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e7180a93fa4982" /><Relationship Type="http://schemas.openxmlformats.org/officeDocument/2006/relationships/extended-properties" Target="/docProps/app.xml" Id="R3e5fe49cb2824475" /><Relationship Type="http://schemas.openxmlformats.org/officeDocument/2006/relationships/officeDocument" Target="/ppt/presentation.xml" Id="R78de6b44c77c4b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a4d6e7a2374f66"/>
  </p:sldMasterIdLst>
  <p:notesMasterIdLst>
    <p:notesMasterId xmlns:r="http://schemas.openxmlformats.org/officeDocument/2006/relationships" r:id="Ra67a667643214523"/>
  </p:notesMasterIdLst>
  <p:sldIdLst>
    <p:sldId xmlns:r="http://schemas.openxmlformats.org/officeDocument/2006/relationships" id="256" r:id="Rf39824ff14da41c4"/>
  </p:sldIdLst>
  <p:sldSz cx="14516100" cy="71723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b704b901ff4235" /><Relationship Type="http://schemas.openxmlformats.org/officeDocument/2006/relationships/slideMaster" Target="/ppt/slideMasters/slideMaster1.xml" Id="Raba4d6e7a2374f66" /><Relationship Type="http://schemas.openxmlformats.org/officeDocument/2006/relationships/notesMaster" Target="/ppt/notesMasters/notesMaster1.xml" Id="Ra67a667643214523" /><Relationship Type="http://schemas.openxmlformats.org/officeDocument/2006/relationships/presProps" Target="/ppt/presProps.xml" Id="R357fb1cc86fd4e9e" /><Relationship Type="http://schemas.openxmlformats.org/officeDocument/2006/relationships/tableStyles" Target="/ppt/tableStyles.xml" Id="Rbcb58a122e714681" /><Relationship Type="http://schemas.openxmlformats.org/officeDocument/2006/relationships/slide" Target="/ppt/slides/slide1.xml" Id="Rf39824ff14da41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0ce00b2d1b43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57a4221ecf49f3" /><Relationship Type="http://schemas.openxmlformats.org/officeDocument/2006/relationships/notesMaster" Target="/ppt/notesMasters/notesMaster1.xml" Id="Ref0e598f73f5484f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素材ID：SE-027</ns1:t>
            </ns1:r>
          </ns1:p>
          <ns1:p>
            <ns1:r>
              <ns1:t>论文：HoarePrompt: Structural Reasoning About Program Correctness in Natural Language</ns1:t>
            </ns1:r>
          </ns1:p>
          <ns1:p>
            <ns1:r>
              <ns1:t>会议：ICSE 2026</ns1:t>
            </ns1:r>
          </ns1:p>
          <ns1:p>
            <ns1:r>
              <ns1:t>奖项：ACM SIGSOFT Distinguished Paper Award</ns1:t>
            </ns1:r>
          </ns1:p>
          <ns1:p>
            <ns1:r>
              <ns1:t>图号：Figure 1，PDF第2页</ns1:t>
            </ns1:r>
          </ns1:p>
          <ns1:p>
            <ns1:r>
              <ns1:t>类型：动机案例</ns1:t>
            </ns1:r>
          </ns1:p>
          <ns1:p>
            <ns1:r>
              <ns1:t>借鉴点：同一代码案例并排展示普通提示与状态注释提示，红绿输出和局部标线将错误位置与错误判断关联。</ns1:t>
            </ns1:r>
          </ns1:p>
          <ns1:p>
            <ns1:r>
              <ns1:t>论文URL：https://arxiv.org/pdf/2503.19599</ns1:t>
            </ns1:r>
          </ns1:p>
          <ns1:p>
            <ns1:r>
              <ns1:t>官方获奖URL：https://conf.researchr.org/info/icse-2026/awards#acm-sigsoft-distinguished-paper-awards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3ccece29de47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3581a4dda444e4" /><Relationship Type="http://schemas.openxmlformats.org/officeDocument/2006/relationships/slideLayout" Target="/ppt/slideLayouts/slideLayout1.xml" Id="R61513994c89348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513994c89348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8b65232a84c2c" /><Relationship Type="http://schemas.openxmlformats.org/officeDocument/2006/relationships/notesSlide" Target="/ppt/notesSlides/notesSlide1.xml" Id="R32072d6485d84c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A91D04-5DA1-4860-89CA-6920E009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4" y="251701"/>
            <a:ext cx="6127656" cy="867626"/>
          </a:xfrm>
          <a:custGeom xmlns:a="http://schemas.openxmlformats.org/drawingml/2006/main">
            <a:pathLst>
              <a:path w="6127656" h="867626" fill="none">
                <a:moveTo>
                  <a:pt x="0" y="0"/>
                </a:moveTo>
                <a:lnTo>
                  <a:pt x="6127656" y="0"/>
                </a:lnTo>
                <a:lnTo>
                  <a:pt x="6127656" y="867626"/>
                </a:lnTo>
                <a:lnTo>
                  <a:pt x="0" y="86762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494" cap="flat">
            <a:solidFill>
              <a:srgbClr val="000000"/>
            </a:solidFill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E7F4F6-D5E4-48CC-9677-555FE815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4" y="1682778"/>
            <a:ext cx="6127656" cy="3741542"/>
          </a:xfrm>
          <a:custGeom xmlns:a="http://schemas.openxmlformats.org/drawingml/2006/main">
            <a:pathLst>
              <a:path w="6127656" h="3741542" fill="none">
                <a:moveTo>
                  <a:pt x="0" y="0"/>
                </a:moveTo>
                <a:lnTo>
                  <a:pt x="6127656" y="0"/>
                </a:lnTo>
                <a:lnTo>
                  <a:pt x="6127656" y="3741542"/>
                </a:lnTo>
                <a:lnTo>
                  <a:pt x="0" y="37415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494" cap="flat">
            <a:solidFill>
              <a:srgbClr val="000000"/>
            </a:solidFill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C91F90-8F95-4D2E-B3C6-9D680099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7932" y="251701"/>
            <a:ext cx="7767136" cy="4818916"/>
          </a:xfrm>
          <a:custGeom xmlns:a="http://schemas.openxmlformats.org/drawingml/2006/main">
            <a:pathLst>
              <a:path w="7767136" h="4818916" fill="none">
                <a:moveTo>
                  <a:pt x="0" y="0"/>
                </a:moveTo>
                <a:lnTo>
                  <a:pt x="7767136" y="0"/>
                </a:lnTo>
                <a:lnTo>
                  <a:pt x="7767136" y="4818916"/>
                </a:lnTo>
                <a:lnTo>
                  <a:pt x="0" y="48189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494" cap="flat">
            <a:solidFill>
              <a:srgbClr val="000000"/>
            </a:solidFill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CCFF49-34DB-4CA7-8B9D-1C5B91F3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75" y="86948"/>
            <a:ext cx="2441615" cy="313888"/>
          </a:xfrm>
          <a:custGeom xmlns:a="http://schemas.openxmlformats.org/drawingml/2006/main">
            <a:pathLst>
              <a:path w="2441615" h="313888">
                <a:moveTo>
                  <a:pt x="156909" y="0"/>
                </a:moveTo>
                <a:lnTo>
                  <a:pt x="2284683" y="0"/>
                </a:lnTo>
                <a:cubicBezTo>
                  <a:pt x="2371295" y="0"/>
                  <a:pt x="2441615" y="86618"/>
                  <a:pt x="2441615" y="156944"/>
                </a:cubicBezTo>
                <a:cubicBezTo>
                  <a:pt x="2441615" y="243562"/>
                  <a:pt x="2371391" y="313888"/>
                  <a:pt x="2284683" y="313888"/>
                </a:cubicBezTo>
                <a:lnTo>
                  <a:pt x="156909" y="313888"/>
                </a:lnTo>
                <a:cubicBezTo>
                  <a:pt x="70321" y="313888"/>
                  <a:pt x="0" y="227270"/>
                  <a:pt x="0" y="156944"/>
                </a:cubicBezTo>
                <a:cubicBezTo>
                  <a:pt x="0" y="70326"/>
                  <a:pt x="70225" y="0"/>
                  <a:pt x="156909" y="0"/>
                </a:cubicBezTo>
                <a:close/>
                <a:moveTo>
                  <a:pt x="156909" y="0"/>
                </a:moveTo>
              </a:path>
            </a:pathLst>
          </a:custGeom>
          <a:solidFill xmlns:a="http://schemas.openxmlformats.org/drawingml/2006/main">
            <a:srgbClr val="E6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D8D6AB-DCD7-4DD7-A5B9-C2DAB784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75" y="86948"/>
            <a:ext cx="2441615" cy="313888"/>
          </a:xfrm>
          <a:custGeom xmlns:a="http://schemas.openxmlformats.org/drawingml/2006/main">
            <a:pathLst>
              <a:path w="2441615" h="313888" fill="none">
                <a:moveTo>
                  <a:pt x="156909" y="0"/>
                </a:moveTo>
                <a:lnTo>
                  <a:pt x="2284683" y="0"/>
                </a:lnTo>
                <a:cubicBezTo>
                  <a:pt x="2371295" y="0"/>
                  <a:pt x="2441615" y="86618"/>
                  <a:pt x="2441615" y="156944"/>
                </a:cubicBezTo>
                <a:cubicBezTo>
                  <a:pt x="2441615" y="243562"/>
                  <a:pt x="2371391" y="313888"/>
                  <a:pt x="2284683" y="313888"/>
                </a:cubicBezTo>
                <a:lnTo>
                  <a:pt x="156909" y="313888"/>
                </a:lnTo>
                <a:cubicBezTo>
                  <a:pt x="70321" y="313888"/>
                  <a:pt x="0" y="227270"/>
                  <a:pt x="0" y="156944"/>
                </a:cubicBezTo>
                <a:cubicBezTo>
                  <a:pt x="0" y="70326"/>
                  <a:pt x="70225" y="0"/>
                  <a:pt x="156909" y="0"/>
                </a:cubicBezTo>
                <a:close/>
                <a:moveTo>
                  <a:pt x="15690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0494" cap="flat">
            <a:solidFill>
              <a:srgbClr val="000000"/>
            </a:solidFill>
            <a:miter/>
          </a:ln>
        </p:spPr>
      </p:sp>
      <p:sp>
        <p:nvSpPr>
          <p:cNvPr id="6" name="Text ProblemDescription">
            <a:extLst xmlns:a="http://schemas.openxmlformats.org/drawingml/2006/main">
              <a:ext uri="{FF2B5EF4-FFF2-40B4-BE49-F238E27FC236}">
                <a16:creationId xmlns:a16="http://schemas.microsoft.com/office/drawing/2014/main" id="{0D554B92-4492-4356-8E02-7221119F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64" y="149588"/>
            <a:ext cx="1808439" cy="192547"/>
          </a:xfrm>
          <a:custGeom xmlns:a="http://schemas.openxmlformats.org/drawingml/2006/main">
            <a:pathLst>
              <a:path w="1808439" h="192547">
                <a:moveTo>
                  <a:pt x="105411" y="43847"/>
                </a:moveTo>
                <a:cubicBezTo>
                  <a:pt x="105411" y="20616"/>
                  <a:pt x="83935" y="0"/>
                  <a:pt x="54004" y="0"/>
                </a:cubicBezTo>
                <a:lnTo>
                  <a:pt x="0" y="0"/>
                </a:lnTo>
                <a:lnTo>
                  <a:pt x="0" y="150606"/>
                </a:lnTo>
                <a:lnTo>
                  <a:pt x="19304" y="150606"/>
                </a:lnTo>
                <a:lnTo>
                  <a:pt x="19304" y="87906"/>
                </a:lnTo>
                <a:lnTo>
                  <a:pt x="55523" y="87906"/>
                </a:lnTo>
                <a:cubicBezTo>
                  <a:pt x="82420" y="87906"/>
                  <a:pt x="105411" y="68164"/>
                  <a:pt x="105411" y="43847"/>
                </a:cubicBezTo>
                <a:moveTo>
                  <a:pt x="87841" y="43847"/>
                </a:moveTo>
                <a:cubicBezTo>
                  <a:pt x="87841" y="60998"/>
                  <a:pt x="74176" y="75326"/>
                  <a:pt x="49235" y="75326"/>
                </a:cubicBezTo>
                <a:lnTo>
                  <a:pt x="18652" y="75326"/>
                </a:lnTo>
                <a:lnTo>
                  <a:pt x="18652" y="12150"/>
                </a:lnTo>
                <a:lnTo>
                  <a:pt x="49235" y="12150"/>
                </a:lnTo>
                <a:cubicBezTo>
                  <a:pt x="73094" y="12150"/>
                  <a:pt x="87841" y="25392"/>
                  <a:pt x="87841" y="43847"/>
                </a:cubicBezTo>
                <a:close/>
                <a:moveTo>
                  <a:pt x="188696" y="66433"/>
                </a:moveTo>
                <a:lnTo>
                  <a:pt x="188696" y="51897"/>
                </a:lnTo>
                <a:cubicBezTo>
                  <a:pt x="169392" y="52115"/>
                  <a:pt x="157464" y="62746"/>
                  <a:pt x="150739" y="72725"/>
                </a:cubicBezTo>
                <a:lnTo>
                  <a:pt x="150739" y="52982"/>
                </a:lnTo>
                <a:lnTo>
                  <a:pt x="135555" y="52982"/>
                </a:lnTo>
                <a:lnTo>
                  <a:pt x="135555" y="150606"/>
                </a:lnTo>
                <a:lnTo>
                  <a:pt x="151825" y="150606"/>
                </a:lnTo>
                <a:lnTo>
                  <a:pt x="151825" y="104180"/>
                </a:lnTo>
                <a:cubicBezTo>
                  <a:pt x="151825" y="82488"/>
                  <a:pt x="167439" y="66867"/>
                  <a:pt x="188696" y="66433"/>
                </a:cubicBezTo>
                <a:close/>
                <a:moveTo>
                  <a:pt x="293671" y="102866"/>
                </a:moveTo>
                <a:cubicBezTo>
                  <a:pt x="293671" y="73827"/>
                  <a:pt x="271980" y="50626"/>
                  <a:pt x="246173" y="50626"/>
                </a:cubicBezTo>
                <a:cubicBezTo>
                  <a:pt x="219495" y="50626"/>
                  <a:pt x="198457" y="74476"/>
                  <a:pt x="198457" y="102866"/>
                </a:cubicBezTo>
                <a:cubicBezTo>
                  <a:pt x="198457" y="131472"/>
                  <a:pt x="220577" y="152936"/>
                  <a:pt x="245954" y="152936"/>
                </a:cubicBezTo>
                <a:cubicBezTo>
                  <a:pt x="271980" y="152936"/>
                  <a:pt x="293671" y="131039"/>
                  <a:pt x="293671" y="102866"/>
                </a:cubicBezTo>
                <a:moveTo>
                  <a:pt x="276753" y="100699"/>
                </a:moveTo>
                <a:cubicBezTo>
                  <a:pt x="276753" y="126270"/>
                  <a:pt x="262006" y="139055"/>
                  <a:pt x="245954" y="139055"/>
                </a:cubicBezTo>
                <a:cubicBezTo>
                  <a:pt x="230989" y="139055"/>
                  <a:pt x="215371" y="126922"/>
                  <a:pt x="215371" y="100699"/>
                </a:cubicBezTo>
                <a:cubicBezTo>
                  <a:pt x="215371" y="74476"/>
                  <a:pt x="231856" y="63858"/>
                  <a:pt x="245954" y="63858"/>
                </a:cubicBezTo>
                <a:cubicBezTo>
                  <a:pt x="261138" y="63858"/>
                  <a:pt x="276753" y="75128"/>
                  <a:pt x="276753" y="100699"/>
                </a:cubicBezTo>
                <a:close/>
                <a:moveTo>
                  <a:pt x="404502" y="102221"/>
                </a:moveTo>
                <a:cubicBezTo>
                  <a:pt x="404502" y="75323"/>
                  <a:pt x="389752" y="51897"/>
                  <a:pt x="369366" y="51897"/>
                </a:cubicBezTo>
                <a:cubicBezTo>
                  <a:pt x="360907" y="51907"/>
                  <a:pt x="347460" y="54081"/>
                  <a:pt x="334447" y="64722"/>
                </a:cubicBezTo>
                <a:lnTo>
                  <a:pt x="334447" y="0"/>
                </a:lnTo>
                <a:lnTo>
                  <a:pt x="318178" y="0"/>
                </a:lnTo>
                <a:lnTo>
                  <a:pt x="318178" y="150616"/>
                </a:lnTo>
                <a:lnTo>
                  <a:pt x="335096" y="150553"/>
                </a:lnTo>
                <a:lnTo>
                  <a:pt x="335096" y="140574"/>
                </a:lnTo>
                <a:cubicBezTo>
                  <a:pt x="340302" y="145347"/>
                  <a:pt x="349628" y="152936"/>
                  <a:pt x="364160" y="152936"/>
                </a:cubicBezTo>
                <a:cubicBezTo>
                  <a:pt x="385850" y="152936"/>
                  <a:pt x="404502" y="131257"/>
                  <a:pt x="404502" y="102221"/>
                </a:cubicBezTo>
                <a:moveTo>
                  <a:pt x="387584" y="102221"/>
                </a:moveTo>
                <a:cubicBezTo>
                  <a:pt x="387584" y="130390"/>
                  <a:pt x="369366" y="139707"/>
                  <a:pt x="356134" y="139707"/>
                </a:cubicBezTo>
                <a:cubicBezTo>
                  <a:pt x="347675" y="139707"/>
                  <a:pt x="340520" y="135805"/>
                  <a:pt x="335096" y="125839"/>
                </a:cubicBezTo>
                <a:lnTo>
                  <a:pt x="335096" y="77951"/>
                </a:lnTo>
                <a:cubicBezTo>
                  <a:pt x="338567" y="72721"/>
                  <a:pt x="346375" y="65129"/>
                  <a:pt x="358305" y="65129"/>
                </a:cubicBezTo>
                <a:cubicBezTo>
                  <a:pt x="371100" y="65129"/>
                  <a:pt x="387584" y="74456"/>
                  <a:pt x="387584" y="102221"/>
                </a:cubicBezTo>
                <a:close/>
                <a:moveTo>
                  <a:pt x="446361" y="150606"/>
                </a:moveTo>
                <a:lnTo>
                  <a:pt x="446361" y="0"/>
                </a:lnTo>
                <a:lnTo>
                  <a:pt x="430095" y="0"/>
                </a:lnTo>
                <a:lnTo>
                  <a:pt x="430095" y="150606"/>
                </a:lnTo>
                <a:lnTo>
                  <a:pt x="446361" y="150606"/>
                </a:lnTo>
                <a:close/>
                <a:moveTo>
                  <a:pt x="554155" y="103158"/>
                </a:moveTo>
                <a:cubicBezTo>
                  <a:pt x="554155" y="95784"/>
                  <a:pt x="553940" y="79500"/>
                  <a:pt x="545481" y="66466"/>
                </a:cubicBezTo>
                <a:cubicBezTo>
                  <a:pt x="536589" y="53012"/>
                  <a:pt x="523357" y="50626"/>
                  <a:pt x="515550" y="50626"/>
                </a:cubicBezTo>
                <a:cubicBezTo>
                  <a:pt x="491477" y="50626"/>
                  <a:pt x="471954" y="73635"/>
                  <a:pt x="471954" y="101642"/>
                </a:cubicBezTo>
                <a:cubicBezTo>
                  <a:pt x="471954" y="130192"/>
                  <a:pt x="492777" y="152936"/>
                  <a:pt x="518803" y="152936"/>
                </a:cubicBezTo>
                <a:cubicBezTo>
                  <a:pt x="532468" y="152936"/>
                  <a:pt x="544829" y="147733"/>
                  <a:pt x="553288" y="141660"/>
                </a:cubicBezTo>
                <a:lnTo>
                  <a:pt x="551988" y="127597"/>
                </a:lnTo>
                <a:cubicBezTo>
                  <a:pt x="538323" y="138840"/>
                  <a:pt x="524009" y="139707"/>
                  <a:pt x="519022" y="139707"/>
                </a:cubicBezTo>
                <a:cubicBezTo>
                  <a:pt x="501670" y="139707"/>
                  <a:pt x="487787" y="124353"/>
                  <a:pt x="487138" y="103158"/>
                </a:cubicBezTo>
                <a:lnTo>
                  <a:pt x="554155" y="103158"/>
                </a:lnTo>
                <a:moveTo>
                  <a:pt x="541794" y="91229"/>
                </a:moveTo>
                <a:lnTo>
                  <a:pt x="488220" y="91229"/>
                </a:lnTo>
                <a:cubicBezTo>
                  <a:pt x="491692" y="74720"/>
                  <a:pt x="503186" y="63858"/>
                  <a:pt x="515550" y="63858"/>
                </a:cubicBezTo>
                <a:cubicBezTo>
                  <a:pt x="526829" y="63858"/>
                  <a:pt x="538975" y="71245"/>
                  <a:pt x="541794" y="91229"/>
                </a:cubicBezTo>
                <a:close/>
                <a:moveTo>
                  <a:pt x="715308" y="150606"/>
                </a:moveTo>
                <a:lnTo>
                  <a:pt x="715308" y="85957"/>
                </a:lnTo>
                <a:cubicBezTo>
                  <a:pt x="715308" y="71421"/>
                  <a:pt x="711836" y="51897"/>
                  <a:pt x="685592" y="51897"/>
                </a:cubicBezTo>
                <a:cubicBezTo>
                  <a:pt x="672579" y="51897"/>
                  <a:pt x="661300" y="57973"/>
                  <a:pt x="653275" y="69686"/>
                </a:cubicBezTo>
                <a:cubicBezTo>
                  <a:pt x="647635" y="53201"/>
                  <a:pt x="632455" y="51897"/>
                  <a:pt x="625515" y="51897"/>
                </a:cubicBezTo>
                <a:cubicBezTo>
                  <a:pt x="609897" y="51897"/>
                  <a:pt x="599704" y="60790"/>
                  <a:pt x="593849" y="68601"/>
                </a:cubicBezTo>
                <a:lnTo>
                  <a:pt x="593849" y="52982"/>
                </a:lnTo>
                <a:lnTo>
                  <a:pt x="578232" y="52982"/>
                </a:lnTo>
                <a:lnTo>
                  <a:pt x="578232" y="150606"/>
                </a:lnTo>
                <a:lnTo>
                  <a:pt x="595150" y="150606"/>
                </a:lnTo>
                <a:lnTo>
                  <a:pt x="595150" y="97455"/>
                </a:lnTo>
                <a:cubicBezTo>
                  <a:pt x="595150" y="82704"/>
                  <a:pt x="601004" y="65129"/>
                  <a:pt x="617056" y="65129"/>
                </a:cubicBezTo>
                <a:cubicBezTo>
                  <a:pt x="637227" y="65129"/>
                  <a:pt x="638309" y="79232"/>
                  <a:pt x="638309" y="87476"/>
                </a:cubicBezTo>
                <a:lnTo>
                  <a:pt x="638309" y="150606"/>
                </a:lnTo>
                <a:lnTo>
                  <a:pt x="655227" y="150606"/>
                </a:lnTo>
                <a:lnTo>
                  <a:pt x="655227" y="97455"/>
                </a:lnTo>
                <a:cubicBezTo>
                  <a:pt x="655227" y="82704"/>
                  <a:pt x="661085" y="65129"/>
                  <a:pt x="677133" y="65129"/>
                </a:cubicBezTo>
                <a:cubicBezTo>
                  <a:pt x="697304" y="65129"/>
                  <a:pt x="698390" y="79232"/>
                  <a:pt x="698390" y="87476"/>
                </a:cubicBezTo>
                <a:lnTo>
                  <a:pt x="698390" y="150606"/>
                </a:lnTo>
                <a:lnTo>
                  <a:pt x="715308" y="150606"/>
                </a:lnTo>
                <a:close/>
                <a:moveTo>
                  <a:pt x="949332" y="76607"/>
                </a:moveTo>
                <a:cubicBezTo>
                  <a:pt x="949332" y="34501"/>
                  <a:pt x="920053" y="0"/>
                  <a:pt x="882745" y="0"/>
                </a:cubicBezTo>
                <a:lnTo>
                  <a:pt x="825921" y="0"/>
                </a:lnTo>
                <a:lnTo>
                  <a:pt x="825921" y="150606"/>
                </a:lnTo>
                <a:lnTo>
                  <a:pt x="882964" y="150606"/>
                </a:lnTo>
                <a:cubicBezTo>
                  <a:pt x="919835" y="150606"/>
                  <a:pt x="949332" y="117625"/>
                  <a:pt x="949332" y="76607"/>
                </a:cubicBezTo>
                <a:moveTo>
                  <a:pt x="930680" y="76607"/>
                </a:moveTo>
                <a:cubicBezTo>
                  <a:pt x="930680" y="113501"/>
                  <a:pt x="908123" y="138459"/>
                  <a:pt x="877758" y="138459"/>
                </a:cubicBezTo>
                <a:lnTo>
                  <a:pt x="844574" y="138459"/>
                </a:lnTo>
                <a:lnTo>
                  <a:pt x="844574" y="12150"/>
                </a:lnTo>
                <a:lnTo>
                  <a:pt x="877758" y="12150"/>
                </a:lnTo>
                <a:cubicBezTo>
                  <a:pt x="908123" y="12150"/>
                  <a:pt x="930680" y="38409"/>
                  <a:pt x="930680" y="76607"/>
                </a:cubicBezTo>
                <a:close/>
                <a:moveTo>
                  <a:pt x="1051487" y="103158"/>
                </a:moveTo>
                <a:cubicBezTo>
                  <a:pt x="1051487" y="95784"/>
                  <a:pt x="1051271" y="79500"/>
                  <a:pt x="1042812" y="66466"/>
                </a:cubicBezTo>
                <a:cubicBezTo>
                  <a:pt x="1033920" y="53012"/>
                  <a:pt x="1020688" y="50626"/>
                  <a:pt x="1012881" y="50626"/>
                </a:cubicBezTo>
                <a:cubicBezTo>
                  <a:pt x="988808" y="50626"/>
                  <a:pt x="969285" y="73635"/>
                  <a:pt x="969285" y="101642"/>
                </a:cubicBezTo>
                <a:cubicBezTo>
                  <a:pt x="969285" y="130192"/>
                  <a:pt x="990109" y="152936"/>
                  <a:pt x="1016134" y="152936"/>
                </a:cubicBezTo>
                <a:cubicBezTo>
                  <a:pt x="1029799" y="152936"/>
                  <a:pt x="1042160" y="147733"/>
                  <a:pt x="1050619" y="141660"/>
                </a:cubicBezTo>
                <a:lnTo>
                  <a:pt x="1049319" y="127597"/>
                </a:lnTo>
                <a:cubicBezTo>
                  <a:pt x="1035654" y="138840"/>
                  <a:pt x="1021340" y="139707"/>
                  <a:pt x="1016353" y="139707"/>
                </a:cubicBezTo>
                <a:cubicBezTo>
                  <a:pt x="999001" y="139707"/>
                  <a:pt x="985118" y="124353"/>
                  <a:pt x="984469" y="103158"/>
                </a:cubicBezTo>
                <a:lnTo>
                  <a:pt x="1051487" y="103158"/>
                </a:lnTo>
                <a:moveTo>
                  <a:pt x="1039126" y="91229"/>
                </a:moveTo>
                <a:lnTo>
                  <a:pt x="985551" y="91229"/>
                </a:lnTo>
                <a:cubicBezTo>
                  <a:pt x="989023" y="74720"/>
                  <a:pt x="1000517" y="63858"/>
                  <a:pt x="1012881" y="63858"/>
                </a:cubicBezTo>
                <a:cubicBezTo>
                  <a:pt x="1024160" y="63858"/>
                  <a:pt x="1036306" y="71245"/>
                  <a:pt x="1039126" y="91229"/>
                </a:cubicBezTo>
                <a:close/>
                <a:moveTo>
                  <a:pt x="1136077" y="122804"/>
                </a:moveTo>
                <a:cubicBezTo>
                  <a:pt x="1136077" y="110883"/>
                  <a:pt x="1128052" y="103515"/>
                  <a:pt x="1127618" y="102866"/>
                </a:cubicBezTo>
                <a:cubicBezTo>
                  <a:pt x="1119159" y="95281"/>
                  <a:pt x="1113301" y="93980"/>
                  <a:pt x="1102456" y="92030"/>
                </a:cubicBezTo>
                <a:cubicBezTo>
                  <a:pt x="1090529" y="89647"/>
                  <a:pt x="1080551" y="87480"/>
                  <a:pt x="1080551" y="76862"/>
                </a:cubicBezTo>
                <a:cubicBezTo>
                  <a:pt x="1080551" y="63424"/>
                  <a:pt x="1096168" y="63424"/>
                  <a:pt x="1098988" y="63424"/>
                </a:cubicBezTo>
                <a:cubicBezTo>
                  <a:pt x="1105928" y="63424"/>
                  <a:pt x="1117422" y="64292"/>
                  <a:pt x="1129786" y="71659"/>
                </a:cubicBezTo>
                <a:lnTo>
                  <a:pt x="1132387" y="57569"/>
                </a:lnTo>
                <a:cubicBezTo>
                  <a:pt x="1121112" y="52363"/>
                  <a:pt x="1112219" y="50626"/>
                  <a:pt x="1101156" y="50626"/>
                </a:cubicBezTo>
                <a:cubicBezTo>
                  <a:pt x="1095735" y="50626"/>
                  <a:pt x="1065151" y="50626"/>
                  <a:pt x="1065151" y="79030"/>
                </a:cubicBezTo>
                <a:cubicBezTo>
                  <a:pt x="1065151" y="89647"/>
                  <a:pt x="1071443" y="96581"/>
                  <a:pt x="1076864" y="100699"/>
                </a:cubicBezTo>
                <a:cubicBezTo>
                  <a:pt x="1083589" y="105468"/>
                  <a:pt x="1088361" y="106332"/>
                  <a:pt x="1100288" y="108718"/>
                </a:cubicBezTo>
                <a:cubicBezTo>
                  <a:pt x="1108096" y="110234"/>
                  <a:pt x="1120675" y="112835"/>
                  <a:pt x="1120675" y="124320"/>
                </a:cubicBezTo>
                <a:cubicBezTo>
                  <a:pt x="1120675" y="139273"/>
                  <a:pt x="1103542" y="139273"/>
                  <a:pt x="1100288" y="139273"/>
                </a:cubicBezTo>
                <a:cubicBezTo>
                  <a:pt x="1082722" y="139273"/>
                  <a:pt x="1070576" y="131254"/>
                  <a:pt x="1066671" y="128653"/>
                </a:cubicBezTo>
                <a:lnTo>
                  <a:pt x="1064069" y="143394"/>
                </a:lnTo>
                <a:cubicBezTo>
                  <a:pt x="1071009" y="146863"/>
                  <a:pt x="1082937" y="152936"/>
                  <a:pt x="1100507" y="152936"/>
                </a:cubicBezTo>
                <a:cubicBezTo>
                  <a:pt x="1104409" y="152936"/>
                  <a:pt x="1116339" y="152936"/>
                  <a:pt x="1125666" y="145996"/>
                </a:cubicBezTo>
                <a:cubicBezTo>
                  <a:pt x="1132387" y="140789"/>
                  <a:pt x="1136077" y="132121"/>
                  <a:pt x="1136077" y="122804"/>
                </a:cubicBezTo>
                <a:close/>
                <a:moveTo>
                  <a:pt x="1231074" y="141875"/>
                </a:moveTo>
                <a:lnTo>
                  <a:pt x="1229773" y="127355"/>
                </a:lnTo>
                <a:cubicBezTo>
                  <a:pt x="1218709" y="136023"/>
                  <a:pt x="1206997" y="139055"/>
                  <a:pt x="1195937" y="139055"/>
                </a:cubicBezTo>
                <a:cubicBezTo>
                  <a:pt x="1177937" y="139055"/>
                  <a:pt x="1165791" y="123453"/>
                  <a:pt x="1165791" y="102218"/>
                </a:cubicBezTo>
                <a:cubicBezTo>
                  <a:pt x="1165791" y="85312"/>
                  <a:pt x="1173813" y="64510"/>
                  <a:pt x="1196804" y="64510"/>
                </a:cubicBezTo>
                <a:cubicBezTo>
                  <a:pt x="1208083" y="64510"/>
                  <a:pt x="1215456" y="66244"/>
                  <a:pt x="1227387" y="74045"/>
                </a:cubicBezTo>
                <a:lnTo>
                  <a:pt x="1229988" y="59956"/>
                </a:lnTo>
                <a:cubicBezTo>
                  <a:pt x="1217194" y="52578"/>
                  <a:pt x="1209817" y="50626"/>
                  <a:pt x="1196589" y="50626"/>
                </a:cubicBezTo>
                <a:cubicBezTo>
                  <a:pt x="1166439" y="50626"/>
                  <a:pt x="1148873" y="76862"/>
                  <a:pt x="1148873" y="102433"/>
                </a:cubicBezTo>
                <a:cubicBezTo>
                  <a:pt x="1148873" y="129305"/>
                  <a:pt x="1168610" y="152936"/>
                  <a:pt x="1195722" y="152936"/>
                </a:cubicBezTo>
                <a:cubicBezTo>
                  <a:pt x="1207434" y="152936"/>
                  <a:pt x="1219361" y="149901"/>
                  <a:pt x="1231074" y="141875"/>
                </a:cubicBezTo>
                <a:close/>
                <a:moveTo>
                  <a:pt x="1308288" y="66433"/>
                </a:moveTo>
                <a:lnTo>
                  <a:pt x="1308288" y="51897"/>
                </a:lnTo>
                <a:cubicBezTo>
                  <a:pt x="1288983" y="52115"/>
                  <a:pt x="1277056" y="62746"/>
                  <a:pt x="1270331" y="72725"/>
                </a:cubicBezTo>
                <a:lnTo>
                  <a:pt x="1270331" y="52982"/>
                </a:lnTo>
                <a:lnTo>
                  <a:pt x="1255147" y="52982"/>
                </a:lnTo>
                <a:lnTo>
                  <a:pt x="1255147" y="150606"/>
                </a:lnTo>
                <a:lnTo>
                  <a:pt x="1271417" y="150606"/>
                </a:lnTo>
                <a:lnTo>
                  <a:pt x="1271417" y="104180"/>
                </a:lnTo>
                <a:cubicBezTo>
                  <a:pt x="1271417" y="82488"/>
                  <a:pt x="1287031" y="66867"/>
                  <a:pt x="1308288" y="66433"/>
                </a:cubicBezTo>
                <a:close/>
                <a:moveTo>
                  <a:pt x="1345375" y="150606"/>
                </a:moveTo>
                <a:lnTo>
                  <a:pt x="1345375" y="54227"/>
                </a:lnTo>
                <a:lnTo>
                  <a:pt x="1329109" y="54227"/>
                </a:lnTo>
                <a:lnTo>
                  <a:pt x="1329109" y="150606"/>
                </a:lnTo>
                <a:lnTo>
                  <a:pt x="1345375" y="150606"/>
                </a:lnTo>
                <a:moveTo>
                  <a:pt x="1347109" y="27779"/>
                </a:moveTo>
                <a:lnTo>
                  <a:pt x="1347109" y="8473"/>
                </a:lnTo>
                <a:lnTo>
                  <a:pt x="1327808" y="8473"/>
                </a:lnTo>
                <a:lnTo>
                  <a:pt x="1327808" y="27779"/>
                </a:lnTo>
                <a:lnTo>
                  <a:pt x="1347109" y="27779"/>
                </a:lnTo>
                <a:close/>
                <a:moveTo>
                  <a:pt x="1467486" y="102201"/>
                </a:moveTo>
                <a:cubicBezTo>
                  <a:pt x="1467486" y="76187"/>
                  <a:pt x="1453821" y="51897"/>
                  <a:pt x="1433001" y="51897"/>
                </a:cubicBezTo>
                <a:cubicBezTo>
                  <a:pt x="1419985" y="51897"/>
                  <a:pt x="1407405" y="56454"/>
                  <a:pt x="1397430" y="64914"/>
                </a:cubicBezTo>
                <a:lnTo>
                  <a:pt x="1397430" y="54283"/>
                </a:lnTo>
                <a:lnTo>
                  <a:pt x="1381161" y="54283"/>
                </a:lnTo>
                <a:lnTo>
                  <a:pt x="1381161" y="192547"/>
                </a:lnTo>
                <a:lnTo>
                  <a:pt x="1398079" y="192547"/>
                </a:lnTo>
                <a:lnTo>
                  <a:pt x="1398079" y="140574"/>
                </a:lnTo>
                <a:cubicBezTo>
                  <a:pt x="1404804" y="146863"/>
                  <a:pt x="1414345" y="152936"/>
                  <a:pt x="1427361" y="152936"/>
                </a:cubicBezTo>
                <a:cubicBezTo>
                  <a:pt x="1448400" y="152936"/>
                  <a:pt x="1467486" y="131684"/>
                  <a:pt x="1467486" y="102201"/>
                </a:cubicBezTo>
                <a:moveTo>
                  <a:pt x="1450568" y="102201"/>
                </a:moveTo>
                <a:cubicBezTo>
                  <a:pt x="1450568" y="124532"/>
                  <a:pt x="1435168" y="139707"/>
                  <a:pt x="1418902" y="139707"/>
                </a:cubicBezTo>
                <a:cubicBezTo>
                  <a:pt x="1410443" y="139707"/>
                  <a:pt x="1404585" y="135371"/>
                  <a:pt x="1400250" y="129516"/>
                </a:cubicBezTo>
                <a:cubicBezTo>
                  <a:pt x="1398079" y="126266"/>
                  <a:pt x="1398079" y="125833"/>
                  <a:pt x="1398079" y="121931"/>
                </a:cubicBezTo>
                <a:lnTo>
                  <a:pt x="1398079" y="78355"/>
                </a:lnTo>
                <a:cubicBezTo>
                  <a:pt x="1403285" y="70765"/>
                  <a:pt x="1411744" y="65781"/>
                  <a:pt x="1421070" y="65781"/>
                </a:cubicBezTo>
                <a:cubicBezTo>
                  <a:pt x="1437555" y="65781"/>
                  <a:pt x="1450568" y="82257"/>
                  <a:pt x="1450568" y="102201"/>
                </a:cubicBezTo>
                <a:close/>
                <a:moveTo>
                  <a:pt x="1547516" y="144695"/>
                </a:moveTo>
                <a:lnTo>
                  <a:pt x="1544048" y="131896"/>
                </a:lnTo>
                <a:cubicBezTo>
                  <a:pt x="1538409" y="136454"/>
                  <a:pt x="1531469" y="139055"/>
                  <a:pt x="1524529" y="139055"/>
                </a:cubicBezTo>
                <a:cubicBezTo>
                  <a:pt x="1516503" y="139055"/>
                  <a:pt x="1513465" y="132548"/>
                  <a:pt x="1513465" y="121047"/>
                </a:cubicBezTo>
                <a:lnTo>
                  <a:pt x="1513465" y="66810"/>
                </a:lnTo>
                <a:lnTo>
                  <a:pt x="1544048" y="66810"/>
                </a:lnTo>
                <a:lnTo>
                  <a:pt x="1544048" y="54227"/>
                </a:lnTo>
                <a:lnTo>
                  <a:pt x="1513465" y="54227"/>
                </a:lnTo>
                <a:lnTo>
                  <a:pt x="1513465" y="26690"/>
                </a:lnTo>
                <a:lnTo>
                  <a:pt x="1498500" y="26690"/>
                </a:lnTo>
                <a:lnTo>
                  <a:pt x="1498500" y="54227"/>
                </a:lnTo>
                <a:lnTo>
                  <a:pt x="1479632" y="54227"/>
                </a:lnTo>
                <a:lnTo>
                  <a:pt x="1479632" y="66810"/>
                </a:lnTo>
                <a:lnTo>
                  <a:pt x="1497851" y="66810"/>
                </a:lnTo>
                <a:lnTo>
                  <a:pt x="1497851" y="124737"/>
                </a:lnTo>
                <a:cubicBezTo>
                  <a:pt x="1497851" y="137754"/>
                  <a:pt x="1500886" y="152936"/>
                  <a:pt x="1515851" y="152936"/>
                </a:cubicBezTo>
                <a:cubicBezTo>
                  <a:pt x="1531035" y="152936"/>
                  <a:pt x="1542095" y="147515"/>
                  <a:pt x="1547516" y="144695"/>
                </a:cubicBezTo>
                <a:close/>
                <a:moveTo>
                  <a:pt x="1587643" y="150606"/>
                </a:moveTo>
                <a:lnTo>
                  <a:pt x="1587643" y="54227"/>
                </a:lnTo>
                <a:lnTo>
                  <a:pt x="1571376" y="54227"/>
                </a:lnTo>
                <a:lnTo>
                  <a:pt x="1571376" y="150606"/>
                </a:lnTo>
                <a:lnTo>
                  <a:pt x="1587643" y="150606"/>
                </a:lnTo>
                <a:moveTo>
                  <a:pt x="1589377" y="27779"/>
                </a:moveTo>
                <a:lnTo>
                  <a:pt x="1589377" y="8473"/>
                </a:lnTo>
                <a:lnTo>
                  <a:pt x="1570076" y="8473"/>
                </a:lnTo>
                <a:lnTo>
                  <a:pt x="1570076" y="27779"/>
                </a:lnTo>
                <a:lnTo>
                  <a:pt x="1589377" y="27779"/>
                </a:lnTo>
                <a:close/>
                <a:moveTo>
                  <a:pt x="1707367" y="102866"/>
                </a:moveTo>
                <a:cubicBezTo>
                  <a:pt x="1707367" y="73827"/>
                  <a:pt x="1685677" y="50626"/>
                  <a:pt x="1659869" y="50626"/>
                </a:cubicBezTo>
                <a:cubicBezTo>
                  <a:pt x="1633191" y="50626"/>
                  <a:pt x="1612153" y="74476"/>
                  <a:pt x="1612153" y="102866"/>
                </a:cubicBezTo>
                <a:cubicBezTo>
                  <a:pt x="1612153" y="131472"/>
                  <a:pt x="1634273" y="152936"/>
                  <a:pt x="1659651" y="152936"/>
                </a:cubicBezTo>
                <a:cubicBezTo>
                  <a:pt x="1685677" y="152936"/>
                  <a:pt x="1707367" y="131039"/>
                  <a:pt x="1707367" y="102866"/>
                </a:cubicBezTo>
                <a:moveTo>
                  <a:pt x="1690449" y="100699"/>
                </a:moveTo>
                <a:cubicBezTo>
                  <a:pt x="1690449" y="126270"/>
                  <a:pt x="1675702" y="139055"/>
                  <a:pt x="1659651" y="139055"/>
                </a:cubicBezTo>
                <a:cubicBezTo>
                  <a:pt x="1644685" y="139055"/>
                  <a:pt x="1629068" y="126922"/>
                  <a:pt x="1629068" y="100699"/>
                </a:cubicBezTo>
                <a:cubicBezTo>
                  <a:pt x="1629068" y="74476"/>
                  <a:pt x="1645552" y="63858"/>
                  <a:pt x="1659651" y="63858"/>
                </a:cubicBezTo>
                <a:cubicBezTo>
                  <a:pt x="1674835" y="63858"/>
                  <a:pt x="1690449" y="75128"/>
                  <a:pt x="1690449" y="100699"/>
                </a:cubicBezTo>
                <a:close/>
                <a:moveTo>
                  <a:pt x="1808439" y="150606"/>
                </a:moveTo>
                <a:lnTo>
                  <a:pt x="1808439" y="85957"/>
                </a:lnTo>
                <a:cubicBezTo>
                  <a:pt x="1808439" y="71639"/>
                  <a:pt x="1805186" y="51897"/>
                  <a:pt x="1778723" y="51897"/>
                </a:cubicBezTo>
                <a:cubicBezTo>
                  <a:pt x="1759204" y="51897"/>
                  <a:pt x="1748577" y="66648"/>
                  <a:pt x="1747276" y="68382"/>
                </a:cubicBezTo>
                <a:lnTo>
                  <a:pt x="1747276" y="52982"/>
                </a:lnTo>
                <a:lnTo>
                  <a:pt x="1731659" y="52982"/>
                </a:lnTo>
                <a:lnTo>
                  <a:pt x="1731659" y="150606"/>
                </a:lnTo>
                <a:lnTo>
                  <a:pt x="1748577" y="150606"/>
                </a:lnTo>
                <a:lnTo>
                  <a:pt x="1748577" y="97455"/>
                </a:lnTo>
                <a:cubicBezTo>
                  <a:pt x="1748577" y="83137"/>
                  <a:pt x="1753998" y="65129"/>
                  <a:pt x="1770482" y="65129"/>
                </a:cubicBezTo>
                <a:cubicBezTo>
                  <a:pt x="1791302" y="65129"/>
                  <a:pt x="1791521" y="80532"/>
                  <a:pt x="1791521" y="87476"/>
                </a:cubicBezTo>
                <a:lnTo>
                  <a:pt x="1791521" y="150606"/>
                </a:lnTo>
                <a:lnTo>
                  <a:pt x="1808439" y="1506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Givenanintegerlist,thetaskistofindthemaximum">
            <a:extLst xmlns:a="http://schemas.openxmlformats.org/drawingml/2006/main">
              <a:ext uri="{FF2B5EF4-FFF2-40B4-BE49-F238E27FC236}">
                <a16:creationId xmlns:a16="http://schemas.microsoft.com/office/drawing/2014/main" id="{41217ACD-8AF9-464E-902B-507DDE5C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23" y="507898"/>
            <a:ext cx="4848818" cy="197843"/>
          </a:xfrm>
          <a:custGeom xmlns:a="http://schemas.openxmlformats.org/drawingml/2006/main">
            <a:pathLst>
              <a:path w="4848818" h="197843">
                <a:moveTo>
                  <a:pt x="115386" y="144850"/>
                </a:moveTo>
                <a:lnTo>
                  <a:pt x="115386" y="88022"/>
                </a:lnTo>
                <a:lnTo>
                  <a:pt x="69840" y="88022"/>
                </a:lnTo>
                <a:lnTo>
                  <a:pt x="69840" y="101251"/>
                </a:lnTo>
                <a:lnTo>
                  <a:pt x="98467" y="101251"/>
                </a:lnTo>
                <a:lnTo>
                  <a:pt x="98467" y="137043"/>
                </a:lnTo>
                <a:cubicBezTo>
                  <a:pt x="89360" y="140078"/>
                  <a:pt x="79600" y="141597"/>
                  <a:pt x="69840" y="141597"/>
                </a:cubicBezTo>
                <a:cubicBezTo>
                  <a:pt x="55742" y="141597"/>
                  <a:pt x="42944" y="134004"/>
                  <a:pt x="34051" y="122943"/>
                </a:cubicBezTo>
                <a:cubicBezTo>
                  <a:pt x="24073" y="110145"/>
                  <a:pt x="19304" y="94096"/>
                  <a:pt x="19304" y="77832"/>
                </a:cubicBezTo>
                <a:cubicBezTo>
                  <a:pt x="19304" y="61574"/>
                  <a:pt x="24073" y="45317"/>
                  <a:pt x="34051" y="32528"/>
                </a:cubicBezTo>
                <a:cubicBezTo>
                  <a:pt x="42944" y="21470"/>
                  <a:pt x="55742" y="13884"/>
                  <a:pt x="69840" y="13884"/>
                </a:cubicBezTo>
                <a:cubicBezTo>
                  <a:pt x="77214" y="13884"/>
                  <a:pt x="84369" y="14751"/>
                  <a:pt x="91312" y="17353"/>
                </a:cubicBezTo>
                <a:cubicBezTo>
                  <a:pt x="98467" y="19736"/>
                  <a:pt x="104759" y="23857"/>
                  <a:pt x="110398" y="28626"/>
                </a:cubicBezTo>
                <a:lnTo>
                  <a:pt x="113651" y="10846"/>
                </a:lnTo>
                <a:cubicBezTo>
                  <a:pt x="106927" y="7159"/>
                  <a:pt x="99771" y="4339"/>
                  <a:pt x="92395" y="2386"/>
                </a:cubicBezTo>
                <a:cubicBezTo>
                  <a:pt x="85021" y="652"/>
                  <a:pt x="77429" y="0"/>
                  <a:pt x="69840" y="0"/>
                </a:cubicBezTo>
                <a:cubicBezTo>
                  <a:pt x="50970" y="0"/>
                  <a:pt x="33184" y="8678"/>
                  <a:pt x="20386" y="22771"/>
                </a:cubicBezTo>
                <a:cubicBezTo>
                  <a:pt x="6940" y="37946"/>
                  <a:pt x="0" y="57672"/>
                  <a:pt x="0" y="77832"/>
                </a:cubicBezTo>
                <a:cubicBezTo>
                  <a:pt x="0" y="97998"/>
                  <a:pt x="6940" y="117737"/>
                  <a:pt x="20386" y="132704"/>
                </a:cubicBezTo>
                <a:cubicBezTo>
                  <a:pt x="33184" y="146803"/>
                  <a:pt x="50970" y="155478"/>
                  <a:pt x="69840" y="155478"/>
                </a:cubicBezTo>
                <a:cubicBezTo>
                  <a:pt x="85673" y="155478"/>
                  <a:pt x="101287" y="151791"/>
                  <a:pt x="115386" y="144850"/>
                </a:cubicBezTo>
                <a:close/>
                <a:moveTo>
                  <a:pt x="164186" y="153148"/>
                </a:moveTo>
                <a:lnTo>
                  <a:pt x="164186" y="56769"/>
                </a:lnTo>
                <a:lnTo>
                  <a:pt x="147920" y="56769"/>
                </a:lnTo>
                <a:lnTo>
                  <a:pt x="147920" y="153148"/>
                </a:lnTo>
                <a:lnTo>
                  <a:pt x="164186" y="153148"/>
                </a:lnTo>
                <a:moveTo>
                  <a:pt x="165920" y="30320"/>
                </a:moveTo>
                <a:lnTo>
                  <a:pt x="165920" y="11015"/>
                </a:lnTo>
                <a:lnTo>
                  <a:pt x="146619" y="11015"/>
                </a:lnTo>
                <a:lnTo>
                  <a:pt x="146619" y="30320"/>
                </a:lnTo>
                <a:lnTo>
                  <a:pt x="165920" y="30320"/>
                </a:lnTo>
                <a:close/>
                <a:moveTo>
                  <a:pt x="278923" y="56769"/>
                </a:moveTo>
                <a:lnTo>
                  <a:pt x="262654" y="56769"/>
                </a:lnTo>
                <a:lnTo>
                  <a:pt x="245520" y="101920"/>
                </a:lnTo>
                <a:cubicBezTo>
                  <a:pt x="240966" y="113858"/>
                  <a:pt x="234242" y="131443"/>
                  <a:pt x="232507" y="141643"/>
                </a:cubicBezTo>
                <a:lnTo>
                  <a:pt x="232289" y="141643"/>
                </a:lnTo>
                <a:cubicBezTo>
                  <a:pt x="230988" y="133829"/>
                  <a:pt x="225349" y="118852"/>
                  <a:pt x="223181" y="112991"/>
                </a:cubicBezTo>
                <a:lnTo>
                  <a:pt x="202143" y="56769"/>
                </a:lnTo>
                <a:lnTo>
                  <a:pt x="185225" y="56769"/>
                </a:lnTo>
                <a:lnTo>
                  <a:pt x="222529" y="153148"/>
                </a:lnTo>
                <a:lnTo>
                  <a:pt x="241615" y="153148"/>
                </a:lnTo>
                <a:lnTo>
                  <a:pt x="278923" y="56769"/>
                </a:lnTo>
                <a:close/>
                <a:moveTo>
                  <a:pt x="371966" y="105700"/>
                </a:moveTo>
                <a:cubicBezTo>
                  <a:pt x="371966" y="98325"/>
                  <a:pt x="371751" y="82042"/>
                  <a:pt x="363292" y="69008"/>
                </a:cubicBezTo>
                <a:cubicBezTo>
                  <a:pt x="354400" y="55554"/>
                  <a:pt x="341168" y="53168"/>
                  <a:pt x="333361" y="53168"/>
                </a:cubicBezTo>
                <a:cubicBezTo>
                  <a:pt x="309288" y="53168"/>
                  <a:pt x="289765" y="76177"/>
                  <a:pt x="289765" y="104184"/>
                </a:cubicBezTo>
                <a:cubicBezTo>
                  <a:pt x="289765" y="132733"/>
                  <a:pt x="310589" y="155478"/>
                  <a:pt x="336614" y="155478"/>
                </a:cubicBezTo>
                <a:cubicBezTo>
                  <a:pt x="350279" y="155478"/>
                  <a:pt x="362640" y="150275"/>
                  <a:pt x="371099" y="144202"/>
                </a:cubicBezTo>
                <a:lnTo>
                  <a:pt x="369799" y="130139"/>
                </a:lnTo>
                <a:cubicBezTo>
                  <a:pt x="356134" y="141382"/>
                  <a:pt x="341820" y="142249"/>
                  <a:pt x="336833" y="142249"/>
                </a:cubicBezTo>
                <a:cubicBezTo>
                  <a:pt x="319481" y="142249"/>
                  <a:pt x="305598" y="126895"/>
                  <a:pt x="304949" y="105700"/>
                </a:cubicBezTo>
                <a:lnTo>
                  <a:pt x="371966" y="105700"/>
                </a:lnTo>
                <a:moveTo>
                  <a:pt x="359606" y="93771"/>
                </a:moveTo>
                <a:lnTo>
                  <a:pt x="306031" y="93771"/>
                </a:lnTo>
                <a:cubicBezTo>
                  <a:pt x="309503" y="77262"/>
                  <a:pt x="320997" y="66400"/>
                  <a:pt x="333361" y="66400"/>
                </a:cubicBezTo>
                <a:cubicBezTo>
                  <a:pt x="344640" y="66400"/>
                  <a:pt x="356786" y="73787"/>
                  <a:pt x="359606" y="93771"/>
                </a:cubicBezTo>
                <a:close/>
                <a:moveTo>
                  <a:pt x="472823" y="153148"/>
                </a:moveTo>
                <a:lnTo>
                  <a:pt x="472823" y="88499"/>
                </a:lnTo>
                <a:cubicBezTo>
                  <a:pt x="472823" y="74181"/>
                  <a:pt x="469570" y="54438"/>
                  <a:pt x="443107" y="54438"/>
                </a:cubicBezTo>
                <a:cubicBezTo>
                  <a:pt x="423588" y="54438"/>
                  <a:pt x="412961" y="69190"/>
                  <a:pt x="411661" y="70924"/>
                </a:cubicBezTo>
                <a:lnTo>
                  <a:pt x="411661" y="55524"/>
                </a:lnTo>
                <a:lnTo>
                  <a:pt x="396043" y="55524"/>
                </a:lnTo>
                <a:lnTo>
                  <a:pt x="396043" y="153148"/>
                </a:lnTo>
                <a:lnTo>
                  <a:pt x="412961" y="153148"/>
                </a:lnTo>
                <a:lnTo>
                  <a:pt x="412961" y="99997"/>
                </a:lnTo>
                <a:cubicBezTo>
                  <a:pt x="412961" y="85679"/>
                  <a:pt x="418382" y="67671"/>
                  <a:pt x="434867" y="67671"/>
                </a:cubicBezTo>
                <a:cubicBezTo>
                  <a:pt x="455687" y="67671"/>
                  <a:pt x="455905" y="83074"/>
                  <a:pt x="455905" y="90018"/>
                </a:cubicBezTo>
                <a:lnTo>
                  <a:pt x="455905" y="153148"/>
                </a:lnTo>
                <a:lnTo>
                  <a:pt x="472823" y="153148"/>
                </a:lnTo>
                <a:close/>
                <a:moveTo>
                  <a:pt x="651541" y="153095"/>
                </a:moveTo>
                <a:lnTo>
                  <a:pt x="651541" y="90455"/>
                </a:lnTo>
                <a:cubicBezTo>
                  <a:pt x="651541" y="68349"/>
                  <a:pt x="635709" y="53168"/>
                  <a:pt x="615753" y="53168"/>
                </a:cubicBezTo>
                <a:cubicBezTo>
                  <a:pt x="601654" y="53168"/>
                  <a:pt x="591894" y="56639"/>
                  <a:pt x="581701" y="62498"/>
                </a:cubicBezTo>
                <a:lnTo>
                  <a:pt x="583002" y="76802"/>
                </a:lnTo>
                <a:cubicBezTo>
                  <a:pt x="594281" y="68783"/>
                  <a:pt x="605126" y="65966"/>
                  <a:pt x="615753" y="65966"/>
                </a:cubicBezTo>
                <a:cubicBezTo>
                  <a:pt x="625949" y="65966"/>
                  <a:pt x="634623" y="74634"/>
                  <a:pt x="634623" y="90673"/>
                </a:cubicBezTo>
                <a:lnTo>
                  <a:pt x="634623" y="99994"/>
                </a:lnTo>
                <a:cubicBezTo>
                  <a:pt x="602091" y="100427"/>
                  <a:pt x="574543" y="109536"/>
                  <a:pt x="574543" y="128600"/>
                </a:cubicBezTo>
                <a:cubicBezTo>
                  <a:pt x="574543" y="137917"/>
                  <a:pt x="580400" y="155478"/>
                  <a:pt x="599271" y="155478"/>
                </a:cubicBezTo>
                <a:cubicBezTo>
                  <a:pt x="602306" y="155478"/>
                  <a:pt x="622693" y="155044"/>
                  <a:pt x="635275" y="145284"/>
                </a:cubicBezTo>
                <a:lnTo>
                  <a:pt x="635275" y="153095"/>
                </a:lnTo>
                <a:lnTo>
                  <a:pt x="651541" y="153095"/>
                </a:lnTo>
                <a:moveTo>
                  <a:pt x="634623" y="124486"/>
                </a:moveTo>
                <a:cubicBezTo>
                  <a:pt x="634623" y="128600"/>
                  <a:pt x="634623" y="134018"/>
                  <a:pt x="627250" y="138132"/>
                </a:cubicBezTo>
                <a:cubicBezTo>
                  <a:pt x="620958" y="142031"/>
                  <a:pt x="612718" y="142249"/>
                  <a:pt x="610332" y="142249"/>
                </a:cubicBezTo>
                <a:cubicBezTo>
                  <a:pt x="599920" y="142249"/>
                  <a:pt x="590160" y="137264"/>
                  <a:pt x="590160" y="128169"/>
                </a:cubicBezTo>
                <a:cubicBezTo>
                  <a:pt x="590160" y="113004"/>
                  <a:pt x="625297" y="111488"/>
                  <a:pt x="634623" y="111055"/>
                </a:cubicBezTo>
                <a:lnTo>
                  <a:pt x="634623" y="124486"/>
                </a:lnTo>
                <a:close/>
                <a:moveTo>
                  <a:pt x="761505" y="153148"/>
                </a:moveTo>
                <a:lnTo>
                  <a:pt x="761505" y="88499"/>
                </a:lnTo>
                <a:cubicBezTo>
                  <a:pt x="761505" y="74181"/>
                  <a:pt x="758252" y="54438"/>
                  <a:pt x="731790" y="54438"/>
                </a:cubicBezTo>
                <a:cubicBezTo>
                  <a:pt x="712270" y="54438"/>
                  <a:pt x="701643" y="69190"/>
                  <a:pt x="700343" y="70924"/>
                </a:cubicBezTo>
                <a:lnTo>
                  <a:pt x="700343" y="55524"/>
                </a:lnTo>
                <a:lnTo>
                  <a:pt x="684725" y="55524"/>
                </a:lnTo>
                <a:lnTo>
                  <a:pt x="684725" y="153148"/>
                </a:lnTo>
                <a:lnTo>
                  <a:pt x="701643" y="153148"/>
                </a:lnTo>
                <a:lnTo>
                  <a:pt x="701643" y="99997"/>
                </a:lnTo>
                <a:cubicBezTo>
                  <a:pt x="701643" y="85679"/>
                  <a:pt x="707064" y="67671"/>
                  <a:pt x="723549" y="67671"/>
                </a:cubicBezTo>
                <a:cubicBezTo>
                  <a:pt x="744369" y="67671"/>
                  <a:pt x="744587" y="83074"/>
                  <a:pt x="744587" y="90018"/>
                </a:cubicBezTo>
                <a:lnTo>
                  <a:pt x="744587" y="153148"/>
                </a:lnTo>
                <a:lnTo>
                  <a:pt x="761505" y="153148"/>
                </a:lnTo>
                <a:close/>
                <a:moveTo>
                  <a:pt x="885349" y="153148"/>
                </a:moveTo>
                <a:lnTo>
                  <a:pt x="885349" y="56769"/>
                </a:lnTo>
                <a:lnTo>
                  <a:pt x="869083" y="56769"/>
                </a:lnTo>
                <a:lnTo>
                  <a:pt x="869083" y="153148"/>
                </a:lnTo>
                <a:lnTo>
                  <a:pt x="885349" y="153148"/>
                </a:lnTo>
                <a:moveTo>
                  <a:pt x="887083" y="30320"/>
                </a:moveTo>
                <a:lnTo>
                  <a:pt x="887083" y="11015"/>
                </a:lnTo>
                <a:lnTo>
                  <a:pt x="867782" y="11015"/>
                </a:lnTo>
                <a:lnTo>
                  <a:pt x="867782" y="30320"/>
                </a:lnTo>
                <a:lnTo>
                  <a:pt x="887083" y="30320"/>
                </a:lnTo>
                <a:close/>
                <a:moveTo>
                  <a:pt x="997700" y="153148"/>
                </a:moveTo>
                <a:lnTo>
                  <a:pt x="997700" y="88499"/>
                </a:lnTo>
                <a:cubicBezTo>
                  <a:pt x="997700" y="74181"/>
                  <a:pt x="994447" y="54438"/>
                  <a:pt x="967984" y="54438"/>
                </a:cubicBezTo>
                <a:cubicBezTo>
                  <a:pt x="948465" y="54438"/>
                  <a:pt x="937838" y="69190"/>
                  <a:pt x="936537" y="70924"/>
                </a:cubicBezTo>
                <a:lnTo>
                  <a:pt x="936537" y="55524"/>
                </a:lnTo>
                <a:lnTo>
                  <a:pt x="920920" y="55524"/>
                </a:lnTo>
                <a:lnTo>
                  <a:pt x="920920" y="153148"/>
                </a:lnTo>
                <a:lnTo>
                  <a:pt x="937838" y="153148"/>
                </a:lnTo>
                <a:lnTo>
                  <a:pt x="937838" y="99997"/>
                </a:lnTo>
                <a:cubicBezTo>
                  <a:pt x="937838" y="85679"/>
                  <a:pt x="943259" y="67671"/>
                  <a:pt x="959743" y="67671"/>
                </a:cubicBezTo>
                <a:cubicBezTo>
                  <a:pt x="980563" y="67671"/>
                  <a:pt x="980782" y="83074"/>
                  <a:pt x="980782" y="90018"/>
                </a:cubicBezTo>
                <a:lnTo>
                  <a:pt x="980782" y="153148"/>
                </a:lnTo>
                <a:lnTo>
                  <a:pt x="997700" y="153148"/>
                </a:lnTo>
                <a:close/>
                <a:moveTo>
                  <a:pt x="1087490" y="147237"/>
                </a:moveTo>
                <a:lnTo>
                  <a:pt x="1084022" y="134438"/>
                </a:lnTo>
                <a:cubicBezTo>
                  <a:pt x="1078383" y="138995"/>
                  <a:pt x="1071442" y="141597"/>
                  <a:pt x="1064502" y="141597"/>
                </a:cubicBezTo>
                <a:cubicBezTo>
                  <a:pt x="1056477" y="141597"/>
                  <a:pt x="1053439" y="135090"/>
                  <a:pt x="1053439" y="123589"/>
                </a:cubicBezTo>
                <a:lnTo>
                  <a:pt x="1053439" y="69352"/>
                </a:lnTo>
                <a:lnTo>
                  <a:pt x="1084022" y="69352"/>
                </a:lnTo>
                <a:lnTo>
                  <a:pt x="1084022" y="56769"/>
                </a:lnTo>
                <a:lnTo>
                  <a:pt x="1053439" y="56769"/>
                </a:lnTo>
                <a:lnTo>
                  <a:pt x="1053439" y="29232"/>
                </a:lnTo>
                <a:lnTo>
                  <a:pt x="1038473" y="29232"/>
                </a:lnTo>
                <a:lnTo>
                  <a:pt x="1038473" y="56769"/>
                </a:lnTo>
                <a:lnTo>
                  <a:pt x="1019606" y="56769"/>
                </a:lnTo>
                <a:lnTo>
                  <a:pt x="1019606" y="69352"/>
                </a:lnTo>
                <a:lnTo>
                  <a:pt x="1037825" y="69352"/>
                </a:lnTo>
                <a:lnTo>
                  <a:pt x="1037825" y="127279"/>
                </a:lnTo>
                <a:cubicBezTo>
                  <a:pt x="1037825" y="140296"/>
                  <a:pt x="1040859" y="155478"/>
                  <a:pt x="1055825" y="155478"/>
                </a:cubicBezTo>
                <a:cubicBezTo>
                  <a:pt x="1071009" y="155478"/>
                  <a:pt x="1082069" y="150057"/>
                  <a:pt x="1087490" y="147237"/>
                </a:cubicBezTo>
                <a:close/>
                <a:moveTo>
                  <a:pt x="1183573" y="105700"/>
                </a:moveTo>
                <a:cubicBezTo>
                  <a:pt x="1183573" y="98325"/>
                  <a:pt x="1183358" y="82042"/>
                  <a:pt x="1174899" y="69008"/>
                </a:cubicBezTo>
                <a:cubicBezTo>
                  <a:pt x="1166006" y="55554"/>
                  <a:pt x="1152775" y="53168"/>
                  <a:pt x="1144968" y="53168"/>
                </a:cubicBezTo>
                <a:cubicBezTo>
                  <a:pt x="1120895" y="53168"/>
                  <a:pt x="1101372" y="76177"/>
                  <a:pt x="1101372" y="104184"/>
                </a:cubicBezTo>
                <a:cubicBezTo>
                  <a:pt x="1101372" y="132733"/>
                  <a:pt x="1122195" y="155478"/>
                  <a:pt x="1148221" y="155478"/>
                </a:cubicBezTo>
                <a:cubicBezTo>
                  <a:pt x="1161886" y="155478"/>
                  <a:pt x="1174247" y="150275"/>
                  <a:pt x="1182706" y="144202"/>
                </a:cubicBezTo>
                <a:lnTo>
                  <a:pt x="1181405" y="130139"/>
                </a:lnTo>
                <a:cubicBezTo>
                  <a:pt x="1167741" y="141382"/>
                  <a:pt x="1153427" y="142249"/>
                  <a:pt x="1148440" y="142249"/>
                </a:cubicBezTo>
                <a:cubicBezTo>
                  <a:pt x="1131088" y="142249"/>
                  <a:pt x="1117205" y="126895"/>
                  <a:pt x="1116556" y="105700"/>
                </a:cubicBezTo>
                <a:lnTo>
                  <a:pt x="1183573" y="105700"/>
                </a:lnTo>
                <a:moveTo>
                  <a:pt x="1171212" y="93771"/>
                </a:moveTo>
                <a:lnTo>
                  <a:pt x="1117638" y="93771"/>
                </a:lnTo>
                <a:cubicBezTo>
                  <a:pt x="1121110" y="77262"/>
                  <a:pt x="1132604" y="66400"/>
                  <a:pt x="1144968" y="66400"/>
                </a:cubicBezTo>
                <a:cubicBezTo>
                  <a:pt x="1156247" y="66400"/>
                  <a:pt x="1168393" y="73787"/>
                  <a:pt x="1171212" y="93771"/>
                </a:cubicBezTo>
                <a:close/>
                <a:moveTo>
                  <a:pt x="1295275" y="68104"/>
                </a:moveTo>
                <a:lnTo>
                  <a:pt x="1292889" y="54438"/>
                </a:lnTo>
                <a:cubicBezTo>
                  <a:pt x="1277705" y="54438"/>
                  <a:pt x="1265126" y="58562"/>
                  <a:pt x="1258619" y="61382"/>
                </a:cubicBezTo>
                <a:cubicBezTo>
                  <a:pt x="1254065" y="57695"/>
                  <a:pt x="1246689" y="54438"/>
                  <a:pt x="1238014" y="54438"/>
                </a:cubicBezTo>
                <a:cubicBezTo>
                  <a:pt x="1219362" y="54438"/>
                  <a:pt x="1203529" y="70057"/>
                  <a:pt x="1203529" y="89796"/>
                </a:cubicBezTo>
                <a:cubicBezTo>
                  <a:pt x="1203529" y="97822"/>
                  <a:pt x="1206349" y="105630"/>
                  <a:pt x="1210685" y="111270"/>
                </a:cubicBezTo>
                <a:cubicBezTo>
                  <a:pt x="1204397" y="120163"/>
                  <a:pt x="1204397" y="128623"/>
                  <a:pt x="1204397" y="129708"/>
                </a:cubicBezTo>
                <a:cubicBezTo>
                  <a:pt x="1204397" y="135345"/>
                  <a:pt x="1206349" y="141637"/>
                  <a:pt x="1210036" y="146191"/>
                </a:cubicBezTo>
                <a:cubicBezTo>
                  <a:pt x="1198757" y="152916"/>
                  <a:pt x="1196156" y="162902"/>
                  <a:pt x="1196156" y="168548"/>
                </a:cubicBezTo>
                <a:cubicBezTo>
                  <a:pt x="1196156" y="184829"/>
                  <a:pt x="1217628" y="197843"/>
                  <a:pt x="1244087" y="197843"/>
                </a:cubicBezTo>
                <a:cubicBezTo>
                  <a:pt x="1270765" y="197843"/>
                  <a:pt x="1292237" y="185047"/>
                  <a:pt x="1292237" y="168330"/>
                </a:cubicBezTo>
                <a:cubicBezTo>
                  <a:pt x="1292237" y="138168"/>
                  <a:pt x="1256015" y="138168"/>
                  <a:pt x="1247559" y="138168"/>
                </a:cubicBezTo>
                <a:lnTo>
                  <a:pt x="1228470" y="138168"/>
                </a:lnTo>
                <a:cubicBezTo>
                  <a:pt x="1225650" y="138168"/>
                  <a:pt x="1215890" y="138168"/>
                  <a:pt x="1215890" y="126703"/>
                </a:cubicBezTo>
                <a:cubicBezTo>
                  <a:pt x="1215890" y="124320"/>
                  <a:pt x="1216757" y="120852"/>
                  <a:pt x="1218277" y="118899"/>
                </a:cubicBezTo>
                <a:cubicBezTo>
                  <a:pt x="1222830" y="122152"/>
                  <a:pt x="1229989" y="125187"/>
                  <a:pt x="1238014" y="125187"/>
                </a:cubicBezTo>
                <a:cubicBezTo>
                  <a:pt x="1257534" y="125187"/>
                  <a:pt x="1272718" y="109138"/>
                  <a:pt x="1272718" y="89833"/>
                </a:cubicBezTo>
                <a:cubicBezTo>
                  <a:pt x="1272718" y="79420"/>
                  <a:pt x="1267945" y="71398"/>
                  <a:pt x="1265559" y="68141"/>
                </a:cubicBezTo>
                <a:lnTo>
                  <a:pt x="1266426" y="68359"/>
                </a:lnTo>
                <a:cubicBezTo>
                  <a:pt x="1271199" y="68359"/>
                  <a:pt x="1277272" y="67492"/>
                  <a:pt x="1282477" y="67492"/>
                </a:cubicBezTo>
                <a:cubicBezTo>
                  <a:pt x="1286383" y="67492"/>
                  <a:pt x="1295275" y="68141"/>
                  <a:pt x="1295275" y="68141"/>
                </a:cubicBezTo>
                <a:lnTo>
                  <a:pt x="1295275" y="68104"/>
                </a:lnTo>
                <a:moveTo>
                  <a:pt x="1257534" y="89833"/>
                </a:moveTo>
                <a:cubicBezTo>
                  <a:pt x="1257534" y="106752"/>
                  <a:pt x="1247341" y="112825"/>
                  <a:pt x="1238014" y="112825"/>
                </a:cubicBezTo>
                <a:cubicBezTo>
                  <a:pt x="1229989" y="112799"/>
                  <a:pt x="1218710" y="107808"/>
                  <a:pt x="1218710" y="89803"/>
                </a:cubicBezTo>
                <a:cubicBezTo>
                  <a:pt x="1218710" y="71795"/>
                  <a:pt x="1229989" y="66804"/>
                  <a:pt x="1238014" y="66804"/>
                </a:cubicBezTo>
                <a:cubicBezTo>
                  <a:pt x="1247341" y="66804"/>
                  <a:pt x="1257534" y="72880"/>
                  <a:pt x="1257534" y="89803"/>
                </a:cubicBezTo>
                <a:lnTo>
                  <a:pt x="1257534" y="89833"/>
                </a:lnTo>
                <a:moveTo>
                  <a:pt x="1277053" y="168773"/>
                </a:moveTo>
                <a:cubicBezTo>
                  <a:pt x="1277053" y="178322"/>
                  <a:pt x="1262088" y="185481"/>
                  <a:pt x="1244306" y="185481"/>
                </a:cubicBezTo>
                <a:cubicBezTo>
                  <a:pt x="1226736" y="185454"/>
                  <a:pt x="1211337" y="178729"/>
                  <a:pt x="1211337" y="168535"/>
                </a:cubicBezTo>
                <a:cubicBezTo>
                  <a:pt x="1211337" y="167883"/>
                  <a:pt x="1211337" y="153783"/>
                  <a:pt x="1228255" y="153783"/>
                </a:cubicBezTo>
                <a:lnTo>
                  <a:pt x="1247774" y="153783"/>
                </a:lnTo>
                <a:cubicBezTo>
                  <a:pt x="1252546" y="153783"/>
                  <a:pt x="1277053" y="153783"/>
                  <a:pt x="1277053" y="168750"/>
                </a:cubicBezTo>
                <a:lnTo>
                  <a:pt x="1277053" y="168773"/>
                </a:lnTo>
                <a:close/>
                <a:moveTo>
                  <a:pt x="1388318" y="105700"/>
                </a:moveTo>
                <a:cubicBezTo>
                  <a:pt x="1388318" y="98325"/>
                  <a:pt x="1388103" y="82042"/>
                  <a:pt x="1379644" y="69008"/>
                </a:cubicBezTo>
                <a:cubicBezTo>
                  <a:pt x="1370752" y="55554"/>
                  <a:pt x="1357520" y="53168"/>
                  <a:pt x="1349713" y="53168"/>
                </a:cubicBezTo>
                <a:cubicBezTo>
                  <a:pt x="1325640" y="53168"/>
                  <a:pt x="1306117" y="76177"/>
                  <a:pt x="1306117" y="104184"/>
                </a:cubicBezTo>
                <a:cubicBezTo>
                  <a:pt x="1306117" y="132733"/>
                  <a:pt x="1326941" y="155478"/>
                  <a:pt x="1352966" y="155478"/>
                </a:cubicBezTo>
                <a:cubicBezTo>
                  <a:pt x="1366631" y="155478"/>
                  <a:pt x="1378992" y="150275"/>
                  <a:pt x="1387451" y="144202"/>
                </a:cubicBezTo>
                <a:lnTo>
                  <a:pt x="1386151" y="130139"/>
                </a:lnTo>
                <a:cubicBezTo>
                  <a:pt x="1372486" y="141382"/>
                  <a:pt x="1358172" y="142249"/>
                  <a:pt x="1353185" y="142249"/>
                </a:cubicBezTo>
                <a:cubicBezTo>
                  <a:pt x="1335833" y="142249"/>
                  <a:pt x="1321950" y="126895"/>
                  <a:pt x="1321301" y="105700"/>
                </a:cubicBezTo>
                <a:lnTo>
                  <a:pt x="1388318" y="105700"/>
                </a:lnTo>
                <a:moveTo>
                  <a:pt x="1375957" y="93771"/>
                </a:moveTo>
                <a:lnTo>
                  <a:pt x="1322383" y="93771"/>
                </a:lnTo>
                <a:cubicBezTo>
                  <a:pt x="1325855" y="77262"/>
                  <a:pt x="1337349" y="66400"/>
                  <a:pt x="1349713" y="66400"/>
                </a:cubicBezTo>
                <a:cubicBezTo>
                  <a:pt x="1360992" y="66400"/>
                  <a:pt x="1373138" y="73787"/>
                  <a:pt x="1375957" y="93771"/>
                </a:cubicBezTo>
                <a:close/>
                <a:moveTo>
                  <a:pt x="1465751" y="68975"/>
                </a:moveTo>
                <a:lnTo>
                  <a:pt x="1465751" y="54438"/>
                </a:lnTo>
                <a:cubicBezTo>
                  <a:pt x="1446447" y="54657"/>
                  <a:pt x="1434519" y="65288"/>
                  <a:pt x="1427794" y="75267"/>
                </a:cubicBezTo>
                <a:lnTo>
                  <a:pt x="1427794" y="55524"/>
                </a:lnTo>
                <a:lnTo>
                  <a:pt x="1412610" y="55524"/>
                </a:lnTo>
                <a:lnTo>
                  <a:pt x="1412610" y="153148"/>
                </a:lnTo>
                <a:lnTo>
                  <a:pt x="1428880" y="153148"/>
                </a:lnTo>
                <a:lnTo>
                  <a:pt x="1428880" y="106722"/>
                </a:lnTo>
                <a:cubicBezTo>
                  <a:pt x="1428880" y="85030"/>
                  <a:pt x="1444494" y="69408"/>
                  <a:pt x="1465751" y="68975"/>
                </a:cubicBezTo>
                <a:close/>
                <a:moveTo>
                  <a:pt x="1575063" y="153148"/>
                </a:moveTo>
                <a:lnTo>
                  <a:pt x="1575063" y="2542"/>
                </a:lnTo>
                <a:lnTo>
                  <a:pt x="1558797" y="2542"/>
                </a:lnTo>
                <a:lnTo>
                  <a:pt x="1558797" y="153148"/>
                </a:lnTo>
                <a:lnTo>
                  <a:pt x="1575063" y="153148"/>
                </a:lnTo>
                <a:close/>
                <a:moveTo>
                  <a:pt x="1626900" y="153148"/>
                </a:moveTo>
                <a:lnTo>
                  <a:pt x="1626900" y="56769"/>
                </a:lnTo>
                <a:lnTo>
                  <a:pt x="1610634" y="56769"/>
                </a:lnTo>
                <a:lnTo>
                  <a:pt x="1610634" y="153148"/>
                </a:lnTo>
                <a:lnTo>
                  <a:pt x="1626900" y="153148"/>
                </a:lnTo>
                <a:moveTo>
                  <a:pt x="1628634" y="30320"/>
                </a:moveTo>
                <a:lnTo>
                  <a:pt x="1628634" y="11015"/>
                </a:lnTo>
                <a:lnTo>
                  <a:pt x="1609333" y="11015"/>
                </a:lnTo>
                <a:lnTo>
                  <a:pt x="1609333" y="30320"/>
                </a:lnTo>
                <a:lnTo>
                  <a:pt x="1628634" y="30320"/>
                </a:lnTo>
                <a:close/>
                <a:moveTo>
                  <a:pt x="1722985" y="125346"/>
                </a:moveTo>
                <a:cubicBezTo>
                  <a:pt x="1722985" y="113424"/>
                  <a:pt x="1714959" y="106057"/>
                  <a:pt x="1714526" y="105408"/>
                </a:cubicBezTo>
                <a:cubicBezTo>
                  <a:pt x="1706066" y="97822"/>
                  <a:pt x="1700209" y="96522"/>
                  <a:pt x="1689363" y="94572"/>
                </a:cubicBezTo>
                <a:cubicBezTo>
                  <a:pt x="1677436" y="92189"/>
                  <a:pt x="1667458" y="90021"/>
                  <a:pt x="1667458" y="79404"/>
                </a:cubicBezTo>
                <a:cubicBezTo>
                  <a:pt x="1667458" y="65966"/>
                  <a:pt x="1683075" y="65966"/>
                  <a:pt x="1685895" y="65966"/>
                </a:cubicBezTo>
                <a:cubicBezTo>
                  <a:pt x="1692835" y="65966"/>
                  <a:pt x="1704329" y="66833"/>
                  <a:pt x="1716693" y="74201"/>
                </a:cubicBezTo>
                <a:lnTo>
                  <a:pt x="1719295" y="60111"/>
                </a:lnTo>
                <a:cubicBezTo>
                  <a:pt x="1708019" y="54905"/>
                  <a:pt x="1699126" y="53168"/>
                  <a:pt x="1688063" y="53168"/>
                </a:cubicBezTo>
                <a:cubicBezTo>
                  <a:pt x="1682642" y="53168"/>
                  <a:pt x="1652059" y="53168"/>
                  <a:pt x="1652059" y="81572"/>
                </a:cubicBezTo>
                <a:cubicBezTo>
                  <a:pt x="1652059" y="92189"/>
                  <a:pt x="1658350" y="99123"/>
                  <a:pt x="1663771" y="103240"/>
                </a:cubicBezTo>
                <a:cubicBezTo>
                  <a:pt x="1670496" y="108010"/>
                  <a:pt x="1675268" y="108874"/>
                  <a:pt x="1687196" y="111260"/>
                </a:cubicBezTo>
                <a:cubicBezTo>
                  <a:pt x="1695003" y="112776"/>
                  <a:pt x="1707582" y="115377"/>
                  <a:pt x="1707582" y="126862"/>
                </a:cubicBezTo>
                <a:cubicBezTo>
                  <a:pt x="1707582" y="141815"/>
                  <a:pt x="1690449" y="141815"/>
                  <a:pt x="1687196" y="141815"/>
                </a:cubicBezTo>
                <a:cubicBezTo>
                  <a:pt x="1669629" y="141815"/>
                  <a:pt x="1657483" y="133796"/>
                  <a:pt x="1653578" y="131194"/>
                </a:cubicBezTo>
                <a:lnTo>
                  <a:pt x="1650977" y="145936"/>
                </a:lnTo>
                <a:cubicBezTo>
                  <a:pt x="1657917" y="149405"/>
                  <a:pt x="1669844" y="155478"/>
                  <a:pt x="1687414" y="155478"/>
                </a:cubicBezTo>
                <a:cubicBezTo>
                  <a:pt x="1691316" y="155478"/>
                  <a:pt x="1703247" y="155478"/>
                  <a:pt x="1712573" y="148537"/>
                </a:cubicBezTo>
                <a:cubicBezTo>
                  <a:pt x="1719295" y="143331"/>
                  <a:pt x="1722985" y="134663"/>
                  <a:pt x="1722985" y="125346"/>
                </a:cubicBezTo>
                <a:close/>
                <a:moveTo>
                  <a:pt x="1799978" y="147237"/>
                </a:moveTo>
                <a:lnTo>
                  <a:pt x="1796509" y="134438"/>
                </a:lnTo>
                <a:cubicBezTo>
                  <a:pt x="1790870" y="138995"/>
                  <a:pt x="1783930" y="141597"/>
                  <a:pt x="1776990" y="141597"/>
                </a:cubicBezTo>
                <a:cubicBezTo>
                  <a:pt x="1768964" y="141597"/>
                  <a:pt x="1765926" y="135090"/>
                  <a:pt x="1765926" y="123589"/>
                </a:cubicBezTo>
                <a:lnTo>
                  <a:pt x="1765926" y="69352"/>
                </a:lnTo>
                <a:lnTo>
                  <a:pt x="1796509" y="69352"/>
                </a:lnTo>
                <a:lnTo>
                  <a:pt x="1796509" y="56769"/>
                </a:lnTo>
                <a:lnTo>
                  <a:pt x="1765926" y="56769"/>
                </a:lnTo>
                <a:lnTo>
                  <a:pt x="1765926" y="29232"/>
                </a:lnTo>
                <a:lnTo>
                  <a:pt x="1750961" y="29232"/>
                </a:lnTo>
                <a:lnTo>
                  <a:pt x="1750961" y="56769"/>
                </a:lnTo>
                <a:lnTo>
                  <a:pt x="1732093" y="56769"/>
                </a:lnTo>
                <a:lnTo>
                  <a:pt x="1732093" y="69352"/>
                </a:lnTo>
                <a:lnTo>
                  <a:pt x="1750312" y="69352"/>
                </a:lnTo>
                <a:lnTo>
                  <a:pt x="1750312" y="127279"/>
                </a:lnTo>
                <a:cubicBezTo>
                  <a:pt x="1750312" y="140296"/>
                  <a:pt x="1753347" y="155478"/>
                  <a:pt x="1768312" y="155478"/>
                </a:cubicBezTo>
                <a:cubicBezTo>
                  <a:pt x="1783496" y="155478"/>
                  <a:pt x="1794557" y="150057"/>
                  <a:pt x="1799978" y="147237"/>
                </a:cubicBezTo>
                <a:close/>
                <a:moveTo>
                  <a:pt x="1845310" y="152933"/>
                </a:moveTo>
                <a:lnTo>
                  <a:pt x="1845310" y="135146"/>
                </a:lnTo>
                <a:lnTo>
                  <a:pt x="1827309" y="135146"/>
                </a:lnTo>
                <a:lnTo>
                  <a:pt x="1827309" y="153148"/>
                </a:lnTo>
                <a:lnTo>
                  <a:pt x="1832730" y="153148"/>
                </a:lnTo>
                <a:lnTo>
                  <a:pt x="1827309" y="180261"/>
                </a:lnTo>
                <a:lnTo>
                  <a:pt x="1836198" y="180261"/>
                </a:lnTo>
                <a:lnTo>
                  <a:pt x="1845310" y="152933"/>
                </a:lnTo>
                <a:close/>
                <a:moveTo>
                  <a:pt x="2010796" y="147237"/>
                </a:moveTo>
                <a:lnTo>
                  <a:pt x="2007328" y="134438"/>
                </a:lnTo>
                <a:cubicBezTo>
                  <a:pt x="2001688" y="138995"/>
                  <a:pt x="1994748" y="141597"/>
                  <a:pt x="1987808" y="141597"/>
                </a:cubicBezTo>
                <a:cubicBezTo>
                  <a:pt x="1979783" y="141597"/>
                  <a:pt x="1976745" y="135090"/>
                  <a:pt x="1976745" y="123589"/>
                </a:cubicBezTo>
                <a:lnTo>
                  <a:pt x="1976745" y="69352"/>
                </a:lnTo>
                <a:lnTo>
                  <a:pt x="2007328" y="69352"/>
                </a:lnTo>
                <a:lnTo>
                  <a:pt x="2007328" y="56769"/>
                </a:lnTo>
                <a:lnTo>
                  <a:pt x="1976745" y="56769"/>
                </a:lnTo>
                <a:lnTo>
                  <a:pt x="1976745" y="29232"/>
                </a:lnTo>
                <a:lnTo>
                  <a:pt x="1961779" y="29232"/>
                </a:lnTo>
                <a:lnTo>
                  <a:pt x="1961779" y="56769"/>
                </a:lnTo>
                <a:lnTo>
                  <a:pt x="1942912" y="56769"/>
                </a:lnTo>
                <a:lnTo>
                  <a:pt x="1942912" y="69352"/>
                </a:lnTo>
                <a:lnTo>
                  <a:pt x="1961130" y="69352"/>
                </a:lnTo>
                <a:lnTo>
                  <a:pt x="1961130" y="127279"/>
                </a:lnTo>
                <a:cubicBezTo>
                  <a:pt x="1961130" y="140296"/>
                  <a:pt x="1964165" y="155478"/>
                  <a:pt x="1979131" y="155478"/>
                </a:cubicBezTo>
                <a:cubicBezTo>
                  <a:pt x="1994315" y="155478"/>
                  <a:pt x="2005375" y="150057"/>
                  <a:pt x="2010796" y="147237"/>
                </a:cubicBezTo>
                <a:close/>
                <a:moveTo>
                  <a:pt x="2111436" y="153148"/>
                </a:moveTo>
                <a:lnTo>
                  <a:pt x="2111436" y="88499"/>
                </a:lnTo>
                <a:cubicBezTo>
                  <a:pt x="2111436" y="74181"/>
                  <a:pt x="2108183" y="54438"/>
                  <a:pt x="2081720" y="54438"/>
                </a:cubicBezTo>
                <a:cubicBezTo>
                  <a:pt x="2068273" y="54438"/>
                  <a:pt x="2057862" y="61164"/>
                  <a:pt x="2050922" y="70057"/>
                </a:cubicBezTo>
                <a:lnTo>
                  <a:pt x="2050922" y="2542"/>
                </a:lnTo>
                <a:lnTo>
                  <a:pt x="2034656" y="2542"/>
                </a:lnTo>
                <a:lnTo>
                  <a:pt x="2034656" y="153148"/>
                </a:lnTo>
                <a:lnTo>
                  <a:pt x="2051574" y="153148"/>
                </a:lnTo>
                <a:lnTo>
                  <a:pt x="2051574" y="99997"/>
                </a:lnTo>
                <a:cubicBezTo>
                  <a:pt x="2051574" y="85679"/>
                  <a:pt x="2056995" y="67671"/>
                  <a:pt x="2073479" y="67671"/>
                </a:cubicBezTo>
                <a:cubicBezTo>
                  <a:pt x="2094299" y="67671"/>
                  <a:pt x="2094518" y="83074"/>
                  <a:pt x="2094518" y="90018"/>
                </a:cubicBezTo>
                <a:lnTo>
                  <a:pt x="2094518" y="153148"/>
                </a:lnTo>
                <a:lnTo>
                  <a:pt x="2111436" y="153148"/>
                </a:lnTo>
                <a:close/>
                <a:moveTo>
                  <a:pt x="2219012" y="105700"/>
                </a:moveTo>
                <a:cubicBezTo>
                  <a:pt x="2219012" y="98325"/>
                  <a:pt x="2218796" y="82042"/>
                  <a:pt x="2210337" y="69008"/>
                </a:cubicBezTo>
                <a:cubicBezTo>
                  <a:pt x="2201445" y="55554"/>
                  <a:pt x="2188213" y="53168"/>
                  <a:pt x="2180406" y="53168"/>
                </a:cubicBezTo>
                <a:cubicBezTo>
                  <a:pt x="2156333" y="53168"/>
                  <a:pt x="2136810" y="76177"/>
                  <a:pt x="2136810" y="104184"/>
                </a:cubicBezTo>
                <a:cubicBezTo>
                  <a:pt x="2136810" y="132733"/>
                  <a:pt x="2157634" y="155478"/>
                  <a:pt x="2183660" y="155478"/>
                </a:cubicBezTo>
                <a:cubicBezTo>
                  <a:pt x="2197324" y="155478"/>
                  <a:pt x="2209685" y="150275"/>
                  <a:pt x="2218144" y="144202"/>
                </a:cubicBezTo>
                <a:lnTo>
                  <a:pt x="2216844" y="130139"/>
                </a:lnTo>
                <a:cubicBezTo>
                  <a:pt x="2203179" y="141382"/>
                  <a:pt x="2188865" y="142249"/>
                  <a:pt x="2183878" y="142249"/>
                </a:cubicBezTo>
                <a:cubicBezTo>
                  <a:pt x="2166526" y="142249"/>
                  <a:pt x="2152643" y="126895"/>
                  <a:pt x="2151994" y="105700"/>
                </a:cubicBezTo>
                <a:lnTo>
                  <a:pt x="2219012" y="105700"/>
                </a:lnTo>
                <a:moveTo>
                  <a:pt x="2206651" y="93771"/>
                </a:moveTo>
                <a:lnTo>
                  <a:pt x="2153076" y="93771"/>
                </a:lnTo>
                <a:cubicBezTo>
                  <a:pt x="2156548" y="77262"/>
                  <a:pt x="2168042" y="66400"/>
                  <a:pt x="2180406" y="66400"/>
                </a:cubicBezTo>
                <a:cubicBezTo>
                  <a:pt x="2191685" y="66400"/>
                  <a:pt x="2203831" y="73787"/>
                  <a:pt x="2206651" y="93771"/>
                </a:cubicBezTo>
                <a:close/>
                <a:moveTo>
                  <a:pt x="2369751" y="147237"/>
                </a:moveTo>
                <a:lnTo>
                  <a:pt x="2366282" y="134438"/>
                </a:lnTo>
                <a:cubicBezTo>
                  <a:pt x="2360643" y="138995"/>
                  <a:pt x="2353703" y="141597"/>
                  <a:pt x="2346763" y="141597"/>
                </a:cubicBezTo>
                <a:cubicBezTo>
                  <a:pt x="2338738" y="141597"/>
                  <a:pt x="2335699" y="135090"/>
                  <a:pt x="2335699" y="123589"/>
                </a:cubicBezTo>
                <a:lnTo>
                  <a:pt x="2335699" y="69352"/>
                </a:lnTo>
                <a:lnTo>
                  <a:pt x="2366282" y="69352"/>
                </a:lnTo>
                <a:lnTo>
                  <a:pt x="2366282" y="56769"/>
                </a:lnTo>
                <a:lnTo>
                  <a:pt x="2335699" y="56769"/>
                </a:lnTo>
                <a:lnTo>
                  <a:pt x="2335699" y="29232"/>
                </a:lnTo>
                <a:lnTo>
                  <a:pt x="2320734" y="29232"/>
                </a:lnTo>
                <a:lnTo>
                  <a:pt x="2320734" y="56769"/>
                </a:lnTo>
                <a:lnTo>
                  <a:pt x="2301866" y="56769"/>
                </a:lnTo>
                <a:lnTo>
                  <a:pt x="2301866" y="69352"/>
                </a:lnTo>
                <a:lnTo>
                  <a:pt x="2320085" y="69352"/>
                </a:lnTo>
                <a:lnTo>
                  <a:pt x="2320085" y="127279"/>
                </a:lnTo>
                <a:cubicBezTo>
                  <a:pt x="2320085" y="140296"/>
                  <a:pt x="2323120" y="155478"/>
                  <a:pt x="2338086" y="155478"/>
                </a:cubicBezTo>
                <a:cubicBezTo>
                  <a:pt x="2353270" y="155478"/>
                  <a:pt x="2364330" y="150057"/>
                  <a:pt x="2369751" y="147237"/>
                </a:cubicBezTo>
                <a:close/>
                <a:moveTo>
                  <a:pt x="2464752" y="153095"/>
                </a:moveTo>
                <a:lnTo>
                  <a:pt x="2464752" y="90455"/>
                </a:lnTo>
                <a:cubicBezTo>
                  <a:pt x="2464752" y="68349"/>
                  <a:pt x="2448919" y="53168"/>
                  <a:pt x="2428963" y="53168"/>
                </a:cubicBezTo>
                <a:cubicBezTo>
                  <a:pt x="2414864" y="53168"/>
                  <a:pt x="2405104" y="56639"/>
                  <a:pt x="2394911" y="62498"/>
                </a:cubicBezTo>
                <a:lnTo>
                  <a:pt x="2396212" y="76802"/>
                </a:lnTo>
                <a:cubicBezTo>
                  <a:pt x="2407491" y="68783"/>
                  <a:pt x="2418336" y="65966"/>
                  <a:pt x="2428963" y="65966"/>
                </a:cubicBezTo>
                <a:cubicBezTo>
                  <a:pt x="2439159" y="65966"/>
                  <a:pt x="2447833" y="74634"/>
                  <a:pt x="2447833" y="90673"/>
                </a:cubicBezTo>
                <a:lnTo>
                  <a:pt x="2447833" y="99994"/>
                </a:lnTo>
                <a:cubicBezTo>
                  <a:pt x="2415301" y="100427"/>
                  <a:pt x="2387753" y="109536"/>
                  <a:pt x="2387753" y="128600"/>
                </a:cubicBezTo>
                <a:cubicBezTo>
                  <a:pt x="2387753" y="137917"/>
                  <a:pt x="2393611" y="155478"/>
                  <a:pt x="2412481" y="155478"/>
                </a:cubicBezTo>
                <a:cubicBezTo>
                  <a:pt x="2415516" y="155478"/>
                  <a:pt x="2435903" y="155044"/>
                  <a:pt x="2448485" y="145284"/>
                </a:cubicBezTo>
                <a:lnTo>
                  <a:pt x="2448485" y="153095"/>
                </a:lnTo>
                <a:lnTo>
                  <a:pt x="2464752" y="153095"/>
                </a:lnTo>
                <a:moveTo>
                  <a:pt x="2447833" y="124486"/>
                </a:moveTo>
                <a:cubicBezTo>
                  <a:pt x="2447833" y="128600"/>
                  <a:pt x="2447833" y="134018"/>
                  <a:pt x="2440460" y="138132"/>
                </a:cubicBezTo>
                <a:cubicBezTo>
                  <a:pt x="2434168" y="142031"/>
                  <a:pt x="2425928" y="142249"/>
                  <a:pt x="2423542" y="142249"/>
                </a:cubicBezTo>
                <a:cubicBezTo>
                  <a:pt x="2413130" y="142249"/>
                  <a:pt x="2403370" y="137264"/>
                  <a:pt x="2403370" y="128169"/>
                </a:cubicBezTo>
                <a:cubicBezTo>
                  <a:pt x="2403370" y="113004"/>
                  <a:pt x="2438507" y="111488"/>
                  <a:pt x="2447833" y="111055"/>
                </a:cubicBezTo>
                <a:lnTo>
                  <a:pt x="2447833" y="124486"/>
                </a:lnTo>
                <a:close/>
                <a:moveTo>
                  <a:pt x="2558449" y="125346"/>
                </a:moveTo>
                <a:cubicBezTo>
                  <a:pt x="2558449" y="113424"/>
                  <a:pt x="2550424" y="106057"/>
                  <a:pt x="2549990" y="105408"/>
                </a:cubicBezTo>
                <a:cubicBezTo>
                  <a:pt x="2541531" y="97822"/>
                  <a:pt x="2535673" y="96522"/>
                  <a:pt x="2524828" y="94572"/>
                </a:cubicBezTo>
                <a:cubicBezTo>
                  <a:pt x="2512901" y="92189"/>
                  <a:pt x="2502923" y="90021"/>
                  <a:pt x="2502923" y="79404"/>
                </a:cubicBezTo>
                <a:cubicBezTo>
                  <a:pt x="2502923" y="65966"/>
                  <a:pt x="2518540" y="65966"/>
                  <a:pt x="2521360" y="65966"/>
                </a:cubicBezTo>
                <a:cubicBezTo>
                  <a:pt x="2528300" y="65966"/>
                  <a:pt x="2539794" y="66833"/>
                  <a:pt x="2552158" y="74201"/>
                </a:cubicBezTo>
                <a:lnTo>
                  <a:pt x="2554759" y="60111"/>
                </a:lnTo>
                <a:cubicBezTo>
                  <a:pt x="2543484" y="54905"/>
                  <a:pt x="2534591" y="53168"/>
                  <a:pt x="2523528" y="53168"/>
                </a:cubicBezTo>
                <a:cubicBezTo>
                  <a:pt x="2518107" y="53168"/>
                  <a:pt x="2487524" y="53168"/>
                  <a:pt x="2487524" y="81572"/>
                </a:cubicBezTo>
                <a:cubicBezTo>
                  <a:pt x="2487524" y="92189"/>
                  <a:pt x="2493815" y="99123"/>
                  <a:pt x="2499236" y="103240"/>
                </a:cubicBezTo>
                <a:cubicBezTo>
                  <a:pt x="2505961" y="108010"/>
                  <a:pt x="2510733" y="108874"/>
                  <a:pt x="2522660" y="111260"/>
                </a:cubicBezTo>
                <a:cubicBezTo>
                  <a:pt x="2530468" y="112776"/>
                  <a:pt x="2543047" y="115377"/>
                  <a:pt x="2543047" y="126862"/>
                </a:cubicBezTo>
                <a:cubicBezTo>
                  <a:pt x="2543047" y="141815"/>
                  <a:pt x="2525914" y="141815"/>
                  <a:pt x="2522660" y="141815"/>
                </a:cubicBezTo>
                <a:cubicBezTo>
                  <a:pt x="2505094" y="141815"/>
                  <a:pt x="2492948" y="133796"/>
                  <a:pt x="2489043" y="131194"/>
                </a:cubicBezTo>
                <a:lnTo>
                  <a:pt x="2486441" y="145936"/>
                </a:lnTo>
                <a:cubicBezTo>
                  <a:pt x="2493381" y="149405"/>
                  <a:pt x="2505309" y="155478"/>
                  <a:pt x="2522879" y="155478"/>
                </a:cubicBezTo>
                <a:cubicBezTo>
                  <a:pt x="2526781" y="155478"/>
                  <a:pt x="2538711" y="155478"/>
                  <a:pt x="2548038" y="148537"/>
                </a:cubicBezTo>
                <a:cubicBezTo>
                  <a:pt x="2554759" y="143331"/>
                  <a:pt x="2558449" y="134663"/>
                  <a:pt x="2558449" y="125346"/>
                </a:cubicBezTo>
                <a:close/>
                <a:moveTo>
                  <a:pt x="2665592" y="153148"/>
                </a:moveTo>
                <a:lnTo>
                  <a:pt x="2624382" y="94122"/>
                </a:lnTo>
                <a:lnTo>
                  <a:pt x="2660820" y="56798"/>
                </a:lnTo>
                <a:lnTo>
                  <a:pt x="2641300" y="56798"/>
                </a:lnTo>
                <a:lnTo>
                  <a:pt x="2597271" y="101936"/>
                </a:lnTo>
                <a:lnTo>
                  <a:pt x="2597271" y="2542"/>
                </a:lnTo>
                <a:lnTo>
                  <a:pt x="2581656" y="2542"/>
                </a:lnTo>
                <a:lnTo>
                  <a:pt x="2581656" y="153148"/>
                </a:lnTo>
                <a:lnTo>
                  <a:pt x="2596622" y="153148"/>
                </a:lnTo>
                <a:lnTo>
                  <a:pt x="2596622" y="122549"/>
                </a:lnTo>
                <a:lnTo>
                  <a:pt x="2613970" y="104538"/>
                </a:lnTo>
                <a:lnTo>
                  <a:pt x="2647807" y="153148"/>
                </a:lnTo>
                <a:lnTo>
                  <a:pt x="2665592" y="153148"/>
                </a:lnTo>
                <a:close/>
                <a:moveTo>
                  <a:pt x="2775555" y="153148"/>
                </a:moveTo>
                <a:lnTo>
                  <a:pt x="2775555" y="56769"/>
                </a:lnTo>
                <a:lnTo>
                  <a:pt x="2759289" y="56769"/>
                </a:lnTo>
                <a:lnTo>
                  <a:pt x="2759289" y="153148"/>
                </a:lnTo>
                <a:lnTo>
                  <a:pt x="2775555" y="153148"/>
                </a:lnTo>
                <a:moveTo>
                  <a:pt x="2777289" y="30320"/>
                </a:moveTo>
                <a:lnTo>
                  <a:pt x="2777289" y="11015"/>
                </a:lnTo>
                <a:lnTo>
                  <a:pt x="2757988" y="11015"/>
                </a:lnTo>
                <a:lnTo>
                  <a:pt x="2757988" y="30320"/>
                </a:lnTo>
                <a:lnTo>
                  <a:pt x="2777289" y="30320"/>
                </a:lnTo>
                <a:close/>
                <a:moveTo>
                  <a:pt x="2871640" y="125346"/>
                </a:moveTo>
                <a:cubicBezTo>
                  <a:pt x="2871640" y="113424"/>
                  <a:pt x="2863615" y="106057"/>
                  <a:pt x="2863181" y="105408"/>
                </a:cubicBezTo>
                <a:cubicBezTo>
                  <a:pt x="2854722" y="97822"/>
                  <a:pt x="2848864" y="96522"/>
                  <a:pt x="2838019" y="94572"/>
                </a:cubicBezTo>
                <a:cubicBezTo>
                  <a:pt x="2826092" y="92189"/>
                  <a:pt x="2816113" y="90021"/>
                  <a:pt x="2816113" y="79404"/>
                </a:cubicBezTo>
                <a:cubicBezTo>
                  <a:pt x="2816113" y="65966"/>
                  <a:pt x="2831731" y="65966"/>
                  <a:pt x="2834551" y="65966"/>
                </a:cubicBezTo>
                <a:cubicBezTo>
                  <a:pt x="2841491" y="65966"/>
                  <a:pt x="2852985" y="66833"/>
                  <a:pt x="2865349" y="74201"/>
                </a:cubicBezTo>
                <a:lnTo>
                  <a:pt x="2867950" y="60111"/>
                </a:lnTo>
                <a:cubicBezTo>
                  <a:pt x="2856675" y="54905"/>
                  <a:pt x="2847782" y="53168"/>
                  <a:pt x="2836718" y="53168"/>
                </a:cubicBezTo>
                <a:cubicBezTo>
                  <a:pt x="2831297" y="53168"/>
                  <a:pt x="2800714" y="53168"/>
                  <a:pt x="2800714" y="81572"/>
                </a:cubicBezTo>
                <a:cubicBezTo>
                  <a:pt x="2800714" y="92189"/>
                  <a:pt x="2807006" y="99123"/>
                  <a:pt x="2812427" y="103240"/>
                </a:cubicBezTo>
                <a:cubicBezTo>
                  <a:pt x="2819152" y="108010"/>
                  <a:pt x="2823924" y="108874"/>
                  <a:pt x="2835851" y="111260"/>
                </a:cubicBezTo>
                <a:cubicBezTo>
                  <a:pt x="2843658" y="112776"/>
                  <a:pt x="2856238" y="115377"/>
                  <a:pt x="2856238" y="126862"/>
                </a:cubicBezTo>
                <a:cubicBezTo>
                  <a:pt x="2856238" y="141815"/>
                  <a:pt x="2839105" y="141815"/>
                  <a:pt x="2835851" y="141815"/>
                </a:cubicBezTo>
                <a:cubicBezTo>
                  <a:pt x="2818284" y="141815"/>
                  <a:pt x="2806139" y="133796"/>
                  <a:pt x="2802233" y="131194"/>
                </a:cubicBezTo>
                <a:lnTo>
                  <a:pt x="2799632" y="145936"/>
                </a:lnTo>
                <a:cubicBezTo>
                  <a:pt x="2806572" y="149405"/>
                  <a:pt x="2818500" y="155478"/>
                  <a:pt x="2836070" y="155478"/>
                </a:cubicBezTo>
                <a:cubicBezTo>
                  <a:pt x="2839972" y="155478"/>
                  <a:pt x="2851902" y="155478"/>
                  <a:pt x="2861228" y="148537"/>
                </a:cubicBezTo>
                <a:cubicBezTo>
                  <a:pt x="2867950" y="143331"/>
                  <a:pt x="2871640" y="134663"/>
                  <a:pt x="2871640" y="125346"/>
                </a:cubicBezTo>
                <a:close/>
                <a:moveTo>
                  <a:pt x="3020858" y="147237"/>
                </a:moveTo>
                <a:lnTo>
                  <a:pt x="3017390" y="134438"/>
                </a:lnTo>
                <a:cubicBezTo>
                  <a:pt x="3011750" y="138995"/>
                  <a:pt x="3004810" y="141597"/>
                  <a:pt x="2997870" y="141597"/>
                </a:cubicBezTo>
                <a:cubicBezTo>
                  <a:pt x="2989845" y="141597"/>
                  <a:pt x="2986807" y="135090"/>
                  <a:pt x="2986807" y="123589"/>
                </a:cubicBezTo>
                <a:lnTo>
                  <a:pt x="2986807" y="69352"/>
                </a:lnTo>
                <a:lnTo>
                  <a:pt x="3017390" y="69352"/>
                </a:lnTo>
                <a:lnTo>
                  <a:pt x="3017390" y="56769"/>
                </a:lnTo>
                <a:lnTo>
                  <a:pt x="2986807" y="56769"/>
                </a:lnTo>
                <a:lnTo>
                  <a:pt x="2986807" y="29232"/>
                </a:lnTo>
                <a:lnTo>
                  <a:pt x="2971841" y="29232"/>
                </a:lnTo>
                <a:lnTo>
                  <a:pt x="2971841" y="56769"/>
                </a:lnTo>
                <a:lnTo>
                  <a:pt x="2952974" y="56769"/>
                </a:lnTo>
                <a:lnTo>
                  <a:pt x="2952974" y="69352"/>
                </a:lnTo>
                <a:lnTo>
                  <a:pt x="2971192" y="69352"/>
                </a:lnTo>
                <a:lnTo>
                  <a:pt x="2971192" y="127279"/>
                </a:lnTo>
                <a:cubicBezTo>
                  <a:pt x="2971192" y="140296"/>
                  <a:pt x="2974227" y="155478"/>
                  <a:pt x="2989193" y="155478"/>
                </a:cubicBezTo>
                <a:cubicBezTo>
                  <a:pt x="3004377" y="155478"/>
                  <a:pt x="3015437" y="150057"/>
                  <a:pt x="3020858" y="147237"/>
                </a:cubicBezTo>
                <a:close/>
                <a:moveTo>
                  <a:pt x="3128871" y="105408"/>
                </a:moveTo>
                <a:cubicBezTo>
                  <a:pt x="3128871" y="76369"/>
                  <a:pt x="3107181" y="53168"/>
                  <a:pt x="3081373" y="53168"/>
                </a:cubicBezTo>
                <a:cubicBezTo>
                  <a:pt x="3054696" y="53168"/>
                  <a:pt x="3033657" y="77017"/>
                  <a:pt x="3033657" y="105408"/>
                </a:cubicBezTo>
                <a:cubicBezTo>
                  <a:pt x="3033657" y="134014"/>
                  <a:pt x="3055778" y="155478"/>
                  <a:pt x="3081155" y="155478"/>
                </a:cubicBezTo>
                <a:cubicBezTo>
                  <a:pt x="3107181" y="155478"/>
                  <a:pt x="3128871" y="133581"/>
                  <a:pt x="3128871" y="105408"/>
                </a:cubicBezTo>
                <a:moveTo>
                  <a:pt x="3111953" y="103240"/>
                </a:moveTo>
                <a:cubicBezTo>
                  <a:pt x="3111953" y="128811"/>
                  <a:pt x="3097206" y="141597"/>
                  <a:pt x="3081155" y="141597"/>
                </a:cubicBezTo>
                <a:cubicBezTo>
                  <a:pt x="3066190" y="141597"/>
                  <a:pt x="3050572" y="129463"/>
                  <a:pt x="3050572" y="103240"/>
                </a:cubicBezTo>
                <a:cubicBezTo>
                  <a:pt x="3050572" y="77017"/>
                  <a:pt x="3067057" y="66400"/>
                  <a:pt x="3081155" y="66400"/>
                </a:cubicBezTo>
                <a:cubicBezTo>
                  <a:pt x="3096339" y="66400"/>
                  <a:pt x="3111953" y="77669"/>
                  <a:pt x="3111953" y="103240"/>
                </a:cubicBezTo>
                <a:close/>
                <a:moveTo>
                  <a:pt x="3283082" y="17128"/>
                </a:moveTo>
                <a:lnTo>
                  <a:pt x="3283082" y="2598"/>
                </a:lnTo>
                <a:cubicBezTo>
                  <a:pt x="3280478" y="1949"/>
                  <a:pt x="3273753" y="212"/>
                  <a:pt x="3265731" y="212"/>
                </a:cubicBezTo>
                <a:cubicBezTo>
                  <a:pt x="3245341" y="212"/>
                  <a:pt x="3229727" y="15612"/>
                  <a:pt x="3229727" y="37274"/>
                </a:cubicBezTo>
                <a:lnTo>
                  <a:pt x="3229727" y="56769"/>
                </a:lnTo>
                <a:lnTo>
                  <a:pt x="3213676" y="56769"/>
                </a:lnTo>
                <a:lnTo>
                  <a:pt x="3213676" y="69352"/>
                </a:lnTo>
                <a:lnTo>
                  <a:pt x="3229727" y="69352"/>
                </a:lnTo>
                <a:lnTo>
                  <a:pt x="3229727" y="153148"/>
                </a:lnTo>
                <a:lnTo>
                  <a:pt x="3245993" y="153148"/>
                </a:lnTo>
                <a:lnTo>
                  <a:pt x="3245993" y="69352"/>
                </a:lnTo>
                <a:lnTo>
                  <a:pt x="3269851" y="69352"/>
                </a:lnTo>
                <a:lnTo>
                  <a:pt x="3269851" y="56769"/>
                </a:lnTo>
                <a:lnTo>
                  <a:pt x="3245341" y="56769"/>
                </a:lnTo>
                <a:lnTo>
                  <a:pt x="3245341" y="30992"/>
                </a:lnTo>
                <a:cubicBezTo>
                  <a:pt x="3245341" y="14960"/>
                  <a:pt x="3259873" y="13444"/>
                  <a:pt x="3265512" y="13444"/>
                </a:cubicBezTo>
                <a:cubicBezTo>
                  <a:pt x="3269851" y="13444"/>
                  <a:pt x="3275705" y="13878"/>
                  <a:pt x="3283082" y="17128"/>
                </a:cubicBezTo>
                <a:close/>
                <a:moveTo>
                  <a:pt x="3308023" y="153148"/>
                </a:moveTo>
                <a:lnTo>
                  <a:pt x="3308023" y="56769"/>
                </a:lnTo>
                <a:lnTo>
                  <a:pt x="3291756" y="56769"/>
                </a:lnTo>
                <a:lnTo>
                  <a:pt x="3291756" y="153148"/>
                </a:lnTo>
                <a:lnTo>
                  <a:pt x="3308023" y="153148"/>
                </a:lnTo>
                <a:moveTo>
                  <a:pt x="3309757" y="30320"/>
                </a:moveTo>
                <a:lnTo>
                  <a:pt x="3309757" y="11015"/>
                </a:lnTo>
                <a:lnTo>
                  <a:pt x="3290456" y="11015"/>
                </a:lnTo>
                <a:lnTo>
                  <a:pt x="3290456" y="30320"/>
                </a:lnTo>
                <a:lnTo>
                  <a:pt x="3309757" y="30320"/>
                </a:lnTo>
                <a:close/>
                <a:moveTo>
                  <a:pt x="3420374" y="153148"/>
                </a:moveTo>
                <a:lnTo>
                  <a:pt x="3420374" y="88499"/>
                </a:lnTo>
                <a:cubicBezTo>
                  <a:pt x="3420374" y="74181"/>
                  <a:pt x="3417121" y="54438"/>
                  <a:pt x="3390658" y="54438"/>
                </a:cubicBezTo>
                <a:cubicBezTo>
                  <a:pt x="3371138" y="54438"/>
                  <a:pt x="3360512" y="69190"/>
                  <a:pt x="3359211" y="70924"/>
                </a:cubicBezTo>
                <a:lnTo>
                  <a:pt x="3359211" y="55524"/>
                </a:lnTo>
                <a:lnTo>
                  <a:pt x="3343593" y="55524"/>
                </a:lnTo>
                <a:lnTo>
                  <a:pt x="3343593" y="153148"/>
                </a:lnTo>
                <a:lnTo>
                  <a:pt x="3360512" y="153148"/>
                </a:lnTo>
                <a:lnTo>
                  <a:pt x="3360512" y="99997"/>
                </a:lnTo>
                <a:cubicBezTo>
                  <a:pt x="3360512" y="85679"/>
                  <a:pt x="3365933" y="67671"/>
                  <a:pt x="3382417" y="67671"/>
                </a:cubicBezTo>
                <a:cubicBezTo>
                  <a:pt x="3403237" y="67671"/>
                  <a:pt x="3403456" y="83074"/>
                  <a:pt x="3403456" y="90018"/>
                </a:cubicBezTo>
                <a:lnTo>
                  <a:pt x="3403456" y="153148"/>
                </a:lnTo>
                <a:lnTo>
                  <a:pt x="3420374" y="153148"/>
                </a:lnTo>
                <a:close/>
                <a:moveTo>
                  <a:pt x="3532288" y="153178"/>
                </a:moveTo>
                <a:lnTo>
                  <a:pt x="3532288" y="2542"/>
                </a:lnTo>
                <a:lnTo>
                  <a:pt x="3516022" y="2542"/>
                </a:lnTo>
                <a:lnTo>
                  <a:pt x="3516022" y="66416"/>
                </a:lnTo>
                <a:cubicBezTo>
                  <a:pt x="3504528" y="56825"/>
                  <a:pt x="3492382" y="54438"/>
                  <a:pt x="3484356" y="54438"/>
                </a:cubicBezTo>
                <a:cubicBezTo>
                  <a:pt x="3462884" y="54438"/>
                  <a:pt x="3445966" y="76998"/>
                  <a:pt x="3445966" y="104971"/>
                </a:cubicBezTo>
                <a:cubicBezTo>
                  <a:pt x="3445966" y="133385"/>
                  <a:pt x="3462666" y="155478"/>
                  <a:pt x="3483271" y="155478"/>
                </a:cubicBezTo>
                <a:cubicBezTo>
                  <a:pt x="3490429" y="155478"/>
                  <a:pt x="3503224" y="153529"/>
                  <a:pt x="3515370" y="141815"/>
                </a:cubicBezTo>
                <a:lnTo>
                  <a:pt x="3515370" y="153095"/>
                </a:lnTo>
                <a:lnTo>
                  <a:pt x="3532288" y="153178"/>
                </a:lnTo>
                <a:moveTo>
                  <a:pt x="3515370" y="122973"/>
                </a:moveTo>
                <a:cubicBezTo>
                  <a:pt x="3515370" y="126008"/>
                  <a:pt x="3515155" y="129914"/>
                  <a:pt x="3508215" y="136202"/>
                </a:cubicBezTo>
                <a:cubicBezTo>
                  <a:pt x="3503224" y="140521"/>
                  <a:pt x="3497803" y="142249"/>
                  <a:pt x="3492164" y="142249"/>
                </a:cubicBezTo>
                <a:cubicBezTo>
                  <a:pt x="3478717" y="142249"/>
                  <a:pt x="3462884" y="132081"/>
                  <a:pt x="3462884" y="105190"/>
                </a:cubicBezTo>
                <a:cubicBezTo>
                  <a:pt x="3462884" y="76564"/>
                  <a:pt x="3481537" y="67671"/>
                  <a:pt x="3494331" y="67671"/>
                </a:cubicBezTo>
                <a:cubicBezTo>
                  <a:pt x="3504091" y="67717"/>
                  <a:pt x="3510601" y="72705"/>
                  <a:pt x="3515370" y="79645"/>
                </a:cubicBezTo>
                <a:lnTo>
                  <a:pt x="3515370" y="122973"/>
                </a:lnTo>
                <a:close/>
                <a:moveTo>
                  <a:pt x="3694522" y="147237"/>
                </a:moveTo>
                <a:lnTo>
                  <a:pt x="3691053" y="134438"/>
                </a:lnTo>
                <a:cubicBezTo>
                  <a:pt x="3685414" y="138995"/>
                  <a:pt x="3678474" y="141597"/>
                  <a:pt x="3671534" y="141597"/>
                </a:cubicBezTo>
                <a:cubicBezTo>
                  <a:pt x="3663508" y="141597"/>
                  <a:pt x="3660470" y="135090"/>
                  <a:pt x="3660470" y="123589"/>
                </a:cubicBezTo>
                <a:lnTo>
                  <a:pt x="3660470" y="69352"/>
                </a:lnTo>
                <a:lnTo>
                  <a:pt x="3691053" y="69352"/>
                </a:lnTo>
                <a:lnTo>
                  <a:pt x="3691053" y="56769"/>
                </a:lnTo>
                <a:lnTo>
                  <a:pt x="3660470" y="56769"/>
                </a:lnTo>
                <a:lnTo>
                  <a:pt x="3660470" y="29232"/>
                </a:lnTo>
                <a:lnTo>
                  <a:pt x="3645505" y="29232"/>
                </a:lnTo>
                <a:lnTo>
                  <a:pt x="3645505" y="56769"/>
                </a:lnTo>
                <a:lnTo>
                  <a:pt x="3626637" y="56769"/>
                </a:lnTo>
                <a:lnTo>
                  <a:pt x="3626637" y="69352"/>
                </a:lnTo>
                <a:lnTo>
                  <a:pt x="3644856" y="69352"/>
                </a:lnTo>
                <a:lnTo>
                  <a:pt x="3644856" y="127279"/>
                </a:lnTo>
                <a:cubicBezTo>
                  <a:pt x="3644856" y="140296"/>
                  <a:pt x="3647891" y="155478"/>
                  <a:pt x="3662856" y="155478"/>
                </a:cubicBezTo>
                <a:cubicBezTo>
                  <a:pt x="3678040" y="155478"/>
                  <a:pt x="3689101" y="150057"/>
                  <a:pt x="3694522" y="147237"/>
                </a:cubicBezTo>
                <a:close/>
                <a:moveTo>
                  <a:pt x="3795161" y="153148"/>
                </a:moveTo>
                <a:lnTo>
                  <a:pt x="3795161" y="88499"/>
                </a:lnTo>
                <a:cubicBezTo>
                  <a:pt x="3795161" y="74181"/>
                  <a:pt x="3791908" y="54438"/>
                  <a:pt x="3765445" y="54438"/>
                </a:cubicBezTo>
                <a:cubicBezTo>
                  <a:pt x="3751999" y="54438"/>
                  <a:pt x="3741587" y="61164"/>
                  <a:pt x="3734647" y="70057"/>
                </a:cubicBezTo>
                <a:lnTo>
                  <a:pt x="3734647" y="2542"/>
                </a:lnTo>
                <a:lnTo>
                  <a:pt x="3718381" y="2542"/>
                </a:lnTo>
                <a:lnTo>
                  <a:pt x="3718381" y="153148"/>
                </a:lnTo>
                <a:lnTo>
                  <a:pt x="3735299" y="153148"/>
                </a:lnTo>
                <a:lnTo>
                  <a:pt x="3735299" y="99997"/>
                </a:lnTo>
                <a:cubicBezTo>
                  <a:pt x="3735299" y="85679"/>
                  <a:pt x="3740720" y="67671"/>
                  <a:pt x="3757205" y="67671"/>
                </a:cubicBezTo>
                <a:cubicBezTo>
                  <a:pt x="3778025" y="67671"/>
                  <a:pt x="3778243" y="83074"/>
                  <a:pt x="3778243" y="90018"/>
                </a:cubicBezTo>
                <a:lnTo>
                  <a:pt x="3778243" y="153148"/>
                </a:lnTo>
                <a:lnTo>
                  <a:pt x="3795161" y="153148"/>
                </a:lnTo>
                <a:close/>
                <a:moveTo>
                  <a:pt x="3902737" y="105700"/>
                </a:moveTo>
                <a:cubicBezTo>
                  <a:pt x="3902737" y="98325"/>
                  <a:pt x="3902522" y="82042"/>
                  <a:pt x="3894063" y="69008"/>
                </a:cubicBezTo>
                <a:cubicBezTo>
                  <a:pt x="3885170" y="55554"/>
                  <a:pt x="3871939" y="53168"/>
                  <a:pt x="3864132" y="53168"/>
                </a:cubicBezTo>
                <a:cubicBezTo>
                  <a:pt x="3840058" y="53168"/>
                  <a:pt x="3820536" y="76177"/>
                  <a:pt x="3820536" y="104184"/>
                </a:cubicBezTo>
                <a:cubicBezTo>
                  <a:pt x="3820536" y="132733"/>
                  <a:pt x="3841359" y="155478"/>
                  <a:pt x="3867385" y="155478"/>
                </a:cubicBezTo>
                <a:cubicBezTo>
                  <a:pt x="3881050" y="155478"/>
                  <a:pt x="3893411" y="150275"/>
                  <a:pt x="3901870" y="144202"/>
                </a:cubicBezTo>
                <a:lnTo>
                  <a:pt x="3900569" y="130139"/>
                </a:lnTo>
                <a:cubicBezTo>
                  <a:pt x="3886904" y="141382"/>
                  <a:pt x="3872591" y="142249"/>
                  <a:pt x="3867603" y="142249"/>
                </a:cubicBezTo>
                <a:cubicBezTo>
                  <a:pt x="3850252" y="142249"/>
                  <a:pt x="3836368" y="126895"/>
                  <a:pt x="3835720" y="105700"/>
                </a:cubicBezTo>
                <a:lnTo>
                  <a:pt x="3902737" y="105700"/>
                </a:lnTo>
                <a:moveTo>
                  <a:pt x="3890376" y="93771"/>
                </a:moveTo>
                <a:lnTo>
                  <a:pt x="3836802" y="93771"/>
                </a:lnTo>
                <a:cubicBezTo>
                  <a:pt x="3840273" y="77262"/>
                  <a:pt x="3851767" y="66400"/>
                  <a:pt x="3864132" y="66400"/>
                </a:cubicBezTo>
                <a:cubicBezTo>
                  <a:pt x="3875410" y="66400"/>
                  <a:pt x="3887556" y="73787"/>
                  <a:pt x="3890376" y="93771"/>
                </a:cubicBezTo>
                <a:close/>
                <a:moveTo>
                  <a:pt x="4136114" y="153148"/>
                </a:moveTo>
                <a:lnTo>
                  <a:pt x="4136114" y="88499"/>
                </a:lnTo>
                <a:cubicBezTo>
                  <a:pt x="4136114" y="73963"/>
                  <a:pt x="4132642" y="54438"/>
                  <a:pt x="4106398" y="54438"/>
                </a:cubicBezTo>
                <a:cubicBezTo>
                  <a:pt x="4093385" y="54438"/>
                  <a:pt x="4082106" y="60515"/>
                  <a:pt x="4074081" y="72228"/>
                </a:cubicBezTo>
                <a:cubicBezTo>
                  <a:pt x="4068441" y="55742"/>
                  <a:pt x="4053261" y="54438"/>
                  <a:pt x="4046321" y="54438"/>
                </a:cubicBezTo>
                <a:cubicBezTo>
                  <a:pt x="4030703" y="54438"/>
                  <a:pt x="4020510" y="63332"/>
                  <a:pt x="4014655" y="71143"/>
                </a:cubicBezTo>
                <a:lnTo>
                  <a:pt x="4014655" y="55524"/>
                </a:lnTo>
                <a:lnTo>
                  <a:pt x="3999038" y="55524"/>
                </a:lnTo>
                <a:lnTo>
                  <a:pt x="3999038" y="153148"/>
                </a:lnTo>
                <a:lnTo>
                  <a:pt x="4015956" y="153148"/>
                </a:lnTo>
                <a:lnTo>
                  <a:pt x="4015956" y="99997"/>
                </a:lnTo>
                <a:cubicBezTo>
                  <a:pt x="4015956" y="85245"/>
                  <a:pt x="4021811" y="67671"/>
                  <a:pt x="4037862" y="67671"/>
                </a:cubicBezTo>
                <a:cubicBezTo>
                  <a:pt x="4058033" y="67671"/>
                  <a:pt x="4059115" y="81774"/>
                  <a:pt x="4059115" y="90018"/>
                </a:cubicBezTo>
                <a:lnTo>
                  <a:pt x="4059115" y="153148"/>
                </a:lnTo>
                <a:lnTo>
                  <a:pt x="4076033" y="153148"/>
                </a:lnTo>
                <a:lnTo>
                  <a:pt x="4076033" y="99997"/>
                </a:lnTo>
                <a:cubicBezTo>
                  <a:pt x="4076033" y="85245"/>
                  <a:pt x="4081891" y="67671"/>
                  <a:pt x="4097939" y="67671"/>
                </a:cubicBezTo>
                <a:cubicBezTo>
                  <a:pt x="4118110" y="67671"/>
                  <a:pt x="4119196" y="81774"/>
                  <a:pt x="4119196" y="90018"/>
                </a:cubicBezTo>
                <a:lnTo>
                  <a:pt x="4119196" y="153148"/>
                </a:lnTo>
                <a:lnTo>
                  <a:pt x="4136114" y="153148"/>
                </a:lnTo>
                <a:close/>
                <a:moveTo>
                  <a:pt x="4242391" y="153095"/>
                </a:moveTo>
                <a:lnTo>
                  <a:pt x="4242391" y="90455"/>
                </a:lnTo>
                <a:cubicBezTo>
                  <a:pt x="4242391" y="68349"/>
                  <a:pt x="4226558" y="53168"/>
                  <a:pt x="4206602" y="53168"/>
                </a:cubicBezTo>
                <a:cubicBezTo>
                  <a:pt x="4192503" y="53168"/>
                  <a:pt x="4182744" y="56639"/>
                  <a:pt x="4172550" y="62498"/>
                </a:cubicBezTo>
                <a:lnTo>
                  <a:pt x="4173851" y="76802"/>
                </a:lnTo>
                <a:cubicBezTo>
                  <a:pt x="4185130" y="68783"/>
                  <a:pt x="4195975" y="65966"/>
                  <a:pt x="4206602" y="65966"/>
                </a:cubicBezTo>
                <a:cubicBezTo>
                  <a:pt x="4216798" y="65966"/>
                  <a:pt x="4225473" y="74634"/>
                  <a:pt x="4225473" y="90673"/>
                </a:cubicBezTo>
                <a:lnTo>
                  <a:pt x="4225473" y="99994"/>
                </a:lnTo>
                <a:cubicBezTo>
                  <a:pt x="4192940" y="100427"/>
                  <a:pt x="4165392" y="109536"/>
                  <a:pt x="4165392" y="128600"/>
                </a:cubicBezTo>
                <a:cubicBezTo>
                  <a:pt x="4165392" y="137917"/>
                  <a:pt x="4171250" y="155478"/>
                  <a:pt x="4190120" y="155478"/>
                </a:cubicBezTo>
                <a:cubicBezTo>
                  <a:pt x="4193155" y="155478"/>
                  <a:pt x="4213542" y="155044"/>
                  <a:pt x="4226124" y="145284"/>
                </a:cubicBezTo>
                <a:lnTo>
                  <a:pt x="4226124" y="153095"/>
                </a:lnTo>
                <a:lnTo>
                  <a:pt x="4242391" y="153095"/>
                </a:lnTo>
                <a:moveTo>
                  <a:pt x="4225473" y="124486"/>
                </a:moveTo>
                <a:cubicBezTo>
                  <a:pt x="4225473" y="128600"/>
                  <a:pt x="4225473" y="134018"/>
                  <a:pt x="4218099" y="138132"/>
                </a:cubicBezTo>
                <a:cubicBezTo>
                  <a:pt x="4211808" y="142031"/>
                  <a:pt x="4203567" y="142249"/>
                  <a:pt x="4201181" y="142249"/>
                </a:cubicBezTo>
                <a:cubicBezTo>
                  <a:pt x="4190769" y="142249"/>
                  <a:pt x="4181009" y="137264"/>
                  <a:pt x="4181009" y="128169"/>
                </a:cubicBezTo>
                <a:cubicBezTo>
                  <a:pt x="4181009" y="113004"/>
                  <a:pt x="4216146" y="111488"/>
                  <a:pt x="4225473" y="111055"/>
                </a:cubicBezTo>
                <a:lnTo>
                  <a:pt x="4225473" y="124486"/>
                </a:lnTo>
                <a:close/>
                <a:moveTo>
                  <a:pt x="4357775" y="153148"/>
                </a:moveTo>
                <a:lnTo>
                  <a:pt x="4314398" y="103439"/>
                </a:lnTo>
                <a:lnTo>
                  <a:pt x="4354089" y="56769"/>
                </a:lnTo>
                <a:lnTo>
                  <a:pt x="4336303" y="56769"/>
                </a:lnTo>
                <a:lnTo>
                  <a:pt x="4307239" y="92586"/>
                </a:lnTo>
                <a:lnTo>
                  <a:pt x="4277308" y="56769"/>
                </a:lnTo>
                <a:lnTo>
                  <a:pt x="4259308" y="56769"/>
                </a:lnTo>
                <a:lnTo>
                  <a:pt x="4300084" y="103439"/>
                </a:lnTo>
                <a:lnTo>
                  <a:pt x="4258007" y="153148"/>
                </a:lnTo>
                <a:lnTo>
                  <a:pt x="4275789" y="153148"/>
                </a:lnTo>
                <a:lnTo>
                  <a:pt x="4307239" y="112339"/>
                </a:lnTo>
                <a:lnTo>
                  <a:pt x="4339775" y="153148"/>
                </a:lnTo>
                <a:lnTo>
                  <a:pt x="4357775" y="153148"/>
                </a:lnTo>
                <a:close/>
                <a:moveTo>
                  <a:pt x="4391827" y="153148"/>
                </a:moveTo>
                <a:lnTo>
                  <a:pt x="4391827" y="56769"/>
                </a:lnTo>
                <a:lnTo>
                  <a:pt x="4375561" y="56769"/>
                </a:lnTo>
                <a:lnTo>
                  <a:pt x="4375561" y="153148"/>
                </a:lnTo>
                <a:lnTo>
                  <a:pt x="4391827" y="153148"/>
                </a:lnTo>
                <a:moveTo>
                  <a:pt x="4393561" y="30320"/>
                </a:moveTo>
                <a:lnTo>
                  <a:pt x="4393561" y="11015"/>
                </a:lnTo>
                <a:lnTo>
                  <a:pt x="4374260" y="11015"/>
                </a:lnTo>
                <a:lnTo>
                  <a:pt x="4374260" y="30320"/>
                </a:lnTo>
                <a:lnTo>
                  <a:pt x="4393561" y="30320"/>
                </a:lnTo>
                <a:close/>
                <a:moveTo>
                  <a:pt x="4564474" y="153148"/>
                </a:moveTo>
                <a:lnTo>
                  <a:pt x="4564474" y="88499"/>
                </a:lnTo>
                <a:cubicBezTo>
                  <a:pt x="4564474" y="73963"/>
                  <a:pt x="4561002" y="54438"/>
                  <a:pt x="4534758" y="54438"/>
                </a:cubicBezTo>
                <a:cubicBezTo>
                  <a:pt x="4521745" y="54438"/>
                  <a:pt x="4510466" y="60515"/>
                  <a:pt x="4502441" y="72228"/>
                </a:cubicBezTo>
                <a:cubicBezTo>
                  <a:pt x="4496801" y="55742"/>
                  <a:pt x="4481621" y="54438"/>
                  <a:pt x="4474681" y="54438"/>
                </a:cubicBezTo>
                <a:cubicBezTo>
                  <a:pt x="4459063" y="54438"/>
                  <a:pt x="4448870" y="63332"/>
                  <a:pt x="4443016" y="71143"/>
                </a:cubicBezTo>
                <a:lnTo>
                  <a:pt x="4443016" y="55524"/>
                </a:lnTo>
                <a:lnTo>
                  <a:pt x="4427398" y="55524"/>
                </a:lnTo>
                <a:lnTo>
                  <a:pt x="4427398" y="153148"/>
                </a:lnTo>
                <a:lnTo>
                  <a:pt x="4444316" y="153148"/>
                </a:lnTo>
                <a:lnTo>
                  <a:pt x="4444316" y="99997"/>
                </a:lnTo>
                <a:cubicBezTo>
                  <a:pt x="4444316" y="85245"/>
                  <a:pt x="4450171" y="67671"/>
                  <a:pt x="4466222" y="67671"/>
                </a:cubicBezTo>
                <a:cubicBezTo>
                  <a:pt x="4486393" y="67671"/>
                  <a:pt x="4487475" y="81774"/>
                  <a:pt x="4487475" y="90018"/>
                </a:cubicBezTo>
                <a:lnTo>
                  <a:pt x="4487475" y="153148"/>
                </a:lnTo>
                <a:lnTo>
                  <a:pt x="4504393" y="153148"/>
                </a:lnTo>
                <a:lnTo>
                  <a:pt x="4504393" y="99997"/>
                </a:lnTo>
                <a:cubicBezTo>
                  <a:pt x="4504393" y="85245"/>
                  <a:pt x="4510251" y="67671"/>
                  <a:pt x="4526299" y="67671"/>
                </a:cubicBezTo>
                <a:cubicBezTo>
                  <a:pt x="4546470" y="67671"/>
                  <a:pt x="4547556" y="81774"/>
                  <a:pt x="4547556" y="90018"/>
                </a:cubicBezTo>
                <a:lnTo>
                  <a:pt x="4547556" y="153148"/>
                </a:lnTo>
                <a:lnTo>
                  <a:pt x="4564474" y="153148"/>
                </a:lnTo>
                <a:close/>
                <a:moveTo>
                  <a:pt x="4676390" y="153095"/>
                </a:moveTo>
                <a:lnTo>
                  <a:pt x="4676390" y="56769"/>
                </a:lnTo>
                <a:lnTo>
                  <a:pt x="4659471" y="56769"/>
                </a:lnTo>
                <a:lnTo>
                  <a:pt x="4659471" y="119687"/>
                </a:lnTo>
                <a:cubicBezTo>
                  <a:pt x="4659471" y="135957"/>
                  <a:pt x="4647326" y="143550"/>
                  <a:pt x="4633446" y="143550"/>
                </a:cubicBezTo>
                <a:cubicBezTo>
                  <a:pt x="4618043" y="143550"/>
                  <a:pt x="4616527" y="137910"/>
                  <a:pt x="4616527" y="128580"/>
                </a:cubicBezTo>
                <a:lnTo>
                  <a:pt x="4616527" y="56769"/>
                </a:lnTo>
                <a:lnTo>
                  <a:pt x="4599609" y="56769"/>
                </a:lnTo>
                <a:lnTo>
                  <a:pt x="4599609" y="129447"/>
                </a:lnTo>
                <a:cubicBezTo>
                  <a:pt x="4599609" y="145069"/>
                  <a:pt x="4604597" y="155478"/>
                  <a:pt x="4622600" y="155478"/>
                </a:cubicBezTo>
                <a:cubicBezTo>
                  <a:pt x="4634094" y="155478"/>
                  <a:pt x="4649493" y="152009"/>
                  <a:pt x="4660123" y="142683"/>
                </a:cubicBezTo>
                <a:lnTo>
                  <a:pt x="4660123" y="153095"/>
                </a:lnTo>
                <a:lnTo>
                  <a:pt x="4676390" y="153095"/>
                </a:lnTo>
                <a:close/>
                <a:moveTo>
                  <a:pt x="4848818" y="153148"/>
                </a:moveTo>
                <a:lnTo>
                  <a:pt x="4848818" y="88499"/>
                </a:lnTo>
                <a:cubicBezTo>
                  <a:pt x="4848818" y="73963"/>
                  <a:pt x="4845346" y="54438"/>
                  <a:pt x="4819102" y="54438"/>
                </a:cubicBezTo>
                <a:cubicBezTo>
                  <a:pt x="4806089" y="54438"/>
                  <a:pt x="4794810" y="60515"/>
                  <a:pt x="4786785" y="72228"/>
                </a:cubicBezTo>
                <a:cubicBezTo>
                  <a:pt x="4781146" y="55742"/>
                  <a:pt x="4765965" y="54438"/>
                  <a:pt x="4759025" y="54438"/>
                </a:cubicBezTo>
                <a:cubicBezTo>
                  <a:pt x="4743407" y="54438"/>
                  <a:pt x="4733214" y="63332"/>
                  <a:pt x="4727360" y="71143"/>
                </a:cubicBezTo>
                <a:lnTo>
                  <a:pt x="4727360" y="55524"/>
                </a:lnTo>
                <a:lnTo>
                  <a:pt x="4711742" y="55524"/>
                </a:lnTo>
                <a:lnTo>
                  <a:pt x="4711742" y="153148"/>
                </a:lnTo>
                <a:lnTo>
                  <a:pt x="4728660" y="153148"/>
                </a:lnTo>
                <a:lnTo>
                  <a:pt x="4728660" y="99997"/>
                </a:lnTo>
                <a:cubicBezTo>
                  <a:pt x="4728660" y="85245"/>
                  <a:pt x="4734515" y="67671"/>
                  <a:pt x="4750566" y="67671"/>
                </a:cubicBezTo>
                <a:cubicBezTo>
                  <a:pt x="4770737" y="67671"/>
                  <a:pt x="4771819" y="81774"/>
                  <a:pt x="4771819" y="90018"/>
                </a:cubicBezTo>
                <a:lnTo>
                  <a:pt x="4771819" y="153148"/>
                </a:lnTo>
                <a:lnTo>
                  <a:pt x="4788738" y="153148"/>
                </a:lnTo>
                <a:lnTo>
                  <a:pt x="4788738" y="99997"/>
                </a:lnTo>
                <a:cubicBezTo>
                  <a:pt x="4788738" y="85245"/>
                  <a:pt x="4794595" y="67671"/>
                  <a:pt x="4810643" y="67671"/>
                </a:cubicBezTo>
                <a:cubicBezTo>
                  <a:pt x="4830814" y="67671"/>
                  <a:pt x="4831900" y="81774"/>
                  <a:pt x="4831900" y="90018"/>
                </a:cubicBezTo>
                <a:lnTo>
                  <a:pt x="4831900" y="153148"/>
                </a:lnTo>
                <a:lnTo>
                  <a:pt x="4848818" y="153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productofanysublist.">
            <a:extLst xmlns:a="http://schemas.openxmlformats.org/drawingml/2006/main">
              <a:ext uri="{FF2B5EF4-FFF2-40B4-BE49-F238E27FC236}">
                <a16:creationId xmlns:a16="http://schemas.microsoft.com/office/drawing/2014/main" id="{87785A49-1CCA-430D-829B-315F0E20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91" y="729629"/>
            <a:ext cx="1995183" cy="197419"/>
          </a:xfrm>
          <a:custGeom xmlns:a="http://schemas.openxmlformats.org/drawingml/2006/main">
            <a:pathLst>
              <a:path w="1995183" h="197419">
                <a:moveTo>
                  <a:pt x="86325" y="104531"/>
                </a:moveTo>
                <a:cubicBezTo>
                  <a:pt x="86325" y="78517"/>
                  <a:pt x="72660" y="54227"/>
                  <a:pt x="51840" y="54227"/>
                </a:cubicBezTo>
                <a:cubicBezTo>
                  <a:pt x="38824" y="54227"/>
                  <a:pt x="26244" y="58784"/>
                  <a:pt x="16269" y="67244"/>
                </a:cubicBezTo>
                <a:lnTo>
                  <a:pt x="16269" y="56613"/>
                </a:lnTo>
                <a:lnTo>
                  <a:pt x="0" y="56613"/>
                </a:lnTo>
                <a:lnTo>
                  <a:pt x="0" y="194877"/>
                </a:lnTo>
                <a:lnTo>
                  <a:pt x="16918" y="194877"/>
                </a:lnTo>
                <a:lnTo>
                  <a:pt x="16918" y="142904"/>
                </a:lnTo>
                <a:cubicBezTo>
                  <a:pt x="23643" y="149193"/>
                  <a:pt x="33184" y="155266"/>
                  <a:pt x="46201" y="155266"/>
                </a:cubicBezTo>
                <a:cubicBezTo>
                  <a:pt x="67239" y="155266"/>
                  <a:pt x="86325" y="134014"/>
                  <a:pt x="86325" y="104531"/>
                </a:cubicBezTo>
                <a:moveTo>
                  <a:pt x="69407" y="104531"/>
                </a:moveTo>
                <a:cubicBezTo>
                  <a:pt x="69407" y="126862"/>
                  <a:pt x="54008" y="142037"/>
                  <a:pt x="37741" y="142037"/>
                </a:cubicBezTo>
                <a:cubicBezTo>
                  <a:pt x="29282" y="142037"/>
                  <a:pt x="23425" y="137701"/>
                  <a:pt x="19089" y="131846"/>
                </a:cubicBezTo>
                <a:cubicBezTo>
                  <a:pt x="16918" y="128596"/>
                  <a:pt x="16918" y="128163"/>
                  <a:pt x="16918" y="124261"/>
                </a:cubicBezTo>
                <a:lnTo>
                  <a:pt x="16918" y="80685"/>
                </a:lnTo>
                <a:cubicBezTo>
                  <a:pt x="22124" y="73095"/>
                  <a:pt x="30583" y="68111"/>
                  <a:pt x="39909" y="68111"/>
                </a:cubicBezTo>
                <a:cubicBezTo>
                  <a:pt x="56394" y="68111"/>
                  <a:pt x="69407" y="84587"/>
                  <a:pt x="69407" y="104531"/>
                </a:cubicBezTo>
                <a:close/>
                <a:moveTo>
                  <a:pt x="165273" y="68763"/>
                </a:moveTo>
                <a:lnTo>
                  <a:pt x="165273" y="54227"/>
                </a:lnTo>
                <a:cubicBezTo>
                  <a:pt x="145969" y="54445"/>
                  <a:pt x="134042" y="65076"/>
                  <a:pt x="127317" y="75055"/>
                </a:cubicBezTo>
                <a:lnTo>
                  <a:pt x="127317" y="55312"/>
                </a:lnTo>
                <a:lnTo>
                  <a:pt x="112133" y="55312"/>
                </a:lnTo>
                <a:lnTo>
                  <a:pt x="112133" y="152936"/>
                </a:lnTo>
                <a:lnTo>
                  <a:pt x="128402" y="152936"/>
                </a:lnTo>
                <a:lnTo>
                  <a:pt x="128402" y="106510"/>
                </a:lnTo>
                <a:cubicBezTo>
                  <a:pt x="128402" y="84818"/>
                  <a:pt x="144016" y="69197"/>
                  <a:pt x="165273" y="68763"/>
                </a:cubicBezTo>
                <a:close/>
                <a:moveTo>
                  <a:pt x="270248" y="105196"/>
                </a:moveTo>
                <a:cubicBezTo>
                  <a:pt x="270248" y="76157"/>
                  <a:pt x="248558" y="52956"/>
                  <a:pt x="222750" y="52956"/>
                </a:cubicBezTo>
                <a:cubicBezTo>
                  <a:pt x="196072" y="52956"/>
                  <a:pt x="175034" y="76806"/>
                  <a:pt x="175034" y="105196"/>
                </a:cubicBezTo>
                <a:cubicBezTo>
                  <a:pt x="175034" y="133803"/>
                  <a:pt x="197155" y="155266"/>
                  <a:pt x="222532" y="155266"/>
                </a:cubicBezTo>
                <a:cubicBezTo>
                  <a:pt x="248558" y="155266"/>
                  <a:pt x="270248" y="133369"/>
                  <a:pt x="270248" y="105196"/>
                </a:cubicBezTo>
                <a:moveTo>
                  <a:pt x="253330" y="103029"/>
                </a:moveTo>
                <a:cubicBezTo>
                  <a:pt x="253330" y="128600"/>
                  <a:pt x="238583" y="141385"/>
                  <a:pt x="222532" y="141385"/>
                </a:cubicBezTo>
                <a:cubicBezTo>
                  <a:pt x="207566" y="141385"/>
                  <a:pt x="191949" y="129252"/>
                  <a:pt x="191949" y="103029"/>
                </a:cubicBezTo>
                <a:cubicBezTo>
                  <a:pt x="191949" y="76806"/>
                  <a:pt x="208433" y="66188"/>
                  <a:pt x="222532" y="66188"/>
                </a:cubicBezTo>
                <a:cubicBezTo>
                  <a:pt x="237716" y="66188"/>
                  <a:pt x="253330" y="77458"/>
                  <a:pt x="253330" y="103029"/>
                </a:cubicBezTo>
                <a:close/>
                <a:moveTo>
                  <a:pt x="371102" y="152966"/>
                </a:moveTo>
                <a:lnTo>
                  <a:pt x="371102" y="2330"/>
                </a:lnTo>
                <a:lnTo>
                  <a:pt x="354836" y="2330"/>
                </a:lnTo>
                <a:lnTo>
                  <a:pt x="354836" y="66205"/>
                </a:lnTo>
                <a:cubicBezTo>
                  <a:pt x="343342" y="56613"/>
                  <a:pt x="331196" y="54227"/>
                  <a:pt x="323170" y="54227"/>
                </a:cubicBezTo>
                <a:cubicBezTo>
                  <a:pt x="301698" y="54227"/>
                  <a:pt x="284780" y="76786"/>
                  <a:pt x="284780" y="104760"/>
                </a:cubicBezTo>
                <a:cubicBezTo>
                  <a:pt x="284780" y="133174"/>
                  <a:pt x="301480" y="155266"/>
                  <a:pt x="322085" y="155266"/>
                </a:cubicBezTo>
                <a:cubicBezTo>
                  <a:pt x="329243" y="155266"/>
                  <a:pt x="342038" y="153317"/>
                  <a:pt x="354184" y="141604"/>
                </a:cubicBezTo>
                <a:lnTo>
                  <a:pt x="354184" y="152883"/>
                </a:lnTo>
                <a:lnTo>
                  <a:pt x="371102" y="152966"/>
                </a:lnTo>
                <a:moveTo>
                  <a:pt x="354184" y="122761"/>
                </a:moveTo>
                <a:cubicBezTo>
                  <a:pt x="354184" y="125796"/>
                  <a:pt x="353969" y="129702"/>
                  <a:pt x="347029" y="135990"/>
                </a:cubicBezTo>
                <a:cubicBezTo>
                  <a:pt x="342038" y="140309"/>
                  <a:pt x="336617" y="142037"/>
                  <a:pt x="330977" y="142037"/>
                </a:cubicBezTo>
                <a:cubicBezTo>
                  <a:pt x="317531" y="142037"/>
                  <a:pt x="301698" y="131870"/>
                  <a:pt x="301698" y="104978"/>
                </a:cubicBezTo>
                <a:cubicBezTo>
                  <a:pt x="301698" y="76352"/>
                  <a:pt x="320351" y="67459"/>
                  <a:pt x="333145" y="67459"/>
                </a:cubicBezTo>
                <a:cubicBezTo>
                  <a:pt x="342905" y="67505"/>
                  <a:pt x="349415" y="72493"/>
                  <a:pt x="354184" y="79434"/>
                </a:cubicBezTo>
                <a:lnTo>
                  <a:pt x="354184" y="122761"/>
                </a:lnTo>
                <a:close/>
                <a:moveTo>
                  <a:pt x="483453" y="152883"/>
                </a:moveTo>
                <a:lnTo>
                  <a:pt x="483453" y="56557"/>
                </a:lnTo>
                <a:lnTo>
                  <a:pt x="466535" y="56557"/>
                </a:lnTo>
                <a:lnTo>
                  <a:pt x="466535" y="119475"/>
                </a:lnTo>
                <a:cubicBezTo>
                  <a:pt x="466535" y="135745"/>
                  <a:pt x="454389" y="143338"/>
                  <a:pt x="440509" y="143338"/>
                </a:cubicBezTo>
                <a:cubicBezTo>
                  <a:pt x="425107" y="143338"/>
                  <a:pt x="423591" y="137698"/>
                  <a:pt x="423591" y="128368"/>
                </a:cubicBezTo>
                <a:lnTo>
                  <a:pt x="423591" y="56557"/>
                </a:lnTo>
                <a:lnTo>
                  <a:pt x="406673" y="56557"/>
                </a:lnTo>
                <a:lnTo>
                  <a:pt x="406673" y="129235"/>
                </a:lnTo>
                <a:cubicBezTo>
                  <a:pt x="406673" y="144857"/>
                  <a:pt x="411660" y="155266"/>
                  <a:pt x="429664" y="155266"/>
                </a:cubicBezTo>
                <a:cubicBezTo>
                  <a:pt x="441158" y="155266"/>
                  <a:pt x="456557" y="151798"/>
                  <a:pt x="467187" y="142471"/>
                </a:cubicBezTo>
                <a:lnTo>
                  <a:pt x="467187" y="152883"/>
                </a:lnTo>
                <a:lnTo>
                  <a:pt x="483453" y="152883"/>
                </a:lnTo>
                <a:close/>
                <a:moveTo>
                  <a:pt x="591247" y="144205"/>
                </a:moveTo>
                <a:lnTo>
                  <a:pt x="589946" y="129685"/>
                </a:lnTo>
                <a:cubicBezTo>
                  <a:pt x="578883" y="138353"/>
                  <a:pt x="567170" y="141385"/>
                  <a:pt x="556110" y="141385"/>
                </a:cubicBezTo>
                <a:cubicBezTo>
                  <a:pt x="538110" y="141385"/>
                  <a:pt x="525964" y="125783"/>
                  <a:pt x="525964" y="104548"/>
                </a:cubicBezTo>
                <a:cubicBezTo>
                  <a:pt x="525964" y="87642"/>
                  <a:pt x="533986" y="66840"/>
                  <a:pt x="556977" y="66840"/>
                </a:cubicBezTo>
                <a:cubicBezTo>
                  <a:pt x="568256" y="66840"/>
                  <a:pt x="575629" y="68574"/>
                  <a:pt x="587560" y="76375"/>
                </a:cubicBezTo>
                <a:lnTo>
                  <a:pt x="590161" y="62286"/>
                </a:lnTo>
                <a:cubicBezTo>
                  <a:pt x="577367" y="54908"/>
                  <a:pt x="569990" y="52956"/>
                  <a:pt x="556762" y="52956"/>
                </a:cubicBezTo>
                <a:cubicBezTo>
                  <a:pt x="526612" y="52956"/>
                  <a:pt x="509046" y="79192"/>
                  <a:pt x="509046" y="104763"/>
                </a:cubicBezTo>
                <a:cubicBezTo>
                  <a:pt x="509046" y="131635"/>
                  <a:pt x="528783" y="155266"/>
                  <a:pt x="555895" y="155266"/>
                </a:cubicBezTo>
                <a:cubicBezTo>
                  <a:pt x="567607" y="155266"/>
                  <a:pt x="579535" y="152231"/>
                  <a:pt x="591247" y="144205"/>
                </a:cubicBezTo>
                <a:close/>
                <a:moveTo>
                  <a:pt x="669543" y="147025"/>
                </a:moveTo>
                <a:lnTo>
                  <a:pt x="666075" y="134226"/>
                </a:lnTo>
                <a:cubicBezTo>
                  <a:pt x="660435" y="138784"/>
                  <a:pt x="653495" y="141385"/>
                  <a:pt x="646555" y="141385"/>
                </a:cubicBezTo>
                <a:cubicBezTo>
                  <a:pt x="638530" y="141385"/>
                  <a:pt x="635492" y="134878"/>
                  <a:pt x="635492" y="123377"/>
                </a:cubicBezTo>
                <a:lnTo>
                  <a:pt x="635492" y="69140"/>
                </a:lnTo>
                <a:lnTo>
                  <a:pt x="666075" y="69140"/>
                </a:lnTo>
                <a:lnTo>
                  <a:pt x="666075" y="56557"/>
                </a:lnTo>
                <a:lnTo>
                  <a:pt x="635492" y="56557"/>
                </a:lnTo>
                <a:lnTo>
                  <a:pt x="635492" y="29020"/>
                </a:lnTo>
                <a:lnTo>
                  <a:pt x="620526" y="29020"/>
                </a:lnTo>
                <a:lnTo>
                  <a:pt x="620526" y="56557"/>
                </a:lnTo>
                <a:lnTo>
                  <a:pt x="601659" y="56557"/>
                </a:lnTo>
                <a:lnTo>
                  <a:pt x="601659" y="69140"/>
                </a:lnTo>
                <a:lnTo>
                  <a:pt x="619877" y="69140"/>
                </a:lnTo>
                <a:lnTo>
                  <a:pt x="619877" y="127067"/>
                </a:lnTo>
                <a:cubicBezTo>
                  <a:pt x="619877" y="140084"/>
                  <a:pt x="622912" y="155266"/>
                  <a:pt x="637878" y="155266"/>
                </a:cubicBezTo>
                <a:cubicBezTo>
                  <a:pt x="653062" y="155266"/>
                  <a:pt x="664122" y="149845"/>
                  <a:pt x="669543" y="147025"/>
                </a:cubicBezTo>
                <a:close/>
                <a:moveTo>
                  <a:pt x="849781" y="105196"/>
                </a:moveTo>
                <a:cubicBezTo>
                  <a:pt x="849781" y="76157"/>
                  <a:pt x="828091" y="52956"/>
                  <a:pt x="802283" y="52956"/>
                </a:cubicBezTo>
                <a:cubicBezTo>
                  <a:pt x="775606" y="52956"/>
                  <a:pt x="754567" y="76806"/>
                  <a:pt x="754567" y="105196"/>
                </a:cubicBezTo>
                <a:cubicBezTo>
                  <a:pt x="754567" y="133803"/>
                  <a:pt x="776688" y="155266"/>
                  <a:pt x="802065" y="155266"/>
                </a:cubicBezTo>
                <a:cubicBezTo>
                  <a:pt x="828091" y="155266"/>
                  <a:pt x="849781" y="133369"/>
                  <a:pt x="849781" y="105196"/>
                </a:cubicBezTo>
                <a:moveTo>
                  <a:pt x="832863" y="103029"/>
                </a:moveTo>
                <a:cubicBezTo>
                  <a:pt x="832863" y="128600"/>
                  <a:pt x="818116" y="141385"/>
                  <a:pt x="802065" y="141385"/>
                </a:cubicBezTo>
                <a:cubicBezTo>
                  <a:pt x="787099" y="141385"/>
                  <a:pt x="771482" y="129252"/>
                  <a:pt x="771482" y="103029"/>
                </a:cubicBezTo>
                <a:cubicBezTo>
                  <a:pt x="771482" y="76806"/>
                  <a:pt x="787967" y="66188"/>
                  <a:pt x="802065" y="66188"/>
                </a:cubicBezTo>
                <a:cubicBezTo>
                  <a:pt x="817249" y="66188"/>
                  <a:pt x="832863" y="77458"/>
                  <a:pt x="832863" y="103029"/>
                </a:cubicBezTo>
                <a:close/>
                <a:moveTo>
                  <a:pt x="931767" y="16916"/>
                </a:moveTo>
                <a:lnTo>
                  <a:pt x="931767" y="2386"/>
                </a:lnTo>
                <a:cubicBezTo>
                  <a:pt x="929163" y="1738"/>
                  <a:pt x="922438" y="0"/>
                  <a:pt x="914416" y="0"/>
                </a:cubicBezTo>
                <a:cubicBezTo>
                  <a:pt x="894026" y="0"/>
                  <a:pt x="878412" y="15400"/>
                  <a:pt x="878412" y="37062"/>
                </a:cubicBezTo>
                <a:lnTo>
                  <a:pt x="878412" y="56557"/>
                </a:lnTo>
                <a:lnTo>
                  <a:pt x="862361" y="56557"/>
                </a:lnTo>
                <a:lnTo>
                  <a:pt x="862361" y="69140"/>
                </a:lnTo>
                <a:lnTo>
                  <a:pt x="878412" y="69140"/>
                </a:lnTo>
                <a:lnTo>
                  <a:pt x="878412" y="152936"/>
                </a:lnTo>
                <a:lnTo>
                  <a:pt x="894678" y="152936"/>
                </a:lnTo>
                <a:lnTo>
                  <a:pt x="894678" y="69140"/>
                </a:lnTo>
                <a:lnTo>
                  <a:pt x="918536" y="69140"/>
                </a:lnTo>
                <a:lnTo>
                  <a:pt x="918536" y="56557"/>
                </a:lnTo>
                <a:lnTo>
                  <a:pt x="894026" y="56557"/>
                </a:lnTo>
                <a:lnTo>
                  <a:pt x="894026" y="30780"/>
                </a:lnTo>
                <a:cubicBezTo>
                  <a:pt x="894026" y="14748"/>
                  <a:pt x="908558" y="13232"/>
                  <a:pt x="914197" y="13232"/>
                </a:cubicBezTo>
                <a:cubicBezTo>
                  <a:pt x="918536" y="13232"/>
                  <a:pt x="924391" y="13666"/>
                  <a:pt x="931767" y="16916"/>
                </a:cubicBezTo>
                <a:close/>
                <a:moveTo>
                  <a:pt x="1083807" y="152883"/>
                </a:moveTo>
                <a:lnTo>
                  <a:pt x="1083807" y="90243"/>
                </a:lnTo>
                <a:cubicBezTo>
                  <a:pt x="1083807" y="68137"/>
                  <a:pt x="1067975" y="52956"/>
                  <a:pt x="1048019" y="52956"/>
                </a:cubicBezTo>
                <a:cubicBezTo>
                  <a:pt x="1033920" y="52956"/>
                  <a:pt x="1024160" y="56428"/>
                  <a:pt x="1013967" y="62286"/>
                </a:cubicBezTo>
                <a:lnTo>
                  <a:pt x="1015268" y="76590"/>
                </a:lnTo>
                <a:cubicBezTo>
                  <a:pt x="1026547" y="68571"/>
                  <a:pt x="1037392" y="65754"/>
                  <a:pt x="1048019" y="65754"/>
                </a:cubicBezTo>
                <a:cubicBezTo>
                  <a:pt x="1058215" y="65754"/>
                  <a:pt x="1066889" y="74423"/>
                  <a:pt x="1066889" y="90462"/>
                </a:cubicBezTo>
                <a:lnTo>
                  <a:pt x="1066889" y="99782"/>
                </a:lnTo>
                <a:cubicBezTo>
                  <a:pt x="1034357" y="100215"/>
                  <a:pt x="1006809" y="109324"/>
                  <a:pt x="1006809" y="128388"/>
                </a:cubicBezTo>
                <a:cubicBezTo>
                  <a:pt x="1006809" y="137705"/>
                  <a:pt x="1012666" y="155266"/>
                  <a:pt x="1031537" y="155266"/>
                </a:cubicBezTo>
                <a:cubicBezTo>
                  <a:pt x="1034572" y="155266"/>
                  <a:pt x="1054959" y="154833"/>
                  <a:pt x="1067541" y="145072"/>
                </a:cubicBezTo>
                <a:lnTo>
                  <a:pt x="1067541" y="152883"/>
                </a:lnTo>
                <a:lnTo>
                  <a:pt x="1083807" y="152883"/>
                </a:lnTo>
                <a:moveTo>
                  <a:pt x="1066889" y="124274"/>
                </a:moveTo>
                <a:cubicBezTo>
                  <a:pt x="1066889" y="128388"/>
                  <a:pt x="1066889" y="133806"/>
                  <a:pt x="1059516" y="137920"/>
                </a:cubicBezTo>
                <a:cubicBezTo>
                  <a:pt x="1053224" y="141819"/>
                  <a:pt x="1044984" y="142037"/>
                  <a:pt x="1042598" y="142037"/>
                </a:cubicBezTo>
                <a:cubicBezTo>
                  <a:pt x="1032186" y="142037"/>
                  <a:pt x="1022426" y="137053"/>
                  <a:pt x="1022426" y="127958"/>
                </a:cubicBezTo>
                <a:cubicBezTo>
                  <a:pt x="1022426" y="112792"/>
                  <a:pt x="1057563" y="111276"/>
                  <a:pt x="1066889" y="110843"/>
                </a:cubicBezTo>
                <a:lnTo>
                  <a:pt x="1066889" y="124274"/>
                </a:lnTo>
                <a:close/>
                <a:moveTo>
                  <a:pt x="1193771" y="152936"/>
                </a:moveTo>
                <a:lnTo>
                  <a:pt x="1193771" y="88287"/>
                </a:lnTo>
                <a:cubicBezTo>
                  <a:pt x="1193771" y="73969"/>
                  <a:pt x="1190518" y="54227"/>
                  <a:pt x="1164055" y="54227"/>
                </a:cubicBezTo>
                <a:cubicBezTo>
                  <a:pt x="1144536" y="54227"/>
                  <a:pt x="1133909" y="68978"/>
                  <a:pt x="1132609" y="70712"/>
                </a:cubicBezTo>
                <a:lnTo>
                  <a:pt x="1132609" y="55312"/>
                </a:lnTo>
                <a:lnTo>
                  <a:pt x="1116991" y="55312"/>
                </a:lnTo>
                <a:lnTo>
                  <a:pt x="1116991" y="152936"/>
                </a:lnTo>
                <a:lnTo>
                  <a:pt x="1133909" y="152936"/>
                </a:lnTo>
                <a:lnTo>
                  <a:pt x="1133909" y="99785"/>
                </a:lnTo>
                <a:cubicBezTo>
                  <a:pt x="1133909" y="85467"/>
                  <a:pt x="1139330" y="67459"/>
                  <a:pt x="1155815" y="67459"/>
                </a:cubicBezTo>
                <a:cubicBezTo>
                  <a:pt x="1176635" y="67459"/>
                  <a:pt x="1176853" y="82862"/>
                  <a:pt x="1176853" y="89806"/>
                </a:cubicBezTo>
                <a:lnTo>
                  <a:pt x="1176853" y="152936"/>
                </a:lnTo>
                <a:lnTo>
                  <a:pt x="1193771" y="152936"/>
                </a:lnTo>
                <a:close/>
                <a:moveTo>
                  <a:pt x="1308290" y="56557"/>
                </a:moveTo>
                <a:lnTo>
                  <a:pt x="1292021" y="56557"/>
                </a:lnTo>
                <a:cubicBezTo>
                  <a:pt x="1263827" y="125594"/>
                  <a:pt x="1263394" y="135580"/>
                  <a:pt x="1263175" y="140574"/>
                </a:cubicBezTo>
                <a:lnTo>
                  <a:pt x="1262960" y="140574"/>
                </a:lnTo>
                <a:cubicBezTo>
                  <a:pt x="1261656" y="126028"/>
                  <a:pt x="1244304" y="85649"/>
                  <a:pt x="1243437" y="83696"/>
                </a:cubicBezTo>
                <a:lnTo>
                  <a:pt x="1231725" y="56557"/>
                </a:lnTo>
                <a:lnTo>
                  <a:pt x="1214592" y="56557"/>
                </a:lnTo>
                <a:lnTo>
                  <a:pt x="1256669" y="152936"/>
                </a:lnTo>
                <a:lnTo>
                  <a:pt x="1248862" y="172470"/>
                </a:lnTo>
                <a:cubicBezTo>
                  <a:pt x="1243222" y="185057"/>
                  <a:pt x="1239535" y="185057"/>
                  <a:pt x="1236497" y="185057"/>
                </a:cubicBezTo>
                <a:cubicBezTo>
                  <a:pt x="1233029" y="185057"/>
                  <a:pt x="1226086" y="184190"/>
                  <a:pt x="1219579" y="181585"/>
                </a:cubicBezTo>
                <a:lnTo>
                  <a:pt x="1220883" y="195685"/>
                </a:lnTo>
                <a:cubicBezTo>
                  <a:pt x="1225652" y="196770"/>
                  <a:pt x="1231725" y="197419"/>
                  <a:pt x="1236497" y="197419"/>
                </a:cubicBezTo>
                <a:cubicBezTo>
                  <a:pt x="1244089" y="197366"/>
                  <a:pt x="1252115" y="194761"/>
                  <a:pt x="1261007" y="172636"/>
                </a:cubicBezTo>
                <a:lnTo>
                  <a:pt x="1308290" y="56557"/>
                </a:lnTo>
                <a:close/>
                <a:moveTo>
                  <a:pt x="1461849" y="125134"/>
                </a:moveTo>
                <a:cubicBezTo>
                  <a:pt x="1461849" y="113213"/>
                  <a:pt x="1453824" y="105845"/>
                  <a:pt x="1453390" y="105196"/>
                </a:cubicBezTo>
                <a:cubicBezTo>
                  <a:pt x="1444931" y="97611"/>
                  <a:pt x="1439074" y="96310"/>
                  <a:pt x="1428228" y="94360"/>
                </a:cubicBezTo>
                <a:cubicBezTo>
                  <a:pt x="1416301" y="91977"/>
                  <a:pt x="1406323" y="89810"/>
                  <a:pt x="1406323" y="79192"/>
                </a:cubicBezTo>
                <a:cubicBezTo>
                  <a:pt x="1406323" y="65754"/>
                  <a:pt x="1421940" y="65754"/>
                  <a:pt x="1424760" y="65754"/>
                </a:cubicBezTo>
                <a:cubicBezTo>
                  <a:pt x="1431700" y="65754"/>
                  <a:pt x="1443194" y="66622"/>
                  <a:pt x="1455558" y="73989"/>
                </a:cubicBezTo>
                <a:lnTo>
                  <a:pt x="1458159" y="59900"/>
                </a:lnTo>
                <a:cubicBezTo>
                  <a:pt x="1446884" y="54693"/>
                  <a:pt x="1437991" y="52956"/>
                  <a:pt x="1426928" y="52956"/>
                </a:cubicBezTo>
                <a:cubicBezTo>
                  <a:pt x="1421507" y="52956"/>
                  <a:pt x="1390924" y="52956"/>
                  <a:pt x="1390924" y="81360"/>
                </a:cubicBezTo>
                <a:cubicBezTo>
                  <a:pt x="1390924" y="91977"/>
                  <a:pt x="1397215" y="98911"/>
                  <a:pt x="1402636" y="103029"/>
                </a:cubicBezTo>
                <a:cubicBezTo>
                  <a:pt x="1409361" y="107798"/>
                  <a:pt x="1414133" y="108662"/>
                  <a:pt x="1426061" y="111048"/>
                </a:cubicBezTo>
                <a:cubicBezTo>
                  <a:pt x="1433868" y="112564"/>
                  <a:pt x="1446447" y="115165"/>
                  <a:pt x="1446447" y="126650"/>
                </a:cubicBezTo>
                <a:cubicBezTo>
                  <a:pt x="1446447" y="141604"/>
                  <a:pt x="1429314" y="141604"/>
                  <a:pt x="1426061" y="141604"/>
                </a:cubicBezTo>
                <a:cubicBezTo>
                  <a:pt x="1408494" y="141604"/>
                  <a:pt x="1396348" y="133584"/>
                  <a:pt x="1392443" y="130983"/>
                </a:cubicBezTo>
                <a:lnTo>
                  <a:pt x="1389841" y="145724"/>
                </a:lnTo>
                <a:cubicBezTo>
                  <a:pt x="1396781" y="149193"/>
                  <a:pt x="1408709" y="155266"/>
                  <a:pt x="1426279" y="155266"/>
                </a:cubicBezTo>
                <a:cubicBezTo>
                  <a:pt x="1430181" y="155266"/>
                  <a:pt x="1442112" y="155266"/>
                  <a:pt x="1451438" y="148326"/>
                </a:cubicBezTo>
                <a:cubicBezTo>
                  <a:pt x="1458159" y="143119"/>
                  <a:pt x="1461849" y="134451"/>
                  <a:pt x="1461849" y="125134"/>
                </a:cubicBezTo>
                <a:close/>
                <a:moveTo>
                  <a:pt x="1561185" y="152883"/>
                </a:moveTo>
                <a:lnTo>
                  <a:pt x="1561185" y="56557"/>
                </a:lnTo>
                <a:lnTo>
                  <a:pt x="1544267" y="56557"/>
                </a:lnTo>
                <a:lnTo>
                  <a:pt x="1544267" y="119475"/>
                </a:lnTo>
                <a:cubicBezTo>
                  <a:pt x="1544267" y="135745"/>
                  <a:pt x="1532121" y="143338"/>
                  <a:pt x="1518241" y="143338"/>
                </a:cubicBezTo>
                <a:cubicBezTo>
                  <a:pt x="1502839" y="143338"/>
                  <a:pt x="1501323" y="137698"/>
                  <a:pt x="1501323" y="128368"/>
                </a:cubicBezTo>
                <a:lnTo>
                  <a:pt x="1501323" y="56557"/>
                </a:lnTo>
                <a:lnTo>
                  <a:pt x="1484405" y="56557"/>
                </a:lnTo>
                <a:lnTo>
                  <a:pt x="1484405" y="129235"/>
                </a:lnTo>
                <a:cubicBezTo>
                  <a:pt x="1484405" y="144857"/>
                  <a:pt x="1489392" y="155266"/>
                  <a:pt x="1507396" y="155266"/>
                </a:cubicBezTo>
                <a:cubicBezTo>
                  <a:pt x="1518890" y="155266"/>
                  <a:pt x="1534289" y="151798"/>
                  <a:pt x="1544919" y="142471"/>
                </a:cubicBezTo>
                <a:lnTo>
                  <a:pt x="1544919" y="152883"/>
                </a:lnTo>
                <a:lnTo>
                  <a:pt x="1561185" y="152883"/>
                </a:lnTo>
                <a:close/>
                <a:moveTo>
                  <a:pt x="1683077" y="104551"/>
                </a:moveTo>
                <a:cubicBezTo>
                  <a:pt x="1683077" y="77653"/>
                  <a:pt x="1668327" y="54227"/>
                  <a:pt x="1647940" y="54227"/>
                </a:cubicBezTo>
                <a:cubicBezTo>
                  <a:pt x="1639481" y="54237"/>
                  <a:pt x="1626035" y="56411"/>
                  <a:pt x="1613022" y="67052"/>
                </a:cubicBezTo>
                <a:lnTo>
                  <a:pt x="1613022" y="2330"/>
                </a:lnTo>
                <a:lnTo>
                  <a:pt x="1596753" y="2330"/>
                </a:lnTo>
                <a:lnTo>
                  <a:pt x="1596753" y="152946"/>
                </a:lnTo>
                <a:lnTo>
                  <a:pt x="1613671" y="152883"/>
                </a:lnTo>
                <a:lnTo>
                  <a:pt x="1613671" y="142904"/>
                </a:lnTo>
                <a:cubicBezTo>
                  <a:pt x="1618876" y="147677"/>
                  <a:pt x="1628203" y="155266"/>
                  <a:pt x="1642735" y="155266"/>
                </a:cubicBezTo>
                <a:cubicBezTo>
                  <a:pt x="1664425" y="155266"/>
                  <a:pt x="1683077" y="133587"/>
                  <a:pt x="1683077" y="104551"/>
                </a:cubicBezTo>
                <a:moveTo>
                  <a:pt x="1666159" y="104551"/>
                </a:moveTo>
                <a:cubicBezTo>
                  <a:pt x="1666159" y="132720"/>
                  <a:pt x="1647940" y="142037"/>
                  <a:pt x="1634709" y="142037"/>
                </a:cubicBezTo>
                <a:cubicBezTo>
                  <a:pt x="1626250" y="142037"/>
                  <a:pt x="1619095" y="138135"/>
                  <a:pt x="1613671" y="128169"/>
                </a:cubicBezTo>
                <a:lnTo>
                  <a:pt x="1613671" y="80281"/>
                </a:lnTo>
                <a:cubicBezTo>
                  <a:pt x="1617142" y="75051"/>
                  <a:pt x="1624949" y="67459"/>
                  <a:pt x="1636880" y="67459"/>
                </a:cubicBezTo>
                <a:cubicBezTo>
                  <a:pt x="1649675" y="67459"/>
                  <a:pt x="1666159" y="76786"/>
                  <a:pt x="1666159" y="104551"/>
                </a:cubicBezTo>
                <a:close/>
                <a:moveTo>
                  <a:pt x="1724936" y="152936"/>
                </a:moveTo>
                <a:lnTo>
                  <a:pt x="1724936" y="2330"/>
                </a:lnTo>
                <a:lnTo>
                  <a:pt x="1708670" y="2330"/>
                </a:lnTo>
                <a:lnTo>
                  <a:pt x="1708670" y="152936"/>
                </a:lnTo>
                <a:lnTo>
                  <a:pt x="1724936" y="152936"/>
                </a:lnTo>
                <a:close/>
                <a:moveTo>
                  <a:pt x="1776773" y="152936"/>
                </a:moveTo>
                <a:lnTo>
                  <a:pt x="1776773" y="56557"/>
                </a:lnTo>
                <a:lnTo>
                  <a:pt x="1760507" y="56557"/>
                </a:lnTo>
                <a:lnTo>
                  <a:pt x="1760507" y="152936"/>
                </a:lnTo>
                <a:lnTo>
                  <a:pt x="1776773" y="152936"/>
                </a:lnTo>
                <a:moveTo>
                  <a:pt x="1778507" y="30109"/>
                </a:moveTo>
                <a:lnTo>
                  <a:pt x="1778507" y="10803"/>
                </a:lnTo>
                <a:lnTo>
                  <a:pt x="1759206" y="10803"/>
                </a:lnTo>
                <a:lnTo>
                  <a:pt x="1759206" y="30109"/>
                </a:lnTo>
                <a:lnTo>
                  <a:pt x="1778507" y="30109"/>
                </a:lnTo>
                <a:close/>
                <a:moveTo>
                  <a:pt x="1872858" y="125134"/>
                </a:moveTo>
                <a:cubicBezTo>
                  <a:pt x="1872858" y="113213"/>
                  <a:pt x="1864832" y="105845"/>
                  <a:pt x="1864399" y="105196"/>
                </a:cubicBezTo>
                <a:cubicBezTo>
                  <a:pt x="1855940" y="97611"/>
                  <a:pt x="1850082" y="96310"/>
                  <a:pt x="1839237" y="94360"/>
                </a:cubicBezTo>
                <a:cubicBezTo>
                  <a:pt x="1827309" y="91977"/>
                  <a:pt x="1817331" y="89810"/>
                  <a:pt x="1817331" y="79192"/>
                </a:cubicBezTo>
                <a:cubicBezTo>
                  <a:pt x="1817331" y="65754"/>
                  <a:pt x="1832949" y="65754"/>
                  <a:pt x="1835768" y="65754"/>
                </a:cubicBezTo>
                <a:cubicBezTo>
                  <a:pt x="1842708" y="65754"/>
                  <a:pt x="1854202" y="66622"/>
                  <a:pt x="1866567" y="73989"/>
                </a:cubicBezTo>
                <a:lnTo>
                  <a:pt x="1869168" y="59900"/>
                </a:lnTo>
                <a:cubicBezTo>
                  <a:pt x="1857892" y="54693"/>
                  <a:pt x="1849000" y="52956"/>
                  <a:pt x="1837936" y="52956"/>
                </a:cubicBezTo>
                <a:cubicBezTo>
                  <a:pt x="1832515" y="52956"/>
                  <a:pt x="1801932" y="52956"/>
                  <a:pt x="1801932" y="81360"/>
                </a:cubicBezTo>
                <a:cubicBezTo>
                  <a:pt x="1801932" y="91977"/>
                  <a:pt x="1808224" y="98911"/>
                  <a:pt x="1813644" y="103029"/>
                </a:cubicBezTo>
                <a:cubicBezTo>
                  <a:pt x="1820369" y="107798"/>
                  <a:pt x="1825142" y="108662"/>
                  <a:pt x="1837069" y="111048"/>
                </a:cubicBezTo>
                <a:cubicBezTo>
                  <a:pt x="1844876" y="112564"/>
                  <a:pt x="1857456" y="115165"/>
                  <a:pt x="1857456" y="126650"/>
                </a:cubicBezTo>
                <a:cubicBezTo>
                  <a:pt x="1857456" y="141604"/>
                  <a:pt x="1840322" y="141604"/>
                  <a:pt x="1837069" y="141604"/>
                </a:cubicBezTo>
                <a:cubicBezTo>
                  <a:pt x="1819502" y="141604"/>
                  <a:pt x="1807356" y="133584"/>
                  <a:pt x="1803451" y="130983"/>
                </a:cubicBezTo>
                <a:lnTo>
                  <a:pt x="1800850" y="145724"/>
                </a:lnTo>
                <a:cubicBezTo>
                  <a:pt x="1807790" y="149193"/>
                  <a:pt x="1819717" y="155266"/>
                  <a:pt x="1837288" y="155266"/>
                </a:cubicBezTo>
                <a:cubicBezTo>
                  <a:pt x="1841189" y="155266"/>
                  <a:pt x="1853120" y="155266"/>
                  <a:pt x="1862446" y="148326"/>
                </a:cubicBezTo>
                <a:cubicBezTo>
                  <a:pt x="1869168" y="143119"/>
                  <a:pt x="1872858" y="134451"/>
                  <a:pt x="1872858" y="125134"/>
                </a:cubicBezTo>
                <a:close/>
                <a:moveTo>
                  <a:pt x="1949851" y="147025"/>
                </a:moveTo>
                <a:lnTo>
                  <a:pt x="1946383" y="134226"/>
                </a:lnTo>
                <a:cubicBezTo>
                  <a:pt x="1940744" y="138784"/>
                  <a:pt x="1933804" y="141385"/>
                  <a:pt x="1926864" y="141385"/>
                </a:cubicBezTo>
                <a:cubicBezTo>
                  <a:pt x="1918838" y="141385"/>
                  <a:pt x="1915800" y="134878"/>
                  <a:pt x="1915800" y="123377"/>
                </a:cubicBezTo>
                <a:lnTo>
                  <a:pt x="1915800" y="69140"/>
                </a:lnTo>
                <a:lnTo>
                  <a:pt x="1946383" y="69140"/>
                </a:lnTo>
                <a:lnTo>
                  <a:pt x="1946383" y="56557"/>
                </a:lnTo>
                <a:lnTo>
                  <a:pt x="1915800" y="56557"/>
                </a:lnTo>
                <a:lnTo>
                  <a:pt x="1915800" y="29020"/>
                </a:lnTo>
                <a:lnTo>
                  <a:pt x="1900834" y="29020"/>
                </a:lnTo>
                <a:lnTo>
                  <a:pt x="1900834" y="56557"/>
                </a:lnTo>
                <a:lnTo>
                  <a:pt x="1881967" y="56557"/>
                </a:lnTo>
                <a:lnTo>
                  <a:pt x="1881967" y="69140"/>
                </a:lnTo>
                <a:lnTo>
                  <a:pt x="1900186" y="69140"/>
                </a:lnTo>
                <a:lnTo>
                  <a:pt x="1900186" y="127067"/>
                </a:lnTo>
                <a:cubicBezTo>
                  <a:pt x="1900186" y="140084"/>
                  <a:pt x="1903220" y="155266"/>
                  <a:pt x="1918186" y="155266"/>
                </a:cubicBezTo>
                <a:cubicBezTo>
                  <a:pt x="1933370" y="155266"/>
                  <a:pt x="1944430" y="149845"/>
                  <a:pt x="1949851" y="147025"/>
                </a:cubicBezTo>
                <a:close/>
                <a:moveTo>
                  <a:pt x="1995183" y="152936"/>
                </a:moveTo>
                <a:lnTo>
                  <a:pt x="1995183" y="134934"/>
                </a:lnTo>
                <a:lnTo>
                  <a:pt x="1977183" y="134934"/>
                </a:lnTo>
                <a:lnTo>
                  <a:pt x="1977183" y="152936"/>
                </a:lnTo>
                <a:lnTo>
                  <a:pt x="1995183" y="152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BF2CB3-02DB-4834-8031-3CD2FE14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4" y="5997097"/>
            <a:ext cx="6127656" cy="1063830"/>
          </a:xfrm>
          <a:custGeom xmlns:a="http://schemas.openxmlformats.org/drawingml/2006/main">
            <a:pathLst>
              <a:path w="6127656" h="1063830" fill="none">
                <a:moveTo>
                  <a:pt x="0" y="0"/>
                </a:moveTo>
                <a:lnTo>
                  <a:pt x="6127656" y="0"/>
                </a:lnTo>
                <a:lnTo>
                  <a:pt x="6127656" y="1063830"/>
                </a:lnTo>
                <a:lnTo>
                  <a:pt x="0" y="106383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494" cap="flat">
            <a:solidFill>
              <a:srgbClr val="000000"/>
            </a:solidFill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061B68-B845-4C3D-A85F-7344EC91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75" y="5832248"/>
            <a:ext cx="1811836" cy="313888"/>
          </a:xfrm>
          <a:custGeom xmlns:a="http://schemas.openxmlformats.org/drawingml/2006/main">
            <a:pathLst>
              <a:path w="1811836" h="313888">
                <a:moveTo>
                  <a:pt x="156909" y="0"/>
                </a:moveTo>
                <a:lnTo>
                  <a:pt x="1654927" y="0"/>
                </a:lnTo>
                <a:cubicBezTo>
                  <a:pt x="1741515" y="0"/>
                  <a:pt x="1811836" y="86618"/>
                  <a:pt x="1811836" y="156944"/>
                </a:cubicBezTo>
                <a:cubicBezTo>
                  <a:pt x="1811836" y="243562"/>
                  <a:pt x="1741611" y="313888"/>
                  <a:pt x="1654927" y="313888"/>
                </a:cubicBezTo>
                <a:lnTo>
                  <a:pt x="156909" y="313888"/>
                </a:lnTo>
                <a:cubicBezTo>
                  <a:pt x="70321" y="313888"/>
                  <a:pt x="0" y="227270"/>
                  <a:pt x="0" y="156944"/>
                </a:cubicBezTo>
                <a:cubicBezTo>
                  <a:pt x="0" y="70326"/>
                  <a:pt x="70225" y="0"/>
                  <a:pt x="156909" y="0"/>
                </a:cubicBezTo>
                <a:close/>
                <a:moveTo>
                  <a:pt x="156909" y="0"/>
                </a:moveTo>
              </a:path>
            </a:pathLst>
          </a:custGeom>
          <a:solidFill xmlns:a="http://schemas.openxmlformats.org/drawingml/2006/main">
            <a:srgbClr val="FF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0488E3-B4A3-45F9-B8C1-0C2015C3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75" y="5832248"/>
            <a:ext cx="1811836" cy="313888"/>
          </a:xfrm>
          <a:custGeom xmlns:a="http://schemas.openxmlformats.org/drawingml/2006/main">
            <a:pathLst>
              <a:path w="1811836" h="313888" fill="none">
                <a:moveTo>
                  <a:pt x="156909" y="0"/>
                </a:moveTo>
                <a:lnTo>
                  <a:pt x="1654927" y="0"/>
                </a:lnTo>
                <a:cubicBezTo>
                  <a:pt x="1741515" y="0"/>
                  <a:pt x="1811836" y="86618"/>
                  <a:pt x="1811836" y="156944"/>
                </a:cubicBezTo>
                <a:cubicBezTo>
                  <a:pt x="1811836" y="243562"/>
                  <a:pt x="1741611" y="313888"/>
                  <a:pt x="1654927" y="313888"/>
                </a:cubicBezTo>
                <a:lnTo>
                  <a:pt x="156909" y="313888"/>
                </a:lnTo>
                <a:cubicBezTo>
                  <a:pt x="70321" y="313888"/>
                  <a:pt x="0" y="227270"/>
                  <a:pt x="0" y="156944"/>
                </a:cubicBezTo>
                <a:cubicBezTo>
                  <a:pt x="0" y="70326"/>
                  <a:pt x="70225" y="0"/>
                  <a:pt x="156909" y="0"/>
                </a:cubicBezTo>
                <a:close/>
                <a:moveTo>
                  <a:pt x="15690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0494" cap="flat">
            <a:solidFill>
              <a:srgbClr val="000000"/>
            </a:solidFill>
            <a:miter/>
          </a:ln>
        </p:spPr>
      </p:sp>
      <p:sp>
        <p:nvSpPr>
          <p:cNvPr id="12" name="Text LLMResponse">
            <a:extLst xmlns:a="http://schemas.openxmlformats.org/drawingml/2006/main">
              <a:ext uri="{FF2B5EF4-FFF2-40B4-BE49-F238E27FC236}">
                <a16:creationId xmlns:a16="http://schemas.microsoft.com/office/drawing/2014/main" id="{ED5EA076-682E-42FE-9816-40C41746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70" y="5908626"/>
            <a:ext cx="1301779" cy="192547"/>
          </a:xfrm>
          <a:custGeom xmlns:a="http://schemas.openxmlformats.org/drawingml/2006/main">
            <a:pathLst>
              <a:path w="1301779" h="192547">
                <a:moveTo>
                  <a:pt x="87841" y="150606"/>
                </a:moveTo>
                <a:lnTo>
                  <a:pt x="87841" y="136291"/>
                </a:lnTo>
                <a:lnTo>
                  <a:pt x="29931" y="136725"/>
                </a:lnTo>
                <a:lnTo>
                  <a:pt x="19304" y="136725"/>
                </a:lnTo>
                <a:lnTo>
                  <a:pt x="19304" y="0"/>
                </a:lnTo>
                <a:lnTo>
                  <a:pt x="0" y="0"/>
                </a:lnTo>
                <a:lnTo>
                  <a:pt x="0" y="150606"/>
                </a:lnTo>
                <a:lnTo>
                  <a:pt x="87841" y="150606"/>
                </a:lnTo>
                <a:close/>
                <a:moveTo>
                  <a:pt x="205396" y="150606"/>
                </a:moveTo>
                <a:lnTo>
                  <a:pt x="205396" y="136291"/>
                </a:lnTo>
                <a:lnTo>
                  <a:pt x="147486" y="136725"/>
                </a:lnTo>
                <a:lnTo>
                  <a:pt x="136859" y="136725"/>
                </a:lnTo>
                <a:lnTo>
                  <a:pt x="136859" y="0"/>
                </a:lnTo>
                <a:lnTo>
                  <a:pt x="117555" y="0"/>
                </a:lnTo>
                <a:lnTo>
                  <a:pt x="117555" y="150606"/>
                </a:lnTo>
                <a:lnTo>
                  <a:pt x="205396" y="150606"/>
                </a:lnTo>
                <a:close/>
                <a:moveTo>
                  <a:pt x="382594" y="150606"/>
                </a:moveTo>
                <a:lnTo>
                  <a:pt x="382594" y="0"/>
                </a:lnTo>
                <a:lnTo>
                  <a:pt x="357869" y="0"/>
                </a:lnTo>
                <a:lnTo>
                  <a:pt x="329676" y="73569"/>
                </a:lnTo>
                <a:cubicBezTo>
                  <a:pt x="322084" y="93318"/>
                  <a:pt x="311890" y="120226"/>
                  <a:pt x="309504" y="130427"/>
                </a:cubicBezTo>
                <a:lnTo>
                  <a:pt x="309286" y="130427"/>
                </a:lnTo>
                <a:cubicBezTo>
                  <a:pt x="308204" y="125869"/>
                  <a:pt x="305599" y="117840"/>
                  <a:pt x="302346" y="108725"/>
                </a:cubicBezTo>
                <a:lnTo>
                  <a:pt x="268294" y="18882"/>
                </a:lnTo>
                <a:lnTo>
                  <a:pt x="260921" y="0"/>
                </a:lnTo>
                <a:lnTo>
                  <a:pt x="236411" y="0"/>
                </a:lnTo>
                <a:lnTo>
                  <a:pt x="236411" y="150606"/>
                </a:lnTo>
                <a:lnTo>
                  <a:pt x="253329" y="150606"/>
                </a:lnTo>
                <a:lnTo>
                  <a:pt x="253329" y="16062"/>
                </a:lnTo>
                <a:lnTo>
                  <a:pt x="253544" y="16062"/>
                </a:lnTo>
                <a:cubicBezTo>
                  <a:pt x="254848" y="23006"/>
                  <a:pt x="263522" y="46661"/>
                  <a:pt x="269161" y="61415"/>
                </a:cubicBezTo>
                <a:lnTo>
                  <a:pt x="301260" y="145833"/>
                </a:lnTo>
                <a:lnTo>
                  <a:pt x="317096" y="145833"/>
                </a:lnTo>
                <a:lnTo>
                  <a:pt x="345942" y="70315"/>
                </a:lnTo>
                <a:lnTo>
                  <a:pt x="356353" y="42755"/>
                </a:lnTo>
                <a:cubicBezTo>
                  <a:pt x="358521" y="36460"/>
                  <a:pt x="364376" y="20835"/>
                  <a:pt x="365461" y="15844"/>
                </a:cubicBezTo>
                <a:lnTo>
                  <a:pt x="365680" y="16062"/>
                </a:lnTo>
                <a:lnTo>
                  <a:pt x="365680" y="150606"/>
                </a:lnTo>
                <a:lnTo>
                  <a:pt x="382594" y="150606"/>
                </a:lnTo>
                <a:close/>
                <a:moveTo>
                  <a:pt x="610548" y="150606"/>
                </a:moveTo>
                <a:lnTo>
                  <a:pt x="567604" y="79814"/>
                </a:lnTo>
                <a:cubicBezTo>
                  <a:pt x="589943" y="73307"/>
                  <a:pt x="604475" y="57907"/>
                  <a:pt x="604475" y="40342"/>
                </a:cubicBezTo>
                <a:cubicBezTo>
                  <a:pt x="604475" y="18872"/>
                  <a:pt x="580835" y="0"/>
                  <a:pt x="549818" y="0"/>
                </a:cubicBezTo>
                <a:lnTo>
                  <a:pt x="497548" y="0"/>
                </a:lnTo>
                <a:lnTo>
                  <a:pt x="497548" y="150606"/>
                </a:lnTo>
                <a:lnTo>
                  <a:pt x="516200" y="150606"/>
                </a:lnTo>
                <a:lnTo>
                  <a:pt x="516200" y="81764"/>
                </a:lnTo>
                <a:lnTo>
                  <a:pt x="550470" y="81764"/>
                </a:lnTo>
                <a:lnTo>
                  <a:pt x="591247" y="150606"/>
                </a:lnTo>
                <a:lnTo>
                  <a:pt x="610548" y="150606"/>
                </a:lnTo>
                <a:moveTo>
                  <a:pt x="586908" y="40342"/>
                </a:moveTo>
                <a:cubicBezTo>
                  <a:pt x="586908" y="55739"/>
                  <a:pt x="573028" y="68535"/>
                  <a:pt x="547432" y="68535"/>
                </a:cubicBezTo>
                <a:lnTo>
                  <a:pt x="516200" y="68535"/>
                </a:lnTo>
                <a:lnTo>
                  <a:pt x="516200" y="12150"/>
                </a:lnTo>
                <a:lnTo>
                  <a:pt x="547432" y="12150"/>
                </a:lnTo>
                <a:cubicBezTo>
                  <a:pt x="572591" y="12150"/>
                  <a:pt x="586908" y="24942"/>
                  <a:pt x="586908" y="40342"/>
                </a:cubicBezTo>
                <a:close/>
                <a:moveTo>
                  <a:pt x="706630" y="103158"/>
                </a:moveTo>
                <a:cubicBezTo>
                  <a:pt x="706630" y="95784"/>
                  <a:pt x="706414" y="79500"/>
                  <a:pt x="697955" y="66466"/>
                </a:cubicBezTo>
                <a:cubicBezTo>
                  <a:pt x="689063" y="53012"/>
                  <a:pt x="675831" y="50626"/>
                  <a:pt x="668024" y="50626"/>
                </a:cubicBezTo>
                <a:cubicBezTo>
                  <a:pt x="643951" y="50626"/>
                  <a:pt x="624428" y="73635"/>
                  <a:pt x="624428" y="101642"/>
                </a:cubicBezTo>
                <a:cubicBezTo>
                  <a:pt x="624428" y="130192"/>
                  <a:pt x="645252" y="152936"/>
                  <a:pt x="671278" y="152936"/>
                </a:cubicBezTo>
                <a:cubicBezTo>
                  <a:pt x="684942" y="152936"/>
                  <a:pt x="697303" y="147733"/>
                  <a:pt x="705762" y="141660"/>
                </a:cubicBezTo>
                <a:lnTo>
                  <a:pt x="704462" y="127597"/>
                </a:lnTo>
                <a:cubicBezTo>
                  <a:pt x="690797" y="138840"/>
                  <a:pt x="676483" y="139707"/>
                  <a:pt x="671496" y="139707"/>
                </a:cubicBezTo>
                <a:cubicBezTo>
                  <a:pt x="654144" y="139707"/>
                  <a:pt x="640261" y="124353"/>
                  <a:pt x="639612" y="103158"/>
                </a:cubicBezTo>
                <a:lnTo>
                  <a:pt x="706630" y="103158"/>
                </a:lnTo>
                <a:moveTo>
                  <a:pt x="694269" y="91229"/>
                </a:moveTo>
                <a:lnTo>
                  <a:pt x="640694" y="91229"/>
                </a:lnTo>
                <a:cubicBezTo>
                  <a:pt x="644166" y="74720"/>
                  <a:pt x="655660" y="63858"/>
                  <a:pt x="668024" y="63858"/>
                </a:cubicBezTo>
                <a:cubicBezTo>
                  <a:pt x="679303" y="63858"/>
                  <a:pt x="691449" y="71245"/>
                  <a:pt x="694269" y="91229"/>
                </a:cubicBezTo>
                <a:close/>
                <a:moveTo>
                  <a:pt x="791220" y="122804"/>
                </a:moveTo>
                <a:cubicBezTo>
                  <a:pt x="791220" y="110883"/>
                  <a:pt x="783195" y="103515"/>
                  <a:pt x="782761" y="102866"/>
                </a:cubicBezTo>
                <a:cubicBezTo>
                  <a:pt x="774302" y="95281"/>
                  <a:pt x="768444" y="93980"/>
                  <a:pt x="757599" y="92030"/>
                </a:cubicBezTo>
                <a:cubicBezTo>
                  <a:pt x="745672" y="89647"/>
                  <a:pt x="735694" y="87480"/>
                  <a:pt x="735694" y="76862"/>
                </a:cubicBezTo>
                <a:cubicBezTo>
                  <a:pt x="735694" y="63424"/>
                  <a:pt x="751311" y="63424"/>
                  <a:pt x="754131" y="63424"/>
                </a:cubicBezTo>
                <a:cubicBezTo>
                  <a:pt x="761071" y="63424"/>
                  <a:pt x="772565" y="64292"/>
                  <a:pt x="784929" y="71659"/>
                </a:cubicBezTo>
                <a:lnTo>
                  <a:pt x="787530" y="57569"/>
                </a:lnTo>
                <a:cubicBezTo>
                  <a:pt x="776255" y="52363"/>
                  <a:pt x="767362" y="50626"/>
                  <a:pt x="756298" y="50626"/>
                </a:cubicBezTo>
                <a:cubicBezTo>
                  <a:pt x="750878" y="50626"/>
                  <a:pt x="720294" y="50626"/>
                  <a:pt x="720294" y="79030"/>
                </a:cubicBezTo>
                <a:cubicBezTo>
                  <a:pt x="720294" y="89647"/>
                  <a:pt x="726586" y="96581"/>
                  <a:pt x="732007" y="100699"/>
                </a:cubicBezTo>
                <a:cubicBezTo>
                  <a:pt x="738732" y="105468"/>
                  <a:pt x="743504" y="106332"/>
                  <a:pt x="755431" y="108718"/>
                </a:cubicBezTo>
                <a:cubicBezTo>
                  <a:pt x="763239" y="110234"/>
                  <a:pt x="775818" y="112835"/>
                  <a:pt x="775818" y="124320"/>
                </a:cubicBezTo>
                <a:cubicBezTo>
                  <a:pt x="775818" y="139273"/>
                  <a:pt x="758685" y="139273"/>
                  <a:pt x="755431" y="139273"/>
                </a:cubicBezTo>
                <a:cubicBezTo>
                  <a:pt x="737865" y="139273"/>
                  <a:pt x="725719" y="131254"/>
                  <a:pt x="721814" y="128653"/>
                </a:cubicBezTo>
                <a:lnTo>
                  <a:pt x="719212" y="143394"/>
                </a:lnTo>
                <a:cubicBezTo>
                  <a:pt x="726152" y="146863"/>
                  <a:pt x="738080" y="152936"/>
                  <a:pt x="755650" y="152936"/>
                </a:cubicBezTo>
                <a:cubicBezTo>
                  <a:pt x="759552" y="152936"/>
                  <a:pt x="771482" y="152936"/>
                  <a:pt x="780809" y="145996"/>
                </a:cubicBezTo>
                <a:cubicBezTo>
                  <a:pt x="787530" y="140789"/>
                  <a:pt x="791220" y="132121"/>
                  <a:pt x="791220" y="122804"/>
                </a:cubicBezTo>
                <a:close/>
                <a:moveTo>
                  <a:pt x="900315" y="102201"/>
                </a:moveTo>
                <a:cubicBezTo>
                  <a:pt x="900315" y="76187"/>
                  <a:pt x="886651" y="51897"/>
                  <a:pt x="865830" y="51897"/>
                </a:cubicBezTo>
                <a:cubicBezTo>
                  <a:pt x="852814" y="51897"/>
                  <a:pt x="840235" y="56454"/>
                  <a:pt x="830260" y="64914"/>
                </a:cubicBezTo>
                <a:lnTo>
                  <a:pt x="830260" y="54283"/>
                </a:lnTo>
                <a:lnTo>
                  <a:pt x="813991" y="54283"/>
                </a:lnTo>
                <a:lnTo>
                  <a:pt x="813991" y="192547"/>
                </a:lnTo>
                <a:lnTo>
                  <a:pt x="830909" y="192547"/>
                </a:lnTo>
                <a:lnTo>
                  <a:pt x="830909" y="140574"/>
                </a:lnTo>
                <a:cubicBezTo>
                  <a:pt x="837634" y="146863"/>
                  <a:pt x="847175" y="152936"/>
                  <a:pt x="860191" y="152936"/>
                </a:cubicBezTo>
                <a:cubicBezTo>
                  <a:pt x="881230" y="152936"/>
                  <a:pt x="900315" y="131684"/>
                  <a:pt x="900315" y="102201"/>
                </a:cubicBezTo>
                <a:moveTo>
                  <a:pt x="883397" y="102201"/>
                </a:moveTo>
                <a:cubicBezTo>
                  <a:pt x="883397" y="124532"/>
                  <a:pt x="867998" y="139707"/>
                  <a:pt x="851732" y="139707"/>
                </a:cubicBezTo>
                <a:cubicBezTo>
                  <a:pt x="843273" y="139707"/>
                  <a:pt x="837415" y="135371"/>
                  <a:pt x="833080" y="129516"/>
                </a:cubicBezTo>
                <a:cubicBezTo>
                  <a:pt x="830909" y="126266"/>
                  <a:pt x="830909" y="125833"/>
                  <a:pt x="830909" y="121931"/>
                </a:cubicBezTo>
                <a:lnTo>
                  <a:pt x="830909" y="78355"/>
                </a:lnTo>
                <a:cubicBezTo>
                  <a:pt x="836115" y="70765"/>
                  <a:pt x="844574" y="65781"/>
                  <a:pt x="853900" y="65781"/>
                </a:cubicBezTo>
                <a:cubicBezTo>
                  <a:pt x="870384" y="65781"/>
                  <a:pt x="883397" y="82257"/>
                  <a:pt x="883397" y="102201"/>
                </a:cubicBezTo>
                <a:close/>
                <a:moveTo>
                  <a:pt x="1010062" y="102866"/>
                </a:moveTo>
                <a:cubicBezTo>
                  <a:pt x="1010062" y="73827"/>
                  <a:pt x="988372" y="50626"/>
                  <a:pt x="962564" y="50626"/>
                </a:cubicBezTo>
                <a:cubicBezTo>
                  <a:pt x="935886" y="50626"/>
                  <a:pt x="914848" y="74476"/>
                  <a:pt x="914848" y="102866"/>
                </a:cubicBezTo>
                <a:cubicBezTo>
                  <a:pt x="914848" y="131472"/>
                  <a:pt x="936968" y="152936"/>
                  <a:pt x="962346" y="152936"/>
                </a:cubicBezTo>
                <a:cubicBezTo>
                  <a:pt x="988372" y="152936"/>
                  <a:pt x="1010062" y="131039"/>
                  <a:pt x="1010062" y="102866"/>
                </a:cubicBezTo>
                <a:moveTo>
                  <a:pt x="993144" y="100699"/>
                </a:moveTo>
                <a:cubicBezTo>
                  <a:pt x="993144" y="126270"/>
                  <a:pt x="978397" y="139055"/>
                  <a:pt x="962346" y="139055"/>
                </a:cubicBezTo>
                <a:cubicBezTo>
                  <a:pt x="947380" y="139055"/>
                  <a:pt x="931763" y="126922"/>
                  <a:pt x="931763" y="100699"/>
                </a:cubicBezTo>
                <a:cubicBezTo>
                  <a:pt x="931763" y="74476"/>
                  <a:pt x="948247" y="63858"/>
                  <a:pt x="962346" y="63858"/>
                </a:cubicBezTo>
                <a:cubicBezTo>
                  <a:pt x="977530" y="63858"/>
                  <a:pt x="993144" y="75128"/>
                  <a:pt x="993144" y="100699"/>
                </a:cubicBezTo>
                <a:close/>
                <a:moveTo>
                  <a:pt x="1111134" y="150606"/>
                </a:moveTo>
                <a:lnTo>
                  <a:pt x="1111134" y="85957"/>
                </a:lnTo>
                <a:cubicBezTo>
                  <a:pt x="1111134" y="71639"/>
                  <a:pt x="1107881" y="51897"/>
                  <a:pt x="1081418" y="51897"/>
                </a:cubicBezTo>
                <a:cubicBezTo>
                  <a:pt x="1061899" y="51897"/>
                  <a:pt x="1051272" y="66648"/>
                  <a:pt x="1049971" y="68382"/>
                </a:cubicBezTo>
                <a:lnTo>
                  <a:pt x="1049971" y="52982"/>
                </a:lnTo>
                <a:lnTo>
                  <a:pt x="1034354" y="52982"/>
                </a:lnTo>
                <a:lnTo>
                  <a:pt x="1034354" y="150606"/>
                </a:lnTo>
                <a:lnTo>
                  <a:pt x="1051272" y="150606"/>
                </a:lnTo>
                <a:lnTo>
                  <a:pt x="1051272" y="97455"/>
                </a:lnTo>
                <a:cubicBezTo>
                  <a:pt x="1051272" y="83137"/>
                  <a:pt x="1056693" y="65129"/>
                  <a:pt x="1073177" y="65129"/>
                </a:cubicBezTo>
                <a:cubicBezTo>
                  <a:pt x="1093997" y="65129"/>
                  <a:pt x="1094216" y="80532"/>
                  <a:pt x="1094216" y="87476"/>
                </a:cubicBezTo>
                <a:lnTo>
                  <a:pt x="1094216" y="150606"/>
                </a:lnTo>
                <a:lnTo>
                  <a:pt x="1111134" y="150606"/>
                </a:lnTo>
                <a:close/>
                <a:moveTo>
                  <a:pt x="1207000" y="122804"/>
                </a:moveTo>
                <a:cubicBezTo>
                  <a:pt x="1207000" y="110883"/>
                  <a:pt x="1198975" y="103515"/>
                  <a:pt x="1198541" y="102866"/>
                </a:cubicBezTo>
                <a:cubicBezTo>
                  <a:pt x="1190082" y="95281"/>
                  <a:pt x="1184225" y="93980"/>
                  <a:pt x="1173379" y="92030"/>
                </a:cubicBezTo>
                <a:cubicBezTo>
                  <a:pt x="1161452" y="89647"/>
                  <a:pt x="1151474" y="87480"/>
                  <a:pt x="1151474" y="76862"/>
                </a:cubicBezTo>
                <a:cubicBezTo>
                  <a:pt x="1151474" y="63424"/>
                  <a:pt x="1167091" y="63424"/>
                  <a:pt x="1169911" y="63424"/>
                </a:cubicBezTo>
                <a:cubicBezTo>
                  <a:pt x="1176851" y="63424"/>
                  <a:pt x="1188345" y="64292"/>
                  <a:pt x="1200709" y="71659"/>
                </a:cubicBezTo>
                <a:lnTo>
                  <a:pt x="1203310" y="57569"/>
                </a:lnTo>
                <a:cubicBezTo>
                  <a:pt x="1192035" y="52363"/>
                  <a:pt x="1183142" y="50626"/>
                  <a:pt x="1172079" y="50626"/>
                </a:cubicBezTo>
                <a:cubicBezTo>
                  <a:pt x="1166658" y="50626"/>
                  <a:pt x="1136075" y="50626"/>
                  <a:pt x="1136075" y="79030"/>
                </a:cubicBezTo>
                <a:cubicBezTo>
                  <a:pt x="1136075" y="89647"/>
                  <a:pt x="1142366" y="96581"/>
                  <a:pt x="1147787" y="100699"/>
                </a:cubicBezTo>
                <a:cubicBezTo>
                  <a:pt x="1154512" y="105468"/>
                  <a:pt x="1159284" y="106332"/>
                  <a:pt x="1171212" y="108718"/>
                </a:cubicBezTo>
                <a:cubicBezTo>
                  <a:pt x="1179019" y="110234"/>
                  <a:pt x="1191598" y="112835"/>
                  <a:pt x="1191598" y="124320"/>
                </a:cubicBezTo>
                <a:cubicBezTo>
                  <a:pt x="1191598" y="139273"/>
                  <a:pt x="1174465" y="139273"/>
                  <a:pt x="1171212" y="139273"/>
                </a:cubicBezTo>
                <a:cubicBezTo>
                  <a:pt x="1153645" y="139273"/>
                  <a:pt x="1141499" y="131254"/>
                  <a:pt x="1137594" y="128653"/>
                </a:cubicBezTo>
                <a:lnTo>
                  <a:pt x="1134992" y="143394"/>
                </a:lnTo>
                <a:cubicBezTo>
                  <a:pt x="1141932" y="146863"/>
                  <a:pt x="1153860" y="152936"/>
                  <a:pt x="1171430" y="152936"/>
                </a:cubicBezTo>
                <a:cubicBezTo>
                  <a:pt x="1175332" y="152936"/>
                  <a:pt x="1187263" y="152936"/>
                  <a:pt x="1196589" y="145996"/>
                </a:cubicBezTo>
                <a:cubicBezTo>
                  <a:pt x="1203310" y="140789"/>
                  <a:pt x="1207000" y="132121"/>
                  <a:pt x="1207000" y="122804"/>
                </a:cubicBezTo>
                <a:close/>
                <a:moveTo>
                  <a:pt x="1301779" y="103158"/>
                </a:moveTo>
                <a:cubicBezTo>
                  <a:pt x="1301779" y="95784"/>
                  <a:pt x="1301564" y="79500"/>
                  <a:pt x="1293105" y="66466"/>
                </a:cubicBezTo>
                <a:cubicBezTo>
                  <a:pt x="1284212" y="53012"/>
                  <a:pt x="1270981" y="50626"/>
                  <a:pt x="1263174" y="50626"/>
                </a:cubicBezTo>
                <a:cubicBezTo>
                  <a:pt x="1239100" y="50626"/>
                  <a:pt x="1219578" y="73635"/>
                  <a:pt x="1219578" y="101642"/>
                </a:cubicBezTo>
                <a:cubicBezTo>
                  <a:pt x="1219578" y="130192"/>
                  <a:pt x="1240401" y="152936"/>
                  <a:pt x="1266427" y="152936"/>
                </a:cubicBezTo>
                <a:cubicBezTo>
                  <a:pt x="1280092" y="152936"/>
                  <a:pt x="1292453" y="147733"/>
                  <a:pt x="1300912" y="141660"/>
                </a:cubicBezTo>
                <a:lnTo>
                  <a:pt x="1299611" y="127597"/>
                </a:lnTo>
                <a:cubicBezTo>
                  <a:pt x="1285946" y="138840"/>
                  <a:pt x="1271633" y="139707"/>
                  <a:pt x="1266645" y="139707"/>
                </a:cubicBezTo>
                <a:cubicBezTo>
                  <a:pt x="1249294" y="139707"/>
                  <a:pt x="1235410" y="124353"/>
                  <a:pt x="1234762" y="103158"/>
                </a:cubicBezTo>
                <a:lnTo>
                  <a:pt x="1301779" y="103158"/>
                </a:lnTo>
                <a:moveTo>
                  <a:pt x="1289418" y="91229"/>
                </a:moveTo>
                <a:lnTo>
                  <a:pt x="1235844" y="91229"/>
                </a:lnTo>
                <a:cubicBezTo>
                  <a:pt x="1239315" y="74720"/>
                  <a:pt x="1250809" y="63858"/>
                  <a:pt x="1263174" y="63858"/>
                </a:cubicBezTo>
                <a:cubicBezTo>
                  <a:pt x="1274452" y="63858"/>
                  <a:pt x="1286598" y="71245"/>
                  <a:pt x="1289418" y="912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4B31E7-929B-45DC-A547-BDF9EF4B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946" y="6641984"/>
            <a:ext cx="690123" cy="251081"/>
          </a:xfrm>
          <a:custGeom xmlns:a="http://schemas.openxmlformats.org/drawingml/2006/main">
            <a:pathLst>
              <a:path w="690123" h="251081">
                <a:moveTo>
                  <a:pt x="0" y="0"/>
                </a:moveTo>
                <a:lnTo>
                  <a:pt x="690123" y="0"/>
                </a:lnTo>
                <a:lnTo>
                  <a:pt x="690123" y="251081"/>
                </a:lnTo>
                <a:lnTo>
                  <a:pt x="0" y="2510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Thegivenprogramaimstosolvetheproblemoffindingthe">
            <a:extLst xmlns:a="http://schemas.openxmlformats.org/drawingml/2006/main">
              <a:ext uri="{FF2B5EF4-FFF2-40B4-BE49-F238E27FC236}">
                <a16:creationId xmlns:a16="http://schemas.microsoft.com/office/drawing/2014/main" id="{8CC602B6-62B0-4908-A1D3-202FC828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16" y="6226101"/>
            <a:ext cx="5414901" cy="197631"/>
          </a:xfrm>
          <a:custGeom xmlns:a="http://schemas.openxmlformats.org/drawingml/2006/main">
            <a:pathLst>
              <a:path w="5414901" h="197631">
                <a:moveTo>
                  <a:pt x="131870" y="17793"/>
                </a:moveTo>
                <a:lnTo>
                  <a:pt x="131870" y="3697"/>
                </a:lnTo>
                <a:lnTo>
                  <a:pt x="0" y="3697"/>
                </a:lnTo>
                <a:lnTo>
                  <a:pt x="0" y="17793"/>
                </a:lnTo>
                <a:lnTo>
                  <a:pt x="29064" y="17793"/>
                </a:lnTo>
                <a:cubicBezTo>
                  <a:pt x="31665" y="17793"/>
                  <a:pt x="34270" y="17578"/>
                  <a:pt x="36871" y="17578"/>
                </a:cubicBezTo>
                <a:lnTo>
                  <a:pt x="56390" y="17578"/>
                </a:lnTo>
                <a:lnTo>
                  <a:pt x="56390" y="152936"/>
                </a:lnTo>
                <a:lnTo>
                  <a:pt x="75695" y="152936"/>
                </a:lnTo>
                <a:lnTo>
                  <a:pt x="75695" y="17578"/>
                </a:lnTo>
                <a:lnTo>
                  <a:pt x="94999" y="17578"/>
                </a:lnTo>
                <a:cubicBezTo>
                  <a:pt x="97600" y="17578"/>
                  <a:pt x="100202" y="17793"/>
                  <a:pt x="102806" y="17793"/>
                </a:cubicBezTo>
                <a:lnTo>
                  <a:pt x="131870" y="17793"/>
                </a:lnTo>
                <a:close/>
                <a:moveTo>
                  <a:pt x="234243" y="152936"/>
                </a:moveTo>
                <a:lnTo>
                  <a:pt x="234243" y="88287"/>
                </a:lnTo>
                <a:cubicBezTo>
                  <a:pt x="234243" y="73969"/>
                  <a:pt x="230990" y="54227"/>
                  <a:pt x="204527" y="54227"/>
                </a:cubicBezTo>
                <a:cubicBezTo>
                  <a:pt x="191080" y="54227"/>
                  <a:pt x="180669" y="60952"/>
                  <a:pt x="173729" y="69845"/>
                </a:cubicBezTo>
                <a:lnTo>
                  <a:pt x="173729" y="2330"/>
                </a:lnTo>
                <a:lnTo>
                  <a:pt x="157463" y="2330"/>
                </a:lnTo>
                <a:lnTo>
                  <a:pt x="157463" y="152936"/>
                </a:lnTo>
                <a:lnTo>
                  <a:pt x="174381" y="152936"/>
                </a:lnTo>
                <a:lnTo>
                  <a:pt x="174381" y="99785"/>
                </a:lnTo>
                <a:cubicBezTo>
                  <a:pt x="174381" y="85467"/>
                  <a:pt x="179802" y="67459"/>
                  <a:pt x="196286" y="67459"/>
                </a:cubicBezTo>
                <a:cubicBezTo>
                  <a:pt x="217106" y="67459"/>
                  <a:pt x="217325" y="82862"/>
                  <a:pt x="217325" y="89806"/>
                </a:cubicBezTo>
                <a:lnTo>
                  <a:pt x="217325" y="152936"/>
                </a:lnTo>
                <a:lnTo>
                  <a:pt x="234243" y="152936"/>
                </a:lnTo>
                <a:close/>
                <a:moveTo>
                  <a:pt x="341818" y="105488"/>
                </a:moveTo>
                <a:cubicBezTo>
                  <a:pt x="341818" y="98114"/>
                  <a:pt x="341603" y="81830"/>
                  <a:pt x="333144" y="68796"/>
                </a:cubicBezTo>
                <a:cubicBezTo>
                  <a:pt x="324252" y="55342"/>
                  <a:pt x="311020" y="52956"/>
                  <a:pt x="303213" y="52956"/>
                </a:cubicBezTo>
                <a:cubicBezTo>
                  <a:pt x="279140" y="52956"/>
                  <a:pt x="259617" y="75965"/>
                  <a:pt x="259617" y="103972"/>
                </a:cubicBezTo>
                <a:cubicBezTo>
                  <a:pt x="259617" y="132522"/>
                  <a:pt x="280440" y="155266"/>
                  <a:pt x="306466" y="155266"/>
                </a:cubicBezTo>
                <a:cubicBezTo>
                  <a:pt x="320131" y="155266"/>
                  <a:pt x="332492" y="150063"/>
                  <a:pt x="340951" y="143990"/>
                </a:cubicBezTo>
                <a:lnTo>
                  <a:pt x="339651" y="129927"/>
                </a:lnTo>
                <a:cubicBezTo>
                  <a:pt x="325986" y="141170"/>
                  <a:pt x="311672" y="142037"/>
                  <a:pt x="306685" y="142037"/>
                </a:cubicBezTo>
                <a:cubicBezTo>
                  <a:pt x="289333" y="142037"/>
                  <a:pt x="275450" y="126683"/>
                  <a:pt x="274801" y="105488"/>
                </a:cubicBezTo>
                <a:lnTo>
                  <a:pt x="341818" y="105488"/>
                </a:lnTo>
                <a:moveTo>
                  <a:pt x="329457" y="93559"/>
                </a:moveTo>
                <a:lnTo>
                  <a:pt x="275883" y="93559"/>
                </a:lnTo>
                <a:cubicBezTo>
                  <a:pt x="279355" y="77051"/>
                  <a:pt x="290849" y="66188"/>
                  <a:pt x="303213" y="66188"/>
                </a:cubicBezTo>
                <a:cubicBezTo>
                  <a:pt x="314492" y="66188"/>
                  <a:pt x="326638" y="73575"/>
                  <a:pt x="329457" y="93559"/>
                </a:cubicBezTo>
                <a:close/>
                <a:moveTo>
                  <a:pt x="525745" y="67893"/>
                </a:moveTo>
                <a:lnTo>
                  <a:pt x="523359" y="54227"/>
                </a:lnTo>
                <a:cubicBezTo>
                  <a:pt x="508175" y="54227"/>
                  <a:pt x="495596" y="58351"/>
                  <a:pt x="489089" y="61170"/>
                </a:cubicBezTo>
                <a:cubicBezTo>
                  <a:pt x="484535" y="57483"/>
                  <a:pt x="477158" y="54227"/>
                  <a:pt x="468484" y="54227"/>
                </a:cubicBezTo>
                <a:cubicBezTo>
                  <a:pt x="449832" y="54227"/>
                  <a:pt x="433999" y="69845"/>
                  <a:pt x="433999" y="89584"/>
                </a:cubicBezTo>
                <a:cubicBezTo>
                  <a:pt x="433999" y="97611"/>
                  <a:pt x="436819" y="105418"/>
                  <a:pt x="441154" y="111058"/>
                </a:cubicBezTo>
                <a:cubicBezTo>
                  <a:pt x="434866" y="119951"/>
                  <a:pt x="434866" y="128411"/>
                  <a:pt x="434866" y="129497"/>
                </a:cubicBezTo>
                <a:cubicBezTo>
                  <a:pt x="434866" y="135133"/>
                  <a:pt x="436819" y="141425"/>
                  <a:pt x="440506" y="145979"/>
                </a:cubicBezTo>
                <a:cubicBezTo>
                  <a:pt x="429227" y="152704"/>
                  <a:pt x="426626" y="162690"/>
                  <a:pt x="426626" y="168336"/>
                </a:cubicBezTo>
                <a:cubicBezTo>
                  <a:pt x="426626" y="184617"/>
                  <a:pt x="448098" y="197631"/>
                  <a:pt x="474557" y="197631"/>
                </a:cubicBezTo>
                <a:cubicBezTo>
                  <a:pt x="501235" y="197631"/>
                  <a:pt x="522707" y="184835"/>
                  <a:pt x="522707" y="168118"/>
                </a:cubicBezTo>
                <a:cubicBezTo>
                  <a:pt x="522707" y="137956"/>
                  <a:pt x="486485" y="137956"/>
                  <a:pt x="478029" y="137956"/>
                </a:cubicBezTo>
                <a:lnTo>
                  <a:pt x="458940" y="137956"/>
                </a:lnTo>
                <a:cubicBezTo>
                  <a:pt x="456120" y="137956"/>
                  <a:pt x="446360" y="137956"/>
                  <a:pt x="446360" y="126491"/>
                </a:cubicBezTo>
                <a:cubicBezTo>
                  <a:pt x="446360" y="124108"/>
                  <a:pt x="447227" y="120640"/>
                  <a:pt x="448746" y="118687"/>
                </a:cubicBezTo>
                <a:cubicBezTo>
                  <a:pt x="453300" y="121940"/>
                  <a:pt x="460459" y="124975"/>
                  <a:pt x="468484" y="124975"/>
                </a:cubicBezTo>
                <a:cubicBezTo>
                  <a:pt x="488004" y="124975"/>
                  <a:pt x="503188" y="108927"/>
                  <a:pt x="503188" y="89621"/>
                </a:cubicBezTo>
                <a:cubicBezTo>
                  <a:pt x="503188" y="79208"/>
                  <a:pt x="498415" y="71186"/>
                  <a:pt x="496029" y="67929"/>
                </a:cubicBezTo>
                <a:lnTo>
                  <a:pt x="496896" y="68147"/>
                </a:lnTo>
                <a:cubicBezTo>
                  <a:pt x="501669" y="68147"/>
                  <a:pt x="507741" y="67280"/>
                  <a:pt x="512947" y="67280"/>
                </a:cubicBezTo>
                <a:cubicBezTo>
                  <a:pt x="516853" y="67280"/>
                  <a:pt x="525745" y="67929"/>
                  <a:pt x="525745" y="67929"/>
                </a:cubicBezTo>
                <a:lnTo>
                  <a:pt x="525745" y="67893"/>
                </a:lnTo>
                <a:moveTo>
                  <a:pt x="488004" y="89621"/>
                </a:moveTo>
                <a:cubicBezTo>
                  <a:pt x="488004" y="106540"/>
                  <a:pt x="477810" y="112614"/>
                  <a:pt x="468484" y="112614"/>
                </a:cubicBezTo>
                <a:cubicBezTo>
                  <a:pt x="460459" y="112587"/>
                  <a:pt x="449180" y="107596"/>
                  <a:pt x="449180" y="89591"/>
                </a:cubicBezTo>
                <a:cubicBezTo>
                  <a:pt x="449180" y="71583"/>
                  <a:pt x="460459" y="66592"/>
                  <a:pt x="468484" y="66592"/>
                </a:cubicBezTo>
                <a:cubicBezTo>
                  <a:pt x="477810" y="66592"/>
                  <a:pt x="488004" y="72668"/>
                  <a:pt x="488004" y="89591"/>
                </a:cubicBezTo>
                <a:lnTo>
                  <a:pt x="488004" y="89621"/>
                </a:lnTo>
                <a:moveTo>
                  <a:pt x="507523" y="168561"/>
                </a:moveTo>
                <a:cubicBezTo>
                  <a:pt x="507523" y="178110"/>
                  <a:pt x="492558" y="185269"/>
                  <a:pt x="474776" y="185269"/>
                </a:cubicBezTo>
                <a:cubicBezTo>
                  <a:pt x="457205" y="185242"/>
                  <a:pt x="441806" y="178517"/>
                  <a:pt x="441806" y="168323"/>
                </a:cubicBezTo>
                <a:cubicBezTo>
                  <a:pt x="441806" y="167671"/>
                  <a:pt x="441806" y="153572"/>
                  <a:pt x="458725" y="153572"/>
                </a:cubicBezTo>
                <a:lnTo>
                  <a:pt x="478244" y="153572"/>
                </a:lnTo>
                <a:cubicBezTo>
                  <a:pt x="483016" y="153572"/>
                  <a:pt x="507523" y="153572"/>
                  <a:pt x="507523" y="168538"/>
                </a:cubicBezTo>
                <a:lnTo>
                  <a:pt x="507523" y="168561"/>
                </a:lnTo>
                <a:close/>
                <a:moveTo>
                  <a:pt x="562831" y="152936"/>
                </a:moveTo>
                <a:lnTo>
                  <a:pt x="562831" y="56557"/>
                </a:lnTo>
                <a:lnTo>
                  <a:pt x="546565" y="56557"/>
                </a:lnTo>
                <a:lnTo>
                  <a:pt x="546565" y="152936"/>
                </a:lnTo>
                <a:lnTo>
                  <a:pt x="562831" y="152936"/>
                </a:lnTo>
                <a:moveTo>
                  <a:pt x="564566" y="30109"/>
                </a:moveTo>
                <a:lnTo>
                  <a:pt x="564566" y="10803"/>
                </a:lnTo>
                <a:lnTo>
                  <a:pt x="545265" y="10803"/>
                </a:lnTo>
                <a:lnTo>
                  <a:pt x="545265" y="30109"/>
                </a:lnTo>
                <a:lnTo>
                  <a:pt x="564566" y="30109"/>
                </a:lnTo>
                <a:close/>
                <a:moveTo>
                  <a:pt x="677569" y="56557"/>
                </a:moveTo>
                <a:lnTo>
                  <a:pt x="661299" y="56557"/>
                </a:lnTo>
                <a:lnTo>
                  <a:pt x="644166" y="101708"/>
                </a:lnTo>
                <a:cubicBezTo>
                  <a:pt x="639612" y="113646"/>
                  <a:pt x="632887" y="131231"/>
                  <a:pt x="631153" y="141431"/>
                </a:cubicBezTo>
                <a:lnTo>
                  <a:pt x="630935" y="141431"/>
                </a:lnTo>
                <a:cubicBezTo>
                  <a:pt x="629634" y="133617"/>
                  <a:pt x="623995" y="118641"/>
                  <a:pt x="621827" y="112779"/>
                </a:cubicBezTo>
                <a:lnTo>
                  <a:pt x="600788" y="56557"/>
                </a:lnTo>
                <a:lnTo>
                  <a:pt x="583870" y="56557"/>
                </a:lnTo>
                <a:lnTo>
                  <a:pt x="621175" y="152936"/>
                </a:lnTo>
                <a:lnTo>
                  <a:pt x="640261" y="152936"/>
                </a:lnTo>
                <a:lnTo>
                  <a:pt x="677569" y="56557"/>
                </a:lnTo>
                <a:close/>
                <a:moveTo>
                  <a:pt x="770612" y="105488"/>
                </a:moveTo>
                <a:cubicBezTo>
                  <a:pt x="770612" y="98114"/>
                  <a:pt x="770397" y="81830"/>
                  <a:pt x="761938" y="68796"/>
                </a:cubicBezTo>
                <a:cubicBezTo>
                  <a:pt x="753045" y="55342"/>
                  <a:pt x="739814" y="52956"/>
                  <a:pt x="732007" y="52956"/>
                </a:cubicBezTo>
                <a:cubicBezTo>
                  <a:pt x="707934" y="52956"/>
                  <a:pt x="688411" y="75965"/>
                  <a:pt x="688411" y="103972"/>
                </a:cubicBezTo>
                <a:cubicBezTo>
                  <a:pt x="688411" y="132522"/>
                  <a:pt x="709234" y="155266"/>
                  <a:pt x="735260" y="155266"/>
                </a:cubicBezTo>
                <a:cubicBezTo>
                  <a:pt x="748925" y="155266"/>
                  <a:pt x="761286" y="150063"/>
                  <a:pt x="769745" y="143990"/>
                </a:cubicBezTo>
                <a:lnTo>
                  <a:pt x="768444" y="129927"/>
                </a:lnTo>
                <a:cubicBezTo>
                  <a:pt x="754779" y="141170"/>
                  <a:pt x="740466" y="142037"/>
                  <a:pt x="735478" y="142037"/>
                </a:cubicBezTo>
                <a:cubicBezTo>
                  <a:pt x="718127" y="142037"/>
                  <a:pt x="704243" y="126683"/>
                  <a:pt x="703595" y="105488"/>
                </a:cubicBezTo>
                <a:lnTo>
                  <a:pt x="770612" y="105488"/>
                </a:lnTo>
                <a:moveTo>
                  <a:pt x="758251" y="93559"/>
                </a:moveTo>
                <a:lnTo>
                  <a:pt x="704677" y="93559"/>
                </a:lnTo>
                <a:cubicBezTo>
                  <a:pt x="708149" y="77051"/>
                  <a:pt x="719643" y="66188"/>
                  <a:pt x="732007" y="66188"/>
                </a:cubicBezTo>
                <a:cubicBezTo>
                  <a:pt x="743286" y="66188"/>
                  <a:pt x="755431" y="73575"/>
                  <a:pt x="758251" y="93559"/>
                </a:cubicBezTo>
                <a:close/>
                <a:moveTo>
                  <a:pt x="871469" y="152936"/>
                </a:moveTo>
                <a:lnTo>
                  <a:pt x="871469" y="88287"/>
                </a:lnTo>
                <a:cubicBezTo>
                  <a:pt x="871469" y="73969"/>
                  <a:pt x="868216" y="54227"/>
                  <a:pt x="841753" y="54227"/>
                </a:cubicBezTo>
                <a:cubicBezTo>
                  <a:pt x="822234" y="54227"/>
                  <a:pt x="811607" y="68978"/>
                  <a:pt x="810306" y="70712"/>
                </a:cubicBezTo>
                <a:lnTo>
                  <a:pt x="810306" y="55312"/>
                </a:lnTo>
                <a:lnTo>
                  <a:pt x="794689" y="55312"/>
                </a:lnTo>
                <a:lnTo>
                  <a:pt x="794689" y="152936"/>
                </a:lnTo>
                <a:lnTo>
                  <a:pt x="811607" y="152936"/>
                </a:lnTo>
                <a:lnTo>
                  <a:pt x="811607" y="99785"/>
                </a:lnTo>
                <a:cubicBezTo>
                  <a:pt x="811607" y="85467"/>
                  <a:pt x="817028" y="67459"/>
                  <a:pt x="833512" y="67459"/>
                </a:cubicBezTo>
                <a:cubicBezTo>
                  <a:pt x="854332" y="67459"/>
                  <a:pt x="854551" y="82862"/>
                  <a:pt x="854551" y="89806"/>
                </a:cubicBezTo>
                <a:lnTo>
                  <a:pt x="854551" y="152936"/>
                </a:lnTo>
                <a:lnTo>
                  <a:pt x="871469" y="152936"/>
                </a:lnTo>
                <a:close/>
                <a:moveTo>
                  <a:pt x="1065586" y="104531"/>
                </a:moveTo>
                <a:cubicBezTo>
                  <a:pt x="1065586" y="78517"/>
                  <a:pt x="1051921" y="54227"/>
                  <a:pt x="1031101" y="54227"/>
                </a:cubicBezTo>
                <a:cubicBezTo>
                  <a:pt x="1018085" y="54227"/>
                  <a:pt x="1005506" y="58784"/>
                  <a:pt x="995531" y="67244"/>
                </a:cubicBezTo>
                <a:lnTo>
                  <a:pt x="995531" y="56613"/>
                </a:lnTo>
                <a:lnTo>
                  <a:pt x="979261" y="56613"/>
                </a:lnTo>
                <a:lnTo>
                  <a:pt x="979261" y="194877"/>
                </a:lnTo>
                <a:lnTo>
                  <a:pt x="996179" y="194877"/>
                </a:lnTo>
                <a:lnTo>
                  <a:pt x="996179" y="142904"/>
                </a:lnTo>
                <a:cubicBezTo>
                  <a:pt x="1002904" y="149193"/>
                  <a:pt x="1012446" y="155266"/>
                  <a:pt x="1025462" y="155266"/>
                </a:cubicBezTo>
                <a:cubicBezTo>
                  <a:pt x="1046500" y="155266"/>
                  <a:pt x="1065586" y="134014"/>
                  <a:pt x="1065586" y="104531"/>
                </a:cubicBezTo>
                <a:moveTo>
                  <a:pt x="1048668" y="104531"/>
                </a:moveTo>
                <a:cubicBezTo>
                  <a:pt x="1048668" y="126862"/>
                  <a:pt x="1033269" y="142037"/>
                  <a:pt x="1017003" y="142037"/>
                </a:cubicBezTo>
                <a:cubicBezTo>
                  <a:pt x="1008544" y="142037"/>
                  <a:pt x="1002686" y="137701"/>
                  <a:pt x="998350" y="131846"/>
                </a:cubicBezTo>
                <a:cubicBezTo>
                  <a:pt x="996179" y="128596"/>
                  <a:pt x="996179" y="128163"/>
                  <a:pt x="996179" y="124261"/>
                </a:cubicBezTo>
                <a:lnTo>
                  <a:pt x="996179" y="80685"/>
                </a:lnTo>
                <a:cubicBezTo>
                  <a:pt x="1001385" y="73095"/>
                  <a:pt x="1009844" y="68111"/>
                  <a:pt x="1019170" y="68111"/>
                </a:cubicBezTo>
                <a:cubicBezTo>
                  <a:pt x="1035655" y="68111"/>
                  <a:pt x="1048668" y="84587"/>
                  <a:pt x="1048668" y="104531"/>
                </a:cubicBezTo>
                <a:close/>
                <a:moveTo>
                  <a:pt x="1144535" y="68763"/>
                </a:moveTo>
                <a:lnTo>
                  <a:pt x="1144535" y="54227"/>
                </a:lnTo>
                <a:cubicBezTo>
                  <a:pt x="1125230" y="54445"/>
                  <a:pt x="1113303" y="65076"/>
                  <a:pt x="1106578" y="75055"/>
                </a:cubicBezTo>
                <a:lnTo>
                  <a:pt x="1106578" y="55312"/>
                </a:lnTo>
                <a:lnTo>
                  <a:pt x="1091394" y="55312"/>
                </a:lnTo>
                <a:lnTo>
                  <a:pt x="1091394" y="152936"/>
                </a:lnTo>
                <a:lnTo>
                  <a:pt x="1107663" y="152936"/>
                </a:lnTo>
                <a:lnTo>
                  <a:pt x="1107663" y="106510"/>
                </a:lnTo>
                <a:cubicBezTo>
                  <a:pt x="1107663" y="84818"/>
                  <a:pt x="1123278" y="69197"/>
                  <a:pt x="1144535" y="68763"/>
                </a:cubicBezTo>
                <a:close/>
                <a:moveTo>
                  <a:pt x="1249509" y="105196"/>
                </a:moveTo>
                <a:cubicBezTo>
                  <a:pt x="1249509" y="76157"/>
                  <a:pt x="1227819" y="52956"/>
                  <a:pt x="1202012" y="52956"/>
                </a:cubicBezTo>
                <a:cubicBezTo>
                  <a:pt x="1175334" y="52956"/>
                  <a:pt x="1154295" y="76806"/>
                  <a:pt x="1154295" y="105196"/>
                </a:cubicBezTo>
                <a:cubicBezTo>
                  <a:pt x="1154295" y="133803"/>
                  <a:pt x="1176416" y="155266"/>
                  <a:pt x="1201793" y="155266"/>
                </a:cubicBezTo>
                <a:cubicBezTo>
                  <a:pt x="1227819" y="155266"/>
                  <a:pt x="1249509" y="133369"/>
                  <a:pt x="1249509" y="105196"/>
                </a:cubicBezTo>
                <a:moveTo>
                  <a:pt x="1232591" y="103029"/>
                </a:moveTo>
                <a:cubicBezTo>
                  <a:pt x="1232591" y="128600"/>
                  <a:pt x="1217844" y="141385"/>
                  <a:pt x="1201793" y="141385"/>
                </a:cubicBezTo>
                <a:cubicBezTo>
                  <a:pt x="1186828" y="141385"/>
                  <a:pt x="1171210" y="129252"/>
                  <a:pt x="1171210" y="103029"/>
                </a:cubicBezTo>
                <a:cubicBezTo>
                  <a:pt x="1171210" y="76806"/>
                  <a:pt x="1187695" y="66188"/>
                  <a:pt x="1201793" y="66188"/>
                </a:cubicBezTo>
                <a:cubicBezTo>
                  <a:pt x="1216977" y="66188"/>
                  <a:pt x="1232591" y="77458"/>
                  <a:pt x="1232591" y="103029"/>
                </a:cubicBezTo>
                <a:close/>
                <a:moveTo>
                  <a:pt x="1361427" y="67893"/>
                </a:moveTo>
                <a:lnTo>
                  <a:pt x="1359041" y="54227"/>
                </a:lnTo>
                <a:cubicBezTo>
                  <a:pt x="1343857" y="54227"/>
                  <a:pt x="1331277" y="58351"/>
                  <a:pt x="1324771" y="61170"/>
                </a:cubicBezTo>
                <a:cubicBezTo>
                  <a:pt x="1320217" y="57483"/>
                  <a:pt x="1312840" y="54227"/>
                  <a:pt x="1304166" y="54227"/>
                </a:cubicBezTo>
                <a:cubicBezTo>
                  <a:pt x="1285513" y="54227"/>
                  <a:pt x="1269681" y="69845"/>
                  <a:pt x="1269681" y="89584"/>
                </a:cubicBezTo>
                <a:cubicBezTo>
                  <a:pt x="1269681" y="97611"/>
                  <a:pt x="1272501" y="105418"/>
                  <a:pt x="1276836" y="111058"/>
                </a:cubicBezTo>
                <a:cubicBezTo>
                  <a:pt x="1270548" y="119951"/>
                  <a:pt x="1270548" y="128411"/>
                  <a:pt x="1270548" y="129497"/>
                </a:cubicBezTo>
                <a:cubicBezTo>
                  <a:pt x="1270548" y="135133"/>
                  <a:pt x="1272501" y="141425"/>
                  <a:pt x="1276187" y="145979"/>
                </a:cubicBezTo>
                <a:cubicBezTo>
                  <a:pt x="1264909" y="152704"/>
                  <a:pt x="1262307" y="162690"/>
                  <a:pt x="1262307" y="168336"/>
                </a:cubicBezTo>
                <a:cubicBezTo>
                  <a:pt x="1262307" y="184617"/>
                  <a:pt x="1283779" y="197631"/>
                  <a:pt x="1310239" y="197631"/>
                </a:cubicBezTo>
                <a:cubicBezTo>
                  <a:pt x="1336917" y="197631"/>
                  <a:pt x="1358389" y="184835"/>
                  <a:pt x="1358389" y="168118"/>
                </a:cubicBezTo>
                <a:cubicBezTo>
                  <a:pt x="1358389" y="137956"/>
                  <a:pt x="1322166" y="137956"/>
                  <a:pt x="1313710" y="137956"/>
                </a:cubicBezTo>
                <a:lnTo>
                  <a:pt x="1294621" y="137956"/>
                </a:lnTo>
                <a:cubicBezTo>
                  <a:pt x="1291802" y="137956"/>
                  <a:pt x="1282042" y="137956"/>
                  <a:pt x="1282042" y="126491"/>
                </a:cubicBezTo>
                <a:cubicBezTo>
                  <a:pt x="1282042" y="124108"/>
                  <a:pt x="1282909" y="120640"/>
                  <a:pt x="1284428" y="118687"/>
                </a:cubicBezTo>
                <a:cubicBezTo>
                  <a:pt x="1288982" y="121940"/>
                  <a:pt x="1296140" y="124975"/>
                  <a:pt x="1304166" y="124975"/>
                </a:cubicBezTo>
                <a:cubicBezTo>
                  <a:pt x="1323685" y="124975"/>
                  <a:pt x="1338869" y="108927"/>
                  <a:pt x="1338869" y="89621"/>
                </a:cubicBezTo>
                <a:cubicBezTo>
                  <a:pt x="1338869" y="79208"/>
                  <a:pt x="1334097" y="71186"/>
                  <a:pt x="1331711" y="67929"/>
                </a:cubicBezTo>
                <a:lnTo>
                  <a:pt x="1332578" y="68147"/>
                </a:lnTo>
                <a:cubicBezTo>
                  <a:pt x="1337350" y="68147"/>
                  <a:pt x="1343423" y="67280"/>
                  <a:pt x="1348629" y="67280"/>
                </a:cubicBezTo>
                <a:cubicBezTo>
                  <a:pt x="1352534" y="67280"/>
                  <a:pt x="1361427" y="67929"/>
                  <a:pt x="1361427" y="67929"/>
                </a:cubicBezTo>
                <a:lnTo>
                  <a:pt x="1361427" y="67893"/>
                </a:lnTo>
                <a:moveTo>
                  <a:pt x="1323685" y="89621"/>
                </a:moveTo>
                <a:cubicBezTo>
                  <a:pt x="1323685" y="106540"/>
                  <a:pt x="1313492" y="112614"/>
                  <a:pt x="1304166" y="112614"/>
                </a:cubicBezTo>
                <a:cubicBezTo>
                  <a:pt x="1296140" y="112587"/>
                  <a:pt x="1284862" y="107596"/>
                  <a:pt x="1284862" y="89591"/>
                </a:cubicBezTo>
                <a:cubicBezTo>
                  <a:pt x="1284862" y="71583"/>
                  <a:pt x="1296140" y="66592"/>
                  <a:pt x="1304166" y="66592"/>
                </a:cubicBezTo>
                <a:cubicBezTo>
                  <a:pt x="1313492" y="66592"/>
                  <a:pt x="1323685" y="72668"/>
                  <a:pt x="1323685" y="89591"/>
                </a:cubicBezTo>
                <a:lnTo>
                  <a:pt x="1323685" y="89621"/>
                </a:lnTo>
                <a:moveTo>
                  <a:pt x="1343205" y="168561"/>
                </a:moveTo>
                <a:cubicBezTo>
                  <a:pt x="1343205" y="178110"/>
                  <a:pt x="1328239" y="185269"/>
                  <a:pt x="1310457" y="185269"/>
                </a:cubicBezTo>
                <a:cubicBezTo>
                  <a:pt x="1292887" y="185242"/>
                  <a:pt x="1277488" y="178517"/>
                  <a:pt x="1277488" y="168323"/>
                </a:cubicBezTo>
                <a:cubicBezTo>
                  <a:pt x="1277488" y="167671"/>
                  <a:pt x="1277488" y="153572"/>
                  <a:pt x="1294406" y="153572"/>
                </a:cubicBezTo>
                <a:lnTo>
                  <a:pt x="1313926" y="153572"/>
                </a:lnTo>
                <a:cubicBezTo>
                  <a:pt x="1318698" y="153572"/>
                  <a:pt x="1343205" y="153572"/>
                  <a:pt x="1343205" y="168538"/>
                </a:cubicBezTo>
                <a:lnTo>
                  <a:pt x="1343205" y="168561"/>
                </a:lnTo>
                <a:close/>
                <a:moveTo>
                  <a:pt x="1435602" y="68763"/>
                </a:moveTo>
                <a:lnTo>
                  <a:pt x="1435602" y="54227"/>
                </a:lnTo>
                <a:cubicBezTo>
                  <a:pt x="1416298" y="54445"/>
                  <a:pt x="1404371" y="65076"/>
                  <a:pt x="1397646" y="75055"/>
                </a:cubicBezTo>
                <a:lnTo>
                  <a:pt x="1397646" y="55312"/>
                </a:lnTo>
                <a:lnTo>
                  <a:pt x="1382462" y="55312"/>
                </a:lnTo>
                <a:lnTo>
                  <a:pt x="1382462" y="152936"/>
                </a:lnTo>
                <a:lnTo>
                  <a:pt x="1398731" y="152936"/>
                </a:lnTo>
                <a:lnTo>
                  <a:pt x="1398731" y="106510"/>
                </a:lnTo>
                <a:cubicBezTo>
                  <a:pt x="1398731" y="84818"/>
                  <a:pt x="1414345" y="69197"/>
                  <a:pt x="1435602" y="68763"/>
                </a:cubicBezTo>
                <a:close/>
                <a:moveTo>
                  <a:pt x="1527564" y="152883"/>
                </a:moveTo>
                <a:lnTo>
                  <a:pt x="1527564" y="90243"/>
                </a:lnTo>
                <a:cubicBezTo>
                  <a:pt x="1527564" y="68137"/>
                  <a:pt x="1511732" y="52956"/>
                  <a:pt x="1491775" y="52956"/>
                </a:cubicBezTo>
                <a:cubicBezTo>
                  <a:pt x="1477677" y="52956"/>
                  <a:pt x="1467917" y="56428"/>
                  <a:pt x="1457724" y="62286"/>
                </a:cubicBezTo>
                <a:lnTo>
                  <a:pt x="1459025" y="76590"/>
                </a:lnTo>
                <a:cubicBezTo>
                  <a:pt x="1470303" y="68571"/>
                  <a:pt x="1481149" y="65754"/>
                  <a:pt x="1491775" y="65754"/>
                </a:cubicBezTo>
                <a:cubicBezTo>
                  <a:pt x="1501972" y="65754"/>
                  <a:pt x="1510646" y="74423"/>
                  <a:pt x="1510646" y="90462"/>
                </a:cubicBezTo>
                <a:lnTo>
                  <a:pt x="1510646" y="99782"/>
                </a:lnTo>
                <a:cubicBezTo>
                  <a:pt x="1478114" y="100215"/>
                  <a:pt x="1450566" y="109324"/>
                  <a:pt x="1450566" y="128388"/>
                </a:cubicBezTo>
                <a:cubicBezTo>
                  <a:pt x="1450566" y="137705"/>
                  <a:pt x="1456423" y="155266"/>
                  <a:pt x="1475294" y="155266"/>
                </a:cubicBezTo>
                <a:cubicBezTo>
                  <a:pt x="1478329" y="155266"/>
                  <a:pt x="1498715" y="154833"/>
                  <a:pt x="1511298" y="145072"/>
                </a:cubicBezTo>
                <a:lnTo>
                  <a:pt x="1511298" y="152883"/>
                </a:lnTo>
                <a:lnTo>
                  <a:pt x="1527564" y="152883"/>
                </a:lnTo>
                <a:moveTo>
                  <a:pt x="1510646" y="124274"/>
                </a:moveTo>
                <a:cubicBezTo>
                  <a:pt x="1510646" y="128388"/>
                  <a:pt x="1510646" y="133806"/>
                  <a:pt x="1503273" y="137920"/>
                </a:cubicBezTo>
                <a:cubicBezTo>
                  <a:pt x="1496981" y="141819"/>
                  <a:pt x="1488741" y="142037"/>
                  <a:pt x="1486355" y="142037"/>
                </a:cubicBezTo>
                <a:cubicBezTo>
                  <a:pt x="1475943" y="142037"/>
                  <a:pt x="1466183" y="137053"/>
                  <a:pt x="1466183" y="127958"/>
                </a:cubicBezTo>
                <a:cubicBezTo>
                  <a:pt x="1466183" y="112792"/>
                  <a:pt x="1501320" y="111276"/>
                  <a:pt x="1510646" y="110843"/>
                </a:cubicBezTo>
                <a:lnTo>
                  <a:pt x="1510646" y="124274"/>
                </a:lnTo>
                <a:close/>
                <a:moveTo>
                  <a:pt x="1697824" y="152936"/>
                </a:moveTo>
                <a:lnTo>
                  <a:pt x="1697824" y="88287"/>
                </a:lnTo>
                <a:cubicBezTo>
                  <a:pt x="1697824" y="73751"/>
                  <a:pt x="1694352" y="54227"/>
                  <a:pt x="1668108" y="54227"/>
                </a:cubicBezTo>
                <a:cubicBezTo>
                  <a:pt x="1655095" y="54227"/>
                  <a:pt x="1643816" y="60303"/>
                  <a:pt x="1635791" y="72016"/>
                </a:cubicBezTo>
                <a:cubicBezTo>
                  <a:pt x="1630152" y="55531"/>
                  <a:pt x="1614971" y="54227"/>
                  <a:pt x="1608031" y="54227"/>
                </a:cubicBezTo>
                <a:cubicBezTo>
                  <a:pt x="1592413" y="54227"/>
                  <a:pt x="1582220" y="63120"/>
                  <a:pt x="1576366" y="70931"/>
                </a:cubicBezTo>
                <a:lnTo>
                  <a:pt x="1576366" y="55312"/>
                </a:lnTo>
                <a:lnTo>
                  <a:pt x="1560748" y="55312"/>
                </a:lnTo>
                <a:lnTo>
                  <a:pt x="1560748" y="152936"/>
                </a:lnTo>
                <a:lnTo>
                  <a:pt x="1577666" y="152936"/>
                </a:lnTo>
                <a:lnTo>
                  <a:pt x="1577666" y="99785"/>
                </a:lnTo>
                <a:cubicBezTo>
                  <a:pt x="1577666" y="85034"/>
                  <a:pt x="1583521" y="67459"/>
                  <a:pt x="1599572" y="67459"/>
                </a:cubicBezTo>
                <a:cubicBezTo>
                  <a:pt x="1619743" y="67459"/>
                  <a:pt x="1620825" y="81562"/>
                  <a:pt x="1620825" y="89806"/>
                </a:cubicBezTo>
                <a:lnTo>
                  <a:pt x="1620825" y="152936"/>
                </a:lnTo>
                <a:lnTo>
                  <a:pt x="1637743" y="152936"/>
                </a:lnTo>
                <a:lnTo>
                  <a:pt x="1637743" y="99785"/>
                </a:lnTo>
                <a:cubicBezTo>
                  <a:pt x="1637743" y="85034"/>
                  <a:pt x="1643601" y="67459"/>
                  <a:pt x="1659649" y="67459"/>
                </a:cubicBezTo>
                <a:cubicBezTo>
                  <a:pt x="1679820" y="67459"/>
                  <a:pt x="1680906" y="81562"/>
                  <a:pt x="1680906" y="89806"/>
                </a:cubicBezTo>
                <a:lnTo>
                  <a:pt x="1680906" y="152936"/>
                </a:lnTo>
                <a:lnTo>
                  <a:pt x="1697824" y="152936"/>
                </a:lnTo>
                <a:close/>
                <a:moveTo>
                  <a:pt x="1876325" y="152883"/>
                </a:moveTo>
                <a:lnTo>
                  <a:pt x="1876325" y="90243"/>
                </a:lnTo>
                <a:cubicBezTo>
                  <a:pt x="1876325" y="68137"/>
                  <a:pt x="1860493" y="52956"/>
                  <a:pt x="1840536" y="52956"/>
                </a:cubicBezTo>
                <a:cubicBezTo>
                  <a:pt x="1826438" y="52956"/>
                  <a:pt x="1816678" y="56428"/>
                  <a:pt x="1806485" y="62286"/>
                </a:cubicBezTo>
                <a:lnTo>
                  <a:pt x="1807786" y="76590"/>
                </a:lnTo>
                <a:cubicBezTo>
                  <a:pt x="1819064" y="68571"/>
                  <a:pt x="1829910" y="65754"/>
                  <a:pt x="1840536" y="65754"/>
                </a:cubicBezTo>
                <a:cubicBezTo>
                  <a:pt x="1850733" y="65754"/>
                  <a:pt x="1859407" y="74423"/>
                  <a:pt x="1859407" y="90462"/>
                </a:cubicBezTo>
                <a:lnTo>
                  <a:pt x="1859407" y="99782"/>
                </a:lnTo>
                <a:cubicBezTo>
                  <a:pt x="1826875" y="100215"/>
                  <a:pt x="1799327" y="109324"/>
                  <a:pt x="1799327" y="128388"/>
                </a:cubicBezTo>
                <a:cubicBezTo>
                  <a:pt x="1799327" y="137705"/>
                  <a:pt x="1805184" y="155266"/>
                  <a:pt x="1824055" y="155266"/>
                </a:cubicBezTo>
                <a:cubicBezTo>
                  <a:pt x="1827090" y="155266"/>
                  <a:pt x="1847477" y="154833"/>
                  <a:pt x="1860059" y="145072"/>
                </a:cubicBezTo>
                <a:lnTo>
                  <a:pt x="1860059" y="152883"/>
                </a:lnTo>
                <a:lnTo>
                  <a:pt x="1876325" y="152883"/>
                </a:lnTo>
                <a:moveTo>
                  <a:pt x="1859407" y="124274"/>
                </a:moveTo>
                <a:cubicBezTo>
                  <a:pt x="1859407" y="128388"/>
                  <a:pt x="1859407" y="133806"/>
                  <a:pt x="1852034" y="137920"/>
                </a:cubicBezTo>
                <a:cubicBezTo>
                  <a:pt x="1845742" y="141819"/>
                  <a:pt x="1837502" y="142037"/>
                  <a:pt x="1835116" y="142037"/>
                </a:cubicBezTo>
                <a:cubicBezTo>
                  <a:pt x="1824704" y="142037"/>
                  <a:pt x="1814944" y="137053"/>
                  <a:pt x="1814944" y="127958"/>
                </a:cubicBezTo>
                <a:cubicBezTo>
                  <a:pt x="1814944" y="112792"/>
                  <a:pt x="1850081" y="111276"/>
                  <a:pt x="1859407" y="110843"/>
                </a:cubicBezTo>
                <a:lnTo>
                  <a:pt x="1859407" y="124274"/>
                </a:lnTo>
                <a:close/>
                <a:moveTo>
                  <a:pt x="1925775" y="152936"/>
                </a:moveTo>
                <a:lnTo>
                  <a:pt x="1925775" y="56557"/>
                </a:lnTo>
                <a:lnTo>
                  <a:pt x="1909509" y="56557"/>
                </a:lnTo>
                <a:lnTo>
                  <a:pt x="1909509" y="152936"/>
                </a:lnTo>
                <a:lnTo>
                  <a:pt x="1925775" y="152936"/>
                </a:lnTo>
                <a:moveTo>
                  <a:pt x="1927510" y="30109"/>
                </a:moveTo>
                <a:lnTo>
                  <a:pt x="1927510" y="10803"/>
                </a:lnTo>
                <a:lnTo>
                  <a:pt x="1908209" y="10803"/>
                </a:lnTo>
                <a:lnTo>
                  <a:pt x="1908209" y="30109"/>
                </a:lnTo>
                <a:lnTo>
                  <a:pt x="1927510" y="30109"/>
                </a:lnTo>
                <a:close/>
                <a:moveTo>
                  <a:pt x="2098422" y="152936"/>
                </a:moveTo>
                <a:lnTo>
                  <a:pt x="2098422" y="88287"/>
                </a:lnTo>
                <a:cubicBezTo>
                  <a:pt x="2098422" y="73751"/>
                  <a:pt x="2094950" y="54227"/>
                  <a:pt x="2068706" y="54227"/>
                </a:cubicBezTo>
                <a:cubicBezTo>
                  <a:pt x="2055693" y="54227"/>
                  <a:pt x="2044414" y="60303"/>
                  <a:pt x="2036389" y="72016"/>
                </a:cubicBezTo>
                <a:cubicBezTo>
                  <a:pt x="2030749" y="55531"/>
                  <a:pt x="2015569" y="54227"/>
                  <a:pt x="2008629" y="54227"/>
                </a:cubicBezTo>
                <a:cubicBezTo>
                  <a:pt x="1993011" y="54227"/>
                  <a:pt x="1982818" y="63120"/>
                  <a:pt x="1976964" y="70931"/>
                </a:cubicBezTo>
                <a:lnTo>
                  <a:pt x="1976964" y="55312"/>
                </a:lnTo>
                <a:lnTo>
                  <a:pt x="1961346" y="55312"/>
                </a:lnTo>
                <a:lnTo>
                  <a:pt x="1961346" y="152936"/>
                </a:lnTo>
                <a:lnTo>
                  <a:pt x="1978264" y="152936"/>
                </a:lnTo>
                <a:lnTo>
                  <a:pt x="1978264" y="99785"/>
                </a:lnTo>
                <a:cubicBezTo>
                  <a:pt x="1978264" y="85034"/>
                  <a:pt x="1984119" y="67459"/>
                  <a:pt x="2000170" y="67459"/>
                </a:cubicBezTo>
                <a:cubicBezTo>
                  <a:pt x="2020341" y="67459"/>
                  <a:pt x="2021423" y="81562"/>
                  <a:pt x="2021423" y="89806"/>
                </a:cubicBezTo>
                <a:lnTo>
                  <a:pt x="2021423" y="152936"/>
                </a:lnTo>
                <a:lnTo>
                  <a:pt x="2038341" y="152936"/>
                </a:lnTo>
                <a:lnTo>
                  <a:pt x="2038341" y="99785"/>
                </a:lnTo>
                <a:cubicBezTo>
                  <a:pt x="2038341" y="85034"/>
                  <a:pt x="2044199" y="67459"/>
                  <a:pt x="2060247" y="67459"/>
                </a:cubicBezTo>
                <a:cubicBezTo>
                  <a:pt x="2080418" y="67459"/>
                  <a:pt x="2081504" y="81562"/>
                  <a:pt x="2081504" y="89806"/>
                </a:cubicBezTo>
                <a:lnTo>
                  <a:pt x="2081504" y="152936"/>
                </a:lnTo>
                <a:lnTo>
                  <a:pt x="2098422" y="152936"/>
                </a:lnTo>
                <a:close/>
                <a:moveTo>
                  <a:pt x="2194072" y="125134"/>
                </a:moveTo>
                <a:cubicBezTo>
                  <a:pt x="2194072" y="113213"/>
                  <a:pt x="2186046" y="105845"/>
                  <a:pt x="2185613" y="105196"/>
                </a:cubicBezTo>
                <a:cubicBezTo>
                  <a:pt x="2177154" y="97611"/>
                  <a:pt x="2171296" y="96310"/>
                  <a:pt x="2160451" y="94360"/>
                </a:cubicBezTo>
                <a:cubicBezTo>
                  <a:pt x="2148523" y="91977"/>
                  <a:pt x="2138545" y="89810"/>
                  <a:pt x="2138545" y="79192"/>
                </a:cubicBezTo>
                <a:cubicBezTo>
                  <a:pt x="2138545" y="65754"/>
                  <a:pt x="2154163" y="65754"/>
                  <a:pt x="2156982" y="65754"/>
                </a:cubicBezTo>
                <a:cubicBezTo>
                  <a:pt x="2163922" y="65754"/>
                  <a:pt x="2175416" y="66622"/>
                  <a:pt x="2187781" y="73989"/>
                </a:cubicBezTo>
                <a:lnTo>
                  <a:pt x="2190382" y="59900"/>
                </a:lnTo>
                <a:cubicBezTo>
                  <a:pt x="2179106" y="54693"/>
                  <a:pt x="2170214" y="52956"/>
                  <a:pt x="2159150" y="52956"/>
                </a:cubicBezTo>
                <a:cubicBezTo>
                  <a:pt x="2153729" y="52956"/>
                  <a:pt x="2123146" y="52956"/>
                  <a:pt x="2123146" y="81360"/>
                </a:cubicBezTo>
                <a:cubicBezTo>
                  <a:pt x="2123146" y="91977"/>
                  <a:pt x="2129437" y="98911"/>
                  <a:pt x="2134858" y="103029"/>
                </a:cubicBezTo>
                <a:cubicBezTo>
                  <a:pt x="2141583" y="107798"/>
                  <a:pt x="2146356" y="108662"/>
                  <a:pt x="2158283" y="111048"/>
                </a:cubicBezTo>
                <a:cubicBezTo>
                  <a:pt x="2166090" y="112564"/>
                  <a:pt x="2178670" y="115165"/>
                  <a:pt x="2178670" y="126650"/>
                </a:cubicBezTo>
                <a:cubicBezTo>
                  <a:pt x="2178670" y="141604"/>
                  <a:pt x="2161536" y="141604"/>
                  <a:pt x="2158283" y="141604"/>
                </a:cubicBezTo>
                <a:cubicBezTo>
                  <a:pt x="2140716" y="141604"/>
                  <a:pt x="2128570" y="133584"/>
                  <a:pt x="2124665" y="130983"/>
                </a:cubicBezTo>
                <a:lnTo>
                  <a:pt x="2122064" y="145724"/>
                </a:lnTo>
                <a:cubicBezTo>
                  <a:pt x="2129004" y="149193"/>
                  <a:pt x="2140931" y="155266"/>
                  <a:pt x="2158501" y="155266"/>
                </a:cubicBezTo>
                <a:cubicBezTo>
                  <a:pt x="2162403" y="155266"/>
                  <a:pt x="2174334" y="155266"/>
                  <a:pt x="2183660" y="148326"/>
                </a:cubicBezTo>
                <a:cubicBezTo>
                  <a:pt x="2190382" y="143119"/>
                  <a:pt x="2194072" y="134451"/>
                  <a:pt x="2194072" y="125134"/>
                </a:cubicBezTo>
                <a:close/>
                <a:moveTo>
                  <a:pt x="2343290" y="147025"/>
                </a:moveTo>
                <a:lnTo>
                  <a:pt x="2339821" y="134226"/>
                </a:lnTo>
                <a:cubicBezTo>
                  <a:pt x="2334182" y="138784"/>
                  <a:pt x="2327242" y="141385"/>
                  <a:pt x="2320302" y="141385"/>
                </a:cubicBezTo>
                <a:cubicBezTo>
                  <a:pt x="2312276" y="141385"/>
                  <a:pt x="2309238" y="134878"/>
                  <a:pt x="2309238" y="123377"/>
                </a:cubicBezTo>
                <a:lnTo>
                  <a:pt x="2309238" y="69140"/>
                </a:lnTo>
                <a:lnTo>
                  <a:pt x="2339821" y="69140"/>
                </a:lnTo>
                <a:lnTo>
                  <a:pt x="2339821" y="56557"/>
                </a:lnTo>
                <a:lnTo>
                  <a:pt x="2309238" y="56557"/>
                </a:lnTo>
                <a:lnTo>
                  <a:pt x="2309238" y="29020"/>
                </a:lnTo>
                <a:lnTo>
                  <a:pt x="2294273" y="29020"/>
                </a:lnTo>
                <a:lnTo>
                  <a:pt x="2294273" y="56557"/>
                </a:lnTo>
                <a:lnTo>
                  <a:pt x="2275405" y="56557"/>
                </a:lnTo>
                <a:lnTo>
                  <a:pt x="2275405" y="69140"/>
                </a:lnTo>
                <a:lnTo>
                  <a:pt x="2293624" y="69140"/>
                </a:lnTo>
                <a:lnTo>
                  <a:pt x="2293624" y="127067"/>
                </a:lnTo>
                <a:cubicBezTo>
                  <a:pt x="2293624" y="140084"/>
                  <a:pt x="2296659" y="155266"/>
                  <a:pt x="2311624" y="155266"/>
                </a:cubicBezTo>
                <a:cubicBezTo>
                  <a:pt x="2326808" y="155266"/>
                  <a:pt x="2337869" y="149845"/>
                  <a:pt x="2343290" y="147025"/>
                </a:cubicBezTo>
                <a:close/>
                <a:moveTo>
                  <a:pt x="2451303" y="105196"/>
                </a:moveTo>
                <a:cubicBezTo>
                  <a:pt x="2451303" y="76157"/>
                  <a:pt x="2429613" y="52956"/>
                  <a:pt x="2403806" y="52956"/>
                </a:cubicBezTo>
                <a:cubicBezTo>
                  <a:pt x="2377128" y="52956"/>
                  <a:pt x="2356089" y="76806"/>
                  <a:pt x="2356089" y="105196"/>
                </a:cubicBezTo>
                <a:cubicBezTo>
                  <a:pt x="2356089" y="133803"/>
                  <a:pt x="2378210" y="155266"/>
                  <a:pt x="2403587" y="155266"/>
                </a:cubicBezTo>
                <a:cubicBezTo>
                  <a:pt x="2429613" y="155266"/>
                  <a:pt x="2451303" y="133369"/>
                  <a:pt x="2451303" y="105196"/>
                </a:cubicBezTo>
                <a:moveTo>
                  <a:pt x="2434385" y="103029"/>
                </a:moveTo>
                <a:cubicBezTo>
                  <a:pt x="2434385" y="128600"/>
                  <a:pt x="2419638" y="141385"/>
                  <a:pt x="2403587" y="141385"/>
                </a:cubicBezTo>
                <a:cubicBezTo>
                  <a:pt x="2388622" y="141385"/>
                  <a:pt x="2373004" y="129252"/>
                  <a:pt x="2373004" y="103029"/>
                </a:cubicBezTo>
                <a:cubicBezTo>
                  <a:pt x="2373004" y="76806"/>
                  <a:pt x="2389489" y="66188"/>
                  <a:pt x="2403587" y="66188"/>
                </a:cubicBezTo>
                <a:cubicBezTo>
                  <a:pt x="2418771" y="66188"/>
                  <a:pt x="2434385" y="77458"/>
                  <a:pt x="2434385" y="103029"/>
                </a:cubicBezTo>
                <a:close/>
                <a:moveTo>
                  <a:pt x="2608334" y="125134"/>
                </a:moveTo>
                <a:cubicBezTo>
                  <a:pt x="2608334" y="113213"/>
                  <a:pt x="2600308" y="105845"/>
                  <a:pt x="2599875" y="105196"/>
                </a:cubicBezTo>
                <a:cubicBezTo>
                  <a:pt x="2591416" y="97611"/>
                  <a:pt x="2585558" y="96310"/>
                  <a:pt x="2574713" y="94360"/>
                </a:cubicBezTo>
                <a:cubicBezTo>
                  <a:pt x="2562785" y="91977"/>
                  <a:pt x="2552807" y="89810"/>
                  <a:pt x="2552807" y="79192"/>
                </a:cubicBezTo>
                <a:cubicBezTo>
                  <a:pt x="2552807" y="65754"/>
                  <a:pt x="2568425" y="65754"/>
                  <a:pt x="2571244" y="65754"/>
                </a:cubicBezTo>
                <a:cubicBezTo>
                  <a:pt x="2578184" y="65754"/>
                  <a:pt x="2589678" y="66622"/>
                  <a:pt x="2602043" y="73989"/>
                </a:cubicBezTo>
                <a:lnTo>
                  <a:pt x="2604644" y="59900"/>
                </a:lnTo>
                <a:cubicBezTo>
                  <a:pt x="2593368" y="54693"/>
                  <a:pt x="2584476" y="52956"/>
                  <a:pt x="2573412" y="52956"/>
                </a:cubicBezTo>
                <a:cubicBezTo>
                  <a:pt x="2567991" y="52956"/>
                  <a:pt x="2537408" y="52956"/>
                  <a:pt x="2537408" y="81360"/>
                </a:cubicBezTo>
                <a:cubicBezTo>
                  <a:pt x="2537408" y="91977"/>
                  <a:pt x="2543700" y="98911"/>
                  <a:pt x="2549121" y="103029"/>
                </a:cubicBezTo>
                <a:cubicBezTo>
                  <a:pt x="2555845" y="107798"/>
                  <a:pt x="2560618" y="108662"/>
                  <a:pt x="2572545" y="111048"/>
                </a:cubicBezTo>
                <a:cubicBezTo>
                  <a:pt x="2580352" y="112564"/>
                  <a:pt x="2592932" y="115165"/>
                  <a:pt x="2592932" y="126650"/>
                </a:cubicBezTo>
                <a:cubicBezTo>
                  <a:pt x="2592932" y="141604"/>
                  <a:pt x="2575798" y="141604"/>
                  <a:pt x="2572545" y="141604"/>
                </a:cubicBezTo>
                <a:cubicBezTo>
                  <a:pt x="2554978" y="141604"/>
                  <a:pt x="2542832" y="133584"/>
                  <a:pt x="2538927" y="130983"/>
                </a:cubicBezTo>
                <a:lnTo>
                  <a:pt x="2536326" y="145724"/>
                </a:lnTo>
                <a:cubicBezTo>
                  <a:pt x="2543266" y="149193"/>
                  <a:pt x="2555193" y="155266"/>
                  <a:pt x="2572764" y="155266"/>
                </a:cubicBezTo>
                <a:cubicBezTo>
                  <a:pt x="2576665" y="155266"/>
                  <a:pt x="2588596" y="155266"/>
                  <a:pt x="2597922" y="148326"/>
                </a:cubicBezTo>
                <a:cubicBezTo>
                  <a:pt x="2604644" y="143119"/>
                  <a:pt x="2608334" y="134451"/>
                  <a:pt x="2608334" y="125134"/>
                </a:cubicBezTo>
                <a:close/>
                <a:moveTo>
                  <a:pt x="2715043" y="105196"/>
                </a:moveTo>
                <a:cubicBezTo>
                  <a:pt x="2715043" y="76157"/>
                  <a:pt x="2693353" y="52956"/>
                  <a:pt x="2667545" y="52956"/>
                </a:cubicBezTo>
                <a:cubicBezTo>
                  <a:pt x="2640867" y="52956"/>
                  <a:pt x="2619829" y="76806"/>
                  <a:pt x="2619829" y="105196"/>
                </a:cubicBezTo>
                <a:cubicBezTo>
                  <a:pt x="2619829" y="133803"/>
                  <a:pt x="2641949" y="155266"/>
                  <a:pt x="2667327" y="155266"/>
                </a:cubicBezTo>
                <a:cubicBezTo>
                  <a:pt x="2693353" y="155266"/>
                  <a:pt x="2715043" y="133369"/>
                  <a:pt x="2715043" y="105196"/>
                </a:cubicBezTo>
                <a:moveTo>
                  <a:pt x="2698125" y="103029"/>
                </a:moveTo>
                <a:cubicBezTo>
                  <a:pt x="2698125" y="128600"/>
                  <a:pt x="2683378" y="141385"/>
                  <a:pt x="2667327" y="141385"/>
                </a:cubicBezTo>
                <a:cubicBezTo>
                  <a:pt x="2652361" y="141385"/>
                  <a:pt x="2636744" y="129252"/>
                  <a:pt x="2636744" y="103029"/>
                </a:cubicBezTo>
                <a:cubicBezTo>
                  <a:pt x="2636744" y="76806"/>
                  <a:pt x="2653228" y="66188"/>
                  <a:pt x="2667327" y="66188"/>
                </a:cubicBezTo>
                <a:cubicBezTo>
                  <a:pt x="2682511" y="66188"/>
                  <a:pt x="2698125" y="77458"/>
                  <a:pt x="2698125" y="103029"/>
                </a:cubicBezTo>
                <a:close/>
                <a:moveTo>
                  <a:pt x="2755601" y="152936"/>
                </a:moveTo>
                <a:lnTo>
                  <a:pt x="2755601" y="2330"/>
                </a:lnTo>
                <a:lnTo>
                  <a:pt x="2739335" y="2330"/>
                </a:lnTo>
                <a:lnTo>
                  <a:pt x="2739335" y="152936"/>
                </a:lnTo>
                <a:lnTo>
                  <a:pt x="2755601" y="152936"/>
                </a:lnTo>
                <a:close/>
                <a:moveTo>
                  <a:pt x="2870338" y="56557"/>
                </a:moveTo>
                <a:lnTo>
                  <a:pt x="2854069" y="56557"/>
                </a:lnTo>
                <a:lnTo>
                  <a:pt x="2836935" y="101708"/>
                </a:lnTo>
                <a:cubicBezTo>
                  <a:pt x="2832382" y="113646"/>
                  <a:pt x="2825657" y="131231"/>
                  <a:pt x="2823922" y="141431"/>
                </a:cubicBezTo>
                <a:lnTo>
                  <a:pt x="2823704" y="141431"/>
                </a:lnTo>
                <a:cubicBezTo>
                  <a:pt x="2822403" y="133617"/>
                  <a:pt x="2816764" y="118641"/>
                  <a:pt x="2814596" y="112779"/>
                </a:cubicBezTo>
                <a:lnTo>
                  <a:pt x="2793558" y="56557"/>
                </a:lnTo>
                <a:lnTo>
                  <a:pt x="2776640" y="56557"/>
                </a:lnTo>
                <a:lnTo>
                  <a:pt x="2813944" y="152936"/>
                </a:lnTo>
                <a:lnTo>
                  <a:pt x="2833030" y="152936"/>
                </a:lnTo>
                <a:lnTo>
                  <a:pt x="2870338" y="56557"/>
                </a:lnTo>
                <a:close/>
                <a:moveTo>
                  <a:pt x="2963382" y="105488"/>
                </a:moveTo>
                <a:cubicBezTo>
                  <a:pt x="2963382" y="98114"/>
                  <a:pt x="2963167" y="81830"/>
                  <a:pt x="2954707" y="68796"/>
                </a:cubicBezTo>
                <a:cubicBezTo>
                  <a:pt x="2945815" y="55342"/>
                  <a:pt x="2932583" y="52956"/>
                  <a:pt x="2924776" y="52956"/>
                </a:cubicBezTo>
                <a:cubicBezTo>
                  <a:pt x="2900703" y="52956"/>
                  <a:pt x="2881180" y="75965"/>
                  <a:pt x="2881180" y="103972"/>
                </a:cubicBezTo>
                <a:cubicBezTo>
                  <a:pt x="2881180" y="132522"/>
                  <a:pt x="2902004" y="155266"/>
                  <a:pt x="2928030" y="155266"/>
                </a:cubicBezTo>
                <a:cubicBezTo>
                  <a:pt x="2941695" y="155266"/>
                  <a:pt x="2954055" y="150063"/>
                  <a:pt x="2962515" y="143990"/>
                </a:cubicBezTo>
                <a:lnTo>
                  <a:pt x="2961214" y="129927"/>
                </a:lnTo>
                <a:cubicBezTo>
                  <a:pt x="2947549" y="141170"/>
                  <a:pt x="2933235" y="142037"/>
                  <a:pt x="2928248" y="142037"/>
                </a:cubicBezTo>
                <a:cubicBezTo>
                  <a:pt x="2910896" y="142037"/>
                  <a:pt x="2897013" y="126683"/>
                  <a:pt x="2896364" y="105488"/>
                </a:cubicBezTo>
                <a:lnTo>
                  <a:pt x="2963382" y="105488"/>
                </a:lnTo>
                <a:moveTo>
                  <a:pt x="2951021" y="93559"/>
                </a:moveTo>
                <a:lnTo>
                  <a:pt x="2897447" y="93559"/>
                </a:lnTo>
                <a:cubicBezTo>
                  <a:pt x="2900918" y="77051"/>
                  <a:pt x="2912412" y="66188"/>
                  <a:pt x="2924776" y="66188"/>
                </a:cubicBezTo>
                <a:cubicBezTo>
                  <a:pt x="2936055" y="66188"/>
                  <a:pt x="2948201" y="73575"/>
                  <a:pt x="2951021" y="93559"/>
                </a:cubicBezTo>
                <a:close/>
                <a:moveTo>
                  <a:pt x="3114121" y="147025"/>
                </a:moveTo>
                <a:lnTo>
                  <a:pt x="3110652" y="134226"/>
                </a:lnTo>
                <a:cubicBezTo>
                  <a:pt x="3105013" y="138784"/>
                  <a:pt x="3098073" y="141385"/>
                  <a:pt x="3091133" y="141385"/>
                </a:cubicBezTo>
                <a:cubicBezTo>
                  <a:pt x="3083107" y="141385"/>
                  <a:pt x="3080069" y="134878"/>
                  <a:pt x="3080069" y="123377"/>
                </a:cubicBezTo>
                <a:lnTo>
                  <a:pt x="3080069" y="69140"/>
                </a:lnTo>
                <a:lnTo>
                  <a:pt x="3110652" y="69140"/>
                </a:lnTo>
                <a:lnTo>
                  <a:pt x="3110652" y="56557"/>
                </a:lnTo>
                <a:lnTo>
                  <a:pt x="3080069" y="56557"/>
                </a:lnTo>
                <a:lnTo>
                  <a:pt x="3080069" y="29020"/>
                </a:lnTo>
                <a:lnTo>
                  <a:pt x="3065104" y="29020"/>
                </a:lnTo>
                <a:lnTo>
                  <a:pt x="3065104" y="56557"/>
                </a:lnTo>
                <a:lnTo>
                  <a:pt x="3046236" y="56557"/>
                </a:lnTo>
                <a:lnTo>
                  <a:pt x="3046236" y="69140"/>
                </a:lnTo>
                <a:lnTo>
                  <a:pt x="3064455" y="69140"/>
                </a:lnTo>
                <a:lnTo>
                  <a:pt x="3064455" y="127067"/>
                </a:lnTo>
                <a:cubicBezTo>
                  <a:pt x="3064455" y="140084"/>
                  <a:pt x="3067490" y="155266"/>
                  <a:pt x="3082455" y="155266"/>
                </a:cubicBezTo>
                <a:cubicBezTo>
                  <a:pt x="3097639" y="155266"/>
                  <a:pt x="3108700" y="149845"/>
                  <a:pt x="3114121" y="147025"/>
                </a:cubicBezTo>
                <a:close/>
                <a:moveTo>
                  <a:pt x="3214761" y="152936"/>
                </a:moveTo>
                <a:lnTo>
                  <a:pt x="3214761" y="88287"/>
                </a:lnTo>
                <a:cubicBezTo>
                  <a:pt x="3214761" y="73969"/>
                  <a:pt x="3211508" y="54227"/>
                  <a:pt x="3185045" y="54227"/>
                </a:cubicBezTo>
                <a:cubicBezTo>
                  <a:pt x="3171598" y="54227"/>
                  <a:pt x="3161187" y="60952"/>
                  <a:pt x="3154247" y="69845"/>
                </a:cubicBezTo>
                <a:lnTo>
                  <a:pt x="3154247" y="2330"/>
                </a:lnTo>
                <a:lnTo>
                  <a:pt x="3137980" y="2330"/>
                </a:lnTo>
                <a:lnTo>
                  <a:pt x="3137980" y="152936"/>
                </a:lnTo>
                <a:lnTo>
                  <a:pt x="3154899" y="152936"/>
                </a:lnTo>
                <a:lnTo>
                  <a:pt x="3154899" y="99785"/>
                </a:lnTo>
                <a:cubicBezTo>
                  <a:pt x="3154899" y="85467"/>
                  <a:pt x="3160320" y="67459"/>
                  <a:pt x="3176804" y="67459"/>
                </a:cubicBezTo>
                <a:cubicBezTo>
                  <a:pt x="3197624" y="67459"/>
                  <a:pt x="3197843" y="82862"/>
                  <a:pt x="3197843" y="89806"/>
                </a:cubicBezTo>
                <a:lnTo>
                  <a:pt x="3197843" y="152936"/>
                </a:lnTo>
                <a:lnTo>
                  <a:pt x="3214761" y="152936"/>
                </a:lnTo>
                <a:close/>
                <a:moveTo>
                  <a:pt x="3322336" y="105488"/>
                </a:moveTo>
                <a:cubicBezTo>
                  <a:pt x="3322336" y="98114"/>
                  <a:pt x="3322121" y="81830"/>
                  <a:pt x="3313662" y="68796"/>
                </a:cubicBezTo>
                <a:cubicBezTo>
                  <a:pt x="3304769" y="55342"/>
                  <a:pt x="3291538" y="52956"/>
                  <a:pt x="3283731" y="52956"/>
                </a:cubicBezTo>
                <a:cubicBezTo>
                  <a:pt x="3259657" y="52956"/>
                  <a:pt x="3240135" y="75965"/>
                  <a:pt x="3240135" y="103972"/>
                </a:cubicBezTo>
                <a:cubicBezTo>
                  <a:pt x="3240135" y="132522"/>
                  <a:pt x="3260958" y="155266"/>
                  <a:pt x="3286984" y="155266"/>
                </a:cubicBezTo>
                <a:cubicBezTo>
                  <a:pt x="3300649" y="155266"/>
                  <a:pt x="3313010" y="150063"/>
                  <a:pt x="3321469" y="143990"/>
                </a:cubicBezTo>
                <a:lnTo>
                  <a:pt x="3320168" y="129927"/>
                </a:lnTo>
                <a:cubicBezTo>
                  <a:pt x="3306503" y="141170"/>
                  <a:pt x="3292190" y="142037"/>
                  <a:pt x="3287202" y="142037"/>
                </a:cubicBezTo>
                <a:cubicBezTo>
                  <a:pt x="3269851" y="142037"/>
                  <a:pt x="3255967" y="126683"/>
                  <a:pt x="3255319" y="105488"/>
                </a:cubicBezTo>
                <a:lnTo>
                  <a:pt x="3322336" y="105488"/>
                </a:lnTo>
                <a:moveTo>
                  <a:pt x="3309975" y="93559"/>
                </a:moveTo>
                <a:lnTo>
                  <a:pt x="3256401" y="93559"/>
                </a:lnTo>
                <a:cubicBezTo>
                  <a:pt x="3259872" y="77051"/>
                  <a:pt x="3271366" y="66188"/>
                  <a:pt x="3283731" y="66188"/>
                </a:cubicBezTo>
                <a:cubicBezTo>
                  <a:pt x="3295009" y="66188"/>
                  <a:pt x="3307155" y="73575"/>
                  <a:pt x="3309975" y="93559"/>
                </a:cubicBezTo>
                <a:close/>
                <a:moveTo>
                  <a:pt x="3505177" y="104531"/>
                </a:moveTo>
                <a:cubicBezTo>
                  <a:pt x="3505177" y="78517"/>
                  <a:pt x="3491512" y="54227"/>
                  <a:pt x="3470692" y="54227"/>
                </a:cubicBezTo>
                <a:cubicBezTo>
                  <a:pt x="3457676" y="54227"/>
                  <a:pt x="3445097" y="58784"/>
                  <a:pt x="3435122" y="67244"/>
                </a:cubicBezTo>
                <a:lnTo>
                  <a:pt x="3435122" y="56613"/>
                </a:lnTo>
                <a:lnTo>
                  <a:pt x="3418852" y="56613"/>
                </a:lnTo>
                <a:lnTo>
                  <a:pt x="3418852" y="194877"/>
                </a:lnTo>
                <a:lnTo>
                  <a:pt x="3435771" y="194877"/>
                </a:lnTo>
                <a:lnTo>
                  <a:pt x="3435771" y="142904"/>
                </a:lnTo>
                <a:cubicBezTo>
                  <a:pt x="3442495" y="149193"/>
                  <a:pt x="3452037" y="155266"/>
                  <a:pt x="3465053" y="155266"/>
                </a:cubicBezTo>
                <a:cubicBezTo>
                  <a:pt x="3486091" y="155266"/>
                  <a:pt x="3505177" y="134014"/>
                  <a:pt x="3505177" y="104531"/>
                </a:cubicBezTo>
                <a:moveTo>
                  <a:pt x="3488259" y="104531"/>
                </a:moveTo>
                <a:cubicBezTo>
                  <a:pt x="3488259" y="126862"/>
                  <a:pt x="3472860" y="142037"/>
                  <a:pt x="3456594" y="142037"/>
                </a:cubicBezTo>
                <a:cubicBezTo>
                  <a:pt x="3448135" y="142037"/>
                  <a:pt x="3442277" y="137701"/>
                  <a:pt x="3437942" y="131846"/>
                </a:cubicBezTo>
                <a:cubicBezTo>
                  <a:pt x="3435771" y="128596"/>
                  <a:pt x="3435771" y="128163"/>
                  <a:pt x="3435771" y="124261"/>
                </a:cubicBezTo>
                <a:lnTo>
                  <a:pt x="3435771" y="80685"/>
                </a:lnTo>
                <a:cubicBezTo>
                  <a:pt x="3440976" y="73095"/>
                  <a:pt x="3449435" y="68111"/>
                  <a:pt x="3458762" y="68111"/>
                </a:cubicBezTo>
                <a:cubicBezTo>
                  <a:pt x="3475246" y="68111"/>
                  <a:pt x="3488259" y="84587"/>
                  <a:pt x="3488259" y="104531"/>
                </a:cubicBezTo>
                <a:close/>
                <a:moveTo>
                  <a:pt x="3584126" y="68763"/>
                </a:moveTo>
                <a:lnTo>
                  <a:pt x="3584126" y="54227"/>
                </a:lnTo>
                <a:cubicBezTo>
                  <a:pt x="3564822" y="54445"/>
                  <a:pt x="3552894" y="65076"/>
                  <a:pt x="3546169" y="75055"/>
                </a:cubicBezTo>
                <a:lnTo>
                  <a:pt x="3546169" y="55312"/>
                </a:lnTo>
                <a:lnTo>
                  <a:pt x="3530985" y="55312"/>
                </a:lnTo>
                <a:lnTo>
                  <a:pt x="3530985" y="152936"/>
                </a:lnTo>
                <a:lnTo>
                  <a:pt x="3547255" y="152936"/>
                </a:lnTo>
                <a:lnTo>
                  <a:pt x="3547255" y="106510"/>
                </a:lnTo>
                <a:cubicBezTo>
                  <a:pt x="3547255" y="84818"/>
                  <a:pt x="3562869" y="69197"/>
                  <a:pt x="3584126" y="68763"/>
                </a:cubicBezTo>
                <a:close/>
                <a:moveTo>
                  <a:pt x="3689101" y="105196"/>
                </a:moveTo>
                <a:cubicBezTo>
                  <a:pt x="3689101" y="76157"/>
                  <a:pt x="3667411" y="52956"/>
                  <a:pt x="3641603" y="52956"/>
                </a:cubicBezTo>
                <a:cubicBezTo>
                  <a:pt x="3614925" y="52956"/>
                  <a:pt x="3593887" y="76806"/>
                  <a:pt x="3593887" y="105196"/>
                </a:cubicBezTo>
                <a:cubicBezTo>
                  <a:pt x="3593887" y="133803"/>
                  <a:pt x="3616007" y="155266"/>
                  <a:pt x="3641385" y="155266"/>
                </a:cubicBezTo>
                <a:cubicBezTo>
                  <a:pt x="3667411" y="155266"/>
                  <a:pt x="3689101" y="133369"/>
                  <a:pt x="3689101" y="105196"/>
                </a:cubicBezTo>
                <a:moveTo>
                  <a:pt x="3672183" y="103029"/>
                </a:moveTo>
                <a:cubicBezTo>
                  <a:pt x="3672183" y="128600"/>
                  <a:pt x="3657436" y="141385"/>
                  <a:pt x="3641385" y="141385"/>
                </a:cubicBezTo>
                <a:cubicBezTo>
                  <a:pt x="3626419" y="141385"/>
                  <a:pt x="3610802" y="129252"/>
                  <a:pt x="3610802" y="103029"/>
                </a:cubicBezTo>
                <a:cubicBezTo>
                  <a:pt x="3610802" y="76806"/>
                  <a:pt x="3627286" y="66188"/>
                  <a:pt x="3641385" y="66188"/>
                </a:cubicBezTo>
                <a:cubicBezTo>
                  <a:pt x="3656569" y="66188"/>
                  <a:pt x="3672183" y="77458"/>
                  <a:pt x="3672183" y="103029"/>
                </a:cubicBezTo>
                <a:close/>
                <a:moveTo>
                  <a:pt x="3799933" y="104551"/>
                </a:moveTo>
                <a:cubicBezTo>
                  <a:pt x="3799933" y="77653"/>
                  <a:pt x="3785182" y="54227"/>
                  <a:pt x="3764796" y="54227"/>
                </a:cubicBezTo>
                <a:cubicBezTo>
                  <a:pt x="3756337" y="54237"/>
                  <a:pt x="3742890" y="56411"/>
                  <a:pt x="3729877" y="67052"/>
                </a:cubicBezTo>
                <a:lnTo>
                  <a:pt x="3729877" y="2330"/>
                </a:lnTo>
                <a:lnTo>
                  <a:pt x="3713608" y="2330"/>
                </a:lnTo>
                <a:lnTo>
                  <a:pt x="3713608" y="152946"/>
                </a:lnTo>
                <a:lnTo>
                  <a:pt x="3730526" y="152883"/>
                </a:lnTo>
                <a:lnTo>
                  <a:pt x="3730526" y="142904"/>
                </a:lnTo>
                <a:cubicBezTo>
                  <a:pt x="3735732" y="147677"/>
                  <a:pt x="3745058" y="155266"/>
                  <a:pt x="3759590" y="155266"/>
                </a:cubicBezTo>
                <a:cubicBezTo>
                  <a:pt x="3781280" y="155266"/>
                  <a:pt x="3799933" y="133587"/>
                  <a:pt x="3799933" y="104551"/>
                </a:cubicBezTo>
                <a:moveTo>
                  <a:pt x="3783015" y="104551"/>
                </a:moveTo>
                <a:cubicBezTo>
                  <a:pt x="3783015" y="132720"/>
                  <a:pt x="3764796" y="142037"/>
                  <a:pt x="3751564" y="142037"/>
                </a:cubicBezTo>
                <a:cubicBezTo>
                  <a:pt x="3743105" y="142037"/>
                  <a:pt x="3735950" y="138135"/>
                  <a:pt x="3730526" y="128169"/>
                </a:cubicBezTo>
                <a:lnTo>
                  <a:pt x="3730526" y="80281"/>
                </a:lnTo>
                <a:cubicBezTo>
                  <a:pt x="3733998" y="75051"/>
                  <a:pt x="3741805" y="67459"/>
                  <a:pt x="3753735" y="67459"/>
                </a:cubicBezTo>
                <a:cubicBezTo>
                  <a:pt x="3766530" y="67459"/>
                  <a:pt x="3783015" y="76786"/>
                  <a:pt x="3783015" y="104551"/>
                </a:cubicBezTo>
                <a:close/>
                <a:moveTo>
                  <a:pt x="3841791" y="152936"/>
                </a:moveTo>
                <a:lnTo>
                  <a:pt x="3841791" y="2330"/>
                </a:lnTo>
                <a:lnTo>
                  <a:pt x="3825525" y="2330"/>
                </a:lnTo>
                <a:lnTo>
                  <a:pt x="3825525" y="152936"/>
                </a:lnTo>
                <a:lnTo>
                  <a:pt x="3841791" y="152936"/>
                </a:lnTo>
                <a:close/>
                <a:moveTo>
                  <a:pt x="3949585" y="105488"/>
                </a:moveTo>
                <a:cubicBezTo>
                  <a:pt x="3949585" y="98114"/>
                  <a:pt x="3949370" y="81830"/>
                  <a:pt x="3940911" y="68796"/>
                </a:cubicBezTo>
                <a:cubicBezTo>
                  <a:pt x="3932019" y="55342"/>
                  <a:pt x="3918787" y="52956"/>
                  <a:pt x="3910980" y="52956"/>
                </a:cubicBezTo>
                <a:cubicBezTo>
                  <a:pt x="3886907" y="52956"/>
                  <a:pt x="3867384" y="75965"/>
                  <a:pt x="3867384" y="103972"/>
                </a:cubicBezTo>
                <a:cubicBezTo>
                  <a:pt x="3867384" y="132522"/>
                  <a:pt x="3888208" y="155266"/>
                  <a:pt x="3914233" y="155266"/>
                </a:cubicBezTo>
                <a:cubicBezTo>
                  <a:pt x="3927898" y="155266"/>
                  <a:pt x="3940259" y="150063"/>
                  <a:pt x="3948718" y="143990"/>
                </a:cubicBezTo>
                <a:lnTo>
                  <a:pt x="3947418" y="129927"/>
                </a:lnTo>
                <a:cubicBezTo>
                  <a:pt x="3933753" y="141170"/>
                  <a:pt x="3919439" y="142037"/>
                  <a:pt x="3914452" y="142037"/>
                </a:cubicBezTo>
                <a:cubicBezTo>
                  <a:pt x="3897100" y="142037"/>
                  <a:pt x="3883217" y="126683"/>
                  <a:pt x="3882568" y="105488"/>
                </a:cubicBezTo>
                <a:lnTo>
                  <a:pt x="3949585" y="105488"/>
                </a:lnTo>
                <a:moveTo>
                  <a:pt x="3937224" y="93559"/>
                </a:moveTo>
                <a:lnTo>
                  <a:pt x="3883650" y="93559"/>
                </a:lnTo>
                <a:cubicBezTo>
                  <a:pt x="3887122" y="77051"/>
                  <a:pt x="3898616" y="66188"/>
                  <a:pt x="3910980" y="66188"/>
                </a:cubicBezTo>
                <a:cubicBezTo>
                  <a:pt x="3922259" y="66188"/>
                  <a:pt x="3934405" y="73575"/>
                  <a:pt x="3937224" y="93559"/>
                </a:cubicBezTo>
                <a:close/>
                <a:moveTo>
                  <a:pt x="4110738" y="152936"/>
                </a:moveTo>
                <a:lnTo>
                  <a:pt x="4110738" y="88287"/>
                </a:lnTo>
                <a:cubicBezTo>
                  <a:pt x="4110738" y="73751"/>
                  <a:pt x="4107266" y="54227"/>
                  <a:pt x="4081022" y="54227"/>
                </a:cubicBezTo>
                <a:cubicBezTo>
                  <a:pt x="4068009" y="54227"/>
                  <a:pt x="4056730" y="60303"/>
                  <a:pt x="4048705" y="72016"/>
                </a:cubicBezTo>
                <a:cubicBezTo>
                  <a:pt x="4043065" y="55531"/>
                  <a:pt x="4027885" y="54227"/>
                  <a:pt x="4020945" y="54227"/>
                </a:cubicBezTo>
                <a:cubicBezTo>
                  <a:pt x="4005327" y="54227"/>
                  <a:pt x="3995134" y="63120"/>
                  <a:pt x="3989279" y="70931"/>
                </a:cubicBezTo>
                <a:lnTo>
                  <a:pt x="3989279" y="55312"/>
                </a:lnTo>
                <a:lnTo>
                  <a:pt x="3973662" y="55312"/>
                </a:lnTo>
                <a:lnTo>
                  <a:pt x="3973662" y="152936"/>
                </a:lnTo>
                <a:lnTo>
                  <a:pt x="3990580" y="152936"/>
                </a:lnTo>
                <a:lnTo>
                  <a:pt x="3990580" y="99785"/>
                </a:lnTo>
                <a:cubicBezTo>
                  <a:pt x="3990580" y="85034"/>
                  <a:pt x="3996434" y="67459"/>
                  <a:pt x="4012485" y="67459"/>
                </a:cubicBezTo>
                <a:cubicBezTo>
                  <a:pt x="4032657" y="67459"/>
                  <a:pt x="4033739" y="81562"/>
                  <a:pt x="4033739" y="89806"/>
                </a:cubicBezTo>
                <a:lnTo>
                  <a:pt x="4033739" y="152936"/>
                </a:lnTo>
                <a:lnTo>
                  <a:pt x="4050657" y="152936"/>
                </a:lnTo>
                <a:lnTo>
                  <a:pt x="4050657" y="99785"/>
                </a:lnTo>
                <a:cubicBezTo>
                  <a:pt x="4050657" y="85034"/>
                  <a:pt x="4056515" y="67459"/>
                  <a:pt x="4072563" y="67459"/>
                </a:cubicBezTo>
                <a:cubicBezTo>
                  <a:pt x="4092734" y="67459"/>
                  <a:pt x="4093820" y="81562"/>
                  <a:pt x="4093820" y="89806"/>
                </a:cubicBezTo>
                <a:lnTo>
                  <a:pt x="4093820" y="152936"/>
                </a:lnTo>
                <a:lnTo>
                  <a:pt x="4110738" y="152936"/>
                </a:lnTo>
                <a:close/>
                <a:moveTo>
                  <a:pt x="4302252" y="105196"/>
                </a:moveTo>
                <a:cubicBezTo>
                  <a:pt x="4302252" y="76157"/>
                  <a:pt x="4280561" y="52956"/>
                  <a:pt x="4254754" y="52956"/>
                </a:cubicBezTo>
                <a:cubicBezTo>
                  <a:pt x="4228076" y="52956"/>
                  <a:pt x="4207038" y="76806"/>
                  <a:pt x="4207038" y="105196"/>
                </a:cubicBezTo>
                <a:cubicBezTo>
                  <a:pt x="4207038" y="133803"/>
                  <a:pt x="4229158" y="155266"/>
                  <a:pt x="4254536" y="155266"/>
                </a:cubicBezTo>
                <a:cubicBezTo>
                  <a:pt x="4280561" y="155266"/>
                  <a:pt x="4302252" y="133369"/>
                  <a:pt x="4302252" y="105196"/>
                </a:cubicBezTo>
                <a:moveTo>
                  <a:pt x="4285334" y="103029"/>
                </a:moveTo>
                <a:cubicBezTo>
                  <a:pt x="4285334" y="128600"/>
                  <a:pt x="4270587" y="141385"/>
                  <a:pt x="4254536" y="141385"/>
                </a:cubicBezTo>
                <a:cubicBezTo>
                  <a:pt x="4239570" y="141385"/>
                  <a:pt x="4223953" y="129252"/>
                  <a:pt x="4223953" y="103029"/>
                </a:cubicBezTo>
                <a:cubicBezTo>
                  <a:pt x="4223953" y="76806"/>
                  <a:pt x="4240437" y="66188"/>
                  <a:pt x="4254536" y="66188"/>
                </a:cubicBezTo>
                <a:cubicBezTo>
                  <a:pt x="4269720" y="66188"/>
                  <a:pt x="4285334" y="77458"/>
                  <a:pt x="4285334" y="103029"/>
                </a:cubicBezTo>
                <a:close/>
                <a:moveTo>
                  <a:pt x="4384238" y="16916"/>
                </a:moveTo>
                <a:lnTo>
                  <a:pt x="4384238" y="2386"/>
                </a:lnTo>
                <a:cubicBezTo>
                  <a:pt x="4381633" y="1738"/>
                  <a:pt x="4374909" y="0"/>
                  <a:pt x="4366886" y="0"/>
                </a:cubicBezTo>
                <a:cubicBezTo>
                  <a:pt x="4346497" y="0"/>
                  <a:pt x="4330882" y="15400"/>
                  <a:pt x="4330882" y="37062"/>
                </a:cubicBezTo>
                <a:lnTo>
                  <a:pt x="4330882" y="56557"/>
                </a:lnTo>
                <a:lnTo>
                  <a:pt x="4314831" y="56557"/>
                </a:lnTo>
                <a:lnTo>
                  <a:pt x="4314831" y="69140"/>
                </a:lnTo>
                <a:lnTo>
                  <a:pt x="4330882" y="69140"/>
                </a:lnTo>
                <a:lnTo>
                  <a:pt x="4330882" y="152936"/>
                </a:lnTo>
                <a:lnTo>
                  <a:pt x="4347149" y="152936"/>
                </a:lnTo>
                <a:lnTo>
                  <a:pt x="4347149" y="69140"/>
                </a:lnTo>
                <a:lnTo>
                  <a:pt x="4371007" y="69140"/>
                </a:lnTo>
                <a:lnTo>
                  <a:pt x="4371007" y="56557"/>
                </a:lnTo>
                <a:lnTo>
                  <a:pt x="4346497" y="56557"/>
                </a:lnTo>
                <a:lnTo>
                  <a:pt x="4346497" y="30780"/>
                </a:lnTo>
                <a:cubicBezTo>
                  <a:pt x="4346497" y="14748"/>
                  <a:pt x="4361029" y="13232"/>
                  <a:pt x="4366668" y="13232"/>
                </a:cubicBezTo>
                <a:cubicBezTo>
                  <a:pt x="4371007" y="13232"/>
                  <a:pt x="4376861" y="13666"/>
                  <a:pt x="4384238" y="16916"/>
                </a:cubicBezTo>
                <a:close/>
                <a:moveTo>
                  <a:pt x="4522831" y="16916"/>
                </a:moveTo>
                <a:lnTo>
                  <a:pt x="4522831" y="2386"/>
                </a:lnTo>
                <a:cubicBezTo>
                  <a:pt x="4520227" y="1738"/>
                  <a:pt x="4513502" y="0"/>
                  <a:pt x="4505480" y="0"/>
                </a:cubicBezTo>
                <a:cubicBezTo>
                  <a:pt x="4485090" y="0"/>
                  <a:pt x="4469476" y="15400"/>
                  <a:pt x="4469476" y="37062"/>
                </a:cubicBezTo>
                <a:lnTo>
                  <a:pt x="4469476" y="56557"/>
                </a:lnTo>
                <a:lnTo>
                  <a:pt x="4453425" y="56557"/>
                </a:lnTo>
                <a:lnTo>
                  <a:pt x="4453425" y="69140"/>
                </a:lnTo>
                <a:lnTo>
                  <a:pt x="4469476" y="69140"/>
                </a:lnTo>
                <a:lnTo>
                  <a:pt x="4469476" y="152936"/>
                </a:lnTo>
                <a:lnTo>
                  <a:pt x="4485742" y="152936"/>
                </a:lnTo>
                <a:lnTo>
                  <a:pt x="4485742" y="69140"/>
                </a:lnTo>
                <a:lnTo>
                  <a:pt x="4509600" y="69140"/>
                </a:lnTo>
                <a:lnTo>
                  <a:pt x="4509600" y="56557"/>
                </a:lnTo>
                <a:lnTo>
                  <a:pt x="4485090" y="56557"/>
                </a:lnTo>
                <a:lnTo>
                  <a:pt x="4485090" y="30780"/>
                </a:lnTo>
                <a:cubicBezTo>
                  <a:pt x="4485090" y="14748"/>
                  <a:pt x="4499622" y="13232"/>
                  <a:pt x="4505261" y="13232"/>
                </a:cubicBezTo>
                <a:cubicBezTo>
                  <a:pt x="4509600" y="13232"/>
                  <a:pt x="4515455" y="13666"/>
                  <a:pt x="4522831" y="16916"/>
                </a:cubicBezTo>
                <a:close/>
                <a:moveTo>
                  <a:pt x="4547772" y="152936"/>
                </a:moveTo>
                <a:lnTo>
                  <a:pt x="4547772" y="56557"/>
                </a:lnTo>
                <a:lnTo>
                  <a:pt x="4531506" y="56557"/>
                </a:lnTo>
                <a:lnTo>
                  <a:pt x="4531506" y="152936"/>
                </a:lnTo>
                <a:lnTo>
                  <a:pt x="4547772" y="152936"/>
                </a:lnTo>
                <a:moveTo>
                  <a:pt x="4549506" y="30109"/>
                </a:moveTo>
                <a:lnTo>
                  <a:pt x="4549506" y="10803"/>
                </a:lnTo>
                <a:lnTo>
                  <a:pt x="4530205" y="10803"/>
                </a:lnTo>
                <a:lnTo>
                  <a:pt x="4530205" y="30109"/>
                </a:lnTo>
                <a:lnTo>
                  <a:pt x="4549506" y="30109"/>
                </a:lnTo>
                <a:close/>
                <a:moveTo>
                  <a:pt x="4660123" y="152936"/>
                </a:moveTo>
                <a:lnTo>
                  <a:pt x="4660123" y="88287"/>
                </a:lnTo>
                <a:cubicBezTo>
                  <a:pt x="4660123" y="73969"/>
                  <a:pt x="4656869" y="54227"/>
                  <a:pt x="4630407" y="54227"/>
                </a:cubicBezTo>
                <a:cubicBezTo>
                  <a:pt x="4610887" y="54227"/>
                  <a:pt x="4600260" y="68978"/>
                  <a:pt x="4598960" y="70712"/>
                </a:cubicBezTo>
                <a:lnTo>
                  <a:pt x="4598960" y="55312"/>
                </a:lnTo>
                <a:lnTo>
                  <a:pt x="4583342" y="55312"/>
                </a:lnTo>
                <a:lnTo>
                  <a:pt x="4583342" y="152936"/>
                </a:lnTo>
                <a:lnTo>
                  <a:pt x="4600260" y="152936"/>
                </a:lnTo>
                <a:lnTo>
                  <a:pt x="4600260" y="99785"/>
                </a:lnTo>
                <a:cubicBezTo>
                  <a:pt x="4600260" y="85467"/>
                  <a:pt x="4605681" y="67459"/>
                  <a:pt x="4622166" y="67459"/>
                </a:cubicBezTo>
                <a:cubicBezTo>
                  <a:pt x="4642986" y="67459"/>
                  <a:pt x="4643204" y="82862"/>
                  <a:pt x="4643204" y="89806"/>
                </a:cubicBezTo>
                <a:lnTo>
                  <a:pt x="4643204" y="152936"/>
                </a:lnTo>
                <a:lnTo>
                  <a:pt x="4660123" y="152936"/>
                </a:lnTo>
                <a:close/>
                <a:moveTo>
                  <a:pt x="4772037" y="152966"/>
                </a:moveTo>
                <a:lnTo>
                  <a:pt x="4772037" y="2330"/>
                </a:lnTo>
                <a:lnTo>
                  <a:pt x="4755771" y="2330"/>
                </a:lnTo>
                <a:lnTo>
                  <a:pt x="4755771" y="66205"/>
                </a:lnTo>
                <a:cubicBezTo>
                  <a:pt x="4744277" y="56613"/>
                  <a:pt x="4732131" y="54227"/>
                  <a:pt x="4724106" y="54227"/>
                </a:cubicBezTo>
                <a:cubicBezTo>
                  <a:pt x="4702634" y="54227"/>
                  <a:pt x="4685716" y="76786"/>
                  <a:pt x="4685716" y="104760"/>
                </a:cubicBezTo>
                <a:cubicBezTo>
                  <a:pt x="4685716" y="133174"/>
                  <a:pt x="4702415" y="155266"/>
                  <a:pt x="4723020" y="155266"/>
                </a:cubicBezTo>
                <a:cubicBezTo>
                  <a:pt x="4730179" y="155266"/>
                  <a:pt x="4742973" y="153317"/>
                  <a:pt x="4755119" y="141604"/>
                </a:cubicBezTo>
                <a:lnTo>
                  <a:pt x="4755119" y="152883"/>
                </a:lnTo>
                <a:lnTo>
                  <a:pt x="4772037" y="152966"/>
                </a:lnTo>
                <a:moveTo>
                  <a:pt x="4755119" y="122761"/>
                </a:moveTo>
                <a:cubicBezTo>
                  <a:pt x="4755119" y="125796"/>
                  <a:pt x="4754904" y="129702"/>
                  <a:pt x="4747964" y="135990"/>
                </a:cubicBezTo>
                <a:cubicBezTo>
                  <a:pt x="4742973" y="140309"/>
                  <a:pt x="4737552" y="142037"/>
                  <a:pt x="4731913" y="142037"/>
                </a:cubicBezTo>
                <a:cubicBezTo>
                  <a:pt x="4718467" y="142037"/>
                  <a:pt x="4702634" y="131870"/>
                  <a:pt x="4702634" y="104978"/>
                </a:cubicBezTo>
                <a:cubicBezTo>
                  <a:pt x="4702634" y="76352"/>
                  <a:pt x="4721286" y="67459"/>
                  <a:pt x="4734081" y="67459"/>
                </a:cubicBezTo>
                <a:cubicBezTo>
                  <a:pt x="4743840" y="67505"/>
                  <a:pt x="4750350" y="72493"/>
                  <a:pt x="4755119" y="79434"/>
                </a:cubicBezTo>
                <a:lnTo>
                  <a:pt x="4755119" y="122761"/>
                </a:lnTo>
                <a:close/>
                <a:moveTo>
                  <a:pt x="4823874" y="152936"/>
                </a:moveTo>
                <a:lnTo>
                  <a:pt x="4823874" y="56557"/>
                </a:lnTo>
                <a:lnTo>
                  <a:pt x="4807608" y="56557"/>
                </a:lnTo>
                <a:lnTo>
                  <a:pt x="4807608" y="152936"/>
                </a:lnTo>
                <a:lnTo>
                  <a:pt x="4823874" y="152936"/>
                </a:lnTo>
                <a:moveTo>
                  <a:pt x="4825608" y="30109"/>
                </a:moveTo>
                <a:lnTo>
                  <a:pt x="4825608" y="10803"/>
                </a:lnTo>
                <a:lnTo>
                  <a:pt x="4806307" y="10803"/>
                </a:lnTo>
                <a:lnTo>
                  <a:pt x="4806307" y="30109"/>
                </a:lnTo>
                <a:lnTo>
                  <a:pt x="4825608" y="30109"/>
                </a:lnTo>
                <a:close/>
                <a:moveTo>
                  <a:pt x="4936225" y="152936"/>
                </a:moveTo>
                <a:lnTo>
                  <a:pt x="4936225" y="88287"/>
                </a:lnTo>
                <a:cubicBezTo>
                  <a:pt x="4936225" y="73969"/>
                  <a:pt x="4932972" y="54227"/>
                  <a:pt x="4906509" y="54227"/>
                </a:cubicBezTo>
                <a:cubicBezTo>
                  <a:pt x="4886990" y="54227"/>
                  <a:pt x="4876363" y="68978"/>
                  <a:pt x="4875063" y="70712"/>
                </a:cubicBezTo>
                <a:lnTo>
                  <a:pt x="4875063" y="55312"/>
                </a:lnTo>
                <a:lnTo>
                  <a:pt x="4859445" y="55312"/>
                </a:lnTo>
                <a:lnTo>
                  <a:pt x="4859445" y="152936"/>
                </a:lnTo>
                <a:lnTo>
                  <a:pt x="4876363" y="152936"/>
                </a:lnTo>
                <a:lnTo>
                  <a:pt x="4876363" y="99785"/>
                </a:lnTo>
                <a:cubicBezTo>
                  <a:pt x="4876363" y="85467"/>
                  <a:pt x="4881784" y="67459"/>
                  <a:pt x="4898269" y="67459"/>
                </a:cubicBezTo>
                <a:cubicBezTo>
                  <a:pt x="4919089" y="67459"/>
                  <a:pt x="4919307" y="82862"/>
                  <a:pt x="4919307" y="89806"/>
                </a:cubicBezTo>
                <a:lnTo>
                  <a:pt x="4919307" y="152936"/>
                </a:lnTo>
                <a:lnTo>
                  <a:pt x="4936225" y="152936"/>
                </a:lnTo>
                <a:close/>
                <a:moveTo>
                  <a:pt x="5059203" y="67893"/>
                </a:moveTo>
                <a:lnTo>
                  <a:pt x="5056817" y="54227"/>
                </a:lnTo>
                <a:cubicBezTo>
                  <a:pt x="5041633" y="54227"/>
                  <a:pt x="5029053" y="58351"/>
                  <a:pt x="5022547" y="61170"/>
                </a:cubicBezTo>
                <a:cubicBezTo>
                  <a:pt x="5017993" y="57483"/>
                  <a:pt x="5010616" y="54227"/>
                  <a:pt x="5001942" y="54227"/>
                </a:cubicBezTo>
                <a:cubicBezTo>
                  <a:pt x="4983290" y="54227"/>
                  <a:pt x="4967457" y="69845"/>
                  <a:pt x="4967457" y="89584"/>
                </a:cubicBezTo>
                <a:cubicBezTo>
                  <a:pt x="4967457" y="97611"/>
                  <a:pt x="4970277" y="105418"/>
                  <a:pt x="4974612" y="111058"/>
                </a:cubicBezTo>
                <a:cubicBezTo>
                  <a:pt x="4968324" y="119951"/>
                  <a:pt x="4968324" y="128411"/>
                  <a:pt x="4968324" y="129497"/>
                </a:cubicBezTo>
                <a:cubicBezTo>
                  <a:pt x="4968324" y="135133"/>
                  <a:pt x="4970277" y="141425"/>
                  <a:pt x="4973964" y="145979"/>
                </a:cubicBezTo>
                <a:cubicBezTo>
                  <a:pt x="4962685" y="152704"/>
                  <a:pt x="4960084" y="162690"/>
                  <a:pt x="4960084" y="168336"/>
                </a:cubicBezTo>
                <a:cubicBezTo>
                  <a:pt x="4960084" y="184617"/>
                  <a:pt x="4981556" y="197631"/>
                  <a:pt x="5008015" y="197631"/>
                </a:cubicBezTo>
                <a:cubicBezTo>
                  <a:pt x="5034693" y="197631"/>
                  <a:pt x="5056165" y="184835"/>
                  <a:pt x="5056165" y="168118"/>
                </a:cubicBezTo>
                <a:cubicBezTo>
                  <a:pt x="5056165" y="137956"/>
                  <a:pt x="5019942" y="137956"/>
                  <a:pt x="5011487" y="137956"/>
                </a:cubicBezTo>
                <a:lnTo>
                  <a:pt x="4992397" y="137956"/>
                </a:lnTo>
                <a:cubicBezTo>
                  <a:pt x="4989578" y="137956"/>
                  <a:pt x="4979818" y="137956"/>
                  <a:pt x="4979818" y="126491"/>
                </a:cubicBezTo>
                <a:cubicBezTo>
                  <a:pt x="4979818" y="124108"/>
                  <a:pt x="4980685" y="120640"/>
                  <a:pt x="4982204" y="118687"/>
                </a:cubicBezTo>
                <a:cubicBezTo>
                  <a:pt x="4986758" y="121940"/>
                  <a:pt x="4993916" y="124975"/>
                  <a:pt x="5001942" y="124975"/>
                </a:cubicBezTo>
                <a:cubicBezTo>
                  <a:pt x="5021461" y="124975"/>
                  <a:pt x="5036645" y="108927"/>
                  <a:pt x="5036645" y="89621"/>
                </a:cubicBezTo>
                <a:cubicBezTo>
                  <a:pt x="5036645" y="79208"/>
                  <a:pt x="5031873" y="71186"/>
                  <a:pt x="5029487" y="67929"/>
                </a:cubicBezTo>
                <a:lnTo>
                  <a:pt x="5030354" y="68147"/>
                </a:lnTo>
                <a:cubicBezTo>
                  <a:pt x="5035126" y="68147"/>
                  <a:pt x="5041199" y="67280"/>
                  <a:pt x="5046405" y="67280"/>
                </a:cubicBezTo>
                <a:cubicBezTo>
                  <a:pt x="5050310" y="67280"/>
                  <a:pt x="5059203" y="67929"/>
                  <a:pt x="5059203" y="67929"/>
                </a:cubicBezTo>
                <a:lnTo>
                  <a:pt x="5059203" y="67893"/>
                </a:lnTo>
                <a:moveTo>
                  <a:pt x="5021461" y="89621"/>
                </a:moveTo>
                <a:cubicBezTo>
                  <a:pt x="5021461" y="106540"/>
                  <a:pt x="5011268" y="112614"/>
                  <a:pt x="5001942" y="112614"/>
                </a:cubicBezTo>
                <a:cubicBezTo>
                  <a:pt x="4993916" y="112587"/>
                  <a:pt x="4982638" y="107596"/>
                  <a:pt x="4982638" y="89591"/>
                </a:cubicBezTo>
                <a:cubicBezTo>
                  <a:pt x="4982638" y="71583"/>
                  <a:pt x="4993916" y="66592"/>
                  <a:pt x="5001942" y="66592"/>
                </a:cubicBezTo>
                <a:cubicBezTo>
                  <a:pt x="5011268" y="66592"/>
                  <a:pt x="5021461" y="72668"/>
                  <a:pt x="5021461" y="89591"/>
                </a:cubicBezTo>
                <a:lnTo>
                  <a:pt x="5021461" y="89621"/>
                </a:lnTo>
                <a:moveTo>
                  <a:pt x="5040981" y="168561"/>
                </a:moveTo>
                <a:cubicBezTo>
                  <a:pt x="5040981" y="178110"/>
                  <a:pt x="5026015" y="185269"/>
                  <a:pt x="5008233" y="185269"/>
                </a:cubicBezTo>
                <a:cubicBezTo>
                  <a:pt x="4990663" y="185242"/>
                  <a:pt x="4975264" y="178517"/>
                  <a:pt x="4975264" y="168323"/>
                </a:cubicBezTo>
                <a:cubicBezTo>
                  <a:pt x="4975264" y="167671"/>
                  <a:pt x="4975264" y="153572"/>
                  <a:pt x="4992182" y="153572"/>
                </a:cubicBezTo>
                <a:lnTo>
                  <a:pt x="5011702" y="153572"/>
                </a:lnTo>
                <a:cubicBezTo>
                  <a:pt x="5016474" y="153572"/>
                  <a:pt x="5040981" y="153572"/>
                  <a:pt x="5040981" y="168538"/>
                </a:cubicBezTo>
                <a:lnTo>
                  <a:pt x="5040981" y="168561"/>
                </a:lnTo>
                <a:close/>
                <a:moveTo>
                  <a:pt x="5206686" y="147025"/>
                </a:moveTo>
                <a:lnTo>
                  <a:pt x="5203217" y="134226"/>
                </a:lnTo>
                <a:cubicBezTo>
                  <a:pt x="5197578" y="138784"/>
                  <a:pt x="5190638" y="141385"/>
                  <a:pt x="5183698" y="141385"/>
                </a:cubicBezTo>
                <a:cubicBezTo>
                  <a:pt x="5175672" y="141385"/>
                  <a:pt x="5172634" y="134878"/>
                  <a:pt x="5172634" y="123377"/>
                </a:cubicBezTo>
                <a:lnTo>
                  <a:pt x="5172634" y="69140"/>
                </a:lnTo>
                <a:lnTo>
                  <a:pt x="5203217" y="69140"/>
                </a:lnTo>
                <a:lnTo>
                  <a:pt x="5203217" y="56557"/>
                </a:lnTo>
                <a:lnTo>
                  <a:pt x="5172634" y="56557"/>
                </a:lnTo>
                <a:lnTo>
                  <a:pt x="5172634" y="29020"/>
                </a:lnTo>
                <a:lnTo>
                  <a:pt x="5157669" y="29020"/>
                </a:lnTo>
                <a:lnTo>
                  <a:pt x="5157669" y="56557"/>
                </a:lnTo>
                <a:lnTo>
                  <a:pt x="5138801" y="56557"/>
                </a:lnTo>
                <a:lnTo>
                  <a:pt x="5138801" y="69140"/>
                </a:lnTo>
                <a:lnTo>
                  <a:pt x="5157020" y="69140"/>
                </a:lnTo>
                <a:lnTo>
                  <a:pt x="5157020" y="127067"/>
                </a:lnTo>
                <a:cubicBezTo>
                  <a:pt x="5157020" y="140084"/>
                  <a:pt x="5160055" y="155266"/>
                  <a:pt x="5175020" y="155266"/>
                </a:cubicBezTo>
                <a:cubicBezTo>
                  <a:pt x="5190204" y="155266"/>
                  <a:pt x="5201265" y="149845"/>
                  <a:pt x="5206686" y="147025"/>
                </a:cubicBezTo>
                <a:close/>
                <a:moveTo>
                  <a:pt x="5307325" y="152936"/>
                </a:moveTo>
                <a:lnTo>
                  <a:pt x="5307325" y="88287"/>
                </a:lnTo>
                <a:cubicBezTo>
                  <a:pt x="5307325" y="73969"/>
                  <a:pt x="5304072" y="54227"/>
                  <a:pt x="5277610" y="54227"/>
                </a:cubicBezTo>
                <a:cubicBezTo>
                  <a:pt x="5264163" y="54227"/>
                  <a:pt x="5253751" y="60952"/>
                  <a:pt x="5246811" y="69845"/>
                </a:cubicBezTo>
                <a:lnTo>
                  <a:pt x="5246811" y="2330"/>
                </a:lnTo>
                <a:lnTo>
                  <a:pt x="5230545" y="2330"/>
                </a:lnTo>
                <a:lnTo>
                  <a:pt x="5230545" y="152936"/>
                </a:lnTo>
                <a:lnTo>
                  <a:pt x="5247463" y="152936"/>
                </a:lnTo>
                <a:lnTo>
                  <a:pt x="5247463" y="99785"/>
                </a:lnTo>
                <a:cubicBezTo>
                  <a:pt x="5247463" y="85467"/>
                  <a:pt x="5252884" y="67459"/>
                  <a:pt x="5269369" y="67459"/>
                </a:cubicBezTo>
                <a:cubicBezTo>
                  <a:pt x="5290189" y="67459"/>
                  <a:pt x="5290407" y="82862"/>
                  <a:pt x="5290407" y="89806"/>
                </a:cubicBezTo>
                <a:lnTo>
                  <a:pt x="5290407" y="152936"/>
                </a:lnTo>
                <a:lnTo>
                  <a:pt x="5307325" y="152936"/>
                </a:lnTo>
                <a:close/>
                <a:moveTo>
                  <a:pt x="5414901" y="105488"/>
                </a:moveTo>
                <a:cubicBezTo>
                  <a:pt x="5414901" y="98114"/>
                  <a:pt x="5414686" y="81830"/>
                  <a:pt x="5406227" y="68796"/>
                </a:cubicBezTo>
                <a:cubicBezTo>
                  <a:pt x="5397334" y="55342"/>
                  <a:pt x="5384103" y="52956"/>
                  <a:pt x="5376296" y="52956"/>
                </a:cubicBezTo>
                <a:cubicBezTo>
                  <a:pt x="5352223" y="52956"/>
                  <a:pt x="5332700" y="75965"/>
                  <a:pt x="5332700" y="103972"/>
                </a:cubicBezTo>
                <a:cubicBezTo>
                  <a:pt x="5332700" y="132522"/>
                  <a:pt x="5353523" y="155266"/>
                  <a:pt x="5379549" y="155266"/>
                </a:cubicBezTo>
                <a:cubicBezTo>
                  <a:pt x="5393214" y="155266"/>
                  <a:pt x="5405575" y="150063"/>
                  <a:pt x="5414034" y="143990"/>
                </a:cubicBezTo>
                <a:lnTo>
                  <a:pt x="5412733" y="129927"/>
                </a:lnTo>
                <a:cubicBezTo>
                  <a:pt x="5399069" y="141170"/>
                  <a:pt x="5384755" y="142037"/>
                  <a:pt x="5379768" y="142037"/>
                </a:cubicBezTo>
                <a:cubicBezTo>
                  <a:pt x="5362416" y="142037"/>
                  <a:pt x="5348533" y="126683"/>
                  <a:pt x="5347884" y="105488"/>
                </a:cubicBezTo>
                <a:lnTo>
                  <a:pt x="5414901" y="105488"/>
                </a:lnTo>
                <a:moveTo>
                  <a:pt x="5402540" y="93559"/>
                </a:moveTo>
                <a:lnTo>
                  <a:pt x="5348966" y="93559"/>
                </a:lnTo>
                <a:cubicBezTo>
                  <a:pt x="5352438" y="77051"/>
                  <a:pt x="5363932" y="66188"/>
                  <a:pt x="5376296" y="66188"/>
                </a:cubicBezTo>
                <a:cubicBezTo>
                  <a:pt x="5387575" y="66188"/>
                  <a:pt x="5399721" y="73575"/>
                  <a:pt x="5402540" y="935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maximumproductofanysublistwithinagivenintegerlist.The">
            <a:extLst xmlns:a="http://schemas.openxmlformats.org/drawingml/2006/main">
              <a:ext uri="{FF2B5EF4-FFF2-40B4-BE49-F238E27FC236}">
                <a16:creationId xmlns:a16="http://schemas.microsoft.com/office/drawing/2014/main" id="{EE75B062-8B16-464B-A287-EF37CED8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676" y="6447621"/>
            <a:ext cx="5766699" cy="197631"/>
          </a:xfrm>
          <a:custGeom xmlns:a="http://schemas.openxmlformats.org/drawingml/2006/main">
            <a:pathLst>
              <a:path w="5766699" h="197631">
                <a:moveTo>
                  <a:pt x="137076" y="152936"/>
                </a:moveTo>
                <a:lnTo>
                  <a:pt x="137076" y="88287"/>
                </a:lnTo>
                <a:cubicBezTo>
                  <a:pt x="137076" y="73751"/>
                  <a:pt x="133604" y="54227"/>
                  <a:pt x="107360" y="54227"/>
                </a:cubicBezTo>
                <a:cubicBezTo>
                  <a:pt x="94347" y="54227"/>
                  <a:pt x="83068" y="60303"/>
                  <a:pt x="75043" y="72016"/>
                </a:cubicBezTo>
                <a:cubicBezTo>
                  <a:pt x="69403" y="55531"/>
                  <a:pt x="54223" y="54227"/>
                  <a:pt x="47283" y="54227"/>
                </a:cubicBezTo>
                <a:cubicBezTo>
                  <a:pt x="31665" y="54227"/>
                  <a:pt x="21472" y="63120"/>
                  <a:pt x="15618" y="70931"/>
                </a:cubicBezTo>
                <a:lnTo>
                  <a:pt x="15618" y="55312"/>
                </a:lnTo>
                <a:lnTo>
                  <a:pt x="0" y="55312"/>
                </a:lnTo>
                <a:lnTo>
                  <a:pt x="0" y="152936"/>
                </a:lnTo>
                <a:lnTo>
                  <a:pt x="16918" y="152936"/>
                </a:lnTo>
                <a:lnTo>
                  <a:pt x="16918" y="99785"/>
                </a:lnTo>
                <a:cubicBezTo>
                  <a:pt x="16918" y="85034"/>
                  <a:pt x="22773" y="67459"/>
                  <a:pt x="38824" y="67459"/>
                </a:cubicBezTo>
                <a:cubicBezTo>
                  <a:pt x="58995" y="67459"/>
                  <a:pt x="60077" y="81562"/>
                  <a:pt x="60077" y="89806"/>
                </a:cubicBezTo>
                <a:lnTo>
                  <a:pt x="60077" y="152936"/>
                </a:lnTo>
                <a:lnTo>
                  <a:pt x="76995" y="152936"/>
                </a:lnTo>
                <a:lnTo>
                  <a:pt x="76995" y="99785"/>
                </a:lnTo>
                <a:cubicBezTo>
                  <a:pt x="76995" y="85034"/>
                  <a:pt x="82853" y="67459"/>
                  <a:pt x="98901" y="67459"/>
                </a:cubicBezTo>
                <a:cubicBezTo>
                  <a:pt x="119072" y="67459"/>
                  <a:pt x="120158" y="81562"/>
                  <a:pt x="120158" y="89806"/>
                </a:cubicBezTo>
                <a:lnTo>
                  <a:pt x="120158" y="152936"/>
                </a:lnTo>
                <a:lnTo>
                  <a:pt x="137076" y="152936"/>
                </a:lnTo>
                <a:close/>
                <a:moveTo>
                  <a:pt x="243352" y="152883"/>
                </a:moveTo>
                <a:lnTo>
                  <a:pt x="243352" y="90243"/>
                </a:lnTo>
                <a:cubicBezTo>
                  <a:pt x="243352" y="68137"/>
                  <a:pt x="227520" y="52956"/>
                  <a:pt x="207564" y="52956"/>
                </a:cubicBezTo>
                <a:cubicBezTo>
                  <a:pt x="193465" y="52956"/>
                  <a:pt x="183705" y="56428"/>
                  <a:pt x="173512" y="62286"/>
                </a:cubicBezTo>
                <a:lnTo>
                  <a:pt x="174813" y="76590"/>
                </a:lnTo>
                <a:cubicBezTo>
                  <a:pt x="186092" y="68571"/>
                  <a:pt x="196937" y="65754"/>
                  <a:pt x="207564" y="65754"/>
                </a:cubicBezTo>
                <a:cubicBezTo>
                  <a:pt x="217760" y="65754"/>
                  <a:pt x="226434" y="74423"/>
                  <a:pt x="226434" y="90462"/>
                </a:cubicBezTo>
                <a:lnTo>
                  <a:pt x="226434" y="99782"/>
                </a:lnTo>
                <a:cubicBezTo>
                  <a:pt x="193902" y="100215"/>
                  <a:pt x="166354" y="109324"/>
                  <a:pt x="166354" y="128388"/>
                </a:cubicBezTo>
                <a:cubicBezTo>
                  <a:pt x="166354" y="137705"/>
                  <a:pt x="172212" y="155266"/>
                  <a:pt x="191082" y="155266"/>
                </a:cubicBezTo>
                <a:cubicBezTo>
                  <a:pt x="194117" y="155266"/>
                  <a:pt x="214504" y="154833"/>
                  <a:pt x="227086" y="145072"/>
                </a:cubicBezTo>
                <a:lnTo>
                  <a:pt x="227086" y="152883"/>
                </a:lnTo>
                <a:lnTo>
                  <a:pt x="243352" y="152883"/>
                </a:lnTo>
                <a:moveTo>
                  <a:pt x="226434" y="124274"/>
                </a:moveTo>
                <a:cubicBezTo>
                  <a:pt x="226434" y="128388"/>
                  <a:pt x="226434" y="133806"/>
                  <a:pt x="219061" y="137920"/>
                </a:cubicBezTo>
                <a:cubicBezTo>
                  <a:pt x="212769" y="141819"/>
                  <a:pt x="204529" y="142037"/>
                  <a:pt x="202143" y="142037"/>
                </a:cubicBezTo>
                <a:cubicBezTo>
                  <a:pt x="191731" y="142037"/>
                  <a:pt x="181971" y="137053"/>
                  <a:pt x="181971" y="127958"/>
                </a:cubicBezTo>
                <a:cubicBezTo>
                  <a:pt x="181971" y="112792"/>
                  <a:pt x="217108" y="111276"/>
                  <a:pt x="226434" y="110843"/>
                </a:cubicBezTo>
                <a:lnTo>
                  <a:pt x="226434" y="124274"/>
                </a:lnTo>
                <a:close/>
                <a:moveTo>
                  <a:pt x="358737" y="152936"/>
                </a:moveTo>
                <a:lnTo>
                  <a:pt x="315360" y="103227"/>
                </a:lnTo>
                <a:lnTo>
                  <a:pt x="355051" y="56557"/>
                </a:lnTo>
                <a:lnTo>
                  <a:pt x="337265" y="56557"/>
                </a:lnTo>
                <a:lnTo>
                  <a:pt x="308201" y="92375"/>
                </a:lnTo>
                <a:lnTo>
                  <a:pt x="278270" y="56557"/>
                </a:lnTo>
                <a:lnTo>
                  <a:pt x="260270" y="56557"/>
                </a:lnTo>
                <a:lnTo>
                  <a:pt x="301046" y="103227"/>
                </a:lnTo>
                <a:lnTo>
                  <a:pt x="258969" y="152936"/>
                </a:lnTo>
                <a:lnTo>
                  <a:pt x="276751" y="152936"/>
                </a:lnTo>
                <a:lnTo>
                  <a:pt x="308201" y="112127"/>
                </a:lnTo>
                <a:lnTo>
                  <a:pt x="340737" y="152936"/>
                </a:lnTo>
                <a:lnTo>
                  <a:pt x="358737" y="152936"/>
                </a:lnTo>
                <a:close/>
                <a:moveTo>
                  <a:pt x="392789" y="152936"/>
                </a:moveTo>
                <a:lnTo>
                  <a:pt x="392789" y="56557"/>
                </a:lnTo>
                <a:lnTo>
                  <a:pt x="376523" y="56557"/>
                </a:lnTo>
                <a:lnTo>
                  <a:pt x="376523" y="152936"/>
                </a:lnTo>
                <a:lnTo>
                  <a:pt x="392789" y="152936"/>
                </a:lnTo>
                <a:moveTo>
                  <a:pt x="394523" y="30109"/>
                </a:moveTo>
                <a:lnTo>
                  <a:pt x="394523" y="10803"/>
                </a:lnTo>
                <a:lnTo>
                  <a:pt x="375222" y="10803"/>
                </a:lnTo>
                <a:lnTo>
                  <a:pt x="375222" y="30109"/>
                </a:lnTo>
                <a:lnTo>
                  <a:pt x="394523" y="30109"/>
                </a:lnTo>
                <a:close/>
                <a:moveTo>
                  <a:pt x="565436" y="152936"/>
                </a:moveTo>
                <a:lnTo>
                  <a:pt x="565436" y="88287"/>
                </a:lnTo>
                <a:cubicBezTo>
                  <a:pt x="565436" y="73751"/>
                  <a:pt x="561964" y="54227"/>
                  <a:pt x="535720" y="54227"/>
                </a:cubicBezTo>
                <a:cubicBezTo>
                  <a:pt x="522707" y="54227"/>
                  <a:pt x="511428" y="60303"/>
                  <a:pt x="503403" y="72016"/>
                </a:cubicBezTo>
                <a:cubicBezTo>
                  <a:pt x="497763" y="55531"/>
                  <a:pt x="482583" y="54227"/>
                  <a:pt x="475643" y="54227"/>
                </a:cubicBezTo>
                <a:cubicBezTo>
                  <a:pt x="460025" y="54227"/>
                  <a:pt x="449832" y="63120"/>
                  <a:pt x="443978" y="70931"/>
                </a:cubicBezTo>
                <a:lnTo>
                  <a:pt x="443978" y="55312"/>
                </a:lnTo>
                <a:lnTo>
                  <a:pt x="428360" y="55312"/>
                </a:lnTo>
                <a:lnTo>
                  <a:pt x="428360" y="152936"/>
                </a:lnTo>
                <a:lnTo>
                  <a:pt x="445278" y="152936"/>
                </a:lnTo>
                <a:lnTo>
                  <a:pt x="445278" y="99785"/>
                </a:lnTo>
                <a:cubicBezTo>
                  <a:pt x="445278" y="85034"/>
                  <a:pt x="451133" y="67459"/>
                  <a:pt x="467184" y="67459"/>
                </a:cubicBezTo>
                <a:cubicBezTo>
                  <a:pt x="487355" y="67459"/>
                  <a:pt x="488437" y="81562"/>
                  <a:pt x="488437" y="89806"/>
                </a:cubicBezTo>
                <a:lnTo>
                  <a:pt x="488437" y="152936"/>
                </a:lnTo>
                <a:lnTo>
                  <a:pt x="505355" y="152936"/>
                </a:lnTo>
                <a:lnTo>
                  <a:pt x="505355" y="99785"/>
                </a:lnTo>
                <a:cubicBezTo>
                  <a:pt x="505355" y="85034"/>
                  <a:pt x="511213" y="67459"/>
                  <a:pt x="527261" y="67459"/>
                </a:cubicBezTo>
                <a:cubicBezTo>
                  <a:pt x="547432" y="67459"/>
                  <a:pt x="548518" y="81562"/>
                  <a:pt x="548518" y="89806"/>
                </a:cubicBezTo>
                <a:lnTo>
                  <a:pt x="548518" y="152936"/>
                </a:lnTo>
                <a:lnTo>
                  <a:pt x="565436" y="152936"/>
                </a:lnTo>
                <a:close/>
                <a:moveTo>
                  <a:pt x="677352" y="152883"/>
                </a:moveTo>
                <a:lnTo>
                  <a:pt x="677352" y="56557"/>
                </a:lnTo>
                <a:lnTo>
                  <a:pt x="660434" y="56557"/>
                </a:lnTo>
                <a:lnTo>
                  <a:pt x="660434" y="119475"/>
                </a:lnTo>
                <a:cubicBezTo>
                  <a:pt x="660434" y="135745"/>
                  <a:pt x="648288" y="143338"/>
                  <a:pt x="634408" y="143338"/>
                </a:cubicBezTo>
                <a:cubicBezTo>
                  <a:pt x="619005" y="143338"/>
                  <a:pt x="617490" y="137698"/>
                  <a:pt x="617490" y="128368"/>
                </a:cubicBezTo>
                <a:lnTo>
                  <a:pt x="617490" y="56557"/>
                </a:lnTo>
                <a:lnTo>
                  <a:pt x="600572" y="56557"/>
                </a:lnTo>
                <a:lnTo>
                  <a:pt x="600572" y="129235"/>
                </a:lnTo>
                <a:cubicBezTo>
                  <a:pt x="600572" y="144857"/>
                  <a:pt x="605559" y="155266"/>
                  <a:pt x="623563" y="155266"/>
                </a:cubicBezTo>
                <a:cubicBezTo>
                  <a:pt x="635057" y="155266"/>
                  <a:pt x="650456" y="151798"/>
                  <a:pt x="661086" y="142471"/>
                </a:cubicBezTo>
                <a:lnTo>
                  <a:pt x="661086" y="152883"/>
                </a:lnTo>
                <a:lnTo>
                  <a:pt x="677352" y="152883"/>
                </a:lnTo>
                <a:close/>
                <a:moveTo>
                  <a:pt x="849780" y="152936"/>
                </a:moveTo>
                <a:lnTo>
                  <a:pt x="849780" y="88287"/>
                </a:lnTo>
                <a:cubicBezTo>
                  <a:pt x="849780" y="73751"/>
                  <a:pt x="846309" y="54227"/>
                  <a:pt x="820064" y="54227"/>
                </a:cubicBezTo>
                <a:cubicBezTo>
                  <a:pt x="807051" y="54227"/>
                  <a:pt x="795773" y="60303"/>
                  <a:pt x="787747" y="72016"/>
                </a:cubicBezTo>
                <a:cubicBezTo>
                  <a:pt x="782108" y="55531"/>
                  <a:pt x="766927" y="54227"/>
                  <a:pt x="759987" y="54227"/>
                </a:cubicBezTo>
                <a:cubicBezTo>
                  <a:pt x="744370" y="54227"/>
                  <a:pt x="734176" y="63120"/>
                  <a:pt x="728322" y="70931"/>
                </a:cubicBezTo>
                <a:lnTo>
                  <a:pt x="728322" y="55312"/>
                </a:lnTo>
                <a:lnTo>
                  <a:pt x="712704" y="55312"/>
                </a:lnTo>
                <a:lnTo>
                  <a:pt x="712704" y="152936"/>
                </a:lnTo>
                <a:lnTo>
                  <a:pt x="729622" y="152936"/>
                </a:lnTo>
                <a:lnTo>
                  <a:pt x="729622" y="99785"/>
                </a:lnTo>
                <a:cubicBezTo>
                  <a:pt x="729622" y="85034"/>
                  <a:pt x="735477" y="67459"/>
                  <a:pt x="751528" y="67459"/>
                </a:cubicBezTo>
                <a:cubicBezTo>
                  <a:pt x="771699" y="67459"/>
                  <a:pt x="772782" y="81562"/>
                  <a:pt x="772782" y="89806"/>
                </a:cubicBezTo>
                <a:lnTo>
                  <a:pt x="772782" y="152936"/>
                </a:lnTo>
                <a:lnTo>
                  <a:pt x="789700" y="152936"/>
                </a:lnTo>
                <a:lnTo>
                  <a:pt x="789700" y="99785"/>
                </a:lnTo>
                <a:cubicBezTo>
                  <a:pt x="789700" y="85034"/>
                  <a:pt x="795557" y="67459"/>
                  <a:pt x="811605" y="67459"/>
                </a:cubicBezTo>
                <a:cubicBezTo>
                  <a:pt x="831777" y="67459"/>
                  <a:pt x="832862" y="81562"/>
                  <a:pt x="832862" y="89806"/>
                </a:cubicBezTo>
                <a:lnTo>
                  <a:pt x="832862" y="152936"/>
                </a:lnTo>
                <a:lnTo>
                  <a:pt x="849780" y="152936"/>
                </a:lnTo>
                <a:close/>
                <a:moveTo>
                  <a:pt x="1043681" y="104531"/>
                </a:moveTo>
                <a:cubicBezTo>
                  <a:pt x="1043681" y="78517"/>
                  <a:pt x="1030016" y="54227"/>
                  <a:pt x="1009196" y="54227"/>
                </a:cubicBezTo>
                <a:cubicBezTo>
                  <a:pt x="996179" y="54227"/>
                  <a:pt x="983600" y="58784"/>
                  <a:pt x="973625" y="67244"/>
                </a:cubicBezTo>
                <a:lnTo>
                  <a:pt x="973625" y="56613"/>
                </a:lnTo>
                <a:lnTo>
                  <a:pt x="957356" y="56613"/>
                </a:lnTo>
                <a:lnTo>
                  <a:pt x="957356" y="194877"/>
                </a:lnTo>
                <a:lnTo>
                  <a:pt x="974274" y="194877"/>
                </a:lnTo>
                <a:lnTo>
                  <a:pt x="974274" y="142904"/>
                </a:lnTo>
                <a:cubicBezTo>
                  <a:pt x="980999" y="149193"/>
                  <a:pt x="990540" y="155266"/>
                  <a:pt x="1003556" y="155266"/>
                </a:cubicBezTo>
                <a:cubicBezTo>
                  <a:pt x="1024595" y="155266"/>
                  <a:pt x="1043681" y="134014"/>
                  <a:pt x="1043681" y="104531"/>
                </a:cubicBezTo>
                <a:moveTo>
                  <a:pt x="1026762" y="104531"/>
                </a:moveTo>
                <a:cubicBezTo>
                  <a:pt x="1026762" y="126862"/>
                  <a:pt x="1011363" y="142037"/>
                  <a:pt x="995097" y="142037"/>
                </a:cubicBezTo>
                <a:cubicBezTo>
                  <a:pt x="986638" y="142037"/>
                  <a:pt x="980780" y="137701"/>
                  <a:pt x="976445" y="131846"/>
                </a:cubicBezTo>
                <a:cubicBezTo>
                  <a:pt x="974274" y="128596"/>
                  <a:pt x="974274" y="128163"/>
                  <a:pt x="974274" y="124261"/>
                </a:cubicBezTo>
                <a:lnTo>
                  <a:pt x="974274" y="80685"/>
                </a:lnTo>
                <a:cubicBezTo>
                  <a:pt x="979480" y="73095"/>
                  <a:pt x="987939" y="68111"/>
                  <a:pt x="997265" y="68111"/>
                </a:cubicBezTo>
                <a:cubicBezTo>
                  <a:pt x="1013750" y="68111"/>
                  <a:pt x="1026762" y="84587"/>
                  <a:pt x="1026762" y="104531"/>
                </a:cubicBezTo>
                <a:close/>
                <a:moveTo>
                  <a:pt x="1122629" y="68763"/>
                </a:moveTo>
                <a:lnTo>
                  <a:pt x="1122629" y="54227"/>
                </a:lnTo>
                <a:cubicBezTo>
                  <a:pt x="1103325" y="54445"/>
                  <a:pt x="1091397" y="65076"/>
                  <a:pt x="1084672" y="75055"/>
                </a:cubicBezTo>
                <a:lnTo>
                  <a:pt x="1084672" y="55312"/>
                </a:lnTo>
                <a:lnTo>
                  <a:pt x="1069488" y="55312"/>
                </a:lnTo>
                <a:lnTo>
                  <a:pt x="1069488" y="152936"/>
                </a:lnTo>
                <a:lnTo>
                  <a:pt x="1085758" y="152936"/>
                </a:lnTo>
                <a:lnTo>
                  <a:pt x="1085758" y="106510"/>
                </a:lnTo>
                <a:cubicBezTo>
                  <a:pt x="1085758" y="84818"/>
                  <a:pt x="1101372" y="69197"/>
                  <a:pt x="1122629" y="68763"/>
                </a:cubicBezTo>
                <a:close/>
                <a:moveTo>
                  <a:pt x="1227604" y="105196"/>
                </a:moveTo>
                <a:cubicBezTo>
                  <a:pt x="1227604" y="76157"/>
                  <a:pt x="1205913" y="52956"/>
                  <a:pt x="1180106" y="52956"/>
                </a:cubicBezTo>
                <a:cubicBezTo>
                  <a:pt x="1153428" y="52956"/>
                  <a:pt x="1132390" y="76806"/>
                  <a:pt x="1132390" y="105196"/>
                </a:cubicBezTo>
                <a:cubicBezTo>
                  <a:pt x="1132390" y="133803"/>
                  <a:pt x="1154510" y="155266"/>
                  <a:pt x="1179888" y="155266"/>
                </a:cubicBezTo>
                <a:cubicBezTo>
                  <a:pt x="1205913" y="155266"/>
                  <a:pt x="1227604" y="133369"/>
                  <a:pt x="1227604" y="105196"/>
                </a:cubicBezTo>
                <a:moveTo>
                  <a:pt x="1210686" y="103029"/>
                </a:moveTo>
                <a:cubicBezTo>
                  <a:pt x="1210686" y="128600"/>
                  <a:pt x="1195939" y="141385"/>
                  <a:pt x="1179888" y="141385"/>
                </a:cubicBezTo>
                <a:cubicBezTo>
                  <a:pt x="1164922" y="141385"/>
                  <a:pt x="1149305" y="129252"/>
                  <a:pt x="1149305" y="103029"/>
                </a:cubicBezTo>
                <a:cubicBezTo>
                  <a:pt x="1149305" y="76806"/>
                  <a:pt x="1165789" y="66188"/>
                  <a:pt x="1179888" y="66188"/>
                </a:cubicBezTo>
                <a:cubicBezTo>
                  <a:pt x="1195072" y="66188"/>
                  <a:pt x="1210686" y="77458"/>
                  <a:pt x="1210686" y="103029"/>
                </a:cubicBezTo>
                <a:close/>
                <a:moveTo>
                  <a:pt x="1328458" y="152966"/>
                </a:moveTo>
                <a:lnTo>
                  <a:pt x="1328458" y="2330"/>
                </a:lnTo>
                <a:lnTo>
                  <a:pt x="1312191" y="2330"/>
                </a:lnTo>
                <a:lnTo>
                  <a:pt x="1312191" y="66205"/>
                </a:lnTo>
                <a:cubicBezTo>
                  <a:pt x="1300697" y="56613"/>
                  <a:pt x="1288552" y="54227"/>
                  <a:pt x="1280526" y="54227"/>
                </a:cubicBezTo>
                <a:cubicBezTo>
                  <a:pt x="1259054" y="54227"/>
                  <a:pt x="1242136" y="76786"/>
                  <a:pt x="1242136" y="104760"/>
                </a:cubicBezTo>
                <a:cubicBezTo>
                  <a:pt x="1242136" y="133174"/>
                  <a:pt x="1258836" y="155266"/>
                  <a:pt x="1279441" y="155266"/>
                </a:cubicBezTo>
                <a:cubicBezTo>
                  <a:pt x="1286599" y="155266"/>
                  <a:pt x="1299394" y="153317"/>
                  <a:pt x="1311539" y="141604"/>
                </a:cubicBezTo>
                <a:lnTo>
                  <a:pt x="1311539" y="152883"/>
                </a:lnTo>
                <a:lnTo>
                  <a:pt x="1328458" y="152966"/>
                </a:lnTo>
                <a:moveTo>
                  <a:pt x="1311539" y="122761"/>
                </a:moveTo>
                <a:cubicBezTo>
                  <a:pt x="1311539" y="125796"/>
                  <a:pt x="1311324" y="129702"/>
                  <a:pt x="1304384" y="135990"/>
                </a:cubicBezTo>
                <a:cubicBezTo>
                  <a:pt x="1299394" y="140309"/>
                  <a:pt x="1293973" y="142037"/>
                  <a:pt x="1288333" y="142037"/>
                </a:cubicBezTo>
                <a:cubicBezTo>
                  <a:pt x="1274887" y="142037"/>
                  <a:pt x="1259054" y="131870"/>
                  <a:pt x="1259054" y="104978"/>
                </a:cubicBezTo>
                <a:cubicBezTo>
                  <a:pt x="1259054" y="76352"/>
                  <a:pt x="1277706" y="67459"/>
                  <a:pt x="1290501" y="67459"/>
                </a:cubicBezTo>
                <a:cubicBezTo>
                  <a:pt x="1300261" y="67505"/>
                  <a:pt x="1306770" y="72493"/>
                  <a:pt x="1311539" y="79434"/>
                </a:cubicBezTo>
                <a:lnTo>
                  <a:pt x="1311539" y="122761"/>
                </a:lnTo>
                <a:close/>
                <a:moveTo>
                  <a:pt x="1440809" y="152883"/>
                </a:moveTo>
                <a:lnTo>
                  <a:pt x="1440809" y="56557"/>
                </a:lnTo>
                <a:lnTo>
                  <a:pt x="1423890" y="56557"/>
                </a:lnTo>
                <a:lnTo>
                  <a:pt x="1423890" y="119475"/>
                </a:lnTo>
                <a:cubicBezTo>
                  <a:pt x="1423890" y="135745"/>
                  <a:pt x="1411745" y="143338"/>
                  <a:pt x="1397865" y="143338"/>
                </a:cubicBezTo>
                <a:cubicBezTo>
                  <a:pt x="1382462" y="143338"/>
                  <a:pt x="1380946" y="137698"/>
                  <a:pt x="1380946" y="128368"/>
                </a:cubicBezTo>
                <a:lnTo>
                  <a:pt x="1380946" y="56557"/>
                </a:lnTo>
                <a:lnTo>
                  <a:pt x="1364028" y="56557"/>
                </a:lnTo>
                <a:lnTo>
                  <a:pt x="1364028" y="129235"/>
                </a:lnTo>
                <a:cubicBezTo>
                  <a:pt x="1364028" y="144857"/>
                  <a:pt x="1369016" y="155266"/>
                  <a:pt x="1387019" y="155266"/>
                </a:cubicBezTo>
                <a:cubicBezTo>
                  <a:pt x="1398513" y="155266"/>
                  <a:pt x="1413912" y="151798"/>
                  <a:pt x="1424542" y="142471"/>
                </a:cubicBezTo>
                <a:lnTo>
                  <a:pt x="1424542" y="152883"/>
                </a:lnTo>
                <a:lnTo>
                  <a:pt x="1440809" y="152883"/>
                </a:lnTo>
                <a:close/>
                <a:moveTo>
                  <a:pt x="1548603" y="144205"/>
                </a:moveTo>
                <a:lnTo>
                  <a:pt x="1547302" y="129685"/>
                </a:lnTo>
                <a:cubicBezTo>
                  <a:pt x="1536238" y="138353"/>
                  <a:pt x="1524526" y="141385"/>
                  <a:pt x="1513466" y="141385"/>
                </a:cubicBezTo>
                <a:cubicBezTo>
                  <a:pt x="1495465" y="141385"/>
                  <a:pt x="1483320" y="125783"/>
                  <a:pt x="1483320" y="104548"/>
                </a:cubicBezTo>
                <a:cubicBezTo>
                  <a:pt x="1483320" y="87642"/>
                  <a:pt x="1491342" y="66840"/>
                  <a:pt x="1514333" y="66840"/>
                </a:cubicBezTo>
                <a:cubicBezTo>
                  <a:pt x="1525612" y="66840"/>
                  <a:pt x="1532985" y="68574"/>
                  <a:pt x="1544916" y="76375"/>
                </a:cubicBezTo>
                <a:lnTo>
                  <a:pt x="1547517" y="62286"/>
                </a:lnTo>
                <a:cubicBezTo>
                  <a:pt x="1534723" y="54908"/>
                  <a:pt x="1527346" y="52956"/>
                  <a:pt x="1514118" y="52956"/>
                </a:cubicBezTo>
                <a:cubicBezTo>
                  <a:pt x="1483968" y="52956"/>
                  <a:pt x="1466401" y="79192"/>
                  <a:pt x="1466401" y="104763"/>
                </a:cubicBezTo>
                <a:cubicBezTo>
                  <a:pt x="1466401" y="131635"/>
                  <a:pt x="1486139" y="155266"/>
                  <a:pt x="1513251" y="155266"/>
                </a:cubicBezTo>
                <a:cubicBezTo>
                  <a:pt x="1524963" y="155266"/>
                  <a:pt x="1536890" y="152231"/>
                  <a:pt x="1548603" y="144205"/>
                </a:cubicBezTo>
                <a:close/>
                <a:moveTo>
                  <a:pt x="1626899" y="147025"/>
                </a:moveTo>
                <a:lnTo>
                  <a:pt x="1623430" y="134226"/>
                </a:lnTo>
                <a:cubicBezTo>
                  <a:pt x="1617791" y="138784"/>
                  <a:pt x="1610851" y="141385"/>
                  <a:pt x="1603911" y="141385"/>
                </a:cubicBezTo>
                <a:cubicBezTo>
                  <a:pt x="1595885" y="141385"/>
                  <a:pt x="1592847" y="134878"/>
                  <a:pt x="1592847" y="123377"/>
                </a:cubicBezTo>
                <a:lnTo>
                  <a:pt x="1592847" y="69140"/>
                </a:lnTo>
                <a:lnTo>
                  <a:pt x="1623430" y="69140"/>
                </a:lnTo>
                <a:lnTo>
                  <a:pt x="1623430" y="56557"/>
                </a:lnTo>
                <a:lnTo>
                  <a:pt x="1592847" y="56557"/>
                </a:lnTo>
                <a:lnTo>
                  <a:pt x="1592847" y="29020"/>
                </a:lnTo>
                <a:lnTo>
                  <a:pt x="1577882" y="29020"/>
                </a:lnTo>
                <a:lnTo>
                  <a:pt x="1577882" y="56557"/>
                </a:lnTo>
                <a:lnTo>
                  <a:pt x="1559014" y="56557"/>
                </a:lnTo>
                <a:lnTo>
                  <a:pt x="1559014" y="69140"/>
                </a:lnTo>
                <a:lnTo>
                  <a:pt x="1577233" y="69140"/>
                </a:lnTo>
                <a:lnTo>
                  <a:pt x="1577233" y="127067"/>
                </a:lnTo>
                <a:cubicBezTo>
                  <a:pt x="1577233" y="140084"/>
                  <a:pt x="1580268" y="155266"/>
                  <a:pt x="1595233" y="155266"/>
                </a:cubicBezTo>
                <a:cubicBezTo>
                  <a:pt x="1610417" y="155266"/>
                  <a:pt x="1621478" y="149845"/>
                  <a:pt x="1626899" y="147025"/>
                </a:cubicBezTo>
                <a:close/>
                <a:moveTo>
                  <a:pt x="1807137" y="105196"/>
                </a:moveTo>
                <a:cubicBezTo>
                  <a:pt x="1807137" y="76157"/>
                  <a:pt x="1785447" y="52956"/>
                  <a:pt x="1759639" y="52956"/>
                </a:cubicBezTo>
                <a:cubicBezTo>
                  <a:pt x="1732961" y="52956"/>
                  <a:pt x="1711923" y="76806"/>
                  <a:pt x="1711923" y="105196"/>
                </a:cubicBezTo>
                <a:cubicBezTo>
                  <a:pt x="1711923" y="133803"/>
                  <a:pt x="1734043" y="155266"/>
                  <a:pt x="1759421" y="155266"/>
                </a:cubicBezTo>
                <a:cubicBezTo>
                  <a:pt x="1785447" y="155266"/>
                  <a:pt x="1807137" y="133369"/>
                  <a:pt x="1807137" y="105196"/>
                </a:cubicBezTo>
                <a:moveTo>
                  <a:pt x="1790219" y="103029"/>
                </a:moveTo>
                <a:cubicBezTo>
                  <a:pt x="1790219" y="128600"/>
                  <a:pt x="1775472" y="141385"/>
                  <a:pt x="1759421" y="141385"/>
                </a:cubicBezTo>
                <a:cubicBezTo>
                  <a:pt x="1744455" y="141385"/>
                  <a:pt x="1728838" y="129252"/>
                  <a:pt x="1728838" y="103029"/>
                </a:cubicBezTo>
                <a:cubicBezTo>
                  <a:pt x="1728838" y="76806"/>
                  <a:pt x="1745322" y="66188"/>
                  <a:pt x="1759421" y="66188"/>
                </a:cubicBezTo>
                <a:cubicBezTo>
                  <a:pt x="1774605" y="66188"/>
                  <a:pt x="1790219" y="77458"/>
                  <a:pt x="1790219" y="103029"/>
                </a:cubicBezTo>
                <a:close/>
                <a:moveTo>
                  <a:pt x="1889123" y="16916"/>
                </a:moveTo>
                <a:lnTo>
                  <a:pt x="1889123" y="2386"/>
                </a:lnTo>
                <a:cubicBezTo>
                  <a:pt x="1886519" y="1738"/>
                  <a:pt x="1879794" y="0"/>
                  <a:pt x="1871771" y="0"/>
                </a:cubicBezTo>
                <a:cubicBezTo>
                  <a:pt x="1851382" y="0"/>
                  <a:pt x="1835767" y="15400"/>
                  <a:pt x="1835767" y="37062"/>
                </a:cubicBezTo>
                <a:lnTo>
                  <a:pt x="1835767" y="56557"/>
                </a:lnTo>
                <a:lnTo>
                  <a:pt x="1819716" y="56557"/>
                </a:lnTo>
                <a:lnTo>
                  <a:pt x="1819716" y="69140"/>
                </a:lnTo>
                <a:lnTo>
                  <a:pt x="1835767" y="69140"/>
                </a:lnTo>
                <a:lnTo>
                  <a:pt x="1835767" y="152936"/>
                </a:lnTo>
                <a:lnTo>
                  <a:pt x="1852034" y="152936"/>
                </a:lnTo>
                <a:lnTo>
                  <a:pt x="1852034" y="69140"/>
                </a:lnTo>
                <a:lnTo>
                  <a:pt x="1875892" y="69140"/>
                </a:lnTo>
                <a:lnTo>
                  <a:pt x="1875892" y="56557"/>
                </a:lnTo>
                <a:lnTo>
                  <a:pt x="1851382" y="56557"/>
                </a:lnTo>
                <a:lnTo>
                  <a:pt x="1851382" y="30780"/>
                </a:lnTo>
                <a:cubicBezTo>
                  <a:pt x="1851382" y="14748"/>
                  <a:pt x="1865914" y="13232"/>
                  <a:pt x="1871553" y="13232"/>
                </a:cubicBezTo>
                <a:cubicBezTo>
                  <a:pt x="1875892" y="13232"/>
                  <a:pt x="1881746" y="13666"/>
                  <a:pt x="1889123" y="16916"/>
                </a:cubicBezTo>
                <a:close/>
                <a:moveTo>
                  <a:pt x="2041163" y="152883"/>
                </a:moveTo>
                <a:lnTo>
                  <a:pt x="2041163" y="90243"/>
                </a:lnTo>
                <a:cubicBezTo>
                  <a:pt x="2041163" y="68137"/>
                  <a:pt x="2025330" y="52956"/>
                  <a:pt x="2005374" y="52956"/>
                </a:cubicBezTo>
                <a:cubicBezTo>
                  <a:pt x="1991276" y="52956"/>
                  <a:pt x="1981516" y="56428"/>
                  <a:pt x="1971323" y="62286"/>
                </a:cubicBezTo>
                <a:lnTo>
                  <a:pt x="1972623" y="76590"/>
                </a:lnTo>
                <a:cubicBezTo>
                  <a:pt x="1983902" y="68571"/>
                  <a:pt x="1994747" y="65754"/>
                  <a:pt x="2005374" y="65754"/>
                </a:cubicBezTo>
                <a:cubicBezTo>
                  <a:pt x="2015571" y="65754"/>
                  <a:pt x="2024245" y="74423"/>
                  <a:pt x="2024245" y="90462"/>
                </a:cubicBezTo>
                <a:lnTo>
                  <a:pt x="2024245" y="99782"/>
                </a:lnTo>
                <a:cubicBezTo>
                  <a:pt x="1991712" y="100215"/>
                  <a:pt x="1964164" y="109324"/>
                  <a:pt x="1964164" y="128388"/>
                </a:cubicBezTo>
                <a:cubicBezTo>
                  <a:pt x="1964164" y="137705"/>
                  <a:pt x="1970022" y="155266"/>
                  <a:pt x="1988893" y="155266"/>
                </a:cubicBezTo>
                <a:cubicBezTo>
                  <a:pt x="1991928" y="155266"/>
                  <a:pt x="2012314" y="154833"/>
                  <a:pt x="2024897" y="145072"/>
                </a:cubicBezTo>
                <a:lnTo>
                  <a:pt x="2024897" y="152883"/>
                </a:lnTo>
                <a:lnTo>
                  <a:pt x="2041163" y="152883"/>
                </a:lnTo>
                <a:moveTo>
                  <a:pt x="2024245" y="124274"/>
                </a:moveTo>
                <a:cubicBezTo>
                  <a:pt x="2024245" y="128388"/>
                  <a:pt x="2024245" y="133806"/>
                  <a:pt x="2016871" y="137920"/>
                </a:cubicBezTo>
                <a:cubicBezTo>
                  <a:pt x="2010580" y="141819"/>
                  <a:pt x="2002339" y="142037"/>
                  <a:pt x="1999953" y="142037"/>
                </a:cubicBezTo>
                <a:cubicBezTo>
                  <a:pt x="1989541" y="142037"/>
                  <a:pt x="1979782" y="137053"/>
                  <a:pt x="1979782" y="127958"/>
                </a:cubicBezTo>
                <a:cubicBezTo>
                  <a:pt x="1979782" y="112792"/>
                  <a:pt x="2014919" y="111276"/>
                  <a:pt x="2024245" y="110843"/>
                </a:cubicBezTo>
                <a:lnTo>
                  <a:pt x="2024245" y="124274"/>
                </a:lnTo>
                <a:close/>
                <a:moveTo>
                  <a:pt x="2151127" y="152936"/>
                </a:moveTo>
                <a:lnTo>
                  <a:pt x="2151127" y="88287"/>
                </a:lnTo>
                <a:cubicBezTo>
                  <a:pt x="2151127" y="73969"/>
                  <a:pt x="2147874" y="54227"/>
                  <a:pt x="2121411" y="54227"/>
                </a:cubicBezTo>
                <a:cubicBezTo>
                  <a:pt x="2101892" y="54227"/>
                  <a:pt x="2091265" y="68978"/>
                  <a:pt x="2089964" y="70712"/>
                </a:cubicBezTo>
                <a:lnTo>
                  <a:pt x="2089964" y="55312"/>
                </a:lnTo>
                <a:lnTo>
                  <a:pt x="2074347" y="55312"/>
                </a:lnTo>
                <a:lnTo>
                  <a:pt x="2074347" y="152936"/>
                </a:lnTo>
                <a:lnTo>
                  <a:pt x="2091265" y="152936"/>
                </a:lnTo>
                <a:lnTo>
                  <a:pt x="2091265" y="99785"/>
                </a:lnTo>
                <a:cubicBezTo>
                  <a:pt x="2091265" y="85467"/>
                  <a:pt x="2096686" y="67459"/>
                  <a:pt x="2113170" y="67459"/>
                </a:cubicBezTo>
                <a:cubicBezTo>
                  <a:pt x="2133991" y="67459"/>
                  <a:pt x="2134209" y="82862"/>
                  <a:pt x="2134209" y="89806"/>
                </a:cubicBezTo>
                <a:lnTo>
                  <a:pt x="2134209" y="152936"/>
                </a:lnTo>
                <a:lnTo>
                  <a:pt x="2151127" y="152936"/>
                </a:lnTo>
                <a:close/>
                <a:moveTo>
                  <a:pt x="2265646" y="56557"/>
                </a:moveTo>
                <a:lnTo>
                  <a:pt x="2249376" y="56557"/>
                </a:lnTo>
                <a:cubicBezTo>
                  <a:pt x="2221183" y="125594"/>
                  <a:pt x="2220749" y="135580"/>
                  <a:pt x="2220531" y="140574"/>
                </a:cubicBezTo>
                <a:lnTo>
                  <a:pt x="2220316" y="140574"/>
                </a:lnTo>
                <a:cubicBezTo>
                  <a:pt x="2219012" y="126028"/>
                  <a:pt x="2201660" y="85649"/>
                  <a:pt x="2200793" y="83696"/>
                </a:cubicBezTo>
                <a:lnTo>
                  <a:pt x="2189081" y="56557"/>
                </a:lnTo>
                <a:lnTo>
                  <a:pt x="2171947" y="56557"/>
                </a:lnTo>
                <a:lnTo>
                  <a:pt x="2214024" y="152936"/>
                </a:lnTo>
                <a:lnTo>
                  <a:pt x="2206217" y="172470"/>
                </a:lnTo>
                <a:cubicBezTo>
                  <a:pt x="2200578" y="185057"/>
                  <a:pt x="2196891" y="185057"/>
                  <a:pt x="2193853" y="185057"/>
                </a:cubicBezTo>
                <a:cubicBezTo>
                  <a:pt x="2190385" y="185057"/>
                  <a:pt x="2183441" y="184190"/>
                  <a:pt x="2176935" y="181585"/>
                </a:cubicBezTo>
                <a:lnTo>
                  <a:pt x="2178239" y="195685"/>
                </a:lnTo>
                <a:cubicBezTo>
                  <a:pt x="2183008" y="196770"/>
                  <a:pt x="2189081" y="197419"/>
                  <a:pt x="2193853" y="197419"/>
                </a:cubicBezTo>
                <a:cubicBezTo>
                  <a:pt x="2201445" y="197366"/>
                  <a:pt x="2209470" y="194761"/>
                  <a:pt x="2218363" y="172636"/>
                </a:cubicBezTo>
                <a:lnTo>
                  <a:pt x="2265646" y="56557"/>
                </a:lnTo>
                <a:close/>
                <a:moveTo>
                  <a:pt x="2419205" y="125134"/>
                </a:moveTo>
                <a:cubicBezTo>
                  <a:pt x="2419205" y="113213"/>
                  <a:pt x="2411180" y="105845"/>
                  <a:pt x="2410746" y="105196"/>
                </a:cubicBezTo>
                <a:cubicBezTo>
                  <a:pt x="2402287" y="97611"/>
                  <a:pt x="2396429" y="96310"/>
                  <a:pt x="2385584" y="94360"/>
                </a:cubicBezTo>
                <a:cubicBezTo>
                  <a:pt x="2373657" y="91977"/>
                  <a:pt x="2363679" y="89810"/>
                  <a:pt x="2363679" y="79192"/>
                </a:cubicBezTo>
                <a:cubicBezTo>
                  <a:pt x="2363679" y="65754"/>
                  <a:pt x="2379296" y="65754"/>
                  <a:pt x="2382116" y="65754"/>
                </a:cubicBezTo>
                <a:cubicBezTo>
                  <a:pt x="2389056" y="65754"/>
                  <a:pt x="2400550" y="66622"/>
                  <a:pt x="2412914" y="73989"/>
                </a:cubicBezTo>
                <a:lnTo>
                  <a:pt x="2415515" y="59900"/>
                </a:lnTo>
                <a:cubicBezTo>
                  <a:pt x="2404240" y="54693"/>
                  <a:pt x="2395347" y="52956"/>
                  <a:pt x="2384284" y="52956"/>
                </a:cubicBezTo>
                <a:cubicBezTo>
                  <a:pt x="2378863" y="52956"/>
                  <a:pt x="2348280" y="52956"/>
                  <a:pt x="2348280" y="81360"/>
                </a:cubicBezTo>
                <a:cubicBezTo>
                  <a:pt x="2348280" y="91977"/>
                  <a:pt x="2354571" y="98911"/>
                  <a:pt x="2359992" y="103029"/>
                </a:cubicBezTo>
                <a:cubicBezTo>
                  <a:pt x="2366717" y="107798"/>
                  <a:pt x="2371489" y="108662"/>
                  <a:pt x="2383416" y="111048"/>
                </a:cubicBezTo>
                <a:cubicBezTo>
                  <a:pt x="2391224" y="112564"/>
                  <a:pt x="2403803" y="115165"/>
                  <a:pt x="2403803" y="126650"/>
                </a:cubicBezTo>
                <a:cubicBezTo>
                  <a:pt x="2403803" y="141604"/>
                  <a:pt x="2386670" y="141604"/>
                  <a:pt x="2383416" y="141604"/>
                </a:cubicBezTo>
                <a:cubicBezTo>
                  <a:pt x="2365850" y="141604"/>
                  <a:pt x="2353704" y="133584"/>
                  <a:pt x="2349799" y="130983"/>
                </a:cubicBezTo>
                <a:lnTo>
                  <a:pt x="2347197" y="145724"/>
                </a:lnTo>
                <a:cubicBezTo>
                  <a:pt x="2354137" y="149193"/>
                  <a:pt x="2366065" y="155266"/>
                  <a:pt x="2383635" y="155266"/>
                </a:cubicBezTo>
                <a:cubicBezTo>
                  <a:pt x="2387537" y="155266"/>
                  <a:pt x="2399467" y="155266"/>
                  <a:pt x="2408794" y="148326"/>
                </a:cubicBezTo>
                <a:cubicBezTo>
                  <a:pt x="2415515" y="143119"/>
                  <a:pt x="2419205" y="134451"/>
                  <a:pt x="2419205" y="125134"/>
                </a:cubicBezTo>
                <a:close/>
                <a:moveTo>
                  <a:pt x="2518541" y="152883"/>
                </a:moveTo>
                <a:lnTo>
                  <a:pt x="2518541" y="56557"/>
                </a:lnTo>
                <a:lnTo>
                  <a:pt x="2501623" y="56557"/>
                </a:lnTo>
                <a:lnTo>
                  <a:pt x="2501623" y="119475"/>
                </a:lnTo>
                <a:cubicBezTo>
                  <a:pt x="2501623" y="135745"/>
                  <a:pt x="2489477" y="143338"/>
                  <a:pt x="2475597" y="143338"/>
                </a:cubicBezTo>
                <a:cubicBezTo>
                  <a:pt x="2460194" y="143338"/>
                  <a:pt x="2458679" y="137698"/>
                  <a:pt x="2458679" y="128368"/>
                </a:cubicBezTo>
                <a:lnTo>
                  <a:pt x="2458679" y="56557"/>
                </a:lnTo>
                <a:lnTo>
                  <a:pt x="2441760" y="56557"/>
                </a:lnTo>
                <a:lnTo>
                  <a:pt x="2441760" y="129235"/>
                </a:lnTo>
                <a:cubicBezTo>
                  <a:pt x="2441760" y="144857"/>
                  <a:pt x="2446748" y="155266"/>
                  <a:pt x="2464751" y="155266"/>
                </a:cubicBezTo>
                <a:cubicBezTo>
                  <a:pt x="2476245" y="155266"/>
                  <a:pt x="2491644" y="151798"/>
                  <a:pt x="2502275" y="142471"/>
                </a:cubicBezTo>
                <a:lnTo>
                  <a:pt x="2502275" y="152883"/>
                </a:lnTo>
                <a:lnTo>
                  <a:pt x="2518541" y="152883"/>
                </a:lnTo>
                <a:close/>
                <a:moveTo>
                  <a:pt x="2640433" y="104551"/>
                </a:moveTo>
                <a:cubicBezTo>
                  <a:pt x="2640433" y="77653"/>
                  <a:pt x="2625683" y="54227"/>
                  <a:pt x="2605296" y="54227"/>
                </a:cubicBezTo>
                <a:cubicBezTo>
                  <a:pt x="2596837" y="54237"/>
                  <a:pt x="2583391" y="56411"/>
                  <a:pt x="2570378" y="67052"/>
                </a:cubicBezTo>
                <a:lnTo>
                  <a:pt x="2570378" y="2330"/>
                </a:lnTo>
                <a:lnTo>
                  <a:pt x="2554108" y="2330"/>
                </a:lnTo>
                <a:lnTo>
                  <a:pt x="2554108" y="152946"/>
                </a:lnTo>
                <a:lnTo>
                  <a:pt x="2571026" y="152883"/>
                </a:lnTo>
                <a:lnTo>
                  <a:pt x="2571026" y="142904"/>
                </a:lnTo>
                <a:cubicBezTo>
                  <a:pt x="2576232" y="147677"/>
                  <a:pt x="2585558" y="155266"/>
                  <a:pt x="2600090" y="155266"/>
                </a:cubicBezTo>
                <a:cubicBezTo>
                  <a:pt x="2621781" y="155266"/>
                  <a:pt x="2640433" y="133587"/>
                  <a:pt x="2640433" y="104551"/>
                </a:cubicBezTo>
                <a:moveTo>
                  <a:pt x="2623515" y="104551"/>
                </a:moveTo>
                <a:cubicBezTo>
                  <a:pt x="2623515" y="132720"/>
                  <a:pt x="2605296" y="142037"/>
                  <a:pt x="2592065" y="142037"/>
                </a:cubicBezTo>
                <a:cubicBezTo>
                  <a:pt x="2583606" y="142037"/>
                  <a:pt x="2576451" y="138135"/>
                  <a:pt x="2571026" y="128169"/>
                </a:cubicBezTo>
                <a:lnTo>
                  <a:pt x="2571026" y="80281"/>
                </a:lnTo>
                <a:cubicBezTo>
                  <a:pt x="2574498" y="75051"/>
                  <a:pt x="2582305" y="67459"/>
                  <a:pt x="2594236" y="67459"/>
                </a:cubicBezTo>
                <a:cubicBezTo>
                  <a:pt x="2607030" y="67459"/>
                  <a:pt x="2623515" y="76786"/>
                  <a:pt x="2623515" y="104551"/>
                </a:cubicBezTo>
                <a:close/>
                <a:moveTo>
                  <a:pt x="2682292" y="152936"/>
                </a:moveTo>
                <a:lnTo>
                  <a:pt x="2682292" y="2330"/>
                </a:lnTo>
                <a:lnTo>
                  <a:pt x="2666026" y="2330"/>
                </a:lnTo>
                <a:lnTo>
                  <a:pt x="2666026" y="152936"/>
                </a:lnTo>
                <a:lnTo>
                  <a:pt x="2682292" y="152936"/>
                </a:lnTo>
                <a:close/>
                <a:moveTo>
                  <a:pt x="2734129" y="152936"/>
                </a:moveTo>
                <a:lnTo>
                  <a:pt x="2734129" y="56557"/>
                </a:lnTo>
                <a:lnTo>
                  <a:pt x="2717863" y="56557"/>
                </a:lnTo>
                <a:lnTo>
                  <a:pt x="2717863" y="152936"/>
                </a:lnTo>
                <a:lnTo>
                  <a:pt x="2734129" y="152936"/>
                </a:lnTo>
                <a:moveTo>
                  <a:pt x="2735863" y="30109"/>
                </a:moveTo>
                <a:lnTo>
                  <a:pt x="2735863" y="10803"/>
                </a:lnTo>
                <a:lnTo>
                  <a:pt x="2716562" y="10803"/>
                </a:lnTo>
                <a:lnTo>
                  <a:pt x="2716562" y="30109"/>
                </a:lnTo>
                <a:lnTo>
                  <a:pt x="2735863" y="30109"/>
                </a:lnTo>
                <a:close/>
                <a:moveTo>
                  <a:pt x="2830214" y="125134"/>
                </a:moveTo>
                <a:cubicBezTo>
                  <a:pt x="2830214" y="113213"/>
                  <a:pt x="2822188" y="105845"/>
                  <a:pt x="2821755" y="105196"/>
                </a:cubicBezTo>
                <a:cubicBezTo>
                  <a:pt x="2813296" y="97611"/>
                  <a:pt x="2807438" y="96310"/>
                  <a:pt x="2796593" y="94360"/>
                </a:cubicBezTo>
                <a:cubicBezTo>
                  <a:pt x="2784665" y="91977"/>
                  <a:pt x="2774687" y="89810"/>
                  <a:pt x="2774687" y="79192"/>
                </a:cubicBezTo>
                <a:cubicBezTo>
                  <a:pt x="2774687" y="65754"/>
                  <a:pt x="2790305" y="65754"/>
                  <a:pt x="2793124" y="65754"/>
                </a:cubicBezTo>
                <a:cubicBezTo>
                  <a:pt x="2800064" y="65754"/>
                  <a:pt x="2811558" y="66622"/>
                  <a:pt x="2823922" y="73989"/>
                </a:cubicBezTo>
                <a:lnTo>
                  <a:pt x="2826524" y="59900"/>
                </a:lnTo>
                <a:cubicBezTo>
                  <a:pt x="2815248" y="54693"/>
                  <a:pt x="2806356" y="52956"/>
                  <a:pt x="2795292" y="52956"/>
                </a:cubicBezTo>
                <a:cubicBezTo>
                  <a:pt x="2789871" y="52956"/>
                  <a:pt x="2759288" y="52956"/>
                  <a:pt x="2759288" y="81360"/>
                </a:cubicBezTo>
                <a:cubicBezTo>
                  <a:pt x="2759288" y="91977"/>
                  <a:pt x="2765579" y="98911"/>
                  <a:pt x="2771000" y="103029"/>
                </a:cubicBezTo>
                <a:cubicBezTo>
                  <a:pt x="2777725" y="107798"/>
                  <a:pt x="2782498" y="108662"/>
                  <a:pt x="2794425" y="111048"/>
                </a:cubicBezTo>
                <a:cubicBezTo>
                  <a:pt x="2802232" y="112564"/>
                  <a:pt x="2814811" y="115165"/>
                  <a:pt x="2814811" y="126650"/>
                </a:cubicBezTo>
                <a:cubicBezTo>
                  <a:pt x="2814811" y="141604"/>
                  <a:pt x="2797678" y="141604"/>
                  <a:pt x="2794425" y="141604"/>
                </a:cubicBezTo>
                <a:cubicBezTo>
                  <a:pt x="2776858" y="141604"/>
                  <a:pt x="2764712" y="133584"/>
                  <a:pt x="2760807" y="130983"/>
                </a:cubicBezTo>
                <a:lnTo>
                  <a:pt x="2758206" y="145724"/>
                </a:lnTo>
                <a:cubicBezTo>
                  <a:pt x="2765146" y="149193"/>
                  <a:pt x="2777073" y="155266"/>
                  <a:pt x="2794643" y="155266"/>
                </a:cubicBezTo>
                <a:cubicBezTo>
                  <a:pt x="2798545" y="155266"/>
                  <a:pt x="2810476" y="155266"/>
                  <a:pt x="2819802" y="148326"/>
                </a:cubicBezTo>
                <a:cubicBezTo>
                  <a:pt x="2826524" y="143119"/>
                  <a:pt x="2830214" y="134451"/>
                  <a:pt x="2830214" y="125134"/>
                </a:cubicBezTo>
                <a:close/>
                <a:moveTo>
                  <a:pt x="2907207" y="147025"/>
                </a:moveTo>
                <a:lnTo>
                  <a:pt x="2903738" y="134226"/>
                </a:lnTo>
                <a:cubicBezTo>
                  <a:pt x="2898099" y="138784"/>
                  <a:pt x="2891159" y="141385"/>
                  <a:pt x="2884219" y="141385"/>
                </a:cubicBezTo>
                <a:cubicBezTo>
                  <a:pt x="2876194" y="141385"/>
                  <a:pt x="2873155" y="134878"/>
                  <a:pt x="2873155" y="123377"/>
                </a:cubicBezTo>
                <a:lnTo>
                  <a:pt x="2873155" y="69140"/>
                </a:lnTo>
                <a:lnTo>
                  <a:pt x="2903738" y="69140"/>
                </a:lnTo>
                <a:lnTo>
                  <a:pt x="2903738" y="56557"/>
                </a:lnTo>
                <a:lnTo>
                  <a:pt x="2873155" y="56557"/>
                </a:lnTo>
                <a:lnTo>
                  <a:pt x="2873155" y="29020"/>
                </a:lnTo>
                <a:lnTo>
                  <a:pt x="2858190" y="29020"/>
                </a:lnTo>
                <a:lnTo>
                  <a:pt x="2858190" y="56557"/>
                </a:lnTo>
                <a:lnTo>
                  <a:pt x="2839322" y="56557"/>
                </a:lnTo>
                <a:lnTo>
                  <a:pt x="2839322" y="69140"/>
                </a:lnTo>
                <a:lnTo>
                  <a:pt x="2857541" y="69140"/>
                </a:lnTo>
                <a:lnTo>
                  <a:pt x="2857541" y="127067"/>
                </a:lnTo>
                <a:cubicBezTo>
                  <a:pt x="2857541" y="140084"/>
                  <a:pt x="2860576" y="155266"/>
                  <a:pt x="2875542" y="155266"/>
                </a:cubicBezTo>
                <a:cubicBezTo>
                  <a:pt x="2890726" y="155266"/>
                  <a:pt x="2901786" y="149845"/>
                  <a:pt x="2907207" y="147025"/>
                </a:cubicBezTo>
                <a:close/>
                <a:moveTo>
                  <a:pt x="3130608" y="56557"/>
                </a:moveTo>
                <a:lnTo>
                  <a:pt x="3114772" y="56557"/>
                </a:lnTo>
                <a:lnTo>
                  <a:pt x="3100892" y="102578"/>
                </a:lnTo>
                <a:cubicBezTo>
                  <a:pt x="3098506" y="110393"/>
                  <a:pt x="3091999" y="131883"/>
                  <a:pt x="3090917" y="141216"/>
                </a:cubicBezTo>
                <a:lnTo>
                  <a:pt x="3090699" y="141216"/>
                </a:lnTo>
                <a:cubicBezTo>
                  <a:pt x="3089832" y="134488"/>
                  <a:pt x="3084407" y="115169"/>
                  <a:pt x="3080721" y="102794"/>
                </a:cubicBezTo>
                <a:lnTo>
                  <a:pt x="3066622" y="56557"/>
                </a:lnTo>
                <a:lnTo>
                  <a:pt x="3051442" y="56557"/>
                </a:lnTo>
                <a:lnTo>
                  <a:pt x="3039077" y="97366"/>
                </a:lnTo>
                <a:cubicBezTo>
                  <a:pt x="3036691" y="104965"/>
                  <a:pt x="3029318" y="129927"/>
                  <a:pt x="3028450" y="140998"/>
                </a:cubicBezTo>
                <a:lnTo>
                  <a:pt x="3028235" y="140998"/>
                </a:lnTo>
                <a:cubicBezTo>
                  <a:pt x="3027150" y="130579"/>
                  <a:pt x="3019991" y="106050"/>
                  <a:pt x="3016523" y="94112"/>
                </a:cubicBezTo>
                <a:lnTo>
                  <a:pt x="3005244" y="56557"/>
                </a:lnTo>
                <a:lnTo>
                  <a:pt x="2988760" y="56557"/>
                </a:lnTo>
                <a:lnTo>
                  <a:pt x="3018472" y="152936"/>
                </a:lnTo>
                <a:lnTo>
                  <a:pt x="3035609" y="152936"/>
                </a:lnTo>
                <a:lnTo>
                  <a:pt x="3049055" y="108222"/>
                </a:lnTo>
                <a:cubicBezTo>
                  <a:pt x="3052093" y="98236"/>
                  <a:pt x="3058166" y="76746"/>
                  <a:pt x="3058815" y="68713"/>
                </a:cubicBezTo>
                <a:lnTo>
                  <a:pt x="3059034" y="68713"/>
                </a:lnTo>
                <a:cubicBezTo>
                  <a:pt x="3059467" y="74793"/>
                  <a:pt x="3063154" y="89770"/>
                  <a:pt x="3065974" y="99103"/>
                </a:cubicBezTo>
                <a:lnTo>
                  <a:pt x="3081806" y="152936"/>
                </a:lnTo>
                <a:lnTo>
                  <a:pt x="3100892" y="152936"/>
                </a:lnTo>
                <a:lnTo>
                  <a:pt x="3130608" y="56557"/>
                </a:lnTo>
                <a:close/>
                <a:moveTo>
                  <a:pt x="3167694" y="152936"/>
                </a:moveTo>
                <a:lnTo>
                  <a:pt x="3167694" y="56557"/>
                </a:lnTo>
                <a:lnTo>
                  <a:pt x="3151428" y="56557"/>
                </a:lnTo>
                <a:lnTo>
                  <a:pt x="3151428" y="152936"/>
                </a:lnTo>
                <a:lnTo>
                  <a:pt x="3167694" y="152936"/>
                </a:lnTo>
                <a:moveTo>
                  <a:pt x="3169429" y="30109"/>
                </a:moveTo>
                <a:lnTo>
                  <a:pt x="3169429" y="10803"/>
                </a:lnTo>
                <a:lnTo>
                  <a:pt x="3150128" y="10803"/>
                </a:lnTo>
                <a:lnTo>
                  <a:pt x="3150128" y="30109"/>
                </a:lnTo>
                <a:lnTo>
                  <a:pt x="3169429" y="30109"/>
                </a:lnTo>
                <a:close/>
                <a:moveTo>
                  <a:pt x="3257703" y="147025"/>
                </a:moveTo>
                <a:lnTo>
                  <a:pt x="3254235" y="134226"/>
                </a:lnTo>
                <a:cubicBezTo>
                  <a:pt x="3248595" y="138784"/>
                  <a:pt x="3241655" y="141385"/>
                  <a:pt x="3234715" y="141385"/>
                </a:cubicBezTo>
                <a:cubicBezTo>
                  <a:pt x="3226690" y="141385"/>
                  <a:pt x="3223652" y="134878"/>
                  <a:pt x="3223652" y="123377"/>
                </a:cubicBezTo>
                <a:lnTo>
                  <a:pt x="3223652" y="69140"/>
                </a:lnTo>
                <a:lnTo>
                  <a:pt x="3254235" y="69140"/>
                </a:lnTo>
                <a:lnTo>
                  <a:pt x="3254235" y="56557"/>
                </a:lnTo>
                <a:lnTo>
                  <a:pt x="3223652" y="56557"/>
                </a:lnTo>
                <a:lnTo>
                  <a:pt x="3223652" y="29020"/>
                </a:lnTo>
                <a:lnTo>
                  <a:pt x="3208686" y="29020"/>
                </a:lnTo>
                <a:lnTo>
                  <a:pt x="3208686" y="56557"/>
                </a:lnTo>
                <a:lnTo>
                  <a:pt x="3189819" y="56557"/>
                </a:lnTo>
                <a:lnTo>
                  <a:pt x="3189819" y="69140"/>
                </a:lnTo>
                <a:lnTo>
                  <a:pt x="3208037" y="69140"/>
                </a:lnTo>
                <a:lnTo>
                  <a:pt x="3208037" y="127067"/>
                </a:lnTo>
                <a:cubicBezTo>
                  <a:pt x="3208037" y="140084"/>
                  <a:pt x="3211072" y="155266"/>
                  <a:pt x="3226038" y="155266"/>
                </a:cubicBezTo>
                <a:cubicBezTo>
                  <a:pt x="3241222" y="155266"/>
                  <a:pt x="3252282" y="149845"/>
                  <a:pt x="3257703" y="147025"/>
                </a:cubicBezTo>
                <a:close/>
                <a:moveTo>
                  <a:pt x="3358343" y="152936"/>
                </a:moveTo>
                <a:lnTo>
                  <a:pt x="3358343" y="88287"/>
                </a:lnTo>
                <a:cubicBezTo>
                  <a:pt x="3358343" y="73969"/>
                  <a:pt x="3355090" y="54227"/>
                  <a:pt x="3328627" y="54227"/>
                </a:cubicBezTo>
                <a:cubicBezTo>
                  <a:pt x="3315181" y="54227"/>
                  <a:pt x="3304769" y="60952"/>
                  <a:pt x="3297829" y="69845"/>
                </a:cubicBezTo>
                <a:lnTo>
                  <a:pt x="3297829" y="2330"/>
                </a:lnTo>
                <a:lnTo>
                  <a:pt x="3281563" y="2330"/>
                </a:lnTo>
                <a:lnTo>
                  <a:pt x="3281563" y="152936"/>
                </a:lnTo>
                <a:lnTo>
                  <a:pt x="3298481" y="152936"/>
                </a:lnTo>
                <a:lnTo>
                  <a:pt x="3298481" y="99785"/>
                </a:lnTo>
                <a:cubicBezTo>
                  <a:pt x="3298481" y="85467"/>
                  <a:pt x="3303902" y="67459"/>
                  <a:pt x="3320387" y="67459"/>
                </a:cubicBezTo>
                <a:cubicBezTo>
                  <a:pt x="3341207" y="67459"/>
                  <a:pt x="3341425" y="82862"/>
                  <a:pt x="3341425" y="89806"/>
                </a:cubicBezTo>
                <a:lnTo>
                  <a:pt x="3341425" y="152936"/>
                </a:lnTo>
                <a:lnTo>
                  <a:pt x="3358343" y="152936"/>
                </a:lnTo>
                <a:close/>
                <a:moveTo>
                  <a:pt x="3409962" y="152936"/>
                </a:moveTo>
                <a:lnTo>
                  <a:pt x="3409962" y="56557"/>
                </a:lnTo>
                <a:lnTo>
                  <a:pt x="3393695" y="56557"/>
                </a:lnTo>
                <a:lnTo>
                  <a:pt x="3393695" y="152936"/>
                </a:lnTo>
                <a:lnTo>
                  <a:pt x="3409962" y="152936"/>
                </a:lnTo>
                <a:moveTo>
                  <a:pt x="3411696" y="30109"/>
                </a:moveTo>
                <a:lnTo>
                  <a:pt x="3411696" y="10803"/>
                </a:lnTo>
                <a:lnTo>
                  <a:pt x="3392395" y="10803"/>
                </a:lnTo>
                <a:lnTo>
                  <a:pt x="3392395" y="30109"/>
                </a:lnTo>
                <a:lnTo>
                  <a:pt x="3411696" y="30109"/>
                </a:lnTo>
                <a:close/>
                <a:moveTo>
                  <a:pt x="3522313" y="152936"/>
                </a:moveTo>
                <a:lnTo>
                  <a:pt x="3522313" y="88287"/>
                </a:lnTo>
                <a:cubicBezTo>
                  <a:pt x="3522313" y="73969"/>
                  <a:pt x="3519060" y="54227"/>
                  <a:pt x="3492597" y="54227"/>
                </a:cubicBezTo>
                <a:cubicBezTo>
                  <a:pt x="3473077" y="54227"/>
                  <a:pt x="3462451" y="68978"/>
                  <a:pt x="3461150" y="70712"/>
                </a:cubicBezTo>
                <a:lnTo>
                  <a:pt x="3461150" y="55312"/>
                </a:lnTo>
                <a:lnTo>
                  <a:pt x="3445532" y="55312"/>
                </a:lnTo>
                <a:lnTo>
                  <a:pt x="3445532" y="152936"/>
                </a:lnTo>
                <a:lnTo>
                  <a:pt x="3462451" y="152936"/>
                </a:lnTo>
                <a:lnTo>
                  <a:pt x="3462451" y="99785"/>
                </a:lnTo>
                <a:cubicBezTo>
                  <a:pt x="3462451" y="85467"/>
                  <a:pt x="3467872" y="67459"/>
                  <a:pt x="3484356" y="67459"/>
                </a:cubicBezTo>
                <a:cubicBezTo>
                  <a:pt x="3505176" y="67459"/>
                  <a:pt x="3505395" y="82862"/>
                  <a:pt x="3505395" y="89806"/>
                </a:cubicBezTo>
                <a:lnTo>
                  <a:pt x="3505395" y="152936"/>
                </a:lnTo>
                <a:lnTo>
                  <a:pt x="3522313" y="152936"/>
                </a:lnTo>
                <a:close/>
                <a:moveTo>
                  <a:pt x="3701031" y="152883"/>
                </a:moveTo>
                <a:lnTo>
                  <a:pt x="3701031" y="90243"/>
                </a:lnTo>
                <a:cubicBezTo>
                  <a:pt x="3701031" y="68137"/>
                  <a:pt x="3685198" y="52956"/>
                  <a:pt x="3665242" y="52956"/>
                </a:cubicBezTo>
                <a:cubicBezTo>
                  <a:pt x="3651144" y="52956"/>
                  <a:pt x="3641384" y="56428"/>
                  <a:pt x="3631191" y="62286"/>
                </a:cubicBezTo>
                <a:lnTo>
                  <a:pt x="3632491" y="76590"/>
                </a:lnTo>
                <a:cubicBezTo>
                  <a:pt x="3643770" y="68571"/>
                  <a:pt x="3654615" y="65754"/>
                  <a:pt x="3665242" y="65754"/>
                </a:cubicBezTo>
                <a:cubicBezTo>
                  <a:pt x="3675439" y="65754"/>
                  <a:pt x="3684113" y="74423"/>
                  <a:pt x="3684113" y="90462"/>
                </a:cubicBezTo>
                <a:lnTo>
                  <a:pt x="3684113" y="99782"/>
                </a:lnTo>
                <a:cubicBezTo>
                  <a:pt x="3651581" y="100215"/>
                  <a:pt x="3624032" y="109324"/>
                  <a:pt x="3624032" y="128388"/>
                </a:cubicBezTo>
                <a:cubicBezTo>
                  <a:pt x="3624032" y="137705"/>
                  <a:pt x="3629890" y="155266"/>
                  <a:pt x="3648761" y="155266"/>
                </a:cubicBezTo>
                <a:cubicBezTo>
                  <a:pt x="3651796" y="155266"/>
                  <a:pt x="3672182" y="154833"/>
                  <a:pt x="3684765" y="145072"/>
                </a:cubicBezTo>
                <a:lnTo>
                  <a:pt x="3684765" y="152883"/>
                </a:lnTo>
                <a:lnTo>
                  <a:pt x="3701031" y="152883"/>
                </a:lnTo>
                <a:moveTo>
                  <a:pt x="3684113" y="124274"/>
                </a:moveTo>
                <a:cubicBezTo>
                  <a:pt x="3684113" y="128388"/>
                  <a:pt x="3684113" y="133806"/>
                  <a:pt x="3676739" y="137920"/>
                </a:cubicBezTo>
                <a:cubicBezTo>
                  <a:pt x="3670448" y="141819"/>
                  <a:pt x="3662207" y="142037"/>
                  <a:pt x="3659821" y="142037"/>
                </a:cubicBezTo>
                <a:cubicBezTo>
                  <a:pt x="3649409" y="142037"/>
                  <a:pt x="3639650" y="137053"/>
                  <a:pt x="3639650" y="127958"/>
                </a:cubicBezTo>
                <a:cubicBezTo>
                  <a:pt x="3639650" y="112792"/>
                  <a:pt x="3674787" y="111276"/>
                  <a:pt x="3684113" y="110843"/>
                </a:cubicBezTo>
                <a:lnTo>
                  <a:pt x="3684113" y="124274"/>
                </a:lnTo>
                <a:close/>
                <a:moveTo>
                  <a:pt x="3894065" y="67893"/>
                </a:moveTo>
                <a:lnTo>
                  <a:pt x="3891679" y="54227"/>
                </a:lnTo>
                <a:cubicBezTo>
                  <a:pt x="3876495" y="54227"/>
                  <a:pt x="3863915" y="58351"/>
                  <a:pt x="3857409" y="61170"/>
                </a:cubicBezTo>
                <a:cubicBezTo>
                  <a:pt x="3852855" y="57483"/>
                  <a:pt x="3845478" y="54227"/>
                  <a:pt x="3836804" y="54227"/>
                </a:cubicBezTo>
                <a:cubicBezTo>
                  <a:pt x="3818152" y="54227"/>
                  <a:pt x="3802319" y="69845"/>
                  <a:pt x="3802319" y="89584"/>
                </a:cubicBezTo>
                <a:cubicBezTo>
                  <a:pt x="3802319" y="97611"/>
                  <a:pt x="3805139" y="105418"/>
                  <a:pt x="3809474" y="111058"/>
                </a:cubicBezTo>
                <a:cubicBezTo>
                  <a:pt x="3803186" y="119951"/>
                  <a:pt x="3803186" y="128411"/>
                  <a:pt x="3803186" y="129497"/>
                </a:cubicBezTo>
                <a:cubicBezTo>
                  <a:pt x="3803186" y="135133"/>
                  <a:pt x="3805139" y="141425"/>
                  <a:pt x="3808825" y="145979"/>
                </a:cubicBezTo>
                <a:cubicBezTo>
                  <a:pt x="3797547" y="152704"/>
                  <a:pt x="3794945" y="162690"/>
                  <a:pt x="3794945" y="168336"/>
                </a:cubicBezTo>
                <a:cubicBezTo>
                  <a:pt x="3794945" y="184617"/>
                  <a:pt x="3816417" y="197631"/>
                  <a:pt x="3842877" y="197631"/>
                </a:cubicBezTo>
                <a:cubicBezTo>
                  <a:pt x="3869555" y="197631"/>
                  <a:pt x="3891027" y="184835"/>
                  <a:pt x="3891027" y="168118"/>
                </a:cubicBezTo>
                <a:cubicBezTo>
                  <a:pt x="3891027" y="137956"/>
                  <a:pt x="3854804" y="137956"/>
                  <a:pt x="3846348" y="137956"/>
                </a:cubicBezTo>
                <a:lnTo>
                  <a:pt x="3827259" y="137956"/>
                </a:lnTo>
                <a:cubicBezTo>
                  <a:pt x="3824440" y="137956"/>
                  <a:pt x="3814680" y="137956"/>
                  <a:pt x="3814680" y="126491"/>
                </a:cubicBezTo>
                <a:cubicBezTo>
                  <a:pt x="3814680" y="124108"/>
                  <a:pt x="3815547" y="120640"/>
                  <a:pt x="3817066" y="118687"/>
                </a:cubicBezTo>
                <a:cubicBezTo>
                  <a:pt x="3821620" y="121940"/>
                  <a:pt x="3828778" y="124975"/>
                  <a:pt x="3836804" y="124975"/>
                </a:cubicBezTo>
                <a:cubicBezTo>
                  <a:pt x="3856323" y="124975"/>
                  <a:pt x="3871507" y="108927"/>
                  <a:pt x="3871507" y="89621"/>
                </a:cubicBezTo>
                <a:cubicBezTo>
                  <a:pt x="3871507" y="79208"/>
                  <a:pt x="3866735" y="71186"/>
                  <a:pt x="3864349" y="67929"/>
                </a:cubicBezTo>
                <a:lnTo>
                  <a:pt x="3865216" y="68147"/>
                </a:lnTo>
                <a:cubicBezTo>
                  <a:pt x="3869988" y="68147"/>
                  <a:pt x="3876061" y="67280"/>
                  <a:pt x="3881267" y="67280"/>
                </a:cubicBezTo>
                <a:cubicBezTo>
                  <a:pt x="3885172" y="67280"/>
                  <a:pt x="3894065" y="67929"/>
                  <a:pt x="3894065" y="67929"/>
                </a:cubicBezTo>
                <a:lnTo>
                  <a:pt x="3894065" y="67893"/>
                </a:lnTo>
                <a:moveTo>
                  <a:pt x="3856323" y="89621"/>
                </a:moveTo>
                <a:cubicBezTo>
                  <a:pt x="3856323" y="106540"/>
                  <a:pt x="3846130" y="112614"/>
                  <a:pt x="3836804" y="112614"/>
                </a:cubicBezTo>
                <a:cubicBezTo>
                  <a:pt x="3828778" y="112587"/>
                  <a:pt x="3817500" y="107596"/>
                  <a:pt x="3817500" y="89591"/>
                </a:cubicBezTo>
                <a:cubicBezTo>
                  <a:pt x="3817500" y="71583"/>
                  <a:pt x="3828778" y="66592"/>
                  <a:pt x="3836804" y="66592"/>
                </a:cubicBezTo>
                <a:cubicBezTo>
                  <a:pt x="3846130" y="66592"/>
                  <a:pt x="3856323" y="72668"/>
                  <a:pt x="3856323" y="89591"/>
                </a:cubicBezTo>
                <a:lnTo>
                  <a:pt x="3856323" y="89621"/>
                </a:lnTo>
                <a:moveTo>
                  <a:pt x="3875843" y="168561"/>
                </a:moveTo>
                <a:cubicBezTo>
                  <a:pt x="3875843" y="178110"/>
                  <a:pt x="3860877" y="185269"/>
                  <a:pt x="3843095" y="185269"/>
                </a:cubicBezTo>
                <a:cubicBezTo>
                  <a:pt x="3825525" y="185242"/>
                  <a:pt x="3810126" y="178517"/>
                  <a:pt x="3810126" y="168323"/>
                </a:cubicBezTo>
                <a:cubicBezTo>
                  <a:pt x="3810126" y="167671"/>
                  <a:pt x="3810126" y="153572"/>
                  <a:pt x="3827044" y="153572"/>
                </a:cubicBezTo>
                <a:lnTo>
                  <a:pt x="3846564" y="153572"/>
                </a:lnTo>
                <a:cubicBezTo>
                  <a:pt x="3851336" y="153572"/>
                  <a:pt x="3875843" y="153572"/>
                  <a:pt x="3875843" y="168538"/>
                </a:cubicBezTo>
                <a:lnTo>
                  <a:pt x="3875843" y="168561"/>
                </a:lnTo>
                <a:close/>
                <a:moveTo>
                  <a:pt x="3931151" y="152936"/>
                </a:moveTo>
                <a:lnTo>
                  <a:pt x="3931151" y="56557"/>
                </a:lnTo>
                <a:lnTo>
                  <a:pt x="3914885" y="56557"/>
                </a:lnTo>
                <a:lnTo>
                  <a:pt x="3914885" y="152936"/>
                </a:lnTo>
                <a:lnTo>
                  <a:pt x="3931151" y="152936"/>
                </a:lnTo>
                <a:moveTo>
                  <a:pt x="3932885" y="30109"/>
                </a:moveTo>
                <a:lnTo>
                  <a:pt x="3932885" y="10803"/>
                </a:lnTo>
                <a:lnTo>
                  <a:pt x="3913584" y="10803"/>
                </a:lnTo>
                <a:lnTo>
                  <a:pt x="3913584" y="30109"/>
                </a:lnTo>
                <a:lnTo>
                  <a:pt x="3932885" y="30109"/>
                </a:lnTo>
                <a:close/>
                <a:moveTo>
                  <a:pt x="4045888" y="56557"/>
                </a:moveTo>
                <a:lnTo>
                  <a:pt x="4029619" y="56557"/>
                </a:lnTo>
                <a:lnTo>
                  <a:pt x="4012486" y="101708"/>
                </a:lnTo>
                <a:cubicBezTo>
                  <a:pt x="4007932" y="113646"/>
                  <a:pt x="4001207" y="131231"/>
                  <a:pt x="3999473" y="141431"/>
                </a:cubicBezTo>
                <a:lnTo>
                  <a:pt x="3999254" y="141431"/>
                </a:lnTo>
                <a:cubicBezTo>
                  <a:pt x="3997954" y="133617"/>
                  <a:pt x="3992314" y="118641"/>
                  <a:pt x="3990146" y="112779"/>
                </a:cubicBezTo>
                <a:lnTo>
                  <a:pt x="3969108" y="56557"/>
                </a:lnTo>
                <a:lnTo>
                  <a:pt x="3952190" y="56557"/>
                </a:lnTo>
                <a:lnTo>
                  <a:pt x="3989495" y="152936"/>
                </a:lnTo>
                <a:lnTo>
                  <a:pt x="4008580" y="152936"/>
                </a:lnTo>
                <a:lnTo>
                  <a:pt x="4045888" y="56557"/>
                </a:lnTo>
                <a:close/>
                <a:moveTo>
                  <a:pt x="4138932" y="105488"/>
                </a:moveTo>
                <a:cubicBezTo>
                  <a:pt x="4138932" y="98114"/>
                  <a:pt x="4138717" y="81830"/>
                  <a:pt x="4130258" y="68796"/>
                </a:cubicBezTo>
                <a:cubicBezTo>
                  <a:pt x="4121365" y="55342"/>
                  <a:pt x="4108134" y="52956"/>
                  <a:pt x="4100327" y="52956"/>
                </a:cubicBezTo>
                <a:cubicBezTo>
                  <a:pt x="4076253" y="52956"/>
                  <a:pt x="4056731" y="75965"/>
                  <a:pt x="4056731" y="103972"/>
                </a:cubicBezTo>
                <a:cubicBezTo>
                  <a:pt x="4056731" y="132522"/>
                  <a:pt x="4077554" y="155266"/>
                  <a:pt x="4103580" y="155266"/>
                </a:cubicBezTo>
                <a:cubicBezTo>
                  <a:pt x="4117245" y="155266"/>
                  <a:pt x="4129606" y="150063"/>
                  <a:pt x="4138065" y="143990"/>
                </a:cubicBezTo>
                <a:lnTo>
                  <a:pt x="4136764" y="129927"/>
                </a:lnTo>
                <a:cubicBezTo>
                  <a:pt x="4123099" y="141170"/>
                  <a:pt x="4108786" y="142037"/>
                  <a:pt x="4103798" y="142037"/>
                </a:cubicBezTo>
                <a:cubicBezTo>
                  <a:pt x="4086446" y="142037"/>
                  <a:pt x="4072563" y="126683"/>
                  <a:pt x="4071914" y="105488"/>
                </a:cubicBezTo>
                <a:lnTo>
                  <a:pt x="4138932" y="105488"/>
                </a:lnTo>
                <a:moveTo>
                  <a:pt x="4126571" y="93559"/>
                </a:moveTo>
                <a:lnTo>
                  <a:pt x="4072997" y="93559"/>
                </a:lnTo>
                <a:cubicBezTo>
                  <a:pt x="4076468" y="77051"/>
                  <a:pt x="4087962" y="66188"/>
                  <a:pt x="4100327" y="66188"/>
                </a:cubicBezTo>
                <a:cubicBezTo>
                  <a:pt x="4111605" y="66188"/>
                  <a:pt x="4123751" y="73575"/>
                  <a:pt x="4126571" y="93559"/>
                </a:cubicBezTo>
                <a:close/>
                <a:moveTo>
                  <a:pt x="4239789" y="152936"/>
                </a:moveTo>
                <a:lnTo>
                  <a:pt x="4239789" y="88287"/>
                </a:lnTo>
                <a:cubicBezTo>
                  <a:pt x="4239789" y="73969"/>
                  <a:pt x="4236535" y="54227"/>
                  <a:pt x="4210073" y="54227"/>
                </a:cubicBezTo>
                <a:cubicBezTo>
                  <a:pt x="4190553" y="54227"/>
                  <a:pt x="4179927" y="68978"/>
                  <a:pt x="4178626" y="70712"/>
                </a:cubicBezTo>
                <a:lnTo>
                  <a:pt x="4178626" y="55312"/>
                </a:lnTo>
                <a:lnTo>
                  <a:pt x="4163008" y="55312"/>
                </a:lnTo>
                <a:lnTo>
                  <a:pt x="4163008" y="152936"/>
                </a:lnTo>
                <a:lnTo>
                  <a:pt x="4179927" y="152936"/>
                </a:lnTo>
                <a:lnTo>
                  <a:pt x="4179927" y="99785"/>
                </a:lnTo>
                <a:cubicBezTo>
                  <a:pt x="4179927" y="85467"/>
                  <a:pt x="4185348" y="67459"/>
                  <a:pt x="4201832" y="67459"/>
                </a:cubicBezTo>
                <a:cubicBezTo>
                  <a:pt x="4222652" y="67459"/>
                  <a:pt x="4222871" y="82862"/>
                  <a:pt x="4222871" y="89806"/>
                </a:cubicBezTo>
                <a:lnTo>
                  <a:pt x="4222871" y="152936"/>
                </a:lnTo>
                <a:lnTo>
                  <a:pt x="4239789" y="152936"/>
                </a:lnTo>
                <a:close/>
                <a:moveTo>
                  <a:pt x="4363632" y="152936"/>
                </a:moveTo>
                <a:lnTo>
                  <a:pt x="4363632" y="56557"/>
                </a:lnTo>
                <a:lnTo>
                  <a:pt x="4347365" y="56557"/>
                </a:lnTo>
                <a:lnTo>
                  <a:pt x="4347365" y="152936"/>
                </a:lnTo>
                <a:lnTo>
                  <a:pt x="4363632" y="152936"/>
                </a:lnTo>
                <a:moveTo>
                  <a:pt x="4365366" y="30109"/>
                </a:moveTo>
                <a:lnTo>
                  <a:pt x="4365366" y="10803"/>
                </a:lnTo>
                <a:lnTo>
                  <a:pt x="4346065" y="10803"/>
                </a:lnTo>
                <a:lnTo>
                  <a:pt x="4346065" y="30109"/>
                </a:lnTo>
                <a:lnTo>
                  <a:pt x="4365366" y="30109"/>
                </a:lnTo>
                <a:close/>
                <a:moveTo>
                  <a:pt x="4475983" y="152936"/>
                </a:moveTo>
                <a:lnTo>
                  <a:pt x="4475983" y="88287"/>
                </a:lnTo>
                <a:cubicBezTo>
                  <a:pt x="4475983" y="73969"/>
                  <a:pt x="4472730" y="54227"/>
                  <a:pt x="4446267" y="54227"/>
                </a:cubicBezTo>
                <a:cubicBezTo>
                  <a:pt x="4426747" y="54227"/>
                  <a:pt x="4416121" y="68978"/>
                  <a:pt x="4414820" y="70712"/>
                </a:cubicBezTo>
                <a:lnTo>
                  <a:pt x="4414820" y="55312"/>
                </a:lnTo>
                <a:lnTo>
                  <a:pt x="4399203" y="55312"/>
                </a:lnTo>
                <a:lnTo>
                  <a:pt x="4399203" y="152936"/>
                </a:lnTo>
                <a:lnTo>
                  <a:pt x="4416121" y="152936"/>
                </a:lnTo>
                <a:lnTo>
                  <a:pt x="4416121" y="99785"/>
                </a:lnTo>
                <a:cubicBezTo>
                  <a:pt x="4416121" y="85467"/>
                  <a:pt x="4421542" y="67459"/>
                  <a:pt x="4438026" y="67459"/>
                </a:cubicBezTo>
                <a:cubicBezTo>
                  <a:pt x="4458846" y="67459"/>
                  <a:pt x="4459065" y="82862"/>
                  <a:pt x="4459065" y="89806"/>
                </a:cubicBezTo>
                <a:lnTo>
                  <a:pt x="4459065" y="152936"/>
                </a:lnTo>
                <a:lnTo>
                  <a:pt x="4475983" y="152936"/>
                </a:lnTo>
                <a:close/>
                <a:moveTo>
                  <a:pt x="4565773" y="147025"/>
                </a:moveTo>
                <a:lnTo>
                  <a:pt x="4562305" y="134226"/>
                </a:lnTo>
                <a:cubicBezTo>
                  <a:pt x="4556665" y="138784"/>
                  <a:pt x="4549725" y="141385"/>
                  <a:pt x="4542785" y="141385"/>
                </a:cubicBezTo>
                <a:cubicBezTo>
                  <a:pt x="4534760" y="141385"/>
                  <a:pt x="4531722" y="134878"/>
                  <a:pt x="4531722" y="123377"/>
                </a:cubicBezTo>
                <a:lnTo>
                  <a:pt x="4531722" y="69140"/>
                </a:lnTo>
                <a:lnTo>
                  <a:pt x="4562305" y="69140"/>
                </a:lnTo>
                <a:lnTo>
                  <a:pt x="4562305" y="56557"/>
                </a:lnTo>
                <a:lnTo>
                  <a:pt x="4531722" y="56557"/>
                </a:lnTo>
                <a:lnTo>
                  <a:pt x="4531722" y="29020"/>
                </a:lnTo>
                <a:lnTo>
                  <a:pt x="4516756" y="29020"/>
                </a:lnTo>
                <a:lnTo>
                  <a:pt x="4516756" y="56557"/>
                </a:lnTo>
                <a:lnTo>
                  <a:pt x="4497889" y="56557"/>
                </a:lnTo>
                <a:lnTo>
                  <a:pt x="4497889" y="69140"/>
                </a:lnTo>
                <a:lnTo>
                  <a:pt x="4516107" y="69140"/>
                </a:lnTo>
                <a:lnTo>
                  <a:pt x="4516107" y="127067"/>
                </a:lnTo>
                <a:cubicBezTo>
                  <a:pt x="4516107" y="140084"/>
                  <a:pt x="4519142" y="155266"/>
                  <a:pt x="4534108" y="155266"/>
                </a:cubicBezTo>
                <a:cubicBezTo>
                  <a:pt x="4549292" y="155266"/>
                  <a:pt x="4560352" y="149845"/>
                  <a:pt x="4565773" y="147025"/>
                </a:cubicBezTo>
                <a:close/>
                <a:moveTo>
                  <a:pt x="4661855" y="105488"/>
                </a:moveTo>
                <a:cubicBezTo>
                  <a:pt x="4661855" y="98114"/>
                  <a:pt x="4661640" y="81830"/>
                  <a:pt x="4653181" y="68796"/>
                </a:cubicBezTo>
                <a:cubicBezTo>
                  <a:pt x="4644289" y="55342"/>
                  <a:pt x="4631057" y="52956"/>
                  <a:pt x="4623250" y="52956"/>
                </a:cubicBezTo>
                <a:cubicBezTo>
                  <a:pt x="4599177" y="52956"/>
                  <a:pt x="4579654" y="75965"/>
                  <a:pt x="4579654" y="103972"/>
                </a:cubicBezTo>
                <a:cubicBezTo>
                  <a:pt x="4579654" y="132522"/>
                  <a:pt x="4600478" y="155266"/>
                  <a:pt x="4626503" y="155266"/>
                </a:cubicBezTo>
                <a:cubicBezTo>
                  <a:pt x="4640168" y="155266"/>
                  <a:pt x="4652529" y="150063"/>
                  <a:pt x="4660988" y="143990"/>
                </a:cubicBezTo>
                <a:lnTo>
                  <a:pt x="4659688" y="129927"/>
                </a:lnTo>
                <a:cubicBezTo>
                  <a:pt x="4646023" y="141170"/>
                  <a:pt x="4631709" y="142037"/>
                  <a:pt x="4626722" y="142037"/>
                </a:cubicBezTo>
                <a:cubicBezTo>
                  <a:pt x="4609370" y="142037"/>
                  <a:pt x="4595487" y="126683"/>
                  <a:pt x="4594838" y="105488"/>
                </a:cubicBezTo>
                <a:lnTo>
                  <a:pt x="4661855" y="105488"/>
                </a:lnTo>
                <a:moveTo>
                  <a:pt x="4649494" y="93559"/>
                </a:moveTo>
                <a:lnTo>
                  <a:pt x="4595920" y="93559"/>
                </a:lnTo>
                <a:cubicBezTo>
                  <a:pt x="4599392" y="77051"/>
                  <a:pt x="4610886" y="66188"/>
                  <a:pt x="4623250" y="66188"/>
                </a:cubicBezTo>
                <a:cubicBezTo>
                  <a:pt x="4634529" y="66188"/>
                  <a:pt x="4646675" y="73575"/>
                  <a:pt x="4649494" y="93559"/>
                </a:cubicBezTo>
                <a:close/>
                <a:moveTo>
                  <a:pt x="4773558" y="67893"/>
                </a:moveTo>
                <a:lnTo>
                  <a:pt x="4771172" y="54227"/>
                </a:lnTo>
                <a:cubicBezTo>
                  <a:pt x="4755988" y="54227"/>
                  <a:pt x="4743408" y="58351"/>
                  <a:pt x="4736902" y="61170"/>
                </a:cubicBezTo>
                <a:cubicBezTo>
                  <a:pt x="4732348" y="57483"/>
                  <a:pt x="4724971" y="54227"/>
                  <a:pt x="4716297" y="54227"/>
                </a:cubicBezTo>
                <a:cubicBezTo>
                  <a:pt x="4697645" y="54227"/>
                  <a:pt x="4681812" y="69845"/>
                  <a:pt x="4681812" y="89584"/>
                </a:cubicBezTo>
                <a:cubicBezTo>
                  <a:pt x="4681812" y="97611"/>
                  <a:pt x="4684632" y="105418"/>
                  <a:pt x="4688967" y="111058"/>
                </a:cubicBezTo>
                <a:cubicBezTo>
                  <a:pt x="4682679" y="119951"/>
                  <a:pt x="4682679" y="128411"/>
                  <a:pt x="4682679" y="129497"/>
                </a:cubicBezTo>
                <a:cubicBezTo>
                  <a:pt x="4682679" y="135133"/>
                  <a:pt x="4684632" y="141425"/>
                  <a:pt x="4688318" y="145979"/>
                </a:cubicBezTo>
                <a:cubicBezTo>
                  <a:pt x="4677040" y="152704"/>
                  <a:pt x="4674438" y="162690"/>
                  <a:pt x="4674438" y="168336"/>
                </a:cubicBezTo>
                <a:cubicBezTo>
                  <a:pt x="4674438" y="184617"/>
                  <a:pt x="4695910" y="197631"/>
                  <a:pt x="4722370" y="197631"/>
                </a:cubicBezTo>
                <a:cubicBezTo>
                  <a:pt x="4749048" y="197631"/>
                  <a:pt x="4770520" y="184835"/>
                  <a:pt x="4770520" y="168118"/>
                </a:cubicBezTo>
                <a:cubicBezTo>
                  <a:pt x="4770520" y="137956"/>
                  <a:pt x="4734297" y="137956"/>
                  <a:pt x="4725842" y="137956"/>
                </a:cubicBezTo>
                <a:lnTo>
                  <a:pt x="4706752" y="137956"/>
                </a:lnTo>
                <a:cubicBezTo>
                  <a:pt x="4703933" y="137956"/>
                  <a:pt x="4694173" y="137956"/>
                  <a:pt x="4694173" y="126491"/>
                </a:cubicBezTo>
                <a:cubicBezTo>
                  <a:pt x="4694173" y="124108"/>
                  <a:pt x="4695040" y="120640"/>
                  <a:pt x="4696559" y="118687"/>
                </a:cubicBezTo>
                <a:cubicBezTo>
                  <a:pt x="4701113" y="121940"/>
                  <a:pt x="4708271" y="124975"/>
                  <a:pt x="4716297" y="124975"/>
                </a:cubicBezTo>
                <a:cubicBezTo>
                  <a:pt x="4735816" y="124975"/>
                  <a:pt x="4751000" y="108927"/>
                  <a:pt x="4751000" y="89621"/>
                </a:cubicBezTo>
                <a:cubicBezTo>
                  <a:pt x="4751000" y="79208"/>
                  <a:pt x="4746228" y="71186"/>
                  <a:pt x="4743842" y="67929"/>
                </a:cubicBezTo>
                <a:lnTo>
                  <a:pt x="4744709" y="68147"/>
                </a:lnTo>
                <a:cubicBezTo>
                  <a:pt x="4749481" y="68147"/>
                  <a:pt x="4755554" y="67280"/>
                  <a:pt x="4760760" y="67280"/>
                </a:cubicBezTo>
                <a:cubicBezTo>
                  <a:pt x="4764665" y="67280"/>
                  <a:pt x="4773558" y="67929"/>
                  <a:pt x="4773558" y="67929"/>
                </a:cubicBezTo>
                <a:lnTo>
                  <a:pt x="4773558" y="67893"/>
                </a:lnTo>
                <a:moveTo>
                  <a:pt x="4735816" y="89621"/>
                </a:moveTo>
                <a:cubicBezTo>
                  <a:pt x="4735816" y="106540"/>
                  <a:pt x="4725623" y="112614"/>
                  <a:pt x="4716297" y="112614"/>
                </a:cubicBezTo>
                <a:cubicBezTo>
                  <a:pt x="4708271" y="112587"/>
                  <a:pt x="4696993" y="107596"/>
                  <a:pt x="4696993" y="89591"/>
                </a:cubicBezTo>
                <a:cubicBezTo>
                  <a:pt x="4696993" y="71583"/>
                  <a:pt x="4708271" y="66592"/>
                  <a:pt x="4716297" y="66592"/>
                </a:cubicBezTo>
                <a:cubicBezTo>
                  <a:pt x="4725623" y="66592"/>
                  <a:pt x="4735816" y="72668"/>
                  <a:pt x="4735816" y="89591"/>
                </a:cubicBezTo>
                <a:lnTo>
                  <a:pt x="4735816" y="89621"/>
                </a:lnTo>
                <a:moveTo>
                  <a:pt x="4755336" y="168561"/>
                </a:moveTo>
                <a:cubicBezTo>
                  <a:pt x="4755336" y="178110"/>
                  <a:pt x="4740370" y="185269"/>
                  <a:pt x="4722588" y="185269"/>
                </a:cubicBezTo>
                <a:cubicBezTo>
                  <a:pt x="4705018" y="185242"/>
                  <a:pt x="4689619" y="178517"/>
                  <a:pt x="4689619" y="168323"/>
                </a:cubicBezTo>
                <a:cubicBezTo>
                  <a:pt x="4689619" y="167671"/>
                  <a:pt x="4689619" y="153572"/>
                  <a:pt x="4706537" y="153572"/>
                </a:cubicBezTo>
                <a:lnTo>
                  <a:pt x="4726057" y="153572"/>
                </a:lnTo>
                <a:cubicBezTo>
                  <a:pt x="4730829" y="153572"/>
                  <a:pt x="4755336" y="153572"/>
                  <a:pt x="4755336" y="168538"/>
                </a:cubicBezTo>
                <a:lnTo>
                  <a:pt x="4755336" y="168561"/>
                </a:lnTo>
                <a:close/>
                <a:moveTo>
                  <a:pt x="4866601" y="105488"/>
                </a:moveTo>
                <a:cubicBezTo>
                  <a:pt x="4866601" y="98114"/>
                  <a:pt x="4866386" y="81830"/>
                  <a:pt x="4857927" y="68796"/>
                </a:cubicBezTo>
                <a:cubicBezTo>
                  <a:pt x="4849034" y="55342"/>
                  <a:pt x="4835803" y="52956"/>
                  <a:pt x="4827996" y="52956"/>
                </a:cubicBezTo>
                <a:cubicBezTo>
                  <a:pt x="4803922" y="52956"/>
                  <a:pt x="4784400" y="75965"/>
                  <a:pt x="4784400" y="103972"/>
                </a:cubicBezTo>
                <a:cubicBezTo>
                  <a:pt x="4784400" y="132522"/>
                  <a:pt x="4805223" y="155266"/>
                  <a:pt x="4831249" y="155266"/>
                </a:cubicBezTo>
                <a:cubicBezTo>
                  <a:pt x="4844914" y="155266"/>
                  <a:pt x="4857275" y="150063"/>
                  <a:pt x="4865734" y="143990"/>
                </a:cubicBezTo>
                <a:lnTo>
                  <a:pt x="4864433" y="129927"/>
                </a:lnTo>
                <a:cubicBezTo>
                  <a:pt x="4850768" y="141170"/>
                  <a:pt x="4836455" y="142037"/>
                  <a:pt x="4831467" y="142037"/>
                </a:cubicBezTo>
                <a:cubicBezTo>
                  <a:pt x="4814116" y="142037"/>
                  <a:pt x="4800232" y="126683"/>
                  <a:pt x="4799584" y="105488"/>
                </a:cubicBezTo>
                <a:lnTo>
                  <a:pt x="4866601" y="105488"/>
                </a:lnTo>
                <a:moveTo>
                  <a:pt x="4854240" y="93559"/>
                </a:moveTo>
                <a:lnTo>
                  <a:pt x="4800666" y="93559"/>
                </a:lnTo>
                <a:cubicBezTo>
                  <a:pt x="4804138" y="77051"/>
                  <a:pt x="4815631" y="66188"/>
                  <a:pt x="4827996" y="66188"/>
                </a:cubicBezTo>
                <a:cubicBezTo>
                  <a:pt x="4839275" y="66188"/>
                  <a:pt x="4851420" y="73575"/>
                  <a:pt x="4854240" y="93559"/>
                </a:cubicBezTo>
                <a:close/>
                <a:moveTo>
                  <a:pt x="4944033" y="68763"/>
                </a:moveTo>
                <a:lnTo>
                  <a:pt x="4944033" y="54227"/>
                </a:lnTo>
                <a:cubicBezTo>
                  <a:pt x="4924729" y="54445"/>
                  <a:pt x="4912802" y="65076"/>
                  <a:pt x="4906077" y="75055"/>
                </a:cubicBezTo>
                <a:lnTo>
                  <a:pt x="4906077" y="55312"/>
                </a:lnTo>
                <a:lnTo>
                  <a:pt x="4890893" y="55312"/>
                </a:lnTo>
                <a:lnTo>
                  <a:pt x="4890893" y="152936"/>
                </a:lnTo>
                <a:lnTo>
                  <a:pt x="4907162" y="152936"/>
                </a:lnTo>
                <a:lnTo>
                  <a:pt x="4907162" y="106510"/>
                </a:lnTo>
                <a:cubicBezTo>
                  <a:pt x="4907162" y="84818"/>
                  <a:pt x="4922776" y="69197"/>
                  <a:pt x="4944033" y="68763"/>
                </a:cubicBezTo>
                <a:close/>
                <a:moveTo>
                  <a:pt x="5053345" y="152936"/>
                </a:moveTo>
                <a:lnTo>
                  <a:pt x="5053345" y="2330"/>
                </a:lnTo>
                <a:lnTo>
                  <a:pt x="5037079" y="2330"/>
                </a:lnTo>
                <a:lnTo>
                  <a:pt x="5037079" y="152936"/>
                </a:lnTo>
                <a:lnTo>
                  <a:pt x="5053345" y="152936"/>
                </a:lnTo>
                <a:close/>
                <a:moveTo>
                  <a:pt x="5105183" y="152936"/>
                </a:moveTo>
                <a:lnTo>
                  <a:pt x="5105183" y="56557"/>
                </a:lnTo>
                <a:lnTo>
                  <a:pt x="5088916" y="56557"/>
                </a:lnTo>
                <a:lnTo>
                  <a:pt x="5088916" y="152936"/>
                </a:lnTo>
                <a:lnTo>
                  <a:pt x="5105183" y="152936"/>
                </a:lnTo>
                <a:moveTo>
                  <a:pt x="5106917" y="30109"/>
                </a:moveTo>
                <a:lnTo>
                  <a:pt x="5106917" y="10803"/>
                </a:lnTo>
                <a:lnTo>
                  <a:pt x="5087616" y="10803"/>
                </a:lnTo>
                <a:lnTo>
                  <a:pt x="5087616" y="30109"/>
                </a:lnTo>
                <a:lnTo>
                  <a:pt x="5106917" y="30109"/>
                </a:lnTo>
                <a:close/>
                <a:moveTo>
                  <a:pt x="5201267" y="125134"/>
                </a:moveTo>
                <a:cubicBezTo>
                  <a:pt x="5201267" y="113213"/>
                  <a:pt x="5193242" y="105845"/>
                  <a:pt x="5192808" y="105196"/>
                </a:cubicBezTo>
                <a:cubicBezTo>
                  <a:pt x="5184349" y="97611"/>
                  <a:pt x="5178491" y="96310"/>
                  <a:pt x="5167646" y="94360"/>
                </a:cubicBezTo>
                <a:cubicBezTo>
                  <a:pt x="5155718" y="91977"/>
                  <a:pt x="5145740" y="89810"/>
                  <a:pt x="5145740" y="79192"/>
                </a:cubicBezTo>
                <a:cubicBezTo>
                  <a:pt x="5145740" y="65754"/>
                  <a:pt x="5161358" y="65754"/>
                  <a:pt x="5164178" y="65754"/>
                </a:cubicBezTo>
                <a:cubicBezTo>
                  <a:pt x="5171118" y="65754"/>
                  <a:pt x="5182611" y="66622"/>
                  <a:pt x="5194976" y="73989"/>
                </a:cubicBezTo>
                <a:lnTo>
                  <a:pt x="5197577" y="59900"/>
                </a:lnTo>
                <a:cubicBezTo>
                  <a:pt x="5186301" y="54693"/>
                  <a:pt x="5177409" y="52956"/>
                  <a:pt x="5166345" y="52956"/>
                </a:cubicBezTo>
                <a:cubicBezTo>
                  <a:pt x="5160924" y="52956"/>
                  <a:pt x="5130341" y="52956"/>
                  <a:pt x="5130341" y="81360"/>
                </a:cubicBezTo>
                <a:cubicBezTo>
                  <a:pt x="5130341" y="91977"/>
                  <a:pt x="5136633" y="98911"/>
                  <a:pt x="5142054" y="103029"/>
                </a:cubicBezTo>
                <a:cubicBezTo>
                  <a:pt x="5148778" y="107798"/>
                  <a:pt x="5153551" y="108662"/>
                  <a:pt x="5165478" y="111048"/>
                </a:cubicBezTo>
                <a:cubicBezTo>
                  <a:pt x="5173285" y="112564"/>
                  <a:pt x="5185865" y="115165"/>
                  <a:pt x="5185865" y="126650"/>
                </a:cubicBezTo>
                <a:cubicBezTo>
                  <a:pt x="5185865" y="141604"/>
                  <a:pt x="5168731" y="141604"/>
                  <a:pt x="5165478" y="141604"/>
                </a:cubicBezTo>
                <a:cubicBezTo>
                  <a:pt x="5147911" y="141604"/>
                  <a:pt x="5135765" y="133584"/>
                  <a:pt x="5131860" y="130983"/>
                </a:cubicBezTo>
                <a:lnTo>
                  <a:pt x="5129259" y="145724"/>
                </a:lnTo>
                <a:cubicBezTo>
                  <a:pt x="5136199" y="149193"/>
                  <a:pt x="5148126" y="155266"/>
                  <a:pt x="5165697" y="155266"/>
                </a:cubicBezTo>
                <a:cubicBezTo>
                  <a:pt x="5169598" y="155266"/>
                  <a:pt x="5181529" y="155266"/>
                  <a:pt x="5190855" y="148326"/>
                </a:cubicBezTo>
                <a:cubicBezTo>
                  <a:pt x="5197577" y="143119"/>
                  <a:pt x="5201267" y="134451"/>
                  <a:pt x="5201267" y="125134"/>
                </a:cubicBezTo>
                <a:close/>
                <a:moveTo>
                  <a:pt x="5278261" y="147025"/>
                </a:moveTo>
                <a:lnTo>
                  <a:pt x="5274792" y="134226"/>
                </a:lnTo>
                <a:cubicBezTo>
                  <a:pt x="5269153" y="138784"/>
                  <a:pt x="5262213" y="141385"/>
                  <a:pt x="5255273" y="141385"/>
                </a:cubicBezTo>
                <a:cubicBezTo>
                  <a:pt x="5247247" y="141385"/>
                  <a:pt x="5244209" y="134878"/>
                  <a:pt x="5244209" y="123377"/>
                </a:cubicBezTo>
                <a:lnTo>
                  <a:pt x="5244209" y="69140"/>
                </a:lnTo>
                <a:lnTo>
                  <a:pt x="5274792" y="69140"/>
                </a:lnTo>
                <a:lnTo>
                  <a:pt x="5274792" y="56557"/>
                </a:lnTo>
                <a:lnTo>
                  <a:pt x="5244209" y="56557"/>
                </a:lnTo>
                <a:lnTo>
                  <a:pt x="5244209" y="29020"/>
                </a:lnTo>
                <a:lnTo>
                  <a:pt x="5229244" y="29020"/>
                </a:lnTo>
                <a:lnTo>
                  <a:pt x="5229244" y="56557"/>
                </a:lnTo>
                <a:lnTo>
                  <a:pt x="5210376" y="56557"/>
                </a:lnTo>
                <a:lnTo>
                  <a:pt x="5210376" y="69140"/>
                </a:lnTo>
                <a:lnTo>
                  <a:pt x="5228595" y="69140"/>
                </a:lnTo>
                <a:lnTo>
                  <a:pt x="5228595" y="127067"/>
                </a:lnTo>
                <a:cubicBezTo>
                  <a:pt x="5228595" y="140084"/>
                  <a:pt x="5231630" y="155266"/>
                  <a:pt x="5246595" y="155266"/>
                </a:cubicBezTo>
                <a:cubicBezTo>
                  <a:pt x="5261779" y="155266"/>
                  <a:pt x="5272840" y="149845"/>
                  <a:pt x="5278261" y="147025"/>
                </a:cubicBezTo>
                <a:close/>
                <a:moveTo>
                  <a:pt x="5323592" y="152936"/>
                </a:moveTo>
                <a:lnTo>
                  <a:pt x="5323592" y="134934"/>
                </a:lnTo>
                <a:lnTo>
                  <a:pt x="5305592" y="134934"/>
                </a:lnTo>
                <a:lnTo>
                  <a:pt x="5305592" y="152936"/>
                </a:lnTo>
                <a:lnTo>
                  <a:pt x="5323592" y="152936"/>
                </a:lnTo>
                <a:close/>
                <a:moveTo>
                  <a:pt x="5556751" y="17793"/>
                </a:moveTo>
                <a:lnTo>
                  <a:pt x="5556751" y="3697"/>
                </a:lnTo>
                <a:lnTo>
                  <a:pt x="5424881" y="3697"/>
                </a:lnTo>
                <a:lnTo>
                  <a:pt x="5424881" y="17793"/>
                </a:lnTo>
                <a:lnTo>
                  <a:pt x="5453945" y="17793"/>
                </a:lnTo>
                <a:cubicBezTo>
                  <a:pt x="5456546" y="17793"/>
                  <a:pt x="5459151" y="17578"/>
                  <a:pt x="5461752" y="17578"/>
                </a:cubicBezTo>
                <a:lnTo>
                  <a:pt x="5481271" y="17578"/>
                </a:lnTo>
                <a:lnTo>
                  <a:pt x="5481271" y="152936"/>
                </a:lnTo>
                <a:lnTo>
                  <a:pt x="5500576" y="152936"/>
                </a:lnTo>
                <a:lnTo>
                  <a:pt x="5500576" y="17578"/>
                </a:lnTo>
                <a:lnTo>
                  <a:pt x="5519880" y="17578"/>
                </a:lnTo>
                <a:cubicBezTo>
                  <a:pt x="5522481" y="17578"/>
                  <a:pt x="5525082" y="17793"/>
                  <a:pt x="5527687" y="17793"/>
                </a:cubicBezTo>
                <a:lnTo>
                  <a:pt x="5556751" y="17793"/>
                </a:lnTo>
                <a:close/>
                <a:moveTo>
                  <a:pt x="5659123" y="152936"/>
                </a:moveTo>
                <a:lnTo>
                  <a:pt x="5659123" y="88287"/>
                </a:lnTo>
                <a:cubicBezTo>
                  <a:pt x="5659123" y="73969"/>
                  <a:pt x="5655870" y="54227"/>
                  <a:pt x="5629407" y="54227"/>
                </a:cubicBezTo>
                <a:cubicBezTo>
                  <a:pt x="5615961" y="54227"/>
                  <a:pt x="5605549" y="60952"/>
                  <a:pt x="5598609" y="69845"/>
                </a:cubicBezTo>
                <a:lnTo>
                  <a:pt x="5598609" y="2330"/>
                </a:lnTo>
                <a:lnTo>
                  <a:pt x="5582343" y="2330"/>
                </a:lnTo>
                <a:lnTo>
                  <a:pt x="5582343" y="152936"/>
                </a:lnTo>
                <a:lnTo>
                  <a:pt x="5599261" y="152936"/>
                </a:lnTo>
                <a:lnTo>
                  <a:pt x="5599261" y="99785"/>
                </a:lnTo>
                <a:cubicBezTo>
                  <a:pt x="5599261" y="85467"/>
                  <a:pt x="5604682" y="67459"/>
                  <a:pt x="5621167" y="67459"/>
                </a:cubicBezTo>
                <a:cubicBezTo>
                  <a:pt x="5641987" y="67459"/>
                  <a:pt x="5642205" y="82862"/>
                  <a:pt x="5642205" y="89806"/>
                </a:cubicBezTo>
                <a:lnTo>
                  <a:pt x="5642205" y="152936"/>
                </a:lnTo>
                <a:lnTo>
                  <a:pt x="5659123" y="152936"/>
                </a:lnTo>
                <a:close/>
                <a:moveTo>
                  <a:pt x="5766699" y="105488"/>
                </a:moveTo>
                <a:cubicBezTo>
                  <a:pt x="5766699" y="98114"/>
                  <a:pt x="5766484" y="81830"/>
                  <a:pt x="5758025" y="68796"/>
                </a:cubicBezTo>
                <a:cubicBezTo>
                  <a:pt x="5749132" y="55342"/>
                  <a:pt x="5735901" y="52956"/>
                  <a:pt x="5728094" y="52956"/>
                </a:cubicBezTo>
                <a:cubicBezTo>
                  <a:pt x="5704021" y="52956"/>
                  <a:pt x="5684498" y="75965"/>
                  <a:pt x="5684498" y="103972"/>
                </a:cubicBezTo>
                <a:cubicBezTo>
                  <a:pt x="5684498" y="132522"/>
                  <a:pt x="5705321" y="155266"/>
                  <a:pt x="5731347" y="155266"/>
                </a:cubicBezTo>
                <a:cubicBezTo>
                  <a:pt x="5745012" y="155266"/>
                  <a:pt x="5757373" y="150063"/>
                  <a:pt x="5765832" y="143990"/>
                </a:cubicBezTo>
                <a:lnTo>
                  <a:pt x="5764532" y="129927"/>
                </a:lnTo>
                <a:cubicBezTo>
                  <a:pt x="5750867" y="141170"/>
                  <a:pt x="5736553" y="142037"/>
                  <a:pt x="5731566" y="142037"/>
                </a:cubicBezTo>
                <a:cubicBezTo>
                  <a:pt x="5714214" y="142037"/>
                  <a:pt x="5700331" y="126683"/>
                  <a:pt x="5699682" y="105488"/>
                </a:cubicBezTo>
                <a:lnTo>
                  <a:pt x="5766699" y="105488"/>
                </a:lnTo>
                <a:moveTo>
                  <a:pt x="5754338" y="93559"/>
                </a:moveTo>
                <a:lnTo>
                  <a:pt x="5700764" y="93559"/>
                </a:lnTo>
                <a:cubicBezTo>
                  <a:pt x="5704236" y="77051"/>
                  <a:pt x="5715730" y="66188"/>
                  <a:pt x="5728094" y="66188"/>
                </a:cubicBezTo>
                <a:cubicBezTo>
                  <a:pt x="5739373" y="66188"/>
                  <a:pt x="5751519" y="73575"/>
                  <a:pt x="5754338" y="935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logicappearscorrectandefficientlyhandlestherequirements.">
            <a:extLst xmlns:a="http://schemas.openxmlformats.org/drawingml/2006/main">
              <a:ext uri="{FF2B5EF4-FFF2-40B4-BE49-F238E27FC236}">
                <a16:creationId xmlns:a16="http://schemas.microsoft.com/office/drawing/2014/main" id="{9C355AA5-39AA-4D2A-9E93-691274E3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676" y="6669140"/>
            <a:ext cx="5568246" cy="197631"/>
          </a:xfrm>
          <a:custGeom xmlns:a="http://schemas.openxmlformats.org/drawingml/2006/main">
            <a:pathLst>
              <a:path w="5568246" h="197631">
                <a:moveTo>
                  <a:pt x="16266" y="152936"/>
                </a:moveTo>
                <a:lnTo>
                  <a:pt x="16266" y="2330"/>
                </a:lnTo>
                <a:lnTo>
                  <a:pt x="0" y="2330"/>
                </a:lnTo>
                <a:lnTo>
                  <a:pt x="0" y="152936"/>
                </a:lnTo>
                <a:lnTo>
                  <a:pt x="16266" y="152936"/>
                </a:lnTo>
                <a:close/>
                <a:moveTo>
                  <a:pt x="135991" y="105196"/>
                </a:moveTo>
                <a:cubicBezTo>
                  <a:pt x="135991" y="76157"/>
                  <a:pt x="114300" y="52956"/>
                  <a:pt x="88493" y="52956"/>
                </a:cubicBezTo>
                <a:cubicBezTo>
                  <a:pt x="61815" y="52956"/>
                  <a:pt x="40777" y="76806"/>
                  <a:pt x="40777" y="105196"/>
                </a:cubicBezTo>
                <a:cubicBezTo>
                  <a:pt x="40777" y="133803"/>
                  <a:pt x="62897" y="155266"/>
                  <a:pt x="88275" y="155266"/>
                </a:cubicBezTo>
                <a:cubicBezTo>
                  <a:pt x="114300" y="155266"/>
                  <a:pt x="135991" y="133369"/>
                  <a:pt x="135991" y="105196"/>
                </a:cubicBezTo>
                <a:moveTo>
                  <a:pt x="119073" y="103029"/>
                </a:moveTo>
                <a:cubicBezTo>
                  <a:pt x="119073" y="128600"/>
                  <a:pt x="104326" y="141385"/>
                  <a:pt x="88275" y="141385"/>
                </a:cubicBezTo>
                <a:cubicBezTo>
                  <a:pt x="73309" y="141385"/>
                  <a:pt x="57691" y="129252"/>
                  <a:pt x="57691" y="103029"/>
                </a:cubicBezTo>
                <a:cubicBezTo>
                  <a:pt x="57691" y="76806"/>
                  <a:pt x="74176" y="66188"/>
                  <a:pt x="88275" y="66188"/>
                </a:cubicBezTo>
                <a:cubicBezTo>
                  <a:pt x="103458" y="66188"/>
                  <a:pt x="119073" y="77458"/>
                  <a:pt x="119073" y="103029"/>
                </a:cubicBezTo>
                <a:close/>
                <a:moveTo>
                  <a:pt x="247908" y="67893"/>
                </a:moveTo>
                <a:lnTo>
                  <a:pt x="245522" y="54227"/>
                </a:lnTo>
                <a:cubicBezTo>
                  <a:pt x="230338" y="54227"/>
                  <a:pt x="217759" y="58351"/>
                  <a:pt x="211252" y="61170"/>
                </a:cubicBezTo>
                <a:cubicBezTo>
                  <a:pt x="206698" y="57483"/>
                  <a:pt x="199321" y="54227"/>
                  <a:pt x="190647" y="54227"/>
                </a:cubicBezTo>
                <a:cubicBezTo>
                  <a:pt x="171995" y="54227"/>
                  <a:pt x="156162" y="69845"/>
                  <a:pt x="156162" y="89584"/>
                </a:cubicBezTo>
                <a:cubicBezTo>
                  <a:pt x="156162" y="97611"/>
                  <a:pt x="158982" y="105418"/>
                  <a:pt x="163317" y="111058"/>
                </a:cubicBezTo>
                <a:cubicBezTo>
                  <a:pt x="157029" y="119951"/>
                  <a:pt x="157029" y="128411"/>
                  <a:pt x="157029" y="129497"/>
                </a:cubicBezTo>
                <a:cubicBezTo>
                  <a:pt x="157029" y="135133"/>
                  <a:pt x="158982" y="141425"/>
                  <a:pt x="162669" y="145979"/>
                </a:cubicBezTo>
                <a:cubicBezTo>
                  <a:pt x="151390" y="152704"/>
                  <a:pt x="148789" y="162690"/>
                  <a:pt x="148789" y="168336"/>
                </a:cubicBezTo>
                <a:cubicBezTo>
                  <a:pt x="148789" y="184617"/>
                  <a:pt x="170261" y="197631"/>
                  <a:pt x="196720" y="197631"/>
                </a:cubicBezTo>
                <a:cubicBezTo>
                  <a:pt x="223398" y="197631"/>
                  <a:pt x="244870" y="184835"/>
                  <a:pt x="244870" y="168118"/>
                </a:cubicBezTo>
                <a:cubicBezTo>
                  <a:pt x="244870" y="137956"/>
                  <a:pt x="208648" y="137956"/>
                  <a:pt x="200192" y="137956"/>
                </a:cubicBezTo>
                <a:lnTo>
                  <a:pt x="181103" y="137956"/>
                </a:lnTo>
                <a:cubicBezTo>
                  <a:pt x="178283" y="137956"/>
                  <a:pt x="168523" y="137956"/>
                  <a:pt x="168523" y="126491"/>
                </a:cubicBezTo>
                <a:cubicBezTo>
                  <a:pt x="168523" y="124108"/>
                  <a:pt x="169390" y="120640"/>
                  <a:pt x="170909" y="118687"/>
                </a:cubicBezTo>
                <a:cubicBezTo>
                  <a:pt x="175463" y="121940"/>
                  <a:pt x="182622" y="124975"/>
                  <a:pt x="190647" y="124975"/>
                </a:cubicBezTo>
                <a:cubicBezTo>
                  <a:pt x="210167" y="124975"/>
                  <a:pt x="225351" y="108927"/>
                  <a:pt x="225351" y="89621"/>
                </a:cubicBezTo>
                <a:cubicBezTo>
                  <a:pt x="225351" y="79208"/>
                  <a:pt x="220578" y="71186"/>
                  <a:pt x="218192" y="67929"/>
                </a:cubicBezTo>
                <a:lnTo>
                  <a:pt x="219059" y="68147"/>
                </a:lnTo>
                <a:cubicBezTo>
                  <a:pt x="223831" y="68147"/>
                  <a:pt x="229904" y="67280"/>
                  <a:pt x="235110" y="67280"/>
                </a:cubicBezTo>
                <a:cubicBezTo>
                  <a:pt x="239015" y="67280"/>
                  <a:pt x="247908" y="67929"/>
                  <a:pt x="247908" y="67929"/>
                </a:cubicBezTo>
                <a:lnTo>
                  <a:pt x="247908" y="67893"/>
                </a:lnTo>
                <a:moveTo>
                  <a:pt x="210167" y="89621"/>
                </a:moveTo>
                <a:cubicBezTo>
                  <a:pt x="210167" y="106540"/>
                  <a:pt x="199973" y="112614"/>
                  <a:pt x="190647" y="112614"/>
                </a:cubicBezTo>
                <a:cubicBezTo>
                  <a:pt x="182622" y="112587"/>
                  <a:pt x="171343" y="107596"/>
                  <a:pt x="171343" y="89591"/>
                </a:cubicBezTo>
                <a:cubicBezTo>
                  <a:pt x="171343" y="71583"/>
                  <a:pt x="182622" y="66592"/>
                  <a:pt x="190647" y="66592"/>
                </a:cubicBezTo>
                <a:cubicBezTo>
                  <a:pt x="199973" y="66592"/>
                  <a:pt x="210167" y="72668"/>
                  <a:pt x="210167" y="89591"/>
                </a:cubicBezTo>
                <a:lnTo>
                  <a:pt x="210167" y="89621"/>
                </a:lnTo>
                <a:moveTo>
                  <a:pt x="229686" y="168561"/>
                </a:moveTo>
                <a:cubicBezTo>
                  <a:pt x="229686" y="178110"/>
                  <a:pt x="214720" y="185269"/>
                  <a:pt x="196939" y="185269"/>
                </a:cubicBezTo>
                <a:cubicBezTo>
                  <a:pt x="179368" y="185242"/>
                  <a:pt x="163969" y="178517"/>
                  <a:pt x="163969" y="168323"/>
                </a:cubicBezTo>
                <a:cubicBezTo>
                  <a:pt x="163969" y="167671"/>
                  <a:pt x="163969" y="153572"/>
                  <a:pt x="180887" y="153572"/>
                </a:cubicBezTo>
                <a:lnTo>
                  <a:pt x="200407" y="153572"/>
                </a:lnTo>
                <a:cubicBezTo>
                  <a:pt x="205179" y="153572"/>
                  <a:pt x="229686" y="153572"/>
                  <a:pt x="229686" y="168538"/>
                </a:cubicBezTo>
                <a:lnTo>
                  <a:pt x="229686" y="168561"/>
                </a:lnTo>
                <a:close/>
                <a:moveTo>
                  <a:pt x="284994" y="152936"/>
                </a:moveTo>
                <a:lnTo>
                  <a:pt x="284994" y="56557"/>
                </a:lnTo>
                <a:lnTo>
                  <a:pt x="268728" y="56557"/>
                </a:lnTo>
                <a:lnTo>
                  <a:pt x="268728" y="152936"/>
                </a:lnTo>
                <a:lnTo>
                  <a:pt x="284994" y="152936"/>
                </a:lnTo>
                <a:moveTo>
                  <a:pt x="286728" y="30109"/>
                </a:moveTo>
                <a:lnTo>
                  <a:pt x="286728" y="10803"/>
                </a:lnTo>
                <a:lnTo>
                  <a:pt x="267427" y="10803"/>
                </a:lnTo>
                <a:lnTo>
                  <a:pt x="267427" y="30109"/>
                </a:lnTo>
                <a:lnTo>
                  <a:pt x="286728" y="30109"/>
                </a:lnTo>
                <a:close/>
                <a:moveTo>
                  <a:pt x="393007" y="144205"/>
                </a:moveTo>
                <a:lnTo>
                  <a:pt x="391706" y="129685"/>
                </a:lnTo>
                <a:cubicBezTo>
                  <a:pt x="380642" y="138353"/>
                  <a:pt x="368930" y="141385"/>
                  <a:pt x="357870" y="141385"/>
                </a:cubicBezTo>
                <a:cubicBezTo>
                  <a:pt x="339869" y="141385"/>
                  <a:pt x="327723" y="125783"/>
                  <a:pt x="327723" y="104548"/>
                </a:cubicBezTo>
                <a:cubicBezTo>
                  <a:pt x="327723" y="87642"/>
                  <a:pt x="335746" y="66840"/>
                  <a:pt x="358737" y="66840"/>
                </a:cubicBezTo>
                <a:cubicBezTo>
                  <a:pt x="370016" y="66840"/>
                  <a:pt x="377389" y="68574"/>
                  <a:pt x="389320" y="76375"/>
                </a:cubicBezTo>
                <a:lnTo>
                  <a:pt x="391921" y="62286"/>
                </a:lnTo>
                <a:cubicBezTo>
                  <a:pt x="379127" y="54908"/>
                  <a:pt x="371750" y="52956"/>
                  <a:pt x="358522" y="52956"/>
                </a:cubicBezTo>
                <a:cubicBezTo>
                  <a:pt x="328372" y="52956"/>
                  <a:pt x="310805" y="79192"/>
                  <a:pt x="310805" y="104763"/>
                </a:cubicBezTo>
                <a:cubicBezTo>
                  <a:pt x="310805" y="131635"/>
                  <a:pt x="330543" y="155266"/>
                  <a:pt x="357655" y="155266"/>
                </a:cubicBezTo>
                <a:cubicBezTo>
                  <a:pt x="369367" y="155266"/>
                  <a:pt x="381294" y="152231"/>
                  <a:pt x="393007" y="144205"/>
                </a:cubicBezTo>
                <a:close/>
                <a:moveTo>
                  <a:pt x="560230" y="152883"/>
                </a:moveTo>
                <a:lnTo>
                  <a:pt x="560230" y="90243"/>
                </a:lnTo>
                <a:cubicBezTo>
                  <a:pt x="560230" y="68137"/>
                  <a:pt x="544398" y="52956"/>
                  <a:pt x="524441" y="52956"/>
                </a:cubicBezTo>
                <a:cubicBezTo>
                  <a:pt x="510343" y="52956"/>
                  <a:pt x="500583" y="56428"/>
                  <a:pt x="490390" y="62286"/>
                </a:cubicBezTo>
                <a:lnTo>
                  <a:pt x="491691" y="76590"/>
                </a:lnTo>
                <a:cubicBezTo>
                  <a:pt x="502969" y="68571"/>
                  <a:pt x="513815" y="65754"/>
                  <a:pt x="524441" y="65754"/>
                </a:cubicBezTo>
                <a:cubicBezTo>
                  <a:pt x="534638" y="65754"/>
                  <a:pt x="543312" y="74423"/>
                  <a:pt x="543312" y="90462"/>
                </a:cubicBezTo>
                <a:lnTo>
                  <a:pt x="543312" y="99782"/>
                </a:lnTo>
                <a:cubicBezTo>
                  <a:pt x="510780" y="100215"/>
                  <a:pt x="483232" y="109324"/>
                  <a:pt x="483232" y="128388"/>
                </a:cubicBezTo>
                <a:cubicBezTo>
                  <a:pt x="483232" y="137705"/>
                  <a:pt x="489089" y="155266"/>
                  <a:pt x="507960" y="155266"/>
                </a:cubicBezTo>
                <a:cubicBezTo>
                  <a:pt x="510995" y="155266"/>
                  <a:pt x="531382" y="154833"/>
                  <a:pt x="543964" y="145072"/>
                </a:cubicBezTo>
                <a:lnTo>
                  <a:pt x="543964" y="152883"/>
                </a:lnTo>
                <a:lnTo>
                  <a:pt x="560230" y="152883"/>
                </a:lnTo>
                <a:moveTo>
                  <a:pt x="543312" y="124274"/>
                </a:moveTo>
                <a:cubicBezTo>
                  <a:pt x="543312" y="128388"/>
                  <a:pt x="543312" y="133806"/>
                  <a:pt x="535939" y="137920"/>
                </a:cubicBezTo>
                <a:cubicBezTo>
                  <a:pt x="529647" y="141819"/>
                  <a:pt x="521407" y="142037"/>
                  <a:pt x="519021" y="142037"/>
                </a:cubicBezTo>
                <a:cubicBezTo>
                  <a:pt x="508609" y="142037"/>
                  <a:pt x="498849" y="137053"/>
                  <a:pt x="498849" y="127958"/>
                </a:cubicBezTo>
                <a:cubicBezTo>
                  <a:pt x="498849" y="112792"/>
                  <a:pt x="533986" y="111276"/>
                  <a:pt x="543312" y="110843"/>
                </a:cubicBezTo>
                <a:lnTo>
                  <a:pt x="543312" y="124274"/>
                </a:lnTo>
                <a:close/>
                <a:moveTo>
                  <a:pt x="679954" y="104531"/>
                </a:moveTo>
                <a:cubicBezTo>
                  <a:pt x="679954" y="78517"/>
                  <a:pt x="666289" y="54227"/>
                  <a:pt x="645469" y="54227"/>
                </a:cubicBezTo>
                <a:cubicBezTo>
                  <a:pt x="632453" y="54227"/>
                  <a:pt x="619874" y="58784"/>
                  <a:pt x="609899" y="67244"/>
                </a:cubicBezTo>
                <a:lnTo>
                  <a:pt x="609899" y="56613"/>
                </a:lnTo>
                <a:lnTo>
                  <a:pt x="593629" y="56613"/>
                </a:lnTo>
                <a:lnTo>
                  <a:pt x="593629" y="194877"/>
                </a:lnTo>
                <a:lnTo>
                  <a:pt x="610547" y="194877"/>
                </a:lnTo>
                <a:lnTo>
                  <a:pt x="610547" y="142904"/>
                </a:lnTo>
                <a:cubicBezTo>
                  <a:pt x="617272" y="149193"/>
                  <a:pt x="626814" y="155266"/>
                  <a:pt x="639830" y="155266"/>
                </a:cubicBezTo>
                <a:cubicBezTo>
                  <a:pt x="660868" y="155266"/>
                  <a:pt x="679954" y="134014"/>
                  <a:pt x="679954" y="104531"/>
                </a:cubicBezTo>
                <a:moveTo>
                  <a:pt x="663036" y="104531"/>
                </a:moveTo>
                <a:cubicBezTo>
                  <a:pt x="663036" y="126862"/>
                  <a:pt x="647637" y="142037"/>
                  <a:pt x="631371" y="142037"/>
                </a:cubicBezTo>
                <a:cubicBezTo>
                  <a:pt x="622912" y="142037"/>
                  <a:pt x="617054" y="137701"/>
                  <a:pt x="612718" y="131846"/>
                </a:cubicBezTo>
                <a:cubicBezTo>
                  <a:pt x="610547" y="128596"/>
                  <a:pt x="610547" y="128163"/>
                  <a:pt x="610547" y="124261"/>
                </a:cubicBezTo>
                <a:lnTo>
                  <a:pt x="610547" y="80685"/>
                </a:lnTo>
                <a:cubicBezTo>
                  <a:pt x="615753" y="73095"/>
                  <a:pt x="624212" y="68111"/>
                  <a:pt x="633538" y="68111"/>
                </a:cubicBezTo>
                <a:cubicBezTo>
                  <a:pt x="650023" y="68111"/>
                  <a:pt x="663036" y="84587"/>
                  <a:pt x="663036" y="104531"/>
                </a:cubicBezTo>
                <a:close/>
                <a:moveTo>
                  <a:pt x="792087" y="104531"/>
                </a:moveTo>
                <a:cubicBezTo>
                  <a:pt x="792087" y="78517"/>
                  <a:pt x="778422" y="54227"/>
                  <a:pt x="757602" y="54227"/>
                </a:cubicBezTo>
                <a:cubicBezTo>
                  <a:pt x="744586" y="54227"/>
                  <a:pt x="732006" y="58784"/>
                  <a:pt x="722031" y="67244"/>
                </a:cubicBezTo>
                <a:lnTo>
                  <a:pt x="722031" y="56613"/>
                </a:lnTo>
                <a:lnTo>
                  <a:pt x="705762" y="56613"/>
                </a:lnTo>
                <a:lnTo>
                  <a:pt x="705762" y="194877"/>
                </a:lnTo>
                <a:lnTo>
                  <a:pt x="722680" y="194877"/>
                </a:lnTo>
                <a:lnTo>
                  <a:pt x="722680" y="142904"/>
                </a:lnTo>
                <a:cubicBezTo>
                  <a:pt x="729405" y="149193"/>
                  <a:pt x="738946" y="155266"/>
                  <a:pt x="751963" y="155266"/>
                </a:cubicBezTo>
                <a:cubicBezTo>
                  <a:pt x="773001" y="155266"/>
                  <a:pt x="792087" y="134014"/>
                  <a:pt x="792087" y="104531"/>
                </a:cubicBezTo>
                <a:moveTo>
                  <a:pt x="775169" y="104531"/>
                </a:moveTo>
                <a:cubicBezTo>
                  <a:pt x="775169" y="126862"/>
                  <a:pt x="759770" y="142037"/>
                  <a:pt x="743503" y="142037"/>
                </a:cubicBezTo>
                <a:cubicBezTo>
                  <a:pt x="735044" y="142037"/>
                  <a:pt x="729187" y="137701"/>
                  <a:pt x="724851" y="131846"/>
                </a:cubicBezTo>
                <a:cubicBezTo>
                  <a:pt x="722680" y="128596"/>
                  <a:pt x="722680" y="128163"/>
                  <a:pt x="722680" y="124261"/>
                </a:cubicBezTo>
                <a:lnTo>
                  <a:pt x="722680" y="80685"/>
                </a:lnTo>
                <a:cubicBezTo>
                  <a:pt x="727886" y="73095"/>
                  <a:pt x="736345" y="68111"/>
                  <a:pt x="745671" y="68111"/>
                </a:cubicBezTo>
                <a:cubicBezTo>
                  <a:pt x="762156" y="68111"/>
                  <a:pt x="775169" y="84587"/>
                  <a:pt x="775169" y="104531"/>
                </a:cubicBezTo>
                <a:close/>
                <a:moveTo>
                  <a:pt x="889903" y="105488"/>
                </a:moveTo>
                <a:cubicBezTo>
                  <a:pt x="889903" y="98114"/>
                  <a:pt x="889687" y="81830"/>
                  <a:pt x="881228" y="68796"/>
                </a:cubicBezTo>
                <a:cubicBezTo>
                  <a:pt x="872336" y="55342"/>
                  <a:pt x="859104" y="52956"/>
                  <a:pt x="851297" y="52956"/>
                </a:cubicBezTo>
                <a:cubicBezTo>
                  <a:pt x="827224" y="52956"/>
                  <a:pt x="807701" y="75965"/>
                  <a:pt x="807701" y="103972"/>
                </a:cubicBezTo>
                <a:cubicBezTo>
                  <a:pt x="807701" y="132522"/>
                  <a:pt x="828525" y="155266"/>
                  <a:pt x="854551" y="155266"/>
                </a:cubicBezTo>
                <a:cubicBezTo>
                  <a:pt x="868215" y="155266"/>
                  <a:pt x="880576" y="150063"/>
                  <a:pt x="889035" y="143990"/>
                </a:cubicBezTo>
                <a:lnTo>
                  <a:pt x="887735" y="129927"/>
                </a:lnTo>
                <a:cubicBezTo>
                  <a:pt x="874070" y="141170"/>
                  <a:pt x="859756" y="142037"/>
                  <a:pt x="854769" y="142037"/>
                </a:cubicBezTo>
                <a:cubicBezTo>
                  <a:pt x="837417" y="142037"/>
                  <a:pt x="823534" y="126683"/>
                  <a:pt x="822885" y="105488"/>
                </a:cubicBezTo>
                <a:lnTo>
                  <a:pt x="889903" y="105488"/>
                </a:lnTo>
                <a:moveTo>
                  <a:pt x="877542" y="93559"/>
                </a:moveTo>
                <a:lnTo>
                  <a:pt x="823967" y="93559"/>
                </a:lnTo>
                <a:cubicBezTo>
                  <a:pt x="827439" y="77051"/>
                  <a:pt x="838933" y="66188"/>
                  <a:pt x="851297" y="66188"/>
                </a:cubicBezTo>
                <a:cubicBezTo>
                  <a:pt x="862576" y="66188"/>
                  <a:pt x="874722" y="73575"/>
                  <a:pt x="877542" y="93559"/>
                </a:cubicBezTo>
                <a:close/>
                <a:moveTo>
                  <a:pt x="985120" y="152883"/>
                </a:moveTo>
                <a:lnTo>
                  <a:pt x="985120" y="90243"/>
                </a:lnTo>
                <a:cubicBezTo>
                  <a:pt x="985120" y="68137"/>
                  <a:pt x="969287" y="52956"/>
                  <a:pt x="949331" y="52956"/>
                </a:cubicBezTo>
                <a:cubicBezTo>
                  <a:pt x="935233" y="52956"/>
                  <a:pt x="925473" y="56428"/>
                  <a:pt x="915280" y="62286"/>
                </a:cubicBezTo>
                <a:lnTo>
                  <a:pt x="916580" y="76590"/>
                </a:lnTo>
                <a:cubicBezTo>
                  <a:pt x="927859" y="68571"/>
                  <a:pt x="938704" y="65754"/>
                  <a:pt x="949331" y="65754"/>
                </a:cubicBezTo>
                <a:cubicBezTo>
                  <a:pt x="959528" y="65754"/>
                  <a:pt x="968202" y="74423"/>
                  <a:pt x="968202" y="90462"/>
                </a:cubicBezTo>
                <a:lnTo>
                  <a:pt x="968202" y="99782"/>
                </a:lnTo>
                <a:cubicBezTo>
                  <a:pt x="935670" y="100215"/>
                  <a:pt x="908121" y="109324"/>
                  <a:pt x="908121" y="128388"/>
                </a:cubicBezTo>
                <a:cubicBezTo>
                  <a:pt x="908121" y="137705"/>
                  <a:pt x="913979" y="155266"/>
                  <a:pt x="932850" y="155266"/>
                </a:cubicBezTo>
                <a:cubicBezTo>
                  <a:pt x="935885" y="155266"/>
                  <a:pt x="956271" y="154833"/>
                  <a:pt x="968854" y="145072"/>
                </a:cubicBezTo>
                <a:lnTo>
                  <a:pt x="968854" y="152883"/>
                </a:lnTo>
                <a:lnTo>
                  <a:pt x="985120" y="152883"/>
                </a:lnTo>
                <a:moveTo>
                  <a:pt x="968202" y="124274"/>
                </a:moveTo>
                <a:cubicBezTo>
                  <a:pt x="968202" y="128388"/>
                  <a:pt x="968202" y="133806"/>
                  <a:pt x="960828" y="137920"/>
                </a:cubicBezTo>
                <a:cubicBezTo>
                  <a:pt x="954537" y="141819"/>
                  <a:pt x="946296" y="142037"/>
                  <a:pt x="943910" y="142037"/>
                </a:cubicBezTo>
                <a:cubicBezTo>
                  <a:pt x="933499" y="142037"/>
                  <a:pt x="923739" y="137053"/>
                  <a:pt x="923739" y="127958"/>
                </a:cubicBezTo>
                <a:cubicBezTo>
                  <a:pt x="923739" y="112792"/>
                  <a:pt x="958876" y="111276"/>
                  <a:pt x="968202" y="110843"/>
                </a:cubicBezTo>
                <a:lnTo>
                  <a:pt x="968202" y="124274"/>
                </a:lnTo>
                <a:close/>
                <a:moveTo>
                  <a:pt x="1071660" y="68763"/>
                </a:moveTo>
                <a:lnTo>
                  <a:pt x="1071660" y="54227"/>
                </a:lnTo>
                <a:cubicBezTo>
                  <a:pt x="1052355" y="54445"/>
                  <a:pt x="1040428" y="65076"/>
                  <a:pt x="1033703" y="75055"/>
                </a:cubicBezTo>
                <a:lnTo>
                  <a:pt x="1033703" y="55312"/>
                </a:lnTo>
                <a:lnTo>
                  <a:pt x="1018519" y="55312"/>
                </a:lnTo>
                <a:lnTo>
                  <a:pt x="1018519" y="152936"/>
                </a:lnTo>
                <a:lnTo>
                  <a:pt x="1034789" y="152936"/>
                </a:lnTo>
                <a:lnTo>
                  <a:pt x="1034789" y="106510"/>
                </a:lnTo>
                <a:cubicBezTo>
                  <a:pt x="1034789" y="84818"/>
                  <a:pt x="1050403" y="69197"/>
                  <a:pt x="1071660" y="68763"/>
                </a:cubicBezTo>
                <a:close/>
                <a:moveTo>
                  <a:pt x="1152995" y="125134"/>
                </a:moveTo>
                <a:cubicBezTo>
                  <a:pt x="1152995" y="113213"/>
                  <a:pt x="1144969" y="105845"/>
                  <a:pt x="1144536" y="105196"/>
                </a:cubicBezTo>
                <a:cubicBezTo>
                  <a:pt x="1136077" y="97611"/>
                  <a:pt x="1130219" y="96310"/>
                  <a:pt x="1119374" y="94360"/>
                </a:cubicBezTo>
                <a:cubicBezTo>
                  <a:pt x="1107446" y="91977"/>
                  <a:pt x="1097468" y="89810"/>
                  <a:pt x="1097468" y="79192"/>
                </a:cubicBezTo>
                <a:cubicBezTo>
                  <a:pt x="1097468" y="65754"/>
                  <a:pt x="1113086" y="65754"/>
                  <a:pt x="1115905" y="65754"/>
                </a:cubicBezTo>
                <a:cubicBezTo>
                  <a:pt x="1122845" y="65754"/>
                  <a:pt x="1134339" y="66622"/>
                  <a:pt x="1146703" y="73989"/>
                </a:cubicBezTo>
                <a:lnTo>
                  <a:pt x="1149305" y="59900"/>
                </a:lnTo>
                <a:cubicBezTo>
                  <a:pt x="1138029" y="54693"/>
                  <a:pt x="1129137" y="52956"/>
                  <a:pt x="1118073" y="52956"/>
                </a:cubicBezTo>
                <a:cubicBezTo>
                  <a:pt x="1112652" y="52956"/>
                  <a:pt x="1082069" y="52956"/>
                  <a:pt x="1082069" y="81360"/>
                </a:cubicBezTo>
                <a:cubicBezTo>
                  <a:pt x="1082069" y="91977"/>
                  <a:pt x="1088360" y="98911"/>
                  <a:pt x="1093781" y="103029"/>
                </a:cubicBezTo>
                <a:cubicBezTo>
                  <a:pt x="1100506" y="107798"/>
                  <a:pt x="1105278" y="108662"/>
                  <a:pt x="1117206" y="111048"/>
                </a:cubicBezTo>
                <a:cubicBezTo>
                  <a:pt x="1125013" y="112564"/>
                  <a:pt x="1137592" y="115165"/>
                  <a:pt x="1137592" y="126650"/>
                </a:cubicBezTo>
                <a:cubicBezTo>
                  <a:pt x="1137592" y="141604"/>
                  <a:pt x="1120459" y="141604"/>
                  <a:pt x="1117206" y="141604"/>
                </a:cubicBezTo>
                <a:cubicBezTo>
                  <a:pt x="1099639" y="141604"/>
                  <a:pt x="1087493" y="133584"/>
                  <a:pt x="1083588" y="130983"/>
                </a:cubicBezTo>
                <a:lnTo>
                  <a:pt x="1080987" y="145724"/>
                </a:lnTo>
                <a:cubicBezTo>
                  <a:pt x="1087927" y="149193"/>
                  <a:pt x="1099854" y="155266"/>
                  <a:pt x="1117424" y="155266"/>
                </a:cubicBezTo>
                <a:cubicBezTo>
                  <a:pt x="1121326" y="155266"/>
                  <a:pt x="1133257" y="155266"/>
                  <a:pt x="1142583" y="148326"/>
                </a:cubicBezTo>
                <a:cubicBezTo>
                  <a:pt x="1149305" y="143119"/>
                  <a:pt x="1152995" y="134451"/>
                  <a:pt x="1152995" y="125134"/>
                </a:cubicBezTo>
                <a:close/>
                <a:moveTo>
                  <a:pt x="1320216" y="144205"/>
                </a:moveTo>
                <a:lnTo>
                  <a:pt x="1318916" y="129685"/>
                </a:lnTo>
                <a:cubicBezTo>
                  <a:pt x="1307852" y="138353"/>
                  <a:pt x="1296140" y="141385"/>
                  <a:pt x="1285079" y="141385"/>
                </a:cubicBezTo>
                <a:cubicBezTo>
                  <a:pt x="1267079" y="141385"/>
                  <a:pt x="1254933" y="125783"/>
                  <a:pt x="1254933" y="104548"/>
                </a:cubicBezTo>
                <a:cubicBezTo>
                  <a:pt x="1254933" y="87642"/>
                  <a:pt x="1262955" y="66840"/>
                  <a:pt x="1285946" y="66840"/>
                </a:cubicBezTo>
                <a:cubicBezTo>
                  <a:pt x="1297225" y="66840"/>
                  <a:pt x="1304599" y="68574"/>
                  <a:pt x="1316529" y="76375"/>
                </a:cubicBezTo>
                <a:lnTo>
                  <a:pt x="1319131" y="62286"/>
                </a:lnTo>
                <a:cubicBezTo>
                  <a:pt x="1306336" y="54908"/>
                  <a:pt x="1298959" y="52956"/>
                  <a:pt x="1285731" y="52956"/>
                </a:cubicBezTo>
                <a:cubicBezTo>
                  <a:pt x="1255582" y="52956"/>
                  <a:pt x="1238015" y="79192"/>
                  <a:pt x="1238015" y="104763"/>
                </a:cubicBezTo>
                <a:cubicBezTo>
                  <a:pt x="1238015" y="131635"/>
                  <a:pt x="1257753" y="155266"/>
                  <a:pt x="1284864" y="155266"/>
                </a:cubicBezTo>
                <a:cubicBezTo>
                  <a:pt x="1296576" y="155266"/>
                  <a:pt x="1308504" y="152231"/>
                  <a:pt x="1320216" y="144205"/>
                </a:cubicBezTo>
                <a:close/>
                <a:moveTo>
                  <a:pt x="1428228" y="105196"/>
                </a:moveTo>
                <a:cubicBezTo>
                  <a:pt x="1428228" y="76157"/>
                  <a:pt x="1406538" y="52956"/>
                  <a:pt x="1380730" y="52956"/>
                </a:cubicBezTo>
                <a:cubicBezTo>
                  <a:pt x="1354052" y="52956"/>
                  <a:pt x="1333014" y="76806"/>
                  <a:pt x="1333014" y="105196"/>
                </a:cubicBezTo>
                <a:cubicBezTo>
                  <a:pt x="1333014" y="133803"/>
                  <a:pt x="1355135" y="155266"/>
                  <a:pt x="1380512" y="155266"/>
                </a:cubicBezTo>
                <a:cubicBezTo>
                  <a:pt x="1406538" y="155266"/>
                  <a:pt x="1428228" y="133369"/>
                  <a:pt x="1428228" y="105196"/>
                </a:cubicBezTo>
                <a:moveTo>
                  <a:pt x="1411310" y="103029"/>
                </a:moveTo>
                <a:cubicBezTo>
                  <a:pt x="1411310" y="128600"/>
                  <a:pt x="1396563" y="141385"/>
                  <a:pt x="1380512" y="141385"/>
                </a:cubicBezTo>
                <a:cubicBezTo>
                  <a:pt x="1365546" y="141385"/>
                  <a:pt x="1349929" y="129252"/>
                  <a:pt x="1349929" y="103029"/>
                </a:cubicBezTo>
                <a:cubicBezTo>
                  <a:pt x="1349929" y="76806"/>
                  <a:pt x="1366413" y="66188"/>
                  <a:pt x="1380512" y="66188"/>
                </a:cubicBezTo>
                <a:cubicBezTo>
                  <a:pt x="1395696" y="66188"/>
                  <a:pt x="1411310" y="77458"/>
                  <a:pt x="1411310" y="103029"/>
                </a:cubicBezTo>
                <a:close/>
                <a:moveTo>
                  <a:pt x="1505876" y="68763"/>
                </a:moveTo>
                <a:lnTo>
                  <a:pt x="1505876" y="54227"/>
                </a:lnTo>
                <a:cubicBezTo>
                  <a:pt x="1486571" y="54445"/>
                  <a:pt x="1474644" y="65076"/>
                  <a:pt x="1467919" y="75055"/>
                </a:cubicBezTo>
                <a:lnTo>
                  <a:pt x="1467919" y="55312"/>
                </a:lnTo>
                <a:lnTo>
                  <a:pt x="1452735" y="55312"/>
                </a:lnTo>
                <a:lnTo>
                  <a:pt x="1452735" y="152936"/>
                </a:lnTo>
                <a:lnTo>
                  <a:pt x="1469005" y="152936"/>
                </a:lnTo>
                <a:lnTo>
                  <a:pt x="1469005" y="106510"/>
                </a:lnTo>
                <a:cubicBezTo>
                  <a:pt x="1469005" y="84818"/>
                  <a:pt x="1484619" y="69197"/>
                  <a:pt x="1505876" y="68763"/>
                </a:cubicBezTo>
                <a:close/>
                <a:moveTo>
                  <a:pt x="1580052" y="68763"/>
                </a:moveTo>
                <a:lnTo>
                  <a:pt x="1580052" y="54227"/>
                </a:lnTo>
                <a:cubicBezTo>
                  <a:pt x="1560748" y="54445"/>
                  <a:pt x="1548821" y="65076"/>
                  <a:pt x="1542096" y="75055"/>
                </a:cubicBezTo>
                <a:lnTo>
                  <a:pt x="1542096" y="55312"/>
                </a:lnTo>
                <a:lnTo>
                  <a:pt x="1526912" y="55312"/>
                </a:lnTo>
                <a:lnTo>
                  <a:pt x="1526912" y="152936"/>
                </a:lnTo>
                <a:lnTo>
                  <a:pt x="1543181" y="152936"/>
                </a:lnTo>
                <a:lnTo>
                  <a:pt x="1543181" y="106510"/>
                </a:lnTo>
                <a:cubicBezTo>
                  <a:pt x="1543181" y="84818"/>
                  <a:pt x="1558795" y="69197"/>
                  <a:pt x="1580052" y="68763"/>
                </a:cubicBezTo>
                <a:close/>
                <a:moveTo>
                  <a:pt x="1673097" y="105488"/>
                </a:moveTo>
                <a:cubicBezTo>
                  <a:pt x="1673097" y="98114"/>
                  <a:pt x="1672882" y="81830"/>
                  <a:pt x="1664422" y="68796"/>
                </a:cubicBezTo>
                <a:cubicBezTo>
                  <a:pt x="1655530" y="55342"/>
                  <a:pt x="1642298" y="52956"/>
                  <a:pt x="1634491" y="52956"/>
                </a:cubicBezTo>
                <a:cubicBezTo>
                  <a:pt x="1610418" y="52956"/>
                  <a:pt x="1590895" y="75965"/>
                  <a:pt x="1590895" y="103972"/>
                </a:cubicBezTo>
                <a:cubicBezTo>
                  <a:pt x="1590895" y="132522"/>
                  <a:pt x="1611719" y="155266"/>
                  <a:pt x="1637745" y="155266"/>
                </a:cubicBezTo>
                <a:cubicBezTo>
                  <a:pt x="1651409" y="155266"/>
                  <a:pt x="1663770" y="150063"/>
                  <a:pt x="1672230" y="143990"/>
                </a:cubicBezTo>
                <a:lnTo>
                  <a:pt x="1670929" y="129927"/>
                </a:lnTo>
                <a:cubicBezTo>
                  <a:pt x="1657264" y="141170"/>
                  <a:pt x="1642950" y="142037"/>
                  <a:pt x="1637963" y="142037"/>
                </a:cubicBezTo>
                <a:cubicBezTo>
                  <a:pt x="1620611" y="142037"/>
                  <a:pt x="1606728" y="126683"/>
                  <a:pt x="1606079" y="105488"/>
                </a:cubicBezTo>
                <a:lnTo>
                  <a:pt x="1673097" y="105488"/>
                </a:lnTo>
                <a:moveTo>
                  <a:pt x="1660736" y="93559"/>
                </a:moveTo>
                <a:lnTo>
                  <a:pt x="1607162" y="93559"/>
                </a:lnTo>
                <a:cubicBezTo>
                  <a:pt x="1610633" y="77051"/>
                  <a:pt x="1622127" y="66188"/>
                  <a:pt x="1634491" y="66188"/>
                </a:cubicBezTo>
                <a:cubicBezTo>
                  <a:pt x="1645770" y="66188"/>
                  <a:pt x="1657916" y="73575"/>
                  <a:pt x="1660736" y="93559"/>
                </a:cubicBezTo>
                <a:close/>
                <a:moveTo>
                  <a:pt x="1769615" y="144205"/>
                </a:moveTo>
                <a:lnTo>
                  <a:pt x="1768314" y="129685"/>
                </a:lnTo>
                <a:cubicBezTo>
                  <a:pt x="1757251" y="138353"/>
                  <a:pt x="1745538" y="141385"/>
                  <a:pt x="1734478" y="141385"/>
                </a:cubicBezTo>
                <a:cubicBezTo>
                  <a:pt x="1716478" y="141385"/>
                  <a:pt x="1704332" y="125783"/>
                  <a:pt x="1704332" y="104548"/>
                </a:cubicBezTo>
                <a:cubicBezTo>
                  <a:pt x="1704332" y="87642"/>
                  <a:pt x="1712354" y="66840"/>
                  <a:pt x="1735345" y="66840"/>
                </a:cubicBezTo>
                <a:cubicBezTo>
                  <a:pt x="1746624" y="66840"/>
                  <a:pt x="1753997" y="68574"/>
                  <a:pt x="1765928" y="76375"/>
                </a:cubicBezTo>
                <a:lnTo>
                  <a:pt x="1768529" y="62286"/>
                </a:lnTo>
                <a:cubicBezTo>
                  <a:pt x="1755735" y="54908"/>
                  <a:pt x="1748358" y="52956"/>
                  <a:pt x="1735130" y="52956"/>
                </a:cubicBezTo>
                <a:cubicBezTo>
                  <a:pt x="1704980" y="52956"/>
                  <a:pt x="1687414" y="79192"/>
                  <a:pt x="1687414" y="104763"/>
                </a:cubicBezTo>
                <a:cubicBezTo>
                  <a:pt x="1687414" y="131635"/>
                  <a:pt x="1707151" y="155266"/>
                  <a:pt x="1734263" y="155266"/>
                </a:cubicBezTo>
                <a:cubicBezTo>
                  <a:pt x="1745975" y="155266"/>
                  <a:pt x="1757903" y="152231"/>
                  <a:pt x="1769615" y="144205"/>
                </a:cubicBezTo>
                <a:close/>
                <a:moveTo>
                  <a:pt x="1847911" y="147025"/>
                </a:moveTo>
                <a:lnTo>
                  <a:pt x="1844442" y="134226"/>
                </a:lnTo>
                <a:cubicBezTo>
                  <a:pt x="1838803" y="138784"/>
                  <a:pt x="1831863" y="141385"/>
                  <a:pt x="1824923" y="141385"/>
                </a:cubicBezTo>
                <a:cubicBezTo>
                  <a:pt x="1816897" y="141385"/>
                  <a:pt x="1813859" y="134878"/>
                  <a:pt x="1813859" y="123377"/>
                </a:cubicBezTo>
                <a:lnTo>
                  <a:pt x="1813859" y="69140"/>
                </a:lnTo>
                <a:lnTo>
                  <a:pt x="1844442" y="69140"/>
                </a:lnTo>
                <a:lnTo>
                  <a:pt x="1844442" y="56557"/>
                </a:lnTo>
                <a:lnTo>
                  <a:pt x="1813859" y="56557"/>
                </a:lnTo>
                <a:lnTo>
                  <a:pt x="1813859" y="29020"/>
                </a:lnTo>
                <a:lnTo>
                  <a:pt x="1798894" y="29020"/>
                </a:lnTo>
                <a:lnTo>
                  <a:pt x="1798894" y="56557"/>
                </a:lnTo>
                <a:lnTo>
                  <a:pt x="1780026" y="56557"/>
                </a:lnTo>
                <a:lnTo>
                  <a:pt x="1780026" y="69140"/>
                </a:lnTo>
                <a:lnTo>
                  <a:pt x="1798245" y="69140"/>
                </a:lnTo>
                <a:lnTo>
                  <a:pt x="1798245" y="127067"/>
                </a:lnTo>
                <a:cubicBezTo>
                  <a:pt x="1798245" y="140084"/>
                  <a:pt x="1801280" y="155266"/>
                  <a:pt x="1816245" y="155266"/>
                </a:cubicBezTo>
                <a:cubicBezTo>
                  <a:pt x="1831429" y="155266"/>
                  <a:pt x="1842490" y="149845"/>
                  <a:pt x="1847911" y="147025"/>
                </a:cubicBezTo>
                <a:close/>
                <a:moveTo>
                  <a:pt x="2015136" y="152883"/>
                </a:moveTo>
                <a:lnTo>
                  <a:pt x="2015136" y="90243"/>
                </a:lnTo>
                <a:cubicBezTo>
                  <a:pt x="2015136" y="68137"/>
                  <a:pt x="1999304" y="52956"/>
                  <a:pt x="1979347" y="52956"/>
                </a:cubicBezTo>
                <a:cubicBezTo>
                  <a:pt x="1965249" y="52956"/>
                  <a:pt x="1955489" y="56428"/>
                  <a:pt x="1945296" y="62286"/>
                </a:cubicBezTo>
                <a:lnTo>
                  <a:pt x="1946597" y="76590"/>
                </a:lnTo>
                <a:cubicBezTo>
                  <a:pt x="1957875" y="68571"/>
                  <a:pt x="1968721" y="65754"/>
                  <a:pt x="1979347" y="65754"/>
                </a:cubicBezTo>
                <a:cubicBezTo>
                  <a:pt x="1989544" y="65754"/>
                  <a:pt x="1998218" y="74423"/>
                  <a:pt x="1998218" y="90462"/>
                </a:cubicBezTo>
                <a:lnTo>
                  <a:pt x="1998218" y="99782"/>
                </a:lnTo>
                <a:cubicBezTo>
                  <a:pt x="1965686" y="100215"/>
                  <a:pt x="1938137" y="109324"/>
                  <a:pt x="1938137" y="128388"/>
                </a:cubicBezTo>
                <a:cubicBezTo>
                  <a:pt x="1938137" y="137705"/>
                  <a:pt x="1943995" y="155266"/>
                  <a:pt x="1962866" y="155266"/>
                </a:cubicBezTo>
                <a:cubicBezTo>
                  <a:pt x="1965901" y="155266"/>
                  <a:pt x="1986287" y="154833"/>
                  <a:pt x="1998870" y="145072"/>
                </a:cubicBezTo>
                <a:lnTo>
                  <a:pt x="1998870" y="152883"/>
                </a:lnTo>
                <a:lnTo>
                  <a:pt x="2015136" y="152883"/>
                </a:lnTo>
                <a:moveTo>
                  <a:pt x="1998218" y="124274"/>
                </a:moveTo>
                <a:cubicBezTo>
                  <a:pt x="1998218" y="128388"/>
                  <a:pt x="1998218" y="133806"/>
                  <a:pt x="1990844" y="137920"/>
                </a:cubicBezTo>
                <a:cubicBezTo>
                  <a:pt x="1984553" y="141819"/>
                  <a:pt x="1976312" y="142037"/>
                  <a:pt x="1973926" y="142037"/>
                </a:cubicBezTo>
                <a:cubicBezTo>
                  <a:pt x="1963515" y="142037"/>
                  <a:pt x="1953755" y="137053"/>
                  <a:pt x="1953755" y="127958"/>
                </a:cubicBezTo>
                <a:cubicBezTo>
                  <a:pt x="1953755" y="112792"/>
                  <a:pt x="1988892" y="111276"/>
                  <a:pt x="1998218" y="110843"/>
                </a:cubicBezTo>
                <a:lnTo>
                  <a:pt x="1998218" y="124274"/>
                </a:lnTo>
                <a:close/>
                <a:moveTo>
                  <a:pt x="2125100" y="152936"/>
                </a:moveTo>
                <a:lnTo>
                  <a:pt x="2125100" y="88287"/>
                </a:lnTo>
                <a:cubicBezTo>
                  <a:pt x="2125100" y="73969"/>
                  <a:pt x="2121847" y="54227"/>
                  <a:pt x="2095384" y="54227"/>
                </a:cubicBezTo>
                <a:cubicBezTo>
                  <a:pt x="2075865" y="54227"/>
                  <a:pt x="2065238" y="68978"/>
                  <a:pt x="2063937" y="70712"/>
                </a:cubicBezTo>
                <a:lnTo>
                  <a:pt x="2063937" y="55312"/>
                </a:lnTo>
                <a:lnTo>
                  <a:pt x="2048320" y="55312"/>
                </a:lnTo>
                <a:lnTo>
                  <a:pt x="2048320" y="152936"/>
                </a:lnTo>
                <a:lnTo>
                  <a:pt x="2065238" y="152936"/>
                </a:lnTo>
                <a:lnTo>
                  <a:pt x="2065238" y="99785"/>
                </a:lnTo>
                <a:cubicBezTo>
                  <a:pt x="2065238" y="85467"/>
                  <a:pt x="2070659" y="67459"/>
                  <a:pt x="2087144" y="67459"/>
                </a:cubicBezTo>
                <a:cubicBezTo>
                  <a:pt x="2107964" y="67459"/>
                  <a:pt x="2108182" y="82862"/>
                  <a:pt x="2108182" y="89806"/>
                </a:cubicBezTo>
                <a:lnTo>
                  <a:pt x="2108182" y="152936"/>
                </a:lnTo>
                <a:lnTo>
                  <a:pt x="2125100" y="152936"/>
                </a:lnTo>
                <a:close/>
                <a:moveTo>
                  <a:pt x="2237015" y="152966"/>
                </a:moveTo>
                <a:lnTo>
                  <a:pt x="2237015" y="2330"/>
                </a:lnTo>
                <a:lnTo>
                  <a:pt x="2220748" y="2330"/>
                </a:lnTo>
                <a:lnTo>
                  <a:pt x="2220748" y="66205"/>
                </a:lnTo>
                <a:cubicBezTo>
                  <a:pt x="2209255" y="56613"/>
                  <a:pt x="2197109" y="54227"/>
                  <a:pt x="2189083" y="54227"/>
                </a:cubicBezTo>
                <a:cubicBezTo>
                  <a:pt x="2167611" y="54227"/>
                  <a:pt x="2150693" y="76786"/>
                  <a:pt x="2150693" y="104760"/>
                </a:cubicBezTo>
                <a:cubicBezTo>
                  <a:pt x="2150693" y="133174"/>
                  <a:pt x="2167393" y="155266"/>
                  <a:pt x="2187998" y="155266"/>
                </a:cubicBezTo>
                <a:cubicBezTo>
                  <a:pt x="2195156" y="155266"/>
                  <a:pt x="2207951" y="153317"/>
                  <a:pt x="2220096" y="141604"/>
                </a:cubicBezTo>
                <a:lnTo>
                  <a:pt x="2220096" y="152883"/>
                </a:lnTo>
                <a:lnTo>
                  <a:pt x="2237015" y="152966"/>
                </a:lnTo>
                <a:moveTo>
                  <a:pt x="2220096" y="122761"/>
                </a:moveTo>
                <a:cubicBezTo>
                  <a:pt x="2220096" y="125796"/>
                  <a:pt x="2219881" y="129702"/>
                  <a:pt x="2212941" y="135990"/>
                </a:cubicBezTo>
                <a:cubicBezTo>
                  <a:pt x="2207951" y="140309"/>
                  <a:pt x="2202530" y="142037"/>
                  <a:pt x="2196890" y="142037"/>
                </a:cubicBezTo>
                <a:cubicBezTo>
                  <a:pt x="2183444" y="142037"/>
                  <a:pt x="2167611" y="131870"/>
                  <a:pt x="2167611" y="104978"/>
                </a:cubicBezTo>
                <a:cubicBezTo>
                  <a:pt x="2167611" y="76352"/>
                  <a:pt x="2186263" y="67459"/>
                  <a:pt x="2199058" y="67459"/>
                </a:cubicBezTo>
                <a:cubicBezTo>
                  <a:pt x="2208818" y="67505"/>
                  <a:pt x="2215327" y="72493"/>
                  <a:pt x="2220096" y="79434"/>
                </a:cubicBezTo>
                <a:lnTo>
                  <a:pt x="2220096" y="122761"/>
                </a:lnTo>
                <a:close/>
                <a:moveTo>
                  <a:pt x="2417033" y="105488"/>
                </a:moveTo>
                <a:cubicBezTo>
                  <a:pt x="2417033" y="98114"/>
                  <a:pt x="2416818" y="81830"/>
                  <a:pt x="2408359" y="68796"/>
                </a:cubicBezTo>
                <a:cubicBezTo>
                  <a:pt x="2399467" y="55342"/>
                  <a:pt x="2386235" y="52956"/>
                  <a:pt x="2378428" y="52956"/>
                </a:cubicBezTo>
                <a:cubicBezTo>
                  <a:pt x="2354355" y="52956"/>
                  <a:pt x="2334832" y="75965"/>
                  <a:pt x="2334832" y="103972"/>
                </a:cubicBezTo>
                <a:cubicBezTo>
                  <a:pt x="2334832" y="132522"/>
                  <a:pt x="2355655" y="155266"/>
                  <a:pt x="2381681" y="155266"/>
                </a:cubicBezTo>
                <a:cubicBezTo>
                  <a:pt x="2395346" y="155266"/>
                  <a:pt x="2407707" y="150063"/>
                  <a:pt x="2416166" y="143990"/>
                </a:cubicBezTo>
                <a:lnTo>
                  <a:pt x="2414866" y="129927"/>
                </a:lnTo>
                <a:cubicBezTo>
                  <a:pt x="2401201" y="141170"/>
                  <a:pt x="2386887" y="142037"/>
                  <a:pt x="2381900" y="142037"/>
                </a:cubicBezTo>
                <a:cubicBezTo>
                  <a:pt x="2364548" y="142037"/>
                  <a:pt x="2350665" y="126683"/>
                  <a:pt x="2350016" y="105488"/>
                </a:cubicBezTo>
                <a:lnTo>
                  <a:pt x="2417033" y="105488"/>
                </a:lnTo>
                <a:moveTo>
                  <a:pt x="2404672" y="93559"/>
                </a:moveTo>
                <a:lnTo>
                  <a:pt x="2351098" y="93559"/>
                </a:lnTo>
                <a:cubicBezTo>
                  <a:pt x="2354570" y="77051"/>
                  <a:pt x="2366064" y="66188"/>
                  <a:pt x="2378428" y="66188"/>
                </a:cubicBezTo>
                <a:cubicBezTo>
                  <a:pt x="2389707" y="66188"/>
                  <a:pt x="2401853" y="73575"/>
                  <a:pt x="2404672" y="93559"/>
                </a:cubicBezTo>
                <a:close/>
                <a:moveTo>
                  <a:pt x="2498804" y="16916"/>
                </a:moveTo>
                <a:lnTo>
                  <a:pt x="2498804" y="2386"/>
                </a:lnTo>
                <a:cubicBezTo>
                  <a:pt x="2496200" y="1738"/>
                  <a:pt x="2489475" y="0"/>
                  <a:pt x="2481453" y="0"/>
                </a:cubicBezTo>
                <a:cubicBezTo>
                  <a:pt x="2461063" y="0"/>
                  <a:pt x="2445449" y="15400"/>
                  <a:pt x="2445449" y="37062"/>
                </a:cubicBezTo>
                <a:lnTo>
                  <a:pt x="2445449" y="56557"/>
                </a:lnTo>
                <a:lnTo>
                  <a:pt x="2429397" y="56557"/>
                </a:lnTo>
                <a:lnTo>
                  <a:pt x="2429397" y="69140"/>
                </a:lnTo>
                <a:lnTo>
                  <a:pt x="2445449" y="69140"/>
                </a:lnTo>
                <a:lnTo>
                  <a:pt x="2445449" y="152936"/>
                </a:lnTo>
                <a:lnTo>
                  <a:pt x="2461715" y="152936"/>
                </a:lnTo>
                <a:lnTo>
                  <a:pt x="2461715" y="69140"/>
                </a:lnTo>
                <a:lnTo>
                  <a:pt x="2485573" y="69140"/>
                </a:lnTo>
                <a:lnTo>
                  <a:pt x="2485573" y="56557"/>
                </a:lnTo>
                <a:lnTo>
                  <a:pt x="2461063" y="56557"/>
                </a:lnTo>
                <a:lnTo>
                  <a:pt x="2461063" y="30780"/>
                </a:lnTo>
                <a:cubicBezTo>
                  <a:pt x="2461063" y="14748"/>
                  <a:pt x="2475595" y="13232"/>
                  <a:pt x="2481234" y="13232"/>
                </a:cubicBezTo>
                <a:cubicBezTo>
                  <a:pt x="2485573" y="13232"/>
                  <a:pt x="2491427" y="13666"/>
                  <a:pt x="2498804" y="16916"/>
                </a:cubicBezTo>
                <a:close/>
                <a:moveTo>
                  <a:pt x="2565173" y="16916"/>
                </a:moveTo>
                <a:lnTo>
                  <a:pt x="2565173" y="2386"/>
                </a:lnTo>
                <a:cubicBezTo>
                  <a:pt x="2562568" y="1738"/>
                  <a:pt x="2555844" y="0"/>
                  <a:pt x="2547821" y="0"/>
                </a:cubicBezTo>
                <a:cubicBezTo>
                  <a:pt x="2527432" y="0"/>
                  <a:pt x="2511817" y="15400"/>
                  <a:pt x="2511817" y="37062"/>
                </a:cubicBezTo>
                <a:lnTo>
                  <a:pt x="2511817" y="56557"/>
                </a:lnTo>
                <a:lnTo>
                  <a:pt x="2495766" y="56557"/>
                </a:lnTo>
                <a:lnTo>
                  <a:pt x="2495766" y="69140"/>
                </a:lnTo>
                <a:lnTo>
                  <a:pt x="2511817" y="69140"/>
                </a:lnTo>
                <a:lnTo>
                  <a:pt x="2511817" y="152936"/>
                </a:lnTo>
                <a:lnTo>
                  <a:pt x="2528084" y="152936"/>
                </a:lnTo>
                <a:lnTo>
                  <a:pt x="2528084" y="69140"/>
                </a:lnTo>
                <a:lnTo>
                  <a:pt x="2551942" y="69140"/>
                </a:lnTo>
                <a:lnTo>
                  <a:pt x="2551942" y="56557"/>
                </a:lnTo>
                <a:lnTo>
                  <a:pt x="2527432" y="56557"/>
                </a:lnTo>
                <a:lnTo>
                  <a:pt x="2527432" y="30780"/>
                </a:lnTo>
                <a:cubicBezTo>
                  <a:pt x="2527432" y="14748"/>
                  <a:pt x="2541964" y="13232"/>
                  <a:pt x="2547603" y="13232"/>
                </a:cubicBezTo>
                <a:cubicBezTo>
                  <a:pt x="2551942" y="13232"/>
                  <a:pt x="2557796" y="13666"/>
                  <a:pt x="2565173" y="16916"/>
                </a:cubicBezTo>
                <a:close/>
                <a:moveTo>
                  <a:pt x="2590113" y="152936"/>
                </a:moveTo>
                <a:lnTo>
                  <a:pt x="2590113" y="56557"/>
                </a:lnTo>
                <a:lnTo>
                  <a:pt x="2573847" y="56557"/>
                </a:lnTo>
                <a:lnTo>
                  <a:pt x="2573847" y="152936"/>
                </a:lnTo>
                <a:lnTo>
                  <a:pt x="2590113" y="152936"/>
                </a:lnTo>
                <a:moveTo>
                  <a:pt x="2591848" y="30109"/>
                </a:moveTo>
                <a:lnTo>
                  <a:pt x="2591848" y="10803"/>
                </a:lnTo>
                <a:lnTo>
                  <a:pt x="2572547" y="10803"/>
                </a:lnTo>
                <a:lnTo>
                  <a:pt x="2572547" y="30109"/>
                </a:lnTo>
                <a:lnTo>
                  <a:pt x="2591848" y="30109"/>
                </a:lnTo>
                <a:close/>
                <a:moveTo>
                  <a:pt x="2698126" y="144205"/>
                </a:moveTo>
                <a:lnTo>
                  <a:pt x="2696825" y="129685"/>
                </a:lnTo>
                <a:cubicBezTo>
                  <a:pt x="2685762" y="138353"/>
                  <a:pt x="2674049" y="141385"/>
                  <a:pt x="2662989" y="141385"/>
                </a:cubicBezTo>
                <a:cubicBezTo>
                  <a:pt x="2644989" y="141385"/>
                  <a:pt x="2632843" y="125783"/>
                  <a:pt x="2632843" y="104548"/>
                </a:cubicBezTo>
                <a:cubicBezTo>
                  <a:pt x="2632843" y="87642"/>
                  <a:pt x="2640865" y="66840"/>
                  <a:pt x="2663856" y="66840"/>
                </a:cubicBezTo>
                <a:cubicBezTo>
                  <a:pt x="2675135" y="66840"/>
                  <a:pt x="2682508" y="68574"/>
                  <a:pt x="2694439" y="76375"/>
                </a:cubicBezTo>
                <a:lnTo>
                  <a:pt x="2697040" y="62286"/>
                </a:lnTo>
                <a:cubicBezTo>
                  <a:pt x="2684246" y="54908"/>
                  <a:pt x="2676869" y="52956"/>
                  <a:pt x="2663641" y="52956"/>
                </a:cubicBezTo>
                <a:cubicBezTo>
                  <a:pt x="2633491" y="52956"/>
                  <a:pt x="2615925" y="79192"/>
                  <a:pt x="2615925" y="104763"/>
                </a:cubicBezTo>
                <a:cubicBezTo>
                  <a:pt x="2615925" y="131635"/>
                  <a:pt x="2635662" y="155266"/>
                  <a:pt x="2662774" y="155266"/>
                </a:cubicBezTo>
                <a:cubicBezTo>
                  <a:pt x="2674486" y="155266"/>
                  <a:pt x="2686414" y="152231"/>
                  <a:pt x="2698126" y="144205"/>
                </a:cubicBezTo>
                <a:close/>
                <a:moveTo>
                  <a:pt x="2738250" y="152936"/>
                </a:moveTo>
                <a:lnTo>
                  <a:pt x="2738250" y="56557"/>
                </a:lnTo>
                <a:lnTo>
                  <a:pt x="2721984" y="56557"/>
                </a:lnTo>
                <a:lnTo>
                  <a:pt x="2721984" y="152936"/>
                </a:lnTo>
                <a:lnTo>
                  <a:pt x="2738250" y="152936"/>
                </a:lnTo>
                <a:moveTo>
                  <a:pt x="2739984" y="30109"/>
                </a:moveTo>
                <a:lnTo>
                  <a:pt x="2739984" y="10803"/>
                </a:lnTo>
                <a:lnTo>
                  <a:pt x="2720683" y="10803"/>
                </a:lnTo>
                <a:lnTo>
                  <a:pt x="2720683" y="30109"/>
                </a:lnTo>
                <a:lnTo>
                  <a:pt x="2739984" y="30109"/>
                </a:lnTo>
                <a:close/>
                <a:moveTo>
                  <a:pt x="2846044" y="105488"/>
                </a:moveTo>
                <a:cubicBezTo>
                  <a:pt x="2846044" y="98114"/>
                  <a:pt x="2845829" y="81830"/>
                  <a:pt x="2837370" y="68796"/>
                </a:cubicBezTo>
                <a:cubicBezTo>
                  <a:pt x="2828477" y="55342"/>
                  <a:pt x="2815246" y="52956"/>
                  <a:pt x="2807439" y="52956"/>
                </a:cubicBezTo>
                <a:cubicBezTo>
                  <a:pt x="2783365" y="52956"/>
                  <a:pt x="2763843" y="75965"/>
                  <a:pt x="2763843" y="103972"/>
                </a:cubicBezTo>
                <a:cubicBezTo>
                  <a:pt x="2763843" y="132522"/>
                  <a:pt x="2784666" y="155266"/>
                  <a:pt x="2810692" y="155266"/>
                </a:cubicBezTo>
                <a:cubicBezTo>
                  <a:pt x="2824357" y="155266"/>
                  <a:pt x="2836718" y="150063"/>
                  <a:pt x="2845177" y="143990"/>
                </a:cubicBezTo>
                <a:lnTo>
                  <a:pt x="2843876" y="129927"/>
                </a:lnTo>
                <a:cubicBezTo>
                  <a:pt x="2830211" y="141170"/>
                  <a:pt x="2815898" y="142037"/>
                  <a:pt x="2810910" y="142037"/>
                </a:cubicBezTo>
                <a:cubicBezTo>
                  <a:pt x="2793559" y="142037"/>
                  <a:pt x="2779675" y="126683"/>
                  <a:pt x="2779027" y="105488"/>
                </a:cubicBezTo>
                <a:lnTo>
                  <a:pt x="2846044" y="105488"/>
                </a:lnTo>
                <a:moveTo>
                  <a:pt x="2833683" y="93559"/>
                </a:moveTo>
                <a:lnTo>
                  <a:pt x="2780109" y="93559"/>
                </a:lnTo>
                <a:cubicBezTo>
                  <a:pt x="2783580" y="77051"/>
                  <a:pt x="2795074" y="66188"/>
                  <a:pt x="2807439" y="66188"/>
                </a:cubicBezTo>
                <a:cubicBezTo>
                  <a:pt x="2818717" y="66188"/>
                  <a:pt x="2830863" y="73575"/>
                  <a:pt x="2833683" y="93559"/>
                </a:cubicBezTo>
                <a:close/>
                <a:moveTo>
                  <a:pt x="2946901" y="152936"/>
                </a:moveTo>
                <a:lnTo>
                  <a:pt x="2946901" y="88287"/>
                </a:lnTo>
                <a:cubicBezTo>
                  <a:pt x="2946901" y="73969"/>
                  <a:pt x="2943648" y="54227"/>
                  <a:pt x="2917185" y="54227"/>
                </a:cubicBezTo>
                <a:cubicBezTo>
                  <a:pt x="2897665" y="54227"/>
                  <a:pt x="2887039" y="68978"/>
                  <a:pt x="2885738" y="70712"/>
                </a:cubicBezTo>
                <a:lnTo>
                  <a:pt x="2885738" y="55312"/>
                </a:lnTo>
                <a:lnTo>
                  <a:pt x="2870121" y="55312"/>
                </a:lnTo>
                <a:lnTo>
                  <a:pt x="2870121" y="152936"/>
                </a:lnTo>
                <a:lnTo>
                  <a:pt x="2887039" y="152936"/>
                </a:lnTo>
                <a:lnTo>
                  <a:pt x="2887039" y="99785"/>
                </a:lnTo>
                <a:cubicBezTo>
                  <a:pt x="2887039" y="85467"/>
                  <a:pt x="2892460" y="67459"/>
                  <a:pt x="2908944" y="67459"/>
                </a:cubicBezTo>
                <a:cubicBezTo>
                  <a:pt x="2929764" y="67459"/>
                  <a:pt x="2929983" y="82862"/>
                  <a:pt x="2929983" y="89806"/>
                </a:cubicBezTo>
                <a:lnTo>
                  <a:pt x="2929983" y="152936"/>
                </a:lnTo>
                <a:lnTo>
                  <a:pt x="2946901" y="152936"/>
                </a:lnTo>
                <a:close/>
                <a:moveTo>
                  <a:pt x="3036691" y="147025"/>
                </a:moveTo>
                <a:lnTo>
                  <a:pt x="3033223" y="134226"/>
                </a:lnTo>
                <a:cubicBezTo>
                  <a:pt x="3027584" y="138784"/>
                  <a:pt x="3020644" y="141385"/>
                  <a:pt x="3013704" y="141385"/>
                </a:cubicBezTo>
                <a:cubicBezTo>
                  <a:pt x="3005678" y="141385"/>
                  <a:pt x="3002640" y="134878"/>
                  <a:pt x="3002640" y="123377"/>
                </a:cubicBezTo>
                <a:lnTo>
                  <a:pt x="3002640" y="69140"/>
                </a:lnTo>
                <a:lnTo>
                  <a:pt x="3033223" y="69140"/>
                </a:lnTo>
                <a:lnTo>
                  <a:pt x="3033223" y="56557"/>
                </a:lnTo>
                <a:lnTo>
                  <a:pt x="3002640" y="56557"/>
                </a:lnTo>
                <a:lnTo>
                  <a:pt x="3002640" y="29020"/>
                </a:lnTo>
                <a:lnTo>
                  <a:pt x="2987674" y="29020"/>
                </a:lnTo>
                <a:lnTo>
                  <a:pt x="2987674" y="56557"/>
                </a:lnTo>
                <a:lnTo>
                  <a:pt x="2968807" y="56557"/>
                </a:lnTo>
                <a:lnTo>
                  <a:pt x="2968807" y="69140"/>
                </a:lnTo>
                <a:lnTo>
                  <a:pt x="2987026" y="69140"/>
                </a:lnTo>
                <a:lnTo>
                  <a:pt x="2987026" y="127067"/>
                </a:lnTo>
                <a:cubicBezTo>
                  <a:pt x="2987026" y="140084"/>
                  <a:pt x="2990061" y="155266"/>
                  <a:pt x="3005026" y="155266"/>
                </a:cubicBezTo>
                <a:cubicBezTo>
                  <a:pt x="3020210" y="155266"/>
                  <a:pt x="3031270" y="149845"/>
                  <a:pt x="3036691" y="147025"/>
                </a:cubicBezTo>
                <a:close/>
                <a:moveTo>
                  <a:pt x="3076817" y="152936"/>
                </a:moveTo>
                <a:lnTo>
                  <a:pt x="3076817" y="2330"/>
                </a:lnTo>
                <a:lnTo>
                  <a:pt x="3060551" y="2330"/>
                </a:lnTo>
                <a:lnTo>
                  <a:pt x="3060551" y="152936"/>
                </a:lnTo>
                <a:lnTo>
                  <a:pt x="3076817" y="152936"/>
                </a:lnTo>
                <a:close/>
                <a:moveTo>
                  <a:pt x="3191554" y="56557"/>
                </a:moveTo>
                <a:lnTo>
                  <a:pt x="3175285" y="56557"/>
                </a:lnTo>
                <a:cubicBezTo>
                  <a:pt x="3147091" y="125594"/>
                  <a:pt x="3146658" y="135580"/>
                  <a:pt x="3146439" y="140574"/>
                </a:cubicBezTo>
                <a:lnTo>
                  <a:pt x="3146224" y="140574"/>
                </a:lnTo>
                <a:cubicBezTo>
                  <a:pt x="3144920" y="126028"/>
                  <a:pt x="3127569" y="85649"/>
                  <a:pt x="3126702" y="83696"/>
                </a:cubicBezTo>
                <a:lnTo>
                  <a:pt x="3114989" y="56557"/>
                </a:lnTo>
                <a:lnTo>
                  <a:pt x="3097856" y="56557"/>
                </a:lnTo>
                <a:lnTo>
                  <a:pt x="3139933" y="152936"/>
                </a:lnTo>
                <a:lnTo>
                  <a:pt x="3132126" y="172470"/>
                </a:lnTo>
                <a:cubicBezTo>
                  <a:pt x="3126486" y="185057"/>
                  <a:pt x="3122800" y="185057"/>
                  <a:pt x="3119762" y="185057"/>
                </a:cubicBezTo>
                <a:cubicBezTo>
                  <a:pt x="3116293" y="185057"/>
                  <a:pt x="3109350" y="184190"/>
                  <a:pt x="3102843" y="181585"/>
                </a:cubicBezTo>
                <a:lnTo>
                  <a:pt x="3104147" y="195685"/>
                </a:lnTo>
                <a:cubicBezTo>
                  <a:pt x="3108916" y="196770"/>
                  <a:pt x="3114989" y="197419"/>
                  <a:pt x="3119762" y="197419"/>
                </a:cubicBezTo>
                <a:cubicBezTo>
                  <a:pt x="3127353" y="197366"/>
                  <a:pt x="3135379" y="194761"/>
                  <a:pt x="3144272" y="172636"/>
                </a:cubicBezTo>
                <a:lnTo>
                  <a:pt x="3191554" y="56557"/>
                </a:lnTo>
                <a:close/>
                <a:moveTo>
                  <a:pt x="3361380" y="152936"/>
                </a:moveTo>
                <a:lnTo>
                  <a:pt x="3361380" y="88287"/>
                </a:lnTo>
                <a:cubicBezTo>
                  <a:pt x="3361380" y="73969"/>
                  <a:pt x="3358127" y="54227"/>
                  <a:pt x="3331664" y="54227"/>
                </a:cubicBezTo>
                <a:cubicBezTo>
                  <a:pt x="3318217" y="54227"/>
                  <a:pt x="3307806" y="60952"/>
                  <a:pt x="3300866" y="69845"/>
                </a:cubicBezTo>
                <a:lnTo>
                  <a:pt x="3300866" y="2330"/>
                </a:lnTo>
                <a:lnTo>
                  <a:pt x="3284599" y="2330"/>
                </a:lnTo>
                <a:lnTo>
                  <a:pt x="3284599" y="152936"/>
                </a:lnTo>
                <a:lnTo>
                  <a:pt x="3301518" y="152936"/>
                </a:lnTo>
                <a:lnTo>
                  <a:pt x="3301518" y="99785"/>
                </a:lnTo>
                <a:cubicBezTo>
                  <a:pt x="3301518" y="85467"/>
                  <a:pt x="3306939" y="67459"/>
                  <a:pt x="3323423" y="67459"/>
                </a:cubicBezTo>
                <a:cubicBezTo>
                  <a:pt x="3344243" y="67459"/>
                  <a:pt x="3344462" y="82862"/>
                  <a:pt x="3344462" y="89806"/>
                </a:cubicBezTo>
                <a:lnTo>
                  <a:pt x="3344462" y="152936"/>
                </a:lnTo>
                <a:lnTo>
                  <a:pt x="3361380" y="152936"/>
                </a:lnTo>
                <a:close/>
                <a:moveTo>
                  <a:pt x="3467873" y="152883"/>
                </a:moveTo>
                <a:lnTo>
                  <a:pt x="3467873" y="90243"/>
                </a:lnTo>
                <a:cubicBezTo>
                  <a:pt x="3467873" y="68137"/>
                  <a:pt x="3452040" y="52956"/>
                  <a:pt x="3432084" y="52956"/>
                </a:cubicBezTo>
                <a:cubicBezTo>
                  <a:pt x="3417986" y="52956"/>
                  <a:pt x="3408226" y="56428"/>
                  <a:pt x="3398033" y="62286"/>
                </a:cubicBezTo>
                <a:lnTo>
                  <a:pt x="3399333" y="76590"/>
                </a:lnTo>
                <a:cubicBezTo>
                  <a:pt x="3410612" y="68571"/>
                  <a:pt x="3421457" y="65754"/>
                  <a:pt x="3432084" y="65754"/>
                </a:cubicBezTo>
                <a:cubicBezTo>
                  <a:pt x="3442281" y="65754"/>
                  <a:pt x="3450955" y="74423"/>
                  <a:pt x="3450955" y="90462"/>
                </a:cubicBezTo>
                <a:lnTo>
                  <a:pt x="3450955" y="99782"/>
                </a:lnTo>
                <a:cubicBezTo>
                  <a:pt x="3418423" y="100215"/>
                  <a:pt x="3390874" y="109324"/>
                  <a:pt x="3390874" y="128388"/>
                </a:cubicBezTo>
                <a:cubicBezTo>
                  <a:pt x="3390874" y="137705"/>
                  <a:pt x="3396732" y="155266"/>
                  <a:pt x="3415603" y="155266"/>
                </a:cubicBezTo>
                <a:cubicBezTo>
                  <a:pt x="3418638" y="155266"/>
                  <a:pt x="3439024" y="154833"/>
                  <a:pt x="3451607" y="145072"/>
                </a:cubicBezTo>
                <a:lnTo>
                  <a:pt x="3451607" y="152883"/>
                </a:lnTo>
                <a:lnTo>
                  <a:pt x="3467873" y="152883"/>
                </a:lnTo>
                <a:moveTo>
                  <a:pt x="3450955" y="124274"/>
                </a:moveTo>
                <a:cubicBezTo>
                  <a:pt x="3450955" y="128388"/>
                  <a:pt x="3450955" y="133806"/>
                  <a:pt x="3443581" y="137920"/>
                </a:cubicBezTo>
                <a:cubicBezTo>
                  <a:pt x="3437290" y="141819"/>
                  <a:pt x="3429049" y="142037"/>
                  <a:pt x="3426663" y="142037"/>
                </a:cubicBezTo>
                <a:cubicBezTo>
                  <a:pt x="3416251" y="142037"/>
                  <a:pt x="3406492" y="137053"/>
                  <a:pt x="3406492" y="127958"/>
                </a:cubicBezTo>
                <a:cubicBezTo>
                  <a:pt x="3406492" y="112792"/>
                  <a:pt x="3441629" y="111276"/>
                  <a:pt x="3450955" y="110843"/>
                </a:cubicBezTo>
                <a:lnTo>
                  <a:pt x="3450955" y="124274"/>
                </a:lnTo>
                <a:close/>
                <a:moveTo>
                  <a:pt x="3577837" y="152936"/>
                </a:moveTo>
                <a:lnTo>
                  <a:pt x="3577837" y="88287"/>
                </a:lnTo>
                <a:cubicBezTo>
                  <a:pt x="3577837" y="73969"/>
                  <a:pt x="3574584" y="54227"/>
                  <a:pt x="3548121" y="54227"/>
                </a:cubicBezTo>
                <a:cubicBezTo>
                  <a:pt x="3528601" y="54227"/>
                  <a:pt x="3517975" y="68978"/>
                  <a:pt x="3516674" y="70712"/>
                </a:cubicBezTo>
                <a:lnTo>
                  <a:pt x="3516674" y="55312"/>
                </a:lnTo>
                <a:lnTo>
                  <a:pt x="3501057" y="55312"/>
                </a:lnTo>
                <a:lnTo>
                  <a:pt x="3501057" y="152936"/>
                </a:lnTo>
                <a:lnTo>
                  <a:pt x="3517975" y="152936"/>
                </a:lnTo>
                <a:lnTo>
                  <a:pt x="3517975" y="99785"/>
                </a:lnTo>
                <a:cubicBezTo>
                  <a:pt x="3517975" y="85467"/>
                  <a:pt x="3523396" y="67459"/>
                  <a:pt x="3539880" y="67459"/>
                </a:cubicBezTo>
                <a:cubicBezTo>
                  <a:pt x="3560700" y="67459"/>
                  <a:pt x="3560919" y="82862"/>
                  <a:pt x="3560919" y="89806"/>
                </a:cubicBezTo>
                <a:lnTo>
                  <a:pt x="3560919" y="152936"/>
                </a:lnTo>
                <a:lnTo>
                  <a:pt x="3577837" y="152936"/>
                </a:lnTo>
                <a:close/>
                <a:moveTo>
                  <a:pt x="3689751" y="152966"/>
                </a:moveTo>
                <a:lnTo>
                  <a:pt x="3689751" y="2330"/>
                </a:lnTo>
                <a:lnTo>
                  <a:pt x="3673485" y="2330"/>
                </a:lnTo>
                <a:lnTo>
                  <a:pt x="3673485" y="66205"/>
                </a:lnTo>
                <a:cubicBezTo>
                  <a:pt x="3661991" y="56613"/>
                  <a:pt x="3649845" y="54227"/>
                  <a:pt x="3641820" y="54227"/>
                </a:cubicBezTo>
                <a:cubicBezTo>
                  <a:pt x="3620348" y="54227"/>
                  <a:pt x="3603430" y="76786"/>
                  <a:pt x="3603430" y="104760"/>
                </a:cubicBezTo>
                <a:cubicBezTo>
                  <a:pt x="3603430" y="133174"/>
                  <a:pt x="3620129" y="155266"/>
                  <a:pt x="3640734" y="155266"/>
                </a:cubicBezTo>
                <a:cubicBezTo>
                  <a:pt x="3647893" y="155266"/>
                  <a:pt x="3660687" y="153317"/>
                  <a:pt x="3672833" y="141604"/>
                </a:cubicBezTo>
                <a:lnTo>
                  <a:pt x="3672833" y="152883"/>
                </a:lnTo>
                <a:lnTo>
                  <a:pt x="3689751" y="152966"/>
                </a:lnTo>
                <a:moveTo>
                  <a:pt x="3672833" y="122761"/>
                </a:moveTo>
                <a:cubicBezTo>
                  <a:pt x="3672833" y="125796"/>
                  <a:pt x="3672618" y="129702"/>
                  <a:pt x="3665678" y="135990"/>
                </a:cubicBezTo>
                <a:cubicBezTo>
                  <a:pt x="3660687" y="140309"/>
                  <a:pt x="3655266" y="142037"/>
                  <a:pt x="3649627" y="142037"/>
                </a:cubicBezTo>
                <a:cubicBezTo>
                  <a:pt x="3636180" y="142037"/>
                  <a:pt x="3620348" y="131870"/>
                  <a:pt x="3620348" y="104978"/>
                </a:cubicBezTo>
                <a:cubicBezTo>
                  <a:pt x="3620348" y="76352"/>
                  <a:pt x="3639000" y="67459"/>
                  <a:pt x="3651795" y="67459"/>
                </a:cubicBezTo>
                <a:cubicBezTo>
                  <a:pt x="3661554" y="67505"/>
                  <a:pt x="3668064" y="72493"/>
                  <a:pt x="3672833" y="79434"/>
                </a:cubicBezTo>
                <a:lnTo>
                  <a:pt x="3672833" y="122761"/>
                </a:lnTo>
                <a:close/>
                <a:moveTo>
                  <a:pt x="3741588" y="152936"/>
                </a:moveTo>
                <a:lnTo>
                  <a:pt x="3741588" y="2330"/>
                </a:lnTo>
                <a:lnTo>
                  <a:pt x="3725322" y="2330"/>
                </a:lnTo>
                <a:lnTo>
                  <a:pt x="3725322" y="152936"/>
                </a:lnTo>
                <a:lnTo>
                  <a:pt x="3741588" y="152936"/>
                </a:lnTo>
                <a:close/>
                <a:moveTo>
                  <a:pt x="3849382" y="105488"/>
                </a:moveTo>
                <a:cubicBezTo>
                  <a:pt x="3849382" y="98114"/>
                  <a:pt x="3849167" y="81830"/>
                  <a:pt x="3840708" y="68796"/>
                </a:cubicBezTo>
                <a:cubicBezTo>
                  <a:pt x="3831815" y="55342"/>
                  <a:pt x="3818584" y="52956"/>
                  <a:pt x="3810777" y="52956"/>
                </a:cubicBezTo>
                <a:cubicBezTo>
                  <a:pt x="3786704" y="52956"/>
                  <a:pt x="3767181" y="75965"/>
                  <a:pt x="3767181" y="103972"/>
                </a:cubicBezTo>
                <a:cubicBezTo>
                  <a:pt x="3767181" y="132522"/>
                  <a:pt x="3788004" y="155266"/>
                  <a:pt x="3814030" y="155266"/>
                </a:cubicBezTo>
                <a:cubicBezTo>
                  <a:pt x="3827695" y="155266"/>
                  <a:pt x="3840056" y="150063"/>
                  <a:pt x="3848515" y="143990"/>
                </a:cubicBezTo>
                <a:lnTo>
                  <a:pt x="3847214" y="129927"/>
                </a:lnTo>
                <a:cubicBezTo>
                  <a:pt x="3833550" y="141170"/>
                  <a:pt x="3819236" y="142037"/>
                  <a:pt x="3814249" y="142037"/>
                </a:cubicBezTo>
                <a:cubicBezTo>
                  <a:pt x="3796897" y="142037"/>
                  <a:pt x="3783014" y="126683"/>
                  <a:pt x="3782365" y="105488"/>
                </a:cubicBezTo>
                <a:lnTo>
                  <a:pt x="3849382" y="105488"/>
                </a:lnTo>
                <a:moveTo>
                  <a:pt x="3837021" y="93559"/>
                </a:moveTo>
                <a:lnTo>
                  <a:pt x="3783447" y="93559"/>
                </a:lnTo>
                <a:cubicBezTo>
                  <a:pt x="3786919" y="77051"/>
                  <a:pt x="3798413" y="66188"/>
                  <a:pt x="3810777" y="66188"/>
                </a:cubicBezTo>
                <a:cubicBezTo>
                  <a:pt x="3822056" y="66188"/>
                  <a:pt x="3834202" y="73575"/>
                  <a:pt x="3837021" y="93559"/>
                </a:cubicBezTo>
                <a:close/>
                <a:moveTo>
                  <a:pt x="3933973" y="125134"/>
                </a:moveTo>
                <a:cubicBezTo>
                  <a:pt x="3933973" y="113213"/>
                  <a:pt x="3925948" y="105845"/>
                  <a:pt x="3925514" y="105196"/>
                </a:cubicBezTo>
                <a:cubicBezTo>
                  <a:pt x="3917055" y="97611"/>
                  <a:pt x="3911197" y="96310"/>
                  <a:pt x="3900352" y="94360"/>
                </a:cubicBezTo>
                <a:cubicBezTo>
                  <a:pt x="3888425" y="91977"/>
                  <a:pt x="3878446" y="89810"/>
                  <a:pt x="3878446" y="79192"/>
                </a:cubicBezTo>
                <a:cubicBezTo>
                  <a:pt x="3878446" y="65754"/>
                  <a:pt x="3894064" y="65754"/>
                  <a:pt x="3896884" y="65754"/>
                </a:cubicBezTo>
                <a:cubicBezTo>
                  <a:pt x="3903824" y="65754"/>
                  <a:pt x="3915318" y="66622"/>
                  <a:pt x="3927682" y="73989"/>
                </a:cubicBezTo>
                <a:lnTo>
                  <a:pt x="3930283" y="59900"/>
                </a:lnTo>
                <a:cubicBezTo>
                  <a:pt x="3919008" y="54693"/>
                  <a:pt x="3910115" y="52956"/>
                  <a:pt x="3899051" y="52956"/>
                </a:cubicBezTo>
                <a:cubicBezTo>
                  <a:pt x="3893630" y="52956"/>
                  <a:pt x="3863047" y="52956"/>
                  <a:pt x="3863047" y="81360"/>
                </a:cubicBezTo>
                <a:cubicBezTo>
                  <a:pt x="3863047" y="91977"/>
                  <a:pt x="3869339" y="98911"/>
                  <a:pt x="3874760" y="103029"/>
                </a:cubicBezTo>
                <a:cubicBezTo>
                  <a:pt x="3881485" y="107798"/>
                  <a:pt x="3886257" y="108662"/>
                  <a:pt x="3898184" y="111048"/>
                </a:cubicBezTo>
                <a:cubicBezTo>
                  <a:pt x="3905991" y="112564"/>
                  <a:pt x="3918571" y="115165"/>
                  <a:pt x="3918571" y="126650"/>
                </a:cubicBezTo>
                <a:cubicBezTo>
                  <a:pt x="3918571" y="141604"/>
                  <a:pt x="3901438" y="141604"/>
                  <a:pt x="3898184" y="141604"/>
                </a:cubicBezTo>
                <a:cubicBezTo>
                  <a:pt x="3880618" y="141604"/>
                  <a:pt x="3868472" y="133584"/>
                  <a:pt x="3864566" y="130983"/>
                </a:cubicBezTo>
                <a:lnTo>
                  <a:pt x="3861965" y="145724"/>
                </a:lnTo>
                <a:cubicBezTo>
                  <a:pt x="3868905" y="149193"/>
                  <a:pt x="3880833" y="155266"/>
                  <a:pt x="3898403" y="155266"/>
                </a:cubicBezTo>
                <a:cubicBezTo>
                  <a:pt x="3902305" y="155266"/>
                  <a:pt x="3914235" y="155266"/>
                  <a:pt x="3923562" y="148326"/>
                </a:cubicBezTo>
                <a:cubicBezTo>
                  <a:pt x="3930283" y="143119"/>
                  <a:pt x="3933973" y="134451"/>
                  <a:pt x="3933973" y="125134"/>
                </a:cubicBezTo>
                <a:close/>
                <a:moveTo>
                  <a:pt x="4083191" y="147025"/>
                </a:moveTo>
                <a:lnTo>
                  <a:pt x="4079723" y="134226"/>
                </a:lnTo>
                <a:cubicBezTo>
                  <a:pt x="4074083" y="138784"/>
                  <a:pt x="4067143" y="141385"/>
                  <a:pt x="4060203" y="141385"/>
                </a:cubicBezTo>
                <a:cubicBezTo>
                  <a:pt x="4052178" y="141385"/>
                  <a:pt x="4049140" y="134878"/>
                  <a:pt x="4049140" y="123377"/>
                </a:cubicBezTo>
                <a:lnTo>
                  <a:pt x="4049140" y="69140"/>
                </a:lnTo>
                <a:lnTo>
                  <a:pt x="4079723" y="69140"/>
                </a:lnTo>
                <a:lnTo>
                  <a:pt x="4079723" y="56557"/>
                </a:lnTo>
                <a:lnTo>
                  <a:pt x="4049140" y="56557"/>
                </a:lnTo>
                <a:lnTo>
                  <a:pt x="4049140" y="29020"/>
                </a:lnTo>
                <a:lnTo>
                  <a:pt x="4034174" y="29020"/>
                </a:lnTo>
                <a:lnTo>
                  <a:pt x="4034174" y="56557"/>
                </a:lnTo>
                <a:lnTo>
                  <a:pt x="4015307" y="56557"/>
                </a:lnTo>
                <a:lnTo>
                  <a:pt x="4015307" y="69140"/>
                </a:lnTo>
                <a:lnTo>
                  <a:pt x="4033525" y="69140"/>
                </a:lnTo>
                <a:lnTo>
                  <a:pt x="4033525" y="127067"/>
                </a:lnTo>
                <a:cubicBezTo>
                  <a:pt x="4033525" y="140084"/>
                  <a:pt x="4036560" y="155266"/>
                  <a:pt x="4051526" y="155266"/>
                </a:cubicBezTo>
                <a:cubicBezTo>
                  <a:pt x="4066710" y="155266"/>
                  <a:pt x="4077770" y="149845"/>
                  <a:pt x="4083191" y="147025"/>
                </a:cubicBezTo>
                <a:close/>
                <a:moveTo>
                  <a:pt x="4183831" y="152936"/>
                </a:moveTo>
                <a:lnTo>
                  <a:pt x="4183831" y="88287"/>
                </a:lnTo>
                <a:cubicBezTo>
                  <a:pt x="4183831" y="73969"/>
                  <a:pt x="4180578" y="54227"/>
                  <a:pt x="4154115" y="54227"/>
                </a:cubicBezTo>
                <a:cubicBezTo>
                  <a:pt x="4140668" y="54227"/>
                  <a:pt x="4130257" y="60952"/>
                  <a:pt x="4123317" y="69845"/>
                </a:cubicBezTo>
                <a:lnTo>
                  <a:pt x="4123317" y="2330"/>
                </a:lnTo>
                <a:lnTo>
                  <a:pt x="4107051" y="2330"/>
                </a:lnTo>
                <a:lnTo>
                  <a:pt x="4107051" y="152936"/>
                </a:lnTo>
                <a:lnTo>
                  <a:pt x="4123969" y="152936"/>
                </a:lnTo>
                <a:lnTo>
                  <a:pt x="4123969" y="99785"/>
                </a:lnTo>
                <a:cubicBezTo>
                  <a:pt x="4123969" y="85467"/>
                  <a:pt x="4129390" y="67459"/>
                  <a:pt x="4145874" y="67459"/>
                </a:cubicBezTo>
                <a:cubicBezTo>
                  <a:pt x="4166694" y="67459"/>
                  <a:pt x="4166913" y="82862"/>
                  <a:pt x="4166913" y="89806"/>
                </a:cubicBezTo>
                <a:lnTo>
                  <a:pt x="4166913" y="152936"/>
                </a:lnTo>
                <a:lnTo>
                  <a:pt x="4183831" y="152936"/>
                </a:lnTo>
                <a:close/>
                <a:moveTo>
                  <a:pt x="4291406" y="105488"/>
                </a:moveTo>
                <a:cubicBezTo>
                  <a:pt x="4291406" y="98114"/>
                  <a:pt x="4291191" y="81830"/>
                  <a:pt x="4282732" y="68796"/>
                </a:cubicBezTo>
                <a:cubicBezTo>
                  <a:pt x="4273839" y="55342"/>
                  <a:pt x="4260608" y="52956"/>
                  <a:pt x="4252801" y="52956"/>
                </a:cubicBezTo>
                <a:cubicBezTo>
                  <a:pt x="4228728" y="52956"/>
                  <a:pt x="4209205" y="75965"/>
                  <a:pt x="4209205" y="103972"/>
                </a:cubicBezTo>
                <a:cubicBezTo>
                  <a:pt x="4209205" y="132522"/>
                  <a:pt x="4230028" y="155266"/>
                  <a:pt x="4256054" y="155266"/>
                </a:cubicBezTo>
                <a:cubicBezTo>
                  <a:pt x="4269719" y="155266"/>
                  <a:pt x="4282080" y="150063"/>
                  <a:pt x="4290539" y="143990"/>
                </a:cubicBezTo>
                <a:lnTo>
                  <a:pt x="4289239" y="129927"/>
                </a:lnTo>
                <a:cubicBezTo>
                  <a:pt x="4275574" y="141170"/>
                  <a:pt x="4261260" y="142037"/>
                  <a:pt x="4256273" y="142037"/>
                </a:cubicBezTo>
                <a:cubicBezTo>
                  <a:pt x="4238921" y="142037"/>
                  <a:pt x="4225038" y="126683"/>
                  <a:pt x="4224389" y="105488"/>
                </a:cubicBezTo>
                <a:lnTo>
                  <a:pt x="4291406" y="105488"/>
                </a:lnTo>
                <a:moveTo>
                  <a:pt x="4279045" y="93559"/>
                </a:moveTo>
                <a:lnTo>
                  <a:pt x="4225471" y="93559"/>
                </a:lnTo>
                <a:cubicBezTo>
                  <a:pt x="4228943" y="77051"/>
                  <a:pt x="4240437" y="66188"/>
                  <a:pt x="4252801" y="66188"/>
                </a:cubicBezTo>
                <a:cubicBezTo>
                  <a:pt x="4264080" y="66188"/>
                  <a:pt x="4276226" y="73575"/>
                  <a:pt x="4279045" y="93559"/>
                </a:cubicBezTo>
                <a:close/>
                <a:moveTo>
                  <a:pt x="4441063" y="68763"/>
                </a:moveTo>
                <a:lnTo>
                  <a:pt x="4441063" y="54227"/>
                </a:lnTo>
                <a:cubicBezTo>
                  <a:pt x="4421759" y="54445"/>
                  <a:pt x="4409831" y="65076"/>
                  <a:pt x="4403106" y="75055"/>
                </a:cubicBezTo>
                <a:lnTo>
                  <a:pt x="4403106" y="55312"/>
                </a:lnTo>
                <a:lnTo>
                  <a:pt x="4387922" y="55312"/>
                </a:lnTo>
                <a:lnTo>
                  <a:pt x="4387922" y="152936"/>
                </a:lnTo>
                <a:lnTo>
                  <a:pt x="4404192" y="152936"/>
                </a:lnTo>
                <a:lnTo>
                  <a:pt x="4404192" y="106510"/>
                </a:lnTo>
                <a:cubicBezTo>
                  <a:pt x="4404192" y="84818"/>
                  <a:pt x="4419806" y="69197"/>
                  <a:pt x="4441063" y="68763"/>
                </a:cubicBezTo>
                <a:close/>
                <a:moveTo>
                  <a:pt x="4534107" y="105488"/>
                </a:moveTo>
                <a:cubicBezTo>
                  <a:pt x="4534107" y="98114"/>
                  <a:pt x="4533892" y="81830"/>
                  <a:pt x="4525433" y="68796"/>
                </a:cubicBezTo>
                <a:cubicBezTo>
                  <a:pt x="4516541" y="55342"/>
                  <a:pt x="4503309" y="52956"/>
                  <a:pt x="4495502" y="52956"/>
                </a:cubicBezTo>
                <a:cubicBezTo>
                  <a:pt x="4471429" y="52956"/>
                  <a:pt x="4451906" y="75965"/>
                  <a:pt x="4451906" y="103972"/>
                </a:cubicBezTo>
                <a:cubicBezTo>
                  <a:pt x="4451906" y="132522"/>
                  <a:pt x="4472730" y="155266"/>
                  <a:pt x="4498755" y="155266"/>
                </a:cubicBezTo>
                <a:cubicBezTo>
                  <a:pt x="4512420" y="155266"/>
                  <a:pt x="4524781" y="150063"/>
                  <a:pt x="4533240" y="143990"/>
                </a:cubicBezTo>
                <a:lnTo>
                  <a:pt x="4531940" y="129927"/>
                </a:lnTo>
                <a:cubicBezTo>
                  <a:pt x="4518275" y="141170"/>
                  <a:pt x="4503961" y="142037"/>
                  <a:pt x="4498974" y="142037"/>
                </a:cubicBezTo>
                <a:cubicBezTo>
                  <a:pt x="4481622" y="142037"/>
                  <a:pt x="4467739" y="126683"/>
                  <a:pt x="4467090" y="105488"/>
                </a:cubicBezTo>
                <a:lnTo>
                  <a:pt x="4534107" y="105488"/>
                </a:lnTo>
                <a:moveTo>
                  <a:pt x="4521746" y="93559"/>
                </a:moveTo>
                <a:lnTo>
                  <a:pt x="4468172" y="93559"/>
                </a:lnTo>
                <a:cubicBezTo>
                  <a:pt x="4471644" y="77051"/>
                  <a:pt x="4483138" y="66188"/>
                  <a:pt x="4495502" y="66188"/>
                </a:cubicBezTo>
                <a:cubicBezTo>
                  <a:pt x="4506781" y="66188"/>
                  <a:pt x="4518927" y="73575"/>
                  <a:pt x="4521746" y="93559"/>
                </a:cubicBezTo>
                <a:close/>
                <a:moveTo>
                  <a:pt x="4634746" y="194877"/>
                </a:moveTo>
                <a:lnTo>
                  <a:pt x="4634746" y="54227"/>
                </a:lnTo>
                <a:lnTo>
                  <a:pt x="4618480" y="54227"/>
                </a:lnTo>
                <a:lnTo>
                  <a:pt x="4618480" y="68978"/>
                </a:lnTo>
                <a:cubicBezTo>
                  <a:pt x="4616312" y="66158"/>
                  <a:pt x="4605682" y="54227"/>
                  <a:pt x="4588767" y="54227"/>
                </a:cubicBezTo>
                <a:cubicBezTo>
                  <a:pt x="4567077" y="54227"/>
                  <a:pt x="4548424" y="75697"/>
                  <a:pt x="4548424" y="104965"/>
                </a:cubicBezTo>
                <a:cubicBezTo>
                  <a:pt x="4548424" y="132498"/>
                  <a:pt x="4564257" y="155266"/>
                  <a:pt x="4585077" y="155266"/>
                </a:cubicBezTo>
                <a:cubicBezTo>
                  <a:pt x="4597223" y="155266"/>
                  <a:pt x="4608720" y="150278"/>
                  <a:pt x="4617828" y="142037"/>
                </a:cubicBezTo>
                <a:lnTo>
                  <a:pt x="4617828" y="194877"/>
                </a:lnTo>
                <a:lnTo>
                  <a:pt x="4634746" y="194877"/>
                </a:lnTo>
                <a:moveTo>
                  <a:pt x="4618480" y="122526"/>
                </a:moveTo>
                <a:cubicBezTo>
                  <a:pt x="4618480" y="126428"/>
                  <a:pt x="4618480" y="126862"/>
                  <a:pt x="4616312" y="129679"/>
                </a:cubicBezTo>
                <a:cubicBezTo>
                  <a:pt x="4610673" y="138350"/>
                  <a:pt x="4602647" y="142037"/>
                  <a:pt x="4594840" y="142037"/>
                </a:cubicBezTo>
                <a:cubicBezTo>
                  <a:pt x="4578355" y="142037"/>
                  <a:pt x="4565343" y="125128"/>
                  <a:pt x="4565343" y="104965"/>
                </a:cubicBezTo>
                <a:cubicBezTo>
                  <a:pt x="4565343" y="82852"/>
                  <a:pt x="4580957" y="68111"/>
                  <a:pt x="4596789" y="68111"/>
                </a:cubicBezTo>
                <a:cubicBezTo>
                  <a:pt x="4611755" y="68111"/>
                  <a:pt x="4618480" y="83505"/>
                  <a:pt x="4618480" y="92176"/>
                </a:cubicBezTo>
                <a:lnTo>
                  <a:pt x="4618480" y="122526"/>
                </a:lnTo>
                <a:close/>
                <a:moveTo>
                  <a:pt x="4747097" y="152883"/>
                </a:moveTo>
                <a:lnTo>
                  <a:pt x="4747097" y="56557"/>
                </a:lnTo>
                <a:lnTo>
                  <a:pt x="4730179" y="56557"/>
                </a:lnTo>
                <a:lnTo>
                  <a:pt x="4730179" y="119475"/>
                </a:lnTo>
                <a:cubicBezTo>
                  <a:pt x="4730179" y="135745"/>
                  <a:pt x="4718033" y="143338"/>
                  <a:pt x="4704153" y="143338"/>
                </a:cubicBezTo>
                <a:cubicBezTo>
                  <a:pt x="4688751" y="143338"/>
                  <a:pt x="4687235" y="137698"/>
                  <a:pt x="4687235" y="128368"/>
                </a:cubicBezTo>
                <a:lnTo>
                  <a:pt x="4687235" y="56557"/>
                </a:lnTo>
                <a:lnTo>
                  <a:pt x="4670317" y="56557"/>
                </a:lnTo>
                <a:lnTo>
                  <a:pt x="4670317" y="129235"/>
                </a:lnTo>
                <a:cubicBezTo>
                  <a:pt x="4670317" y="144857"/>
                  <a:pt x="4675304" y="155266"/>
                  <a:pt x="4693308" y="155266"/>
                </a:cubicBezTo>
                <a:cubicBezTo>
                  <a:pt x="4704802" y="155266"/>
                  <a:pt x="4720201" y="151798"/>
                  <a:pt x="4730831" y="142471"/>
                </a:cubicBezTo>
                <a:lnTo>
                  <a:pt x="4730831" y="152883"/>
                </a:lnTo>
                <a:lnTo>
                  <a:pt x="4747097" y="152883"/>
                </a:lnTo>
                <a:close/>
                <a:moveTo>
                  <a:pt x="4798715" y="152936"/>
                </a:moveTo>
                <a:lnTo>
                  <a:pt x="4798715" y="56557"/>
                </a:lnTo>
                <a:lnTo>
                  <a:pt x="4782449" y="56557"/>
                </a:lnTo>
                <a:lnTo>
                  <a:pt x="4782449" y="152936"/>
                </a:lnTo>
                <a:lnTo>
                  <a:pt x="4798715" y="152936"/>
                </a:lnTo>
                <a:moveTo>
                  <a:pt x="4800450" y="30109"/>
                </a:moveTo>
                <a:lnTo>
                  <a:pt x="4800450" y="10803"/>
                </a:lnTo>
                <a:lnTo>
                  <a:pt x="4781149" y="10803"/>
                </a:lnTo>
                <a:lnTo>
                  <a:pt x="4781149" y="30109"/>
                </a:lnTo>
                <a:lnTo>
                  <a:pt x="4800450" y="30109"/>
                </a:lnTo>
                <a:close/>
                <a:moveTo>
                  <a:pt x="4887642" y="68763"/>
                </a:moveTo>
                <a:lnTo>
                  <a:pt x="4887642" y="54227"/>
                </a:lnTo>
                <a:cubicBezTo>
                  <a:pt x="4868338" y="54445"/>
                  <a:pt x="4856410" y="65076"/>
                  <a:pt x="4849685" y="75055"/>
                </a:cubicBezTo>
                <a:lnTo>
                  <a:pt x="4849685" y="55312"/>
                </a:lnTo>
                <a:lnTo>
                  <a:pt x="4834501" y="55312"/>
                </a:lnTo>
                <a:lnTo>
                  <a:pt x="4834501" y="152936"/>
                </a:lnTo>
                <a:lnTo>
                  <a:pt x="4850771" y="152936"/>
                </a:lnTo>
                <a:lnTo>
                  <a:pt x="4850771" y="106510"/>
                </a:lnTo>
                <a:cubicBezTo>
                  <a:pt x="4850771" y="84818"/>
                  <a:pt x="4866385" y="69197"/>
                  <a:pt x="4887642" y="68763"/>
                </a:cubicBezTo>
                <a:close/>
                <a:moveTo>
                  <a:pt x="4980686" y="105488"/>
                </a:moveTo>
                <a:cubicBezTo>
                  <a:pt x="4980686" y="98114"/>
                  <a:pt x="4980471" y="81830"/>
                  <a:pt x="4972012" y="68796"/>
                </a:cubicBezTo>
                <a:cubicBezTo>
                  <a:pt x="4963120" y="55342"/>
                  <a:pt x="4949888" y="52956"/>
                  <a:pt x="4942081" y="52956"/>
                </a:cubicBezTo>
                <a:cubicBezTo>
                  <a:pt x="4918008" y="52956"/>
                  <a:pt x="4898485" y="75965"/>
                  <a:pt x="4898485" y="103972"/>
                </a:cubicBezTo>
                <a:cubicBezTo>
                  <a:pt x="4898485" y="132522"/>
                  <a:pt x="4919309" y="155266"/>
                  <a:pt x="4945334" y="155266"/>
                </a:cubicBezTo>
                <a:cubicBezTo>
                  <a:pt x="4958999" y="155266"/>
                  <a:pt x="4971360" y="150063"/>
                  <a:pt x="4979819" y="143990"/>
                </a:cubicBezTo>
                <a:lnTo>
                  <a:pt x="4978519" y="129927"/>
                </a:lnTo>
                <a:cubicBezTo>
                  <a:pt x="4964854" y="141170"/>
                  <a:pt x="4950540" y="142037"/>
                  <a:pt x="4945553" y="142037"/>
                </a:cubicBezTo>
                <a:cubicBezTo>
                  <a:pt x="4928201" y="142037"/>
                  <a:pt x="4914318" y="126683"/>
                  <a:pt x="4913669" y="105488"/>
                </a:cubicBezTo>
                <a:lnTo>
                  <a:pt x="4980686" y="105488"/>
                </a:lnTo>
                <a:moveTo>
                  <a:pt x="4968325" y="93559"/>
                </a:moveTo>
                <a:lnTo>
                  <a:pt x="4914751" y="93559"/>
                </a:lnTo>
                <a:cubicBezTo>
                  <a:pt x="4918223" y="77051"/>
                  <a:pt x="4929717" y="66188"/>
                  <a:pt x="4942081" y="66188"/>
                </a:cubicBezTo>
                <a:cubicBezTo>
                  <a:pt x="4953360" y="66188"/>
                  <a:pt x="4965506" y="73575"/>
                  <a:pt x="4968325" y="93559"/>
                </a:cubicBezTo>
                <a:close/>
                <a:moveTo>
                  <a:pt x="5141839" y="152936"/>
                </a:moveTo>
                <a:lnTo>
                  <a:pt x="5141839" y="88287"/>
                </a:lnTo>
                <a:cubicBezTo>
                  <a:pt x="5141839" y="73751"/>
                  <a:pt x="5138367" y="54227"/>
                  <a:pt x="5112123" y="54227"/>
                </a:cubicBezTo>
                <a:cubicBezTo>
                  <a:pt x="5099110" y="54227"/>
                  <a:pt x="5087831" y="60303"/>
                  <a:pt x="5079806" y="72016"/>
                </a:cubicBezTo>
                <a:cubicBezTo>
                  <a:pt x="5074166" y="55531"/>
                  <a:pt x="5058986" y="54227"/>
                  <a:pt x="5052046" y="54227"/>
                </a:cubicBezTo>
                <a:cubicBezTo>
                  <a:pt x="5036428" y="54227"/>
                  <a:pt x="5026235" y="63120"/>
                  <a:pt x="5020381" y="70931"/>
                </a:cubicBezTo>
                <a:lnTo>
                  <a:pt x="5020381" y="55312"/>
                </a:lnTo>
                <a:lnTo>
                  <a:pt x="5004763" y="55312"/>
                </a:lnTo>
                <a:lnTo>
                  <a:pt x="5004763" y="152936"/>
                </a:lnTo>
                <a:lnTo>
                  <a:pt x="5021681" y="152936"/>
                </a:lnTo>
                <a:lnTo>
                  <a:pt x="5021681" y="99785"/>
                </a:lnTo>
                <a:cubicBezTo>
                  <a:pt x="5021681" y="85034"/>
                  <a:pt x="5027536" y="67459"/>
                  <a:pt x="5043587" y="67459"/>
                </a:cubicBezTo>
                <a:cubicBezTo>
                  <a:pt x="5063758" y="67459"/>
                  <a:pt x="5064840" y="81562"/>
                  <a:pt x="5064840" y="89806"/>
                </a:cubicBezTo>
                <a:lnTo>
                  <a:pt x="5064840" y="152936"/>
                </a:lnTo>
                <a:lnTo>
                  <a:pt x="5081758" y="152936"/>
                </a:lnTo>
                <a:lnTo>
                  <a:pt x="5081758" y="99785"/>
                </a:lnTo>
                <a:cubicBezTo>
                  <a:pt x="5081758" y="85034"/>
                  <a:pt x="5087616" y="67459"/>
                  <a:pt x="5103664" y="67459"/>
                </a:cubicBezTo>
                <a:cubicBezTo>
                  <a:pt x="5123835" y="67459"/>
                  <a:pt x="5124921" y="81562"/>
                  <a:pt x="5124921" y="89806"/>
                </a:cubicBezTo>
                <a:lnTo>
                  <a:pt x="5124921" y="152936"/>
                </a:lnTo>
                <a:lnTo>
                  <a:pt x="5141839" y="152936"/>
                </a:lnTo>
                <a:close/>
                <a:moveTo>
                  <a:pt x="5249197" y="105488"/>
                </a:moveTo>
                <a:cubicBezTo>
                  <a:pt x="5249197" y="98114"/>
                  <a:pt x="5248982" y="81830"/>
                  <a:pt x="5240523" y="68796"/>
                </a:cubicBezTo>
                <a:cubicBezTo>
                  <a:pt x="5231631" y="55342"/>
                  <a:pt x="5218399" y="52956"/>
                  <a:pt x="5210592" y="52956"/>
                </a:cubicBezTo>
                <a:cubicBezTo>
                  <a:pt x="5186519" y="52956"/>
                  <a:pt x="5166996" y="75965"/>
                  <a:pt x="5166996" y="103972"/>
                </a:cubicBezTo>
                <a:cubicBezTo>
                  <a:pt x="5166996" y="132522"/>
                  <a:pt x="5187820" y="155266"/>
                  <a:pt x="5213845" y="155266"/>
                </a:cubicBezTo>
                <a:cubicBezTo>
                  <a:pt x="5227510" y="155266"/>
                  <a:pt x="5239871" y="150063"/>
                  <a:pt x="5248330" y="143990"/>
                </a:cubicBezTo>
                <a:lnTo>
                  <a:pt x="5247030" y="129927"/>
                </a:lnTo>
                <a:cubicBezTo>
                  <a:pt x="5233365" y="141170"/>
                  <a:pt x="5219051" y="142037"/>
                  <a:pt x="5214064" y="142037"/>
                </a:cubicBezTo>
                <a:cubicBezTo>
                  <a:pt x="5196712" y="142037"/>
                  <a:pt x="5182829" y="126683"/>
                  <a:pt x="5182180" y="105488"/>
                </a:cubicBezTo>
                <a:lnTo>
                  <a:pt x="5249197" y="105488"/>
                </a:lnTo>
                <a:moveTo>
                  <a:pt x="5236836" y="93559"/>
                </a:moveTo>
                <a:lnTo>
                  <a:pt x="5183262" y="93559"/>
                </a:lnTo>
                <a:cubicBezTo>
                  <a:pt x="5186734" y="77051"/>
                  <a:pt x="5198228" y="66188"/>
                  <a:pt x="5210592" y="66188"/>
                </a:cubicBezTo>
                <a:cubicBezTo>
                  <a:pt x="5221871" y="66188"/>
                  <a:pt x="5234017" y="73575"/>
                  <a:pt x="5236836" y="93559"/>
                </a:cubicBezTo>
                <a:close/>
                <a:moveTo>
                  <a:pt x="5350055" y="152936"/>
                </a:moveTo>
                <a:lnTo>
                  <a:pt x="5350055" y="88287"/>
                </a:lnTo>
                <a:cubicBezTo>
                  <a:pt x="5350055" y="73969"/>
                  <a:pt x="5346801" y="54227"/>
                  <a:pt x="5320339" y="54227"/>
                </a:cubicBezTo>
                <a:cubicBezTo>
                  <a:pt x="5300819" y="54227"/>
                  <a:pt x="5290192" y="68978"/>
                  <a:pt x="5288892" y="70712"/>
                </a:cubicBezTo>
                <a:lnTo>
                  <a:pt x="5288892" y="55312"/>
                </a:lnTo>
                <a:lnTo>
                  <a:pt x="5273274" y="55312"/>
                </a:lnTo>
                <a:lnTo>
                  <a:pt x="5273274" y="152936"/>
                </a:lnTo>
                <a:lnTo>
                  <a:pt x="5290192" y="152936"/>
                </a:lnTo>
                <a:lnTo>
                  <a:pt x="5290192" y="99785"/>
                </a:lnTo>
                <a:cubicBezTo>
                  <a:pt x="5290192" y="85467"/>
                  <a:pt x="5295613" y="67459"/>
                  <a:pt x="5312098" y="67459"/>
                </a:cubicBezTo>
                <a:cubicBezTo>
                  <a:pt x="5332918" y="67459"/>
                  <a:pt x="5333136" y="82862"/>
                  <a:pt x="5333136" y="89806"/>
                </a:cubicBezTo>
                <a:lnTo>
                  <a:pt x="5333136" y="152936"/>
                </a:lnTo>
                <a:lnTo>
                  <a:pt x="5350055" y="152936"/>
                </a:lnTo>
                <a:close/>
                <a:moveTo>
                  <a:pt x="5439845" y="147025"/>
                </a:moveTo>
                <a:lnTo>
                  <a:pt x="5436376" y="134226"/>
                </a:lnTo>
                <a:cubicBezTo>
                  <a:pt x="5430737" y="138784"/>
                  <a:pt x="5423797" y="141385"/>
                  <a:pt x="5416857" y="141385"/>
                </a:cubicBezTo>
                <a:cubicBezTo>
                  <a:pt x="5408832" y="141385"/>
                  <a:pt x="5405793" y="134878"/>
                  <a:pt x="5405793" y="123377"/>
                </a:cubicBezTo>
                <a:lnTo>
                  <a:pt x="5405793" y="69140"/>
                </a:lnTo>
                <a:lnTo>
                  <a:pt x="5436376" y="69140"/>
                </a:lnTo>
                <a:lnTo>
                  <a:pt x="5436376" y="56557"/>
                </a:lnTo>
                <a:lnTo>
                  <a:pt x="5405793" y="56557"/>
                </a:lnTo>
                <a:lnTo>
                  <a:pt x="5405793" y="29020"/>
                </a:lnTo>
                <a:lnTo>
                  <a:pt x="5390828" y="29020"/>
                </a:lnTo>
                <a:lnTo>
                  <a:pt x="5390828" y="56557"/>
                </a:lnTo>
                <a:lnTo>
                  <a:pt x="5371960" y="56557"/>
                </a:lnTo>
                <a:lnTo>
                  <a:pt x="5371960" y="69140"/>
                </a:lnTo>
                <a:lnTo>
                  <a:pt x="5390179" y="69140"/>
                </a:lnTo>
                <a:lnTo>
                  <a:pt x="5390179" y="127067"/>
                </a:lnTo>
                <a:cubicBezTo>
                  <a:pt x="5390179" y="140084"/>
                  <a:pt x="5393214" y="155266"/>
                  <a:pt x="5408180" y="155266"/>
                </a:cubicBezTo>
                <a:cubicBezTo>
                  <a:pt x="5423364" y="155266"/>
                  <a:pt x="5434424" y="149845"/>
                  <a:pt x="5439845" y="147025"/>
                </a:cubicBezTo>
                <a:close/>
                <a:moveTo>
                  <a:pt x="5524218" y="125134"/>
                </a:moveTo>
                <a:cubicBezTo>
                  <a:pt x="5524218" y="113213"/>
                  <a:pt x="5516193" y="105845"/>
                  <a:pt x="5515759" y="105196"/>
                </a:cubicBezTo>
                <a:cubicBezTo>
                  <a:pt x="5507300" y="97611"/>
                  <a:pt x="5501442" y="96310"/>
                  <a:pt x="5490597" y="94360"/>
                </a:cubicBezTo>
                <a:cubicBezTo>
                  <a:pt x="5478670" y="91977"/>
                  <a:pt x="5468692" y="89810"/>
                  <a:pt x="5468692" y="79192"/>
                </a:cubicBezTo>
                <a:cubicBezTo>
                  <a:pt x="5468692" y="65754"/>
                  <a:pt x="5484309" y="65754"/>
                  <a:pt x="5487129" y="65754"/>
                </a:cubicBezTo>
                <a:cubicBezTo>
                  <a:pt x="5494069" y="65754"/>
                  <a:pt x="5505563" y="66622"/>
                  <a:pt x="5517927" y="73989"/>
                </a:cubicBezTo>
                <a:lnTo>
                  <a:pt x="5520528" y="59900"/>
                </a:lnTo>
                <a:cubicBezTo>
                  <a:pt x="5509253" y="54693"/>
                  <a:pt x="5500360" y="52956"/>
                  <a:pt x="5489296" y="52956"/>
                </a:cubicBezTo>
                <a:cubicBezTo>
                  <a:pt x="5483875" y="52956"/>
                  <a:pt x="5453292" y="52956"/>
                  <a:pt x="5453292" y="81360"/>
                </a:cubicBezTo>
                <a:cubicBezTo>
                  <a:pt x="5453292" y="91977"/>
                  <a:pt x="5459584" y="98911"/>
                  <a:pt x="5465005" y="103029"/>
                </a:cubicBezTo>
                <a:cubicBezTo>
                  <a:pt x="5471730" y="107798"/>
                  <a:pt x="5476502" y="108662"/>
                  <a:pt x="5488429" y="111048"/>
                </a:cubicBezTo>
                <a:cubicBezTo>
                  <a:pt x="5496236" y="112564"/>
                  <a:pt x="5508816" y="115165"/>
                  <a:pt x="5508816" y="126650"/>
                </a:cubicBezTo>
                <a:cubicBezTo>
                  <a:pt x="5508816" y="141604"/>
                  <a:pt x="5491683" y="141604"/>
                  <a:pt x="5488429" y="141604"/>
                </a:cubicBezTo>
                <a:cubicBezTo>
                  <a:pt x="5470863" y="141604"/>
                  <a:pt x="5458717" y="133584"/>
                  <a:pt x="5454812" y="130983"/>
                </a:cubicBezTo>
                <a:lnTo>
                  <a:pt x="5452210" y="145724"/>
                </a:lnTo>
                <a:cubicBezTo>
                  <a:pt x="5459150" y="149193"/>
                  <a:pt x="5471078" y="155266"/>
                  <a:pt x="5488648" y="155266"/>
                </a:cubicBezTo>
                <a:cubicBezTo>
                  <a:pt x="5492550" y="155266"/>
                  <a:pt x="5504480" y="155266"/>
                  <a:pt x="5513807" y="148326"/>
                </a:cubicBezTo>
                <a:cubicBezTo>
                  <a:pt x="5520528" y="143119"/>
                  <a:pt x="5524218" y="134451"/>
                  <a:pt x="5524218" y="125134"/>
                </a:cubicBezTo>
                <a:close/>
                <a:moveTo>
                  <a:pt x="5568246" y="152936"/>
                </a:moveTo>
                <a:lnTo>
                  <a:pt x="5568246" y="134934"/>
                </a:lnTo>
                <a:lnTo>
                  <a:pt x="5550246" y="134934"/>
                </a:lnTo>
                <a:lnTo>
                  <a:pt x="5550246" y="152936"/>
                </a:lnTo>
                <a:lnTo>
                  <a:pt x="5568246" y="152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Isthefollowingprogramcorrectbasedontheproblem">
            <a:extLst xmlns:a="http://schemas.openxmlformats.org/drawingml/2006/main">
              <a:ext uri="{FF2B5EF4-FFF2-40B4-BE49-F238E27FC236}">
                <a16:creationId xmlns:a16="http://schemas.microsoft.com/office/drawing/2014/main" id="{16DBB618-F3E6-4BBD-84E4-B784544F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30" y="1919696"/>
            <a:ext cx="4897836" cy="197631"/>
          </a:xfrm>
          <a:custGeom xmlns:a="http://schemas.openxmlformats.org/drawingml/2006/main">
            <a:pathLst>
              <a:path w="4897836" h="197631">
                <a:moveTo>
                  <a:pt x="19304" y="152936"/>
                </a:moveTo>
                <a:lnTo>
                  <a:pt x="19304" y="2330"/>
                </a:lnTo>
                <a:lnTo>
                  <a:pt x="0" y="2330"/>
                </a:lnTo>
                <a:lnTo>
                  <a:pt x="0" y="152936"/>
                </a:lnTo>
                <a:lnTo>
                  <a:pt x="19304" y="152936"/>
                </a:lnTo>
                <a:close/>
                <a:moveTo>
                  <a:pt x="117990" y="125134"/>
                </a:moveTo>
                <a:cubicBezTo>
                  <a:pt x="117990" y="113213"/>
                  <a:pt x="109965" y="105845"/>
                  <a:pt x="109531" y="105196"/>
                </a:cubicBezTo>
                <a:cubicBezTo>
                  <a:pt x="101072" y="97611"/>
                  <a:pt x="95214" y="96310"/>
                  <a:pt x="84369" y="94360"/>
                </a:cubicBezTo>
                <a:cubicBezTo>
                  <a:pt x="72442" y="91977"/>
                  <a:pt x="62463" y="89810"/>
                  <a:pt x="62463" y="79192"/>
                </a:cubicBezTo>
                <a:cubicBezTo>
                  <a:pt x="62463" y="65754"/>
                  <a:pt x="78081" y="65754"/>
                  <a:pt x="80901" y="65754"/>
                </a:cubicBezTo>
                <a:cubicBezTo>
                  <a:pt x="87841" y="65754"/>
                  <a:pt x="99335" y="66622"/>
                  <a:pt x="111699" y="73989"/>
                </a:cubicBezTo>
                <a:lnTo>
                  <a:pt x="114300" y="59900"/>
                </a:lnTo>
                <a:cubicBezTo>
                  <a:pt x="103025" y="54693"/>
                  <a:pt x="94132" y="52956"/>
                  <a:pt x="83068" y="52956"/>
                </a:cubicBezTo>
                <a:cubicBezTo>
                  <a:pt x="77647" y="52956"/>
                  <a:pt x="47064" y="52956"/>
                  <a:pt x="47064" y="81360"/>
                </a:cubicBezTo>
                <a:cubicBezTo>
                  <a:pt x="47064" y="91977"/>
                  <a:pt x="53356" y="98911"/>
                  <a:pt x="58777" y="103029"/>
                </a:cubicBezTo>
                <a:cubicBezTo>
                  <a:pt x="65502" y="107798"/>
                  <a:pt x="70274" y="108662"/>
                  <a:pt x="82201" y="111048"/>
                </a:cubicBezTo>
                <a:cubicBezTo>
                  <a:pt x="90008" y="112564"/>
                  <a:pt x="102588" y="115165"/>
                  <a:pt x="102588" y="126650"/>
                </a:cubicBezTo>
                <a:cubicBezTo>
                  <a:pt x="102588" y="141604"/>
                  <a:pt x="85455" y="141604"/>
                  <a:pt x="82201" y="141604"/>
                </a:cubicBezTo>
                <a:cubicBezTo>
                  <a:pt x="64634" y="141604"/>
                  <a:pt x="52489" y="133584"/>
                  <a:pt x="48583" y="130983"/>
                </a:cubicBezTo>
                <a:lnTo>
                  <a:pt x="45982" y="145724"/>
                </a:lnTo>
                <a:cubicBezTo>
                  <a:pt x="52922" y="149193"/>
                  <a:pt x="64850" y="155266"/>
                  <a:pt x="82420" y="155266"/>
                </a:cubicBezTo>
                <a:cubicBezTo>
                  <a:pt x="86322" y="155266"/>
                  <a:pt x="98252" y="155266"/>
                  <a:pt x="107579" y="148326"/>
                </a:cubicBezTo>
                <a:cubicBezTo>
                  <a:pt x="114300" y="143119"/>
                  <a:pt x="117990" y="134451"/>
                  <a:pt x="117990" y="125134"/>
                </a:cubicBezTo>
                <a:close/>
                <a:moveTo>
                  <a:pt x="267208" y="147025"/>
                </a:moveTo>
                <a:lnTo>
                  <a:pt x="263740" y="134226"/>
                </a:lnTo>
                <a:cubicBezTo>
                  <a:pt x="258100" y="138784"/>
                  <a:pt x="251160" y="141385"/>
                  <a:pt x="244220" y="141385"/>
                </a:cubicBezTo>
                <a:cubicBezTo>
                  <a:pt x="236195" y="141385"/>
                  <a:pt x="233157" y="134878"/>
                  <a:pt x="233157" y="123377"/>
                </a:cubicBezTo>
                <a:lnTo>
                  <a:pt x="233157" y="69140"/>
                </a:lnTo>
                <a:lnTo>
                  <a:pt x="263740" y="69140"/>
                </a:lnTo>
                <a:lnTo>
                  <a:pt x="263740" y="56557"/>
                </a:lnTo>
                <a:lnTo>
                  <a:pt x="233157" y="56557"/>
                </a:lnTo>
                <a:lnTo>
                  <a:pt x="233157" y="29020"/>
                </a:lnTo>
                <a:lnTo>
                  <a:pt x="218191" y="29020"/>
                </a:lnTo>
                <a:lnTo>
                  <a:pt x="218191" y="56557"/>
                </a:lnTo>
                <a:lnTo>
                  <a:pt x="199324" y="56557"/>
                </a:lnTo>
                <a:lnTo>
                  <a:pt x="199324" y="69140"/>
                </a:lnTo>
                <a:lnTo>
                  <a:pt x="217542" y="69140"/>
                </a:lnTo>
                <a:lnTo>
                  <a:pt x="217542" y="127067"/>
                </a:lnTo>
                <a:cubicBezTo>
                  <a:pt x="217542" y="140084"/>
                  <a:pt x="220577" y="155266"/>
                  <a:pt x="235543" y="155266"/>
                </a:cubicBezTo>
                <a:cubicBezTo>
                  <a:pt x="250727" y="155266"/>
                  <a:pt x="261787" y="149845"/>
                  <a:pt x="267208" y="147025"/>
                </a:cubicBezTo>
                <a:close/>
                <a:moveTo>
                  <a:pt x="367848" y="152936"/>
                </a:moveTo>
                <a:lnTo>
                  <a:pt x="367848" y="88287"/>
                </a:lnTo>
                <a:cubicBezTo>
                  <a:pt x="367848" y="73969"/>
                  <a:pt x="364595" y="54227"/>
                  <a:pt x="338132" y="54227"/>
                </a:cubicBezTo>
                <a:cubicBezTo>
                  <a:pt x="324686" y="54227"/>
                  <a:pt x="314274" y="60952"/>
                  <a:pt x="307334" y="69845"/>
                </a:cubicBezTo>
                <a:lnTo>
                  <a:pt x="307334" y="2330"/>
                </a:lnTo>
                <a:lnTo>
                  <a:pt x="291068" y="2330"/>
                </a:lnTo>
                <a:lnTo>
                  <a:pt x="291068" y="152936"/>
                </a:lnTo>
                <a:lnTo>
                  <a:pt x="307986" y="152936"/>
                </a:lnTo>
                <a:lnTo>
                  <a:pt x="307986" y="99785"/>
                </a:lnTo>
                <a:cubicBezTo>
                  <a:pt x="307986" y="85467"/>
                  <a:pt x="313407" y="67459"/>
                  <a:pt x="329892" y="67459"/>
                </a:cubicBezTo>
                <a:cubicBezTo>
                  <a:pt x="350712" y="67459"/>
                  <a:pt x="350930" y="82862"/>
                  <a:pt x="350930" y="89806"/>
                </a:cubicBezTo>
                <a:lnTo>
                  <a:pt x="350930" y="152936"/>
                </a:lnTo>
                <a:lnTo>
                  <a:pt x="367848" y="152936"/>
                </a:lnTo>
                <a:close/>
                <a:moveTo>
                  <a:pt x="475424" y="105488"/>
                </a:moveTo>
                <a:cubicBezTo>
                  <a:pt x="475424" y="98114"/>
                  <a:pt x="475209" y="81830"/>
                  <a:pt x="466749" y="68796"/>
                </a:cubicBezTo>
                <a:cubicBezTo>
                  <a:pt x="457857" y="55342"/>
                  <a:pt x="444625" y="52956"/>
                  <a:pt x="436818" y="52956"/>
                </a:cubicBezTo>
                <a:cubicBezTo>
                  <a:pt x="412745" y="52956"/>
                  <a:pt x="393222" y="75965"/>
                  <a:pt x="393222" y="103972"/>
                </a:cubicBezTo>
                <a:cubicBezTo>
                  <a:pt x="393222" y="132522"/>
                  <a:pt x="414046" y="155266"/>
                  <a:pt x="440072" y="155266"/>
                </a:cubicBezTo>
                <a:cubicBezTo>
                  <a:pt x="453737" y="155266"/>
                  <a:pt x="466097" y="150063"/>
                  <a:pt x="474557" y="143990"/>
                </a:cubicBezTo>
                <a:lnTo>
                  <a:pt x="473256" y="129927"/>
                </a:lnTo>
                <a:cubicBezTo>
                  <a:pt x="459591" y="141170"/>
                  <a:pt x="445277" y="142037"/>
                  <a:pt x="440290" y="142037"/>
                </a:cubicBezTo>
                <a:cubicBezTo>
                  <a:pt x="422938" y="142037"/>
                  <a:pt x="409055" y="126683"/>
                  <a:pt x="408406" y="105488"/>
                </a:cubicBezTo>
                <a:lnTo>
                  <a:pt x="475424" y="105488"/>
                </a:lnTo>
                <a:moveTo>
                  <a:pt x="463063" y="93559"/>
                </a:moveTo>
                <a:lnTo>
                  <a:pt x="409489" y="93559"/>
                </a:lnTo>
                <a:cubicBezTo>
                  <a:pt x="412960" y="77051"/>
                  <a:pt x="424454" y="66188"/>
                  <a:pt x="436818" y="66188"/>
                </a:cubicBezTo>
                <a:cubicBezTo>
                  <a:pt x="448097" y="66188"/>
                  <a:pt x="460243" y="73575"/>
                  <a:pt x="463063" y="93559"/>
                </a:cubicBezTo>
                <a:close/>
                <a:moveTo>
                  <a:pt x="629419" y="16916"/>
                </a:moveTo>
                <a:lnTo>
                  <a:pt x="629419" y="2386"/>
                </a:lnTo>
                <a:cubicBezTo>
                  <a:pt x="626815" y="1738"/>
                  <a:pt x="620090" y="0"/>
                  <a:pt x="612068" y="0"/>
                </a:cubicBezTo>
                <a:cubicBezTo>
                  <a:pt x="591678" y="0"/>
                  <a:pt x="576064" y="15400"/>
                  <a:pt x="576064" y="37062"/>
                </a:cubicBezTo>
                <a:lnTo>
                  <a:pt x="576064" y="56557"/>
                </a:lnTo>
                <a:lnTo>
                  <a:pt x="560013" y="56557"/>
                </a:lnTo>
                <a:lnTo>
                  <a:pt x="560013" y="69140"/>
                </a:lnTo>
                <a:lnTo>
                  <a:pt x="576064" y="69140"/>
                </a:lnTo>
                <a:lnTo>
                  <a:pt x="576064" y="152936"/>
                </a:lnTo>
                <a:lnTo>
                  <a:pt x="592330" y="152936"/>
                </a:lnTo>
                <a:lnTo>
                  <a:pt x="592330" y="69140"/>
                </a:lnTo>
                <a:lnTo>
                  <a:pt x="616188" y="69140"/>
                </a:lnTo>
                <a:lnTo>
                  <a:pt x="616188" y="56557"/>
                </a:lnTo>
                <a:lnTo>
                  <a:pt x="591678" y="56557"/>
                </a:lnTo>
                <a:lnTo>
                  <a:pt x="591678" y="30780"/>
                </a:lnTo>
                <a:cubicBezTo>
                  <a:pt x="591678" y="14748"/>
                  <a:pt x="606210" y="13232"/>
                  <a:pt x="611849" y="13232"/>
                </a:cubicBezTo>
                <a:cubicBezTo>
                  <a:pt x="616188" y="13232"/>
                  <a:pt x="622042" y="13666"/>
                  <a:pt x="629419" y="16916"/>
                </a:cubicBezTo>
                <a:close/>
                <a:moveTo>
                  <a:pt x="722247" y="105196"/>
                </a:moveTo>
                <a:cubicBezTo>
                  <a:pt x="722247" y="76157"/>
                  <a:pt x="700557" y="52956"/>
                  <a:pt x="674750" y="52956"/>
                </a:cubicBezTo>
                <a:cubicBezTo>
                  <a:pt x="648072" y="52956"/>
                  <a:pt x="627033" y="76806"/>
                  <a:pt x="627033" y="105196"/>
                </a:cubicBezTo>
                <a:cubicBezTo>
                  <a:pt x="627033" y="133803"/>
                  <a:pt x="649154" y="155266"/>
                  <a:pt x="674531" y="155266"/>
                </a:cubicBezTo>
                <a:cubicBezTo>
                  <a:pt x="700557" y="155266"/>
                  <a:pt x="722247" y="133369"/>
                  <a:pt x="722247" y="105196"/>
                </a:cubicBezTo>
                <a:moveTo>
                  <a:pt x="705329" y="103029"/>
                </a:moveTo>
                <a:cubicBezTo>
                  <a:pt x="705329" y="128600"/>
                  <a:pt x="690582" y="141385"/>
                  <a:pt x="674531" y="141385"/>
                </a:cubicBezTo>
                <a:cubicBezTo>
                  <a:pt x="659566" y="141385"/>
                  <a:pt x="643948" y="129252"/>
                  <a:pt x="643948" y="103029"/>
                </a:cubicBezTo>
                <a:cubicBezTo>
                  <a:pt x="643948" y="76806"/>
                  <a:pt x="660433" y="66188"/>
                  <a:pt x="674531" y="66188"/>
                </a:cubicBezTo>
                <a:cubicBezTo>
                  <a:pt x="689715" y="66188"/>
                  <a:pt x="705329" y="77458"/>
                  <a:pt x="705329" y="103029"/>
                </a:cubicBezTo>
                <a:close/>
                <a:moveTo>
                  <a:pt x="762805" y="152936"/>
                </a:moveTo>
                <a:lnTo>
                  <a:pt x="762805" y="2330"/>
                </a:lnTo>
                <a:lnTo>
                  <a:pt x="746539" y="2330"/>
                </a:lnTo>
                <a:lnTo>
                  <a:pt x="746539" y="152936"/>
                </a:lnTo>
                <a:lnTo>
                  <a:pt x="762805" y="152936"/>
                </a:lnTo>
                <a:close/>
                <a:moveTo>
                  <a:pt x="814642" y="152936"/>
                </a:moveTo>
                <a:lnTo>
                  <a:pt x="814642" y="2330"/>
                </a:lnTo>
                <a:lnTo>
                  <a:pt x="798376" y="2330"/>
                </a:lnTo>
                <a:lnTo>
                  <a:pt x="798376" y="152936"/>
                </a:lnTo>
                <a:lnTo>
                  <a:pt x="814642" y="152936"/>
                </a:lnTo>
                <a:close/>
                <a:moveTo>
                  <a:pt x="934367" y="105196"/>
                </a:moveTo>
                <a:cubicBezTo>
                  <a:pt x="934367" y="76157"/>
                  <a:pt x="912677" y="52956"/>
                  <a:pt x="886869" y="52956"/>
                </a:cubicBezTo>
                <a:cubicBezTo>
                  <a:pt x="860191" y="52956"/>
                  <a:pt x="839153" y="76806"/>
                  <a:pt x="839153" y="105196"/>
                </a:cubicBezTo>
                <a:cubicBezTo>
                  <a:pt x="839153" y="133803"/>
                  <a:pt x="861273" y="155266"/>
                  <a:pt x="886651" y="155266"/>
                </a:cubicBezTo>
                <a:cubicBezTo>
                  <a:pt x="912677" y="155266"/>
                  <a:pt x="934367" y="133369"/>
                  <a:pt x="934367" y="105196"/>
                </a:cubicBezTo>
                <a:moveTo>
                  <a:pt x="917449" y="103029"/>
                </a:moveTo>
                <a:cubicBezTo>
                  <a:pt x="917449" y="128600"/>
                  <a:pt x="902702" y="141385"/>
                  <a:pt x="886651" y="141385"/>
                </a:cubicBezTo>
                <a:cubicBezTo>
                  <a:pt x="871685" y="141385"/>
                  <a:pt x="856068" y="129252"/>
                  <a:pt x="856068" y="103029"/>
                </a:cubicBezTo>
                <a:cubicBezTo>
                  <a:pt x="856068" y="76806"/>
                  <a:pt x="872552" y="66188"/>
                  <a:pt x="886651" y="66188"/>
                </a:cubicBezTo>
                <a:cubicBezTo>
                  <a:pt x="901835" y="66188"/>
                  <a:pt x="917449" y="77458"/>
                  <a:pt x="917449" y="103029"/>
                </a:cubicBezTo>
                <a:close/>
                <a:moveTo>
                  <a:pt x="1085975" y="56557"/>
                </a:moveTo>
                <a:lnTo>
                  <a:pt x="1070139" y="56557"/>
                </a:lnTo>
                <a:lnTo>
                  <a:pt x="1056259" y="102578"/>
                </a:lnTo>
                <a:cubicBezTo>
                  <a:pt x="1053873" y="110393"/>
                  <a:pt x="1047366" y="131883"/>
                  <a:pt x="1046284" y="141216"/>
                </a:cubicBezTo>
                <a:lnTo>
                  <a:pt x="1046066" y="141216"/>
                </a:lnTo>
                <a:cubicBezTo>
                  <a:pt x="1045199" y="134488"/>
                  <a:pt x="1039774" y="115169"/>
                  <a:pt x="1036088" y="102794"/>
                </a:cubicBezTo>
                <a:lnTo>
                  <a:pt x="1021989" y="56557"/>
                </a:lnTo>
                <a:lnTo>
                  <a:pt x="1006809" y="56557"/>
                </a:lnTo>
                <a:lnTo>
                  <a:pt x="994444" y="97366"/>
                </a:lnTo>
                <a:cubicBezTo>
                  <a:pt x="992058" y="104965"/>
                  <a:pt x="984685" y="129927"/>
                  <a:pt x="983817" y="140998"/>
                </a:cubicBezTo>
                <a:lnTo>
                  <a:pt x="983602" y="140998"/>
                </a:lnTo>
                <a:cubicBezTo>
                  <a:pt x="982517" y="130579"/>
                  <a:pt x="975358" y="106050"/>
                  <a:pt x="971890" y="94112"/>
                </a:cubicBezTo>
                <a:lnTo>
                  <a:pt x="960611" y="56557"/>
                </a:lnTo>
                <a:lnTo>
                  <a:pt x="944127" y="56557"/>
                </a:lnTo>
                <a:lnTo>
                  <a:pt x="973839" y="152936"/>
                </a:lnTo>
                <a:lnTo>
                  <a:pt x="990976" y="152936"/>
                </a:lnTo>
                <a:lnTo>
                  <a:pt x="1004422" y="108222"/>
                </a:lnTo>
                <a:cubicBezTo>
                  <a:pt x="1007461" y="98236"/>
                  <a:pt x="1013533" y="76746"/>
                  <a:pt x="1014182" y="68713"/>
                </a:cubicBezTo>
                <a:lnTo>
                  <a:pt x="1014401" y="68713"/>
                </a:lnTo>
                <a:cubicBezTo>
                  <a:pt x="1014834" y="74793"/>
                  <a:pt x="1018521" y="89770"/>
                  <a:pt x="1021341" y="99103"/>
                </a:cubicBezTo>
                <a:lnTo>
                  <a:pt x="1037173" y="152936"/>
                </a:lnTo>
                <a:lnTo>
                  <a:pt x="1056259" y="152936"/>
                </a:lnTo>
                <a:lnTo>
                  <a:pt x="1085975" y="56557"/>
                </a:lnTo>
                <a:close/>
                <a:moveTo>
                  <a:pt x="1123062" y="152936"/>
                </a:moveTo>
                <a:lnTo>
                  <a:pt x="1123062" y="56557"/>
                </a:lnTo>
                <a:lnTo>
                  <a:pt x="1106795" y="56557"/>
                </a:lnTo>
                <a:lnTo>
                  <a:pt x="1106795" y="152936"/>
                </a:lnTo>
                <a:lnTo>
                  <a:pt x="1123062" y="152936"/>
                </a:lnTo>
                <a:moveTo>
                  <a:pt x="1124796" y="30109"/>
                </a:moveTo>
                <a:lnTo>
                  <a:pt x="1124796" y="10803"/>
                </a:lnTo>
                <a:lnTo>
                  <a:pt x="1105495" y="10803"/>
                </a:lnTo>
                <a:lnTo>
                  <a:pt x="1105495" y="30109"/>
                </a:lnTo>
                <a:lnTo>
                  <a:pt x="1124796" y="30109"/>
                </a:lnTo>
                <a:close/>
                <a:moveTo>
                  <a:pt x="1235413" y="152936"/>
                </a:moveTo>
                <a:lnTo>
                  <a:pt x="1235413" y="88287"/>
                </a:lnTo>
                <a:cubicBezTo>
                  <a:pt x="1235413" y="73969"/>
                  <a:pt x="1232159" y="54227"/>
                  <a:pt x="1205697" y="54227"/>
                </a:cubicBezTo>
                <a:cubicBezTo>
                  <a:pt x="1186177" y="54227"/>
                  <a:pt x="1175550" y="68978"/>
                  <a:pt x="1174250" y="70712"/>
                </a:cubicBezTo>
                <a:lnTo>
                  <a:pt x="1174250" y="55312"/>
                </a:lnTo>
                <a:lnTo>
                  <a:pt x="1158632" y="55312"/>
                </a:lnTo>
                <a:lnTo>
                  <a:pt x="1158632" y="152936"/>
                </a:lnTo>
                <a:lnTo>
                  <a:pt x="1175550" y="152936"/>
                </a:lnTo>
                <a:lnTo>
                  <a:pt x="1175550" y="99785"/>
                </a:lnTo>
                <a:cubicBezTo>
                  <a:pt x="1175550" y="85467"/>
                  <a:pt x="1180971" y="67459"/>
                  <a:pt x="1197456" y="67459"/>
                </a:cubicBezTo>
                <a:cubicBezTo>
                  <a:pt x="1218276" y="67459"/>
                  <a:pt x="1218494" y="82862"/>
                  <a:pt x="1218494" y="89806"/>
                </a:cubicBezTo>
                <a:lnTo>
                  <a:pt x="1218494" y="152936"/>
                </a:lnTo>
                <a:lnTo>
                  <a:pt x="1235413" y="152936"/>
                </a:lnTo>
                <a:close/>
                <a:moveTo>
                  <a:pt x="1358391" y="67893"/>
                </a:moveTo>
                <a:lnTo>
                  <a:pt x="1356004" y="54227"/>
                </a:lnTo>
                <a:cubicBezTo>
                  <a:pt x="1340820" y="54227"/>
                  <a:pt x="1328241" y="58351"/>
                  <a:pt x="1321735" y="61170"/>
                </a:cubicBezTo>
                <a:cubicBezTo>
                  <a:pt x="1317181" y="57483"/>
                  <a:pt x="1309804" y="54227"/>
                  <a:pt x="1301130" y="54227"/>
                </a:cubicBezTo>
                <a:cubicBezTo>
                  <a:pt x="1282477" y="54227"/>
                  <a:pt x="1266645" y="69845"/>
                  <a:pt x="1266645" y="89584"/>
                </a:cubicBezTo>
                <a:cubicBezTo>
                  <a:pt x="1266645" y="97611"/>
                  <a:pt x="1269464" y="105418"/>
                  <a:pt x="1273800" y="111058"/>
                </a:cubicBezTo>
                <a:cubicBezTo>
                  <a:pt x="1267512" y="119951"/>
                  <a:pt x="1267512" y="128411"/>
                  <a:pt x="1267512" y="129497"/>
                </a:cubicBezTo>
                <a:cubicBezTo>
                  <a:pt x="1267512" y="135133"/>
                  <a:pt x="1269464" y="141425"/>
                  <a:pt x="1273151" y="145979"/>
                </a:cubicBezTo>
                <a:cubicBezTo>
                  <a:pt x="1261872" y="152704"/>
                  <a:pt x="1259271" y="162690"/>
                  <a:pt x="1259271" y="168336"/>
                </a:cubicBezTo>
                <a:cubicBezTo>
                  <a:pt x="1259271" y="184617"/>
                  <a:pt x="1280743" y="197631"/>
                  <a:pt x="1307203" y="197631"/>
                </a:cubicBezTo>
                <a:cubicBezTo>
                  <a:pt x="1333880" y="197631"/>
                  <a:pt x="1355352" y="184835"/>
                  <a:pt x="1355352" y="168118"/>
                </a:cubicBezTo>
                <a:cubicBezTo>
                  <a:pt x="1355352" y="137956"/>
                  <a:pt x="1319130" y="137956"/>
                  <a:pt x="1310674" y="137956"/>
                </a:cubicBezTo>
                <a:lnTo>
                  <a:pt x="1291585" y="137956"/>
                </a:lnTo>
                <a:cubicBezTo>
                  <a:pt x="1288765" y="137956"/>
                  <a:pt x="1279006" y="137956"/>
                  <a:pt x="1279006" y="126491"/>
                </a:cubicBezTo>
                <a:cubicBezTo>
                  <a:pt x="1279006" y="124108"/>
                  <a:pt x="1279873" y="120640"/>
                  <a:pt x="1281392" y="118687"/>
                </a:cubicBezTo>
                <a:cubicBezTo>
                  <a:pt x="1285946" y="121940"/>
                  <a:pt x="1293104" y="124975"/>
                  <a:pt x="1301130" y="124975"/>
                </a:cubicBezTo>
                <a:cubicBezTo>
                  <a:pt x="1320649" y="124975"/>
                  <a:pt x="1335833" y="108927"/>
                  <a:pt x="1335833" y="89621"/>
                </a:cubicBezTo>
                <a:cubicBezTo>
                  <a:pt x="1335833" y="79208"/>
                  <a:pt x="1331061" y="71186"/>
                  <a:pt x="1328675" y="67929"/>
                </a:cubicBezTo>
                <a:lnTo>
                  <a:pt x="1329542" y="68147"/>
                </a:lnTo>
                <a:cubicBezTo>
                  <a:pt x="1334314" y="68147"/>
                  <a:pt x="1340387" y="67280"/>
                  <a:pt x="1345593" y="67280"/>
                </a:cubicBezTo>
                <a:cubicBezTo>
                  <a:pt x="1349498" y="67280"/>
                  <a:pt x="1358391" y="67929"/>
                  <a:pt x="1358391" y="67929"/>
                </a:cubicBezTo>
                <a:lnTo>
                  <a:pt x="1358391" y="67893"/>
                </a:lnTo>
                <a:moveTo>
                  <a:pt x="1320649" y="89621"/>
                </a:moveTo>
                <a:cubicBezTo>
                  <a:pt x="1320649" y="106540"/>
                  <a:pt x="1310456" y="112614"/>
                  <a:pt x="1301130" y="112614"/>
                </a:cubicBezTo>
                <a:cubicBezTo>
                  <a:pt x="1293104" y="112587"/>
                  <a:pt x="1281825" y="107596"/>
                  <a:pt x="1281825" y="89591"/>
                </a:cubicBezTo>
                <a:cubicBezTo>
                  <a:pt x="1281825" y="71583"/>
                  <a:pt x="1293104" y="66592"/>
                  <a:pt x="1301130" y="66592"/>
                </a:cubicBezTo>
                <a:cubicBezTo>
                  <a:pt x="1310456" y="66592"/>
                  <a:pt x="1320649" y="72668"/>
                  <a:pt x="1320649" y="89591"/>
                </a:cubicBezTo>
                <a:lnTo>
                  <a:pt x="1320649" y="89621"/>
                </a:lnTo>
                <a:moveTo>
                  <a:pt x="1340168" y="168561"/>
                </a:moveTo>
                <a:cubicBezTo>
                  <a:pt x="1340168" y="178110"/>
                  <a:pt x="1325203" y="185269"/>
                  <a:pt x="1307421" y="185269"/>
                </a:cubicBezTo>
                <a:cubicBezTo>
                  <a:pt x="1289851" y="185242"/>
                  <a:pt x="1274452" y="178517"/>
                  <a:pt x="1274452" y="168323"/>
                </a:cubicBezTo>
                <a:cubicBezTo>
                  <a:pt x="1274452" y="167671"/>
                  <a:pt x="1274452" y="153572"/>
                  <a:pt x="1291370" y="153572"/>
                </a:cubicBezTo>
                <a:lnTo>
                  <a:pt x="1310889" y="153572"/>
                </a:lnTo>
                <a:cubicBezTo>
                  <a:pt x="1315662" y="153572"/>
                  <a:pt x="1340168" y="153572"/>
                  <a:pt x="1340168" y="168538"/>
                </a:cubicBezTo>
                <a:lnTo>
                  <a:pt x="1340168" y="168561"/>
                </a:lnTo>
                <a:close/>
                <a:moveTo>
                  <a:pt x="1537975" y="104531"/>
                </a:moveTo>
                <a:cubicBezTo>
                  <a:pt x="1537975" y="78517"/>
                  <a:pt x="1524311" y="54227"/>
                  <a:pt x="1503491" y="54227"/>
                </a:cubicBezTo>
                <a:cubicBezTo>
                  <a:pt x="1490474" y="54227"/>
                  <a:pt x="1477895" y="58784"/>
                  <a:pt x="1467920" y="67244"/>
                </a:cubicBezTo>
                <a:lnTo>
                  <a:pt x="1467920" y="56613"/>
                </a:lnTo>
                <a:lnTo>
                  <a:pt x="1451651" y="56613"/>
                </a:lnTo>
                <a:lnTo>
                  <a:pt x="1451651" y="194877"/>
                </a:lnTo>
                <a:lnTo>
                  <a:pt x="1468569" y="194877"/>
                </a:lnTo>
                <a:lnTo>
                  <a:pt x="1468569" y="142904"/>
                </a:lnTo>
                <a:cubicBezTo>
                  <a:pt x="1475294" y="149193"/>
                  <a:pt x="1484835" y="155266"/>
                  <a:pt x="1497851" y="155266"/>
                </a:cubicBezTo>
                <a:cubicBezTo>
                  <a:pt x="1518890" y="155266"/>
                  <a:pt x="1537975" y="134014"/>
                  <a:pt x="1537975" y="104531"/>
                </a:cubicBezTo>
                <a:moveTo>
                  <a:pt x="1521057" y="104531"/>
                </a:moveTo>
                <a:cubicBezTo>
                  <a:pt x="1521057" y="126862"/>
                  <a:pt x="1505658" y="142037"/>
                  <a:pt x="1489392" y="142037"/>
                </a:cubicBezTo>
                <a:cubicBezTo>
                  <a:pt x="1480933" y="142037"/>
                  <a:pt x="1475075" y="137701"/>
                  <a:pt x="1470740" y="131846"/>
                </a:cubicBezTo>
                <a:cubicBezTo>
                  <a:pt x="1468569" y="128596"/>
                  <a:pt x="1468569" y="128163"/>
                  <a:pt x="1468569" y="124261"/>
                </a:cubicBezTo>
                <a:lnTo>
                  <a:pt x="1468569" y="80685"/>
                </a:lnTo>
                <a:cubicBezTo>
                  <a:pt x="1473775" y="73095"/>
                  <a:pt x="1482234" y="68111"/>
                  <a:pt x="1491560" y="68111"/>
                </a:cubicBezTo>
                <a:cubicBezTo>
                  <a:pt x="1508044" y="68111"/>
                  <a:pt x="1521057" y="84587"/>
                  <a:pt x="1521057" y="104531"/>
                </a:cubicBezTo>
                <a:close/>
                <a:moveTo>
                  <a:pt x="1616924" y="68763"/>
                </a:moveTo>
                <a:lnTo>
                  <a:pt x="1616924" y="54227"/>
                </a:lnTo>
                <a:cubicBezTo>
                  <a:pt x="1597619" y="54445"/>
                  <a:pt x="1585692" y="65076"/>
                  <a:pt x="1578967" y="75055"/>
                </a:cubicBezTo>
                <a:lnTo>
                  <a:pt x="1578967" y="55312"/>
                </a:lnTo>
                <a:lnTo>
                  <a:pt x="1563783" y="55312"/>
                </a:lnTo>
                <a:lnTo>
                  <a:pt x="1563783" y="152936"/>
                </a:lnTo>
                <a:lnTo>
                  <a:pt x="1580053" y="152936"/>
                </a:lnTo>
                <a:lnTo>
                  <a:pt x="1580053" y="106510"/>
                </a:lnTo>
                <a:cubicBezTo>
                  <a:pt x="1580053" y="84818"/>
                  <a:pt x="1595667" y="69197"/>
                  <a:pt x="1616924" y="68763"/>
                </a:cubicBezTo>
                <a:close/>
                <a:moveTo>
                  <a:pt x="1721899" y="105196"/>
                </a:moveTo>
                <a:cubicBezTo>
                  <a:pt x="1721899" y="76157"/>
                  <a:pt x="1700208" y="52956"/>
                  <a:pt x="1674401" y="52956"/>
                </a:cubicBezTo>
                <a:cubicBezTo>
                  <a:pt x="1647723" y="52956"/>
                  <a:pt x="1626684" y="76806"/>
                  <a:pt x="1626684" y="105196"/>
                </a:cubicBezTo>
                <a:cubicBezTo>
                  <a:pt x="1626684" y="133803"/>
                  <a:pt x="1648805" y="155266"/>
                  <a:pt x="1674182" y="155266"/>
                </a:cubicBezTo>
                <a:cubicBezTo>
                  <a:pt x="1700208" y="155266"/>
                  <a:pt x="1721899" y="133369"/>
                  <a:pt x="1721899" y="105196"/>
                </a:cubicBezTo>
                <a:moveTo>
                  <a:pt x="1704980" y="103029"/>
                </a:moveTo>
                <a:cubicBezTo>
                  <a:pt x="1704980" y="128600"/>
                  <a:pt x="1690233" y="141385"/>
                  <a:pt x="1674182" y="141385"/>
                </a:cubicBezTo>
                <a:cubicBezTo>
                  <a:pt x="1659217" y="141385"/>
                  <a:pt x="1643599" y="129252"/>
                  <a:pt x="1643599" y="103029"/>
                </a:cubicBezTo>
                <a:cubicBezTo>
                  <a:pt x="1643599" y="76806"/>
                  <a:pt x="1660084" y="66188"/>
                  <a:pt x="1674182" y="66188"/>
                </a:cubicBezTo>
                <a:cubicBezTo>
                  <a:pt x="1689366" y="66188"/>
                  <a:pt x="1704980" y="77458"/>
                  <a:pt x="1704980" y="103029"/>
                </a:cubicBezTo>
                <a:close/>
                <a:moveTo>
                  <a:pt x="1833816" y="67893"/>
                </a:moveTo>
                <a:lnTo>
                  <a:pt x="1831430" y="54227"/>
                </a:lnTo>
                <a:cubicBezTo>
                  <a:pt x="1816246" y="54227"/>
                  <a:pt x="1803666" y="58351"/>
                  <a:pt x="1797160" y="61170"/>
                </a:cubicBezTo>
                <a:cubicBezTo>
                  <a:pt x="1792606" y="57483"/>
                  <a:pt x="1785229" y="54227"/>
                  <a:pt x="1776555" y="54227"/>
                </a:cubicBezTo>
                <a:cubicBezTo>
                  <a:pt x="1757903" y="54227"/>
                  <a:pt x="1742070" y="69845"/>
                  <a:pt x="1742070" y="89584"/>
                </a:cubicBezTo>
                <a:cubicBezTo>
                  <a:pt x="1742070" y="97611"/>
                  <a:pt x="1744890" y="105418"/>
                  <a:pt x="1749225" y="111058"/>
                </a:cubicBezTo>
                <a:cubicBezTo>
                  <a:pt x="1742937" y="119951"/>
                  <a:pt x="1742937" y="128411"/>
                  <a:pt x="1742937" y="129497"/>
                </a:cubicBezTo>
                <a:cubicBezTo>
                  <a:pt x="1742937" y="135133"/>
                  <a:pt x="1744890" y="141425"/>
                  <a:pt x="1748576" y="145979"/>
                </a:cubicBezTo>
                <a:cubicBezTo>
                  <a:pt x="1737298" y="152704"/>
                  <a:pt x="1734696" y="162690"/>
                  <a:pt x="1734696" y="168336"/>
                </a:cubicBezTo>
                <a:cubicBezTo>
                  <a:pt x="1734696" y="184617"/>
                  <a:pt x="1756168" y="197631"/>
                  <a:pt x="1782628" y="197631"/>
                </a:cubicBezTo>
                <a:cubicBezTo>
                  <a:pt x="1809306" y="197631"/>
                  <a:pt x="1830778" y="184835"/>
                  <a:pt x="1830778" y="168118"/>
                </a:cubicBezTo>
                <a:cubicBezTo>
                  <a:pt x="1830778" y="137956"/>
                  <a:pt x="1794555" y="137956"/>
                  <a:pt x="1786100" y="137956"/>
                </a:cubicBezTo>
                <a:lnTo>
                  <a:pt x="1767010" y="137956"/>
                </a:lnTo>
                <a:cubicBezTo>
                  <a:pt x="1764191" y="137956"/>
                  <a:pt x="1754431" y="137956"/>
                  <a:pt x="1754431" y="126491"/>
                </a:cubicBezTo>
                <a:cubicBezTo>
                  <a:pt x="1754431" y="124108"/>
                  <a:pt x="1755298" y="120640"/>
                  <a:pt x="1756817" y="118687"/>
                </a:cubicBezTo>
                <a:cubicBezTo>
                  <a:pt x="1761371" y="121940"/>
                  <a:pt x="1768529" y="124975"/>
                  <a:pt x="1776555" y="124975"/>
                </a:cubicBezTo>
                <a:cubicBezTo>
                  <a:pt x="1796074" y="124975"/>
                  <a:pt x="1811258" y="108927"/>
                  <a:pt x="1811258" y="89621"/>
                </a:cubicBezTo>
                <a:cubicBezTo>
                  <a:pt x="1811258" y="79208"/>
                  <a:pt x="1806486" y="71186"/>
                  <a:pt x="1804100" y="67929"/>
                </a:cubicBezTo>
                <a:lnTo>
                  <a:pt x="1804967" y="68147"/>
                </a:lnTo>
                <a:cubicBezTo>
                  <a:pt x="1809739" y="68147"/>
                  <a:pt x="1815812" y="67280"/>
                  <a:pt x="1821018" y="67280"/>
                </a:cubicBezTo>
                <a:cubicBezTo>
                  <a:pt x="1824923" y="67280"/>
                  <a:pt x="1833816" y="67929"/>
                  <a:pt x="1833816" y="67929"/>
                </a:cubicBezTo>
                <a:lnTo>
                  <a:pt x="1833816" y="67893"/>
                </a:lnTo>
                <a:moveTo>
                  <a:pt x="1796074" y="89621"/>
                </a:moveTo>
                <a:cubicBezTo>
                  <a:pt x="1796074" y="106540"/>
                  <a:pt x="1785881" y="112614"/>
                  <a:pt x="1776555" y="112614"/>
                </a:cubicBezTo>
                <a:cubicBezTo>
                  <a:pt x="1768529" y="112587"/>
                  <a:pt x="1757251" y="107596"/>
                  <a:pt x="1757251" y="89591"/>
                </a:cubicBezTo>
                <a:cubicBezTo>
                  <a:pt x="1757251" y="71583"/>
                  <a:pt x="1768529" y="66592"/>
                  <a:pt x="1776555" y="66592"/>
                </a:cubicBezTo>
                <a:cubicBezTo>
                  <a:pt x="1785881" y="66592"/>
                  <a:pt x="1796074" y="72668"/>
                  <a:pt x="1796074" y="89591"/>
                </a:cubicBezTo>
                <a:lnTo>
                  <a:pt x="1796074" y="89621"/>
                </a:lnTo>
                <a:moveTo>
                  <a:pt x="1815594" y="168561"/>
                </a:moveTo>
                <a:cubicBezTo>
                  <a:pt x="1815594" y="178110"/>
                  <a:pt x="1800628" y="185269"/>
                  <a:pt x="1782846" y="185269"/>
                </a:cubicBezTo>
                <a:cubicBezTo>
                  <a:pt x="1765276" y="185242"/>
                  <a:pt x="1749877" y="178517"/>
                  <a:pt x="1749877" y="168323"/>
                </a:cubicBezTo>
                <a:cubicBezTo>
                  <a:pt x="1749877" y="167671"/>
                  <a:pt x="1749877" y="153572"/>
                  <a:pt x="1766795" y="153572"/>
                </a:cubicBezTo>
                <a:lnTo>
                  <a:pt x="1786315" y="153572"/>
                </a:lnTo>
                <a:cubicBezTo>
                  <a:pt x="1791087" y="153572"/>
                  <a:pt x="1815594" y="153572"/>
                  <a:pt x="1815594" y="168538"/>
                </a:cubicBezTo>
                <a:lnTo>
                  <a:pt x="1815594" y="168561"/>
                </a:lnTo>
                <a:close/>
                <a:moveTo>
                  <a:pt x="1907992" y="68763"/>
                </a:moveTo>
                <a:lnTo>
                  <a:pt x="1907992" y="54227"/>
                </a:lnTo>
                <a:cubicBezTo>
                  <a:pt x="1888687" y="54445"/>
                  <a:pt x="1876760" y="65076"/>
                  <a:pt x="1870035" y="75055"/>
                </a:cubicBezTo>
                <a:lnTo>
                  <a:pt x="1870035" y="55312"/>
                </a:lnTo>
                <a:lnTo>
                  <a:pt x="1854851" y="55312"/>
                </a:lnTo>
                <a:lnTo>
                  <a:pt x="1854851" y="152936"/>
                </a:lnTo>
                <a:lnTo>
                  <a:pt x="1871120" y="152936"/>
                </a:lnTo>
                <a:lnTo>
                  <a:pt x="1871120" y="106510"/>
                </a:lnTo>
                <a:cubicBezTo>
                  <a:pt x="1871120" y="84818"/>
                  <a:pt x="1886735" y="69197"/>
                  <a:pt x="1907992" y="68763"/>
                </a:cubicBezTo>
                <a:close/>
                <a:moveTo>
                  <a:pt x="1999954" y="152883"/>
                </a:moveTo>
                <a:lnTo>
                  <a:pt x="1999954" y="90243"/>
                </a:lnTo>
                <a:cubicBezTo>
                  <a:pt x="1999954" y="68137"/>
                  <a:pt x="1984121" y="52956"/>
                  <a:pt x="1964165" y="52956"/>
                </a:cubicBezTo>
                <a:cubicBezTo>
                  <a:pt x="1950066" y="52956"/>
                  <a:pt x="1940307" y="56428"/>
                  <a:pt x="1930113" y="62286"/>
                </a:cubicBezTo>
                <a:lnTo>
                  <a:pt x="1931414" y="76590"/>
                </a:lnTo>
                <a:cubicBezTo>
                  <a:pt x="1942693" y="68571"/>
                  <a:pt x="1953538" y="65754"/>
                  <a:pt x="1964165" y="65754"/>
                </a:cubicBezTo>
                <a:cubicBezTo>
                  <a:pt x="1974361" y="65754"/>
                  <a:pt x="1983036" y="74423"/>
                  <a:pt x="1983036" y="90462"/>
                </a:cubicBezTo>
                <a:lnTo>
                  <a:pt x="1983036" y="99782"/>
                </a:lnTo>
                <a:cubicBezTo>
                  <a:pt x="1950503" y="100215"/>
                  <a:pt x="1922955" y="109324"/>
                  <a:pt x="1922955" y="128388"/>
                </a:cubicBezTo>
                <a:cubicBezTo>
                  <a:pt x="1922955" y="137705"/>
                  <a:pt x="1928813" y="155266"/>
                  <a:pt x="1947684" y="155266"/>
                </a:cubicBezTo>
                <a:cubicBezTo>
                  <a:pt x="1950718" y="155266"/>
                  <a:pt x="1971105" y="154833"/>
                  <a:pt x="1983688" y="145072"/>
                </a:cubicBezTo>
                <a:lnTo>
                  <a:pt x="1983688" y="152883"/>
                </a:lnTo>
                <a:lnTo>
                  <a:pt x="1999954" y="152883"/>
                </a:lnTo>
                <a:moveTo>
                  <a:pt x="1983036" y="124274"/>
                </a:moveTo>
                <a:cubicBezTo>
                  <a:pt x="1983036" y="128388"/>
                  <a:pt x="1983036" y="133806"/>
                  <a:pt x="1975662" y="137920"/>
                </a:cubicBezTo>
                <a:cubicBezTo>
                  <a:pt x="1969371" y="141819"/>
                  <a:pt x="1961130" y="142037"/>
                  <a:pt x="1958744" y="142037"/>
                </a:cubicBezTo>
                <a:cubicBezTo>
                  <a:pt x="1948332" y="142037"/>
                  <a:pt x="1938573" y="137053"/>
                  <a:pt x="1938573" y="127958"/>
                </a:cubicBezTo>
                <a:cubicBezTo>
                  <a:pt x="1938573" y="112792"/>
                  <a:pt x="1973709" y="111276"/>
                  <a:pt x="1983036" y="110843"/>
                </a:cubicBezTo>
                <a:lnTo>
                  <a:pt x="1983036" y="124274"/>
                </a:lnTo>
                <a:close/>
                <a:moveTo>
                  <a:pt x="2170214" y="152936"/>
                </a:moveTo>
                <a:lnTo>
                  <a:pt x="2170214" y="88287"/>
                </a:lnTo>
                <a:cubicBezTo>
                  <a:pt x="2170214" y="73751"/>
                  <a:pt x="2166742" y="54227"/>
                  <a:pt x="2140498" y="54227"/>
                </a:cubicBezTo>
                <a:cubicBezTo>
                  <a:pt x="2127485" y="54227"/>
                  <a:pt x="2116206" y="60303"/>
                  <a:pt x="2108180" y="72016"/>
                </a:cubicBezTo>
                <a:cubicBezTo>
                  <a:pt x="2102541" y="55531"/>
                  <a:pt x="2087360" y="54227"/>
                  <a:pt x="2080420" y="54227"/>
                </a:cubicBezTo>
                <a:cubicBezTo>
                  <a:pt x="2064803" y="54227"/>
                  <a:pt x="2054610" y="63120"/>
                  <a:pt x="2048755" y="70931"/>
                </a:cubicBezTo>
                <a:lnTo>
                  <a:pt x="2048755" y="55312"/>
                </a:lnTo>
                <a:lnTo>
                  <a:pt x="2033138" y="55312"/>
                </a:lnTo>
                <a:lnTo>
                  <a:pt x="2033138" y="152936"/>
                </a:lnTo>
                <a:lnTo>
                  <a:pt x="2050056" y="152936"/>
                </a:lnTo>
                <a:lnTo>
                  <a:pt x="2050056" y="99785"/>
                </a:lnTo>
                <a:cubicBezTo>
                  <a:pt x="2050056" y="85034"/>
                  <a:pt x="2055910" y="67459"/>
                  <a:pt x="2071961" y="67459"/>
                </a:cubicBezTo>
                <a:cubicBezTo>
                  <a:pt x="2092133" y="67459"/>
                  <a:pt x="2093215" y="81562"/>
                  <a:pt x="2093215" y="89806"/>
                </a:cubicBezTo>
                <a:lnTo>
                  <a:pt x="2093215" y="152936"/>
                </a:lnTo>
                <a:lnTo>
                  <a:pt x="2110133" y="152936"/>
                </a:lnTo>
                <a:lnTo>
                  <a:pt x="2110133" y="99785"/>
                </a:lnTo>
                <a:cubicBezTo>
                  <a:pt x="2110133" y="85034"/>
                  <a:pt x="2115991" y="67459"/>
                  <a:pt x="2132039" y="67459"/>
                </a:cubicBezTo>
                <a:cubicBezTo>
                  <a:pt x="2152210" y="67459"/>
                  <a:pt x="2153295" y="81562"/>
                  <a:pt x="2153295" y="89806"/>
                </a:cubicBezTo>
                <a:lnTo>
                  <a:pt x="2153295" y="152936"/>
                </a:lnTo>
                <a:lnTo>
                  <a:pt x="2170214" y="152936"/>
                </a:lnTo>
                <a:close/>
                <a:moveTo>
                  <a:pt x="2350015" y="144205"/>
                </a:moveTo>
                <a:lnTo>
                  <a:pt x="2348715" y="129685"/>
                </a:lnTo>
                <a:cubicBezTo>
                  <a:pt x="2337651" y="138353"/>
                  <a:pt x="2325939" y="141385"/>
                  <a:pt x="2314878" y="141385"/>
                </a:cubicBezTo>
                <a:cubicBezTo>
                  <a:pt x="2296878" y="141385"/>
                  <a:pt x="2284732" y="125783"/>
                  <a:pt x="2284732" y="104548"/>
                </a:cubicBezTo>
                <a:cubicBezTo>
                  <a:pt x="2284732" y="87642"/>
                  <a:pt x="2292754" y="66840"/>
                  <a:pt x="2315746" y="66840"/>
                </a:cubicBezTo>
                <a:cubicBezTo>
                  <a:pt x="2327024" y="66840"/>
                  <a:pt x="2334398" y="68574"/>
                  <a:pt x="2346329" y="76375"/>
                </a:cubicBezTo>
                <a:lnTo>
                  <a:pt x="2348930" y="62286"/>
                </a:lnTo>
                <a:cubicBezTo>
                  <a:pt x="2336135" y="54908"/>
                  <a:pt x="2328758" y="52956"/>
                  <a:pt x="2315530" y="52956"/>
                </a:cubicBezTo>
                <a:cubicBezTo>
                  <a:pt x="2285381" y="52956"/>
                  <a:pt x="2267814" y="79192"/>
                  <a:pt x="2267814" y="104763"/>
                </a:cubicBezTo>
                <a:cubicBezTo>
                  <a:pt x="2267814" y="131635"/>
                  <a:pt x="2287552" y="155266"/>
                  <a:pt x="2314663" y="155266"/>
                </a:cubicBezTo>
                <a:cubicBezTo>
                  <a:pt x="2326376" y="155266"/>
                  <a:pt x="2338303" y="152231"/>
                  <a:pt x="2350015" y="144205"/>
                </a:cubicBezTo>
                <a:close/>
                <a:moveTo>
                  <a:pt x="2458027" y="105196"/>
                </a:moveTo>
                <a:cubicBezTo>
                  <a:pt x="2458027" y="76157"/>
                  <a:pt x="2436337" y="52956"/>
                  <a:pt x="2410530" y="52956"/>
                </a:cubicBezTo>
                <a:cubicBezTo>
                  <a:pt x="2383852" y="52956"/>
                  <a:pt x="2362813" y="76806"/>
                  <a:pt x="2362813" y="105196"/>
                </a:cubicBezTo>
                <a:cubicBezTo>
                  <a:pt x="2362813" y="133803"/>
                  <a:pt x="2384934" y="155266"/>
                  <a:pt x="2410311" y="155266"/>
                </a:cubicBezTo>
                <a:cubicBezTo>
                  <a:pt x="2436337" y="155266"/>
                  <a:pt x="2458027" y="133369"/>
                  <a:pt x="2458027" y="105196"/>
                </a:cubicBezTo>
                <a:moveTo>
                  <a:pt x="2441109" y="103029"/>
                </a:moveTo>
                <a:cubicBezTo>
                  <a:pt x="2441109" y="128600"/>
                  <a:pt x="2426362" y="141385"/>
                  <a:pt x="2410311" y="141385"/>
                </a:cubicBezTo>
                <a:cubicBezTo>
                  <a:pt x="2395346" y="141385"/>
                  <a:pt x="2379728" y="129252"/>
                  <a:pt x="2379728" y="103029"/>
                </a:cubicBezTo>
                <a:cubicBezTo>
                  <a:pt x="2379728" y="76806"/>
                  <a:pt x="2396213" y="66188"/>
                  <a:pt x="2410311" y="66188"/>
                </a:cubicBezTo>
                <a:cubicBezTo>
                  <a:pt x="2425495" y="66188"/>
                  <a:pt x="2441109" y="77458"/>
                  <a:pt x="2441109" y="103029"/>
                </a:cubicBezTo>
                <a:close/>
                <a:moveTo>
                  <a:pt x="2535675" y="68763"/>
                </a:moveTo>
                <a:lnTo>
                  <a:pt x="2535675" y="54227"/>
                </a:lnTo>
                <a:cubicBezTo>
                  <a:pt x="2516371" y="54445"/>
                  <a:pt x="2504443" y="65076"/>
                  <a:pt x="2497718" y="75055"/>
                </a:cubicBezTo>
                <a:lnTo>
                  <a:pt x="2497718" y="55312"/>
                </a:lnTo>
                <a:lnTo>
                  <a:pt x="2482534" y="55312"/>
                </a:lnTo>
                <a:lnTo>
                  <a:pt x="2482534" y="152936"/>
                </a:lnTo>
                <a:lnTo>
                  <a:pt x="2498804" y="152936"/>
                </a:lnTo>
                <a:lnTo>
                  <a:pt x="2498804" y="106510"/>
                </a:lnTo>
                <a:cubicBezTo>
                  <a:pt x="2498804" y="84818"/>
                  <a:pt x="2514418" y="69197"/>
                  <a:pt x="2535675" y="68763"/>
                </a:cubicBezTo>
                <a:close/>
                <a:moveTo>
                  <a:pt x="2609852" y="68763"/>
                </a:moveTo>
                <a:lnTo>
                  <a:pt x="2609852" y="54227"/>
                </a:lnTo>
                <a:cubicBezTo>
                  <a:pt x="2590547" y="54445"/>
                  <a:pt x="2578620" y="65076"/>
                  <a:pt x="2571895" y="75055"/>
                </a:cubicBezTo>
                <a:lnTo>
                  <a:pt x="2571895" y="55312"/>
                </a:lnTo>
                <a:lnTo>
                  <a:pt x="2556711" y="55312"/>
                </a:lnTo>
                <a:lnTo>
                  <a:pt x="2556711" y="152936"/>
                </a:lnTo>
                <a:lnTo>
                  <a:pt x="2572980" y="152936"/>
                </a:lnTo>
                <a:lnTo>
                  <a:pt x="2572980" y="106510"/>
                </a:lnTo>
                <a:cubicBezTo>
                  <a:pt x="2572980" y="84818"/>
                  <a:pt x="2588595" y="69197"/>
                  <a:pt x="2609852" y="68763"/>
                </a:cubicBezTo>
                <a:close/>
                <a:moveTo>
                  <a:pt x="2702896" y="105488"/>
                </a:moveTo>
                <a:cubicBezTo>
                  <a:pt x="2702896" y="98114"/>
                  <a:pt x="2702681" y="81830"/>
                  <a:pt x="2694222" y="68796"/>
                </a:cubicBezTo>
                <a:cubicBezTo>
                  <a:pt x="2685329" y="55342"/>
                  <a:pt x="2672098" y="52956"/>
                  <a:pt x="2664291" y="52956"/>
                </a:cubicBezTo>
                <a:cubicBezTo>
                  <a:pt x="2640217" y="52956"/>
                  <a:pt x="2620695" y="75965"/>
                  <a:pt x="2620695" y="103972"/>
                </a:cubicBezTo>
                <a:cubicBezTo>
                  <a:pt x="2620695" y="132522"/>
                  <a:pt x="2641518" y="155266"/>
                  <a:pt x="2667544" y="155266"/>
                </a:cubicBezTo>
                <a:cubicBezTo>
                  <a:pt x="2681209" y="155266"/>
                  <a:pt x="2693570" y="150063"/>
                  <a:pt x="2702029" y="143990"/>
                </a:cubicBezTo>
                <a:lnTo>
                  <a:pt x="2700728" y="129927"/>
                </a:lnTo>
                <a:cubicBezTo>
                  <a:pt x="2687063" y="141170"/>
                  <a:pt x="2672750" y="142037"/>
                  <a:pt x="2667762" y="142037"/>
                </a:cubicBezTo>
                <a:cubicBezTo>
                  <a:pt x="2650411" y="142037"/>
                  <a:pt x="2636527" y="126683"/>
                  <a:pt x="2635879" y="105488"/>
                </a:cubicBezTo>
                <a:lnTo>
                  <a:pt x="2702896" y="105488"/>
                </a:lnTo>
                <a:moveTo>
                  <a:pt x="2690535" y="93559"/>
                </a:moveTo>
                <a:lnTo>
                  <a:pt x="2636961" y="93559"/>
                </a:lnTo>
                <a:cubicBezTo>
                  <a:pt x="2640432" y="77051"/>
                  <a:pt x="2651926" y="66188"/>
                  <a:pt x="2664291" y="66188"/>
                </a:cubicBezTo>
                <a:cubicBezTo>
                  <a:pt x="2675569" y="66188"/>
                  <a:pt x="2687715" y="73575"/>
                  <a:pt x="2690535" y="93559"/>
                </a:cubicBezTo>
                <a:close/>
                <a:moveTo>
                  <a:pt x="2799414" y="144205"/>
                </a:moveTo>
                <a:lnTo>
                  <a:pt x="2798113" y="129685"/>
                </a:lnTo>
                <a:cubicBezTo>
                  <a:pt x="2787050" y="138353"/>
                  <a:pt x="2775338" y="141385"/>
                  <a:pt x="2764277" y="141385"/>
                </a:cubicBezTo>
                <a:cubicBezTo>
                  <a:pt x="2746277" y="141385"/>
                  <a:pt x="2734131" y="125783"/>
                  <a:pt x="2734131" y="104548"/>
                </a:cubicBezTo>
                <a:cubicBezTo>
                  <a:pt x="2734131" y="87642"/>
                  <a:pt x="2742153" y="66840"/>
                  <a:pt x="2765144" y="66840"/>
                </a:cubicBezTo>
                <a:cubicBezTo>
                  <a:pt x="2776423" y="66840"/>
                  <a:pt x="2783797" y="68574"/>
                  <a:pt x="2795727" y="76375"/>
                </a:cubicBezTo>
                <a:lnTo>
                  <a:pt x="2798329" y="62286"/>
                </a:lnTo>
                <a:cubicBezTo>
                  <a:pt x="2785534" y="54908"/>
                  <a:pt x="2778157" y="52956"/>
                  <a:pt x="2764929" y="52956"/>
                </a:cubicBezTo>
                <a:cubicBezTo>
                  <a:pt x="2734780" y="52956"/>
                  <a:pt x="2717213" y="79192"/>
                  <a:pt x="2717213" y="104763"/>
                </a:cubicBezTo>
                <a:cubicBezTo>
                  <a:pt x="2717213" y="131635"/>
                  <a:pt x="2736951" y="155266"/>
                  <a:pt x="2764062" y="155266"/>
                </a:cubicBezTo>
                <a:cubicBezTo>
                  <a:pt x="2775774" y="155266"/>
                  <a:pt x="2787702" y="152231"/>
                  <a:pt x="2799414" y="144205"/>
                </a:cubicBezTo>
                <a:close/>
                <a:moveTo>
                  <a:pt x="2877710" y="147025"/>
                </a:moveTo>
                <a:lnTo>
                  <a:pt x="2874242" y="134226"/>
                </a:lnTo>
                <a:cubicBezTo>
                  <a:pt x="2868602" y="138784"/>
                  <a:pt x="2861662" y="141385"/>
                  <a:pt x="2854722" y="141385"/>
                </a:cubicBezTo>
                <a:cubicBezTo>
                  <a:pt x="2846697" y="141385"/>
                  <a:pt x="2843659" y="134878"/>
                  <a:pt x="2843659" y="123377"/>
                </a:cubicBezTo>
                <a:lnTo>
                  <a:pt x="2843659" y="69140"/>
                </a:lnTo>
                <a:lnTo>
                  <a:pt x="2874242" y="69140"/>
                </a:lnTo>
                <a:lnTo>
                  <a:pt x="2874242" y="56557"/>
                </a:lnTo>
                <a:lnTo>
                  <a:pt x="2843659" y="56557"/>
                </a:lnTo>
                <a:lnTo>
                  <a:pt x="2843659" y="29020"/>
                </a:lnTo>
                <a:lnTo>
                  <a:pt x="2828693" y="29020"/>
                </a:lnTo>
                <a:lnTo>
                  <a:pt x="2828693" y="56557"/>
                </a:lnTo>
                <a:lnTo>
                  <a:pt x="2809826" y="56557"/>
                </a:lnTo>
                <a:lnTo>
                  <a:pt x="2809826" y="69140"/>
                </a:lnTo>
                <a:lnTo>
                  <a:pt x="2828044" y="69140"/>
                </a:lnTo>
                <a:lnTo>
                  <a:pt x="2828044" y="127067"/>
                </a:lnTo>
                <a:cubicBezTo>
                  <a:pt x="2828044" y="140084"/>
                  <a:pt x="2831079" y="155266"/>
                  <a:pt x="2846045" y="155266"/>
                </a:cubicBezTo>
                <a:cubicBezTo>
                  <a:pt x="2861229" y="155266"/>
                  <a:pt x="2872289" y="149845"/>
                  <a:pt x="2877710" y="147025"/>
                </a:cubicBezTo>
                <a:close/>
                <a:moveTo>
                  <a:pt x="3060334" y="104551"/>
                </a:moveTo>
                <a:cubicBezTo>
                  <a:pt x="3060334" y="77653"/>
                  <a:pt x="3045584" y="54227"/>
                  <a:pt x="3025197" y="54227"/>
                </a:cubicBezTo>
                <a:cubicBezTo>
                  <a:pt x="3016738" y="54237"/>
                  <a:pt x="3003292" y="56411"/>
                  <a:pt x="2990279" y="67052"/>
                </a:cubicBezTo>
                <a:lnTo>
                  <a:pt x="2990279" y="2330"/>
                </a:lnTo>
                <a:lnTo>
                  <a:pt x="2974009" y="2330"/>
                </a:lnTo>
                <a:lnTo>
                  <a:pt x="2974009" y="152946"/>
                </a:lnTo>
                <a:lnTo>
                  <a:pt x="2990928" y="152883"/>
                </a:lnTo>
                <a:lnTo>
                  <a:pt x="2990928" y="142904"/>
                </a:lnTo>
                <a:cubicBezTo>
                  <a:pt x="2996133" y="147677"/>
                  <a:pt x="3005460" y="155266"/>
                  <a:pt x="3019992" y="155266"/>
                </a:cubicBezTo>
                <a:cubicBezTo>
                  <a:pt x="3041682" y="155266"/>
                  <a:pt x="3060334" y="133587"/>
                  <a:pt x="3060334" y="104551"/>
                </a:cubicBezTo>
                <a:moveTo>
                  <a:pt x="3043416" y="104551"/>
                </a:moveTo>
                <a:cubicBezTo>
                  <a:pt x="3043416" y="132720"/>
                  <a:pt x="3025197" y="142037"/>
                  <a:pt x="3011966" y="142037"/>
                </a:cubicBezTo>
                <a:cubicBezTo>
                  <a:pt x="3003507" y="142037"/>
                  <a:pt x="2996352" y="138135"/>
                  <a:pt x="2990928" y="128169"/>
                </a:cubicBezTo>
                <a:lnTo>
                  <a:pt x="2990928" y="80281"/>
                </a:lnTo>
                <a:cubicBezTo>
                  <a:pt x="2994399" y="75051"/>
                  <a:pt x="3002206" y="67459"/>
                  <a:pt x="3014137" y="67459"/>
                </a:cubicBezTo>
                <a:cubicBezTo>
                  <a:pt x="3026932" y="67459"/>
                  <a:pt x="3043416" y="76786"/>
                  <a:pt x="3043416" y="104551"/>
                </a:cubicBezTo>
                <a:close/>
                <a:moveTo>
                  <a:pt x="3157068" y="152883"/>
                </a:moveTo>
                <a:lnTo>
                  <a:pt x="3157068" y="90243"/>
                </a:lnTo>
                <a:cubicBezTo>
                  <a:pt x="3157068" y="68137"/>
                  <a:pt x="3141235" y="52956"/>
                  <a:pt x="3121279" y="52956"/>
                </a:cubicBezTo>
                <a:cubicBezTo>
                  <a:pt x="3107181" y="52956"/>
                  <a:pt x="3097421" y="56428"/>
                  <a:pt x="3087228" y="62286"/>
                </a:cubicBezTo>
                <a:lnTo>
                  <a:pt x="3088528" y="76590"/>
                </a:lnTo>
                <a:cubicBezTo>
                  <a:pt x="3099807" y="68571"/>
                  <a:pt x="3110652" y="65754"/>
                  <a:pt x="3121279" y="65754"/>
                </a:cubicBezTo>
                <a:cubicBezTo>
                  <a:pt x="3131476" y="65754"/>
                  <a:pt x="3140150" y="74423"/>
                  <a:pt x="3140150" y="90462"/>
                </a:cubicBezTo>
                <a:lnTo>
                  <a:pt x="3140150" y="99782"/>
                </a:lnTo>
                <a:cubicBezTo>
                  <a:pt x="3107618" y="100215"/>
                  <a:pt x="3080069" y="109324"/>
                  <a:pt x="3080069" y="128388"/>
                </a:cubicBezTo>
                <a:cubicBezTo>
                  <a:pt x="3080069" y="137705"/>
                  <a:pt x="3085927" y="155266"/>
                  <a:pt x="3104798" y="155266"/>
                </a:cubicBezTo>
                <a:cubicBezTo>
                  <a:pt x="3107833" y="155266"/>
                  <a:pt x="3128219" y="154833"/>
                  <a:pt x="3140802" y="145072"/>
                </a:cubicBezTo>
                <a:lnTo>
                  <a:pt x="3140802" y="152883"/>
                </a:lnTo>
                <a:lnTo>
                  <a:pt x="3157068" y="152883"/>
                </a:lnTo>
                <a:moveTo>
                  <a:pt x="3140150" y="124274"/>
                </a:moveTo>
                <a:cubicBezTo>
                  <a:pt x="3140150" y="128388"/>
                  <a:pt x="3140150" y="133806"/>
                  <a:pt x="3132776" y="137920"/>
                </a:cubicBezTo>
                <a:cubicBezTo>
                  <a:pt x="3126485" y="141819"/>
                  <a:pt x="3118244" y="142037"/>
                  <a:pt x="3115858" y="142037"/>
                </a:cubicBezTo>
                <a:cubicBezTo>
                  <a:pt x="3105447" y="142037"/>
                  <a:pt x="3095687" y="137053"/>
                  <a:pt x="3095687" y="127958"/>
                </a:cubicBezTo>
                <a:cubicBezTo>
                  <a:pt x="3095687" y="112792"/>
                  <a:pt x="3130824" y="111276"/>
                  <a:pt x="3140150" y="110843"/>
                </a:cubicBezTo>
                <a:lnTo>
                  <a:pt x="3140150" y="124274"/>
                </a:lnTo>
                <a:close/>
                <a:moveTo>
                  <a:pt x="3250766" y="125134"/>
                </a:moveTo>
                <a:cubicBezTo>
                  <a:pt x="3250766" y="113213"/>
                  <a:pt x="3242740" y="105845"/>
                  <a:pt x="3242307" y="105196"/>
                </a:cubicBezTo>
                <a:cubicBezTo>
                  <a:pt x="3233848" y="97611"/>
                  <a:pt x="3227990" y="96310"/>
                  <a:pt x="3217145" y="94360"/>
                </a:cubicBezTo>
                <a:cubicBezTo>
                  <a:pt x="3205217" y="91977"/>
                  <a:pt x="3195239" y="89810"/>
                  <a:pt x="3195239" y="79192"/>
                </a:cubicBezTo>
                <a:cubicBezTo>
                  <a:pt x="3195239" y="65754"/>
                  <a:pt x="3210857" y="65754"/>
                  <a:pt x="3213676" y="65754"/>
                </a:cubicBezTo>
                <a:cubicBezTo>
                  <a:pt x="3220616" y="65754"/>
                  <a:pt x="3232110" y="66622"/>
                  <a:pt x="3244474" y="73989"/>
                </a:cubicBezTo>
                <a:lnTo>
                  <a:pt x="3247076" y="59900"/>
                </a:lnTo>
                <a:cubicBezTo>
                  <a:pt x="3235800" y="54693"/>
                  <a:pt x="3226908" y="52956"/>
                  <a:pt x="3215844" y="52956"/>
                </a:cubicBezTo>
                <a:cubicBezTo>
                  <a:pt x="3210423" y="52956"/>
                  <a:pt x="3179840" y="52956"/>
                  <a:pt x="3179840" y="81360"/>
                </a:cubicBezTo>
                <a:cubicBezTo>
                  <a:pt x="3179840" y="91977"/>
                  <a:pt x="3186131" y="98911"/>
                  <a:pt x="3191552" y="103029"/>
                </a:cubicBezTo>
                <a:cubicBezTo>
                  <a:pt x="3198277" y="107798"/>
                  <a:pt x="3203049" y="108662"/>
                  <a:pt x="3214977" y="111048"/>
                </a:cubicBezTo>
                <a:cubicBezTo>
                  <a:pt x="3222784" y="112564"/>
                  <a:pt x="3235363" y="115165"/>
                  <a:pt x="3235363" y="126650"/>
                </a:cubicBezTo>
                <a:cubicBezTo>
                  <a:pt x="3235363" y="141604"/>
                  <a:pt x="3218230" y="141604"/>
                  <a:pt x="3214977" y="141604"/>
                </a:cubicBezTo>
                <a:cubicBezTo>
                  <a:pt x="3197410" y="141604"/>
                  <a:pt x="3185264" y="133584"/>
                  <a:pt x="3181359" y="130983"/>
                </a:cubicBezTo>
                <a:lnTo>
                  <a:pt x="3178758" y="145724"/>
                </a:lnTo>
                <a:cubicBezTo>
                  <a:pt x="3185698" y="149193"/>
                  <a:pt x="3197625" y="155266"/>
                  <a:pt x="3215195" y="155266"/>
                </a:cubicBezTo>
                <a:cubicBezTo>
                  <a:pt x="3219097" y="155266"/>
                  <a:pt x="3231028" y="155266"/>
                  <a:pt x="3240354" y="148326"/>
                </a:cubicBezTo>
                <a:cubicBezTo>
                  <a:pt x="3247076" y="143119"/>
                  <a:pt x="3250766" y="134451"/>
                  <a:pt x="3250766" y="125134"/>
                </a:cubicBezTo>
                <a:close/>
                <a:moveTo>
                  <a:pt x="3345544" y="105488"/>
                </a:moveTo>
                <a:cubicBezTo>
                  <a:pt x="3345544" y="98114"/>
                  <a:pt x="3345329" y="81830"/>
                  <a:pt x="3336870" y="68796"/>
                </a:cubicBezTo>
                <a:cubicBezTo>
                  <a:pt x="3327977" y="55342"/>
                  <a:pt x="3314746" y="52956"/>
                  <a:pt x="3306939" y="52956"/>
                </a:cubicBezTo>
                <a:cubicBezTo>
                  <a:pt x="3282866" y="52956"/>
                  <a:pt x="3263343" y="75965"/>
                  <a:pt x="3263343" y="103972"/>
                </a:cubicBezTo>
                <a:cubicBezTo>
                  <a:pt x="3263343" y="132522"/>
                  <a:pt x="3284166" y="155266"/>
                  <a:pt x="3310192" y="155266"/>
                </a:cubicBezTo>
                <a:cubicBezTo>
                  <a:pt x="3323857" y="155266"/>
                  <a:pt x="3336218" y="150063"/>
                  <a:pt x="3344677" y="143990"/>
                </a:cubicBezTo>
                <a:lnTo>
                  <a:pt x="3343377" y="129927"/>
                </a:lnTo>
                <a:cubicBezTo>
                  <a:pt x="3329712" y="141170"/>
                  <a:pt x="3315398" y="142037"/>
                  <a:pt x="3310411" y="142037"/>
                </a:cubicBezTo>
                <a:cubicBezTo>
                  <a:pt x="3293059" y="142037"/>
                  <a:pt x="3279176" y="126683"/>
                  <a:pt x="3278527" y="105488"/>
                </a:cubicBezTo>
                <a:lnTo>
                  <a:pt x="3345544" y="105488"/>
                </a:lnTo>
                <a:moveTo>
                  <a:pt x="3333183" y="93559"/>
                </a:moveTo>
                <a:lnTo>
                  <a:pt x="3279609" y="93559"/>
                </a:lnTo>
                <a:cubicBezTo>
                  <a:pt x="3283081" y="77051"/>
                  <a:pt x="3294575" y="66188"/>
                  <a:pt x="3306939" y="66188"/>
                </a:cubicBezTo>
                <a:cubicBezTo>
                  <a:pt x="3318218" y="66188"/>
                  <a:pt x="3330364" y="73575"/>
                  <a:pt x="3333183" y="93559"/>
                </a:cubicBezTo>
                <a:close/>
                <a:moveTo>
                  <a:pt x="3446183" y="152966"/>
                </a:moveTo>
                <a:lnTo>
                  <a:pt x="3446183" y="2330"/>
                </a:lnTo>
                <a:lnTo>
                  <a:pt x="3429917" y="2330"/>
                </a:lnTo>
                <a:lnTo>
                  <a:pt x="3429917" y="66205"/>
                </a:lnTo>
                <a:cubicBezTo>
                  <a:pt x="3418423" y="56613"/>
                  <a:pt x="3406277" y="54227"/>
                  <a:pt x="3398251" y="54227"/>
                </a:cubicBezTo>
                <a:cubicBezTo>
                  <a:pt x="3376779" y="54227"/>
                  <a:pt x="3359861" y="76786"/>
                  <a:pt x="3359861" y="104760"/>
                </a:cubicBezTo>
                <a:cubicBezTo>
                  <a:pt x="3359861" y="133174"/>
                  <a:pt x="3376561" y="155266"/>
                  <a:pt x="3397166" y="155266"/>
                </a:cubicBezTo>
                <a:cubicBezTo>
                  <a:pt x="3404324" y="155266"/>
                  <a:pt x="3417119" y="153317"/>
                  <a:pt x="3429265" y="141604"/>
                </a:cubicBezTo>
                <a:lnTo>
                  <a:pt x="3429265" y="152883"/>
                </a:lnTo>
                <a:lnTo>
                  <a:pt x="3446183" y="152966"/>
                </a:lnTo>
                <a:moveTo>
                  <a:pt x="3429265" y="122761"/>
                </a:moveTo>
                <a:cubicBezTo>
                  <a:pt x="3429265" y="125796"/>
                  <a:pt x="3429050" y="129702"/>
                  <a:pt x="3422110" y="135990"/>
                </a:cubicBezTo>
                <a:cubicBezTo>
                  <a:pt x="3417119" y="140309"/>
                  <a:pt x="3411698" y="142037"/>
                  <a:pt x="3406058" y="142037"/>
                </a:cubicBezTo>
                <a:cubicBezTo>
                  <a:pt x="3392612" y="142037"/>
                  <a:pt x="3376779" y="131870"/>
                  <a:pt x="3376779" y="104978"/>
                </a:cubicBezTo>
                <a:cubicBezTo>
                  <a:pt x="3376779" y="76352"/>
                  <a:pt x="3395432" y="67459"/>
                  <a:pt x="3408226" y="67459"/>
                </a:cubicBezTo>
                <a:cubicBezTo>
                  <a:pt x="3417986" y="67505"/>
                  <a:pt x="3424496" y="72493"/>
                  <a:pt x="3429265" y="79434"/>
                </a:cubicBezTo>
                <a:lnTo>
                  <a:pt x="3429265" y="122761"/>
                </a:lnTo>
                <a:close/>
                <a:moveTo>
                  <a:pt x="3638132" y="105196"/>
                </a:moveTo>
                <a:cubicBezTo>
                  <a:pt x="3638132" y="76157"/>
                  <a:pt x="3616442" y="52956"/>
                  <a:pt x="3590635" y="52956"/>
                </a:cubicBezTo>
                <a:cubicBezTo>
                  <a:pt x="3563957" y="52956"/>
                  <a:pt x="3542918" y="76806"/>
                  <a:pt x="3542918" y="105196"/>
                </a:cubicBezTo>
                <a:cubicBezTo>
                  <a:pt x="3542918" y="133803"/>
                  <a:pt x="3565039" y="155266"/>
                  <a:pt x="3590416" y="155266"/>
                </a:cubicBezTo>
                <a:cubicBezTo>
                  <a:pt x="3616442" y="155266"/>
                  <a:pt x="3638132" y="133369"/>
                  <a:pt x="3638132" y="105196"/>
                </a:cubicBezTo>
                <a:moveTo>
                  <a:pt x="3621214" y="103029"/>
                </a:moveTo>
                <a:cubicBezTo>
                  <a:pt x="3621214" y="128600"/>
                  <a:pt x="3606467" y="141385"/>
                  <a:pt x="3590416" y="141385"/>
                </a:cubicBezTo>
                <a:cubicBezTo>
                  <a:pt x="3575451" y="141385"/>
                  <a:pt x="3559833" y="129252"/>
                  <a:pt x="3559833" y="103029"/>
                </a:cubicBezTo>
                <a:cubicBezTo>
                  <a:pt x="3559833" y="76806"/>
                  <a:pt x="3576318" y="66188"/>
                  <a:pt x="3590416" y="66188"/>
                </a:cubicBezTo>
                <a:cubicBezTo>
                  <a:pt x="3605600" y="66188"/>
                  <a:pt x="3621214" y="77458"/>
                  <a:pt x="3621214" y="103029"/>
                </a:cubicBezTo>
                <a:close/>
                <a:moveTo>
                  <a:pt x="3739204" y="152936"/>
                </a:moveTo>
                <a:lnTo>
                  <a:pt x="3739204" y="88287"/>
                </a:lnTo>
                <a:cubicBezTo>
                  <a:pt x="3739204" y="73969"/>
                  <a:pt x="3735951" y="54227"/>
                  <a:pt x="3709488" y="54227"/>
                </a:cubicBezTo>
                <a:cubicBezTo>
                  <a:pt x="3689969" y="54227"/>
                  <a:pt x="3679342" y="68978"/>
                  <a:pt x="3678042" y="70712"/>
                </a:cubicBezTo>
                <a:lnTo>
                  <a:pt x="3678042" y="55312"/>
                </a:lnTo>
                <a:lnTo>
                  <a:pt x="3662424" y="55312"/>
                </a:lnTo>
                <a:lnTo>
                  <a:pt x="3662424" y="152936"/>
                </a:lnTo>
                <a:lnTo>
                  <a:pt x="3679342" y="152936"/>
                </a:lnTo>
                <a:lnTo>
                  <a:pt x="3679342" y="99785"/>
                </a:lnTo>
                <a:cubicBezTo>
                  <a:pt x="3679342" y="85467"/>
                  <a:pt x="3684763" y="67459"/>
                  <a:pt x="3701248" y="67459"/>
                </a:cubicBezTo>
                <a:cubicBezTo>
                  <a:pt x="3722068" y="67459"/>
                  <a:pt x="3722286" y="82862"/>
                  <a:pt x="3722286" y="89806"/>
                </a:cubicBezTo>
                <a:lnTo>
                  <a:pt x="3722286" y="152936"/>
                </a:lnTo>
                <a:lnTo>
                  <a:pt x="3739204" y="152936"/>
                </a:lnTo>
                <a:close/>
                <a:moveTo>
                  <a:pt x="3901219" y="147025"/>
                </a:moveTo>
                <a:lnTo>
                  <a:pt x="3897751" y="134226"/>
                </a:lnTo>
                <a:cubicBezTo>
                  <a:pt x="3892111" y="138784"/>
                  <a:pt x="3885171" y="141385"/>
                  <a:pt x="3878231" y="141385"/>
                </a:cubicBezTo>
                <a:cubicBezTo>
                  <a:pt x="3870206" y="141385"/>
                  <a:pt x="3867168" y="134878"/>
                  <a:pt x="3867168" y="123377"/>
                </a:cubicBezTo>
                <a:lnTo>
                  <a:pt x="3867168" y="69140"/>
                </a:lnTo>
                <a:lnTo>
                  <a:pt x="3897751" y="69140"/>
                </a:lnTo>
                <a:lnTo>
                  <a:pt x="3897751" y="56557"/>
                </a:lnTo>
                <a:lnTo>
                  <a:pt x="3867168" y="56557"/>
                </a:lnTo>
                <a:lnTo>
                  <a:pt x="3867168" y="29020"/>
                </a:lnTo>
                <a:lnTo>
                  <a:pt x="3852202" y="29020"/>
                </a:lnTo>
                <a:lnTo>
                  <a:pt x="3852202" y="56557"/>
                </a:lnTo>
                <a:lnTo>
                  <a:pt x="3833335" y="56557"/>
                </a:lnTo>
                <a:lnTo>
                  <a:pt x="3833335" y="69140"/>
                </a:lnTo>
                <a:lnTo>
                  <a:pt x="3851553" y="69140"/>
                </a:lnTo>
                <a:lnTo>
                  <a:pt x="3851553" y="127067"/>
                </a:lnTo>
                <a:cubicBezTo>
                  <a:pt x="3851553" y="140084"/>
                  <a:pt x="3854588" y="155266"/>
                  <a:pt x="3869554" y="155266"/>
                </a:cubicBezTo>
                <a:cubicBezTo>
                  <a:pt x="3884738" y="155266"/>
                  <a:pt x="3895798" y="149845"/>
                  <a:pt x="3901219" y="147025"/>
                </a:cubicBezTo>
                <a:close/>
                <a:moveTo>
                  <a:pt x="4001859" y="152936"/>
                </a:moveTo>
                <a:lnTo>
                  <a:pt x="4001859" y="88287"/>
                </a:lnTo>
                <a:cubicBezTo>
                  <a:pt x="4001859" y="73969"/>
                  <a:pt x="3998606" y="54227"/>
                  <a:pt x="3972143" y="54227"/>
                </a:cubicBezTo>
                <a:cubicBezTo>
                  <a:pt x="3958696" y="54227"/>
                  <a:pt x="3948285" y="60952"/>
                  <a:pt x="3941345" y="69845"/>
                </a:cubicBezTo>
                <a:lnTo>
                  <a:pt x="3941345" y="2330"/>
                </a:lnTo>
                <a:lnTo>
                  <a:pt x="3925079" y="2330"/>
                </a:lnTo>
                <a:lnTo>
                  <a:pt x="3925079" y="152936"/>
                </a:lnTo>
                <a:lnTo>
                  <a:pt x="3941997" y="152936"/>
                </a:lnTo>
                <a:lnTo>
                  <a:pt x="3941997" y="99785"/>
                </a:lnTo>
                <a:cubicBezTo>
                  <a:pt x="3941997" y="85467"/>
                  <a:pt x="3947418" y="67459"/>
                  <a:pt x="3963902" y="67459"/>
                </a:cubicBezTo>
                <a:cubicBezTo>
                  <a:pt x="3984722" y="67459"/>
                  <a:pt x="3984941" y="82862"/>
                  <a:pt x="3984941" y="89806"/>
                </a:cubicBezTo>
                <a:lnTo>
                  <a:pt x="3984941" y="152936"/>
                </a:lnTo>
                <a:lnTo>
                  <a:pt x="4001859" y="152936"/>
                </a:lnTo>
                <a:close/>
                <a:moveTo>
                  <a:pt x="4109435" y="105488"/>
                </a:moveTo>
                <a:cubicBezTo>
                  <a:pt x="4109435" y="98114"/>
                  <a:pt x="4109220" y="81830"/>
                  <a:pt x="4100760" y="68796"/>
                </a:cubicBezTo>
                <a:cubicBezTo>
                  <a:pt x="4091868" y="55342"/>
                  <a:pt x="4078636" y="52956"/>
                  <a:pt x="4070829" y="52956"/>
                </a:cubicBezTo>
                <a:cubicBezTo>
                  <a:pt x="4046756" y="52956"/>
                  <a:pt x="4027233" y="75965"/>
                  <a:pt x="4027233" y="103972"/>
                </a:cubicBezTo>
                <a:cubicBezTo>
                  <a:pt x="4027233" y="132522"/>
                  <a:pt x="4048057" y="155266"/>
                  <a:pt x="4074083" y="155266"/>
                </a:cubicBezTo>
                <a:cubicBezTo>
                  <a:pt x="4087748" y="155266"/>
                  <a:pt x="4100108" y="150063"/>
                  <a:pt x="4108568" y="143990"/>
                </a:cubicBezTo>
                <a:lnTo>
                  <a:pt x="4107267" y="129927"/>
                </a:lnTo>
                <a:cubicBezTo>
                  <a:pt x="4093602" y="141170"/>
                  <a:pt x="4079288" y="142037"/>
                  <a:pt x="4074301" y="142037"/>
                </a:cubicBezTo>
                <a:cubicBezTo>
                  <a:pt x="4056949" y="142037"/>
                  <a:pt x="4043066" y="126683"/>
                  <a:pt x="4042417" y="105488"/>
                </a:cubicBezTo>
                <a:lnTo>
                  <a:pt x="4109435" y="105488"/>
                </a:lnTo>
                <a:moveTo>
                  <a:pt x="4097074" y="93559"/>
                </a:moveTo>
                <a:lnTo>
                  <a:pt x="4043500" y="93559"/>
                </a:lnTo>
                <a:cubicBezTo>
                  <a:pt x="4046971" y="77051"/>
                  <a:pt x="4058465" y="66188"/>
                  <a:pt x="4070829" y="66188"/>
                </a:cubicBezTo>
                <a:cubicBezTo>
                  <a:pt x="4082108" y="66188"/>
                  <a:pt x="4094254" y="73575"/>
                  <a:pt x="4097074" y="93559"/>
                </a:cubicBezTo>
                <a:close/>
                <a:moveTo>
                  <a:pt x="4292276" y="104531"/>
                </a:moveTo>
                <a:cubicBezTo>
                  <a:pt x="4292276" y="78517"/>
                  <a:pt x="4278611" y="54227"/>
                  <a:pt x="4257791" y="54227"/>
                </a:cubicBezTo>
                <a:cubicBezTo>
                  <a:pt x="4244775" y="54227"/>
                  <a:pt x="4232195" y="58784"/>
                  <a:pt x="4222220" y="67244"/>
                </a:cubicBezTo>
                <a:lnTo>
                  <a:pt x="4222220" y="56613"/>
                </a:lnTo>
                <a:lnTo>
                  <a:pt x="4205951" y="56613"/>
                </a:lnTo>
                <a:lnTo>
                  <a:pt x="4205951" y="194877"/>
                </a:lnTo>
                <a:lnTo>
                  <a:pt x="4222869" y="194877"/>
                </a:lnTo>
                <a:lnTo>
                  <a:pt x="4222869" y="142904"/>
                </a:lnTo>
                <a:cubicBezTo>
                  <a:pt x="4229594" y="149193"/>
                  <a:pt x="4239135" y="155266"/>
                  <a:pt x="4252151" y="155266"/>
                </a:cubicBezTo>
                <a:cubicBezTo>
                  <a:pt x="4273190" y="155266"/>
                  <a:pt x="4292276" y="134014"/>
                  <a:pt x="4292276" y="104531"/>
                </a:cubicBezTo>
                <a:moveTo>
                  <a:pt x="4275358" y="104531"/>
                </a:moveTo>
                <a:cubicBezTo>
                  <a:pt x="4275358" y="126862"/>
                  <a:pt x="4259958" y="142037"/>
                  <a:pt x="4243692" y="142037"/>
                </a:cubicBezTo>
                <a:cubicBezTo>
                  <a:pt x="4235233" y="142037"/>
                  <a:pt x="4229375" y="137701"/>
                  <a:pt x="4225040" y="131846"/>
                </a:cubicBezTo>
                <a:cubicBezTo>
                  <a:pt x="4222869" y="128596"/>
                  <a:pt x="4222869" y="128163"/>
                  <a:pt x="4222869" y="124261"/>
                </a:cubicBezTo>
                <a:lnTo>
                  <a:pt x="4222869" y="80685"/>
                </a:lnTo>
                <a:cubicBezTo>
                  <a:pt x="4228075" y="73095"/>
                  <a:pt x="4236534" y="68111"/>
                  <a:pt x="4245860" y="68111"/>
                </a:cubicBezTo>
                <a:cubicBezTo>
                  <a:pt x="4262345" y="68111"/>
                  <a:pt x="4275358" y="84587"/>
                  <a:pt x="4275358" y="104531"/>
                </a:cubicBezTo>
                <a:close/>
                <a:moveTo>
                  <a:pt x="4371224" y="68763"/>
                </a:moveTo>
                <a:lnTo>
                  <a:pt x="4371224" y="54227"/>
                </a:lnTo>
                <a:cubicBezTo>
                  <a:pt x="4351920" y="54445"/>
                  <a:pt x="4339992" y="65076"/>
                  <a:pt x="4333267" y="75055"/>
                </a:cubicBezTo>
                <a:lnTo>
                  <a:pt x="4333267" y="55312"/>
                </a:lnTo>
                <a:lnTo>
                  <a:pt x="4318083" y="55312"/>
                </a:lnTo>
                <a:lnTo>
                  <a:pt x="4318083" y="152936"/>
                </a:lnTo>
                <a:lnTo>
                  <a:pt x="4334353" y="152936"/>
                </a:lnTo>
                <a:lnTo>
                  <a:pt x="4334353" y="106510"/>
                </a:lnTo>
                <a:cubicBezTo>
                  <a:pt x="4334353" y="84818"/>
                  <a:pt x="4349967" y="69197"/>
                  <a:pt x="4371224" y="68763"/>
                </a:cubicBezTo>
                <a:close/>
                <a:moveTo>
                  <a:pt x="4476199" y="105196"/>
                </a:moveTo>
                <a:cubicBezTo>
                  <a:pt x="4476199" y="76157"/>
                  <a:pt x="4454509" y="52956"/>
                  <a:pt x="4428701" y="52956"/>
                </a:cubicBezTo>
                <a:cubicBezTo>
                  <a:pt x="4402023" y="52956"/>
                  <a:pt x="4380985" y="76806"/>
                  <a:pt x="4380985" y="105196"/>
                </a:cubicBezTo>
                <a:cubicBezTo>
                  <a:pt x="4380985" y="133803"/>
                  <a:pt x="4403106" y="155266"/>
                  <a:pt x="4428483" y="155266"/>
                </a:cubicBezTo>
                <a:cubicBezTo>
                  <a:pt x="4454509" y="155266"/>
                  <a:pt x="4476199" y="133369"/>
                  <a:pt x="4476199" y="105196"/>
                </a:cubicBezTo>
                <a:moveTo>
                  <a:pt x="4459281" y="103029"/>
                </a:moveTo>
                <a:cubicBezTo>
                  <a:pt x="4459281" y="128600"/>
                  <a:pt x="4444534" y="141385"/>
                  <a:pt x="4428483" y="141385"/>
                </a:cubicBezTo>
                <a:cubicBezTo>
                  <a:pt x="4413517" y="141385"/>
                  <a:pt x="4397900" y="129252"/>
                  <a:pt x="4397900" y="103029"/>
                </a:cubicBezTo>
                <a:cubicBezTo>
                  <a:pt x="4397900" y="76806"/>
                  <a:pt x="4414384" y="66188"/>
                  <a:pt x="4428483" y="66188"/>
                </a:cubicBezTo>
                <a:cubicBezTo>
                  <a:pt x="4443667" y="66188"/>
                  <a:pt x="4459281" y="77458"/>
                  <a:pt x="4459281" y="103029"/>
                </a:cubicBezTo>
                <a:close/>
                <a:moveTo>
                  <a:pt x="4587031" y="104551"/>
                </a:moveTo>
                <a:cubicBezTo>
                  <a:pt x="4587031" y="77653"/>
                  <a:pt x="4572280" y="54227"/>
                  <a:pt x="4551894" y="54227"/>
                </a:cubicBezTo>
                <a:cubicBezTo>
                  <a:pt x="4543435" y="54237"/>
                  <a:pt x="4529988" y="56411"/>
                  <a:pt x="4516975" y="67052"/>
                </a:cubicBezTo>
                <a:lnTo>
                  <a:pt x="4516975" y="2330"/>
                </a:lnTo>
                <a:lnTo>
                  <a:pt x="4500706" y="2330"/>
                </a:lnTo>
                <a:lnTo>
                  <a:pt x="4500706" y="152946"/>
                </a:lnTo>
                <a:lnTo>
                  <a:pt x="4517624" y="152883"/>
                </a:lnTo>
                <a:lnTo>
                  <a:pt x="4517624" y="142904"/>
                </a:lnTo>
                <a:cubicBezTo>
                  <a:pt x="4522830" y="147677"/>
                  <a:pt x="4532156" y="155266"/>
                  <a:pt x="4546688" y="155266"/>
                </a:cubicBezTo>
                <a:cubicBezTo>
                  <a:pt x="4568379" y="155266"/>
                  <a:pt x="4587031" y="133587"/>
                  <a:pt x="4587031" y="104551"/>
                </a:cubicBezTo>
                <a:moveTo>
                  <a:pt x="4570113" y="104551"/>
                </a:moveTo>
                <a:cubicBezTo>
                  <a:pt x="4570113" y="132720"/>
                  <a:pt x="4551894" y="142037"/>
                  <a:pt x="4538663" y="142037"/>
                </a:cubicBezTo>
                <a:cubicBezTo>
                  <a:pt x="4530203" y="142037"/>
                  <a:pt x="4523048" y="138135"/>
                  <a:pt x="4517624" y="128169"/>
                </a:cubicBezTo>
                <a:lnTo>
                  <a:pt x="4517624" y="80281"/>
                </a:lnTo>
                <a:cubicBezTo>
                  <a:pt x="4521096" y="75051"/>
                  <a:pt x="4528903" y="67459"/>
                  <a:pt x="4540834" y="67459"/>
                </a:cubicBezTo>
                <a:cubicBezTo>
                  <a:pt x="4553628" y="67459"/>
                  <a:pt x="4570113" y="76786"/>
                  <a:pt x="4570113" y="104551"/>
                </a:cubicBezTo>
                <a:close/>
                <a:moveTo>
                  <a:pt x="4628890" y="152936"/>
                </a:moveTo>
                <a:lnTo>
                  <a:pt x="4628890" y="2330"/>
                </a:lnTo>
                <a:lnTo>
                  <a:pt x="4612623" y="2330"/>
                </a:lnTo>
                <a:lnTo>
                  <a:pt x="4612623" y="152936"/>
                </a:lnTo>
                <a:lnTo>
                  <a:pt x="4628890" y="152936"/>
                </a:lnTo>
                <a:close/>
                <a:moveTo>
                  <a:pt x="4736684" y="105488"/>
                </a:moveTo>
                <a:cubicBezTo>
                  <a:pt x="4736684" y="98114"/>
                  <a:pt x="4736468" y="81830"/>
                  <a:pt x="4728009" y="68796"/>
                </a:cubicBezTo>
                <a:cubicBezTo>
                  <a:pt x="4719117" y="55342"/>
                  <a:pt x="4705885" y="52956"/>
                  <a:pt x="4698078" y="52956"/>
                </a:cubicBezTo>
                <a:cubicBezTo>
                  <a:pt x="4674005" y="52956"/>
                  <a:pt x="4654482" y="75965"/>
                  <a:pt x="4654482" y="103972"/>
                </a:cubicBezTo>
                <a:cubicBezTo>
                  <a:pt x="4654482" y="132522"/>
                  <a:pt x="4675306" y="155266"/>
                  <a:pt x="4701332" y="155266"/>
                </a:cubicBezTo>
                <a:cubicBezTo>
                  <a:pt x="4714996" y="155266"/>
                  <a:pt x="4727357" y="150063"/>
                  <a:pt x="4735817" y="143990"/>
                </a:cubicBezTo>
                <a:lnTo>
                  <a:pt x="4734516" y="129927"/>
                </a:lnTo>
                <a:cubicBezTo>
                  <a:pt x="4720851" y="141170"/>
                  <a:pt x="4706537" y="142037"/>
                  <a:pt x="4701550" y="142037"/>
                </a:cubicBezTo>
                <a:cubicBezTo>
                  <a:pt x="4684198" y="142037"/>
                  <a:pt x="4670315" y="126683"/>
                  <a:pt x="4669666" y="105488"/>
                </a:cubicBezTo>
                <a:lnTo>
                  <a:pt x="4736684" y="105488"/>
                </a:lnTo>
                <a:moveTo>
                  <a:pt x="4724323" y="93559"/>
                </a:moveTo>
                <a:lnTo>
                  <a:pt x="4670749" y="93559"/>
                </a:lnTo>
                <a:cubicBezTo>
                  <a:pt x="4674220" y="77051"/>
                  <a:pt x="4685714" y="66188"/>
                  <a:pt x="4698078" y="66188"/>
                </a:cubicBezTo>
                <a:cubicBezTo>
                  <a:pt x="4709357" y="66188"/>
                  <a:pt x="4721503" y="73575"/>
                  <a:pt x="4724323" y="93559"/>
                </a:cubicBezTo>
                <a:close/>
                <a:moveTo>
                  <a:pt x="4897836" y="152936"/>
                </a:moveTo>
                <a:lnTo>
                  <a:pt x="4897836" y="88287"/>
                </a:lnTo>
                <a:cubicBezTo>
                  <a:pt x="4897836" y="73751"/>
                  <a:pt x="4894365" y="54227"/>
                  <a:pt x="4868120" y="54227"/>
                </a:cubicBezTo>
                <a:cubicBezTo>
                  <a:pt x="4855107" y="54227"/>
                  <a:pt x="4843829" y="60303"/>
                  <a:pt x="4835803" y="72016"/>
                </a:cubicBezTo>
                <a:cubicBezTo>
                  <a:pt x="4830164" y="55531"/>
                  <a:pt x="4814983" y="54227"/>
                  <a:pt x="4808043" y="54227"/>
                </a:cubicBezTo>
                <a:cubicBezTo>
                  <a:pt x="4792425" y="54227"/>
                  <a:pt x="4782232" y="63120"/>
                  <a:pt x="4776378" y="70931"/>
                </a:cubicBezTo>
                <a:lnTo>
                  <a:pt x="4776378" y="55312"/>
                </a:lnTo>
                <a:lnTo>
                  <a:pt x="4760760" y="55312"/>
                </a:lnTo>
                <a:lnTo>
                  <a:pt x="4760760" y="152936"/>
                </a:lnTo>
                <a:lnTo>
                  <a:pt x="4777678" y="152936"/>
                </a:lnTo>
                <a:lnTo>
                  <a:pt x="4777678" y="99785"/>
                </a:lnTo>
                <a:cubicBezTo>
                  <a:pt x="4777678" y="85034"/>
                  <a:pt x="4783533" y="67459"/>
                  <a:pt x="4799584" y="67459"/>
                </a:cubicBezTo>
                <a:cubicBezTo>
                  <a:pt x="4819755" y="67459"/>
                  <a:pt x="4820838" y="81562"/>
                  <a:pt x="4820838" y="89806"/>
                </a:cubicBezTo>
                <a:lnTo>
                  <a:pt x="4820838" y="152936"/>
                </a:lnTo>
                <a:lnTo>
                  <a:pt x="4837756" y="152936"/>
                </a:lnTo>
                <a:lnTo>
                  <a:pt x="4837756" y="99785"/>
                </a:lnTo>
                <a:cubicBezTo>
                  <a:pt x="4837756" y="85034"/>
                  <a:pt x="4843613" y="67459"/>
                  <a:pt x="4859661" y="67459"/>
                </a:cubicBezTo>
                <a:cubicBezTo>
                  <a:pt x="4879833" y="67459"/>
                  <a:pt x="4880918" y="81562"/>
                  <a:pt x="4880918" y="89806"/>
                </a:cubicBezTo>
                <a:lnTo>
                  <a:pt x="4880918" y="152936"/>
                </a:lnTo>
                <a:lnTo>
                  <a:pt x="4897836" y="152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description?">
            <a:extLst xmlns:a="http://schemas.openxmlformats.org/drawingml/2006/main">
              <a:ext uri="{FF2B5EF4-FFF2-40B4-BE49-F238E27FC236}">
                <a16:creationId xmlns:a16="http://schemas.microsoft.com/office/drawing/2014/main" id="{4DD15E60-3115-42C6-A52B-894D1F52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51" y="2141216"/>
            <a:ext cx="1058862" cy="194877"/>
          </a:xfrm>
          <a:custGeom xmlns:a="http://schemas.openxmlformats.org/drawingml/2006/main">
            <a:pathLst>
              <a:path w="1058862" h="194877">
                <a:moveTo>
                  <a:pt x="86322" y="152966"/>
                </a:moveTo>
                <a:lnTo>
                  <a:pt x="86322" y="2330"/>
                </a:lnTo>
                <a:lnTo>
                  <a:pt x="70055" y="2330"/>
                </a:lnTo>
                <a:lnTo>
                  <a:pt x="70055" y="66205"/>
                </a:lnTo>
                <a:cubicBezTo>
                  <a:pt x="58562" y="56613"/>
                  <a:pt x="46416" y="54227"/>
                  <a:pt x="38390" y="54227"/>
                </a:cubicBezTo>
                <a:cubicBezTo>
                  <a:pt x="16918" y="54227"/>
                  <a:pt x="0" y="76786"/>
                  <a:pt x="0" y="104760"/>
                </a:cubicBezTo>
                <a:cubicBezTo>
                  <a:pt x="0" y="133174"/>
                  <a:pt x="16700" y="155266"/>
                  <a:pt x="37305" y="155266"/>
                </a:cubicBezTo>
                <a:cubicBezTo>
                  <a:pt x="44463" y="155266"/>
                  <a:pt x="57258" y="153317"/>
                  <a:pt x="69403" y="141604"/>
                </a:cubicBezTo>
                <a:lnTo>
                  <a:pt x="69403" y="152883"/>
                </a:lnTo>
                <a:lnTo>
                  <a:pt x="86322" y="152966"/>
                </a:lnTo>
                <a:moveTo>
                  <a:pt x="69403" y="122761"/>
                </a:moveTo>
                <a:cubicBezTo>
                  <a:pt x="69403" y="125796"/>
                  <a:pt x="69188" y="129702"/>
                  <a:pt x="62248" y="135990"/>
                </a:cubicBezTo>
                <a:cubicBezTo>
                  <a:pt x="57258" y="140309"/>
                  <a:pt x="51837" y="142037"/>
                  <a:pt x="46197" y="142037"/>
                </a:cubicBezTo>
                <a:cubicBezTo>
                  <a:pt x="32751" y="142037"/>
                  <a:pt x="16918" y="131870"/>
                  <a:pt x="16918" y="104978"/>
                </a:cubicBezTo>
                <a:cubicBezTo>
                  <a:pt x="16918" y="76352"/>
                  <a:pt x="35570" y="67459"/>
                  <a:pt x="48365" y="67459"/>
                </a:cubicBezTo>
                <a:cubicBezTo>
                  <a:pt x="58125" y="67505"/>
                  <a:pt x="64634" y="72493"/>
                  <a:pt x="69403" y="79434"/>
                </a:cubicBezTo>
                <a:lnTo>
                  <a:pt x="69403" y="122761"/>
                </a:lnTo>
                <a:close/>
                <a:moveTo>
                  <a:pt x="194116" y="105488"/>
                </a:moveTo>
                <a:cubicBezTo>
                  <a:pt x="194116" y="98114"/>
                  <a:pt x="193900" y="81830"/>
                  <a:pt x="185441" y="68796"/>
                </a:cubicBezTo>
                <a:cubicBezTo>
                  <a:pt x="176549" y="55342"/>
                  <a:pt x="163317" y="52956"/>
                  <a:pt x="155510" y="52956"/>
                </a:cubicBezTo>
                <a:cubicBezTo>
                  <a:pt x="131437" y="52956"/>
                  <a:pt x="111914" y="75965"/>
                  <a:pt x="111914" y="103972"/>
                </a:cubicBezTo>
                <a:cubicBezTo>
                  <a:pt x="111914" y="132522"/>
                  <a:pt x="132738" y="155266"/>
                  <a:pt x="158764" y="155266"/>
                </a:cubicBezTo>
                <a:cubicBezTo>
                  <a:pt x="172428" y="155266"/>
                  <a:pt x="184789" y="150063"/>
                  <a:pt x="193248" y="143990"/>
                </a:cubicBezTo>
                <a:lnTo>
                  <a:pt x="191948" y="129927"/>
                </a:lnTo>
                <a:cubicBezTo>
                  <a:pt x="178283" y="141170"/>
                  <a:pt x="163969" y="142037"/>
                  <a:pt x="158982" y="142037"/>
                </a:cubicBezTo>
                <a:cubicBezTo>
                  <a:pt x="141630" y="142037"/>
                  <a:pt x="127747" y="126683"/>
                  <a:pt x="127098" y="105488"/>
                </a:cubicBezTo>
                <a:lnTo>
                  <a:pt x="194116" y="105488"/>
                </a:lnTo>
                <a:moveTo>
                  <a:pt x="181755" y="93559"/>
                </a:moveTo>
                <a:lnTo>
                  <a:pt x="128180" y="93559"/>
                </a:lnTo>
                <a:cubicBezTo>
                  <a:pt x="131652" y="77051"/>
                  <a:pt x="143146" y="66188"/>
                  <a:pt x="155510" y="66188"/>
                </a:cubicBezTo>
                <a:cubicBezTo>
                  <a:pt x="166789" y="66188"/>
                  <a:pt x="178935" y="73575"/>
                  <a:pt x="181755" y="93559"/>
                </a:cubicBezTo>
                <a:close/>
                <a:moveTo>
                  <a:pt x="278706" y="125134"/>
                </a:moveTo>
                <a:cubicBezTo>
                  <a:pt x="278706" y="113213"/>
                  <a:pt x="270681" y="105845"/>
                  <a:pt x="270247" y="105196"/>
                </a:cubicBezTo>
                <a:cubicBezTo>
                  <a:pt x="261788" y="97611"/>
                  <a:pt x="255930" y="96310"/>
                  <a:pt x="245085" y="94360"/>
                </a:cubicBezTo>
                <a:cubicBezTo>
                  <a:pt x="233158" y="91977"/>
                  <a:pt x="223180" y="89810"/>
                  <a:pt x="223180" y="79192"/>
                </a:cubicBezTo>
                <a:cubicBezTo>
                  <a:pt x="223180" y="65754"/>
                  <a:pt x="238797" y="65754"/>
                  <a:pt x="241617" y="65754"/>
                </a:cubicBezTo>
                <a:cubicBezTo>
                  <a:pt x="248557" y="65754"/>
                  <a:pt x="260051" y="66622"/>
                  <a:pt x="272415" y="73989"/>
                </a:cubicBezTo>
                <a:lnTo>
                  <a:pt x="275016" y="59900"/>
                </a:lnTo>
                <a:cubicBezTo>
                  <a:pt x="263741" y="54693"/>
                  <a:pt x="254848" y="52956"/>
                  <a:pt x="243784" y="52956"/>
                </a:cubicBezTo>
                <a:cubicBezTo>
                  <a:pt x="238363" y="52956"/>
                  <a:pt x="207780" y="52956"/>
                  <a:pt x="207780" y="81360"/>
                </a:cubicBezTo>
                <a:cubicBezTo>
                  <a:pt x="207780" y="91977"/>
                  <a:pt x="214072" y="98911"/>
                  <a:pt x="219493" y="103029"/>
                </a:cubicBezTo>
                <a:cubicBezTo>
                  <a:pt x="226218" y="107798"/>
                  <a:pt x="230990" y="108662"/>
                  <a:pt x="242917" y="111048"/>
                </a:cubicBezTo>
                <a:cubicBezTo>
                  <a:pt x="250724" y="112564"/>
                  <a:pt x="263304" y="115165"/>
                  <a:pt x="263304" y="126650"/>
                </a:cubicBezTo>
                <a:cubicBezTo>
                  <a:pt x="263304" y="141604"/>
                  <a:pt x="246171" y="141604"/>
                  <a:pt x="242917" y="141604"/>
                </a:cubicBezTo>
                <a:cubicBezTo>
                  <a:pt x="225351" y="141604"/>
                  <a:pt x="213205" y="133584"/>
                  <a:pt x="209299" y="130983"/>
                </a:cubicBezTo>
                <a:lnTo>
                  <a:pt x="206698" y="145724"/>
                </a:lnTo>
                <a:cubicBezTo>
                  <a:pt x="213638" y="149193"/>
                  <a:pt x="225566" y="155266"/>
                  <a:pt x="243136" y="155266"/>
                </a:cubicBezTo>
                <a:cubicBezTo>
                  <a:pt x="247038" y="155266"/>
                  <a:pt x="258968" y="155266"/>
                  <a:pt x="268295" y="148326"/>
                </a:cubicBezTo>
                <a:cubicBezTo>
                  <a:pt x="275016" y="143119"/>
                  <a:pt x="278706" y="134451"/>
                  <a:pt x="278706" y="125134"/>
                </a:cubicBezTo>
                <a:close/>
                <a:moveTo>
                  <a:pt x="373703" y="144205"/>
                </a:moveTo>
                <a:lnTo>
                  <a:pt x="372402" y="129685"/>
                </a:lnTo>
                <a:cubicBezTo>
                  <a:pt x="361339" y="138353"/>
                  <a:pt x="349626" y="141385"/>
                  <a:pt x="338566" y="141385"/>
                </a:cubicBezTo>
                <a:cubicBezTo>
                  <a:pt x="320566" y="141385"/>
                  <a:pt x="308420" y="125783"/>
                  <a:pt x="308420" y="104548"/>
                </a:cubicBezTo>
                <a:cubicBezTo>
                  <a:pt x="308420" y="87642"/>
                  <a:pt x="316442" y="66840"/>
                  <a:pt x="339433" y="66840"/>
                </a:cubicBezTo>
                <a:cubicBezTo>
                  <a:pt x="350712" y="66840"/>
                  <a:pt x="358085" y="68574"/>
                  <a:pt x="370016" y="76375"/>
                </a:cubicBezTo>
                <a:lnTo>
                  <a:pt x="372617" y="62286"/>
                </a:lnTo>
                <a:cubicBezTo>
                  <a:pt x="359823" y="54908"/>
                  <a:pt x="352446" y="52956"/>
                  <a:pt x="339218" y="52956"/>
                </a:cubicBezTo>
                <a:cubicBezTo>
                  <a:pt x="309069" y="52956"/>
                  <a:pt x="291502" y="79192"/>
                  <a:pt x="291502" y="104763"/>
                </a:cubicBezTo>
                <a:cubicBezTo>
                  <a:pt x="291502" y="131635"/>
                  <a:pt x="311240" y="155266"/>
                  <a:pt x="338351" y="155266"/>
                </a:cubicBezTo>
                <a:cubicBezTo>
                  <a:pt x="350063" y="155266"/>
                  <a:pt x="361991" y="152231"/>
                  <a:pt x="373703" y="144205"/>
                </a:cubicBezTo>
                <a:close/>
                <a:moveTo>
                  <a:pt x="450917" y="68763"/>
                </a:moveTo>
                <a:lnTo>
                  <a:pt x="450917" y="54227"/>
                </a:lnTo>
                <a:cubicBezTo>
                  <a:pt x="431612" y="54445"/>
                  <a:pt x="419685" y="65076"/>
                  <a:pt x="412960" y="75055"/>
                </a:cubicBezTo>
                <a:lnTo>
                  <a:pt x="412960" y="55312"/>
                </a:lnTo>
                <a:lnTo>
                  <a:pt x="397776" y="55312"/>
                </a:lnTo>
                <a:lnTo>
                  <a:pt x="397776" y="152936"/>
                </a:lnTo>
                <a:lnTo>
                  <a:pt x="414046" y="152936"/>
                </a:lnTo>
                <a:lnTo>
                  <a:pt x="414046" y="106510"/>
                </a:lnTo>
                <a:cubicBezTo>
                  <a:pt x="414046" y="84818"/>
                  <a:pt x="429660" y="69197"/>
                  <a:pt x="450917" y="68763"/>
                </a:cubicBezTo>
                <a:close/>
                <a:moveTo>
                  <a:pt x="488004" y="152936"/>
                </a:moveTo>
                <a:lnTo>
                  <a:pt x="488004" y="56557"/>
                </a:lnTo>
                <a:lnTo>
                  <a:pt x="471738" y="56557"/>
                </a:lnTo>
                <a:lnTo>
                  <a:pt x="471738" y="152936"/>
                </a:lnTo>
                <a:lnTo>
                  <a:pt x="488004" y="152936"/>
                </a:lnTo>
                <a:moveTo>
                  <a:pt x="489738" y="30109"/>
                </a:moveTo>
                <a:lnTo>
                  <a:pt x="489738" y="10803"/>
                </a:lnTo>
                <a:lnTo>
                  <a:pt x="470437" y="10803"/>
                </a:lnTo>
                <a:lnTo>
                  <a:pt x="470437" y="30109"/>
                </a:lnTo>
                <a:lnTo>
                  <a:pt x="489738" y="30109"/>
                </a:lnTo>
                <a:close/>
                <a:moveTo>
                  <a:pt x="610115" y="104531"/>
                </a:moveTo>
                <a:cubicBezTo>
                  <a:pt x="610115" y="78517"/>
                  <a:pt x="596450" y="54227"/>
                  <a:pt x="575630" y="54227"/>
                </a:cubicBezTo>
                <a:cubicBezTo>
                  <a:pt x="562614" y="54227"/>
                  <a:pt x="550034" y="58784"/>
                  <a:pt x="540059" y="67244"/>
                </a:cubicBezTo>
                <a:lnTo>
                  <a:pt x="540059" y="56613"/>
                </a:lnTo>
                <a:lnTo>
                  <a:pt x="523790" y="56613"/>
                </a:lnTo>
                <a:lnTo>
                  <a:pt x="523790" y="194877"/>
                </a:lnTo>
                <a:lnTo>
                  <a:pt x="540708" y="194877"/>
                </a:lnTo>
                <a:lnTo>
                  <a:pt x="540708" y="142904"/>
                </a:lnTo>
                <a:cubicBezTo>
                  <a:pt x="547433" y="149193"/>
                  <a:pt x="556974" y="155266"/>
                  <a:pt x="569991" y="155266"/>
                </a:cubicBezTo>
                <a:cubicBezTo>
                  <a:pt x="591029" y="155266"/>
                  <a:pt x="610115" y="134014"/>
                  <a:pt x="610115" y="104531"/>
                </a:cubicBezTo>
                <a:moveTo>
                  <a:pt x="593197" y="104531"/>
                </a:moveTo>
                <a:cubicBezTo>
                  <a:pt x="593197" y="126862"/>
                  <a:pt x="577798" y="142037"/>
                  <a:pt x="561531" y="142037"/>
                </a:cubicBezTo>
                <a:cubicBezTo>
                  <a:pt x="553072" y="142037"/>
                  <a:pt x="547215" y="137701"/>
                  <a:pt x="542879" y="131846"/>
                </a:cubicBezTo>
                <a:cubicBezTo>
                  <a:pt x="540708" y="128596"/>
                  <a:pt x="540708" y="128163"/>
                  <a:pt x="540708" y="124261"/>
                </a:cubicBezTo>
                <a:lnTo>
                  <a:pt x="540708" y="80685"/>
                </a:lnTo>
                <a:cubicBezTo>
                  <a:pt x="545914" y="73095"/>
                  <a:pt x="554373" y="68111"/>
                  <a:pt x="563699" y="68111"/>
                </a:cubicBezTo>
                <a:cubicBezTo>
                  <a:pt x="580184" y="68111"/>
                  <a:pt x="593197" y="84587"/>
                  <a:pt x="593197" y="104531"/>
                </a:cubicBezTo>
                <a:close/>
                <a:moveTo>
                  <a:pt x="690145" y="147025"/>
                </a:moveTo>
                <a:lnTo>
                  <a:pt x="686677" y="134226"/>
                </a:lnTo>
                <a:cubicBezTo>
                  <a:pt x="681038" y="138784"/>
                  <a:pt x="674098" y="141385"/>
                  <a:pt x="667158" y="141385"/>
                </a:cubicBezTo>
                <a:cubicBezTo>
                  <a:pt x="659132" y="141385"/>
                  <a:pt x="656094" y="134878"/>
                  <a:pt x="656094" y="123377"/>
                </a:cubicBezTo>
                <a:lnTo>
                  <a:pt x="656094" y="69140"/>
                </a:lnTo>
                <a:lnTo>
                  <a:pt x="686677" y="69140"/>
                </a:lnTo>
                <a:lnTo>
                  <a:pt x="686677" y="56557"/>
                </a:lnTo>
                <a:lnTo>
                  <a:pt x="656094" y="56557"/>
                </a:lnTo>
                <a:lnTo>
                  <a:pt x="656094" y="29020"/>
                </a:lnTo>
                <a:lnTo>
                  <a:pt x="641129" y="29020"/>
                </a:lnTo>
                <a:lnTo>
                  <a:pt x="641129" y="56557"/>
                </a:lnTo>
                <a:lnTo>
                  <a:pt x="622261" y="56557"/>
                </a:lnTo>
                <a:lnTo>
                  <a:pt x="622261" y="69140"/>
                </a:lnTo>
                <a:lnTo>
                  <a:pt x="640480" y="69140"/>
                </a:lnTo>
                <a:lnTo>
                  <a:pt x="640480" y="127067"/>
                </a:lnTo>
                <a:cubicBezTo>
                  <a:pt x="640480" y="140084"/>
                  <a:pt x="643515" y="155266"/>
                  <a:pt x="658480" y="155266"/>
                </a:cubicBezTo>
                <a:cubicBezTo>
                  <a:pt x="673664" y="155266"/>
                  <a:pt x="684725" y="149845"/>
                  <a:pt x="690145" y="147025"/>
                </a:cubicBezTo>
                <a:close/>
                <a:moveTo>
                  <a:pt x="730271" y="152936"/>
                </a:moveTo>
                <a:lnTo>
                  <a:pt x="730271" y="56557"/>
                </a:lnTo>
                <a:lnTo>
                  <a:pt x="714005" y="56557"/>
                </a:lnTo>
                <a:lnTo>
                  <a:pt x="714005" y="152936"/>
                </a:lnTo>
                <a:lnTo>
                  <a:pt x="730271" y="152936"/>
                </a:lnTo>
                <a:moveTo>
                  <a:pt x="732006" y="30109"/>
                </a:moveTo>
                <a:lnTo>
                  <a:pt x="732006" y="10803"/>
                </a:lnTo>
                <a:lnTo>
                  <a:pt x="712705" y="10803"/>
                </a:lnTo>
                <a:lnTo>
                  <a:pt x="712705" y="30109"/>
                </a:lnTo>
                <a:lnTo>
                  <a:pt x="732006" y="30109"/>
                </a:lnTo>
                <a:close/>
                <a:moveTo>
                  <a:pt x="849996" y="105196"/>
                </a:moveTo>
                <a:cubicBezTo>
                  <a:pt x="849996" y="76157"/>
                  <a:pt x="828306" y="52956"/>
                  <a:pt x="802498" y="52956"/>
                </a:cubicBezTo>
                <a:cubicBezTo>
                  <a:pt x="775820" y="52956"/>
                  <a:pt x="754782" y="76806"/>
                  <a:pt x="754782" y="105196"/>
                </a:cubicBezTo>
                <a:cubicBezTo>
                  <a:pt x="754782" y="133803"/>
                  <a:pt x="776903" y="155266"/>
                  <a:pt x="802280" y="155266"/>
                </a:cubicBezTo>
                <a:cubicBezTo>
                  <a:pt x="828306" y="155266"/>
                  <a:pt x="849996" y="133369"/>
                  <a:pt x="849996" y="105196"/>
                </a:cubicBezTo>
                <a:moveTo>
                  <a:pt x="833078" y="103029"/>
                </a:moveTo>
                <a:cubicBezTo>
                  <a:pt x="833078" y="128600"/>
                  <a:pt x="818331" y="141385"/>
                  <a:pt x="802280" y="141385"/>
                </a:cubicBezTo>
                <a:cubicBezTo>
                  <a:pt x="787314" y="141385"/>
                  <a:pt x="771697" y="129252"/>
                  <a:pt x="771697" y="103029"/>
                </a:cubicBezTo>
                <a:cubicBezTo>
                  <a:pt x="771697" y="76806"/>
                  <a:pt x="788181" y="66188"/>
                  <a:pt x="802280" y="66188"/>
                </a:cubicBezTo>
                <a:cubicBezTo>
                  <a:pt x="817464" y="66188"/>
                  <a:pt x="833078" y="77458"/>
                  <a:pt x="833078" y="103029"/>
                </a:cubicBezTo>
                <a:close/>
                <a:moveTo>
                  <a:pt x="951068" y="152936"/>
                </a:moveTo>
                <a:lnTo>
                  <a:pt x="951068" y="88287"/>
                </a:lnTo>
                <a:cubicBezTo>
                  <a:pt x="951068" y="73969"/>
                  <a:pt x="947815" y="54227"/>
                  <a:pt x="921352" y="54227"/>
                </a:cubicBezTo>
                <a:cubicBezTo>
                  <a:pt x="901833" y="54227"/>
                  <a:pt x="891206" y="68978"/>
                  <a:pt x="889905" y="70712"/>
                </a:cubicBezTo>
                <a:lnTo>
                  <a:pt x="889905" y="55312"/>
                </a:lnTo>
                <a:lnTo>
                  <a:pt x="874288" y="55312"/>
                </a:lnTo>
                <a:lnTo>
                  <a:pt x="874288" y="152936"/>
                </a:lnTo>
                <a:lnTo>
                  <a:pt x="891206" y="152936"/>
                </a:lnTo>
                <a:lnTo>
                  <a:pt x="891206" y="99785"/>
                </a:lnTo>
                <a:cubicBezTo>
                  <a:pt x="891206" y="85467"/>
                  <a:pt x="896627" y="67459"/>
                  <a:pt x="913112" y="67459"/>
                </a:cubicBezTo>
                <a:cubicBezTo>
                  <a:pt x="933932" y="67459"/>
                  <a:pt x="934150" y="82862"/>
                  <a:pt x="934150" y="89806"/>
                </a:cubicBezTo>
                <a:lnTo>
                  <a:pt x="934150" y="152936"/>
                </a:lnTo>
                <a:lnTo>
                  <a:pt x="951068" y="152936"/>
                </a:lnTo>
                <a:close/>
                <a:moveTo>
                  <a:pt x="1058862" y="33624"/>
                </a:moveTo>
                <a:cubicBezTo>
                  <a:pt x="1058862" y="18872"/>
                  <a:pt x="1050188" y="0"/>
                  <a:pt x="1017437" y="0"/>
                </a:cubicBezTo>
                <a:cubicBezTo>
                  <a:pt x="1004206" y="0"/>
                  <a:pt x="992493" y="3690"/>
                  <a:pt x="981000" y="11498"/>
                </a:cubicBezTo>
                <a:lnTo>
                  <a:pt x="985987" y="25164"/>
                </a:lnTo>
                <a:cubicBezTo>
                  <a:pt x="991193" y="20391"/>
                  <a:pt x="1001820" y="13232"/>
                  <a:pt x="1017437" y="13232"/>
                </a:cubicBezTo>
                <a:cubicBezTo>
                  <a:pt x="1027630" y="13232"/>
                  <a:pt x="1041944" y="14967"/>
                  <a:pt x="1041944" y="33405"/>
                </a:cubicBezTo>
                <a:cubicBezTo>
                  <a:pt x="1041944" y="43166"/>
                  <a:pt x="1037172" y="47286"/>
                  <a:pt x="1034352" y="49891"/>
                </a:cubicBezTo>
                <a:cubicBezTo>
                  <a:pt x="1009627" y="70990"/>
                  <a:pt x="1009627" y="98752"/>
                  <a:pt x="1009627" y="108079"/>
                </a:cubicBezTo>
                <a:lnTo>
                  <a:pt x="1009627" y="115020"/>
                </a:lnTo>
                <a:lnTo>
                  <a:pt x="1024159" y="115020"/>
                </a:lnTo>
                <a:lnTo>
                  <a:pt x="1024159" y="103310"/>
                </a:lnTo>
                <a:cubicBezTo>
                  <a:pt x="1024159" y="88343"/>
                  <a:pt x="1031532" y="72291"/>
                  <a:pt x="1046498" y="59711"/>
                </a:cubicBezTo>
                <a:cubicBezTo>
                  <a:pt x="1050621" y="56239"/>
                  <a:pt x="1058862" y="49298"/>
                  <a:pt x="1058862" y="33680"/>
                </a:cubicBezTo>
                <a:lnTo>
                  <a:pt x="1058862" y="33624"/>
                </a:lnTo>
                <a:moveTo>
                  <a:pt x="1025896" y="152936"/>
                </a:moveTo>
                <a:lnTo>
                  <a:pt x="1025896" y="134934"/>
                </a:lnTo>
                <a:lnTo>
                  <a:pt x="1007893" y="134934"/>
                </a:lnTo>
                <a:lnTo>
                  <a:pt x="1007893" y="152936"/>
                </a:lnTo>
                <a:lnTo>
                  <a:pt x="1025896" y="152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Isthefollowingprogramcorrectbasedontheproblemdescription?">
            <a:extLst xmlns:a="http://schemas.openxmlformats.org/drawingml/2006/main">
              <a:ext uri="{FF2B5EF4-FFF2-40B4-BE49-F238E27FC236}">
                <a16:creationId xmlns:a16="http://schemas.microsoft.com/office/drawing/2014/main" id="{CFEB298C-28DF-4188-A427-3463B97A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474" y="507921"/>
            <a:ext cx="6043245" cy="197631"/>
          </a:xfrm>
          <a:custGeom xmlns:a="http://schemas.openxmlformats.org/drawingml/2006/main">
            <a:pathLst>
              <a:path w="6043245" h="197631">
                <a:moveTo>
                  <a:pt x="19269" y="152936"/>
                </a:moveTo>
                <a:lnTo>
                  <a:pt x="19269" y="2330"/>
                </a:lnTo>
                <a:lnTo>
                  <a:pt x="0" y="2330"/>
                </a:lnTo>
                <a:lnTo>
                  <a:pt x="0" y="152936"/>
                </a:lnTo>
                <a:lnTo>
                  <a:pt x="19269" y="152936"/>
                </a:lnTo>
                <a:close/>
                <a:moveTo>
                  <a:pt x="117775" y="125134"/>
                </a:moveTo>
                <a:cubicBezTo>
                  <a:pt x="117775" y="113213"/>
                  <a:pt x="109764" y="105845"/>
                  <a:pt x="109331" y="105197"/>
                </a:cubicBezTo>
                <a:cubicBezTo>
                  <a:pt x="100887" y="97611"/>
                  <a:pt x="95040" y="96310"/>
                  <a:pt x="84215" y="94360"/>
                </a:cubicBezTo>
                <a:cubicBezTo>
                  <a:pt x="72309" y="91977"/>
                  <a:pt x="62349" y="89810"/>
                  <a:pt x="62349" y="79192"/>
                </a:cubicBezTo>
                <a:cubicBezTo>
                  <a:pt x="62349" y="65754"/>
                  <a:pt x="77938" y="65754"/>
                  <a:pt x="80753" y="65754"/>
                </a:cubicBezTo>
                <a:cubicBezTo>
                  <a:pt x="87680" y="65754"/>
                  <a:pt x="99153" y="66622"/>
                  <a:pt x="111495" y="73989"/>
                </a:cubicBezTo>
                <a:lnTo>
                  <a:pt x="114091" y="59900"/>
                </a:lnTo>
                <a:cubicBezTo>
                  <a:pt x="102836" y="54693"/>
                  <a:pt x="93960" y="52956"/>
                  <a:pt x="82917" y="52956"/>
                </a:cubicBezTo>
                <a:cubicBezTo>
                  <a:pt x="77506" y="52956"/>
                  <a:pt x="46978" y="52956"/>
                  <a:pt x="46978" y="81360"/>
                </a:cubicBezTo>
                <a:cubicBezTo>
                  <a:pt x="46978" y="91977"/>
                  <a:pt x="53258" y="98911"/>
                  <a:pt x="58669" y="103029"/>
                </a:cubicBezTo>
                <a:cubicBezTo>
                  <a:pt x="65382" y="107798"/>
                  <a:pt x="70145" y="108662"/>
                  <a:pt x="82051" y="111048"/>
                </a:cubicBezTo>
                <a:cubicBezTo>
                  <a:pt x="89844" y="112564"/>
                  <a:pt x="102400" y="115165"/>
                  <a:pt x="102400" y="126650"/>
                </a:cubicBezTo>
                <a:cubicBezTo>
                  <a:pt x="102400" y="141604"/>
                  <a:pt x="85298" y="141604"/>
                  <a:pt x="82051" y="141604"/>
                </a:cubicBezTo>
                <a:cubicBezTo>
                  <a:pt x="64516" y="141604"/>
                  <a:pt x="52393" y="133584"/>
                  <a:pt x="48495" y="130983"/>
                </a:cubicBezTo>
                <a:lnTo>
                  <a:pt x="45898" y="145724"/>
                </a:lnTo>
                <a:cubicBezTo>
                  <a:pt x="52825" y="149193"/>
                  <a:pt x="64731" y="155266"/>
                  <a:pt x="82269" y="155266"/>
                </a:cubicBezTo>
                <a:cubicBezTo>
                  <a:pt x="86164" y="155266"/>
                  <a:pt x="98073" y="155266"/>
                  <a:pt x="107382" y="148326"/>
                </a:cubicBezTo>
                <a:cubicBezTo>
                  <a:pt x="114091" y="143119"/>
                  <a:pt x="117775" y="134451"/>
                  <a:pt x="117775" y="125134"/>
                </a:cubicBezTo>
                <a:close/>
                <a:moveTo>
                  <a:pt x="266720" y="147025"/>
                </a:moveTo>
                <a:lnTo>
                  <a:pt x="263258" y="134226"/>
                </a:lnTo>
                <a:cubicBezTo>
                  <a:pt x="257629" y="138784"/>
                  <a:pt x="250702" y="141385"/>
                  <a:pt x="243774" y="141385"/>
                </a:cubicBezTo>
                <a:cubicBezTo>
                  <a:pt x="235763" y="141385"/>
                  <a:pt x="232731" y="134878"/>
                  <a:pt x="232731" y="123377"/>
                </a:cubicBezTo>
                <a:lnTo>
                  <a:pt x="232731" y="69140"/>
                </a:lnTo>
                <a:lnTo>
                  <a:pt x="263258" y="69140"/>
                </a:lnTo>
                <a:lnTo>
                  <a:pt x="263258" y="56557"/>
                </a:lnTo>
                <a:lnTo>
                  <a:pt x="232731" y="56557"/>
                </a:lnTo>
                <a:lnTo>
                  <a:pt x="232731" y="29020"/>
                </a:lnTo>
                <a:lnTo>
                  <a:pt x="217793" y="29020"/>
                </a:lnTo>
                <a:lnTo>
                  <a:pt x="217793" y="56557"/>
                </a:lnTo>
                <a:lnTo>
                  <a:pt x="198960" y="56557"/>
                </a:lnTo>
                <a:lnTo>
                  <a:pt x="198960" y="69140"/>
                </a:lnTo>
                <a:lnTo>
                  <a:pt x="217145" y="69140"/>
                </a:lnTo>
                <a:lnTo>
                  <a:pt x="217145" y="127067"/>
                </a:lnTo>
                <a:cubicBezTo>
                  <a:pt x="217145" y="140084"/>
                  <a:pt x="220174" y="155266"/>
                  <a:pt x="235113" y="155266"/>
                </a:cubicBezTo>
                <a:cubicBezTo>
                  <a:pt x="250269" y="155266"/>
                  <a:pt x="261309" y="149845"/>
                  <a:pt x="266720" y="147025"/>
                </a:cubicBezTo>
                <a:close/>
                <a:moveTo>
                  <a:pt x="367176" y="152936"/>
                </a:moveTo>
                <a:lnTo>
                  <a:pt x="367176" y="88287"/>
                </a:lnTo>
                <a:cubicBezTo>
                  <a:pt x="367176" y="73969"/>
                  <a:pt x="363929" y="54227"/>
                  <a:pt x="337515" y="54227"/>
                </a:cubicBezTo>
                <a:cubicBezTo>
                  <a:pt x="324093" y="54227"/>
                  <a:pt x="313700" y="60952"/>
                  <a:pt x="306773" y="69845"/>
                </a:cubicBezTo>
                <a:lnTo>
                  <a:pt x="306773" y="2330"/>
                </a:lnTo>
                <a:lnTo>
                  <a:pt x="290536" y="2330"/>
                </a:lnTo>
                <a:lnTo>
                  <a:pt x="290536" y="152936"/>
                </a:lnTo>
                <a:lnTo>
                  <a:pt x="307423" y="152936"/>
                </a:lnTo>
                <a:lnTo>
                  <a:pt x="307423" y="99785"/>
                </a:lnTo>
                <a:cubicBezTo>
                  <a:pt x="307423" y="85467"/>
                  <a:pt x="312834" y="67459"/>
                  <a:pt x="329289" y="67459"/>
                </a:cubicBezTo>
                <a:cubicBezTo>
                  <a:pt x="350071" y="67459"/>
                  <a:pt x="350289" y="82862"/>
                  <a:pt x="350289" y="89806"/>
                </a:cubicBezTo>
                <a:lnTo>
                  <a:pt x="350289" y="152936"/>
                </a:lnTo>
                <a:lnTo>
                  <a:pt x="367176" y="152936"/>
                </a:lnTo>
                <a:close/>
                <a:moveTo>
                  <a:pt x="474555" y="105488"/>
                </a:moveTo>
                <a:cubicBezTo>
                  <a:pt x="474555" y="98114"/>
                  <a:pt x="474340" y="81830"/>
                  <a:pt x="465897" y="68796"/>
                </a:cubicBezTo>
                <a:cubicBezTo>
                  <a:pt x="457020" y="55342"/>
                  <a:pt x="443813" y="52956"/>
                  <a:pt x="436020" y="52956"/>
                </a:cubicBezTo>
                <a:cubicBezTo>
                  <a:pt x="411991" y="52956"/>
                  <a:pt x="392504" y="75965"/>
                  <a:pt x="392504" y="103972"/>
                </a:cubicBezTo>
                <a:cubicBezTo>
                  <a:pt x="392504" y="132522"/>
                  <a:pt x="413289" y="155266"/>
                  <a:pt x="439268" y="155266"/>
                </a:cubicBezTo>
                <a:cubicBezTo>
                  <a:pt x="452908" y="155266"/>
                  <a:pt x="465246" y="150063"/>
                  <a:pt x="473690" y="143990"/>
                </a:cubicBezTo>
                <a:lnTo>
                  <a:pt x="472391" y="129927"/>
                </a:lnTo>
                <a:cubicBezTo>
                  <a:pt x="458751" y="141170"/>
                  <a:pt x="444464" y="142037"/>
                  <a:pt x="439486" y="142037"/>
                </a:cubicBezTo>
                <a:cubicBezTo>
                  <a:pt x="422166" y="142037"/>
                  <a:pt x="408308" y="126683"/>
                  <a:pt x="407660" y="105488"/>
                </a:cubicBezTo>
                <a:lnTo>
                  <a:pt x="474555" y="105488"/>
                </a:lnTo>
                <a:moveTo>
                  <a:pt x="462217" y="93559"/>
                </a:moveTo>
                <a:lnTo>
                  <a:pt x="408740" y="93559"/>
                </a:lnTo>
                <a:cubicBezTo>
                  <a:pt x="412206" y="77051"/>
                  <a:pt x="423679" y="66188"/>
                  <a:pt x="436020" y="66188"/>
                </a:cubicBezTo>
                <a:cubicBezTo>
                  <a:pt x="447278" y="66188"/>
                  <a:pt x="459402" y="73575"/>
                  <a:pt x="462217" y="93559"/>
                </a:cubicBezTo>
                <a:close/>
                <a:moveTo>
                  <a:pt x="628270" y="16916"/>
                </a:moveTo>
                <a:lnTo>
                  <a:pt x="628270" y="2386"/>
                </a:lnTo>
                <a:cubicBezTo>
                  <a:pt x="625670" y="1738"/>
                  <a:pt x="618957" y="0"/>
                  <a:pt x="610950" y="0"/>
                </a:cubicBezTo>
                <a:cubicBezTo>
                  <a:pt x="590597" y="0"/>
                  <a:pt x="575012" y="15400"/>
                  <a:pt x="575012" y="37062"/>
                </a:cubicBezTo>
                <a:lnTo>
                  <a:pt x="575012" y="56557"/>
                </a:lnTo>
                <a:lnTo>
                  <a:pt x="558990" y="56557"/>
                </a:lnTo>
                <a:lnTo>
                  <a:pt x="558990" y="69140"/>
                </a:lnTo>
                <a:lnTo>
                  <a:pt x="575012" y="69140"/>
                </a:lnTo>
                <a:lnTo>
                  <a:pt x="575012" y="152936"/>
                </a:lnTo>
                <a:lnTo>
                  <a:pt x="591248" y="152936"/>
                </a:lnTo>
                <a:lnTo>
                  <a:pt x="591248" y="69140"/>
                </a:lnTo>
                <a:lnTo>
                  <a:pt x="615063" y="69140"/>
                </a:lnTo>
                <a:lnTo>
                  <a:pt x="615063" y="56557"/>
                </a:lnTo>
                <a:lnTo>
                  <a:pt x="590597" y="56557"/>
                </a:lnTo>
                <a:lnTo>
                  <a:pt x="590597" y="30780"/>
                </a:lnTo>
                <a:cubicBezTo>
                  <a:pt x="590597" y="14748"/>
                  <a:pt x="605103" y="13232"/>
                  <a:pt x="610732" y="13232"/>
                </a:cubicBezTo>
                <a:cubicBezTo>
                  <a:pt x="615063" y="13232"/>
                  <a:pt x="620907" y="13666"/>
                  <a:pt x="628270" y="16916"/>
                </a:cubicBezTo>
                <a:close/>
                <a:moveTo>
                  <a:pt x="720928" y="105197"/>
                </a:moveTo>
                <a:cubicBezTo>
                  <a:pt x="720928" y="76157"/>
                  <a:pt x="699277" y="52956"/>
                  <a:pt x="673516" y="52956"/>
                </a:cubicBezTo>
                <a:cubicBezTo>
                  <a:pt x="646887" y="52956"/>
                  <a:pt x="625887" y="76806"/>
                  <a:pt x="625887" y="105197"/>
                </a:cubicBezTo>
                <a:cubicBezTo>
                  <a:pt x="625887" y="133803"/>
                  <a:pt x="647968" y="155266"/>
                  <a:pt x="673298" y="155266"/>
                </a:cubicBezTo>
                <a:cubicBezTo>
                  <a:pt x="699277" y="155266"/>
                  <a:pt x="720928" y="133369"/>
                  <a:pt x="720928" y="105197"/>
                </a:cubicBezTo>
                <a:moveTo>
                  <a:pt x="704040" y="103029"/>
                </a:moveTo>
                <a:cubicBezTo>
                  <a:pt x="704040" y="128600"/>
                  <a:pt x="689320" y="141385"/>
                  <a:pt x="673298" y="141385"/>
                </a:cubicBezTo>
                <a:cubicBezTo>
                  <a:pt x="658360" y="141385"/>
                  <a:pt x="642771" y="129252"/>
                  <a:pt x="642771" y="103029"/>
                </a:cubicBezTo>
                <a:cubicBezTo>
                  <a:pt x="642771" y="76806"/>
                  <a:pt x="659226" y="66188"/>
                  <a:pt x="673298" y="66188"/>
                </a:cubicBezTo>
                <a:cubicBezTo>
                  <a:pt x="688455" y="66188"/>
                  <a:pt x="704040" y="77458"/>
                  <a:pt x="704040" y="103029"/>
                </a:cubicBezTo>
                <a:close/>
                <a:moveTo>
                  <a:pt x="761413" y="152936"/>
                </a:moveTo>
                <a:lnTo>
                  <a:pt x="761413" y="2330"/>
                </a:lnTo>
                <a:lnTo>
                  <a:pt x="745176" y="2330"/>
                </a:lnTo>
                <a:lnTo>
                  <a:pt x="745176" y="152936"/>
                </a:lnTo>
                <a:lnTo>
                  <a:pt x="761413" y="152936"/>
                </a:lnTo>
                <a:close/>
                <a:moveTo>
                  <a:pt x="813154" y="152936"/>
                </a:moveTo>
                <a:lnTo>
                  <a:pt x="813154" y="2330"/>
                </a:lnTo>
                <a:lnTo>
                  <a:pt x="796918" y="2330"/>
                </a:lnTo>
                <a:lnTo>
                  <a:pt x="796918" y="152936"/>
                </a:lnTo>
                <a:lnTo>
                  <a:pt x="813154" y="152936"/>
                </a:lnTo>
                <a:close/>
                <a:moveTo>
                  <a:pt x="932660" y="105197"/>
                </a:moveTo>
                <a:cubicBezTo>
                  <a:pt x="932660" y="76157"/>
                  <a:pt x="911009" y="52956"/>
                  <a:pt x="885249" y="52956"/>
                </a:cubicBezTo>
                <a:cubicBezTo>
                  <a:pt x="858620" y="52956"/>
                  <a:pt x="837619" y="76806"/>
                  <a:pt x="837619" y="105197"/>
                </a:cubicBezTo>
                <a:cubicBezTo>
                  <a:pt x="837619" y="133803"/>
                  <a:pt x="859700" y="155266"/>
                  <a:pt x="885031" y="155266"/>
                </a:cubicBezTo>
                <a:cubicBezTo>
                  <a:pt x="911009" y="155266"/>
                  <a:pt x="932660" y="133369"/>
                  <a:pt x="932660" y="105197"/>
                </a:cubicBezTo>
                <a:moveTo>
                  <a:pt x="915773" y="103029"/>
                </a:moveTo>
                <a:cubicBezTo>
                  <a:pt x="915773" y="128600"/>
                  <a:pt x="901052" y="141385"/>
                  <a:pt x="885031" y="141385"/>
                </a:cubicBezTo>
                <a:cubicBezTo>
                  <a:pt x="870092" y="141385"/>
                  <a:pt x="854503" y="129252"/>
                  <a:pt x="854503" y="103029"/>
                </a:cubicBezTo>
                <a:cubicBezTo>
                  <a:pt x="854503" y="76806"/>
                  <a:pt x="870958" y="66188"/>
                  <a:pt x="885031" y="66188"/>
                </a:cubicBezTo>
                <a:cubicBezTo>
                  <a:pt x="900187" y="66188"/>
                  <a:pt x="915773" y="77458"/>
                  <a:pt x="915773" y="103029"/>
                </a:cubicBezTo>
                <a:close/>
                <a:moveTo>
                  <a:pt x="1083991" y="56557"/>
                </a:moveTo>
                <a:lnTo>
                  <a:pt x="1068184" y="56557"/>
                </a:lnTo>
                <a:lnTo>
                  <a:pt x="1054330" y="102579"/>
                </a:lnTo>
                <a:cubicBezTo>
                  <a:pt x="1051948" y="110393"/>
                  <a:pt x="1045453" y="131883"/>
                  <a:pt x="1044373" y="141216"/>
                </a:cubicBezTo>
                <a:lnTo>
                  <a:pt x="1044155" y="141216"/>
                </a:lnTo>
                <a:cubicBezTo>
                  <a:pt x="1043289" y="134488"/>
                  <a:pt x="1037875" y="115169"/>
                  <a:pt x="1034195" y="102794"/>
                </a:cubicBezTo>
                <a:lnTo>
                  <a:pt x="1020122" y="56557"/>
                </a:lnTo>
                <a:lnTo>
                  <a:pt x="1004969" y="56557"/>
                </a:lnTo>
                <a:lnTo>
                  <a:pt x="992628" y="97366"/>
                </a:lnTo>
                <a:cubicBezTo>
                  <a:pt x="990246" y="104965"/>
                  <a:pt x="982886" y="129927"/>
                  <a:pt x="982020" y="140998"/>
                </a:cubicBezTo>
                <a:lnTo>
                  <a:pt x="981806" y="140998"/>
                </a:lnTo>
                <a:cubicBezTo>
                  <a:pt x="980722" y="130579"/>
                  <a:pt x="973577" y="106050"/>
                  <a:pt x="970115" y="94112"/>
                </a:cubicBezTo>
                <a:lnTo>
                  <a:pt x="958856" y="56557"/>
                </a:lnTo>
                <a:lnTo>
                  <a:pt x="942402" y="56557"/>
                </a:lnTo>
                <a:lnTo>
                  <a:pt x="972060" y="152936"/>
                </a:lnTo>
                <a:lnTo>
                  <a:pt x="989166" y="152936"/>
                </a:lnTo>
                <a:lnTo>
                  <a:pt x="1002588" y="108222"/>
                </a:lnTo>
                <a:cubicBezTo>
                  <a:pt x="1005620" y="98236"/>
                  <a:pt x="1011682" y="76746"/>
                  <a:pt x="1012329" y="68713"/>
                </a:cubicBezTo>
                <a:lnTo>
                  <a:pt x="1012547" y="68713"/>
                </a:lnTo>
                <a:cubicBezTo>
                  <a:pt x="1012980" y="74793"/>
                  <a:pt x="1016660" y="89770"/>
                  <a:pt x="1019475" y="99103"/>
                </a:cubicBezTo>
                <a:lnTo>
                  <a:pt x="1035279" y="152936"/>
                </a:lnTo>
                <a:lnTo>
                  <a:pt x="1054330" y="152936"/>
                </a:lnTo>
                <a:lnTo>
                  <a:pt x="1083991" y="56557"/>
                </a:lnTo>
                <a:close/>
                <a:moveTo>
                  <a:pt x="1121010" y="152936"/>
                </a:moveTo>
                <a:lnTo>
                  <a:pt x="1121010" y="56557"/>
                </a:lnTo>
                <a:lnTo>
                  <a:pt x="1104774" y="56557"/>
                </a:lnTo>
                <a:lnTo>
                  <a:pt x="1104774" y="152936"/>
                </a:lnTo>
                <a:lnTo>
                  <a:pt x="1121010" y="152936"/>
                </a:lnTo>
                <a:moveTo>
                  <a:pt x="1122741" y="30109"/>
                </a:moveTo>
                <a:lnTo>
                  <a:pt x="1122741" y="10803"/>
                </a:lnTo>
                <a:lnTo>
                  <a:pt x="1103476" y="10803"/>
                </a:lnTo>
                <a:lnTo>
                  <a:pt x="1103476" y="30109"/>
                </a:lnTo>
                <a:lnTo>
                  <a:pt x="1122741" y="30109"/>
                </a:lnTo>
                <a:close/>
                <a:moveTo>
                  <a:pt x="1233155" y="152936"/>
                </a:moveTo>
                <a:lnTo>
                  <a:pt x="1233155" y="88287"/>
                </a:lnTo>
                <a:cubicBezTo>
                  <a:pt x="1233155" y="73969"/>
                  <a:pt x="1229908" y="54227"/>
                  <a:pt x="1203494" y="54227"/>
                </a:cubicBezTo>
                <a:cubicBezTo>
                  <a:pt x="1184010" y="54227"/>
                  <a:pt x="1173402" y="68978"/>
                  <a:pt x="1172104" y="70712"/>
                </a:cubicBezTo>
                <a:lnTo>
                  <a:pt x="1172104" y="55312"/>
                </a:lnTo>
                <a:lnTo>
                  <a:pt x="1156515" y="55312"/>
                </a:lnTo>
                <a:lnTo>
                  <a:pt x="1156515" y="152936"/>
                </a:lnTo>
                <a:lnTo>
                  <a:pt x="1173402" y="152936"/>
                </a:lnTo>
                <a:lnTo>
                  <a:pt x="1173402" y="99785"/>
                </a:lnTo>
                <a:cubicBezTo>
                  <a:pt x="1173402" y="85467"/>
                  <a:pt x="1178814" y="67459"/>
                  <a:pt x="1195268" y="67459"/>
                </a:cubicBezTo>
                <a:cubicBezTo>
                  <a:pt x="1216050" y="67459"/>
                  <a:pt x="1216268" y="82862"/>
                  <a:pt x="1216268" y="89806"/>
                </a:cubicBezTo>
                <a:lnTo>
                  <a:pt x="1216268" y="152936"/>
                </a:lnTo>
                <a:lnTo>
                  <a:pt x="1233155" y="152936"/>
                </a:lnTo>
                <a:close/>
                <a:moveTo>
                  <a:pt x="1355909" y="67893"/>
                </a:moveTo>
                <a:lnTo>
                  <a:pt x="1353527" y="54227"/>
                </a:lnTo>
                <a:cubicBezTo>
                  <a:pt x="1338371" y="54227"/>
                  <a:pt x="1325815" y="58351"/>
                  <a:pt x="1319320" y="61170"/>
                </a:cubicBezTo>
                <a:cubicBezTo>
                  <a:pt x="1314774" y="57483"/>
                  <a:pt x="1307411" y="54227"/>
                  <a:pt x="1298753" y="54227"/>
                </a:cubicBezTo>
                <a:cubicBezTo>
                  <a:pt x="1280134" y="54227"/>
                  <a:pt x="1264331" y="69845"/>
                  <a:pt x="1264331" y="89584"/>
                </a:cubicBezTo>
                <a:cubicBezTo>
                  <a:pt x="1264331" y="97611"/>
                  <a:pt x="1267145" y="105418"/>
                  <a:pt x="1271473" y="111058"/>
                </a:cubicBezTo>
                <a:cubicBezTo>
                  <a:pt x="1265196" y="119951"/>
                  <a:pt x="1265196" y="128411"/>
                  <a:pt x="1265196" y="129497"/>
                </a:cubicBezTo>
                <a:cubicBezTo>
                  <a:pt x="1265196" y="135133"/>
                  <a:pt x="1267145" y="141425"/>
                  <a:pt x="1270825" y="145979"/>
                </a:cubicBezTo>
                <a:cubicBezTo>
                  <a:pt x="1259567" y="152704"/>
                  <a:pt x="1256971" y="162690"/>
                  <a:pt x="1256971" y="168336"/>
                </a:cubicBezTo>
                <a:cubicBezTo>
                  <a:pt x="1256971" y="184617"/>
                  <a:pt x="1278403" y="197631"/>
                  <a:pt x="1304814" y="197631"/>
                </a:cubicBezTo>
                <a:cubicBezTo>
                  <a:pt x="1331444" y="197631"/>
                  <a:pt x="1352876" y="184835"/>
                  <a:pt x="1352876" y="168118"/>
                </a:cubicBezTo>
                <a:cubicBezTo>
                  <a:pt x="1352876" y="137956"/>
                  <a:pt x="1316720" y="137956"/>
                  <a:pt x="1308280" y="137956"/>
                </a:cubicBezTo>
                <a:lnTo>
                  <a:pt x="1289226" y="137956"/>
                </a:lnTo>
                <a:cubicBezTo>
                  <a:pt x="1286411" y="137956"/>
                  <a:pt x="1276669" y="137956"/>
                  <a:pt x="1276669" y="126491"/>
                </a:cubicBezTo>
                <a:cubicBezTo>
                  <a:pt x="1276669" y="124108"/>
                  <a:pt x="1277535" y="120640"/>
                  <a:pt x="1279051" y="118687"/>
                </a:cubicBezTo>
                <a:cubicBezTo>
                  <a:pt x="1283596" y="121940"/>
                  <a:pt x="1290742" y="124975"/>
                  <a:pt x="1298753" y="124975"/>
                </a:cubicBezTo>
                <a:cubicBezTo>
                  <a:pt x="1318236" y="124975"/>
                  <a:pt x="1333393" y="108927"/>
                  <a:pt x="1333393" y="89621"/>
                </a:cubicBezTo>
                <a:cubicBezTo>
                  <a:pt x="1333393" y="79208"/>
                  <a:pt x="1328629" y="71186"/>
                  <a:pt x="1326247" y="67929"/>
                </a:cubicBezTo>
                <a:lnTo>
                  <a:pt x="1327113" y="68147"/>
                </a:lnTo>
                <a:cubicBezTo>
                  <a:pt x="1331876" y="68147"/>
                  <a:pt x="1337938" y="67280"/>
                  <a:pt x="1343135" y="67280"/>
                </a:cubicBezTo>
                <a:cubicBezTo>
                  <a:pt x="1347033" y="67280"/>
                  <a:pt x="1355909" y="67929"/>
                  <a:pt x="1355909" y="67929"/>
                </a:cubicBezTo>
                <a:lnTo>
                  <a:pt x="1355909" y="67893"/>
                </a:lnTo>
                <a:moveTo>
                  <a:pt x="1318236" y="89621"/>
                </a:moveTo>
                <a:cubicBezTo>
                  <a:pt x="1318236" y="106540"/>
                  <a:pt x="1308062" y="112614"/>
                  <a:pt x="1298753" y="112614"/>
                </a:cubicBezTo>
                <a:cubicBezTo>
                  <a:pt x="1290742" y="112587"/>
                  <a:pt x="1279484" y="107596"/>
                  <a:pt x="1279484" y="89591"/>
                </a:cubicBezTo>
                <a:cubicBezTo>
                  <a:pt x="1279484" y="71583"/>
                  <a:pt x="1290742" y="66592"/>
                  <a:pt x="1298753" y="66592"/>
                </a:cubicBezTo>
                <a:cubicBezTo>
                  <a:pt x="1308062" y="66592"/>
                  <a:pt x="1318236" y="72668"/>
                  <a:pt x="1318236" y="89591"/>
                </a:cubicBezTo>
                <a:lnTo>
                  <a:pt x="1318236" y="89621"/>
                </a:lnTo>
                <a:moveTo>
                  <a:pt x="1337720" y="168561"/>
                </a:moveTo>
                <a:cubicBezTo>
                  <a:pt x="1337720" y="178110"/>
                  <a:pt x="1322782" y="185269"/>
                  <a:pt x="1305033" y="185269"/>
                </a:cubicBezTo>
                <a:cubicBezTo>
                  <a:pt x="1287494" y="185242"/>
                  <a:pt x="1272124" y="178517"/>
                  <a:pt x="1272124" y="168323"/>
                </a:cubicBezTo>
                <a:cubicBezTo>
                  <a:pt x="1272124" y="167671"/>
                  <a:pt x="1272124" y="153572"/>
                  <a:pt x="1289011" y="153572"/>
                </a:cubicBezTo>
                <a:lnTo>
                  <a:pt x="1308495" y="153572"/>
                </a:lnTo>
                <a:cubicBezTo>
                  <a:pt x="1313258" y="153572"/>
                  <a:pt x="1337720" y="153572"/>
                  <a:pt x="1337720" y="168538"/>
                </a:cubicBezTo>
                <a:lnTo>
                  <a:pt x="1337720" y="168561"/>
                </a:lnTo>
                <a:close/>
                <a:moveTo>
                  <a:pt x="1535166" y="104531"/>
                </a:moveTo>
                <a:cubicBezTo>
                  <a:pt x="1535166" y="78517"/>
                  <a:pt x="1521526" y="54227"/>
                  <a:pt x="1500744" y="54227"/>
                </a:cubicBezTo>
                <a:cubicBezTo>
                  <a:pt x="1487752" y="54227"/>
                  <a:pt x="1475195" y="58784"/>
                  <a:pt x="1465239" y="67244"/>
                </a:cubicBezTo>
                <a:lnTo>
                  <a:pt x="1465239" y="56613"/>
                </a:lnTo>
                <a:lnTo>
                  <a:pt x="1448999" y="56613"/>
                </a:lnTo>
                <a:lnTo>
                  <a:pt x="1448999" y="194877"/>
                </a:lnTo>
                <a:lnTo>
                  <a:pt x="1465886" y="194877"/>
                </a:lnTo>
                <a:lnTo>
                  <a:pt x="1465886" y="142904"/>
                </a:lnTo>
                <a:cubicBezTo>
                  <a:pt x="1472599" y="149193"/>
                  <a:pt x="1482122" y="155266"/>
                  <a:pt x="1495115" y="155266"/>
                </a:cubicBezTo>
                <a:cubicBezTo>
                  <a:pt x="1516115" y="155266"/>
                  <a:pt x="1535166" y="134014"/>
                  <a:pt x="1535166" y="104531"/>
                </a:cubicBezTo>
                <a:moveTo>
                  <a:pt x="1518279" y="104531"/>
                </a:moveTo>
                <a:cubicBezTo>
                  <a:pt x="1518279" y="126862"/>
                  <a:pt x="1502908" y="142037"/>
                  <a:pt x="1486671" y="142037"/>
                </a:cubicBezTo>
                <a:cubicBezTo>
                  <a:pt x="1478228" y="142037"/>
                  <a:pt x="1472381" y="137701"/>
                  <a:pt x="1468053" y="131846"/>
                </a:cubicBezTo>
                <a:cubicBezTo>
                  <a:pt x="1465886" y="128596"/>
                  <a:pt x="1465886" y="128163"/>
                  <a:pt x="1465886" y="124261"/>
                </a:cubicBezTo>
                <a:lnTo>
                  <a:pt x="1465886" y="80685"/>
                </a:lnTo>
                <a:cubicBezTo>
                  <a:pt x="1471082" y="73095"/>
                  <a:pt x="1479526" y="68111"/>
                  <a:pt x="1488835" y="68111"/>
                </a:cubicBezTo>
                <a:cubicBezTo>
                  <a:pt x="1505290" y="68111"/>
                  <a:pt x="1518279" y="84587"/>
                  <a:pt x="1518279" y="104531"/>
                </a:cubicBezTo>
                <a:close/>
                <a:moveTo>
                  <a:pt x="1613970" y="68763"/>
                </a:moveTo>
                <a:lnTo>
                  <a:pt x="1613970" y="54227"/>
                </a:lnTo>
                <a:cubicBezTo>
                  <a:pt x="1594701" y="54445"/>
                  <a:pt x="1582795" y="65076"/>
                  <a:pt x="1576082" y="75055"/>
                </a:cubicBezTo>
                <a:lnTo>
                  <a:pt x="1576082" y="55312"/>
                </a:lnTo>
                <a:lnTo>
                  <a:pt x="1560926" y="55312"/>
                </a:lnTo>
                <a:lnTo>
                  <a:pt x="1560926" y="152936"/>
                </a:lnTo>
                <a:lnTo>
                  <a:pt x="1577166" y="152936"/>
                </a:lnTo>
                <a:lnTo>
                  <a:pt x="1577166" y="106510"/>
                </a:lnTo>
                <a:cubicBezTo>
                  <a:pt x="1577166" y="84818"/>
                  <a:pt x="1592752" y="69197"/>
                  <a:pt x="1613970" y="68763"/>
                </a:cubicBezTo>
                <a:close/>
                <a:moveTo>
                  <a:pt x="1718754" y="105197"/>
                </a:moveTo>
                <a:cubicBezTo>
                  <a:pt x="1718754" y="76157"/>
                  <a:pt x="1697103" y="52956"/>
                  <a:pt x="1671343" y="52956"/>
                </a:cubicBezTo>
                <a:cubicBezTo>
                  <a:pt x="1644713" y="52956"/>
                  <a:pt x="1623713" y="76806"/>
                  <a:pt x="1623713" y="105197"/>
                </a:cubicBezTo>
                <a:cubicBezTo>
                  <a:pt x="1623713" y="133803"/>
                  <a:pt x="1645794" y="155266"/>
                  <a:pt x="1671125" y="155266"/>
                </a:cubicBezTo>
                <a:cubicBezTo>
                  <a:pt x="1697103" y="155266"/>
                  <a:pt x="1718754" y="133369"/>
                  <a:pt x="1718754" y="105197"/>
                </a:cubicBezTo>
                <a:moveTo>
                  <a:pt x="1701866" y="103029"/>
                </a:moveTo>
                <a:cubicBezTo>
                  <a:pt x="1701866" y="128600"/>
                  <a:pt x="1687146" y="141385"/>
                  <a:pt x="1671125" y="141385"/>
                </a:cubicBezTo>
                <a:cubicBezTo>
                  <a:pt x="1656186" y="141385"/>
                  <a:pt x="1640597" y="129252"/>
                  <a:pt x="1640597" y="103029"/>
                </a:cubicBezTo>
                <a:cubicBezTo>
                  <a:pt x="1640597" y="76806"/>
                  <a:pt x="1657052" y="66188"/>
                  <a:pt x="1671125" y="66188"/>
                </a:cubicBezTo>
                <a:cubicBezTo>
                  <a:pt x="1686281" y="66188"/>
                  <a:pt x="1701866" y="77458"/>
                  <a:pt x="1701866" y="103029"/>
                </a:cubicBezTo>
                <a:close/>
                <a:moveTo>
                  <a:pt x="1830467" y="67893"/>
                </a:moveTo>
                <a:lnTo>
                  <a:pt x="1828085" y="54227"/>
                </a:lnTo>
                <a:cubicBezTo>
                  <a:pt x="1812929" y="54227"/>
                  <a:pt x="1800373" y="58351"/>
                  <a:pt x="1793878" y="61170"/>
                </a:cubicBezTo>
                <a:cubicBezTo>
                  <a:pt x="1789333" y="57483"/>
                  <a:pt x="1781969" y="54227"/>
                  <a:pt x="1773311" y="54227"/>
                </a:cubicBezTo>
                <a:cubicBezTo>
                  <a:pt x="1754693" y="54227"/>
                  <a:pt x="1738889" y="69845"/>
                  <a:pt x="1738889" y="89584"/>
                </a:cubicBezTo>
                <a:cubicBezTo>
                  <a:pt x="1738889" y="97611"/>
                  <a:pt x="1741703" y="105418"/>
                  <a:pt x="1746031" y="111058"/>
                </a:cubicBezTo>
                <a:cubicBezTo>
                  <a:pt x="1739754" y="119951"/>
                  <a:pt x="1739754" y="128411"/>
                  <a:pt x="1739754" y="129497"/>
                </a:cubicBezTo>
                <a:cubicBezTo>
                  <a:pt x="1739754" y="135133"/>
                  <a:pt x="1741703" y="141425"/>
                  <a:pt x="1745383" y="145979"/>
                </a:cubicBezTo>
                <a:cubicBezTo>
                  <a:pt x="1734125" y="152704"/>
                  <a:pt x="1731529" y="162690"/>
                  <a:pt x="1731529" y="168336"/>
                </a:cubicBezTo>
                <a:cubicBezTo>
                  <a:pt x="1731529" y="184617"/>
                  <a:pt x="1752962" y="197631"/>
                  <a:pt x="1779373" y="197631"/>
                </a:cubicBezTo>
                <a:cubicBezTo>
                  <a:pt x="1806002" y="197631"/>
                  <a:pt x="1827435" y="184835"/>
                  <a:pt x="1827435" y="168118"/>
                </a:cubicBezTo>
                <a:cubicBezTo>
                  <a:pt x="1827435" y="137956"/>
                  <a:pt x="1791278" y="137956"/>
                  <a:pt x="1782838" y="137956"/>
                </a:cubicBezTo>
                <a:lnTo>
                  <a:pt x="1763784" y="137956"/>
                </a:lnTo>
                <a:cubicBezTo>
                  <a:pt x="1760969" y="137956"/>
                  <a:pt x="1751227" y="137956"/>
                  <a:pt x="1751227" y="126491"/>
                </a:cubicBezTo>
                <a:cubicBezTo>
                  <a:pt x="1751227" y="124108"/>
                  <a:pt x="1752093" y="120640"/>
                  <a:pt x="1753609" y="118687"/>
                </a:cubicBezTo>
                <a:cubicBezTo>
                  <a:pt x="1758155" y="121940"/>
                  <a:pt x="1765300" y="124975"/>
                  <a:pt x="1773311" y="124975"/>
                </a:cubicBezTo>
                <a:cubicBezTo>
                  <a:pt x="1792795" y="124975"/>
                  <a:pt x="1807951" y="108927"/>
                  <a:pt x="1807951" y="89621"/>
                </a:cubicBezTo>
                <a:cubicBezTo>
                  <a:pt x="1807951" y="79208"/>
                  <a:pt x="1803187" y="71186"/>
                  <a:pt x="1800805" y="67929"/>
                </a:cubicBezTo>
                <a:lnTo>
                  <a:pt x="1801671" y="68147"/>
                </a:lnTo>
                <a:cubicBezTo>
                  <a:pt x="1806435" y="68147"/>
                  <a:pt x="1812496" y="67280"/>
                  <a:pt x="1817693" y="67280"/>
                </a:cubicBezTo>
                <a:cubicBezTo>
                  <a:pt x="1821591" y="67280"/>
                  <a:pt x="1830467" y="67929"/>
                  <a:pt x="1830467" y="67929"/>
                </a:cubicBezTo>
                <a:lnTo>
                  <a:pt x="1830467" y="67893"/>
                </a:lnTo>
                <a:moveTo>
                  <a:pt x="1792795" y="89621"/>
                </a:moveTo>
                <a:cubicBezTo>
                  <a:pt x="1792795" y="106540"/>
                  <a:pt x="1782620" y="112614"/>
                  <a:pt x="1773311" y="112614"/>
                </a:cubicBezTo>
                <a:cubicBezTo>
                  <a:pt x="1765300" y="112587"/>
                  <a:pt x="1754042" y="107596"/>
                  <a:pt x="1754042" y="89591"/>
                </a:cubicBezTo>
                <a:cubicBezTo>
                  <a:pt x="1754042" y="71583"/>
                  <a:pt x="1765300" y="66592"/>
                  <a:pt x="1773311" y="66592"/>
                </a:cubicBezTo>
                <a:cubicBezTo>
                  <a:pt x="1782620" y="66592"/>
                  <a:pt x="1792795" y="72668"/>
                  <a:pt x="1792795" y="89591"/>
                </a:cubicBezTo>
                <a:lnTo>
                  <a:pt x="1792795" y="89621"/>
                </a:lnTo>
                <a:moveTo>
                  <a:pt x="1812278" y="168561"/>
                </a:moveTo>
                <a:cubicBezTo>
                  <a:pt x="1812278" y="178110"/>
                  <a:pt x="1797340" y="185269"/>
                  <a:pt x="1779591" y="185269"/>
                </a:cubicBezTo>
                <a:cubicBezTo>
                  <a:pt x="1762053" y="185242"/>
                  <a:pt x="1746682" y="178517"/>
                  <a:pt x="1746682" y="168323"/>
                </a:cubicBezTo>
                <a:cubicBezTo>
                  <a:pt x="1746682" y="167671"/>
                  <a:pt x="1746682" y="153572"/>
                  <a:pt x="1763569" y="153572"/>
                </a:cubicBezTo>
                <a:lnTo>
                  <a:pt x="1783053" y="153572"/>
                </a:lnTo>
                <a:cubicBezTo>
                  <a:pt x="1787816" y="153572"/>
                  <a:pt x="1812278" y="153572"/>
                  <a:pt x="1812278" y="168538"/>
                </a:cubicBezTo>
                <a:lnTo>
                  <a:pt x="1812278" y="168561"/>
                </a:lnTo>
                <a:close/>
                <a:moveTo>
                  <a:pt x="1904507" y="68763"/>
                </a:moveTo>
                <a:lnTo>
                  <a:pt x="1904507" y="54227"/>
                </a:lnTo>
                <a:cubicBezTo>
                  <a:pt x="1885238" y="54445"/>
                  <a:pt x="1873332" y="65076"/>
                  <a:pt x="1866620" y="75055"/>
                </a:cubicBezTo>
                <a:lnTo>
                  <a:pt x="1866620" y="55312"/>
                </a:lnTo>
                <a:lnTo>
                  <a:pt x="1851463" y="55312"/>
                </a:lnTo>
                <a:lnTo>
                  <a:pt x="1851463" y="152936"/>
                </a:lnTo>
                <a:lnTo>
                  <a:pt x="1867703" y="152936"/>
                </a:lnTo>
                <a:lnTo>
                  <a:pt x="1867703" y="106510"/>
                </a:lnTo>
                <a:cubicBezTo>
                  <a:pt x="1867703" y="84818"/>
                  <a:pt x="1883289" y="69197"/>
                  <a:pt x="1904507" y="68763"/>
                </a:cubicBezTo>
                <a:close/>
                <a:moveTo>
                  <a:pt x="1996301" y="152883"/>
                </a:moveTo>
                <a:lnTo>
                  <a:pt x="1996301" y="90243"/>
                </a:lnTo>
                <a:cubicBezTo>
                  <a:pt x="1996301" y="68137"/>
                  <a:pt x="1980497" y="52956"/>
                  <a:pt x="1960578" y="52956"/>
                </a:cubicBezTo>
                <a:cubicBezTo>
                  <a:pt x="1946505" y="52956"/>
                  <a:pt x="1936763" y="56428"/>
                  <a:pt x="1926588" y="62286"/>
                </a:cubicBezTo>
                <a:lnTo>
                  <a:pt x="1927887" y="76590"/>
                </a:lnTo>
                <a:cubicBezTo>
                  <a:pt x="1939145" y="68571"/>
                  <a:pt x="1949970" y="65754"/>
                  <a:pt x="1960578" y="65754"/>
                </a:cubicBezTo>
                <a:cubicBezTo>
                  <a:pt x="1970756" y="65754"/>
                  <a:pt x="1979414" y="74423"/>
                  <a:pt x="1979414" y="90462"/>
                </a:cubicBezTo>
                <a:lnTo>
                  <a:pt x="1979414" y="99782"/>
                </a:lnTo>
                <a:cubicBezTo>
                  <a:pt x="1946941" y="100215"/>
                  <a:pt x="1919443" y="109324"/>
                  <a:pt x="1919443" y="128388"/>
                </a:cubicBezTo>
                <a:cubicBezTo>
                  <a:pt x="1919443" y="137705"/>
                  <a:pt x="1925290" y="155266"/>
                  <a:pt x="1944126" y="155266"/>
                </a:cubicBezTo>
                <a:cubicBezTo>
                  <a:pt x="1947156" y="155266"/>
                  <a:pt x="1967505" y="154833"/>
                  <a:pt x="1980065" y="145072"/>
                </a:cubicBezTo>
                <a:lnTo>
                  <a:pt x="1980065" y="152883"/>
                </a:lnTo>
                <a:lnTo>
                  <a:pt x="1996301" y="152883"/>
                </a:lnTo>
                <a:moveTo>
                  <a:pt x="1979414" y="124274"/>
                </a:moveTo>
                <a:cubicBezTo>
                  <a:pt x="1979414" y="128388"/>
                  <a:pt x="1979414" y="133806"/>
                  <a:pt x="1972054" y="137920"/>
                </a:cubicBezTo>
                <a:cubicBezTo>
                  <a:pt x="1965774" y="141819"/>
                  <a:pt x="1957548" y="142037"/>
                  <a:pt x="1955167" y="142037"/>
                </a:cubicBezTo>
                <a:cubicBezTo>
                  <a:pt x="1944774" y="142037"/>
                  <a:pt x="1935032" y="137053"/>
                  <a:pt x="1935032" y="127958"/>
                </a:cubicBezTo>
                <a:cubicBezTo>
                  <a:pt x="1935032" y="112792"/>
                  <a:pt x="1970105" y="111276"/>
                  <a:pt x="1979414" y="110843"/>
                </a:cubicBezTo>
                <a:lnTo>
                  <a:pt x="1979414" y="124274"/>
                </a:lnTo>
                <a:close/>
                <a:moveTo>
                  <a:pt x="2166250" y="152936"/>
                </a:moveTo>
                <a:lnTo>
                  <a:pt x="2166250" y="88287"/>
                </a:lnTo>
                <a:cubicBezTo>
                  <a:pt x="2166250" y="73751"/>
                  <a:pt x="2162785" y="54227"/>
                  <a:pt x="2136588" y="54227"/>
                </a:cubicBezTo>
                <a:cubicBezTo>
                  <a:pt x="2123599" y="54227"/>
                  <a:pt x="2112341" y="60303"/>
                  <a:pt x="2104330" y="72016"/>
                </a:cubicBezTo>
                <a:cubicBezTo>
                  <a:pt x="2098701" y="55531"/>
                  <a:pt x="2083548" y="54227"/>
                  <a:pt x="2076621" y="54227"/>
                </a:cubicBezTo>
                <a:cubicBezTo>
                  <a:pt x="2061032" y="54227"/>
                  <a:pt x="2050857" y="63120"/>
                  <a:pt x="2045013" y="70931"/>
                </a:cubicBezTo>
                <a:lnTo>
                  <a:pt x="2045013" y="55312"/>
                </a:lnTo>
                <a:lnTo>
                  <a:pt x="2029424" y="55312"/>
                </a:lnTo>
                <a:lnTo>
                  <a:pt x="2029424" y="152936"/>
                </a:lnTo>
                <a:lnTo>
                  <a:pt x="2046312" y="152936"/>
                </a:lnTo>
                <a:lnTo>
                  <a:pt x="2046312" y="99785"/>
                </a:lnTo>
                <a:cubicBezTo>
                  <a:pt x="2046312" y="85034"/>
                  <a:pt x="2052155" y="67459"/>
                  <a:pt x="2068177" y="67459"/>
                </a:cubicBezTo>
                <a:cubicBezTo>
                  <a:pt x="2088312" y="67459"/>
                  <a:pt x="2089392" y="81562"/>
                  <a:pt x="2089392" y="89806"/>
                </a:cubicBezTo>
                <a:lnTo>
                  <a:pt x="2089392" y="152936"/>
                </a:lnTo>
                <a:lnTo>
                  <a:pt x="2106279" y="152936"/>
                </a:lnTo>
                <a:lnTo>
                  <a:pt x="2106279" y="99785"/>
                </a:lnTo>
                <a:cubicBezTo>
                  <a:pt x="2106279" y="85034"/>
                  <a:pt x="2112126" y="67459"/>
                  <a:pt x="2128145" y="67459"/>
                </a:cubicBezTo>
                <a:cubicBezTo>
                  <a:pt x="2148279" y="67459"/>
                  <a:pt x="2149363" y="81562"/>
                  <a:pt x="2149363" y="89806"/>
                </a:cubicBezTo>
                <a:lnTo>
                  <a:pt x="2149363" y="152936"/>
                </a:lnTo>
                <a:lnTo>
                  <a:pt x="2166250" y="152936"/>
                </a:lnTo>
                <a:close/>
                <a:moveTo>
                  <a:pt x="2345724" y="144205"/>
                </a:moveTo>
                <a:lnTo>
                  <a:pt x="2344426" y="129685"/>
                </a:lnTo>
                <a:cubicBezTo>
                  <a:pt x="2333382" y="138353"/>
                  <a:pt x="2321691" y="141385"/>
                  <a:pt x="2310651" y="141385"/>
                </a:cubicBezTo>
                <a:cubicBezTo>
                  <a:pt x="2292684" y="141385"/>
                  <a:pt x="2280560" y="125783"/>
                  <a:pt x="2280560" y="104548"/>
                </a:cubicBezTo>
                <a:cubicBezTo>
                  <a:pt x="2280560" y="87642"/>
                  <a:pt x="2288567" y="66840"/>
                  <a:pt x="2311517" y="66840"/>
                </a:cubicBezTo>
                <a:cubicBezTo>
                  <a:pt x="2322775" y="66840"/>
                  <a:pt x="2330135" y="68574"/>
                  <a:pt x="2342044" y="76375"/>
                </a:cubicBezTo>
                <a:lnTo>
                  <a:pt x="2344640" y="62286"/>
                </a:lnTo>
                <a:cubicBezTo>
                  <a:pt x="2331869" y="54908"/>
                  <a:pt x="2324506" y="52956"/>
                  <a:pt x="2311302" y="52956"/>
                </a:cubicBezTo>
                <a:cubicBezTo>
                  <a:pt x="2281207" y="52956"/>
                  <a:pt x="2263673" y="79192"/>
                  <a:pt x="2263673" y="104763"/>
                </a:cubicBezTo>
                <a:cubicBezTo>
                  <a:pt x="2263673" y="131635"/>
                  <a:pt x="2283374" y="155266"/>
                  <a:pt x="2310436" y="155266"/>
                </a:cubicBezTo>
                <a:cubicBezTo>
                  <a:pt x="2322127" y="155266"/>
                  <a:pt x="2334033" y="152231"/>
                  <a:pt x="2345724" y="144205"/>
                </a:cubicBezTo>
                <a:close/>
                <a:moveTo>
                  <a:pt x="2453538" y="105197"/>
                </a:moveTo>
                <a:cubicBezTo>
                  <a:pt x="2453538" y="76157"/>
                  <a:pt x="2431888" y="52956"/>
                  <a:pt x="2406127" y="52956"/>
                </a:cubicBezTo>
                <a:cubicBezTo>
                  <a:pt x="2379498" y="52956"/>
                  <a:pt x="2358498" y="76806"/>
                  <a:pt x="2358498" y="105197"/>
                </a:cubicBezTo>
                <a:cubicBezTo>
                  <a:pt x="2358498" y="133803"/>
                  <a:pt x="2380578" y="155266"/>
                  <a:pt x="2405909" y="155266"/>
                </a:cubicBezTo>
                <a:cubicBezTo>
                  <a:pt x="2431888" y="155266"/>
                  <a:pt x="2453538" y="133369"/>
                  <a:pt x="2453538" y="105197"/>
                </a:cubicBezTo>
                <a:moveTo>
                  <a:pt x="2436651" y="103029"/>
                </a:moveTo>
                <a:cubicBezTo>
                  <a:pt x="2436651" y="128600"/>
                  <a:pt x="2421931" y="141385"/>
                  <a:pt x="2405909" y="141385"/>
                </a:cubicBezTo>
                <a:cubicBezTo>
                  <a:pt x="2390971" y="141385"/>
                  <a:pt x="2375382" y="129252"/>
                  <a:pt x="2375382" y="103029"/>
                </a:cubicBezTo>
                <a:cubicBezTo>
                  <a:pt x="2375382" y="76806"/>
                  <a:pt x="2391837" y="66188"/>
                  <a:pt x="2405909" y="66188"/>
                </a:cubicBezTo>
                <a:cubicBezTo>
                  <a:pt x="2421065" y="66188"/>
                  <a:pt x="2436651" y="77458"/>
                  <a:pt x="2436651" y="103029"/>
                </a:cubicBezTo>
                <a:close/>
                <a:moveTo>
                  <a:pt x="2531044" y="68763"/>
                </a:moveTo>
                <a:lnTo>
                  <a:pt x="2531044" y="54227"/>
                </a:lnTo>
                <a:cubicBezTo>
                  <a:pt x="2511775" y="54445"/>
                  <a:pt x="2499870" y="65076"/>
                  <a:pt x="2493157" y="75055"/>
                </a:cubicBezTo>
                <a:lnTo>
                  <a:pt x="2493157" y="55312"/>
                </a:lnTo>
                <a:lnTo>
                  <a:pt x="2478001" y="55312"/>
                </a:lnTo>
                <a:lnTo>
                  <a:pt x="2478001" y="152936"/>
                </a:lnTo>
                <a:lnTo>
                  <a:pt x="2494241" y="152936"/>
                </a:lnTo>
                <a:lnTo>
                  <a:pt x="2494241" y="106510"/>
                </a:lnTo>
                <a:cubicBezTo>
                  <a:pt x="2494241" y="84818"/>
                  <a:pt x="2509826" y="69197"/>
                  <a:pt x="2531044" y="68763"/>
                </a:cubicBezTo>
                <a:close/>
                <a:moveTo>
                  <a:pt x="2605086" y="68763"/>
                </a:moveTo>
                <a:lnTo>
                  <a:pt x="2605086" y="54227"/>
                </a:lnTo>
                <a:cubicBezTo>
                  <a:pt x="2585817" y="54445"/>
                  <a:pt x="2573912" y="65076"/>
                  <a:pt x="2567199" y="75055"/>
                </a:cubicBezTo>
                <a:lnTo>
                  <a:pt x="2567199" y="55312"/>
                </a:lnTo>
                <a:lnTo>
                  <a:pt x="2552043" y="55312"/>
                </a:lnTo>
                <a:lnTo>
                  <a:pt x="2552043" y="152936"/>
                </a:lnTo>
                <a:lnTo>
                  <a:pt x="2568283" y="152936"/>
                </a:lnTo>
                <a:lnTo>
                  <a:pt x="2568283" y="106510"/>
                </a:lnTo>
                <a:cubicBezTo>
                  <a:pt x="2568283" y="84818"/>
                  <a:pt x="2583868" y="69197"/>
                  <a:pt x="2605086" y="68763"/>
                </a:cubicBezTo>
                <a:close/>
                <a:moveTo>
                  <a:pt x="2697961" y="105488"/>
                </a:moveTo>
                <a:cubicBezTo>
                  <a:pt x="2697961" y="98114"/>
                  <a:pt x="2697746" y="81830"/>
                  <a:pt x="2689302" y="68796"/>
                </a:cubicBezTo>
                <a:cubicBezTo>
                  <a:pt x="2680426" y="55342"/>
                  <a:pt x="2667219" y="52956"/>
                  <a:pt x="2659426" y="52956"/>
                </a:cubicBezTo>
                <a:cubicBezTo>
                  <a:pt x="2635397" y="52956"/>
                  <a:pt x="2615910" y="75965"/>
                  <a:pt x="2615910" y="103972"/>
                </a:cubicBezTo>
                <a:cubicBezTo>
                  <a:pt x="2615910" y="132522"/>
                  <a:pt x="2636695" y="155266"/>
                  <a:pt x="2662673" y="155266"/>
                </a:cubicBezTo>
                <a:cubicBezTo>
                  <a:pt x="2676313" y="155266"/>
                  <a:pt x="2688652" y="150063"/>
                  <a:pt x="2697095" y="143990"/>
                </a:cubicBezTo>
                <a:lnTo>
                  <a:pt x="2695797" y="129927"/>
                </a:lnTo>
                <a:cubicBezTo>
                  <a:pt x="2682157" y="141170"/>
                  <a:pt x="2667870" y="142037"/>
                  <a:pt x="2662891" y="142037"/>
                </a:cubicBezTo>
                <a:cubicBezTo>
                  <a:pt x="2645571" y="142037"/>
                  <a:pt x="2631713" y="126683"/>
                  <a:pt x="2631066" y="105488"/>
                </a:cubicBezTo>
                <a:lnTo>
                  <a:pt x="2697961" y="105488"/>
                </a:lnTo>
                <a:moveTo>
                  <a:pt x="2685622" y="93559"/>
                </a:moveTo>
                <a:lnTo>
                  <a:pt x="2632146" y="93559"/>
                </a:lnTo>
                <a:cubicBezTo>
                  <a:pt x="2635611" y="77051"/>
                  <a:pt x="2647084" y="66188"/>
                  <a:pt x="2659426" y="66188"/>
                </a:cubicBezTo>
                <a:cubicBezTo>
                  <a:pt x="2670684" y="66188"/>
                  <a:pt x="2682808" y="73575"/>
                  <a:pt x="2685622" y="93559"/>
                </a:cubicBezTo>
                <a:close/>
                <a:moveTo>
                  <a:pt x="2794303" y="144205"/>
                </a:moveTo>
                <a:lnTo>
                  <a:pt x="2793004" y="129685"/>
                </a:lnTo>
                <a:cubicBezTo>
                  <a:pt x="2781961" y="138353"/>
                  <a:pt x="2770270" y="141385"/>
                  <a:pt x="2759230" y="141385"/>
                </a:cubicBezTo>
                <a:cubicBezTo>
                  <a:pt x="2741262" y="141385"/>
                  <a:pt x="2729139" y="125783"/>
                  <a:pt x="2729139" y="104548"/>
                </a:cubicBezTo>
                <a:cubicBezTo>
                  <a:pt x="2729139" y="87642"/>
                  <a:pt x="2737146" y="66840"/>
                  <a:pt x="2760095" y="66840"/>
                </a:cubicBezTo>
                <a:cubicBezTo>
                  <a:pt x="2771354" y="66840"/>
                  <a:pt x="2778714" y="68574"/>
                  <a:pt x="2790623" y="76375"/>
                </a:cubicBezTo>
                <a:lnTo>
                  <a:pt x="2793219" y="62286"/>
                </a:lnTo>
                <a:cubicBezTo>
                  <a:pt x="2780448" y="54908"/>
                  <a:pt x="2773085" y="52956"/>
                  <a:pt x="2759881" y="52956"/>
                </a:cubicBezTo>
                <a:cubicBezTo>
                  <a:pt x="2729786" y="52956"/>
                  <a:pt x="2712252" y="79192"/>
                  <a:pt x="2712252" y="104763"/>
                </a:cubicBezTo>
                <a:cubicBezTo>
                  <a:pt x="2712252" y="131635"/>
                  <a:pt x="2731953" y="155266"/>
                  <a:pt x="2759015" y="155266"/>
                </a:cubicBezTo>
                <a:cubicBezTo>
                  <a:pt x="2770706" y="155266"/>
                  <a:pt x="2782612" y="152231"/>
                  <a:pt x="2794303" y="144205"/>
                </a:cubicBezTo>
                <a:close/>
                <a:moveTo>
                  <a:pt x="2872456" y="147025"/>
                </a:moveTo>
                <a:lnTo>
                  <a:pt x="2868994" y="134226"/>
                </a:lnTo>
                <a:cubicBezTo>
                  <a:pt x="2863365" y="138784"/>
                  <a:pt x="2856437" y="141385"/>
                  <a:pt x="2849510" y="141385"/>
                </a:cubicBezTo>
                <a:cubicBezTo>
                  <a:pt x="2841499" y="141385"/>
                  <a:pt x="2838466" y="134878"/>
                  <a:pt x="2838466" y="123377"/>
                </a:cubicBezTo>
                <a:lnTo>
                  <a:pt x="2838466" y="69140"/>
                </a:lnTo>
                <a:lnTo>
                  <a:pt x="2868994" y="69140"/>
                </a:lnTo>
                <a:lnTo>
                  <a:pt x="2868994" y="56557"/>
                </a:lnTo>
                <a:lnTo>
                  <a:pt x="2838466" y="56557"/>
                </a:lnTo>
                <a:lnTo>
                  <a:pt x="2838466" y="29020"/>
                </a:lnTo>
                <a:lnTo>
                  <a:pt x="2823528" y="29020"/>
                </a:lnTo>
                <a:lnTo>
                  <a:pt x="2823528" y="56557"/>
                </a:lnTo>
                <a:lnTo>
                  <a:pt x="2804695" y="56557"/>
                </a:lnTo>
                <a:lnTo>
                  <a:pt x="2804695" y="69140"/>
                </a:lnTo>
                <a:lnTo>
                  <a:pt x="2822881" y="69140"/>
                </a:lnTo>
                <a:lnTo>
                  <a:pt x="2822881" y="127067"/>
                </a:lnTo>
                <a:cubicBezTo>
                  <a:pt x="2822881" y="140084"/>
                  <a:pt x="2825910" y="155266"/>
                  <a:pt x="2840848" y="155266"/>
                </a:cubicBezTo>
                <a:cubicBezTo>
                  <a:pt x="2856004" y="155266"/>
                  <a:pt x="2867045" y="149845"/>
                  <a:pt x="2872456" y="147025"/>
                </a:cubicBezTo>
                <a:close/>
                <a:moveTo>
                  <a:pt x="3054746" y="104551"/>
                </a:moveTo>
                <a:cubicBezTo>
                  <a:pt x="3054746" y="77653"/>
                  <a:pt x="3040023" y="54227"/>
                  <a:pt x="3019674" y="54227"/>
                </a:cubicBezTo>
                <a:cubicBezTo>
                  <a:pt x="3011230" y="54237"/>
                  <a:pt x="2997808" y="56411"/>
                  <a:pt x="2984819" y="67052"/>
                </a:cubicBezTo>
                <a:lnTo>
                  <a:pt x="2984819" y="2330"/>
                </a:lnTo>
                <a:lnTo>
                  <a:pt x="2968579" y="2330"/>
                </a:lnTo>
                <a:lnTo>
                  <a:pt x="2968579" y="152946"/>
                </a:lnTo>
                <a:lnTo>
                  <a:pt x="2985466" y="152883"/>
                </a:lnTo>
                <a:lnTo>
                  <a:pt x="2985466" y="142904"/>
                </a:lnTo>
                <a:cubicBezTo>
                  <a:pt x="2990663" y="147677"/>
                  <a:pt x="2999972" y="155266"/>
                  <a:pt x="3014477" y="155266"/>
                </a:cubicBezTo>
                <a:cubicBezTo>
                  <a:pt x="3036128" y="155266"/>
                  <a:pt x="3054746" y="133587"/>
                  <a:pt x="3054746" y="104551"/>
                </a:cubicBezTo>
                <a:moveTo>
                  <a:pt x="3037859" y="104551"/>
                </a:moveTo>
                <a:cubicBezTo>
                  <a:pt x="3037859" y="132720"/>
                  <a:pt x="3019674" y="142037"/>
                  <a:pt x="3006467" y="142037"/>
                </a:cubicBezTo>
                <a:cubicBezTo>
                  <a:pt x="2998023" y="142037"/>
                  <a:pt x="2990881" y="138135"/>
                  <a:pt x="2985466" y="128169"/>
                </a:cubicBezTo>
                <a:lnTo>
                  <a:pt x="2985466" y="80281"/>
                </a:lnTo>
                <a:cubicBezTo>
                  <a:pt x="2988932" y="75051"/>
                  <a:pt x="2996725" y="67459"/>
                  <a:pt x="3008634" y="67459"/>
                </a:cubicBezTo>
                <a:cubicBezTo>
                  <a:pt x="3021405" y="67459"/>
                  <a:pt x="3037859" y="76786"/>
                  <a:pt x="3037859" y="104551"/>
                </a:cubicBezTo>
                <a:close/>
                <a:moveTo>
                  <a:pt x="3151304" y="152883"/>
                </a:moveTo>
                <a:lnTo>
                  <a:pt x="3151304" y="90243"/>
                </a:lnTo>
                <a:cubicBezTo>
                  <a:pt x="3151304" y="68137"/>
                  <a:pt x="3135500" y="52956"/>
                  <a:pt x="3115580" y="52956"/>
                </a:cubicBezTo>
                <a:cubicBezTo>
                  <a:pt x="3101508" y="52956"/>
                  <a:pt x="3091766" y="56428"/>
                  <a:pt x="3081591" y="62286"/>
                </a:cubicBezTo>
                <a:lnTo>
                  <a:pt x="3082889" y="76590"/>
                </a:lnTo>
                <a:cubicBezTo>
                  <a:pt x="3094147" y="68571"/>
                  <a:pt x="3104973" y="65754"/>
                  <a:pt x="3115580" y="65754"/>
                </a:cubicBezTo>
                <a:cubicBezTo>
                  <a:pt x="3125758" y="65754"/>
                  <a:pt x="3134417" y="74423"/>
                  <a:pt x="3134417" y="90462"/>
                </a:cubicBezTo>
                <a:lnTo>
                  <a:pt x="3134417" y="99782"/>
                </a:lnTo>
                <a:cubicBezTo>
                  <a:pt x="3101944" y="100215"/>
                  <a:pt x="3074446" y="109324"/>
                  <a:pt x="3074446" y="128388"/>
                </a:cubicBezTo>
                <a:cubicBezTo>
                  <a:pt x="3074446" y="137705"/>
                  <a:pt x="3080293" y="155266"/>
                  <a:pt x="3099129" y="155266"/>
                </a:cubicBezTo>
                <a:cubicBezTo>
                  <a:pt x="3102158" y="155266"/>
                  <a:pt x="3122508" y="154833"/>
                  <a:pt x="3135067" y="145072"/>
                </a:cubicBezTo>
                <a:lnTo>
                  <a:pt x="3135067" y="152883"/>
                </a:lnTo>
                <a:lnTo>
                  <a:pt x="3151304" y="152883"/>
                </a:lnTo>
                <a:moveTo>
                  <a:pt x="3134417" y="124274"/>
                </a:moveTo>
                <a:cubicBezTo>
                  <a:pt x="3134417" y="128388"/>
                  <a:pt x="3134417" y="133806"/>
                  <a:pt x="3127056" y="137920"/>
                </a:cubicBezTo>
                <a:cubicBezTo>
                  <a:pt x="3120777" y="141819"/>
                  <a:pt x="3112551" y="142037"/>
                  <a:pt x="3110169" y="142037"/>
                </a:cubicBezTo>
                <a:cubicBezTo>
                  <a:pt x="3099777" y="142037"/>
                  <a:pt x="3090035" y="137053"/>
                  <a:pt x="3090035" y="127958"/>
                </a:cubicBezTo>
                <a:cubicBezTo>
                  <a:pt x="3090035" y="112792"/>
                  <a:pt x="3125107" y="111276"/>
                  <a:pt x="3134417" y="110843"/>
                </a:cubicBezTo>
                <a:lnTo>
                  <a:pt x="3134417" y="124274"/>
                </a:lnTo>
                <a:close/>
                <a:moveTo>
                  <a:pt x="3244830" y="125134"/>
                </a:moveTo>
                <a:cubicBezTo>
                  <a:pt x="3244830" y="113213"/>
                  <a:pt x="3236819" y="105845"/>
                  <a:pt x="3236387" y="105197"/>
                </a:cubicBezTo>
                <a:cubicBezTo>
                  <a:pt x="3227943" y="97611"/>
                  <a:pt x="3222096" y="96310"/>
                  <a:pt x="3211271" y="94360"/>
                </a:cubicBezTo>
                <a:cubicBezTo>
                  <a:pt x="3199365" y="91977"/>
                  <a:pt x="3189405" y="89810"/>
                  <a:pt x="3189405" y="79192"/>
                </a:cubicBezTo>
                <a:cubicBezTo>
                  <a:pt x="3189405" y="65754"/>
                  <a:pt x="3204994" y="65754"/>
                  <a:pt x="3207809" y="65754"/>
                </a:cubicBezTo>
                <a:cubicBezTo>
                  <a:pt x="3214736" y="65754"/>
                  <a:pt x="3226209" y="66622"/>
                  <a:pt x="3238550" y="73989"/>
                </a:cubicBezTo>
                <a:lnTo>
                  <a:pt x="3241147" y="59900"/>
                </a:lnTo>
                <a:cubicBezTo>
                  <a:pt x="3229892" y="54693"/>
                  <a:pt x="3221016" y="52956"/>
                  <a:pt x="3209972" y="52956"/>
                </a:cubicBezTo>
                <a:cubicBezTo>
                  <a:pt x="3204561" y="52956"/>
                  <a:pt x="3174034" y="52956"/>
                  <a:pt x="3174034" y="81360"/>
                </a:cubicBezTo>
                <a:cubicBezTo>
                  <a:pt x="3174034" y="91977"/>
                  <a:pt x="3180314" y="98911"/>
                  <a:pt x="3185725" y="103029"/>
                </a:cubicBezTo>
                <a:cubicBezTo>
                  <a:pt x="3192438" y="107798"/>
                  <a:pt x="3197201" y="108662"/>
                  <a:pt x="3209107" y="111048"/>
                </a:cubicBezTo>
                <a:cubicBezTo>
                  <a:pt x="3216900" y="112564"/>
                  <a:pt x="3229456" y="115165"/>
                  <a:pt x="3229456" y="126650"/>
                </a:cubicBezTo>
                <a:cubicBezTo>
                  <a:pt x="3229456" y="141604"/>
                  <a:pt x="3212354" y="141604"/>
                  <a:pt x="3209107" y="141604"/>
                </a:cubicBezTo>
                <a:cubicBezTo>
                  <a:pt x="3191572" y="141604"/>
                  <a:pt x="3179448" y="133584"/>
                  <a:pt x="3175550" y="130983"/>
                </a:cubicBezTo>
                <a:lnTo>
                  <a:pt x="3172954" y="145724"/>
                </a:lnTo>
                <a:cubicBezTo>
                  <a:pt x="3179881" y="149193"/>
                  <a:pt x="3191787" y="155266"/>
                  <a:pt x="3209325" y="155266"/>
                </a:cubicBezTo>
                <a:cubicBezTo>
                  <a:pt x="3213220" y="155266"/>
                  <a:pt x="3225129" y="155266"/>
                  <a:pt x="3234438" y="148326"/>
                </a:cubicBezTo>
                <a:cubicBezTo>
                  <a:pt x="3241147" y="143119"/>
                  <a:pt x="3244830" y="134451"/>
                  <a:pt x="3244830" y="125134"/>
                </a:cubicBezTo>
                <a:close/>
                <a:moveTo>
                  <a:pt x="3339436" y="105488"/>
                </a:moveTo>
                <a:cubicBezTo>
                  <a:pt x="3339436" y="98114"/>
                  <a:pt x="3339221" y="81830"/>
                  <a:pt x="3330777" y="68796"/>
                </a:cubicBezTo>
                <a:cubicBezTo>
                  <a:pt x="3321901" y="55342"/>
                  <a:pt x="3308694" y="52956"/>
                  <a:pt x="3300901" y="52956"/>
                </a:cubicBezTo>
                <a:cubicBezTo>
                  <a:pt x="3276872" y="52956"/>
                  <a:pt x="3257385" y="75965"/>
                  <a:pt x="3257385" y="103972"/>
                </a:cubicBezTo>
                <a:cubicBezTo>
                  <a:pt x="3257385" y="132522"/>
                  <a:pt x="3278170" y="155266"/>
                  <a:pt x="3304148" y="155266"/>
                </a:cubicBezTo>
                <a:cubicBezTo>
                  <a:pt x="3317788" y="155266"/>
                  <a:pt x="3330127" y="150063"/>
                  <a:pt x="3338570" y="143990"/>
                </a:cubicBezTo>
                <a:lnTo>
                  <a:pt x="3337272" y="129927"/>
                </a:lnTo>
                <a:cubicBezTo>
                  <a:pt x="3323632" y="141170"/>
                  <a:pt x="3309345" y="142037"/>
                  <a:pt x="3304366" y="142037"/>
                </a:cubicBezTo>
                <a:cubicBezTo>
                  <a:pt x="3287046" y="142037"/>
                  <a:pt x="3273188" y="126683"/>
                  <a:pt x="3272541" y="105488"/>
                </a:cubicBezTo>
                <a:lnTo>
                  <a:pt x="3339436" y="105488"/>
                </a:lnTo>
                <a:moveTo>
                  <a:pt x="3327097" y="93559"/>
                </a:moveTo>
                <a:lnTo>
                  <a:pt x="3273621" y="93559"/>
                </a:lnTo>
                <a:cubicBezTo>
                  <a:pt x="3277086" y="77051"/>
                  <a:pt x="3288559" y="66188"/>
                  <a:pt x="3300901" y="66188"/>
                </a:cubicBezTo>
                <a:cubicBezTo>
                  <a:pt x="3312159" y="66188"/>
                  <a:pt x="3324283" y="73575"/>
                  <a:pt x="3327097" y="93559"/>
                </a:cubicBezTo>
                <a:close/>
                <a:moveTo>
                  <a:pt x="3439890" y="152966"/>
                </a:moveTo>
                <a:lnTo>
                  <a:pt x="3439890" y="2330"/>
                </a:lnTo>
                <a:lnTo>
                  <a:pt x="3423654" y="2330"/>
                </a:lnTo>
                <a:lnTo>
                  <a:pt x="3423654" y="66205"/>
                </a:lnTo>
                <a:cubicBezTo>
                  <a:pt x="3412181" y="56613"/>
                  <a:pt x="3400057" y="54227"/>
                  <a:pt x="3392046" y="54227"/>
                </a:cubicBezTo>
                <a:cubicBezTo>
                  <a:pt x="3370614" y="54227"/>
                  <a:pt x="3353726" y="76786"/>
                  <a:pt x="3353726" y="104760"/>
                </a:cubicBezTo>
                <a:cubicBezTo>
                  <a:pt x="3353726" y="133174"/>
                  <a:pt x="3370396" y="155266"/>
                  <a:pt x="3390963" y="155266"/>
                </a:cubicBezTo>
                <a:cubicBezTo>
                  <a:pt x="3398108" y="155266"/>
                  <a:pt x="3410879" y="153317"/>
                  <a:pt x="3423003" y="141604"/>
                </a:cubicBezTo>
                <a:lnTo>
                  <a:pt x="3423003" y="152883"/>
                </a:lnTo>
                <a:lnTo>
                  <a:pt x="3439890" y="152966"/>
                </a:lnTo>
                <a:moveTo>
                  <a:pt x="3423003" y="122761"/>
                </a:moveTo>
                <a:cubicBezTo>
                  <a:pt x="3423003" y="125796"/>
                  <a:pt x="3422788" y="129702"/>
                  <a:pt x="3415861" y="135990"/>
                </a:cubicBezTo>
                <a:cubicBezTo>
                  <a:pt x="3410879" y="140309"/>
                  <a:pt x="3405468" y="142037"/>
                  <a:pt x="3399839" y="142037"/>
                </a:cubicBezTo>
                <a:cubicBezTo>
                  <a:pt x="3386417" y="142037"/>
                  <a:pt x="3370614" y="131870"/>
                  <a:pt x="3370614" y="104978"/>
                </a:cubicBezTo>
                <a:cubicBezTo>
                  <a:pt x="3370614" y="76352"/>
                  <a:pt x="3389232" y="67459"/>
                  <a:pt x="3402003" y="67459"/>
                </a:cubicBezTo>
                <a:cubicBezTo>
                  <a:pt x="3411745" y="67505"/>
                  <a:pt x="3418243" y="72493"/>
                  <a:pt x="3423003" y="79434"/>
                </a:cubicBezTo>
                <a:lnTo>
                  <a:pt x="3423003" y="122761"/>
                </a:lnTo>
                <a:close/>
                <a:moveTo>
                  <a:pt x="3631489" y="105197"/>
                </a:moveTo>
                <a:cubicBezTo>
                  <a:pt x="3631489" y="76157"/>
                  <a:pt x="3609839" y="52956"/>
                  <a:pt x="3584078" y="52956"/>
                </a:cubicBezTo>
                <a:cubicBezTo>
                  <a:pt x="3557449" y="52956"/>
                  <a:pt x="3536449" y="76806"/>
                  <a:pt x="3536449" y="105197"/>
                </a:cubicBezTo>
                <a:cubicBezTo>
                  <a:pt x="3536449" y="133803"/>
                  <a:pt x="3558529" y="155266"/>
                  <a:pt x="3583860" y="155266"/>
                </a:cubicBezTo>
                <a:cubicBezTo>
                  <a:pt x="3609839" y="155266"/>
                  <a:pt x="3631489" y="133369"/>
                  <a:pt x="3631489" y="105197"/>
                </a:cubicBezTo>
                <a:moveTo>
                  <a:pt x="3614602" y="103029"/>
                </a:moveTo>
                <a:cubicBezTo>
                  <a:pt x="3614602" y="128600"/>
                  <a:pt x="3599882" y="141385"/>
                  <a:pt x="3583860" y="141385"/>
                </a:cubicBezTo>
                <a:cubicBezTo>
                  <a:pt x="3568922" y="141385"/>
                  <a:pt x="3553333" y="129252"/>
                  <a:pt x="3553333" y="103029"/>
                </a:cubicBezTo>
                <a:cubicBezTo>
                  <a:pt x="3553333" y="76806"/>
                  <a:pt x="3569787" y="66188"/>
                  <a:pt x="3583860" y="66188"/>
                </a:cubicBezTo>
                <a:cubicBezTo>
                  <a:pt x="3599016" y="66188"/>
                  <a:pt x="3614602" y="77458"/>
                  <a:pt x="3614602" y="103029"/>
                </a:cubicBezTo>
                <a:close/>
                <a:moveTo>
                  <a:pt x="3732377" y="152936"/>
                </a:moveTo>
                <a:lnTo>
                  <a:pt x="3732377" y="88287"/>
                </a:lnTo>
                <a:cubicBezTo>
                  <a:pt x="3732377" y="73969"/>
                  <a:pt x="3729130" y="54227"/>
                  <a:pt x="3702715" y="54227"/>
                </a:cubicBezTo>
                <a:cubicBezTo>
                  <a:pt x="3683232" y="54227"/>
                  <a:pt x="3672624" y="68978"/>
                  <a:pt x="3671326" y="70712"/>
                </a:cubicBezTo>
                <a:lnTo>
                  <a:pt x="3671326" y="55312"/>
                </a:lnTo>
                <a:lnTo>
                  <a:pt x="3655737" y="55312"/>
                </a:lnTo>
                <a:lnTo>
                  <a:pt x="3655737" y="152936"/>
                </a:lnTo>
                <a:lnTo>
                  <a:pt x="3672624" y="152936"/>
                </a:lnTo>
                <a:lnTo>
                  <a:pt x="3672624" y="99785"/>
                </a:lnTo>
                <a:cubicBezTo>
                  <a:pt x="3672624" y="85467"/>
                  <a:pt x="3678035" y="67459"/>
                  <a:pt x="3694490" y="67459"/>
                </a:cubicBezTo>
                <a:cubicBezTo>
                  <a:pt x="3715272" y="67459"/>
                  <a:pt x="3715490" y="82862"/>
                  <a:pt x="3715490" y="89806"/>
                </a:cubicBezTo>
                <a:lnTo>
                  <a:pt x="3715490" y="152936"/>
                </a:lnTo>
                <a:lnTo>
                  <a:pt x="3732377" y="152936"/>
                </a:lnTo>
                <a:close/>
                <a:moveTo>
                  <a:pt x="3894096" y="147025"/>
                </a:moveTo>
                <a:lnTo>
                  <a:pt x="3890634" y="134226"/>
                </a:lnTo>
                <a:cubicBezTo>
                  <a:pt x="3885005" y="138784"/>
                  <a:pt x="3878077" y="141385"/>
                  <a:pt x="3871150" y="141385"/>
                </a:cubicBezTo>
                <a:cubicBezTo>
                  <a:pt x="3863139" y="141385"/>
                  <a:pt x="3860107" y="134878"/>
                  <a:pt x="3860107" y="123377"/>
                </a:cubicBezTo>
                <a:lnTo>
                  <a:pt x="3860107" y="69140"/>
                </a:lnTo>
                <a:lnTo>
                  <a:pt x="3890634" y="69140"/>
                </a:lnTo>
                <a:lnTo>
                  <a:pt x="3890634" y="56557"/>
                </a:lnTo>
                <a:lnTo>
                  <a:pt x="3860107" y="56557"/>
                </a:lnTo>
                <a:lnTo>
                  <a:pt x="3860107" y="29020"/>
                </a:lnTo>
                <a:lnTo>
                  <a:pt x="3845168" y="29020"/>
                </a:lnTo>
                <a:lnTo>
                  <a:pt x="3845168" y="56557"/>
                </a:lnTo>
                <a:lnTo>
                  <a:pt x="3826336" y="56557"/>
                </a:lnTo>
                <a:lnTo>
                  <a:pt x="3826336" y="69140"/>
                </a:lnTo>
                <a:lnTo>
                  <a:pt x="3844521" y="69140"/>
                </a:lnTo>
                <a:lnTo>
                  <a:pt x="3844521" y="127067"/>
                </a:lnTo>
                <a:cubicBezTo>
                  <a:pt x="3844521" y="140084"/>
                  <a:pt x="3847550" y="155266"/>
                  <a:pt x="3862488" y="155266"/>
                </a:cubicBezTo>
                <a:cubicBezTo>
                  <a:pt x="3877645" y="155266"/>
                  <a:pt x="3888685" y="149845"/>
                  <a:pt x="3894096" y="147025"/>
                </a:cubicBezTo>
                <a:close/>
                <a:moveTo>
                  <a:pt x="3994552" y="152936"/>
                </a:moveTo>
                <a:lnTo>
                  <a:pt x="3994552" y="88287"/>
                </a:lnTo>
                <a:cubicBezTo>
                  <a:pt x="3994552" y="73969"/>
                  <a:pt x="3991305" y="54227"/>
                  <a:pt x="3964890" y="54227"/>
                </a:cubicBezTo>
                <a:cubicBezTo>
                  <a:pt x="3951468" y="54227"/>
                  <a:pt x="3941076" y="60952"/>
                  <a:pt x="3934148" y="69845"/>
                </a:cubicBezTo>
                <a:lnTo>
                  <a:pt x="3934148" y="2330"/>
                </a:lnTo>
                <a:lnTo>
                  <a:pt x="3917912" y="2330"/>
                </a:lnTo>
                <a:lnTo>
                  <a:pt x="3917912" y="152936"/>
                </a:lnTo>
                <a:lnTo>
                  <a:pt x="3934799" y="152936"/>
                </a:lnTo>
                <a:lnTo>
                  <a:pt x="3934799" y="99785"/>
                </a:lnTo>
                <a:cubicBezTo>
                  <a:pt x="3934799" y="85467"/>
                  <a:pt x="3940210" y="67459"/>
                  <a:pt x="3956665" y="67459"/>
                </a:cubicBezTo>
                <a:cubicBezTo>
                  <a:pt x="3977447" y="67459"/>
                  <a:pt x="3977665" y="82862"/>
                  <a:pt x="3977665" y="89806"/>
                </a:cubicBezTo>
                <a:lnTo>
                  <a:pt x="3977665" y="152936"/>
                </a:lnTo>
                <a:lnTo>
                  <a:pt x="3994552" y="152936"/>
                </a:lnTo>
                <a:close/>
                <a:moveTo>
                  <a:pt x="4101931" y="105488"/>
                </a:moveTo>
                <a:cubicBezTo>
                  <a:pt x="4101931" y="98114"/>
                  <a:pt x="4101716" y="81830"/>
                  <a:pt x="4093272" y="68796"/>
                </a:cubicBezTo>
                <a:cubicBezTo>
                  <a:pt x="4084396" y="55342"/>
                  <a:pt x="4071189" y="52956"/>
                  <a:pt x="4063396" y="52956"/>
                </a:cubicBezTo>
                <a:cubicBezTo>
                  <a:pt x="4039367" y="52956"/>
                  <a:pt x="4019880" y="75965"/>
                  <a:pt x="4019880" y="103972"/>
                </a:cubicBezTo>
                <a:cubicBezTo>
                  <a:pt x="4019880" y="132522"/>
                  <a:pt x="4040665" y="155266"/>
                  <a:pt x="4066643" y="155266"/>
                </a:cubicBezTo>
                <a:cubicBezTo>
                  <a:pt x="4080283" y="155266"/>
                  <a:pt x="4092622" y="150063"/>
                  <a:pt x="4101065" y="143990"/>
                </a:cubicBezTo>
                <a:lnTo>
                  <a:pt x="4099767" y="129927"/>
                </a:lnTo>
                <a:cubicBezTo>
                  <a:pt x="4086127" y="141170"/>
                  <a:pt x="4071840" y="142037"/>
                  <a:pt x="4066861" y="142037"/>
                </a:cubicBezTo>
                <a:cubicBezTo>
                  <a:pt x="4049541" y="142037"/>
                  <a:pt x="4035683" y="126683"/>
                  <a:pt x="4035036" y="105488"/>
                </a:cubicBezTo>
                <a:lnTo>
                  <a:pt x="4101931" y="105488"/>
                </a:lnTo>
                <a:moveTo>
                  <a:pt x="4089592" y="93559"/>
                </a:moveTo>
                <a:lnTo>
                  <a:pt x="4036116" y="93559"/>
                </a:lnTo>
                <a:cubicBezTo>
                  <a:pt x="4039581" y="77051"/>
                  <a:pt x="4051054" y="66188"/>
                  <a:pt x="4063396" y="66188"/>
                </a:cubicBezTo>
                <a:cubicBezTo>
                  <a:pt x="4074654" y="66188"/>
                  <a:pt x="4086778" y="73575"/>
                  <a:pt x="4089592" y="93559"/>
                </a:cubicBezTo>
                <a:close/>
                <a:moveTo>
                  <a:pt x="4284437" y="104531"/>
                </a:moveTo>
                <a:cubicBezTo>
                  <a:pt x="4284437" y="78517"/>
                  <a:pt x="4270797" y="54227"/>
                  <a:pt x="4250015" y="54227"/>
                </a:cubicBezTo>
                <a:cubicBezTo>
                  <a:pt x="4237023" y="54227"/>
                  <a:pt x="4224466" y="58784"/>
                  <a:pt x="4214510" y="67244"/>
                </a:cubicBezTo>
                <a:lnTo>
                  <a:pt x="4214510" y="56613"/>
                </a:lnTo>
                <a:lnTo>
                  <a:pt x="4198270" y="56613"/>
                </a:lnTo>
                <a:lnTo>
                  <a:pt x="4198270" y="194877"/>
                </a:lnTo>
                <a:lnTo>
                  <a:pt x="4215157" y="194877"/>
                </a:lnTo>
                <a:lnTo>
                  <a:pt x="4215157" y="142904"/>
                </a:lnTo>
                <a:cubicBezTo>
                  <a:pt x="4221870" y="149193"/>
                  <a:pt x="4231394" y="155266"/>
                  <a:pt x="4244386" y="155266"/>
                </a:cubicBezTo>
                <a:cubicBezTo>
                  <a:pt x="4265386" y="155266"/>
                  <a:pt x="4284437" y="134014"/>
                  <a:pt x="4284437" y="104531"/>
                </a:cubicBezTo>
                <a:moveTo>
                  <a:pt x="4267550" y="104531"/>
                </a:moveTo>
                <a:cubicBezTo>
                  <a:pt x="4267550" y="126862"/>
                  <a:pt x="4252179" y="142037"/>
                  <a:pt x="4235943" y="142037"/>
                </a:cubicBezTo>
                <a:cubicBezTo>
                  <a:pt x="4227499" y="142037"/>
                  <a:pt x="4221652" y="137701"/>
                  <a:pt x="4217324" y="131846"/>
                </a:cubicBezTo>
                <a:cubicBezTo>
                  <a:pt x="4215157" y="128596"/>
                  <a:pt x="4215157" y="128163"/>
                  <a:pt x="4215157" y="124261"/>
                </a:cubicBezTo>
                <a:lnTo>
                  <a:pt x="4215157" y="80685"/>
                </a:lnTo>
                <a:cubicBezTo>
                  <a:pt x="4220354" y="73095"/>
                  <a:pt x="4228797" y="68111"/>
                  <a:pt x="4238106" y="68111"/>
                </a:cubicBezTo>
                <a:cubicBezTo>
                  <a:pt x="4254561" y="68111"/>
                  <a:pt x="4267550" y="84587"/>
                  <a:pt x="4267550" y="104531"/>
                </a:cubicBezTo>
                <a:close/>
                <a:moveTo>
                  <a:pt x="4363242" y="68763"/>
                </a:moveTo>
                <a:lnTo>
                  <a:pt x="4363242" y="54227"/>
                </a:lnTo>
                <a:cubicBezTo>
                  <a:pt x="4343973" y="54445"/>
                  <a:pt x="4332067" y="65076"/>
                  <a:pt x="4325355" y="75055"/>
                </a:cubicBezTo>
                <a:lnTo>
                  <a:pt x="4325355" y="55312"/>
                </a:lnTo>
                <a:lnTo>
                  <a:pt x="4310198" y="55312"/>
                </a:lnTo>
                <a:lnTo>
                  <a:pt x="4310198" y="152936"/>
                </a:lnTo>
                <a:lnTo>
                  <a:pt x="4326438" y="152936"/>
                </a:lnTo>
                <a:lnTo>
                  <a:pt x="4326438" y="106510"/>
                </a:lnTo>
                <a:cubicBezTo>
                  <a:pt x="4326438" y="84818"/>
                  <a:pt x="4342024" y="69197"/>
                  <a:pt x="4363242" y="68763"/>
                </a:cubicBezTo>
                <a:close/>
                <a:moveTo>
                  <a:pt x="4468026" y="105197"/>
                </a:moveTo>
                <a:cubicBezTo>
                  <a:pt x="4468026" y="76157"/>
                  <a:pt x="4446375" y="52956"/>
                  <a:pt x="4420614" y="52956"/>
                </a:cubicBezTo>
                <a:cubicBezTo>
                  <a:pt x="4393985" y="52956"/>
                  <a:pt x="4372985" y="76806"/>
                  <a:pt x="4372985" y="105197"/>
                </a:cubicBezTo>
                <a:cubicBezTo>
                  <a:pt x="4372985" y="133803"/>
                  <a:pt x="4395066" y="155266"/>
                  <a:pt x="4420396" y="155266"/>
                </a:cubicBezTo>
                <a:cubicBezTo>
                  <a:pt x="4446375" y="155266"/>
                  <a:pt x="4468026" y="133369"/>
                  <a:pt x="4468026" y="105197"/>
                </a:cubicBezTo>
                <a:moveTo>
                  <a:pt x="4451138" y="103029"/>
                </a:moveTo>
                <a:cubicBezTo>
                  <a:pt x="4451138" y="128600"/>
                  <a:pt x="4436418" y="141385"/>
                  <a:pt x="4420396" y="141385"/>
                </a:cubicBezTo>
                <a:cubicBezTo>
                  <a:pt x="4405458" y="141385"/>
                  <a:pt x="4389869" y="129252"/>
                  <a:pt x="4389869" y="103029"/>
                </a:cubicBezTo>
                <a:cubicBezTo>
                  <a:pt x="4389869" y="76806"/>
                  <a:pt x="4406324" y="66188"/>
                  <a:pt x="4420396" y="66188"/>
                </a:cubicBezTo>
                <a:cubicBezTo>
                  <a:pt x="4435553" y="66188"/>
                  <a:pt x="4451138" y="77458"/>
                  <a:pt x="4451138" y="103029"/>
                </a:cubicBezTo>
                <a:close/>
                <a:moveTo>
                  <a:pt x="4578656" y="104551"/>
                </a:moveTo>
                <a:cubicBezTo>
                  <a:pt x="4578656" y="77653"/>
                  <a:pt x="4563932" y="54227"/>
                  <a:pt x="4543583" y="54227"/>
                </a:cubicBezTo>
                <a:cubicBezTo>
                  <a:pt x="4535139" y="54237"/>
                  <a:pt x="4521717" y="56411"/>
                  <a:pt x="4508728" y="67052"/>
                </a:cubicBezTo>
                <a:lnTo>
                  <a:pt x="4508728" y="2330"/>
                </a:lnTo>
                <a:lnTo>
                  <a:pt x="4492488" y="2330"/>
                </a:lnTo>
                <a:lnTo>
                  <a:pt x="4492488" y="152946"/>
                </a:lnTo>
                <a:lnTo>
                  <a:pt x="4509376" y="152883"/>
                </a:lnTo>
                <a:lnTo>
                  <a:pt x="4509376" y="142904"/>
                </a:lnTo>
                <a:cubicBezTo>
                  <a:pt x="4514572" y="147677"/>
                  <a:pt x="4523881" y="155266"/>
                  <a:pt x="4538386" y="155266"/>
                </a:cubicBezTo>
                <a:cubicBezTo>
                  <a:pt x="4560037" y="155266"/>
                  <a:pt x="4578656" y="133587"/>
                  <a:pt x="4578656" y="104551"/>
                </a:cubicBezTo>
                <a:moveTo>
                  <a:pt x="4561768" y="104551"/>
                </a:moveTo>
                <a:cubicBezTo>
                  <a:pt x="4561768" y="132720"/>
                  <a:pt x="4543583" y="142037"/>
                  <a:pt x="4530376" y="142037"/>
                </a:cubicBezTo>
                <a:cubicBezTo>
                  <a:pt x="4521932" y="142037"/>
                  <a:pt x="4514790" y="138135"/>
                  <a:pt x="4509376" y="128169"/>
                </a:cubicBezTo>
                <a:lnTo>
                  <a:pt x="4509376" y="80281"/>
                </a:lnTo>
                <a:cubicBezTo>
                  <a:pt x="4512841" y="75051"/>
                  <a:pt x="4520634" y="67459"/>
                  <a:pt x="4532543" y="67459"/>
                </a:cubicBezTo>
                <a:cubicBezTo>
                  <a:pt x="4545314" y="67459"/>
                  <a:pt x="4561768" y="76786"/>
                  <a:pt x="4561768" y="104551"/>
                </a:cubicBezTo>
                <a:close/>
                <a:moveTo>
                  <a:pt x="4620438" y="152936"/>
                </a:moveTo>
                <a:lnTo>
                  <a:pt x="4620438" y="2330"/>
                </a:lnTo>
                <a:lnTo>
                  <a:pt x="4604202" y="2330"/>
                </a:lnTo>
                <a:lnTo>
                  <a:pt x="4604202" y="152936"/>
                </a:lnTo>
                <a:lnTo>
                  <a:pt x="4620438" y="152936"/>
                </a:lnTo>
                <a:close/>
                <a:moveTo>
                  <a:pt x="4728034" y="105488"/>
                </a:moveTo>
                <a:cubicBezTo>
                  <a:pt x="4728034" y="98114"/>
                  <a:pt x="4727820" y="81830"/>
                  <a:pt x="4719376" y="68796"/>
                </a:cubicBezTo>
                <a:cubicBezTo>
                  <a:pt x="4710500" y="55342"/>
                  <a:pt x="4697292" y="52956"/>
                  <a:pt x="4689500" y="52956"/>
                </a:cubicBezTo>
                <a:cubicBezTo>
                  <a:pt x="4665470" y="52956"/>
                  <a:pt x="4645983" y="75965"/>
                  <a:pt x="4645983" y="103972"/>
                </a:cubicBezTo>
                <a:cubicBezTo>
                  <a:pt x="4645983" y="132522"/>
                  <a:pt x="4666769" y="155266"/>
                  <a:pt x="4692747" y="155266"/>
                </a:cubicBezTo>
                <a:cubicBezTo>
                  <a:pt x="4706387" y="155266"/>
                  <a:pt x="4718725" y="150063"/>
                  <a:pt x="4727169" y="143990"/>
                </a:cubicBezTo>
                <a:lnTo>
                  <a:pt x="4725871" y="129927"/>
                </a:lnTo>
                <a:cubicBezTo>
                  <a:pt x="4712231" y="141170"/>
                  <a:pt x="4697943" y="142037"/>
                  <a:pt x="4692965" y="142037"/>
                </a:cubicBezTo>
                <a:cubicBezTo>
                  <a:pt x="4675645" y="142037"/>
                  <a:pt x="4661787" y="126683"/>
                  <a:pt x="4661139" y="105488"/>
                </a:cubicBezTo>
                <a:lnTo>
                  <a:pt x="4728034" y="105488"/>
                </a:lnTo>
                <a:moveTo>
                  <a:pt x="4715696" y="93559"/>
                </a:moveTo>
                <a:lnTo>
                  <a:pt x="4662220" y="93559"/>
                </a:lnTo>
                <a:cubicBezTo>
                  <a:pt x="4665685" y="77051"/>
                  <a:pt x="4677158" y="66188"/>
                  <a:pt x="4689500" y="66188"/>
                </a:cubicBezTo>
                <a:cubicBezTo>
                  <a:pt x="4700758" y="66188"/>
                  <a:pt x="4712881" y="73575"/>
                  <a:pt x="4715696" y="93559"/>
                </a:cubicBezTo>
                <a:close/>
                <a:moveTo>
                  <a:pt x="4888893" y="152936"/>
                </a:moveTo>
                <a:lnTo>
                  <a:pt x="4888893" y="88287"/>
                </a:lnTo>
                <a:cubicBezTo>
                  <a:pt x="4888893" y="73751"/>
                  <a:pt x="4885428" y="54227"/>
                  <a:pt x="4859231" y="54227"/>
                </a:cubicBezTo>
                <a:cubicBezTo>
                  <a:pt x="4846242" y="54227"/>
                  <a:pt x="4834984" y="60303"/>
                  <a:pt x="4826973" y="72016"/>
                </a:cubicBezTo>
                <a:cubicBezTo>
                  <a:pt x="4821344" y="55531"/>
                  <a:pt x="4806191" y="54227"/>
                  <a:pt x="4799264" y="54227"/>
                </a:cubicBezTo>
                <a:cubicBezTo>
                  <a:pt x="4783675" y="54227"/>
                  <a:pt x="4773500" y="63120"/>
                  <a:pt x="4767656" y="70931"/>
                </a:cubicBezTo>
                <a:lnTo>
                  <a:pt x="4767656" y="55312"/>
                </a:lnTo>
                <a:lnTo>
                  <a:pt x="4752067" y="55312"/>
                </a:lnTo>
                <a:lnTo>
                  <a:pt x="4752067" y="152936"/>
                </a:lnTo>
                <a:lnTo>
                  <a:pt x="4768954" y="152936"/>
                </a:lnTo>
                <a:lnTo>
                  <a:pt x="4768954" y="99785"/>
                </a:lnTo>
                <a:cubicBezTo>
                  <a:pt x="4768954" y="85034"/>
                  <a:pt x="4774798" y="67459"/>
                  <a:pt x="4790820" y="67459"/>
                </a:cubicBezTo>
                <a:cubicBezTo>
                  <a:pt x="4810955" y="67459"/>
                  <a:pt x="4812035" y="81562"/>
                  <a:pt x="4812035" y="89806"/>
                </a:cubicBezTo>
                <a:lnTo>
                  <a:pt x="4812035" y="152936"/>
                </a:lnTo>
                <a:lnTo>
                  <a:pt x="4828922" y="152936"/>
                </a:lnTo>
                <a:lnTo>
                  <a:pt x="4828922" y="99785"/>
                </a:lnTo>
                <a:cubicBezTo>
                  <a:pt x="4828922" y="85034"/>
                  <a:pt x="4834769" y="67459"/>
                  <a:pt x="4850788" y="67459"/>
                </a:cubicBezTo>
                <a:cubicBezTo>
                  <a:pt x="4870922" y="67459"/>
                  <a:pt x="4872006" y="81562"/>
                  <a:pt x="4872006" y="89806"/>
                </a:cubicBezTo>
                <a:lnTo>
                  <a:pt x="4872006" y="152936"/>
                </a:lnTo>
                <a:lnTo>
                  <a:pt x="4888893" y="152936"/>
                </a:lnTo>
                <a:close/>
                <a:moveTo>
                  <a:pt x="5072479" y="152966"/>
                </a:moveTo>
                <a:lnTo>
                  <a:pt x="5072479" y="2330"/>
                </a:lnTo>
                <a:lnTo>
                  <a:pt x="5056243" y="2330"/>
                </a:lnTo>
                <a:lnTo>
                  <a:pt x="5056243" y="66205"/>
                </a:lnTo>
                <a:cubicBezTo>
                  <a:pt x="5044770" y="56613"/>
                  <a:pt x="5032646" y="54227"/>
                  <a:pt x="5024635" y="54227"/>
                </a:cubicBezTo>
                <a:cubicBezTo>
                  <a:pt x="5003202" y="54227"/>
                  <a:pt x="4986315" y="76786"/>
                  <a:pt x="4986315" y="104760"/>
                </a:cubicBezTo>
                <a:cubicBezTo>
                  <a:pt x="4986315" y="133174"/>
                  <a:pt x="5002984" y="155266"/>
                  <a:pt x="5023552" y="155266"/>
                </a:cubicBezTo>
                <a:cubicBezTo>
                  <a:pt x="5030697" y="155266"/>
                  <a:pt x="5043468" y="153317"/>
                  <a:pt x="5055592" y="141604"/>
                </a:cubicBezTo>
                <a:lnTo>
                  <a:pt x="5055592" y="152883"/>
                </a:lnTo>
                <a:lnTo>
                  <a:pt x="5072479" y="152966"/>
                </a:lnTo>
                <a:moveTo>
                  <a:pt x="5055592" y="122761"/>
                </a:moveTo>
                <a:cubicBezTo>
                  <a:pt x="5055592" y="125796"/>
                  <a:pt x="5055377" y="129702"/>
                  <a:pt x="5048450" y="135990"/>
                </a:cubicBezTo>
                <a:cubicBezTo>
                  <a:pt x="5043468" y="140309"/>
                  <a:pt x="5038057" y="142037"/>
                  <a:pt x="5032428" y="142037"/>
                </a:cubicBezTo>
                <a:cubicBezTo>
                  <a:pt x="5019006" y="142037"/>
                  <a:pt x="5003202" y="131870"/>
                  <a:pt x="5003202" y="104978"/>
                </a:cubicBezTo>
                <a:cubicBezTo>
                  <a:pt x="5003202" y="76352"/>
                  <a:pt x="5021821" y="67459"/>
                  <a:pt x="5034592" y="67459"/>
                </a:cubicBezTo>
                <a:cubicBezTo>
                  <a:pt x="5044334" y="67505"/>
                  <a:pt x="5050832" y="72493"/>
                  <a:pt x="5055592" y="79434"/>
                </a:cubicBezTo>
                <a:lnTo>
                  <a:pt x="5055592" y="122761"/>
                </a:lnTo>
                <a:close/>
                <a:moveTo>
                  <a:pt x="5180076" y="105488"/>
                </a:moveTo>
                <a:cubicBezTo>
                  <a:pt x="5180076" y="98114"/>
                  <a:pt x="5179862" y="81830"/>
                  <a:pt x="5171418" y="68796"/>
                </a:cubicBezTo>
                <a:cubicBezTo>
                  <a:pt x="5162542" y="55342"/>
                  <a:pt x="5149334" y="52956"/>
                  <a:pt x="5141542" y="52956"/>
                </a:cubicBezTo>
                <a:cubicBezTo>
                  <a:pt x="5117512" y="52956"/>
                  <a:pt x="5098025" y="75965"/>
                  <a:pt x="5098025" y="103972"/>
                </a:cubicBezTo>
                <a:cubicBezTo>
                  <a:pt x="5098025" y="132522"/>
                  <a:pt x="5118810" y="155266"/>
                  <a:pt x="5144789" y="155266"/>
                </a:cubicBezTo>
                <a:cubicBezTo>
                  <a:pt x="5158429" y="155266"/>
                  <a:pt x="5170767" y="150063"/>
                  <a:pt x="5179211" y="143990"/>
                </a:cubicBezTo>
                <a:lnTo>
                  <a:pt x="5177913" y="129927"/>
                </a:lnTo>
                <a:cubicBezTo>
                  <a:pt x="5164273" y="141170"/>
                  <a:pt x="5149985" y="142037"/>
                  <a:pt x="5145007" y="142037"/>
                </a:cubicBezTo>
                <a:cubicBezTo>
                  <a:pt x="5127687" y="142037"/>
                  <a:pt x="5113829" y="126683"/>
                  <a:pt x="5113181" y="105488"/>
                </a:cubicBezTo>
                <a:lnTo>
                  <a:pt x="5180076" y="105488"/>
                </a:lnTo>
                <a:moveTo>
                  <a:pt x="5167738" y="93559"/>
                </a:moveTo>
                <a:lnTo>
                  <a:pt x="5114262" y="93559"/>
                </a:lnTo>
                <a:cubicBezTo>
                  <a:pt x="5117727" y="77051"/>
                  <a:pt x="5129200" y="66188"/>
                  <a:pt x="5141542" y="66188"/>
                </a:cubicBezTo>
                <a:cubicBezTo>
                  <a:pt x="5152800" y="66188"/>
                  <a:pt x="5164923" y="73575"/>
                  <a:pt x="5167738" y="93559"/>
                </a:cubicBezTo>
                <a:close/>
                <a:moveTo>
                  <a:pt x="5264513" y="125134"/>
                </a:moveTo>
                <a:cubicBezTo>
                  <a:pt x="5264513" y="113213"/>
                  <a:pt x="5256502" y="105845"/>
                  <a:pt x="5256069" y="105197"/>
                </a:cubicBezTo>
                <a:cubicBezTo>
                  <a:pt x="5247625" y="97611"/>
                  <a:pt x="5241778" y="96310"/>
                  <a:pt x="5230953" y="94360"/>
                </a:cubicBezTo>
                <a:cubicBezTo>
                  <a:pt x="5219047" y="91977"/>
                  <a:pt x="5209087" y="89810"/>
                  <a:pt x="5209087" y="79192"/>
                </a:cubicBezTo>
                <a:cubicBezTo>
                  <a:pt x="5209087" y="65754"/>
                  <a:pt x="5224676" y="65754"/>
                  <a:pt x="5227491" y="65754"/>
                </a:cubicBezTo>
                <a:cubicBezTo>
                  <a:pt x="5234418" y="65754"/>
                  <a:pt x="5245891" y="66622"/>
                  <a:pt x="5258233" y="73989"/>
                </a:cubicBezTo>
                <a:lnTo>
                  <a:pt x="5260829" y="59900"/>
                </a:lnTo>
                <a:cubicBezTo>
                  <a:pt x="5249575" y="54693"/>
                  <a:pt x="5240698" y="52956"/>
                  <a:pt x="5229655" y="52956"/>
                </a:cubicBezTo>
                <a:cubicBezTo>
                  <a:pt x="5224244" y="52956"/>
                  <a:pt x="5193716" y="52956"/>
                  <a:pt x="5193716" y="81360"/>
                </a:cubicBezTo>
                <a:cubicBezTo>
                  <a:pt x="5193716" y="91977"/>
                  <a:pt x="5199996" y="98911"/>
                  <a:pt x="5205407" y="103029"/>
                </a:cubicBezTo>
                <a:cubicBezTo>
                  <a:pt x="5212120" y="107798"/>
                  <a:pt x="5216884" y="108662"/>
                  <a:pt x="5228789" y="111048"/>
                </a:cubicBezTo>
                <a:cubicBezTo>
                  <a:pt x="5236582" y="112564"/>
                  <a:pt x="5249138" y="115165"/>
                  <a:pt x="5249138" y="126650"/>
                </a:cubicBezTo>
                <a:cubicBezTo>
                  <a:pt x="5249138" y="141604"/>
                  <a:pt x="5232036" y="141604"/>
                  <a:pt x="5228789" y="141604"/>
                </a:cubicBezTo>
                <a:cubicBezTo>
                  <a:pt x="5211254" y="141604"/>
                  <a:pt x="5199131" y="133584"/>
                  <a:pt x="5195233" y="130983"/>
                </a:cubicBezTo>
                <a:lnTo>
                  <a:pt x="5192636" y="145724"/>
                </a:lnTo>
                <a:cubicBezTo>
                  <a:pt x="5199564" y="149193"/>
                  <a:pt x="5211469" y="155266"/>
                  <a:pt x="5229007" y="155266"/>
                </a:cubicBezTo>
                <a:cubicBezTo>
                  <a:pt x="5232902" y="155266"/>
                  <a:pt x="5244811" y="155266"/>
                  <a:pt x="5254120" y="148326"/>
                </a:cubicBezTo>
                <a:cubicBezTo>
                  <a:pt x="5260829" y="143119"/>
                  <a:pt x="5264513" y="134451"/>
                  <a:pt x="5264513" y="125134"/>
                </a:cubicBezTo>
                <a:close/>
                <a:moveTo>
                  <a:pt x="5359336" y="144205"/>
                </a:moveTo>
                <a:lnTo>
                  <a:pt x="5358038" y="129685"/>
                </a:lnTo>
                <a:cubicBezTo>
                  <a:pt x="5346995" y="138353"/>
                  <a:pt x="5335304" y="141385"/>
                  <a:pt x="5324264" y="141385"/>
                </a:cubicBezTo>
                <a:cubicBezTo>
                  <a:pt x="5306296" y="141385"/>
                  <a:pt x="5294173" y="125783"/>
                  <a:pt x="5294173" y="104548"/>
                </a:cubicBezTo>
                <a:cubicBezTo>
                  <a:pt x="5294173" y="87642"/>
                  <a:pt x="5302180" y="66840"/>
                  <a:pt x="5325129" y="66840"/>
                </a:cubicBezTo>
                <a:cubicBezTo>
                  <a:pt x="5336387" y="66840"/>
                  <a:pt x="5343747" y="68574"/>
                  <a:pt x="5355656" y="76375"/>
                </a:cubicBezTo>
                <a:lnTo>
                  <a:pt x="5358253" y="62286"/>
                </a:lnTo>
                <a:cubicBezTo>
                  <a:pt x="5345482" y="54908"/>
                  <a:pt x="5338118" y="52956"/>
                  <a:pt x="5324914" y="52956"/>
                </a:cubicBezTo>
                <a:cubicBezTo>
                  <a:pt x="5294820" y="52956"/>
                  <a:pt x="5277285" y="79192"/>
                  <a:pt x="5277285" y="104763"/>
                </a:cubicBezTo>
                <a:cubicBezTo>
                  <a:pt x="5277285" y="131635"/>
                  <a:pt x="5296987" y="155266"/>
                  <a:pt x="5324049" y="155266"/>
                </a:cubicBezTo>
                <a:cubicBezTo>
                  <a:pt x="5335740" y="155266"/>
                  <a:pt x="5347646" y="152231"/>
                  <a:pt x="5359336" y="144205"/>
                </a:cubicBezTo>
                <a:close/>
                <a:moveTo>
                  <a:pt x="5436409" y="68763"/>
                </a:moveTo>
                <a:lnTo>
                  <a:pt x="5436409" y="54227"/>
                </a:lnTo>
                <a:cubicBezTo>
                  <a:pt x="5417140" y="54445"/>
                  <a:pt x="5405235" y="65076"/>
                  <a:pt x="5398522" y="75055"/>
                </a:cubicBezTo>
                <a:lnTo>
                  <a:pt x="5398522" y="55312"/>
                </a:lnTo>
                <a:lnTo>
                  <a:pt x="5383366" y="55312"/>
                </a:lnTo>
                <a:lnTo>
                  <a:pt x="5383366" y="152936"/>
                </a:lnTo>
                <a:lnTo>
                  <a:pt x="5399606" y="152936"/>
                </a:lnTo>
                <a:lnTo>
                  <a:pt x="5399606" y="106510"/>
                </a:lnTo>
                <a:cubicBezTo>
                  <a:pt x="5399606" y="84818"/>
                  <a:pt x="5415191" y="69197"/>
                  <a:pt x="5436409" y="68763"/>
                </a:cubicBezTo>
                <a:close/>
                <a:moveTo>
                  <a:pt x="5473429" y="152936"/>
                </a:moveTo>
                <a:lnTo>
                  <a:pt x="5473429" y="56557"/>
                </a:lnTo>
                <a:lnTo>
                  <a:pt x="5457192" y="56557"/>
                </a:lnTo>
                <a:lnTo>
                  <a:pt x="5457192" y="152936"/>
                </a:lnTo>
                <a:lnTo>
                  <a:pt x="5473429" y="152936"/>
                </a:lnTo>
                <a:moveTo>
                  <a:pt x="5475160" y="30109"/>
                </a:moveTo>
                <a:lnTo>
                  <a:pt x="5475160" y="10803"/>
                </a:lnTo>
                <a:lnTo>
                  <a:pt x="5455894" y="10803"/>
                </a:lnTo>
                <a:lnTo>
                  <a:pt x="5455894" y="30109"/>
                </a:lnTo>
                <a:lnTo>
                  <a:pt x="5475160" y="30109"/>
                </a:lnTo>
                <a:close/>
                <a:moveTo>
                  <a:pt x="5595315" y="104531"/>
                </a:moveTo>
                <a:cubicBezTo>
                  <a:pt x="5595315" y="78517"/>
                  <a:pt x="5581675" y="54227"/>
                  <a:pt x="5560893" y="54227"/>
                </a:cubicBezTo>
                <a:cubicBezTo>
                  <a:pt x="5547901" y="54227"/>
                  <a:pt x="5535345" y="58784"/>
                  <a:pt x="5525388" y="67244"/>
                </a:cubicBezTo>
                <a:lnTo>
                  <a:pt x="5525388" y="56613"/>
                </a:lnTo>
                <a:lnTo>
                  <a:pt x="5509148" y="56613"/>
                </a:lnTo>
                <a:lnTo>
                  <a:pt x="5509148" y="194877"/>
                </a:lnTo>
                <a:lnTo>
                  <a:pt x="5526035" y="194877"/>
                </a:lnTo>
                <a:lnTo>
                  <a:pt x="5526035" y="142904"/>
                </a:lnTo>
                <a:cubicBezTo>
                  <a:pt x="5532748" y="149193"/>
                  <a:pt x="5542272" y="155266"/>
                  <a:pt x="5555264" y="155266"/>
                </a:cubicBezTo>
                <a:cubicBezTo>
                  <a:pt x="5576264" y="155266"/>
                  <a:pt x="5595315" y="134014"/>
                  <a:pt x="5595315" y="104531"/>
                </a:cubicBezTo>
                <a:moveTo>
                  <a:pt x="5578428" y="104531"/>
                </a:moveTo>
                <a:cubicBezTo>
                  <a:pt x="5578428" y="126862"/>
                  <a:pt x="5563057" y="142037"/>
                  <a:pt x="5546821" y="142037"/>
                </a:cubicBezTo>
                <a:cubicBezTo>
                  <a:pt x="5538377" y="142037"/>
                  <a:pt x="5532530" y="137701"/>
                  <a:pt x="5528203" y="131846"/>
                </a:cubicBezTo>
                <a:cubicBezTo>
                  <a:pt x="5526035" y="128596"/>
                  <a:pt x="5526035" y="128163"/>
                  <a:pt x="5526035" y="124261"/>
                </a:cubicBezTo>
                <a:lnTo>
                  <a:pt x="5526035" y="80685"/>
                </a:lnTo>
                <a:cubicBezTo>
                  <a:pt x="5531232" y="73095"/>
                  <a:pt x="5539675" y="68111"/>
                  <a:pt x="5548985" y="68111"/>
                </a:cubicBezTo>
                <a:cubicBezTo>
                  <a:pt x="5565439" y="68111"/>
                  <a:pt x="5578428" y="84587"/>
                  <a:pt x="5578428" y="104531"/>
                </a:cubicBezTo>
                <a:close/>
                <a:moveTo>
                  <a:pt x="5675202" y="147025"/>
                </a:moveTo>
                <a:lnTo>
                  <a:pt x="5671740" y="134226"/>
                </a:lnTo>
                <a:cubicBezTo>
                  <a:pt x="5666111" y="138784"/>
                  <a:pt x="5659183" y="141385"/>
                  <a:pt x="5652256" y="141385"/>
                </a:cubicBezTo>
                <a:cubicBezTo>
                  <a:pt x="5644245" y="141385"/>
                  <a:pt x="5641212" y="134878"/>
                  <a:pt x="5641212" y="123377"/>
                </a:cubicBezTo>
                <a:lnTo>
                  <a:pt x="5641212" y="69140"/>
                </a:lnTo>
                <a:lnTo>
                  <a:pt x="5671740" y="69140"/>
                </a:lnTo>
                <a:lnTo>
                  <a:pt x="5671740" y="56557"/>
                </a:lnTo>
                <a:lnTo>
                  <a:pt x="5641212" y="56557"/>
                </a:lnTo>
                <a:lnTo>
                  <a:pt x="5641212" y="29020"/>
                </a:lnTo>
                <a:lnTo>
                  <a:pt x="5626274" y="29020"/>
                </a:lnTo>
                <a:lnTo>
                  <a:pt x="5626274" y="56557"/>
                </a:lnTo>
                <a:lnTo>
                  <a:pt x="5607441" y="56557"/>
                </a:lnTo>
                <a:lnTo>
                  <a:pt x="5607441" y="69140"/>
                </a:lnTo>
                <a:lnTo>
                  <a:pt x="5625627" y="69140"/>
                </a:lnTo>
                <a:lnTo>
                  <a:pt x="5625627" y="127067"/>
                </a:lnTo>
                <a:cubicBezTo>
                  <a:pt x="5625627" y="140084"/>
                  <a:pt x="5628656" y="155266"/>
                  <a:pt x="5643594" y="155266"/>
                </a:cubicBezTo>
                <a:cubicBezTo>
                  <a:pt x="5658750" y="155266"/>
                  <a:pt x="5669791" y="149845"/>
                  <a:pt x="5675202" y="147025"/>
                </a:cubicBezTo>
                <a:close/>
                <a:moveTo>
                  <a:pt x="5715253" y="152936"/>
                </a:moveTo>
                <a:lnTo>
                  <a:pt x="5715253" y="56557"/>
                </a:lnTo>
                <a:lnTo>
                  <a:pt x="5699017" y="56557"/>
                </a:lnTo>
                <a:lnTo>
                  <a:pt x="5699017" y="152936"/>
                </a:lnTo>
                <a:lnTo>
                  <a:pt x="5715253" y="152936"/>
                </a:lnTo>
                <a:moveTo>
                  <a:pt x="5716984" y="30109"/>
                </a:moveTo>
                <a:lnTo>
                  <a:pt x="5716984" y="10803"/>
                </a:lnTo>
                <a:lnTo>
                  <a:pt x="5697719" y="10803"/>
                </a:lnTo>
                <a:lnTo>
                  <a:pt x="5697719" y="30109"/>
                </a:lnTo>
                <a:lnTo>
                  <a:pt x="5716984" y="30109"/>
                </a:lnTo>
                <a:close/>
                <a:moveTo>
                  <a:pt x="5834760" y="105197"/>
                </a:moveTo>
                <a:cubicBezTo>
                  <a:pt x="5834760" y="76157"/>
                  <a:pt x="5813110" y="52956"/>
                  <a:pt x="5787349" y="52956"/>
                </a:cubicBezTo>
                <a:cubicBezTo>
                  <a:pt x="5760720" y="52956"/>
                  <a:pt x="5739720" y="76806"/>
                  <a:pt x="5739720" y="105197"/>
                </a:cubicBezTo>
                <a:cubicBezTo>
                  <a:pt x="5739720" y="133803"/>
                  <a:pt x="5761800" y="155266"/>
                  <a:pt x="5787131" y="155266"/>
                </a:cubicBezTo>
                <a:cubicBezTo>
                  <a:pt x="5813110" y="155266"/>
                  <a:pt x="5834760" y="133369"/>
                  <a:pt x="5834760" y="105197"/>
                </a:cubicBezTo>
                <a:moveTo>
                  <a:pt x="5817873" y="103029"/>
                </a:moveTo>
                <a:cubicBezTo>
                  <a:pt x="5817873" y="128600"/>
                  <a:pt x="5803153" y="141385"/>
                  <a:pt x="5787131" y="141385"/>
                </a:cubicBezTo>
                <a:cubicBezTo>
                  <a:pt x="5772193" y="141385"/>
                  <a:pt x="5756604" y="129252"/>
                  <a:pt x="5756604" y="103029"/>
                </a:cubicBezTo>
                <a:cubicBezTo>
                  <a:pt x="5756604" y="76806"/>
                  <a:pt x="5773059" y="66188"/>
                  <a:pt x="5787131" y="66188"/>
                </a:cubicBezTo>
                <a:cubicBezTo>
                  <a:pt x="5802288" y="66188"/>
                  <a:pt x="5817873" y="77458"/>
                  <a:pt x="5817873" y="103029"/>
                </a:cubicBezTo>
                <a:close/>
                <a:moveTo>
                  <a:pt x="5935647" y="152936"/>
                </a:moveTo>
                <a:lnTo>
                  <a:pt x="5935647" y="88287"/>
                </a:lnTo>
                <a:cubicBezTo>
                  <a:pt x="5935647" y="73969"/>
                  <a:pt x="5932399" y="54227"/>
                  <a:pt x="5905985" y="54227"/>
                </a:cubicBezTo>
                <a:cubicBezTo>
                  <a:pt x="5886501" y="54227"/>
                  <a:pt x="5875894" y="68978"/>
                  <a:pt x="5874596" y="70712"/>
                </a:cubicBezTo>
                <a:lnTo>
                  <a:pt x="5874596" y="55312"/>
                </a:lnTo>
                <a:lnTo>
                  <a:pt x="5859007" y="55312"/>
                </a:lnTo>
                <a:lnTo>
                  <a:pt x="5859007" y="152936"/>
                </a:lnTo>
                <a:lnTo>
                  <a:pt x="5875894" y="152936"/>
                </a:lnTo>
                <a:lnTo>
                  <a:pt x="5875894" y="99785"/>
                </a:lnTo>
                <a:cubicBezTo>
                  <a:pt x="5875894" y="85467"/>
                  <a:pt x="5881305" y="67459"/>
                  <a:pt x="5897759" y="67459"/>
                </a:cubicBezTo>
                <a:cubicBezTo>
                  <a:pt x="5918541" y="67459"/>
                  <a:pt x="5918760" y="82862"/>
                  <a:pt x="5918760" y="89806"/>
                </a:cubicBezTo>
                <a:lnTo>
                  <a:pt x="5918760" y="152936"/>
                </a:lnTo>
                <a:lnTo>
                  <a:pt x="5935647" y="152936"/>
                </a:lnTo>
                <a:close/>
                <a:moveTo>
                  <a:pt x="6043245" y="33624"/>
                </a:moveTo>
                <a:cubicBezTo>
                  <a:pt x="6043245" y="18872"/>
                  <a:pt x="6034586" y="0"/>
                  <a:pt x="6001895" y="0"/>
                </a:cubicBezTo>
                <a:cubicBezTo>
                  <a:pt x="5988688" y="0"/>
                  <a:pt x="5976997" y="3690"/>
                  <a:pt x="5965524" y="11498"/>
                </a:cubicBezTo>
                <a:lnTo>
                  <a:pt x="5970503" y="25164"/>
                </a:lnTo>
                <a:cubicBezTo>
                  <a:pt x="5975699" y="20391"/>
                  <a:pt x="5986306" y="13232"/>
                  <a:pt x="6001895" y="13232"/>
                </a:cubicBezTo>
                <a:cubicBezTo>
                  <a:pt x="6012070" y="13232"/>
                  <a:pt x="6026358" y="14967"/>
                  <a:pt x="6026358" y="33405"/>
                </a:cubicBezTo>
                <a:cubicBezTo>
                  <a:pt x="6026358" y="43166"/>
                  <a:pt x="6021594" y="47286"/>
                  <a:pt x="6018779" y="49891"/>
                </a:cubicBezTo>
                <a:cubicBezTo>
                  <a:pt x="5994099" y="70990"/>
                  <a:pt x="5994099" y="98752"/>
                  <a:pt x="5994099" y="108079"/>
                </a:cubicBezTo>
                <a:lnTo>
                  <a:pt x="5994099" y="115020"/>
                </a:lnTo>
                <a:lnTo>
                  <a:pt x="6008605" y="115020"/>
                </a:lnTo>
                <a:lnTo>
                  <a:pt x="6008605" y="103310"/>
                </a:lnTo>
                <a:cubicBezTo>
                  <a:pt x="6008605" y="88343"/>
                  <a:pt x="6015965" y="72291"/>
                  <a:pt x="6030903" y="59711"/>
                </a:cubicBezTo>
                <a:cubicBezTo>
                  <a:pt x="6035019" y="56239"/>
                  <a:pt x="6043245" y="49298"/>
                  <a:pt x="6043245" y="33680"/>
                </a:cubicBezTo>
                <a:lnTo>
                  <a:pt x="6043245" y="33624"/>
                </a:lnTo>
                <a:moveTo>
                  <a:pt x="6010339" y="152936"/>
                </a:moveTo>
                <a:lnTo>
                  <a:pt x="6010339" y="134934"/>
                </a:lnTo>
                <a:lnTo>
                  <a:pt x="5992368" y="134934"/>
                </a:lnTo>
                <a:lnTo>
                  <a:pt x="5992368" y="152936"/>
                </a:lnTo>
                <a:lnTo>
                  <a:pt x="6010339" y="152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992493-15E9-4A3D-BCEC-8D67AA11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53" y="4665050"/>
            <a:ext cx="3174659" cy="391926"/>
          </a:xfrm>
          <a:custGeom xmlns:a="http://schemas.openxmlformats.org/drawingml/2006/main">
            <a:pathLst>
              <a:path w="3174659" h="391926" fill="none">
                <a:moveTo>
                  <a:pt x="0" y="0"/>
                </a:moveTo>
                <a:lnTo>
                  <a:pt x="3174659" y="0"/>
                </a:lnTo>
                <a:lnTo>
                  <a:pt x="3174659" y="391926"/>
                </a:lnTo>
                <a:lnTo>
                  <a:pt x="0" y="39192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494" cap="flat">
            <a:solidFill>
              <a:srgbClr val="FF0000"/>
            </a:solidFill>
            <a:custDash>
              <a:ds d="100000" sp="100000"/>
            </a:custDash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AA7947-83CF-483A-A6A7-BFFBC67F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105" y="3566973"/>
            <a:ext cx="7226788" cy="214930"/>
          </a:xfrm>
          <a:custGeom xmlns:a="http://schemas.openxmlformats.org/drawingml/2006/main">
            <a:pathLst>
              <a:path w="7226788" h="214930">
                <a:moveTo>
                  <a:pt x="0" y="0"/>
                </a:moveTo>
                <a:lnTo>
                  <a:pt x="7226788" y="0"/>
                </a:lnTo>
                <a:lnTo>
                  <a:pt x="7226788" y="214930"/>
                </a:lnTo>
                <a:lnTo>
                  <a:pt x="0" y="2149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D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A68361-2A87-42E4-A991-D8B08E45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40" y="6487017"/>
            <a:ext cx="7433318" cy="262746"/>
          </a:xfrm>
          <a:custGeom xmlns:a="http://schemas.openxmlformats.org/drawingml/2006/main">
            <a:pathLst>
              <a:path w="7433318" h="262746">
                <a:moveTo>
                  <a:pt x="0" y="0"/>
                </a:moveTo>
                <a:lnTo>
                  <a:pt x="7433318" y="0"/>
                </a:lnTo>
                <a:lnTo>
                  <a:pt x="7433318" y="262746"/>
                </a:lnTo>
                <a:lnTo>
                  <a:pt x="0" y="2627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E9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7C9046-0A0D-4313-BC46-9C6C82D4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40" y="6660903"/>
            <a:ext cx="3825429" cy="303717"/>
          </a:xfrm>
          <a:custGeom xmlns:a="http://schemas.openxmlformats.org/drawingml/2006/main">
            <a:pathLst>
              <a:path w="3825429" h="303717">
                <a:moveTo>
                  <a:pt x="0" y="0"/>
                </a:moveTo>
                <a:lnTo>
                  <a:pt x="3825429" y="0"/>
                </a:lnTo>
                <a:lnTo>
                  <a:pt x="3825429" y="303717"/>
                </a:lnTo>
                <a:lnTo>
                  <a:pt x="0" y="3037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E9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CE3024-FBC7-4E17-9119-C7F5E14F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9959" y="6245817"/>
            <a:ext cx="3507997" cy="303717"/>
          </a:xfrm>
          <a:custGeom xmlns:a="http://schemas.openxmlformats.org/drawingml/2006/main">
            <a:pathLst>
              <a:path w="3507997" h="303717">
                <a:moveTo>
                  <a:pt x="0" y="0"/>
                </a:moveTo>
                <a:lnTo>
                  <a:pt x="3507997" y="0"/>
                </a:lnTo>
                <a:lnTo>
                  <a:pt x="3507997" y="303717"/>
                </a:lnTo>
                <a:lnTo>
                  <a:pt x="0" y="3037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E9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D76A74-DB46-4D0D-B65B-440386B0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9539" y="3363153"/>
            <a:ext cx="1367426" cy="210689"/>
          </a:xfrm>
          <a:custGeom xmlns:a="http://schemas.openxmlformats.org/drawingml/2006/main">
            <a:pathLst>
              <a:path w="1367426" h="210689">
                <a:moveTo>
                  <a:pt x="0" y="0"/>
                </a:moveTo>
                <a:lnTo>
                  <a:pt x="1367426" y="0"/>
                </a:lnTo>
                <a:lnTo>
                  <a:pt x="1367426" y="210689"/>
                </a:lnTo>
                <a:lnTo>
                  <a:pt x="0" y="2106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D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deffunc_1(xs):">
            <a:extLst xmlns:a="http://schemas.openxmlformats.org/drawingml/2006/main">
              <a:ext uri="{FF2B5EF4-FFF2-40B4-BE49-F238E27FC236}">
                <a16:creationId xmlns:a16="http://schemas.microsoft.com/office/drawing/2014/main" id="{1D7D75E1-A619-49B3-828D-891F9B23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83" y="2537484"/>
            <a:ext cx="1472738" cy="166004"/>
          </a:xfrm>
          <a:custGeom xmlns:a="http://schemas.openxmlformats.org/drawingml/2006/main">
            <a:pathLst>
              <a:path w="1472738" h="166004">
                <a:moveTo>
                  <a:pt x="91769" y="127832"/>
                </a:moveTo>
                <a:cubicBezTo>
                  <a:pt x="91769" y="122048"/>
                  <a:pt x="86756" y="122048"/>
                  <a:pt x="84058" y="122048"/>
                </a:cubicBezTo>
                <a:lnTo>
                  <a:pt x="75380" y="122048"/>
                </a:lnTo>
                <a:lnTo>
                  <a:pt x="75380" y="23845"/>
                </a:lnTo>
                <a:cubicBezTo>
                  <a:pt x="75380" y="17870"/>
                  <a:pt x="74224" y="15940"/>
                  <a:pt x="67670" y="15940"/>
                </a:cubicBezTo>
                <a:lnTo>
                  <a:pt x="53596" y="15940"/>
                </a:lnTo>
                <a:cubicBezTo>
                  <a:pt x="50510" y="15940"/>
                  <a:pt x="45692" y="15940"/>
                  <a:pt x="45692" y="21918"/>
                </a:cubicBezTo>
                <a:cubicBezTo>
                  <a:pt x="45692" y="27702"/>
                  <a:pt x="50704" y="27702"/>
                  <a:pt x="53402" y="27702"/>
                </a:cubicBezTo>
                <a:lnTo>
                  <a:pt x="62077" y="27702"/>
                </a:lnTo>
                <a:lnTo>
                  <a:pt x="62077" y="58322"/>
                </a:lnTo>
                <a:cubicBezTo>
                  <a:pt x="55717" y="52729"/>
                  <a:pt x="47813" y="49643"/>
                  <a:pt x="39523" y="49643"/>
                </a:cubicBezTo>
                <a:cubicBezTo>
                  <a:pt x="18507" y="49643"/>
                  <a:pt x="0" y="67951"/>
                  <a:pt x="0" y="92402"/>
                </a:cubicBezTo>
                <a:cubicBezTo>
                  <a:pt x="0" y="116235"/>
                  <a:pt x="17351" y="134937"/>
                  <a:pt x="37787" y="134937"/>
                </a:cubicBezTo>
                <a:cubicBezTo>
                  <a:pt x="48583" y="134937"/>
                  <a:pt x="56679" y="129733"/>
                  <a:pt x="62077" y="124140"/>
                </a:cubicBezTo>
                <a:cubicBezTo>
                  <a:pt x="62077" y="131109"/>
                  <a:pt x="62077" y="133807"/>
                  <a:pt x="69791" y="133807"/>
                </a:cubicBezTo>
                <a:lnTo>
                  <a:pt x="83864" y="133807"/>
                </a:lnTo>
                <a:cubicBezTo>
                  <a:pt x="86950" y="133807"/>
                  <a:pt x="91769" y="133807"/>
                  <a:pt x="91769" y="127832"/>
                </a:cubicBezTo>
                <a:moveTo>
                  <a:pt x="62077" y="96403"/>
                </a:moveTo>
                <a:cubicBezTo>
                  <a:pt x="62077" y="107206"/>
                  <a:pt x="53402" y="123178"/>
                  <a:pt x="38558" y="123178"/>
                </a:cubicBezTo>
                <a:cubicBezTo>
                  <a:pt x="24870" y="123178"/>
                  <a:pt x="13303" y="109515"/>
                  <a:pt x="13303" y="92387"/>
                </a:cubicBezTo>
                <a:cubicBezTo>
                  <a:pt x="13303" y="73914"/>
                  <a:pt x="26797" y="61405"/>
                  <a:pt x="40293" y="61405"/>
                </a:cubicBezTo>
                <a:cubicBezTo>
                  <a:pt x="52631" y="61405"/>
                  <a:pt x="62077" y="72181"/>
                  <a:pt x="62077" y="82767"/>
                </a:cubicBezTo>
                <a:lnTo>
                  <a:pt x="62077" y="96403"/>
                </a:lnTo>
                <a:close/>
                <a:moveTo>
                  <a:pt x="183730" y="112748"/>
                </a:moveTo>
                <a:cubicBezTo>
                  <a:pt x="183730" y="107338"/>
                  <a:pt x="178140" y="107338"/>
                  <a:pt x="176984" y="107338"/>
                </a:cubicBezTo>
                <a:cubicBezTo>
                  <a:pt x="173513" y="107338"/>
                  <a:pt x="171971" y="107918"/>
                  <a:pt x="170621" y="111589"/>
                </a:cubicBezTo>
                <a:cubicBezTo>
                  <a:pt x="166379" y="121424"/>
                  <a:pt x="155968" y="123160"/>
                  <a:pt x="150570" y="123160"/>
                </a:cubicBezTo>
                <a:cubicBezTo>
                  <a:pt x="136111" y="123160"/>
                  <a:pt x="121652" y="113519"/>
                  <a:pt x="118566" y="96903"/>
                </a:cubicBezTo>
                <a:lnTo>
                  <a:pt x="176019" y="96903"/>
                </a:lnTo>
                <a:cubicBezTo>
                  <a:pt x="180067" y="96903"/>
                  <a:pt x="183730" y="96903"/>
                  <a:pt x="183730" y="89772"/>
                </a:cubicBezTo>
                <a:cubicBezTo>
                  <a:pt x="183730" y="67786"/>
                  <a:pt x="171392" y="48890"/>
                  <a:pt x="146328" y="48890"/>
                </a:cubicBezTo>
                <a:cubicBezTo>
                  <a:pt x="123385" y="48890"/>
                  <a:pt x="104878" y="68175"/>
                  <a:pt x="104878" y="91893"/>
                </a:cubicBezTo>
                <a:cubicBezTo>
                  <a:pt x="104878" y="115449"/>
                  <a:pt x="124350" y="134937"/>
                  <a:pt x="149220" y="134937"/>
                </a:cubicBezTo>
                <a:cubicBezTo>
                  <a:pt x="174669" y="134937"/>
                  <a:pt x="183730" y="117576"/>
                  <a:pt x="183730" y="112746"/>
                </a:cubicBezTo>
                <a:lnTo>
                  <a:pt x="183730" y="112748"/>
                </a:lnTo>
                <a:moveTo>
                  <a:pt x="170041" y="85335"/>
                </a:moveTo>
                <a:lnTo>
                  <a:pt x="118761" y="85335"/>
                </a:lnTo>
                <a:cubicBezTo>
                  <a:pt x="121458" y="71258"/>
                  <a:pt x="132834" y="60652"/>
                  <a:pt x="146328" y="60652"/>
                </a:cubicBezTo>
                <a:cubicBezTo>
                  <a:pt x="156353" y="60652"/>
                  <a:pt x="168306" y="65474"/>
                  <a:pt x="170041" y="85335"/>
                </a:cubicBezTo>
                <a:close/>
                <a:moveTo>
                  <a:pt x="279741" y="26381"/>
                </a:moveTo>
                <a:cubicBezTo>
                  <a:pt x="279741" y="14810"/>
                  <a:pt x="264318" y="14810"/>
                  <a:pt x="261232" y="14810"/>
                </a:cubicBezTo>
                <a:cubicBezTo>
                  <a:pt x="245808" y="14810"/>
                  <a:pt x="230964" y="23680"/>
                  <a:pt x="230964" y="40514"/>
                </a:cubicBezTo>
                <a:lnTo>
                  <a:pt x="230964" y="50773"/>
                </a:lnTo>
                <a:lnTo>
                  <a:pt x="211686" y="50773"/>
                </a:lnTo>
                <a:cubicBezTo>
                  <a:pt x="208600" y="50773"/>
                  <a:pt x="203782" y="50773"/>
                  <a:pt x="203782" y="56751"/>
                </a:cubicBezTo>
                <a:cubicBezTo>
                  <a:pt x="203782" y="62535"/>
                  <a:pt x="208600" y="62535"/>
                  <a:pt x="211492" y="62535"/>
                </a:cubicBezTo>
                <a:lnTo>
                  <a:pt x="230964" y="62535"/>
                </a:lnTo>
                <a:lnTo>
                  <a:pt x="230964" y="122048"/>
                </a:lnTo>
                <a:lnTo>
                  <a:pt x="211492" y="122048"/>
                </a:lnTo>
                <a:cubicBezTo>
                  <a:pt x="208600" y="122048"/>
                  <a:pt x="203588" y="122048"/>
                  <a:pt x="203588" y="127832"/>
                </a:cubicBezTo>
                <a:cubicBezTo>
                  <a:pt x="203588" y="133807"/>
                  <a:pt x="208600" y="133807"/>
                  <a:pt x="211492" y="133807"/>
                </a:cubicBezTo>
                <a:lnTo>
                  <a:pt x="263738" y="133807"/>
                </a:lnTo>
                <a:cubicBezTo>
                  <a:pt x="266630" y="133807"/>
                  <a:pt x="271643" y="133807"/>
                  <a:pt x="271643" y="128023"/>
                </a:cubicBezTo>
                <a:cubicBezTo>
                  <a:pt x="271643" y="122048"/>
                  <a:pt x="266630" y="122048"/>
                  <a:pt x="263738" y="122048"/>
                </a:cubicBezTo>
                <a:lnTo>
                  <a:pt x="244266" y="122048"/>
                </a:lnTo>
                <a:lnTo>
                  <a:pt x="244266" y="62535"/>
                </a:lnTo>
                <a:lnTo>
                  <a:pt x="267789" y="62535"/>
                </a:lnTo>
                <a:cubicBezTo>
                  <a:pt x="270681" y="62535"/>
                  <a:pt x="275499" y="62535"/>
                  <a:pt x="275499" y="56751"/>
                </a:cubicBezTo>
                <a:cubicBezTo>
                  <a:pt x="275499" y="50773"/>
                  <a:pt x="270872" y="50773"/>
                  <a:pt x="267789" y="50773"/>
                </a:cubicBezTo>
                <a:lnTo>
                  <a:pt x="244266" y="50773"/>
                </a:lnTo>
                <a:lnTo>
                  <a:pt x="244266" y="41673"/>
                </a:lnTo>
                <a:cubicBezTo>
                  <a:pt x="244266" y="26572"/>
                  <a:pt x="257184" y="26572"/>
                  <a:pt x="262967" y="26572"/>
                </a:cubicBezTo>
                <a:cubicBezTo>
                  <a:pt x="262967" y="27346"/>
                  <a:pt x="264703" y="34898"/>
                  <a:pt x="271451" y="34898"/>
                </a:cubicBezTo>
                <a:cubicBezTo>
                  <a:pt x="275305" y="34898"/>
                  <a:pt x="279741" y="31800"/>
                  <a:pt x="279741" y="26381"/>
                </a:cubicBezTo>
                <a:close/>
                <a:moveTo>
                  <a:pt x="482173" y="26381"/>
                </a:moveTo>
                <a:cubicBezTo>
                  <a:pt x="482173" y="14810"/>
                  <a:pt x="466749" y="14810"/>
                  <a:pt x="463663" y="14810"/>
                </a:cubicBezTo>
                <a:cubicBezTo>
                  <a:pt x="448240" y="14810"/>
                  <a:pt x="433395" y="23680"/>
                  <a:pt x="433395" y="40514"/>
                </a:cubicBezTo>
                <a:lnTo>
                  <a:pt x="433395" y="50773"/>
                </a:lnTo>
                <a:lnTo>
                  <a:pt x="414118" y="50773"/>
                </a:lnTo>
                <a:cubicBezTo>
                  <a:pt x="411032" y="50773"/>
                  <a:pt x="406213" y="50773"/>
                  <a:pt x="406213" y="56751"/>
                </a:cubicBezTo>
                <a:cubicBezTo>
                  <a:pt x="406213" y="62535"/>
                  <a:pt x="411032" y="62535"/>
                  <a:pt x="413924" y="62535"/>
                </a:cubicBezTo>
                <a:lnTo>
                  <a:pt x="433395" y="62535"/>
                </a:lnTo>
                <a:lnTo>
                  <a:pt x="433395" y="122048"/>
                </a:lnTo>
                <a:lnTo>
                  <a:pt x="413924" y="122048"/>
                </a:lnTo>
                <a:cubicBezTo>
                  <a:pt x="411032" y="122048"/>
                  <a:pt x="406019" y="122048"/>
                  <a:pt x="406019" y="127832"/>
                </a:cubicBezTo>
                <a:cubicBezTo>
                  <a:pt x="406019" y="133807"/>
                  <a:pt x="411032" y="133807"/>
                  <a:pt x="413924" y="133807"/>
                </a:cubicBezTo>
                <a:lnTo>
                  <a:pt x="466170" y="133807"/>
                </a:lnTo>
                <a:cubicBezTo>
                  <a:pt x="469061" y="133807"/>
                  <a:pt x="474074" y="133807"/>
                  <a:pt x="474074" y="128023"/>
                </a:cubicBezTo>
                <a:cubicBezTo>
                  <a:pt x="474074" y="122048"/>
                  <a:pt x="469061" y="122048"/>
                  <a:pt x="466170" y="122048"/>
                </a:cubicBezTo>
                <a:lnTo>
                  <a:pt x="446698" y="122048"/>
                </a:lnTo>
                <a:lnTo>
                  <a:pt x="446698" y="62535"/>
                </a:lnTo>
                <a:lnTo>
                  <a:pt x="470220" y="62535"/>
                </a:lnTo>
                <a:cubicBezTo>
                  <a:pt x="473112" y="62535"/>
                  <a:pt x="477931" y="62535"/>
                  <a:pt x="477931" y="56751"/>
                </a:cubicBezTo>
                <a:cubicBezTo>
                  <a:pt x="477931" y="50773"/>
                  <a:pt x="473303" y="50773"/>
                  <a:pt x="470220" y="50773"/>
                </a:cubicBezTo>
                <a:lnTo>
                  <a:pt x="446698" y="50773"/>
                </a:lnTo>
                <a:lnTo>
                  <a:pt x="446698" y="41673"/>
                </a:lnTo>
                <a:cubicBezTo>
                  <a:pt x="446698" y="26572"/>
                  <a:pt x="459615" y="26572"/>
                  <a:pt x="465399" y="26572"/>
                </a:cubicBezTo>
                <a:cubicBezTo>
                  <a:pt x="465399" y="27346"/>
                  <a:pt x="467135" y="34898"/>
                  <a:pt x="473883" y="34898"/>
                </a:cubicBezTo>
                <a:cubicBezTo>
                  <a:pt x="477737" y="34898"/>
                  <a:pt x="482173" y="31800"/>
                  <a:pt x="482173" y="26381"/>
                </a:cubicBezTo>
                <a:close/>
                <a:moveTo>
                  <a:pt x="597847" y="127832"/>
                </a:moveTo>
                <a:cubicBezTo>
                  <a:pt x="597847" y="122048"/>
                  <a:pt x="592835" y="122048"/>
                  <a:pt x="590137" y="122048"/>
                </a:cubicBezTo>
                <a:lnTo>
                  <a:pt x="581459" y="122048"/>
                </a:lnTo>
                <a:lnTo>
                  <a:pt x="581459" y="58678"/>
                </a:lnTo>
                <a:cubicBezTo>
                  <a:pt x="581459" y="52703"/>
                  <a:pt x="580303" y="50773"/>
                  <a:pt x="573748" y="50773"/>
                </a:cubicBezTo>
                <a:lnTo>
                  <a:pt x="559675" y="50773"/>
                </a:lnTo>
                <a:cubicBezTo>
                  <a:pt x="556589" y="50773"/>
                  <a:pt x="551771" y="50773"/>
                  <a:pt x="551771" y="56751"/>
                </a:cubicBezTo>
                <a:cubicBezTo>
                  <a:pt x="551771" y="62535"/>
                  <a:pt x="556783" y="62535"/>
                  <a:pt x="559481" y="62535"/>
                </a:cubicBezTo>
                <a:lnTo>
                  <a:pt x="568156" y="62535"/>
                </a:lnTo>
                <a:lnTo>
                  <a:pt x="568156" y="103558"/>
                </a:lnTo>
                <a:cubicBezTo>
                  <a:pt x="568156" y="120868"/>
                  <a:pt x="552541" y="123178"/>
                  <a:pt x="546372" y="123178"/>
                </a:cubicBezTo>
                <a:cubicBezTo>
                  <a:pt x="531140" y="123178"/>
                  <a:pt x="531140" y="116823"/>
                  <a:pt x="531140" y="110663"/>
                </a:cubicBezTo>
                <a:lnTo>
                  <a:pt x="531140" y="58678"/>
                </a:lnTo>
                <a:cubicBezTo>
                  <a:pt x="531140" y="52703"/>
                  <a:pt x="529984" y="50773"/>
                  <a:pt x="523429" y="50773"/>
                </a:cubicBezTo>
                <a:lnTo>
                  <a:pt x="509356" y="50773"/>
                </a:lnTo>
                <a:cubicBezTo>
                  <a:pt x="506270" y="50773"/>
                  <a:pt x="501452" y="50773"/>
                  <a:pt x="501452" y="56751"/>
                </a:cubicBezTo>
                <a:cubicBezTo>
                  <a:pt x="501452" y="62535"/>
                  <a:pt x="506464" y="62535"/>
                  <a:pt x="509162" y="62535"/>
                </a:cubicBezTo>
                <a:lnTo>
                  <a:pt x="517840" y="62535"/>
                </a:lnTo>
                <a:lnTo>
                  <a:pt x="517840" y="111819"/>
                </a:lnTo>
                <a:cubicBezTo>
                  <a:pt x="517840" y="130312"/>
                  <a:pt x="531140" y="134937"/>
                  <a:pt x="545216" y="134937"/>
                </a:cubicBezTo>
                <a:cubicBezTo>
                  <a:pt x="553121" y="134937"/>
                  <a:pt x="561025" y="133010"/>
                  <a:pt x="568156" y="127611"/>
                </a:cubicBezTo>
                <a:cubicBezTo>
                  <a:pt x="568350" y="133807"/>
                  <a:pt x="572398" y="133807"/>
                  <a:pt x="575869" y="133807"/>
                </a:cubicBezTo>
                <a:lnTo>
                  <a:pt x="589943" y="133807"/>
                </a:lnTo>
                <a:cubicBezTo>
                  <a:pt x="593029" y="133807"/>
                  <a:pt x="597847" y="133807"/>
                  <a:pt x="597847" y="127832"/>
                </a:cubicBezTo>
                <a:close/>
                <a:moveTo>
                  <a:pt x="699063" y="128023"/>
                </a:moveTo>
                <a:cubicBezTo>
                  <a:pt x="699063" y="122048"/>
                  <a:pt x="694245" y="122048"/>
                  <a:pt x="691159" y="122048"/>
                </a:cubicBezTo>
                <a:lnTo>
                  <a:pt x="682675" y="122048"/>
                </a:lnTo>
                <a:lnTo>
                  <a:pt x="682675" y="77386"/>
                </a:lnTo>
                <a:cubicBezTo>
                  <a:pt x="682675" y="57936"/>
                  <a:pt x="672843" y="49643"/>
                  <a:pt x="657614" y="49643"/>
                </a:cubicBezTo>
                <a:cubicBezTo>
                  <a:pt x="644696" y="49643"/>
                  <a:pt x="636021" y="56201"/>
                  <a:pt x="632356" y="59863"/>
                </a:cubicBezTo>
                <a:cubicBezTo>
                  <a:pt x="632356" y="53668"/>
                  <a:pt x="632356" y="50773"/>
                  <a:pt x="624645" y="50773"/>
                </a:cubicBezTo>
                <a:lnTo>
                  <a:pt x="610572" y="50773"/>
                </a:lnTo>
                <a:cubicBezTo>
                  <a:pt x="607486" y="50773"/>
                  <a:pt x="602667" y="50773"/>
                  <a:pt x="602667" y="56751"/>
                </a:cubicBezTo>
                <a:cubicBezTo>
                  <a:pt x="602667" y="62535"/>
                  <a:pt x="607680" y="62535"/>
                  <a:pt x="610378" y="62535"/>
                </a:cubicBezTo>
                <a:lnTo>
                  <a:pt x="619056" y="62535"/>
                </a:lnTo>
                <a:lnTo>
                  <a:pt x="619056" y="122048"/>
                </a:lnTo>
                <a:lnTo>
                  <a:pt x="610572" y="122048"/>
                </a:lnTo>
                <a:cubicBezTo>
                  <a:pt x="607486" y="122048"/>
                  <a:pt x="602667" y="122048"/>
                  <a:pt x="602667" y="128023"/>
                </a:cubicBezTo>
                <a:cubicBezTo>
                  <a:pt x="602667" y="133807"/>
                  <a:pt x="607680" y="133807"/>
                  <a:pt x="610378" y="133807"/>
                </a:cubicBezTo>
                <a:lnTo>
                  <a:pt x="641034" y="133807"/>
                </a:lnTo>
                <a:cubicBezTo>
                  <a:pt x="643731" y="133807"/>
                  <a:pt x="648744" y="133807"/>
                  <a:pt x="648744" y="128023"/>
                </a:cubicBezTo>
                <a:cubicBezTo>
                  <a:pt x="648744" y="122048"/>
                  <a:pt x="643926" y="122048"/>
                  <a:pt x="640840" y="122048"/>
                </a:cubicBezTo>
                <a:lnTo>
                  <a:pt x="632356" y="122048"/>
                </a:lnTo>
                <a:lnTo>
                  <a:pt x="632356" y="87959"/>
                </a:lnTo>
                <a:cubicBezTo>
                  <a:pt x="632356" y="68722"/>
                  <a:pt x="646623" y="61405"/>
                  <a:pt x="656458" y="61405"/>
                </a:cubicBezTo>
                <a:cubicBezTo>
                  <a:pt x="666674" y="61405"/>
                  <a:pt x="669372" y="66798"/>
                  <a:pt x="669372" y="78348"/>
                </a:cubicBezTo>
                <a:lnTo>
                  <a:pt x="669372" y="122048"/>
                </a:lnTo>
                <a:lnTo>
                  <a:pt x="661856" y="122048"/>
                </a:lnTo>
                <a:cubicBezTo>
                  <a:pt x="658770" y="122048"/>
                  <a:pt x="653951" y="122048"/>
                  <a:pt x="653951" y="128023"/>
                </a:cubicBezTo>
                <a:cubicBezTo>
                  <a:pt x="653951" y="133807"/>
                  <a:pt x="659155" y="133807"/>
                  <a:pt x="661856" y="133807"/>
                </a:cubicBezTo>
                <a:lnTo>
                  <a:pt x="691353" y="133807"/>
                </a:lnTo>
                <a:cubicBezTo>
                  <a:pt x="694050" y="133807"/>
                  <a:pt x="699063" y="133807"/>
                  <a:pt x="699063" y="128023"/>
                </a:cubicBezTo>
                <a:close/>
                <a:moveTo>
                  <a:pt x="791410" y="112757"/>
                </a:moveTo>
                <a:cubicBezTo>
                  <a:pt x="791410" y="107353"/>
                  <a:pt x="785820" y="107353"/>
                  <a:pt x="784664" y="107353"/>
                </a:cubicBezTo>
                <a:cubicBezTo>
                  <a:pt x="781578" y="107353"/>
                  <a:pt x="779651" y="107738"/>
                  <a:pt x="778301" y="111598"/>
                </a:cubicBezTo>
                <a:cubicBezTo>
                  <a:pt x="777145" y="114108"/>
                  <a:pt x="773479" y="123178"/>
                  <a:pt x="759215" y="123178"/>
                </a:cubicBezTo>
                <a:cubicBezTo>
                  <a:pt x="742826" y="123178"/>
                  <a:pt x="728947" y="109668"/>
                  <a:pt x="728947" y="92108"/>
                </a:cubicBezTo>
                <a:cubicBezTo>
                  <a:pt x="728947" y="82843"/>
                  <a:pt x="734345" y="60652"/>
                  <a:pt x="760371" y="60652"/>
                </a:cubicBezTo>
                <a:cubicBezTo>
                  <a:pt x="764419" y="60652"/>
                  <a:pt x="771938" y="60652"/>
                  <a:pt x="771938" y="62388"/>
                </a:cubicBezTo>
                <a:cubicBezTo>
                  <a:pt x="772132" y="69142"/>
                  <a:pt x="775795" y="71846"/>
                  <a:pt x="780422" y="71846"/>
                </a:cubicBezTo>
                <a:cubicBezTo>
                  <a:pt x="785049" y="71846"/>
                  <a:pt x="789097" y="68563"/>
                  <a:pt x="789097" y="62967"/>
                </a:cubicBezTo>
                <a:cubicBezTo>
                  <a:pt x="789097" y="48890"/>
                  <a:pt x="769046" y="48890"/>
                  <a:pt x="760371" y="48890"/>
                </a:cubicBezTo>
                <a:cubicBezTo>
                  <a:pt x="727211" y="48890"/>
                  <a:pt x="715644" y="75126"/>
                  <a:pt x="715644" y="92108"/>
                </a:cubicBezTo>
                <a:cubicBezTo>
                  <a:pt x="715644" y="115264"/>
                  <a:pt x="733766" y="134937"/>
                  <a:pt x="758059" y="134937"/>
                </a:cubicBezTo>
                <a:cubicBezTo>
                  <a:pt x="784855" y="134937"/>
                  <a:pt x="791410" y="116038"/>
                  <a:pt x="791410" y="112757"/>
                </a:cubicBezTo>
                <a:close/>
                <a:moveTo>
                  <a:pt x="893011" y="159258"/>
                </a:moveTo>
                <a:cubicBezTo>
                  <a:pt x="893011" y="152509"/>
                  <a:pt x="886265" y="152509"/>
                  <a:pt x="883950" y="152509"/>
                </a:cubicBezTo>
                <a:lnTo>
                  <a:pt x="822644" y="152509"/>
                </a:lnTo>
                <a:cubicBezTo>
                  <a:pt x="820328" y="152509"/>
                  <a:pt x="813583" y="152509"/>
                  <a:pt x="813583" y="159258"/>
                </a:cubicBezTo>
                <a:cubicBezTo>
                  <a:pt x="813583" y="166004"/>
                  <a:pt x="820328" y="166004"/>
                  <a:pt x="822644" y="166004"/>
                </a:cubicBezTo>
                <a:lnTo>
                  <a:pt x="883950" y="166004"/>
                </a:lnTo>
                <a:cubicBezTo>
                  <a:pt x="886265" y="166004"/>
                  <a:pt x="893011" y="166004"/>
                  <a:pt x="893011" y="159258"/>
                </a:cubicBezTo>
                <a:close/>
                <a:moveTo>
                  <a:pt x="989214" y="128023"/>
                </a:moveTo>
                <a:cubicBezTo>
                  <a:pt x="989214" y="122048"/>
                  <a:pt x="984589" y="122048"/>
                  <a:pt x="981503" y="122048"/>
                </a:cubicBezTo>
                <a:lnTo>
                  <a:pt x="963959" y="122048"/>
                </a:lnTo>
                <a:lnTo>
                  <a:pt x="963959" y="21779"/>
                </a:lnTo>
                <a:cubicBezTo>
                  <a:pt x="963959" y="18693"/>
                  <a:pt x="963959" y="13869"/>
                  <a:pt x="958175" y="13869"/>
                </a:cubicBezTo>
                <a:cubicBezTo>
                  <a:pt x="954513" y="13869"/>
                  <a:pt x="953356" y="16184"/>
                  <a:pt x="952392" y="18499"/>
                </a:cubicBezTo>
                <a:cubicBezTo>
                  <a:pt x="945067" y="34898"/>
                  <a:pt x="935041" y="37019"/>
                  <a:pt x="931378" y="37404"/>
                </a:cubicBezTo>
                <a:cubicBezTo>
                  <a:pt x="928293" y="37599"/>
                  <a:pt x="924245" y="37984"/>
                  <a:pt x="924245" y="43382"/>
                </a:cubicBezTo>
                <a:cubicBezTo>
                  <a:pt x="924245" y="48204"/>
                  <a:pt x="927713" y="49166"/>
                  <a:pt x="930605" y="49166"/>
                </a:cubicBezTo>
                <a:cubicBezTo>
                  <a:pt x="934270" y="49166"/>
                  <a:pt x="942175" y="48010"/>
                  <a:pt x="950656" y="40685"/>
                </a:cubicBezTo>
                <a:lnTo>
                  <a:pt x="950656" y="122048"/>
                </a:lnTo>
                <a:lnTo>
                  <a:pt x="933111" y="122048"/>
                </a:lnTo>
                <a:cubicBezTo>
                  <a:pt x="930028" y="122048"/>
                  <a:pt x="925401" y="122048"/>
                  <a:pt x="925401" y="128023"/>
                </a:cubicBezTo>
                <a:cubicBezTo>
                  <a:pt x="925401" y="133807"/>
                  <a:pt x="930219" y="133807"/>
                  <a:pt x="933111" y="133807"/>
                </a:cubicBezTo>
                <a:lnTo>
                  <a:pt x="981503" y="133807"/>
                </a:lnTo>
                <a:cubicBezTo>
                  <a:pt x="984395" y="133807"/>
                  <a:pt x="989214" y="133807"/>
                  <a:pt x="989214" y="128023"/>
                </a:cubicBezTo>
                <a:close/>
                <a:moveTo>
                  <a:pt x="1089468" y="144219"/>
                </a:moveTo>
                <a:cubicBezTo>
                  <a:pt x="1089468" y="141327"/>
                  <a:pt x="1088117" y="140556"/>
                  <a:pt x="1084646" y="138244"/>
                </a:cubicBezTo>
                <a:cubicBezTo>
                  <a:pt x="1060741" y="122048"/>
                  <a:pt x="1051872" y="96403"/>
                  <a:pt x="1051872" y="74809"/>
                </a:cubicBezTo>
                <a:cubicBezTo>
                  <a:pt x="1051872" y="55530"/>
                  <a:pt x="1059200" y="28728"/>
                  <a:pt x="1085031" y="11185"/>
                </a:cubicBezTo>
                <a:cubicBezTo>
                  <a:pt x="1088117" y="9064"/>
                  <a:pt x="1089468" y="8291"/>
                  <a:pt x="1089468" y="5399"/>
                </a:cubicBezTo>
                <a:cubicBezTo>
                  <a:pt x="1089468" y="3857"/>
                  <a:pt x="1088503" y="0"/>
                  <a:pt x="1083490" y="0"/>
                </a:cubicBezTo>
                <a:cubicBezTo>
                  <a:pt x="1077900" y="0"/>
                  <a:pt x="1038569" y="25451"/>
                  <a:pt x="1038569" y="74809"/>
                </a:cubicBezTo>
                <a:cubicBezTo>
                  <a:pt x="1038569" y="97753"/>
                  <a:pt x="1047438" y="115105"/>
                  <a:pt x="1054187" y="124746"/>
                </a:cubicBezTo>
                <a:cubicBezTo>
                  <a:pt x="1064404" y="138820"/>
                  <a:pt x="1078862" y="149617"/>
                  <a:pt x="1083490" y="149617"/>
                </a:cubicBezTo>
                <a:cubicBezTo>
                  <a:pt x="1088503" y="149617"/>
                  <a:pt x="1089468" y="145763"/>
                  <a:pt x="1089468" y="144219"/>
                </a:cubicBezTo>
                <a:close/>
                <a:moveTo>
                  <a:pt x="1202056" y="128023"/>
                </a:moveTo>
                <a:cubicBezTo>
                  <a:pt x="1202056" y="122048"/>
                  <a:pt x="1197043" y="122048"/>
                  <a:pt x="1194152" y="122048"/>
                </a:cubicBezTo>
                <a:lnTo>
                  <a:pt x="1186441" y="122048"/>
                </a:lnTo>
                <a:lnTo>
                  <a:pt x="1161763" y="91040"/>
                </a:lnTo>
                <a:lnTo>
                  <a:pt x="1183741" y="62535"/>
                </a:lnTo>
                <a:lnTo>
                  <a:pt x="1191454" y="62535"/>
                </a:lnTo>
                <a:cubicBezTo>
                  <a:pt x="1194152" y="62535"/>
                  <a:pt x="1199359" y="62535"/>
                  <a:pt x="1199359" y="56751"/>
                </a:cubicBezTo>
                <a:cubicBezTo>
                  <a:pt x="1199359" y="50773"/>
                  <a:pt x="1194346" y="50773"/>
                  <a:pt x="1191454" y="50773"/>
                </a:cubicBezTo>
                <a:lnTo>
                  <a:pt x="1168897" y="50773"/>
                </a:lnTo>
                <a:cubicBezTo>
                  <a:pt x="1166005" y="50773"/>
                  <a:pt x="1161186" y="50773"/>
                  <a:pt x="1161186" y="56560"/>
                </a:cubicBezTo>
                <a:cubicBezTo>
                  <a:pt x="1161186" y="62535"/>
                  <a:pt x="1165428" y="62535"/>
                  <a:pt x="1170632" y="62535"/>
                </a:cubicBezTo>
                <a:lnTo>
                  <a:pt x="1156365" y="81987"/>
                </a:lnTo>
                <a:lnTo>
                  <a:pt x="1141715" y="62535"/>
                </a:lnTo>
                <a:cubicBezTo>
                  <a:pt x="1146727" y="62535"/>
                  <a:pt x="1150966" y="62535"/>
                  <a:pt x="1150966" y="56560"/>
                </a:cubicBezTo>
                <a:cubicBezTo>
                  <a:pt x="1150966" y="50773"/>
                  <a:pt x="1146148" y="50773"/>
                  <a:pt x="1143256" y="50773"/>
                </a:cubicBezTo>
                <a:lnTo>
                  <a:pt x="1120699" y="50773"/>
                </a:lnTo>
                <a:cubicBezTo>
                  <a:pt x="1117807" y="50773"/>
                  <a:pt x="1112794" y="50773"/>
                  <a:pt x="1112794" y="56751"/>
                </a:cubicBezTo>
                <a:cubicBezTo>
                  <a:pt x="1112794" y="62535"/>
                  <a:pt x="1118001" y="62535"/>
                  <a:pt x="1120699" y="62535"/>
                </a:cubicBezTo>
                <a:lnTo>
                  <a:pt x="1128412" y="62535"/>
                </a:lnTo>
                <a:lnTo>
                  <a:pt x="1151161" y="91040"/>
                </a:lnTo>
                <a:lnTo>
                  <a:pt x="1127253" y="122048"/>
                </a:lnTo>
                <a:lnTo>
                  <a:pt x="1119542" y="122048"/>
                </a:lnTo>
                <a:cubicBezTo>
                  <a:pt x="1116651" y="122048"/>
                  <a:pt x="1111638" y="122048"/>
                  <a:pt x="1111638" y="128023"/>
                </a:cubicBezTo>
                <a:cubicBezTo>
                  <a:pt x="1111638" y="133807"/>
                  <a:pt x="1116842" y="133807"/>
                  <a:pt x="1119542" y="133807"/>
                </a:cubicBezTo>
                <a:lnTo>
                  <a:pt x="1142100" y="133807"/>
                </a:lnTo>
                <a:cubicBezTo>
                  <a:pt x="1144992" y="133807"/>
                  <a:pt x="1149810" y="133807"/>
                  <a:pt x="1149810" y="128023"/>
                </a:cubicBezTo>
                <a:cubicBezTo>
                  <a:pt x="1149810" y="122048"/>
                  <a:pt x="1145762" y="122048"/>
                  <a:pt x="1139785" y="122048"/>
                </a:cubicBezTo>
                <a:lnTo>
                  <a:pt x="1156365" y="98333"/>
                </a:lnTo>
                <a:lnTo>
                  <a:pt x="1173524" y="122048"/>
                </a:lnTo>
                <a:cubicBezTo>
                  <a:pt x="1168126" y="122048"/>
                  <a:pt x="1163884" y="122048"/>
                  <a:pt x="1163884" y="128023"/>
                </a:cubicBezTo>
                <a:cubicBezTo>
                  <a:pt x="1163884" y="133807"/>
                  <a:pt x="1168705" y="133807"/>
                  <a:pt x="1171597" y="133807"/>
                </a:cubicBezTo>
                <a:lnTo>
                  <a:pt x="1194152" y="133807"/>
                </a:lnTo>
                <a:cubicBezTo>
                  <a:pt x="1196852" y="133807"/>
                  <a:pt x="1202056" y="133807"/>
                  <a:pt x="1202056" y="128023"/>
                </a:cubicBezTo>
                <a:close/>
                <a:moveTo>
                  <a:pt x="1296141" y="109668"/>
                </a:moveTo>
                <a:cubicBezTo>
                  <a:pt x="1296141" y="89598"/>
                  <a:pt x="1271268" y="85547"/>
                  <a:pt x="1265100" y="84582"/>
                </a:cubicBezTo>
                <a:lnTo>
                  <a:pt x="1251991" y="82267"/>
                </a:lnTo>
                <a:cubicBezTo>
                  <a:pt x="1246399" y="81493"/>
                  <a:pt x="1233290" y="79178"/>
                  <a:pt x="1233290" y="71652"/>
                </a:cubicBezTo>
                <a:cubicBezTo>
                  <a:pt x="1233290" y="66636"/>
                  <a:pt x="1239459" y="60652"/>
                  <a:pt x="1257775" y="60652"/>
                </a:cubicBezTo>
                <a:cubicBezTo>
                  <a:pt x="1273775" y="60652"/>
                  <a:pt x="1276475" y="66442"/>
                  <a:pt x="1277055" y="71458"/>
                </a:cubicBezTo>
                <a:cubicBezTo>
                  <a:pt x="1277246" y="74741"/>
                  <a:pt x="1277632" y="78021"/>
                  <a:pt x="1283609" y="78021"/>
                </a:cubicBezTo>
                <a:cubicBezTo>
                  <a:pt x="1290358" y="78021"/>
                  <a:pt x="1290358" y="73967"/>
                  <a:pt x="1290358" y="70107"/>
                </a:cubicBezTo>
                <a:lnTo>
                  <a:pt x="1290358" y="56795"/>
                </a:lnTo>
                <a:cubicBezTo>
                  <a:pt x="1290358" y="53712"/>
                  <a:pt x="1290358" y="48890"/>
                  <a:pt x="1284571" y="48890"/>
                </a:cubicBezTo>
                <a:cubicBezTo>
                  <a:pt x="1279947" y="48890"/>
                  <a:pt x="1279173" y="51591"/>
                  <a:pt x="1278788" y="52941"/>
                </a:cubicBezTo>
                <a:cubicBezTo>
                  <a:pt x="1270307" y="48890"/>
                  <a:pt x="1261822" y="48890"/>
                  <a:pt x="1258160" y="48890"/>
                </a:cubicBezTo>
                <a:cubicBezTo>
                  <a:pt x="1225962" y="48890"/>
                  <a:pt x="1221529" y="64706"/>
                  <a:pt x="1221529" y="71652"/>
                </a:cubicBezTo>
                <a:cubicBezTo>
                  <a:pt x="1221529" y="89407"/>
                  <a:pt x="1241771" y="92687"/>
                  <a:pt x="1259510" y="95388"/>
                </a:cubicBezTo>
                <a:cubicBezTo>
                  <a:pt x="1268956" y="96932"/>
                  <a:pt x="1284380" y="99442"/>
                  <a:pt x="1284380" y="109668"/>
                </a:cubicBezTo>
                <a:cubicBezTo>
                  <a:pt x="1284380" y="116808"/>
                  <a:pt x="1277246" y="123178"/>
                  <a:pt x="1259701" y="123178"/>
                </a:cubicBezTo>
                <a:cubicBezTo>
                  <a:pt x="1250641" y="123178"/>
                  <a:pt x="1239844" y="121054"/>
                  <a:pt x="1235026" y="106003"/>
                </a:cubicBezTo>
                <a:cubicBezTo>
                  <a:pt x="1234061" y="102528"/>
                  <a:pt x="1233290" y="100407"/>
                  <a:pt x="1228277" y="100407"/>
                </a:cubicBezTo>
                <a:cubicBezTo>
                  <a:pt x="1221529" y="100407"/>
                  <a:pt x="1221529" y="104458"/>
                  <a:pt x="1221529" y="108318"/>
                </a:cubicBezTo>
                <a:lnTo>
                  <a:pt x="1221529" y="127035"/>
                </a:lnTo>
                <a:cubicBezTo>
                  <a:pt x="1221529" y="130118"/>
                  <a:pt x="1221529" y="134937"/>
                  <a:pt x="1227313" y="134937"/>
                </a:cubicBezTo>
                <a:cubicBezTo>
                  <a:pt x="1229048" y="134937"/>
                  <a:pt x="1232134" y="134746"/>
                  <a:pt x="1234446" y="127611"/>
                </a:cubicBezTo>
                <a:cubicBezTo>
                  <a:pt x="1243892" y="134551"/>
                  <a:pt x="1254112" y="134937"/>
                  <a:pt x="1259510" y="134937"/>
                </a:cubicBezTo>
                <a:cubicBezTo>
                  <a:pt x="1289969" y="134937"/>
                  <a:pt x="1296141" y="118933"/>
                  <a:pt x="1296141" y="109668"/>
                </a:cubicBezTo>
                <a:close/>
                <a:moveTo>
                  <a:pt x="1376726" y="74809"/>
                </a:moveTo>
                <a:cubicBezTo>
                  <a:pt x="1376726" y="51867"/>
                  <a:pt x="1367860" y="34512"/>
                  <a:pt x="1361111" y="24874"/>
                </a:cubicBezTo>
                <a:cubicBezTo>
                  <a:pt x="1350892" y="10797"/>
                  <a:pt x="1336433" y="0"/>
                  <a:pt x="1331805" y="0"/>
                </a:cubicBezTo>
                <a:cubicBezTo>
                  <a:pt x="1326987" y="0"/>
                  <a:pt x="1325831" y="3857"/>
                  <a:pt x="1325831" y="5399"/>
                </a:cubicBezTo>
                <a:cubicBezTo>
                  <a:pt x="1325831" y="8291"/>
                  <a:pt x="1327952" y="9641"/>
                  <a:pt x="1328914" y="10220"/>
                </a:cubicBezTo>
                <a:cubicBezTo>
                  <a:pt x="1360532" y="31235"/>
                  <a:pt x="1363424" y="62279"/>
                  <a:pt x="1363424" y="74809"/>
                </a:cubicBezTo>
                <a:cubicBezTo>
                  <a:pt x="1363424" y="94090"/>
                  <a:pt x="1356290" y="120892"/>
                  <a:pt x="1330264" y="138435"/>
                </a:cubicBezTo>
                <a:cubicBezTo>
                  <a:pt x="1327372" y="140365"/>
                  <a:pt x="1325831" y="141327"/>
                  <a:pt x="1325831" y="144219"/>
                </a:cubicBezTo>
                <a:cubicBezTo>
                  <a:pt x="1325831" y="145763"/>
                  <a:pt x="1326987" y="149617"/>
                  <a:pt x="1331805" y="149617"/>
                </a:cubicBezTo>
                <a:cubicBezTo>
                  <a:pt x="1337398" y="149617"/>
                  <a:pt x="1376726" y="124169"/>
                  <a:pt x="1376726" y="74809"/>
                </a:cubicBezTo>
                <a:close/>
                <a:moveTo>
                  <a:pt x="1472738" y="62920"/>
                </a:moveTo>
                <a:cubicBezTo>
                  <a:pt x="1472738" y="55786"/>
                  <a:pt x="1466955" y="50773"/>
                  <a:pt x="1460786" y="50773"/>
                </a:cubicBezTo>
                <a:cubicBezTo>
                  <a:pt x="1453458" y="50773"/>
                  <a:pt x="1448639" y="56751"/>
                  <a:pt x="1448639" y="62729"/>
                </a:cubicBezTo>
                <a:cubicBezTo>
                  <a:pt x="1448639" y="69863"/>
                  <a:pt x="1454423" y="74876"/>
                  <a:pt x="1460592" y="74876"/>
                </a:cubicBezTo>
                <a:cubicBezTo>
                  <a:pt x="1467917" y="74876"/>
                  <a:pt x="1472738" y="68898"/>
                  <a:pt x="1472738" y="62920"/>
                </a:cubicBezTo>
                <a:moveTo>
                  <a:pt x="1472738" y="121854"/>
                </a:moveTo>
                <a:cubicBezTo>
                  <a:pt x="1472738" y="114720"/>
                  <a:pt x="1466955" y="109706"/>
                  <a:pt x="1460786" y="109706"/>
                </a:cubicBezTo>
                <a:cubicBezTo>
                  <a:pt x="1453458" y="109706"/>
                  <a:pt x="1448639" y="115685"/>
                  <a:pt x="1448639" y="121663"/>
                </a:cubicBezTo>
                <a:cubicBezTo>
                  <a:pt x="1448639" y="128797"/>
                  <a:pt x="1454423" y="133807"/>
                  <a:pt x="1460592" y="133807"/>
                </a:cubicBezTo>
                <a:cubicBezTo>
                  <a:pt x="1467917" y="133807"/>
                  <a:pt x="1472738" y="127832"/>
                  <a:pt x="1472738" y="1218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ifnotxs:">
            <a:extLst xmlns:a="http://schemas.openxmlformats.org/drawingml/2006/main">
              <a:ext uri="{FF2B5EF4-FFF2-40B4-BE49-F238E27FC236}">
                <a16:creationId xmlns:a16="http://schemas.microsoft.com/office/drawing/2014/main" id="{A8F5D8CD-2196-4530-AA51-EA95B334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67" y="2746418"/>
            <a:ext cx="958563" cy="120127"/>
          </a:xfrm>
          <a:custGeom xmlns:a="http://schemas.openxmlformats.org/drawingml/2006/main">
            <a:pathLst>
              <a:path w="958563" h="120127">
                <a:moveTo>
                  <a:pt x="72682" y="113213"/>
                </a:moveTo>
                <a:cubicBezTo>
                  <a:pt x="72682" y="107238"/>
                  <a:pt x="67673" y="107238"/>
                  <a:pt x="64778" y="107238"/>
                </a:cubicBezTo>
                <a:lnTo>
                  <a:pt x="44535" y="107238"/>
                </a:lnTo>
                <a:lnTo>
                  <a:pt x="44535" y="43868"/>
                </a:lnTo>
                <a:cubicBezTo>
                  <a:pt x="44535" y="37893"/>
                  <a:pt x="43379" y="35963"/>
                  <a:pt x="36825" y="35963"/>
                </a:cubicBezTo>
                <a:lnTo>
                  <a:pt x="9449" y="35963"/>
                </a:lnTo>
                <a:cubicBezTo>
                  <a:pt x="6557" y="35963"/>
                  <a:pt x="1544" y="35963"/>
                  <a:pt x="1544" y="41750"/>
                </a:cubicBezTo>
                <a:cubicBezTo>
                  <a:pt x="1544" y="47725"/>
                  <a:pt x="6557" y="47725"/>
                  <a:pt x="9449" y="47725"/>
                </a:cubicBezTo>
                <a:lnTo>
                  <a:pt x="31233" y="47725"/>
                </a:lnTo>
                <a:lnTo>
                  <a:pt x="31233" y="107238"/>
                </a:lnTo>
                <a:lnTo>
                  <a:pt x="7905" y="107238"/>
                </a:lnTo>
                <a:cubicBezTo>
                  <a:pt x="4822" y="107238"/>
                  <a:pt x="0" y="107238"/>
                  <a:pt x="0" y="113213"/>
                </a:cubicBezTo>
                <a:cubicBezTo>
                  <a:pt x="0" y="118997"/>
                  <a:pt x="5013" y="118997"/>
                  <a:pt x="7905" y="118997"/>
                </a:cubicBezTo>
                <a:lnTo>
                  <a:pt x="64778" y="118997"/>
                </a:lnTo>
                <a:cubicBezTo>
                  <a:pt x="67673" y="118997"/>
                  <a:pt x="72682" y="118997"/>
                  <a:pt x="72682" y="113213"/>
                </a:cubicBezTo>
                <a:moveTo>
                  <a:pt x="45306" y="12089"/>
                </a:moveTo>
                <a:cubicBezTo>
                  <a:pt x="45306" y="6690"/>
                  <a:pt x="41067" y="2448"/>
                  <a:pt x="35669" y="2448"/>
                </a:cubicBezTo>
                <a:cubicBezTo>
                  <a:pt x="30268" y="2448"/>
                  <a:pt x="26029" y="6690"/>
                  <a:pt x="26029" y="12089"/>
                </a:cubicBezTo>
                <a:cubicBezTo>
                  <a:pt x="26029" y="17487"/>
                  <a:pt x="30268" y="21729"/>
                  <a:pt x="35669" y="21729"/>
                </a:cubicBezTo>
                <a:cubicBezTo>
                  <a:pt x="41067" y="21729"/>
                  <a:pt x="45306" y="17487"/>
                  <a:pt x="45306" y="12089"/>
                </a:cubicBezTo>
                <a:close/>
                <a:moveTo>
                  <a:pt x="170430" y="11571"/>
                </a:moveTo>
                <a:cubicBezTo>
                  <a:pt x="170430" y="0"/>
                  <a:pt x="155006" y="0"/>
                  <a:pt x="151920" y="0"/>
                </a:cubicBezTo>
                <a:cubicBezTo>
                  <a:pt x="136496" y="0"/>
                  <a:pt x="121652" y="8870"/>
                  <a:pt x="121652" y="25704"/>
                </a:cubicBezTo>
                <a:lnTo>
                  <a:pt x="121652" y="35963"/>
                </a:lnTo>
                <a:lnTo>
                  <a:pt x="102375" y="35963"/>
                </a:lnTo>
                <a:cubicBezTo>
                  <a:pt x="99289" y="35963"/>
                  <a:pt x="94470" y="35963"/>
                  <a:pt x="94470" y="41941"/>
                </a:cubicBezTo>
                <a:cubicBezTo>
                  <a:pt x="94470" y="47725"/>
                  <a:pt x="99289" y="47725"/>
                  <a:pt x="102181" y="47725"/>
                </a:cubicBezTo>
                <a:lnTo>
                  <a:pt x="121652" y="47725"/>
                </a:lnTo>
                <a:lnTo>
                  <a:pt x="121652" y="107238"/>
                </a:lnTo>
                <a:lnTo>
                  <a:pt x="102181" y="107238"/>
                </a:lnTo>
                <a:cubicBezTo>
                  <a:pt x="99289" y="107238"/>
                  <a:pt x="94276" y="107238"/>
                  <a:pt x="94276" y="113022"/>
                </a:cubicBezTo>
                <a:cubicBezTo>
                  <a:pt x="94276" y="118997"/>
                  <a:pt x="99289" y="118997"/>
                  <a:pt x="102181" y="118997"/>
                </a:cubicBezTo>
                <a:lnTo>
                  <a:pt x="154427" y="118997"/>
                </a:lnTo>
                <a:cubicBezTo>
                  <a:pt x="157318" y="118997"/>
                  <a:pt x="162331" y="118997"/>
                  <a:pt x="162331" y="113213"/>
                </a:cubicBezTo>
                <a:cubicBezTo>
                  <a:pt x="162331" y="107238"/>
                  <a:pt x="157318" y="107238"/>
                  <a:pt x="154427" y="107238"/>
                </a:cubicBezTo>
                <a:lnTo>
                  <a:pt x="134955" y="107238"/>
                </a:lnTo>
                <a:lnTo>
                  <a:pt x="134955" y="47725"/>
                </a:lnTo>
                <a:lnTo>
                  <a:pt x="158477" y="47725"/>
                </a:lnTo>
                <a:cubicBezTo>
                  <a:pt x="161369" y="47725"/>
                  <a:pt x="166188" y="47725"/>
                  <a:pt x="166188" y="41941"/>
                </a:cubicBezTo>
                <a:cubicBezTo>
                  <a:pt x="166188" y="35963"/>
                  <a:pt x="161560" y="35963"/>
                  <a:pt x="158477" y="35963"/>
                </a:cubicBezTo>
                <a:lnTo>
                  <a:pt x="134955" y="35963"/>
                </a:lnTo>
                <a:lnTo>
                  <a:pt x="134955" y="26863"/>
                </a:lnTo>
                <a:cubicBezTo>
                  <a:pt x="134955" y="11762"/>
                  <a:pt x="147872" y="11762"/>
                  <a:pt x="153656" y="11762"/>
                </a:cubicBezTo>
                <a:cubicBezTo>
                  <a:pt x="153656" y="12536"/>
                  <a:pt x="155391" y="20088"/>
                  <a:pt x="162140" y="20088"/>
                </a:cubicBezTo>
                <a:cubicBezTo>
                  <a:pt x="165994" y="20088"/>
                  <a:pt x="170430" y="16990"/>
                  <a:pt x="170430" y="11571"/>
                </a:cubicBezTo>
                <a:close/>
                <a:moveTo>
                  <a:pt x="387320" y="113213"/>
                </a:moveTo>
                <a:cubicBezTo>
                  <a:pt x="387320" y="107238"/>
                  <a:pt x="382502" y="107238"/>
                  <a:pt x="379416" y="107238"/>
                </a:cubicBezTo>
                <a:lnTo>
                  <a:pt x="370932" y="107238"/>
                </a:lnTo>
                <a:lnTo>
                  <a:pt x="370932" y="62576"/>
                </a:lnTo>
                <a:cubicBezTo>
                  <a:pt x="370932" y="43126"/>
                  <a:pt x="361100" y="34833"/>
                  <a:pt x="345871" y="34833"/>
                </a:cubicBezTo>
                <a:cubicBezTo>
                  <a:pt x="332953" y="34833"/>
                  <a:pt x="324278" y="41391"/>
                  <a:pt x="320613" y="45053"/>
                </a:cubicBezTo>
                <a:cubicBezTo>
                  <a:pt x="320613" y="38858"/>
                  <a:pt x="320613" y="35963"/>
                  <a:pt x="312902" y="35963"/>
                </a:cubicBezTo>
                <a:lnTo>
                  <a:pt x="298829" y="35963"/>
                </a:lnTo>
                <a:cubicBezTo>
                  <a:pt x="295743" y="35963"/>
                  <a:pt x="290924" y="35963"/>
                  <a:pt x="290924" y="41941"/>
                </a:cubicBezTo>
                <a:cubicBezTo>
                  <a:pt x="290924" y="47725"/>
                  <a:pt x="295937" y="47725"/>
                  <a:pt x="298635" y="47725"/>
                </a:cubicBezTo>
                <a:lnTo>
                  <a:pt x="307313" y="47725"/>
                </a:lnTo>
                <a:lnTo>
                  <a:pt x="307313" y="107238"/>
                </a:lnTo>
                <a:lnTo>
                  <a:pt x="298829" y="107238"/>
                </a:lnTo>
                <a:cubicBezTo>
                  <a:pt x="295743" y="107238"/>
                  <a:pt x="290924" y="107238"/>
                  <a:pt x="290924" y="113213"/>
                </a:cubicBezTo>
                <a:cubicBezTo>
                  <a:pt x="290924" y="118997"/>
                  <a:pt x="295937" y="118997"/>
                  <a:pt x="298635" y="118997"/>
                </a:cubicBezTo>
                <a:lnTo>
                  <a:pt x="329291" y="118997"/>
                </a:lnTo>
                <a:cubicBezTo>
                  <a:pt x="331988" y="118997"/>
                  <a:pt x="337001" y="118997"/>
                  <a:pt x="337001" y="113213"/>
                </a:cubicBezTo>
                <a:cubicBezTo>
                  <a:pt x="337001" y="107238"/>
                  <a:pt x="332183" y="107238"/>
                  <a:pt x="329097" y="107238"/>
                </a:cubicBezTo>
                <a:lnTo>
                  <a:pt x="320613" y="107238"/>
                </a:lnTo>
                <a:lnTo>
                  <a:pt x="320613" y="73149"/>
                </a:lnTo>
                <a:cubicBezTo>
                  <a:pt x="320613" y="53912"/>
                  <a:pt x="334880" y="46595"/>
                  <a:pt x="344714" y="46595"/>
                </a:cubicBezTo>
                <a:cubicBezTo>
                  <a:pt x="354931" y="46595"/>
                  <a:pt x="357629" y="51988"/>
                  <a:pt x="357629" y="63538"/>
                </a:cubicBezTo>
                <a:lnTo>
                  <a:pt x="357629" y="107238"/>
                </a:lnTo>
                <a:lnTo>
                  <a:pt x="350113" y="107238"/>
                </a:lnTo>
                <a:cubicBezTo>
                  <a:pt x="347027" y="107238"/>
                  <a:pt x="342208" y="107238"/>
                  <a:pt x="342208" y="113213"/>
                </a:cubicBezTo>
                <a:cubicBezTo>
                  <a:pt x="342208" y="118997"/>
                  <a:pt x="347412" y="118997"/>
                  <a:pt x="350113" y="118997"/>
                </a:cubicBezTo>
                <a:lnTo>
                  <a:pt x="379610" y="118997"/>
                </a:lnTo>
                <a:cubicBezTo>
                  <a:pt x="382307" y="118997"/>
                  <a:pt x="387320" y="118997"/>
                  <a:pt x="387320" y="113213"/>
                </a:cubicBezTo>
                <a:close/>
                <a:moveTo>
                  <a:pt x="479861" y="77298"/>
                </a:moveTo>
                <a:cubicBezTo>
                  <a:pt x="479861" y="53176"/>
                  <a:pt x="461931" y="34080"/>
                  <a:pt x="440338" y="34080"/>
                </a:cubicBezTo>
                <a:cubicBezTo>
                  <a:pt x="418745" y="34080"/>
                  <a:pt x="400815" y="53176"/>
                  <a:pt x="400815" y="77298"/>
                </a:cubicBezTo>
                <a:cubicBezTo>
                  <a:pt x="400815" y="101807"/>
                  <a:pt x="419131" y="120127"/>
                  <a:pt x="440338" y="120127"/>
                </a:cubicBezTo>
                <a:cubicBezTo>
                  <a:pt x="461545" y="120127"/>
                  <a:pt x="479861" y="101613"/>
                  <a:pt x="479861" y="77298"/>
                </a:cubicBezTo>
                <a:moveTo>
                  <a:pt x="466558" y="75947"/>
                </a:moveTo>
                <a:cubicBezTo>
                  <a:pt x="466558" y="93893"/>
                  <a:pt x="454606" y="108368"/>
                  <a:pt x="440338" y="108368"/>
                </a:cubicBezTo>
                <a:cubicBezTo>
                  <a:pt x="426070" y="108368"/>
                  <a:pt x="414118" y="93893"/>
                  <a:pt x="414118" y="75947"/>
                </a:cubicBezTo>
                <a:cubicBezTo>
                  <a:pt x="414118" y="58387"/>
                  <a:pt x="426650" y="45842"/>
                  <a:pt x="440338" y="45842"/>
                </a:cubicBezTo>
                <a:cubicBezTo>
                  <a:pt x="454220" y="45842"/>
                  <a:pt x="466558" y="58387"/>
                  <a:pt x="466558" y="75947"/>
                </a:cubicBezTo>
                <a:close/>
                <a:moveTo>
                  <a:pt x="577605" y="94699"/>
                </a:moveTo>
                <a:cubicBezTo>
                  <a:pt x="577605" y="91234"/>
                  <a:pt x="577605" y="87191"/>
                  <a:pt x="570857" y="87191"/>
                </a:cubicBezTo>
                <a:cubicBezTo>
                  <a:pt x="564497" y="87191"/>
                  <a:pt x="564302" y="91234"/>
                  <a:pt x="564302" y="94505"/>
                </a:cubicBezTo>
                <a:cubicBezTo>
                  <a:pt x="564111" y="106441"/>
                  <a:pt x="553121" y="108368"/>
                  <a:pt x="548688" y="108368"/>
                </a:cubicBezTo>
                <a:cubicBezTo>
                  <a:pt x="533843" y="108368"/>
                  <a:pt x="533843" y="98356"/>
                  <a:pt x="533843" y="93543"/>
                </a:cubicBezTo>
                <a:lnTo>
                  <a:pt x="533843" y="47725"/>
                </a:lnTo>
                <a:lnTo>
                  <a:pt x="565459" y="47725"/>
                </a:lnTo>
                <a:cubicBezTo>
                  <a:pt x="568350" y="47725"/>
                  <a:pt x="573172" y="47725"/>
                  <a:pt x="573172" y="41941"/>
                </a:cubicBezTo>
                <a:cubicBezTo>
                  <a:pt x="573172" y="35963"/>
                  <a:pt x="568544" y="35963"/>
                  <a:pt x="565459" y="35963"/>
                </a:cubicBezTo>
                <a:lnTo>
                  <a:pt x="533843" y="35963"/>
                </a:lnTo>
                <a:lnTo>
                  <a:pt x="533843" y="20156"/>
                </a:lnTo>
                <a:cubicBezTo>
                  <a:pt x="533843" y="16490"/>
                  <a:pt x="533843" y="12250"/>
                  <a:pt x="527286" y="12250"/>
                </a:cubicBezTo>
                <a:cubicBezTo>
                  <a:pt x="520541" y="12250"/>
                  <a:pt x="520541" y="16299"/>
                  <a:pt x="520541" y="20156"/>
                </a:cubicBezTo>
                <a:lnTo>
                  <a:pt x="520541" y="35963"/>
                </a:lnTo>
                <a:lnTo>
                  <a:pt x="503767" y="35963"/>
                </a:lnTo>
                <a:cubicBezTo>
                  <a:pt x="500681" y="35963"/>
                  <a:pt x="495862" y="35963"/>
                  <a:pt x="495862" y="41941"/>
                </a:cubicBezTo>
                <a:cubicBezTo>
                  <a:pt x="495862" y="47725"/>
                  <a:pt x="500681" y="47725"/>
                  <a:pt x="503573" y="47725"/>
                </a:cubicBezTo>
                <a:lnTo>
                  <a:pt x="520541" y="47725"/>
                </a:lnTo>
                <a:lnTo>
                  <a:pt x="520541" y="94699"/>
                </a:lnTo>
                <a:cubicBezTo>
                  <a:pt x="520541" y="113187"/>
                  <a:pt x="533649" y="120127"/>
                  <a:pt x="547723" y="120127"/>
                </a:cubicBezTo>
                <a:cubicBezTo>
                  <a:pt x="561990" y="120127"/>
                  <a:pt x="577605" y="111836"/>
                  <a:pt x="577605" y="94699"/>
                </a:cubicBezTo>
                <a:close/>
                <a:moveTo>
                  <a:pt x="789097" y="113213"/>
                </a:moveTo>
                <a:cubicBezTo>
                  <a:pt x="789097" y="107238"/>
                  <a:pt x="784084" y="107238"/>
                  <a:pt x="781193" y="107238"/>
                </a:cubicBezTo>
                <a:lnTo>
                  <a:pt x="773482" y="107238"/>
                </a:lnTo>
                <a:lnTo>
                  <a:pt x="748804" y="76230"/>
                </a:lnTo>
                <a:lnTo>
                  <a:pt x="770782" y="47725"/>
                </a:lnTo>
                <a:lnTo>
                  <a:pt x="778495" y="47725"/>
                </a:lnTo>
                <a:cubicBezTo>
                  <a:pt x="781193" y="47725"/>
                  <a:pt x="786400" y="47725"/>
                  <a:pt x="786400" y="41941"/>
                </a:cubicBezTo>
                <a:cubicBezTo>
                  <a:pt x="786400" y="35963"/>
                  <a:pt x="781387" y="35963"/>
                  <a:pt x="778495" y="35963"/>
                </a:cubicBezTo>
                <a:lnTo>
                  <a:pt x="755938" y="35963"/>
                </a:lnTo>
                <a:cubicBezTo>
                  <a:pt x="753046" y="35963"/>
                  <a:pt x="748227" y="35963"/>
                  <a:pt x="748227" y="41750"/>
                </a:cubicBezTo>
                <a:cubicBezTo>
                  <a:pt x="748227" y="47725"/>
                  <a:pt x="752469" y="47725"/>
                  <a:pt x="757673" y="47725"/>
                </a:cubicBezTo>
                <a:lnTo>
                  <a:pt x="743406" y="67177"/>
                </a:lnTo>
                <a:lnTo>
                  <a:pt x="728756" y="47725"/>
                </a:lnTo>
                <a:cubicBezTo>
                  <a:pt x="733768" y="47725"/>
                  <a:pt x="738008" y="47725"/>
                  <a:pt x="738008" y="41750"/>
                </a:cubicBezTo>
                <a:cubicBezTo>
                  <a:pt x="738008" y="35963"/>
                  <a:pt x="733189" y="35963"/>
                  <a:pt x="730297" y="35963"/>
                </a:cubicBezTo>
                <a:lnTo>
                  <a:pt x="707740" y="35963"/>
                </a:lnTo>
                <a:cubicBezTo>
                  <a:pt x="704848" y="35963"/>
                  <a:pt x="699835" y="35963"/>
                  <a:pt x="699835" y="41941"/>
                </a:cubicBezTo>
                <a:cubicBezTo>
                  <a:pt x="699835" y="47725"/>
                  <a:pt x="705042" y="47725"/>
                  <a:pt x="707740" y="47725"/>
                </a:cubicBezTo>
                <a:lnTo>
                  <a:pt x="715453" y="47725"/>
                </a:lnTo>
                <a:lnTo>
                  <a:pt x="738202" y="76230"/>
                </a:lnTo>
                <a:lnTo>
                  <a:pt x="714294" y="107238"/>
                </a:lnTo>
                <a:lnTo>
                  <a:pt x="706584" y="107238"/>
                </a:lnTo>
                <a:cubicBezTo>
                  <a:pt x="703692" y="107238"/>
                  <a:pt x="698679" y="107238"/>
                  <a:pt x="698679" y="113213"/>
                </a:cubicBezTo>
                <a:cubicBezTo>
                  <a:pt x="698679" y="118997"/>
                  <a:pt x="703883" y="118997"/>
                  <a:pt x="706584" y="118997"/>
                </a:cubicBezTo>
                <a:lnTo>
                  <a:pt x="729141" y="118997"/>
                </a:lnTo>
                <a:cubicBezTo>
                  <a:pt x="732033" y="118997"/>
                  <a:pt x="736851" y="118997"/>
                  <a:pt x="736851" y="113213"/>
                </a:cubicBezTo>
                <a:cubicBezTo>
                  <a:pt x="736851" y="107238"/>
                  <a:pt x="732804" y="107238"/>
                  <a:pt x="726826" y="107238"/>
                </a:cubicBezTo>
                <a:lnTo>
                  <a:pt x="743406" y="83523"/>
                </a:lnTo>
                <a:lnTo>
                  <a:pt x="760565" y="107238"/>
                </a:lnTo>
                <a:cubicBezTo>
                  <a:pt x="755167" y="107238"/>
                  <a:pt x="750925" y="107238"/>
                  <a:pt x="750925" y="113213"/>
                </a:cubicBezTo>
                <a:cubicBezTo>
                  <a:pt x="750925" y="118997"/>
                  <a:pt x="755746" y="118997"/>
                  <a:pt x="758638" y="118997"/>
                </a:cubicBezTo>
                <a:lnTo>
                  <a:pt x="781193" y="118997"/>
                </a:lnTo>
                <a:cubicBezTo>
                  <a:pt x="783893" y="118997"/>
                  <a:pt x="789097" y="118997"/>
                  <a:pt x="789097" y="113213"/>
                </a:cubicBezTo>
                <a:close/>
                <a:moveTo>
                  <a:pt x="883182" y="94858"/>
                </a:moveTo>
                <a:cubicBezTo>
                  <a:pt x="883182" y="74788"/>
                  <a:pt x="858310" y="70737"/>
                  <a:pt x="852141" y="69772"/>
                </a:cubicBezTo>
                <a:lnTo>
                  <a:pt x="839032" y="67457"/>
                </a:lnTo>
                <a:cubicBezTo>
                  <a:pt x="833440" y="66683"/>
                  <a:pt x="820331" y="64368"/>
                  <a:pt x="820331" y="56842"/>
                </a:cubicBezTo>
                <a:cubicBezTo>
                  <a:pt x="820331" y="51826"/>
                  <a:pt x="826500" y="45842"/>
                  <a:pt x="844816" y="45842"/>
                </a:cubicBezTo>
                <a:cubicBezTo>
                  <a:pt x="860816" y="45842"/>
                  <a:pt x="863516" y="51632"/>
                  <a:pt x="864096" y="56648"/>
                </a:cubicBezTo>
                <a:cubicBezTo>
                  <a:pt x="864287" y="59931"/>
                  <a:pt x="864673" y="63211"/>
                  <a:pt x="870650" y="63211"/>
                </a:cubicBezTo>
                <a:cubicBezTo>
                  <a:pt x="877399" y="63211"/>
                  <a:pt x="877399" y="59157"/>
                  <a:pt x="877399" y="55297"/>
                </a:cubicBezTo>
                <a:lnTo>
                  <a:pt x="877399" y="41985"/>
                </a:lnTo>
                <a:cubicBezTo>
                  <a:pt x="877399" y="38902"/>
                  <a:pt x="877399" y="34080"/>
                  <a:pt x="871612" y="34080"/>
                </a:cubicBezTo>
                <a:cubicBezTo>
                  <a:pt x="866988" y="34080"/>
                  <a:pt x="866214" y="36781"/>
                  <a:pt x="865829" y="38131"/>
                </a:cubicBezTo>
                <a:cubicBezTo>
                  <a:pt x="857348" y="34080"/>
                  <a:pt x="848864" y="34080"/>
                  <a:pt x="845201" y="34080"/>
                </a:cubicBezTo>
                <a:cubicBezTo>
                  <a:pt x="813003" y="34080"/>
                  <a:pt x="808570" y="49896"/>
                  <a:pt x="808570" y="56842"/>
                </a:cubicBezTo>
                <a:cubicBezTo>
                  <a:pt x="808570" y="74597"/>
                  <a:pt x="828812" y="77877"/>
                  <a:pt x="846551" y="80578"/>
                </a:cubicBezTo>
                <a:cubicBezTo>
                  <a:pt x="855997" y="82122"/>
                  <a:pt x="871421" y="84632"/>
                  <a:pt x="871421" y="94858"/>
                </a:cubicBezTo>
                <a:cubicBezTo>
                  <a:pt x="871421" y="101998"/>
                  <a:pt x="864287" y="108368"/>
                  <a:pt x="846742" y="108368"/>
                </a:cubicBezTo>
                <a:cubicBezTo>
                  <a:pt x="837682" y="108368"/>
                  <a:pt x="826886" y="106244"/>
                  <a:pt x="822067" y="91193"/>
                </a:cubicBezTo>
                <a:cubicBezTo>
                  <a:pt x="821102" y="87718"/>
                  <a:pt x="820331" y="85597"/>
                  <a:pt x="815318" y="85597"/>
                </a:cubicBezTo>
                <a:cubicBezTo>
                  <a:pt x="808570" y="85597"/>
                  <a:pt x="808570" y="89648"/>
                  <a:pt x="808570" y="93508"/>
                </a:cubicBezTo>
                <a:lnTo>
                  <a:pt x="808570" y="112225"/>
                </a:lnTo>
                <a:cubicBezTo>
                  <a:pt x="808570" y="115308"/>
                  <a:pt x="808570" y="120127"/>
                  <a:pt x="814354" y="120127"/>
                </a:cubicBezTo>
                <a:cubicBezTo>
                  <a:pt x="816089" y="120127"/>
                  <a:pt x="819175" y="119936"/>
                  <a:pt x="821487" y="112801"/>
                </a:cubicBezTo>
                <a:cubicBezTo>
                  <a:pt x="830933" y="119742"/>
                  <a:pt x="841153" y="120127"/>
                  <a:pt x="846551" y="120127"/>
                </a:cubicBezTo>
                <a:cubicBezTo>
                  <a:pt x="877010" y="120127"/>
                  <a:pt x="883182" y="104123"/>
                  <a:pt x="883182" y="94858"/>
                </a:cubicBezTo>
                <a:close/>
                <a:moveTo>
                  <a:pt x="958563" y="48110"/>
                </a:moveTo>
                <a:cubicBezTo>
                  <a:pt x="958563" y="40976"/>
                  <a:pt x="952780" y="35963"/>
                  <a:pt x="946611" y="35963"/>
                </a:cubicBezTo>
                <a:cubicBezTo>
                  <a:pt x="939283" y="35963"/>
                  <a:pt x="934464" y="41941"/>
                  <a:pt x="934464" y="47919"/>
                </a:cubicBezTo>
                <a:cubicBezTo>
                  <a:pt x="934464" y="55053"/>
                  <a:pt x="940248" y="60066"/>
                  <a:pt x="946417" y="60066"/>
                </a:cubicBezTo>
                <a:cubicBezTo>
                  <a:pt x="953742" y="60066"/>
                  <a:pt x="958563" y="54088"/>
                  <a:pt x="958563" y="48110"/>
                </a:cubicBezTo>
                <a:moveTo>
                  <a:pt x="958563" y="107044"/>
                </a:moveTo>
                <a:cubicBezTo>
                  <a:pt x="958563" y="99910"/>
                  <a:pt x="952780" y="94897"/>
                  <a:pt x="946611" y="94897"/>
                </a:cubicBezTo>
                <a:cubicBezTo>
                  <a:pt x="939283" y="94897"/>
                  <a:pt x="934464" y="100875"/>
                  <a:pt x="934464" y="106853"/>
                </a:cubicBezTo>
                <a:cubicBezTo>
                  <a:pt x="934464" y="113987"/>
                  <a:pt x="940248" y="118997"/>
                  <a:pt x="946417" y="118997"/>
                </a:cubicBezTo>
                <a:cubicBezTo>
                  <a:pt x="953742" y="118997"/>
                  <a:pt x="958563" y="113022"/>
                  <a:pt x="958563" y="1070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returnfloat('-inf')">
            <a:extLst xmlns:a="http://schemas.openxmlformats.org/drawingml/2006/main">
              <a:ext uri="{FF2B5EF4-FFF2-40B4-BE49-F238E27FC236}">
                <a16:creationId xmlns:a16="http://schemas.microsoft.com/office/drawing/2014/main" id="{BB2FCA3B-C5BA-4108-B0D4-829448AE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083" y="2925732"/>
            <a:ext cx="1984792" cy="149617"/>
          </a:xfrm>
          <a:custGeom xmlns:a="http://schemas.openxmlformats.org/drawingml/2006/main">
            <a:pathLst>
              <a:path w="1984792" h="149617">
                <a:moveTo>
                  <a:pt x="87721" y="61599"/>
                </a:moveTo>
                <a:cubicBezTo>
                  <a:pt x="87721" y="57742"/>
                  <a:pt x="85406" y="49643"/>
                  <a:pt x="69405" y="49643"/>
                </a:cubicBezTo>
                <a:cubicBezTo>
                  <a:pt x="59571" y="49643"/>
                  <a:pt x="47233" y="53115"/>
                  <a:pt x="36631" y="65262"/>
                </a:cubicBezTo>
                <a:lnTo>
                  <a:pt x="36631" y="58707"/>
                </a:lnTo>
                <a:cubicBezTo>
                  <a:pt x="36631" y="52703"/>
                  <a:pt x="35472" y="50773"/>
                  <a:pt x="28918" y="50773"/>
                </a:cubicBezTo>
                <a:lnTo>
                  <a:pt x="7710" y="50773"/>
                </a:lnTo>
                <a:cubicBezTo>
                  <a:pt x="4819" y="50773"/>
                  <a:pt x="0" y="50773"/>
                  <a:pt x="0" y="56560"/>
                </a:cubicBezTo>
                <a:cubicBezTo>
                  <a:pt x="0" y="62535"/>
                  <a:pt x="4627" y="62535"/>
                  <a:pt x="7710" y="62535"/>
                </a:cubicBezTo>
                <a:lnTo>
                  <a:pt x="23328" y="62535"/>
                </a:lnTo>
                <a:lnTo>
                  <a:pt x="23328" y="122048"/>
                </a:lnTo>
                <a:lnTo>
                  <a:pt x="7710" y="122048"/>
                </a:lnTo>
                <a:cubicBezTo>
                  <a:pt x="4819" y="122048"/>
                  <a:pt x="0" y="122048"/>
                  <a:pt x="0" y="127832"/>
                </a:cubicBezTo>
                <a:cubicBezTo>
                  <a:pt x="0" y="133807"/>
                  <a:pt x="4627" y="133807"/>
                  <a:pt x="7710" y="133807"/>
                </a:cubicBezTo>
                <a:lnTo>
                  <a:pt x="58029" y="133807"/>
                </a:lnTo>
                <a:cubicBezTo>
                  <a:pt x="60921" y="133807"/>
                  <a:pt x="65934" y="133807"/>
                  <a:pt x="65934" y="128023"/>
                </a:cubicBezTo>
                <a:cubicBezTo>
                  <a:pt x="65934" y="122048"/>
                  <a:pt x="60921" y="122048"/>
                  <a:pt x="58029" y="122048"/>
                </a:cubicBezTo>
                <a:lnTo>
                  <a:pt x="36631" y="122048"/>
                </a:lnTo>
                <a:lnTo>
                  <a:pt x="36631" y="97974"/>
                </a:lnTo>
                <a:cubicBezTo>
                  <a:pt x="36631" y="79916"/>
                  <a:pt x="48004" y="61405"/>
                  <a:pt x="71332" y="61405"/>
                </a:cubicBezTo>
                <a:cubicBezTo>
                  <a:pt x="71526" y="66033"/>
                  <a:pt x="74803" y="69890"/>
                  <a:pt x="79622" y="69890"/>
                </a:cubicBezTo>
                <a:cubicBezTo>
                  <a:pt x="83864" y="69890"/>
                  <a:pt x="87721" y="66804"/>
                  <a:pt x="87721" y="61599"/>
                </a:cubicBezTo>
                <a:close/>
                <a:moveTo>
                  <a:pt x="184500" y="112748"/>
                </a:moveTo>
                <a:cubicBezTo>
                  <a:pt x="184500" y="107338"/>
                  <a:pt x="178911" y="107338"/>
                  <a:pt x="177755" y="107338"/>
                </a:cubicBezTo>
                <a:cubicBezTo>
                  <a:pt x="174283" y="107338"/>
                  <a:pt x="172742" y="107918"/>
                  <a:pt x="171392" y="111589"/>
                </a:cubicBezTo>
                <a:cubicBezTo>
                  <a:pt x="167150" y="121424"/>
                  <a:pt x="156739" y="123160"/>
                  <a:pt x="151341" y="123160"/>
                </a:cubicBezTo>
                <a:cubicBezTo>
                  <a:pt x="136882" y="123160"/>
                  <a:pt x="122423" y="113519"/>
                  <a:pt x="119337" y="96903"/>
                </a:cubicBezTo>
                <a:lnTo>
                  <a:pt x="176790" y="96903"/>
                </a:lnTo>
                <a:cubicBezTo>
                  <a:pt x="180838" y="96903"/>
                  <a:pt x="184500" y="96903"/>
                  <a:pt x="184500" y="89772"/>
                </a:cubicBezTo>
                <a:cubicBezTo>
                  <a:pt x="184500" y="67786"/>
                  <a:pt x="172162" y="48890"/>
                  <a:pt x="147099" y="48890"/>
                </a:cubicBezTo>
                <a:cubicBezTo>
                  <a:pt x="124156" y="48890"/>
                  <a:pt x="105649" y="68175"/>
                  <a:pt x="105649" y="91893"/>
                </a:cubicBezTo>
                <a:cubicBezTo>
                  <a:pt x="105649" y="115449"/>
                  <a:pt x="125121" y="134937"/>
                  <a:pt x="149990" y="134937"/>
                </a:cubicBezTo>
                <a:cubicBezTo>
                  <a:pt x="175440" y="134937"/>
                  <a:pt x="184500" y="117576"/>
                  <a:pt x="184500" y="112746"/>
                </a:cubicBezTo>
                <a:lnTo>
                  <a:pt x="184500" y="112748"/>
                </a:lnTo>
                <a:moveTo>
                  <a:pt x="170812" y="85335"/>
                </a:moveTo>
                <a:lnTo>
                  <a:pt x="119531" y="85335"/>
                </a:lnTo>
                <a:cubicBezTo>
                  <a:pt x="122229" y="71258"/>
                  <a:pt x="133605" y="60652"/>
                  <a:pt x="147099" y="60652"/>
                </a:cubicBezTo>
                <a:cubicBezTo>
                  <a:pt x="157124" y="60652"/>
                  <a:pt x="169077" y="65474"/>
                  <a:pt x="170812" y="85335"/>
                </a:cubicBezTo>
                <a:close/>
                <a:moveTo>
                  <a:pt x="282824" y="109509"/>
                </a:moveTo>
                <a:cubicBezTo>
                  <a:pt x="282824" y="106044"/>
                  <a:pt x="282824" y="102001"/>
                  <a:pt x="276076" y="102001"/>
                </a:cubicBezTo>
                <a:cubicBezTo>
                  <a:pt x="269716" y="102001"/>
                  <a:pt x="269522" y="106044"/>
                  <a:pt x="269522" y="109315"/>
                </a:cubicBezTo>
                <a:cubicBezTo>
                  <a:pt x="269330" y="121251"/>
                  <a:pt x="258340" y="123178"/>
                  <a:pt x="253907" y="123178"/>
                </a:cubicBezTo>
                <a:cubicBezTo>
                  <a:pt x="239062" y="123178"/>
                  <a:pt x="239062" y="113166"/>
                  <a:pt x="239062" y="108353"/>
                </a:cubicBezTo>
                <a:lnTo>
                  <a:pt x="239062" y="62535"/>
                </a:lnTo>
                <a:lnTo>
                  <a:pt x="270678" y="62535"/>
                </a:lnTo>
                <a:cubicBezTo>
                  <a:pt x="273569" y="62535"/>
                  <a:pt x="278391" y="62535"/>
                  <a:pt x="278391" y="56751"/>
                </a:cubicBezTo>
                <a:cubicBezTo>
                  <a:pt x="278391" y="50773"/>
                  <a:pt x="273764" y="50773"/>
                  <a:pt x="270678" y="50773"/>
                </a:cubicBezTo>
                <a:lnTo>
                  <a:pt x="239062" y="50773"/>
                </a:lnTo>
                <a:lnTo>
                  <a:pt x="239062" y="34965"/>
                </a:lnTo>
                <a:cubicBezTo>
                  <a:pt x="239062" y="31300"/>
                  <a:pt x="239062" y="27060"/>
                  <a:pt x="232505" y="27060"/>
                </a:cubicBezTo>
                <a:cubicBezTo>
                  <a:pt x="225760" y="27060"/>
                  <a:pt x="225760" y="31109"/>
                  <a:pt x="225760" y="34965"/>
                </a:cubicBezTo>
                <a:lnTo>
                  <a:pt x="225760" y="50773"/>
                </a:lnTo>
                <a:lnTo>
                  <a:pt x="208986" y="50773"/>
                </a:lnTo>
                <a:cubicBezTo>
                  <a:pt x="205900" y="50773"/>
                  <a:pt x="201081" y="50773"/>
                  <a:pt x="201081" y="56751"/>
                </a:cubicBezTo>
                <a:cubicBezTo>
                  <a:pt x="201081" y="62535"/>
                  <a:pt x="205900" y="62535"/>
                  <a:pt x="208792" y="62535"/>
                </a:cubicBezTo>
                <a:lnTo>
                  <a:pt x="225760" y="62535"/>
                </a:lnTo>
                <a:lnTo>
                  <a:pt x="225760" y="109509"/>
                </a:lnTo>
                <a:cubicBezTo>
                  <a:pt x="225760" y="127997"/>
                  <a:pt x="238868" y="134937"/>
                  <a:pt x="252942" y="134937"/>
                </a:cubicBezTo>
                <a:cubicBezTo>
                  <a:pt x="267209" y="134937"/>
                  <a:pt x="282824" y="126646"/>
                  <a:pt x="282824" y="109509"/>
                </a:cubicBezTo>
                <a:close/>
                <a:moveTo>
                  <a:pt x="396187" y="127832"/>
                </a:moveTo>
                <a:cubicBezTo>
                  <a:pt x="396187" y="122048"/>
                  <a:pt x="391174" y="122048"/>
                  <a:pt x="388476" y="122048"/>
                </a:cubicBezTo>
                <a:lnTo>
                  <a:pt x="379798" y="122048"/>
                </a:lnTo>
                <a:lnTo>
                  <a:pt x="379798" y="58678"/>
                </a:lnTo>
                <a:cubicBezTo>
                  <a:pt x="379798" y="52703"/>
                  <a:pt x="378642" y="50773"/>
                  <a:pt x="372088" y="50773"/>
                </a:cubicBezTo>
                <a:lnTo>
                  <a:pt x="358014" y="50773"/>
                </a:lnTo>
                <a:cubicBezTo>
                  <a:pt x="354928" y="50773"/>
                  <a:pt x="350110" y="50773"/>
                  <a:pt x="350110" y="56751"/>
                </a:cubicBezTo>
                <a:cubicBezTo>
                  <a:pt x="350110" y="62535"/>
                  <a:pt x="355122" y="62535"/>
                  <a:pt x="357820" y="62535"/>
                </a:cubicBezTo>
                <a:lnTo>
                  <a:pt x="366495" y="62535"/>
                </a:lnTo>
                <a:lnTo>
                  <a:pt x="366495" y="103558"/>
                </a:lnTo>
                <a:cubicBezTo>
                  <a:pt x="366495" y="120868"/>
                  <a:pt x="350880" y="123178"/>
                  <a:pt x="344712" y="123178"/>
                </a:cubicBezTo>
                <a:cubicBezTo>
                  <a:pt x="329479" y="123178"/>
                  <a:pt x="329479" y="116823"/>
                  <a:pt x="329479" y="110663"/>
                </a:cubicBezTo>
                <a:lnTo>
                  <a:pt x="329479" y="58678"/>
                </a:lnTo>
                <a:cubicBezTo>
                  <a:pt x="329479" y="52703"/>
                  <a:pt x="328323" y="50773"/>
                  <a:pt x="321769" y="50773"/>
                </a:cubicBezTo>
                <a:lnTo>
                  <a:pt x="307695" y="50773"/>
                </a:lnTo>
                <a:cubicBezTo>
                  <a:pt x="304609" y="50773"/>
                  <a:pt x="299791" y="50773"/>
                  <a:pt x="299791" y="56751"/>
                </a:cubicBezTo>
                <a:cubicBezTo>
                  <a:pt x="299791" y="62535"/>
                  <a:pt x="304803" y="62535"/>
                  <a:pt x="307501" y="62535"/>
                </a:cubicBezTo>
                <a:lnTo>
                  <a:pt x="316179" y="62535"/>
                </a:lnTo>
                <a:lnTo>
                  <a:pt x="316179" y="111819"/>
                </a:lnTo>
                <a:cubicBezTo>
                  <a:pt x="316179" y="130312"/>
                  <a:pt x="329479" y="134937"/>
                  <a:pt x="343555" y="134937"/>
                </a:cubicBezTo>
                <a:cubicBezTo>
                  <a:pt x="351460" y="134937"/>
                  <a:pt x="359365" y="133010"/>
                  <a:pt x="366495" y="127611"/>
                </a:cubicBezTo>
                <a:cubicBezTo>
                  <a:pt x="366690" y="133807"/>
                  <a:pt x="370737" y="133807"/>
                  <a:pt x="374209" y="133807"/>
                </a:cubicBezTo>
                <a:lnTo>
                  <a:pt x="388282" y="133807"/>
                </a:lnTo>
                <a:cubicBezTo>
                  <a:pt x="391368" y="133807"/>
                  <a:pt x="396187" y="133807"/>
                  <a:pt x="396187" y="127832"/>
                </a:cubicBezTo>
                <a:close/>
                <a:moveTo>
                  <a:pt x="492584" y="61599"/>
                </a:moveTo>
                <a:cubicBezTo>
                  <a:pt x="492584" y="57742"/>
                  <a:pt x="490269" y="49643"/>
                  <a:pt x="474268" y="49643"/>
                </a:cubicBezTo>
                <a:cubicBezTo>
                  <a:pt x="464434" y="49643"/>
                  <a:pt x="452096" y="53115"/>
                  <a:pt x="441494" y="65262"/>
                </a:cubicBezTo>
                <a:lnTo>
                  <a:pt x="441494" y="58707"/>
                </a:lnTo>
                <a:cubicBezTo>
                  <a:pt x="441494" y="52703"/>
                  <a:pt x="440335" y="50773"/>
                  <a:pt x="433781" y="50773"/>
                </a:cubicBezTo>
                <a:lnTo>
                  <a:pt x="412574" y="50773"/>
                </a:lnTo>
                <a:cubicBezTo>
                  <a:pt x="409682" y="50773"/>
                  <a:pt x="404863" y="50773"/>
                  <a:pt x="404863" y="56560"/>
                </a:cubicBezTo>
                <a:cubicBezTo>
                  <a:pt x="404863" y="62535"/>
                  <a:pt x="409491" y="62535"/>
                  <a:pt x="412574" y="62535"/>
                </a:cubicBezTo>
                <a:lnTo>
                  <a:pt x="428191" y="62535"/>
                </a:lnTo>
                <a:lnTo>
                  <a:pt x="428191" y="122048"/>
                </a:lnTo>
                <a:lnTo>
                  <a:pt x="412574" y="122048"/>
                </a:lnTo>
                <a:cubicBezTo>
                  <a:pt x="409682" y="122048"/>
                  <a:pt x="404863" y="122048"/>
                  <a:pt x="404863" y="127832"/>
                </a:cubicBezTo>
                <a:cubicBezTo>
                  <a:pt x="404863" y="133807"/>
                  <a:pt x="409491" y="133807"/>
                  <a:pt x="412574" y="133807"/>
                </a:cubicBezTo>
                <a:lnTo>
                  <a:pt x="462893" y="133807"/>
                </a:lnTo>
                <a:cubicBezTo>
                  <a:pt x="465784" y="133807"/>
                  <a:pt x="470797" y="133807"/>
                  <a:pt x="470797" y="128023"/>
                </a:cubicBezTo>
                <a:cubicBezTo>
                  <a:pt x="470797" y="122048"/>
                  <a:pt x="465784" y="122048"/>
                  <a:pt x="462893" y="122048"/>
                </a:cubicBezTo>
                <a:lnTo>
                  <a:pt x="441494" y="122048"/>
                </a:lnTo>
                <a:lnTo>
                  <a:pt x="441494" y="97974"/>
                </a:lnTo>
                <a:cubicBezTo>
                  <a:pt x="441494" y="79916"/>
                  <a:pt x="452867" y="61405"/>
                  <a:pt x="476195" y="61405"/>
                </a:cubicBezTo>
                <a:cubicBezTo>
                  <a:pt x="476389" y="66033"/>
                  <a:pt x="479667" y="69890"/>
                  <a:pt x="484485" y="69890"/>
                </a:cubicBezTo>
                <a:cubicBezTo>
                  <a:pt x="488727" y="69890"/>
                  <a:pt x="492584" y="66804"/>
                  <a:pt x="492584" y="61599"/>
                </a:cubicBezTo>
                <a:close/>
                <a:moveTo>
                  <a:pt x="598618" y="128023"/>
                </a:moveTo>
                <a:cubicBezTo>
                  <a:pt x="598618" y="122048"/>
                  <a:pt x="593800" y="122048"/>
                  <a:pt x="590714" y="122048"/>
                </a:cubicBezTo>
                <a:lnTo>
                  <a:pt x="582230" y="122048"/>
                </a:lnTo>
                <a:lnTo>
                  <a:pt x="582230" y="77386"/>
                </a:lnTo>
                <a:cubicBezTo>
                  <a:pt x="582230" y="57936"/>
                  <a:pt x="572398" y="49643"/>
                  <a:pt x="557169" y="49643"/>
                </a:cubicBezTo>
                <a:cubicBezTo>
                  <a:pt x="544251" y="49643"/>
                  <a:pt x="535576" y="56201"/>
                  <a:pt x="531911" y="59863"/>
                </a:cubicBezTo>
                <a:cubicBezTo>
                  <a:pt x="531911" y="53668"/>
                  <a:pt x="531911" y="50773"/>
                  <a:pt x="524200" y="50773"/>
                </a:cubicBezTo>
                <a:lnTo>
                  <a:pt x="510127" y="50773"/>
                </a:lnTo>
                <a:cubicBezTo>
                  <a:pt x="507041" y="50773"/>
                  <a:pt x="502222" y="50773"/>
                  <a:pt x="502222" y="56751"/>
                </a:cubicBezTo>
                <a:cubicBezTo>
                  <a:pt x="502222" y="62535"/>
                  <a:pt x="507235" y="62535"/>
                  <a:pt x="509933" y="62535"/>
                </a:cubicBezTo>
                <a:lnTo>
                  <a:pt x="518611" y="62535"/>
                </a:lnTo>
                <a:lnTo>
                  <a:pt x="518611" y="122048"/>
                </a:lnTo>
                <a:lnTo>
                  <a:pt x="510127" y="122048"/>
                </a:lnTo>
                <a:cubicBezTo>
                  <a:pt x="507041" y="122048"/>
                  <a:pt x="502222" y="122048"/>
                  <a:pt x="502222" y="128023"/>
                </a:cubicBezTo>
                <a:cubicBezTo>
                  <a:pt x="502222" y="133807"/>
                  <a:pt x="507235" y="133807"/>
                  <a:pt x="509933" y="133807"/>
                </a:cubicBezTo>
                <a:lnTo>
                  <a:pt x="540589" y="133807"/>
                </a:lnTo>
                <a:cubicBezTo>
                  <a:pt x="543286" y="133807"/>
                  <a:pt x="548299" y="133807"/>
                  <a:pt x="548299" y="128023"/>
                </a:cubicBezTo>
                <a:cubicBezTo>
                  <a:pt x="548299" y="122048"/>
                  <a:pt x="543481" y="122048"/>
                  <a:pt x="540395" y="122048"/>
                </a:cubicBezTo>
                <a:lnTo>
                  <a:pt x="531911" y="122048"/>
                </a:lnTo>
                <a:lnTo>
                  <a:pt x="531911" y="87959"/>
                </a:lnTo>
                <a:cubicBezTo>
                  <a:pt x="531911" y="68722"/>
                  <a:pt x="546178" y="61405"/>
                  <a:pt x="556012" y="61405"/>
                </a:cubicBezTo>
                <a:cubicBezTo>
                  <a:pt x="566229" y="61405"/>
                  <a:pt x="568927" y="66798"/>
                  <a:pt x="568927" y="78348"/>
                </a:cubicBezTo>
                <a:lnTo>
                  <a:pt x="568927" y="122048"/>
                </a:lnTo>
                <a:lnTo>
                  <a:pt x="561411" y="122048"/>
                </a:lnTo>
                <a:cubicBezTo>
                  <a:pt x="558325" y="122048"/>
                  <a:pt x="553506" y="122048"/>
                  <a:pt x="553506" y="128023"/>
                </a:cubicBezTo>
                <a:cubicBezTo>
                  <a:pt x="553506" y="133807"/>
                  <a:pt x="558710" y="133807"/>
                  <a:pt x="561411" y="133807"/>
                </a:cubicBezTo>
                <a:lnTo>
                  <a:pt x="590908" y="133807"/>
                </a:lnTo>
                <a:cubicBezTo>
                  <a:pt x="593605" y="133807"/>
                  <a:pt x="598618" y="133807"/>
                  <a:pt x="598618" y="128023"/>
                </a:cubicBezTo>
                <a:close/>
                <a:moveTo>
                  <a:pt x="786591" y="26381"/>
                </a:moveTo>
                <a:cubicBezTo>
                  <a:pt x="786591" y="14810"/>
                  <a:pt x="771167" y="14810"/>
                  <a:pt x="768081" y="14810"/>
                </a:cubicBezTo>
                <a:cubicBezTo>
                  <a:pt x="752658" y="14810"/>
                  <a:pt x="737813" y="23680"/>
                  <a:pt x="737813" y="40514"/>
                </a:cubicBezTo>
                <a:lnTo>
                  <a:pt x="737813" y="50773"/>
                </a:lnTo>
                <a:lnTo>
                  <a:pt x="718536" y="50773"/>
                </a:lnTo>
                <a:cubicBezTo>
                  <a:pt x="715450" y="50773"/>
                  <a:pt x="710631" y="50773"/>
                  <a:pt x="710631" y="56751"/>
                </a:cubicBezTo>
                <a:cubicBezTo>
                  <a:pt x="710631" y="62535"/>
                  <a:pt x="715450" y="62535"/>
                  <a:pt x="718342" y="62535"/>
                </a:cubicBezTo>
                <a:lnTo>
                  <a:pt x="737813" y="62535"/>
                </a:lnTo>
                <a:lnTo>
                  <a:pt x="737813" y="122048"/>
                </a:lnTo>
                <a:lnTo>
                  <a:pt x="718342" y="122048"/>
                </a:lnTo>
                <a:cubicBezTo>
                  <a:pt x="715450" y="122048"/>
                  <a:pt x="710437" y="122048"/>
                  <a:pt x="710437" y="127832"/>
                </a:cubicBezTo>
                <a:cubicBezTo>
                  <a:pt x="710437" y="133807"/>
                  <a:pt x="715450" y="133807"/>
                  <a:pt x="718342" y="133807"/>
                </a:cubicBezTo>
                <a:lnTo>
                  <a:pt x="770588" y="133807"/>
                </a:lnTo>
                <a:cubicBezTo>
                  <a:pt x="773479" y="133807"/>
                  <a:pt x="778492" y="133807"/>
                  <a:pt x="778492" y="128023"/>
                </a:cubicBezTo>
                <a:cubicBezTo>
                  <a:pt x="778492" y="122048"/>
                  <a:pt x="773479" y="122048"/>
                  <a:pt x="770588" y="122048"/>
                </a:cubicBezTo>
                <a:lnTo>
                  <a:pt x="751116" y="122048"/>
                </a:lnTo>
                <a:lnTo>
                  <a:pt x="751116" y="62535"/>
                </a:lnTo>
                <a:lnTo>
                  <a:pt x="774639" y="62535"/>
                </a:lnTo>
                <a:cubicBezTo>
                  <a:pt x="777530" y="62535"/>
                  <a:pt x="782349" y="62535"/>
                  <a:pt x="782349" y="56751"/>
                </a:cubicBezTo>
                <a:cubicBezTo>
                  <a:pt x="782349" y="50773"/>
                  <a:pt x="777722" y="50773"/>
                  <a:pt x="774639" y="50773"/>
                </a:cubicBezTo>
                <a:lnTo>
                  <a:pt x="751116" y="50773"/>
                </a:lnTo>
                <a:lnTo>
                  <a:pt x="751116" y="41673"/>
                </a:lnTo>
                <a:cubicBezTo>
                  <a:pt x="751116" y="26572"/>
                  <a:pt x="764033" y="26572"/>
                  <a:pt x="769817" y="26572"/>
                </a:cubicBezTo>
                <a:cubicBezTo>
                  <a:pt x="769817" y="27346"/>
                  <a:pt x="771553" y="34898"/>
                  <a:pt x="778301" y="34898"/>
                </a:cubicBezTo>
                <a:cubicBezTo>
                  <a:pt x="782155" y="34898"/>
                  <a:pt x="786591" y="31800"/>
                  <a:pt x="786591" y="26381"/>
                </a:cubicBezTo>
                <a:close/>
                <a:moveTo>
                  <a:pt x="893590" y="128023"/>
                </a:moveTo>
                <a:cubicBezTo>
                  <a:pt x="893590" y="122048"/>
                  <a:pt x="888963" y="122048"/>
                  <a:pt x="885877" y="122048"/>
                </a:cubicBezTo>
                <a:lnTo>
                  <a:pt x="860816" y="122048"/>
                </a:lnTo>
                <a:lnTo>
                  <a:pt x="860816" y="23845"/>
                </a:lnTo>
                <a:cubicBezTo>
                  <a:pt x="860816" y="17870"/>
                  <a:pt x="859660" y="15940"/>
                  <a:pt x="853103" y="15940"/>
                </a:cubicBezTo>
                <a:lnTo>
                  <a:pt x="822644" y="15940"/>
                </a:lnTo>
                <a:cubicBezTo>
                  <a:pt x="819558" y="15940"/>
                  <a:pt x="814739" y="15940"/>
                  <a:pt x="814739" y="21918"/>
                </a:cubicBezTo>
                <a:cubicBezTo>
                  <a:pt x="814739" y="27702"/>
                  <a:pt x="819752" y="27702"/>
                  <a:pt x="822449" y="27702"/>
                </a:cubicBezTo>
                <a:lnTo>
                  <a:pt x="847513" y="27702"/>
                </a:lnTo>
                <a:lnTo>
                  <a:pt x="847513" y="122048"/>
                </a:lnTo>
                <a:lnTo>
                  <a:pt x="822644" y="122048"/>
                </a:lnTo>
                <a:cubicBezTo>
                  <a:pt x="819558" y="122048"/>
                  <a:pt x="814739" y="122048"/>
                  <a:pt x="814739" y="128023"/>
                </a:cubicBezTo>
                <a:cubicBezTo>
                  <a:pt x="814739" y="133807"/>
                  <a:pt x="819752" y="133807"/>
                  <a:pt x="822449" y="133807"/>
                </a:cubicBezTo>
                <a:lnTo>
                  <a:pt x="885877" y="133807"/>
                </a:lnTo>
                <a:cubicBezTo>
                  <a:pt x="888769" y="133807"/>
                  <a:pt x="893590" y="133807"/>
                  <a:pt x="893590" y="128023"/>
                </a:cubicBezTo>
                <a:close/>
                <a:moveTo>
                  <a:pt x="994806" y="92108"/>
                </a:moveTo>
                <a:cubicBezTo>
                  <a:pt x="994806" y="67986"/>
                  <a:pt x="976876" y="48890"/>
                  <a:pt x="955283" y="48890"/>
                </a:cubicBezTo>
                <a:cubicBezTo>
                  <a:pt x="933691" y="48890"/>
                  <a:pt x="915760" y="67986"/>
                  <a:pt x="915760" y="92108"/>
                </a:cubicBezTo>
                <a:cubicBezTo>
                  <a:pt x="915760" y="116617"/>
                  <a:pt x="934076" y="134937"/>
                  <a:pt x="955283" y="134937"/>
                </a:cubicBezTo>
                <a:cubicBezTo>
                  <a:pt x="976490" y="134937"/>
                  <a:pt x="994806" y="116423"/>
                  <a:pt x="994806" y="92108"/>
                </a:cubicBezTo>
                <a:moveTo>
                  <a:pt x="981503" y="90757"/>
                </a:moveTo>
                <a:cubicBezTo>
                  <a:pt x="981503" y="108703"/>
                  <a:pt x="969551" y="123178"/>
                  <a:pt x="955283" y="123178"/>
                </a:cubicBezTo>
                <a:cubicBezTo>
                  <a:pt x="941016" y="123178"/>
                  <a:pt x="929063" y="108703"/>
                  <a:pt x="929063" y="90757"/>
                </a:cubicBezTo>
                <a:cubicBezTo>
                  <a:pt x="929063" y="73196"/>
                  <a:pt x="941595" y="60652"/>
                  <a:pt x="955283" y="60652"/>
                </a:cubicBezTo>
                <a:cubicBezTo>
                  <a:pt x="969165" y="60652"/>
                  <a:pt x="981503" y="73196"/>
                  <a:pt x="981503" y="90757"/>
                </a:cubicBezTo>
                <a:close/>
                <a:moveTo>
                  <a:pt x="1106047" y="127832"/>
                </a:moveTo>
                <a:cubicBezTo>
                  <a:pt x="1106047" y="122048"/>
                  <a:pt x="1101226" y="122048"/>
                  <a:pt x="1098334" y="122048"/>
                </a:cubicBezTo>
                <a:cubicBezTo>
                  <a:pt x="1090238" y="122048"/>
                  <a:pt x="1088308" y="121083"/>
                  <a:pt x="1086767" y="120504"/>
                </a:cubicBezTo>
                <a:lnTo>
                  <a:pt x="1086767" y="78801"/>
                </a:lnTo>
                <a:cubicBezTo>
                  <a:pt x="1086767" y="65094"/>
                  <a:pt x="1076356" y="48890"/>
                  <a:pt x="1048594" y="48890"/>
                </a:cubicBezTo>
                <a:cubicBezTo>
                  <a:pt x="1040305" y="48890"/>
                  <a:pt x="1020639" y="48890"/>
                  <a:pt x="1020639" y="62970"/>
                </a:cubicBezTo>
                <a:cubicBezTo>
                  <a:pt x="1020639" y="68763"/>
                  <a:pt x="1024690" y="71852"/>
                  <a:pt x="1029314" y="71852"/>
                </a:cubicBezTo>
                <a:cubicBezTo>
                  <a:pt x="1032206" y="71852"/>
                  <a:pt x="1037604" y="70113"/>
                  <a:pt x="1037798" y="62970"/>
                </a:cubicBezTo>
                <a:cubicBezTo>
                  <a:pt x="1037798" y="61426"/>
                  <a:pt x="1037989" y="61231"/>
                  <a:pt x="1041846" y="60846"/>
                </a:cubicBezTo>
                <a:cubicBezTo>
                  <a:pt x="1044547" y="60652"/>
                  <a:pt x="1047053" y="60652"/>
                  <a:pt x="1048789" y="60652"/>
                </a:cubicBezTo>
                <a:cubicBezTo>
                  <a:pt x="1063439" y="60652"/>
                  <a:pt x="1073464" y="66639"/>
                  <a:pt x="1073464" y="80345"/>
                </a:cubicBezTo>
                <a:cubicBezTo>
                  <a:pt x="1039340" y="80925"/>
                  <a:pt x="1015626" y="90578"/>
                  <a:pt x="1015626" y="109112"/>
                </a:cubicBezTo>
                <a:cubicBezTo>
                  <a:pt x="1015626" y="122407"/>
                  <a:pt x="1027773" y="134937"/>
                  <a:pt x="1047438" y="134937"/>
                </a:cubicBezTo>
                <a:cubicBezTo>
                  <a:pt x="1054572" y="134937"/>
                  <a:pt x="1066525" y="133589"/>
                  <a:pt x="1075585" y="127611"/>
                </a:cubicBezTo>
                <a:cubicBezTo>
                  <a:pt x="1079827" y="133616"/>
                  <a:pt x="1089082" y="133807"/>
                  <a:pt x="1096407" y="133807"/>
                </a:cubicBezTo>
                <a:cubicBezTo>
                  <a:pt x="1101805" y="133807"/>
                  <a:pt x="1106047" y="133807"/>
                  <a:pt x="1106047" y="127832"/>
                </a:cubicBezTo>
                <a:moveTo>
                  <a:pt x="1073464" y="107974"/>
                </a:moveTo>
                <a:cubicBezTo>
                  <a:pt x="1073464" y="112407"/>
                  <a:pt x="1073464" y="116455"/>
                  <a:pt x="1065945" y="119927"/>
                </a:cubicBezTo>
                <a:cubicBezTo>
                  <a:pt x="1059005" y="123178"/>
                  <a:pt x="1050330" y="123178"/>
                  <a:pt x="1048789" y="123178"/>
                </a:cubicBezTo>
                <a:cubicBezTo>
                  <a:pt x="1036833" y="123178"/>
                  <a:pt x="1028929" y="116623"/>
                  <a:pt x="1028929" y="109103"/>
                </a:cubicBezTo>
                <a:cubicBezTo>
                  <a:pt x="1028929" y="99654"/>
                  <a:pt x="1045509" y="92522"/>
                  <a:pt x="1073464" y="91749"/>
                </a:cubicBezTo>
                <a:lnTo>
                  <a:pt x="1073464" y="107974"/>
                </a:lnTo>
                <a:close/>
                <a:moveTo>
                  <a:pt x="1193766" y="109509"/>
                </a:moveTo>
                <a:cubicBezTo>
                  <a:pt x="1193766" y="106044"/>
                  <a:pt x="1193766" y="102001"/>
                  <a:pt x="1187018" y="102001"/>
                </a:cubicBezTo>
                <a:cubicBezTo>
                  <a:pt x="1180658" y="102001"/>
                  <a:pt x="1180463" y="106044"/>
                  <a:pt x="1180463" y="109315"/>
                </a:cubicBezTo>
                <a:cubicBezTo>
                  <a:pt x="1180272" y="121251"/>
                  <a:pt x="1169282" y="123178"/>
                  <a:pt x="1164849" y="123178"/>
                </a:cubicBezTo>
                <a:cubicBezTo>
                  <a:pt x="1150004" y="123178"/>
                  <a:pt x="1150004" y="113166"/>
                  <a:pt x="1150004" y="108353"/>
                </a:cubicBezTo>
                <a:lnTo>
                  <a:pt x="1150004" y="62535"/>
                </a:lnTo>
                <a:lnTo>
                  <a:pt x="1181620" y="62535"/>
                </a:lnTo>
                <a:cubicBezTo>
                  <a:pt x="1184511" y="62535"/>
                  <a:pt x="1189333" y="62535"/>
                  <a:pt x="1189333" y="56751"/>
                </a:cubicBezTo>
                <a:cubicBezTo>
                  <a:pt x="1189333" y="50773"/>
                  <a:pt x="1184706" y="50773"/>
                  <a:pt x="1181620" y="50773"/>
                </a:cubicBezTo>
                <a:lnTo>
                  <a:pt x="1150004" y="50773"/>
                </a:lnTo>
                <a:lnTo>
                  <a:pt x="1150004" y="34965"/>
                </a:lnTo>
                <a:cubicBezTo>
                  <a:pt x="1150004" y="31300"/>
                  <a:pt x="1150004" y="27060"/>
                  <a:pt x="1143447" y="27060"/>
                </a:cubicBezTo>
                <a:cubicBezTo>
                  <a:pt x="1136702" y="27060"/>
                  <a:pt x="1136702" y="31109"/>
                  <a:pt x="1136702" y="34965"/>
                </a:cubicBezTo>
                <a:lnTo>
                  <a:pt x="1136702" y="50773"/>
                </a:lnTo>
                <a:lnTo>
                  <a:pt x="1119928" y="50773"/>
                </a:lnTo>
                <a:cubicBezTo>
                  <a:pt x="1116842" y="50773"/>
                  <a:pt x="1112023" y="50773"/>
                  <a:pt x="1112023" y="56751"/>
                </a:cubicBezTo>
                <a:cubicBezTo>
                  <a:pt x="1112023" y="62535"/>
                  <a:pt x="1116842" y="62535"/>
                  <a:pt x="1119734" y="62535"/>
                </a:cubicBezTo>
                <a:lnTo>
                  <a:pt x="1136702" y="62535"/>
                </a:lnTo>
                <a:lnTo>
                  <a:pt x="1136702" y="109509"/>
                </a:lnTo>
                <a:cubicBezTo>
                  <a:pt x="1136702" y="127997"/>
                  <a:pt x="1149810" y="134937"/>
                  <a:pt x="1163884" y="134937"/>
                </a:cubicBezTo>
                <a:cubicBezTo>
                  <a:pt x="1178151" y="134937"/>
                  <a:pt x="1193766" y="126646"/>
                  <a:pt x="1193766" y="109509"/>
                </a:cubicBezTo>
                <a:close/>
                <a:moveTo>
                  <a:pt x="1292670" y="144219"/>
                </a:moveTo>
                <a:cubicBezTo>
                  <a:pt x="1292670" y="141327"/>
                  <a:pt x="1291319" y="140556"/>
                  <a:pt x="1287848" y="138244"/>
                </a:cubicBezTo>
                <a:cubicBezTo>
                  <a:pt x="1263943" y="122048"/>
                  <a:pt x="1255074" y="96403"/>
                  <a:pt x="1255074" y="74809"/>
                </a:cubicBezTo>
                <a:cubicBezTo>
                  <a:pt x="1255074" y="55530"/>
                  <a:pt x="1262402" y="28728"/>
                  <a:pt x="1288234" y="11185"/>
                </a:cubicBezTo>
                <a:cubicBezTo>
                  <a:pt x="1291319" y="9064"/>
                  <a:pt x="1292670" y="8291"/>
                  <a:pt x="1292670" y="5399"/>
                </a:cubicBezTo>
                <a:cubicBezTo>
                  <a:pt x="1292670" y="3857"/>
                  <a:pt x="1291705" y="0"/>
                  <a:pt x="1286692" y="0"/>
                </a:cubicBezTo>
                <a:cubicBezTo>
                  <a:pt x="1281103" y="0"/>
                  <a:pt x="1241771" y="25451"/>
                  <a:pt x="1241771" y="74809"/>
                </a:cubicBezTo>
                <a:cubicBezTo>
                  <a:pt x="1241771" y="97753"/>
                  <a:pt x="1250641" y="115105"/>
                  <a:pt x="1257389" y="124746"/>
                </a:cubicBezTo>
                <a:cubicBezTo>
                  <a:pt x="1267606" y="138820"/>
                  <a:pt x="1282065" y="149617"/>
                  <a:pt x="1286692" y="149617"/>
                </a:cubicBezTo>
                <a:cubicBezTo>
                  <a:pt x="1291705" y="149617"/>
                  <a:pt x="1292670" y="145763"/>
                  <a:pt x="1292670" y="144219"/>
                </a:cubicBezTo>
                <a:close/>
                <a:moveTo>
                  <a:pt x="1368630" y="24860"/>
                </a:moveTo>
                <a:cubicBezTo>
                  <a:pt x="1369207" y="16763"/>
                  <a:pt x="1364774" y="13869"/>
                  <a:pt x="1360146" y="13869"/>
                </a:cubicBezTo>
                <a:cubicBezTo>
                  <a:pt x="1355328" y="13869"/>
                  <a:pt x="1351471" y="17725"/>
                  <a:pt x="1351471" y="22547"/>
                </a:cubicBezTo>
                <a:lnTo>
                  <a:pt x="1351856" y="26401"/>
                </a:lnTo>
                <a:lnTo>
                  <a:pt x="1354169" y="63420"/>
                </a:lnTo>
                <a:cubicBezTo>
                  <a:pt x="1354363" y="66506"/>
                  <a:pt x="1354554" y="70555"/>
                  <a:pt x="1360146" y="70555"/>
                </a:cubicBezTo>
                <a:cubicBezTo>
                  <a:pt x="1365739" y="70555"/>
                  <a:pt x="1365930" y="66506"/>
                  <a:pt x="1366124" y="63420"/>
                </a:cubicBezTo>
                <a:lnTo>
                  <a:pt x="1368630" y="24860"/>
                </a:lnTo>
                <a:close/>
                <a:moveTo>
                  <a:pt x="1501076" y="74844"/>
                </a:moveTo>
                <a:cubicBezTo>
                  <a:pt x="1501076" y="68095"/>
                  <a:pt x="1494331" y="68095"/>
                  <a:pt x="1492015" y="68095"/>
                </a:cubicBezTo>
                <a:lnTo>
                  <a:pt x="1430709" y="68095"/>
                </a:lnTo>
                <a:cubicBezTo>
                  <a:pt x="1428394" y="68095"/>
                  <a:pt x="1421648" y="68095"/>
                  <a:pt x="1421648" y="74844"/>
                </a:cubicBezTo>
                <a:cubicBezTo>
                  <a:pt x="1421648" y="81593"/>
                  <a:pt x="1428394" y="81593"/>
                  <a:pt x="1430709" y="81593"/>
                </a:cubicBezTo>
                <a:lnTo>
                  <a:pt x="1492015" y="81593"/>
                </a:lnTo>
                <a:cubicBezTo>
                  <a:pt x="1494331" y="81593"/>
                  <a:pt x="1501076" y="81593"/>
                  <a:pt x="1501076" y="74844"/>
                </a:cubicBezTo>
                <a:close/>
                <a:moveTo>
                  <a:pt x="1599785" y="128023"/>
                </a:moveTo>
                <a:cubicBezTo>
                  <a:pt x="1599785" y="122048"/>
                  <a:pt x="1594775" y="122048"/>
                  <a:pt x="1591881" y="122048"/>
                </a:cubicBezTo>
                <a:lnTo>
                  <a:pt x="1571638" y="122048"/>
                </a:lnTo>
                <a:lnTo>
                  <a:pt x="1571638" y="58678"/>
                </a:lnTo>
                <a:cubicBezTo>
                  <a:pt x="1571638" y="52703"/>
                  <a:pt x="1570482" y="50773"/>
                  <a:pt x="1563928" y="50773"/>
                </a:cubicBezTo>
                <a:lnTo>
                  <a:pt x="1536552" y="50773"/>
                </a:lnTo>
                <a:cubicBezTo>
                  <a:pt x="1533660" y="50773"/>
                  <a:pt x="1528647" y="50773"/>
                  <a:pt x="1528647" y="56560"/>
                </a:cubicBezTo>
                <a:cubicBezTo>
                  <a:pt x="1528647" y="62535"/>
                  <a:pt x="1533660" y="62535"/>
                  <a:pt x="1536552" y="62535"/>
                </a:cubicBezTo>
                <a:lnTo>
                  <a:pt x="1558336" y="62535"/>
                </a:lnTo>
                <a:lnTo>
                  <a:pt x="1558336" y="122048"/>
                </a:lnTo>
                <a:lnTo>
                  <a:pt x="1535007" y="122048"/>
                </a:lnTo>
                <a:cubicBezTo>
                  <a:pt x="1531924" y="122048"/>
                  <a:pt x="1527103" y="122048"/>
                  <a:pt x="1527103" y="128023"/>
                </a:cubicBezTo>
                <a:cubicBezTo>
                  <a:pt x="1527103" y="133807"/>
                  <a:pt x="1532116" y="133807"/>
                  <a:pt x="1535007" y="133807"/>
                </a:cubicBezTo>
                <a:lnTo>
                  <a:pt x="1591881" y="133807"/>
                </a:lnTo>
                <a:cubicBezTo>
                  <a:pt x="1594775" y="133807"/>
                  <a:pt x="1599785" y="133807"/>
                  <a:pt x="1599785" y="128023"/>
                </a:cubicBezTo>
                <a:moveTo>
                  <a:pt x="1572409" y="26899"/>
                </a:moveTo>
                <a:cubicBezTo>
                  <a:pt x="1572409" y="21500"/>
                  <a:pt x="1568170" y="17258"/>
                  <a:pt x="1562772" y="17258"/>
                </a:cubicBezTo>
                <a:cubicBezTo>
                  <a:pt x="1557371" y="17258"/>
                  <a:pt x="1553132" y="21500"/>
                  <a:pt x="1553132" y="26899"/>
                </a:cubicBezTo>
                <a:cubicBezTo>
                  <a:pt x="1553132" y="32297"/>
                  <a:pt x="1557371" y="36539"/>
                  <a:pt x="1562772" y="36539"/>
                </a:cubicBezTo>
                <a:cubicBezTo>
                  <a:pt x="1568170" y="36539"/>
                  <a:pt x="1572409" y="32297"/>
                  <a:pt x="1572409" y="26899"/>
                </a:cubicBezTo>
                <a:close/>
                <a:moveTo>
                  <a:pt x="1711992" y="128023"/>
                </a:moveTo>
                <a:cubicBezTo>
                  <a:pt x="1711992" y="122048"/>
                  <a:pt x="1707173" y="122048"/>
                  <a:pt x="1704087" y="122048"/>
                </a:cubicBezTo>
                <a:lnTo>
                  <a:pt x="1695603" y="122048"/>
                </a:lnTo>
                <a:lnTo>
                  <a:pt x="1695603" y="77386"/>
                </a:lnTo>
                <a:cubicBezTo>
                  <a:pt x="1695603" y="57936"/>
                  <a:pt x="1685772" y="49643"/>
                  <a:pt x="1670542" y="49643"/>
                </a:cubicBezTo>
                <a:cubicBezTo>
                  <a:pt x="1657625" y="49643"/>
                  <a:pt x="1648950" y="56201"/>
                  <a:pt x="1645284" y="59863"/>
                </a:cubicBezTo>
                <a:cubicBezTo>
                  <a:pt x="1645284" y="53668"/>
                  <a:pt x="1645284" y="50773"/>
                  <a:pt x="1637574" y="50773"/>
                </a:cubicBezTo>
                <a:lnTo>
                  <a:pt x="1623500" y="50773"/>
                </a:lnTo>
                <a:cubicBezTo>
                  <a:pt x="1620414" y="50773"/>
                  <a:pt x="1615596" y="50773"/>
                  <a:pt x="1615596" y="56751"/>
                </a:cubicBezTo>
                <a:cubicBezTo>
                  <a:pt x="1615596" y="62535"/>
                  <a:pt x="1620609" y="62535"/>
                  <a:pt x="1623306" y="62535"/>
                </a:cubicBezTo>
                <a:lnTo>
                  <a:pt x="1631984" y="62535"/>
                </a:lnTo>
                <a:lnTo>
                  <a:pt x="1631984" y="122048"/>
                </a:lnTo>
                <a:lnTo>
                  <a:pt x="1623500" y="122048"/>
                </a:lnTo>
                <a:cubicBezTo>
                  <a:pt x="1620414" y="122048"/>
                  <a:pt x="1615596" y="122048"/>
                  <a:pt x="1615596" y="128023"/>
                </a:cubicBezTo>
                <a:cubicBezTo>
                  <a:pt x="1615596" y="133807"/>
                  <a:pt x="1620609" y="133807"/>
                  <a:pt x="1623306" y="133807"/>
                </a:cubicBezTo>
                <a:lnTo>
                  <a:pt x="1653962" y="133807"/>
                </a:lnTo>
                <a:cubicBezTo>
                  <a:pt x="1656660" y="133807"/>
                  <a:pt x="1661673" y="133807"/>
                  <a:pt x="1661673" y="128023"/>
                </a:cubicBezTo>
                <a:cubicBezTo>
                  <a:pt x="1661673" y="122048"/>
                  <a:pt x="1656854" y="122048"/>
                  <a:pt x="1653768" y="122048"/>
                </a:cubicBezTo>
                <a:lnTo>
                  <a:pt x="1645284" y="122048"/>
                </a:lnTo>
                <a:lnTo>
                  <a:pt x="1645284" y="87959"/>
                </a:lnTo>
                <a:cubicBezTo>
                  <a:pt x="1645284" y="68722"/>
                  <a:pt x="1659552" y="61405"/>
                  <a:pt x="1669386" y="61405"/>
                </a:cubicBezTo>
                <a:cubicBezTo>
                  <a:pt x="1679603" y="61405"/>
                  <a:pt x="1682300" y="66798"/>
                  <a:pt x="1682300" y="78348"/>
                </a:cubicBezTo>
                <a:lnTo>
                  <a:pt x="1682300" y="122048"/>
                </a:lnTo>
                <a:lnTo>
                  <a:pt x="1674784" y="122048"/>
                </a:lnTo>
                <a:cubicBezTo>
                  <a:pt x="1671698" y="122048"/>
                  <a:pt x="1666880" y="122048"/>
                  <a:pt x="1666880" y="128023"/>
                </a:cubicBezTo>
                <a:cubicBezTo>
                  <a:pt x="1666880" y="133807"/>
                  <a:pt x="1672084" y="133807"/>
                  <a:pt x="1674784" y="133807"/>
                </a:cubicBezTo>
                <a:lnTo>
                  <a:pt x="1704281" y="133807"/>
                </a:lnTo>
                <a:cubicBezTo>
                  <a:pt x="1706979" y="133807"/>
                  <a:pt x="1711992" y="133807"/>
                  <a:pt x="1711992" y="128023"/>
                </a:cubicBezTo>
                <a:close/>
                <a:moveTo>
                  <a:pt x="1798749" y="26381"/>
                </a:moveTo>
                <a:cubicBezTo>
                  <a:pt x="1798749" y="14810"/>
                  <a:pt x="1783325" y="14810"/>
                  <a:pt x="1780239" y="14810"/>
                </a:cubicBezTo>
                <a:cubicBezTo>
                  <a:pt x="1764815" y="14810"/>
                  <a:pt x="1749971" y="23680"/>
                  <a:pt x="1749971" y="40514"/>
                </a:cubicBezTo>
                <a:lnTo>
                  <a:pt x="1749971" y="50773"/>
                </a:lnTo>
                <a:lnTo>
                  <a:pt x="1730694" y="50773"/>
                </a:lnTo>
                <a:cubicBezTo>
                  <a:pt x="1727608" y="50773"/>
                  <a:pt x="1722789" y="50773"/>
                  <a:pt x="1722789" y="56751"/>
                </a:cubicBezTo>
                <a:cubicBezTo>
                  <a:pt x="1722789" y="62535"/>
                  <a:pt x="1727608" y="62535"/>
                  <a:pt x="1730500" y="62535"/>
                </a:cubicBezTo>
                <a:lnTo>
                  <a:pt x="1749971" y="62535"/>
                </a:lnTo>
                <a:lnTo>
                  <a:pt x="1749971" y="122048"/>
                </a:lnTo>
                <a:lnTo>
                  <a:pt x="1730500" y="122048"/>
                </a:lnTo>
                <a:cubicBezTo>
                  <a:pt x="1727608" y="122048"/>
                  <a:pt x="1722595" y="122048"/>
                  <a:pt x="1722595" y="127832"/>
                </a:cubicBezTo>
                <a:cubicBezTo>
                  <a:pt x="1722595" y="133807"/>
                  <a:pt x="1727608" y="133807"/>
                  <a:pt x="1730500" y="133807"/>
                </a:cubicBezTo>
                <a:lnTo>
                  <a:pt x="1782745" y="133807"/>
                </a:lnTo>
                <a:cubicBezTo>
                  <a:pt x="1785637" y="133807"/>
                  <a:pt x="1790650" y="133807"/>
                  <a:pt x="1790650" y="128023"/>
                </a:cubicBezTo>
                <a:cubicBezTo>
                  <a:pt x="1790650" y="122048"/>
                  <a:pt x="1785637" y="122048"/>
                  <a:pt x="1782745" y="122048"/>
                </a:cubicBezTo>
                <a:lnTo>
                  <a:pt x="1763274" y="122048"/>
                </a:lnTo>
                <a:lnTo>
                  <a:pt x="1763274" y="62535"/>
                </a:lnTo>
                <a:lnTo>
                  <a:pt x="1786796" y="62535"/>
                </a:lnTo>
                <a:cubicBezTo>
                  <a:pt x="1789688" y="62535"/>
                  <a:pt x="1794507" y="62535"/>
                  <a:pt x="1794507" y="56751"/>
                </a:cubicBezTo>
                <a:cubicBezTo>
                  <a:pt x="1794507" y="50773"/>
                  <a:pt x="1789879" y="50773"/>
                  <a:pt x="1786796" y="50773"/>
                </a:cubicBezTo>
                <a:lnTo>
                  <a:pt x="1763274" y="50773"/>
                </a:lnTo>
                <a:lnTo>
                  <a:pt x="1763274" y="41673"/>
                </a:lnTo>
                <a:cubicBezTo>
                  <a:pt x="1763274" y="26572"/>
                  <a:pt x="1776191" y="26572"/>
                  <a:pt x="1781975" y="26572"/>
                </a:cubicBezTo>
                <a:cubicBezTo>
                  <a:pt x="1781975" y="27346"/>
                  <a:pt x="1783710" y="34898"/>
                  <a:pt x="1790459" y="34898"/>
                </a:cubicBezTo>
                <a:cubicBezTo>
                  <a:pt x="1794312" y="34898"/>
                  <a:pt x="1798749" y="31800"/>
                  <a:pt x="1798749" y="26381"/>
                </a:cubicBezTo>
                <a:close/>
                <a:moveTo>
                  <a:pt x="1874709" y="24860"/>
                </a:moveTo>
                <a:cubicBezTo>
                  <a:pt x="1875286" y="16763"/>
                  <a:pt x="1870853" y="13869"/>
                  <a:pt x="1866225" y="13869"/>
                </a:cubicBezTo>
                <a:cubicBezTo>
                  <a:pt x="1861407" y="13869"/>
                  <a:pt x="1857550" y="17725"/>
                  <a:pt x="1857550" y="22547"/>
                </a:cubicBezTo>
                <a:lnTo>
                  <a:pt x="1857935" y="26401"/>
                </a:lnTo>
                <a:lnTo>
                  <a:pt x="1860248" y="63420"/>
                </a:lnTo>
                <a:cubicBezTo>
                  <a:pt x="1860442" y="66506"/>
                  <a:pt x="1860633" y="70555"/>
                  <a:pt x="1866225" y="70555"/>
                </a:cubicBezTo>
                <a:cubicBezTo>
                  <a:pt x="1871818" y="70555"/>
                  <a:pt x="1872009" y="66506"/>
                  <a:pt x="1872203" y="63420"/>
                </a:cubicBezTo>
                <a:lnTo>
                  <a:pt x="1874709" y="24860"/>
                </a:lnTo>
                <a:close/>
                <a:moveTo>
                  <a:pt x="1984792" y="74809"/>
                </a:moveTo>
                <a:cubicBezTo>
                  <a:pt x="1984792" y="51867"/>
                  <a:pt x="1975925" y="34512"/>
                  <a:pt x="1969177" y="24874"/>
                </a:cubicBezTo>
                <a:cubicBezTo>
                  <a:pt x="1958957" y="10797"/>
                  <a:pt x="1944498" y="0"/>
                  <a:pt x="1939871" y="0"/>
                </a:cubicBezTo>
                <a:cubicBezTo>
                  <a:pt x="1935052" y="0"/>
                  <a:pt x="1933896" y="3857"/>
                  <a:pt x="1933896" y="5399"/>
                </a:cubicBezTo>
                <a:cubicBezTo>
                  <a:pt x="1933896" y="8291"/>
                  <a:pt x="1936017" y="9641"/>
                  <a:pt x="1936979" y="10220"/>
                </a:cubicBezTo>
                <a:cubicBezTo>
                  <a:pt x="1968597" y="31235"/>
                  <a:pt x="1971489" y="62279"/>
                  <a:pt x="1971489" y="74809"/>
                </a:cubicBezTo>
                <a:cubicBezTo>
                  <a:pt x="1971489" y="94090"/>
                  <a:pt x="1964355" y="120892"/>
                  <a:pt x="1938329" y="138435"/>
                </a:cubicBezTo>
                <a:cubicBezTo>
                  <a:pt x="1935438" y="140365"/>
                  <a:pt x="1933896" y="141327"/>
                  <a:pt x="1933896" y="144219"/>
                </a:cubicBezTo>
                <a:cubicBezTo>
                  <a:pt x="1933896" y="145763"/>
                  <a:pt x="1935052" y="149617"/>
                  <a:pt x="1939871" y="149617"/>
                </a:cubicBezTo>
                <a:cubicBezTo>
                  <a:pt x="1945463" y="149617"/>
                  <a:pt x="1984792" y="124169"/>
                  <a:pt x="1984792" y="748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min_end_here=xs[0]">
            <a:extLst xmlns:a="http://schemas.openxmlformats.org/drawingml/2006/main">
              <a:ext uri="{FF2B5EF4-FFF2-40B4-BE49-F238E27FC236}">
                <a16:creationId xmlns:a16="http://schemas.microsoft.com/office/drawing/2014/main" id="{91AA3B2F-C2C2-42CE-9C2A-D1990D37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58" y="3119988"/>
            <a:ext cx="1982094" cy="165966"/>
          </a:xfrm>
          <a:custGeom xmlns:a="http://schemas.openxmlformats.org/drawingml/2006/main">
            <a:pathLst>
              <a:path w="1982094" h="165966">
                <a:moveTo>
                  <a:pt x="100253" y="127985"/>
                </a:moveTo>
                <a:cubicBezTo>
                  <a:pt x="100253" y="122010"/>
                  <a:pt x="96205" y="122010"/>
                  <a:pt x="89265" y="122010"/>
                </a:cubicBezTo>
                <a:lnTo>
                  <a:pt x="89265" y="75421"/>
                </a:lnTo>
                <a:cubicBezTo>
                  <a:pt x="89265" y="71570"/>
                  <a:pt x="89265" y="49605"/>
                  <a:pt x="72106" y="49605"/>
                </a:cubicBezTo>
                <a:cubicBezTo>
                  <a:pt x="66322" y="49605"/>
                  <a:pt x="58418" y="52111"/>
                  <a:pt x="53020" y="59631"/>
                </a:cubicBezTo>
                <a:cubicBezTo>
                  <a:pt x="50128" y="53076"/>
                  <a:pt x="44730" y="49605"/>
                  <a:pt x="38367" y="49605"/>
                </a:cubicBezTo>
                <a:cubicBezTo>
                  <a:pt x="32198" y="49605"/>
                  <a:pt x="26414" y="52305"/>
                  <a:pt x="21787" y="56548"/>
                </a:cubicBezTo>
                <a:cubicBezTo>
                  <a:pt x="21401" y="50734"/>
                  <a:pt x="17545" y="50734"/>
                  <a:pt x="14073" y="50734"/>
                </a:cubicBezTo>
                <a:lnTo>
                  <a:pt x="7905" y="50734"/>
                </a:lnTo>
                <a:cubicBezTo>
                  <a:pt x="5013" y="50734"/>
                  <a:pt x="0" y="50734"/>
                  <a:pt x="0" y="56521"/>
                </a:cubicBezTo>
                <a:cubicBezTo>
                  <a:pt x="0" y="62496"/>
                  <a:pt x="4051" y="62496"/>
                  <a:pt x="10990" y="62496"/>
                </a:cubicBezTo>
                <a:lnTo>
                  <a:pt x="10990" y="122010"/>
                </a:lnTo>
                <a:cubicBezTo>
                  <a:pt x="4051" y="122010"/>
                  <a:pt x="0" y="122010"/>
                  <a:pt x="0" y="127985"/>
                </a:cubicBezTo>
                <a:cubicBezTo>
                  <a:pt x="0" y="133769"/>
                  <a:pt x="5207" y="133769"/>
                  <a:pt x="7905" y="133769"/>
                </a:cubicBezTo>
                <a:lnTo>
                  <a:pt x="24873" y="133769"/>
                </a:lnTo>
                <a:cubicBezTo>
                  <a:pt x="27764" y="133769"/>
                  <a:pt x="32774" y="133769"/>
                  <a:pt x="32774" y="127985"/>
                </a:cubicBezTo>
                <a:cubicBezTo>
                  <a:pt x="32774" y="122010"/>
                  <a:pt x="28726" y="122010"/>
                  <a:pt x="21787" y="122010"/>
                </a:cubicBezTo>
                <a:lnTo>
                  <a:pt x="21787" y="87536"/>
                </a:lnTo>
                <a:cubicBezTo>
                  <a:pt x="21787" y="70416"/>
                  <a:pt x="29691" y="61367"/>
                  <a:pt x="37596" y="61367"/>
                </a:cubicBezTo>
                <a:cubicBezTo>
                  <a:pt x="42029" y="61367"/>
                  <a:pt x="44730" y="64641"/>
                  <a:pt x="44730" y="77153"/>
                </a:cubicBezTo>
                <a:lnTo>
                  <a:pt x="44730" y="122010"/>
                </a:lnTo>
                <a:cubicBezTo>
                  <a:pt x="41067" y="122010"/>
                  <a:pt x="36246" y="122010"/>
                  <a:pt x="36246" y="127985"/>
                </a:cubicBezTo>
                <a:cubicBezTo>
                  <a:pt x="36246" y="133769"/>
                  <a:pt x="41453" y="133769"/>
                  <a:pt x="44150" y="133769"/>
                </a:cubicBezTo>
                <a:lnTo>
                  <a:pt x="58609" y="133769"/>
                </a:lnTo>
                <a:cubicBezTo>
                  <a:pt x="61501" y="133769"/>
                  <a:pt x="66513" y="133769"/>
                  <a:pt x="66513" y="127985"/>
                </a:cubicBezTo>
                <a:cubicBezTo>
                  <a:pt x="66513" y="122010"/>
                  <a:pt x="62466" y="122010"/>
                  <a:pt x="55526" y="122010"/>
                </a:cubicBezTo>
                <a:lnTo>
                  <a:pt x="55526" y="87550"/>
                </a:lnTo>
                <a:cubicBezTo>
                  <a:pt x="55526" y="70416"/>
                  <a:pt x="63430" y="61367"/>
                  <a:pt x="71335" y="61367"/>
                </a:cubicBezTo>
                <a:cubicBezTo>
                  <a:pt x="75768" y="61367"/>
                  <a:pt x="78469" y="64641"/>
                  <a:pt x="78469" y="77153"/>
                </a:cubicBezTo>
                <a:lnTo>
                  <a:pt x="78469" y="122010"/>
                </a:lnTo>
                <a:cubicBezTo>
                  <a:pt x="74803" y="122010"/>
                  <a:pt x="69985" y="122010"/>
                  <a:pt x="69985" y="127985"/>
                </a:cubicBezTo>
                <a:cubicBezTo>
                  <a:pt x="69985" y="133769"/>
                  <a:pt x="75189" y="133769"/>
                  <a:pt x="77889" y="133769"/>
                </a:cubicBezTo>
                <a:lnTo>
                  <a:pt x="92348" y="133769"/>
                </a:lnTo>
                <a:cubicBezTo>
                  <a:pt x="95240" y="133769"/>
                  <a:pt x="100253" y="133769"/>
                  <a:pt x="100253" y="127985"/>
                </a:cubicBezTo>
                <a:close/>
                <a:moveTo>
                  <a:pt x="189707" y="127985"/>
                </a:moveTo>
                <a:cubicBezTo>
                  <a:pt x="189707" y="122010"/>
                  <a:pt x="184697" y="122010"/>
                  <a:pt x="181803" y="122010"/>
                </a:cubicBezTo>
                <a:lnTo>
                  <a:pt x="161560" y="122010"/>
                </a:lnTo>
                <a:lnTo>
                  <a:pt x="161560" y="58640"/>
                </a:lnTo>
                <a:cubicBezTo>
                  <a:pt x="161560" y="52664"/>
                  <a:pt x="160404" y="50734"/>
                  <a:pt x="153850" y="50734"/>
                </a:cubicBezTo>
                <a:lnTo>
                  <a:pt x="126474" y="50734"/>
                </a:lnTo>
                <a:cubicBezTo>
                  <a:pt x="123582" y="50734"/>
                  <a:pt x="118569" y="50734"/>
                  <a:pt x="118569" y="56521"/>
                </a:cubicBezTo>
                <a:cubicBezTo>
                  <a:pt x="118569" y="62496"/>
                  <a:pt x="123582" y="62496"/>
                  <a:pt x="126474" y="62496"/>
                </a:cubicBezTo>
                <a:lnTo>
                  <a:pt x="148258" y="62496"/>
                </a:lnTo>
                <a:lnTo>
                  <a:pt x="148258" y="122010"/>
                </a:lnTo>
                <a:lnTo>
                  <a:pt x="124929" y="122010"/>
                </a:lnTo>
                <a:cubicBezTo>
                  <a:pt x="121846" y="122010"/>
                  <a:pt x="117025" y="122010"/>
                  <a:pt x="117025" y="127985"/>
                </a:cubicBezTo>
                <a:cubicBezTo>
                  <a:pt x="117025" y="133769"/>
                  <a:pt x="122038" y="133769"/>
                  <a:pt x="124929" y="133769"/>
                </a:cubicBezTo>
                <a:lnTo>
                  <a:pt x="181803" y="133769"/>
                </a:lnTo>
                <a:cubicBezTo>
                  <a:pt x="184697" y="133769"/>
                  <a:pt x="189707" y="133769"/>
                  <a:pt x="189707" y="127985"/>
                </a:cubicBezTo>
                <a:moveTo>
                  <a:pt x="162331" y="26860"/>
                </a:moveTo>
                <a:cubicBezTo>
                  <a:pt x="162331" y="21462"/>
                  <a:pt x="158092" y="17219"/>
                  <a:pt x="152694" y="17219"/>
                </a:cubicBezTo>
                <a:cubicBezTo>
                  <a:pt x="147293" y="17219"/>
                  <a:pt x="143054" y="21462"/>
                  <a:pt x="143054" y="26860"/>
                </a:cubicBezTo>
                <a:cubicBezTo>
                  <a:pt x="143054" y="32259"/>
                  <a:pt x="147293" y="36501"/>
                  <a:pt x="152694" y="36501"/>
                </a:cubicBezTo>
                <a:cubicBezTo>
                  <a:pt x="158092" y="36501"/>
                  <a:pt x="162331" y="32259"/>
                  <a:pt x="162331" y="26860"/>
                </a:cubicBezTo>
                <a:close/>
                <a:moveTo>
                  <a:pt x="301913" y="127985"/>
                </a:moveTo>
                <a:cubicBezTo>
                  <a:pt x="301913" y="122010"/>
                  <a:pt x="297095" y="122010"/>
                  <a:pt x="294009" y="122010"/>
                </a:cubicBezTo>
                <a:lnTo>
                  <a:pt x="285525" y="122010"/>
                </a:lnTo>
                <a:lnTo>
                  <a:pt x="285525" y="77348"/>
                </a:lnTo>
                <a:cubicBezTo>
                  <a:pt x="285525" y="57898"/>
                  <a:pt x="275693" y="49605"/>
                  <a:pt x="260464" y="49605"/>
                </a:cubicBezTo>
                <a:cubicBezTo>
                  <a:pt x="247547" y="49605"/>
                  <a:pt x="238871" y="56162"/>
                  <a:pt x="235206" y="59825"/>
                </a:cubicBezTo>
                <a:cubicBezTo>
                  <a:pt x="235206" y="53629"/>
                  <a:pt x="235206" y="50734"/>
                  <a:pt x="227495" y="50734"/>
                </a:cubicBezTo>
                <a:lnTo>
                  <a:pt x="213422" y="50734"/>
                </a:lnTo>
                <a:cubicBezTo>
                  <a:pt x="210336" y="50734"/>
                  <a:pt x="205517" y="50734"/>
                  <a:pt x="205517" y="56713"/>
                </a:cubicBezTo>
                <a:cubicBezTo>
                  <a:pt x="205517" y="62496"/>
                  <a:pt x="210530" y="62496"/>
                  <a:pt x="213228" y="62496"/>
                </a:cubicBezTo>
                <a:lnTo>
                  <a:pt x="221906" y="62496"/>
                </a:lnTo>
                <a:lnTo>
                  <a:pt x="221906" y="122010"/>
                </a:lnTo>
                <a:lnTo>
                  <a:pt x="213422" y="122010"/>
                </a:lnTo>
                <a:cubicBezTo>
                  <a:pt x="210336" y="122010"/>
                  <a:pt x="205517" y="122010"/>
                  <a:pt x="205517" y="127985"/>
                </a:cubicBezTo>
                <a:cubicBezTo>
                  <a:pt x="205517" y="133769"/>
                  <a:pt x="210530" y="133769"/>
                  <a:pt x="213228" y="133769"/>
                </a:cubicBezTo>
                <a:lnTo>
                  <a:pt x="243884" y="133769"/>
                </a:lnTo>
                <a:cubicBezTo>
                  <a:pt x="246582" y="133769"/>
                  <a:pt x="251594" y="133769"/>
                  <a:pt x="251594" y="127985"/>
                </a:cubicBezTo>
                <a:cubicBezTo>
                  <a:pt x="251594" y="122010"/>
                  <a:pt x="246776" y="122010"/>
                  <a:pt x="243690" y="122010"/>
                </a:cubicBezTo>
                <a:lnTo>
                  <a:pt x="235206" y="122010"/>
                </a:lnTo>
                <a:lnTo>
                  <a:pt x="235206" y="87921"/>
                </a:lnTo>
                <a:cubicBezTo>
                  <a:pt x="235206" y="68683"/>
                  <a:pt x="249473" y="61367"/>
                  <a:pt x="259308" y="61367"/>
                </a:cubicBezTo>
                <a:cubicBezTo>
                  <a:pt x="269525" y="61367"/>
                  <a:pt x="272222" y="66759"/>
                  <a:pt x="272222" y="78310"/>
                </a:cubicBezTo>
                <a:lnTo>
                  <a:pt x="272222" y="122010"/>
                </a:lnTo>
                <a:lnTo>
                  <a:pt x="264706" y="122010"/>
                </a:lnTo>
                <a:cubicBezTo>
                  <a:pt x="261620" y="122010"/>
                  <a:pt x="256801" y="122010"/>
                  <a:pt x="256801" y="127985"/>
                </a:cubicBezTo>
                <a:cubicBezTo>
                  <a:pt x="256801" y="133769"/>
                  <a:pt x="262005" y="133769"/>
                  <a:pt x="264706" y="133769"/>
                </a:cubicBezTo>
                <a:lnTo>
                  <a:pt x="294203" y="133769"/>
                </a:lnTo>
                <a:cubicBezTo>
                  <a:pt x="296901" y="133769"/>
                  <a:pt x="301913" y="133769"/>
                  <a:pt x="301913" y="127985"/>
                </a:cubicBezTo>
                <a:close/>
                <a:moveTo>
                  <a:pt x="394645" y="159220"/>
                </a:moveTo>
                <a:cubicBezTo>
                  <a:pt x="394645" y="152471"/>
                  <a:pt x="387900" y="152471"/>
                  <a:pt x="385585" y="152471"/>
                </a:cubicBezTo>
                <a:lnTo>
                  <a:pt x="324278" y="152471"/>
                </a:lnTo>
                <a:cubicBezTo>
                  <a:pt x="321963" y="152471"/>
                  <a:pt x="315217" y="152471"/>
                  <a:pt x="315217" y="159220"/>
                </a:cubicBezTo>
                <a:cubicBezTo>
                  <a:pt x="315217" y="165966"/>
                  <a:pt x="321963" y="165966"/>
                  <a:pt x="324278" y="165966"/>
                </a:cubicBezTo>
                <a:lnTo>
                  <a:pt x="385585" y="165966"/>
                </a:lnTo>
                <a:cubicBezTo>
                  <a:pt x="387900" y="165966"/>
                  <a:pt x="394645" y="165966"/>
                  <a:pt x="394645" y="159220"/>
                </a:cubicBezTo>
                <a:close/>
                <a:moveTo>
                  <a:pt x="495090" y="112710"/>
                </a:moveTo>
                <a:cubicBezTo>
                  <a:pt x="495090" y="107300"/>
                  <a:pt x="489501" y="107300"/>
                  <a:pt x="488345" y="107300"/>
                </a:cubicBezTo>
                <a:cubicBezTo>
                  <a:pt x="484873" y="107300"/>
                  <a:pt x="483332" y="107879"/>
                  <a:pt x="481982" y="111551"/>
                </a:cubicBezTo>
                <a:cubicBezTo>
                  <a:pt x="477740" y="121386"/>
                  <a:pt x="467329" y="123122"/>
                  <a:pt x="461931" y="123122"/>
                </a:cubicBezTo>
                <a:cubicBezTo>
                  <a:pt x="447472" y="123122"/>
                  <a:pt x="433013" y="113481"/>
                  <a:pt x="429927" y="96865"/>
                </a:cubicBezTo>
                <a:lnTo>
                  <a:pt x="487380" y="96865"/>
                </a:lnTo>
                <a:cubicBezTo>
                  <a:pt x="491428" y="96865"/>
                  <a:pt x="495090" y="96865"/>
                  <a:pt x="495090" y="89733"/>
                </a:cubicBezTo>
                <a:cubicBezTo>
                  <a:pt x="495090" y="67748"/>
                  <a:pt x="482752" y="48852"/>
                  <a:pt x="457689" y="48852"/>
                </a:cubicBezTo>
                <a:cubicBezTo>
                  <a:pt x="434746" y="48852"/>
                  <a:pt x="416239" y="68136"/>
                  <a:pt x="416239" y="91855"/>
                </a:cubicBezTo>
                <a:cubicBezTo>
                  <a:pt x="416239" y="115411"/>
                  <a:pt x="435711" y="134899"/>
                  <a:pt x="460580" y="134899"/>
                </a:cubicBezTo>
                <a:cubicBezTo>
                  <a:pt x="486030" y="134899"/>
                  <a:pt x="495090" y="117538"/>
                  <a:pt x="495090" y="112707"/>
                </a:cubicBezTo>
                <a:lnTo>
                  <a:pt x="495090" y="112710"/>
                </a:lnTo>
                <a:moveTo>
                  <a:pt x="481402" y="85297"/>
                </a:moveTo>
                <a:lnTo>
                  <a:pt x="430121" y="85297"/>
                </a:lnTo>
                <a:cubicBezTo>
                  <a:pt x="432819" y="71219"/>
                  <a:pt x="444195" y="60614"/>
                  <a:pt x="457689" y="60614"/>
                </a:cubicBezTo>
                <a:cubicBezTo>
                  <a:pt x="467714" y="60614"/>
                  <a:pt x="479666" y="65436"/>
                  <a:pt x="481402" y="85297"/>
                </a:cubicBezTo>
                <a:close/>
                <a:moveTo>
                  <a:pt x="605561" y="127985"/>
                </a:moveTo>
                <a:cubicBezTo>
                  <a:pt x="605561" y="122010"/>
                  <a:pt x="600742" y="122010"/>
                  <a:pt x="597656" y="122010"/>
                </a:cubicBezTo>
                <a:lnTo>
                  <a:pt x="589172" y="122010"/>
                </a:lnTo>
                <a:lnTo>
                  <a:pt x="589172" y="77348"/>
                </a:lnTo>
                <a:cubicBezTo>
                  <a:pt x="589172" y="57898"/>
                  <a:pt x="579341" y="49605"/>
                  <a:pt x="564111" y="49605"/>
                </a:cubicBezTo>
                <a:cubicBezTo>
                  <a:pt x="551194" y="49605"/>
                  <a:pt x="542519" y="56162"/>
                  <a:pt x="538853" y="59825"/>
                </a:cubicBezTo>
                <a:cubicBezTo>
                  <a:pt x="538853" y="53629"/>
                  <a:pt x="538853" y="50734"/>
                  <a:pt x="531143" y="50734"/>
                </a:cubicBezTo>
                <a:lnTo>
                  <a:pt x="517069" y="50734"/>
                </a:lnTo>
                <a:cubicBezTo>
                  <a:pt x="513983" y="50734"/>
                  <a:pt x="509165" y="50734"/>
                  <a:pt x="509165" y="56713"/>
                </a:cubicBezTo>
                <a:cubicBezTo>
                  <a:pt x="509165" y="62496"/>
                  <a:pt x="514178" y="62496"/>
                  <a:pt x="516875" y="62496"/>
                </a:cubicBezTo>
                <a:lnTo>
                  <a:pt x="525553" y="62496"/>
                </a:lnTo>
                <a:lnTo>
                  <a:pt x="525553" y="122010"/>
                </a:lnTo>
                <a:lnTo>
                  <a:pt x="517069" y="122010"/>
                </a:lnTo>
                <a:cubicBezTo>
                  <a:pt x="513983" y="122010"/>
                  <a:pt x="509165" y="122010"/>
                  <a:pt x="509165" y="127985"/>
                </a:cubicBezTo>
                <a:cubicBezTo>
                  <a:pt x="509165" y="133769"/>
                  <a:pt x="514178" y="133769"/>
                  <a:pt x="516875" y="133769"/>
                </a:cubicBezTo>
                <a:lnTo>
                  <a:pt x="547531" y="133769"/>
                </a:lnTo>
                <a:cubicBezTo>
                  <a:pt x="550229" y="133769"/>
                  <a:pt x="555242" y="133769"/>
                  <a:pt x="555242" y="127985"/>
                </a:cubicBezTo>
                <a:cubicBezTo>
                  <a:pt x="555242" y="122010"/>
                  <a:pt x="550423" y="122010"/>
                  <a:pt x="547337" y="122010"/>
                </a:cubicBezTo>
                <a:lnTo>
                  <a:pt x="538853" y="122010"/>
                </a:lnTo>
                <a:lnTo>
                  <a:pt x="538853" y="87921"/>
                </a:lnTo>
                <a:cubicBezTo>
                  <a:pt x="538853" y="68683"/>
                  <a:pt x="553121" y="61367"/>
                  <a:pt x="562955" y="61367"/>
                </a:cubicBezTo>
                <a:cubicBezTo>
                  <a:pt x="573172" y="61367"/>
                  <a:pt x="575870" y="66759"/>
                  <a:pt x="575870" y="78310"/>
                </a:cubicBezTo>
                <a:lnTo>
                  <a:pt x="575870" y="122010"/>
                </a:lnTo>
                <a:lnTo>
                  <a:pt x="568353" y="122010"/>
                </a:lnTo>
                <a:cubicBezTo>
                  <a:pt x="565267" y="122010"/>
                  <a:pt x="560449" y="122010"/>
                  <a:pt x="560449" y="127985"/>
                </a:cubicBezTo>
                <a:cubicBezTo>
                  <a:pt x="560449" y="133769"/>
                  <a:pt x="565653" y="133769"/>
                  <a:pt x="568353" y="133769"/>
                </a:cubicBezTo>
                <a:lnTo>
                  <a:pt x="597850" y="133769"/>
                </a:lnTo>
                <a:cubicBezTo>
                  <a:pt x="600548" y="133769"/>
                  <a:pt x="605561" y="133769"/>
                  <a:pt x="605561" y="127985"/>
                </a:cubicBezTo>
                <a:close/>
                <a:moveTo>
                  <a:pt x="706777" y="127794"/>
                </a:moveTo>
                <a:cubicBezTo>
                  <a:pt x="706777" y="122010"/>
                  <a:pt x="701764" y="122010"/>
                  <a:pt x="699066" y="122010"/>
                </a:cubicBezTo>
                <a:lnTo>
                  <a:pt x="690388" y="122010"/>
                </a:lnTo>
                <a:lnTo>
                  <a:pt x="690388" y="23807"/>
                </a:lnTo>
                <a:cubicBezTo>
                  <a:pt x="690388" y="17831"/>
                  <a:pt x="689232" y="15901"/>
                  <a:pt x="682678" y="15901"/>
                </a:cubicBezTo>
                <a:lnTo>
                  <a:pt x="668604" y="15901"/>
                </a:lnTo>
                <a:cubicBezTo>
                  <a:pt x="665518" y="15901"/>
                  <a:pt x="660700" y="15901"/>
                  <a:pt x="660700" y="21880"/>
                </a:cubicBezTo>
                <a:cubicBezTo>
                  <a:pt x="660700" y="27663"/>
                  <a:pt x="665712" y="27663"/>
                  <a:pt x="668410" y="27663"/>
                </a:cubicBezTo>
                <a:lnTo>
                  <a:pt x="677085" y="27663"/>
                </a:lnTo>
                <a:lnTo>
                  <a:pt x="677085" y="58284"/>
                </a:lnTo>
                <a:cubicBezTo>
                  <a:pt x="670725" y="52691"/>
                  <a:pt x="662821" y="49605"/>
                  <a:pt x="654531" y="49605"/>
                </a:cubicBezTo>
                <a:cubicBezTo>
                  <a:pt x="633515" y="49605"/>
                  <a:pt x="615008" y="67913"/>
                  <a:pt x="615008" y="92363"/>
                </a:cubicBezTo>
                <a:cubicBezTo>
                  <a:pt x="615008" y="116196"/>
                  <a:pt x="632359" y="134899"/>
                  <a:pt x="652795" y="134899"/>
                </a:cubicBezTo>
                <a:cubicBezTo>
                  <a:pt x="663591" y="134899"/>
                  <a:pt x="671687" y="129694"/>
                  <a:pt x="677085" y="124102"/>
                </a:cubicBezTo>
                <a:cubicBezTo>
                  <a:pt x="677085" y="131071"/>
                  <a:pt x="677085" y="133769"/>
                  <a:pt x="684799" y="133769"/>
                </a:cubicBezTo>
                <a:lnTo>
                  <a:pt x="698872" y="133769"/>
                </a:lnTo>
                <a:cubicBezTo>
                  <a:pt x="701958" y="133769"/>
                  <a:pt x="706777" y="133769"/>
                  <a:pt x="706777" y="127794"/>
                </a:cubicBezTo>
                <a:moveTo>
                  <a:pt x="677085" y="96365"/>
                </a:moveTo>
                <a:cubicBezTo>
                  <a:pt x="677085" y="107168"/>
                  <a:pt x="668410" y="123140"/>
                  <a:pt x="653566" y="123140"/>
                </a:cubicBezTo>
                <a:cubicBezTo>
                  <a:pt x="639878" y="123140"/>
                  <a:pt x="628311" y="109477"/>
                  <a:pt x="628311" y="92349"/>
                </a:cubicBezTo>
                <a:cubicBezTo>
                  <a:pt x="628311" y="73876"/>
                  <a:pt x="641805" y="61367"/>
                  <a:pt x="655301" y="61367"/>
                </a:cubicBezTo>
                <a:cubicBezTo>
                  <a:pt x="667639" y="61367"/>
                  <a:pt x="677085" y="72143"/>
                  <a:pt x="677085" y="82728"/>
                </a:cubicBezTo>
                <a:lnTo>
                  <a:pt x="677085" y="96365"/>
                </a:lnTo>
                <a:close/>
                <a:moveTo>
                  <a:pt x="799508" y="159220"/>
                </a:moveTo>
                <a:cubicBezTo>
                  <a:pt x="799508" y="152471"/>
                  <a:pt x="792763" y="152471"/>
                  <a:pt x="790448" y="152471"/>
                </a:cubicBezTo>
                <a:lnTo>
                  <a:pt x="729141" y="152471"/>
                </a:lnTo>
                <a:cubicBezTo>
                  <a:pt x="726826" y="152471"/>
                  <a:pt x="720080" y="152471"/>
                  <a:pt x="720080" y="159220"/>
                </a:cubicBezTo>
                <a:cubicBezTo>
                  <a:pt x="720080" y="165966"/>
                  <a:pt x="726826" y="165966"/>
                  <a:pt x="729141" y="165966"/>
                </a:cubicBezTo>
                <a:lnTo>
                  <a:pt x="790448" y="165966"/>
                </a:lnTo>
                <a:cubicBezTo>
                  <a:pt x="792763" y="165966"/>
                  <a:pt x="799508" y="165966"/>
                  <a:pt x="799508" y="159220"/>
                </a:cubicBezTo>
                <a:close/>
                <a:moveTo>
                  <a:pt x="909208" y="127985"/>
                </a:moveTo>
                <a:cubicBezTo>
                  <a:pt x="909208" y="122010"/>
                  <a:pt x="904389" y="122010"/>
                  <a:pt x="901304" y="122010"/>
                </a:cubicBezTo>
                <a:lnTo>
                  <a:pt x="892819" y="122010"/>
                </a:lnTo>
                <a:lnTo>
                  <a:pt x="892819" y="77348"/>
                </a:lnTo>
                <a:cubicBezTo>
                  <a:pt x="892819" y="57898"/>
                  <a:pt x="882988" y="49605"/>
                  <a:pt x="867759" y="49605"/>
                </a:cubicBezTo>
                <a:cubicBezTo>
                  <a:pt x="854841" y="49605"/>
                  <a:pt x="846166" y="56162"/>
                  <a:pt x="842500" y="59825"/>
                </a:cubicBezTo>
                <a:lnTo>
                  <a:pt x="842500" y="23807"/>
                </a:lnTo>
                <a:cubicBezTo>
                  <a:pt x="842500" y="17831"/>
                  <a:pt x="841344" y="15901"/>
                  <a:pt x="834790" y="15901"/>
                </a:cubicBezTo>
                <a:lnTo>
                  <a:pt x="820717" y="15901"/>
                </a:lnTo>
                <a:cubicBezTo>
                  <a:pt x="817631" y="15901"/>
                  <a:pt x="812812" y="15901"/>
                  <a:pt x="812812" y="21880"/>
                </a:cubicBezTo>
                <a:cubicBezTo>
                  <a:pt x="812812" y="27663"/>
                  <a:pt x="817825" y="27663"/>
                  <a:pt x="820523" y="27663"/>
                </a:cubicBezTo>
                <a:lnTo>
                  <a:pt x="829201" y="27663"/>
                </a:lnTo>
                <a:lnTo>
                  <a:pt x="829201" y="122010"/>
                </a:lnTo>
                <a:lnTo>
                  <a:pt x="820717" y="122010"/>
                </a:lnTo>
                <a:cubicBezTo>
                  <a:pt x="817631" y="122010"/>
                  <a:pt x="812812" y="122010"/>
                  <a:pt x="812812" y="127985"/>
                </a:cubicBezTo>
                <a:cubicBezTo>
                  <a:pt x="812812" y="133769"/>
                  <a:pt x="817825" y="133769"/>
                  <a:pt x="820523" y="133769"/>
                </a:cubicBezTo>
                <a:lnTo>
                  <a:pt x="851179" y="133769"/>
                </a:lnTo>
                <a:cubicBezTo>
                  <a:pt x="853876" y="133769"/>
                  <a:pt x="858889" y="133769"/>
                  <a:pt x="858889" y="127985"/>
                </a:cubicBezTo>
                <a:cubicBezTo>
                  <a:pt x="858889" y="122010"/>
                  <a:pt x="854070" y="122010"/>
                  <a:pt x="850985" y="122010"/>
                </a:cubicBezTo>
                <a:lnTo>
                  <a:pt x="842500" y="122010"/>
                </a:lnTo>
                <a:lnTo>
                  <a:pt x="842500" y="87936"/>
                </a:lnTo>
                <a:cubicBezTo>
                  <a:pt x="842500" y="68683"/>
                  <a:pt x="856768" y="61367"/>
                  <a:pt x="866602" y="61367"/>
                </a:cubicBezTo>
                <a:cubicBezTo>
                  <a:pt x="876819" y="61367"/>
                  <a:pt x="879517" y="66759"/>
                  <a:pt x="879517" y="78310"/>
                </a:cubicBezTo>
                <a:lnTo>
                  <a:pt x="879517" y="122010"/>
                </a:lnTo>
                <a:lnTo>
                  <a:pt x="872001" y="122010"/>
                </a:lnTo>
                <a:cubicBezTo>
                  <a:pt x="868915" y="122010"/>
                  <a:pt x="864096" y="122010"/>
                  <a:pt x="864096" y="127985"/>
                </a:cubicBezTo>
                <a:cubicBezTo>
                  <a:pt x="864096" y="133769"/>
                  <a:pt x="869300" y="133769"/>
                  <a:pt x="872001" y="133769"/>
                </a:cubicBezTo>
                <a:lnTo>
                  <a:pt x="901498" y="133769"/>
                </a:lnTo>
                <a:cubicBezTo>
                  <a:pt x="904195" y="133769"/>
                  <a:pt x="909208" y="133769"/>
                  <a:pt x="909208" y="127985"/>
                </a:cubicBezTo>
                <a:close/>
                <a:moveTo>
                  <a:pt x="1001169" y="112710"/>
                </a:moveTo>
                <a:cubicBezTo>
                  <a:pt x="1001169" y="107300"/>
                  <a:pt x="995580" y="107300"/>
                  <a:pt x="994424" y="107300"/>
                </a:cubicBezTo>
                <a:cubicBezTo>
                  <a:pt x="990952" y="107300"/>
                  <a:pt x="989411" y="107879"/>
                  <a:pt x="988061" y="111551"/>
                </a:cubicBezTo>
                <a:cubicBezTo>
                  <a:pt x="983818" y="121386"/>
                  <a:pt x="973408" y="123122"/>
                  <a:pt x="968009" y="123122"/>
                </a:cubicBezTo>
                <a:cubicBezTo>
                  <a:pt x="953551" y="123122"/>
                  <a:pt x="939092" y="113481"/>
                  <a:pt x="936006" y="96865"/>
                </a:cubicBezTo>
                <a:lnTo>
                  <a:pt x="993459" y="96865"/>
                </a:lnTo>
                <a:cubicBezTo>
                  <a:pt x="997507" y="96865"/>
                  <a:pt x="1001169" y="96865"/>
                  <a:pt x="1001169" y="89733"/>
                </a:cubicBezTo>
                <a:cubicBezTo>
                  <a:pt x="1001169" y="67748"/>
                  <a:pt x="988831" y="48852"/>
                  <a:pt x="963767" y="48852"/>
                </a:cubicBezTo>
                <a:cubicBezTo>
                  <a:pt x="940825" y="48852"/>
                  <a:pt x="922318" y="68136"/>
                  <a:pt x="922318" y="91855"/>
                </a:cubicBezTo>
                <a:cubicBezTo>
                  <a:pt x="922318" y="115411"/>
                  <a:pt x="941789" y="134899"/>
                  <a:pt x="966659" y="134899"/>
                </a:cubicBezTo>
                <a:cubicBezTo>
                  <a:pt x="992108" y="134899"/>
                  <a:pt x="1001169" y="117538"/>
                  <a:pt x="1001169" y="112707"/>
                </a:cubicBezTo>
                <a:lnTo>
                  <a:pt x="1001169" y="112710"/>
                </a:lnTo>
                <a:moveTo>
                  <a:pt x="987481" y="85297"/>
                </a:moveTo>
                <a:lnTo>
                  <a:pt x="936200" y="85297"/>
                </a:lnTo>
                <a:cubicBezTo>
                  <a:pt x="938898" y="71219"/>
                  <a:pt x="950273" y="60614"/>
                  <a:pt x="963767" y="60614"/>
                </a:cubicBezTo>
                <a:cubicBezTo>
                  <a:pt x="973793" y="60614"/>
                  <a:pt x="985745" y="65436"/>
                  <a:pt x="987481" y="85297"/>
                </a:cubicBezTo>
                <a:close/>
                <a:moveTo>
                  <a:pt x="1106821" y="61561"/>
                </a:moveTo>
                <a:cubicBezTo>
                  <a:pt x="1106821" y="57704"/>
                  <a:pt x="1104506" y="49605"/>
                  <a:pt x="1088506" y="49605"/>
                </a:cubicBezTo>
                <a:cubicBezTo>
                  <a:pt x="1078671" y="49605"/>
                  <a:pt x="1066333" y="53076"/>
                  <a:pt x="1055731" y="65224"/>
                </a:cubicBezTo>
                <a:lnTo>
                  <a:pt x="1055731" y="58669"/>
                </a:lnTo>
                <a:cubicBezTo>
                  <a:pt x="1055731" y="52664"/>
                  <a:pt x="1054572" y="50734"/>
                  <a:pt x="1048018" y="50734"/>
                </a:cubicBezTo>
                <a:lnTo>
                  <a:pt x="1026811" y="50734"/>
                </a:lnTo>
                <a:cubicBezTo>
                  <a:pt x="1023919" y="50734"/>
                  <a:pt x="1019100" y="50734"/>
                  <a:pt x="1019100" y="56521"/>
                </a:cubicBezTo>
                <a:cubicBezTo>
                  <a:pt x="1019100" y="62496"/>
                  <a:pt x="1023728" y="62496"/>
                  <a:pt x="1026811" y="62496"/>
                </a:cubicBezTo>
                <a:lnTo>
                  <a:pt x="1042429" y="62496"/>
                </a:lnTo>
                <a:lnTo>
                  <a:pt x="1042429" y="122010"/>
                </a:lnTo>
                <a:lnTo>
                  <a:pt x="1026811" y="122010"/>
                </a:lnTo>
                <a:cubicBezTo>
                  <a:pt x="1023919" y="122010"/>
                  <a:pt x="1019100" y="122010"/>
                  <a:pt x="1019100" y="127794"/>
                </a:cubicBezTo>
                <a:cubicBezTo>
                  <a:pt x="1019100" y="133769"/>
                  <a:pt x="1023728" y="133769"/>
                  <a:pt x="1026811" y="133769"/>
                </a:cubicBezTo>
                <a:lnTo>
                  <a:pt x="1077130" y="133769"/>
                </a:lnTo>
                <a:cubicBezTo>
                  <a:pt x="1080021" y="133769"/>
                  <a:pt x="1085034" y="133769"/>
                  <a:pt x="1085034" y="127985"/>
                </a:cubicBezTo>
                <a:cubicBezTo>
                  <a:pt x="1085034" y="122010"/>
                  <a:pt x="1080021" y="122010"/>
                  <a:pt x="1077130" y="122010"/>
                </a:cubicBezTo>
                <a:lnTo>
                  <a:pt x="1055731" y="122010"/>
                </a:lnTo>
                <a:lnTo>
                  <a:pt x="1055731" y="97936"/>
                </a:lnTo>
                <a:cubicBezTo>
                  <a:pt x="1055731" y="79878"/>
                  <a:pt x="1067104" y="61367"/>
                  <a:pt x="1090432" y="61367"/>
                </a:cubicBezTo>
                <a:cubicBezTo>
                  <a:pt x="1090627" y="65995"/>
                  <a:pt x="1093904" y="69851"/>
                  <a:pt x="1098722" y="69851"/>
                </a:cubicBezTo>
                <a:cubicBezTo>
                  <a:pt x="1102964" y="69851"/>
                  <a:pt x="1106821" y="66765"/>
                  <a:pt x="1106821" y="61561"/>
                </a:cubicBezTo>
                <a:close/>
                <a:moveTo>
                  <a:pt x="1203601" y="112710"/>
                </a:moveTo>
                <a:cubicBezTo>
                  <a:pt x="1203601" y="107300"/>
                  <a:pt x="1198011" y="107300"/>
                  <a:pt x="1196855" y="107300"/>
                </a:cubicBezTo>
                <a:cubicBezTo>
                  <a:pt x="1193384" y="107300"/>
                  <a:pt x="1191842" y="107879"/>
                  <a:pt x="1190492" y="111551"/>
                </a:cubicBezTo>
                <a:cubicBezTo>
                  <a:pt x="1186250" y="121386"/>
                  <a:pt x="1175839" y="123122"/>
                  <a:pt x="1170441" y="123122"/>
                </a:cubicBezTo>
                <a:cubicBezTo>
                  <a:pt x="1155982" y="123122"/>
                  <a:pt x="1141523" y="113481"/>
                  <a:pt x="1138437" y="96865"/>
                </a:cubicBezTo>
                <a:lnTo>
                  <a:pt x="1195890" y="96865"/>
                </a:lnTo>
                <a:cubicBezTo>
                  <a:pt x="1199938" y="96865"/>
                  <a:pt x="1203601" y="96865"/>
                  <a:pt x="1203601" y="89733"/>
                </a:cubicBezTo>
                <a:cubicBezTo>
                  <a:pt x="1203601" y="67748"/>
                  <a:pt x="1191263" y="48852"/>
                  <a:pt x="1166199" y="48852"/>
                </a:cubicBezTo>
                <a:cubicBezTo>
                  <a:pt x="1143256" y="48852"/>
                  <a:pt x="1124749" y="68136"/>
                  <a:pt x="1124749" y="91855"/>
                </a:cubicBezTo>
                <a:cubicBezTo>
                  <a:pt x="1124749" y="115411"/>
                  <a:pt x="1144221" y="134899"/>
                  <a:pt x="1169091" y="134899"/>
                </a:cubicBezTo>
                <a:cubicBezTo>
                  <a:pt x="1194540" y="134899"/>
                  <a:pt x="1203601" y="117538"/>
                  <a:pt x="1203601" y="112707"/>
                </a:cubicBezTo>
                <a:lnTo>
                  <a:pt x="1203601" y="112710"/>
                </a:lnTo>
                <a:moveTo>
                  <a:pt x="1189912" y="85297"/>
                </a:moveTo>
                <a:lnTo>
                  <a:pt x="1138631" y="85297"/>
                </a:lnTo>
                <a:cubicBezTo>
                  <a:pt x="1141329" y="71219"/>
                  <a:pt x="1152705" y="60614"/>
                  <a:pt x="1166199" y="60614"/>
                </a:cubicBezTo>
                <a:cubicBezTo>
                  <a:pt x="1176224" y="60614"/>
                  <a:pt x="1188177" y="65436"/>
                  <a:pt x="1189912" y="85297"/>
                </a:cubicBezTo>
                <a:close/>
                <a:moveTo>
                  <a:pt x="1410274" y="60119"/>
                </a:moveTo>
                <a:cubicBezTo>
                  <a:pt x="1410274" y="53370"/>
                  <a:pt x="1403140" y="53370"/>
                  <a:pt x="1400443" y="53370"/>
                </a:cubicBezTo>
                <a:lnTo>
                  <a:pt x="1333735" y="53370"/>
                </a:lnTo>
                <a:cubicBezTo>
                  <a:pt x="1331037" y="53370"/>
                  <a:pt x="1323904" y="53370"/>
                  <a:pt x="1323904" y="60119"/>
                </a:cubicBezTo>
                <a:cubicBezTo>
                  <a:pt x="1323904" y="66868"/>
                  <a:pt x="1330267" y="66868"/>
                  <a:pt x="1332579" y="66868"/>
                </a:cubicBezTo>
                <a:lnTo>
                  <a:pt x="1401599" y="66868"/>
                </a:lnTo>
                <a:cubicBezTo>
                  <a:pt x="1403911" y="66868"/>
                  <a:pt x="1410274" y="66868"/>
                  <a:pt x="1410274" y="60119"/>
                </a:cubicBezTo>
                <a:moveTo>
                  <a:pt x="1410274" y="89366"/>
                </a:moveTo>
                <a:cubicBezTo>
                  <a:pt x="1410274" y="82617"/>
                  <a:pt x="1403911" y="82617"/>
                  <a:pt x="1401599" y="82617"/>
                </a:cubicBezTo>
                <a:lnTo>
                  <a:pt x="1332579" y="82617"/>
                </a:lnTo>
                <a:cubicBezTo>
                  <a:pt x="1330267" y="82617"/>
                  <a:pt x="1323904" y="82617"/>
                  <a:pt x="1323904" y="89366"/>
                </a:cubicBezTo>
                <a:cubicBezTo>
                  <a:pt x="1323904" y="96112"/>
                  <a:pt x="1331037" y="96112"/>
                  <a:pt x="1333735" y="96112"/>
                </a:cubicBezTo>
                <a:lnTo>
                  <a:pt x="1400443" y="96112"/>
                </a:lnTo>
                <a:cubicBezTo>
                  <a:pt x="1403140" y="96112"/>
                  <a:pt x="1410274" y="96112"/>
                  <a:pt x="1410274" y="89366"/>
                </a:cubicBezTo>
                <a:close/>
                <a:moveTo>
                  <a:pt x="1614632" y="127985"/>
                </a:moveTo>
                <a:cubicBezTo>
                  <a:pt x="1614632" y="122010"/>
                  <a:pt x="1609620" y="122010"/>
                  <a:pt x="1606728" y="122010"/>
                </a:cubicBezTo>
                <a:lnTo>
                  <a:pt x="1599018" y="122010"/>
                </a:lnTo>
                <a:lnTo>
                  <a:pt x="1574339" y="91001"/>
                </a:lnTo>
                <a:lnTo>
                  <a:pt x="1596317" y="62496"/>
                </a:lnTo>
                <a:lnTo>
                  <a:pt x="1604030" y="62496"/>
                </a:lnTo>
                <a:cubicBezTo>
                  <a:pt x="1606728" y="62496"/>
                  <a:pt x="1611935" y="62496"/>
                  <a:pt x="1611935" y="56713"/>
                </a:cubicBezTo>
                <a:cubicBezTo>
                  <a:pt x="1611935" y="50734"/>
                  <a:pt x="1606922" y="50734"/>
                  <a:pt x="1604030" y="50734"/>
                </a:cubicBezTo>
                <a:lnTo>
                  <a:pt x="1581473" y="50734"/>
                </a:lnTo>
                <a:cubicBezTo>
                  <a:pt x="1578581" y="50734"/>
                  <a:pt x="1573762" y="50734"/>
                  <a:pt x="1573762" y="56521"/>
                </a:cubicBezTo>
                <a:cubicBezTo>
                  <a:pt x="1573762" y="62496"/>
                  <a:pt x="1578004" y="62496"/>
                  <a:pt x="1583208" y="62496"/>
                </a:cubicBezTo>
                <a:lnTo>
                  <a:pt x="1568941" y="81949"/>
                </a:lnTo>
                <a:lnTo>
                  <a:pt x="1554291" y="62496"/>
                </a:lnTo>
                <a:cubicBezTo>
                  <a:pt x="1559304" y="62496"/>
                  <a:pt x="1563543" y="62496"/>
                  <a:pt x="1563543" y="56521"/>
                </a:cubicBezTo>
                <a:cubicBezTo>
                  <a:pt x="1563543" y="50734"/>
                  <a:pt x="1558724" y="50734"/>
                  <a:pt x="1555832" y="50734"/>
                </a:cubicBezTo>
                <a:lnTo>
                  <a:pt x="1533275" y="50734"/>
                </a:lnTo>
                <a:cubicBezTo>
                  <a:pt x="1530383" y="50734"/>
                  <a:pt x="1525370" y="50734"/>
                  <a:pt x="1525370" y="56713"/>
                </a:cubicBezTo>
                <a:cubicBezTo>
                  <a:pt x="1525370" y="62496"/>
                  <a:pt x="1530577" y="62496"/>
                  <a:pt x="1533275" y="62496"/>
                </a:cubicBezTo>
                <a:lnTo>
                  <a:pt x="1540988" y="62496"/>
                </a:lnTo>
                <a:lnTo>
                  <a:pt x="1563737" y="91001"/>
                </a:lnTo>
                <a:lnTo>
                  <a:pt x="1539829" y="122010"/>
                </a:lnTo>
                <a:lnTo>
                  <a:pt x="1532119" y="122010"/>
                </a:lnTo>
                <a:cubicBezTo>
                  <a:pt x="1529227" y="122010"/>
                  <a:pt x="1524214" y="122010"/>
                  <a:pt x="1524214" y="127985"/>
                </a:cubicBezTo>
                <a:cubicBezTo>
                  <a:pt x="1524214" y="133769"/>
                  <a:pt x="1529418" y="133769"/>
                  <a:pt x="1532119" y="133769"/>
                </a:cubicBezTo>
                <a:lnTo>
                  <a:pt x="1554676" y="133769"/>
                </a:lnTo>
                <a:cubicBezTo>
                  <a:pt x="1557568" y="133769"/>
                  <a:pt x="1562387" y="133769"/>
                  <a:pt x="1562387" y="127985"/>
                </a:cubicBezTo>
                <a:cubicBezTo>
                  <a:pt x="1562387" y="122010"/>
                  <a:pt x="1558339" y="122010"/>
                  <a:pt x="1552361" y="122010"/>
                </a:cubicBezTo>
                <a:lnTo>
                  <a:pt x="1568941" y="98295"/>
                </a:lnTo>
                <a:lnTo>
                  <a:pt x="1586100" y="122010"/>
                </a:lnTo>
                <a:cubicBezTo>
                  <a:pt x="1580702" y="122010"/>
                  <a:pt x="1576460" y="122010"/>
                  <a:pt x="1576460" y="127985"/>
                </a:cubicBezTo>
                <a:cubicBezTo>
                  <a:pt x="1576460" y="133769"/>
                  <a:pt x="1581282" y="133769"/>
                  <a:pt x="1584173" y="133769"/>
                </a:cubicBezTo>
                <a:lnTo>
                  <a:pt x="1606728" y="133769"/>
                </a:lnTo>
                <a:cubicBezTo>
                  <a:pt x="1609428" y="133769"/>
                  <a:pt x="1614632" y="133769"/>
                  <a:pt x="1614632" y="127985"/>
                </a:cubicBezTo>
                <a:close/>
                <a:moveTo>
                  <a:pt x="1708717" y="109630"/>
                </a:moveTo>
                <a:cubicBezTo>
                  <a:pt x="1708717" y="89560"/>
                  <a:pt x="1683845" y="85509"/>
                  <a:pt x="1677676" y="84544"/>
                </a:cubicBezTo>
                <a:lnTo>
                  <a:pt x="1664567" y="82228"/>
                </a:lnTo>
                <a:cubicBezTo>
                  <a:pt x="1658975" y="81455"/>
                  <a:pt x="1645866" y="79139"/>
                  <a:pt x="1645866" y="71614"/>
                </a:cubicBezTo>
                <a:cubicBezTo>
                  <a:pt x="1645866" y="66598"/>
                  <a:pt x="1652035" y="60614"/>
                  <a:pt x="1670351" y="60614"/>
                </a:cubicBezTo>
                <a:cubicBezTo>
                  <a:pt x="1686351" y="60614"/>
                  <a:pt x="1689052" y="66403"/>
                  <a:pt x="1689631" y="71420"/>
                </a:cubicBezTo>
                <a:cubicBezTo>
                  <a:pt x="1689822" y="74703"/>
                  <a:pt x="1690208" y="77983"/>
                  <a:pt x="1696185" y="77983"/>
                </a:cubicBezTo>
                <a:cubicBezTo>
                  <a:pt x="1702934" y="77983"/>
                  <a:pt x="1702934" y="73929"/>
                  <a:pt x="1702934" y="70069"/>
                </a:cubicBezTo>
                <a:lnTo>
                  <a:pt x="1702934" y="56757"/>
                </a:lnTo>
                <a:cubicBezTo>
                  <a:pt x="1702934" y="53673"/>
                  <a:pt x="1702934" y="48852"/>
                  <a:pt x="1697147" y="48852"/>
                </a:cubicBezTo>
                <a:cubicBezTo>
                  <a:pt x="1692523" y="48852"/>
                  <a:pt x="1691749" y="51552"/>
                  <a:pt x="1691364" y="52903"/>
                </a:cubicBezTo>
                <a:cubicBezTo>
                  <a:pt x="1682883" y="48852"/>
                  <a:pt x="1674399" y="48852"/>
                  <a:pt x="1670736" y="48852"/>
                </a:cubicBezTo>
                <a:cubicBezTo>
                  <a:pt x="1638538" y="48852"/>
                  <a:pt x="1634105" y="64668"/>
                  <a:pt x="1634105" y="71614"/>
                </a:cubicBezTo>
                <a:cubicBezTo>
                  <a:pt x="1634105" y="89369"/>
                  <a:pt x="1654348" y="92649"/>
                  <a:pt x="1672086" y="95350"/>
                </a:cubicBezTo>
                <a:cubicBezTo>
                  <a:pt x="1681532" y="96894"/>
                  <a:pt x="1696956" y="99404"/>
                  <a:pt x="1696956" y="109630"/>
                </a:cubicBezTo>
                <a:cubicBezTo>
                  <a:pt x="1696956" y="116770"/>
                  <a:pt x="1689822" y="123140"/>
                  <a:pt x="1672278" y="123140"/>
                </a:cubicBezTo>
                <a:cubicBezTo>
                  <a:pt x="1663217" y="123140"/>
                  <a:pt x="1652421" y="121015"/>
                  <a:pt x="1647602" y="105964"/>
                </a:cubicBezTo>
                <a:cubicBezTo>
                  <a:pt x="1646637" y="102490"/>
                  <a:pt x="1645866" y="100369"/>
                  <a:pt x="1640854" y="100369"/>
                </a:cubicBezTo>
                <a:cubicBezTo>
                  <a:pt x="1634105" y="100369"/>
                  <a:pt x="1634105" y="104420"/>
                  <a:pt x="1634105" y="108280"/>
                </a:cubicBezTo>
                <a:lnTo>
                  <a:pt x="1634105" y="126996"/>
                </a:lnTo>
                <a:cubicBezTo>
                  <a:pt x="1634105" y="130080"/>
                  <a:pt x="1634105" y="134899"/>
                  <a:pt x="1639889" y="134899"/>
                </a:cubicBezTo>
                <a:cubicBezTo>
                  <a:pt x="1641624" y="134899"/>
                  <a:pt x="1644710" y="134707"/>
                  <a:pt x="1647023" y="127573"/>
                </a:cubicBezTo>
                <a:cubicBezTo>
                  <a:pt x="1656469" y="134513"/>
                  <a:pt x="1666688" y="134899"/>
                  <a:pt x="1672086" y="134899"/>
                </a:cubicBezTo>
                <a:cubicBezTo>
                  <a:pt x="1702546" y="134899"/>
                  <a:pt x="1708717" y="118894"/>
                  <a:pt x="1708717" y="109630"/>
                </a:cubicBezTo>
                <a:close/>
                <a:moveTo>
                  <a:pt x="1814558" y="143989"/>
                </a:moveTo>
                <a:cubicBezTo>
                  <a:pt x="1814558" y="138014"/>
                  <a:pt x="1809933" y="138014"/>
                  <a:pt x="1806847" y="138014"/>
                </a:cubicBezTo>
                <a:lnTo>
                  <a:pt x="1777544" y="138014"/>
                </a:lnTo>
                <a:lnTo>
                  <a:pt x="1777544" y="11759"/>
                </a:lnTo>
                <a:lnTo>
                  <a:pt x="1806847" y="11759"/>
                </a:lnTo>
                <a:cubicBezTo>
                  <a:pt x="1809739" y="11759"/>
                  <a:pt x="1814558" y="11759"/>
                  <a:pt x="1814558" y="5975"/>
                </a:cubicBezTo>
                <a:cubicBezTo>
                  <a:pt x="1814558" y="0"/>
                  <a:pt x="1809933" y="0"/>
                  <a:pt x="1806847" y="0"/>
                </a:cubicBezTo>
                <a:lnTo>
                  <a:pt x="1771952" y="0"/>
                </a:lnTo>
                <a:cubicBezTo>
                  <a:pt x="1765589" y="0"/>
                  <a:pt x="1764242" y="1736"/>
                  <a:pt x="1764242" y="7905"/>
                </a:cubicBezTo>
                <a:lnTo>
                  <a:pt x="1764242" y="141871"/>
                </a:lnTo>
                <a:cubicBezTo>
                  <a:pt x="1764242" y="147846"/>
                  <a:pt x="1765398" y="149773"/>
                  <a:pt x="1771952" y="149773"/>
                </a:cubicBezTo>
                <a:lnTo>
                  <a:pt x="1806847" y="149773"/>
                </a:lnTo>
                <a:cubicBezTo>
                  <a:pt x="1809739" y="149773"/>
                  <a:pt x="1814558" y="149773"/>
                  <a:pt x="1814558" y="143989"/>
                </a:cubicBezTo>
                <a:close/>
                <a:moveTo>
                  <a:pt x="1914041" y="74932"/>
                </a:moveTo>
                <a:cubicBezTo>
                  <a:pt x="1914041" y="39084"/>
                  <a:pt x="1894375" y="13830"/>
                  <a:pt x="1873168" y="13830"/>
                </a:cubicBezTo>
                <a:cubicBezTo>
                  <a:pt x="1851575" y="13830"/>
                  <a:pt x="1832295" y="39664"/>
                  <a:pt x="1832295" y="74741"/>
                </a:cubicBezTo>
                <a:cubicBezTo>
                  <a:pt x="1832295" y="110589"/>
                  <a:pt x="1851960" y="135840"/>
                  <a:pt x="1873168" y="135840"/>
                </a:cubicBezTo>
                <a:cubicBezTo>
                  <a:pt x="1894760" y="135840"/>
                  <a:pt x="1914041" y="110009"/>
                  <a:pt x="1914041" y="74932"/>
                </a:cubicBezTo>
                <a:moveTo>
                  <a:pt x="1900738" y="72814"/>
                </a:moveTo>
                <a:cubicBezTo>
                  <a:pt x="1900738" y="101337"/>
                  <a:pt x="1888206" y="124081"/>
                  <a:pt x="1873168" y="124081"/>
                </a:cubicBezTo>
                <a:cubicBezTo>
                  <a:pt x="1858129" y="124081"/>
                  <a:pt x="1845597" y="101337"/>
                  <a:pt x="1845597" y="72814"/>
                </a:cubicBezTo>
                <a:cubicBezTo>
                  <a:pt x="1845597" y="44674"/>
                  <a:pt x="1858900" y="25592"/>
                  <a:pt x="1873168" y="25592"/>
                </a:cubicBezTo>
                <a:cubicBezTo>
                  <a:pt x="1887241" y="25592"/>
                  <a:pt x="1900738" y="44480"/>
                  <a:pt x="1900738" y="72814"/>
                </a:cubicBezTo>
                <a:close/>
                <a:moveTo>
                  <a:pt x="1982094" y="141871"/>
                </a:moveTo>
                <a:lnTo>
                  <a:pt x="1982094" y="7905"/>
                </a:lnTo>
                <a:cubicBezTo>
                  <a:pt x="1982094" y="1927"/>
                  <a:pt x="1980938" y="0"/>
                  <a:pt x="1974384" y="0"/>
                </a:cubicBezTo>
                <a:lnTo>
                  <a:pt x="1939488" y="0"/>
                </a:lnTo>
                <a:cubicBezTo>
                  <a:pt x="1936596" y="0"/>
                  <a:pt x="1931775" y="0"/>
                  <a:pt x="1931775" y="5784"/>
                </a:cubicBezTo>
                <a:cubicBezTo>
                  <a:pt x="1931775" y="11759"/>
                  <a:pt x="1936402" y="11759"/>
                  <a:pt x="1939488" y="11759"/>
                </a:cubicBezTo>
                <a:lnTo>
                  <a:pt x="1968791" y="11759"/>
                </a:lnTo>
                <a:lnTo>
                  <a:pt x="1968791" y="138014"/>
                </a:lnTo>
                <a:lnTo>
                  <a:pt x="1939488" y="138014"/>
                </a:lnTo>
                <a:cubicBezTo>
                  <a:pt x="1936596" y="138014"/>
                  <a:pt x="1931775" y="138014"/>
                  <a:pt x="1931775" y="143798"/>
                </a:cubicBezTo>
                <a:cubicBezTo>
                  <a:pt x="1931775" y="149773"/>
                  <a:pt x="1936402" y="149773"/>
                  <a:pt x="1939488" y="149773"/>
                </a:cubicBezTo>
                <a:lnTo>
                  <a:pt x="1974384" y="149773"/>
                </a:lnTo>
                <a:cubicBezTo>
                  <a:pt x="1980747" y="149773"/>
                  <a:pt x="1982094" y="148040"/>
                  <a:pt x="1982094" y="1418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max_end_here=xs[0]">
            <a:extLst xmlns:a="http://schemas.openxmlformats.org/drawingml/2006/main">
              <a:ext uri="{FF2B5EF4-FFF2-40B4-BE49-F238E27FC236}">
                <a16:creationId xmlns:a16="http://schemas.microsoft.com/office/drawing/2014/main" id="{E0C8C559-E2D2-42EC-87F1-A0A34EE7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58" y="3314112"/>
            <a:ext cx="1982094" cy="165966"/>
          </a:xfrm>
          <a:custGeom xmlns:a="http://schemas.openxmlformats.org/drawingml/2006/main">
            <a:pathLst>
              <a:path w="1982094" h="165966">
                <a:moveTo>
                  <a:pt x="100253" y="127985"/>
                </a:moveTo>
                <a:cubicBezTo>
                  <a:pt x="100253" y="122010"/>
                  <a:pt x="96205" y="122010"/>
                  <a:pt x="89265" y="122010"/>
                </a:cubicBezTo>
                <a:lnTo>
                  <a:pt x="89265" y="75421"/>
                </a:lnTo>
                <a:cubicBezTo>
                  <a:pt x="89265" y="71570"/>
                  <a:pt x="89265" y="49605"/>
                  <a:pt x="72106" y="49605"/>
                </a:cubicBezTo>
                <a:cubicBezTo>
                  <a:pt x="66322" y="49605"/>
                  <a:pt x="58418" y="52111"/>
                  <a:pt x="53020" y="59631"/>
                </a:cubicBezTo>
                <a:cubicBezTo>
                  <a:pt x="50128" y="53076"/>
                  <a:pt x="44730" y="49605"/>
                  <a:pt x="38367" y="49605"/>
                </a:cubicBezTo>
                <a:cubicBezTo>
                  <a:pt x="32198" y="49605"/>
                  <a:pt x="26414" y="52305"/>
                  <a:pt x="21787" y="56548"/>
                </a:cubicBezTo>
                <a:cubicBezTo>
                  <a:pt x="21401" y="50734"/>
                  <a:pt x="17545" y="50734"/>
                  <a:pt x="14073" y="50734"/>
                </a:cubicBezTo>
                <a:lnTo>
                  <a:pt x="7905" y="50734"/>
                </a:lnTo>
                <a:cubicBezTo>
                  <a:pt x="5013" y="50734"/>
                  <a:pt x="0" y="50734"/>
                  <a:pt x="0" y="56521"/>
                </a:cubicBezTo>
                <a:cubicBezTo>
                  <a:pt x="0" y="62496"/>
                  <a:pt x="4051" y="62496"/>
                  <a:pt x="10990" y="62496"/>
                </a:cubicBezTo>
                <a:lnTo>
                  <a:pt x="10990" y="122010"/>
                </a:lnTo>
                <a:cubicBezTo>
                  <a:pt x="4051" y="122010"/>
                  <a:pt x="0" y="122010"/>
                  <a:pt x="0" y="127985"/>
                </a:cubicBezTo>
                <a:cubicBezTo>
                  <a:pt x="0" y="133769"/>
                  <a:pt x="5207" y="133769"/>
                  <a:pt x="7905" y="133769"/>
                </a:cubicBezTo>
                <a:lnTo>
                  <a:pt x="24873" y="133769"/>
                </a:lnTo>
                <a:cubicBezTo>
                  <a:pt x="27764" y="133769"/>
                  <a:pt x="32774" y="133769"/>
                  <a:pt x="32774" y="127985"/>
                </a:cubicBezTo>
                <a:cubicBezTo>
                  <a:pt x="32774" y="122010"/>
                  <a:pt x="28726" y="122010"/>
                  <a:pt x="21787" y="122010"/>
                </a:cubicBezTo>
                <a:lnTo>
                  <a:pt x="21787" y="87536"/>
                </a:lnTo>
                <a:cubicBezTo>
                  <a:pt x="21787" y="70416"/>
                  <a:pt x="29691" y="61367"/>
                  <a:pt x="37596" y="61367"/>
                </a:cubicBezTo>
                <a:cubicBezTo>
                  <a:pt x="42029" y="61367"/>
                  <a:pt x="44730" y="64641"/>
                  <a:pt x="44730" y="77153"/>
                </a:cubicBezTo>
                <a:lnTo>
                  <a:pt x="44730" y="122010"/>
                </a:lnTo>
                <a:cubicBezTo>
                  <a:pt x="41067" y="122010"/>
                  <a:pt x="36246" y="122010"/>
                  <a:pt x="36246" y="127985"/>
                </a:cubicBezTo>
                <a:cubicBezTo>
                  <a:pt x="36246" y="133769"/>
                  <a:pt x="41453" y="133769"/>
                  <a:pt x="44150" y="133769"/>
                </a:cubicBezTo>
                <a:lnTo>
                  <a:pt x="58609" y="133769"/>
                </a:lnTo>
                <a:cubicBezTo>
                  <a:pt x="61501" y="133769"/>
                  <a:pt x="66513" y="133769"/>
                  <a:pt x="66513" y="127985"/>
                </a:cubicBezTo>
                <a:cubicBezTo>
                  <a:pt x="66513" y="122010"/>
                  <a:pt x="62466" y="122010"/>
                  <a:pt x="55526" y="122010"/>
                </a:cubicBezTo>
                <a:lnTo>
                  <a:pt x="55526" y="87550"/>
                </a:lnTo>
                <a:cubicBezTo>
                  <a:pt x="55526" y="70416"/>
                  <a:pt x="63430" y="61367"/>
                  <a:pt x="71335" y="61367"/>
                </a:cubicBezTo>
                <a:cubicBezTo>
                  <a:pt x="75768" y="61367"/>
                  <a:pt x="78469" y="64641"/>
                  <a:pt x="78469" y="77153"/>
                </a:cubicBezTo>
                <a:lnTo>
                  <a:pt x="78469" y="122010"/>
                </a:lnTo>
                <a:cubicBezTo>
                  <a:pt x="74803" y="122010"/>
                  <a:pt x="69985" y="122010"/>
                  <a:pt x="69985" y="127985"/>
                </a:cubicBezTo>
                <a:cubicBezTo>
                  <a:pt x="69985" y="133769"/>
                  <a:pt x="75189" y="133769"/>
                  <a:pt x="77889" y="133769"/>
                </a:cubicBezTo>
                <a:lnTo>
                  <a:pt x="92348" y="133769"/>
                </a:lnTo>
                <a:cubicBezTo>
                  <a:pt x="95240" y="133769"/>
                  <a:pt x="100253" y="133769"/>
                  <a:pt x="100253" y="127985"/>
                </a:cubicBezTo>
                <a:close/>
                <a:moveTo>
                  <a:pt x="202048" y="127794"/>
                </a:moveTo>
                <a:cubicBezTo>
                  <a:pt x="202048" y="122010"/>
                  <a:pt x="197226" y="122010"/>
                  <a:pt x="194335" y="122010"/>
                </a:cubicBezTo>
                <a:cubicBezTo>
                  <a:pt x="186239" y="122010"/>
                  <a:pt x="184309" y="121045"/>
                  <a:pt x="182768" y="120465"/>
                </a:cubicBezTo>
                <a:lnTo>
                  <a:pt x="182768" y="78763"/>
                </a:lnTo>
                <a:cubicBezTo>
                  <a:pt x="182768" y="65056"/>
                  <a:pt x="172357" y="48852"/>
                  <a:pt x="144595" y="48852"/>
                </a:cubicBezTo>
                <a:cubicBezTo>
                  <a:pt x="136305" y="48852"/>
                  <a:pt x="116640" y="48852"/>
                  <a:pt x="116640" y="62932"/>
                </a:cubicBezTo>
                <a:cubicBezTo>
                  <a:pt x="116640" y="68725"/>
                  <a:pt x="120690" y="71814"/>
                  <a:pt x="125315" y="71814"/>
                </a:cubicBezTo>
                <a:cubicBezTo>
                  <a:pt x="128207" y="71814"/>
                  <a:pt x="133605" y="70075"/>
                  <a:pt x="133799" y="62932"/>
                </a:cubicBezTo>
                <a:cubicBezTo>
                  <a:pt x="133799" y="61387"/>
                  <a:pt x="133990" y="61193"/>
                  <a:pt x="137847" y="60808"/>
                </a:cubicBezTo>
                <a:cubicBezTo>
                  <a:pt x="140547" y="60614"/>
                  <a:pt x="143054" y="60614"/>
                  <a:pt x="144789" y="60614"/>
                </a:cubicBezTo>
                <a:cubicBezTo>
                  <a:pt x="159439" y="60614"/>
                  <a:pt x="169465" y="66601"/>
                  <a:pt x="169465" y="80307"/>
                </a:cubicBezTo>
                <a:cubicBezTo>
                  <a:pt x="135340" y="80887"/>
                  <a:pt x="111627" y="90539"/>
                  <a:pt x="111627" y="109074"/>
                </a:cubicBezTo>
                <a:cubicBezTo>
                  <a:pt x="111627" y="122369"/>
                  <a:pt x="123773" y="134899"/>
                  <a:pt x="143439" y="134899"/>
                </a:cubicBezTo>
                <a:cubicBezTo>
                  <a:pt x="150573" y="134899"/>
                  <a:pt x="162525" y="133551"/>
                  <a:pt x="171586" y="127573"/>
                </a:cubicBezTo>
                <a:cubicBezTo>
                  <a:pt x="175828" y="133578"/>
                  <a:pt x="185083" y="133769"/>
                  <a:pt x="192408" y="133769"/>
                </a:cubicBezTo>
                <a:cubicBezTo>
                  <a:pt x="197806" y="133769"/>
                  <a:pt x="202048" y="133769"/>
                  <a:pt x="202048" y="127794"/>
                </a:cubicBezTo>
                <a:moveTo>
                  <a:pt x="169465" y="107935"/>
                </a:moveTo>
                <a:cubicBezTo>
                  <a:pt x="169465" y="112369"/>
                  <a:pt x="169465" y="116417"/>
                  <a:pt x="161946" y="119889"/>
                </a:cubicBezTo>
                <a:cubicBezTo>
                  <a:pt x="155006" y="123140"/>
                  <a:pt x="146331" y="123140"/>
                  <a:pt x="144789" y="123140"/>
                </a:cubicBezTo>
                <a:cubicBezTo>
                  <a:pt x="132834" y="123140"/>
                  <a:pt x="124929" y="116585"/>
                  <a:pt x="124929" y="109065"/>
                </a:cubicBezTo>
                <a:cubicBezTo>
                  <a:pt x="124929" y="99615"/>
                  <a:pt x="141509" y="92484"/>
                  <a:pt x="169465" y="91710"/>
                </a:cubicBezTo>
                <a:lnTo>
                  <a:pt x="169465" y="107935"/>
                </a:lnTo>
                <a:close/>
                <a:moveTo>
                  <a:pt x="298828" y="127985"/>
                </a:moveTo>
                <a:cubicBezTo>
                  <a:pt x="298828" y="122010"/>
                  <a:pt x="293815" y="122010"/>
                  <a:pt x="290923" y="122010"/>
                </a:cubicBezTo>
                <a:lnTo>
                  <a:pt x="283213" y="122010"/>
                </a:lnTo>
                <a:lnTo>
                  <a:pt x="258534" y="91001"/>
                </a:lnTo>
                <a:lnTo>
                  <a:pt x="280512" y="62496"/>
                </a:lnTo>
                <a:lnTo>
                  <a:pt x="288225" y="62496"/>
                </a:lnTo>
                <a:cubicBezTo>
                  <a:pt x="290923" y="62496"/>
                  <a:pt x="296130" y="62496"/>
                  <a:pt x="296130" y="56713"/>
                </a:cubicBezTo>
                <a:cubicBezTo>
                  <a:pt x="296130" y="50734"/>
                  <a:pt x="291117" y="50734"/>
                  <a:pt x="288225" y="50734"/>
                </a:cubicBezTo>
                <a:lnTo>
                  <a:pt x="265668" y="50734"/>
                </a:lnTo>
                <a:cubicBezTo>
                  <a:pt x="262776" y="50734"/>
                  <a:pt x="257957" y="50734"/>
                  <a:pt x="257957" y="56521"/>
                </a:cubicBezTo>
                <a:cubicBezTo>
                  <a:pt x="257957" y="62496"/>
                  <a:pt x="262200" y="62496"/>
                  <a:pt x="267404" y="62496"/>
                </a:cubicBezTo>
                <a:lnTo>
                  <a:pt x="253136" y="81949"/>
                </a:lnTo>
                <a:lnTo>
                  <a:pt x="238486" y="62496"/>
                </a:lnTo>
                <a:cubicBezTo>
                  <a:pt x="243499" y="62496"/>
                  <a:pt x="247738" y="62496"/>
                  <a:pt x="247738" y="56521"/>
                </a:cubicBezTo>
                <a:cubicBezTo>
                  <a:pt x="247738" y="50734"/>
                  <a:pt x="242919" y="50734"/>
                  <a:pt x="240027" y="50734"/>
                </a:cubicBezTo>
                <a:lnTo>
                  <a:pt x="217470" y="50734"/>
                </a:lnTo>
                <a:cubicBezTo>
                  <a:pt x="214578" y="50734"/>
                  <a:pt x="209565" y="50734"/>
                  <a:pt x="209565" y="56713"/>
                </a:cubicBezTo>
                <a:cubicBezTo>
                  <a:pt x="209565" y="62496"/>
                  <a:pt x="214772" y="62496"/>
                  <a:pt x="217470" y="62496"/>
                </a:cubicBezTo>
                <a:lnTo>
                  <a:pt x="225183" y="62496"/>
                </a:lnTo>
                <a:lnTo>
                  <a:pt x="247932" y="91001"/>
                </a:lnTo>
                <a:lnTo>
                  <a:pt x="224024" y="122010"/>
                </a:lnTo>
                <a:lnTo>
                  <a:pt x="216314" y="122010"/>
                </a:lnTo>
                <a:cubicBezTo>
                  <a:pt x="213422" y="122010"/>
                  <a:pt x="208409" y="122010"/>
                  <a:pt x="208409" y="127985"/>
                </a:cubicBezTo>
                <a:cubicBezTo>
                  <a:pt x="208409" y="133769"/>
                  <a:pt x="213613" y="133769"/>
                  <a:pt x="216314" y="133769"/>
                </a:cubicBezTo>
                <a:lnTo>
                  <a:pt x="238871" y="133769"/>
                </a:lnTo>
                <a:cubicBezTo>
                  <a:pt x="241763" y="133769"/>
                  <a:pt x="246582" y="133769"/>
                  <a:pt x="246582" y="127985"/>
                </a:cubicBezTo>
                <a:cubicBezTo>
                  <a:pt x="246582" y="122010"/>
                  <a:pt x="242534" y="122010"/>
                  <a:pt x="236556" y="122010"/>
                </a:cubicBezTo>
                <a:lnTo>
                  <a:pt x="253136" y="98295"/>
                </a:lnTo>
                <a:lnTo>
                  <a:pt x="270295" y="122010"/>
                </a:lnTo>
                <a:cubicBezTo>
                  <a:pt x="264897" y="122010"/>
                  <a:pt x="260655" y="122010"/>
                  <a:pt x="260655" y="127985"/>
                </a:cubicBezTo>
                <a:cubicBezTo>
                  <a:pt x="260655" y="133769"/>
                  <a:pt x="265477" y="133769"/>
                  <a:pt x="268368" y="133769"/>
                </a:cubicBezTo>
                <a:lnTo>
                  <a:pt x="290923" y="133769"/>
                </a:lnTo>
                <a:cubicBezTo>
                  <a:pt x="293624" y="133769"/>
                  <a:pt x="298828" y="133769"/>
                  <a:pt x="298828" y="127985"/>
                </a:cubicBezTo>
                <a:close/>
                <a:moveTo>
                  <a:pt x="394645" y="159220"/>
                </a:moveTo>
                <a:cubicBezTo>
                  <a:pt x="394645" y="152471"/>
                  <a:pt x="387900" y="152471"/>
                  <a:pt x="385585" y="152471"/>
                </a:cubicBezTo>
                <a:lnTo>
                  <a:pt x="324278" y="152471"/>
                </a:lnTo>
                <a:cubicBezTo>
                  <a:pt x="321963" y="152471"/>
                  <a:pt x="315217" y="152471"/>
                  <a:pt x="315217" y="159220"/>
                </a:cubicBezTo>
                <a:cubicBezTo>
                  <a:pt x="315217" y="165966"/>
                  <a:pt x="321963" y="165966"/>
                  <a:pt x="324278" y="165966"/>
                </a:cubicBezTo>
                <a:lnTo>
                  <a:pt x="385585" y="165966"/>
                </a:lnTo>
                <a:cubicBezTo>
                  <a:pt x="387900" y="165966"/>
                  <a:pt x="394645" y="165966"/>
                  <a:pt x="394645" y="159220"/>
                </a:cubicBezTo>
                <a:close/>
                <a:moveTo>
                  <a:pt x="495090" y="112710"/>
                </a:moveTo>
                <a:cubicBezTo>
                  <a:pt x="495090" y="107300"/>
                  <a:pt x="489501" y="107300"/>
                  <a:pt x="488345" y="107300"/>
                </a:cubicBezTo>
                <a:cubicBezTo>
                  <a:pt x="484873" y="107300"/>
                  <a:pt x="483332" y="107879"/>
                  <a:pt x="481982" y="111551"/>
                </a:cubicBezTo>
                <a:cubicBezTo>
                  <a:pt x="477740" y="121386"/>
                  <a:pt x="467329" y="123122"/>
                  <a:pt x="461931" y="123122"/>
                </a:cubicBezTo>
                <a:cubicBezTo>
                  <a:pt x="447472" y="123122"/>
                  <a:pt x="433013" y="113481"/>
                  <a:pt x="429927" y="96865"/>
                </a:cubicBezTo>
                <a:lnTo>
                  <a:pt x="487380" y="96865"/>
                </a:lnTo>
                <a:cubicBezTo>
                  <a:pt x="491428" y="96865"/>
                  <a:pt x="495090" y="96865"/>
                  <a:pt x="495090" y="89733"/>
                </a:cubicBezTo>
                <a:cubicBezTo>
                  <a:pt x="495090" y="67748"/>
                  <a:pt x="482752" y="48852"/>
                  <a:pt x="457689" y="48852"/>
                </a:cubicBezTo>
                <a:cubicBezTo>
                  <a:pt x="434746" y="48852"/>
                  <a:pt x="416239" y="68136"/>
                  <a:pt x="416239" y="91855"/>
                </a:cubicBezTo>
                <a:cubicBezTo>
                  <a:pt x="416239" y="115411"/>
                  <a:pt x="435711" y="134899"/>
                  <a:pt x="460580" y="134899"/>
                </a:cubicBezTo>
                <a:cubicBezTo>
                  <a:pt x="486030" y="134899"/>
                  <a:pt x="495090" y="117538"/>
                  <a:pt x="495090" y="112707"/>
                </a:cubicBezTo>
                <a:lnTo>
                  <a:pt x="495090" y="112710"/>
                </a:lnTo>
                <a:moveTo>
                  <a:pt x="481402" y="85297"/>
                </a:moveTo>
                <a:lnTo>
                  <a:pt x="430121" y="85297"/>
                </a:lnTo>
                <a:cubicBezTo>
                  <a:pt x="432819" y="71219"/>
                  <a:pt x="444195" y="60614"/>
                  <a:pt x="457689" y="60614"/>
                </a:cubicBezTo>
                <a:cubicBezTo>
                  <a:pt x="467714" y="60614"/>
                  <a:pt x="479666" y="65436"/>
                  <a:pt x="481402" y="85297"/>
                </a:cubicBezTo>
                <a:close/>
                <a:moveTo>
                  <a:pt x="605561" y="127985"/>
                </a:moveTo>
                <a:cubicBezTo>
                  <a:pt x="605561" y="122010"/>
                  <a:pt x="600742" y="122010"/>
                  <a:pt x="597656" y="122010"/>
                </a:cubicBezTo>
                <a:lnTo>
                  <a:pt x="589172" y="122010"/>
                </a:lnTo>
                <a:lnTo>
                  <a:pt x="589172" y="77348"/>
                </a:lnTo>
                <a:cubicBezTo>
                  <a:pt x="589172" y="57898"/>
                  <a:pt x="579341" y="49605"/>
                  <a:pt x="564111" y="49605"/>
                </a:cubicBezTo>
                <a:cubicBezTo>
                  <a:pt x="551194" y="49605"/>
                  <a:pt x="542519" y="56162"/>
                  <a:pt x="538853" y="59825"/>
                </a:cubicBezTo>
                <a:cubicBezTo>
                  <a:pt x="538853" y="53629"/>
                  <a:pt x="538853" y="50734"/>
                  <a:pt x="531143" y="50734"/>
                </a:cubicBezTo>
                <a:lnTo>
                  <a:pt x="517069" y="50734"/>
                </a:lnTo>
                <a:cubicBezTo>
                  <a:pt x="513983" y="50734"/>
                  <a:pt x="509165" y="50734"/>
                  <a:pt x="509165" y="56713"/>
                </a:cubicBezTo>
                <a:cubicBezTo>
                  <a:pt x="509165" y="62496"/>
                  <a:pt x="514178" y="62496"/>
                  <a:pt x="516875" y="62496"/>
                </a:cubicBezTo>
                <a:lnTo>
                  <a:pt x="525553" y="62496"/>
                </a:lnTo>
                <a:lnTo>
                  <a:pt x="525553" y="122010"/>
                </a:lnTo>
                <a:lnTo>
                  <a:pt x="517069" y="122010"/>
                </a:lnTo>
                <a:cubicBezTo>
                  <a:pt x="513983" y="122010"/>
                  <a:pt x="509165" y="122010"/>
                  <a:pt x="509165" y="127985"/>
                </a:cubicBezTo>
                <a:cubicBezTo>
                  <a:pt x="509165" y="133769"/>
                  <a:pt x="514178" y="133769"/>
                  <a:pt x="516875" y="133769"/>
                </a:cubicBezTo>
                <a:lnTo>
                  <a:pt x="547531" y="133769"/>
                </a:lnTo>
                <a:cubicBezTo>
                  <a:pt x="550229" y="133769"/>
                  <a:pt x="555242" y="133769"/>
                  <a:pt x="555242" y="127985"/>
                </a:cubicBezTo>
                <a:cubicBezTo>
                  <a:pt x="555242" y="122010"/>
                  <a:pt x="550423" y="122010"/>
                  <a:pt x="547337" y="122010"/>
                </a:cubicBezTo>
                <a:lnTo>
                  <a:pt x="538853" y="122010"/>
                </a:lnTo>
                <a:lnTo>
                  <a:pt x="538853" y="87921"/>
                </a:lnTo>
                <a:cubicBezTo>
                  <a:pt x="538853" y="68683"/>
                  <a:pt x="553121" y="61367"/>
                  <a:pt x="562955" y="61367"/>
                </a:cubicBezTo>
                <a:cubicBezTo>
                  <a:pt x="573172" y="61367"/>
                  <a:pt x="575870" y="66759"/>
                  <a:pt x="575870" y="78310"/>
                </a:cubicBezTo>
                <a:lnTo>
                  <a:pt x="575870" y="122010"/>
                </a:lnTo>
                <a:lnTo>
                  <a:pt x="568353" y="122010"/>
                </a:lnTo>
                <a:cubicBezTo>
                  <a:pt x="565267" y="122010"/>
                  <a:pt x="560449" y="122010"/>
                  <a:pt x="560449" y="127985"/>
                </a:cubicBezTo>
                <a:cubicBezTo>
                  <a:pt x="560449" y="133769"/>
                  <a:pt x="565653" y="133769"/>
                  <a:pt x="568353" y="133769"/>
                </a:cubicBezTo>
                <a:lnTo>
                  <a:pt x="597850" y="133769"/>
                </a:lnTo>
                <a:cubicBezTo>
                  <a:pt x="600548" y="133769"/>
                  <a:pt x="605561" y="133769"/>
                  <a:pt x="605561" y="127985"/>
                </a:cubicBezTo>
                <a:close/>
                <a:moveTo>
                  <a:pt x="706777" y="127794"/>
                </a:moveTo>
                <a:cubicBezTo>
                  <a:pt x="706777" y="122010"/>
                  <a:pt x="701764" y="122010"/>
                  <a:pt x="699066" y="122010"/>
                </a:cubicBezTo>
                <a:lnTo>
                  <a:pt x="690388" y="122010"/>
                </a:lnTo>
                <a:lnTo>
                  <a:pt x="690388" y="23807"/>
                </a:lnTo>
                <a:cubicBezTo>
                  <a:pt x="690388" y="17831"/>
                  <a:pt x="689232" y="15901"/>
                  <a:pt x="682678" y="15901"/>
                </a:cubicBezTo>
                <a:lnTo>
                  <a:pt x="668604" y="15901"/>
                </a:lnTo>
                <a:cubicBezTo>
                  <a:pt x="665518" y="15901"/>
                  <a:pt x="660700" y="15901"/>
                  <a:pt x="660700" y="21880"/>
                </a:cubicBezTo>
                <a:cubicBezTo>
                  <a:pt x="660700" y="27663"/>
                  <a:pt x="665712" y="27663"/>
                  <a:pt x="668410" y="27663"/>
                </a:cubicBezTo>
                <a:lnTo>
                  <a:pt x="677085" y="27663"/>
                </a:lnTo>
                <a:lnTo>
                  <a:pt x="677085" y="58284"/>
                </a:lnTo>
                <a:cubicBezTo>
                  <a:pt x="670725" y="52691"/>
                  <a:pt x="662821" y="49605"/>
                  <a:pt x="654531" y="49605"/>
                </a:cubicBezTo>
                <a:cubicBezTo>
                  <a:pt x="633515" y="49605"/>
                  <a:pt x="615008" y="67913"/>
                  <a:pt x="615008" y="92363"/>
                </a:cubicBezTo>
                <a:cubicBezTo>
                  <a:pt x="615008" y="116196"/>
                  <a:pt x="632359" y="134899"/>
                  <a:pt x="652795" y="134899"/>
                </a:cubicBezTo>
                <a:cubicBezTo>
                  <a:pt x="663591" y="134899"/>
                  <a:pt x="671687" y="129694"/>
                  <a:pt x="677085" y="124102"/>
                </a:cubicBezTo>
                <a:cubicBezTo>
                  <a:pt x="677085" y="131071"/>
                  <a:pt x="677085" y="133769"/>
                  <a:pt x="684799" y="133769"/>
                </a:cubicBezTo>
                <a:lnTo>
                  <a:pt x="698872" y="133769"/>
                </a:lnTo>
                <a:cubicBezTo>
                  <a:pt x="701958" y="133769"/>
                  <a:pt x="706777" y="133769"/>
                  <a:pt x="706777" y="127794"/>
                </a:cubicBezTo>
                <a:moveTo>
                  <a:pt x="677085" y="96365"/>
                </a:moveTo>
                <a:cubicBezTo>
                  <a:pt x="677085" y="107168"/>
                  <a:pt x="668410" y="123140"/>
                  <a:pt x="653566" y="123140"/>
                </a:cubicBezTo>
                <a:cubicBezTo>
                  <a:pt x="639878" y="123140"/>
                  <a:pt x="628311" y="109477"/>
                  <a:pt x="628311" y="92349"/>
                </a:cubicBezTo>
                <a:cubicBezTo>
                  <a:pt x="628311" y="73876"/>
                  <a:pt x="641805" y="61367"/>
                  <a:pt x="655301" y="61367"/>
                </a:cubicBezTo>
                <a:cubicBezTo>
                  <a:pt x="667639" y="61367"/>
                  <a:pt x="677085" y="72143"/>
                  <a:pt x="677085" y="82728"/>
                </a:cubicBezTo>
                <a:lnTo>
                  <a:pt x="677085" y="96365"/>
                </a:lnTo>
                <a:close/>
                <a:moveTo>
                  <a:pt x="799508" y="159220"/>
                </a:moveTo>
                <a:cubicBezTo>
                  <a:pt x="799508" y="152471"/>
                  <a:pt x="792763" y="152471"/>
                  <a:pt x="790448" y="152471"/>
                </a:cubicBezTo>
                <a:lnTo>
                  <a:pt x="729141" y="152471"/>
                </a:lnTo>
                <a:cubicBezTo>
                  <a:pt x="726826" y="152471"/>
                  <a:pt x="720080" y="152471"/>
                  <a:pt x="720080" y="159220"/>
                </a:cubicBezTo>
                <a:cubicBezTo>
                  <a:pt x="720080" y="165966"/>
                  <a:pt x="726826" y="165966"/>
                  <a:pt x="729141" y="165966"/>
                </a:cubicBezTo>
                <a:lnTo>
                  <a:pt x="790448" y="165966"/>
                </a:lnTo>
                <a:cubicBezTo>
                  <a:pt x="792763" y="165966"/>
                  <a:pt x="799508" y="165966"/>
                  <a:pt x="799508" y="159220"/>
                </a:cubicBezTo>
                <a:close/>
                <a:moveTo>
                  <a:pt x="909208" y="127985"/>
                </a:moveTo>
                <a:cubicBezTo>
                  <a:pt x="909208" y="122010"/>
                  <a:pt x="904389" y="122010"/>
                  <a:pt x="901304" y="122010"/>
                </a:cubicBezTo>
                <a:lnTo>
                  <a:pt x="892819" y="122010"/>
                </a:lnTo>
                <a:lnTo>
                  <a:pt x="892819" y="77348"/>
                </a:lnTo>
                <a:cubicBezTo>
                  <a:pt x="892819" y="57898"/>
                  <a:pt x="882988" y="49605"/>
                  <a:pt x="867759" y="49605"/>
                </a:cubicBezTo>
                <a:cubicBezTo>
                  <a:pt x="854841" y="49605"/>
                  <a:pt x="846166" y="56162"/>
                  <a:pt x="842500" y="59825"/>
                </a:cubicBezTo>
                <a:lnTo>
                  <a:pt x="842500" y="23807"/>
                </a:lnTo>
                <a:cubicBezTo>
                  <a:pt x="842500" y="17831"/>
                  <a:pt x="841344" y="15901"/>
                  <a:pt x="834790" y="15901"/>
                </a:cubicBezTo>
                <a:lnTo>
                  <a:pt x="820717" y="15901"/>
                </a:lnTo>
                <a:cubicBezTo>
                  <a:pt x="817631" y="15901"/>
                  <a:pt x="812812" y="15901"/>
                  <a:pt x="812812" y="21880"/>
                </a:cubicBezTo>
                <a:cubicBezTo>
                  <a:pt x="812812" y="27663"/>
                  <a:pt x="817825" y="27663"/>
                  <a:pt x="820523" y="27663"/>
                </a:cubicBezTo>
                <a:lnTo>
                  <a:pt x="829201" y="27663"/>
                </a:lnTo>
                <a:lnTo>
                  <a:pt x="829201" y="122010"/>
                </a:lnTo>
                <a:lnTo>
                  <a:pt x="820717" y="122010"/>
                </a:lnTo>
                <a:cubicBezTo>
                  <a:pt x="817631" y="122010"/>
                  <a:pt x="812812" y="122010"/>
                  <a:pt x="812812" y="127985"/>
                </a:cubicBezTo>
                <a:cubicBezTo>
                  <a:pt x="812812" y="133769"/>
                  <a:pt x="817825" y="133769"/>
                  <a:pt x="820523" y="133769"/>
                </a:cubicBezTo>
                <a:lnTo>
                  <a:pt x="851179" y="133769"/>
                </a:lnTo>
                <a:cubicBezTo>
                  <a:pt x="853876" y="133769"/>
                  <a:pt x="858889" y="133769"/>
                  <a:pt x="858889" y="127985"/>
                </a:cubicBezTo>
                <a:cubicBezTo>
                  <a:pt x="858889" y="122010"/>
                  <a:pt x="854070" y="122010"/>
                  <a:pt x="850985" y="122010"/>
                </a:cubicBezTo>
                <a:lnTo>
                  <a:pt x="842500" y="122010"/>
                </a:lnTo>
                <a:lnTo>
                  <a:pt x="842500" y="87936"/>
                </a:lnTo>
                <a:cubicBezTo>
                  <a:pt x="842500" y="68683"/>
                  <a:pt x="856768" y="61367"/>
                  <a:pt x="866602" y="61367"/>
                </a:cubicBezTo>
                <a:cubicBezTo>
                  <a:pt x="876819" y="61367"/>
                  <a:pt x="879517" y="66759"/>
                  <a:pt x="879517" y="78310"/>
                </a:cubicBezTo>
                <a:lnTo>
                  <a:pt x="879517" y="122010"/>
                </a:lnTo>
                <a:lnTo>
                  <a:pt x="872001" y="122010"/>
                </a:lnTo>
                <a:cubicBezTo>
                  <a:pt x="868915" y="122010"/>
                  <a:pt x="864096" y="122010"/>
                  <a:pt x="864096" y="127985"/>
                </a:cubicBezTo>
                <a:cubicBezTo>
                  <a:pt x="864096" y="133769"/>
                  <a:pt x="869300" y="133769"/>
                  <a:pt x="872001" y="133769"/>
                </a:cubicBezTo>
                <a:lnTo>
                  <a:pt x="901498" y="133769"/>
                </a:lnTo>
                <a:cubicBezTo>
                  <a:pt x="904195" y="133769"/>
                  <a:pt x="909208" y="133769"/>
                  <a:pt x="909208" y="127985"/>
                </a:cubicBezTo>
                <a:close/>
                <a:moveTo>
                  <a:pt x="1001169" y="112710"/>
                </a:moveTo>
                <a:cubicBezTo>
                  <a:pt x="1001169" y="107300"/>
                  <a:pt x="995580" y="107300"/>
                  <a:pt x="994424" y="107300"/>
                </a:cubicBezTo>
                <a:cubicBezTo>
                  <a:pt x="990952" y="107300"/>
                  <a:pt x="989411" y="107879"/>
                  <a:pt x="988061" y="111551"/>
                </a:cubicBezTo>
                <a:cubicBezTo>
                  <a:pt x="983818" y="121386"/>
                  <a:pt x="973408" y="123122"/>
                  <a:pt x="968009" y="123122"/>
                </a:cubicBezTo>
                <a:cubicBezTo>
                  <a:pt x="953551" y="123122"/>
                  <a:pt x="939092" y="113481"/>
                  <a:pt x="936006" y="96865"/>
                </a:cubicBezTo>
                <a:lnTo>
                  <a:pt x="993459" y="96865"/>
                </a:lnTo>
                <a:cubicBezTo>
                  <a:pt x="997507" y="96865"/>
                  <a:pt x="1001169" y="96865"/>
                  <a:pt x="1001169" y="89733"/>
                </a:cubicBezTo>
                <a:cubicBezTo>
                  <a:pt x="1001169" y="67748"/>
                  <a:pt x="988831" y="48852"/>
                  <a:pt x="963767" y="48852"/>
                </a:cubicBezTo>
                <a:cubicBezTo>
                  <a:pt x="940825" y="48852"/>
                  <a:pt x="922318" y="68136"/>
                  <a:pt x="922318" y="91855"/>
                </a:cubicBezTo>
                <a:cubicBezTo>
                  <a:pt x="922318" y="115411"/>
                  <a:pt x="941789" y="134899"/>
                  <a:pt x="966659" y="134899"/>
                </a:cubicBezTo>
                <a:cubicBezTo>
                  <a:pt x="992108" y="134899"/>
                  <a:pt x="1001169" y="117538"/>
                  <a:pt x="1001169" y="112707"/>
                </a:cubicBezTo>
                <a:lnTo>
                  <a:pt x="1001169" y="112710"/>
                </a:lnTo>
                <a:moveTo>
                  <a:pt x="987481" y="85297"/>
                </a:moveTo>
                <a:lnTo>
                  <a:pt x="936200" y="85297"/>
                </a:lnTo>
                <a:cubicBezTo>
                  <a:pt x="938898" y="71219"/>
                  <a:pt x="950273" y="60614"/>
                  <a:pt x="963767" y="60614"/>
                </a:cubicBezTo>
                <a:cubicBezTo>
                  <a:pt x="973793" y="60614"/>
                  <a:pt x="985745" y="65436"/>
                  <a:pt x="987481" y="85297"/>
                </a:cubicBezTo>
                <a:close/>
                <a:moveTo>
                  <a:pt x="1106821" y="61561"/>
                </a:moveTo>
                <a:cubicBezTo>
                  <a:pt x="1106821" y="57704"/>
                  <a:pt x="1104506" y="49605"/>
                  <a:pt x="1088506" y="49605"/>
                </a:cubicBezTo>
                <a:cubicBezTo>
                  <a:pt x="1078671" y="49605"/>
                  <a:pt x="1066333" y="53076"/>
                  <a:pt x="1055731" y="65224"/>
                </a:cubicBezTo>
                <a:lnTo>
                  <a:pt x="1055731" y="58669"/>
                </a:lnTo>
                <a:cubicBezTo>
                  <a:pt x="1055731" y="52664"/>
                  <a:pt x="1054572" y="50734"/>
                  <a:pt x="1048018" y="50734"/>
                </a:cubicBezTo>
                <a:lnTo>
                  <a:pt x="1026811" y="50734"/>
                </a:lnTo>
                <a:cubicBezTo>
                  <a:pt x="1023919" y="50734"/>
                  <a:pt x="1019100" y="50734"/>
                  <a:pt x="1019100" y="56521"/>
                </a:cubicBezTo>
                <a:cubicBezTo>
                  <a:pt x="1019100" y="62496"/>
                  <a:pt x="1023728" y="62496"/>
                  <a:pt x="1026811" y="62496"/>
                </a:cubicBezTo>
                <a:lnTo>
                  <a:pt x="1042429" y="62496"/>
                </a:lnTo>
                <a:lnTo>
                  <a:pt x="1042429" y="122010"/>
                </a:lnTo>
                <a:lnTo>
                  <a:pt x="1026811" y="122010"/>
                </a:lnTo>
                <a:cubicBezTo>
                  <a:pt x="1023919" y="122010"/>
                  <a:pt x="1019100" y="122010"/>
                  <a:pt x="1019100" y="127794"/>
                </a:cubicBezTo>
                <a:cubicBezTo>
                  <a:pt x="1019100" y="133769"/>
                  <a:pt x="1023728" y="133769"/>
                  <a:pt x="1026811" y="133769"/>
                </a:cubicBezTo>
                <a:lnTo>
                  <a:pt x="1077130" y="133769"/>
                </a:lnTo>
                <a:cubicBezTo>
                  <a:pt x="1080021" y="133769"/>
                  <a:pt x="1085034" y="133769"/>
                  <a:pt x="1085034" y="127985"/>
                </a:cubicBezTo>
                <a:cubicBezTo>
                  <a:pt x="1085034" y="122010"/>
                  <a:pt x="1080021" y="122010"/>
                  <a:pt x="1077130" y="122010"/>
                </a:cubicBezTo>
                <a:lnTo>
                  <a:pt x="1055731" y="122010"/>
                </a:lnTo>
                <a:lnTo>
                  <a:pt x="1055731" y="97936"/>
                </a:lnTo>
                <a:cubicBezTo>
                  <a:pt x="1055731" y="79878"/>
                  <a:pt x="1067104" y="61367"/>
                  <a:pt x="1090432" y="61367"/>
                </a:cubicBezTo>
                <a:cubicBezTo>
                  <a:pt x="1090627" y="65995"/>
                  <a:pt x="1093904" y="69851"/>
                  <a:pt x="1098722" y="69851"/>
                </a:cubicBezTo>
                <a:cubicBezTo>
                  <a:pt x="1102964" y="69851"/>
                  <a:pt x="1106821" y="66765"/>
                  <a:pt x="1106821" y="61561"/>
                </a:cubicBezTo>
                <a:close/>
                <a:moveTo>
                  <a:pt x="1203601" y="112710"/>
                </a:moveTo>
                <a:cubicBezTo>
                  <a:pt x="1203601" y="107300"/>
                  <a:pt x="1198011" y="107300"/>
                  <a:pt x="1196855" y="107300"/>
                </a:cubicBezTo>
                <a:cubicBezTo>
                  <a:pt x="1193384" y="107300"/>
                  <a:pt x="1191842" y="107879"/>
                  <a:pt x="1190492" y="111551"/>
                </a:cubicBezTo>
                <a:cubicBezTo>
                  <a:pt x="1186250" y="121386"/>
                  <a:pt x="1175839" y="123122"/>
                  <a:pt x="1170441" y="123122"/>
                </a:cubicBezTo>
                <a:cubicBezTo>
                  <a:pt x="1155982" y="123122"/>
                  <a:pt x="1141523" y="113481"/>
                  <a:pt x="1138437" y="96865"/>
                </a:cubicBezTo>
                <a:lnTo>
                  <a:pt x="1195890" y="96865"/>
                </a:lnTo>
                <a:cubicBezTo>
                  <a:pt x="1199938" y="96865"/>
                  <a:pt x="1203601" y="96865"/>
                  <a:pt x="1203601" y="89733"/>
                </a:cubicBezTo>
                <a:cubicBezTo>
                  <a:pt x="1203601" y="67748"/>
                  <a:pt x="1191263" y="48852"/>
                  <a:pt x="1166199" y="48852"/>
                </a:cubicBezTo>
                <a:cubicBezTo>
                  <a:pt x="1143256" y="48852"/>
                  <a:pt x="1124749" y="68136"/>
                  <a:pt x="1124749" y="91855"/>
                </a:cubicBezTo>
                <a:cubicBezTo>
                  <a:pt x="1124749" y="115411"/>
                  <a:pt x="1144221" y="134899"/>
                  <a:pt x="1169091" y="134899"/>
                </a:cubicBezTo>
                <a:cubicBezTo>
                  <a:pt x="1194540" y="134899"/>
                  <a:pt x="1203601" y="117538"/>
                  <a:pt x="1203601" y="112707"/>
                </a:cubicBezTo>
                <a:lnTo>
                  <a:pt x="1203601" y="112710"/>
                </a:lnTo>
                <a:moveTo>
                  <a:pt x="1189912" y="85297"/>
                </a:moveTo>
                <a:lnTo>
                  <a:pt x="1138631" y="85297"/>
                </a:lnTo>
                <a:cubicBezTo>
                  <a:pt x="1141329" y="71219"/>
                  <a:pt x="1152705" y="60614"/>
                  <a:pt x="1166199" y="60614"/>
                </a:cubicBezTo>
                <a:cubicBezTo>
                  <a:pt x="1176224" y="60614"/>
                  <a:pt x="1188177" y="65436"/>
                  <a:pt x="1189912" y="85297"/>
                </a:cubicBezTo>
                <a:close/>
                <a:moveTo>
                  <a:pt x="1410274" y="60119"/>
                </a:moveTo>
                <a:cubicBezTo>
                  <a:pt x="1410274" y="53370"/>
                  <a:pt x="1403140" y="53370"/>
                  <a:pt x="1400443" y="53370"/>
                </a:cubicBezTo>
                <a:lnTo>
                  <a:pt x="1333735" y="53370"/>
                </a:lnTo>
                <a:cubicBezTo>
                  <a:pt x="1331037" y="53370"/>
                  <a:pt x="1323904" y="53370"/>
                  <a:pt x="1323904" y="60119"/>
                </a:cubicBezTo>
                <a:cubicBezTo>
                  <a:pt x="1323904" y="66868"/>
                  <a:pt x="1330267" y="66868"/>
                  <a:pt x="1332579" y="66868"/>
                </a:cubicBezTo>
                <a:lnTo>
                  <a:pt x="1401599" y="66868"/>
                </a:lnTo>
                <a:cubicBezTo>
                  <a:pt x="1403911" y="66868"/>
                  <a:pt x="1410274" y="66868"/>
                  <a:pt x="1410274" y="60119"/>
                </a:cubicBezTo>
                <a:moveTo>
                  <a:pt x="1410274" y="89366"/>
                </a:moveTo>
                <a:cubicBezTo>
                  <a:pt x="1410274" y="82617"/>
                  <a:pt x="1403911" y="82617"/>
                  <a:pt x="1401599" y="82617"/>
                </a:cubicBezTo>
                <a:lnTo>
                  <a:pt x="1332579" y="82617"/>
                </a:lnTo>
                <a:cubicBezTo>
                  <a:pt x="1330267" y="82617"/>
                  <a:pt x="1323904" y="82617"/>
                  <a:pt x="1323904" y="89366"/>
                </a:cubicBezTo>
                <a:cubicBezTo>
                  <a:pt x="1323904" y="96112"/>
                  <a:pt x="1331037" y="96112"/>
                  <a:pt x="1333735" y="96112"/>
                </a:cubicBezTo>
                <a:lnTo>
                  <a:pt x="1400443" y="96112"/>
                </a:lnTo>
                <a:cubicBezTo>
                  <a:pt x="1403140" y="96112"/>
                  <a:pt x="1410274" y="96112"/>
                  <a:pt x="1410274" y="89366"/>
                </a:cubicBezTo>
                <a:close/>
                <a:moveTo>
                  <a:pt x="1614632" y="127985"/>
                </a:moveTo>
                <a:cubicBezTo>
                  <a:pt x="1614632" y="122010"/>
                  <a:pt x="1609620" y="122010"/>
                  <a:pt x="1606728" y="122010"/>
                </a:cubicBezTo>
                <a:lnTo>
                  <a:pt x="1599018" y="122010"/>
                </a:lnTo>
                <a:lnTo>
                  <a:pt x="1574339" y="91001"/>
                </a:lnTo>
                <a:lnTo>
                  <a:pt x="1596317" y="62496"/>
                </a:lnTo>
                <a:lnTo>
                  <a:pt x="1604030" y="62496"/>
                </a:lnTo>
                <a:cubicBezTo>
                  <a:pt x="1606728" y="62496"/>
                  <a:pt x="1611935" y="62496"/>
                  <a:pt x="1611935" y="56713"/>
                </a:cubicBezTo>
                <a:cubicBezTo>
                  <a:pt x="1611935" y="50734"/>
                  <a:pt x="1606922" y="50734"/>
                  <a:pt x="1604030" y="50734"/>
                </a:cubicBezTo>
                <a:lnTo>
                  <a:pt x="1581473" y="50734"/>
                </a:lnTo>
                <a:cubicBezTo>
                  <a:pt x="1578581" y="50734"/>
                  <a:pt x="1573762" y="50734"/>
                  <a:pt x="1573762" y="56521"/>
                </a:cubicBezTo>
                <a:cubicBezTo>
                  <a:pt x="1573762" y="62496"/>
                  <a:pt x="1578004" y="62496"/>
                  <a:pt x="1583208" y="62496"/>
                </a:cubicBezTo>
                <a:lnTo>
                  <a:pt x="1568941" y="81949"/>
                </a:lnTo>
                <a:lnTo>
                  <a:pt x="1554291" y="62496"/>
                </a:lnTo>
                <a:cubicBezTo>
                  <a:pt x="1559304" y="62496"/>
                  <a:pt x="1563543" y="62496"/>
                  <a:pt x="1563543" y="56521"/>
                </a:cubicBezTo>
                <a:cubicBezTo>
                  <a:pt x="1563543" y="50734"/>
                  <a:pt x="1558724" y="50734"/>
                  <a:pt x="1555832" y="50734"/>
                </a:cubicBezTo>
                <a:lnTo>
                  <a:pt x="1533275" y="50734"/>
                </a:lnTo>
                <a:cubicBezTo>
                  <a:pt x="1530383" y="50734"/>
                  <a:pt x="1525370" y="50734"/>
                  <a:pt x="1525370" y="56713"/>
                </a:cubicBezTo>
                <a:cubicBezTo>
                  <a:pt x="1525370" y="62496"/>
                  <a:pt x="1530577" y="62496"/>
                  <a:pt x="1533275" y="62496"/>
                </a:cubicBezTo>
                <a:lnTo>
                  <a:pt x="1540988" y="62496"/>
                </a:lnTo>
                <a:lnTo>
                  <a:pt x="1563737" y="91001"/>
                </a:lnTo>
                <a:lnTo>
                  <a:pt x="1539829" y="122010"/>
                </a:lnTo>
                <a:lnTo>
                  <a:pt x="1532119" y="122010"/>
                </a:lnTo>
                <a:cubicBezTo>
                  <a:pt x="1529227" y="122010"/>
                  <a:pt x="1524214" y="122010"/>
                  <a:pt x="1524214" y="127985"/>
                </a:cubicBezTo>
                <a:cubicBezTo>
                  <a:pt x="1524214" y="133769"/>
                  <a:pt x="1529418" y="133769"/>
                  <a:pt x="1532119" y="133769"/>
                </a:cubicBezTo>
                <a:lnTo>
                  <a:pt x="1554676" y="133769"/>
                </a:lnTo>
                <a:cubicBezTo>
                  <a:pt x="1557568" y="133769"/>
                  <a:pt x="1562387" y="133769"/>
                  <a:pt x="1562387" y="127985"/>
                </a:cubicBezTo>
                <a:cubicBezTo>
                  <a:pt x="1562387" y="122010"/>
                  <a:pt x="1558339" y="122010"/>
                  <a:pt x="1552361" y="122010"/>
                </a:cubicBezTo>
                <a:lnTo>
                  <a:pt x="1568941" y="98295"/>
                </a:lnTo>
                <a:lnTo>
                  <a:pt x="1586100" y="122010"/>
                </a:lnTo>
                <a:cubicBezTo>
                  <a:pt x="1580702" y="122010"/>
                  <a:pt x="1576460" y="122010"/>
                  <a:pt x="1576460" y="127985"/>
                </a:cubicBezTo>
                <a:cubicBezTo>
                  <a:pt x="1576460" y="133769"/>
                  <a:pt x="1581282" y="133769"/>
                  <a:pt x="1584173" y="133769"/>
                </a:cubicBezTo>
                <a:lnTo>
                  <a:pt x="1606728" y="133769"/>
                </a:lnTo>
                <a:cubicBezTo>
                  <a:pt x="1609428" y="133769"/>
                  <a:pt x="1614632" y="133769"/>
                  <a:pt x="1614632" y="127985"/>
                </a:cubicBezTo>
                <a:close/>
                <a:moveTo>
                  <a:pt x="1708717" y="109630"/>
                </a:moveTo>
                <a:cubicBezTo>
                  <a:pt x="1708717" y="89560"/>
                  <a:pt x="1683845" y="85509"/>
                  <a:pt x="1677676" y="84544"/>
                </a:cubicBezTo>
                <a:lnTo>
                  <a:pt x="1664567" y="82228"/>
                </a:lnTo>
                <a:cubicBezTo>
                  <a:pt x="1658975" y="81455"/>
                  <a:pt x="1645866" y="79139"/>
                  <a:pt x="1645866" y="71614"/>
                </a:cubicBezTo>
                <a:cubicBezTo>
                  <a:pt x="1645866" y="66598"/>
                  <a:pt x="1652035" y="60614"/>
                  <a:pt x="1670351" y="60614"/>
                </a:cubicBezTo>
                <a:cubicBezTo>
                  <a:pt x="1686351" y="60614"/>
                  <a:pt x="1689052" y="66403"/>
                  <a:pt x="1689631" y="71420"/>
                </a:cubicBezTo>
                <a:cubicBezTo>
                  <a:pt x="1689822" y="74703"/>
                  <a:pt x="1690208" y="77983"/>
                  <a:pt x="1696185" y="77983"/>
                </a:cubicBezTo>
                <a:cubicBezTo>
                  <a:pt x="1702934" y="77983"/>
                  <a:pt x="1702934" y="73929"/>
                  <a:pt x="1702934" y="70069"/>
                </a:cubicBezTo>
                <a:lnTo>
                  <a:pt x="1702934" y="56757"/>
                </a:lnTo>
                <a:cubicBezTo>
                  <a:pt x="1702934" y="53673"/>
                  <a:pt x="1702934" y="48852"/>
                  <a:pt x="1697147" y="48852"/>
                </a:cubicBezTo>
                <a:cubicBezTo>
                  <a:pt x="1692523" y="48852"/>
                  <a:pt x="1691749" y="51552"/>
                  <a:pt x="1691364" y="52903"/>
                </a:cubicBezTo>
                <a:cubicBezTo>
                  <a:pt x="1682883" y="48852"/>
                  <a:pt x="1674399" y="48852"/>
                  <a:pt x="1670736" y="48852"/>
                </a:cubicBezTo>
                <a:cubicBezTo>
                  <a:pt x="1638538" y="48852"/>
                  <a:pt x="1634105" y="64668"/>
                  <a:pt x="1634105" y="71614"/>
                </a:cubicBezTo>
                <a:cubicBezTo>
                  <a:pt x="1634105" y="89369"/>
                  <a:pt x="1654348" y="92649"/>
                  <a:pt x="1672086" y="95350"/>
                </a:cubicBezTo>
                <a:cubicBezTo>
                  <a:pt x="1681532" y="96894"/>
                  <a:pt x="1696956" y="99404"/>
                  <a:pt x="1696956" y="109630"/>
                </a:cubicBezTo>
                <a:cubicBezTo>
                  <a:pt x="1696956" y="116770"/>
                  <a:pt x="1689822" y="123140"/>
                  <a:pt x="1672278" y="123140"/>
                </a:cubicBezTo>
                <a:cubicBezTo>
                  <a:pt x="1663217" y="123140"/>
                  <a:pt x="1652421" y="121015"/>
                  <a:pt x="1647602" y="105964"/>
                </a:cubicBezTo>
                <a:cubicBezTo>
                  <a:pt x="1646637" y="102490"/>
                  <a:pt x="1645866" y="100369"/>
                  <a:pt x="1640854" y="100369"/>
                </a:cubicBezTo>
                <a:cubicBezTo>
                  <a:pt x="1634105" y="100369"/>
                  <a:pt x="1634105" y="104420"/>
                  <a:pt x="1634105" y="108280"/>
                </a:cubicBezTo>
                <a:lnTo>
                  <a:pt x="1634105" y="126996"/>
                </a:lnTo>
                <a:cubicBezTo>
                  <a:pt x="1634105" y="130080"/>
                  <a:pt x="1634105" y="134899"/>
                  <a:pt x="1639889" y="134899"/>
                </a:cubicBezTo>
                <a:cubicBezTo>
                  <a:pt x="1641624" y="134899"/>
                  <a:pt x="1644710" y="134707"/>
                  <a:pt x="1647023" y="127573"/>
                </a:cubicBezTo>
                <a:cubicBezTo>
                  <a:pt x="1656469" y="134513"/>
                  <a:pt x="1666688" y="134899"/>
                  <a:pt x="1672086" y="134899"/>
                </a:cubicBezTo>
                <a:cubicBezTo>
                  <a:pt x="1702546" y="134899"/>
                  <a:pt x="1708717" y="118894"/>
                  <a:pt x="1708717" y="109630"/>
                </a:cubicBezTo>
                <a:close/>
                <a:moveTo>
                  <a:pt x="1814558" y="143989"/>
                </a:moveTo>
                <a:cubicBezTo>
                  <a:pt x="1814558" y="138014"/>
                  <a:pt x="1809933" y="138014"/>
                  <a:pt x="1806847" y="138014"/>
                </a:cubicBezTo>
                <a:lnTo>
                  <a:pt x="1777544" y="138014"/>
                </a:lnTo>
                <a:lnTo>
                  <a:pt x="1777544" y="11759"/>
                </a:lnTo>
                <a:lnTo>
                  <a:pt x="1806847" y="11759"/>
                </a:lnTo>
                <a:cubicBezTo>
                  <a:pt x="1809739" y="11759"/>
                  <a:pt x="1814558" y="11759"/>
                  <a:pt x="1814558" y="5975"/>
                </a:cubicBezTo>
                <a:cubicBezTo>
                  <a:pt x="1814558" y="0"/>
                  <a:pt x="1809933" y="0"/>
                  <a:pt x="1806847" y="0"/>
                </a:cubicBezTo>
                <a:lnTo>
                  <a:pt x="1771952" y="0"/>
                </a:lnTo>
                <a:cubicBezTo>
                  <a:pt x="1765589" y="0"/>
                  <a:pt x="1764242" y="1736"/>
                  <a:pt x="1764242" y="7905"/>
                </a:cubicBezTo>
                <a:lnTo>
                  <a:pt x="1764242" y="141871"/>
                </a:lnTo>
                <a:cubicBezTo>
                  <a:pt x="1764242" y="147846"/>
                  <a:pt x="1765398" y="149773"/>
                  <a:pt x="1771952" y="149773"/>
                </a:cubicBezTo>
                <a:lnTo>
                  <a:pt x="1806847" y="149773"/>
                </a:lnTo>
                <a:cubicBezTo>
                  <a:pt x="1809739" y="149773"/>
                  <a:pt x="1814558" y="149773"/>
                  <a:pt x="1814558" y="143989"/>
                </a:cubicBezTo>
                <a:close/>
                <a:moveTo>
                  <a:pt x="1914041" y="74932"/>
                </a:moveTo>
                <a:cubicBezTo>
                  <a:pt x="1914041" y="39084"/>
                  <a:pt x="1894375" y="13830"/>
                  <a:pt x="1873168" y="13830"/>
                </a:cubicBezTo>
                <a:cubicBezTo>
                  <a:pt x="1851575" y="13830"/>
                  <a:pt x="1832295" y="39664"/>
                  <a:pt x="1832295" y="74741"/>
                </a:cubicBezTo>
                <a:cubicBezTo>
                  <a:pt x="1832295" y="110589"/>
                  <a:pt x="1851960" y="135840"/>
                  <a:pt x="1873168" y="135840"/>
                </a:cubicBezTo>
                <a:cubicBezTo>
                  <a:pt x="1894760" y="135840"/>
                  <a:pt x="1914041" y="110009"/>
                  <a:pt x="1914041" y="74932"/>
                </a:cubicBezTo>
                <a:moveTo>
                  <a:pt x="1900738" y="72814"/>
                </a:moveTo>
                <a:cubicBezTo>
                  <a:pt x="1900738" y="101337"/>
                  <a:pt x="1888206" y="124081"/>
                  <a:pt x="1873168" y="124081"/>
                </a:cubicBezTo>
                <a:cubicBezTo>
                  <a:pt x="1858129" y="124081"/>
                  <a:pt x="1845597" y="101337"/>
                  <a:pt x="1845597" y="72814"/>
                </a:cubicBezTo>
                <a:cubicBezTo>
                  <a:pt x="1845597" y="44674"/>
                  <a:pt x="1858900" y="25592"/>
                  <a:pt x="1873168" y="25592"/>
                </a:cubicBezTo>
                <a:cubicBezTo>
                  <a:pt x="1887241" y="25592"/>
                  <a:pt x="1900738" y="44480"/>
                  <a:pt x="1900738" y="72814"/>
                </a:cubicBezTo>
                <a:close/>
                <a:moveTo>
                  <a:pt x="1982094" y="141871"/>
                </a:moveTo>
                <a:lnTo>
                  <a:pt x="1982094" y="7905"/>
                </a:lnTo>
                <a:cubicBezTo>
                  <a:pt x="1982094" y="1927"/>
                  <a:pt x="1980938" y="0"/>
                  <a:pt x="1974384" y="0"/>
                </a:cubicBezTo>
                <a:lnTo>
                  <a:pt x="1939488" y="0"/>
                </a:lnTo>
                <a:cubicBezTo>
                  <a:pt x="1936596" y="0"/>
                  <a:pt x="1931775" y="0"/>
                  <a:pt x="1931775" y="5784"/>
                </a:cubicBezTo>
                <a:cubicBezTo>
                  <a:pt x="1931775" y="11759"/>
                  <a:pt x="1936402" y="11759"/>
                  <a:pt x="1939488" y="11759"/>
                </a:cubicBezTo>
                <a:lnTo>
                  <a:pt x="1968791" y="11759"/>
                </a:lnTo>
                <a:lnTo>
                  <a:pt x="1968791" y="138014"/>
                </a:lnTo>
                <a:lnTo>
                  <a:pt x="1939488" y="138014"/>
                </a:lnTo>
                <a:cubicBezTo>
                  <a:pt x="1936596" y="138014"/>
                  <a:pt x="1931775" y="138014"/>
                  <a:pt x="1931775" y="143798"/>
                </a:cubicBezTo>
                <a:cubicBezTo>
                  <a:pt x="1931775" y="149773"/>
                  <a:pt x="1936402" y="149773"/>
                  <a:pt x="1939488" y="149773"/>
                </a:cubicBezTo>
                <a:lnTo>
                  <a:pt x="1974384" y="149773"/>
                </a:lnTo>
                <a:cubicBezTo>
                  <a:pt x="1980747" y="149773"/>
                  <a:pt x="1982094" y="148040"/>
                  <a:pt x="1982094" y="1418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best_so_far=xs[0]">
            <a:extLst xmlns:a="http://schemas.openxmlformats.org/drawingml/2006/main">
              <a:ext uri="{FF2B5EF4-FFF2-40B4-BE49-F238E27FC236}">
                <a16:creationId xmlns:a16="http://schemas.microsoft.com/office/drawing/2014/main" id="{3E941FC5-7CC7-4087-8B98-C43FEC5F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44" y="3508235"/>
            <a:ext cx="1877792" cy="165966"/>
          </a:xfrm>
          <a:custGeom xmlns:a="http://schemas.openxmlformats.org/drawingml/2006/main">
            <a:pathLst>
              <a:path w="1877792" h="165966">
                <a:moveTo>
                  <a:pt x="91769" y="92158"/>
                </a:moveTo>
                <a:cubicBezTo>
                  <a:pt x="91769" y="68486"/>
                  <a:pt x="74609" y="49605"/>
                  <a:pt x="54176" y="49605"/>
                </a:cubicBezTo>
                <a:cubicBezTo>
                  <a:pt x="44921" y="49605"/>
                  <a:pt x="36246" y="53076"/>
                  <a:pt x="29688" y="59054"/>
                </a:cubicBezTo>
                <a:lnTo>
                  <a:pt x="29688" y="23807"/>
                </a:lnTo>
                <a:cubicBezTo>
                  <a:pt x="29688" y="17831"/>
                  <a:pt x="28532" y="15901"/>
                  <a:pt x="21978" y="15901"/>
                </a:cubicBezTo>
                <a:lnTo>
                  <a:pt x="7905" y="15901"/>
                </a:lnTo>
                <a:cubicBezTo>
                  <a:pt x="4819" y="15901"/>
                  <a:pt x="0" y="15901"/>
                  <a:pt x="0" y="21880"/>
                </a:cubicBezTo>
                <a:cubicBezTo>
                  <a:pt x="0" y="27663"/>
                  <a:pt x="5013" y="27663"/>
                  <a:pt x="7710" y="27663"/>
                </a:cubicBezTo>
                <a:lnTo>
                  <a:pt x="16389" y="27663"/>
                </a:lnTo>
                <a:lnTo>
                  <a:pt x="16389" y="125837"/>
                </a:lnTo>
                <a:cubicBezTo>
                  <a:pt x="16389" y="129694"/>
                  <a:pt x="16389" y="133742"/>
                  <a:pt x="23134" y="133742"/>
                </a:cubicBezTo>
                <a:cubicBezTo>
                  <a:pt x="29688" y="133742"/>
                  <a:pt x="29688" y="129888"/>
                  <a:pt x="29688" y="125067"/>
                </a:cubicBezTo>
                <a:cubicBezTo>
                  <a:pt x="37593" y="133166"/>
                  <a:pt x="45886" y="134899"/>
                  <a:pt x="52055" y="134899"/>
                </a:cubicBezTo>
                <a:cubicBezTo>
                  <a:pt x="73068" y="134899"/>
                  <a:pt x="91769" y="116597"/>
                  <a:pt x="91769" y="92158"/>
                </a:cubicBezTo>
                <a:moveTo>
                  <a:pt x="78466" y="92158"/>
                </a:moveTo>
                <a:cubicBezTo>
                  <a:pt x="78466" y="110630"/>
                  <a:pt x="64972" y="123140"/>
                  <a:pt x="51475" y="123140"/>
                </a:cubicBezTo>
                <a:cubicBezTo>
                  <a:pt x="36437" y="123140"/>
                  <a:pt x="29688" y="106206"/>
                  <a:pt x="29688" y="96968"/>
                </a:cubicBezTo>
                <a:lnTo>
                  <a:pt x="29688" y="82920"/>
                </a:lnTo>
                <a:cubicBezTo>
                  <a:pt x="29688" y="71567"/>
                  <a:pt x="40873" y="61367"/>
                  <a:pt x="53017" y="61367"/>
                </a:cubicBezTo>
                <a:cubicBezTo>
                  <a:pt x="67284" y="61367"/>
                  <a:pt x="78466" y="75415"/>
                  <a:pt x="78466" y="92158"/>
                </a:cubicBezTo>
                <a:close/>
                <a:moveTo>
                  <a:pt x="188357" y="112710"/>
                </a:moveTo>
                <a:cubicBezTo>
                  <a:pt x="188357" y="107300"/>
                  <a:pt x="182768" y="107300"/>
                  <a:pt x="181611" y="107300"/>
                </a:cubicBezTo>
                <a:cubicBezTo>
                  <a:pt x="178140" y="107300"/>
                  <a:pt x="176599" y="107879"/>
                  <a:pt x="175248" y="111551"/>
                </a:cubicBezTo>
                <a:cubicBezTo>
                  <a:pt x="171006" y="121386"/>
                  <a:pt x="160595" y="123122"/>
                  <a:pt x="155197" y="123122"/>
                </a:cubicBezTo>
                <a:cubicBezTo>
                  <a:pt x="140738" y="123122"/>
                  <a:pt x="126280" y="113481"/>
                  <a:pt x="123194" y="96865"/>
                </a:cubicBezTo>
                <a:lnTo>
                  <a:pt x="180647" y="96865"/>
                </a:lnTo>
                <a:cubicBezTo>
                  <a:pt x="184694" y="96865"/>
                  <a:pt x="188357" y="96865"/>
                  <a:pt x="188357" y="89733"/>
                </a:cubicBezTo>
                <a:cubicBezTo>
                  <a:pt x="188357" y="67748"/>
                  <a:pt x="176019" y="48852"/>
                  <a:pt x="150955" y="48852"/>
                </a:cubicBezTo>
                <a:cubicBezTo>
                  <a:pt x="128012" y="48852"/>
                  <a:pt x="109506" y="68136"/>
                  <a:pt x="109506" y="91855"/>
                </a:cubicBezTo>
                <a:cubicBezTo>
                  <a:pt x="109506" y="115411"/>
                  <a:pt x="128977" y="134899"/>
                  <a:pt x="153847" y="134899"/>
                </a:cubicBezTo>
                <a:cubicBezTo>
                  <a:pt x="179296" y="134899"/>
                  <a:pt x="188357" y="117538"/>
                  <a:pt x="188357" y="112707"/>
                </a:cubicBezTo>
                <a:lnTo>
                  <a:pt x="188357" y="112710"/>
                </a:lnTo>
                <a:moveTo>
                  <a:pt x="174669" y="85297"/>
                </a:moveTo>
                <a:lnTo>
                  <a:pt x="123388" y="85297"/>
                </a:lnTo>
                <a:cubicBezTo>
                  <a:pt x="126086" y="71219"/>
                  <a:pt x="137461" y="60614"/>
                  <a:pt x="150955" y="60614"/>
                </a:cubicBezTo>
                <a:cubicBezTo>
                  <a:pt x="160981" y="60614"/>
                  <a:pt x="172933" y="65436"/>
                  <a:pt x="174669" y="85297"/>
                </a:cubicBezTo>
                <a:close/>
                <a:moveTo>
                  <a:pt x="288611" y="109630"/>
                </a:moveTo>
                <a:cubicBezTo>
                  <a:pt x="288611" y="89560"/>
                  <a:pt x="263738" y="85509"/>
                  <a:pt x="257569" y="84544"/>
                </a:cubicBezTo>
                <a:lnTo>
                  <a:pt x="244461" y="82228"/>
                </a:lnTo>
                <a:cubicBezTo>
                  <a:pt x="238868" y="81455"/>
                  <a:pt x="225760" y="79139"/>
                  <a:pt x="225760" y="71614"/>
                </a:cubicBezTo>
                <a:cubicBezTo>
                  <a:pt x="225760" y="66598"/>
                  <a:pt x="231929" y="60614"/>
                  <a:pt x="250244" y="60614"/>
                </a:cubicBezTo>
                <a:cubicBezTo>
                  <a:pt x="266244" y="60614"/>
                  <a:pt x="268945" y="66403"/>
                  <a:pt x="269525" y="71420"/>
                </a:cubicBezTo>
                <a:cubicBezTo>
                  <a:pt x="269716" y="74703"/>
                  <a:pt x="270101" y="77983"/>
                  <a:pt x="276079" y="77983"/>
                </a:cubicBezTo>
                <a:cubicBezTo>
                  <a:pt x="282827" y="77983"/>
                  <a:pt x="282827" y="73929"/>
                  <a:pt x="282827" y="70069"/>
                </a:cubicBezTo>
                <a:lnTo>
                  <a:pt x="282827" y="56757"/>
                </a:lnTo>
                <a:cubicBezTo>
                  <a:pt x="282827" y="53673"/>
                  <a:pt x="282827" y="48852"/>
                  <a:pt x="277041" y="48852"/>
                </a:cubicBezTo>
                <a:cubicBezTo>
                  <a:pt x="272416" y="48852"/>
                  <a:pt x="271643" y="51552"/>
                  <a:pt x="271257" y="52903"/>
                </a:cubicBezTo>
                <a:cubicBezTo>
                  <a:pt x="262776" y="48852"/>
                  <a:pt x="254292" y="48852"/>
                  <a:pt x="250630" y="48852"/>
                </a:cubicBezTo>
                <a:cubicBezTo>
                  <a:pt x="218432" y="48852"/>
                  <a:pt x="213999" y="64668"/>
                  <a:pt x="213999" y="71614"/>
                </a:cubicBezTo>
                <a:cubicBezTo>
                  <a:pt x="213999" y="89369"/>
                  <a:pt x="234241" y="92649"/>
                  <a:pt x="251980" y="95350"/>
                </a:cubicBezTo>
                <a:cubicBezTo>
                  <a:pt x="261426" y="96894"/>
                  <a:pt x="276850" y="99404"/>
                  <a:pt x="276850" y="109630"/>
                </a:cubicBezTo>
                <a:cubicBezTo>
                  <a:pt x="276850" y="116770"/>
                  <a:pt x="269716" y="123140"/>
                  <a:pt x="252171" y="123140"/>
                </a:cubicBezTo>
                <a:cubicBezTo>
                  <a:pt x="243110" y="123140"/>
                  <a:pt x="232314" y="121015"/>
                  <a:pt x="227495" y="105964"/>
                </a:cubicBezTo>
                <a:cubicBezTo>
                  <a:pt x="226531" y="102490"/>
                  <a:pt x="225760" y="100369"/>
                  <a:pt x="220747" y="100369"/>
                </a:cubicBezTo>
                <a:cubicBezTo>
                  <a:pt x="213999" y="100369"/>
                  <a:pt x="213999" y="104420"/>
                  <a:pt x="213999" y="108280"/>
                </a:cubicBezTo>
                <a:lnTo>
                  <a:pt x="213999" y="126996"/>
                </a:lnTo>
                <a:cubicBezTo>
                  <a:pt x="213999" y="130080"/>
                  <a:pt x="213999" y="134899"/>
                  <a:pt x="219782" y="134899"/>
                </a:cubicBezTo>
                <a:cubicBezTo>
                  <a:pt x="221518" y="134899"/>
                  <a:pt x="224604" y="134707"/>
                  <a:pt x="226916" y="127573"/>
                </a:cubicBezTo>
                <a:cubicBezTo>
                  <a:pt x="236362" y="134513"/>
                  <a:pt x="246582" y="134899"/>
                  <a:pt x="251980" y="134899"/>
                </a:cubicBezTo>
                <a:cubicBezTo>
                  <a:pt x="282439" y="134899"/>
                  <a:pt x="288611" y="118894"/>
                  <a:pt x="288611" y="109630"/>
                </a:cubicBezTo>
                <a:close/>
                <a:moveTo>
                  <a:pt x="387897" y="109471"/>
                </a:moveTo>
                <a:cubicBezTo>
                  <a:pt x="387897" y="106005"/>
                  <a:pt x="387897" y="101963"/>
                  <a:pt x="381148" y="101963"/>
                </a:cubicBezTo>
                <a:cubicBezTo>
                  <a:pt x="374788" y="101963"/>
                  <a:pt x="374594" y="106005"/>
                  <a:pt x="374594" y="109277"/>
                </a:cubicBezTo>
                <a:cubicBezTo>
                  <a:pt x="374403" y="121213"/>
                  <a:pt x="363412" y="123140"/>
                  <a:pt x="358979" y="123140"/>
                </a:cubicBezTo>
                <a:cubicBezTo>
                  <a:pt x="344135" y="123140"/>
                  <a:pt x="344135" y="113128"/>
                  <a:pt x="344135" y="108315"/>
                </a:cubicBezTo>
                <a:lnTo>
                  <a:pt x="344135" y="62496"/>
                </a:lnTo>
                <a:lnTo>
                  <a:pt x="375750" y="62496"/>
                </a:lnTo>
                <a:cubicBezTo>
                  <a:pt x="378642" y="62496"/>
                  <a:pt x="383463" y="62496"/>
                  <a:pt x="383463" y="56713"/>
                </a:cubicBezTo>
                <a:cubicBezTo>
                  <a:pt x="383463" y="50734"/>
                  <a:pt x="378836" y="50734"/>
                  <a:pt x="375750" y="50734"/>
                </a:cubicBezTo>
                <a:lnTo>
                  <a:pt x="344135" y="50734"/>
                </a:lnTo>
                <a:lnTo>
                  <a:pt x="344135" y="34927"/>
                </a:lnTo>
                <a:cubicBezTo>
                  <a:pt x="344135" y="31261"/>
                  <a:pt x="344135" y="27022"/>
                  <a:pt x="337578" y="27022"/>
                </a:cubicBezTo>
                <a:cubicBezTo>
                  <a:pt x="330832" y="27022"/>
                  <a:pt x="330832" y="31070"/>
                  <a:pt x="330832" y="34927"/>
                </a:cubicBezTo>
                <a:lnTo>
                  <a:pt x="330832" y="50734"/>
                </a:lnTo>
                <a:lnTo>
                  <a:pt x="314058" y="50734"/>
                </a:lnTo>
                <a:cubicBezTo>
                  <a:pt x="310972" y="50734"/>
                  <a:pt x="306154" y="50734"/>
                  <a:pt x="306154" y="56713"/>
                </a:cubicBezTo>
                <a:cubicBezTo>
                  <a:pt x="306154" y="62496"/>
                  <a:pt x="310972" y="62496"/>
                  <a:pt x="313864" y="62496"/>
                </a:cubicBezTo>
                <a:lnTo>
                  <a:pt x="330832" y="62496"/>
                </a:lnTo>
                <a:lnTo>
                  <a:pt x="330832" y="109471"/>
                </a:lnTo>
                <a:cubicBezTo>
                  <a:pt x="330832" y="127959"/>
                  <a:pt x="343941" y="134899"/>
                  <a:pt x="358014" y="134899"/>
                </a:cubicBezTo>
                <a:cubicBezTo>
                  <a:pt x="372282" y="134899"/>
                  <a:pt x="387897" y="126608"/>
                  <a:pt x="387897" y="109471"/>
                </a:cubicBezTo>
                <a:close/>
                <a:moveTo>
                  <a:pt x="492775" y="159220"/>
                </a:moveTo>
                <a:cubicBezTo>
                  <a:pt x="492775" y="152471"/>
                  <a:pt x="486030" y="152471"/>
                  <a:pt x="483714" y="152471"/>
                </a:cubicBezTo>
                <a:lnTo>
                  <a:pt x="422408" y="152471"/>
                </a:lnTo>
                <a:cubicBezTo>
                  <a:pt x="420093" y="152471"/>
                  <a:pt x="413347" y="152471"/>
                  <a:pt x="413347" y="159220"/>
                </a:cubicBezTo>
                <a:cubicBezTo>
                  <a:pt x="413347" y="165966"/>
                  <a:pt x="420093" y="165966"/>
                  <a:pt x="422408" y="165966"/>
                </a:cubicBezTo>
                <a:lnTo>
                  <a:pt x="483714" y="165966"/>
                </a:lnTo>
                <a:cubicBezTo>
                  <a:pt x="486030" y="165966"/>
                  <a:pt x="492775" y="165966"/>
                  <a:pt x="492775" y="159220"/>
                </a:cubicBezTo>
                <a:close/>
                <a:moveTo>
                  <a:pt x="592258" y="109630"/>
                </a:moveTo>
                <a:cubicBezTo>
                  <a:pt x="592258" y="89560"/>
                  <a:pt x="567385" y="85509"/>
                  <a:pt x="561217" y="84544"/>
                </a:cubicBezTo>
                <a:lnTo>
                  <a:pt x="548108" y="82228"/>
                </a:lnTo>
                <a:cubicBezTo>
                  <a:pt x="542516" y="81455"/>
                  <a:pt x="529407" y="79139"/>
                  <a:pt x="529407" y="71614"/>
                </a:cubicBezTo>
                <a:cubicBezTo>
                  <a:pt x="529407" y="66598"/>
                  <a:pt x="535576" y="60614"/>
                  <a:pt x="553892" y="60614"/>
                </a:cubicBezTo>
                <a:cubicBezTo>
                  <a:pt x="569892" y="60614"/>
                  <a:pt x="572592" y="66403"/>
                  <a:pt x="573172" y="71420"/>
                </a:cubicBezTo>
                <a:cubicBezTo>
                  <a:pt x="573363" y="74703"/>
                  <a:pt x="573749" y="77983"/>
                  <a:pt x="579726" y="77983"/>
                </a:cubicBezTo>
                <a:cubicBezTo>
                  <a:pt x="586475" y="77983"/>
                  <a:pt x="586475" y="73929"/>
                  <a:pt x="586475" y="70069"/>
                </a:cubicBezTo>
                <a:lnTo>
                  <a:pt x="586475" y="56757"/>
                </a:lnTo>
                <a:cubicBezTo>
                  <a:pt x="586475" y="53673"/>
                  <a:pt x="586475" y="48852"/>
                  <a:pt x="580688" y="48852"/>
                </a:cubicBezTo>
                <a:cubicBezTo>
                  <a:pt x="576064" y="48852"/>
                  <a:pt x="575290" y="51552"/>
                  <a:pt x="574905" y="52903"/>
                </a:cubicBezTo>
                <a:cubicBezTo>
                  <a:pt x="566423" y="48852"/>
                  <a:pt x="557939" y="48852"/>
                  <a:pt x="554277" y="48852"/>
                </a:cubicBezTo>
                <a:cubicBezTo>
                  <a:pt x="522079" y="48852"/>
                  <a:pt x="517646" y="64668"/>
                  <a:pt x="517646" y="71614"/>
                </a:cubicBezTo>
                <a:cubicBezTo>
                  <a:pt x="517646" y="89369"/>
                  <a:pt x="537888" y="92649"/>
                  <a:pt x="555627" y="95350"/>
                </a:cubicBezTo>
                <a:cubicBezTo>
                  <a:pt x="565073" y="96894"/>
                  <a:pt x="580497" y="99404"/>
                  <a:pt x="580497" y="109630"/>
                </a:cubicBezTo>
                <a:cubicBezTo>
                  <a:pt x="580497" y="116770"/>
                  <a:pt x="573363" y="123140"/>
                  <a:pt x="555818" y="123140"/>
                </a:cubicBezTo>
                <a:cubicBezTo>
                  <a:pt x="546758" y="123140"/>
                  <a:pt x="535961" y="121015"/>
                  <a:pt x="531143" y="105964"/>
                </a:cubicBezTo>
                <a:cubicBezTo>
                  <a:pt x="530178" y="102490"/>
                  <a:pt x="529407" y="100369"/>
                  <a:pt x="524394" y="100369"/>
                </a:cubicBezTo>
                <a:cubicBezTo>
                  <a:pt x="517646" y="100369"/>
                  <a:pt x="517646" y="104420"/>
                  <a:pt x="517646" y="108280"/>
                </a:cubicBezTo>
                <a:lnTo>
                  <a:pt x="517646" y="126996"/>
                </a:lnTo>
                <a:cubicBezTo>
                  <a:pt x="517646" y="130080"/>
                  <a:pt x="517646" y="134899"/>
                  <a:pt x="523430" y="134899"/>
                </a:cubicBezTo>
                <a:cubicBezTo>
                  <a:pt x="525165" y="134899"/>
                  <a:pt x="528251" y="134707"/>
                  <a:pt x="530563" y="127573"/>
                </a:cubicBezTo>
                <a:cubicBezTo>
                  <a:pt x="540009" y="134513"/>
                  <a:pt x="550229" y="134899"/>
                  <a:pt x="555627" y="134899"/>
                </a:cubicBezTo>
                <a:cubicBezTo>
                  <a:pt x="586086" y="134899"/>
                  <a:pt x="592258" y="118894"/>
                  <a:pt x="592258" y="109630"/>
                </a:cubicBezTo>
                <a:close/>
                <a:moveTo>
                  <a:pt x="695015" y="92069"/>
                </a:moveTo>
                <a:cubicBezTo>
                  <a:pt x="695015" y="67948"/>
                  <a:pt x="677085" y="48852"/>
                  <a:pt x="655493" y="48852"/>
                </a:cubicBezTo>
                <a:cubicBezTo>
                  <a:pt x="633900" y="48852"/>
                  <a:pt x="615970" y="67948"/>
                  <a:pt x="615970" y="92069"/>
                </a:cubicBezTo>
                <a:cubicBezTo>
                  <a:pt x="615970" y="116579"/>
                  <a:pt x="634285" y="134899"/>
                  <a:pt x="655493" y="134899"/>
                </a:cubicBezTo>
                <a:cubicBezTo>
                  <a:pt x="676700" y="134899"/>
                  <a:pt x="695015" y="116385"/>
                  <a:pt x="695015" y="92069"/>
                </a:cubicBezTo>
                <a:moveTo>
                  <a:pt x="681713" y="90719"/>
                </a:moveTo>
                <a:cubicBezTo>
                  <a:pt x="681713" y="108665"/>
                  <a:pt x="669760" y="123140"/>
                  <a:pt x="655493" y="123140"/>
                </a:cubicBezTo>
                <a:cubicBezTo>
                  <a:pt x="641225" y="123140"/>
                  <a:pt x="629273" y="108665"/>
                  <a:pt x="629273" y="90719"/>
                </a:cubicBezTo>
                <a:cubicBezTo>
                  <a:pt x="629273" y="73158"/>
                  <a:pt x="641805" y="60614"/>
                  <a:pt x="655493" y="60614"/>
                </a:cubicBezTo>
                <a:cubicBezTo>
                  <a:pt x="669375" y="60614"/>
                  <a:pt x="681713" y="73158"/>
                  <a:pt x="681713" y="90719"/>
                </a:cubicBezTo>
                <a:close/>
                <a:moveTo>
                  <a:pt x="796422" y="159220"/>
                </a:moveTo>
                <a:cubicBezTo>
                  <a:pt x="796422" y="152471"/>
                  <a:pt x="789677" y="152471"/>
                  <a:pt x="787362" y="152471"/>
                </a:cubicBezTo>
                <a:lnTo>
                  <a:pt x="726055" y="152471"/>
                </a:lnTo>
                <a:cubicBezTo>
                  <a:pt x="723740" y="152471"/>
                  <a:pt x="716994" y="152471"/>
                  <a:pt x="716994" y="159220"/>
                </a:cubicBezTo>
                <a:cubicBezTo>
                  <a:pt x="716994" y="165966"/>
                  <a:pt x="723740" y="165966"/>
                  <a:pt x="726055" y="165966"/>
                </a:cubicBezTo>
                <a:lnTo>
                  <a:pt x="787362" y="165966"/>
                </a:lnTo>
                <a:cubicBezTo>
                  <a:pt x="789677" y="165966"/>
                  <a:pt x="796422" y="165966"/>
                  <a:pt x="796422" y="159220"/>
                </a:cubicBezTo>
                <a:close/>
                <a:moveTo>
                  <a:pt x="891663" y="26342"/>
                </a:moveTo>
                <a:cubicBezTo>
                  <a:pt x="891663" y="14772"/>
                  <a:pt x="876240" y="14772"/>
                  <a:pt x="873154" y="14772"/>
                </a:cubicBezTo>
                <a:cubicBezTo>
                  <a:pt x="857730" y="14772"/>
                  <a:pt x="842886" y="23642"/>
                  <a:pt x="842886" y="40476"/>
                </a:cubicBezTo>
                <a:lnTo>
                  <a:pt x="842886" y="50734"/>
                </a:lnTo>
                <a:lnTo>
                  <a:pt x="823608" y="50734"/>
                </a:lnTo>
                <a:cubicBezTo>
                  <a:pt x="820523" y="50734"/>
                  <a:pt x="815704" y="50734"/>
                  <a:pt x="815704" y="56713"/>
                </a:cubicBezTo>
                <a:cubicBezTo>
                  <a:pt x="815704" y="62496"/>
                  <a:pt x="820523" y="62496"/>
                  <a:pt x="823414" y="62496"/>
                </a:cubicBezTo>
                <a:lnTo>
                  <a:pt x="842886" y="62496"/>
                </a:lnTo>
                <a:lnTo>
                  <a:pt x="842886" y="122010"/>
                </a:lnTo>
                <a:lnTo>
                  <a:pt x="823414" y="122010"/>
                </a:lnTo>
                <a:cubicBezTo>
                  <a:pt x="820523" y="122010"/>
                  <a:pt x="815510" y="122010"/>
                  <a:pt x="815510" y="127794"/>
                </a:cubicBezTo>
                <a:cubicBezTo>
                  <a:pt x="815510" y="133769"/>
                  <a:pt x="820523" y="133769"/>
                  <a:pt x="823414" y="133769"/>
                </a:cubicBezTo>
                <a:lnTo>
                  <a:pt x="875660" y="133769"/>
                </a:lnTo>
                <a:cubicBezTo>
                  <a:pt x="878552" y="133769"/>
                  <a:pt x="883565" y="133769"/>
                  <a:pt x="883565" y="127985"/>
                </a:cubicBezTo>
                <a:cubicBezTo>
                  <a:pt x="883565" y="122010"/>
                  <a:pt x="878552" y="122010"/>
                  <a:pt x="875660" y="122010"/>
                </a:cubicBezTo>
                <a:lnTo>
                  <a:pt x="856189" y="122010"/>
                </a:lnTo>
                <a:lnTo>
                  <a:pt x="856189" y="62496"/>
                </a:lnTo>
                <a:lnTo>
                  <a:pt x="879711" y="62496"/>
                </a:lnTo>
                <a:cubicBezTo>
                  <a:pt x="882603" y="62496"/>
                  <a:pt x="887421" y="62496"/>
                  <a:pt x="887421" y="56713"/>
                </a:cubicBezTo>
                <a:cubicBezTo>
                  <a:pt x="887421" y="50734"/>
                  <a:pt x="882794" y="50734"/>
                  <a:pt x="879711" y="50734"/>
                </a:cubicBezTo>
                <a:lnTo>
                  <a:pt x="856189" y="50734"/>
                </a:lnTo>
                <a:lnTo>
                  <a:pt x="856189" y="41635"/>
                </a:lnTo>
                <a:cubicBezTo>
                  <a:pt x="856189" y="26534"/>
                  <a:pt x="869106" y="26534"/>
                  <a:pt x="874889" y="26534"/>
                </a:cubicBezTo>
                <a:cubicBezTo>
                  <a:pt x="874889" y="27307"/>
                  <a:pt x="876625" y="34860"/>
                  <a:pt x="883373" y="34860"/>
                </a:cubicBezTo>
                <a:cubicBezTo>
                  <a:pt x="887227" y="34860"/>
                  <a:pt x="891663" y="31762"/>
                  <a:pt x="891663" y="26342"/>
                </a:cubicBezTo>
                <a:close/>
                <a:moveTo>
                  <a:pt x="1008688" y="127794"/>
                </a:moveTo>
                <a:cubicBezTo>
                  <a:pt x="1008688" y="122010"/>
                  <a:pt x="1003867" y="122010"/>
                  <a:pt x="1000975" y="122010"/>
                </a:cubicBezTo>
                <a:cubicBezTo>
                  <a:pt x="992879" y="122010"/>
                  <a:pt x="990949" y="121045"/>
                  <a:pt x="989408" y="120465"/>
                </a:cubicBezTo>
                <a:lnTo>
                  <a:pt x="989408" y="78763"/>
                </a:lnTo>
                <a:cubicBezTo>
                  <a:pt x="989408" y="65056"/>
                  <a:pt x="978997" y="48852"/>
                  <a:pt x="951235" y="48852"/>
                </a:cubicBezTo>
                <a:cubicBezTo>
                  <a:pt x="942946" y="48852"/>
                  <a:pt x="923280" y="48852"/>
                  <a:pt x="923280" y="62932"/>
                </a:cubicBezTo>
                <a:cubicBezTo>
                  <a:pt x="923280" y="68725"/>
                  <a:pt x="927331" y="71814"/>
                  <a:pt x="931955" y="71814"/>
                </a:cubicBezTo>
                <a:cubicBezTo>
                  <a:pt x="934847" y="71814"/>
                  <a:pt x="940245" y="70075"/>
                  <a:pt x="940439" y="62932"/>
                </a:cubicBezTo>
                <a:cubicBezTo>
                  <a:pt x="940439" y="61387"/>
                  <a:pt x="940630" y="61193"/>
                  <a:pt x="944487" y="60808"/>
                </a:cubicBezTo>
                <a:cubicBezTo>
                  <a:pt x="947188" y="60614"/>
                  <a:pt x="949694" y="60614"/>
                  <a:pt x="951430" y="60614"/>
                </a:cubicBezTo>
                <a:cubicBezTo>
                  <a:pt x="966080" y="60614"/>
                  <a:pt x="976105" y="66601"/>
                  <a:pt x="976105" y="80307"/>
                </a:cubicBezTo>
                <a:cubicBezTo>
                  <a:pt x="941981" y="80887"/>
                  <a:pt x="918267" y="90539"/>
                  <a:pt x="918267" y="109074"/>
                </a:cubicBezTo>
                <a:cubicBezTo>
                  <a:pt x="918267" y="122369"/>
                  <a:pt x="930414" y="134899"/>
                  <a:pt x="950079" y="134899"/>
                </a:cubicBezTo>
                <a:cubicBezTo>
                  <a:pt x="957213" y="134899"/>
                  <a:pt x="969166" y="133551"/>
                  <a:pt x="978226" y="127573"/>
                </a:cubicBezTo>
                <a:cubicBezTo>
                  <a:pt x="982468" y="133578"/>
                  <a:pt x="991723" y="133769"/>
                  <a:pt x="999048" y="133769"/>
                </a:cubicBezTo>
                <a:cubicBezTo>
                  <a:pt x="1004446" y="133769"/>
                  <a:pt x="1008688" y="133769"/>
                  <a:pt x="1008688" y="127794"/>
                </a:cubicBezTo>
                <a:moveTo>
                  <a:pt x="976105" y="107935"/>
                </a:moveTo>
                <a:cubicBezTo>
                  <a:pt x="976105" y="112369"/>
                  <a:pt x="976105" y="116417"/>
                  <a:pt x="968586" y="119889"/>
                </a:cubicBezTo>
                <a:cubicBezTo>
                  <a:pt x="961646" y="123140"/>
                  <a:pt x="952971" y="123140"/>
                  <a:pt x="951430" y="123140"/>
                </a:cubicBezTo>
                <a:cubicBezTo>
                  <a:pt x="939474" y="123140"/>
                  <a:pt x="931570" y="116585"/>
                  <a:pt x="931570" y="109065"/>
                </a:cubicBezTo>
                <a:cubicBezTo>
                  <a:pt x="931570" y="99615"/>
                  <a:pt x="948150" y="92484"/>
                  <a:pt x="976105" y="91710"/>
                </a:cubicBezTo>
                <a:lnTo>
                  <a:pt x="976105" y="107935"/>
                </a:lnTo>
                <a:close/>
                <a:moveTo>
                  <a:pt x="1103735" y="61561"/>
                </a:moveTo>
                <a:cubicBezTo>
                  <a:pt x="1103735" y="57704"/>
                  <a:pt x="1101420" y="49605"/>
                  <a:pt x="1085420" y="49605"/>
                </a:cubicBezTo>
                <a:cubicBezTo>
                  <a:pt x="1075585" y="49605"/>
                  <a:pt x="1063248" y="53076"/>
                  <a:pt x="1052645" y="65224"/>
                </a:cubicBezTo>
                <a:lnTo>
                  <a:pt x="1052645" y="58669"/>
                </a:lnTo>
                <a:cubicBezTo>
                  <a:pt x="1052645" y="52664"/>
                  <a:pt x="1051486" y="50734"/>
                  <a:pt x="1044932" y="50734"/>
                </a:cubicBezTo>
                <a:lnTo>
                  <a:pt x="1023725" y="50734"/>
                </a:lnTo>
                <a:cubicBezTo>
                  <a:pt x="1020833" y="50734"/>
                  <a:pt x="1016014" y="50734"/>
                  <a:pt x="1016014" y="56521"/>
                </a:cubicBezTo>
                <a:cubicBezTo>
                  <a:pt x="1016014" y="62496"/>
                  <a:pt x="1020642" y="62496"/>
                  <a:pt x="1023725" y="62496"/>
                </a:cubicBezTo>
                <a:lnTo>
                  <a:pt x="1039343" y="62496"/>
                </a:lnTo>
                <a:lnTo>
                  <a:pt x="1039343" y="122010"/>
                </a:lnTo>
                <a:lnTo>
                  <a:pt x="1023725" y="122010"/>
                </a:lnTo>
                <a:cubicBezTo>
                  <a:pt x="1020833" y="122010"/>
                  <a:pt x="1016014" y="122010"/>
                  <a:pt x="1016014" y="127794"/>
                </a:cubicBezTo>
                <a:cubicBezTo>
                  <a:pt x="1016014" y="133769"/>
                  <a:pt x="1020642" y="133769"/>
                  <a:pt x="1023725" y="133769"/>
                </a:cubicBezTo>
                <a:lnTo>
                  <a:pt x="1074044" y="133769"/>
                </a:lnTo>
                <a:cubicBezTo>
                  <a:pt x="1076936" y="133769"/>
                  <a:pt x="1081948" y="133769"/>
                  <a:pt x="1081948" y="127985"/>
                </a:cubicBezTo>
                <a:cubicBezTo>
                  <a:pt x="1081948" y="122010"/>
                  <a:pt x="1076936" y="122010"/>
                  <a:pt x="1074044" y="122010"/>
                </a:cubicBezTo>
                <a:lnTo>
                  <a:pt x="1052645" y="122010"/>
                </a:lnTo>
                <a:lnTo>
                  <a:pt x="1052645" y="97936"/>
                </a:lnTo>
                <a:cubicBezTo>
                  <a:pt x="1052645" y="79878"/>
                  <a:pt x="1064018" y="61367"/>
                  <a:pt x="1087346" y="61367"/>
                </a:cubicBezTo>
                <a:cubicBezTo>
                  <a:pt x="1087541" y="65995"/>
                  <a:pt x="1090818" y="69851"/>
                  <a:pt x="1095636" y="69851"/>
                </a:cubicBezTo>
                <a:cubicBezTo>
                  <a:pt x="1099878" y="69851"/>
                  <a:pt x="1103735" y="66765"/>
                  <a:pt x="1103735" y="61561"/>
                </a:cubicBezTo>
                <a:close/>
                <a:moveTo>
                  <a:pt x="1305972" y="60119"/>
                </a:moveTo>
                <a:cubicBezTo>
                  <a:pt x="1305972" y="53370"/>
                  <a:pt x="1298839" y="53370"/>
                  <a:pt x="1296141" y="53370"/>
                </a:cubicBezTo>
                <a:lnTo>
                  <a:pt x="1229433" y="53370"/>
                </a:lnTo>
                <a:cubicBezTo>
                  <a:pt x="1226736" y="53370"/>
                  <a:pt x="1219602" y="53370"/>
                  <a:pt x="1219602" y="60119"/>
                </a:cubicBezTo>
                <a:cubicBezTo>
                  <a:pt x="1219602" y="66868"/>
                  <a:pt x="1225965" y="66868"/>
                  <a:pt x="1228277" y="66868"/>
                </a:cubicBezTo>
                <a:lnTo>
                  <a:pt x="1297297" y="66868"/>
                </a:lnTo>
                <a:cubicBezTo>
                  <a:pt x="1299609" y="66868"/>
                  <a:pt x="1305972" y="66868"/>
                  <a:pt x="1305972" y="60119"/>
                </a:cubicBezTo>
                <a:moveTo>
                  <a:pt x="1305972" y="89366"/>
                </a:moveTo>
                <a:cubicBezTo>
                  <a:pt x="1305972" y="82617"/>
                  <a:pt x="1299609" y="82617"/>
                  <a:pt x="1297297" y="82617"/>
                </a:cubicBezTo>
                <a:lnTo>
                  <a:pt x="1228277" y="82617"/>
                </a:lnTo>
                <a:cubicBezTo>
                  <a:pt x="1225965" y="82617"/>
                  <a:pt x="1219602" y="82617"/>
                  <a:pt x="1219602" y="89366"/>
                </a:cubicBezTo>
                <a:cubicBezTo>
                  <a:pt x="1219602" y="96112"/>
                  <a:pt x="1226736" y="96112"/>
                  <a:pt x="1229433" y="96112"/>
                </a:cubicBezTo>
                <a:lnTo>
                  <a:pt x="1296141" y="96112"/>
                </a:lnTo>
                <a:cubicBezTo>
                  <a:pt x="1298839" y="96112"/>
                  <a:pt x="1305972" y="96112"/>
                  <a:pt x="1305972" y="89366"/>
                </a:cubicBezTo>
                <a:close/>
                <a:moveTo>
                  <a:pt x="1510331" y="127985"/>
                </a:moveTo>
                <a:cubicBezTo>
                  <a:pt x="1510331" y="122010"/>
                  <a:pt x="1505318" y="122010"/>
                  <a:pt x="1502426" y="122010"/>
                </a:cubicBezTo>
                <a:lnTo>
                  <a:pt x="1494716" y="122010"/>
                </a:lnTo>
                <a:lnTo>
                  <a:pt x="1470037" y="91001"/>
                </a:lnTo>
                <a:lnTo>
                  <a:pt x="1492015" y="62496"/>
                </a:lnTo>
                <a:lnTo>
                  <a:pt x="1499729" y="62496"/>
                </a:lnTo>
                <a:cubicBezTo>
                  <a:pt x="1502426" y="62496"/>
                  <a:pt x="1507633" y="62496"/>
                  <a:pt x="1507633" y="56713"/>
                </a:cubicBezTo>
                <a:cubicBezTo>
                  <a:pt x="1507633" y="50734"/>
                  <a:pt x="1502620" y="50734"/>
                  <a:pt x="1499729" y="50734"/>
                </a:cubicBezTo>
                <a:lnTo>
                  <a:pt x="1477171" y="50734"/>
                </a:lnTo>
                <a:cubicBezTo>
                  <a:pt x="1474279" y="50734"/>
                  <a:pt x="1469461" y="50734"/>
                  <a:pt x="1469461" y="56521"/>
                </a:cubicBezTo>
                <a:cubicBezTo>
                  <a:pt x="1469461" y="62496"/>
                  <a:pt x="1473703" y="62496"/>
                  <a:pt x="1478907" y="62496"/>
                </a:cubicBezTo>
                <a:lnTo>
                  <a:pt x="1464639" y="81949"/>
                </a:lnTo>
                <a:lnTo>
                  <a:pt x="1449989" y="62496"/>
                </a:lnTo>
                <a:cubicBezTo>
                  <a:pt x="1455002" y="62496"/>
                  <a:pt x="1459241" y="62496"/>
                  <a:pt x="1459241" y="56521"/>
                </a:cubicBezTo>
                <a:cubicBezTo>
                  <a:pt x="1459241" y="50734"/>
                  <a:pt x="1454422" y="50734"/>
                  <a:pt x="1451531" y="50734"/>
                </a:cubicBezTo>
                <a:lnTo>
                  <a:pt x="1428973" y="50734"/>
                </a:lnTo>
                <a:cubicBezTo>
                  <a:pt x="1426081" y="50734"/>
                  <a:pt x="1421069" y="50734"/>
                  <a:pt x="1421069" y="56713"/>
                </a:cubicBezTo>
                <a:cubicBezTo>
                  <a:pt x="1421069" y="62496"/>
                  <a:pt x="1426275" y="62496"/>
                  <a:pt x="1428973" y="62496"/>
                </a:cubicBezTo>
                <a:lnTo>
                  <a:pt x="1436686" y="62496"/>
                </a:lnTo>
                <a:lnTo>
                  <a:pt x="1459435" y="91001"/>
                </a:lnTo>
                <a:lnTo>
                  <a:pt x="1435527" y="122010"/>
                </a:lnTo>
                <a:lnTo>
                  <a:pt x="1427817" y="122010"/>
                </a:lnTo>
                <a:cubicBezTo>
                  <a:pt x="1424925" y="122010"/>
                  <a:pt x="1419912" y="122010"/>
                  <a:pt x="1419912" y="127985"/>
                </a:cubicBezTo>
                <a:cubicBezTo>
                  <a:pt x="1419912" y="133769"/>
                  <a:pt x="1425116" y="133769"/>
                  <a:pt x="1427817" y="133769"/>
                </a:cubicBezTo>
                <a:lnTo>
                  <a:pt x="1450374" y="133769"/>
                </a:lnTo>
                <a:cubicBezTo>
                  <a:pt x="1453266" y="133769"/>
                  <a:pt x="1458085" y="133769"/>
                  <a:pt x="1458085" y="127985"/>
                </a:cubicBezTo>
                <a:cubicBezTo>
                  <a:pt x="1458085" y="122010"/>
                  <a:pt x="1454037" y="122010"/>
                  <a:pt x="1448059" y="122010"/>
                </a:cubicBezTo>
                <a:lnTo>
                  <a:pt x="1464639" y="98295"/>
                </a:lnTo>
                <a:lnTo>
                  <a:pt x="1481798" y="122010"/>
                </a:lnTo>
                <a:cubicBezTo>
                  <a:pt x="1476400" y="122010"/>
                  <a:pt x="1472158" y="122010"/>
                  <a:pt x="1472158" y="127985"/>
                </a:cubicBezTo>
                <a:cubicBezTo>
                  <a:pt x="1472158" y="133769"/>
                  <a:pt x="1476980" y="133769"/>
                  <a:pt x="1479872" y="133769"/>
                </a:cubicBezTo>
                <a:lnTo>
                  <a:pt x="1502426" y="133769"/>
                </a:lnTo>
                <a:cubicBezTo>
                  <a:pt x="1505127" y="133769"/>
                  <a:pt x="1510331" y="133769"/>
                  <a:pt x="1510331" y="127985"/>
                </a:cubicBezTo>
                <a:close/>
                <a:moveTo>
                  <a:pt x="1604416" y="109630"/>
                </a:moveTo>
                <a:cubicBezTo>
                  <a:pt x="1604416" y="89560"/>
                  <a:pt x="1579543" y="85509"/>
                  <a:pt x="1573374" y="84544"/>
                </a:cubicBezTo>
                <a:lnTo>
                  <a:pt x="1560266" y="82228"/>
                </a:lnTo>
                <a:cubicBezTo>
                  <a:pt x="1554673" y="81455"/>
                  <a:pt x="1541565" y="79139"/>
                  <a:pt x="1541565" y="71614"/>
                </a:cubicBezTo>
                <a:cubicBezTo>
                  <a:pt x="1541565" y="66598"/>
                  <a:pt x="1547734" y="60614"/>
                  <a:pt x="1566049" y="60614"/>
                </a:cubicBezTo>
                <a:cubicBezTo>
                  <a:pt x="1582049" y="60614"/>
                  <a:pt x="1584750" y="66403"/>
                  <a:pt x="1585329" y="71420"/>
                </a:cubicBezTo>
                <a:cubicBezTo>
                  <a:pt x="1585521" y="74703"/>
                  <a:pt x="1585906" y="77983"/>
                  <a:pt x="1591884" y="77983"/>
                </a:cubicBezTo>
                <a:cubicBezTo>
                  <a:pt x="1598632" y="77983"/>
                  <a:pt x="1598632" y="73929"/>
                  <a:pt x="1598632" y="70069"/>
                </a:cubicBezTo>
                <a:lnTo>
                  <a:pt x="1598632" y="56757"/>
                </a:lnTo>
                <a:cubicBezTo>
                  <a:pt x="1598632" y="53673"/>
                  <a:pt x="1598632" y="48852"/>
                  <a:pt x="1592846" y="48852"/>
                </a:cubicBezTo>
                <a:cubicBezTo>
                  <a:pt x="1588221" y="48852"/>
                  <a:pt x="1587448" y="51552"/>
                  <a:pt x="1587062" y="52903"/>
                </a:cubicBezTo>
                <a:cubicBezTo>
                  <a:pt x="1578581" y="48852"/>
                  <a:pt x="1570097" y="48852"/>
                  <a:pt x="1566434" y="48852"/>
                </a:cubicBezTo>
                <a:cubicBezTo>
                  <a:pt x="1534237" y="48852"/>
                  <a:pt x="1529804" y="64668"/>
                  <a:pt x="1529804" y="71614"/>
                </a:cubicBezTo>
                <a:cubicBezTo>
                  <a:pt x="1529804" y="89369"/>
                  <a:pt x="1550046" y="92649"/>
                  <a:pt x="1567785" y="95350"/>
                </a:cubicBezTo>
                <a:cubicBezTo>
                  <a:pt x="1577231" y="96894"/>
                  <a:pt x="1592654" y="99404"/>
                  <a:pt x="1592654" y="109630"/>
                </a:cubicBezTo>
                <a:cubicBezTo>
                  <a:pt x="1592654" y="116770"/>
                  <a:pt x="1585521" y="123140"/>
                  <a:pt x="1567976" y="123140"/>
                </a:cubicBezTo>
                <a:cubicBezTo>
                  <a:pt x="1558915" y="123140"/>
                  <a:pt x="1548119" y="121015"/>
                  <a:pt x="1543300" y="105964"/>
                </a:cubicBezTo>
                <a:cubicBezTo>
                  <a:pt x="1542335" y="102490"/>
                  <a:pt x="1541565" y="100369"/>
                  <a:pt x="1536552" y="100369"/>
                </a:cubicBezTo>
                <a:cubicBezTo>
                  <a:pt x="1529804" y="100369"/>
                  <a:pt x="1529804" y="104420"/>
                  <a:pt x="1529804" y="108280"/>
                </a:cubicBezTo>
                <a:lnTo>
                  <a:pt x="1529804" y="126996"/>
                </a:lnTo>
                <a:cubicBezTo>
                  <a:pt x="1529804" y="130080"/>
                  <a:pt x="1529804" y="134899"/>
                  <a:pt x="1535587" y="134899"/>
                </a:cubicBezTo>
                <a:cubicBezTo>
                  <a:pt x="1537323" y="134899"/>
                  <a:pt x="1540409" y="134707"/>
                  <a:pt x="1542721" y="127573"/>
                </a:cubicBezTo>
                <a:cubicBezTo>
                  <a:pt x="1552167" y="134513"/>
                  <a:pt x="1562387" y="134899"/>
                  <a:pt x="1567785" y="134899"/>
                </a:cubicBezTo>
                <a:cubicBezTo>
                  <a:pt x="1598244" y="134899"/>
                  <a:pt x="1604416" y="118894"/>
                  <a:pt x="1604416" y="109630"/>
                </a:cubicBezTo>
                <a:close/>
                <a:moveTo>
                  <a:pt x="1710256" y="143989"/>
                </a:moveTo>
                <a:cubicBezTo>
                  <a:pt x="1710256" y="138014"/>
                  <a:pt x="1705631" y="138014"/>
                  <a:pt x="1702546" y="138014"/>
                </a:cubicBezTo>
                <a:lnTo>
                  <a:pt x="1673243" y="138014"/>
                </a:lnTo>
                <a:lnTo>
                  <a:pt x="1673243" y="11759"/>
                </a:lnTo>
                <a:lnTo>
                  <a:pt x="1702546" y="11759"/>
                </a:lnTo>
                <a:cubicBezTo>
                  <a:pt x="1705437" y="11759"/>
                  <a:pt x="1710256" y="11759"/>
                  <a:pt x="1710256" y="5975"/>
                </a:cubicBezTo>
                <a:cubicBezTo>
                  <a:pt x="1710256" y="0"/>
                  <a:pt x="1705631" y="0"/>
                  <a:pt x="1702546" y="0"/>
                </a:cubicBezTo>
                <a:lnTo>
                  <a:pt x="1667650" y="0"/>
                </a:lnTo>
                <a:cubicBezTo>
                  <a:pt x="1661287" y="0"/>
                  <a:pt x="1659940" y="1736"/>
                  <a:pt x="1659940" y="7905"/>
                </a:cubicBezTo>
                <a:lnTo>
                  <a:pt x="1659940" y="141871"/>
                </a:lnTo>
                <a:cubicBezTo>
                  <a:pt x="1659940" y="147846"/>
                  <a:pt x="1661096" y="149773"/>
                  <a:pt x="1667650" y="149773"/>
                </a:cubicBezTo>
                <a:lnTo>
                  <a:pt x="1702546" y="149773"/>
                </a:lnTo>
                <a:cubicBezTo>
                  <a:pt x="1705437" y="149773"/>
                  <a:pt x="1710256" y="149773"/>
                  <a:pt x="1710256" y="143989"/>
                </a:cubicBezTo>
                <a:close/>
                <a:moveTo>
                  <a:pt x="1809739" y="74932"/>
                </a:moveTo>
                <a:cubicBezTo>
                  <a:pt x="1809739" y="39084"/>
                  <a:pt x="1790073" y="13830"/>
                  <a:pt x="1768866" y="13830"/>
                </a:cubicBezTo>
                <a:cubicBezTo>
                  <a:pt x="1747273" y="13830"/>
                  <a:pt x="1727993" y="39664"/>
                  <a:pt x="1727993" y="74741"/>
                </a:cubicBezTo>
                <a:cubicBezTo>
                  <a:pt x="1727993" y="110589"/>
                  <a:pt x="1747659" y="135840"/>
                  <a:pt x="1768866" y="135840"/>
                </a:cubicBezTo>
                <a:cubicBezTo>
                  <a:pt x="1790459" y="135840"/>
                  <a:pt x="1809739" y="110009"/>
                  <a:pt x="1809739" y="74932"/>
                </a:cubicBezTo>
                <a:moveTo>
                  <a:pt x="1796436" y="72814"/>
                </a:moveTo>
                <a:cubicBezTo>
                  <a:pt x="1796436" y="101337"/>
                  <a:pt x="1783904" y="124081"/>
                  <a:pt x="1768866" y="124081"/>
                </a:cubicBezTo>
                <a:cubicBezTo>
                  <a:pt x="1753828" y="124081"/>
                  <a:pt x="1741296" y="101337"/>
                  <a:pt x="1741296" y="72814"/>
                </a:cubicBezTo>
                <a:cubicBezTo>
                  <a:pt x="1741296" y="44674"/>
                  <a:pt x="1754598" y="25592"/>
                  <a:pt x="1768866" y="25592"/>
                </a:cubicBezTo>
                <a:cubicBezTo>
                  <a:pt x="1782939" y="25592"/>
                  <a:pt x="1796436" y="44480"/>
                  <a:pt x="1796436" y="72814"/>
                </a:cubicBezTo>
                <a:close/>
                <a:moveTo>
                  <a:pt x="1877792" y="141871"/>
                </a:moveTo>
                <a:lnTo>
                  <a:pt x="1877792" y="7905"/>
                </a:lnTo>
                <a:cubicBezTo>
                  <a:pt x="1877792" y="1927"/>
                  <a:pt x="1876636" y="0"/>
                  <a:pt x="1870082" y="0"/>
                </a:cubicBezTo>
                <a:lnTo>
                  <a:pt x="1835187" y="0"/>
                </a:lnTo>
                <a:cubicBezTo>
                  <a:pt x="1832295" y="0"/>
                  <a:pt x="1827473" y="0"/>
                  <a:pt x="1827473" y="5784"/>
                </a:cubicBezTo>
                <a:cubicBezTo>
                  <a:pt x="1827473" y="11759"/>
                  <a:pt x="1832101" y="11759"/>
                  <a:pt x="1835187" y="11759"/>
                </a:cubicBezTo>
                <a:lnTo>
                  <a:pt x="1864489" y="11759"/>
                </a:lnTo>
                <a:lnTo>
                  <a:pt x="1864489" y="138014"/>
                </a:lnTo>
                <a:lnTo>
                  <a:pt x="1835187" y="138014"/>
                </a:lnTo>
                <a:cubicBezTo>
                  <a:pt x="1832295" y="138014"/>
                  <a:pt x="1827473" y="138014"/>
                  <a:pt x="1827473" y="143798"/>
                </a:cubicBezTo>
                <a:cubicBezTo>
                  <a:pt x="1827473" y="149773"/>
                  <a:pt x="1832101" y="149773"/>
                  <a:pt x="1835187" y="149773"/>
                </a:cubicBezTo>
                <a:lnTo>
                  <a:pt x="1870082" y="149773"/>
                </a:lnTo>
                <a:cubicBezTo>
                  <a:pt x="1876445" y="149773"/>
                  <a:pt x="1877792" y="148040"/>
                  <a:pt x="1877792" y="1418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fornuminxs[1:]:">
            <a:extLst xmlns:a="http://schemas.openxmlformats.org/drawingml/2006/main">
              <a:ext uri="{FF2B5EF4-FFF2-40B4-BE49-F238E27FC236}">
                <a16:creationId xmlns:a16="http://schemas.microsoft.com/office/drawing/2014/main" id="{C462D00F-6CB3-4C17-AA8F-3FB23212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27" y="3896483"/>
            <a:ext cx="1775229" cy="149773"/>
          </a:xfrm>
          <a:custGeom xmlns:a="http://schemas.openxmlformats.org/drawingml/2006/main">
            <a:pathLst>
              <a:path w="1775229" h="149773">
                <a:moveTo>
                  <a:pt x="76154" y="26342"/>
                </a:moveTo>
                <a:cubicBezTo>
                  <a:pt x="76154" y="14772"/>
                  <a:pt x="60730" y="14772"/>
                  <a:pt x="57644" y="14772"/>
                </a:cubicBezTo>
                <a:cubicBezTo>
                  <a:pt x="42220" y="14772"/>
                  <a:pt x="27376" y="23642"/>
                  <a:pt x="27376" y="40476"/>
                </a:cubicBezTo>
                <a:lnTo>
                  <a:pt x="27376" y="50734"/>
                </a:lnTo>
                <a:lnTo>
                  <a:pt x="8099" y="50734"/>
                </a:lnTo>
                <a:cubicBezTo>
                  <a:pt x="5013" y="50734"/>
                  <a:pt x="194" y="50734"/>
                  <a:pt x="194" y="56713"/>
                </a:cubicBezTo>
                <a:cubicBezTo>
                  <a:pt x="194" y="62496"/>
                  <a:pt x="5013" y="62496"/>
                  <a:pt x="7905" y="62496"/>
                </a:cubicBezTo>
                <a:lnTo>
                  <a:pt x="27376" y="62496"/>
                </a:lnTo>
                <a:lnTo>
                  <a:pt x="27376" y="122010"/>
                </a:lnTo>
                <a:lnTo>
                  <a:pt x="7905" y="122010"/>
                </a:lnTo>
                <a:cubicBezTo>
                  <a:pt x="5013" y="122010"/>
                  <a:pt x="0" y="122010"/>
                  <a:pt x="0" y="127794"/>
                </a:cubicBezTo>
                <a:cubicBezTo>
                  <a:pt x="0" y="133769"/>
                  <a:pt x="5013" y="133769"/>
                  <a:pt x="7905" y="133769"/>
                </a:cubicBezTo>
                <a:lnTo>
                  <a:pt x="60150" y="133769"/>
                </a:lnTo>
                <a:cubicBezTo>
                  <a:pt x="63042" y="133769"/>
                  <a:pt x="68055" y="133769"/>
                  <a:pt x="68055" y="127985"/>
                </a:cubicBezTo>
                <a:cubicBezTo>
                  <a:pt x="68055" y="122010"/>
                  <a:pt x="63042" y="122010"/>
                  <a:pt x="60150" y="122010"/>
                </a:cubicBezTo>
                <a:lnTo>
                  <a:pt x="40679" y="122010"/>
                </a:lnTo>
                <a:lnTo>
                  <a:pt x="40679" y="62496"/>
                </a:lnTo>
                <a:lnTo>
                  <a:pt x="64201" y="62496"/>
                </a:lnTo>
                <a:cubicBezTo>
                  <a:pt x="67093" y="62496"/>
                  <a:pt x="71912" y="62496"/>
                  <a:pt x="71912" y="56713"/>
                </a:cubicBezTo>
                <a:cubicBezTo>
                  <a:pt x="71912" y="50734"/>
                  <a:pt x="67284" y="50734"/>
                  <a:pt x="64201" y="50734"/>
                </a:cubicBezTo>
                <a:lnTo>
                  <a:pt x="40679" y="50734"/>
                </a:lnTo>
                <a:lnTo>
                  <a:pt x="40679" y="41635"/>
                </a:lnTo>
                <a:cubicBezTo>
                  <a:pt x="40679" y="26534"/>
                  <a:pt x="53596" y="26534"/>
                  <a:pt x="59380" y="26534"/>
                </a:cubicBezTo>
                <a:cubicBezTo>
                  <a:pt x="59380" y="27307"/>
                  <a:pt x="61115" y="34860"/>
                  <a:pt x="67864" y="34860"/>
                </a:cubicBezTo>
                <a:cubicBezTo>
                  <a:pt x="71717" y="34860"/>
                  <a:pt x="76154" y="31762"/>
                  <a:pt x="76154" y="26342"/>
                </a:cubicBezTo>
                <a:close/>
                <a:moveTo>
                  <a:pt x="183153" y="92069"/>
                </a:moveTo>
                <a:cubicBezTo>
                  <a:pt x="183153" y="67948"/>
                  <a:pt x="165223" y="48852"/>
                  <a:pt x="143630" y="48852"/>
                </a:cubicBezTo>
                <a:cubicBezTo>
                  <a:pt x="122038" y="48852"/>
                  <a:pt x="104108" y="67948"/>
                  <a:pt x="104108" y="92069"/>
                </a:cubicBezTo>
                <a:cubicBezTo>
                  <a:pt x="104108" y="116579"/>
                  <a:pt x="122423" y="134899"/>
                  <a:pt x="143630" y="134899"/>
                </a:cubicBezTo>
                <a:cubicBezTo>
                  <a:pt x="164837" y="134899"/>
                  <a:pt x="183153" y="116385"/>
                  <a:pt x="183153" y="92069"/>
                </a:cubicBezTo>
                <a:moveTo>
                  <a:pt x="169850" y="90719"/>
                </a:moveTo>
                <a:cubicBezTo>
                  <a:pt x="169850" y="108665"/>
                  <a:pt x="157898" y="123140"/>
                  <a:pt x="143630" y="123140"/>
                </a:cubicBezTo>
                <a:cubicBezTo>
                  <a:pt x="129363" y="123140"/>
                  <a:pt x="117410" y="108665"/>
                  <a:pt x="117410" y="90719"/>
                </a:cubicBezTo>
                <a:cubicBezTo>
                  <a:pt x="117410" y="73158"/>
                  <a:pt x="129942" y="60614"/>
                  <a:pt x="143630" y="60614"/>
                </a:cubicBezTo>
                <a:cubicBezTo>
                  <a:pt x="157512" y="60614"/>
                  <a:pt x="169850" y="73158"/>
                  <a:pt x="169850" y="90719"/>
                </a:cubicBezTo>
                <a:close/>
                <a:moveTo>
                  <a:pt x="288225" y="61561"/>
                </a:moveTo>
                <a:cubicBezTo>
                  <a:pt x="288225" y="57704"/>
                  <a:pt x="285910" y="49605"/>
                  <a:pt x="269910" y="49605"/>
                </a:cubicBezTo>
                <a:cubicBezTo>
                  <a:pt x="260076" y="49605"/>
                  <a:pt x="247738" y="53076"/>
                  <a:pt x="237136" y="65224"/>
                </a:cubicBezTo>
                <a:lnTo>
                  <a:pt x="237136" y="58669"/>
                </a:lnTo>
                <a:cubicBezTo>
                  <a:pt x="237136" y="52664"/>
                  <a:pt x="235977" y="50734"/>
                  <a:pt x="229422" y="50734"/>
                </a:cubicBezTo>
                <a:lnTo>
                  <a:pt x="208215" y="50734"/>
                </a:lnTo>
                <a:cubicBezTo>
                  <a:pt x="205323" y="50734"/>
                  <a:pt x="200505" y="50734"/>
                  <a:pt x="200505" y="56521"/>
                </a:cubicBezTo>
                <a:cubicBezTo>
                  <a:pt x="200505" y="62496"/>
                  <a:pt x="205132" y="62496"/>
                  <a:pt x="208215" y="62496"/>
                </a:cubicBezTo>
                <a:lnTo>
                  <a:pt x="223833" y="62496"/>
                </a:lnTo>
                <a:lnTo>
                  <a:pt x="223833" y="122010"/>
                </a:lnTo>
                <a:lnTo>
                  <a:pt x="208215" y="122010"/>
                </a:lnTo>
                <a:cubicBezTo>
                  <a:pt x="205323" y="122010"/>
                  <a:pt x="200505" y="122010"/>
                  <a:pt x="200505" y="127794"/>
                </a:cubicBezTo>
                <a:cubicBezTo>
                  <a:pt x="200505" y="133769"/>
                  <a:pt x="205132" y="133769"/>
                  <a:pt x="208215" y="133769"/>
                </a:cubicBezTo>
                <a:lnTo>
                  <a:pt x="258534" y="133769"/>
                </a:lnTo>
                <a:cubicBezTo>
                  <a:pt x="261426" y="133769"/>
                  <a:pt x="266439" y="133769"/>
                  <a:pt x="266439" y="127985"/>
                </a:cubicBezTo>
                <a:cubicBezTo>
                  <a:pt x="266439" y="122010"/>
                  <a:pt x="261426" y="122010"/>
                  <a:pt x="258534" y="122010"/>
                </a:cubicBezTo>
                <a:lnTo>
                  <a:pt x="237136" y="122010"/>
                </a:lnTo>
                <a:lnTo>
                  <a:pt x="237136" y="97936"/>
                </a:lnTo>
                <a:cubicBezTo>
                  <a:pt x="237136" y="79878"/>
                  <a:pt x="248509" y="61367"/>
                  <a:pt x="271837" y="61367"/>
                </a:cubicBezTo>
                <a:cubicBezTo>
                  <a:pt x="272031" y="65995"/>
                  <a:pt x="275308" y="69851"/>
                  <a:pt x="280127" y="69851"/>
                </a:cubicBezTo>
                <a:cubicBezTo>
                  <a:pt x="284369" y="69851"/>
                  <a:pt x="288225" y="66765"/>
                  <a:pt x="288225" y="61561"/>
                </a:cubicBezTo>
                <a:close/>
                <a:moveTo>
                  <a:pt x="495476" y="127985"/>
                </a:moveTo>
                <a:cubicBezTo>
                  <a:pt x="495476" y="122010"/>
                  <a:pt x="490657" y="122010"/>
                  <a:pt x="487571" y="122010"/>
                </a:cubicBezTo>
                <a:lnTo>
                  <a:pt x="479087" y="122010"/>
                </a:lnTo>
                <a:lnTo>
                  <a:pt x="479087" y="77348"/>
                </a:lnTo>
                <a:cubicBezTo>
                  <a:pt x="479087" y="57898"/>
                  <a:pt x="469256" y="49605"/>
                  <a:pt x="454026" y="49605"/>
                </a:cubicBezTo>
                <a:cubicBezTo>
                  <a:pt x="441109" y="49605"/>
                  <a:pt x="432433" y="56162"/>
                  <a:pt x="428768" y="59825"/>
                </a:cubicBezTo>
                <a:cubicBezTo>
                  <a:pt x="428768" y="53629"/>
                  <a:pt x="428768" y="50734"/>
                  <a:pt x="421058" y="50734"/>
                </a:cubicBezTo>
                <a:lnTo>
                  <a:pt x="406984" y="50734"/>
                </a:lnTo>
                <a:cubicBezTo>
                  <a:pt x="403898" y="50734"/>
                  <a:pt x="399080" y="50734"/>
                  <a:pt x="399080" y="56713"/>
                </a:cubicBezTo>
                <a:cubicBezTo>
                  <a:pt x="399080" y="62496"/>
                  <a:pt x="404092" y="62496"/>
                  <a:pt x="406790" y="62496"/>
                </a:cubicBezTo>
                <a:lnTo>
                  <a:pt x="415468" y="62496"/>
                </a:lnTo>
                <a:lnTo>
                  <a:pt x="415468" y="122010"/>
                </a:lnTo>
                <a:lnTo>
                  <a:pt x="406984" y="122010"/>
                </a:lnTo>
                <a:cubicBezTo>
                  <a:pt x="403898" y="122010"/>
                  <a:pt x="399080" y="122010"/>
                  <a:pt x="399080" y="127985"/>
                </a:cubicBezTo>
                <a:cubicBezTo>
                  <a:pt x="399080" y="133769"/>
                  <a:pt x="404092" y="133769"/>
                  <a:pt x="406790" y="133769"/>
                </a:cubicBezTo>
                <a:lnTo>
                  <a:pt x="437446" y="133769"/>
                </a:lnTo>
                <a:cubicBezTo>
                  <a:pt x="440144" y="133769"/>
                  <a:pt x="445157" y="133769"/>
                  <a:pt x="445157" y="127985"/>
                </a:cubicBezTo>
                <a:cubicBezTo>
                  <a:pt x="445157" y="122010"/>
                  <a:pt x="440338" y="122010"/>
                  <a:pt x="437252" y="122010"/>
                </a:cubicBezTo>
                <a:lnTo>
                  <a:pt x="428768" y="122010"/>
                </a:lnTo>
                <a:lnTo>
                  <a:pt x="428768" y="87921"/>
                </a:lnTo>
                <a:cubicBezTo>
                  <a:pt x="428768" y="68683"/>
                  <a:pt x="443036" y="61367"/>
                  <a:pt x="452870" y="61367"/>
                </a:cubicBezTo>
                <a:cubicBezTo>
                  <a:pt x="463087" y="61367"/>
                  <a:pt x="465784" y="66759"/>
                  <a:pt x="465784" y="78310"/>
                </a:cubicBezTo>
                <a:lnTo>
                  <a:pt x="465784" y="122010"/>
                </a:lnTo>
                <a:lnTo>
                  <a:pt x="458268" y="122010"/>
                </a:lnTo>
                <a:cubicBezTo>
                  <a:pt x="455182" y="122010"/>
                  <a:pt x="450363" y="122010"/>
                  <a:pt x="450363" y="127985"/>
                </a:cubicBezTo>
                <a:cubicBezTo>
                  <a:pt x="450363" y="133769"/>
                  <a:pt x="455567" y="133769"/>
                  <a:pt x="458268" y="133769"/>
                </a:cubicBezTo>
                <a:lnTo>
                  <a:pt x="487765" y="133769"/>
                </a:lnTo>
                <a:cubicBezTo>
                  <a:pt x="490463" y="133769"/>
                  <a:pt x="495476" y="133769"/>
                  <a:pt x="495476" y="127985"/>
                </a:cubicBezTo>
                <a:close/>
                <a:moveTo>
                  <a:pt x="596691" y="127794"/>
                </a:moveTo>
                <a:cubicBezTo>
                  <a:pt x="596691" y="122010"/>
                  <a:pt x="591679" y="122010"/>
                  <a:pt x="588981" y="122010"/>
                </a:cubicBezTo>
                <a:lnTo>
                  <a:pt x="580303" y="122010"/>
                </a:lnTo>
                <a:lnTo>
                  <a:pt x="580303" y="58640"/>
                </a:lnTo>
                <a:cubicBezTo>
                  <a:pt x="580303" y="52664"/>
                  <a:pt x="579147" y="50734"/>
                  <a:pt x="572592" y="50734"/>
                </a:cubicBezTo>
                <a:lnTo>
                  <a:pt x="558519" y="50734"/>
                </a:lnTo>
                <a:cubicBezTo>
                  <a:pt x="555433" y="50734"/>
                  <a:pt x="550614" y="50734"/>
                  <a:pt x="550614" y="56713"/>
                </a:cubicBezTo>
                <a:cubicBezTo>
                  <a:pt x="550614" y="62496"/>
                  <a:pt x="555627" y="62496"/>
                  <a:pt x="558325" y="62496"/>
                </a:cubicBezTo>
                <a:lnTo>
                  <a:pt x="567000" y="62496"/>
                </a:lnTo>
                <a:lnTo>
                  <a:pt x="567000" y="103519"/>
                </a:lnTo>
                <a:cubicBezTo>
                  <a:pt x="567000" y="120830"/>
                  <a:pt x="551385" y="123140"/>
                  <a:pt x="545216" y="123140"/>
                </a:cubicBezTo>
                <a:cubicBezTo>
                  <a:pt x="529984" y="123140"/>
                  <a:pt x="529984" y="116785"/>
                  <a:pt x="529984" y="110624"/>
                </a:cubicBezTo>
                <a:lnTo>
                  <a:pt x="529984" y="58640"/>
                </a:lnTo>
                <a:cubicBezTo>
                  <a:pt x="529984" y="52664"/>
                  <a:pt x="528828" y="50734"/>
                  <a:pt x="522273" y="50734"/>
                </a:cubicBezTo>
                <a:lnTo>
                  <a:pt x="508200" y="50734"/>
                </a:lnTo>
                <a:cubicBezTo>
                  <a:pt x="505114" y="50734"/>
                  <a:pt x="500295" y="50734"/>
                  <a:pt x="500295" y="56713"/>
                </a:cubicBezTo>
                <a:cubicBezTo>
                  <a:pt x="500295" y="62496"/>
                  <a:pt x="505308" y="62496"/>
                  <a:pt x="508006" y="62496"/>
                </a:cubicBezTo>
                <a:lnTo>
                  <a:pt x="516684" y="62496"/>
                </a:lnTo>
                <a:lnTo>
                  <a:pt x="516684" y="111781"/>
                </a:lnTo>
                <a:cubicBezTo>
                  <a:pt x="516684" y="130274"/>
                  <a:pt x="529984" y="134899"/>
                  <a:pt x="544060" y="134899"/>
                </a:cubicBezTo>
                <a:cubicBezTo>
                  <a:pt x="551965" y="134899"/>
                  <a:pt x="559869" y="132972"/>
                  <a:pt x="567000" y="127573"/>
                </a:cubicBezTo>
                <a:cubicBezTo>
                  <a:pt x="567194" y="133769"/>
                  <a:pt x="571242" y="133769"/>
                  <a:pt x="574713" y="133769"/>
                </a:cubicBezTo>
                <a:lnTo>
                  <a:pt x="588787" y="133769"/>
                </a:lnTo>
                <a:cubicBezTo>
                  <a:pt x="591873" y="133769"/>
                  <a:pt x="596691" y="133769"/>
                  <a:pt x="596691" y="127794"/>
                </a:cubicBezTo>
                <a:close/>
                <a:moveTo>
                  <a:pt x="698678" y="127985"/>
                </a:moveTo>
                <a:cubicBezTo>
                  <a:pt x="698678" y="122010"/>
                  <a:pt x="694630" y="122010"/>
                  <a:pt x="687690" y="122010"/>
                </a:cubicBezTo>
                <a:lnTo>
                  <a:pt x="687690" y="75421"/>
                </a:lnTo>
                <a:cubicBezTo>
                  <a:pt x="687690" y="71570"/>
                  <a:pt x="687690" y="49605"/>
                  <a:pt x="670531" y="49605"/>
                </a:cubicBezTo>
                <a:cubicBezTo>
                  <a:pt x="664748" y="49605"/>
                  <a:pt x="656843" y="52111"/>
                  <a:pt x="651445" y="59631"/>
                </a:cubicBezTo>
                <a:cubicBezTo>
                  <a:pt x="648553" y="53076"/>
                  <a:pt x="643155" y="49605"/>
                  <a:pt x="636792" y="49605"/>
                </a:cubicBezTo>
                <a:cubicBezTo>
                  <a:pt x="630623" y="49605"/>
                  <a:pt x="624839" y="52305"/>
                  <a:pt x="620212" y="56548"/>
                </a:cubicBezTo>
                <a:cubicBezTo>
                  <a:pt x="619827" y="50734"/>
                  <a:pt x="615970" y="50734"/>
                  <a:pt x="612499" y="50734"/>
                </a:cubicBezTo>
                <a:lnTo>
                  <a:pt x="606330" y="50734"/>
                </a:lnTo>
                <a:cubicBezTo>
                  <a:pt x="603438" y="50734"/>
                  <a:pt x="598425" y="50734"/>
                  <a:pt x="598425" y="56521"/>
                </a:cubicBezTo>
                <a:cubicBezTo>
                  <a:pt x="598425" y="62496"/>
                  <a:pt x="602476" y="62496"/>
                  <a:pt x="609416" y="62496"/>
                </a:cubicBezTo>
                <a:lnTo>
                  <a:pt x="609416" y="122010"/>
                </a:lnTo>
                <a:cubicBezTo>
                  <a:pt x="602476" y="122010"/>
                  <a:pt x="598425" y="122010"/>
                  <a:pt x="598425" y="127985"/>
                </a:cubicBezTo>
                <a:cubicBezTo>
                  <a:pt x="598425" y="133769"/>
                  <a:pt x="603632" y="133769"/>
                  <a:pt x="606330" y="133769"/>
                </a:cubicBezTo>
                <a:lnTo>
                  <a:pt x="623298" y="133769"/>
                </a:lnTo>
                <a:cubicBezTo>
                  <a:pt x="626190" y="133769"/>
                  <a:pt x="631200" y="133769"/>
                  <a:pt x="631200" y="127985"/>
                </a:cubicBezTo>
                <a:cubicBezTo>
                  <a:pt x="631200" y="122010"/>
                  <a:pt x="627152" y="122010"/>
                  <a:pt x="620212" y="122010"/>
                </a:cubicBezTo>
                <a:lnTo>
                  <a:pt x="620212" y="87536"/>
                </a:lnTo>
                <a:cubicBezTo>
                  <a:pt x="620212" y="70416"/>
                  <a:pt x="628117" y="61367"/>
                  <a:pt x="636021" y="61367"/>
                </a:cubicBezTo>
                <a:cubicBezTo>
                  <a:pt x="640454" y="61367"/>
                  <a:pt x="643155" y="64641"/>
                  <a:pt x="643155" y="77153"/>
                </a:cubicBezTo>
                <a:lnTo>
                  <a:pt x="643155" y="122010"/>
                </a:lnTo>
                <a:cubicBezTo>
                  <a:pt x="639492" y="122010"/>
                  <a:pt x="634671" y="122010"/>
                  <a:pt x="634671" y="127985"/>
                </a:cubicBezTo>
                <a:cubicBezTo>
                  <a:pt x="634671" y="133769"/>
                  <a:pt x="639878" y="133769"/>
                  <a:pt x="642575" y="133769"/>
                </a:cubicBezTo>
                <a:lnTo>
                  <a:pt x="657034" y="133769"/>
                </a:lnTo>
                <a:cubicBezTo>
                  <a:pt x="659926" y="133769"/>
                  <a:pt x="664939" y="133769"/>
                  <a:pt x="664939" y="127985"/>
                </a:cubicBezTo>
                <a:cubicBezTo>
                  <a:pt x="664939" y="122010"/>
                  <a:pt x="660891" y="122010"/>
                  <a:pt x="653951" y="122010"/>
                </a:cubicBezTo>
                <a:lnTo>
                  <a:pt x="653951" y="87550"/>
                </a:lnTo>
                <a:cubicBezTo>
                  <a:pt x="653951" y="70416"/>
                  <a:pt x="661856" y="61367"/>
                  <a:pt x="669760" y="61367"/>
                </a:cubicBezTo>
                <a:cubicBezTo>
                  <a:pt x="674194" y="61367"/>
                  <a:pt x="676894" y="64641"/>
                  <a:pt x="676894" y="77153"/>
                </a:cubicBezTo>
                <a:lnTo>
                  <a:pt x="676894" y="122010"/>
                </a:lnTo>
                <a:cubicBezTo>
                  <a:pt x="673229" y="122010"/>
                  <a:pt x="668410" y="122010"/>
                  <a:pt x="668410" y="127985"/>
                </a:cubicBezTo>
                <a:cubicBezTo>
                  <a:pt x="668410" y="133769"/>
                  <a:pt x="673614" y="133769"/>
                  <a:pt x="676315" y="133769"/>
                </a:cubicBezTo>
                <a:lnTo>
                  <a:pt x="690773" y="133769"/>
                </a:lnTo>
                <a:cubicBezTo>
                  <a:pt x="693665" y="133769"/>
                  <a:pt x="698678" y="133769"/>
                  <a:pt x="698678" y="127985"/>
                </a:cubicBezTo>
                <a:close/>
                <a:moveTo>
                  <a:pt x="889348" y="127985"/>
                </a:moveTo>
                <a:cubicBezTo>
                  <a:pt x="889348" y="122010"/>
                  <a:pt x="884338" y="122010"/>
                  <a:pt x="881444" y="122010"/>
                </a:cubicBezTo>
                <a:lnTo>
                  <a:pt x="861201" y="122010"/>
                </a:lnTo>
                <a:lnTo>
                  <a:pt x="861201" y="58640"/>
                </a:lnTo>
                <a:cubicBezTo>
                  <a:pt x="861201" y="52664"/>
                  <a:pt x="860045" y="50734"/>
                  <a:pt x="853491" y="50734"/>
                </a:cubicBezTo>
                <a:lnTo>
                  <a:pt x="826115" y="50734"/>
                </a:lnTo>
                <a:cubicBezTo>
                  <a:pt x="823223" y="50734"/>
                  <a:pt x="818210" y="50734"/>
                  <a:pt x="818210" y="56521"/>
                </a:cubicBezTo>
                <a:cubicBezTo>
                  <a:pt x="818210" y="62496"/>
                  <a:pt x="823223" y="62496"/>
                  <a:pt x="826115" y="62496"/>
                </a:cubicBezTo>
                <a:lnTo>
                  <a:pt x="847899" y="62496"/>
                </a:lnTo>
                <a:lnTo>
                  <a:pt x="847899" y="122010"/>
                </a:lnTo>
                <a:lnTo>
                  <a:pt x="824570" y="122010"/>
                </a:lnTo>
                <a:cubicBezTo>
                  <a:pt x="821487" y="122010"/>
                  <a:pt x="816666" y="122010"/>
                  <a:pt x="816666" y="127985"/>
                </a:cubicBezTo>
                <a:cubicBezTo>
                  <a:pt x="816666" y="133769"/>
                  <a:pt x="821679" y="133769"/>
                  <a:pt x="824570" y="133769"/>
                </a:cubicBezTo>
                <a:lnTo>
                  <a:pt x="881444" y="133769"/>
                </a:lnTo>
                <a:cubicBezTo>
                  <a:pt x="884338" y="133769"/>
                  <a:pt x="889348" y="133769"/>
                  <a:pt x="889348" y="127985"/>
                </a:cubicBezTo>
                <a:moveTo>
                  <a:pt x="861972" y="26860"/>
                </a:moveTo>
                <a:cubicBezTo>
                  <a:pt x="861972" y="21462"/>
                  <a:pt x="857733" y="17219"/>
                  <a:pt x="852335" y="17219"/>
                </a:cubicBezTo>
                <a:cubicBezTo>
                  <a:pt x="846934" y="17219"/>
                  <a:pt x="842695" y="21462"/>
                  <a:pt x="842695" y="26860"/>
                </a:cubicBezTo>
                <a:cubicBezTo>
                  <a:pt x="842695" y="32259"/>
                  <a:pt x="846934" y="36501"/>
                  <a:pt x="852335" y="36501"/>
                </a:cubicBezTo>
                <a:cubicBezTo>
                  <a:pt x="857733" y="36501"/>
                  <a:pt x="861972" y="32259"/>
                  <a:pt x="861972" y="26860"/>
                </a:cubicBezTo>
                <a:close/>
                <a:moveTo>
                  <a:pt x="1001554" y="127985"/>
                </a:moveTo>
                <a:cubicBezTo>
                  <a:pt x="1001554" y="122010"/>
                  <a:pt x="996736" y="122010"/>
                  <a:pt x="993650" y="122010"/>
                </a:cubicBezTo>
                <a:lnTo>
                  <a:pt x="985166" y="122010"/>
                </a:lnTo>
                <a:lnTo>
                  <a:pt x="985166" y="77348"/>
                </a:lnTo>
                <a:cubicBezTo>
                  <a:pt x="985166" y="57898"/>
                  <a:pt x="975334" y="49605"/>
                  <a:pt x="960105" y="49605"/>
                </a:cubicBezTo>
                <a:cubicBezTo>
                  <a:pt x="947188" y="49605"/>
                  <a:pt x="938512" y="56162"/>
                  <a:pt x="934847" y="59825"/>
                </a:cubicBezTo>
                <a:cubicBezTo>
                  <a:pt x="934847" y="53629"/>
                  <a:pt x="934847" y="50734"/>
                  <a:pt x="927136" y="50734"/>
                </a:cubicBezTo>
                <a:lnTo>
                  <a:pt x="913063" y="50734"/>
                </a:lnTo>
                <a:cubicBezTo>
                  <a:pt x="909977" y="50734"/>
                  <a:pt x="905158" y="50734"/>
                  <a:pt x="905158" y="56713"/>
                </a:cubicBezTo>
                <a:cubicBezTo>
                  <a:pt x="905158" y="62496"/>
                  <a:pt x="910171" y="62496"/>
                  <a:pt x="912869" y="62496"/>
                </a:cubicBezTo>
                <a:lnTo>
                  <a:pt x="921547" y="62496"/>
                </a:lnTo>
                <a:lnTo>
                  <a:pt x="921547" y="122010"/>
                </a:lnTo>
                <a:lnTo>
                  <a:pt x="913063" y="122010"/>
                </a:lnTo>
                <a:cubicBezTo>
                  <a:pt x="909977" y="122010"/>
                  <a:pt x="905158" y="122010"/>
                  <a:pt x="905158" y="127985"/>
                </a:cubicBezTo>
                <a:cubicBezTo>
                  <a:pt x="905158" y="133769"/>
                  <a:pt x="910171" y="133769"/>
                  <a:pt x="912869" y="133769"/>
                </a:cubicBezTo>
                <a:lnTo>
                  <a:pt x="943525" y="133769"/>
                </a:lnTo>
                <a:cubicBezTo>
                  <a:pt x="946223" y="133769"/>
                  <a:pt x="951235" y="133769"/>
                  <a:pt x="951235" y="127985"/>
                </a:cubicBezTo>
                <a:cubicBezTo>
                  <a:pt x="951235" y="122010"/>
                  <a:pt x="946417" y="122010"/>
                  <a:pt x="943331" y="122010"/>
                </a:cubicBezTo>
                <a:lnTo>
                  <a:pt x="934847" y="122010"/>
                </a:lnTo>
                <a:lnTo>
                  <a:pt x="934847" y="87921"/>
                </a:lnTo>
                <a:cubicBezTo>
                  <a:pt x="934847" y="68683"/>
                  <a:pt x="949114" y="61367"/>
                  <a:pt x="958949" y="61367"/>
                </a:cubicBezTo>
                <a:cubicBezTo>
                  <a:pt x="969166" y="61367"/>
                  <a:pt x="971863" y="66759"/>
                  <a:pt x="971863" y="78310"/>
                </a:cubicBezTo>
                <a:lnTo>
                  <a:pt x="971863" y="122010"/>
                </a:lnTo>
                <a:lnTo>
                  <a:pt x="964347" y="122010"/>
                </a:lnTo>
                <a:cubicBezTo>
                  <a:pt x="961261" y="122010"/>
                  <a:pt x="956442" y="122010"/>
                  <a:pt x="956442" y="127985"/>
                </a:cubicBezTo>
                <a:cubicBezTo>
                  <a:pt x="956442" y="133769"/>
                  <a:pt x="961646" y="133769"/>
                  <a:pt x="964347" y="133769"/>
                </a:cubicBezTo>
                <a:lnTo>
                  <a:pt x="993844" y="133769"/>
                </a:lnTo>
                <a:cubicBezTo>
                  <a:pt x="996542" y="133769"/>
                  <a:pt x="1001554" y="133769"/>
                  <a:pt x="1001554" y="127985"/>
                </a:cubicBezTo>
                <a:close/>
                <a:moveTo>
                  <a:pt x="1200900" y="127985"/>
                </a:moveTo>
                <a:cubicBezTo>
                  <a:pt x="1200900" y="122010"/>
                  <a:pt x="1195887" y="122010"/>
                  <a:pt x="1192995" y="122010"/>
                </a:cubicBezTo>
                <a:lnTo>
                  <a:pt x="1185285" y="122010"/>
                </a:lnTo>
                <a:lnTo>
                  <a:pt x="1160607" y="91001"/>
                </a:lnTo>
                <a:lnTo>
                  <a:pt x="1182584" y="62496"/>
                </a:lnTo>
                <a:lnTo>
                  <a:pt x="1190298" y="62496"/>
                </a:lnTo>
                <a:cubicBezTo>
                  <a:pt x="1192995" y="62496"/>
                  <a:pt x="1198202" y="62496"/>
                  <a:pt x="1198202" y="56713"/>
                </a:cubicBezTo>
                <a:cubicBezTo>
                  <a:pt x="1198202" y="50734"/>
                  <a:pt x="1193190" y="50734"/>
                  <a:pt x="1190298" y="50734"/>
                </a:cubicBezTo>
                <a:lnTo>
                  <a:pt x="1167740" y="50734"/>
                </a:lnTo>
                <a:cubicBezTo>
                  <a:pt x="1164849" y="50734"/>
                  <a:pt x="1160030" y="50734"/>
                  <a:pt x="1160030" y="56521"/>
                </a:cubicBezTo>
                <a:cubicBezTo>
                  <a:pt x="1160030" y="62496"/>
                  <a:pt x="1164272" y="62496"/>
                  <a:pt x="1169476" y="62496"/>
                </a:cubicBezTo>
                <a:lnTo>
                  <a:pt x="1155208" y="81949"/>
                </a:lnTo>
                <a:lnTo>
                  <a:pt x="1140558" y="62496"/>
                </a:lnTo>
                <a:cubicBezTo>
                  <a:pt x="1145571" y="62496"/>
                  <a:pt x="1149810" y="62496"/>
                  <a:pt x="1149810" y="56521"/>
                </a:cubicBezTo>
                <a:cubicBezTo>
                  <a:pt x="1149810" y="50734"/>
                  <a:pt x="1144992" y="50734"/>
                  <a:pt x="1142100" y="50734"/>
                </a:cubicBezTo>
                <a:lnTo>
                  <a:pt x="1119542" y="50734"/>
                </a:lnTo>
                <a:cubicBezTo>
                  <a:pt x="1116651" y="50734"/>
                  <a:pt x="1111638" y="50734"/>
                  <a:pt x="1111638" y="56713"/>
                </a:cubicBezTo>
                <a:cubicBezTo>
                  <a:pt x="1111638" y="62496"/>
                  <a:pt x="1116845" y="62496"/>
                  <a:pt x="1119542" y="62496"/>
                </a:cubicBezTo>
                <a:lnTo>
                  <a:pt x="1127256" y="62496"/>
                </a:lnTo>
                <a:lnTo>
                  <a:pt x="1150004" y="91001"/>
                </a:lnTo>
                <a:lnTo>
                  <a:pt x="1126097" y="122010"/>
                </a:lnTo>
                <a:lnTo>
                  <a:pt x="1118386" y="122010"/>
                </a:lnTo>
                <a:cubicBezTo>
                  <a:pt x="1115494" y="122010"/>
                  <a:pt x="1110482" y="122010"/>
                  <a:pt x="1110482" y="127985"/>
                </a:cubicBezTo>
                <a:cubicBezTo>
                  <a:pt x="1110482" y="133769"/>
                  <a:pt x="1115686" y="133769"/>
                  <a:pt x="1118386" y="133769"/>
                </a:cubicBezTo>
                <a:lnTo>
                  <a:pt x="1140944" y="133769"/>
                </a:lnTo>
                <a:cubicBezTo>
                  <a:pt x="1143835" y="133769"/>
                  <a:pt x="1148654" y="133769"/>
                  <a:pt x="1148654" y="127985"/>
                </a:cubicBezTo>
                <a:cubicBezTo>
                  <a:pt x="1148654" y="122010"/>
                  <a:pt x="1144606" y="122010"/>
                  <a:pt x="1138629" y="122010"/>
                </a:cubicBezTo>
                <a:lnTo>
                  <a:pt x="1155208" y="98295"/>
                </a:lnTo>
                <a:lnTo>
                  <a:pt x="1172368" y="122010"/>
                </a:lnTo>
                <a:cubicBezTo>
                  <a:pt x="1166970" y="122010"/>
                  <a:pt x="1162728" y="122010"/>
                  <a:pt x="1162728" y="127985"/>
                </a:cubicBezTo>
                <a:cubicBezTo>
                  <a:pt x="1162728" y="133769"/>
                  <a:pt x="1167549" y="133769"/>
                  <a:pt x="1170441" y="133769"/>
                </a:cubicBezTo>
                <a:lnTo>
                  <a:pt x="1192995" y="133769"/>
                </a:lnTo>
                <a:cubicBezTo>
                  <a:pt x="1195696" y="133769"/>
                  <a:pt x="1200900" y="133769"/>
                  <a:pt x="1200900" y="127985"/>
                </a:cubicBezTo>
                <a:close/>
                <a:moveTo>
                  <a:pt x="1294985" y="109630"/>
                </a:moveTo>
                <a:cubicBezTo>
                  <a:pt x="1294985" y="89560"/>
                  <a:pt x="1270112" y="85509"/>
                  <a:pt x="1263943" y="84544"/>
                </a:cubicBezTo>
                <a:lnTo>
                  <a:pt x="1250835" y="82228"/>
                </a:lnTo>
                <a:cubicBezTo>
                  <a:pt x="1245243" y="81455"/>
                  <a:pt x="1232134" y="79139"/>
                  <a:pt x="1232134" y="71614"/>
                </a:cubicBezTo>
                <a:cubicBezTo>
                  <a:pt x="1232134" y="66598"/>
                  <a:pt x="1238303" y="60614"/>
                  <a:pt x="1256618" y="60614"/>
                </a:cubicBezTo>
                <a:cubicBezTo>
                  <a:pt x="1272619" y="60614"/>
                  <a:pt x="1275319" y="66403"/>
                  <a:pt x="1275899" y="71420"/>
                </a:cubicBezTo>
                <a:cubicBezTo>
                  <a:pt x="1276090" y="74703"/>
                  <a:pt x="1276475" y="77983"/>
                  <a:pt x="1282453" y="77983"/>
                </a:cubicBezTo>
                <a:cubicBezTo>
                  <a:pt x="1289201" y="77983"/>
                  <a:pt x="1289201" y="73929"/>
                  <a:pt x="1289201" y="70069"/>
                </a:cubicBezTo>
                <a:lnTo>
                  <a:pt x="1289201" y="56757"/>
                </a:lnTo>
                <a:cubicBezTo>
                  <a:pt x="1289201" y="53673"/>
                  <a:pt x="1289201" y="48852"/>
                  <a:pt x="1283415" y="48852"/>
                </a:cubicBezTo>
                <a:cubicBezTo>
                  <a:pt x="1278790" y="48852"/>
                  <a:pt x="1278017" y="51552"/>
                  <a:pt x="1277631" y="52903"/>
                </a:cubicBezTo>
                <a:cubicBezTo>
                  <a:pt x="1269150" y="48852"/>
                  <a:pt x="1260666" y="48852"/>
                  <a:pt x="1257004" y="48852"/>
                </a:cubicBezTo>
                <a:cubicBezTo>
                  <a:pt x="1224806" y="48852"/>
                  <a:pt x="1220373" y="64668"/>
                  <a:pt x="1220373" y="71614"/>
                </a:cubicBezTo>
                <a:cubicBezTo>
                  <a:pt x="1220373" y="89369"/>
                  <a:pt x="1240615" y="92649"/>
                  <a:pt x="1258354" y="95350"/>
                </a:cubicBezTo>
                <a:cubicBezTo>
                  <a:pt x="1267800" y="96894"/>
                  <a:pt x="1283224" y="99404"/>
                  <a:pt x="1283224" y="109630"/>
                </a:cubicBezTo>
                <a:cubicBezTo>
                  <a:pt x="1283224" y="116770"/>
                  <a:pt x="1276090" y="123140"/>
                  <a:pt x="1258545" y="123140"/>
                </a:cubicBezTo>
                <a:cubicBezTo>
                  <a:pt x="1249485" y="123140"/>
                  <a:pt x="1238688" y="121015"/>
                  <a:pt x="1233870" y="105964"/>
                </a:cubicBezTo>
                <a:cubicBezTo>
                  <a:pt x="1232905" y="102490"/>
                  <a:pt x="1232134" y="100369"/>
                  <a:pt x="1227121" y="100369"/>
                </a:cubicBezTo>
                <a:cubicBezTo>
                  <a:pt x="1220373" y="100369"/>
                  <a:pt x="1220373" y="104420"/>
                  <a:pt x="1220373" y="108280"/>
                </a:cubicBezTo>
                <a:lnTo>
                  <a:pt x="1220373" y="126996"/>
                </a:lnTo>
                <a:cubicBezTo>
                  <a:pt x="1220373" y="130080"/>
                  <a:pt x="1220373" y="134899"/>
                  <a:pt x="1226156" y="134899"/>
                </a:cubicBezTo>
                <a:cubicBezTo>
                  <a:pt x="1227892" y="134899"/>
                  <a:pt x="1230978" y="134707"/>
                  <a:pt x="1233290" y="127573"/>
                </a:cubicBezTo>
                <a:cubicBezTo>
                  <a:pt x="1242736" y="134513"/>
                  <a:pt x="1252956" y="134899"/>
                  <a:pt x="1258354" y="134899"/>
                </a:cubicBezTo>
                <a:cubicBezTo>
                  <a:pt x="1288813" y="134899"/>
                  <a:pt x="1294985" y="118894"/>
                  <a:pt x="1294985" y="109630"/>
                </a:cubicBezTo>
                <a:close/>
                <a:moveTo>
                  <a:pt x="1400825" y="143989"/>
                </a:moveTo>
                <a:cubicBezTo>
                  <a:pt x="1400825" y="138014"/>
                  <a:pt x="1396201" y="138014"/>
                  <a:pt x="1393115" y="138014"/>
                </a:cubicBezTo>
                <a:lnTo>
                  <a:pt x="1363812" y="138014"/>
                </a:lnTo>
                <a:lnTo>
                  <a:pt x="1363812" y="11759"/>
                </a:lnTo>
                <a:lnTo>
                  <a:pt x="1393115" y="11759"/>
                </a:lnTo>
                <a:cubicBezTo>
                  <a:pt x="1396006" y="11759"/>
                  <a:pt x="1400825" y="11759"/>
                  <a:pt x="1400825" y="5975"/>
                </a:cubicBezTo>
                <a:cubicBezTo>
                  <a:pt x="1400825" y="0"/>
                  <a:pt x="1396201" y="0"/>
                  <a:pt x="1393115" y="0"/>
                </a:cubicBezTo>
                <a:lnTo>
                  <a:pt x="1358219" y="0"/>
                </a:lnTo>
                <a:cubicBezTo>
                  <a:pt x="1351856" y="0"/>
                  <a:pt x="1350509" y="1736"/>
                  <a:pt x="1350509" y="7905"/>
                </a:cubicBezTo>
                <a:lnTo>
                  <a:pt x="1350509" y="141871"/>
                </a:lnTo>
                <a:cubicBezTo>
                  <a:pt x="1350509" y="147846"/>
                  <a:pt x="1351665" y="149773"/>
                  <a:pt x="1358219" y="149773"/>
                </a:cubicBezTo>
                <a:lnTo>
                  <a:pt x="1393115" y="149773"/>
                </a:lnTo>
                <a:cubicBezTo>
                  <a:pt x="1396006" y="149773"/>
                  <a:pt x="1400825" y="149773"/>
                  <a:pt x="1400825" y="143989"/>
                </a:cubicBezTo>
                <a:close/>
                <a:moveTo>
                  <a:pt x="1494136" y="127985"/>
                </a:moveTo>
                <a:cubicBezTo>
                  <a:pt x="1494136" y="122010"/>
                  <a:pt x="1489512" y="122010"/>
                  <a:pt x="1486426" y="122010"/>
                </a:cubicBezTo>
                <a:lnTo>
                  <a:pt x="1468881" y="122010"/>
                </a:lnTo>
                <a:lnTo>
                  <a:pt x="1468881" y="21741"/>
                </a:lnTo>
                <a:cubicBezTo>
                  <a:pt x="1468881" y="18655"/>
                  <a:pt x="1468881" y="13830"/>
                  <a:pt x="1463098" y="13830"/>
                </a:cubicBezTo>
                <a:cubicBezTo>
                  <a:pt x="1459435" y="13830"/>
                  <a:pt x="1458279" y="16146"/>
                  <a:pt x="1457314" y="18461"/>
                </a:cubicBezTo>
                <a:cubicBezTo>
                  <a:pt x="1449989" y="34860"/>
                  <a:pt x="1439964" y="36981"/>
                  <a:pt x="1436301" y="37366"/>
                </a:cubicBezTo>
                <a:cubicBezTo>
                  <a:pt x="1433215" y="37560"/>
                  <a:pt x="1429167" y="37946"/>
                  <a:pt x="1429167" y="43344"/>
                </a:cubicBezTo>
                <a:cubicBezTo>
                  <a:pt x="1429167" y="48166"/>
                  <a:pt x="1432636" y="49128"/>
                  <a:pt x="1435527" y="49128"/>
                </a:cubicBezTo>
                <a:cubicBezTo>
                  <a:pt x="1439193" y="49128"/>
                  <a:pt x="1447097" y="47972"/>
                  <a:pt x="1455578" y="40646"/>
                </a:cubicBezTo>
                <a:lnTo>
                  <a:pt x="1455578" y="122010"/>
                </a:lnTo>
                <a:lnTo>
                  <a:pt x="1438034" y="122010"/>
                </a:lnTo>
                <a:cubicBezTo>
                  <a:pt x="1434951" y="122010"/>
                  <a:pt x="1430323" y="122010"/>
                  <a:pt x="1430323" y="127985"/>
                </a:cubicBezTo>
                <a:cubicBezTo>
                  <a:pt x="1430323" y="133769"/>
                  <a:pt x="1435142" y="133769"/>
                  <a:pt x="1438034" y="133769"/>
                </a:cubicBezTo>
                <a:lnTo>
                  <a:pt x="1486426" y="133769"/>
                </a:lnTo>
                <a:cubicBezTo>
                  <a:pt x="1489318" y="133769"/>
                  <a:pt x="1494136" y="133769"/>
                  <a:pt x="1494136" y="127985"/>
                </a:cubicBezTo>
                <a:close/>
                <a:moveTo>
                  <a:pt x="1572798" y="62882"/>
                </a:moveTo>
                <a:cubicBezTo>
                  <a:pt x="1572798" y="55748"/>
                  <a:pt x="1567014" y="50734"/>
                  <a:pt x="1560845" y="50734"/>
                </a:cubicBezTo>
                <a:cubicBezTo>
                  <a:pt x="1553517" y="50734"/>
                  <a:pt x="1548699" y="56713"/>
                  <a:pt x="1548699" y="62691"/>
                </a:cubicBezTo>
                <a:cubicBezTo>
                  <a:pt x="1548699" y="69825"/>
                  <a:pt x="1554482" y="74838"/>
                  <a:pt x="1560651" y="74838"/>
                </a:cubicBezTo>
                <a:cubicBezTo>
                  <a:pt x="1567976" y="74838"/>
                  <a:pt x="1572798" y="68860"/>
                  <a:pt x="1572798" y="62882"/>
                </a:cubicBezTo>
                <a:moveTo>
                  <a:pt x="1572798" y="121816"/>
                </a:moveTo>
                <a:cubicBezTo>
                  <a:pt x="1572798" y="114681"/>
                  <a:pt x="1567014" y="109668"/>
                  <a:pt x="1560845" y="109668"/>
                </a:cubicBezTo>
                <a:cubicBezTo>
                  <a:pt x="1553517" y="109668"/>
                  <a:pt x="1548699" y="115646"/>
                  <a:pt x="1548699" y="121624"/>
                </a:cubicBezTo>
                <a:cubicBezTo>
                  <a:pt x="1548699" y="128759"/>
                  <a:pt x="1554482" y="133769"/>
                  <a:pt x="1560651" y="133769"/>
                </a:cubicBezTo>
                <a:cubicBezTo>
                  <a:pt x="1567976" y="133769"/>
                  <a:pt x="1572798" y="127794"/>
                  <a:pt x="1572798" y="121816"/>
                </a:cubicBezTo>
                <a:close/>
                <a:moveTo>
                  <a:pt x="1669577" y="141871"/>
                </a:moveTo>
                <a:lnTo>
                  <a:pt x="1669577" y="7905"/>
                </a:lnTo>
                <a:cubicBezTo>
                  <a:pt x="1669577" y="1927"/>
                  <a:pt x="1668421" y="0"/>
                  <a:pt x="1661867" y="0"/>
                </a:cubicBezTo>
                <a:lnTo>
                  <a:pt x="1626971" y="0"/>
                </a:lnTo>
                <a:cubicBezTo>
                  <a:pt x="1624080" y="0"/>
                  <a:pt x="1619258" y="0"/>
                  <a:pt x="1619258" y="5784"/>
                </a:cubicBezTo>
                <a:cubicBezTo>
                  <a:pt x="1619258" y="11759"/>
                  <a:pt x="1623886" y="11759"/>
                  <a:pt x="1626971" y="11759"/>
                </a:cubicBezTo>
                <a:lnTo>
                  <a:pt x="1656274" y="11759"/>
                </a:lnTo>
                <a:lnTo>
                  <a:pt x="1656274" y="138014"/>
                </a:lnTo>
                <a:lnTo>
                  <a:pt x="1626971" y="138014"/>
                </a:lnTo>
                <a:cubicBezTo>
                  <a:pt x="1624080" y="138014"/>
                  <a:pt x="1619258" y="138014"/>
                  <a:pt x="1619258" y="143798"/>
                </a:cubicBezTo>
                <a:cubicBezTo>
                  <a:pt x="1619258" y="149773"/>
                  <a:pt x="1623886" y="149773"/>
                  <a:pt x="1626971" y="149773"/>
                </a:cubicBezTo>
                <a:lnTo>
                  <a:pt x="1661867" y="149773"/>
                </a:lnTo>
                <a:cubicBezTo>
                  <a:pt x="1668230" y="149773"/>
                  <a:pt x="1669577" y="148040"/>
                  <a:pt x="1669577" y="141871"/>
                </a:cubicBezTo>
                <a:close/>
                <a:moveTo>
                  <a:pt x="1775229" y="62882"/>
                </a:moveTo>
                <a:cubicBezTo>
                  <a:pt x="1775229" y="55748"/>
                  <a:pt x="1769446" y="50734"/>
                  <a:pt x="1763277" y="50734"/>
                </a:cubicBezTo>
                <a:cubicBezTo>
                  <a:pt x="1755949" y="50734"/>
                  <a:pt x="1751130" y="56713"/>
                  <a:pt x="1751130" y="62691"/>
                </a:cubicBezTo>
                <a:cubicBezTo>
                  <a:pt x="1751130" y="69825"/>
                  <a:pt x="1756914" y="74838"/>
                  <a:pt x="1763083" y="74838"/>
                </a:cubicBezTo>
                <a:cubicBezTo>
                  <a:pt x="1770408" y="74838"/>
                  <a:pt x="1775229" y="68860"/>
                  <a:pt x="1775229" y="62882"/>
                </a:cubicBezTo>
                <a:moveTo>
                  <a:pt x="1775229" y="121816"/>
                </a:moveTo>
                <a:cubicBezTo>
                  <a:pt x="1775229" y="114681"/>
                  <a:pt x="1769446" y="109668"/>
                  <a:pt x="1763277" y="109668"/>
                </a:cubicBezTo>
                <a:cubicBezTo>
                  <a:pt x="1755949" y="109668"/>
                  <a:pt x="1751130" y="115646"/>
                  <a:pt x="1751130" y="121624"/>
                </a:cubicBezTo>
                <a:cubicBezTo>
                  <a:pt x="1751130" y="128759"/>
                  <a:pt x="1756914" y="133769"/>
                  <a:pt x="1763083" y="133769"/>
                </a:cubicBezTo>
                <a:cubicBezTo>
                  <a:pt x="1770408" y="133769"/>
                  <a:pt x="1775229" y="127794"/>
                  <a:pt x="1775229" y="1218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temp=max_end_here*num">
            <a:extLst xmlns:a="http://schemas.openxmlformats.org/drawingml/2006/main">
              <a:ext uri="{FF2B5EF4-FFF2-40B4-BE49-F238E27FC236}">
                <a16:creationId xmlns:a16="http://schemas.microsoft.com/office/drawing/2014/main" id="{729C0D36-8A80-4073-8CF7-8DCFD660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32" y="4106508"/>
            <a:ext cx="2523839" cy="160609"/>
          </a:xfrm>
          <a:custGeom xmlns:a="http://schemas.openxmlformats.org/drawingml/2006/main">
            <a:pathLst>
              <a:path w="2523839" h="160609">
                <a:moveTo>
                  <a:pt x="594415" y="41375"/>
                </a:moveTo>
                <a:lnTo>
                  <a:pt x="594131" y="40818"/>
                </a:lnTo>
                <a:lnTo>
                  <a:pt x="593799" y="40316"/>
                </a:lnTo>
                <a:lnTo>
                  <a:pt x="593422" y="39868"/>
                </a:lnTo>
                <a:lnTo>
                  <a:pt x="593006" y="39469"/>
                </a:lnTo>
                <a:lnTo>
                  <a:pt x="592556" y="39117"/>
                </a:lnTo>
                <a:lnTo>
                  <a:pt x="592077" y="38809"/>
                </a:lnTo>
                <a:lnTo>
                  <a:pt x="591574" y="38542"/>
                </a:lnTo>
                <a:lnTo>
                  <a:pt x="591052" y="38313"/>
                </a:lnTo>
                <a:lnTo>
                  <a:pt x="590515" y="38119"/>
                </a:lnTo>
                <a:lnTo>
                  <a:pt x="589970" y="37957"/>
                </a:lnTo>
                <a:lnTo>
                  <a:pt x="589420" y="37825"/>
                </a:lnTo>
                <a:lnTo>
                  <a:pt x="588872" y="37719"/>
                </a:lnTo>
                <a:lnTo>
                  <a:pt x="588330" y="37637"/>
                </a:lnTo>
                <a:lnTo>
                  <a:pt x="587798" y="37575"/>
                </a:lnTo>
                <a:lnTo>
                  <a:pt x="587283" y="37530"/>
                </a:lnTo>
                <a:lnTo>
                  <a:pt x="586789" y="37500"/>
                </a:lnTo>
                <a:lnTo>
                  <a:pt x="586321" y="37482"/>
                </a:lnTo>
                <a:lnTo>
                  <a:pt x="585884" y="37473"/>
                </a:lnTo>
                <a:lnTo>
                  <a:pt x="585484" y="37470"/>
                </a:lnTo>
                <a:lnTo>
                  <a:pt x="585124" y="37469"/>
                </a:lnTo>
                <a:lnTo>
                  <a:pt x="518417" y="37469"/>
                </a:lnTo>
                <a:lnTo>
                  <a:pt x="518057" y="37470"/>
                </a:lnTo>
                <a:lnTo>
                  <a:pt x="517657" y="37473"/>
                </a:lnTo>
                <a:lnTo>
                  <a:pt x="517220" y="37482"/>
                </a:lnTo>
                <a:lnTo>
                  <a:pt x="516752" y="37500"/>
                </a:lnTo>
                <a:lnTo>
                  <a:pt x="516258" y="37530"/>
                </a:lnTo>
                <a:lnTo>
                  <a:pt x="515742" y="37575"/>
                </a:lnTo>
                <a:lnTo>
                  <a:pt x="515211" y="37637"/>
                </a:lnTo>
                <a:lnTo>
                  <a:pt x="514669" y="37719"/>
                </a:lnTo>
                <a:lnTo>
                  <a:pt x="514120" y="37825"/>
                </a:lnTo>
                <a:lnTo>
                  <a:pt x="513571" y="37957"/>
                </a:lnTo>
                <a:lnTo>
                  <a:pt x="513026" y="38119"/>
                </a:lnTo>
                <a:lnTo>
                  <a:pt x="512489" y="38313"/>
                </a:lnTo>
                <a:lnTo>
                  <a:pt x="511967" y="38542"/>
                </a:lnTo>
                <a:lnTo>
                  <a:pt x="511464" y="38809"/>
                </a:lnTo>
                <a:lnTo>
                  <a:pt x="510985" y="39117"/>
                </a:lnTo>
                <a:lnTo>
                  <a:pt x="510535" y="39469"/>
                </a:lnTo>
                <a:lnTo>
                  <a:pt x="510119" y="39868"/>
                </a:lnTo>
                <a:lnTo>
                  <a:pt x="509742" y="40316"/>
                </a:lnTo>
                <a:lnTo>
                  <a:pt x="509410" y="40818"/>
                </a:lnTo>
                <a:lnTo>
                  <a:pt x="509126" y="41375"/>
                </a:lnTo>
                <a:lnTo>
                  <a:pt x="508897" y="41990"/>
                </a:lnTo>
                <a:lnTo>
                  <a:pt x="508727" y="42667"/>
                </a:lnTo>
                <a:lnTo>
                  <a:pt x="508622" y="43409"/>
                </a:lnTo>
                <a:lnTo>
                  <a:pt x="508585" y="44218"/>
                </a:lnTo>
                <a:lnTo>
                  <a:pt x="508618" y="45027"/>
                </a:lnTo>
                <a:lnTo>
                  <a:pt x="508712" y="45768"/>
                </a:lnTo>
                <a:lnTo>
                  <a:pt x="508863" y="46446"/>
                </a:lnTo>
                <a:lnTo>
                  <a:pt x="509067" y="47061"/>
                </a:lnTo>
                <a:lnTo>
                  <a:pt x="509320" y="47618"/>
                </a:lnTo>
                <a:lnTo>
                  <a:pt x="509616" y="48120"/>
                </a:lnTo>
                <a:lnTo>
                  <a:pt x="509951" y="48568"/>
                </a:lnTo>
                <a:lnTo>
                  <a:pt x="510321" y="48967"/>
                </a:lnTo>
                <a:lnTo>
                  <a:pt x="510720" y="49319"/>
                </a:lnTo>
                <a:lnTo>
                  <a:pt x="511146" y="49627"/>
                </a:lnTo>
                <a:lnTo>
                  <a:pt x="511593" y="49894"/>
                </a:lnTo>
                <a:lnTo>
                  <a:pt x="512056" y="50123"/>
                </a:lnTo>
                <a:lnTo>
                  <a:pt x="512531" y="50317"/>
                </a:lnTo>
                <a:lnTo>
                  <a:pt x="513014" y="50479"/>
                </a:lnTo>
                <a:lnTo>
                  <a:pt x="513499" y="50611"/>
                </a:lnTo>
                <a:lnTo>
                  <a:pt x="513984" y="50717"/>
                </a:lnTo>
                <a:lnTo>
                  <a:pt x="514462" y="50799"/>
                </a:lnTo>
                <a:lnTo>
                  <a:pt x="514930" y="50861"/>
                </a:lnTo>
                <a:lnTo>
                  <a:pt x="515382" y="50906"/>
                </a:lnTo>
                <a:lnTo>
                  <a:pt x="515815" y="50936"/>
                </a:lnTo>
                <a:lnTo>
                  <a:pt x="516224" y="50954"/>
                </a:lnTo>
                <a:lnTo>
                  <a:pt x="516604" y="50963"/>
                </a:lnTo>
                <a:lnTo>
                  <a:pt x="516951" y="50966"/>
                </a:lnTo>
                <a:lnTo>
                  <a:pt x="517261" y="50967"/>
                </a:lnTo>
                <a:lnTo>
                  <a:pt x="586280" y="50967"/>
                </a:lnTo>
                <a:lnTo>
                  <a:pt x="586590" y="50966"/>
                </a:lnTo>
                <a:lnTo>
                  <a:pt x="586937" y="50963"/>
                </a:lnTo>
                <a:lnTo>
                  <a:pt x="587317" y="50954"/>
                </a:lnTo>
                <a:lnTo>
                  <a:pt x="587726" y="50936"/>
                </a:lnTo>
                <a:lnTo>
                  <a:pt x="588159" y="50906"/>
                </a:lnTo>
                <a:lnTo>
                  <a:pt x="588611" y="50861"/>
                </a:lnTo>
                <a:lnTo>
                  <a:pt x="589079" y="50799"/>
                </a:lnTo>
                <a:lnTo>
                  <a:pt x="589557" y="50717"/>
                </a:lnTo>
                <a:lnTo>
                  <a:pt x="590041" y="50611"/>
                </a:lnTo>
                <a:lnTo>
                  <a:pt x="590527" y="50479"/>
                </a:lnTo>
                <a:lnTo>
                  <a:pt x="591010" y="50317"/>
                </a:lnTo>
                <a:lnTo>
                  <a:pt x="591485" y="50123"/>
                </a:lnTo>
                <a:lnTo>
                  <a:pt x="591948" y="49894"/>
                </a:lnTo>
                <a:lnTo>
                  <a:pt x="592395" y="49627"/>
                </a:lnTo>
                <a:lnTo>
                  <a:pt x="592820" y="49319"/>
                </a:lnTo>
                <a:lnTo>
                  <a:pt x="593220" y="48967"/>
                </a:lnTo>
                <a:lnTo>
                  <a:pt x="593590" y="48568"/>
                </a:lnTo>
                <a:lnTo>
                  <a:pt x="593925" y="48120"/>
                </a:lnTo>
                <a:lnTo>
                  <a:pt x="594221" y="47618"/>
                </a:lnTo>
                <a:lnTo>
                  <a:pt x="594474" y="47061"/>
                </a:lnTo>
                <a:lnTo>
                  <a:pt x="594678" y="46446"/>
                </a:lnTo>
                <a:lnTo>
                  <a:pt x="594829" y="45768"/>
                </a:lnTo>
                <a:lnTo>
                  <a:pt x="594923" y="45027"/>
                </a:lnTo>
                <a:lnTo>
                  <a:pt x="594956" y="44218"/>
                </a:lnTo>
                <a:lnTo>
                  <a:pt x="594919" y="43409"/>
                </a:lnTo>
                <a:lnTo>
                  <a:pt x="594814" y="42667"/>
                </a:lnTo>
                <a:lnTo>
                  <a:pt x="594644" y="41990"/>
                </a:lnTo>
                <a:lnTo>
                  <a:pt x="594415" y="41375"/>
                </a:lnTo>
                <a:close/>
                <a:moveTo>
                  <a:pt x="81682" y="91370"/>
                </a:moveTo>
                <a:lnTo>
                  <a:pt x="81638" y="90935"/>
                </a:lnTo>
                <a:lnTo>
                  <a:pt x="81576" y="90505"/>
                </a:lnTo>
                <a:lnTo>
                  <a:pt x="81493" y="90083"/>
                </a:lnTo>
                <a:lnTo>
                  <a:pt x="81387" y="89671"/>
                </a:lnTo>
                <a:lnTo>
                  <a:pt x="81255" y="89271"/>
                </a:lnTo>
                <a:lnTo>
                  <a:pt x="81093" y="88886"/>
                </a:lnTo>
                <a:lnTo>
                  <a:pt x="80899" y="88516"/>
                </a:lnTo>
                <a:lnTo>
                  <a:pt x="80670" y="88165"/>
                </a:lnTo>
                <a:lnTo>
                  <a:pt x="80403" y="87833"/>
                </a:lnTo>
                <a:lnTo>
                  <a:pt x="80095" y="87524"/>
                </a:lnTo>
                <a:lnTo>
                  <a:pt x="79743" y="87238"/>
                </a:lnTo>
                <a:lnTo>
                  <a:pt x="79345" y="86979"/>
                </a:lnTo>
                <a:lnTo>
                  <a:pt x="78896" y="86748"/>
                </a:lnTo>
                <a:lnTo>
                  <a:pt x="78395" y="86546"/>
                </a:lnTo>
                <a:lnTo>
                  <a:pt x="77838" y="86377"/>
                </a:lnTo>
                <a:lnTo>
                  <a:pt x="77222" y="86242"/>
                </a:lnTo>
                <a:lnTo>
                  <a:pt x="76545" y="86143"/>
                </a:lnTo>
                <a:lnTo>
                  <a:pt x="75803" y="86082"/>
                </a:lnTo>
                <a:lnTo>
                  <a:pt x="74995" y="86062"/>
                </a:lnTo>
                <a:lnTo>
                  <a:pt x="74231" y="86082"/>
                </a:lnTo>
                <a:lnTo>
                  <a:pt x="73530" y="86143"/>
                </a:lnTo>
                <a:lnTo>
                  <a:pt x="72887" y="86242"/>
                </a:lnTo>
                <a:lnTo>
                  <a:pt x="72301" y="86376"/>
                </a:lnTo>
                <a:lnTo>
                  <a:pt x="71768" y="86545"/>
                </a:lnTo>
                <a:lnTo>
                  <a:pt x="71287" y="86744"/>
                </a:lnTo>
                <a:lnTo>
                  <a:pt x="70855" y="86974"/>
                </a:lnTo>
                <a:lnTo>
                  <a:pt x="70469" y="87231"/>
                </a:lnTo>
                <a:lnTo>
                  <a:pt x="70126" y="87513"/>
                </a:lnTo>
                <a:lnTo>
                  <a:pt x="69824" y="87819"/>
                </a:lnTo>
                <a:lnTo>
                  <a:pt x="69560" y="88146"/>
                </a:lnTo>
                <a:lnTo>
                  <a:pt x="69332" y="88492"/>
                </a:lnTo>
                <a:lnTo>
                  <a:pt x="69138" y="88855"/>
                </a:lnTo>
                <a:lnTo>
                  <a:pt x="68973" y="89233"/>
                </a:lnTo>
                <a:lnTo>
                  <a:pt x="68837" y="89624"/>
                </a:lnTo>
                <a:lnTo>
                  <a:pt x="68726" y="90025"/>
                </a:lnTo>
                <a:lnTo>
                  <a:pt x="68638" y="90436"/>
                </a:lnTo>
                <a:lnTo>
                  <a:pt x="68570" y="90853"/>
                </a:lnTo>
                <a:lnTo>
                  <a:pt x="68520" y="91274"/>
                </a:lnTo>
                <a:lnTo>
                  <a:pt x="68484" y="91698"/>
                </a:lnTo>
                <a:lnTo>
                  <a:pt x="68461" y="92122"/>
                </a:lnTo>
                <a:lnTo>
                  <a:pt x="68448" y="92544"/>
                </a:lnTo>
                <a:lnTo>
                  <a:pt x="68442" y="92963"/>
                </a:lnTo>
                <a:lnTo>
                  <a:pt x="68440" y="93376"/>
                </a:lnTo>
                <a:lnTo>
                  <a:pt x="68361" y="94816"/>
                </a:lnTo>
                <a:lnTo>
                  <a:pt x="68178" y="96156"/>
                </a:lnTo>
                <a:lnTo>
                  <a:pt x="67896" y="97398"/>
                </a:lnTo>
                <a:lnTo>
                  <a:pt x="67525" y="98547"/>
                </a:lnTo>
                <a:lnTo>
                  <a:pt x="67072" y="99605"/>
                </a:lnTo>
                <a:lnTo>
                  <a:pt x="66543" y="100577"/>
                </a:lnTo>
                <a:lnTo>
                  <a:pt x="65948" y="101465"/>
                </a:lnTo>
                <a:lnTo>
                  <a:pt x="65292" y="102274"/>
                </a:lnTo>
                <a:lnTo>
                  <a:pt x="64585" y="103007"/>
                </a:lnTo>
                <a:lnTo>
                  <a:pt x="63832" y="103667"/>
                </a:lnTo>
                <a:lnTo>
                  <a:pt x="63043" y="104258"/>
                </a:lnTo>
                <a:lnTo>
                  <a:pt x="62224" y="104783"/>
                </a:lnTo>
                <a:lnTo>
                  <a:pt x="61382" y="105246"/>
                </a:lnTo>
                <a:lnTo>
                  <a:pt x="60527" y="105650"/>
                </a:lnTo>
                <a:lnTo>
                  <a:pt x="59664" y="105999"/>
                </a:lnTo>
                <a:lnTo>
                  <a:pt x="58802" y="106296"/>
                </a:lnTo>
                <a:lnTo>
                  <a:pt x="57947" y="106546"/>
                </a:lnTo>
                <a:lnTo>
                  <a:pt x="57109" y="106751"/>
                </a:lnTo>
                <a:lnTo>
                  <a:pt x="56293" y="106914"/>
                </a:lnTo>
                <a:lnTo>
                  <a:pt x="55508" y="107040"/>
                </a:lnTo>
                <a:lnTo>
                  <a:pt x="54761" y="107132"/>
                </a:lnTo>
                <a:lnTo>
                  <a:pt x="54060" y="107193"/>
                </a:lnTo>
                <a:lnTo>
                  <a:pt x="53412" y="107228"/>
                </a:lnTo>
                <a:lnTo>
                  <a:pt x="52825" y="107238"/>
                </a:lnTo>
                <a:lnTo>
                  <a:pt x="51046" y="107187"/>
                </a:lnTo>
                <a:lnTo>
                  <a:pt x="49415" y="107038"/>
                </a:lnTo>
                <a:lnTo>
                  <a:pt x="47926" y="106799"/>
                </a:lnTo>
                <a:lnTo>
                  <a:pt x="46572" y="106474"/>
                </a:lnTo>
                <a:lnTo>
                  <a:pt x="45346" y="106072"/>
                </a:lnTo>
                <a:lnTo>
                  <a:pt x="44244" y="105599"/>
                </a:lnTo>
                <a:lnTo>
                  <a:pt x="43257" y="105060"/>
                </a:lnTo>
                <a:lnTo>
                  <a:pt x="42379" y="104464"/>
                </a:lnTo>
                <a:lnTo>
                  <a:pt x="41605" y="103817"/>
                </a:lnTo>
                <a:lnTo>
                  <a:pt x="40928" y="103124"/>
                </a:lnTo>
                <a:lnTo>
                  <a:pt x="40340" y="102393"/>
                </a:lnTo>
                <a:lnTo>
                  <a:pt x="39837" y="101631"/>
                </a:lnTo>
                <a:lnTo>
                  <a:pt x="39410" y="100843"/>
                </a:lnTo>
                <a:lnTo>
                  <a:pt x="39055" y="100037"/>
                </a:lnTo>
                <a:lnTo>
                  <a:pt x="38764" y="99219"/>
                </a:lnTo>
                <a:lnTo>
                  <a:pt x="38531" y="98396"/>
                </a:lnTo>
                <a:lnTo>
                  <a:pt x="38350" y="97574"/>
                </a:lnTo>
                <a:lnTo>
                  <a:pt x="38213" y="96760"/>
                </a:lnTo>
                <a:lnTo>
                  <a:pt x="38115" y="95961"/>
                </a:lnTo>
                <a:lnTo>
                  <a:pt x="38050" y="95183"/>
                </a:lnTo>
                <a:lnTo>
                  <a:pt x="38010" y="94432"/>
                </a:lnTo>
                <a:lnTo>
                  <a:pt x="37990" y="93716"/>
                </a:lnTo>
                <a:lnTo>
                  <a:pt x="37982" y="93041"/>
                </a:lnTo>
                <a:lnTo>
                  <a:pt x="37981" y="92413"/>
                </a:lnTo>
                <a:lnTo>
                  <a:pt x="37981" y="46595"/>
                </a:lnTo>
                <a:lnTo>
                  <a:pt x="69596" y="46595"/>
                </a:lnTo>
                <a:lnTo>
                  <a:pt x="69967" y="46595"/>
                </a:lnTo>
                <a:lnTo>
                  <a:pt x="70356" y="46592"/>
                </a:lnTo>
                <a:lnTo>
                  <a:pt x="70758" y="46584"/>
                </a:lnTo>
                <a:lnTo>
                  <a:pt x="71172" y="46568"/>
                </a:lnTo>
                <a:lnTo>
                  <a:pt x="71594" y="46543"/>
                </a:lnTo>
                <a:lnTo>
                  <a:pt x="72022" y="46505"/>
                </a:lnTo>
                <a:lnTo>
                  <a:pt x="72452" y="46452"/>
                </a:lnTo>
                <a:lnTo>
                  <a:pt x="72881" y="46381"/>
                </a:lnTo>
                <a:lnTo>
                  <a:pt x="73308" y="46290"/>
                </a:lnTo>
                <a:lnTo>
                  <a:pt x="73728" y="46177"/>
                </a:lnTo>
                <a:lnTo>
                  <a:pt x="74139" y="46038"/>
                </a:lnTo>
                <a:lnTo>
                  <a:pt x="74538" y="45872"/>
                </a:lnTo>
                <a:lnTo>
                  <a:pt x="74921" y="45676"/>
                </a:lnTo>
                <a:lnTo>
                  <a:pt x="75287" y="45447"/>
                </a:lnTo>
                <a:lnTo>
                  <a:pt x="75632" y="45183"/>
                </a:lnTo>
                <a:lnTo>
                  <a:pt x="75953" y="44881"/>
                </a:lnTo>
                <a:lnTo>
                  <a:pt x="76247" y="44539"/>
                </a:lnTo>
                <a:lnTo>
                  <a:pt x="76511" y="44155"/>
                </a:lnTo>
                <a:lnTo>
                  <a:pt x="76743" y="43725"/>
                </a:lnTo>
                <a:lnTo>
                  <a:pt x="76939" y="43248"/>
                </a:lnTo>
                <a:lnTo>
                  <a:pt x="77097" y="42720"/>
                </a:lnTo>
                <a:lnTo>
                  <a:pt x="77213" y="42140"/>
                </a:lnTo>
                <a:lnTo>
                  <a:pt x="77285" y="41504"/>
                </a:lnTo>
                <a:lnTo>
                  <a:pt x="77310" y="40811"/>
                </a:lnTo>
                <a:lnTo>
                  <a:pt x="77286" y="40095"/>
                </a:lnTo>
                <a:lnTo>
                  <a:pt x="77217" y="39438"/>
                </a:lnTo>
                <a:lnTo>
                  <a:pt x="77105" y="38838"/>
                </a:lnTo>
                <a:lnTo>
                  <a:pt x="76953" y="38293"/>
                </a:lnTo>
                <a:lnTo>
                  <a:pt x="76763" y="37799"/>
                </a:lnTo>
                <a:lnTo>
                  <a:pt x="76539" y="37355"/>
                </a:lnTo>
                <a:lnTo>
                  <a:pt x="76282" y="36958"/>
                </a:lnTo>
                <a:lnTo>
                  <a:pt x="75996" y="36604"/>
                </a:lnTo>
                <a:lnTo>
                  <a:pt x="75683" y="36293"/>
                </a:lnTo>
                <a:lnTo>
                  <a:pt x="75346" y="36020"/>
                </a:lnTo>
                <a:lnTo>
                  <a:pt x="74987" y="35783"/>
                </a:lnTo>
                <a:lnTo>
                  <a:pt x="74610" y="35580"/>
                </a:lnTo>
                <a:lnTo>
                  <a:pt x="74217" y="35409"/>
                </a:lnTo>
                <a:lnTo>
                  <a:pt x="73810" y="35265"/>
                </a:lnTo>
                <a:lnTo>
                  <a:pt x="73393" y="35148"/>
                </a:lnTo>
                <a:lnTo>
                  <a:pt x="72968" y="35054"/>
                </a:lnTo>
                <a:lnTo>
                  <a:pt x="72537" y="34981"/>
                </a:lnTo>
                <a:lnTo>
                  <a:pt x="72104" y="34926"/>
                </a:lnTo>
                <a:lnTo>
                  <a:pt x="71670" y="34887"/>
                </a:lnTo>
                <a:lnTo>
                  <a:pt x="71239" y="34861"/>
                </a:lnTo>
                <a:lnTo>
                  <a:pt x="70814" y="34845"/>
                </a:lnTo>
                <a:lnTo>
                  <a:pt x="70396" y="34837"/>
                </a:lnTo>
                <a:lnTo>
                  <a:pt x="69990" y="34833"/>
                </a:lnTo>
                <a:lnTo>
                  <a:pt x="69596" y="34833"/>
                </a:lnTo>
                <a:lnTo>
                  <a:pt x="37981" y="34833"/>
                </a:lnTo>
                <a:lnTo>
                  <a:pt x="37981" y="19026"/>
                </a:lnTo>
                <a:lnTo>
                  <a:pt x="37981" y="18565"/>
                </a:lnTo>
                <a:lnTo>
                  <a:pt x="37977" y="18100"/>
                </a:lnTo>
                <a:lnTo>
                  <a:pt x="37968" y="17634"/>
                </a:lnTo>
                <a:lnTo>
                  <a:pt x="37951" y="17167"/>
                </a:lnTo>
                <a:lnTo>
                  <a:pt x="37922" y="16704"/>
                </a:lnTo>
                <a:lnTo>
                  <a:pt x="37879" y="16244"/>
                </a:lnTo>
                <a:lnTo>
                  <a:pt x="37819" y="15791"/>
                </a:lnTo>
                <a:lnTo>
                  <a:pt x="37738" y="15347"/>
                </a:lnTo>
                <a:lnTo>
                  <a:pt x="37635" y="14914"/>
                </a:lnTo>
                <a:lnTo>
                  <a:pt x="37507" y="14493"/>
                </a:lnTo>
                <a:lnTo>
                  <a:pt x="37350" y="14087"/>
                </a:lnTo>
                <a:lnTo>
                  <a:pt x="37162" y="13699"/>
                </a:lnTo>
                <a:lnTo>
                  <a:pt x="36939" y="13329"/>
                </a:lnTo>
                <a:lnTo>
                  <a:pt x="36680" y="12981"/>
                </a:lnTo>
                <a:lnTo>
                  <a:pt x="36380" y="12655"/>
                </a:lnTo>
                <a:lnTo>
                  <a:pt x="36038" y="12356"/>
                </a:lnTo>
                <a:lnTo>
                  <a:pt x="35651" y="12083"/>
                </a:lnTo>
                <a:lnTo>
                  <a:pt x="35215" y="11840"/>
                </a:lnTo>
                <a:lnTo>
                  <a:pt x="34728" y="11629"/>
                </a:lnTo>
                <a:lnTo>
                  <a:pt x="34187" y="11452"/>
                </a:lnTo>
                <a:lnTo>
                  <a:pt x="33588" y="11310"/>
                </a:lnTo>
                <a:lnTo>
                  <a:pt x="32930" y="11206"/>
                </a:lnTo>
                <a:lnTo>
                  <a:pt x="32210" y="11142"/>
                </a:lnTo>
                <a:lnTo>
                  <a:pt x="31424" y="11121"/>
                </a:lnTo>
                <a:lnTo>
                  <a:pt x="30615" y="11141"/>
                </a:lnTo>
                <a:lnTo>
                  <a:pt x="29874" y="11203"/>
                </a:lnTo>
                <a:lnTo>
                  <a:pt x="29197" y="11302"/>
                </a:lnTo>
                <a:lnTo>
                  <a:pt x="28582" y="11438"/>
                </a:lnTo>
                <a:lnTo>
                  <a:pt x="28025" y="11609"/>
                </a:lnTo>
                <a:lnTo>
                  <a:pt x="27524" y="11813"/>
                </a:lnTo>
                <a:lnTo>
                  <a:pt x="27076" y="12049"/>
                </a:lnTo>
                <a:lnTo>
                  <a:pt x="26677" y="12313"/>
                </a:lnTo>
                <a:lnTo>
                  <a:pt x="26325" y="12605"/>
                </a:lnTo>
                <a:lnTo>
                  <a:pt x="26017" y="12922"/>
                </a:lnTo>
                <a:lnTo>
                  <a:pt x="25751" y="13264"/>
                </a:lnTo>
                <a:lnTo>
                  <a:pt x="25522" y="13627"/>
                </a:lnTo>
                <a:lnTo>
                  <a:pt x="25328" y="14010"/>
                </a:lnTo>
                <a:lnTo>
                  <a:pt x="25166" y="14412"/>
                </a:lnTo>
                <a:lnTo>
                  <a:pt x="25034" y="14830"/>
                </a:lnTo>
                <a:lnTo>
                  <a:pt x="24928" y="15262"/>
                </a:lnTo>
                <a:lnTo>
                  <a:pt x="24846" y="15707"/>
                </a:lnTo>
                <a:lnTo>
                  <a:pt x="24784" y="16163"/>
                </a:lnTo>
                <a:lnTo>
                  <a:pt x="24740" y="16629"/>
                </a:lnTo>
                <a:lnTo>
                  <a:pt x="24710" y="17101"/>
                </a:lnTo>
                <a:lnTo>
                  <a:pt x="24692" y="17579"/>
                </a:lnTo>
                <a:lnTo>
                  <a:pt x="24682" y="18060"/>
                </a:lnTo>
                <a:lnTo>
                  <a:pt x="24679" y="18543"/>
                </a:lnTo>
                <a:lnTo>
                  <a:pt x="24679" y="19026"/>
                </a:lnTo>
                <a:lnTo>
                  <a:pt x="24679" y="34833"/>
                </a:lnTo>
                <a:lnTo>
                  <a:pt x="7905" y="34833"/>
                </a:lnTo>
                <a:lnTo>
                  <a:pt x="7510" y="34833"/>
                </a:lnTo>
                <a:lnTo>
                  <a:pt x="7101" y="34837"/>
                </a:lnTo>
                <a:lnTo>
                  <a:pt x="6679" y="34845"/>
                </a:lnTo>
                <a:lnTo>
                  <a:pt x="6248" y="34861"/>
                </a:lnTo>
                <a:lnTo>
                  <a:pt x="5809" y="34887"/>
                </a:lnTo>
                <a:lnTo>
                  <a:pt x="5368" y="34926"/>
                </a:lnTo>
                <a:lnTo>
                  <a:pt x="4925" y="34981"/>
                </a:lnTo>
                <a:lnTo>
                  <a:pt x="4484" y="35054"/>
                </a:lnTo>
                <a:lnTo>
                  <a:pt x="4047" y="35148"/>
                </a:lnTo>
                <a:lnTo>
                  <a:pt x="3619" y="35265"/>
                </a:lnTo>
                <a:lnTo>
                  <a:pt x="3200" y="35409"/>
                </a:lnTo>
                <a:lnTo>
                  <a:pt x="2795" y="35580"/>
                </a:lnTo>
                <a:lnTo>
                  <a:pt x="2406" y="35783"/>
                </a:lnTo>
                <a:lnTo>
                  <a:pt x="2036" y="36020"/>
                </a:lnTo>
                <a:lnTo>
                  <a:pt x="1687" y="36293"/>
                </a:lnTo>
                <a:lnTo>
                  <a:pt x="1364" y="36604"/>
                </a:lnTo>
                <a:lnTo>
                  <a:pt x="1067" y="36958"/>
                </a:lnTo>
                <a:lnTo>
                  <a:pt x="801" y="37355"/>
                </a:lnTo>
                <a:lnTo>
                  <a:pt x="568" y="37799"/>
                </a:lnTo>
                <a:lnTo>
                  <a:pt x="371" y="38293"/>
                </a:lnTo>
                <a:lnTo>
                  <a:pt x="213" y="38838"/>
                </a:lnTo>
                <a:lnTo>
                  <a:pt x="97" y="39438"/>
                </a:lnTo>
                <a:lnTo>
                  <a:pt x="25" y="40095"/>
                </a:lnTo>
                <a:lnTo>
                  <a:pt x="0" y="40811"/>
                </a:lnTo>
                <a:lnTo>
                  <a:pt x="25" y="41504"/>
                </a:lnTo>
                <a:lnTo>
                  <a:pt x="96" y="42140"/>
                </a:lnTo>
                <a:lnTo>
                  <a:pt x="213" y="42720"/>
                </a:lnTo>
                <a:lnTo>
                  <a:pt x="370" y="43248"/>
                </a:lnTo>
                <a:lnTo>
                  <a:pt x="566" y="43725"/>
                </a:lnTo>
                <a:lnTo>
                  <a:pt x="798" y="44155"/>
                </a:lnTo>
                <a:lnTo>
                  <a:pt x="1062" y="44539"/>
                </a:lnTo>
                <a:lnTo>
                  <a:pt x="1356" y="44881"/>
                </a:lnTo>
                <a:lnTo>
                  <a:pt x="1677" y="45183"/>
                </a:lnTo>
                <a:lnTo>
                  <a:pt x="2022" y="45447"/>
                </a:lnTo>
                <a:lnTo>
                  <a:pt x="2387" y="45676"/>
                </a:lnTo>
                <a:lnTo>
                  <a:pt x="2771" y="45872"/>
                </a:lnTo>
                <a:lnTo>
                  <a:pt x="3169" y="46038"/>
                </a:lnTo>
                <a:lnTo>
                  <a:pt x="3580" y="46177"/>
                </a:lnTo>
                <a:lnTo>
                  <a:pt x="4000" y="46290"/>
                </a:lnTo>
                <a:lnTo>
                  <a:pt x="4426" y="46381"/>
                </a:lnTo>
                <a:lnTo>
                  <a:pt x="4856" y="46452"/>
                </a:lnTo>
                <a:lnTo>
                  <a:pt x="5286" y="46505"/>
                </a:lnTo>
                <a:lnTo>
                  <a:pt x="5713" y="46543"/>
                </a:lnTo>
                <a:lnTo>
                  <a:pt x="6135" y="46568"/>
                </a:lnTo>
                <a:lnTo>
                  <a:pt x="6549" y="46584"/>
                </a:lnTo>
                <a:lnTo>
                  <a:pt x="6951" y="46592"/>
                </a:lnTo>
                <a:lnTo>
                  <a:pt x="7339" y="46595"/>
                </a:lnTo>
                <a:lnTo>
                  <a:pt x="7710" y="46595"/>
                </a:lnTo>
                <a:lnTo>
                  <a:pt x="24679" y="46595"/>
                </a:lnTo>
                <a:lnTo>
                  <a:pt x="24679" y="93570"/>
                </a:lnTo>
                <a:lnTo>
                  <a:pt x="24746" y="95821"/>
                </a:lnTo>
                <a:lnTo>
                  <a:pt x="24945" y="97954"/>
                </a:lnTo>
                <a:lnTo>
                  <a:pt x="25269" y="99970"/>
                </a:lnTo>
                <a:lnTo>
                  <a:pt x="25715" y="101872"/>
                </a:lnTo>
                <a:lnTo>
                  <a:pt x="26276" y="103662"/>
                </a:lnTo>
                <a:lnTo>
                  <a:pt x="26947" y="105342"/>
                </a:lnTo>
                <a:lnTo>
                  <a:pt x="27723" y="106914"/>
                </a:lnTo>
                <a:lnTo>
                  <a:pt x="28598" y="108379"/>
                </a:lnTo>
                <a:lnTo>
                  <a:pt x="29568" y="109739"/>
                </a:lnTo>
                <a:lnTo>
                  <a:pt x="30627" y="110998"/>
                </a:lnTo>
                <a:lnTo>
                  <a:pt x="31770" y="112156"/>
                </a:lnTo>
                <a:lnTo>
                  <a:pt x="32992" y="113216"/>
                </a:lnTo>
                <a:lnTo>
                  <a:pt x="34287" y="114180"/>
                </a:lnTo>
                <a:lnTo>
                  <a:pt x="35650" y="115049"/>
                </a:lnTo>
                <a:lnTo>
                  <a:pt x="37075" y="115826"/>
                </a:lnTo>
                <a:lnTo>
                  <a:pt x="38558" y="116513"/>
                </a:lnTo>
                <a:lnTo>
                  <a:pt x="40094" y="117112"/>
                </a:lnTo>
                <a:lnTo>
                  <a:pt x="41676" y="117624"/>
                </a:lnTo>
                <a:lnTo>
                  <a:pt x="43300" y="118052"/>
                </a:lnTo>
                <a:lnTo>
                  <a:pt x="44960" y="118398"/>
                </a:lnTo>
                <a:lnTo>
                  <a:pt x="46652" y="118663"/>
                </a:lnTo>
                <a:lnTo>
                  <a:pt x="48369" y="118850"/>
                </a:lnTo>
                <a:lnTo>
                  <a:pt x="50107" y="118961"/>
                </a:lnTo>
                <a:lnTo>
                  <a:pt x="51860" y="118997"/>
                </a:lnTo>
                <a:lnTo>
                  <a:pt x="53650" y="118954"/>
                </a:lnTo>
                <a:lnTo>
                  <a:pt x="55446" y="118824"/>
                </a:lnTo>
                <a:lnTo>
                  <a:pt x="57241" y="118608"/>
                </a:lnTo>
                <a:lnTo>
                  <a:pt x="59028" y="118304"/>
                </a:lnTo>
                <a:lnTo>
                  <a:pt x="60800" y="117913"/>
                </a:lnTo>
                <a:lnTo>
                  <a:pt x="62549" y="117434"/>
                </a:lnTo>
                <a:lnTo>
                  <a:pt x="64268" y="116868"/>
                </a:lnTo>
                <a:lnTo>
                  <a:pt x="65949" y="116213"/>
                </a:lnTo>
                <a:lnTo>
                  <a:pt x="67585" y="115470"/>
                </a:lnTo>
                <a:lnTo>
                  <a:pt x="69170" y="114639"/>
                </a:lnTo>
                <a:lnTo>
                  <a:pt x="70694" y="113719"/>
                </a:lnTo>
                <a:lnTo>
                  <a:pt x="72152" y="112710"/>
                </a:lnTo>
                <a:lnTo>
                  <a:pt x="73536" y="111611"/>
                </a:lnTo>
                <a:lnTo>
                  <a:pt x="74837" y="110424"/>
                </a:lnTo>
                <a:lnTo>
                  <a:pt x="76050" y="109146"/>
                </a:lnTo>
                <a:lnTo>
                  <a:pt x="77166" y="107778"/>
                </a:lnTo>
                <a:lnTo>
                  <a:pt x="78179" y="106321"/>
                </a:lnTo>
                <a:lnTo>
                  <a:pt x="79080" y="104772"/>
                </a:lnTo>
                <a:lnTo>
                  <a:pt x="79863" y="103133"/>
                </a:lnTo>
                <a:lnTo>
                  <a:pt x="80520" y="101404"/>
                </a:lnTo>
                <a:lnTo>
                  <a:pt x="81044" y="99582"/>
                </a:lnTo>
                <a:lnTo>
                  <a:pt x="81428" y="97670"/>
                </a:lnTo>
                <a:lnTo>
                  <a:pt x="81663" y="95666"/>
                </a:lnTo>
                <a:lnTo>
                  <a:pt x="81743" y="93570"/>
                </a:lnTo>
                <a:lnTo>
                  <a:pt x="81743" y="93134"/>
                </a:lnTo>
                <a:lnTo>
                  <a:pt x="81739" y="92694"/>
                </a:lnTo>
                <a:lnTo>
                  <a:pt x="81730" y="92252"/>
                </a:lnTo>
                <a:lnTo>
                  <a:pt x="81712" y="91810"/>
                </a:lnTo>
                <a:lnTo>
                  <a:pt x="81682" y="91370"/>
                </a:lnTo>
                <a:close/>
                <a:moveTo>
                  <a:pt x="594221" y="70064"/>
                </a:moveTo>
                <a:lnTo>
                  <a:pt x="593925" y="69562"/>
                </a:lnTo>
                <a:lnTo>
                  <a:pt x="593590" y="69114"/>
                </a:lnTo>
                <a:lnTo>
                  <a:pt x="593220" y="68715"/>
                </a:lnTo>
                <a:lnTo>
                  <a:pt x="592820" y="68363"/>
                </a:lnTo>
                <a:lnTo>
                  <a:pt x="592395" y="68055"/>
                </a:lnTo>
                <a:lnTo>
                  <a:pt x="591948" y="67788"/>
                </a:lnTo>
                <a:lnTo>
                  <a:pt x="591485" y="67559"/>
                </a:lnTo>
                <a:lnTo>
                  <a:pt x="591010" y="67365"/>
                </a:lnTo>
                <a:lnTo>
                  <a:pt x="590527" y="67203"/>
                </a:lnTo>
                <a:lnTo>
                  <a:pt x="590041" y="67071"/>
                </a:lnTo>
                <a:lnTo>
                  <a:pt x="589557" y="66965"/>
                </a:lnTo>
                <a:lnTo>
                  <a:pt x="589079" y="66883"/>
                </a:lnTo>
                <a:lnTo>
                  <a:pt x="588611" y="66821"/>
                </a:lnTo>
                <a:lnTo>
                  <a:pt x="588159" y="66776"/>
                </a:lnTo>
                <a:lnTo>
                  <a:pt x="587726" y="66747"/>
                </a:lnTo>
                <a:lnTo>
                  <a:pt x="587317" y="66728"/>
                </a:lnTo>
                <a:lnTo>
                  <a:pt x="586937" y="66719"/>
                </a:lnTo>
                <a:lnTo>
                  <a:pt x="586590" y="66716"/>
                </a:lnTo>
                <a:lnTo>
                  <a:pt x="586280" y="66715"/>
                </a:lnTo>
                <a:lnTo>
                  <a:pt x="517261" y="66715"/>
                </a:lnTo>
                <a:lnTo>
                  <a:pt x="516951" y="66716"/>
                </a:lnTo>
                <a:lnTo>
                  <a:pt x="516604" y="66719"/>
                </a:lnTo>
                <a:lnTo>
                  <a:pt x="516224" y="66728"/>
                </a:lnTo>
                <a:lnTo>
                  <a:pt x="515815" y="66747"/>
                </a:lnTo>
                <a:lnTo>
                  <a:pt x="515382" y="66776"/>
                </a:lnTo>
                <a:lnTo>
                  <a:pt x="514930" y="66821"/>
                </a:lnTo>
                <a:lnTo>
                  <a:pt x="514462" y="66883"/>
                </a:lnTo>
                <a:lnTo>
                  <a:pt x="513984" y="66965"/>
                </a:lnTo>
                <a:lnTo>
                  <a:pt x="513499" y="67071"/>
                </a:lnTo>
                <a:lnTo>
                  <a:pt x="513014" y="67203"/>
                </a:lnTo>
                <a:lnTo>
                  <a:pt x="512531" y="67365"/>
                </a:lnTo>
                <a:lnTo>
                  <a:pt x="512056" y="67559"/>
                </a:lnTo>
                <a:lnTo>
                  <a:pt x="511593" y="67788"/>
                </a:lnTo>
                <a:lnTo>
                  <a:pt x="511146" y="68055"/>
                </a:lnTo>
                <a:lnTo>
                  <a:pt x="510720" y="68363"/>
                </a:lnTo>
                <a:lnTo>
                  <a:pt x="510321" y="68715"/>
                </a:lnTo>
                <a:lnTo>
                  <a:pt x="509951" y="69114"/>
                </a:lnTo>
                <a:lnTo>
                  <a:pt x="509616" y="69562"/>
                </a:lnTo>
                <a:lnTo>
                  <a:pt x="509320" y="70064"/>
                </a:lnTo>
                <a:lnTo>
                  <a:pt x="509067" y="70621"/>
                </a:lnTo>
                <a:lnTo>
                  <a:pt x="508863" y="71237"/>
                </a:lnTo>
                <a:lnTo>
                  <a:pt x="508712" y="71914"/>
                </a:lnTo>
                <a:lnTo>
                  <a:pt x="508618" y="72655"/>
                </a:lnTo>
                <a:lnTo>
                  <a:pt x="508585" y="73464"/>
                </a:lnTo>
                <a:lnTo>
                  <a:pt x="508622" y="74273"/>
                </a:lnTo>
                <a:lnTo>
                  <a:pt x="508727" y="75014"/>
                </a:lnTo>
                <a:lnTo>
                  <a:pt x="508897" y="75691"/>
                </a:lnTo>
                <a:lnTo>
                  <a:pt x="509126" y="76306"/>
                </a:lnTo>
                <a:lnTo>
                  <a:pt x="509410" y="76863"/>
                </a:lnTo>
                <a:lnTo>
                  <a:pt x="509742" y="77364"/>
                </a:lnTo>
                <a:lnTo>
                  <a:pt x="510119" y="77813"/>
                </a:lnTo>
                <a:lnTo>
                  <a:pt x="510535" y="78211"/>
                </a:lnTo>
                <a:lnTo>
                  <a:pt x="510985" y="78563"/>
                </a:lnTo>
                <a:lnTo>
                  <a:pt x="511464" y="78871"/>
                </a:lnTo>
                <a:lnTo>
                  <a:pt x="511967" y="79138"/>
                </a:lnTo>
                <a:lnTo>
                  <a:pt x="512489" y="79367"/>
                </a:lnTo>
                <a:lnTo>
                  <a:pt x="513026" y="79561"/>
                </a:lnTo>
                <a:lnTo>
                  <a:pt x="513571" y="79722"/>
                </a:lnTo>
                <a:lnTo>
                  <a:pt x="514120" y="79854"/>
                </a:lnTo>
                <a:lnTo>
                  <a:pt x="514669" y="79960"/>
                </a:lnTo>
                <a:lnTo>
                  <a:pt x="515211" y="80043"/>
                </a:lnTo>
                <a:lnTo>
                  <a:pt x="515742" y="80105"/>
                </a:lnTo>
                <a:lnTo>
                  <a:pt x="516258" y="80149"/>
                </a:lnTo>
                <a:lnTo>
                  <a:pt x="516752" y="80179"/>
                </a:lnTo>
                <a:lnTo>
                  <a:pt x="517220" y="80197"/>
                </a:lnTo>
                <a:lnTo>
                  <a:pt x="517657" y="80206"/>
                </a:lnTo>
                <a:lnTo>
                  <a:pt x="518057" y="80210"/>
                </a:lnTo>
                <a:lnTo>
                  <a:pt x="518417" y="80210"/>
                </a:lnTo>
                <a:lnTo>
                  <a:pt x="585124" y="80210"/>
                </a:lnTo>
                <a:lnTo>
                  <a:pt x="585484" y="80210"/>
                </a:lnTo>
                <a:lnTo>
                  <a:pt x="585884" y="80206"/>
                </a:lnTo>
                <a:lnTo>
                  <a:pt x="586321" y="80197"/>
                </a:lnTo>
                <a:lnTo>
                  <a:pt x="586789" y="80179"/>
                </a:lnTo>
                <a:lnTo>
                  <a:pt x="587283" y="80149"/>
                </a:lnTo>
                <a:lnTo>
                  <a:pt x="587798" y="80105"/>
                </a:lnTo>
                <a:lnTo>
                  <a:pt x="588330" y="80043"/>
                </a:lnTo>
                <a:lnTo>
                  <a:pt x="588872" y="79960"/>
                </a:lnTo>
                <a:lnTo>
                  <a:pt x="589420" y="79854"/>
                </a:lnTo>
                <a:lnTo>
                  <a:pt x="589970" y="79722"/>
                </a:lnTo>
                <a:lnTo>
                  <a:pt x="590515" y="79561"/>
                </a:lnTo>
                <a:lnTo>
                  <a:pt x="591052" y="79367"/>
                </a:lnTo>
                <a:lnTo>
                  <a:pt x="591574" y="79138"/>
                </a:lnTo>
                <a:lnTo>
                  <a:pt x="592077" y="78871"/>
                </a:lnTo>
                <a:lnTo>
                  <a:pt x="592556" y="78563"/>
                </a:lnTo>
                <a:lnTo>
                  <a:pt x="593006" y="78211"/>
                </a:lnTo>
                <a:lnTo>
                  <a:pt x="593422" y="77813"/>
                </a:lnTo>
                <a:lnTo>
                  <a:pt x="593799" y="77364"/>
                </a:lnTo>
                <a:lnTo>
                  <a:pt x="594131" y="76863"/>
                </a:lnTo>
                <a:lnTo>
                  <a:pt x="594415" y="76306"/>
                </a:lnTo>
                <a:lnTo>
                  <a:pt x="594644" y="75691"/>
                </a:lnTo>
                <a:lnTo>
                  <a:pt x="594814" y="75014"/>
                </a:lnTo>
                <a:lnTo>
                  <a:pt x="594919" y="74273"/>
                </a:lnTo>
                <a:lnTo>
                  <a:pt x="594956" y="73464"/>
                </a:lnTo>
                <a:lnTo>
                  <a:pt x="594923" y="72655"/>
                </a:lnTo>
                <a:lnTo>
                  <a:pt x="594829" y="71914"/>
                </a:lnTo>
                <a:lnTo>
                  <a:pt x="594678" y="71237"/>
                </a:lnTo>
                <a:lnTo>
                  <a:pt x="594474" y="70621"/>
                </a:lnTo>
                <a:lnTo>
                  <a:pt x="594221" y="70064"/>
                </a:lnTo>
                <a:close/>
                <a:moveTo>
                  <a:pt x="296575" y="109073"/>
                </a:moveTo>
                <a:lnTo>
                  <a:pt x="296351" y="108629"/>
                </a:lnTo>
                <a:lnTo>
                  <a:pt x="296087" y="108232"/>
                </a:lnTo>
                <a:lnTo>
                  <a:pt x="295785" y="107879"/>
                </a:lnTo>
                <a:lnTo>
                  <a:pt x="295445" y="107567"/>
                </a:lnTo>
                <a:lnTo>
                  <a:pt x="295067" y="107294"/>
                </a:lnTo>
                <a:lnTo>
                  <a:pt x="294652" y="107058"/>
                </a:lnTo>
                <a:lnTo>
                  <a:pt x="294200" y="106855"/>
                </a:lnTo>
                <a:lnTo>
                  <a:pt x="293713" y="106684"/>
                </a:lnTo>
                <a:lnTo>
                  <a:pt x="293189" y="106541"/>
                </a:lnTo>
                <a:lnTo>
                  <a:pt x="292630" y="106424"/>
                </a:lnTo>
                <a:lnTo>
                  <a:pt x="292037" y="106330"/>
                </a:lnTo>
                <a:lnTo>
                  <a:pt x="291410" y="106257"/>
                </a:lnTo>
                <a:lnTo>
                  <a:pt x="290749" y="106202"/>
                </a:lnTo>
                <a:lnTo>
                  <a:pt x="290055" y="106162"/>
                </a:lnTo>
                <a:lnTo>
                  <a:pt x="289328" y="106136"/>
                </a:lnTo>
                <a:lnTo>
                  <a:pt x="288569" y="106120"/>
                </a:lnTo>
                <a:lnTo>
                  <a:pt x="287778" y="106112"/>
                </a:lnTo>
                <a:lnTo>
                  <a:pt x="286957" y="106109"/>
                </a:lnTo>
                <a:lnTo>
                  <a:pt x="286104" y="106108"/>
                </a:lnTo>
                <a:lnTo>
                  <a:pt x="286104" y="59519"/>
                </a:lnTo>
                <a:lnTo>
                  <a:pt x="286103" y="58946"/>
                </a:lnTo>
                <a:lnTo>
                  <a:pt x="286094" y="58202"/>
                </a:lnTo>
                <a:lnTo>
                  <a:pt x="286071" y="57304"/>
                </a:lnTo>
                <a:lnTo>
                  <a:pt x="286025" y="56270"/>
                </a:lnTo>
                <a:lnTo>
                  <a:pt x="285949" y="55116"/>
                </a:lnTo>
                <a:lnTo>
                  <a:pt x="285836" y="53861"/>
                </a:lnTo>
                <a:lnTo>
                  <a:pt x="285679" y="52521"/>
                </a:lnTo>
                <a:lnTo>
                  <a:pt x="285469" y="51115"/>
                </a:lnTo>
                <a:lnTo>
                  <a:pt x="285199" y="49659"/>
                </a:lnTo>
                <a:lnTo>
                  <a:pt x="284863" y="48170"/>
                </a:lnTo>
                <a:lnTo>
                  <a:pt x="284452" y="46667"/>
                </a:lnTo>
                <a:lnTo>
                  <a:pt x="283959" y="45167"/>
                </a:lnTo>
                <a:lnTo>
                  <a:pt x="283377" y="43687"/>
                </a:lnTo>
                <a:lnTo>
                  <a:pt x="282698" y="42244"/>
                </a:lnTo>
                <a:lnTo>
                  <a:pt x="281915" y="40856"/>
                </a:lnTo>
                <a:lnTo>
                  <a:pt x="281020" y="39541"/>
                </a:lnTo>
                <a:lnTo>
                  <a:pt x="280006" y="38315"/>
                </a:lnTo>
                <a:lnTo>
                  <a:pt x="278865" y="37195"/>
                </a:lnTo>
                <a:lnTo>
                  <a:pt x="277590" y="36201"/>
                </a:lnTo>
                <a:lnTo>
                  <a:pt x="276174" y="35348"/>
                </a:lnTo>
                <a:lnTo>
                  <a:pt x="274609" y="34655"/>
                </a:lnTo>
                <a:lnTo>
                  <a:pt x="272887" y="34138"/>
                </a:lnTo>
                <a:lnTo>
                  <a:pt x="271002" y="33815"/>
                </a:lnTo>
                <a:lnTo>
                  <a:pt x="268945" y="33703"/>
                </a:lnTo>
                <a:lnTo>
                  <a:pt x="268211" y="33717"/>
                </a:lnTo>
                <a:lnTo>
                  <a:pt x="267458" y="33757"/>
                </a:lnTo>
                <a:lnTo>
                  <a:pt x="266686" y="33826"/>
                </a:lnTo>
                <a:lnTo>
                  <a:pt x="265898" y="33924"/>
                </a:lnTo>
                <a:lnTo>
                  <a:pt x="265096" y="34052"/>
                </a:lnTo>
                <a:lnTo>
                  <a:pt x="264282" y="34212"/>
                </a:lnTo>
                <a:lnTo>
                  <a:pt x="263458" y="34405"/>
                </a:lnTo>
                <a:lnTo>
                  <a:pt x="262626" y="34632"/>
                </a:lnTo>
                <a:lnTo>
                  <a:pt x="261788" y="34893"/>
                </a:lnTo>
                <a:lnTo>
                  <a:pt x="260946" y="35190"/>
                </a:lnTo>
                <a:lnTo>
                  <a:pt x="260101" y="35524"/>
                </a:lnTo>
                <a:lnTo>
                  <a:pt x="259257" y="35897"/>
                </a:lnTo>
                <a:lnTo>
                  <a:pt x="258415" y="36308"/>
                </a:lnTo>
                <a:lnTo>
                  <a:pt x="257577" y="36760"/>
                </a:lnTo>
                <a:lnTo>
                  <a:pt x="256745" y="37253"/>
                </a:lnTo>
                <a:lnTo>
                  <a:pt x="255921" y="37788"/>
                </a:lnTo>
                <a:lnTo>
                  <a:pt x="255107" y="38367"/>
                </a:lnTo>
                <a:lnTo>
                  <a:pt x="254305" y="38991"/>
                </a:lnTo>
                <a:lnTo>
                  <a:pt x="253517" y="39660"/>
                </a:lnTo>
                <a:lnTo>
                  <a:pt x="252745" y="40376"/>
                </a:lnTo>
                <a:lnTo>
                  <a:pt x="251992" y="41140"/>
                </a:lnTo>
                <a:lnTo>
                  <a:pt x="251258" y="41953"/>
                </a:lnTo>
                <a:lnTo>
                  <a:pt x="250546" y="42816"/>
                </a:lnTo>
                <a:lnTo>
                  <a:pt x="249859" y="43730"/>
                </a:lnTo>
                <a:lnTo>
                  <a:pt x="249484" y="42926"/>
                </a:lnTo>
                <a:lnTo>
                  <a:pt x="249085" y="42155"/>
                </a:lnTo>
                <a:lnTo>
                  <a:pt x="248660" y="41417"/>
                </a:lnTo>
                <a:lnTo>
                  <a:pt x="248211" y="40711"/>
                </a:lnTo>
                <a:lnTo>
                  <a:pt x="247739" y="40038"/>
                </a:lnTo>
                <a:lnTo>
                  <a:pt x="247244" y="39398"/>
                </a:lnTo>
                <a:lnTo>
                  <a:pt x="246727" y="38791"/>
                </a:lnTo>
                <a:lnTo>
                  <a:pt x="246189" y="38217"/>
                </a:lnTo>
                <a:lnTo>
                  <a:pt x="245629" y="37677"/>
                </a:lnTo>
                <a:lnTo>
                  <a:pt x="245050" y="37170"/>
                </a:lnTo>
                <a:lnTo>
                  <a:pt x="244451" y="36697"/>
                </a:lnTo>
                <a:lnTo>
                  <a:pt x="243834" y="36258"/>
                </a:lnTo>
                <a:lnTo>
                  <a:pt x="243198" y="35854"/>
                </a:lnTo>
                <a:lnTo>
                  <a:pt x="242546" y="35483"/>
                </a:lnTo>
                <a:lnTo>
                  <a:pt x="241876" y="35147"/>
                </a:lnTo>
                <a:lnTo>
                  <a:pt x="241190" y="34846"/>
                </a:lnTo>
                <a:lnTo>
                  <a:pt x="240489" y="34580"/>
                </a:lnTo>
                <a:lnTo>
                  <a:pt x="239773" y="34348"/>
                </a:lnTo>
                <a:lnTo>
                  <a:pt x="239043" y="34152"/>
                </a:lnTo>
                <a:lnTo>
                  <a:pt x="238300" y="33991"/>
                </a:lnTo>
                <a:lnTo>
                  <a:pt x="237544" y="33865"/>
                </a:lnTo>
                <a:lnTo>
                  <a:pt x="236776" y="33775"/>
                </a:lnTo>
                <a:lnTo>
                  <a:pt x="235996" y="33721"/>
                </a:lnTo>
                <a:lnTo>
                  <a:pt x="235206" y="33703"/>
                </a:lnTo>
                <a:lnTo>
                  <a:pt x="234437" y="33717"/>
                </a:lnTo>
                <a:lnTo>
                  <a:pt x="233672" y="33759"/>
                </a:lnTo>
                <a:lnTo>
                  <a:pt x="232912" y="33828"/>
                </a:lnTo>
                <a:lnTo>
                  <a:pt x="232157" y="33923"/>
                </a:lnTo>
                <a:lnTo>
                  <a:pt x="231407" y="34044"/>
                </a:lnTo>
                <a:lnTo>
                  <a:pt x="230663" y="34192"/>
                </a:lnTo>
                <a:lnTo>
                  <a:pt x="229925" y="34364"/>
                </a:lnTo>
                <a:lnTo>
                  <a:pt x="229194" y="34561"/>
                </a:lnTo>
                <a:lnTo>
                  <a:pt x="228469" y="34782"/>
                </a:lnTo>
                <a:lnTo>
                  <a:pt x="227751" y="35026"/>
                </a:lnTo>
                <a:lnTo>
                  <a:pt x="227041" y="35294"/>
                </a:lnTo>
                <a:lnTo>
                  <a:pt x="226338" y="35584"/>
                </a:lnTo>
                <a:lnTo>
                  <a:pt x="225643" y="35896"/>
                </a:lnTo>
                <a:lnTo>
                  <a:pt x="224957" y="36230"/>
                </a:lnTo>
                <a:lnTo>
                  <a:pt x="224279" y="36585"/>
                </a:lnTo>
                <a:lnTo>
                  <a:pt x="223610" y="36961"/>
                </a:lnTo>
                <a:lnTo>
                  <a:pt x="222951" y="37357"/>
                </a:lnTo>
                <a:lnTo>
                  <a:pt x="222301" y="37772"/>
                </a:lnTo>
                <a:lnTo>
                  <a:pt x="221662" y="38206"/>
                </a:lnTo>
                <a:lnTo>
                  <a:pt x="221032" y="38659"/>
                </a:lnTo>
                <a:lnTo>
                  <a:pt x="220414" y="39130"/>
                </a:lnTo>
                <a:lnTo>
                  <a:pt x="219806" y="39619"/>
                </a:lnTo>
                <a:lnTo>
                  <a:pt x="219210" y="40124"/>
                </a:lnTo>
                <a:lnTo>
                  <a:pt x="218626" y="40646"/>
                </a:lnTo>
                <a:lnTo>
                  <a:pt x="218560" y="39950"/>
                </a:lnTo>
                <a:lnTo>
                  <a:pt x="218460" y="39311"/>
                </a:lnTo>
                <a:lnTo>
                  <a:pt x="218326" y="38728"/>
                </a:lnTo>
                <a:lnTo>
                  <a:pt x="218162" y="38197"/>
                </a:lnTo>
                <a:lnTo>
                  <a:pt x="217968" y="37717"/>
                </a:lnTo>
                <a:lnTo>
                  <a:pt x="217746" y="37286"/>
                </a:lnTo>
                <a:lnTo>
                  <a:pt x="217499" y="36899"/>
                </a:lnTo>
                <a:lnTo>
                  <a:pt x="217226" y="36556"/>
                </a:lnTo>
                <a:lnTo>
                  <a:pt x="216931" y="36252"/>
                </a:lnTo>
                <a:lnTo>
                  <a:pt x="216615" y="35987"/>
                </a:lnTo>
                <a:lnTo>
                  <a:pt x="216280" y="35757"/>
                </a:lnTo>
                <a:lnTo>
                  <a:pt x="215927" y="35560"/>
                </a:lnTo>
                <a:lnTo>
                  <a:pt x="215557" y="35393"/>
                </a:lnTo>
                <a:lnTo>
                  <a:pt x="215174" y="35254"/>
                </a:lnTo>
                <a:lnTo>
                  <a:pt x="214777" y="35140"/>
                </a:lnTo>
                <a:lnTo>
                  <a:pt x="214370" y="35048"/>
                </a:lnTo>
                <a:lnTo>
                  <a:pt x="213953" y="34977"/>
                </a:lnTo>
                <a:lnTo>
                  <a:pt x="213528" y="34924"/>
                </a:lnTo>
                <a:lnTo>
                  <a:pt x="213098" y="34886"/>
                </a:lnTo>
                <a:lnTo>
                  <a:pt x="212663" y="34860"/>
                </a:lnTo>
                <a:lnTo>
                  <a:pt x="212225" y="34844"/>
                </a:lnTo>
                <a:lnTo>
                  <a:pt x="211786" y="34836"/>
                </a:lnTo>
                <a:lnTo>
                  <a:pt x="211348" y="34833"/>
                </a:lnTo>
                <a:lnTo>
                  <a:pt x="210913" y="34833"/>
                </a:lnTo>
                <a:lnTo>
                  <a:pt x="204744" y="34833"/>
                </a:lnTo>
                <a:lnTo>
                  <a:pt x="204372" y="34833"/>
                </a:lnTo>
                <a:lnTo>
                  <a:pt x="203981" y="34836"/>
                </a:lnTo>
                <a:lnTo>
                  <a:pt x="203574" y="34844"/>
                </a:lnTo>
                <a:lnTo>
                  <a:pt x="203154" y="34860"/>
                </a:lnTo>
                <a:lnTo>
                  <a:pt x="202725" y="34885"/>
                </a:lnTo>
                <a:lnTo>
                  <a:pt x="202289" y="34923"/>
                </a:lnTo>
                <a:lnTo>
                  <a:pt x="201849" y="34977"/>
                </a:lnTo>
                <a:lnTo>
                  <a:pt x="201409" y="35047"/>
                </a:lnTo>
                <a:lnTo>
                  <a:pt x="200972" y="35138"/>
                </a:lnTo>
                <a:lnTo>
                  <a:pt x="200540" y="35252"/>
                </a:lnTo>
                <a:lnTo>
                  <a:pt x="200118" y="35390"/>
                </a:lnTo>
                <a:lnTo>
                  <a:pt x="199707" y="35556"/>
                </a:lnTo>
                <a:lnTo>
                  <a:pt x="199311" y="35753"/>
                </a:lnTo>
                <a:lnTo>
                  <a:pt x="198934" y="35982"/>
                </a:lnTo>
                <a:lnTo>
                  <a:pt x="198578" y="36246"/>
                </a:lnTo>
                <a:lnTo>
                  <a:pt x="198246" y="36548"/>
                </a:lnTo>
                <a:lnTo>
                  <a:pt x="197942" y="36890"/>
                </a:lnTo>
                <a:lnTo>
                  <a:pt x="197668" y="37274"/>
                </a:lnTo>
                <a:lnTo>
                  <a:pt x="197427" y="37704"/>
                </a:lnTo>
                <a:lnTo>
                  <a:pt x="197224" y="38182"/>
                </a:lnTo>
                <a:lnTo>
                  <a:pt x="197060" y="38710"/>
                </a:lnTo>
                <a:lnTo>
                  <a:pt x="196940" y="39290"/>
                </a:lnTo>
                <a:lnTo>
                  <a:pt x="196865" y="39926"/>
                </a:lnTo>
                <a:lnTo>
                  <a:pt x="196839" y="40620"/>
                </a:lnTo>
                <a:lnTo>
                  <a:pt x="196860" y="41336"/>
                </a:lnTo>
                <a:lnTo>
                  <a:pt x="196923" y="41993"/>
                </a:lnTo>
                <a:lnTo>
                  <a:pt x="197027" y="42592"/>
                </a:lnTo>
                <a:lnTo>
                  <a:pt x="197171" y="43137"/>
                </a:lnTo>
                <a:lnTo>
                  <a:pt x="197356" y="43630"/>
                </a:lnTo>
                <a:lnTo>
                  <a:pt x="197581" y="44074"/>
                </a:lnTo>
                <a:lnTo>
                  <a:pt x="197844" y="44472"/>
                </a:lnTo>
                <a:lnTo>
                  <a:pt x="198146" y="44825"/>
                </a:lnTo>
                <a:lnTo>
                  <a:pt x="198487" y="45136"/>
                </a:lnTo>
                <a:lnTo>
                  <a:pt x="198865" y="45409"/>
                </a:lnTo>
                <a:lnTo>
                  <a:pt x="199280" y="45645"/>
                </a:lnTo>
                <a:lnTo>
                  <a:pt x="199732" y="45848"/>
                </a:lnTo>
                <a:lnTo>
                  <a:pt x="200220" y="46020"/>
                </a:lnTo>
                <a:lnTo>
                  <a:pt x="200744" y="46163"/>
                </a:lnTo>
                <a:lnTo>
                  <a:pt x="201303" y="46280"/>
                </a:lnTo>
                <a:lnTo>
                  <a:pt x="201896" y="46374"/>
                </a:lnTo>
                <a:lnTo>
                  <a:pt x="202524" y="46447"/>
                </a:lnTo>
                <a:lnTo>
                  <a:pt x="203185" y="46502"/>
                </a:lnTo>
                <a:lnTo>
                  <a:pt x="203879" y="46541"/>
                </a:lnTo>
                <a:lnTo>
                  <a:pt x="204606" y="46567"/>
                </a:lnTo>
                <a:lnTo>
                  <a:pt x="205365" y="46583"/>
                </a:lnTo>
                <a:lnTo>
                  <a:pt x="206156" y="46592"/>
                </a:lnTo>
                <a:lnTo>
                  <a:pt x="206977" y="46595"/>
                </a:lnTo>
                <a:lnTo>
                  <a:pt x="207830" y="46595"/>
                </a:lnTo>
                <a:lnTo>
                  <a:pt x="207830" y="106108"/>
                </a:lnTo>
                <a:lnTo>
                  <a:pt x="206977" y="106109"/>
                </a:lnTo>
                <a:lnTo>
                  <a:pt x="206156" y="106112"/>
                </a:lnTo>
                <a:lnTo>
                  <a:pt x="205365" y="106120"/>
                </a:lnTo>
                <a:lnTo>
                  <a:pt x="204606" y="106136"/>
                </a:lnTo>
                <a:lnTo>
                  <a:pt x="203879" y="106162"/>
                </a:lnTo>
                <a:lnTo>
                  <a:pt x="203185" y="106202"/>
                </a:lnTo>
                <a:lnTo>
                  <a:pt x="202524" y="106257"/>
                </a:lnTo>
                <a:lnTo>
                  <a:pt x="201896" y="106330"/>
                </a:lnTo>
                <a:lnTo>
                  <a:pt x="201303" y="106424"/>
                </a:lnTo>
                <a:lnTo>
                  <a:pt x="200744" y="106541"/>
                </a:lnTo>
                <a:lnTo>
                  <a:pt x="200220" y="106684"/>
                </a:lnTo>
                <a:lnTo>
                  <a:pt x="199732" y="106855"/>
                </a:lnTo>
                <a:lnTo>
                  <a:pt x="199280" y="107058"/>
                </a:lnTo>
                <a:lnTo>
                  <a:pt x="198865" y="107294"/>
                </a:lnTo>
                <a:lnTo>
                  <a:pt x="198487" y="107567"/>
                </a:lnTo>
                <a:lnTo>
                  <a:pt x="198146" y="107879"/>
                </a:lnTo>
                <a:lnTo>
                  <a:pt x="197844" y="108232"/>
                </a:lnTo>
                <a:lnTo>
                  <a:pt x="197581" y="108629"/>
                </a:lnTo>
                <a:lnTo>
                  <a:pt x="197356" y="109073"/>
                </a:lnTo>
                <a:lnTo>
                  <a:pt x="197171" y="109566"/>
                </a:lnTo>
                <a:lnTo>
                  <a:pt x="197027" y="110111"/>
                </a:lnTo>
                <a:lnTo>
                  <a:pt x="196923" y="110711"/>
                </a:lnTo>
                <a:lnTo>
                  <a:pt x="196860" y="111367"/>
                </a:lnTo>
                <a:lnTo>
                  <a:pt x="196839" y="112084"/>
                </a:lnTo>
                <a:lnTo>
                  <a:pt x="196866" y="112777"/>
                </a:lnTo>
                <a:lnTo>
                  <a:pt x="196943" y="113412"/>
                </a:lnTo>
                <a:lnTo>
                  <a:pt x="197068" y="113993"/>
                </a:lnTo>
                <a:lnTo>
                  <a:pt x="197237" y="114520"/>
                </a:lnTo>
                <a:lnTo>
                  <a:pt x="197447" y="114998"/>
                </a:lnTo>
                <a:lnTo>
                  <a:pt x="197695" y="115427"/>
                </a:lnTo>
                <a:lnTo>
                  <a:pt x="197977" y="115812"/>
                </a:lnTo>
                <a:lnTo>
                  <a:pt x="198289" y="116154"/>
                </a:lnTo>
                <a:lnTo>
                  <a:pt x="198629" y="116455"/>
                </a:lnTo>
                <a:lnTo>
                  <a:pt x="198993" y="116719"/>
                </a:lnTo>
                <a:lnTo>
                  <a:pt x="199378" y="116948"/>
                </a:lnTo>
                <a:lnTo>
                  <a:pt x="199780" y="117145"/>
                </a:lnTo>
                <a:lnTo>
                  <a:pt x="200196" y="117311"/>
                </a:lnTo>
                <a:lnTo>
                  <a:pt x="200623" y="117449"/>
                </a:lnTo>
                <a:lnTo>
                  <a:pt x="201057" y="117562"/>
                </a:lnTo>
                <a:lnTo>
                  <a:pt x="201496" y="117653"/>
                </a:lnTo>
                <a:lnTo>
                  <a:pt x="201934" y="117724"/>
                </a:lnTo>
                <a:lnTo>
                  <a:pt x="202371" y="117777"/>
                </a:lnTo>
                <a:lnTo>
                  <a:pt x="202801" y="117815"/>
                </a:lnTo>
                <a:lnTo>
                  <a:pt x="203222" y="117841"/>
                </a:lnTo>
                <a:lnTo>
                  <a:pt x="203630" y="117856"/>
                </a:lnTo>
                <a:lnTo>
                  <a:pt x="204022" y="117864"/>
                </a:lnTo>
                <a:lnTo>
                  <a:pt x="204394" y="117867"/>
                </a:lnTo>
                <a:lnTo>
                  <a:pt x="204744" y="117868"/>
                </a:lnTo>
                <a:lnTo>
                  <a:pt x="221712" y="117868"/>
                </a:lnTo>
                <a:lnTo>
                  <a:pt x="222084" y="117867"/>
                </a:lnTo>
                <a:lnTo>
                  <a:pt x="222475" y="117864"/>
                </a:lnTo>
                <a:lnTo>
                  <a:pt x="222882" y="117856"/>
                </a:lnTo>
                <a:lnTo>
                  <a:pt x="223301" y="117841"/>
                </a:lnTo>
                <a:lnTo>
                  <a:pt x="223731" y="117815"/>
                </a:lnTo>
                <a:lnTo>
                  <a:pt x="224166" y="117777"/>
                </a:lnTo>
                <a:lnTo>
                  <a:pt x="224606" y="117724"/>
                </a:lnTo>
                <a:lnTo>
                  <a:pt x="225046" y="117653"/>
                </a:lnTo>
                <a:lnTo>
                  <a:pt x="225483" y="117562"/>
                </a:lnTo>
                <a:lnTo>
                  <a:pt x="225914" y="117449"/>
                </a:lnTo>
                <a:lnTo>
                  <a:pt x="226337" y="117311"/>
                </a:lnTo>
                <a:lnTo>
                  <a:pt x="226747" y="117145"/>
                </a:lnTo>
                <a:lnTo>
                  <a:pt x="227143" y="116948"/>
                </a:lnTo>
                <a:lnTo>
                  <a:pt x="227520" y="116719"/>
                </a:lnTo>
                <a:lnTo>
                  <a:pt x="227876" y="116455"/>
                </a:lnTo>
                <a:lnTo>
                  <a:pt x="228208" y="116154"/>
                </a:lnTo>
                <a:lnTo>
                  <a:pt x="228512" y="115812"/>
                </a:lnTo>
                <a:lnTo>
                  <a:pt x="228786" y="115427"/>
                </a:lnTo>
                <a:lnTo>
                  <a:pt x="229026" y="114998"/>
                </a:lnTo>
                <a:lnTo>
                  <a:pt x="229229" y="114520"/>
                </a:lnTo>
                <a:lnTo>
                  <a:pt x="229393" y="113993"/>
                </a:lnTo>
                <a:lnTo>
                  <a:pt x="229513" y="113412"/>
                </a:lnTo>
                <a:lnTo>
                  <a:pt x="229588" y="112777"/>
                </a:lnTo>
                <a:lnTo>
                  <a:pt x="229613" y="112084"/>
                </a:lnTo>
                <a:lnTo>
                  <a:pt x="229592" y="111367"/>
                </a:lnTo>
                <a:lnTo>
                  <a:pt x="229530" y="110711"/>
                </a:lnTo>
                <a:lnTo>
                  <a:pt x="229426" y="110111"/>
                </a:lnTo>
                <a:lnTo>
                  <a:pt x="229282" y="109566"/>
                </a:lnTo>
                <a:lnTo>
                  <a:pt x="229097" y="109073"/>
                </a:lnTo>
                <a:lnTo>
                  <a:pt x="228873" y="108629"/>
                </a:lnTo>
                <a:lnTo>
                  <a:pt x="228609" y="108232"/>
                </a:lnTo>
                <a:lnTo>
                  <a:pt x="228307" y="107879"/>
                </a:lnTo>
                <a:lnTo>
                  <a:pt x="227967" y="107567"/>
                </a:lnTo>
                <a:lnTo>
                  <a:pt x="227589" y="107294"/>
                </a:lnTo>
                <a:lnTo>
                  <a:pt x="227174" y="107058"/>
                </a:lnTo>
                <a:lnTo>
                  <a:pt x="226722" y="106855"/>
                </a:lnTo>
                <a:lnTo>
                  <a:pt x="226234" y="106684"/>
                </a:lnTo>
                <a:lnTo>
                  <a:pt x="225711" y="106541"/>
                </a:lnTo>
                <a:lnTo>
                  <a:pt x="225152" y="106424"/>
                </a:lnTo>
                <a:lnTo>
                  <a:pt x="224559" y="106330"/>
                </a:lnTo>
                <a:lnTo>
                  <a:pt x="223931" y="106257"/>
                </a:lnTo>
                <a:lnTo>
                  <a:pt x="223270" y="106202"/>
                </a:lnTo>
                <a:lnTo>
                  <a:pt x="222576" y="106162"/>
                </a:lnTo>
                <a:lnTo>
                  <a:pt x="221849" y="106136"/>
                </a:lnTo>
                <a:lnTo>
                  <a:pt x="221091" y="106120"/>
                </a:lnTo>
                <a:lnTo>
                  <a:pt x="220300" y="106112"/>
                </a:lnTo>
                <a:lnTo>
                  <a:pt x="219478" y="106109"/>
                </a:lnTo>
                <a:lnTo>
                  <a:pt x="218626" y="106108"/>
                </a:lnTo>
                <a:lnTo>
                  <a:pt x="218626" y="71634"/>
                </a:lnTo>
                <a:lnTo>
                  <a:pt x="218667" y="69536"/>
                </a:lnTo>
                <a:lnTo>
                  <a:pt x="218786" y="67523"/>
                </a:lnTo>
                <a:lnTo>
                  <a:pt x="218981" y="65595"/>
                </a:lnTo>
                <a:lnTo>
                  <a:pt x="219248" y="63752"/>
                </a:lnTo>
                <a:lnTo>
                  <a:pt x="219584" y="61994"/>
                </a:lnTo>
                <a:lnTo>
                  <a:pt x="219985" y="60323"/>
                </a:lnTo>
                <a:lnTo>
                  <a:pt x="220447" y="58739"/>
                </a:lnTo>
                <a:lnTo>
                  <a:pt x="220968" y="57241"/>
                </a:lnTo>
                <a:lnTo>
                  <a:pt x="221544" y="55831"/>
                </a:lnTo>
                <a:lnTo>
                  <a:pt x="222171" y="54509"/>
                </a:lnTo>
                <a:lnTo>
                  <a:pt x="222846" y="53275"/>
                </a:lnTo>
                <a:lnTo>
                  <a:pt x="223566" y="52130"/>
                </a:lnTo>
                <a:lnTo>
                  <a:pt x="224327" y="51074"/>
                </a:lnTo>
                <a:lnTo>
                  <a:pt x="225126" y="50108"/>
                </a:lnTo>
                <a:lnTo>
                  <a:pt x="225959" y="49231"/>
                </a:lnTo>
                <a:lnTo>
                  <a:pt x="226823" y="48446"/>
                </a:lnTo>
                <a:lnTo>
                  <a:pt x="227715" y="47751"/>
                </a:lnTo>
                <a:lnTo>
                  <a:pt x="228630" y="47147"/>
                </a:lnTo>
                <a:lnTo>
                  <a:pt x="229566" y="46635"/>
                </a:lnTo>
                <a:lnTo>
                  <a:pt x="230519" y="46215"/>
                </a:lnTo>
                <a:lnTo>
                  <a:pt x="231486" y="45888"/>
                </a:lnTo>
                <a:lnTo>
                  <a:pt x="232464" y="45653"/>
                </a:lnTo>
                <a:lnTo>
                  <a:pt x="233448" y="45512"/>
                </a:lnTo>
                <a:lnTo>
                  <a:pt x="234435" y="45465"/>
                </a:lnTo>
                <a:lnTo>
                  <a:pt x="234980" y="45483"/>
                </a:lnTo>
                <a:lnTo>
                  <a:pt x="235507" y="45537"/>
                </a:lnTo>
                <a:lnTo>
                  <a:pt x="236014" y="45630"/>
                </a:lnTo>
                <a:lnTo>
                  <a:pt x="236503" y="45766"/>
                </a:lnTo>
                <a:lnTo>
                  <a:pt x="236971" y="45946"/>
                </a:lnTo>
                <a:lnTo>
                  <a:pt x="237420" y="46172"/>
                </a:lnTo>
                <a:lnTo>
                  <a:pt x="237848" y="46449"/>
                </a:lnTo>
                <a:lnTo>
                  <a:pt x="238255" y="46778"/>
                </a:lnTo>
                <a:lnTo>
                  <a:pt x="238640" y="47161"/>
                </a:lnTo>
                <a:lnTo>
                  <a:pt x="239004" y="47602"/>
                </a:lnTo>
                <a:lnTo>
                  <a:pt x="239346" y="48103"/>
                </a:lnTo>
                <a:lnTo>
                  <a:pt x="239664" y="48667"/>
                </a:lnTo>
                <a:lnTo>
                  <a:pt x="239960" y="49295"/>
                </a:lnTo>
                <a:lnTo>
                  <a:pt x="240232" y="49992"/>
                </a:lnTo>
                <a:lnTo>
                  <a:pt x="240481" y="50758"/>
                </a:lnTo>
                <a:lnTo>
                  <a:pt x="240705" y="51598"/>
                </a:lnTo>
                <a:lnTo>
                  <a:pt x="240904" y="52513"/>
                </a:lnTo>
                <a:lnTo>
                  <a:pt x="241078" y="53507"/>
                </a:lnTo>
                <a:lnTo>
                  <a:pt x="241226" y="54581"/>
                </a:lnTo>
                <a:lnTo>
                  <a:pt x="241348" y="55738"/>
                </a:lnTo>
                <a:lnTo>
                  <a:pt x="241444" y="56981"/>
                </a:lnTo>
                <a:lnTo>
                  <a:pt x="241513" y="58313"/>
                </a:lnTo>
                <a:lnTo>
                  <a:pt x="241555" y="59736"/>
                </a:lnTo>
                <a:lnTo>
                  <a:pt x="241569" y="61252"/>
                </a:lnTo>
                <a:lnTo>
                  <a:pt x="241569" y="106108"/>
                </a:lnTo>
                <a:lnTo>
                  <a:pt x="241105" y="106109"/>
                </a:lnTo>
                <a:lnTo>
                  <a:pt x="240633" y="106112"/>
                </a:lnTo>
                <a:lnTo>
                  <a:pt x="240153" y="106120"/>
                </a:lnTo>
                <a:lnTo>
                  <a:pt x="239669" y="106136"/>
                </a:lnTo>
                <a:lnTo>
                  <a:pt x="239183" y="106162"/>
                </a:lnTo>
                <a:lnTo>
                  <a:pt x="238698" y="106202"/>
                </a:lnTo>
                <a:lnTo>
                  <a:pt x="238217" y="106257"/>
                </a:lnTo>
                <a:lnTo>
                  <a:pt x="237742" y="106330"/>
                </a:lnTo>
                <a:lnTo>
                  <a:pt x="237275" y="106424"/>
                </a:lnTo>
                <a:lnTo>
                  <a:pt x="236820" y="106541"/>
                </a:lnTo>
                <a:lnTo>
                  <a:pt x="236378" y="106684"/>
                </a:lnTo>
                <a:lnTo>
                  <a:pt x="235953" y="106855"/>
                </a:lnTo>
                <a:lnTo>
                  <a:pt x="235548" y="107058"/>
                </a:lnTo>
                <a:lnTo>
                  <a:pt x="235163" y="107294"/>
                </a:lnTo>
                <a:lnTo>
                  <a:pt x="234803" y="107567"/>
                </a:lnTo>
                <a:lnTo>
                  <a:pt x="234470" y="107879"/>
                </a:lnTo>
                <a:lnTo>
                  <a:pt x="234167" y="108232"/>
                </a:lnTo>
                <a:lnTo>
                  <a:pt x="233895" y="108629"/>
                </a:lnTo>
                <a:lnTo>
                  <a:pt x="233659" y="109073"/>
                </a:lnTo>
                <a:lnTo>
                  <a:pt x="233459" y="109566"/>
                </a:lnTo>
                <a:lnTo>
                  <a:pt x="233299" y="110111"/>
                </a:lnTo>
                <a:lnTo>
                  <a:pt x="233182" y="110711"/>
                </a:lnTo>
                <a:lnTo>
                  <a:pt x="233109" y="111367"/>
                </a:lnTo>
                <a:lnTo>
                  <a:pt x="233085" y="112084"/>
                </a:lnTo>
                <a:lnTo>
                  <a:pt x="233111" y="112777"/>
                </a:lnTo>
                <a:lnTo>
                  <a:pt x="233189" y="113412"/>
                </a:lnTo>
                <a:lnTo>
                  <a:pt x="233314" y="113993"/>
                </a:lnTo>
                <a:lnTo>
                  <a:pt x="233483" y="114520"/>
                </a:lnTo>
                <a:lnTo>
                  <a:pt x="233693" y="114998"/>
                </a:lnTo>
                <a:lnTo>
                  <a:pt x="233941" y="115427"/>
                </a:lnTo>
                <a:lnTo>
                  <a:pt x="234222" y="115812"/>
                </a:lnTo>
                <a:lnTo>
                  <a:pt x="234535" y="116154"/>
                </a:lnTo>
                <a:lnTo>
                  <a:pt x="234875" y="116455"/>
                </a:lnTo>
                <a:lnTo>
                  <a:pt x="235239" y="116719"/>
                </a:lnTo>
                <a:lnTo>
                  <a:pt x="235623" y="116948"/>
                </a:lnTo>
                <a:lnTo>
                  <a:pt x="236025" y="117145"/>
                </a:lnTo>
                <a:lnTo>
                  <a:pt x="236442" y="117311"/>
                </a:lnTo>
                <a:lnTo>
                  <a:pt x="236869" y="117449"/>
                </a:lnTo>
                <a:lnTo>
                  <a:pt x="237303" y="117562"/>
                </a:lnTo>
                <a:lnTo>
                  <a:pt x="237741" y="117653"/>
                </a:lnTo>
                <a:lnTo>
                  <a:pt x="238180" y="117724"/>
                </a:lnTo>
                <a:lnTo>
                  <a:pt x="238616" y="117777"/>
                </a:lnTo>
                <a:lnTo>
                  <a:pt x="239046" y="117815"/>
                </a:lnTo>
                <a:lnTo>
                  <a:pt x="239467" y="117841"/>
                </a:lnTo>
                <a:lnTo>
                  <a:pt x="239875" y="117856"/>
                </a:lnTo>
                <a:lnTo>
                  <a:pt x="240267" y="117864"/>
                </a:lnTo>
                <a:lnTo>
                  <a:pt x="240640" y="117867"/>
                </a:lnTo>
                <a:lnTo>
                  <a:pt x="240989" y="117868"/>
                </a:lnTo>
                <a:lnTo>
                  <a:pt x="255448" y="117868"/>
                </a:lnTo>
                <a:lnTo>
                  <a:pt x="255820" y="117867"/>
                </a:lnTo>
                <a:lnTo>
                  <a:pt x="256211" y="117864"/>
                </a:lnTo>
                <a:lnTo>
                  <a:pt x="256618" y="117856"/>
                </a:lnTo>
                <a:lnTo>
                  <a:pt x="257038" y="117841"/>
                </a:lnTo>
                <a:lnTo>
                  <a:pt x="257467" y="117815"/>
                </a:lnTo>
                <a:lnTo>
                  <a:pt x="257903" y="117777"/>
                </a:lnTo>
                <a:lnTo>
                  <a:pt x="258343" y="117724"/>
                </a:lnTo>
                <a:lnTo>
                  <a:pt x="258783" y="117653"/>
                </a:lnTo>
                <a:lnTo>
                  <a:pt x="259220" y="117562"/>
                </a:lnTo>
                <a:lnTo>
                  <a:pt x="259651" y="117449"/>
                </a:lnTo>
                <a:lnTo>
                  <a:pt x="260074" y="117311"/>
                </a:lnTo>
                <a:lnTo>
                  <a:pt x="260485" y="117145"/>
                </a:lnTo>
                <a:lnTo>
                  <a:pt x="260880" y="116948"/>
                </a:lnTo>
                <a:lnTo>
                  <a:pt x="261258" y="116719"/>
                </a:lnTo>
                <a:lnTo>
                  <a:pt x="261614" y="116455"/>
                </a:lnTo>
                <a:lnTo>
                  <a:pt x="261946" y="116154"/>
                </a:lnTo>
                <a:lnTo>
                  <a:pt x="262250" y="115812"/>
                </a:lnTo>
                <a:lnTo>
                  <a:pt x="262524" y="115427"/>
                </a:lnTo>
                <a:lnTo>
                  <a:pt x="262764" y="114998"/>
                </a:lnTo>
                <a:lnTo>
                  <a:pt x="262968" y="114520"/>
                </a:lnTo>
                <a:lnTo>
                  <a:pt x="263132" y="113993"/>
                </a:lnTo>
                <a:lnTo>
                  <a:pt x="263252" y="113412"/>
                </a:lnTo>
                <a:lnTo>
                  <a:pt x="263327" y="112777"/>
                </a:lnTo>
                <a:lnTo>
                  <a:pt x="263353" y="112084"/>
                </a:lnTo>
                <a:lnTo>
                  <a:pt x="263332" y="111367"/>
                </a:lnTo>
                <a:lnTo>
                  <a:pt x="263269" y="110711"/>
                </a:lnTo>
                <a:lnTo>
                  <a:pt x="263165" y="110111"/>
                </a:lnTo>
                <a:lnTo>
                  <a:pt x="263021" y="109566"/>
                </a:lnTo>
                <a:lnTo>
                  <a:pt x="262836" y="109073"/>
                </a:lnTo>
                <a:lnTo>
                  <a:pt x="262612" y="108629"/>
                </a:lnTo>
                <a:lnTo>
                  <a:pt x="262348" y="108232"/>
                </a:lnTo>
                <a:lnTo>
                  <a:pt x="262046" y="107879"/>
                </a:lnTo>
                <a:lnTo>
                  <a:pt x="261706" y="107567"/>
                </a:lnTo>
                <a:lnTo>
                  <a:pt x="261328" y="107294"/>
                </a:lnTo>
                <a:lnTo>
                  <a:pt x="260913" y="107058"/>
                </a:lnTo>
                <a:lnTo>
                  <a:pt x="260461" y="106855"/>
                </a:lnTo>
                <a:lnTo>
                  <a:pt x="259973" y="106684"/>
                </a:lnTo>
                <a:lnTo>
                  <a:pt x="259450" y="106541"/>
                </a:lnTo>
                <a:lnTo>
                  <a:pt x="258891" y="106424"/>
                </a:lnTo>
                <a:lnTo>
                  <a:pt x="258298" y="106330"/>
                </a:lnTo>
                <a:lnTo>
                  <a:pt x="257671" y="106257"/>
                </a:lnTo>
                <a:lnTo>
                  <a:pt x="257010" y="106202"/>
                </a:lnTo>
                <a:lnTo>
                  <a:pt x="256315" y="106162"/>
                </a:lnTo>
                <a:lnTo>
                  <a:pt x="255589" y="106136"/>
                </a:lnTo>
                <a:lnTo>
                  <a:pt x="254830" y="106120"/>
                </a:lnTo>
                <a:lnTo>
                  <a:pt x="254039" y="106112"/>
                </a:lnTo>
                <a:lnTo>
                  <a:pt x="253217" y="106109"/>
                </a:lnTo>
                <a:lnTo>
                  <a:pt x="252365" y="106108"/>
                </a:lnTo>
                <a:lnTo>
                  <a:pt x="252365" y="71649"/>
                </a:lnTo>
                <a:lnTo>
                  <a:pt x="252406" y="69549"/>
                </a:lnTo>
                <a:lnTo>
                  <a:pt x="252525" y="67534"/>
                </a:lnTo>
                <a:lnTo>
                  <a:pt x="252720" y="65605"/>
                </a:lnTo>
                <a:lnTo>
                  <a:pt x="252987" y="63760"/>
                </a:lnTo>
                <a:lnTo>
                  <a:pt x="253323" y="62002"/>
                </a:lnTo>
                <a:lnTo>
                  <a:pt x="253724" y="60329"/>
                </a:lnTo>
                <a:lnTo>
                  <a:pt x="254186" y="58744"/>
                </a:lnTo>
                <a:lnTo>
                  <a:pt x="254707" y="57245"/>
                </a:lnTo>
                <a:lnTo>
                  <a:pt x="255283" y="55835"/>
                </a:lnTo>
                <a:lnTo>
                  <a:pt x="255910" y="54512"/>
                </a:lnTo>
                <a:lnTo>
                  <a:pt x="256586" y="53277"/>
                </a:lnTo>
                <a:lnTo>
                  <a:pt x="257305" y="52132"/>
                </a:lnTo>
                <a:lnTo>
                  <a:pt x="258067" y="51076"/>
                </a:lnTo>
                <a:lnTo>
                  <a:pt x="258865" y="50109"/>
                </a:lnTo>
                <a:lnTo>
                  <a:pt x="259698" y="49232"/>
                </a:lnTo>
                <a:lnTo>
                  <a:pt x="260562" y="48446"/>
                </a:lnTo>
                <a:lnTo>
                  <a:pt x="261454" y="47751"/>
                </a:lnTo>
                <a:lnTo>
                  <a:pt x="262369" y="47147"/>
                </a:lnTo>
                <a:lnTo>
                  <a:pt x="263305" y="46635"/>
                </a:lnTo>
                <a:lnTo>
                  <a:pt x="264259" y="46215"/>
                </a:lnTo>
                <a:lnTo>
                  <a:pt x="265225" y="45888"/>
                </a:lnTo>
                <a:lnTo>
                  <a:pt x="266203" y="45653"/>
                </a:lnTo>
                <a:lnTo>
                  <a:pt x="267187" y="45512"/>
                </a:lnTo>
                <a:lnTo>
                  <a:pt x="268174" y="45465"/>
                </a:lnTo>
                <a:lnTo>
                  <a:pt x="268719" y="45483"/>
                </a:lnTo>
                <a:lnTo>
                  <a:pt x="269246" y="45537"/>
                </a:lnTo>
                <a:lnTo>
                  <a:pt x="269754" y="45630"/>
                </a:lnTo>
                <a:lnTo>
                  <a:pt x="270242" y="45766"/>
                </a:lnTo>
                <a:lnTo>
                  <a:pt x="270711" y="45946"/>
                </a:lnTo>
                <a:lnTo>
                  <a:pt x="271159" y="46172"/>
                </a:lnTo>
                <a:lnTo>
                  <a:pt x="271587" y="46449"/>
                </a:lnTo>
                <a:lnTo>
                  <a:pt x="271994" y="46778"/>
                </a:lnTo>
                <a:lnTo>
                  <a:pt x="272380" y="47161"/>
                </a:lnTo>
                <a:lnTo>
                  <a:pt x="272743" y="47602"/>
                </a:lnTo>
                <a:lnTo>
                  <a:pt x="273085" y="48103"/>
                </a:lnTo>
                <a:lnTo>
                  <a:pt x="273404" y="48667"/>
                </a:lnTo>
                <a:lnTo>
                  <a:pt x="273699" y="49295"/>
                </a:lnTo>
                <a:lnTo>
                  <a:pt x="273972" y="49992"/>
                </a:lnTo>
                <a:lnTo>
                  <a:pt x="274220" y="50758"/>
                </a:lnTo>
                <a:lnTo>
                  <a:pt x="274444" y="51598"/>
                </a:lnTo>
                <a:lnTo>
                  <a:pt x="274643" y="52513"/>
                </a:lnTo>
                <a:lnTo>
                  <a:pt x="274817" y="53507"/>
                </a:lnTo>
                <a:lnTo>
                  <a:pt x="274965" y="54581"/>
                </a:lnTo>
                <a:lnTo>
                  <a:pt x="275087" y="55738"/>
                </a:lnTo>
                <a:lnTo>
                  <a:pt x="275183" y="56981"/>
                </a:lnTo>
                <a:lnTo>
                  <a:pt x="275252" y="58313"/>
                </a:lnTo>
                <a:lnTo>
                  <a:pt x="275294" y="59736"/>
                </a:lnTo>
                <a:lnTo>
                  <a:pt x="275308" y="61252"/>
                </a:lnTo>
                <a:lnTo>
                  <a:pt x="275308" y="106108"/>
                </a:lnTo>
                <a:lnTo>
                  <a:pt x="274844" y="106109"/>
                </a:lnTo>
                <a:lnTo>
                  <a:pt x="274371" y="106112"/>
                </a:lnTo>
                <a:lnTo>
                  <a:pt x="273891" y="106120"/>
                </a:lnTo>
                <a:lnTo>
                  <a:pt x="273407" y="106136"/>
                </a:lnTo>
                <a:lnTo>
                  <a:pt x="272921" y="106162"/>
                </a:lnTo>
                <a:lnTo>
                  <a:pt x="272436" y="106202"/>
                </a:lnTo>
                <a:lnTo>
                  <a:pt x="271955" y="106257"/>
                </a:lnTo>
                <a:lnTo>
                  <a:pt x="271479" y="106330"/>
                </a:lnTo>
                <a:lnTo>
                  <a:pt x="271013" y="106424"/>
                </a:lnTo>
                <a:lnTo>
                  <a:pt x="270558" y="106541"/>
                </a:lnTo>
                <a:lnTo>
                  <a:pt x="270116" y="106684"/>
                </a:lnTo>
                <a:lnTo>
                  <a:pt x="269691" y="106855"/>
                </a:lnTo>
                <a:lnTo>
                  <a:pt x="269286" y="107058"/>
                </a:lnTo>
                <a:lnTo>
                  <a:pt x="268902" y="107294"/>
                </a:lnTo>
                <a:lnTo>
                  <a:pt x="268542" y="107567"/>
                </a:lnTo>
                <a:lnTo>
                  <a:pt x="268209" y="107879"/>
                </a:lnTo>
                <a:lnTo>
                  <a:pt x="267906" y="108232"/>
                </a:lnTo>
                <a:lnTo>
                  <a:pt x="267634" y="108629"/>
                </a:lnTo>
                <a:lnTo>
                  <a:pt x="267397" y="109073"/>
                </a:lnTo>
                <a:lnTo>
                  <a:pt x="267198" y="109566"/>
                </a:lnTo>
                <a:lnTo>
                  <a:pt x="267038" y="110111"/>
                </a:lnTo>
                <a:lnTo>
                  <a:pt x="266921" y="110711"/>
                </a:lnTo>
                <a:lnTo>
                  <a:pt x="266849" y="111367"/>
                </a:lnTo>
                <a:lnTo>
                  <a:pt x="266824" y="112084"/>
                </a:lnTo>
                <a:lnTo>
                  <a:pt x="266851" y="112777"/>
                </a:lnTo>
                <a:lnTo>
                  <a:pt x="266928" y="113412"/>
                </a:lnTo>
                <a:lnTo>
                  <a:pt x="267053" y="113993"/>
                </a:lnTo>
                <a:lnTo>
                  <a:pt x="267222" y="114520"/>
                </a:lnTo>
                <a:lnTo>
                  <a:pt x="267432" y="114998"/>
                </a:lnTo>
                <a:lnTo>
                  <a:pt x="267679" y="115427"/>
                </a:lnTo>
                <a:lnTo>
                  <a:pt x="267961" y="115812"/>
                </a:lnTo>
                <a:lnTo>
                  <a:pt x="268273" y="116154"/>
                </a:lnTo>
                <a:lnTo>
                  <a:pt x="268613" y="116455"/>
                </a:lnTo>
                <a:lnTo>
                  <a:pt x="268977" y="116719"/>
                </a:lnTo>
                <a:lnTo>
                  <a:pt x="269361" y="116948"/>
                </a:lnTo>
                <a:lnTo>
                  <a:pt x="269764" y="117145"/>
                </a:lnTo>
                <a:lnTo>
                  <a:pt x="270180" y="117311"/>
                </a:lnTo>
                <a:lnTo>
                  <a:pt x="270606" y="117449"/>
                </a:lnTo>
                <a:lnTo>
                  <a:pt x="271041" y="117562"/>
                </a:lnTo>
                <a:lnTo>
                  <a:pt x="271479" y="117653"/>
                </a:lnTo>
                <a:lnTo>
                  <a:pt x="271918" y="117724"/>
                </a:lnTo>
                <a:lnTo>
                  <a:pt x="272354" y="117777"/>
                </a:lnTo>
                <a:lnTo>
                  <a:pt x="272784" y="117815"/>
                </a:lnTo>
                <a:lnTo>
                  <a:pt x="273205" y="117841"/>
                </a:lnTo>
                <a:lnTo>
                  <a:pt x="273614" y="117856"/>
                </a:lnTo>
                <a:lnTo>
                  <a:pt x="274006" y="117864"/>
                </a:lnTo>
                <a:lnTo>
                  <a:pt x="274378" y="117867"/>
                </a:lnTo>
                <a:lnTo>
                  <a:pt x="274729" y="117868"/>
                </a:lnTo>
                <a:lnTo>
                  <a:pt x="289187" y="117868"/>
                </a:lnTo>
                <a:lnTo>
                  <a:pt x="289559" y="117867"/>
                </a:lnTo>
                <a:lnTo>
                  <a:pt x="289950" y="117864"/>
                </a:lnTo>
                <a:lnTo>
                  <a:pt x="290357" y="117856"/>
                </a:lnTo>
                <a:lnTo>
                  <a:pt x="290777" y="117841"/>
                </a:lnTo>
                <a:lnTo>
                  <a:pt x="291206" y="117815"/>
                </a:lnTo>
                <a:lnTo>
                  <a:pt x="291642" y="117777"/>
                </a:lnTo>
                <a:lnTo>
                  <a:pt x="292082" y="117724"/>
                </a:lnTo>
                <a:lnTo>
                  <a:pt x="292522" y="117653"/>
                </a:lnTo>
                <a:lnTo>
                  <a:pt x="292959" y="117562"/>
                </a:lnTo>
                <a:lnTo>
                  <a:pt x="293391" y="117449"/>
                </a:lnTo>
                <a:lnTo>
                  <a:pt x="293813" y="117311"/>
                </a:lnTo>
                <a:lnTo>
                  <a:pt x="294224" y="117145"/>
                </a:lnTo>
                <a:lnTo>
                  <a:pt x="294620" y="116948"/>
                </a:lnTo>
                <a:lnTo>
                  <a:pt x="294997" y="116719"/>
                </a:lnTo>
                <a:lnTo>
                  <a:pt x="295353" y="116455"/>
                </a:lnTo>
                <a:lnTo>
                  <a:pt x="295685" y="116154"/>
                </a:lnTo>
                <a:lnTo>
                  <a:pt x="295990" y="115812"/>
                </a:lnTo>
                <a:lnTo>
                  <a:pt x="296263" y="115427"/>
                </a:lnTo>
                <a:lnTo>
                  <a:pt x="296504" y="114998"/>
                </a:lnTo>
                <a:lnTo>
                  <a:pt x="296707" y="114520"/>
                </a:lnTo>
                <a:lnTo>
                  <a:pt x="296871" y="113993"/>
                </a:lnTo>
                <a:lnTo>
                  <a:pt x="296992" y="113412"/>
                </a:lnTo>
                <a:lnTo>
                  <a:pt x="297066" y="112777"/>
                </a:lnTo>
                <a:lnTo>
                  <a:pt x="297092" y="112084"/>
                </a:lnTo>
                <a:lnTo>
                  <a:pt x="297071" y="111367"/>
                </a:lnTo>
                <a:lnTo>
                  <a:pt x="297008" y="110711"/>
                </a:lnTo>
                <a:lnTo>
                  <a:pt x="296904" y="110111"/>
                </a:lnTo>
                <a:lnTo>
                  <a:pt x="296760" y="109566"/>
                </a:lnTo>
                <a:lnTo>
                  <a:pt x="296575" y="109073"/>
                </a:lnTo>
                <a:close/>
                <a:moveTo>
                  <a:pt x="802654" y="109073"/>
                </a:moveTo>
                <a:lnTo>
                  <a:pt x="802430" y="108629"/>
                </a:lnTo>
                <a:lnTo>
                  <a:pt x="802166" y="108232"/>
                </a:lnTo>
                <a:lnTo>
                  <a:pt x="801864" y="107879"/>
                </a:lnTo>
                <a:lnTo>
                  <a:pt x="801524" y="107567"/>
                </a:lnTo>
                <a:lnTo>
                  <a:pt x="801146" y="107294"/>
                </a:lnTo>
                <a:lnTo>
                  <a:pt x="800731" y="107058"/>
                </a:lnTo>
                <a:lnTo>
                  <a:pt x="800279" y="106855"/>
                </a:lnTo>
                <a:lnTo>
                  <a:pt x="799792" y="106684"/>
                </a:lnTo>
                <a:lnTo>
                  <a:pt x="799268" y="106541"/>
                </a:lnTo>
                <a:lnTo>
                  <a:pt x="798709" y="106424"/>
                </a:lnTo>
                <a:lnTo>
                  <a:pt x="798116" y="106330"/>
                </a:lnTo>
                <a:lnTo>
                  <a:pt x="797489" y="106257"/>
                </a:lnTo>
                <a:lnTo>
                  <a:pt x="796828" y="106202"/>
                </a:lnTo>
                <a:lnTo>
                  <a:pt x="796134" y="106162"/>
                </a:lnTo>
                <a:lnTo>
                  <a:pt x="795407" y="106136"/>
                </a:lnTo>
                <a:lnTo>
                  <a:pt x="794648" y="106120"/>
                </a:lnTo>
                <a:lnTo>
                  <a:pt x="793857" y="106112"/>
                </a:lnTo>
                <a:lnTo>
                  <a:pt x="793036" y="106109"/>
                </a:lnTo>
                <a:lnTo>
                  <a:pt x="792183" y="106108"/>
                </a:lnTo>
                <a:lnTo>
                  <a:pt x="792183" y="59519"/>
                </a:lnTo>
                <a:lnTo>
                  <a:pt x="792182" y="58946"/>
                </a:lnTo>
                <a:lnTo>
                  <a:pt x="792173" y="58202"/>
                </a:lnTo>
                <a:lnTo>
                  <a:pt x="792150" y="57304"/>
                </a:lnTo>
                <a:lnTo>
                  <a:pt x="792104" y="56270"/>
                </a:lnTo>
                <a:lnTo>
                  <a:pt x="792028" y="55116"/>
                </a:lnTo>
                <a:lnTo>
                  <a:pt x="791915" y="53861"/>
                </a:lnTo>
                <a:lnTo>
                  <a:pt x="791758" y="52521"/>
                </a:lnTo>
                <a:lnTo>
                  <a:pt x="791548" y="51115"/>
                </a:lnTo>
                <a:lnTo>
                  <a:pt x="791278" y="49659"/>
                </a:lnTo>
                <a:lnTo>
                  <a:pt x="790942" y="48170"/>
                </a:lnTo>
                <a:lnTo>
                  <a:pt x="790531" y="46667"/>
                </a:lnTo>
                <a:lnTo>
                  <a:pt x="790038" y="45167"/>
                </a:lnTo>
                <a:lnTo>
                  <a:pt x="789456" y="43687"/>
                </a:lnTo>
                <a:lnTo>
                  <a:pt x="788777" y="42244"/>
                </a:lnTo>
                <a:lnTo>
                  <a:pt x="787994" y="40856"/>
                </a:lnTo>
                <a:lnTo>
                  <a:pt x="787099" y="39541"/>
                </a:lnTo>
                <a:lnTo>
                  <a:pt x="786085" y="38315"/>
                </a:lnTo>
                <a:lnTo>
                  <a:pt x="784944" y="37195"/>
                </a:lnTo>
                <a:lnTo>
                  <a:pt x="783669" y="36201"/>
                </a:lnTo>
                <a:lnTo>
                  <a:pt x="782253" y="35348"/>
                </a:lnTo>
                <a:lnTo>
                  <a:pt x="780688" y="34655"/>
                </a:lnTo>
                <a:lnTo>
                  <a:pt x="778966" y="34138"/>
                </a:lnTo>
                <a:lnTo>
                  <a:pt x="777081" y="33815"/>
                </a:lnTo>
                <a:lnTo>
                  <a:pt x="775024" y="33703"/>
                </a:lnTo>
                <a:lnTo>
                  <a:pt x="774290" y="33717"/>
                </a:lnTo>
                <a:lnTo>
                  <a:pt x="773537" y="33757"/>
                </a:lnTo>
                <a:lnTo>
                  <a:pt x="772765" y="33826"/>
                </a:lnTo>
                <a:lnTo>
                  <a:pt x="771977" y="33924"/>
                </a:lnTo>
                <a:lnTo>
                  <a:pt x="771175" y="34052"/>
                </a:lnTo>
                <a:lnTo>
                  <a:pt x="770361" y="34212"/>
                </a:lnTo>
                <a:lnTo>
                  <a:pt x="769537" y="34405"/>
                </a:lnTo>
                <a:lnTo>
                  <a:pt x="768705" y="34632"/>
                </a:lnTo>
                <a:lnTo>
                  <a:pt x="767867" y="34893"/>
                </a:lnTo>
                <a:lnTo>
                  <a:pt x="767025" y="35190"/>
                </a:lnTo>
                <a:lnTo>
                  <a:pt x="766180" y="35524"/>
                </a:lnTo>
                <a:lnTo>
                  <a:pt x="765336" y="35897"/>
                </a:lnTo>
                <a:lnTo>
                  <a:pt x="764494" y="36308"/>
                </a:lnTo>
                <a:lnTo>
                  <a:pt x="763656" y="36760"/>
                </a:lnTo>
                <a:lnTo>
                  <a:pt x="762824" y="37253"/>
                </a:lnTo>
                <a:lnTo>
                  <a:pt x="762000" y="37788"/>
                </a:lnTo>
                <a:lnTo>
                  <a:pt x="761186" y="38367"/>
                </a:lnTo>
                <a:lnTo>
                  <a:pt x="760384" y="38991"/>
                </a:lnTo>
                <a:lnTo>
                  <a:pt x="759596" y="39660"/>
                </a:lnTo>
                <a:lnTo>
                  <a:pt x="758824" y="40376"/>
                </a:lnTo>
                <a:lnTo>
                  <a:pt x="758070" y="41140"/>
                </a:lnTo>
                <a:lnTo>
                  <a:pt x="757337" y="41953"/>
                </a:lnTo>
                <a:lnTo>
                  <a:pt x="756625" y="42816"/>
                </a:lnTo>
                <a:lnTo>
                  <a:pt x="755938" y="43730"/>
                </a:lnTo>
                <a:lnTo>
                  <a:pt x="755563" y="42926"/>
                </a:lnTo>
                <a:lnTo>
                  <a:pt x="755163" y="42155"/>
                </a:lnTo>
                <a:lnTo>
                  <a:pt x="754739" y="41417"/>
                </a:lnTo>
                <a:lnTo>
                  <a:pt x="754290" y="40711"/>
                </a:lnTo>
                <a:lnTo>
                  <a:pt x="753818" y="40038"/>
                </a:lnTo>
                <a:lnTo>
                  <a:pt x="753323" y="39398"/>
                </a:lnTo>
                <a:lnTo>
                  <a:pt x="752806" y="38791"/>
                </a:lnTo>
                <a:lnTo>
                  <a:pt x="752268" y="38217"/>
                </a:lnTo>
                <a:lnTo>
                  <a:pt x="751708" y="37677"/>
                </a:lnTo>
                <a:lnTo>
                  <a:pt x="751129" y="37170"/>
                </a:lnTo>
                <a:lnTo>
                  <a:pt x="750530" y="36697"/>
                </a:lnTo>
                <a:lnTo>
                  <a:pt x="749913" y="36258"/>
                </a:lnTo>
                <a:lnTo>
                  <a:pt x="749277" y="35854"/>
                </a:lnTo>
                <a:lnTo>
                  <a:pt x="748624" y="35483"/>
                </a:lnTo>
                <a:lnTo>
                  <a:pt x="747955" y="35147"/>
                </a:lnTo>
                <a:lnTo>
                  <a:pt x="747269" y="34846"/>
                </a:lnTo>
                <a:lnTo>
                  <a:pt x="746568" y="34580"/>
                </a:lnTo>
                <a:lnTo>
                  <a:pt x="745852" y="34348"/>
                </a:lnTo>
                <a:lnTo>
                  <a:pt x="745122" y="34152"/>
                </a:lnTo>
                <a:lnTo>
                  <a:pt x="744379" y="33991"/>
                </a:lnTo>
                <a:lnTo>
                  <a:pt x="743623" y="33865"/>
                </a:lnTo>
                <a:lnTo>
                  <a:pt x="742855" y="33775"/>
                </a:lnTo>
                <a:lnTo>
                  <a:pt x="742075" y="33721"/>
                </a:lnTo>
                <a:lnTo>
                  <a:pt x="741285" y="33703"/>
                </a:lnTo>
                <a:lnTo>
                  <a:pt x="740516" y="33717"/>
                </a:lnTo>
                <a:lnTo>
                  <a:pt x="739751" y="33759"/>
                </a:lnTo>
                <a:lnTo>
                  <a:pt x="738991" y="33828"/>
                </a:lnTo>
                <a:lnTo>
                  <a:pt x="738236" y="33923"/>
                </a:lnTo>
                <a:lnTo>
                  <a:pt x="737486" y="34044"/>
                </a:lnTo>
                <a:lnTo>
                  <a:pt x="736742" y="34192"/>
                </a:lnTo>
                <a:lnTo>
                  <a:pt x="736004" y="34364"/>
                </a:lnTo>
                <a:lnTo>
                  <a:pt x="735273" y="34561"/>
                </a:lnTo>
                <a:lnTo>
                  <a:pt x="734548" y="34782"/>
                </a:lnTo>
                <a:lnTo>
                  <a:pt x="733830" y="35026"/>
                </a:lnTo>
                <a:lnTo>
                  <a:pt x="733120" y="35294"/>
                </a:lnTo>
                <a:lnTo>
                  <a:pt x="732417" y="35584"/>
                </a:lnTo>
                <a:lnTo>
                  <a:pt x="731722" y="35896"/>
                </a:lnTo>
                <a:lnTo>
                  <a:pt x="731036" y="36230"/>
                </a:lnTo>
                <a:lnTo>
                  <a:pt x="730358" y="36585"/>
                </a:lnTo>
                <a:lnTo>
                  <a:pt x="729689" y="36961"/>
                </a:lnTo>
                <a:lnTo>
                  <a:pt x="729030" y="37357"/>
                </a:lnTo>
                <a:lnTo>
                  <a:pt x="728380" y="37772"/>
                </a:lnTo>
                <a:lnTo>
                  <a:pt x="727741" y="38206"/>
                </a:lnTo>
                <a:lnTo>
                  <a:pt x="727111" y="38659"/>
                </a:lnTo>
                <a:lnTo>
                  <a:pt x="726493" y="39130"/>
                </a:lnTo>
                <a:lnTo>
                  <a:pt x="725885" y="39619"/>
                </a:lnTo>
                <a:lnTo>
                  <a:pt x="725289" y="40124"/>
                </a:lnTo>
                <a:lnTo>
                  <a:pt x="724705" y="40646"/>
                </a:lnTo>
                <a:lnTo>
                  <a:pt x="724639" y="39950"/>
                </a:lnTo>
                <a:lnTo>
                  <a:pt x="724538" y="39311"/>
                </a:lnTo>
                <a:lnTo>
                  <a:pt x="724405" y="38728"/>
                </a:lnTo>
                <a:lnTo>
                  <a:pt x="724241" y="38197"/>
                </a:lnTo>
                <a:lnTo>
                  <a:pt x="724047" y="37717"/>
                </a:lnTo>
                <a:lnTo>
                  <a:pt x="723825" y="37286"/>
                </a:lnTo>
                <a:lnTo>
                  <a:pt x="723578" y="36899"/>
                </a:lnTo>
                <a:lnTo>
                  <a:pt x="723305" y="36556"/>
                </a:lnTo>
                <a:lnTo>
                  <a:pt x="723010" y="36252"/>
                </a:lnTo>
                <a:lnTo>
                  <a:pt x="722694" y="35987"/>
                </a:lnTo>
                <a:lnTo>
                  <a:pt x="722359" y="35757"/>
                </a:lnTo>
                <a:lnTo>
                  <a:pt x="722005" y="35560"/>
                </a:lnTo>
                <a:lnTo>
                  <a:pt x="721636" y="35393"/>
                </a:lnTo>
                <a:lnTo>
                  <a:pt x="721252" y="35254"/>
                </a:lnTo>
                <a:lnTo>
                  <a:pt x="720856" y="35140"/>
                </a:lnTo>
                <a:lnTo>
                  <a:pt x="720449" y="35048"/>
                </a:lnTo>
                <a:lnTo>
                  <a:pt x="720032" y="34977"/>
                </a:lnTo>
                <a:lnTo>
                  <a:pt x="719607" y="34924"/>
                </a:lnTo>
                <a:lnTo>
                  <a:pt x="719176" y="34886"/>
                </a:lnTo>
                <a:lnTo>
                  <a:pt x="718741" y="34860"/>
                </a:lnTo>
                <a:lnTo>
                  <a:pt x="718304" y="34844"/>
                </a:lnTo>
                <a:lnTo>
                  <a:pt x="717865" y="34836"/>
                </a:lnTo>
                <a:lnTo>
                  <a:pt x="717427" y="34833"/>
                </a:lnTo>
                <a:lnTo>
                  <a:pt x="716992" y="34833"/>
                </a:lnTo>
                <a:lnTo>
                  <a:pt x="710823" y="34833"/>
                </a:lnTo>
                <a:lnTo>
                  <a:pt x="710451" y="34833"/>
                </a:lnTo>
                <a:lnTo>
                  <a:pt x="710060" y="34836"/>
                </a:lnTo>
                <a:lnTo>
                  <a:pt x="709653" y="34844"/>
                </a:lnTo>
                <a:lnTo>
                  <a:pt x="709233" y="34860"/>
                </a:lnTo>
                <a:lnTo>
                  <a:pt x="708804" y="34885"/>
                </a:lnTo>
                <a:lnTo>
                  <a:pt x="708368" y="34923"/>
                </a:lnTo>
                <a:lnTo>
                  <a:pt x="707928" y="34977"/>
                </a:lnTo>
                <a:lnTo>
                  <a:pt x="707488" y="35047"/>
                </a:lnTo>
                <a:lnTo>
                  <a:pt x="707051" y="35138"/>
                </a:lnTo>
                <a:lnTo>
                  <a:pt x="706619" y="35252"/>
                </a:lnTo>
                <a:lnTo>
                  <a:pt x="706197" y="35390"/>
                </a:lnTo>
                <a:lnTo>
                  <a:pt x="705786" y="35556"/>
                </a:lnTo>
                <a:lnTo>
                  <a:pt x="705390" y="35753"/>
                </a:lnTo>
                <a:lnTo>
                  <a:pt x="705013" y="35982"/>
                </a:lnTo>
                <a:lnTo>
                  <a:pt x="704657" y="36246"/>
                </a:lnTo>
                <a:lnTo>
                  <a:pt x="704325" y="36548"/>
                </a:lnTo>
                <a:lnTo>
                  <a:pt x="704020" y="36890"/>
                </a:lnTo>
                <a:lnTo>
                  <a:pt x="703747" y="37274"/>
                </a:lnTo>
                <a:lnTo>
                  <a:pt x="703506" y="37704"/>
                </a:lnTo>
                <a:lnTo>
                  <a:pt x="703303" y="38182"/>
                </a:lnTo>
                <a:lnTo>
                  <a:pt x="703139" y="38710"/>
                </a:lnTo>
                <a:lnTo>
                  <a:pt x="703018" y="39290"/>
                </a:lnTo>
                <a:lnTo>
                  <a:pt x="702944" y="39926"/>
                </a:lnTo>
                <a:lnTo>
                  <a:pt x="702918" y="40620"/>
                </a:lnTo>
                <a:lnTo>
                  <a:pt x="702939" y="41336"/>
                </a:lnTo>
                <a:lnTo>
                  <a:pt x="703002" y="41993"/>
                </a:lnTo>
                <a:lnTo>
                  <a:pt x="703106" y="42592"/>
                </a:lnTo>
                <a:lnTo>
                  <a:pt x="703250" y="43137"/>
                </a:lnTo>
                <a:lnTo>
                  <a:pt x="703435" y="43630"/>
                </a:lnTo>
                <a:lnTo>
                  <a:pt x="703660" y="44074"/>
                </a:lnTo>
                <a:lnTo>
                  <a:pt x="703923" y="44472"/>
                </a:lnTo>
                <a:lnTo>
                  <a:pt x="704225" y="44825"/>
                </a:lnTo>
                <a:lnTo>
                  <a:pt x="704566" y="45136"/>
                </a:lnTo>
                <a:lnTo>
                  <a:pt x="704944" y="45409"/>
                </a:lnTo>
                <a:lnTo>
                  <a:pt x="705359" y="45645"/>
                </a:lnTo>
                <a:lnTo>
                  <a:pt x="705811" y="45848"/>
                </a:lnTo>
                <a:lnTo>
                  <a:pt x="706299" y="46020"/>
                </a:lnTo>
                <a:lnTo>
                  <a:pt x="706823" y="46163"/>
                </a:lnTo>
                <a:lnTo>
                  <a:pt x="707382" y="46280"/>
                </a:lnTo>
                <a:lnTo>
                  <a:pt x="707975" y="46374"/>
                </a:lnTo>
                <a:lnTo>
                  <a:pt x="708603" y="46447"/>
                </a:lnTo>
                <a:lnTo>
                  <a:pt x="709264" y="46502"/>
                </a:lnTo>
                <a:lnTo>
                  <a:pt x="709958" y="46541"/>
                </a:lnTo>
                <a:lnTo>
                  <a:pt x="710685" y="46567"/>
                </a:lnTo>
                <a:lnTo>
                  <a:pt x="711444" y="46583"/>
                </a:lnTo>
                <a:lnTo>
                  <a:pt x="712235" y="46592"/>
                </a:lnTo>
                <a:lnTo>
                  <a:pt x="713056" y="46595"/>
                </a:lnTo>
                <a:lnTo>
                  <a:pt x="713909" y="46595"/>
                </a:lnTo>
                <a:lnTo>
                  <a:pt x="713909" y="106108"/>
                </a:lnTo>
                <a:lnTo>
                  <a:pt x="713056" y="106109"/>
                </a:lnTo>
                <a:lnTo>
                  <a:pt x="712235" y="106112"/>
                </a:lnTo>
                <a:lnTo>
                  <a:pt x="711444" y="106120"/>
                </a:lnTo>
                <a:lnTo>
                  <a:pt x="710685" y="106136"/>
                </a:lnTo>
                <a:lnTo>
                  <a:pt x="709958" y="106162"/>
                </a:lnTo>
                <a:lnTo>
                  <a:pt x="709264" y="106202"/>
                </a:lnTo>
                <a:lnTo>
                  <a:pt x="708603" y="106257"/>
                </a:lnTo>
                <a:lnTo>
                  <a:pt x="707975" y="106330"/>
                </a:lnTo>
                <a:lnTo>
                  <a:pt x="707382" y="106424"/>
                </a:lnTo>
                <a:lnTo>
                  <a:pt x="706823" y="106541"/>
                </a:lnTo>
                <a:lnTo>
                  <a:pt x="706299" y="106684"/>
                </a:lnTo>
                <a:lnTo>
                  <a:pt x="705811" y="106855"/>
                </a:lnTo>
                <a:lnTo>
                  <a:pt x="705359" y="107058"/>
                </a:lnTo>
                <a:lnTo>
                  <a:pt x="704944" y="107294"/>
                </a:lnTo>
                <a:lnTo>
                  <a:pt x="704566" y="107567"/>
                </a:lnTo>
                <a:lnTo>
                  <a:pt x="704225" y="107879"/>
                </a:lnTo>
                <a:lnTo>
                  <a:pt x="703923" y="108232"/>
                </a:lnTo>
                <a:lnTo>
                  <a:pt x="703660" y="108629"/>
                </a:lnTo>
                <a:lnTo>
                  <a:pt x="703435" y="109073"/>
                </a:lnTo>
                <a:lnTo>
                  <a:pt x="703250" y="109566"/>
                </a:lnTo>
                <a:lnTo>
                  <a:pt x="703106" y="110111"/>
                </a:lnTo>
                <a:lnTo>
                  <a:pt x="703002" y="110711"/>
                </a:lnTo>
                <a:lnTo>
                  <a:pt x="702939" y="111367"/>
                </a:lnTo>
                <a:lnTo>
                  <a:pt x="702918" y="112084"/>
                </a:lnTo>
                <a:lnTo>
                  <a:pt x="702945" y="112777"/>
                </a:lnTo>
                <a:lnTo>
                  <a:pt x="703022" y="113412"/>
                </a:lnTo>
                <a:lnTo>
                  <a:pt x="703147" y="113993"/>
                </a:lnTo>
                <a:lnTo>
                  <a:pt x="703316" y="114520"/>
                </a:lnTo>
                <a:lnTo>
                  <a:pt x="703526" y="114998"/>
                </a:lnTo>
                <a:lnTo>
                  <a:pt x="703774" y="115427"/>
                </a:lnTo>
                <a:lnTo>
                  <a:pt x="704056" y="115812"/>
                </a:lnTo>
                <a:lnTo>
                  <a:pt x="704368" y="116154"/>
                </a:lnTo>
                <a:lnTo>
                  <a:pt x="704708" y="116455"/>
                </a:lnTo>
                <a:lnTo>
                  <a:pt x="705072" y="116719"/>
                </a:lnTo>
                <a:lnTo>
                  <a:pt x="705457" y="116948"/>
                </a:lnTo>
                <a:lnTo>
                  <a:pt x="705859" y="117145"/>
                </a:lnTo>
                <a:lnTo>
                  <a:pt x="706275" y="117311"/>
                </a:lnTo>
                <a:lnTo>
                  <a:pt x="706702" y="117449"/>
                </a:lnTo>
                <a:lnTo>
                  <a:pt x="707136" y="117562"/>
                </a:lnTo>
                <a:lnTo>
                  <a:pt x="707574" y="117653"/>
                </a:lnTo>
                <a:lnTo>
                  <a:pt x="708013" y="117724"/>
                </a:lnTo>
                <a:lnTo>
                  <a:pt x="708450" y="117777"/>
                </a:lnTo>
                <a:lnTo>
                  <a:pt x="708880" y="117815"/>
                </a:lnTo>
                <a:lnTo>
                  <a:pt x="709301" y="117841"/>
                </a:lnTo>
                <a:lnTo>
                  <a:pt x="709709" y="117856"/>
                </a:lnTo>
                <a:lnTo>
                  <a:pt x="710100" y="117864"/>
                </a:lnTo>
                <a:lnTo>
                  <a:pt x="710473" y="117867"/>
                </a:lnTo>
                <a:lnTo>
                  <a:pt x="710823" y="117868"/>
                </a:lnTo>
                <a:lnTo>
                  <a:pt x="727791" y="117868"/>
                </a:lnTo>
                <a:lnTo>
                  <a:pt x="728163" y="117867"/>
                </a:lnTo>
                <a:lnTo>
                  <a:pt x="728554" y="117864"/>
                </a:lnTo>
                <a:lnTo>
                  <a:pt x="728961" y="117856"/>
                </a:lnTo>
                <a:lnTo>
                  <a:pt x="729380" y="117841"/>
                </a:lnTo>
                <a:lnTo>
                  <a:pt x="729810" y="117815"/>
                </a:lnTo>
                <a:lnTo>
                  <a:pt x="730245" y="117777"/>
                </a:lnTo>
                <a:lnTo>
                  <a:pt x="730685" y="117724"/>
                </a:lnTo>
                <a:lnTo>
                  <a:pt x="731125" y="117653"/>
                </a:lnTo>
                <a:lnTo>
                  <a:pt x="731562" y="117562"/>
                </a:lnTo>
                <a:lnTo>
                  <a:pt x="731993" y="117449"/>
                </a:lnTo>
                <a:lnTo>
                  <a:pt x="732416" y="117311"/>
                </a:lnTo>
                <a:lnTo>
                  <a:pt x="732826" y="117145"/>
                </a:lnTo>
                <a:lnTo>
                  <a:pt x="733221" y="116948"/>
                </a:lnTo>
                <a:lnTo>
                  <a:pt x="733599" y="116719"/>
                </a:lnTo>
                <a:lnTo>
                  <a:pt x="733955" y="116455"/>
                </a:lnTo>
                <a:lnTo>
                  <a:pt x="734286" y="116154"/>
                </a:lnTo>
                <a:lnTo>
                  <a:pt x="734591" y="115812"/>
                </a:lnTo>
                <a:lnTo>
                  <a:pt x="734864" y="115427"/>
                </a:lnTo>
                <a:lnTo>
                  <a:pt x="735105" y="114998"/>
                </a:lnTo>
                <a:lnTo>
                  <a:pt x="735308" y="114520"/>
                </a:lnTo>
                <a:lnTo>
                  <a:pt x="735472" y="113993"/>
                </a:lnTo>
                <a:lnTo>
                  <a:pt x="735592" y="113412"/>
                </a:lnTo>
                <a:lnTo>
                  <a:pt x="735667" y="112777"/>
                </a:lnTo>
                <a:lnTo>
                  <a:pt x="735692" y="112084"/>
                </a:lnTo>
                <a:lnTo>
                  <a:pt x="735671" y="111367"/>
                </a:lnTo>
                <a:lnTo>
                  <a:pt x="735609" y="110711"/>
                </a:lnTo>
                <a:lnTo>
                  <a:pt x="735505" y="110111"/>
                </a:lnTo>
                <a:lnTo>
                  <a:pt x="735360" y="109566"/>
                </a:lnTo>
                <a:lnTo>
                  <a:pt x="735176" y="109073"/>
                </a:lnTo>
                <a:lnTo>
                  <a:pt x="734952" y="108629"/>
                </a:lnTo>
                <a:lnTo>
                  <a:pt x="734688" y="108232"/>
                </a:lnTo>
                <a:lnTo>
                  <a:pt x="734386" y="107879"/>
                </a:lnTo>
                <a:lnTo>
                  <a:pt x="734046" y="107567"/>
                </a:lnTo>
                <a:lnTo>
                  <a:pt x="733668" y="107294"/>
                </a:lnTo>
                <a:lnTo>
                  <a:pt x="733253" y="107058"/>
                </a:lnTo>
                <a:lnTo>
                  <a:pt x="732801" y="106855"/>
                </a:lnTo>
                <a:lnTo>
                  <a:pt x="732313" y="106684"/>
                </a:lnTo>
                <a:lnTo>
                  <a:pt x="731790" y="106541"/>
                </a:lnTo>
                <a:lnTo>
                  <a:pt x="731231" y="106424"/>
                </a:lnTo>
                <a:lnTo>
                  <a:pt x="730638" y="106330"/>
                </a:lnTo>
                <a:lnTo>
                  <a:pt x="730010" y="106257"/>
                </a:lnTo>
                <a:lnTo>
                  <a:pt x="729349" y="106202"/>
                </a:lnTo>
                <a:lnTo>
                  <a:pt x="728655" y="106162"/>
                </a:lnTo>
                <a:lnTo>
                  <a:pt x="727928" y="106136"/>
                </a:lnTo>
                <a:lnTo>
                  <a:pt x="727169" y="106120"/>
                </a:lnTo>
                <a:lnTo>
                  <a:pt x="726379" y="106112"/>
                </a:lnTo>
                <a:lnTo>
                  <a:pt x="725557" y="106109"/>
                </a:lnTo>
                <a:lnTo>
                  <a:pt x="724705" y="106108"/>
                </a:lnTo>
                <a:lnTo>
                  <a:pt x="724705" y="71634"/>
                </a:lnTo>
                <a:lnTo>
                  <a:pt x="724746" y="69536"/>
                </a:lnTo>
                <a:lnTo>
                  <a:pt x="724865" y="67523"/>
                </a:lnTo>
                <a:lnTo>
                  <a:pt x="725060" y="65595"/>
                </a:lnTo>
                <a:lnTo>
                  <a:pt x="725327" y="63752"/>
                </a:lnTo>
                <a:lnTo>
                  <a:pt x="725663" y="61994"/>
                </a:lnTo>
                <a:lnTo>
                  <a:pt x="726064" y="60323"/>
                </a:lnTo>
                <a:lnTo>
                  <a:pt x="726526" y="58739"/>
                </a:lnTo>
                <a:lnTo>
                  <a:pt x="727047" y="57241"/>
                </a:lnTo>
                <a:lnTo>
                  <a:pt x="727623" y="55831"/>
                </a:lnTo>
                <a:lnTo>
                  <a:pt x="728250" y="54509"/>
                </a:lnTo>
                <a:lnTo>
                  <a:pt x="728925" y="53275"/>
                </a:lnTo>
                <a:lnTo>
                  <a:pt x="729645" y="52130"/>
                </a:lnTo>
                <a:lnTo>
                  <a:pt x="730406" y="51074"/>
                </a:lnTo>
                <a:lnTo>
                  <a:pt x="731205" y="50108"/>
                </a:lnTo>
                <a:lnTo>
                  <a:pt x="732038" y="49231"/>
                </a:lnTo>
                <a:lnTo>
                  <a:pt x="732902" y="48446"/>
                </a:lnTo>
                <a:lnTo>
                  <a:pt x="733794" y="47751"/>
                </a:lnTo>
                <a:lnTo>
                  <a:pt x="734709" y="47147"/>
                </a:lnTo>
                <a:lnTo>
                  <a:pt x="735645" y="46635"/>
                </a:lnTo>
                <a:lnTo>
                  <a:pt x="736598" y="46215"/>
                </a:lnTo>
                <a:lnTo>
                  <a:pt x="737565" y="45888"/>
                </a:lnTo>
                <a:lnTo>
                  <a:pt x="738542" y="45653"/>
                </a:lnTo>
                <a:lnTo>
                  <a:pt x="739527" y="45512"/>
                </a:lnTo>
                <a:lnTo>
                  <a:pt x="740514" y="45465"/>
                </a:lnTo>
                <a:lnTo>
                  <a:pt x="741059" y="45483"/>
                </a:lnTo>
                <a:lnTo>
                  <a:pt x="741586" y="45537"/>
                </a:lnTo>
                <a:lnTo>
                  <a:pt x="742093" y="45630"/>
                </a:lnTo>
                <a:lnTo>
                  <a:pt x="742582" y="45766"/>
                </a:lnTo>
                <a:lnTo>
                  <a:pt x="743050" y="45946"/>
                </a:lnTo>
                <a:lnTo>
                  <a:pt x="743499" y="46172"/>
                </a:lnTo>
                <a:lnTo>
                  <a:pt x="743927" y="46449"/>
                </a:lnTo>
                <a:lnTo>
                  <a:pt x="744334" y="46778"/>
                </a:lnTo>
                <a:lnTo>
                  <a:pt x="744719" y="47161"/>
                </a:lnTo>
                <a:lnTo>
                  <a:pt x="745083" y="47602"/>
                </a:lnTo>
                <a:lnTo>
                  <a:pt x="745425" y="48103"/>
                </a:lnTo>
                <a:lnTo>
                  <a:pt x="745743" y="48667"/>
                </a:lnTo>
                <a:lnTo>
                  <a:pt x="746039" y="49295"/>
                </a:lnTo>
                <a:lnTo>
                  <a:pt x="746311" y="49992"/>
                </a:lnTo>
                <a:lnTo>
                  <a:pt x="746560" y="50758"/>
                </a:lnTo>
                <a:lnTo>
                  <a:pt x="746783" y="51598"/>
                </a:lnTo>
                <a:lnTo>
                  <a:pt x="746983" y="52513"/>
                </a:lnTo>
                <a:lnTo>
                  <a:pt x="747157" y="53507"/>
                </a:lnTo>
                <a:lnTo>
                  <a:pt x="747305" y="54581"/>
                </a:lnTo>
                <a:lnTo>
                  <a:pt x="747427" y="55738"/>
                </a:lnTo>
                <a:lnTo>
                  <a:pt x="747523" y="56981"/>
                </a:lnTo>
                <a:lnTo>
                  <a:pt x="747592" y="58313"/>
                </a:lnTo>
                <a:lnTo>
                  <a:pt x="747634" y="59736"/>
                </a:lnTo>
                <a:lnTo>
                  <a:pt x="747648" y="61252"/>
                </a:lnTo>
                <a:lnTo>
                  <a:pt x="747648" y="106108"/>
                </a:lnTo>
                <a:lnTo>
                  <a:pt x="747184" y="106109"/>
                </a:lnTo>
                <a:lnTo>
                  <a:pt x="746711" y="106112"/>
                </a:lnTo>
                <a:lnTo>
                  <a:pt x="746232" y="106120"/>
                </a:lnTo>
                <a:lnTo>
                  <a:pt x="745748" y="106136"/>
                </a:lnTo>
                <a:lnTo>
                  <a:pt x="745262" y="106162"/>
                </a:lnTo>
                <a:lnTo>
                  <a:pt x="744777" y="106202"/>
                </a:lnTo>
                <a:lnTo>
                  <a:pt x="744296" y="106257"/>
                </a:lnTo>
                <a:lnTo>
                  <a:pt x="743820" y="106330"/>
                </a:lnTo>
                <a:lnTo>
                  <a:pt x="743354" y="106424"/>
                </a:lnTo>
                <a:lnTo>
                  <a:pt x="742899" y="106541"/>
                </a:lnTo>
                <a:lnTo>
                  <a:pt x="742457" y="106684"/>
                </a:lnTo>
                <a:lnTo>
                  <a:pt x="742032" y="106855"/>
                </a:lnTo>
                <a:lnTo>
                  <a:pt x="741626" y="107058"/>
                </a:lnTo>
                <a:lnTo>
                  <a:pt x="741242" y="107294"/>
                </a:lnTo>
                <a:lnTo>
                  <a:pt x="740882" y="107567"/>
                </a:lnTo>
                <a:lnTo>
                  <a:pt x="740549" y="107879"/>
                </a:lnTo>
                <a:lnTo>
                  <a:pt x="740246" y="108232"/>
                </a:lnTo>
                <a:lnTo>
                  <a:pt x="739974" y="108629"/>
                </a:lnTo>
                <a:lnTo>
                  <a:pt x="739737" y="109073"/>
                </a:lnTo>
                <a:lnTo>
                  <a:pt x="739538" y="109566"/>
                </a:lnTo>
                <a:lnTo>
                  <a:pt x="739378" y="110111"/>
                </a:lnTo>
                <a:lnTo>
                  <a:pt x="739261" y="110711"/>
                </a:lnTo>
                <a:lnTo>
                  <a:pt x="739188" y="111367"/>
                </a:lnTo>
                <a:lnTo>
                  <a:pt x="739164" y="112084"/>
                </a:lnTo>
                <a:lnTo>
                  <a:pt x="739190" y="112777"/>
                </a:lnTo>
                <a:lnTo>
                  <a:pt x="739268" y="113412"/>
                </a:lnTo>
                <a:lnTo>
                  <a:pt x="739393" y="113993"/>
                </a:lnTo>
                <a:lnTo>
                  <a:pt x="739562" y="114520"/>
                </a:lnTo>
                <a:lnTo>
                  <a:pt x="739772" y="114998"/>
                </a:lnTo>
                <a:lnTo>
                  <a:pt x="740019" y="115427"/>
                </a:lnTo>
                <a:lnTo>
                  <a:pt x="740301" y="115812"/>
                </a:lnTo>
                <a:lnTo>
                  <a:pt x="740614" y="116154"/>
                </a:lnTo>
                <a:lnTo>
                  <a:pt x="740953" y="116455"/>
                </a:lnTo>
                <a:lnTo>
                  <a:pt x="741317" y="116719"/>
                </a:lnTo>
                <a:lnTo>
                  <a:pt x="741702" y="116948"/>
                </a:lnTo>
                <a:lnTo>
                  <a:pt x="742104" y="117145"/>
                </a:lnTo>
                <a:lnTo>
                  <a:pt x="742521" y="117311"/>
                </a:lnTo>
                <a:lnTo>
                  <a:pt x="742947" y="117449"/>
                </a:lnTo>
                <a:lnTo>
                  <a:pt x="743382" y="117562"/>
                </a:lnTo>
                <a:lnTo>
                  <a:pt x="743820" y="117653"/>
                </a:lnTo>
                <a:lnTo>
                  <a:pt x="744259" y="117724"/>
                </a:lnTo>
                <a:lnTo>
                  <a:pt x="744695" y="117777"/>
                </a:lnTo>
                <a:lnTo>
                  <a:pt x="745125" y="117815"/>
                </a:lnTo>
                <a:lnTo>
                  <a:pt x="745546" y="117841"/>
                </a:lnTo>
                <a:lnTo>
                  <a:pt x="745954" y="117856"/>
                </a:lnTo>
                <a:lnTo>
                  <a:pt x="746346" y="117864"/>
                </a:lnTo>
                <a:lnTo>
                  <a:pt x="746719" y="117867"/>
                </a:lnTo>
                <a:lnTo>
                  <a:pt x="747068" y="117868"/>
                </a:lnTo>
                <a:lnTo>
                  <a:pt x="761527" y="117868"/>
                </a:lnTo>
                <a:lnTo>
                  <a:pt x="761899" y="117867"/>
                </a:lnTo>
                <a:lnTo>
                  <a:pt x="762290" y="117864"/>
                </a:lnTo>
                <a:lnTo>
                  <a:pt x="762697" y="117856"/>
                </a:lnTo>
                <a:lnTo>
                  <a:pt x="763117" y="117841"/>
                </a:lnTo>
                <a:lnTo>
                  <a:pt x="763546" y="117815"/>
                </a:lnTo>
                <a:lnTo>
                  <a:pt x="763982" y="117777"/>
                </a:lnTo>
                <a:lnTo>
                  <a:pt x="764422" y="117724"/>
                </a:lnTo>
                <a:lnTo>
                  <a:pt x="764862" y="117653"/>
                </a:lnTo>
                <a:lnTo>
                  <a:pt x="765299" y="117562"/>
                </a:lnTo>
                <a:lnTo>
                  <a:pt x="765730" y="117449"/>
                </a:lnTo>
                <a:lnTo>
                  <a:pt x="766153" y="117311"/>
                </a:lnTo>
                <a:lnTo>
                  <a:pt x="766564" y="117145"/>
                </a:lnTo>
                <a:lnTo>
                  <a:pt x="766959" y="116948"/>
                </a:lnTo>
                <a:lnTo>
                  <a:pt x="767337" y="116719"/>
                </a:lnTo>
                <a:lnTo>
                  <a:pt x="767693" y="116455"/>
                </a:lnTo>
                <a:lnTo>
                  <a:pt x="768025" y="116154"/>
                </a:lnTo>
                <a:lnTo>
                  <a:pt x="768329" y="115812"/>
                </a:lnTo>
                <a:lnTo>
                  <a:pt x="768603" y="115427"/>
                </a:lnTo>
                <a:lnTo>
                  <a:pt x="768843" y="114998"/>
                </a:lnTo>
                <a:lnTo>
                  <a:pt x="769047" y="114520"/>
                </a:lnTo>
                <a:lnTo>
                  <a:pt x="769211" y="113993"/>
                </a:lnTo>
                <a:lnTo>
                  <a:pt x="769331" y="113412"/>
                </a:lnTo>
                <a:lnTo>
                  <a:pt x="769406" y="112777"/>
                </a:lnTo>
                <a:lnTo>
                  <a:pt x="769432" y="112084"/>
                </a:lnTo>
                <a:lnTo>
                  <a:pt x="769411" y="111367"/>
                </a:lnTo>
                <a:lnTo>
                  <a:pt x="769348" y="110711"/>
                </a:lnTo>
                <a:lnTo>
                  <a:pt x="769244" y="110111"/>
                </a:lnTo>
                <a:lnTo>
                  <a:pt x="769100" y="109566"/>
                </a:lnTo>
                <a:lnTo>
                  <a:pt x="768915" y="109073"/>
                </a:lnTo>
                <a:lnTo>
                  <a:pt x="768691" y="108629"/>
                </a:lnTo>
                <a:lnTo>
                  <a:pt x="768427" y="108232"/>
                </a:lnTo>
                <a:lnTo>
                  <a:pt x="768125" y="107879"/>
                </a:lnTo>
                <a:lnTo>
                  <a:pt x="767785" y="107567"/>
                </a:lnTo>
                <a:lnTo>
                  <a:pt x="767407" y="107294"/>
                </a:lnTo>
                <a:lnTo>
                  <a:pt x="766992" y="107058"/>
                </a:lnTo>
                <a:lnTo>
                  <a:pt x="766540" y="106855"/>
                </a:lnTo>
                <a:lnTo>
                  <a:pt x="766052" y="106684"/>
                </a:lnTo>
                <a:lnTo>
                  <a:pt x="765529" y="106541"/>
                </a:lnTo>
                <a:lnTo>
                  <a:pt x="764970" y="106424"/>
                </a:lnTo>
                <a:lnTo>
                  <a:pt x="764377" y="106330"/>
                </a:lnTo>
                <a:lnTo>
                  <a:pt x="763750" y="106257"/>
                </a:lnTo>
                <a:lnTo>
                  <a:pt x="763089" y="106202"/>
                </a:lnTo>
                <a:lnTo>
                  <a:pt x="762394" y="106162"/>
                </a:lnTo>
                <a:lnTo>
                  <a:pt x="761668" y="106136"/>
                </a:lnTo>
                <a:lnTo>
                  <a:pt x="760909" y="106120"/>
                </a:lnTo>
                <a:lnTo>
                  <a:pt x="760118" y="106112"/>
                </a:lnTo>
                <a:lnTo>
                  <a:pt x="759296" y="106109"/>
                </a:lnTo>
                <a:lnTo>
                  <a:pt x="758444" y="106108"/>
                </a:lnTo>
                <a:lnTo>
                  <a:pt x="758444" y="71649"/>
                </a:lnTo>
                <a:lnTo>
                  <a:pt x="758485" y="69549"/>
                </a:lnTo>
                <a:lnTo>
                  <a:pt x="758604" y="67534"/>
                </a:lnTo>
                <a:lnTo>
                  <a:pt x="758799" y="65605"/>
                </a:lnTo>
                <a:lnTo>
                  <a:pt x="759066" y="63760"/>
                </a:lnTo>
                <a:lnTo>
                  <a:pt x="759402" y="62002"/>
                </a:lnTo>
                <a:lnTo>
                  <a:pt x="759803" y="60329"/>
                </a:lnTo>
                <a:lnTo>
                  <a:pt x="760265" y="58744"/>
                </a:lnTo>
                <a:lnTo>
                  <a:pt x="760786" y="57245"/>
                </a:lnTo>
                <a:lnTo>
                  <a:pt x="761362" y="55835"/>
                </a:lnTo>
                <a:lnTo>
                  <a:pt x="761989" y="54512"/>
                </a:lnTo>
                <a:lnTo>
                  <a:pt x="762665" y="53277"/>
                </a:lnTo>
                <a:lnTo>
                  <a:pt x="763384" y="52132"/>
                </a:lnTo>
                <a:lnTo>
                  <a:pt x="764145" y="51076"/>
                </a:lnTo>
                <a:lnTo>
                  <a:pt x="764944" y="50109"/>
                </a:lnTo>
                <a:lnTo>
                  <a:pt x="765777" y="49232"/>
                </a:lnTo>
                <a:lnTo>
                  <a:pt x="766641" y="48446"/>
                </a:lnTo>
                <a:lnTo>
                  <a:pt x="767533" y="47751"/>
                </a:lnTo>
                <a:lnTo>
                  <a:pt x="768448" y="47147"/>
                </a:lnTo>
                <a:lnTo>
                  <a:pt x="769384" y="46635"/>
                </a:lnTo>
                <a:lnTo>
                  <a:pt x="770337" y="46215"/>
                </a:lnTo>
                <a:lnTo>
                  <a:pt x="771304" y="45888"/>
                </a:lnTo>
                <a:lnTo>
                  <a:pt x="772282" y="45653"/>
                </a:lnTo>
                <a:lnTo>
                  <a:pt x="773266" y="45512"/>
                </a:lnTo>
                <a:lnTo>
                  <a:pt x="774253" y="45465"/>
                </a:lnTo>
                <a:lnTo>
                  <a:pt x="774798" y="45483"/>
                </a:lnTo>
                <a:lnTo>
                  <a:pt x="775325" y="45537"/>
                </a:lnTo>
                <a:lnTo>
                  <a:pt x="775833" y="45630"/>
                </a:lnTo>
                <a:lnTo>
                  <a:pt x="776321" y="45766"/>
                </a:lnTo>
                <a:lnTo>
                  <a:pt x="776790" y="45946"/>
                </a:lnTo>
                <a:lnTo>
                  <a:pt x="777238" y="46172"/>
                </a:lnTo>
                <a:lnTo>
                  <a:pt x="777666" y="46449"/>
                </a:lnTo>
                <a:lnTo>
                  <a:pt x="778073" y="46778"/>
                </a:lnTo>
                <a:lnTo>
                  <a:pt x="778459" y="47161"/>
                </a:lnTo>
                <a:lnTo>
                  <a:pt x="778822" y="47602"/>
                </a:lnTo>
                <a:lnTo>
                  <a:pt x="779164" y="48103"/>
                </a:lnTo>
                <a:lnTo>
                  <a:pt x="779483" y="48667"/>
                </a:lnTo>
                <a:lnTo>
                  <a:pt x="779778" y="49295"/>
                </a:lnTo>
                <a:lnTo>
                  <a:pt x="780050" y="49992"/>
                </a:lnTo>
                <a:lnTo>
                  <a:pt x="780299" y="50758"/>
                </a:lnTo>
                <a:lnTo>
                  <a:pt x="780523" y="51598"/>
                </a:lnTo>
                <a:lnTo>
                  <a:pt x="780722" y="52513"/>
                </a:lnTo>
                <a:lnTo>
                  <a:pt x="780896" y="53507"/>
                </a:lnTo>
                <a:lnTo>
                  <a:pt x="781044" y="54581"/>
                </a:lnTo>
                <a:lnTo>
                  <a:pt x="781166" y="55738"/>
                </a:lnTo>
                <a:lnTo>
                  <a:pt x="781262" y="56981"/>
                </a:lnTo>
                <a:lnTo>
                  <a:pt x="781331" y="58313"/>
                </a:lnTo>
                <a:lnTo>
                  <a:pt x="781373" y="59736"/>
                </a:lnTo>
                <a:lnTo>
                  <a:pt x="781387" y="61252"/>
                </a:lnTo>
                <a:lnTo>
                  <a:pt x="781387" y="106108"/>
                </a:lnTo>
                <a:lnTo>
                  <a:pt x="780923" y="106109"/>
                </a:lnTo>
                <a:lnTo>
                  <a:pt x="780450" y="106112"/>
                </a:lnTo>
                <a:lnTo>
                  <a:pt x="779970" y="106120"/>
                </a:lnTo>
                <a:lnTo>
                  <a:pt x="779486" y="106136"/>
                </a:lnTo>
                <a:lnTo>
                  <a:pt x="779000" y="106162"/>
                </a:lnTo>
                <a:lnTo>
                  <a:pt x="778515" y="106202"/>
                </a:lnTo>
                <a:lnTo>
                  <a:pt x="778034" y="106257"/>
                </a:lnTo>
                <a:lnTo>
                  <a:pt x="777558" y="106330"/>
                </a:lnTo>
                <a:lnTo>
                  <a:pt x="777092" y="106424"/>
                </a:lnTo>
                <a:lnTo>
                  <a:pt x="776637" y="106541"/>
                </a:lnTo>
                <a:lnTo>
                  <a:pt x="776195" y="106684"/>
                </a:lnTo>
                <a:lnTo>
                  <a:pt x="775770" y="106855"/>
                </a:lnTo>
                <a:lnTo>
                  <a:pt x="775365" y="107058"/>
                </a:lnTo>
                <a:lnTo>
                  <a:pt x="774981" y="107294"/>
                </a:lnTo>
                <a:lnTo>
                  <a:pt x="774621" y="107567"/>
                </a:lnTo>
                <a:lnTo>
                  <a:pt x="774288" y="107879"/>
                </a:lnTo>
                <a:lnTo>
                  <a:pt x="773984" y="108232"/>
                </a:lnTo>
                <a:lnTo>
                  <a:pt x="773713" y="108629"/>
                </a:lnTo>
                <a:lnTo>
                  <a:pt x="773476" y="109073"/>
                </a:lnTo>
                <a:lnTo>
                  <a:pt x="773277" y="109566"/>
                </a:lnTo>
                <a:lnTo>
                  <a:pt x="773117" y="110111"/>
                </a:lnTo>
                <a:lnTo>
                  <a:pt x="773000" y="110711"/>
                </a:lnTo>
                <a:lnTo>
                  <a:pt x="772928" y="111367"/>
                </a:lnTo>
                <a:lnTo>
                  <a:pt x="772903" y="112084"/>
                </a:lnTo>
                <a:lnTo>
                  <a:pt x="772929" y="112777"/>
                </a:lnTo>
                <a:lnTo>
                  <a:pt x="773007" y="113412"/>
                </a:lnTo>
                <a:lnTo>
                  <a:pt x="773132" y="113993"/>
                </a:lnTo>
                <a:lnTo>
                  <a:pt x="773301" y="114520"/>
                </a:lnTo>
                <a:lnTo>
                  <a:pt x="773511" y="114998"/>
                </a:lnTo>
                <a:lnTo>
                  <a:pt x="773758" y="115427"/>
                </a:lnTo>
                <a:lnTo>
                  <a:pt x="774040" y="115812"/>
                </a:lnTo>
                <a:lnTo>
                  <a:pt x="774352" y="116154"/>
                </a:lnTo>
                <a:lnTo>
                  <a:pt x="774692" y="116455"/>
                </a:lnTo>
                <a:lnTo>
                  <a:pt x="775056" y="116719"/>
                </a:lnTo>
                <a:lnTo>
                  <a:pt x="775440" y="116948"/>
                </a:lnTo>
                <a:lnTo>
                  <a:pt x="775842" y="117145"/>
                </a:lnTo>
                <a:lnTo>
                  <a:pt x="776259" y="117311"/>
                </a:lnTo>
                <a:lnTo>
                  <a:pt x="776685" y="117449"/>
                </a:lnTo>
                <a:lnTo>
                  <a:pt x="777120" y="117562"/>
                </a:lnTo>
                <a:lnTo>
                  <a:pt x="777558" y="117653"/>
                </a:lnTo>
                <a:lnTo>
                  <a:pt x="777997" y="117724"/>
                </a:lnTo>
                <a:lnTo>
                  <a:pt x="778433" y="117777"/>
                </a:lnTo>
                <a:lnTo>
                  <a:pt x="778863" y="117815"/>
                </a:lnTo>
                <a:lnTo>
                  <a:pt x="779284" y="117841"/>
                </a:lnTo>
                <a:lnTo>
                  <a:pt x="779692" y="117856"/>
                </a:lnTo>
                <a:lnTo>
                  <a:pt x="780085" y="117864"/>
                </a:lnTo>
                <a:lnTo>
                  <a:pt x="780457" y="117867"/>
                </a:lnTo>
                <a:lnTo>
                  <a:pt x="780807" y="117868"/>
                </a:lnTo>
                <a:lnTo>
                  <a:pt x="795266" y="117868"/>
                </a:lnTo>
                <a:lnTo>
                  <a:pt x="795638" y="117867"/>
                </a:lnTo>
                <a:lnTo>
                  <a:pt x="796029" y="117864"/>
                </a:lnTo>
                <a:lnTo>
                  <a:pt x="796436" y="117856"/>
                </a:lnTo>
                <a:lnTo>
                  <a:pt x="796856" y="117841"/>
                </a:lnTo>
                <a:lnTo>
                  <a:pt x="797285" y="117815"/>
                </a:lnTo>
                <a:lnTo>
                  <a:pt x="797721" y="117777"/>
                </a:lnTo>
                <a:lnTo>
                  <a:pt x="798161" y="117724"/>
                </a:lnTo>
                <a:lnTo>
                  <a:pt x="798601" y="117653"/>
                </a:lnTo>
                <a:lnTo>
                  <a:pt x="799038" y="117562"/>
                </a:lnTo>
                <a:lnTo>
                  <a:pt x="799470" y="117449"/>
                </a:lnTo>
                <a:lnTo>
                  <a:pt x="799892" y="117311"/>
                </a:lnTo>
                <a:lnTo>
                  <a:pt x="800303" y="117145"/>
                </a:lnTo>
                <a:lnTo>
                  <a:pt x="800699" y="116948"/>
                </a:lnTo>
                <a:lnTo>
                  <a:pt x="801076" y="116719"/>
                </a:lnTo>
                <a:lnTo>
                  <a:pt x="801432" y="116455"/>
                </a:lnTo>
                <a:lnTo>
                  <a:pt x="801764" y="116154"/>
                </a:lnTo>
                <a:lnTo>
                  <a:pt x="802068" y="115812"/>
                </a:lnTo>
                <a:lnTo>
                  <a:pt x="802342" y="115427"/>
                </a:lnTo>
                <a:lnTo>
                  <a:pt x="802583" y="114998"/>
                </a:lnTo>
                <a:lnTo>
                  <a:pt x="802786" y="114520"/>
                </a:lnTo>
                <a:lnTo>
                  <a:pt x="802950" y="113993"/>
                </a:lnTo>
                <a:lnTo>
                  <a:pt x="803070" y="113412"/>
                </a:lnTo>
                <a:lnTo>
                  <a:pt x="803145" y="112777"/>
                </a:lnTo>
                <a:lnTo>
                  <a:pt x="803171" y="112084"/>
                </a:lnTo>
                <a:lnTo>
                  <a:pt x="803150" y="111367"/>
                </a:lnTo>
                <a:lnTo>
                  <a:pt x="803087" y="110711"/>
                </a:lnTo>
                <a:lnTo>
                  <a:pt x="802983" y="110111"/>
                </a:lnTo>
                <a:lnTo>
                  <a:pt x="802839" y="109566"/>
                </a:lnTo>
                <a:lnTo>
                  <a:pt x="802654" y="109073"/>
                </a:lnTo>
                <a:close/>
                <a:moveTo>
                  <a:pt x="185213" y="94083"/>
                </a:moveTo>
                <a:lnTo>
                  <a:pt x="184959" y="93681"/>
                </a:lnTo>
                <a:lnTo>
                  <a:pt x="184673" y="93321"/>
                </a:lnTo>
                <a:lnTo>
                  <a:pt x="184359" y="93002"/>
                </a:lnTo>
                <a:lnTo>
                  <a:pt x="184021" y="92719"/>
                </a:lnTo>
                <a:lnTo>
                  <a:pt x="183664" y="92472"/>
                </a:lnTo>
                <a:lnTo>
                  <a:pt x="183293" y="92258"/>
                </a:lnTo>
                <a:lnTo>
                  <a:pt x="182911" y="92075"/>
                </a:lnTo>
                <a:lnTo>
                  <a:pt x="182524" y="91919"/>
                </a:lnTo>
                <a:lnTo>
                  <a:pt x="182134" y="91790"/>
                </a:lnTo>
                <a:lnTo>
                  <a:pt x="181747" y="91684"/>
                </a:lnTo>
                <a:lnTo>
                  <a:pt x="181368" y="91599"/>
                </a:lnTo>
                <a:lnTo>
                  <a:pt x="180999" y="91533"/>
                </a:lnTo>
                <a:lnTo>
                  <a:pt x="180647" y="91483"/>
                </a:lnTo>
                <a:lnTo>
                  <a:pt x="180314" y="91447"/>
                </a:lnTo>
                <a:lnTo>
                  <a:pt x="180006" y="91424"/>
                </a:lnTo>
                <a:lnTo>
                  <a:pt x="179727" y="91409"/>
                </a:lnTo>
                <a:lnTo>
                  <a:pt x="179481" y="91402"/>
                </a:lnTo>
                <a:lnTo>
                  <a:pt x="179272" y="91399"/>
                </a:lnTo>
                <a:lnTo>
                  <a:pt x="179105" y="91399"/>
                </a:lnTo>
                <a:lnTo>
                  <a:pt x="178681" y="91402"/>
                </a:lnTo>
                <a:lnTo>
                  <a:pt x="178276" y="91412"/>
                </a:lnTo>
                <a:lnTo>
                  <a:pt x="177890" y="91431"/>
                </a:lnTo>
                <a:lnTo>
                  <a:pt x="177522" y="91458"/>
                </a:lnTo>
                <a:lnTo>
                  <a:pt x="177171" y="91497"/>
                </a:lnTo>
                <a:lnTo>
                  <a:pt x="176836" y="91546"/>
                </a:lnTo>
                <a:lnTo>
                  <a:pt x="176517" y="91609"/>
                </a:lnTo>
                <a:lnTo>
                  <a:pt x="176213" y="91685"/>
                </a:lnTo>
                <a:lnTo>
                  <a:pt x="175922" y="91776"/>
                </a:lnTo>
                <a:lnTo>
                  <a:pt x="175645" y="91882"/>
                </a:lnTo>
                <a:lnTo>
                  <a:pt x="175381" y="92006"/>
                </a:lnTo>
                <a:lnTo>
                  <a:pt x="175128" y="92147"/>
                </a:lnTo>
                <a:lnTo>
                  <a:pt x="174886" y="92308"/>
                </a:lnTo>
                <a:lnTo>
                  <a:pt x="174655" y="92489"/>
                </a:lnTo>
                <a:lnTo>
                  <a:pt x="174433" y="92691"/>
                </a:lnTo>
                <a:lnTo>
                  <a:pt x="174220" y="92916"/>
                </a:lnTo>
                <a:lnTo>
                  <a:pt x="174015" y="93164"/>
                </a:lnTo>
                <a:lnTo>
                  <a:pt x="173818" y="93436"/>
                </a:lnTo>
                <a:lnTo>
                  <a:pt x="173627" y="93735"/>
                </a:lnTo>
                <a:lnTo>
                  <a:pt x="173441" y="94060"/>
                </a:lnTo>
                <a:lnTo>
                  <a:pt x="173261" y="94413"/>
                </a:lnTo>
                <a:lnTo>
                  <a:pt x="173085" y="94795"/>
                </a:lnTo>
                <a:lnTo>
                  <a:pt x="172912" y="95207"/>
                </a:lnTo>
                <a:lnTo>
                  <a:pt x="172742" y="95650"/>
                </a:lnTo>
                <a:lnTo>
                  <a:pt x="172180" y="96837"/>
                </a:lnTo>
                <a:lnTo>
                  <a:pt x="171559" y="97943"/>
                </a:lnTo>
                <a:lnTo>
                  <a:pt x="170884" y="98971"/>
                </a:lnTo>
                <a:lnTo>
                  <a:pt x="170159" y="99922"/>
                </a:lnTo>
                <a:lnTo>
                  <a:pt x="169389" y="100800"/>
                </a:lnTo>
                <a:lnTo>
                  <a:pt x="168578" y="101607"/>
                </a:lnTo>
                <a:lnTo>
                  <a:pt x="167733" y="102346"/>
                </a:lnTo>
                <a:lnTo>
                  <a:pt x="166858" y="103021"/>
                </a:lnTo>
                <a:lnTo>
                  <a:pt x="165957" y="103633"/>
                </a:lnTo>
                <a:lnTo>
                  <a:pt x="165035" y="104185"/>
                </a:lnTo>
                <a:lnTo>
                  <a:pt x="164098" y="104681"/>
                </a:lnTo>
                <a:lnTo>
                  <a:pt x="163150" y="105123"/>
                </a:lnTo>
                <a:lnTo>
                  <a:pt x="162196" y="105514"/>
                </a:lnTo>
                <a:lnTo>
                  <a:pt x="161241" y="105856"/>
                </a:lnTo>
                <a:lnTo>
                  <a:pt x="160289" y="106153"/>
                </a:lnTo>
                <a:lnTo>
                  <a:pt x="159346" y="106406"/>
                </a:lnTo>
                <a:lnTo>
                  <a:pt x="158416" y="106620"/>
                </a:lnTo>
                <a:lnTo>
                  <a:pt x="157505" y="106796"/>
                </a:lnTo>
                <a:lnTo>
                  <a:pt x="156616" y="106937"/>
                </a:lnTo>
                <a:lnTo>
                  <a:pt x="155756" y="107046"/>
                </a:lnTo>
                <a:lnTo>
                  <a:pt x="154928" y="107127"/>
                </a:lnTo>
                <a:lnTo>
                  <a:pt x="154138" y="107181"/>
                </a:lnTo>
                <a:lnTo>
                  <a:pt x="153391" y="107211"/>
                </a:lnTo>
                <a:lnTo>
                  <a:pt x="152691" y="107220"/>
                </a:lnTo>
                <a:lnTo>
                  <a:pt x="150884" y="107170"/>
                </a:lnTo>
                <a:lnTo>
                  <a:pt x="149083" y="107021"/>
                </a:lnTo>
                <a:lnTo>
                  <a:pt x="147291" y="106774"/>
                </a:lnTo>
                <a:lnTo>
                  <a:pt x="145514" y="106429"/>
                </a:lnTo>
                <a:lnTo>
                  <a:pt x="143757" y="105989"/>
                </a:lnTo>
                <a:lnTo>
                  <a:pt x="142024" y="105454"/>
                </a:lnTo>
                <a:lnTo>
                  <a:pt x="140322" y="104826"/>
                </a:lnTo>
                <a:lnTo>
                  <a:pt x="138653" y="104106"/>
                </a:lnTo>
                <a:lnTo>
                  <a:pt x="137024" y="103294"/>
                </a:lnTo>
                <a:lnTo>
                  <a:pt x="135440" y="102392"/>
                </a:lnTo>
                <a:lnTo>
                  <a:pt x="133905" y="101401"/>
                </a:lnTo>
                <a:lnTo>
                  <a:pt x="132424" y="100323"/>
                </a:lnTo>
                <a:lnTo>
                  <a:pt x="131003" y="99158"/>
                </a:lnTo>
                <a:lnTo>
                  <a:pt x="129645" y="97908"/>
                </a:lnTo>
                <a:lnTo>
                  <a:pt x="128357" y="96573"/>
                </a:lnTo>
                <a:lnTo>
                  <a:pt x="127143" y="95156"/>
                </a:lnTo>
                <a:lnTo>
                  <a:pt x="126008" y="93656"/>
                </a:lnTo>
                <a:lnTo>
                  <a:pt x="124956" y="92076"/>
                </a:lnTo>
                <a:lnTo>
                  <a:pt x="123994" y="90416"/>
                </a:lnTo>
                <a:lnTo>
                  <a:pt x="123125" y="88678"/>
                </a:lnTo>
                <a:lnTo>
                  <a:pt x="122355" y="86862"/>
                </a:lnTo>
                <a:lnTo>
                  <a:pt x="121689" y="84971"/>
                </a:lnTo>
                <a:lnTo>
                  <a:pt x="121131" y="83004"/>
                </a:lnTo>
                <a:lnTo>
                  <a:pt x="120687" y="80963"/>
                </a:lnTo>
                <a:lnTo>
                  <a:pt x="178140" y="80963"/>
                </a:lnTo>
                <a:lnTo>
                  <a:pt x="178644" y="80963"/>
                </a:lnTo>
                <a:lnTo>
                  <a:pt x="179142" y="80959"/>
                </a:lnTo>
                <a:lnTo>
                  <a:pt x="179634" y="80949"/>
                </a:lnTo>
                <a:lnTo>
                  <a:pt x="180117" y="80930"/>
                </a:lnTo>
                <a:lnTo>
                  <a:pt x="180590" y="80899"/>
                </a:lnTo>
                <a:lnTo>
                  <a:pt x="181053" y="80852"/>
                </a:lnTo>
                <a:lnTo>
                  <a:pt x="181502" y="80786"/>
                </a:lnTo>
                <a:lnTo>
                  <a:pt x="181938" y="80699"/>
                </a:lnTo>
                <a:lnTo>
                  <a:pt x="182359" y="80587"/>
                </a:lnTo>
                <a:lnTo>
                  <a:pt x="182762" y="80447"/>
                </a:lnTo>
                <a:lnTo>
                  <a:pt x="183148" y="80277"/>
                </a:lnTo>
                <a:lnTo>
                  <a:pt x="183513" y="80072"/>
                </a:lnTo>
                <a:lnTo>
                  <a:pt x="183858" y="79830"/>
                </a:lnTo>
                <a:lnTo>
                  <a:pt x="184180" y="79548"/>
                </a:lnTo>
                <a:lnTo>
                  <a:pt x="184478" y="79222"/>
                </a:lnTo>
                <a:lnTo>
                  <a:pt x="184751" y="78850"/>
                </a:lnTo>
                <a:lnTo>
                  <a:pt x="184997" y="78429"/>
                </a:lnTo>
                <a:lnTo>
                  <a:pt x="185215" y="77955"/>
                </a:lnTo>
                <a:lnTo>
                  <a:pt x="185403" y="77425"/>
                </a:lnTo>
                <a:lnTo>
                  <a:pt x="185560" y="76836"/>
                </a:lnTo>
                <a:lnTo>
                  <a:pt x="185685" y="76186"/>
                </a:lnTo>
                <a:lnTo>
                  <a:pt x="185776" y="75470"/>
                </a:lnTo>
                <a:lnTo>
                  <a:pt x="185832" y="74687"/>
                </a:lnTo>
                <a:lnTo>
                  <a:pt x="185850" y="73832"/>
                </a:lnTo>
                <a:lnTo>
                  <a:pt x="185786" y="71101"/>
                </a:lnTo>
                <a:lnTo>
                  <a:pt x="185593" y="68409"/>
                </a:lnTo>
                <a:lnTo>
                  <a:pt x="185271" y="65763"/>
                </a:lnTo>
                <a:lnTo>
                  <a:pt x="184821" y="63170"/>
                </a:lnTo>
                <a:lnTo>
                  <a:pt x="184241" y="60636"/>
                </a:lnTo>
                <a:lnTo>
                  <a:pt x="183531" y="58169"/>
                </a:lnTo>
                <a:lnTo>
                  <a:pt x="182692" y="55775"/>
                </a:lnTo>
                <a:lnTo>
                  <a:pt x="181724" y="53462"/>
                </a:lnTo>
                <a:lnTo>
                  <a:pt x="180625" y="51235"/>
                </a:lnTo>
                <a:lnTo>
                  <a:pt x="179396" y="49103"/>
                </a:lnTo>
                <a:lnTo>
                  <a:pt x="178038" y="47071"/>
                </a:lnTo>
                <a:lnTo>
                  <a:pt x="176549" y="45147"/>
                </a:lnTo>
                <a:lnTo>
                  <a:pt x="174929" y="43337"/>
                </a:lnTo>
                <a:lnTo>
                  <a:pt x="173179" y="41649"/>
                </a:lnTo>
                <a:lnTo>
                  <a:pt x="171297" y="40088"/>
                </a:lnTo>
                <a:lnTo>
                  <a:pt x="169285" y="38664"/>
                </a:lnTo>
                <a:lnTo>
                  <a:pt x="167142" y="37380"/>
                </a:lnTo>
                <a:lnTo>
                  <a:pt x="164867" y="36246"/>
                </a:lnTo>
                <a:lnTo>
                  <a:pt x="162460" y="35268"/>
                </a:lnTo>
                <a:lnTo>
                  <a:pt x="159922" y="34452"/>
                </a:lnTo>
                <a:lnTo>
                  <a:pt x="157252" y="33805"/>
                </a:lnTo>
                <a:lnTo>
                  <a:pt x="154450" y="33335"/>
                </a:lnTo>
                <a:lnTo>
                  <a:pt x="151516" y="33047"/>
                </a:lnTo>
                <a:lnTo>
                  <a:pt x="148449" y="32950"/>
                </a:lnTo>
                <a:lnTo>
                  <a:pt x="145605" y="33050"/>
                </a:lnTo>
                <a:lnTo>
                  <a:pt x="142814" y="33343"/>
                </a:lnTo>
                <a:lnTo>
                  <a:pt x="140081" y="33825"/>
                </a:lnTo>
                <a:lnTo>
                  <a:pt x="137412" y="34488"/>
                </a:lnTo>
                <a:lnTo>
                  <a:pt x="134814" y="35327"/>
                </a:lnTo>
                <a:lnTo>
                  <a:pt x="132293" y="36334"/>
                </a:lnTo>
                <a:lnTo>
                  <a:pt x="129855" y="37503"/>
                </a:lnTo>
                <a:lnTo>
                  <a:pt x="127506" y="38828"/>
                </a:lnTo>
                <a:lnTo>
                  <a:pt x="125252" y="40303"/>
                </a:lnTo>
                <a:lnTo>
                  <a:pt x="123099" y="41920"/>
                </a:lnTo>
                <a:lnTo>
                  <a:pt x="121053" y="43674"/>
                </a:lnTo>
                <a:lnTo>
                  <a:pt x="119120" y="45557"/>
                </a:lnTo>
                <a:lnTo>
                  <a:pt x="117308" y="47564"/>
                </a:lnTo>
                <a:lnTo>
                  <a:pt x="115620" y="49689"/>
                </a:lnTo>
                <a:lnTo>
                  <a:pt x="114065" y="51924"/>
                </a:lnTo>
                <a:lnTo>
                  <a:pt x="112647" y="54263"/>
                </a:lnTo>
                <a:lnTo>
                  <a:pt x="111373" y="56700"/>
                </a:lnTo>
                <a:lnTo>
                  <a:pt x="110249" y="59228"/>
                </a:lnTo>
                <a:lnTo>
                  <a:pt x="109282" y="61841"/>
                </a:lnTo>
                <a:lnTo>
                  <a:pt x="108476" y="64532"/>
                </a:lnTo>
                <a:lnTo>
                  <a:pt x="107839" y="67296"/>
                </a:lnTo>
                <a:lnTo>
                  <a:pt x="107377" y="70125"/>
                </a:lnTo>
                <a:lnTo>
                  <a:pt x="107095" y="73012"/>
                </a:lnTo>
                <a:lnTo>
                  <a:pt x="106999" y="75953"/>
                </a:lnTo>
                <a:lnTo>
                  <a:pt x="107100" y="78875"/>
                </a:lnTo>
                <a:lnTo>
                  <a:pt x="107397" y="81749"/>
                </a:lnTo>
                <a:lnTo>
                  <a:pt x="107885" y="84566"/>
                </a:lnTo>
                <a:lnTo>
                  <a:pt x="108557" y="87321"/>
                </a:lnTo>
                <a:lnTo>
                  <a:pt x="109407" y="90007"/>
                </a:lnTo>
                <a:lnTo>
                  <a:pt x="110430" y="92617"/>
                </a:lnTo>
                <a:lnTo>
                  <a:pt x="111619" y="95144"/>
                </a:lnTo>
                <a:lnTo>
                  <a:pt x="112969" y="97582"/>
                </a:lnTo>
                <a:lnTo>
                  <a:pt x="114472" y="99924"/>
                </a:lnTo>
                <a:lnTo>
                  <a:pt x="116123" y="102164"/>
                </a:lnTo>
                <a:lnTo>
                  <a:pt x="117915" y="104294"/>
                </a:lnTo>
                <a:lnTo>
                  <a:pt x="119844" y="106309"/>
                </a:lnTo>
                <a:lnTo>
                  <a:pt x="121902" y="108200"/>
                </a:lnTo>
                <a:lnTo>
                  <a:pt x="124083" y="109963"/>
                </a:lnTo>
                <a:lnTo>
                  <a:pt x="126382" y="111589"/>
                </a:lnTo>
                <a:lnTo>
                  <a:pt x="128791" y="113072"/>
                </a:lnTo>
                <a:lnTo>
                  <a:pt x="131306" y="114406"/>
                </a:lnTo>
                <a:lnTo>
                  <a:pt x="133920" y="115584"/>
                </a:lnTo>
                <a:lnTo>
                  <a:pt x="136627" y="116599"/>
                </a:lnTo>
                <a:lnTo>
                  <a:pt x="139421" y="117445"/>
                </a:lnTo>
                <a:lnTo>
                  <a:pt x="142295" y="118114"/>
                </a:lnTo>
                <a:lnTo>
                  <a:pt x="145244" y="118600"/>
                </a:lnTo>
                <a:lnTo>
                  <a:pt x="148261" y="118897"/>
                </a:lnTo>
                <a:lnTo>
                  <a:pt x="151341" y="118997"/>
                </a:lnTo>
                <a:lnTo>
                  <a:pt x="154437" y="118909"/>
                </a:lnTo>
                <a:lnTo>
                  <a:pt x="157366" y="118653"/>
                </a:lnTo>
                <a:lnTo>
                  <a:pt x="160130" y="118242"/>
                </a:lnTo>
                <a:lnTo>
                  <a:pt x="162733" y="117689"/>
                </a:lnTo>
                <a:lnTo>
                  <a:pt x="165179" y="117007"/>
                </a:lnTo>
                <a:lnTo>
                  <a:pt x="167469" y="116209"/>
                </a:lnTo>
                <a:lnTo>
                  <a:pt x="169608" y="115308"/>
                </a:lnTo>
                <a:lnTo>
                  <a:pt x="171598" y="114317"/>
                </a:lnTo>
                <a:lnTo>
                  <a:pt x="173443" y="113249"/>
                </a:lnTo>
                <a:lnTo>
                  <a:pt x="175147" y="112117"/>
                </a:lnTo>
                <a:lnTo>
                  <a:pt x="176711" y="110934"/>
                </a:lnTo>
                <a:lnTo>
                  <a:pt x="178139" y="109713"/>
                </a:lnTo>
                <a:lnTo>
                  <a:pt x="179435" y="108467"/>
                </a:lnTo>
                <a:lnTo>
                  <a:pt x="180601" y="107208"/>
                </a:lnTo>
                <a:lnTo>
                  <a:pt x="181642" y="105950"/>
                </a:lnTo>
                <a:lnTo>
                  <a:pt x="182559" y="104706"/>
                </a:lnTo>
                <a:lnTo>
                  <a:pt x="183356" y="103489"/>
                </a:lnTo>
                <a:lnTo>
                  <a:pt x="184037" y="102311"/>
                </a:lnTo>
                <a:lnTo>
                  <a:pt x="184604" y="101186"/>
                </a:lnTo>
                <a:lnTo>
                  <a:pt x="185062" y="100127"/>
                </a:lnTo>
                <a:lnTo>
                  <a:pt x="185411" y="99146"/>
                </a:lnTo>
                <a:lnTo>
                  <a:pt x="185657" y="98257"/>
                </a:lnTo>
                <a:lnTo>
                  <a:pt x="185803" y="97473"/>
                </a:lnTo>
                <a:lnTo>
                  <a:pt x="185850" y="96807"/>
                </a:lnTo>
                <a:lnTo>
                  <a:pt x="185822" y="96160"/>
                </a:lnTo>
                <a:lnTo>
                  <a:pt x="185740" y="95566"/>
                </a:lnTo>
                <a:lnTo>
                  <a:pt x="185608" y="95023"/>
                </a:lnTo>
                <a:lnTo>
                  <a:pt x="185431" y="94529"/>
                </a:lnTo>
                <a:lnTo>
                  <a:pt x="185213" y="94083"/>
                </a:lnTo>
                <a:close/>
                <a:moveTo>
                  <a:pt x="122923" y="62679"/>
                </a:moveTo>
                <a:lnTo>
                  <a:pt x="123638" y="61114"/>
                </a:lnTo>
                <a:lnTo>
                  <a:pt x="124429" y="59600"/>
                </a:lnTo>
                <a:lnTo>
                  <a:pt x="125294" y="58141"/>
                </a:lnTo>
                <a:lnTo>
                  <a:pt x="126229" y="56739"/>
                </a:lnTo>
                <a:lnTo>
                  <a:pt x="127231" y="55399"/>
                </a:lnTo>
                <a:lnTo>
                  <a:pt x="128299" y="54123"/>
                </a:lnTo>
                <a:lnTo>
                  <a:pt x="129428" y="52914"/>
                </a:lnTo>
                <a:lnTo>
                  <a:pt x="130617" y="51775"/>
                </a:lnTo>
                <a:lnTo>
                  <a:pt x="131861" y="50709"/>
                </a:lnTo>
                <a:lnTo>
                  <a:pt x="133159" y="49720"/>
                </a:lnTo>
                <a:lnTo>
                  <a:pt x="134508" y="48810"/>
                </a:lnTo>
                <a:lnTo>
                  <a:pt x="135904" y="47983"/>
                </a:lnTo>
                <a:lnTo>
                  <a:pt x="137345" y="47242"/>
                </a:lnTo>
                <a:lnTo>
                  <a:pt x="138828" y="46589"/>
                </a:lnTo>
                <a:lnTo>
                  <a:pt x="140350" y="46029"/>
                </a:lnTo>
                <a:lnTo>
                  <a:pt x="141909" y="45563"/>
                </a:lnTo>
                <a:lnTo>
                  <a:pt x="143501" y="45195"/>
                </a:lnTo>
                <a:lnTo>
                  <a:pt x="145123" y="44929"/>
                </a:lnTo>
                <a:lnTo>
                  <a:pt x="146774" y="44767"/>
                </a:lnTo>
                <a:lnTo>
                  <a:pt x="148449" y="44712"/>
                </a:lnTo>
                <a:lnTo>
                  <a:pt x="149711" y="44738"/>
                </a:lnTo>
                <a:lnTo>
                  <a:pt x="150988" y="44819"/>
                </a:lnTo>
                <a:lnTo>
                  <a:pt x="152275" y="44958"/>
                </a:lnTo>
                <a:lnTo>
                  <a:pt x="153566" y="45161"/>
                </a:lnTo>
                <a:lnTo>
                  <a:pt x="154856" y="45432"/>
                </a:lnTo>
                <a:lnTo>
                  <a:pt x="156140" y="45776"/>
                </a:lnTo>
                <a:lnTo>
                  <a:pt x="157412" y="46196"/>
                </a:lnTo>
                <a:lnTo>
                  <a:pt x="158667" y="46698"/>
                </a:lnTo>
                <a:lnTo>
                  <a:pt x="159900" y="47285"/>
                </a:lnTo>
                <a:lnTo>
                  <a:pt x="161106" y="47963"/>
                </a:lnTo>
                <a:lnTo>
                  <a:pt x="162279" y="48735"/>
                </a:lnTo>
                <a:lnTo>
                  <a:pt x="163414" y="49606"/>
                </a:lnTo>
                <a:lnTo>
                  <a:pt x="164506" y="50580"/>
                </a:lnTo>
                <a:lnTo>
                  <a:pt x="165550" y="51663"/>
                </a:lnTo>
                <a:lnTo>
                  <a:pt x="166540" y="52857"/>
                </a:lnTo>
                <a:lnTo>
                  <a:pt x="167471" y="54169"/>
                </a:lnTo>
                <a:lnTo>
                  <a:pt x="168338" y="55601"/>
                </a:lnTo>
                <a:lnTo>
                  <a:pt x="169135" y="57160"/>
                </a:lnTo>
                <a:lnTo>
                  <a:pt x="169857" y="58848"/>
                </a:lnTo>
                <a:lnTo>
                  <a:pt x="170499" y="60671"/>
                </a:lnTo>
                <a:lnTo>
                  <a:pt x="171056" y="62632"/>
                </a:lnTo>
                <a:lnTo>
                  <a:pt x="171523" y="64738"/>
                </a:lnTo>
                <a:lnTo>
                  <a:pt x="171893" y="66990"/>
                </a:lnTo>
                <a:lnTo>
                  <a:pt x="172162" y="69395"/>
                </a:lnTo>
                <a:lnTo>
                  <a:pt x="120881" y="69395"/>
                </a:lnTo>
                <a:lnTo>
                  <a:pt x="121263" y="67654"/>
                </a:lnTo>
                <a:lnTo>
                  <a:pt x="121733" y="65953"/>
                </a:lnTo>
                <a:lnTo>
                  <a:pt x="122287" y="64293"/>
                </a:lnTo>
                <a:lnTo>
                  <a:pt x="122923" y="62679"/>
                </a:lnTo>
                <a:close/>
                <a:moveTo>
                  <a:pt x="904399" y="108978"/>
                </a:moveTo>
                <a:lnTo>
                  <a:pt x="904168" y="108549"/>
                </a:lnTo>
                <a:lnTo>
                  <a:pt x="903903" y="108164"/>
                </a:lnTo>
                <a:lnTo>
                  <a:pt x="903609" y="107822"/>
                </a:lnTo>
                <a:lnTo>
                  <a:pt x="903288" y="107521"/>
                </a:lnTo>
                <a:lnTo>
                  <a:pt x="902943" y="107256"/>
                </a:lnTo>
                <a:lnTo>
                  <a:pt x="902578" y="107028"/>
                </a:lnTo>
                <a:lnTo>
                  <a:pt x="902194" y="106831"/>
                </a:lnTo>
                <a:lnTo>
                  <a:pt x="901795" y="106665"/>
                </a:lnTo>
                <a:lnTo>
                  <a:pt x="901384" y="106527"/>
                </a:lnTo>
                <a:lnTo>
                  <a:pt x="900964" y="106413"/>
                </a:lnTo>
                <a:lnTo>
                  <a:pt x="900538" y="106323"/>
                </a:lnTo>
                <a:lnTo>
                  <a:pt x="900108" y="106252"/>
                </a:lnTo>
                <a:lnTo>
                  <a:pt x="899678" y="106199"/>
                </a:lnTo>
                <a:lnTo>
                  <a:pt x="899250" y="106161"/>
                </a:lnTo>
                <a:lnTo>
                  <a:pt x="898828" y="106135"/>
                </a:lnTo>
                <a:lnTo>
                  <a:pt x="898414" y="106120"/>
                </a:lnTo>
                <a:lnTo>
                  <a:pt x="898012" y="106112"/>
                </a:lnTo>
                <a:lnTo>
                  <a:pt x="897624" y="106109"/>
                </a:lnTo>
                <a:lnTo>
                  <a:pt x="897253" y="106108"/>
                </a:lnTo>
                <a:lnTo>
                  <a:pt x="896273" y="106103"/>
                </a:lnTo>
                <a:lnTo>
                  <a:pt x="895354" y="106089"/>
                </a:lnTo>
                <a:lnTo>
                  <a:pt x="894495" y="106066"/>
                </a:lnTo>
                <a:lnTo>
                  <a:pt x="893692" y="106034"/>
                </a:lnTo>
                <a:lnTo>
                  <a:pt x="892944" y="105995"/>
                </a:lnTo>
                <a:lnTo>
                  <a:pt x="892247" y="105949"/>
                </a:lnTo>
                <a:lnTo>
                  <a:pt x="891599" y="105896"/>
                </a:lnTo>
                <a:lnTo>
                  <a:pt x="890998" y="105837"/>
                </a:lnTo>
                <a:lnTo>
                  <a:pt x="890442" y="105773"/>
                </a:lnTo>
                <a:lnTo>
                  <a:pt x="889927" y="105704"/>
                </a:lnTo>
                <a:lnTo>
                  <a:pt x="889451" y="105630"/>
                </a:lnTo>
                <a:lnTo>
                  <a:pt x="889011" y="105553"/>
                </a:lnTo>
                <a:lnTo>
                  <a:pt x="888606" y="105474"/>
                </a:lnTo>
                <a:lnTo>
                  <a:pt x="888233" y="105391"/>
                </a:lnTo>
                <a:lnTo>
                  <a:pt x="887888" y="105307"/>
                </a:lnTo>
                <a:lnTo>
                  <a:pt x="887571" y="105222"/>
                </a:lnTo>
                <a:lnTo>
                  <a:pt x="887277" y="105136"/>
                </a:lnTo>
                <a:lnTo>
                  <a:pt x="887005" y="105050"/>
                </a:lnTo>
                <a:lnTo>
                  <a:pt x="886752" y="104964"/>
                </a:lnTo>
                <a:lnTo>
                  <a:pt x="886516" y="104880"/>
                </a:lnTo>
                <a:lnTo>
                  <a:pt x="886293" y="104797"/>
                </a:lnTo>
                <a:lnTo>
                  <a:pt x="886083" y="104716"/>
                </a:lnTo>
                <a:lnTo>
                  <a:pt x="885881" y="104638"/>
                </a:lnTo>
                <a:lnTo>
                  <a:pt x="885686" y="104564"/>
                </a:lnTo>
                <a:lnTo>
                  <a:pt x="885686" y="62861"/>
                </a:lnTo>
                <a:lnTo>
                  <a:pt x="885631" y="61136"/>
                </a:lnTo>
                <a:lnTo>
                  <a:pt x="885465" y="59393"/>
                </a:lnTo>
                <a:lnTo>
                  <a:pt x="885184" y="57641"/>
                </a:lnTo>
                <a:lnTo>
                  <a:pt x="884786" y="55886"/>
                </a:lnTo>
                <a:lnTo>
                  <a:pt x="884267" y="54138"/>
                </a:lnTo>
                <a:lnTo>
                  <a:pt x="883625" y="52405"/>
                </a:lnTo>
                <a:lnTo>
                  <a:pt x="882857" y="50695"/>
                </a:lnTo>
                <a:lnTo>
                  <a:pt x="881958" y="49015"/>
                </a:lnTo>
                <a:lnTo>
                  <a:pt x="880928" y="47374"/>
                </a:lnTo>
                <a:lnTo>
                  <a:pt x="879761" y="45780"/>
                </a:lnTo>
                <a:lnTo>
                  <a:pt x="878457" y="44241"/>
                </a:lnTo>
                <a:lnTo>
                  <a:pt x="877010" y="42766"/>
                </a:lnTo>
                <a:lnTo>
                  <a:pt x="875419" y="41362"/>
                </a:lnTo>
                <a:lnTo>
                  <a:pt x="873680" y="40037"/>
                </a:lnTo>
                <a:lnTo>
                  <a:pt x="871791" y="38800"/>
                </a:lnTo>
                <a:lnTo>
                  <a:pt x="869748" y="37659"/>
                </a:lnTo>
                <a:lnTo>
                  <a:pt x="867549" y="36622"/>
                </a:lnTo>
                <a:lnTo>
                  <a:pt x="865190" y="35696"/>
                </a:lnTo>
                <a:lnTo>
                  <a:pt x="862668" y="34891"/>
                </a:lnTo>
                <a:lnTo>
                  <a:pt x="859980" y="34214"/>
                </a:lnTo>
                <a:lnTo>
                  <a:pt x="857124" y="33673"/>
                </a:lnTo>
                <a:lnTo>
                  <a:pt x="854096" y="33277"/>
                </a:lnTo>
                <a:lnTo>
                  <a:pt x="850894" y="33033"/>
                </a:lnTo>
                <a:lnTo>
                  <a:pt x="847513" y="32950"/>
                </a:lnTo>
                <a:lnTo>
                  <a:pt x="846420" y="32951"/>
                </a:lnTo>
                <a:lnTo>
                  <a:pt x="845222" y="32958"/>
                </a:lnTo>
                <a:lnTo>
                  <a:pt x="843932" y="32978"/>
                </a:lnTo>
                <a:lnTo>
                  <a:pt x="842564" y="33015"/>
                </a:lnTo>
                <a:lnTo>
                  <a:pt x="841132" y="33077"/>
                </a:lnTo>
                <a:lnTo>
                  <a:pt x="839648" y="33170"/>
                </a:lnTo>
                <a:lnTo>
                  <a:pt x="838127" y="33300"/>
                </a:lnTo>
                <a:lnTo>
                  <a:pt x="836581" y="33472"/>
                </a:lnTo>
                <a:lnTo>
                  <a:pt x="835025" y="33693"/>
                </a:lnTo>
                <a:lnTo>
                  <a:pt x="833471" y="33969"/>
                </a:lnTo>
                <a:lnTo>
                  <a:pt x="831934" y="34306"/>
                </a:lnTo>
                <a:lnTo>
                  <a:pt x="830427" y="34710"/>
                </a:lnTo>
                <a:lnTo>
                  <a:pt x="828962" y="35188"/>
                </a:lnTo>
                <a:lnTo>
                  <a:pt x="827555" y="35745"/>
                </a:lnTo>
                <a:lnTo>
                  <a:pt x="826217" y="36388"/>
                </a:lnTo>
                <a:lnTo>
                  <a:pt x="824963" y="37122"/>
                </a:lnTo>
                <a:lnTo>
                  <a:pt x="823806" y="37954"/>
                </a:lnTo>
                <a:lnTo>
                  <a:pt x="822760" y="38890"/>
                </a:lnTo>
                <a:lnTo>
                  <a:pt x="821838" y="39936"/>
                </a:lnTo>
                <a:lnTo>
                  <a:pt x="821053" y="41099"/>
                </a:lnTo>
                <a:lnTo>
                  <a:pt x="820419" y="42383"/>
                </a:lnTo>
                <a:lnTo>
                  <a:pt x="819949" y="43796"/>
                </a:lnTo>
                <a:lnTo>
                  <a:pt x="819658" y="45343"/>
                </a:lnTo>
                <a:lnTo>
                  <a:pt x="819558" y="47030"/>
                </a:lnTo>
                <a:lnTo>
                  <a:pt x="819579" y="47740"/>
                </a:lnTo>
                <a:lnTo>
                  <a:pt x="819640" y="48422"/>
                </a:lnTo>
                <a:lnTo>
                  <a:pt x="819741" y="49075"/>
                </a:lnTo>
                <a:lnTo>
                  <a:pt x="819879" y="49700"/>
                </a:lnTo>
                <a:lnTo>
                  <a:pt x="820054" y="50295"/>
                </a:lnTo>
                <a:lnTo>
                  <a:pt x="820263" y="50862"/>
                </a:lnTo>
                <a:lnTo>
                  <a:pt x="820505" y="51400"/>
                </a:lnTo>
                <a:lnTo>
                  <a:pt x="820779" y="51908"/>
                </a:lnTo>
                <a:lnTo>
                  <a:pt x="821083" y="52386"/>
                </a:lnTo>
                <a:lnTo>
                  <a:pt x="821416" y="52835"/>
                </a:lnTo>
                <a:lnTo>
                  <a:pt x="821776" y="53255"/>
                </a:lnTo>
                <a:lnTo>
                  <a:pt x="822161" y="53644"/>
                </a:lnTo>
                <a:lnTo>
                  <a:pt x="822571" y="54003"/>
                </a:lnTo>
                <a:lnTo>
                  <a:pt x="823003" y="54331"/>
                </a:lnTo>
                <a:lnTo>
                  <a:pt x="823456" y="54629"/>
                </a:lnTo>
                <a:lnTo>
                  <a:pt x="823928" y="54897"/>
                </a:lnTo>
                <a:lnTo>
                  <a:pt x="824419" y="55134"/>
                </a:lnTo>
                <a:lnTo>
                  <a:pt x="824926" y="55339"/>
                </a:lnTo>
                <a:lnTo>
                  <a:pt x="825449" y="55514"/>
                </a:lnTo>
                <a:lnTo>
                  <a:pt x="825985" y="55657"/>
                </a:lnTo>
                <a:lnTo>
                  <a:pt x="826532" y="55768"/>
                </a:lnTo>
                <a:lnTo>
                  <a:pt x="827091" y="55848"/>
                </a:lnTo>
                <a:lnTo>
                  <a:pt x="827658" y="55896"/>
                </a:lnTo>
                <a:lnTo>
                  <a:pt x="828233" y="55912"/>
                </a:lnTo>
                <a:lnTo>
                  <a:pt x="828607" y="55903"/>
                </a:lnTo>
                <a:lnTo>
                  <a:pt x="829004" y="55874"/>
                </a:lnTo>
                <a:lnTo>
                  <a:pt x="829420" y="55824"/>
                </a:lnTo>
                <a:lnTo>
                  <a:pt x="829852" y="55750"/>
                </a:lnTo>
                <a:lnTo>
                  <a:pt x="830297" y="55653"/>
                </a:lnTo>
                <a:lnTo>
                  <a:pt x="830751" y="55529"/>
                </a:lnTo>
                <a:lnTo>
                  <a:pt x="831212" y="55378"/>
                </a:lnTo>
                <a:lnTo>
                  <a:pt x="831675" y="55197"/>
                </a:lnTo>
                <a:lnTo>
                  <a:pt x="832137" y="54986"/>
                </a:lnTo>
                <a:lnTo>
                  <a:pt x="832595" y="54742"/>
                </a:lnTo>
                <a:lnTo>
                  <a:pt x="833046" y="54464"/>
                </a:lnTo>
                <a:lnTo>
                  <a:pt x="833487" y="54150"/>
                </a:lnTo>
                <a:lnTo>
                  <a:pt x="833913" y="53799"/>
                </a:lnTo>
                <a:lnTo>
                  <a:pt x="834322" y="53410"/>
                </a:lnTo>
                <a:lnTo>
                  <a:pt x="834710" y="52980"/>
                </a:lnTo>
                <a:lnTo>
                  <a:pt x="835074" y="52508"/>
                </a:lnTo>
                <a:lnTo>
                  <a:pt x="835410" y="51992"/>
                </a:lnTo>
                <a:lnTo>
                  <a:pt x="835716" y="51432"/>
                </a:lnTo>
                <a:lnTo>
                  <a:pt x="835988" y="50824"/>
                </a:lnTo>
                <a:lnTo>
                  <a:pt x="836222" y="50169"/>
                </a:lnTo>
                <a:lnTo>
                  <a:pt x="836415" y="49463"/>
                </a:lnTo>
                <a:lnTo>
                  <a:pt x="836565" y="48706"/>
                </a:lnTo>
                <a:lnTo>
                  <a:pt x="836666" y="47896"/>
                </a:lnTo>
                <a:lnTo>
                  <a:pt x="836717" y="47030"/>
                </a:lnTo>
                <a:lnTo>
                  <a:pt x="836718" y="46844"/>
                </a:lnTo>
                <a:lnTo>
                  <a:pt x="836723" y="46672"/>
                </a:lnTo>
                <a:lnTo>
                  <a:pt x="836733" y="46512"/>
                </a:lnTo>
                <a:lnTo>
                  <a:pt x="836749" y="46364"/>
                </a:lnTo>
                <a:lnTo>
                  <a:pt x="836773" y="46227"/>
                </a:lnTo>
                <a:lnTo>
                  <a:pt x="836807" y="46101"/>
                </a:lnTo>
                <a:lnTo>
                  <a:pt x="836852" y="45985"/>
                </a:lnTo>
                <a:lnTo>
                  <a:pt x="836909" y="45879"/>
                </a:lnTo>
                <a:lnTo>
                  <a:pt x="836981" y="45781"/>
                </a:lnTo>
                <a:lnTo>
                  <a:pt x="837068" y="45692"/>
                </a:lnTo>
                <a:lnTo>
                  <a:pt x="837172" y="45609"/>
                </a:lnTo>
                <a:lnTo>
                  <a:pt x="837295" y="45534"/>
                </a:lnTo>
                <a:lnTo>
                  <a:pt x="837437" y="45464"/>
                </a:lnTo>
                <a:lnTo>
                  <a:pt x="837602" y="45400"/>
                </a:lnTo>
                <a:lnTo>
                  <a:pt x="837789" y="45341"/>
                </a:lnTo>
                <a:lnTo>
                  <a:pt x="838001" y="45285"/>
                </a:lnTo>
                <a:lnTo>
                  <a:pt x="838240" y="45233"/>
                </a:lnTo>
                <a:lnTo>
                  <a:pt x="838505" y="45184"/>
                </a:lnTo>
                <a:lnTo>
                  <a:pt x="838800" y="45136"/>
                </a:lnTo>
                <a:lnTo>
                  <a:pt x="839126" y="45090"/>
                </a:lnTo>
                <a:lnTo>
                  <a:pt x="839484" y="45045"/>
                </a:lnTo>
                <a:lnTo>
                  <a:pt x="839875" y="45000"/>
                </a:lnTo>
                <a:lnTo>
                  <a:pt x="840302" y="44954"/>
                </a:lnTo>
                <a:lnTo>
                  <a:pt x="840765" y="44906"/>
                </a:lnTo>
                <a:lnTo>
                  <a:pt x="841101" y="44883"/>
                </a:lnTo>
                <a:lnTo>
                  <a:pt x="841436" y="44862"/>
                </a:lnTo>
                <a:lnTo>
                  <a:pt x="841767" y="44842"/>
                </a:lnTo>
                <a:lnTo>
                  <a:pt x="842096" y="44825"/>
                </a:lnTo>
                <a:lnTo>
                  <a:pt x="842422" y="44809"/>
                </a:lnTo>
                <a:lnTo>
                  <a:pt x="842745" y="44794"/>
                </a:lnTo>
                <a:lnTo>
                  <a:pt x="843064" y="44781"/>
                </a:lnTo>
                <a:lnTo>
                  <a:pt x="843379" y="44770"/>
                </a:lnTo>
                <a:lnTo>
                  <a:pt x="843691" y="44760"/>
                </a:lnTo>
                <a:lnTo>
                  <a:pt x="843998" y="44751"/>
                </a:lnTo>
                <a:lnTo>
                  <a:pt x="844300" y="44743"/>
                </a:lnTo>
                <a:lnTo>
                  <a:pt x="844598" y="44736"/>
                </a:lnTo>
                <a:lnTo>
                  <a:pt x="844891" y="44731"/>
                </a:lnTo>
                <a:lnTo>
                  <a:pt x="845178" y="44726"/>
                </a:lnTo>
                <a:lnTo>
                  <a:pt x="845460" y="44722"/>
                </a:lnTo>
                <a:lnTo>
                  <a:pt x="845736" y="44719"/>
                </a:lnTo>
                <a:lnTo>
                  <a:pt x="846006" y="44717"/>
                </a:lnTo>
                <a:lnTo>
                  <a:pt x="846270" y="44715"/>
                </a:lnTo>
                <a:lnTo>
                  <a:pt x="846528" y="44714"/>
                </a:lnTo>
                <a:lnTo>
                  <a:pt x="846778" y="44713"/>
                </a:lnTo>
                <a:lnTo>
                  <a:pt x="847022" y="44713"/>
                </a:lnTo>
                <a:lnTo>
                  <a:pt x="847258" y="44712"/>
                </a:lnTo>
                <a:lnTo>
                  <a:pt x="847487" y="44712"/>
                </a:lnTo>
                <a:lnTo>
                  <a:pt x="847707" y="44712"/>
                </a:lnTo>
                <a:lnTo>
                  <a:pt x="849514" y="44744"/>
                </a:lnTo>
                <a:lnTo>
                  <a:pt x="851271" y="44838"/>
                </a:lnTo>
                <a:lnTo>
                  <a:pt x="852974" y="44996"/>
                </a:lnTo>
                <a:lnTo>
                  <a:pt x="854622" y="45219"/>
                </a:lnTo>
                <a:lnTo>
                  <a:pt x="856213" y="45507"/>
                </a:lnTo>
                <a:lnTo>
                  <a:pt x="857744" y="45862"/>
                </a:lnTo>
                <a:lnTo>
                  <a:pt x="859212" y="46283"/>
                </a:lnTo>
                <a:lnTo>
                  <a:pt x="860616" y="46772"/>
                </a:lnTo>
                <a:lnTo>
                  <a:pt x="861953" y="47329"/>
                </a:lnTo>
                <a:lnTo>
                  <a:pt x="863221" y="47956"/>
                </a:lnTo>
                <a:lnTo>
                  <a:pt x="864417" y="48652"/>
                </a:lnTo>
                <a:lnTo>
                  <a:pt x="865539" y="49419"/>
                </a:lnTo>
                <a:lnTo>
                  <a:pt x="866585" y="50257"/>
                </a:lnTo>
                <a:lnTo>
                  <a:pt x="867552" y="51168"/>
                </a:lnTo>
                <a:lnTo>
                  <a:pt x="868438" y="52151"/>
                </a:lnTo>
                <a:lnTo>
                  <a:pt x="869241" y="53208"/>
                </a:lnTo>
                <a:lnTo>
                  <a:pt x="869958" y="54340"/>
                </a:lnTo>
                <a:lnTo>
                  <a:pt x="870588" y="55546"/>
                </a:lnTo>
                <a:lnTo>
                  <a:pt x="871126" y="56829"/>
                </a:lnTo>
                <a:lnTo>
                  <a:pt x="871573" y="58188"/>
                </a:lnTo>
                <a:lnTo>
                  <a:pt x="871924" y="59624"/>
                </a:lnTo>
                <a:lnTo>
                  <a:pt x="872177" y="61139"/>
                </a:lnTo>
                <a:lnTo>
                  <a:pt x="872331" y="62733"/>
                </a:lnTo>
                <a:lnTo>
                  <a:pt x="872383" y="64406"/>
                </a:lnTo>
                <a:lnTo>
                  <a:pt x="868173" y="64526"/>
                </a:lnTo>
                <a:lnTo>
                  <a:pt x="864077" y="64740"/>
                </a:lnTo>
                <a:lnTo>
                  <a:pt x="860100" y="65048"/>
                </a:lnTo>
                <a:lnTo>
                  <a:pt x="856250" y="65451"/>
                </a:lnTo>
                <a:lnTo>
                  <a:pt x="852531" y="65948"/>
                </a:lnTo>
                <a:lnTo>
                  <a:pt x="848950" y="66539"/>
                </a:lnTo>
                <a:lnTo>
                  <a:pt x="845511" y="67224"/>
                </a:lnTo>
                <a:lnTo>
                  <a:pt x="842222" y="68003"/>
                </a:lnTo>
                <a:lnTo>
                  <a:pt x="839087" y="68875"/>
                </a:lnTo>
                <a:lnTo>
                  <a:pt x="836112" y="69842"/>
                </a:lnTo>
                <a:lnTo>
                  <a:pt x="833304" y="70902"/>
                </a:lnTo>
                <a:lnTo>
                  <a:pt x="830667" y="72056"/>
                </a:lnTo>
                <a:lnTo>
                  <a:pt x="828209" y="73303"/>
                </a:lnTo>
                <a:lnTo>
                  <a:pt x="825933" y="74644"/>
                </a:lnTo>
                <a:lnTo>
                  <a:pt x="823848" y="76078"/>
                </a:lnTo>
                <a:lnTo>
                  <a:pt x="821957" y="77606"/>
                </a:lnTo>
                <a:lnTo>
                  <a:pt x="820267" y="79226"/>
                </a:lnTo>
                <a:lnTo>
                  <a:pt x="818783" y="80940"/>
                </a:lnTo>
                <a:lnTo>
                  <a:pt x="817512" y="82747"/>
                </a:lnTo>
                <a:lnTo>
                  <a:pt x="816459" y="84646"/>
                </a:lnTo>
                <a:lnTo>
                  <a:pt x="815630" y="86639"/>
                </a:lnTo>
                <a:lnTo>
                  <a:pt x="815031" y="88724"/>
                </a:lnTo>
                <a:lnTo>
                  <a:pt x="814667" y="90902"/>
                </a:lnTo>
                <a:lnTo>
                  <a:pt x="814545" y="93173"/>
                </a:lnTo>
                <a:lnTo>
                  <a:pt x="814608" y="94830"/>
                </a:lnTo>
                <a:lnTo>
                  <a:pt x="814795" y="96473"/>
                </a:lnTo>
                <a:lnTo>
                  <a:pt x="815105" y="98099"/>
                </a:lnTo>
                <a:lnTo>
                  <a:pt x="815536" y="99702"/>
                </a:lnTo>
                <a:lnTo>
                  <a:pt x="816085" y="101276"/>
                </a:lnTo>
                <a:lnTo>
                  <a:pt x="816750" y="102816"/>
                </a:lnTo>
                <a:lnTo>
                  <a:pt x="817530" y="104318"/>
                </a:lnTo>
                <a:lnTo>
                  <a:pt x="818422" y="105777"/>
                </a:lnTo>
                <a:lnTo>
                  <a:pt x="819425" y="107186"/>
                </a:lnTo>
                <a:lnTo>
                  <a:pt x="820536" y="108542"/>
                </a:lnTo>
                <a:lnTo>
                  <a:pt x="821754" y="109838"/>
                </a:lnTo>
                <a:lnTo>
                  <a:pt x="823076" y="111070"/>
                </a:lnTo>
                <a:lnTo>
                  <a:pt x="824501" y="112234"/>
                </a:lnTo>
                <a:lnTo>
                  <a:pt x="826026" y="113322"/>
                </a:lnTo>
                <a:lnTo>
                  <a:pt x="827649" y="114332"/>
                </a:lnTo>
                <a:lnTo>
                  <a:pt x="829369" y="115256"/>
                </a:lnTo>
                <a:lnTo>
                  <a:pt x="831183" y="116091"/>
                </a:lnTo>
                <a:lnTo>
                  <a:pt x="833090" y="116832"/>
                </a:lnTo>
                <a:lnTo>
                  <a:pt x="835087" y="117472"/>
                </a:lnTo>
                <a:lnTo>
                  <a:pt x="837172" y="118008"/>
                </a:lnTo>
                <a:lnTo>
                  <a:pt x="839344" y="118433"/>
                </a:lnTo>
                <a:lnTo>
                  <a:pt x="841600" y="118743"/>
                </a:lnTo>
                <a:lnTo>
                  <a:pt x="843938" y="118933"/>
                </a:lnTo>
                <a:lnTo>
                  <a:pt x="846357" y="118997"/>
                </a:lnTo>
                <a:lnTo>
                  <a:pt x="847273" y="118990"/>
                </a:lnTo>
                <a:lnTo>
                  <a:pt x="848237" y="118967"/>
                </a:lnTo>
                <a:lnTo>
                  <a:pt x="849243" y="118928"/>
                </a:lnTo>
                <a:lnTo>
                  <a:pt x="850290" y="118870"/>
                </a:lnTo>
                <a:lnTo>
                  <a:pt x="851374" y="118792"/>
                </a:lnTo>
                <a:lnTo>
                  <a:pt x="852491" y="118693"/>
                </a:lnTo>
                <a:lnTo>
                  <a:pt x="853638" y="118572"/>
                </a:lnTo>
                <a:lnTo>
                  <a:pt x="854812" y="118426"/>
                </a:lnTo>
                <a:lnTo>
                  <a:pt x="856009" y="118256"/>
                </a:lnTo>
                <a:lnTo>
                  <a:pt x="857226" y="118058"/>
                </a:lnTo>
                <a:lnTo>
                  <a:pt x="858461" y="117832"/>
                </a:lnTo>
                <a:lnTo>
                  <a:pt x="859708" y="117576"/>
                </a:lnTo>
                <a:lnTo>
                  <a:pt x="860966" y="117289"/>
                </a:lnTo>
                <a:lnTo>
                  <a:pt x="862230" y="116970"/>
                </a:lnTo>
                <a:lnTo>
                  <a:pt x="863497" y="116617"/>
                </a:lnTo>
                <a:lnTo>
                  <a:pt x="864765" y="116228"/>
                </a:lnTo>
                <a:lnTo>
                  <a:pt x="866029" y="115802"/>
                </a:lnTo>
                <a:lnTo>
                  <a:pt x="867287" y="115338"/>
                </a:lnTo>
                <a:lnTo>
                  <a:pt x="868534" y="114835"/>
                </a:lnTo>
                <a:lnTo>
                  <a:pt x="869768" y="114290"/>
                </a:lnTo>
                <a:lnTo>
                  <a:pt x="870986" y="113703"/>
                </a:lnTo>
                <a:lnTo>
                  <a:pt x="872183" y="113072"/>
                </a:lnTo>
                <a:lnTo>
                  <a:pt x="873357" y="112395"/>
                </a:lnTo>
                <a:lnTo>
                  <a:pt x="874504" y="111672"/>
                </a:lnTo>
                <a:lnTo>
                  <a:pt x="875060" y="112392"/>
                </a:lnTo>
                <a:lnTo>
                  <a:pt x="875665" y="113055"/>
                </a:lnTo>
                <a:lnTo>
                  <a:pt x="876316" y="113662"/>
                </a:lnTo>
                <a:lnTo>
                  <a:pt x="877011" y="114216"/>
                </a:lnTo>
                <a:lnTo>
                  <a:pt x="877745" y="114718"/>
                </a:lnTo>
                <a:lnTo>
                  <a:pt x="878517" y="115173"/>
                </a:lnTo>
                <a:lnTo>
                  <a:pt x="879323" y="115582"/>
                </a:lnTo>
                <a:lnTo>
                  <a:pt x="880160" y="115947"/>
                </a:lnTo>
                <a:lnTo>
                  <a:pt x="881025" y="116271"/>
                </a:lnTo>
                <a:lnTo>
                  <a:pt x="881915" y="116556"/>
                </a:lnTo>
                <a:lnTo>
                  <a:pt x="882828" y="116806"/>
                </a:lnTo>
                <a:lnTo>
                  <a:pt x="883759" y="117021"/>
                </a:lnTo>
                <a:lnTo>
                  <a:pt x="884706" y="117206"/>
                </a:lnTo>
                <a:lnTo>
                  <a:pt x="885667" y="117361"/>
                </a:lnTo>
                <a:lnTo>
                  <a:pt x="886637" y="117490"/>
                </a:lnTo>
                <a:lnTo>
                  <a:pt x="887615" y="117596"/>
                </a:lnTo>
                <a:lnTo>
                  <a:pt x="888596" y="117679"/>
                </a:lnTo>
                <a:lnTo>
                  <a:pt x="889579" y="117744"/>
                </a:lnTo>
                <a:lnTo>
                  <a:pt x="890559" y="117792"/>
                </a:lnTo>
                <a:lnTo>
                  <a:pt x="891535" y="117826"/>
                </a:lnTo>
                <a:lnTo>
                  <a:pt x="892502" y="117848"/>
                </a:lnTo>
                <a:lnTo>
                  <a:pt x="893458" y="117860"/>
                </a:lnTo>
                <a:lnTo>
                  <a:pt x="894401" y="117866"/>
                </a:lnTo>
                <a:lnTo>
                  <a:pt x="895326" y="117868"/>
                </a:lnTo>
                <a:lnTo>
                  <a:pt x="895994" y="117867"/>
                </a:lnTo>
                <a:lnTo>
                  <a:pt x="896650" y="117864"/>
                </a:lnTo>
                <a:lnTo>
                  <a:pt x="897290" y="117856"/>
                </a:lnTo>
                <a:lnTo>
                  <a:pt x="897914" y="117840"/>
                </a:lnTo>
                <a:lnTo>
                  <a:pt x="898521" y="117813"/>
                </a:lnTo>
                <a:lnTo>
                  <a:pt x="899110" y="117774"/>
                </a:lnTo>
                <a:lnTo>
                  <a:pt x="899678" y="117719"/>
                </a:lnTo>
                <a:lnTo>
                  <a:pt x="900224" y="117646"/>
                </a:lnTo>
                <a:lnTo>
                  <a:pt x="900748" y="117552"/>
                </a:lnTo>
                <a:lnTo>
                  <a:pt x="901248" y="117435"/>
                </a:lnTo>
                <a:lnTo>
                  <a:pt x="901723" y="117292"/>
                </a:lnTo>
                <a:lnTo>
                  <a:pt x="902170" y="117121"/>
                </a:lnTo>
                <a:lnTo>
                  <a:pt x="902590" y="116918"/>
                </a:lnTo>
                <a:lnTo>
                  <a:pt x="902980" y="116681"/>
                </a:lnTo>
                <a:lnTo>
                  <a:pt x="903339" y="116409"/>
                </a:lnTo>
                <a:lnTo>
                  <a:pt x="903666" y="116097"/>
                </a:lnTo>
                <a:lnTo>
                  <a:pt x="903960" y="115744"/>
                </a:lnTo>
                <a:lnTo>
                  <a:pt x="904219" y="115347"/>
                </a:lnTo>
                <a:lnTo>
                  <a:pt x="904442" y="114903"/>
                </a:lnTo>
                <a:lnTo>
                  <a:pt x="904627" y="114410"/>
                </a:lnTo>
                <a:lnTo>
                  <a:pt x="904773" y="113865"/>
                </a:lnTo>
                <a:lnTo>
                  <a:pt x="904880" y="113265"/>
                </a:lnTo>
                <a:lnTo>
                  <a:pt x="904944" y="112609"/>
                </a:lnTo>
                <a:lnTo>
                  <a:pt x="904966" y="111892"/>
                </a:lnTo>
                <a:lnTo>
                  <a:pt x="904941" y="111199"/>
                </a:lnTo>
                <a:lnTo>
                  <a:pt x="904870" y="110564"/>
                </a:lnTo>
                <a:lnTo>
                  <a:pt x="904753" y="109983"/>
                </a:lnTo>
                <a:lnTo>
                  <a:pt x="904596" y="109456"/>
                </a:lnTo>
                <a:lnTo>
                  <a:pt x="904399" y="108978"/>
                </a:lnTo>
                <a:close/>
                <a:moveTo>
                  <a:pt x="872315" y="94753"/>
                </a:moveTo>
                <a:lnTo>
                  <a:pt x="872266" y="95284"/>
                </a:lnTo>
                <a:lnTo>
                  <a:pt x="872196" y="95810"/>
                </a:lnTo>
                <a:lnTo>
                  <a:pt x="872105" y="96332"/>
                </a:lnTo>
                <a:lnTo>
                  <a:pt x="871987" y="96849"/>
                </a:lnTo>
                <a:lnTo>
                  <a:pt x="871839" y="97361"/>
                </a:lnTo>
                <a:lnTo>
                  <a:pt x="871659" y="97869"/>
                </a:lnTo>
                <a:lnTo>
                  <a:pt x="871443" y="98371"/>
                </a:lnTo>
                <a:lnTo>
                  <a:pt x="871188" y="98869"/>
                </a:lnTo>
                <a:lnTo>
                  <a:pt x="870891" y="99361"/>
                </a:lnTo>
                <a:lnTo>
                  <a:pt x="870547" y="99849"/>
                </a:lnTo>
                <a:lnTo>
                  <a:pt x="870155" y="100331"/>
                </a:lnTo>
                <a:lnTo>
                  <a:pt x="869711" y="100807"/>
                </a:lnTo>
                <a:lnTo>
                  <a:pt x="869211" y="101278"/>
                </a:lnTo>
                <a:lnTo>
                  <a:pt x="868652" y="101744"/>
                </a:lnTo>
                <a:lnTo>
                  <a:pt x="868032" y="102204"/>
                </a:lnTo>
                <a:lnTo>
                  <a:pt x="867346" y="102659"/>
                </a:lnTo>
                <a:lnTo>
                  <a:pt x="866591" y="103107"/>
                </a:lnTo>
                <a:lnTo>
                  <a:pt x="865765" y="103550"/>
                </a:lnTo>
                <a:lnTo>
                  <a:pt x="864864" y="103987"/>
                </a:lnTo>
                <a:lnTo>
                  <a:pt x="863988" y="104377"/>
                </a:lnTo>
                <a:lnTo>
                  <a:pt x="863098" y="104734"/>
                </a:lnTo>
                <a:lnTo>
                  <a:pt x="862197" y="105060"/>
                </a:lnTo>
                <a:lnTo>
                  <a:pt x="861290" y="105357"/>
                </a:lnTo>
                <a:lnTo>
                  <a:pt x="860381" y="105625"/>
                </a:lnTo>
                <a:lnTo>
                  <a:pt x="859472" y="105867"/>
                </a:lnTo>
                <a:lnTo>
                  <a:pt x="858569" y="106083"/>
                </a:lnTo>
                <a:lnTo>
                  <a:pt x="857674" y="106275"/>
                </a:lnTo>
                <a:lnTo>
                  <a:pt x="856792" y="106444"/>
                </a:lnTo>
                <a:lnTo>
                  <a:pt x="855927" y="106593"/>
                </a:lnTo>
                <a:lnTo>
                  <a:pt x="855082" y="106721"/>
                </a:lnTo>
                <a:lnTo>
                  <a:pt x="854261" y="106832"/>
                </a:lnTo>
                <a:lnTo>
                  <a:pt x="853469" y="106925"/>
                </a:lnTo>
                <a:lnTo>
                  <a:pt x="852708" y="107003"/>
                </a:lnTo>
                <a:lnTo>
                  <a:pt x="851983" y="107067"/>
                </a:lnTo>
                <a:lnTo>
                  <a:pt x="851298" y="107118"/>
                </a:lnTo>
                <a:lnTo>
                  <a:pt x="850657" y="107157"/>
                </a:lnTo>
                <a:lnTo>
                  <a:pt x="850063" y="107187"/>
                </a:lnTo>
                <a:lnTo>
                  <a:pt x="849520" y="107209"/>
                </a:lnTo>
                <a:lnTo>
                  <a:pt x="849032" y="107223"/>
                </a:lnTo>
                <a:lnTo>
                  <a:pt x="848603" y="107232"/>
                </a:lnTo>
                <a:lnTo>
                  <a:pt x="848236" y="107236"/>
                </a:lnTo>
                <a:lnTo>
                  <a:pt x="847937" y="107238"/>
                </a:lnTo>
                <a:lnTo>
                  <a:pt x="847707" y="107238"/>
                </a:lnTo>
                <a:lnTo>
                  <a:pt x="846234" y="107204"/>
                </a:lnTo>
                <a:lnTo>
                  <a:pt x="844805" y="107105"/>
                </a:lnTo>
                <a:lnTo>
                  <a:pt x="843422" y="106942"/>
                </a:lnTo>
                <a:lnTo>
                  <a:pt x="842085" y="106718"/>
                </a:lnTo>
                <a:lnTo>
                  <a:pt x="840798" y="106435"/>
                </a:lnTo>
                <a:lnTo>
                  <a:pt x="839561" y="106096"/>
                </a:lnTo>
                <a:lnTo>
                  <a:pt x="838376" y="105704"/>
                </a:lnTo>
                <a:lnTo>
                  <a:pt x="837245" y="105260"/>
                </a:lnTo>
                <a:lnTo>
                  <a:pt x="836170" y="104768"/>
                </a:lnTo>
                <a:lnTo>
                  <a:pt x="835152" y="104229"/>
                </a:lnTo>
                <a:lnTo>
                  <a:pt x="834193" y="103645"/>
                </a:lnTo>
                <a:lnTo>
                  <a:pt x="833294" y="103021"/>
                </a:lnTo>
                <a:lnTo>
                  <a:pt x="832458" y="102357"/>
                </a:lnTo>
                <a:lnTo>
                  <a:pt x="831686" y="101656"/>
                </a:lnTo>
                <a:lnTo>
                  <a:pt x="830979" y="100921"/>
                </a:lnTo>
                <a:lnTo>
                  <a:pt x="830340" y="100155"/>
                </a:lnTo>
                <a:lnTo>
                  <a:pt x="829769" y="99358"/>
                </a:lnTo>
                <a:lnTo>
                  <a:pt x="829269" y="98535"/>
                </a:lnTo>
                <a:lnTo>
                  <a:pt x="828842" y="97687"/>
                </a:lnTo>
                <a:lnTo>
                  <a:pt x="828488" y="96817"/>
                </a:lnTo>
                <a:lnTo>
                  <a:pt x="828211" y="95927"/>
                </a:lnTo>
                <a:lnTo>
                  <a:pt x="828010" y="95020"/>
                </a:lnTo>
                <a:lnTo>
                  <a:pt x="827888" y="94098"/>
                </a:lnTo>
                <a:lnTo>
                  <a:pt x="827848" y="93164"/>
                </a:lnTo>
                <a:lnTo>
                  <a:pt x="827934" y="91995"/>
                </a:lnTo>
                <a:lnTo>
                  <a:pt x="828190" y="90852"/>
                </a:lnTo>
                <a:lnTo>
                  <a:pt x="828615" y="89737"/>
                </a:lnTo>
                <a:lnTo>
                  <a:pt x="829205" y="88651"/>
                </a:lnTo>
                <a:lnTo>
                  <a:pt x="829959" y="87596"/>
                </a:lnTo>
                <a:lnTo>
                  <a:pt x="830875" y="86574"/>
                </a:lnTo>
                <a:lnTo>
                  <a:pt x="831950" y="85587"/>
                </a:lnTo>
                <a:lnTo>
                  <a:pt x="833181" y="84636"/>
                </a:lnTo>
                <a:lnTo>
                  <a:pt x="834568" y="83724"/>
                </a:lnTo>
                <a:lnTo>
                  <a:pt x="836106" y="82851"/>
                </a:lnTo>
                <a:lnTo>
                  <a:pt x="837795" y="82020"/>
                </a:lnTo>
                <a:lnTo>
                  <a:pt x="839632" y="81233"/>
                </a:lnTo>
                <a:lnTo>
                  <a:pt x="841614" y="80491"/>
                </a:lnTo>
                <a:lnTo>
                  <a:pt x="843740" y="79795"/>
                </a:lnTo>
                <a:lnTo>
                  <a:pt x="846007" y="79149"/>
                </a:lnTo>
                <a:lnTo>
                  <a:pt x="848412" y="78552"/>
                </a:lnTo>
                <a:lnTo>
                  <a:pt x="850954" y="78008"/>
                </a:lnTo>
                <a:lnTo>
                  <a:pt x="853631" y="77518"/>
                </a:lnTo>
                <a:lnTo>
                  <a:pt x="856439" y="77084"/>
                </a:lnTo>
                <a:lnTo>
                  <a:pt x="859377" y="76707"/>
                </a:lnTo>
                <a:lnTo>
                  <a:pt x="862443" y="76389"/>
                </a:lnTo>
                <a:lnTo>
                  <a:pt x="865634" y="76132"/>
                </a:lnTo>
                <a:lnTo>
                  <a:pt x="868948" y="75938"/>
                </a:lnTo>
                <a:lnTo>
                  <a:pt x="872383" y="75809"/>
                </a:lnTo>
                <a:lnTo>
                  <a:pt x="872383" y="92034"/>
                </a:lnTo>
                <a:lnTo>
                  <a:pt x="872383" y="92586"/>
                </a:lnTo>
                <a:lnTo>
                  <a:pt x="872379" y="93134"/>
                </a:lnTo>
                <a:lnTo>
                  <a:pt x="872368" y="93678"/>
                </a:lnTo>
                <a:lnTo>
                  <a:pt x="872348" y="94218"/>
                </a:lnTo>
                <a:lnTo>
                  <a:pt x="872315" y="94753"/>
                </a:lnTo>
                <a:close/>
                <a:moveTo>
                  <a:pt x="1197589" y="94529"/>
                </a:moveTo>
                <a:lnTo>
                  <a:pt x="1197371" y="94083"/>
                </a:lnTo>
                <a:lnTo>
                  <a:pt x="1197117" y="93681"/>
                </a:lnTo>
                <a:lnTo>
                  <a:pt x="1196830" y="93321"/>
                </a:lnTo>
                <a:lnTo>
                  <a:pt x="1196516" y="93002"/>
                </a:lnTo>
                <a:lnTo>
                  <a:pt x="1196179" y="92719"/>
                </a:lnTo>
                <a:lnTo>
                  <a:pt x="1195822" y="92472"/>
                </a:lnTo>
                <a:lnTo>
                  <a:pt x="1195451" y="92258"/>
                </a:lnTo>
                <a:lnTo>
                  <a:pt x="1195069" y="92075"/>
                </a:lnTo>
                <a:lnTo>
                  <a:pt x="1194681" y="91919"/>
                </a:lnTo>
                <a:lnTo>
                  <a:pt x="1194292" y="91790"/>
                </a:lnTo>
                <a:lnTo>
                  <a:pt x="1193905" y="91684"/>
                </a:lnTo>
                <a:lnTo>
                  <a:pt x="1193525" y="91599"/>
                </a:lnTo>
                <a:lnTo>
                  <a:pt x="1193157" y="91533"/>
                </a:lnTo>
                <a:lnTo>
                  <a:pt x="1192804" y="91483"/>
                </a:lnTo>
                <a:lnTo>
                  <a:pt x="1192472" y="91447"/>
                </a:lnTo>
                <a:lnTo>
                  <a:pt x="1192164" y="91424"/>
                </a:lnTo>
                <a:lnTo>
                  <a:pt x="1191884" y="91409"/>
                </a:lnTo>
                <a:lnTo>
                  <a:pt x="1191638" y="91402"/>
                </a:lnTo>
                <a:lnTo>
                  <a:pt x="1191430" y="91399"/>
                </a:lnTo>
                <a:lnTo>
                  <a:pt x="1191263" y="91399"/>
                </a:lnTo>
                <a:lnTo>
                  <a:pt x="1190839" y="91402"/>
                </a:lnTo>
                <a:lnTo>
                  <a:pt x="1190434" y="91412"/>
                </a:lnTo>
                <a:lnTo>
                  <a:pt x="1190048" y="91431"/>
                </a:lnTo>
                <a:lnTo>
                  <a:pt x="1189680" y="91458"/>
                </a:lnTo>
                <a:lnTo>
                  <a:pt x="1189329" y="91497"/>
                </a:lnTo>
                <a:lnTo>
                  <a:pt x="1188994" y="91546"/>
                </a:lnTo>
                <a:lnTo>
                  <a:pt x="1188675" y="91609"/>
                </a:lnTo>
                <a:lnTo>
                  <a:pt x="1188370" y="91685"/>
                </a:lnTo>
                <a:lnTo>
                  <a:pt x="1188080" y="91776"/>
                </a:lnTo>
                <a:lnTo>
                  <a:pt x="1187803" y="91882"/>
                </a:lnTo>
                <a:lnTo>
                  <a:pt x="1187538" y="92006"/>
                </a:lnTo>
                <a:lnTo>
                  <a:pt x="1187286" y="92147"/>
                </a:lnTo>
                <a:lnTo>
                  <a:pt x="1187044" y="92308"/>
                </a:lnTo>
                <a:lnTo>
                  <a:pt x="1186813" y="92489"/>
                </a:lnTo>
                <a:lnTo>
                  <a:pt x="1186591" y="92691"/>
                </a:lnTo>
                <a:lnTo>
                  <a:pt x="1186378" y="92916"/>
                </a:lnTo>
                <a:lnTo>
                  <a:pt x="1186173" y="93164"/>
                </a:lnTo>
                <a:lnTo>
                  <a:pt x="1185975" y="93436"/>
                </a:lnTo>
                <a:lnTo>
                  <a:pt x="1185784" y="93735"/>
                </a:lnTo>
                <a:lnTo>
                  <a:pt x="1185599" y="94060"/>
                </a:lnTo>
                <a:lnTo>
                  <a:pt x="1185418" y="94413"/>
                </a:lnTo>
                <a:lnTo>
                  <a:pt x="1185242" y="94795"/>
                </a:lnTo>
                <a:lnTo>
                  <a:pt x="1185070" y="95207"/>
                </a:lnTo>
                <a:lnTo>
                  <a:pt x="1184900" y="95650"/>
                </a:lnTo>
                <a:lnTo>
                  <a:pt x="1184338" y="96837"/>
                </a:lnTo>
                <a:lnTo>
                  <a:pt x="1183717" y="97943"/>
                </a:lnTo>
                <a:lnTo>
                  <a:pt x="1183042" y="98971"/>
                </a:lnTo>
                <a:lnTo>
                  <a:pt x="1182316" y="99922"/>
                </a:lnTo>
                <a:lnTo>
                  <a:pt x="1181546" y="100800"/>
                </a:lnTo>
                <a:lnTo>
                  <a:pt x="1180736" y="101607"/>
                </a:lnTo>
                <a:lnTo>
                  <a:pt x="1179891" y="102346"/>
                </a:lnTo>
                <a:lnTo>
                  <a:pt x="1179015" y="103021"/>
                </a:lnTo>
                <a:lnTo>
                  <a:pt x="1178115" y="103633"/>
                </a:lnTo>
                <a:lnTo>
                  <a:pt x="1177193" y="104185"/>
                </a:lnTo>
                <a:lnTo>
                  <a:pt x="1176256" y="104681"/>
                </a:lnTo>
                <a:lnTo>
                  <a:pt x="1175308" y="105123"/>
                </a:lnTo>
                <a:lnTo>
                  <a:pt x="1174354" y="105514"/>
                </a:lnTo>
                <a:lnTo>
                  <a:pt x="1173398" y="105856"/>
                </a:lnTo>
                <a:lnTo>
                  <a:pt x="1172447" y="106153"/>
                </a:lnTo>
                <a:lnTo>
                  <a:pt x="1171503" y="106406"/>
                </a:lnTo>
                <a:lnTo>
                  <a:pt x="1170574" y="106620"/>
                </a:lnTo>
                <a:lnTo>
                  <a:pt x="1169662" y="106796"/>
                </a:lnTo>
                <a:lnTo>
                  <a:pt x="1168774" y="106937"/>
                </a:lnTo>
                <a:lnTo>
                  <a:pt x="1167914" y="107046"/>
                </a:lnTo>
                <a:lnTo>
                  <a:pt x="1167086" y="107127"/>
                </a:lnTo>
                <a:lnTo>
                  <a:pt x="1166296" y="107181"/>
                </a:lnTo>
                <a:lnTo>
                  <a:pt x="1165549" y="107211"/>
                </a:lnTo>
                <a:lnTo>
                  <a:pt x="1164849" y="107220"/>
                </a:lnTo>
                <a:lnTo>
                  <a:pt x="1163042" y="107170"/>
                </a:lnTo>
                <a:lnTo>
                  <a:pt x="1161240" y="107021"/>
                </a:lnTo>
                <a:lnTo>
                  <a:pt x="1159449" y="106774"/>
                </a:lnTo>
                <a:lnTo>
                  <a:pt x="1157672" y="106429"/>
                </a:lnTo>
                <a:lnTo>
                  <a:pt x="1155915" y="105989"/>
                </a:lnTo>
                <a:lnTo>
                  <a:pt x="1154182" y="105454"/>
                </a:lnTo>
                <a:lnTo>
                  <a:pt x="1152479" y="104826"/>
                </a:lnTo>
                <a:lnTo>
                  <a:pt x="1150811" y="104106"/>
                </a:lnTo>
                <a:lnTo>
                  <a:pt x="1149182" y="103294"/>
                </a:lnTo>
                <a:lnTo>
                  <a:pt x="1147598" y="102392"/>
                </a:lnTo>
                <a:lnTo>
                  <a:pt x="1146063" y="101401"/>
                </a:lnTo>
                <a:lnTo>
                  <a:pt x="1144582" y="100323"/>
                </a:lnTo>
                <a:lnTo>
                  <a:pt x="1143160" y="99158"/>
                </a:lnTo>
                <a:lnTo>
                  <a:pt x="1141803" y="97908"/>
                </a:lnTo>
                <a:lnTo>
                  <a:pt x="1140515" y="96573"/>
                </a:lnTo>
                <a:lnTo>
                  <a:pt x="1139301" y="95156"/>
                </a:lnTo>
                <a:lnTo>
                  <a:pt x="1138165" y="93656"/>
                </a:lnTo>
                <a:lnTo>
                  <a:pt x="1137114" y="92076"/>
                </a:lnTo>
                <a:lnTo>
                  <a:pt x="1136152" y="90416"/>
                </a:lnTo>
                <a:lnTo>
                  <a:pt x="1135283" y="88678"/>
                </a:lnTo>
                <a:lnTo>
                  <a:pt x="1134513" y="86862"/>
                </a:lnTo>
                <a:lnTo>
                  <a:pt x="1133847" y="84971"/>
                </a:lnTo>
                <a:lnTo>
                  <a:pt x="1133289" y="83004"/>
                </a:lnTo>
                <a:lnTo>
                  <a:pt x="1132845" y="80963"/>
                </a:lnTo>
                <a:lnTo>
                  <a:pt x="1190298" y="80963"/>
                </a:lnTo>
                <a:lnTo>
                  <a:pt x="1190802" y="80963"/>
                </a:lnTo>
                <a:lnTo>
                  <a:pt x="1191300" y="80959"/>
                </a:lnTo>
                <a:lnTo>
                  <a:pt x="1191791" y="80949"/>
                </a:lnTo>
                <a:lnTo>
                  <a:pt x="1192274" y="80930"/>
                </a:lnTo>
                <a:lnTo>
                  <a:pt x="1192748" y="80899"/>
                </a:lnTo>
                <a:lnTo>
                  <a:pt x="1193210" y="80852"/>
                </a:lnTo>
                <a:lnTo>
                  <a:pt x="1193660" y="80786"/>
                </a:lnTo>
                <a:lnTo>
                  <a:pt x="1194096" y="80699"/>
                </a:lnTo>
                <a:lnTo>
                  <a:pt x="1194516" y="80587"/>
                </a:lnTo>
                <a:lnTo>
                  <a:pt x="1194920" y="80447"/>
                </a:lnTo>
                <a:lnTo>
                  <a:pt x="1195305" y="80277"/>
                </a:lnTo>
                <a:lnTo>
                  <a:pt x="1195671" y="80072"/>
                </a:lnTo>
                <a:lnTo>
                  <a:pt x="1196016" y="79830"/>
                </a:lnTo>
                <a:lnTo>
                  <a:pt x="1196338" y="79548"/>
                </a:lnTo>
                <a:lnTo>
                  <a:pt x="1196636" y="79222"/>
                </a:lnTo>
                <a:lnTo>
                  <a:pt x="1196909" y="78850"/>
                </a:lnTo>
                <a:lnTo>
                  <a:pt x="1197155" y="78429"/>
                </a:lnTo>
                <a:lnTo>
                  <a:pt x="1197373" y="77955"/>
                </a:lnTo>
                <a:lnTo>
                  <a:pt x="1197561" y="77425"/>
                </a:lnTo>
                <a:lnTo>
                  <a:pt x="1197718" y="76836"/>
                </a:lnTo>
                <a:lnTo>
                  <a:pt x="1197843" y="76186"/>
                </a:lnTo>
                <a:lnTo>
                  <a:pt x="1197934" y="75470"/>
                </a:lnTo>
                <a:lnTo>
                  <a:pt x="1197989" y="74687"/>
                </a:lnTo>
                <a:lnTo>
                  <a:pt x="1198008" y="73832"/>
                </a:lnTo>
                <a:lnTo>
                  <a:pt x="1197944" y="71101"/>
                </a:lnTo>
                <a:lnTo>
                  <a:pt x="1197751" y="68409"/>
                </a:lnTo>
                <a:lnTo>
                  <a:pt x="1197429" y="65763"/>
                </a:lnTo>
                <a:lnTo>
                  <a:pt x="1196978" y="63170"/>
                </a:lnTo>
                <a:lnTo>
                  <a:pt x="1196398" y="60636"/>
                </a:lnTo>
                <a:lnTo>
                  <a:pt x="1195689" y="58169"/>
                </a:lnTo>
                <a:lnTo>
                  <a:pt x="1194850" y="55775"/>
                </a:lnTo>
                <a:lnTo>
                  <a:pt x="1193881" y="53462"/>
                </a:lnTo>
                <a:lnTo>
                  <a:pt x="1192783" y="51235"/>
                </a:lnTo>
                <a:lnTo>
                  <a:pt x="1191554" y="49103"/>
                </a:lnTo>
                <a:lnTo>
                  <a:pt x="1190195" y="47071"/>
                </a:lnTo>
                <a:lnTo>
                  <a:pt x="1188706" y="45147"/>
                </a:lnTo>
                <a:lnTo>
                  <a:pt x="1187087" y="43337"/>
                </a:lnTo>
                <a:lnTo>
                  <a:pt x="1185336" y="41649"/>
                </a:lnTo>
                <a:lnTo>
                  <a:pt x="1183455" y="40088"/>
                </a:lnTo>
                <a:lnTo>
                  <a:pt x="1181443" y="38664"/>
                </a:lnTo>
                <a:lnTo>
                  <a:pt x="1179299" y="37380"/>
                </a:lnTo>
                <a:lnTo>
                  <a:pt x="1177024" y="36246"/>
                </a:lnTo>
                <a:lnTo>
                  <a:pt x="1174618" y="35268"/>
                </a:lnTo>
                <a:lnTo>
                  <a:pt x="1172080" y="34452"/>
                </a:lnTo>
                <a:lnTo>
                  <a:pt x="1169410" y="33805"/>
                </a:lnTo>
                <a:lnTo>
                  <a:pt x="1166608" y="33335"/>
                </a:lnTo>
                <a:lnTo>
                  <a:pt x="1163673" y="33047"/>
                </a:lnTo>
                <a:lnTo>
                  <a:pt x="1160607" y="32950"/>
                </a:lnTo>
                <a:lnTo>
                  <a:pt x="1157763" y="33050"/>
                </a:lnTo>
                <a:lnTo>
                  <a:pt x="1154971" y="33343"/>
                </a:lnTo>
                <a:lnTo>
                  <a:pt x="1152238" y="33825"/>
                </a:lnTo>
                <a:lnTo>
                  <a:pt x="1149570" y="34488"/>
                </a:lnTo>
                <a:lnTo>
                  <a:pt x="1146972" y="35327"/>
                </a:lnTo>
                <a:lnTo>
                  <a:pt x="1144451" y="36334"/>
                </a:lnTo>
                <a:lnTo>
                  <a:pt x="1142013" y="37503"/>
                </a:lnTo>
                <a:lnTo>
                  <a:pt x="1139664" y="38828"/>
                </a:lnTo>
                <a:lnTo>
                  <a:pt x="1137409" y="40303"/>
                </a:lnTo>
                <a:lnTo>
                  <a:pt x="1135256" y="41920"/>
                </a:lnTo>
                <a:lnTo>
                  <a:pt x="1133211" y="43674"/>
                </a:lnTo>
                <a:lnTo>
                  <a:pt x="1131278" y="45557"/>
                </a:lnTo>
                <a:lnTo>
                  <a:pt x="1129465" y="47564"/>
                </a:lnTo>
                <a:lnTo>
                  <a:pt x="1127778" y="49689"/>
                </a:lnTo>
                <a:lnTo>
                  <a:pt x="1126222" y="51924"/>
                </a:lnTo>
                <a:lnTo>
                  <a:pt x="1124805" y="54263"/>
                </a:lnTo>
                <a:lnTo>
                  <a:pt x="1123531" y="56700"/>
                </a:lnTo>
                <a:lnTo>
                  <a:pt x="1122407" y="59228"/>
                </a:lnTo>
                <a:lnTo>
                  <a:pt x="1121439" y="61841"/>
                </a:lnTo>
                <a:lnTo>
                  <a:pt x="1120634" y="64532"/>
                </a:lnTo>
                <a:lnTo>
                  <a:pt x="1119997" y="67296"/>
                </a:lnTo>
                <a:lnTo>
                  <a:pt x="1119534" y="70125"/>
                </a:lnTo>
                <a:lnTo>
                  <a:pt x="1119252" y="73012"/>
                </a:lnTo>
                <a:lnTo>
                  <a:pt x="1119157" y="75953"/>
                </a:lnTo>
                <a:lnTo>
                  <a:pt x="1119257" y="78875"/>
                </a:lnTo>
                <a:lnTo>
                  <a:pt x="1119554" y="81749"/>
                </a:lnTo>
                <a:lnTo>
                  <a:pt x="1120042" y="84566"/>
                </a:lnTo>
                <a:lnTo>
                  <a:pt x="1120714" y="87321"/>
                </a:lnTo>
                <a:lnTo>
                  <a:pt x="1121565" y="90007"/>
                </a:lnTo>
                <a:lnTo>
                  <a:pt x="1122588" y="92617"/>
                </a:lnTo>
                <a:lnTo>
                  <a:pt x="1123777" y="95144"/>
                </a:lnTo>
                <a:lnTo>
                  <a:pt x="1125126" y="97582"/>
                </a:lnTo>
                <a:lnTo>
                  <a:pt x="1126629" y="99924"/>
                </a:lnTo>
                <a:lnTo>
                  <a:pt x="1128280" y="102164"/>
                </a:lnTo>
                <a:lnTo>
                  <a:pt x="1130073" y="104294"/>
                </a:lnTo>
                <a:lnTo>
                  <a:pt x="1132001" y="106309"/>
                </a:lnTo>
                <a:lnTo>
                  <a:pt x="1134059" y="108200"/>
                </a:lnTo>
                <a:lnTo>
                  <a:pt x="1136241" y="109963"/>
                </a:lnTo>
                <a:lnTo>
                  <a:pt x="1138539" y="111589"/>
                </a:lnTo>
                <a:lnTo>
                  <a:pt x="1140949" y="113072"/>
                </a:lnTo>
                <a:lnTo>
                  <a:pt x="1143464" y="114406"/>
                </a:lnTo>
                <a:lnTo>
                  <a:pt x="1146078" y="115584"/>
                </a:lnTo>
                <a:lnTo>
                  <a:pt x="1148785" y="116599"/>
                </a:lnTo>
                <a:lnTo>
                  <a:pt x="1151578" y="117445"/>
                </a:lnTo>
                <a:lnTo>
                  <a:pt x="1154453" y="118114"/>
                </a:lnTo>
                <a:lnTo>
                  <a:pt x="1157401" y="118600"/>
                </a:lnTo>
                <a:lnTo>
                  <a:pt x="1160419" y="118897"/>
                </a:lnTo>
                <a:lnTo>
                  <a:pt x="1163498" y="118997"/>
                </a:lnTo>
                <a:lnTo>
                  <a:pt x="1166595" y="118909"/>
                </a:lnTo>
                <a:lnTo>
                  <a:pt x="1169523" y="118653"/>
                </a:lnTo>
                <a:lnTo>
                  <a:pt x="1172288" y="118242"/>
                </a:lnTo>
                <a:lnTo>
                  <a:pt x="1174891" y="117689"/>
                </a:lnTo>
                <a:lnTo>
                  <a:pt x="1177336" y="117007"/>
                </a:lnTo>
                <a:lnTo>
                  <a:pt x="1179627" y="116209"/>
                </a:lnTo>
                <a:lnTo>
                  <a:pt x="1181766" y="115308"/>
                </a:lnTo>
                <a:lnTo>
                  <a:pt x="1183756" y="114317"/>
                </a:lnTo>
                <a:lnTo>
                  <a:pt x="1185601" y="113249"/>
                </a:lnTo>
                <a:lnTo>
                  <a:pt x="1187304" y="112117"/>
                </a:lnTo>
                <a:lnTo>
                  <a:pt x="1188868" y="110934"/>
                </a:lnTo>
                <a:lnTo>
                  <a:pt x="1190297" y="109713"/>
                </a:lnTo>
                <a:lnTo>
                  <a:pt x="1191593" y="108467"/>
                </a:lnTo>
                <a:lnTo>
                  <a:pt x="1192759" y="107208"/>
                </a:lnTo>
                <a:lnTo>
                  <a:pt x="1193799" y="105950"/>
                </a:lnTo>
                <a:lnTo>
                  <a:pt x="1194717" y="104706"/>
                </a:lnTo>
                <a:lnTo>
                  <a:pt x="1195514" y="103489"/>
                </a:lnTo>
                <a:lnTo>
                  <a:pt x="1196195" y="102311"/>
                </a:lnTo>
                <a:lnTo>
                  <a:pt x="1196762" y="101186"/>
                </a:lnTo>
                <a:lnTo>
                  <a:pt x="1197219" y="100127"/>
                </a:lnTo>
                <a:lnTo>
                  <a:pt x="1197569" y="99146"/>
                </a:lnTo>
                <a:lnTo>
                  <a:pt x="1197815" y="98257"/>
                </a:lnTo>
                <a:lnTo>
                  <a:pt x="1197960" y="97473"/>
                </a:lnTo>
                <a:lnTo>
                  <a:pt x="1198008" y="96807"/>
                </a:lnTo>
                <a:lnTo>
                  <a:pt x="1197980" y="96160"/>
                </a:lnTo>
                <a:lnTo>
                  <a:pt x="1197898" y="95566"/>
                </a:lnTo>
                <a:lnTo>
                  <a:pt x="1197766" y="95023"/>
                </a:lnTo>
                <a:lnTo>
                  <a:pt x="1197589" y="94529"/>
                </a:lnTo>
                <a:close/>
                <a:moveTo>
                  <a:pt x="1134445" y="64293"/>
                </a:moveTo>
                <a:lnTo>
                  <a:pt x="1135081" y="62679"/>
                </a:lnTo>
                <a:lnTo>
                  <a:pt x="1135796" y="61114"/>
                </a:lnTo>
                <a:lnTo>
                  <a:pt x="1136587" y="59600"/>
                </a:lnTo>
                <a:lnTo>
                  <a:pt x="1137452" y="58141"/>
                </a:lnTo>
                <a:lnTo>
                  <a:pt x="1138387" y="56739"/>
                </a:lnTo>
                <a:lnTo>
                  <a:pt x="1139389" y="55399"/>
                </a:lnTo>
                <a:lnTo>
                  <a:pt x="1140457" y="54123"/>
                </a:lnTo>
                <a:lnTo>
                  <a:pt x="1141586" y="52914"/>
                </a:lnTo>
                <a:lnTo>
                  <a:pt x="1142774" y="51775"/>
                </a:lnTo>
                <a:lnTo>
                  <a:pt x="1144019" y="50709"/>
                </a:lnTo>
                <a:lnTo>
                  <a:pt x="1145317" y="49720"/>
                </a:lnTo>
                <a:lnTo>
                  <a:pt x="1146665" y="48810"/>
                </a:lnTo>
                <a:lnTo>
                  <a:pt x="1148062" y="47983"/>
                </a:lnTo>
                <a:lnTo>
                  <a:pt x="1149503" y="47242"/>
                </a:lnTo>
                <a:lnTo>
                  <a:pt x="1150986" y="46589"/>
                </a:lnTo>
                <a:lnTo>
                  <a:pt x="1152508" y="46029"/>
                </a:lnTo>
                <a:lnTo>
                  <a:pt x="1154066" y="45563"/>
                </a:lnTo>
                <a:lnTo>
                  <a:pt x="1155658" y="45195"/>
                </a:lnTo>
                <a:lnTo>
                  <a:pt x="1157281" y="44929"/>
                </a:lnTo>
                <a:lnTo>
                  <a:pt x="1158931" y="44767"/>
                </a:lnTo>
                <a:lnTo>
                  <a:pt x="1160607" y="44712"/>
                </a:lnTo>
                <a:lnTo>
                  <a:pt x="1161869" y="44738"/>
                </a:lnTo>
                <a:lnTo>
                  <a:pt x="1163146" y="44819"/>
                </a:lnTo>
                <a:lnTo>
                  <a:pt x="1164433" y="44958"/>
                </a:lnTo>
                <a:lnTo>
                  <a:pt x="1165724" y="45161"/>
                </a:lnTo>
                <a:lnTo>
                  <a:pt x="1167014" y="45432"/>
                </a:lnTo>
                <a:lnTo>
                  <a:pt x="1168297" y="45776"/>
                </a:lnTo>
                <a:lnTo>
                  <a:pt x="1169569" y="46196"/>
                </a:lnTo>
                <a:lnTo>
                  <a:pt x="1170825" y="46698"/>
                </a:lnTo>
                <a:lnTo>
                  <a:pt x="1172058" y="47285"/>
                </a:lnTo>
                <a:lnTo>
                  <a:pt x="1173264" y="47963"/>
                </a:lnTo>
                <a:lnTo>
                  <a:pt x="1174437" y="48735"/>
                </a:lnTo>
                <a:lnTo>
                  <a:pt x="1175572" y="49606"/>
                </a:lnTo>
                <a:lnTo>
                  <a:pt x="1176664" y="50580"/>
                </a:lnTo>
                <a:lnTo>
                  <a:pt x="1177708" y="51663"/>
                </a:lnTo>
                <a:lnTo>
                  <a:pt x="1178698" y="52857"/>
                </a:lnTo>
                <a:lnTo>
                  <a:pt x="1179629" y="54169"/>
                </a:lnTo>
                <a:lnTo>
                  <a:pt x="1180495" y="55601"/>
                </a:lnTo>
                <a:lnTo>
                  <a:pt x="1181293" y="57160"/>
                </a:lnTo>
                <a:lnTo>
                  <a:pt x="1182015" y="58848"/>
                </a:lnTo>
                <a:lnTo>
                  <a:pt x="1182657" y="60671"/>
                </a:lnTo>
                <a:lnTo>
                  <a:pt x="1183214" y="62632"/>
                </a:lnTo>
                <a:lnTo>
                  <a:pt x="1183680" y="64738"/>
                </a:lnTo>
                <a:lnTo>
                  <a:pt x="1184051" y="66990"/>
                </a:lnTo>
                <a:lnTo>
                  <a:pt x="1184320" y="69395"/>
                </a:lnTo>
                <a:lnTo>
                  <a:pt x="1133039" y="69395"/>
                </a:lnTo>
                <a:lnTo>
                  <a:pt x="1133421" y="67654"/>
                </a:lnTo>
                <a:lnTo>
                  <a:pt x="1133891" y="65953"/>
                </a:lnTo>
                <a:lnTo>
                  <a:pt x="1134445" y="64293"/>
                </a:lnTo>
                <a:close/>
                <a:moveTo>
                  <a:pt x="392910" y="76244"/>
                </a:moveTo>
                <a:lnTo>
                  <a:pt x="392908" y="76279"/>
                </a:lnTo>
                <a:lnTo>
                  <a:pt x="392910" y="76315"/>
                </a:lnTo>
                <a:lnTo>
                  <a:pt x="392910" y="76244"/>
                </a:lnTo>
                <a:close/>
                <a:moveTo>
                  <a:pt x="1001157" y="109073"/>
                </a:moveTo>
                <a:lnTo>
                  <a:pt x="1000917" y="108629"/>
                </a:lnTo>
                <a:lnTo>
                  <a:pt x="1000643" y="108232"/>
                </a:lnTo>
                <a:lnTo>
                  <a:pt x="1000339" y="107879"/>
                </a:lnTo>
                <a:lnTo>
                  <a:pt x="1000007" y="107567"/>
                </a:lnTo>
                <a:lnTo>
                  <a:pt x="999651" y="107294"/>
                </a:lnTo>
                <a:lnTo>
                  <a:pt x="999273" y="107058"/>
                </a:lnTo>
                <a:lnTo>
                  <a:pt x="998878" y="106855"/>
                </a:lnTo>
                <a:lnTo>
                  <a:pt x="998467" y="106684"/>
                </a:lnTo>
                <a:lnTo>
                  <a:pt x="998044" y="106541"/>
                </a:lnTo>
                <a:lnTo>
                  <a:pt x="997613" y="106424"/>
                </a:lnTo>
                <a:lnTo>
                  <a:pt x="997176" y="106330"/>
                </a:lnTo>
                <a:lnTo>
                  <a:pt x="996736" y="106257"/>
                </a:lnTo>
                <a:lnTo>
                  <a:pt x="996296" y="106202"/>
                </a:lnTo>
                <a:lnTo>
                  <a:pt x="995860" y="106162"/>
                </a:lnTo>
                <a:lnTo>
                  <a:pt x="995431" y="106136"/>
                </a:lnTo>
                <a:lnTo>
                  <a:pt x="995011" y="106120"/>
                </a:lnTo>
                <a:lnTo>
                  <a:pt x="994604" y="106112"/>
                </a:lnTo>
                <a:lnTo>
                  <a:pt x="994213" y="106109"/>
                </a:lnTo>
                <a:lnTo>
                  <a:pt x="993841" y="106108"/>
                </a:lnTo>
                <a:lnTo>
                  <a:pt x="986131" y="106108"/>
                </a:lnTo>
                <a:lnTo>
                  <a:pt x="961452" y="75100"/>
                </a:lnTo>
                <a:lnTo>
                  <a:pt x="983430" y="46595"/>
                </a:lnTo>
                <a:lnTo>
                  <a:pt x="991143" y="46595"/>
                </a:lnTo>
                <a:lnTo>
                  <a:pt x="991493" y="46595"/>
                </a:lnTo>
                <a:lnTo>
                  <a:pt x="991866" y="46592"/>
                </a:lnTo>
                <a:lnTo>
                  <a:pt x="992258" y="46584"/>
                </a:lnTo>
                <a:lnTo>
                  <a:pt x="992666" y="46568"/>
                </a:lnTo>
                <a:lnTo>
                  <a:pt x="993086" y="46543"/>
                </a:lnTo>
                <a:lnTo>
                  <a:pt x="993517" y="46505"/>
                </a:lnTo>
                <a:lnTo>
                  <a:pt x="993953" y="46452"/>
                </a:lnTo>
                <a:lnTo>
                  <a:pt x="994392" y="46381"/>
                </a:lnTo>
                <a:lnTo>
                  <a:pt x="994830" y="46290"/>
                </a:lnTo>
                <a:lnTo>
                  <a:pt x="995264" y="46177"/>
                </a:lnTo>
                <a:lnTo>
                  <a:pt x="995691" y="46038"/>
                </a:lnTo>
                <a:lnTo>
                  <a:pt x="996107" y="45872"/>
                </a:lnTo>
                <a:lnTo>
                  <a:pt x="996509" y="45676"/>
                </a:lnTo>
                <a:lnTo>
                  <a:pt x="996894" y="45447"/>
                </a:lnTo>
                <a:lnTo>
                  <a:pt x="997258" y="45183"/>
                </a:lnTo>
                <a:lnTo>
                  <a:pt x="997598" y="44881"/>
                </a:lnTo>
                <a:lnTo>
                  <a:pt x="997911" y="44539"/>
                </a:lnTo>
                <a:lnTo>
                  <a:pt x="998192" y="44155"/>
                </a:lnTo>
                <a:lnTo>
                  <a:pt x="998440" y="43725"/>
                </a:lnTo>
                <a:lnTo>
                  <a:pt x="998650" y="43248"/>
                </a:lnTo>
                <a:lnTo>
                  <a:pt x="998819" y="42720"/>
                </a:lnTo>
                <a:lnTo>
                  <a:pt x="998944" y="42140"/>
                </a:lnTo>
                <a:lnTo>
                  <a:pt x="999021" y="41504"/>
                </a:lnTo>
                <a:lnTo>
                  <a:pt x="999048" y="40811"/>
                </a:lnTo>
                <a:lnTo>
                  <a:pt x="999022" y="40095"/>
                </a:lnTo>
                <a:lnTo>
                  <a:pt x="998948" y="39438"/>
                </a:lnTo>
                <a:lnTo>
                  <a:pt x="998827" y="38838"/>
                </a:lnTo>
                <a:lnTo>
                  <a:pt x="998663" y="38293"/>
                </a:lnTo>
                <a:lnTo>
                  <a:pt x="998460" y="37799"/>
                </a:lnTo>
                <a:lnTo>
                  <a:pt x="998219" y="37355"/>
                </a:lnTo>
                <a:lnTo>
                  <a:pt x="997946" y="36958"/>
                </a:lnTo>
                <a:lnTo>
                  <a:pt x="997641" y="36604"/>
                </a:lnTo>
                <a:lnTo>
                  <a:pt x="997309" y="36293"/>
                </a:lnTo>
                <a:lnTo>
                  <a:pt x="996953" y="36020"/>
                </a:lnTo>
                <a:lnTo>
                  <a:pt x="996576" y="35783"/>
                </a:lnTo>
                <a:lnTo>
                  <a:pt x="996180" y="35580"/>
                </a:lnTo>
                <a:lnTo>
                  <a:pt x="995769" y="35409"/>
                </a:lnTo>
                <a:lnTo>
                  <a:pt x="995347" y="35265"/>
                </a:lnTo>
                <a:lnTo>
                  <a:pt x="994915" y="35148"/>
                </a:lnTo>
                <a:lnTo>
                  <a:pt x="994478" y="35054"/>
                </a:lnTo>
                <a:lnTo>
                  <a:pt x="994038" y="34981"/>
                </a:lnTo>
                <a:lnTo>
                  <a:pt x="993598" y="34926"/>
                </a:lnTo>
                <a:lnTo>
                  <a:pt x="993162" y="34887"/>
                </a:lnTo>
                <a:lnTo>
                  <a:pt x="992733" y="34861"/>
                </a:lnTo>
                <a:lnTo>
                  <a:pt x="992313" y="34845"/>
                </a:lnTo>
                <a:lnTo>
                  <a:pt x="991906" y="34837"/>
                </a:lnTo>
                <a:lnTo>
                  <a:pt x="991515" y="34833"/>
                </a:lnTo>
                <a:lnTo>
                  <a:pt x="991143" y="34833"/>
                </a:lnTo>
                <a:lnTo>
                  <a:pt x="968586" y="34833"/>
                </a:lnTo>
                <a:lnTo>
                  <a:pt x="968215" y="34833"/>
                </a:lnTo>
                <a:lnTo>
                  <a:pt x="967827" y="34836"/>
                </a:lnTo>
                <a:lnTo>
                  <a:pt x="967424" y="34844"/>
                </a:lnTo>
                <a:lnTo>
                  <a:pt x="967011" y="34860"/>
                </a:lnTo>
                <a:lnTo>
                  <a:pt x="966589" y="34885"/>
                </a:lnTo>
                <a:lnTo>
                  <a:pt x="966161" y="34923"/>
                </a:lnTo>
                <a:lnTo>
                  <a:pt x="965731" y="34977"/>
                </a:lnTo>
                <a:lnTo>
                  <a:pt x="965302" y="35047"/>
                </a:lnTo>
                <a:lnTo>
                  <a:pt x="964875" y="35138"/>
                </a:lnTo>
                <a:lnTo>
                  <a:pt x="964456" y="35252"/>
                </a:lnTo>
                <a:lnTo>
                  <a:pt x="964045" y="35390"/>
                </a:lnTo>
                <a:lnTo>
                  <a:pt x="963646" y="35556"/>
                </a:lnTo>
                <a:lnTo>
                  <a:pt x="963263" y="35753"/>
                </a:lnTo>
                <a:lnTo>
                  <a:pt x="962897" y="35982"/>
                </a:lnTo>
                <a:lnTo>
                  <a:pt x="962553" y="36246"/>
                </a:lnTo>
                <a:lnTo>
                  <a:pt x="962232" y="36548"/>
                </a:lnTo>
                <a:lnTo>
                  <a:pt x="961938" y="36890"/>
                </a:lnTo>
                <a:lnTo>
                  <a:pt x="961674" y="37274"/>
                </a:lnTo>
                <a:lnTo>
                  <a:pt x="961442" y="37704"/>
                </a:lnTo>
                <a:lnTo>
                  <a:pt x="961246" y="38182"/>
                </a:lnTo>
                <a:lnTo>
                  <a:pt x="961088" y="38710"/>
                </a:lnTo>
                <a:lnTo>
                  <a:pt x="960972" y="39290"/>
                </a:lnTo>
                <a:lnTo>
                  <a:pt x="960900" y="39926"/>
                </a:lnTo>
                <a:lnTo>
                  <a:pt x="960875" y="40620"/>
                </a:lnTo>
                <a:lnTo>
                  <a:pt x="960897" y="41336"/>
                </a:lnTo>
                <a:lnTo>
                  <a:pt x="960962" y="41993"/>
                </a:lnTo>
                <a:lnTo>
                  <a:pt x="961068" y="42592"/>
                </a:lnTo>
                <a:lnTo>
                  <a:pt x="961214" y="43137"/>
                </a:lnTo>
                <a:lnTo>
                  <a:pt x="961398" y="43630"/>
                </a:lnTo>
                <a:lnTo>
                  <a:pt x="961620" y="44074"/>
                </a:lnTo>
                <a:lnTo>
                  <a:pt x="961877" y="44472"/>
                </a:lnTo>
                <a:lnTo>
                  <a:pt x="962168" y="44825"/>
                </a:lnTo>
                <a:lnTo>
                  <a:pt x="962492" y="45136"/>
                </a:lnTo>
                <a:lnTo>
                  <a:pt x="962848" y="45409"/>
                </a:lnTo>
                <a:lnTo>
                  <a:pt x="963233" y="45645"/>
                </a:lnTo>
                <a:lnTo>
                  <a:pt x="963647" y="45848"/>
                </a:lnTo>
                <a:lnTo>
                  <a:pt x="964088" y="46020"/>
                </a:lnTo>
                <a:lnTo>
                  <a:pt x="964555" y="46163"/>
                </a:lnTo>
                <a:lnTo>
                  <a:pt x="965046" y="46280"/>
                </a:lnTo>
                <a:lnTo>
                  <a:pt x="965560" y="46374"/>
                </a:lnTo>
                <a:lnTo>
                  <a:pt x="966095" y="46447"/>
                </a:lnTo>
                <a:lnTo>
                  <a:pt x="966650" y="46502"/>
                </a:lnTo>
                <a:lnTo>
                  <a:pt x="967224" y="46541"/>
                </a:lnTo>
                <a:lnTo>
                  <a:pt x="967815" y="46567"/>
                </a:lnTo>
                <a:lnTo>
                  <a:pt x="968422" y="46583"/>
                </a:lnTo>
                <a:lnTo>
                  <a:pt x="969042" y="46592"/>
                </a:lnTo>
                <a:lnTo>
                  <a:pt x="969676" y="46595"/>
                </a:lnTo>
                <a:lnTo>
                  <a:pt x="970322" y="46595"/>
                </a:lnTo>
                <a:lnTo>
                  <a:pt x="956054" y="66047"/>
                </a:lnTo>
                <a:lnTo>
                  <a:pt x="941404" y="46595"/>
                </a:lnTo>
                <a:lnTo>
                  <a:pt x="942026" y="46595"/>
                </a:lnTo>
                <a:lnTo>
                  <a:pt x="942639" y="46592"/>
                </a:lnTo>
                <a:lnTo>
                  <a:pt x="943241" y="46583"/>
                </a:lnTo>
                <a:lnTo>
                  <a:pt x="943830" y="46567"/>
                </a:lnTo>
                <a:lnTo>
                  <a:pt x="944405" y="46541"/>
                </a:lnTo>
                <a:lnTo>
                  <a:pt x="944964" y="46502"/>
                </a:lnTo>
                <a:lnTo>
                  <a:pt x="945507" y="46447"/>
                </a:lnTo>
                <a:lnTo>
                  <a:pt x="946030" y="46374"/>
                </a:lnTo>
                <a:lnTo>
                  <a:pt x="946534" y="46280"/>
                </a:lnTo>
                <a:lnTo>
                  <a:pt x="947016" y="46163"/>
                </a:lnTo>
                <a:lnTo>
                  <a:pt x="947475" y="46020"/>
                </a:lnTo>
                <a:lnTo>
                  <a:pt x="947910" y="45848"/>
                </a:lnTo>
                <a:lnTo>
                  <a:pt x="948318" y="45645"/>
                </a:lnTo>
                <a:lnTo>
                  <a:pt x="948699" y="45409"/>
                </a:lnTo>
                <a:lnTo>
                  <a:pt x="949050" y="45136"/>
                </a:lnTo>
                <a:lnTo>
                  <a:pt x="949371" y="44825"/>
                </a:lnTo>
                <a:lnTo>
                  <a:pt x="949660" y="44472"/>
                </a:lnTo>
                <a:lnTo>
                  <a:pt x="949915" y="44074"/>
                </a:lnTo>
                <a:lnTo>
                  <a:pt x="950135" y="43630"/>
                </a:lnTo>
                <a:lnTo>
                  <a:pt x="950319" y="43137"/>
                </a:lnTo>
                <a:lnTo>
                  <a:pt x="950464" y="42592"/>
                </a:lnTo>
                <a:lnTo>
                  <a:pt x="950569" y="41993"/>
                </a:lnTo>
                <a:lnTo>
                  <a:pt x="950634" y="41336"/>
                </a:lnTo>
                <a:lnTo>
                  <a:pt x="950656" y="40620"/>
                </a:lnTo>
                <a:lnTo>
                  <a:pt x="950631" y="39926"/>
                </a:lnTo>
                <a:lnTo>
                  <a:pt x="950559" y="39290"/>
                </a:lnTo>
                <a:lnTo>
                  <a:pt x="950443" y="38710"/>
                </a:lnTo>
                <a:lnTo>
                  <a:pt x="950285" y="38182"/>
                </a:lnTo>
                <a:lnTo>
                  <a:pt x="950089" y="37704"/>
                </a:lnTo>
                <a:lnTo>
                  <a:pt x="949858" y="37274"/>
                </a:lnTo>
                <a:lnTo>
                  <a:pt x="949593" y="36890"/>
                </a:lnTo>
                <a:lnTo>
                  <a:pt x="949299" y="36548"/>
                </a:lnTo>
                <a:lnTo>
                  <a:pt x="948979" y="36246"/>
                </a:lnTo>
                <a:lnTo>
                  <a:pt x="948634" y="35982"/>
                </a:lnTo>
                <a:lnTo>
                  <a:pt x="948268" y="35753"/>
                </a:lnTo>
                <a:lnTo>
                  <a:pt x="947885" y="35556"/>
                </a:lnTo>
                <a:lnTo>
                  <a:pt x="947486" y="35390"/>
                </a:lnTo>
                <a:lnTo>
                  <a:pt x="947076" y="35252"/>
                </a:lnTo>
                <a:lnTo>
                  <a:pt x="946656" y="35138"/>
                </a:lnTo>
                <a:lnTo>
                  <a:pt x="946230" y="35047"/>
                </a:lnTo>
                <a:lnTo>
                  <a:pt x="945800" y="34977"/>
                </a:lnTo>
                <a:lnTo>
                  <a:pt x="945370" y="34923"/>
                </a:lnTo>
                <a:lnTo>
                  <a:pt x="944943" y="34885"/>
                </a:lnTo>
                <a:lnTo>
                  <a:pt x="944521" y="34860"/>
                </a:lnTo>
                <a:lnTo>
                  <a:pt x="944107" y="34844"/>
                </a:lnTo>
                <a:lnTo>
                  <a:pt x="943705" y="34836"/>
                </a:lnTo>
                <a:lnTo>
                  <a:pt x="943316" y="34833"/>
                </a:lnTo>
                <a:lnTo>
                  <a:pt x="942945" y="34833"/>
                </a:lnTo>
                <a:lnTo>
                  <a:pt x="920388" y="34833"/>
                </a:lnTo>
                <a:lnTo>
                  <a:pt x="920016" y="34833"/>
                </a:lnTo>
                <a:lnTo>
                  <a:pt x="919625" y="34837"/>
                </a:lnTo>
                <a:lnTo>
                  <a:pt x="919218" y="34845"/>
                </a:lnTo>
                <a:lnTo>
                  <a:pt x="918798" y="34861"/>
                </a:lnTo>
                <a:lnTo>
                  <a:pt x="918369" y="34887"/>
                </a:lnTo>
                <a:lnTo>
                  <a:pt x="917933" y="34926"/>
                </a:lnTo>
                <a:lnTo>
                  <a:pt x="917493" y="34981"/>
                </a:lnTo>
                <a:lnTo>
                  <a:pt x="917053" y="35054"/>
                </a:lnTo>
                <a:lnTo>
                  <a:pt x="916616" y="35148"/>
                </a:lnTo>
                <a:lnTo>
                  <a:pt x="916185" y="35265"/>
                </a:lnTo>
                <a:lnTo>
                  <a:pt x="915762" y="35409"/>
                </a:lnTo>
                <a:lnTo>
                  <a:pt x="915351" y="35580"/>
                </a:lnTo>
                <a:lnTo>
                  <a:pt x="914956" y="35783"/>
                </a:lnTo>
                <a:lnTo>
                  <a:pt x="914578" y="36020"/>
                </a:lnTo>
                <a:lnTo>
                  <a:pt x="914222" y="36293"/>
                </a:lnTo>
                <a:lnTo>
                  <a:pt x="913890" y="36604"/>
                </a:lnTo>
                <a:lnTo>
                  <a:pt x="913586" y="36958"/>
                </a:lnTo>
                <a:lnTo>
                  <a:pt x="913312" y="37355"/>
                </a:lnTo>
                <a:lnTo>
                  <a:pt x="913072" y="37799"/>
                </a:lnTo>
                <a:lnTo>
                  <a:pt x="912868" y="38293"/>
                </a:lnTo>
                <a:lnTo>
                  <a:pt x="912704" y="38838"/>
                </a:lnTo>
                <a:lnTo>
                  <a:pt x="912584" y="39438"/>
                </a:lnTo>
                <a:lnTo>
                  <a:pt x="912509" y="40095"/>
                </a:lnTo>
                <a:lnTo>
                  <a:pt x="912483" y="40811"/>
                </a:lnTo>
                <a:lnTo>
                  <a:pt x="912510" y="41504"/>
                </a:lnTo>
                <a:lnTo>
                  <a:pt x="912587" y="42140"/>
                </a:lnTo>
                <a:lnTo>
                  <a:pt x="912712" y="42720"/>
                </a:lnTo>
                <a:lnTo>
                  <a:pt x="912882" y="43248"/>
                </a:lnTo>
                <a:lnTo>
                  <a:pt x="913092" y="43725"/>
                </a:lnTo>
                <a:lnTo>
                  <a:pt x="913339" y="44155"/>
                </a:lnTo>
                <a:lnTo>
                  <a:pt x="913621" y="44539"/>
                </a:lnTo>
                <a:lnTo>
                  <a:pt x="913933" y="44881"/>
                </a:lnTo>
                <a:lnTo>
                  <a:pt x="914273" y="45183"/>
                </a:lnTo>
                <a:lnTo>
                  <a:pt x="914637" y="45447"/>
                </a:lnTo>
                <a:lnTo>
                  <a:pt x="915022" y="45676"/>
                </a:lnTo>
                <a:lnTo>
                  <a:pt x="915424" y="45872"/>
                </a:lnTo>
                <a:lnTo>
                  <a:pt x="915840" y="46038"/>
                </a:lnTo>
                <a:lnTo>
                  <a:pt x="916267" y="46177"/>
                </a:lnTo>
                <a:lnTo>
                  <a:pt x="916701" y="46290"/>
                </a:lnTo>
                <a:lnTo>
                  <a:pt x="917140" y="46381"/>
                </a:lnTo>
                <a:lnTo>
                  <a:pt x="917579" y="46452"/>
                </a:lnTo>
                <a:lnTo>
                  <a:pt x="918015" y="46505"/>
                </a:lnTo>
                <a:lnTo>
                  <a:pt x="918445" y="46543"/>
                </a:lnTo>
                <a:lnTo>
                  <a:pt x="918866" y="46568"/>
                </a:lnTo>
                <a:lnTo>
                  <a:pt x="919274" y="46584"/>
                </a:lnTo>
                <a:lnTo>
                  <a:pt x="919666" y="46592"/>
                </a:lnTo>
                <a:lnTo>
                  <a:pt x="920038" y="46595"/>
                </a:lnTo>
                <a:lnTo>
                  <a:pt x="920388" y="46595"/>
                </a:lnTo>
                <a:lnTo>
                  <a:pt x="928101" y="46595"/>
                </a:lnTo>
                <a:lnTo>
                  <a:pt x="950850" y="75100"/>
                </a:lnTo>
                <a:lnTo>
                  <a:pt x="926942" y="106108"/>
                </a:lnTo>
                <a:lnTo>
                  <a:pt x="919232" y="106108"/>
                </a:lnTo>
                <a:lnTo>
                  <a:pt x="918860" y="106109"/>
                </a:lnTo>
                <a:lnTo>
                  <a:pt x="918469" y="106112"/>
                </a:lnTo>
                <a:lnTo>
                  <a:pt x="918062" y="106120"/>
                </a:lnTo>
                <a:lnTo>
                  <a:pt x="917642" y="106136"/>
                </a:lnTo>
                <a:lnTo>
                  <a:pt x="917213" y="106162"/>
                </a:lnTo>
                <a:lnTo>
                  <a:pt x="916777" y="106202"/>
                </a:lnTo>
                <a:lnTo>
                  <a:pt x="916337" y="106257"/>
                </a:lnTo>
                <a:lnTo>
                  <a:pt x="915897" y="106330"/>
                </a:lnTo>
                <a:lnTo>
                  <a:pt x="915460" y="106424"/>
                </a:lnTo>
                <a:lnTo>
                  <a:pt x="915028" y="106541"/>
                </a:lnTo>
                <a:lnTo>
                  <a:pt x="914606" y="106684"/>
                </a:lnTo>
                <a:lnTo>
                  <a:pt x="914195" y="106855"/>
                </a:lnTo>
                <a:lnTo>
                  <a:pt x="913799" y="107058"/>
                </a:lnTo>
                <a:lnTo>
                  <a:pt x="913422" y="107294"/>
                </a:lnTo>
                <a:lnTo>
                  <a:pt x="913066" y="107567"/>
                </a:lnTo>
                <a:lnTo>
                  <a:pt x="912734" y="107879"/>
                </a:lnTo>
                <a:lnTo>
                  <a:pt x="912430" y="108232"/>
                </a:lnTo>
                <a:lnTo>
                  <a:pt x="912156" y="108629"/>
                </a:lnTo>
                <a:lnTo>
                  <a:pt x="911915" y="109073"/>
                </a:lnTo>
                <a:lnTo>
                  <a:pt x="911712" y="109566"/>
                </a:lnTo>
                <a:lnTo>
                  <a:pt x="911548" y="110111"/>
                </a:lnTo>
                <a:lnTo>
                  <a:pt x="911428" y="110711"/>
                </a:lnTo>
                <a:lnTo>
                  <a:pt x="911353" y="111367"/>
                </a:lnTo>
                <a:lnTo>
                  <a:pt x="911327" y="112084"/>
                </a:lnTo>
                <a:lnTo>
                  <a:pt x="911354" y="112777"/>
                </a:lnTo>
                <a:lnTo>
                  <a:pt x="911431" y="113412"/>
                </a:lnTo>
                <a:lnTo>
                  <a:pt x="911556" y="113993"/>
                </a:lnTo>
                <a:lnTo>
                  <a:pt x="911725" y="114520"/>
                </a:lnTo>
                <a:lnTo>
                  <a:pt x="911935" y="114998"/>
                </a:lnTo>
                <a:lnTo>
                  <a:pt x="912183" y="115427"/>
                </a:lnTo>
                <a:lnTo>
                  <a:pt x="912464" y="115812"/>
                </a:lnTo>
                <a:lnTo>
                  <a:pt x="912776" y="116154"/>
                </a:lnTo>
                <a:lnTo>
                  <a:pt x="913116" y="116455"/>
                </a:lnTo>
                <a:lnTo>
                  <a:pt x="913480" y="116719"/>
                </a:lnTo>
                <a:lnTo>
                  <a:pt x="913865" y="116948"/>
                </a:lnTo>
                <a:lnTo>
                  <a:pt x="914267" y="117145"/>
                </a:lnTo>
                <a:lnTo>
                  <a:pt x="914683" y="117311"/>
                </a:lnTo>
                <a:lnTo>
                  <a:pt x="915110" y="117449"/>
                </a:lnTo>
                <a:lnTo>
                  <a:pt x="915544" y="117562"/>
                </a:lnTo>
                <a:lnTo>
                  <a:pt x="915982" y="117653"/>
                </a:lnTo>
                <a:lnTo>
                  <a:pt x="916421" y="117724"/>
                </a:lnTo>
                <a:lnTo>
                  <a:pt x="916857" y="117777"/>
                </a:lnTo>
                <a:lnTo>
                  <a:pt x="917288" y="117815"/>
                </a:lnTo>
                <a:lnTo>
                  <a:pt x="917709" y="117841"/>
                </a:lnTo>
                <a:lnTo>
                  <a:pt x="918117" y="117856"/>
                </a:lnTo>
                <a:lnTo>
                  <a:pt x="918509" y="117864"/>
                </a:lnTo>
                <a:lnTo>
                  <a:pt x="918882" y="117867"/>
                </a:lnTo>
                <a:lnTo>
                  <a:pt x="919232" y="117868"/>
                </a:lnTo>
                <a:lnTo>
                  <a:pt x="941789" y="117868"/>
                </a:lnTo>
                <a:lnTo>
                  <a:pt x="942160" y="117867"/>
                </a:lnTo>
                <a:lnTo>
                  <a:pt x="942548" y="117864"/>
                </a:lnTo>
                <a:lnTo>
                  <a:pt x="942951" y="117856"/>
                </a:lnTo>
                <a:lnTo>
                  <a:pt x="943364" y="117841"/>
                </a:lnTo>
                <a:lnTo>
                  <a:pt x="943787" y="117815"/>
                </a:lnTo>
                <a:lnTo>
                  <a:pt x="944214" y="117777"/>
                </a:lnTo>
                <a:lnTo>
                  <a:pt x="944644" y="117724"/>
                </a:lnTo>
                <a:lnTo>
                  <a:pt x="945073" y="117653"/>
                </a:lnTo>
                <a:lnTo>
                  <a:pt x="945500" y="117562"/>
                </a:lnTo>
                <a:lnTo>
                  <a:pt x="945920" y="117449"/>
                </a:lnTo>
                <a:lnTo>
                  <a:pt x="946330" y="117311"/>
                </a:lnTo>
                <a:lnTo>
                  <a:pt x="946729" y="117145"/>
                </a:lnTo>
                <a:lnTo>
                  <a:pt x="947112" y="116948"/>
                </a:lnTo>
                <a:lnTo>
                  <a:pt x="947478" y="116719"/>
                </a:lnTo>
                <a:lnTo>
                  <a:pt x="947823" y="116455"/>
                </a:lnTo>
                <a:lnTo>
                  <a:pt x="948143" y="116154"/>
                </a:lnTo>
                <a:lnTo>
                  <a:pt x="948437" y="115812"/>
                </a:lnTo>
                <a:lnTo>
                  <a:pt x="948702" y="115427"/>
                </a:lnTo>
                <a:lnTo>
                  <a:pt x="948933" y="114998"/>
                </a:lnTo>
                <a:lnTo>
                  <a:pt x="949129" y="114520"/>
                </a:lnTo>
                <a:lnTo>
                  <a:pt x="949287" y="113993"/>
                </a:lnTo>
                <a:lnTo>
                  <a:pt x="949403" y="113412"/>
                </a:lnTo>
                <a:lnTo>
                  <a:pt x="949475" y="112777"/>
                </a:lnTo>
                <a:lnTo>
                  <a:pt x="949500" y="112084"/>
                </a:lnTo>
                <a:lnTo>
                  <a:pt x="949479" y="111367"/>
                </a:lnTo>
                <a:lnTo>
                  <a:pt x="949417" y="110711"/>
                </a:lnTo>
                <a:lnTo>
                  <a:pt x="949314" y="110111"/>
                </a:lnTo>
                <a:lnTo>
                  <a:pt x="949172" y="109566"/>
                </a:lnTo>
                <a:lnTo>
                  <a:pt x="948992" y="109073"/>
                </a:lnTo>
                <a:lnTo>
                  <a:pt x="948774" y="108629"/>
                </a:lnTo>
                <a:lnTo>
                  <a:pt x="948519" y="108232"/>
                </a:lnTo>
                <a:lnTo>
                  <a:pt x="948229" y="107879"/>
                </a:lnTo>
                <a:lnTo>
                  <a:pt x="947904" y="107567"/>
                </a:lnTo>
                <a:lnTo>
                  <a:pt x="947545" y="107294"/>
                </a:lnTo>
                <a:lnTo>
                  <a:pt x="947153" y="107058"/>
                </a:lnTo>
                <a:lnTo>
                  <a:pt x="946729" y="106855"/>
                </a:lnTo>
                <a:lnTo>
                  <a:pt x="946273" y="106684"/>
                </a:lnTo>
                <a:lnTo>
                  <a:pt x="945788" y="106541"/>
                </a:lnTo>
                <a:lnTo>
                  <a:pt x="945273" y="106424"/>
                </a:lnTo>
                <a:lnTo>
                  <a:pt x="944730" y="106330"/>
                </a:lnTo>
                <a:lnTo>
                  <a:pt x="944160" y="106257"/>
                </a:lnTo>
                <a:lnTo>
                  <a:pt x="943562" y="106202"/>
                </a:lnTo>
                <a:lnTo>
                  <a:pt x="942940" y="106162"/>
                </a:lnTo>
                <a:lnTo>
                  <a:pt x="942292" y="106136"/>
                </a:lnTo>
                <a:lnTo>
                  <a:pt x="941621" y="106120"/>
                </a:lnTo>
                <a:lnTo>
                  <a:pt x="940927" y="106112"/>
                </a:lnTo>
                <a:lnTo>
                  <a:pt x="940211" y="106109"/>
                </a:lnTo>
                <a:lnTo>
                  <a:pt x="939474" y="106108"/>
                </a:lnTo>
                <a:lnTo>
                  <a:pt x="956054" y="82393"/>
                </a:lnTo>
                <a:lnTo>
                  <a:pt x="973213" y="106108"/>
                </a:lnTo>
                <a:lnTo>
                  <a:pt x="972545" y="106109"/>
                </a:lnTo>
                <a:lnTo>
                  <a:pt x="971890" y="106112"/>
                </a:lnTo>
                <a:lnTo>
                  <a:pt x="971249" y="106120"/>
                </a:lnTo>
                <a:lnTo>
                  <a:pt x="970625" y="106136"/>
                </a:lnTo>
                <a:lnTo>
                  <a:pt x="970018" y="106162"/>
                </a:lnTo>
                <a:lnTo>
                  <a:pt x="969430" y="106202"/>
                </a:lnTo>
                <a:lnTo>
                  <a:pt x="968862" y="106257"/>
                </a:lnTo>
                <a:lnTo>
                  <a:pt x="968315" y="106330"/>
                </a:lnTo>
                <a:lnTo>
                  <a:pt x="967791" y="106424"/>
                </a:lnTo>
                <a:lnTo>
                  <a:pt x="967291" y="106541"/>
                </a:lnTo>
                <a:lnTo>
                  <a:pt x="966817" y="106684"/>
                </a:lnTo>
                <a:lnTo>
                  <a:pt x="966369" y="106855"/>
                </a:lnTo>
                <a:lnTo>
                  <a:pt x="965949" y="107058"/>
                </a:lnTo>
                <a:lnTo>
                  <a:pt x="965559" y="107294"/>
                </a:lnTo>
                <a:lnTo>
                  <a:pt x="965200" y="107567"/>
                </a:lnTo>
                <a:lnTo>
                  <a:pt x="964873" y="107879"/>
                </a:lnTo>
                <a:lnTo>
                  <a:pt x="964579" y="108232"/>
                </a:lnTo>
                <a:lnTo>
                  <a:pt x="964320" y="108629"/>
                </a:lnTo>
                <a:lnTo>
                  <a:pt x="964098" y="109073"/>
                </a:lnTo>
                <a:lnTo>
                  <a:pt x="963912" y="109566"/>
                </a:lnTo>
                <a:lnTo>
                  <a:pt x="963766" y="110111"/>
                </a:lnTo>
                <a:lnTo>
                  <a:pt x="963660" y="110711"/>
                </a:lnTo>
                <a:lnTo>
                  <a:pt x="963595" y="111367"/>
                </a:lnTo>
                <a:lnTo>
                  <a:pt x="963573" y="112084"/>
                </a:lnTo>
                <a:lnTo>
                  <a:pt x="963598" y="112777"/>
                </a:lnTo>
                <a:lnTo>
                  <a:pt x="963670" y="113412"/>
                </a:lnTo>
                <a:lnTo>
                  <a:pt x="963786" y="113993"/>
                </a:lnTo>
                <a:lnTo>
                  <a:pt x="963944" y="114520"/>
                </a:lnTo>
                <a:lnTo>
                  <a:pt x="964140" y="114998"/>
                </a:lnTo>
                <a:lnTo>
                  <a:pt x="964372" y="115427"/>
                </a:lnTo>
                <a:lnTo>
                  <a:pt x="964636" y="115812"/>
                </a:lnTo>
                <a:lnTo>
                  <a:pt x="964930" y="116154"/>
                </a:lnTo>
                <a:lnTo>
                  <a:pt x="965251" y="116455"/>
                </a:lnTo>
                <a:lnTo>
                  <a:pt x="965596" y="116719"/>
                </a:lnTo>
                <a:lnTo>
                  <a:pt x="965962" y="116948"/>
                </a:lnTo>
                <a:lnTo>
                  <a:pt x="966345" y="117145"/>
                </a:lnTo>
                <a:lnTo>
                  <a:pt x="966744" y="117311"/>
                </a:lnTo>
                <a:lnTo>
                  <a:pt x="967155" y="117449"/>
                </a:lnTo>
                <a:lnTo>
                  <a:pt x="967575" y="117562"/>
                </a:lnTo>
                <a:lnTo>
                  <a:pt x="968001" y="117653"/>
                </a:lnTo>
                <a:lnTo>
                  <a:pt x="968431" y="117724"/>
                </a:lnTo>
                <a:lnTo>
                  <a:pt x="968861" y="117777"/>
                </a:lnTo>
                <a:lnTo>
                  <a:pt x="969289" y="117815"/>
                </a:lnTo>
                <a:lnTo>
                  <a:pt x="969711" y="117841"/>
                </a:lnTo>
                <a:lnTo>
                  <a:pt x="970125" y="117856"/>
                </a:lnTo>
                <a:lnTo>
                  <a:pt x="970527" y="117864"/>
                </a:lnTo>
                <a:lnTo>
                  <a:pt x="970915" y="117867"/>
                </a:lnTo>
                <a:lnTo>
                  <a:pt x="971286" y="117868"/>
                </a:lnTo>
                <a:lnTo>
                  <a:pt x="993841" y="117868"/>
                </a:lnTo>
                <a:lnTo>
                  <a:pt x="994191" y="117867"/>
                </a:lnTo>
                <a:lnTo>
                  <a:pt x="994564" y="117864"/>
                </a:lnTo>
                <a:lnTo>
                  <a:pt x="994956" y="117856"/>
                </a:lnTo>
                <a:lnTo>
                  <a:pt x="995364" y="117841"/>
                </a:lnTo>
                <a:lnTo>
                  <a:pt x="995785" y="117815"/>
                </a:lnTo>
                <a:lnTo>
                  <a:pt x="996215" y="117777"/>
                </a:lnTo>
                <a:lnTo>
                  <a:pt x="996652" y="117724"/>
                </a:lnTo>
                <a:lnTo>
                  <a:pt x="997091" y="117653"/>
                </a:lnTo>
                <a:lnTo>
                  <a:pt x="997529" y="117562"/>
                </a:lnTo>
                <a:lnTo>
                  <a:pt x="997963" y="117449"/>
                </a:lnTo>
                <a:lnTo>
                  <a:pt x="998390" y="117311"/>
                </a:lnTo>
                <a:lnTo>
                  <a:pt x="998806" y="117145"/>
                </a:lnTo>
                <a:lnTo>
                  <a:pt x="999208" y="116948"/>
                </a:lnTo>
                <a:lnTo>
                  <a:pt x="999593" y="116719"/>
                </a:lnTo>
                <a:lnTo>
                  <a:pt x="999957" y="116455"/>
                </a:lnTo>
                <a:lnTo>
                  <a:pt x="1000296" y="116154"/>
                </a:lnTo>
                <a:lnTo>
                  <a:pt x="1000609" y="115812"/>
                </a:lnTo>
                <a:lnTo>
                  <a:pt x="1000890" y="115427"/>
                </a:lnTo>
                <a:lnTo>
                  <a:pt x="1001138" y="114998"/>
                </a:lnTo>
                <a:lnTo>
                  <a:pt x="1001348" y="114520"/>
                </a:lnTo>
                <a:lnTo>
                  <a:pt x="1001517" y="113993"/>
                </a:lnTo>
                <a:lnTo>
                  <a:pt x="1001642" y="113412"/>
                </a:lnTo>
                <a:lnTo>
                  <a:pt x="1001719" y="112777"/>
                </a:lnTo>
                <a:lnTo>
                  <a:pt x="1001746" y="112084"/>
                </a:lnTo>
                <a:lnTo>
                  <a:pt x="1001720" y="111367"/>
                </a:lnTo>
                <a:lnTo>
                  <a:pt x="1001645" y="110711"/>
                </a:lnTo>
                <a:lnTo>
                  <a:pt x="1001524" y="110111"/>
                </a:lnTo>
                <a:lnTo>
                  <a:pt x="1001361" y="109566"/>
                </a:lnTo>
                <a:lnTo>
                  <a:pt x="1001157" y="109073"/>
                </a:lnTo>
                <a:close/>
                <a:moveTo>
                  <a:pt x="185850" y="96806"/>
                </a:moveTo>
                <a:lnTo>
                  <a:pt x="185850" y="96807"/>
                </a:lnTo>
                <a:lnTo>
                  <a:pt x="185850" y="96809"/>
                </a:lnTo>
                <a:lnTo>
                  <a:pt x="185850" y="96806"/>
                </a:lnTo>
                <a:close/>
                <a:moveTo>
                  <a:pt x="390801" y="62248"/>
                </a:moveTo>
                <a:lnTo>
                  <a:pt x="389909" y="59652"/>
                </a:lnTo>
                <a:lnTo>
                  <a:pt x="388875" y="57143"/>
                </a:lnTo>
                <a:lnTo>
                  <a:pt x="387704" y="54727"/>
                </a:lnTo>
                <a:lnTo>
                  <a:pt x="386403" y="52411"/>
                </a:lnTo>
                <a:lnTo>
                  <a:pt x="384977" y="50199"/>
                </a:lnTo>
                <a:lnTo>
                  <a:pt x="383432" y="48099"/>
                </a:lnTo>
                <a:lnTo>
                  <a:pt x="381776" y="46116"/>
                </a:lnTo>
                <a:lnTo>
                  <a:pt x="380012" y="44257"/>
                </a:lnTo>
                <a:lnTo>
                  <a:pt x="378149" y="42527"/>
                </a:lnTo>
                <a:lnTo>
                  <a:pt x="376191" y="40933"/>
                </a:lnTo>
                <a:lnTo>
                  <a:pt x="374145" y="39481"/>
                </a:lnTo>
                <a:lnTo>
                  <a:pt x="372016" y="38177"/>
                </a:lnTo>
                <a:lnTo>
                  <a:pt x="369811" y="37026"/>
                </a:lnTo>
                <a:lnTo>
                  <a:pt x="367536" y="36036"/>
                </a:lnTo>
                <a:lnTo>
                  <a:pt x="365196" y="35213"/>
                </a:lnTo>
                <a:lnTo>
                  <a:pt x="362799" y="34562"/>
                </a:lnTo>
                <a:lnTo>
                  <a:pt x="360349" y="34089"/>
                </a:lnTo>
                <a:lnTo>
                  <a:pt x="357853" y="33801"/>
                </a:lnTo>
                <a:lnTo>
                  <a:pt x="355317" y="33703"/>
                </a:lnTo>
                <a:lnTo>
                  <a:pt x="354163" y="33721"/>
                </a:lnTo>
                <a:lnTo>
                  <a:pt x="353016" y="33775"/>
                </a:lnTo>
                <a:lnTo>
                  <a:pt x="351876" y="33864"/>
                </a:lnTo>
                <a:lnTo>
                  <a:pt x="350745" y="33988"/>
                </a:lnTo>
                <a:lnTo>
                  <a:pt x="349622" y="34147"/>
                </a:lnTo>
                <a:lnTo>
                  <a:pt x="348508" y="34339"/>
                </a:lnTo>
                <a:lnTo>
                  <a:pt x="347405" y="34565"/>
                </a:lnTo>
                <a:lnTo>
                  <a:pt x="346312" y="34825"/>
                </a:lnTo>
                <a:lnTo>
                  <a:pt x="345231" y="35117"/>
                </a:lnTo>
                <a:lnTo>
                  <a:pt x="344161" y="35442"/>
                </a:lnTo>
                <a:lnTo>
                  <a:pt x="343105" y="35798"/>
                </a:lnTo>
                <a:lnTo>
                  <a:pt x="342061" y="36186"/>
                </a:lnTo>
                <a:lnTo>
                  <a:pt x="341032" y="36606"/>
                </a:lnTo>
                <a:lnTo>
                  <a:pt x="340018" y="37056"/>
                </a:lnTo>
                <a:lnTo>
                  <a:pt x="339019" y="37536"/>
                </a:lnTo>
                <a:lnTo>
                  <a:pt x="338036" y="38046"/>
                </a:lnTo>
                <a:lnTo>
                  <a:pt x="337069" y="38586"/>
                </a:lnTo>
                <a:lnTo>
                  <a:pt x="336120" y="39154"/>
                </a:lnTo>
                <a:lnTo>
                  <a:pt x="335189" y="39752"/>
                </a:lnTo>
                <a:lnTo>
                  <a:pt x="334277" y="40377"/>
                </a:lnTo>
                <a:lnTo>
                  <a:pt x="333385" y="41031"/>
                </a:lnTo>
                <a:lnTo>
                  <a:pt x="332512" y="41711"/>
                </a:lnTo>
                <a:lnTo>
                  <a:pt x="331660" y="42419"/>
                </a:lnTo>
                <a:lnTo>
                  <a:pt x="330829" y="43153"/>
                </a:lnTo>
                <a:lnTo>
                  <a:pt x="330827" y="42466"/>
                </a:lnTo>
                <a:lnTo>
                  <a:pt x="330817" y="41809"/>
                </a:lnTo>
                <a:lnTo>
                  <a:pt x="330798" y="41182"/>
                </a:lnTo>
                <a:lnTo>
                  <a:pt x="330767" y="40586"/>
                </a:lnTo>
                <a:lnTo>
                  <a:pt x="330720" y="40019"/>
                </a:lnTo>
                <a:lnTo>
                  <a:pt x="330655" y="39482"/>
                </a:lnTo>
                <a:lnTo>
                  <a:pt x="330568" y="38976"/>
                </a:lnTo>
                <a:lnTo>
                  <a:pt x="330458" y="38499"/>
                </a:lnTo>
                <a:lnTo>
                  <a:pt x="330321" y="38051"/>
                </a:lnTo>
                <a:lnTo>
                  <a:pt x="330154" y="37633"/>
                </a:lnTo>
                <a:lnTo>
                  <a:pt x="329955" y="37245"/>
                </a:lnTo>
                <a:lnTo>
                  <a:pt x="329721" y="36886"/>
                </a:lnTo>
                <a:lnTo>
                  <a:pt x="329448" y="36556"/>
                </a:lnTo>
                <a:lnTo>
                  <a:pt x="329135" y="36255"/>
                </a:lnTo>
                <a:lnTo>
                  <a:pt x="328778" y="35984"/>
                </a:lnTo>
                <a:lnTo>
                  <a:pt x="328373" y="35741"/>
                </a:lnTo>
                <a:lnTo>
                  <a:pt x="327920" y="35528"/>
                </a:lnTo>
                <a:lnTo>
                  <a:pt x="327414" y="35343"/>
                </a:lnTo>
                <a:lnTo>
                  <a:pt x="326853" y="35187"/>
                </a:lnTo>
                <a:lnTo>
                  <a:pt x="326233" y="35059"/>
                </a:lnTo>
                <a:lnTo>
                  <a:pt x="325553" y="34960"/>
                </a:lnTo>
                <a:lnTo>
                  <a:pt x="324809" y="34889"/>
                </a:lnTo>
                <a:lnTo>
                  <a:pt x="323999" y="34847"/>
                </a:lnTo>
                <a:lnTo>
                  <a:pt x="323119" y="34833"/>
                </a:lnTo>
                <a:lnTo>
                  <a:pt x="309046" y="34833"/>
                </a:lnTo>
                <a:lnTo>
                  <a:pt x="308651" y="34833"/>
                </a:lnTo>
                <a:lnTo>
                  <a:pt x="308242" y="34837"/>
                </a:lnTo>
                <a:lnTo>
                  <a:pt x="307820" y="34845"/>
                </a:lnTo>
                <a:lnTo>
                  <a:pt x="307388" y="34861"/>
                </a:lnTo>
                <a:lnTo>
                  <a:pt x="306950" y="34887"/>
                </a:lnTo>
                <a:lnTo>
                  <a:pt x="306509" y="34926"/>
                </a:lnTo>
                <a:lnTo>
                  <a:pt x="306066" y="34981"/>
                </a:lnTo>
                <a:lnTo>
                  <a:pt x="305625" y="35054"/>
                </a:lnTo>
                <a:lnTo>
                  <a:pt x="305188" y="35148"/>
                </a:lnTo>
                <a:lnTo>
                  <a:pt x="304760" y="35265"/>
                </a:lnTo>
                <a:lnTo>
                  <a:pt x="304341" y="35409"/>
                </a:lnTo>
                <a:lnTo>
                  <a:pt x="303936" y="35580"/>
                </a:lnTo>
                <a:lnTo>
                  <a:pt x="303547" y="35783"/>
                </a:lnTo>
                <a:lnTo>
                  <a:pt x="303177" y="36020"/>
                </a:lnTo>
                <a:lnTo>
                  <a:pt x="302828" y="36293"/>
                </a:lnTo>
                <a:lnTo>
                  <a:pt x="302505" y="36604"/>
                </a:lnTo>
                <a:lnTo>
                  <a:pt x="302208" y="36958"/>
                </a:lnTo>
                <a:lnTo>
                  <a:pt x="301942" y="37355"/>
                </a:lnTo>
                <a:lnTo>
                  <a:pt x="301709" y="37799"/>
                </a:lnTo>
                <a:lnTo>
                  <a:pt x="301512" y="38293"/>
                </a:lnTo>
                <a:lnTo>
                  <a:pt x="301354" y="38838"/>
                </a:lnTo>
                <a:lnTo>
                  <a:pt x="301238" y="39438"/>
                </a:lnTo>
                <a:lnTo>
                  <a:pt x="301166" y="40095"/>
                </a:lnTo>
                <a:lnTo>
                  <a:pt x="301141" y="40811"/>
                </a:lnTo>
                <a:lnTo>
                  <a:pt x="301167" y="41504"/>
                </a:lnTo>
                <a:lnTo>
                  <a:pt x="301241" y="42140"/>
                </a:lnTo>
                <a:lnTo>
                  <a:pt x="301362" y="42720"/>
                </a:lnTo>
                <a:lnTo>
                  <a:pt x="301525" y="43248"/>
                </a:lnTo>
                <a:lnTo>
                  <a:pt x="301727" y="43725"/>
                </a:lnTo>
                <a:lnTo>
                  <a:pt x="301966" y="44155"/>
                </a:lnTo>
                <a:lnTo>
                  <a:pt x="302238" y="44539"/>
                </a:lnTo>
                <a:lnTo>
                  <a:pt x="302540" y="44881"/>
                </a:lnTo>
                <a:lnTo>
                  <a:pt x="302869" y="45183"/>
                </a:lnTo>
                <a:lnTo>
                  <a:pt x="303222" y="45447"/>
                </a:lnTo>
                <a:lnTo>
                  <a:pt x="303595" y="45676"/>
                </a:lnTo>
                <a:lnTo>
                  <a:pt x="303985" y="45872"/>
                </a:lnTo>
                <a:lnTo>
                  <a:pt x="304389" y="46038"/>
                </a:lnTo>
                <a:lnTo>
                  <a:pt x="304804" y="46177"/>
                </a:lnTo>
                <a:lnTo>
                  <a:pt x="305226" y="46290"/>
                </a:lnTo>
                <a:lnTo>
                  <a:pt x="305653" y="46381"/>
                </a:lnTo>
                <a:lnTo>
                  <a:pt x="306082" y="46452"/>
                </a:lnTo>
                <a:lnTo>
                  <a:pt x="306509" y="46505"/>
                </a:lnTo>
                <a:lnTo>
                  <a:pt x="306930" y="46543"/>
                </a:lnTo>
                <a:lnTo>
                  <a:pt x="307344" y="46568"/>
                </a:lnTo>
                <a:lnTo>
                  <a:pt x="307746" y="46584"/>
                </a:lnTo>
                <a:lnTo>
                  <a:pt x="308133" y="46592"/>
                </a:lnTo>
                <a:lnTo>
                  <a:pt x="308503" y="46595"/>
                </a:lnTo>
                <a:lnTo>
                  <a:pt x="308851" y="46595"/>
                </a:lnTo>
                <a:lnTo>
                  <a:pt x="317530" y="46595"/>
                </a:lnTo>
                <a:lnTo>
                  <a:pt x="317530" y="148850"/>
                </a:lnTo>
                <a:lnTo>
                  <a:pt x="309046" y="148850"/>
                </a:lnTo>
                <a:lnTo>
                  <a:pt x="308651" y="148850"/>
                </a:lnTo>
                <a:lnTo>
                  <a:pt x="308242" y="148853"/>
                </a:lnTo>
                <a:lnTo>
                  <a:pt x="307820" y="148861"/>
                </a:lnTo>
                <a:lnTo>
                  <a:pt x="307388" y="148877"/>
                </a:lnTo>
                <a:lnTo>
                  <a:pt x="306950" y="148904"/>
                </a:lnTo>
                <a:lnTo>
                  <a:pt x="306509" y="148943"/>
                </a:lnTo>
                <a:lnTo>
                  <a:pt x="306066" y="148998"/>
                </a:lnTo>
                <a:lnTo>
                  <a:pt x="305625" y="149071"/>
                </a:lnTo>
                <a:lnTo>
                  <a:pt x="305188" y="149165"/>
                </a:lnTo>
                <a:lnTo>
                  <a:pt x="304760" y="149282"/>
                </a:lnTo>
                <a:lnTo>
                  <a:pt x="304341" y="149425"/>
                </a:lnTo>
                <a:lnTo>
                  <a:pt x="303936" y="149596"/>
                </a:lnTo>
                <a:lnTo>
                  <a:pt x="303547" y="149799"/>
                </a:lnTo>
                <a:lnTo>
                  <a:pt x="303177" y="150036"/>
                </a:lnTo>
                <a:lnTo>
                  <a:pt x="302828" y="150308"/>
                </a:lnTo>
                <a:lnTo>
                  <a:pt x="302505" y="150620"/>
                </a:lnTo>
                <a:lnTo>
                  <a:pt x="302208" y="150973"/>
                </a:lnTo>
                <a:lnTo>
                  <a:pt x="301942" y="151370"/>
                </a:lnTo>
                <a:lnTo>
                  <a:pt x="301709" y="151814"/>
                </a:lnTo>
                <a:lnTo>
                  <a:pt x="301512" y="152307"/>
                </a:lnTo>
                <a:lnTo>
                  <a:pt x="301354" y="152852"/>
                </a:lnTo>
                <a:lnTo>
                  <a:pt x="301238" y="153452"/>
                </a:lnTo>
                <a:lnTo>
                  <a:pt x="301166" y="154108"/>
                </a:lnTo>
                <a:lnTo>
                  <a:pt x="301141" y="154825"/>
                </a:lnTo>
                <a:lnTo>
                  <a:pt x="301167" y="155518"/>
                </a:lnTo>
                <a:lnTo>
                  <a:pt x="301241" y="156153"/>
                </a:lnTo>
                <a:lnTo>
                  <a:pt x="301362" y="156734"/>
                </a:lnTo>
                <a:lnTo>
                  <a:pt x="301525" y="157261"/>
                </a:lnTo>
                <a:lnTo>
                  <a:pt x="301727" y="157739"/>
                </a:lnTo>
                <a:lnTo>
                  <a:pt x="301966" y="158169"/>
                </a:lnTo>
                <a:lnTo>
                  <a:pt x="302238" y="158553"/>
                </a:lnTo>
                <a:lnTo>
                  <a:pt x="302540" y="158895"/>
                </a:lnTo>
                <a:lnTo>
                  <a:pt x="302869" y="159197"/>
                </a:lnTo>
                <a:lnTo>
                  <a:pt x="303222" y="159461"/>
                </a:lnTo>
                <a:lnTo>
                  <a:pt x="303595" y="159689"/>
                </a:lnTo>
                <a:lnTo>
                  <a:pt x="303985" y="159886"/>
                </a:lnTo>
                <a:lnTo>
                  <a:pt x="304389" y="160052"/>
                </a:lnTo>
                <a:lnTo>
                  <a:pt x="304804" y="160190"/>
                </a:lnTo>
                <a:lnTo>
                  <a:pt x="305226" y="160304"/>
                </a:lnTo>
                <a:lnTo>
                  <a:pt x="305653" y="160394"/>
                </a:lnTo>
                <a:lnTo>
                  <a:pt x="306082" y="160465"/>
                </a:lnTo>
                <a:lnTo>
                  <a:pt x="306509" y="160518"/>
                </a:lnTo>
                <a:lnTo>
                  <a:pt x="306930" y="160556"/>
                </a:lnTo>
                <a:lnTo>
                  <a:pt x="307344" y="160582"/>
                </a:lnTo>
                <a:lnTo>
                  <a:pt x="307746" y="160597"/>
                </a:lnTo>
                <a:lnTo>
                  <a:pt x="308133" y="160605"/>
                </a:lnTo>
                <a:lnTo>
                  <a:pt x="308503" y="160608"/>
                </a:lnTo>
                <a:lnTo>
                  <a:pt x="308851" y="160609"/>
                </a:lnTo>
                <a:lnTo>
                  <a:pt x="339508" y="160609"/>
                </a:lnTo>
                <a:lnTo>
                  <a:pt x="339856" y="160608"/>
                </a:lnTo>
                <a:lnTo>
                  <a:pt x="340226" y="160605"/>
                </a:lnTo>
                <a:lnTo>
                  <a:pt x="340613" y="160597"/>
                </a:lnTo>
                <a:lnTo>
                  <a:pt x="341015" y="160582"/>
                </a:lnTo>
                <a:lnTo>
                  <a:pt x="341429" y="160556"/>
                </a:lnTo>
                <a:lnTo>
                  <a:pt x="341850" y="160518"/>
                </a:lnTo>
                <a:lnTo>
                  <a:pt x="342277" y="160465"/>
                </a:lnTo>
                <a:lnTo>
                  <a:pt x="342705" y="160394"/>
                </a:lnTo>
                <a:lnTo>
                  <a:pt x="343133" y="160304"/>
                </a:lnTo>
                <a:lnTo>
                  <a:pt x="343555" y="160190"/>
                </a:lnTo>
                <a:lnTo>
                  <a:pt x="343970" y="160052"/>
                </a:lnTo>
                <a:lnTo>
                  <a:pt x="344374" y="159886"/>
                </a:lnTo>
                <a:lnTo>
                  <a:pt x="344764" y="159689"/>
                </a:lnTo>
                <a:lnTo>
                  <a:pt x="345137" y="159461"/>
                </a:lnTo>
                <a:lnTo>
                  <a:pt x="345490" y="159197"/>
                </a:lnTo>
                <a:lnTo>
                  <a:pt x="345818" y="158895"/>
                </a:lnTo>
                <a:lnTo>
                  <a:pt x="346120" y="158553"/>
                </a:lnTo>
                <a:lnTo>
                  <a:pt x="346393" y="158169"/>
                </a:lnTo>
                <a:lnTo>
                  <a:pt x="346631" y="157739"/>
                </a:lnTo>
                <a:lnTo>
                  <a:pt x="346834" y="157261"/>
                </a:lnTo>
                <a:lnTo>
                  <a:pt x="346997" y="156734"/>
                </a:lnTo>
                <a:lnTo>
                  <a:pt x="347118" y="156153"/>
                </a:lnTo>
                <a:lnTo>
                  <a:pt x="347192" y="155518"/>
                </a:lnTo>
                <a:lnTo>
                  <a:pt x="347218" y="154825"/>
                </a:lnTo>
                <a:lnTo>
                  <a:pt x="347193" y="154108"/>
                </a:lnTo>
                <a:lnTo>
                  <a:pt x="347121" y="153452"/>
                </a:lnTo>
                <a:lnTo>
                  <a:pt x="347005" y="152852"/>
                </a:lnTo>
                <a:lnTo>
                  <a:pt x="346847" y="152307"/>
                </a:lnTo>
                <a:lnTo>
                  <a:pt x="346650" y="151814"/>
                </a:lnTo>
                <a:lnTo>
                  <a:pt x="346417" y="151370"/>
                </a:lnTo>
                <a:lnTo>
                  <a:pt x="346151" y="150973"/>
                </a:lnTo>
                <a:lnTo>
                  <a:pt x="345854" y="150620"/>
                </a:lnTo>
                <a:lnTo>
                  <a:pt x="345531" y="150308"/>
                </a:lnTo>
                <a:lnTo>
                  <a:pt x="345182" y="150036"/>
                </a:lnTo>
                <a:lnTo>
                  <a:pt x="344812" y="149799"/>
                </a:lnTo>
                <a:lnTo>
                  <a:pt x="344423" y="149596"/>
                </a:lnTo>
                <a:lnTo>
                  <a:pt x="344018" y="149425"/>
                </a:lnTo>
                <a:lnTo>
                  <a:pt x="343599" y="149282"/>
                </a:lnTo>
                <a:lnTo>
                  <a:pt x="343171" y="149165"/>
                </a:lnTo>
                <a:lnTo>
                  <a:pt x="342734" y="149071"/>
                </a:lnTo>
                <a:lnTo>
                  <a:pt x="342293" y="148998"/>
                </a:lnTo>
                <a:lnTo>
                  <a:pt x="341850" y="148943"/>
                </a:lnTo>
                <a:lnTo>
                  <a:pt x="341408" y="148904"/>
                </a:lnTo>
                <a:lnTo>
                  <a:pt x="340970" y="148877"/>
                </a:lnTo>
                <a:lnTo>
                  <a:pt x="340539" y="148861"/>
                </a:lnTo>
                <a:lnTo>
                  <a:pt x="340117" y="148853"/>
                </a:lnTo>
                <a:lnTo>
                  <a:pt x="339708" y="148850"/>
                </a:lnTo>
                <a:lnTo>
                  <a:pt x="339313" y="148850"/>
                </a:lnTo>
                <a:lnTo>
                  <a:pt x="330829" y="148850"/>
                </a:lnTo>
                <a:lnTo>
                  <a:pt x="330829" y="109165"/>
                </a:lnTo>
                <a:lnTo>
                  <a:pt x="331819" y="110145"/>
                </a:lnTo>
                <a:lnTo>
                  <a:pt x="332812" y="111060"/>
                </a:lnTo>
                <a:lnTo>
                  <a:pt x="333807" y="111913"/>
                </a:lnTo>
                <a:lnTo>
                  <a:pt x="334802" y="112706"/>
                </a:lnTo>
                <a:lnTo>
                  <a:pt x="335798" y="113440"/>
                </a:lnTo>
                <a:lnTo>
                  <a:pt x="336791" y="114118"/>
                </a:lnTo>
                <a:lnTo>
                  <a:pt x="337783" y="114742"/>
                </a:lnTo>
                <a:lnTo>
                  <a:pt x="338770" y="115314"/>
                </a:lnTo>
                <a:lnTo>
                  <a:pt x="339753" y="115835"/>
                </a:lnTo>
                <a:lnTo>
                  <a:pt x="340731" y="116309"/>
                </a:lnTo>
                <a:lnTo>
                  <a:pt x="341701" y="116736"/>
                </a:lnTo>
                <a:lnTo>
                  <a:pt x="342663" y="117118"/>
                </a:lnTo>
                <a:lnTo>
                  <a:pt x="343617" y="117459"/>
                </a:lnTo>
                <a:lnTo>
                  <a:pt x="344560" y="117760"/>
                </a:lnTo>
                <a:lnTo>
                  <a:pt x="345492" y="118022"/>
                </a:lnTo>
                <a:lnTo>
                  <a:pt x="346412" y="118248"/>
                </a:lnTo>
                <a:lnTo>
                  <a:pt x="347318" y="118440"/>
                </a:lnTo>
                <a:lnTo>
                  <a:pt x="348210" y="118600"/>
                </a:lnTo>
                <a:lnTo>
                  <a:pt x="349086" y="118730"/>
                </a:lnTo>
                <a:lnTo>
                  <a:pt x="349946" y="118831"/>
                </a:lnTo>
                <a:lnTo>
                  <a:pt x="350788" y="118907"/>
                </a:lnTo>
                <a:lnTo>
                  <a:pt x="351611" y="118958"/>
                </a:lnTo>
                <a:lnTo>
                  <a:pt x="352414" y="118988"/>
                </a:lnTo>
                <a:lnTo>
                  <a:pt x="353196" y="118997"/>
                </a:lnTo>
                <a:lnTo>
                  <a:pt x="355809" y="118903"/>
                </a:lnTo>
                <a:lnTo>
                  <a:pt x="358391" y="118623"/>
                </a:lnTo>
                <a:lnTo>
                  <a:pt x="360935" y="118163"/>
                </a:lnTo>
                <a:lnTo>
                  <a:pt x="363434" y="117528"/>
                </a:lnTo>
                <a:lnTo>
                  <a:pt x="365880" y="116724"/>
                </a:lnTo>
                <a:lnTo>
                  <a:pt x="368266" y="115755"/>
                </a:lnTo>
                <a:lnTo>
                  <a:pt x="370585" y="114627"/>
                </a:lnTo>
                <a:lnTo>
                  <a:pt x="372831" y="113346"/>
                </a:lnTo>
                <a:lnTo>
                  <a:pt x="374996" y="111916"/>
                </a:lnTo>
                <a:lnTo>
                  <a:pt x="377072" y="110343"/>
                </a:lnTo>
                <a:lnTo>
                  <a:pt x="379053" y="108632"/>
                </a:lnTo>
                <a:lnTo>
                  <a:pt x="380932" y="106789"/>
                </a:lnTo>
                <a:lnTo>
                  <a:pt x="382702" y="104818"/>
                </a:lnTo>
                <a:lnTo>
                  <a:pt x="384355" y="102725"/>
                </a:lnTo>
                <a:lnTo>
                  <a:pt x="385884" y="100515"/>
                </a:lnTo>
                <a:lnTo>
                  <a:pt x="387283" y="98194"/>
                </a:lnTo>
                <a:lnTo>
                  <a:pt x="388544" y="95767"/>
                </a:lnTo>
                <a:lnTo>
                  <a:pt x="389659" y="93238"/>
                </a:lnTo>
                <a:lnTo>
                  <a:pt x="390623" y="90614"/>
                </a:lnTo>
                <a:lnTo>
                  <a:pt x="391427" y="87900"/>
                </a:lnTo>
                <a:lnTo>
                  <a:pt x="392065" y="85101"/>
                </a:lnTo>
                <a:lnTo>
                  <a:pt x="392529" y="82221"/>
                </a:lnTo>
                <a:lnTo>
                  <a:pt x="392813" y="79267"/>
                </a:lnTo>
                <a:lnTo>
                  <a:pt x="392908" y="76279"/>
                </a:lnTo>
                <a:lnTo>
                  <a:pt x="392821" y="73377"/>
                </a:lnTo>
                <a:lnTo>
                  <a:pt x="392560" y="70495"/>
                </a:lnTo>
                <a:lnTo>
                  <a:pt x="392132" y="67675"/>
                </a:lnTo>
                <a:lnTo>
                  <a:pt x="391544" y="64924"/>
                </a:lnTo>
                <a:lnTo>
                  <a:pt x="390801" y="62248"/>
                </a:lnTo>
                <a:close/>
                <a:moveTo>
                  <a:pt x="378545" y="84956"/>
                </a:moveTo>
                <a:lnTo>
                  <a:pt x="377972" y="86958"/>
                </a:lnTo>
                <a:lnTo>
                  <a:pt x="377288" y="88883"/>
                </a:lnTo>
                <a:lnTo>
                  <a:pt x="376498" y="90729"/>
                </a:lnTo>
                <a:lnTo>
                  <a:pt x="375609" y="92492"/>
                </a:lnTo>
                <a:lnTo>
                  <a:pt x="374626" y="94171"/>
                </a:lnTo>
                <a:lnTo>
                  <a:pt x="373555" y="95763"/>
                </a:lnTo>
                <a:lnTo>
                  <a:pt x="372402" y="97263"/>
                </a:lnTo>
                <a:lnTo>
                  <a:pt x="371173" y="98671"/>
                </a:lnTo>
                <a:lnTo>
                  <a:pt x="369873" y="99982"/>
                </a:lnTo>
                <a:lnTo>
                  <a:pt x="368510" y="101194"/>
                </a:lnTo>
                <a:lnTo>
                  <a:pt x="367087" y="102304"/>
                </a:lnTo>
                <a:lnTo>
                  <a:pt x="365612" y="103309"/>
                </a:lnTo>
                <a:lnTo>
                  <a:pt x="364090" y="104207"/>
                </a:lnTo>
                <a:lnTo>
                  <a:pt x="362527" y="104994"/>
                </a:lnTo>
                <a:lnTo>
                  <a:pt x="360929" y="105668"/>
                </a:lnTo>
                <a:lnTo>
                  <a:pt x="359302" y="106226"/>
                </a:lnTo>
                <a:lnTo>
                  <a:pt x="357651" y="106664"/>
                </a:lnTo>
                <a:lnTo>
                  <a:pt x="355982" y="106981"/>
                </a:lnTo>
                <a:lnTo>
                  <a:pt x="354302" y="107173"/>
                </a:lnTo>
                <a:lnTo>
                  <a:pt x="352616" y="107238"/>
                </a:lnTo>
                <a:lnTo>
                  <a:pt x="350779" y="107152"/>
                </a:lnTo>
                <a:lnTo>
                  <a:pt x="349028" y="106899"/>
                </a:lnTo>
                <a:lnTo>
                  <a:pt x="347362" y="106492"/>
                </a:lnTo>
                <a:lnTo>
                  <a:pt x="345781" y="105940"/>
                </a:lnTo>
                <a:lnTo>
                  <a:pt x="344283" y="105255"/>
                </a:lnTo>
                <a:lnTo>
                  <a:pt x="342868" y="104446"/>
                </a:lnTo>
                <a:lnTo>
                  <a:pt x="341535" y="103526"/>
                </a:lnTo>
                <a:lnTo>
                  <a:pt x="340284" y="102503"/>
                </a:lnTo>
                <a:lnTo>
                  <a:pt x="339114" y="101390"/>
                </a:lnTo>
                <a:lnTo>
                  <a:pt x="338024" y="100196"/>
                </a:lnTo>
                <a:lnTo>
                  <a:pt x="337014" y="98933"/>
                </a:lnTo>
                <a:lnTo>
                  <a:pt x="336083" y="97612"/>
                </a:lnTo>
                <a:lnTo>
                  <a:pt x="335231" y="96242"/>
                </a:lnTo>
                <a:lnTo>
                  <a:pt x="334456" y="94834"/>
                </a:lnTo>
                <a:lnTo>
                  <a:pt x="333758" y="93400"/>
                </a:lnTo>
                <a:lnTo>
                  <a:pt x="333136" y="91950"/>
                </a:lnTo>
                <a:lnTo>
                  <a:pt x="332590" y="90494"/>
                </a:lnTo>
                <a:lnTo>
                  <a:pt x="332119" y="89044"/>
                </a:lnTo>
                <a:lnTo>
                  <a:pt x="331722" y="87610"/>
                </a:lnTo>
                <a:lnTo>
                  <a:pt x="331399" y="86203"/>
                </a:lnTo>
                <a:lnTo>
                  <a:pt x="331149" y="84833"/>
                </a:lnTo>
                <a:lnTo>
                  <a:pt x="330971" y="83511"/>
                </a:lnTo>
                <a:lnTo>
                  <a:pt x="330865" y="82248"/>
                </a:lnTo>
                <a:lnTo>
                  <a:pt x="330829" y="81055"/>
                </a:lnTo>
                <a:lnTo>
                  <a:pt x="330829" y="67004"/>
                </a:lnTo>
                <a:lnTo>
                  <a:pt x="330887" y="65595"/>
                </a:lnTo>
                <a:lnTo>
                  <a:pt x="331056" y="64202"/>
                </a:lnTo>
                <a:lnTo>
                  <a:pt x="331334" y="62829"/>
                </a:lnTo>
                <a:lnTo>
                  <a:pt x="331714" y="61478"/>
                </a:lnTo>
                <a:lnTo>
                  <a:pt x="332193" y="60155"/>
                </a:lnTo>
                <a:lnTo>
                  <a:pt x="332767" y="58864"/>
                </a:lnTo>
                <a:lnTo>
                  <a:pt x="333430" y="57607"/>
                </a:lnTo>
                <a:lnTo>
                  <a:pt x="334179" y="56389"/>
                </a:lnTo>
                <a:lnTo>
                  <a:pt x="335009" y="55215"/>
                </a:lnTo>
                <a:lnTo>
                  <a:pt x="335915" y="54088"/>
                </a:lnTo>
                <a:lnTo>
                  <a:pt x="336893" y="53012"/>
                </a:lnTo>
                <a:lnTo>
                  <a:pt x="337940" y="51990"/>
                </a:lnTo>
                <a:lnTo>
                  <a:pt x="339049" y="51028"/>
                </a:lnTo>
                <a:lnTo>
                  <a:pt x="340217" y="50129"/>
                </a:lnTo>
                <a:lnTo>
                  <a:pt x="341440" y="49296"/>
                </a:lnTo>
                <a:lnTo>
                  <a:pt x="342712" y="48534"/>
                </a:lnTo>
                <a:lnTo>
                  <a:pt x="344030" y="47847"/>
                </a:lnTo>
                <a:lnTo>
                  <a:pt x="345389" y="47239"/>
                </a:lnTo>
                <a:lnTo>
                  <a:pt x="346785" y="46714"/>
                </a:lnTo>
                <a:lnTo>
                  <a:pt x="348213" y="46275"/>
                </a:lnTo>
                <a:lnTo>
                  <a:pt x="349669" y="45927"/>
                </a:lnTo>
                <a:lnTo>
                  <a:pt x="351148" y="45673"/>
                </a:lnTo>
                <a:lnTo>
                  <a:pt x="352645" y="45518"/>
                </a:lnTo>
                <a:lnTo>
                  <a:pt x="354158" y="45465"/>
                </a:lnTo>
                <a:lnTo>
                  <a:pt x="355924" y="45538"/>
                </a:lnTo>
                <a:lnTo>
                  <a:pt x="357655" y="45752"/>
                </a:lnTo>
                <a:lnTo>
                  <a:pt x="359347" y="46103"/>
                </a:lnTo>
                <a:lnTo>
                  <a:pt x="360997" y="46586"/>
                </a:lnTo>
                <a:lnTo>
                  <a:pt x="362600" y="47195"/>
                </a:lnTo>
                <a:lnTo>
                  <a:pt x="364153" y="47927"/>
                </a:lnTo>
                <a:lnTo>
                  <a:pt x="365653" y="48775"/>
                </a:lnTo>
                <a:lnTo>
                  <a:pt x="367097" y="49736"/>
                </a:lnTo>
                <a:lnTo>
                  <a:pt x="368480" y="50803"/>
                </a:lnTo>
                <a:lnTo>
                  <a:pt x="369799" y="51973"/>
                </a:lnTo>
                <a:lnTo>
                  <a:pt x="371051" y="53240"/>
                </a:lnTo>
                <a:lnTo>
                  <a:pt x="372233" y="54599"/>
                </a:lnTo>
                <a:lnTo>
                  <a:pt x="373340" y="56046"/>
                </a:lnTo>
                <a:lnTo>
                  <a:pt x="374369" y="57575"/>
                </a:lnTo>
                <a:lnTo>
                  <a:pt x="375316" y="59182"/>
                </a:lnTo>
                <a:lnTo>
                  <a:pt x="376179" y="60861"/>
                </a:lnTo>
                <a:lnTo>
                  <a:pt x="376954" y="62608"/>
                </a:lnTo>
                <a:lnTo>
                  <a:pt x="377637" y="64418"/>
                </a:lnTo>
                <a:lnTo>
                  <a:pt x="378224" y="66285"/>
                </a:lnTo>
                <a:lnTo>
                  <a:pt x="378713" y="68205"/>
                </a:lnTo>
                <a:lnTo>
                  <a:pt x="379099" y="70173"/>
                </a:lnTo>
                <a:lnTo>
                  <a:pt x="379379" y="72184"/>
                </a:lnTo>
                <a:lnTo>
                  <a:pt x="379549" y="74233"/>
                </a:lnTo>
                <a:lnTo>
                  <a:pt x="379606" y="76278"/>
                </a:lnTo>
                <a:lnTo>
                  <a:pt x="379538" y="78523"/>
                </a:lnTo>
                <a:lnTo>
                  <a:pt x="379334" y="80736"/>
                </a:lnTo>
                <a:lnTo>
                  <a:pt x="379001" y="82882"/>
                </a:lnTo>
                <a:lnTo>
                  <a:pt x="378545" y="84956"/>
                </a:lnTo>
                <a:close/>
                <a:moveTo>
                  <a:pt x="1096786" y="139918"/>
                </a:moveTo>
                <a:lnTo>
                  <a:pt x="1096473" y="139417"/>
                </a:lnTo>
                <a:lnTo>
                  <a:pt x="1096119" y="138968"/>
                </a:lnTo>
                <a:lnTo>
                  <a:pt x="1095729" y="138569"/>
                </a:lnTo>
                <a:lnTo>
                  <a:pt x="1095307" y="138217"/>
                </a:lnTo>
                <a:lnTo>
                  <a:pt x="1094858" y="137909"/>
                </a:lnTo>
                <a:lnTo>
                  <a:pt x="1094388" y="137642"/>
                </a:lnTo>
                <a:lnTo>
                  <a:pt x="1093901" y="137413"/>
                </a:lnTo>
                <a:lnTo>
                  <a:pt x="1093402" y="137219"/>
                </a:lnTo>
                <a:lnTo>
                  <a:pt x="1092895" y="137058"/>
                </a:lnTo>
                <a:lnTo>
                  <a:pt x="1092387" y="136926"/>
                </a:lnTo>
                <a:lnTo>
                  <a:pt x="1091881" y="136820"/>
                </a:lnTo>
                <a:lnTo>
                  <a:pt x="1091382" y="136737"/>
                </a:lnTo>
                <a:lnTo>
                  <a:pt x="1090895" y="136675"/>
                </a:lnTo>
                <a:lnTo>
                  <a:pt x="1090425" y="136631"/>
                </a:lnTo>
                <a:lnTo>
                  <a:pt x="1089978" y="136601"/>
                </a:lnTo>
                <a:lnTo>
                  <a:pt x="1089557" y="136583"/>
                </a:lnTo>
                <a:lnTo>
                  <a:pt x="1089167" y="136574"/>
                </a:lnTo>
                <a:lnTo>
                  <a:pt x="1088814" y="136570"/>
                </a:lnTo>
                <a:lnTo>
                  <a:pt x="1088502" y="136570"/>
                </a:lnTo>
                <a:lnTo>
                  <a:pt x="1027196" y="136570"/>
                </a:lnTo>
                <a:lnTo>
                  <a:pt x="1026884" y="136570"/>
                </a:lnTo>
                <a:lnTo>
                  <a:pt x="1026531" y="136574"/>
                </a:lnTo>
                <a:lnTo>
                  <a:pt x="1026142" y="136583"/>
                </a:lnTo>
                <a:lnTo>
                  <a:pt x="1025721" y="136601"/>
                </a:lnTo>
                <a:lnTo>
                  <a:pt x="1025273" y="136631"/>
                </a:lnTo>
                <a:lnTo>
                  <a:pt x="1024804" y="136675"/>
                </a:lnTo>
                <a:lnTo>
                  <a:pt x="1024317" y="136737"/>
                </a:lnTo>
                <a:lnTo>
                  <a:pt x="1023818" y="136820"/>
                </a:lnTo>
                <a:lnTo>
                  <a:pt x="1023312" y="136926"/>
                </a:lnTo>
                <a:lnTo>
                  <a:pt x="1022803" y="137058"/>
                </a:lnTo>
                <a:lnTo>
                  <a:pt x="1022297" y="137219"/>
                </a:lnTo>
                <a:lnTo>
                  <a:pt x="1021797" y="137413"/>
                </a:lnTo>
                <a:lnTo>
                  <a:pt x="1021310" y="137642"/>
                </a:lnTo>
                <a:lnTo>
                  <a:pt x="1020840" y="137909"/>
                </a:lnTo>
                <a:lnTo>
                  <a:pt x="1020392" y="138217"/>
                </a:lnTo>
                <a:lnTo>
                  <a:pt x="1019970" y="138569"/>
                </a:lnTo>
                <a:lnTo>
                  <a:pt x="1019580" y="138968"/>
                </a:lnTo>
                <a:lnTo>
                  <a:pt x="1019225" y="139417"/>
                </a:lnTo>
                <a:lnTo>
                  <a:pt x="1018913" y="139918"/>
                </a:lnTo>
                <a:lnTo>
                  <a:pt x="1018646" y="140475"/>
                </a:lnTo>
                <a:lnTo>
                  <a:pt x="1018430" y="141091"/>
                </a:lnTo>
                <a:lnTo>
                  <a:pt x="1018269" y="141768"/>
                </a:lnTo>
                <a:lnTo>
                  <a:pt x="1018170" y="142510"/>
                </a:lnTo>
                <a:lnTo>
                  <a:pt x="1018135" y="143319"/>
                </a:lnTo>
                <a:lnTo>
                  <a:pt x="1018170" y="144127"/>
                </a:lnTo>
                <a:lnTo>
                  <a:pt x="1018269" y="144868"/>
                </a:lnTo>
                <a:lnTo>
                  <a:pt x="1018430" y="145545"/>
                </a:lnTo>
                <a:lnTo>
                  <a:pt x="1018646" y="146161"/>
                </a:lnTo>
                <a:lnTo>
                  <a:pt x="1018913" y="146717"/>
                </a:lnTo>
                <a:lnTo>
                  <a:pt x="1019225" y="147219"/>
                </a:lnTo>
                <a:lnTo>
                  <a:pt x="1019580" y="147667"/>
                </a:lnTo>
                <a:lnTo>
                  <a:pt x="1019970" y="148066"/>
                </a:lnTo>
                <a:lnTo>
                  <a:pt x="1020392" y="148418"/>
                </a:lnTo>
                <a:lnTo>
                  <a:pt x="1020840" y="148726"/>
                </a:lnTo>
                <a:lnTo>
                  <a:pt x="1021310" y="148992"/>
                </a:lnTo>
                <a:lnTo>
                  <a:pt x="1021797" y="149221"/>
                </a:lnTo>
                <a:lnTo>
                  <a:pt x="1022297" y="149415"/>
                </a:lnTo>
                <a:lnTo>
                  <a:pt x="1022803" y="149577"/>
                </a:lnTo>
                <a:lnTo>
                  <a:pt x="1023312" y="149709"/>
                </a:lnTo>
                <a:lnTo>
                  <a:pt x="1023818" y="149815"/>
                </a:lnTo>
                <a:lnTo>
                  <a:pt x="1024317" y="149897"/>
                </a:lnTo>
                <a:lnTo>
                  <a:pt x="1024804" y="149959"/>
                </a:lnTo>
                <a:lnTo>
                  <a:pt x="1025273" y="150004"/>
                </a:lnTo>
                <a:lnTo>
                  <a:pt x="1025721" y="150033"/>
                </a:lnTo>
                <a:lnTo>
                  <a:pt x="1026142" y="150051"/>
                </a:lnTo>
                <a:lnTo>
                  <a:pt x="1026531" y="150061"/>
                </a:lnTo>
                <a:lnTo>
                  <a:pt x="1026884" y="150064"/>
                </a:lnTo>
                <a:lnTo>
                  <a:pt x="1027196" y="150065"/>
                </a:lnTo>
                <a:lnTo>
                  <a:pt x="1088502" y="150065"/>
                </a:lnTo>
                <a:lnTo>
                  <a:pt x="1088814" y="150064"/>
                </a:lnTo>
                <a:lnTo>
                  <a:pt x="1089167" y="150061"/>
                </a:lnTo>
                <a:lnTo>
                  <a:pt x="1089557" y="150051"/>
                </a:lnTo>
                <a:lnTo>
                  <a:pt x="1089978" y="150033"/>
                </a:lnTo>
                <a:lnTo>
                  <a:pt x="1090425" y="150004"/>
                </a:lnTo>
                <a:lnTo>
                  <a:pt x="1090895" y="149959"/>
                </a:lnTo>
                <a:lnTo>
                  <a:pt x="1091382" y="149897"/>
                </a:lnTo>
                <a:lnTo>
                  <a:pt x="1091881" y="149815"/>
                </a:lnTo>
                <a:lnTo>
                  <a:pt x="1092387" y="149709"/>
                </a:lnTo>
                <a:lnTo>
                  <a:pt x="1092895" y="149577"/>
                </a:lnTo>
                <a:lnTo>
                  <a:pt x="1093402" y="149415"/>
                </a:lnTo>
                <a:lnTo>
                  <a:pt x="1093901" y="149221"/>
                </a:lnTo>
                <a:lnTo>
                  <a:pt x="1094388" y="148992"/>
                </a:lnTo>
                <a:lnTo>
                  <a:pt x="1094858" y="148726"/>
                </a:lnTo>
                <a:lnTo>
                  <a:pt x="1095307" y="148418"/>
                </a:lnTo>
                <a:lnTo>
                  <a:pt x="1095729" y="148066"/>
                </a:lnTo>
                <a:lnTo>
                  <a:pt x="1096119" y="147667"/>
                </a:lnTo>
                <a:lnTo>
                  <a:pt x="1096473" y="147219"/>
                </a:lnTo>
                <a:lnTo>
                  <a:pt x="1096786" y="146717"/>
                </a:lnTo>
                <a:lnTo>
                  <a:pt x="1097053" y="146161"/>
                </a:lnTo>
                <a:lnTo>
                  <a:pt x="1097269" y="145545"/>
                </a:lnTo>
                <a:lnTo>
                  <a:pt x="1097429" y="144868"/>
                </a:lnTo>
                <a:lnTo>
                  <a:pt x="1097529" y="144127"/>
                </a:lnTo>
                <a:lnTo>
                  <a:pt x="1097563" y="143319"/>
                </a:lnTo>
                <a:lnTo>
                  <a:pt x="1097529" y="142510"/>
                </a:lnTo>
                <a:lnTo>
                  <a:pt x="1097429" y="141768"/>
                </a:lnTo>
                <a:lnTo>
                  <a:pt x="1097269" y="141091"/>
                </a:lnTo>
                <a:lnTo>
                  <a:pt x="1097053" y="140475"/>
                </a:lnTo>
                <a:lnTo>
                  <a:pt x="1096786" y="139918"/>
                </a:lnTo>
                <a:close/>
                <a:moveTo>
                  <a:pt x="1611755" y="109566"/>
                </a:moveTo>
                <a:lnTo>
                  <a:pt x="1611558" y="109073"/>
                </a:lnTo>
                <a:lnTo>
                  <a:pt x="1611325" y="108629"/>
                </a:lnTo>
                <a:lnTo>
                  <a:pt x="1611059" y="108232"/>
                </a:lnTo>
                <a:lnTo>
                  <a:pt x="1610762" y="107879"/>
                </a:lnTo>
                <a:lnTo>
                  <a:pt x="1610439" y="107567"/>
                </a:lnTo>
                <a:lnTo>
                  <a:pt x="1610090" y="107294"/>
                </a:lnTo>
                <a:lnTo>
                  <a:pt x="1609720" y="107058"/>
                </a:lnTo>
                <a:lnTo>
                  <a:pt x="1609331" y="106855"/>
                </a:lnTo>
                <a:lnTo>
                  <a:pt x="1608926" y="106684"/>
                </a:lnTo>
                <a:lnTo>
                  <a:pt x="1608507" y="106541"/>
                </a:lnTo>
                <a:lnTo>
                  <a:pt x="1608079" y="106424"/>
                </a:lnTo>
                <a:lnTo>
                  <a:pt x="1607642" y="106330"/>
                </a:lnTo>
                <a:lnTo>
                  <a:pt x="1607201" y="106257"/>
                </a:lnTo>
                <a:lnTo>
                  <a:pt x="1606758" y="106202"/>
                </a:lnTo>
                <a:lnTo>
                  <a:pt x="1606316" y="106162"/>
                </a:lnTo>
                <a:lnTo>
                  <a:pt x="1605878" y="106136"/>
                </a:lnTo>
                <a:lnTo>
                  <a:pt x="1605447" y="106120"/>
                </a:lnTo>
                <a:lnTo>
                  <a:pt x="1605025" y="106112"/>
                </a:lnTo>
                <a:lnTo>
                  <a:pt x="1604616" y="106109"/>
                </a:lnTo>
                <a:lnTo>
                  <a:pt x="1604221" y="106108"/>
                </a:lnTo>
                <a:lnTo>
                  <a:pt x="1595737" y="106108"/>
                </a:lnTo>
                <a:lnTo>
                  <a:pt x="1595737" y="61446"/>
                </a:lnTo>
                <a:lnTo>
                  <a:pt x="1595686" y="59073"/>
                </a:lnTo>
                <a:lnTo>
                  <a:pt x="1595535" y="56815"/>
                </a:lnTo>
                <a:lnTo>
                  <a:pt x="1595285" y="54670"/>
                </a:lnTo>
                <a:lnTo>
                  <a:pt x="1594939" y="52638"/>
                </a:lnTo>
                <a:lnTo>
                  <a:pt x="1594497" y="50717"/>
                </a:lnTo>
                <a:lnTo>
                  <a:pt x="1593963" y="48906"/>
                </a:lnTo>
                <a:lnTo>
                  <a:pt x="1593338" y="47204"/>
                </a:lnTo>
                <a:lnTo>
                  <a:pt x="1592624" y="45609"/>
                </a:lnTo>
                <a:lnTo>
                  <a:pt x="1591823" y="44121"/>
                </a:lnTo>
                <a:lnTo>
                  <a:pt x="1590937" y="42738"/>
                </a:lnTo>
                <a:lnTo>
                  <a:pt x="1589968" y="41458"/>
                </a:lnTo>
                <a:lnTo>
                  <a:pt x="1588918" y="40281"/>
                </a:lnTo>
                <a:lnTo>
                  <a:pt x="1587788" y="39206"/>
                </a:lnTo>
                <a:lnTo>
                  <a:pt x="1586581" y="38230"/>
                </a:lnTo>
                <a:lnTo>
                  <a:pt x="1585298" y="37353"/>
                </a:lnTo>
                <a:lnTo>
                  <a:pt x="1583942" y="36574"/>
                </a:lnTo>
                <a:lnTo>
                  <a:pt x="1582515" y="35891"/>
                </a:lnTo>
                <a:lnTo>
                  <a:pt x="1581017" y="35303"/>
                </a:lnTo>
                <a:lnTo>
                  <a:pt x="1579452" y="34809"/>
                </a:lnTo>
                <a:lnTo>
                  <a:pt x="1577821" y="34408"/>
                </a:lnTo>
                <a:lnTo>
                  <a:pt x="1576126" y="34098"/>
                </a:lnTo>
                <a:lnTo>
                  <a:pt x="1574369" y="33878"/>
                </a:lnTo>
                <a:lnTo>
                  <a:pt x="1572552" y="33747"/>
                </a:lnTo>
                <a:lnTo>
                  <a:pt x="1570676" y="33703"/>
                </a:lnTo>
                <a:lnTo>
                  <a:pt x="1569084" y="33737"/>
                </a:lnTo>
                <a:lnTo>
                  <a:pt x="1567536" y="33834"/>
                </a:lnTo>
                <a:lnTo>
                  <a:pt x="1566033" y="33992"/>
                </a:lnTo>
                <a:lnTo>
                  <a:pt x="1564575" y="34206"/>
                </a:lnTo>
                <a:lnTo>
                  <a:pt x="1563162" y="34472"/>
                </a:lnTo>
                <a:lnTo>
                  <a:pt x="1561796" y="34785"/>
                </a:lnTo>
                <a:lnTo>
                  <a:pt x="1560475" y="35142"/>
                </a:lnTo>
                <a:lnTo>
                  <a:pt x="1559201" y="35539"/>
                </a:lnTo>
                <a:lnTo>
                  <a:pt x="1557974" y="35971"/>
                </a:lnTo>
                <a:lnTo>
                  <a:pt x="1556795" y="36435"/>
                </a:lnTo>
                <a:lnTo>
                  <a:pt x="1555662" y="36926"/>
                </a:lnTo>
                <a:lnTo>
                  <a:pt x="1554578" y="37440"/>
                </a:lnTo>
                <a:lnTo>
                  <a:pt x="1553542" y="37973"/>
                </a:lnTo>
                <a:lnTo>
                  <a:pt x="1552554" y="38521"/>
                </a:lnTo>
                <a:lnTo>
                  <a:pt x="1551615" y="39080"/>
                </a:lnTo>
                <a:lnTo>
                  <a:pt x="1550725" y="39646"/>
                </a:lnTo>
                <a:lnTo>
                  <a:pt x="1549885" y="40215"/>
                </a:lnTo>
                <a:lnTo>
                  <a:pt x="1549095" y="40782"/>
                </a:lnTo>
                <a:lnTo>
                  <a:pt x="1548355" y="41343"/>
                </a:lnTo>
                <a:lnTo>
                  <a:pt x="1547665" y="41895"/>
                </a:lnTo>
                <a:lnTo>
                  <a:pt x="1547026" y="42433"/>
                </a:lnTo>
                <a:lnTo>
                  <a:pt x="1546439" y="42953"/>
                </a:lnTo>
                <a:lnTo>
                  <a:pt x="1545903" y="43452"/>
                </a:lnTo>
                <a:lnTo>
                  <a:pt x="1545418" y="43924"/>
                </a:lnTo>
                <a:lnTo>
                  <a:pt x="1545418" y="7905"/>
                </a:lnTo>
                <a:lnTo>
                  <a:pt x="1545412" y="7179"/>
                </a:lnTo>
                <a:lnTo>
                  <a:pt x="1545392" y="6494"/>
                </a:lnTo>
                <a:lnTo>
                  <a:pt x="1545356" y="5850"/>
                </a:lnTo>
                <a:lnTo>
                  <a:pt x="1545302" y="5245"/>
                </a:lnTo>
                <a:lnTo>
                  <a:pt x="1545229" y="4678"/>
                </a:lnTo>
                <a:lnTo>
                  <a:pt x="1545135" y="4149"/>
                </a:lnTo>
                <a:lnTo>
                  <a:pt x="1545018" y="3657"/>
                </a:lnTo>
                <a:lnTo>
                  <a:pt x="1544876" y="3200"/>
                </a:lnTo>
                <a:lnTo>
                  <a:pt x="1544707" y="2778"/>
                </a:lnTo>
                <a:lnTo>
                  <a:pt x="1544509" y="2390"/>
                </a:lnTo>
                <a:lnTo>
                  <a:pt x="1544281" y="2035"/>
                </a:lnTo>
                <a:lnTo>
                  <a:pt x="1544021" y="1712"/>
                </a:lnTo>
                <a:lnTo>
                  <a:pt x="1543726" y="1420"/>
                </a:lnTo>
                <a:lnTo>
                  <a:pt x="1543396" y="1158"/>
                </a:lnTo>
                <a:lnTo>
                  <a:pt x="1543028" y="926"/>
                </a:lnTo>
                <a:lnTo>
                  <a:pt x="1542620" y="722"/>
                </a:lnTo>
                <a:lnTo>
                  <a:pt x="1542170" y="545"/>
                </a:lnTo>
                <a:lnTo>
                  <a:pt x="1541678" y="395"/>
                </a:lnTo>
                <a:lnTo>
                  <a:pt x="1541140" y="270"/>
                </a:lnTo>
                <a:lnTo>
                  <a:pt x="1540555" y="171"/>
                </a:lnTo>
                <a:lnTo>
                  <a:pt x="1539921" y="95"/>
                </a:lnTo>
                <a:lnTo>
                  <a:pt x="1539236" y="41"/>
                </a:lnTo>
                <a:lnTo>
                  <a:pt x="1538499" y="10"/>
                </a:lnTo>
                <a:lnTo>
                  <a:pt x="1537708" y="0"/>
                </a:lnTo>
                <a:lnTo>
                  <a:pt x="1523634" y="0"/>
                </a:lnTo>
                <a:lnTo>
                  <a:pt x="1523240" y="0"/>
                </a:lnTo>
                <a:lnTo>
                  <a:pt x="1522831" y="3"/>
                </a:lnTo>
                <a:lnTo>
                  <a:pt x="1522409" y="12"/>
                </a:lnTo>
                <a:lnTo>
                  <a:pt x="1521977" y="28"/>
                </a:lnTo>
                <a:lnTo>
                  <a:pt x="1521539" y="54"/>
                </a:lnTo>
                <a:lnTo>
                  <a:pt x="1521098" y="93"/>
                </a:lnTo>
                <a:lnTo>
                  <a:pt x="1520655" y="148"/>
                </a:lnTo>
                <a:lnTo>
                  <a:pt x="1520214" y="221"/>
                </a:lnTo>
                <a:lnTo>
                  <a:pt x="1519777" y="315"/>
                </a:lnTo>
                <a:lnTo>
                  <a:pt x="1519349" y="432"/>
                </a:lnTo>
                <a:lnTo>
                  <a:pt x="1518930" y="576"/>
                </a:lnTo>
                <a:lnTo>
                  <a:pt x="1518525" y="747"/>
                </a:lnTo>
                <a:lnTo>
                  <a:pt x="1518136" y="950"/>
                </a:lnTo>
                <a:lnTo>
                  <a:pt x="1517766" y="1187"/>
                </a:lnTo>
                <a:lnTo>
                  <a:pt x="1517417" y="1459"/>
                </a:lnTo>
                <a:lnTo>
                  <a:pt x="1517094" y="1771"/>
                </a:lnTo>
                <a:lnTo>
                  <a:pt x="1516797" y="2125"/>
                </a:lnTo>
                <a:lnTo>
                  <a:pt x="1516531" y="2522"/>
                </a:lnTo>
                <a:lnTo>
                  <a:pt x="1516298" y="2966"/>
                </a:lnTo>
                <a:lnTo>
                  <a:pt x="1516101" y="3460"/>
                </a:lnTo>
                <a:lnTo>
                  <a:pt x="1515943" y="4005"/>
                </a:lnTo>
                <a:lnTo>
                  <a:pt x="1515827" y="4605"/>
                </a:lnTo>
                <a:lnTo>
                  <a:pt x="1515755" y="5262"/>
                </a:lnTo>
                <a:lnTo>
                  <a:pt x="1515730" y="5978"/>
                </a:lnTo>
                <a:lnTo>
                  <a:pt x="1515756" y="6671"/>
                </a:lnTo>
                <a:lnTo>
                  <a:pt x="1515830" y="7307"/>
                </a:lnTo>
                <a:lnTo>
                  <a:pt x="1515951" y="7887"/>
                </a:lnTo>
                <a:lnTo>
                  <a:pt x="1516114" y="8415"/>
                </a:lnTo>
                <a:lnTo>
                  <a:pt x="1516316" y="8892"/>
                </a:lnTo>
                <a:lnTo>
                  <a:pt x="1516555" y="9322"/>
                </a:lnTo>
                <a:lnTo>
                  <a:pt x="1516827" y="9706"/>
                </a:lnTo>
                <a:lnTo>
                  <a:pt x="1517129" y="10048"/>
                </a:lnTo>
                <a:lnTo>
                  <a:pt x="1517458" y="10350"/>
                </a:lnTo>
                <a:lnTo>
                  <a:pt x="1517811" y="10614"/>
                </a:lnTo>
                <a:lnTo>
                  <a:pt x="1518183" y="10843"/>
                </a:lnTo>
                <a:lnTo>
                  <a:pt x="1518574" y="11039"/>
                </a:lnTo>
                <a:lnTo>
                  <a:pt x="1518978" y="11205"/>
                </a:lnTo>
                <a:lnTo>
                  <a:pt x="1519393" y="11344"/>
                </a:lnTo>
                <a:lnTo>
                  <a:pt x="1519815" y="11457"/>
                </a:lnTo>
                <a:lnTo>
                  <a:pt x="1520242" y="11548"/>
                </a:lnTo>
                <a:lnTo>
                  <a:pt x="1520671" y="11619"/>
                </a:lnTo>
                <a:lnTo>
                  <a:pt x="1521098" y="11672"/>
                </a:lnTo>
                <a:lnTo>
                  <a:pt x="1521519" y="11710"/>
                </a:lnTo>
                <a:lnTo>
                  <a:pt x="1521933" y="11735"/>
                </a:lnTo>
                <a:lnTo>
                  <a:pt x="1522335" y="11751"/>
                </a:lnTo>
                <a:lnTo>
                  <a:pt x="1522722" y="11759"/>
                </a:lnTo>
                <a:lnTo>
                  <a:pt x="1523092" y="11762"/>
                </a:lnTo>
                <a:lnTo>
                  <a:pt x="1523440" y="11762"/>
                </a:lnTo>
                <a:lnTo>
                  <a:pt x="1532119" y="11762"/>
                </a:lnTo>
                <a:lnTo>
                  <a:pt x="1532119" y="106108"/>
                </a:lnTo>
                <a:lnTo>
                  <a:pt x="1523634" y="106108"/>
                </a:lnTo>
                <a:lnTo>
                  <a:pt x="1523240" y="106109"/>
                </a:lnTo>
                <a:lnTo>
                  <a:pt x="1522831" y="106112"/>
                </a:lnTo>
                <a:lnTo>
                  <a:pt x="1522409" y="106120"/>
                </a:lnTo>
                <a:lnTo>
                  <a:pt x="1521977" y="106136"/>
                </a:lnTo>
                <a:lnTo>
                  <a:pt x="1521539" y="106162"/>
                </a:lnTo>
                <a:lnTo>
                  <a:pt x="1521098" y="106202"/>
                </a:lnTo>
                <a:lnTo>
                  <a:pt x="1520655" y="106257"/>
                </a:lnTo>
                <a:lnTo>
                  <a:pt x="1520214" y="106330"/>
                </a:lnTo>
                <a:lnTo>
                  <a:pt x="1519777" y="106424"/>
                </a:lnTo>
                <a:lnTo>
                  <a:pt x="1519349" y="106541"/>
                </a:lnTo>
                <a:lnTo>
                  <a:pt x="1518930" y="106684"/>
                </a:lnTo>
                <a:lnTo>
                  <a:pt x="1518525" y="106855"/>
                </a:lnTo>
                <a:lnTo>
                  <a:pt x="1518136" y="107058"/>
                </a:lnTo>
                <a:lnTo>
                  <a:pt x="1517766" y="107294"/>
                </a:lnTo>
                <a:lnTo>
                  <a:pt x="1517417" y="107567"/>
                </a:lnTo>
                <a:lnTo>
                  <a:pt x="1517094" y="107879"/>
                </a:lnTo>
                <a:lnTo>
                  <a:pt x="1516797" y="108232"/>
                </a:lnTo>
                <a:lnTo>
                  <a:pt x="1516531" y="108629"/>
                </a:lnTo>
                <a:lnTo>
                  <a:pt x="1516298" y="109073"/>
                </a:lnTo>
                <a:lnTo>
                  <a:pt x="1516101" y="109566"/>
                </a:lnTo>
                <a:lnTo>
                  <a:pt x="1515943" y="110111"/>
                </a:lnTo>
                <a:lnTo>
                  <a:pt x="1515827" y="110711"/>
                </a:lnTo>
                <a:lnTo>
                  <a:pt x="1515755" y="111367"/>
                </a:lnTo>
                <a:lnTo>
                  <a:pt x="1515730" y="112084"/>
                </a:lnTo>
                <a:lnTo>
                  <a:pt x="1515756" y="112777"/>
                </a:lnTo>
                <a:lnTo>
                  <a:pt x="1515830" y="113412"/>
                </a:lnTo>
                <a:lnTo>
                  <a:pt x="1515951" y="113993"/>
                </a:lnTo>
                <a:lnTo>
                  <a:pt x="1516114" y="114520"/>
                </a:lnTo>
                <a:lnTo>
                  <a:pt x="1516316" y="114998"/>
                </a:lnTo>
                <a:lnTo>
                  <a:pt x="1516555" y="115427"/>
                </a:lnTo>
                <a:lnTo>
                  <a:pt x="1516827" y="115812"/>
                </a:lnTo>
                <a:lnTo>
                  <a:pt x="1517129" y="116154"/>
                </a:lnTo>
                <a:lnTo>
                  <a:pt x="1517458" y="116455"/>
                </a:lnTo>
                <a:lnTo>
                  <a:pt x="1517811" y="116719"/>
                </a:lnTo>
                <a:lnTo>
                  <a:pt x="1518183" y="116948"/>
                </a:lnTo>
                <a:lnTo>
                  <a:pt x="1518574" y="117145"/>
                </a:lnTo>
                <a:lnTo>
                  <a:pt x="1518978" y="117311"/>
                </a:lnTo>
                <a:lnTo>
                  <a:pt x="1519393" y="117449"/>
                </a:lnTo>
                <a:lnTo>
                  <a:pt x="1519815" y="117562"/>
                </a:lnTo>
                <a:lnTo>
                  <a:pt x="1520242" y="117653"/>
                </a:lnTo>
                <a:lnTo>
                  <a:pt x="1520671" y="117724"/>
                </a:lnTo>
                <a:lnTo>
                  <a:pt x="1521098" y="117777"/>
                </a:lnTo>
                <a:lnTo>
                  <a:pt x="1521519" y="117815"/>
                </a:lnTo>
                <a:lnTo>
                  <a:pt x="1521933" y="117841"/>
                </a:lnTo>
                <a:lnTo>
                  <a:pt x="1522335" y="117856"/>
                </a:lnTo>
                <a:lnTo>
                  <a:pt x="1522722" y="117864"/>
                </a:lnTo>
                <a:lnTo>
                  <a:pt x="1523092" y="117867"/>
                </a:lnTo>
                <a:lnTo>
                  <a:pt x="1523440" y="117868"/>
                </a:lnTo>
                <a:lnTo>
                  <a:pt x="1554097" y="117868"/>
                </a:lnTo>
                <a:lnTo>
                  <a:pt x="1554445" y="117867"/>
                </a:lnTo>
                <a:lnTo>
                  <a:pt x="1554815" y="117864"/>
                </a:lnTo>
                <a:lnTo>
                  <a:pt x="1555202" y="117856"/>
                </a:lnTo>
                <a:lnTo>
                  <a:pt x="1555604" y="117841"/>
                </a:lnTo>
                <a:lnTo>
                  <a:pt x="1556018" y="117815"/>
                </a:lnTo>
                <a:lnTo>
                  <a:pt x="1556439" y="117777"/>
                </a:lnTo>
                <a:lnTo>
                  <a:pt x="1556866" y="117724"/>
                </a:lnTo>
                <a:lnTo>
                  <a:pt x="1557294" y="117653"/>
                </a:lnTo>
                <a:lnTo>
                  <a:pt x="1557722" y="117562"/>
                </a:lnTo>
                <a:lnTo>
                  <a:pt x="1558144" y="117449"/>
                </a:lnTo>
                <a:lnTo>
                  <a:pt x="1558559" y="117311"/>
                </a:lnTo>
                <a:lnTo>
                  <a:pt x="1558963" y="117145"/>
                </a:lnTo>
                <a:lnTo>
                  <a:pt x="1559353" y="116948"/>
                </a:lnTo>
                <a:lnTo>
                  <a:pt x="1559726" y="116719"/>
                </a:lnTo>
                <a:lnTo>
                  <a:pt x="1560079" y="116455"/>
                </a:lnTo>
                <a:lnTo>
                  <a:pt x="1560407" y="116154"/>
                </a:lnTo>
                <a:lnTo>
                  <a:pt x="1560709" y="115812"/>
                </a:lnTo>
                <a:lnTo>
                  <a:pt x="1560982" y="115427"/>
                </a:lnTo>
                <a:lnTo>
                  <a:pt x="1561220" y="114998"/>
                </a:lnTo>
                <a:lnTo>
                  <a:pt x="1561423" y="114520"/>
                </a:lnTo>
                <a:lnTo>
                  <a:pt x="1561586" y="113993"/>
                </a:lnTo>
                <a:lnTo>
                  <a:pt x="1561707" y="113412"/>
                </a:lnTo>
                <a:lnTo>
                  <a:pt x="1561781" y="112777"/>
                </a:lnTo>
                <a:lnTo>
                  <a:pt x="1561807" y="112084"/>
                </a:lnTo>
                <a:lnTo>
                  <a:pt x="1561782" y="111367"/>
                </a:lnTo>
                <a:lnTo>
                  <a:pt x="1561710" y="110711"/>
                </a:lnTo>
                <a:lnTo>
                  <a:pt x="1561594" y="110111"/>
                </a:lnTo>
                <a:lnTo>
                  <a:pt x="1561436" y="109566"/>
                </a:lnTo>
                <a:lnTo>
                  <a:pt x="1561239" y="109073"/>
                </a:lnTo>
                <a:lnTo>
                  <a:pt x="1561006" y="108629"/>
                </a:lnTo>
                <a:lnTo>
                  <a:pt x="1560740" y="108232"/>
                </a:lnTo>
                <a:lnTo>
                  <a:pt x="1560443" y="107879"/>
                </a:lnTo>
                <a:lnTo>
                  <a:pt x="1560120" y="107567"/>
                </a:lnTo>
                <a:lnTo>
                  <a:pt x="1559771" y="107294"/>
                </a:lnTo>
                <a:lnTo>
                  <a:pt x="1559401" y="107058"/>
                </a:lnTo>
                <a:lnTo>
                  <a:pt x="1559012" y="106855"/>
                </a:lnTo>
                <a:lnTo>
                  <a:pt x="1558607" y="106684"/>
                </a:lnTo>
                <a:lnTo>
                  <a:pt x="1558188" y="106541"/>
                </a:lnTo>
                <a:lnTo>
                  <a:pt x="1557760" y="106424"/>
                </a:lnTo>
                <a:lnTo>
                  <a:pt x="1557323" y="106330"/>
                </a:lnTo>
                <a:lnTo>
                  <a:pt x="1556882" y="106257"/>
                </a:lnTo>
                <a:lnTo>
                  <a:pt x="1556439" y="106202"/>
                </a:lnTo>
                <a:lnTo>
                  <a:pt x="1555997" y="106162"/>
                </a:lnTo>
                <a:lnTo>
                  <a:pt x="1555559" y="106136"/>
                </a:lnTo>
                <a:lnTo>
                  <a:pt x="1555128" y="106120"/>
                </a:lnTo>
                <a:lnTo>
                  <a:pt x="1554706" y="106112"/>
                </a:lnTo>
                <a:lnTo>
                  <a:pt x="1554297" y="106109"/>
                </a:lnTo>
                <a:lnTo>
                  <a:pt x="1553902" y="106108"/>
                </a:lnTo>
                <a:lnTo>
                  <a:pt x="1545418" y="106108"/>
                </a:lnTo>
                <a:lnTo>
                  <a:pt x="1545418" y="72034"/>
                </a:lnTo>
                <a:lnTo>
                  <a:pt x="1545491" y="69690"/>
                </a:lnTo>
                <a:lnTo>
                  <a:pt x="1545705" y="67467"/>
                </a:lnTo>
                <a:lnTo>
                  <a:pt x="1546051" y="65365"/>
                </a:lnTo>
                <a:lnTo>
                  <a:pt x="1546521" y="63381"/>
                </a:lnTo>
                <a:lnTo>
                  <a:pt x="1547107" y="61514"/>
                </a:lnTo>
                <a:lnTo>
                  <a:pt x="1547801" y="59761"/>
                </a:lnTo>
                <a:lnTo>
                  <a:pt x="1548595" y="58120"/>
                </a:lnTo>
                <a:lnTo>
                  <a:pt x="1549482" y="56590"/>
                </a:lnTo>
                <a:lnTo>
                  <a:pt x="1550451" y="55167"/>
                </a:lnTo>
                <a:lnTo>
                  <a:pt x="1551497" y="53851"/>
                </a:lnTo>
                <a:lnTo>
                  <a:pt x="1552609" y="52640"/>
                </a:lnTo>
                <a:lnTo>
                  <a:pt x="1553781" y="51530"/>
                </a:lnTo>
                <a:lnTo>
                  <a:pt x="1555005" y="50521"/>
                </a:lnTo>
                <a:lnTo>
                  <a:pt x="1556271" y="49610"/>
                </a:lnTo>
                <a:lnTo>
                  <a:pt x="1557572" y="48796"/>
                </a:lnTo>
                <a:lnTo>
                  <a:pt x="1558901" y="48075"/>
                </a:lnTo>
                <a:lnTo>
                  <a:pt x="1560248" y="47447"/>
                </a:lnTo>
                <a:lnTo>
                  <a:pt x="1561605" y="46909"/>
                </a:lnTo>
                <a:lnTo>
                  <a:pt x="1562966" y="46460"/>
                </a:lnTo>
                <a:lnTo>
                  <a:pt x="1564320" y="46096"/>
                </a:lnTo>
                <a:lnTo>
                  <a:pt x="1565661" y="45817"/>
                </a:lnTo>
                <a:lnTo>
                  <a:pt x="1566980" y="45620"/>
                </a:lnTo>
                <a:lnTo>
                  <a:pt x="1568269" y="45504"/>
                </a:lnTo>
                <a:lnTo>
                  <a:pt x="1569520" y="45465"/>
                </a:lnTo>
                <a:lnTo>
                  <a:pt x="1570759" y="45494"/>
                </a:lnTo>
                <a:lnTo>
                  <a:pt x="1571921" y="45578"/>
                </a:lnTo>
                <a:lnTo>
                  <a:pt x="1573008" y="45720"/>
                </a:lnTo>
                <a:lnTo>
                  <a:pt x="1574024" y="45918"/>
                </a:lnTo>
                <a:lnTo>
                  <a:pt x="1574970" y="46174"/>
                </a:lnTo>
                <a:lnTo>
                  <a:pt x="1575848" y="46488"/>
                </a:lnTo>
                <a:lnTo>
                  <a:pt x="1576661" y="46861"/>
                </a:lnTo>
                <a:lnTo>
                  <a:pt x="1577409" y="47291"/>
                </a:lnTo>
                <a:lnTo>
                  <a:pt x="1578096" y="47781"/>
                </a:lnTo>
                <a:lnTo>
                  <a:pt x="1578724" y="48329"/>
                </a:lnTo>
                <a:lnTo>
                  <a:pt x="1579294" y="48938"/>
                </a:lnTo>
                <a:lnTo>
                  <a:pt x="1579809" y="49605"/>
                </a:lnTo>
                <a:lnTo>
                  <a:pt x="1580270" y="50334"/>
                </a:lnTo>
                <a:lnTo>
                  <a:pt x="1580681" y="51122"/>
                </a:lnTo>
                <a:lnTo>
                  <a:pt x="1581042" y="51972"/>
                </a:lnTo>
                <a:lnTo>
                  <a:pt x="1581357" y="52882"/>
                </a:lnTo>
                <a:lnTo>
                  <a:pt x="1581627" y="53854"/>
                </a:lnTo>
                <a:lnTo>
                  <a:pt x="1581853" y="54888"/>
                </a:lnTo>
                <a:lnTo>
                  <a:pt x="1582040" y="55984"/>
                </a:lnTo>
                <a:lnTo>
                  <a:pt x="1582187" y="57143"/>
                </a:lnTo>
                <a:lnTo>
                  <a:pt x="1582299" y="58364"/>
                </a:lnTo>
                <a:lnTo>
                  <a:pt x="1582376" y="59649"/>
                </a:lnTo>
                <a:lnTo>
                  <a:pt x="1582420" y="60996"/>
                </a:lnTo>
                <a:lnTo>
                  <a:pt x="1582435" y="62408"/>
                </a:lnTo>
                <a:lnTo>
                  <a:pt x="1582435" y="106108"/>
                </a:lnTo>
                <a:lnTo>
                  <a:pt x="1574918" y="106108"/>
                </a:lnTo>
                <a:lnTo>
                  <a:pt x="1574524" y="106109"/>
                </a:lnTo>
                <a:lnTo>
                  <a:pt x="1574115" y="106112"/>
                </a:lnTo>
                <a:lnTo>
                  <a:pt x="1573693" y="106120"/>
                </a:lnTo>
                <a:lnTo>
                  <a:pt x="1573261" y="106136"/>
                </a:lnTo>
                <a:lnTo>
                  <a:pt x="1572823" y="106162"/>
                </a:lnTo>
                <a:lnTo>
                  <a:pt x="1572381" y="106202"/>
                </a:lnTo>
                <a:lnTo>
                  <a:pt x="1571939" y="106257"/>
                </a:lnTo>
                <a:lnTo>
                  <a:pt x="1571498" y="106330"/>
                </a:lnTo>
                <a:lnTo>
                  <a:pt x="1571061" y="106424"/>
                </a:lnTo>
                <a:lnTo>
                  <a:pt x="1570632" y="106541"/>
                </a:lnTo>
                <a:lnTo>
                  <a:pt x="1570214" y="106684"/>
                </a:lnTo>
                <a:lnTo>
                  <a:pt x="1569809" y="106855"/>
                </a:lnTo>
                <a:lnTo>
                  <a:pt x="1569420" y="107058"/>
                </a:lnTo>
                <a:lnTo>
                  <a:pt x="1569050" y="107294"/>
                </a:lnTo>
                <a:lnTo>
                  <a:pt x="1568701" y="107567"/>
                </a:lnTo>
                <a:lnTo>
                  <a:pt x="1568377" y="107879"/>
                </a:lnTo>
                <a:lnTo>
                  <a:pt x="1568081" y="108232"/>
                </a:lnTo>
                <a:lnTo>
                  <a:pt x="1567815" y="108629"/>
                </a:lnTo>
                <a:lnTo>
                  <a:pt x="1567582" y="109073"/>
                </a:lnTo>
                <a:lnTo>
                  <a:pt x="1567385" y="109566"/>
                </a:lnTo>
                <a:lnTo>
                  <a:pt x="1567227" y="110111"/>
                </a:lnTo>
                <a:lnTo>
                  <a:pt x="1567110" y="110711"/>
                </a:lnTo>
                <a:lnTo>
                  <a:pt x="1567038" y="111367"/>
                </a:lnTo>
                <a:lnTo>
                  <a:pt x="1567014" y="112084"/>
                </a:lnTo>
                <a:lnTo>
                  <a:pt x="1567040" y="112777"/>
                </a:lnTo>
                <a:lnTo>
                  <a:pt x="1567118" y="113412"/>
                </a:lnTo>
                <a:lnTo>
                  <a:pt x="1567243" y="113993"/>
                </a:lnTo>
                <a:lnTo>
                  <a:pt x="1567412" y="114520"/>
                </a:lnTo>
                <a:lnTo>
                  <a:pt x="1567622" y="114998"/>
                </a:lnTo>
                <a:lnTo>
                  <a:pt x="1567869" y="115427"/>
                </a:lnTo>
                <a:lnTo>
                  <a:pt x="1568151" y="115812"/>
                </a:lnTo>
                <a:lnTo>
                  <a:pt x="1568463" y="116154"/>
                </a:lnTo>
                <a:lnTo>
                  <a:pt x="1568803" y="116455"/>
                </a:lnTo>
                <a:lnTo>
                  <a:pt x="1569167" y="116719"/>
                </a:lnTo>
                <a:lnTo>
                  <a:pt x="1569551" y="116948"/>
                </a:lnTo>
                <a:lnTo>
                  <a:pt x="1569953" y="117145"/>
                </a:lnTo>
                <a:lnTo>
                  <a:pt x="1570370" y="117311"/>
                </a:lnTo>
                <a:lnTo>
                  <a:pt x="1570796" y="117449"/>
                </a:lnTo>
                <a:lnTo>
                  <a:pt x="1571231" y="117562"/>
                </a:lnTo>
                <a:lnTo>
                  <a:pt x="1571669" y="117653"/>
                </a:lnTo>
                <a:lnTo>
                  <a:pt x="1572108" y="117724"/>
                </a:lnTo>
                <a:lnTo>
                  <a:pt x="1572544" y="117777"/>
                </a:lnTo>
                <a:lnTo>
                  <a:pt x="1572974" y="117815"/>
                </a:lnTo>
                <a:lnTo>
                  <a:pt x="1573395" y="117841"/>
                </a:lnTo>
                <a:lnTo>
                  <a:pt x="1573803" y="117856"/>
                </a:lnTo>
                <a:lnTo>
                  <a:pt x="1574196" y="117864"/>
                </a:lnTo>
                <a:lnTo>
                  <a:pt x="1574568" y="117867"/>
                </a:lnTo>
                <a:lnTo>
                  <a:pt x="1574918" y="117868"/>
                </a:lnTo>
                <a:lnTo>
                  <a:pt x="1604416" y="117868"/>
                </a:lnTo>
                <a:lnTo>
                  <a:pt x="1604764" y="117867"/>
                </a:lnTo>
                <a:lnTo>
                  <a:pt x="1605134" y="117864"/>
                </a:lnTo>
                <a:lnTo>
                  <a:pt x="1605521" y="117856"/>
                </a:lnTo>
                <a:lnTo>
                  <a:pt x="1605923" y="117841"/>
                </a:lnTo>
                <a:lnTo>
                  <a:pt x="1606337" y="117815"/>
                </a:lnTo>
                <a:lnTo>
                  <a:pt x="1606758" y="117777"/>
                </a:lnTo>
                <a:lnTo>
                  <a:pt x="1607185" y="117724"/>
                </a:lnTo>
                <a:lnTo>
                  <a:pt x="1607613" y="117653"/>
                </a:lnTo>
                <a:lnTo>
                  <a:pt x="1608041" y="117562"/>
                </a:lnTo>
                <a:lnTo>
                  <a:pt x="1608463" y="117449"/>
                </a:lnTo>
                <a:lnTo>
                  <a:pt x="1608878" y="117311"/>
                </a:lnTo>
                <a:lnTo>
                  <a:pt x="1609282" y="117145"/>
                </a:lnTo>
                <a:lnTo>
                  <a:pt x="1609672" y="116948"/>
                </a:lnTo>
                <a:lnTo>
                  <a:pt x="1610045" y="116719"/>
                </a:lnTo>
                <a:lnTo>
                  <a:pt x="1610398" y="116455"/>
                </a:lnTo>
                <a:lnTo>
                  <a:pt x="1610726" y="116154"/>
                </a:lnTo>
                <a:lnTo>
                  <a:pt x="1611028" y="115812"/>
                </a:lnTo>
                <a:lnTo>
                  <a:pt x="1611301" y="115427"/>
                </a:lnTo>
                <a:lnTo>
                  <a:pt x="1611539" y="114998"/>
                </a:lnTo>
                <a:lnTo>
                  <a:pt x="1611742" y="114520"/>
                </a:lnTo>
                <a:lnTo>
                  <a:pt x="1611905" y="113993"/>
                </a:lnTo>
                <a:lnTo>
                  <a:pt x="1612026" y="113412"/>
                </a:lnTo>
                <a:lnTo>
                  <a:pt x="1612100" y="112777"/>
                </a:lnTo>
                <a:lnTo>
                  <a:pt x="1612126" y="112084"/>
                </a:lnTo>
                <a:lnTo>
                  <a:pt x="1612101" y="111367"/>
                </a:lnTo>
                <a:lnTo>
                  <a:pt x="1612029" y="110711"/>
                </a:lnTo>
                <a:lnTo>
                  <a:pt x="1611913" y="110111"/>
                </a:lnTo>
                <a:lnTo>
                  <a:pt x="1611755" y="109566"/>
                </a:lnTo>
                <a:close/>
                <a:moveTo>
                  <a:pt x="2107146" y="74762"/>
                </a:moveTo>
                <a:lnTo>
                  <a:pt x="2107041" y="74440"/>
                </a:lnTo>
                <a:lnTo>
                  <a:pt x="2106924" y="74135"/>
                </a:lnTo>
                <a:lnTo>
                  <a:pt x="2106795" y="73846"/>
                </a:lnTo>
                <a:lnTo>
                  <a:pt x="2106656" y="73572"/>
                </a:lnTo>
                <a:lnTo>
                  <a:pt x="2106511" y="73315"/>
                </a:lnTo>
                <a:lnTo>
                  <a:pt x="2106359" y="73074"/>
                </a:lnTo>
                <a:lnTo>
                  <a:pt x="2106204" y="72849"/>
                </a:lnTo>
                <a:lnTo>
                  <a:pt x="2106047" y="72640"/>
                </a:lnTo>
                <a:lnTo>
                  <a:pt x="2105889" y="72447"/>
                </a:lnTo>
                <a:lnTo>
                  <a:pt x="2105733" y="72271"/>
                </a:lnTo>
                <a:lnTo>
                  <a:pt x="2105581" y="72110"/>
                </a:lnTo>
                <a:lnTo>
                  <a:pt x="2105434" y="71965"/>
                </a:lnTo>
                <a:lnTo>
                  <a:pt x="2105294" y="71837"/>
                </a:lnTo>
                <a:lnTo>
                  <a:pt x="2105163" y="71724"/>
                </a:lnTo>
                <a:lnTo>
                  <a:pt x="2105043" y="71627"/>
                </a:lnTo>
                <a:lnTo>
                  <a:pt x="2104936" y="71547"/>
                </a:lnTo>
                <a:lnTo>
                  <a:pt x="2104843" y="71483"/>
                </a:lnTo>
                <a:lnTo>
                  <a:pt x="2104766" y="71434"/>
                </a:lnTo>
                <a:lnTo>
                  <a:pt x="2104708" y="71402"/>
                </a:lnTo>
                <a:lnTo>
                  <a:pt x="2104064" y="70977"/>
                </a:lnTo>
                <a:lnTo>
                  <a:pt x="2103340" y="70522"/>
                </a:lnTo>
                <a:lnTo>
                  <a:pt x="2102544" y="70041"/>
                </a:lnTo>
                <a:lnTo>
                  <a:pt x="2101684" y="69537"/>
                </a:lnTo>
                <a:lnTo>
                  <a:pt x="2100765" y="69013"/>
                </a:lnTo>
                <a:lnTo>
                  <a:pt x="2099796" y="68471"/>
                </a:lnTo>
                <a:lnTo>
                  <a:pt x="2098783" y="67914"/>
                </a:lnTo>
                <a:lnTo>
                  <a:pt x="2097733" y="67346"/>
                </a:lnTo>
                <a:lnTo>
                  <a:pt x="2096654" y="66769"/>
                </a:lnTo>
                <a:lnTo>
                  <a:pt x="2095552" y="66186"/>
                </a:lnTo>
                <a:lnTo>
                  <a:pt x="2094436" y="65601"/>
                </a:lnTo>
                <a:lnTo>
                  <a:pt x="2093311" y="65015"/>
                </a:lnTo>
                <a:lnTo>
                  <a:pt x="2092185" y="64433"/>
                </a:lnTo>
                <a:lnTo>
                  <a:pt x="2091065" y="63856"/>
                </a:lnTo>
                <a:lnTo>
                  <a:pt x="2089959" y="63289"/>
                </a:lnTo>
                <a:lnTo>
                  <a:pt x="2088873" y="62733"/>
                </a:lnTo>
                <a:lnTo>
                  <a:pt x="2087814" y="62192"/>
                </a:lnTo>
                <a:lnTo>
                  <a:pt x="2086790" y="61668"/>
                </a:lnTo>
                <a:lnTo>
                  <a:pt x="2085807" y="61166"/>
                </a:lnTo>
                <a:lnTo>
                  <a:pt x="2084873" y="60686"/>
                </a:lnTo>
                <a:lnTo>
                  <a:pt x="2083995" y="60234"/>
                </a:lnTo>
                <a:lnTo>
                  <a:pt x="2083180" y="59810"/>
                </a:lnTo>
                <a:lnTo>
                  <a:pt x="2082436" y="59419"/>
                </a:lnTo>
                <a:lnTo>
                  <a:pt x="2081768" y="59063"/>
                </a:lnTo>
                <a:lnTo>
                  <a:pt x="2102590" y="47687"/>
                </a:lnTo>
                <a:lnTo>
                  <a:pt x="2102880" y="47518"/>
                </a:lnTo>
                <a:lnTo>
                  <a:pt x="2103170" y="47348"/>
                </a:lnTo>
                <a:lnTo>
                  <a:pt x="2103461" y="47177"/>
                </a:lnTo>
                <a:lnTo>
                  <a:pt x="2103750" y="47002"/>
                </a:lnTo>
                <a:lnTo>
                  <a:pt x="2104036" y="46823"/>
                </a:lnTo>
                <a:lnTo>
                  <a:pt x="2104318" y="46639"/>
                </a:lnTo>
                <a:lnTo>
                  <a:pt x="2104596" y="46450"/>
                </a:lnTo>
                <a:lnTo>
                  <a:pt x="2104867" y="46253"/>
                </a:lnTo>
                <a:lnTo>
                  <a:pt x="2105131" y="46048"/>
                </a:lnTo>
                <a:lnTo>
                  <a:pt x="2105386" y="45834"/>
                </a:lnTo>
                <a:lnTo>
                  <a:pt x="2105632" y="45610"/>
                </a:lnTo>
                <a:lnTo>
                  <a:pt x="2105866" y="45375"/>
                </a:lnTo>
                <a:lnTo>
                  <a:pt x="2106089" y="45127"/>
                </a:lnTo>
                <a:lnTo>
                  <a:pt x="2106299" y="44867"/>
                </a:lnTo>
                <a:lnTo>
                  <a:pt x="2106494" y="44593"/>
                </a:lnTo>
                <a:lnTo>
                  <a:pt x="2106673" y="44303"/>
                </a:lnTo>
                <a:lnTo>
                  <a:pt x="2106836" y="43998"/>
                </a:lnTo>
                <a:lnTo>
                  <a:pt x="2106981" y="43676"/>
                </a:lnTo>
                <a:lnTo>
                  <a:pt x="2107107" y="43335"/>
                </a:lnTo>
                <a:lnTo>
                  <a:pt x="2107212" y="42975"/>
                </a:lnTo>
                <a:lnTo>
                  <a:pt x="2107296" y="42596"/>
                </a:lnTo>
                <a:lnTo>
                  <a:pt x="2107358" y="42195"/>
                </a:lnTo>
                <a:lnTo>
                  <a:pt x="2107396" y="41772"/>
                </a:lnTo>
                <a:lnTo>
                  <a:pt x="2107409" y="41326"/>
                </a:lnTo>
                <a:lnTo>
                  <a:pt x="2107408" y="41205"/>
                </a:lnTo>
                <a:lnTo>
                  <a:pt x="2107404" y="41039"/>
                </a:lnTo>
                <a:lnTo>
                  <a:pt x="2107394" y="40831"/>
                </a:lnTo>
                <a:lnTo>
                  <a:pt x="2107373" y="40587"/>
                </a:lnTo>
                <a:lnTo>
                  <a:pt x="2107339" y="40311"/>
                </a:lnTo>
                <a:lnTo>
                  <a:pt x="2107288" y="40007"/>
                </a:lnTo>
                <a:lnTo>
                  <a:pt x="2107217" y="39679"/>
                </a:lnTo>
                <a:lnTo>
                  <a:pt x="2107123" y="39334"/>
                </a:lnTo>
                <a:lnTo>
                  <a:pt x="2107002" y="38974"/>
                </a:lnTo>
                <a:lnTo>
                  <a:pt x="2106851" y="38604"/>
                </a:lnTo>
                <a:lnTo>
                  <a:pt x="2106666" y="38230"/>
                </a:lnTo>
                <a:lnTo>
                  <a:pt x="2106445" y="37855"/>
                </a:lnTo>
                <a:lnTo>
                  <a:pt x="2106183" y="37484"/>
                </a:lnTo>
                <a:lnTo>
                  <a:pt x="2105878" y="37122"/>
                </a:lnTo>
                <a:lnTo>
                  <a:pt x="2105526" y="36773"/>
                </a:lnTo>
                <a:lnTo>
                  <a:pt x="2105124" y="36441"/>
                </a:lnTo>
                <a:lnTo>
                  <a:pt x="2104668" y="36131"/>
                </a:lnTo>
                <a:lnTo>
                  <a:pt x="2104156" y="35848"/>
                </a:lnTo>
                <a:lnTo>
                  <a:pt x="2103583" y="35597"/>
                </a:lnTo>
                <a:lnTo>
                  <a:pt x="2102947" y="35380"/>
                </a:lnTo>
                <a:lnTo>
                  <a:pt x="2102243" y="35204"/>
                </a:lnTo>
                <a:lnTo>
                  <a:pt x="2101470" y="35073"/>
                </a:lnTo>
                <a:lnTo>
                  <a:pt x="2100622" y="34991"/>
                </a:lnTo>
                <a:lnTo>
                  <a:pt x="2099698" y="34962"/>
                </a:lnTo>
                <a:lnTo>
                  <a:pt x="2075790" y="48846"/>
                </a:lnTo>
                <a:lnTo>
                  <a:pt x="2075838" y="48180"/>
                </a:lnTo>
                <a:lnTo>
                  <a:pt x="2075883" y="47440"/>
                </a:lnTo>
                <a:lnTo>
                  <a:pt x="2075926" y="46633"/>
                </a:lnTo>
                <a:lnTo>
                  <a:pt x="2075967" y="45765"/>
                </a:lnTo>
                <a:lnTo>
                  <a:pt x="2076006" y="44842"/>
                </a:lnTo>
                <a:lnTo>
                  <a:pt x="2076044" y="43872"/>
                </a:lnTo>
                <a:lnTo>
                  <a:pt x="2076079" y="42859"/>
                </a:lnTo>
                <a:lnTo>
                  <a:pt x="2076112" y="41811"/>
                </a:lnTo>
                <a:lnTo>
                  <a:pt x="2076143" y="40735"/>
                </a:lnTo>
                <a:lnTo>
                  <a:pt x="2076172" y="39636"/>
                </a:lnTo>
                <a:lnTo>
                  <a:pt x="2076200" y="38521"/>
                </a:lnTo>
                <a:lnTo>
                  <a:pt x="2076225" y="37397"/>
                </a:lnTo>
                <a:lnTo>
                  <a:pt x="2076248" y="36270"/>
                </a:lnTo>
                <a:lnTo>
                  <a:pt x="2076269" y="35146"/>
                </a:lnTo>
                <a:lnTo>
                  <a:pt x="2076288" y="34032"/>
                </a:lnTo>
                <a:lnTo>
                  <a:pt x="2076305" y="32935"/>
                </a:lnTo>
                <a:lnTo>
                  <a:pt x="2076320" y="31860"/>
                </a:lnTo>
                <a:lnTo>
                  <a:pt x="2076334" y="30814"/>
                </a:lnTo>
                <a:lnTo>
                  <a:pt x="2076345" y="29804"/>
                </a:lnTo>
                <a:lnTo>
                  <a:pt x="2076354" y="28837"/>
                </a:lnTo>
                <a:lnTo>
                  <a:pt x="2076361" y="27918"/>
                </a:lnTo>
                <a:lnTo>
                  <a:pt x="2076366" y="27053"/>
                </a:lnTo>
                <a:lnTo>
                  <a:pt x="2076369" y="26251"/>
                </a:lnTo>
                <a:lnTo>
                  <a:pt x="2076370" y="25516"/>
                </a:lnTo>
                <a:lnTo>
                  <a:pt x="2076369" y="25276"/>
                </a:lnTo>
                <a:lnTo>
                  <a:pt x="2076366" y="24992"/>
                </a:lnTo>
                <a:lnTo>
                  <a:pt x="2076358" y="24669"/>
                </a:lnTo>
                <a:lnTo>
                  <a:pt x="2076340" y="24313"/>
                </a:lnTo>
                <a:lnTo>
                  <a:pt x="2076312" y="23928"/>
                </a:lnTo>
                <a:lnTo>
                  <a:pt x="2076271" y="23518"/>
                </a:lnTo>
                <a:lnTo>
                  <a:pt x="2076212" y="23089"/>
                </a:lnTo>
                <a:lnTo>
                  <a:pt x="2076134" y="22645"/>
                </a:lnTo>
                <a:lnTo>
                  <a:pt x="2076034" y="22190"/>
                </a:lnTo>
                <a:lnTo>
                  <a:pt x="2075910" y="21731"/>
                </a:lnTo>
                <a:lnTo>
                  <a:pt x="2075757" y="21271"/>
                </a:lnTo>
                <a:lnTo>
                  <a:pt x="2075575" y="20815"/>
                </a:lnTo>
                <a:lnTo>
                  <a:pt x="2075359" y="20369"/>
                </a:lnTo>
                <a:lnTo>
                  <a:pt x="2075107" y="19936"/>
                </a:lnTo>
                <a:lnTo>
                  <a:pt x="2074816" y="19522"/>
                </a:lnTo>
                <a:lnTo>
                  <a:pt x="2074485" y="19131"/>
                </a:lnTo>
                <a:lnTo>
                  <a:pt x="2074109" y="18768"/>
                </a:lnTo>
                <a:lnTo>
                  <a:pt x="2073686" y="18438"/>
                </a:lnTo>
                <a:lnTo>
                  <a:pt x="2073213" y="18146"/>
                </a:lnTo>
                <a:lnTo>
                  <a:pt x="2072688" y="17896"/>
                </a:lnTo>
                <a:lnTo>
                  <a:pt x="2072107" y="17693"/>
                </a:lnTo>
                <a:lnTo>
                  <a:pt x="2071469" y="17543"/>
                </a:lnTo>
                <a:lnTo>
                  <a:pt x="2070770" y="17449"/>
                </a:lnTo>
                <a:lnTo>
                  <a:pt x="2070007" y="17417"/>
                </a:lnTo>
                <a:lnTo>
                  <a:pt x="2069244" y="17449"/>
                </a:lnTo>
                <a:lnTo>
                  <a:pt x="2068545" y="17543"/>
                </a:lnTo>
                <a:lnTo>
                  <a:pt x="2067907" y="17693"/>
                </a:lnTo>
                <a:lnTo>
                  <a:pt x="2067326" y="17896"/>
                </a:lnTo>
                <a:lnTo>
                  <a:pt x="2066801" y="18146"/>
                </a:lnTo>
                <a:lnTo>
                  <a:pt x="2066328" y="18438"/>
                </a:lnTo>
                <a:lnTo>
                  <a:pt x="2065905" y="18768"/>
                </a:lnTo>
                <a:lnTo>
                  <a:pt x="2065529" y="19131"/>
                </a:lnTo>
                <a:lnTo>
                  <a:pt x="2065197" y="19522"/>
                </a:lnTo>
                <a:lnTo>
                  <a:pt x="2064907" y="19936"/>
                </a:lnTo>
                <a:lnTo>
                  <a:pt x="2064655" y="20369"/>
                </a:lnTo>
                <a:lnTo>
                  <a:pt x="2064439" y="20815"/>
                </a:lnTo>
                <a:lnTo>
                  <a:pt x="2064256" y="21271"/>
                </a:lnTo>
                <a:lnTo>
                  <a:pt x="2064104" y="21731"/>
                </a:lnTo>
                <a:lnTo>
                  <a:pt x="2063979" y="22190"/>
                </a:lnTo>
                <a:lnTo>
                  <a:pt x="2063880" y="22645"/>
                </a:lnTo>
                <a:lnTo>
                  <a:pt x="2063802" y="23089"/>
                </a:lnTo>
                <a:lnTo>
                  <a:pt x="2063743" y="23518"/>
                </a:lnTo>
                <a:lnTo>
                  <a:pt x="2063701" y="23928"/>
                </a:lnTo>
                <a:lnTo>
                  <a:pt x="2063673" y="24313"/>
                </a:lnTo>
                <a:lnTo>
                  <a:pt x="2063656" y="24669"/>
                </a:lnTo>
                <a:lnTo>
                  <a:pt x="2063648" y="24992"/>
                </a:lnTo>
                <a:lnTo>
                  <a:pt x="2063644" y="25276"/>
                </a:lnTo>
                <a:lnTo>
                  <a:pt x="2063644" y="25516"/>
                </a:lnTo>
                <a:lnTo>
                  <a:pt x="2063645" y="26251"/>
                </a:lnTo>
                <a:lnTo>
                  <a:pt x="2063648" y="27053"/>
                </a:lnTo>
                <a:lnTo>
                  <a:pt x="2063653" y="27918"/>
                </a:lnTo>
                <a:lnTo>
                  <a:pt x="2063660" y="28837"/>
                </a:lnTo>
                <a:lnTo>
                  <a:pt x="2063669" y="29804"/>
                </a:lnTo>
                <a:lnTo>
                  <a:pt x="2063680" y="30814"/>
                </a:lnTo>
                <a:lnTo>
                  <a:pt x="2063693" y="31860"/>
                </a:lnTo>
                <a:lnTo>
                  <a:pt x="2063708" y="32935"/>
                </a:lnTo>
                <a:lnTo>
                  <a:pt x="2063726" y="34032"/>
                </a:lnTo>
                <a:lnTo>
                  <a:pt x="2063745" y="35146"/>
                </a:lnTo>
                <a:lnTo>
                  <a:pt x="2063766" y="36270"/>
                </a:lnTo>
                <a:lnTo>
                  <a:pt x="2063789" y="37397"/>
                </a:lnTo>
                <a:lnTo>
                  <a:pt x="2063814" y="38521"/>
                </a:lnTo>
                <a:lnTo>
                  <a:pt x="2063841" y="39636"/>
                </a:lnTo>
                <a:lnTo>
                  <a:pt x="2063871" y="40735"/>
                </a:lnTo>
                <a:lnTo>
                  <a:pt x="2063902" y="41811"/>
                </a:lnTo>
                <a:lnTo>
                  <a:pt x="2063935" y="42859"/>
                </a:lnTo>
                <a:lnTo>
                  <a:pt x="2063970" y="43872"/>
                </a:lnTo>
                <a:lnTo>
                  <a:pt x="2064007" y="44842"/>
                </a:lnTo>
                <a:lnTo>
                  <a:pt x="2064047" y="45765"/>
                </a:lnTo>
                <a:lnTo>
                  <a:pt x="2064088" y="46633"/>
                </a:lnTo>
                <a:lnTo>
                  <a:pt x="2064131" y="47440"/>
                </a:lnTo>
                <a:lnTo>
                  <a:pt x="2064176" y="48180"/>
                </a:lnTo>
                <a:lnTo>
                  <a:pt x="2064223" y="48846"/>
                </a:lnTo>
                <a:lnTo>
                  <a:pt x="2043402" y="36698"/>
                </a:lnTo>
                <a:lnTo>
                  <a:pt x="2043076" y="36490"/>
                </a:lnTo>
                <a:lnTo>
                  <a:pt x="2042773" y="36299"/>
                </a:lnTo>
                <a:lnTo>
                  <a:pt x="2042491" y="36125"/>
                </a:lnTo>
                <a:lnTo>
                  <a:pt x="2042229" y="35967"/>
                </a:lnTo>
                <a:lnTo>
                  <a:pt x="2041985" y="35824"/>
                </a:lnTo>
                <a:lnTo>
                  <a:pt x="2041759" y="35695"/>
                </a:lnTo>
                <a:lnTo>
                  <a:pt x="2041548" y="35579"/>
                </a:lnTo>
                <a:lnTo>
                  <a:pt x="2041351" y="35477"/>
                </a:lnTo>
                <a:lnTo>
                  <a:pt x="2041167" y="35386"/>
                </a:lnTo>
                <a:lnTo>
                  <a:pt x="2040995" y="35307"/>
                </a:lnTo>
                <a:lnTo>
                  <a:pt x="2040832" y="35238"/>
                </a:lnTo>
                <a:lnTo>
                  <a:pt x="2040677" y="35179"/>
                </a:lnTo>
                <a:lnTo>
                  <a:pt x="2040530" y="35130"/>
                </a:lnTo>
                <a:lnTo>
                  <a:pt x="2040388" y="35088"/>
                </a:lnTo>
                <a:lnTo>
                  <a:pt x="2040251" y="35054"/>
                </a:lnTo>
                <a:lnTo>
                  <a:pt x="2040116" y="35027"/>
                </a:lnTo>
                <a:lnTo>
                  <a:pt x="2039983" y="35006"/>
                </a:lnTo>
                <a:lnTo>
                  <a:pt x="2039850" y="34990"/>
                </a:lnTo>
                <a:lnTo>
                  <a:pt x="2039715" y="34978"/>
                </a:lnTo>
                <a:lnTo>
                  <a:pt x="2039577" y="34971"/>
                </a:lnTo>
                <a:lnTo>
                  <a:pt x="2039435" y="34966"/>
                </a:lnTo>
                <a:lnTo>
                  <a:pt x="2039287" y="34963"/>
                </a:lnTo>
                <a:lnTo>
                  <a:pt x="2039132" y="34963"/>
                </a:lnTo>
                <a:lnTo>
                  <a:pt x="2038968" y="34962"/>
                </a:lnTo>
                <a:lnTo>
                  <a:pt x="2038493" y="34980"/>
                </a:lnTo>
                <a:lnTo>
                  <a:pt x="2038033" y="35032"/>
                </a:lnTo>
                <a:lnTo>
                  <a:pt x="2037588" y="35117"/>
                </a:lnTo>
                <a:lnTo>
                  <a:pt x="2037158" y="35233"/>
                </a:lnTo>
                <a:lnTo>
                  <a:pt x="2036744" y="35378"/>
                </a:lnTo>
                <a:lnTo>
                  <a:pt x="2036347" y="35550"/>
                </a:lnTo>
                <a:lnTo>
                  <a:pt x="2035967" y="35748"/>
                </a:lnTo>
                <a:lnTo>
                  <a:pt x="2035605" y="35970"/>
                </a:lnTo>
                <a:lnTo>
                  <a:pt x="2035260" y="36213"/>
                </a:lnTo>
                <a:lnTo>
                  <a:pt x="2034934" y="36478"/>
                </a:lnTo>
                <a:lnTo>
                  <a:pt x="2034628" y="36760"/>
                </a:lnTo>
                <a:lnTo>
                  <a:pt x="2034340" y="37060"/>
                </a:lnTo>
                <a:lnTo>
                  <a:pt x="2034073" y="37374"/>
                </a:lnTo>
                <a:lnTo>
                  <a:pt x="2033827" y="37702"/>
                </a:lnTo>
                <a:lnTo>
                  <a:pt x="2033602" y="38042"/>
                </a:lnTo>
                <a:lnTo>
                  <a:pt x="2033398" y="38391"/>
                </a:lnTo>
                <a:lnTo>
                  <a:pt x="2033216" y="38748"/>
                </a:lnTo>
                <a:lnTo>
                  <a:pt x="2033057" y="39112"/>
                </a:lnTo>
                <a:lnTo>
                  <a:pt x="2032921" y="39480"/>
                </a:lnTo>
                <a:lnTo>
                  <a:pt x="2032809" y="39850"/>
                </a:lnTo>
                <a:lnTo>
                  <a:pt x="2032720" y="40222"/>
                </a:lnTo>
                <a:lnTo>
                  <a:pt x="2032657" y="40593"/>
                </a:lnTo>
                <a:lnTo>
                  <a:pt x="2032618" y="40962"/>
                </a:lnTo>
                <a:lnTo>
                  <a:pt x="2032605" y="41326"/>
                </a:lnTo>
                <a:lnTo>
                  <a:pt x="2032616" y="41771"/>
                </a:lnTo>
                <a:lnTo>
                  <a:pt x="2032648" y="42191"/>
                </a:lnTo>
                <a:lnTo>
                  <a:pt x="2032701" y="42587"/>
                </a:lnTo>
                <a:lnTo>
                  <a:pt x="2032774" y="42961"/>
                </a:lnTo>
                <a:lnTo>
                  <a:pt x="2032866" y="43313"/>
                </a:lnTo>
                <a:lnTo>
                  <a:pt x="2032976" y="43645"/>
                </a:lnTo>
                <a:lnTo>
                  <a:pt x="2033103" y="43958"/>
                </a:lnTo>
                <a:lnTo>
                  <a:pt x="2033248" y="44253"/>
                </a:lnTo>
                <a:lnTo>
                  <a:pt x="2033408" y="44532"/>
                </a:lnTo>
                <a:lnTo>
                  <a:pt x="2033584" y="44794"/>
                </a:lnTo>
                <a:lnTo>
                  <a:pt x="2033775" y="45043"/>
                </a:lnTo>
                <a:lnTo>
                  <a:pt x="2033979" y="45278"/>
                </a:lnTo>
                <a:lnTo>
                  <a:pt x="2034196" y="45501"/>
                </a:lnTo>
                <a:lnTo>
                  <a:pt x="2034426" y="45713"/>
                </a:lnTo>
                <a:lnTo>
                  <a:pt x="2034667" y="45916"/>
                </a:lnTo>
                <a:lnTo>
                  <a:pt x="2034919" y="46110"/>
                </a:lnTo>
                <a:lnTo>
                  <a:pt x="2035181" y="46296"/>
                </a:lnTo>
                <a:lnTo>
                  <a:pt x="2035452" y="46477"/>
                </a:lnTo>
                <a:lnTo>
                  <a:pt x="2035732" y="46652"/>
                </a:lnTo>
                <a:lnTo>
                  <a:pt x="2036020" y="46824"/>
                </a:lnTo>
                <a:lnTo>
                  <a:pt x="2036314" y="46993"/>
                </a:lnTo>
                <a:lnTo>
                  <a:pt x="2036615" y="47160"/>
                </a:lnTo>
                <a:lnTo>
                  <a:pt x="2036921" y="47327"/>
                </a:lnTo>
                <a:lnTo>
                  <a:pt x="2037233" y="47495"/>
                </a:lnTo>
                <a:lnTo>
                  <a:pt x="2058246" y="58869"/>
                </a:lnTo>
                <a:lnTo>
                  <a:pt x="2037424" y="70246"/>
                </a:lnTo>
                <a:lnTo>
                  <a:pt x="2037134" y="70414"/>
                </a:lnTo>
                <a:lnTo>
                  <a:pt x="2036843" y="70581"/>
                </a:lnTo>
                <a:lnTo>
                  <a:pt x="2036553" y="70749"/>
                </a:lnTo>
                <a:lnTo>
                  <a:pt x="2036264" y="70918"/>
                </a:lnTo>
                <a:lnTo>
                  <a:pt x="2035978" y="71091"/>
                </a:lnTo>
                <a:lnTo>
                  <a:pt x="2035695" y="71267"/>
                </a:lnTo>
                <a:lnTo>
                  <a:pt x="2035418" y="71450"/>
                </a:lnTo>
                <a:lnTo>
                  <a:pt x="2035147" y="71639"/>
                </a:lnTo>
                <a:lnTo>
                  <a:pt x="2034883" y="71836"/>
                </a:lnTo>
                <a:lnTo>
                  <a:pt x="2034628" y="72042"/>
                </a:lnTo>
                <a:lnTo>
                  <a:pt x="2034382" y="72259"/>
                </a:lnTo>
                <a:lnTo>
                  <a:pt x="2034147" y="72487"/>
                </a:lnTo>
                <a:lnTo>
                  <a:pt x="2033925" y="72729"/>
                </a:lnTo>
                <a:lnTo>
                  <a:pt x="2033715" y="72985"/>
                </a:lnTo>
                <a:lnTo>
                  <a:pt x="2033520" y="73257"/>
                </a:lnTo>
                <a:lnTo>
                  <a:pt x="2033341" y="73545"/>
                </a:lnTo>
                <a:lnTo>
                  <a:pt x="2033178" y="73852"/>
                </a:lnTo>
                <a:lnTo>
                  <a:pt x="2033033" y="74178"/>
                </a:lnTo>
                <a:lnTo>
                  <a:pt x="2032907" y="74524"/>
                </a:lnTo>
                <a:lnTo>
                  <a:pt x="2032802" y="74892"/>
                </a:lnTo>
                <a:lnTo>
                  <a:pt x="2032717" y="75284"/>
                </a:lnTo>
                <a:lnTo>
                  <a:pt x="2032656" y="75700"/>
                </a:lnTo>
                <a:lnTo>
                  <a:pt x="2032618" y="76141"/>
                </a:lnTo>
                <a:lnTo>
                  <a:pt x="2032605" y="76609"/>
                </a:lnTo>
                <a:lnTo>
                  <a:pt x="2032606" y="76730"/>
                </a:lnTo>
                <a:lnTo>
                  <a:pt x="2032610" y="76896"/>
                </a:lnTo>
                <a:lnTo>
                  <a:pt x="2032620" y="77104"/>
                </a:lnTo>
                <a:lnTo>
                  <a:pt x="2032641" y="77348"/>
                </a:lnTo>
                <a:lnTo>
                  <a:pt x="2032675" y="77624"/>
                </a:lnTo>
                <a:lnTo>
                  <a:pt x="2032726" y="77928"/>
                </a:lnTo>
                <a:lnTo>
                  <a:pt x="2032797" y="78255"/>
                </a:lnTo>
                <a:lnTo>
                  <a:pt x="2032891" y="78601"/>
                </a:lnTo>
                <a:lnTo>
                  <a:pt x="2033012" y="78960"/>
                </a:lnTo>
                <a:lnTo>
                  <a:pt x="2033163" y="79330"/>
                </a:lnTo>
                <a:lnTo>
                  <a:pt x="2033348" y="79704"/>
                </a:lnTo>
                <a:lnTo>
                  <a:pt x="2033569" y="80078"/>
                </a:lnTo>
                <a:lnTo>
                  <a:pt x="2033831" y="80449"/>
                </a:lnTo>
                <a:lnTo>
                  <a:pt x="2034136" y="80811"/>
                </a:lnTo>
                <a:lnTo>
                  <a:pt x="2034488" y="81160"/>
                </a:lnTo>
                <a:lnTo>
                  <a:pt x="2034890" y="81492"/>
                </a:lnTo>
                <a:lnTo>
                  <a:pt x="2035345" y="81801"/>
                </a:lnTo>
                <a:lnTo>
                  <a:pt x="2035858" y="82084"/>
                </a:lnTo>
                <a:lnTo>
                  <a:pt x="2036431" y="82336"/>
                </a:lnTo>
                <a:lnTo>
                  <a:pt x="2037067" y="82552"/>
                </a:lnTo>
                <a:lnTo>
                  <a:pt x="2037771" y="82728"/>
                </a:lnTo>
                <a:lnTo>
                  <a:pt x="2038544" y="82859"/>
                </a:lnTo>
                <a:lnTo>
                  <a:pt x="2039391" y="82941"/>
                </a:lnTo>
                <a:lnTo>
                  <a:pt x="2040316" y="82970"/>
                </a:lnTo>
                <a:lnTo>
                  <a:pt x="2064223" y="69089"/>
                </a:lnTo>
                <a:lnTo>
                  <a:pt x="2064176" y="69755"/>
                </a:lnTo>
                <a:lnTo>
                  <a:pt x="2064131" y="70495"/>
                </a:lnTo>
                <a:lnTo>
                  <a:pt x="2064088" y="71302"/>
                </a:lnTo>
                <a:lnTo>
                  <a:pt x="2064047" y="72170"/>
                </a:lnTo>
                <a:lnTo>
                  <a:pt x="2064007" y="73092"/>
                </a:lnTo>
                <a:lnTo>
                  <a:pt x="2063970" y="74063"/>
                </a:lnTo>
                <a:lnTo>
                  <a:pt x="2063935" y="75076"/>
                </a:lnTo>
                <a:lnTo>
                  <a:pt x="2063902" y="76123"/>
                </a:lnTo>
                <a:lnTo>
                  <a:pt x="2063871" y="77200"/>
                </a:lnTo>
                <a:lnTo>
                  <a:pt x="2063841" y="78298"/>
                </a:lnTo>
                <a:lnTo>
                  <a:pt x="2063814" y="79413"/>
                </a:lnTo>
                <a:lnTo>
                  <a:pt x="2063789" y="80537"/>
                </a:lnTo>
                <a:lnTo>
                  <a:pt x="2063766" y="81664"/>
                </a:lnTo>
                <a:lnTo>
                  <a:pt x="2063745" y="82788"/>
                </a:lnTo>
                <a:lnTo>
                  <a:pt x="2063726" y="83902"/>
                </a:lnTo>
                <a:lnTo>
                  <a:pt x="2063708" y="84999"/>
                </a:lnTo>
                <a:lnTo>
                  <a:pt x="2063693" y="86074"/>
                </a:lnTo>
                <a:lnTo>
                  <a:pt x="2063680" y="87120"/>
                </a:lnTo>
                <a:lnTo>
                  <a:pt x="2063669" y="88130"/>
                </a:lnTo>
                <a:lnTo>
                  <a:pt x="2063660" y="89097"/>
                </a:lnTo>
                <a:lnTo>
                  <a:pt x="2063653" y="90017"/>
                </a:lnTo>
                <a:lnTo>
                  <a:pt x="2063648" y="90881"/>
                </a:lnTo>
                <a:lnTo>
                  <a:pt x="2063645" y="91684"/>
                </a:lnTo>
                <a:lnTo>
                  <a:pt x="2063644" y="92419"/>
                </a:lnTo>
                <a:lnTo>
                  <a:pt x="2063644" y="92660"/>
                </a:lnTo>
                <a:lnTo>
                  <a:pt x="2063648" y="92943"/>
                </a:lnTo>
                <a:lnTo>
                  <a:pt x="2063656" y="93266"/>
                </a:lnTo>
                <a:lnTo>
                  <a:pt x="2063673" y="93622"/>
                </a:lnTo>
                <a:lnTo>
                  <a:pt x="2063701" y="94007"/>
                </a:lnTo>
                <a:lnTo>
                  <a:pt x="2063743" y="94417"/>
                </a:lnTo>
                <a:lnTo>
                  <a:pt x="2063802" y="94846"/>
                </a:lnTo>
                <a:lnTo>
                  <a:pt x="2063880" y="95290"/>
                </a:lnTo>
                <a:lnTo>
                  <a:pt x="2063979" y="95744"/>
                </a:lnTo>
                <a:lnTo>
                  <a:pt x="2064104" y="96203"/>
                </a:lnTo>
                <a:lnTo>
                  <a:pt x="2064256" y="96663"/>
                </a:lnTo>
                <a:lnTo>
                  <a:pt x="2064439" y="97118"/>
                </a:lnTo>
                <a:lnTo>
                  <a:pt x="2064655" y="97565"/>
                </a:lnTo>
                <a:lnTo>
                  <a:pt x="2064907" y="97998"/>
                </a:lnTo>
                <a:lnTo>
                  <a:pt x="2065197" y="98412"/>
                </a:lnTo>
                <a:lnTo>
                  <a:pt x="2065529" y="98802"/>
                </a:lnTo>
                <a:lnTo>
                  <a:pt x="2065905" y="99165"/>
                </a:lnTo>
                <a:lnTo>
                  <a:pt x="2066328" y="99495"/>
                </a:lnTo>
                <a:lnTo>
                  <a:pt x="2066801" y="99787"/>
                </a:lnTo>
                <a:lnTo>
                  <a:pt x="2067326" y="100037"/>
                </a:lnTo>
                <a:lnTo>
                  <a:pt x="2067907" y="100239"/>
                </a:lnTo>
                <a:lnTo>
                  <a:pt x="2068545" y="100390"/>
                </a:lnTo>
                <a:lnTo>
                  <a:pt x="2069244" y="100483"/>
                </a:lnTo>
                <a:lnTo>
                  <a:pt x="2070007" y="100516"/>
                </a:lnTo>
                <a:lnTo>
                  <a:pt x="2070770" y="100483"/>
                </a:lnTo>
                <a:lnTo>
                  <a:pt x="2071469" y="100390"/>
                </a:lnTo>
                <a:lnTo>
                  <a:pt x="2072107" y="100239"/>
                </a:lnTo>
                <a:lnTo>
                  <a:pt x="2072688" y="100037"/>
                </a:lnTo>
                <a:lnTo>
                  <a:pt x="2073213" y="99787"/>
                </a:lnTo>
                <a:lnTo>
                  <a:pt x="2073686" y="99495"/>
                </a:lnTo>
                <a:lnTo>
                  <a:pt x="2074109" y="99165"/>
                </a:lnTo>
                <a:lnTo>
                  <a:pt x="2074485" y="98802"/>
                </a:lnTo>
                <a:lnTo>
                  <a:pt x="2074816" y="98412"/>
                </a:lnTo>
                <a:lnTo>
                  <a:pt x="2075107" y="97998"/>
                </a:lnTo>
                <a:lnTo>
                  <a:pt x="2075359" y="97565"/>
                </a:lnTo>
                <a:lnTo>
                  <a:pt x="2075575" y="97118"/>
                </a:lnTo>
                <a:lnTo>
                  <a:pt x="2075757" y="96663"/>
                </a:lnTo>
                <a:lnTo>
                  <a:pt x="2075910" y="96203"/>
                </a:lnTo>
                <a:lnTo>
                  <a:pt x="2076034" y="95744"/>
                </a:lnTo>
                <a:lnTo>
                  <a:pt x="2076134" y="95290"/>
                </a:lnTo>
                <a:lnTo>
                  <a:pt x="2076212" y="94846"/>
                </a:lnTo>
                <a:lnTo>
                  <a:pt x="2076271" y="94417"/>
                </a:lnTo>
                <a:lnTo>
                  <a:pt x="2076312" y="94007"/>
                </a:lnTo>
                <a:lnTo>
                  <a:pt x="2076340" y="93622"/>
                </a:lnTo>
                <a:lnTo>
                  <a:pt x="2076358" y="93266"/>
                </a:lnTo>
                <a:lnTo>
                  <a:pt x="2076366" y="92943"/>
                </a:lnTo>
                <a:lnTo>
                  <a:pt x="2076369" y="92660"/>
                </a:lnTo>
                <a:lnTo>
                  <a:pt x="2076370" y="92419"/>
                </a:lnTo>
                <a:lnTo>
                  <a:pt x="2076369" y="91684"/>
                </a:lnTo>
                <a:lnTo>
                  <a:pt x="2076366" y="90881"/>
                </a:lnTo>
                <a:lnTo>
                  <a:pt x="2076361" y="90017"/>
                </a:lnTo>
                <a:lnTo>
                  <a:pt x="2076354" y="89097"/>
                </a:lnTo>
                <a:lnTo>
                  <a:pt x="2076345" y="88130"/>
                </a:lnTo>
                <a:lnTo>
                  <a:pt x="2076334" y="87120"/>
                </a:lnTo>
                <a:lnTo>
                  <a:pt x="2076320" y="86074"/>
                </a:lnTo>
                <a:lnTo>
                  <a:pt x="2076305" y="84999"/>
                </a:lnTo>
                <a:lnTo>
                  <a:pt x="2076288" y="83902"/>
                </a:lnTo>
                <a:lnTo>
                  <a:pt x="2076269" y="82788"/>
                </a:lnTo>
                <a:lnTo>
                  <a:pt x="2076248" y="81664"/>
                </a:lnTo>
                <a:lnTo>
                  <a:pt x="2076225" y="80537"/>
                </a:lnTo>
                <a:lnTo>
                  <a:pt x="2076200" y="79413"/>
                </a:lnTo>
                <a:lnTo>
                  <a:pt x="2076172" y="78298"/>
                </a:lnTo>
                <a:lnTo>
                  <a:pt x="2076143" y="77200"/>
                </a:lnTo>
                <a:lnTo>
                  <a:pt x="2076112" y="76123"/>
                </a:lnTo>
                <a:lnTo>
                  <a:pt x="2076079" y="75076"/>
                </a:lnTo>
                <a:lnTo>
                  <a:pt x="2076044" y="74063"/>
                </a:lnTo>
                <a:lnTo>
                  <a:pt x="2076006" y="73092"/>
                </a:lnTo>
                <a:lnTo>
                  <a:pt x="2075967" y="72170"/>
                </a:lnTo>
                <a:lnTo>
                  <a:pt x="2075926" y="71302"/>
                </a:lnTo>
                <a:lnTo>
                  <a:pt x="2075883" y="70495"/>
                </a:lnTo>
                <a:lnTo>
                  <a:pt x="2075838" y="69755"/>
                </a:lnTo>
                <a:lnTo>
                  <a:pt x="2075790" y="69089"/>
                </a:lnTo>
                <a:lnTo>
                  <a:pt x="2077165" y="69856"/>
                </a:lnTo>
                <a:lnTo>
                  <a:pt x="2078360" y="70524"/>
                </a:lnTo>
                <a:lnTo>
                  <a:pt x="2079392" y="71103"/>
                </a:lnTo>
                <a:lnTo>
                  <a:pt x="2080279" y="71603"/>
                </a:lnTo>
                <a:lnTo>
                  <a:pt x="2081038" y="72033"/>
                </a:lnTo>
                <a:lnTo>
                  <a:pt x="2081686" y="72403"/>
                </a:lnTo>
                <a:lnTo>
                  <a:pt x="2082240" y="72723"/>
                </a:lnTo>
                <a:lnTo>
                  <a:pt x="2082717" y="73002"/>
                </a:lnTo>
                <a:lnTo>
                  <a:pt x="2083135" y="73251"/>
                </a:lnTo>
                <a:lnTo>
                  <a:pt x="2083510" y="73478"/>
                </a:lnTo>
                <a:lnTo>
                  <a:pt x="2083860" y="73694"/>
                </a:lnTo>
                <a:lnTo>
                  <a:pt x="2084201" y="73909"/>
                </a:lnTo>
                <a:lnTo>
                  <a:pt x="2084552" y="74131"/>
                </a:lnTo>
                <a:lnTo>
                  <a:pt x="2084929" y="74372"/>
                </a:lnTo>
                <a:lnTo>
                  <a:pt x="2085349" y="74639"/>
                </a:lnTo>
                <a:lnTo>
                  <a:pt x="2085830" y="74944"/>
                </a:lnTo>
                <a:lnTo>
                  <a:pt x="2086388" y="75296"/>
                </a:lnTo>
                <a:lnTo>
                  <a:pt x="2087041" y="75704"/>
                </a:lnTo>
                <a:lnTo>
                  <a:pt x="2087807" y="76179"/>
                </a:lnTo>
                <a:lnTo>
                  <a:pt x="2088701" y="76730"/>
                </a:lnTo>
                <a:lnTo>
                  <a:pt x="2089741" y="77366"/>
                </a:lnTo>
                <a:lnTo>
                  <a:pt x="2090945" y="78098"/>
                </a:lnTo>
                <a:lnTo>
                  <a:pt x="2092330" y="78935"/>
                </a:lnTo>
                <a:lnTo>
                  <a:pt x="2093912" y="79887"/>
                </a:lnTo>
                <a:lnTo>
                  <a:pt x="2094538" y="80256"/>
                </a:lnTo>
                <a:lnTo>
                  <a:pt x="2095116" y="80595"/>
                </a:lnTo>
                <a:lnTo>
                  <a:pt x="2095650" y="80904"/>
                </a:lnTo>
                <a:lnTo>
                  <a:pt x="2096141" y="81185"/>
                </a:lnTo>
                <a:lnTo>
                  <a:pt x="2096592" y="81440"/>
                </a:lnTo>
                <a:lnTo>
                  <a:pt x="2097006" y="81669"/>
                </a:lnTo>
                <a:lnTo>
                  <a:pt x="2097386" y="81874"/>
                </a:lnTo>
                <a:lnTo>
                  <a:pt x="2097733" y="82056"/>
                </a:lnTo>
                <a:lnTo>
                  <a:pt x="2098051" y="82217"/>
                </a:lnTo>
                <a:lnTo>
                  <a:pt x="2098342" y="82358"/>
                </a:lnTo>
                <a:lnTo>
                  <a:pt x="2098608" y="82480"/>
                </a:lnTo>
                <a:lnTo>
                  <a:pt x="2098853" y="82584"/>
                </a:lnTo>
                <a:lnTo>
                  <a:pt x="2099079" y="82673"/>
                </a:lnTo>
                <a:lnTo>
                  <a:pt x="2099288" y="82747"/>
                </a:lnTo>
                <a:lnTo>
                  <a:pt x="2099484" y="82807"/>
                </a:lnTo>
                <a:lnTo>
                  <a:pt x="2099668" y="82856"/>
                </a:lnTo>
                <a:lnTo>
                  <a:pt x="2099843" y="82893"/>
                </a:lnTo>
                <a:lnTo>
                  <a:pt x="2100013" y="82922"/>
                </a:lnTo>
                <a:lnTo>
                  <a:pt x="2100179" y="82942"/>
                </a:lnTo>
                <a:lnTo>
                  <a:pt x="2100343" y="82955"/>
                </a:lnTo>
                <a:lnTo>
                  <a:pt x="2100510" y="82964"/>
                </a:lnTo>
                <a:lnTo>
                  <a:pt x="2100681" y="82968"/>
                </a:lnTo>
                <a:lnTo>
                  <a:pt x="2100858" y="82970"/>
                </a:lnTo>
                <a:lnTo>
                  <a:pt x="2101046" y="82970"/>
                </a:lnTo>
                <a:lnTo>
                  <a:pt x="2101520" y="82952"/>
                </a:lnTo>
                <a:lnTo>
                  <a:pt x="2101981" y="82900"/>
                </a:lnTo>
                <a:lnTo>
                  <a:pt x="2102426" y="82815"/>
                </a:lnTo>
                <a:lnTo>
                  <a:pt x="2102856" y="82699"/>
                </a:lnTo>
                <a:lnTo>
                  <a:pt x="2103270" y="82555"/>
                </a:lnTo>
                <a:lnTo>
                  <a:pt x="2103667" y="82383"/>
                </a:lnTo>
                <a:lnTo>
                  <a:pt x="2104047" y="82185"/>
                </a:lnTo>
                <a:lnTo>
                  <a:pt x="2104409" y="81963"/>
                </a:lnTo>
                <a:lnTo>
                  <a:pt x="2104754" y="81720"/>
                </a:lnTo>
                <a:lnTo>
                  <a:pt x="2105079" y="81456"/>
                </a:lnTo>
                <a:lnTo>
                  <a:pt x="2105386" y="81173"/>
                </a:lnTo>
                <a:lnTo>
                  <a:pt x="2105673" y="80874"/>
                </a:lnTo>
                <a:lnTo>
                  <a:pt x="2105940" y="80560"/>
                </a:lnTo>
                <a:lnTo>
                  <a:pt x="2106187" y="80232"/>
                </a:lnTo>
                <a:lnTo>
                  <a:pt x="2106412" y="79893"/>
                </a:lnTo>
                <a:lnTo>
                  <a:pt x="2106616" y="79544"/>
                </a:lnTo>
                <a:lnTo>
                  <a:pt x="2106798" y="79186"/>
                </a:lnTo>
                <a:lnTo>
                  <a:pt x="2106957" y="78823"/>
                </a:lnTo>
                <a:lnTo>
                  <a:pt x="2107093" y="78455"/>
                </a:lnTo>
                <a:lnTo>
                  <a:pt x="2107205" y="78084"/>
                </a:lnTo>
                <a:lnTo>
                  <a:pt x="2107293" y="77713"/>
                </a:lnTo>
                <a:lnTo>
                  <a:pt x="2107357" y="77342"/>
                </a:lnTo>
                <a:lnTo>
                  <a:pt x="2107396" y="76973"/>
                </a:lnTo>
                <a:lnTo>
                  <a:pt x="2107409" y="76609"/>
                </a:lnTo>
                <a:lnTo>
                  <a:pt x="2107397" y="76208"/>
                </a:lnTo>
                <a:lnTo>
                  <a:pt x="2107363" y="75822"/>
                </a:lnTo>
                <a:lnTo>
                  <a:pt x="2107308" y="75452"/>
                </a:lnTo>
                <a:lnTo>
                  <a:pt x="2107235" y="75099"/>
                </a:lnTo>
                <a:lnTo>
                  <a:pt x="2107146" y="74762"/>
                </a:lnTo>
                <a:close/>
                <a:moveTo>
                  <a:pt x="1409108" y="108978"/>
                </a:moveTo>
                <a:lnTo>
                  <a:pt x="1408869" y="108549"/>
                </a:lnTo>
                <a:lnTo>
                  <a:pt x="1408597" y="108164"/>
                </a:lnTo>
                <a:lnTo>
                  <a:pt x="1408295" y="107822"/>
                </a:lnTo>
                <a:lnTo>
                  <a:pt x="1407966" y="107521"/>
                </a:lnTo>
                <a:lnTo>
                  <a:pt x="1407614" y="107256"/>
                </a:lnTo>
                <a:lnTo>
                  <a:pt x="1407241" y="107028"/>
                </a:lnTo>
                <a:lnTo>
                  <a:pt x="1406851" y="106831"/>
                </a:lnTo>
                <a:lnTo>
                  <a:pt x="1406447" y="106665"/>
                </a:lnTo>
                <a:lnTo>
                  <a:pt x="1406032" y="106527"/>
                </a:lnTo>
                <a:lnTo>
                  <a:pt x="1405609" y="106413"/>
                </a:lnTo>
                <a:lnTo>
                  <a:pt x="1405182" y="106323"/>
                </a:lnTo>
                <a:lnTo>
                  <a:pt x="1404754" y="106252"/>
                </a:lnTo>
                <a:lnTo>
                  <a:pt x="1404327" y="106199"/>
                </a:lnTo>
                <a:lnTo>
                  <a:pt x="1403905" y="106161"/>
                </a:lnTo>
                <a:lnTo>
                  <a:pt x="1403492" y="106135"/>
                </a:lnTo>
                <a:lnTo>
                  <a:pt x="1403090" y="106120"/>
                </a:lnTo>
                <a:lnTo>
                  <a:pt x="1402703" y="106112"/>
                </a:lnTo>
                <a:lnTo>
                  <a:pt x="1402333" y="106109"/>
                </a:lnTo>
                <a:lnTo>
                  <a:pt x="1401984" y="106108"/>
                </a:lnTo>
                <a:lnTo>
                  <a:pt x="1393306" y="106108"/>
                </a:lnTo>
                <a:lnTo>
                  <a:pt x="1393306" y="7905"/>
                </a:lnTo>
                <a:lnTo>
                  <a:pt x="1393300" y="7179"/>
                </a:lnTo>
                <a:lnTo>
                  <a:pt x="1393279" y="6494"/>
                </a:lnTo>
                <a:lnTo>
                  <a:pt x="1393244" y="5850"/>
                </a:lnTo>
                <a:lnTo>
                  <a:pt x="1393190" y="5245"/>
                </a:lnTo>
                <a:lnTo>
                  <a:pt x="1393117" y="4678"/>
                </a:lnTo>
                <a:lnTo>
                  <a:pt x="1393023" y="4149"/>
                </a:lnTo>
                <a:lnTo>
                  <a:pt x="1392906" y="3657"/>
                </a:lnTo>
                <a:lnTo>
                  <a:pt x="1392764" y="3200"/>
                </a:lnTo>
                <a:lnTo>
                  <a:pt x="1392595" y="2778"/>
                </a:lnTo>
                <a:lnTo>
                  <a:pt x="1392397" y="2390"/>
                </a:lnTo>
                <a:lnTo>
                  <a:pt x="1392169" y="2035"/>
                </a:lnTo>
                <a:lnTo>
                  <a:pt x="1391909" y="1712"/>
                </a:lnTo>
                <a:lnTo>
                  <a:pt x="1391614" y="1420"/>
                </a:lnTo>
                <a:lnTo>
                  <a:pt x="1391284" y="1158"/>
                </a:lnTo>
                <a:lnTo>
                  <a:pt x="1390916" y="926"/>
                </a:lnTo>
                <a:lnTo>
                  <a:pt x="1390508" y="722"/>
                </a:lnTo>
                <a:lnTo>
                  <a:pt x="1390058" y="545"/>
                </a:lnTo>
                <a:lnTo>
                  <a:pt x="1389565" y="395"/>
                </a:lnTo>
                <a:lnTo>
                  <a:pt x="1389027" y="270"/>
                </a:lnTo>
                <a:lnTo>
                  <a:pt x="1388443" y="171"/>
                </a:lnTo>
                <a:lnTo>
                  <a:pt x="1387809" y="95"/>
                </a:lnTo>
                <a:lnTo>
                  <a:pt x="1387124" y="41"/>
                </a:lnTo>
                <a:lnTo>
                  <a:pt x="1386387" y="10"/>
                </a:lnTo>
                <a:lnTo>
                  <a:pt x="1385596" y="0"/>
                </a:lnTo>
                <a:lnTo>
                  <a:pt x="1371522" y="0"/>
                </a:lnTo>
                <a:lnTo>
                  <a:pt x="1371128" y="0"/>
                </a:lnTo>
                <a:lnTo>
                  <a:pt x="1370718" y="3"/>
                </a:lnTo>
                <a:lnTo>
                  <a:pt x="1370297" y="12"/>
                </a:lnTo>
                <a:lnTo>
                  <a:pt x="1369865" y="28"/>
                </a:lnTo>
                <a:lnTo>
                  <a:pt x="1369427" y="54"/>
                </a:lnTo>
                <a:lnTo>
                  <a:pt x="1368985" y="93"/>
                </a:lnTo>
                <a:lnTo>
                  <a:pt x="1368542" y="148"/>
                </a:lnTo>
                <a:lnTo>
                  <a:pt x="1368101" y="221"/>
                </a:lnTo>
                <a:lnTo>
                  <a:pt x="1367665" y="315"/>
                </a:lnTo>
                <a:lnTo>
                  <a:pt x="1367236" y="432"/>
                </a:lnTo>
                <a:lnTo>
                  <a:pt x="1366818" y="576"/>
                </a:lnTo>
                <a:lnTo>
                  <a:pt x="1366413" y="747"/>
                </a:lnTo>
                <a:lnTo>
                  <a:pt x="1366024" y="950"/>
                </a:lnTo>
                <a:lnTo>
                  <a:pt x="1365653" y="1187"/>
                </a:lnTo>
                <a:lnTo>
                  <a:pt x="1365305" y="1459"/>
                </a:lnTo>
                <a:lnTo>
                  <a:pt x="1364981" y="1771"/>
                </a:lnTo>
                <a:lnTo>
                  <a:pt x="1364685" y="2125"/>
                </a:lnTo>
                <a:lnTo>
                  <a:pt x="1364419" y="2522"/>
                </a:lnTo>
                <a:lnTo>
                  <a:pt x="1364186" y="2966"/>
                </a:lnTo>
                <a:lnTo>
                  <a:pt x="1363989" y="3460"/>
                </a:lnTo>
                <a:lnTo>
                  <a:pt x="1363831" y="4005"/>
                </a:lnTo>
                <a:lnTo>
                  <a:pt x="1363714" y="4605"/>
                </a:lnTo>
                <a:lnTo>
                  <a:pt x="1363642" y="5262"/>
                </a:lnTo>
                <a:lnTo>
                  <a:pt x="1363618" y="5978"/>
                </a:lnTo>
                <a:lnTo>
                  <a:pt x="1363643" y="6671"/>
                </a:lnTo>
                <a:lnTo>
                  <a:pt x="1363718" y="7307"/>
                </a:lnTo>
                <a:lnTo>
                  <a:pt x="1363838" y="7887"/>
                </a:lnTo>
                <a:lnTo>
                  <a:pt x="1364001" y="8415"/>
                </a:lnTo>
                <a:lnTo>
                  <a:pt x="1364204" y="8892"/>
                </a:lnTo>
                <a:lnTo>
                  <a:pt x="1364443" y="9322"/>
                </a:lnTo>
                <a:lnTo>
                  <a:pt x="1364715" y="9706"/>
                </a:lnTo>
                <a:lnTo>
                  <a:pt x="1365017" y="10048"/>
                </a:lnTo>
                <a:lnTo>
                  <a:pt x="1365346" y="10350"/>
                </a:lnTo>
                <a:lnTo>
                  <a:pt x="1365698" y="10614"/>
                </a:lnTo>
                <a:lnTo>
                  <a:pt x="1366071" y="10843"/>
                </a:lnTo>
                <a:lnTo>
                  <a:pt x="1366461" y="11039"/>
                </a:lnTo>
                <a:lnTo>
                  <a:pt x="1366865" y="11205"/>
                </a:lnTo>
                <a:lnTo>
                  <a:pt x="1367280" y="11344"/>
                </a:lnTo>
                <a:lnTo>
                  <a:pt x="1367703" y="11457"/>
                </a:lnTo>
                <a:lnTo>
                  <a:pt x="1368130" y="11548"/>
                </a:lnTo>
                <a:lnTo>
                  <a:pt x="1368559" y="11619"/>
                </a:lnTo>
                <a:lnTo>
                  <a:pt x="1368985" y="11672"/>
                </a:lnTo>
                <a:lnTo>
                  <a:pt x="1369407" y="11710"/>
                </a:lnTo>
                <a:lnTo>
                  <a:pt x="1369820" y="11735"/>
                </a:lnTo>
                <a:lnTo>
                  <a:pt x="1370222" y="11751"/>
                </a:lnTo>
                <a:lnTo>
                  <a:pt x="1370610" y="11759"/>
                </a:lnTo>
                <a:lnTo>
                  <a:pt x="1370979" y="11762"/>
                </a:lnTo>
                <a:lnTo>
                  <a:pt x="1371328" y="11762"/>
                </a:lnTo>
                <a:lnTo>
                  <a:pt x="1380003" y="11762"/>
                </a:lnTo>
                <a:lnTo>
                  <a:pt x="1380003" y="42382"/>
                </a:lnTo>
                <a:lnTo>
                  <a:pt x="1379200" y="41696"/>
                </a:lnTo>
                <a:lnTo>
                  <a:pt x="1378382" y="41037"/>
                </a:lnTo>
                <a:lnTo>
                  <a:pt x="1377548" y="40404"/>
                </a:lnTo>
                <a:lnTo>
                  <a:pt x="1376700" y="39797"/>
                </a:lnTo>
                <a:lnTo>
                  <a:pt x="1375838" y="39218"/>
                </a:lnTo>
                <a:lnTo>
                  <a:pt x="1374962" y="38667"/>
                </a:lnTo>
                <a:lnTo>
                  <a:pt x="1374073" y="38143"/>
                </a:lnTo>
                <a:lnTo>
                  <a:pt x="1373171" y="37646"/>
                </a:lnTo>
                <a:lnTo>
                  <a:pt x="1372258" y="37178"/>
                </a:lnTo>
                <a:lnTo>
                  <a:pt x="1371333" y="36739"/>
                </a:lnTo>
                <a:lnTo>
                  <a:pt x="1370396" y="36328"/>
                </a:lnTo>
                <a:lnTo>
                  <a:pt x="1369450" y="35945"/>
                </a:lnTo>
                <a:lnTo>
                  <a:pt x="1368493" y="35592"/>
                </a:lnTo>
                <a:lnTo>
                  <a:pt x="1367527" y="35269"/>
                </a:lnTo>
                <a:lnTo>
                  <a:pt x="1366551" y="34975"/>
                </a:lnTo>
                <a:lnTo>
                  <a:pt x="1365567" y="34711"/>
                </a:lnTo>
                <a:lnTo>
                  <a:pt x="1364575" y="34477"/>
                </a:lnTo>
                <a:lnTo>
                  <a:pt x="1363576" y="34273"/>
                </a:lnTo>
                <a:lnTo>
                  <a:pt x="1362569" y="34100"/>
                </a:lnTo>
                <a:lnTo>
                  <a:pt x="1361556" y="33958"/>
                </a:lnTo>
                <a:lnTo>
                  <a:pt x="1360537" y="33847"/>
                </a:lnTo>
                <a:lnTo>
                  <a:pt x="1359513" y="33767"/>
                </a:lnTo>
                <a:lnTo>
                  <a:pt x="1358483" y="33719"/>
                </a:lnTo>
                <a:lnTo>
                  <a:pt x="1357449" y="33703"/>
                </a:lnTo>
                <a:lnTo>
                  <a:pt x="1354836" y="33798"/>
                </a:lnTo>
                <a:lnTo>
                  <a:pt x="1352256" y="34078"/>
                </a:lnTo>
                <a:lnTo>
                  <a:pt x="1349717" y="34538"/>
                </a:lnTo>
                <a:lnTo>
                  <a:pt x="1347224" y="35173"/>
                </a:lnTo>
                <a:lnTo>
                  <a:pt x="1344785" y="35977"/>
                </a:lnTo>
                <a:lnTo>
                  <a:pt x="1342407" y="36946"/>
                </a:lnTo>
                <a:lnTo>
                  <a:pt x="1340097" y="38074"/>
                </a:lnTo>
                <a:lnTo>
                  <a:pt x="1337862" y="39355"/>
                </a:lnTo>
                <a:lnTo>
                  <a:pt x="1335708" y="40785"/>
                </a:lnTo>
                <a:lnTo>
                  <a:pt x="1333643" y="42359"/>
                </a:lnTo>
                <a:lnTo>
                  <a:pt x="1331673" y="44070"/>
                </a:lnTo>
                <a:lnTo>
                  <a:pt x="1329806" y="45914"/>
                </a:lnTo>
                <a:lnTo>
                  <a:pt x="1328049" y="47885"/>
                </a:lnTo>
                <a:lnTo>
                  <a:pt x="1326408" y="49978"/>
                </a:lnTo>
                <a:lnTo>
                  <a:pt x="1324890" y="52188"/>
                </a:lnTo>
                <a:lnTo>
                  <a:pt x="1323502" y="54509"/>
                </a:lnTo>
                <a:lnTo>
                  <a:pt x="1322252" y="56937"/>
                </a:lnTo>
                <a:lnTo>
                  <a:pt x="1321146" y="59466"/>
                </a:lnTo>
                <a:lnTo>
                  <a:pt x="1320191" y="62090"/>
                </a:lnTo>
                <a:lnTo>
                  <a:pt x="1319394" y="64805"/>
                </a:lnTo>
                <a:lnTo>
                  <a:pt x="1318762" y="67605"/>
                </a:lnTo>
                <a:lnTo>
                  <a:pt x="1318302" y="70484"/>
                </a:lnTo>
                <a:lnTo>
                  <a:pt x="1318021" y="73439"/>
                </a:lnTo>
                <a:lnTo>
                  <a:pt x="1317926" y="76462"/>
                </a:lnTo>
                <a:lnTo>
                  <a:pt x="1318015" y="79413"/>
                </a:lnTo>
                <a:lnTo>
                  <a:pt x="1318279" y="82306"/>
                </a:lnTo>
                <a:lnTo>
                  <a:pt x="1318711" y="85132"/>
                </a:lnTo>
                <a:lnTo>
                  <a:pt x="1319306" y="87888"/>
                </a:lnTo>
                <a:lnTo>
                  <a:pt x="1320056" y="90567"/>
                </a:lnTo>
                <a:lnTo>
                  <a:pt x="1320956" y="93163"/>
                </a:lnTo>
                <a:lnTo>
                  <a:pt x="1322000" y="95670"/>
                </a:lnTo>
                <a:lnTo>
                  <a:pt x="1323181" y="98082"/>
                </a:lnTo>
                <a:lnTo>
                  <a:pt x="1324494" y="100394"/>
                </a:lnTo>
                <a:lnTo>
                  <a:pt x="1325931" y="102599"/>
                </a:lnTo>
                <a:lnTo>
                  <a:pt x="1327487" y="104692"/>
                </a:lnTo>
                <a:lnTo>
                  <a:pt x="1329156" y="106667"/>
                </a:lnTo>
                <a:lnTo>
                  <a:pt x="1330931" y="108518"/>
                </a:lnTo>
                <a:lnTo>
                  <a:pt x="1332807" y="110238"/>
                </a:lnTo>
                <a:lnTo>
                  <a:pt x="1334776" y="111823"/>
                </a:lnTo>
                <a:lnTo>
                  <a:pt x="1336834" y="113266"/>
                </a:lnTo>
                <a:lnTo>
                  <a:pt x="1338973" y="114561"/>
                </a:lnTo>
                <a:lnTo>
                  <a:pt x="1341187" y="115703"/>
                </a:lnTo>
                <a:lnTo>
                  <a:pt x="1343471" y="116685"/>
                </a:lnTo>
                <a:lnTo>
                  <a:pt x="1345818" y="117502"/>
                </a:lnTo>
                <a:lnTo>
                  <a:pt x="1348222" y="118147"/>
                </a:lnTo>
                <a:lnTo>
                  <a:pt x="1350677" y="118615"/>
                </a:lnTo>
                <a:lnTo>
                  <a:pt x="1353176" y="118901"/>
                </a:lnTo>
                <a:lnTo>
                  <a:pt x="1355713" y="118997"/>
                </a:lnTo>
                <a:lnTo>
                  <a:pt x="1357049" y="118970"/>
                </a:lnTo>
                <a:lnTo>
                  <a:pt x="1358356" y="118892"/>
                </a:lnTo>
                <a:lnTo>
                  <a:pt x="1359635" y="118763"/>
                </a:lnTo>
                <a:lnTo>
                  <a:pt x="1360886" y="118586"/>
                </a:lnTo>
                <a:lnTo>
                  <a:pt x="1362109" y="118363"/>
                </a:lnTo>
                <a:lnTo>
                  <a:pt x="1363304" y="118097"/>
                </a:lnTo>
                <a:lnTo>
                  <a:pt x="1364471" y="117789"/>
                </a:lnTo>
                <a:lnTo>
                  <a:pt x="1365609" y="117441"/>
                </a:lnTo>
                <a:lnTo>
                  <a:pt x="1366720" y="117056"/>
                </a:lnTo>
                <a:lnTo>
                  <a:pt x="1367802" y="116635"/>
                </a:lnTo>
                <a:lnTo>
                  <a:pt x="1368856" y="116181"/>
                </a:lnTo>
                <a:lnTo>
                  <a:pt x="1369883" y="115696"/>
                </a:lnTo>
                <a:lnTo>
                  <a:pt x="1370881" y="115182"/>
                </a:lnTo>
                <a:lnTo>
                  <a:pt x="1371850" y="114640"/>
                </a:lnTo>
                <a:lnTo>
                  <a:pt x="1372792" y="114074"/>
                </a:lnTo>
                <a:lnTo>
                  <a:pt x="1373706" y="113485"/>
                </a:lnTo>
                <a:lnTo>
                  <a:pt x="1374591" y="112875"/>
                </a:lnTo>
                <a:lnTo>
                  <a:pt x="1375449" y="112247"/>
                </a:lnTo>
                <a:lnTo>
                  <a:pt x="1376278" y="111601"/>
                </a:lnTo>
                <a:lnTo>
                  <a:pt x="1377079" y="110942"/>
                </a:lnTo>
                <a:lnTo>
                  <a:pt x="1377853" y="110270"/>
                </a:lnTo>
                <a:lnTo>
                  <a:pt x="1378598" y="109587"/>
                </a:lnTo>
                <a:lnTo>
                  <a:pt x="1379314" y="108897"/>
                </a:lnTo>
                <a:lnTo>
                  <a:pt x="1380003" y="108200"/>
                </a:lnTo>
                <a:lnTo>
                  <a:pt x="1380004" y="109049"/>
                </a:lnTo>
                <a:lnTo>
                  <a:pt x="1380008" y="109854"/>
                </a:lnTo>
                <a:lnTo>
                  <a:pt x="1380018" y="110617"/>
                </a:lnTo>
                <a:lnTo>
                  <a:pt x="1380039" y="111336"/>
                </a:lnTo>
                <a:lnTo>
                  <a:pt x="1380073" y="112014"/>
                </a:lnTo>
                <a:lnTo>
                  <a:pt x="1380124" y="112651"/>
                </a:lnTo>
                <a:lnTo>
                  <a:pt x="1380195" y="113247"/>
                </a:lnTo>
                <a:lnTo>
                  <a:pt x="1380289" y="113804"/>
                </a:lnTo>
                <a:lnTo>
                  <a:pt x="1380410" y="114322"/>
                </a:lnTo>
                <a:lnTo>
                  <a:pt x="1380561" y="114801"/>
                </a:lnTo>
                <a:lnTo>
                  <a:pt x="1380746" y="115243"/>
                </a:lnTo>
                <a:lnTo>
                  <a:pt x="1380967" y="115647"/>
                </a:lnTo>
                <a:lnTo>
                  <a:pt x="1381229" y="116016"/>
                </a:lnTo>
                <a:lnTo>
                  <a:pt x="1381534" y="116349"/>
                </a:lnTo>
                <a:lnTo>
                  <a:pt x="1381886" y="116646"/>
                </a:lnTo>
                <a:lnTo>
                  <a:pt x="1382289" y="116910"/>
                </a:lnTo>
                <a:lnTo>
                  <a:pt x="1382745" y="117140"/>
                </a:lnTo>
                <a:lnTo>
                  <a:pt x="1383257" y="117337"/>
                </a:lnTo>
                <a:lnTo>
                  <a:pt x="1383830" y="117502"/>
                </a:lnTo>
                <a:lnTo>
                  <a:pt x="1384467" y="117635"/>
                </a:lnTo>
                <a:lnTo>
                  <a:pt x="1385171" y="117738"/>
                </a:lnTo>
                <a:lnTo>
                  <a:pt x="1385945" y="117810"/>
                </a:lnTo>
                <a:lnTo>
                  <a:pt x="1386792" y="117853"/>
                </a:lnTo>
                <a:lnTo>
                  <a:pt x="1387717" y="117868"/>
                </a:lnTo>
                <a:lnTo>
                  <a:pt x="1401790" y="117868"/>
                </a:lnTo>
                <a:lnTo>
                  <a:pt x="1402184" y="117867"/>
                </a:lnTo>
                <a:lnTo>
                  <a:pt x="1402594" y="117864"/>
                </a:lnTo>
                <a:lnTo>
                  <a:pt x="1403016" y="117856"/>
                </a:lnTo>
                <a:lnTo>
                  <a:pt x="1403447" y="117840"/>
                </a:lnTo>
                <a:lnTo>
                  <a:pt x="1403885" y="117813"/>
                </a:lnTo>
                <a:lnTo>
                  <a:pt x="1404327" y="117774"/>
                </a:lnTo>
                <a:lnTo>
                  <a:pt x="1404770" y="117719"/>
                </a:lnTo>
                <a:lnTo>
                  <a:pt x="1405211" y="117646"/>
                </a:lnTo>
                <a:lnTo>
                  <a:pt x="1405647" y="117552"/>
                </a:lnTo>
                <a:lnTo>
                  <a:pt x="1406076" y="117435"/>
                </a:lnTo>
                <a:lnTo>
                  <a:pt x="1406494" y="117292"/>
                </a:lnTo>
                <a:lnTo>
                  <a:pt x="1406900" y="117121"/>
                </a:lnTo>
                <a:lnTo>
                  <a:pt x="1407289" y="116918"/>
                </a:lnTo>
                <a:lnTo>
                  <a:pt x="1407659" y="116681"/>
                </a:lnTo>
                <a:lnTo>
                  <a:pt x="1408007" y="116409"/>
                </a:lnTo>
                <a:lnTo>
                  <a:pt x="1408331" y="116097"/>
                </a:lnTo>
                <a:lnTo>
                  <a:pt x="1408627" y="115744"/>
                </a:lnTo>
                <a:lnTo>
                  <a:pt x="1408893" y="115347"/>
                </a:lnTo>
                <a:lnTo>
                  <a:pt x="1409126" y="114903"/>
                </a:lnTo>
                <a:lnTo>
                  <a:pt x="1409323" y="114410"/>
                </a:lnTo>
                <a:lnTo>
                  <a:pt x="1409482" y="113865"/>
                </a:lnTo>
                <a:lnTo>
                  <a:pt x="1409598" y="113265"/>
                </a:lnTo>
                <a:lnTo>
                  <a:pt x="1409670" y="112609"/>
                </a:lnTo>
                <a:lnTo>
                  <a:pt x="1409695" y="111892"/>
                </a:lnTo>
                <a:lnTo>
                  <a:pt x="1409669" y="111199"/>
                </a:lnTo>
                <a:lnTo>
                  <a:pt x="1409594" y="110564"/>
                </a:lnTo>
                <a:lnTo>
                  <a:pt x="1409474" y="109983"/>
                </a:lnTo>
                <a:lnTo>
                  <a:pt x="1409311" y="109456"/>
                </a:lnTo>
                <a:lnTo>
                  <a:pt x="1409108" y="108978"/>
                </a:lnTo>
                <a:close/>
                <a:moveTo>
                  <a:pt x="1378896" y="87697"/>
                </a:moveTo>
                <a:lnTo>
                  <a:pt x="1378416" y="89204"/>
                </a:lnTo>
                <a:lnTo>
                  <a:pt x="1377851" y="90710"/>
                </a:lnTo>
                <a:lnTo>
                  <a:pt x="1377204" y="92206"/>
                </a:lnTo>
                <a:lnTo>
                  <a:pt x="1376476" y="93682"/>
                </a:lnTo>
                <a:lnTo>
                  <a:pt x="1375666" y="95130"/>
                </a:lnTo>
                <a:lnTo>
                  <a:pt x="1374777" y="96539"/>
                </a:lnTo>
                <a:lnTo>
                  <a:pt x="1373810" y="97902"/>
                </a:lnTo>
                <a:lnTo>
                  <a:pt x="1372766" y="99208"/>
                </a:lnTo>
                <a:lnTo>
                  <a:pt x="1371645" y="100449"/>
                </a:lnTo>
                <a:lnTo>
                  <a:pt x="1370449" y="101615"/>
                </a:lnTo>
                <a:lnTo>
                  <a:pt x="1369179" y="102697"/>
                </a:lnTo>
                <a:lnTo>
                  <a:pt x="1367836" y="103686"/>
                </a:lnTo>
                <a:lnTo>
                  <a:pt x="1366421" y="104574"/>
                </a:lnTo>
                <a:lnTo>
                  <a:pt x="1364936" y="105350"/>
                </a:lnTo>
                <a:lnTo>
                  <a:pt x="1363380" y="106005"/>
                </a:lnTo>
                <a:lnTo>
                  <a:pt x="1361756" y="106531"/>
                </a:lnTo>
                <a:lnTo>
                  <a:pt x="1360065" y="106918"/>
                </a:lnTo>
                <a:lnTo>
                  <a:pt x="1358307" y="107156"/>
                </a:lnTo>
                <a:lnTo>
                  <a:pt x="1356484" y="107238"/>
                </a:lnTo>
                <a:lnTo>
                  <a:pt x="1354785" y="107168"/>
                </a:lnTo>
                <a:lnTo>
                  <a:pt x="1353111" y="106959"/>
                </a:lnTo>
                <a:lnTo>
                  <a:pt x="1351469" y="106618"/>
                </a:lnTo>
                <a:lnTo>
                  <a:pt x="1349860" y="106147"/>
                </a:lnTo>
                <a:lnTo>
                  <a:pt x="1348290" y="105551"/>
                </a:lnTo>
                <a:lnTo>
                  <a:pt x="1346763" y="104836"/>
                </a:lnTo>
                <a:lnTo>
                  <a:pt x="1345282" y="104004"/>
                </a:lnTo>
                <a:lnTo>
                  <a:pt x="1343853" y="103062"/>
                </a:lnTo>
                <a:lnTo>
                  <a:pt x="1342478" y="102012"/>
                </a:lnTo>
                <a:lnTo>
                  <a:pt x="1341162" y="100860"/>
                </a:lnTo>
                <a:lnTo>
                  <a:pt x="1339909" y="99610"/>
                </a:lnTo>
                <a:lnTo>
                  <a:pt x="1338723" y="98266"/>
                </a:lnTo>
                <a:lnTo>
                  <a:pt x="1337609" y="96833"/>
                </a:lnTo>
                <a:lnTo>
                  <a:pt x="1336570" y="95315"/>
                </a:lnTo>
                <a:lnTo>
                  <a:pt x="1335610" y="93717"/>
                </a:lnTo>
                <a:lnTo>
                  <a:pt x="1334735" y="92043"/>
                </a:lnTo>
                <a:lnTo>
                  <a:pt x="1333946" y="90297"/>
                </a:lnTo>
                <a:lnTo>
                  <a:pt x="1333250" y="88484"/>
                </a:lnTo>
                <a:lnTo>
                  <a:pt x="1332649" y="86609"/>
                </a:lnTo>
                <a:lnTo>
                  <a:pt x="1332149" y="84675"/>
                </a:lnTo>
                <a:lnTo>
                  <a:pt x="1331752" y="82688"/>
                </a:lnTo>
                <a:lnTo>
                  <a:pt x="1331464" y="80651"/>
                </a:lnTo>
                <a:lnTo>
                  <a:pt x="1331288" y="78570"/>
                </a:lnTo>
                <a:lnTo>
                  <a:pt x="1331229" y="76447"/>
                </a:lnTo>
                <a:lnTo>
                  <a:pt x="1331298" y="74170"/>
                </a:lnTo>
                <a:lnTo>
                  <a:pt x="1331502" y="71957"/>
                </a:lnTo>
                <a:lnTo>
                  <a:pt x="1331835" y="69812"/>
                </a:lnTo>
                <a:lnTo>
                  <a:pt x="1332291" y="67738"/>
                </a:lnTo>
                <a:lnTo>
                  <a:pt x="1332864" y="65738"/>
                </a:lnTo>
                <a:lnTo>
                  <a:pt x="1333548" y="63813"/>
                </a:lnTo>
                <a:lnTo>
                  <a:pt x="1334338" y="61968"/>
                </a:lnTo>
                <a:lnTo>
                  <a:pt x="1335227" y="60205"/>
                </a:lnTo>
                <a:lnTo>
                  <a:pt x="1336210" y="58527"/>
                </a:lnTo>
                <a:lnTo>
                  <a:pt x="1337281" y="56936"/>
                </a:lnTo>
                <a:lnTo>
                  <a:pt x="1338434" y="55436"/>
                </a:lnTo>
                <a:lnTo>
                  <a:pt x="1339663" y="54029"/>
                </a:lnTo>
                <a:lnTo>
                  <a:pt x="1340962" y="52719"/>
                </a:lnTo>
                <a:lnTo>
                  <a:pt x="1342326" y="51507"/>
                </a:lnTo>
                <a:lnTo>
                  <a:pt x="1343748" y="50398"/>
                </a:lnTo>
                <a:lnTo>
                  <a:pt x="1345223" y="49393"/>
                </a:lnTo>
                <a:lnTo>
                  <a:pt x="1346745" y="48495"/>
                </a:lnTo>
                <a:lnTo>
                  <a:pt x="1348308" y="47709"/>
                </a:lnTo>
                <a:lnTo>
                  <a:pt x="1349906" y="47035"/>
                </a:lnTo>
                <a:lnTo>
                  <a:pt x="1351534" y="46477"/>
                </a:lnTo>
                <a:lnTo>
                  <a:pt x="1353185" y="46039"/>
                </a:lnTo>
                <a:lnTo>
                  <a:pt x="1354853" y="45722"/>
                </a:lnTo>
                <a:lnTo>
                  <a:pt x="1356533" y="45530"/>
                </a:lnTo>
                <a:lnTo>
                  <a:pt x="1358219" y="45465"/>
                </a:lnTo>
                <a:lnTo>
                  <a:pt x="1359746" y="45521"/>
                </a:lnTo>
                <a:lnTo>
                  <a:pt x="1361240" y="45684"/>
                </a:lnTo>
                <a:lnTo>
                  <a:pt x="1362698" y="45949"/>
                </a:lnTo>
                <a:lnTo>
                  <a:pt x="1364117" y="46313"/>
                </a:lnTo>
                <a:lnTo>
                  <a:pt x="1365495" y="46769"/>
                </a:lnTo>
                <a:lnTo>
                  <a:pt x="1366828" y="47315"/>
                </a:lnTo>
                <a:lnTo>
                  <a:pt x="1368114" y="47943"/>
                </a:lnTo>
                <a:lnTo>
                  <a:pt x="1369351" y="48651"/>
                </a:lnTo>
                <a:lnTo>
                  <a:pt x="1370534" y="49433"/>
                </a:lnTo>
                <a:lnTo>
                  <a:pt x="1371661" y="50285"/>
                </a:lnTo>
                <a:lnTo>
                  <a:pt x="1372730" y="51201"/>
                </a:lnTo>
                <a:lnTo>
                  <a:pt x="1373738" y="52177"/>
                </a:lnTo>
                <a:lnTo>
                  <a:pt x="1374681" y="53208"/>
                </a:lnTo>
                <a:lnTo>
                  <a:pt x="1375558" y="54289"/>
                </a:lnTo>
                <a:lnTo>
                  <a:pt x="1376364" y="55416"/>
                </a:lnTo>
                <a:lnTo>
                  <a:pt x="1377097" y="56584"/>
                </a:lnTo>
                <a:lnTo>
                  <a:pt x="1377755" y="57788"/>
                </a:lnTo>
                <a:lnTo>
                  <a:pt x="1378335" y="59024"/>
                </a:lnTo>
                <a:lnTo>
                  <a:pt x="1378833" y="60286"/>
                </a:lnTo>
                <a:lnTo>
                  <a:pt x="1379246" y="61569"/>
                </a:lnTo>
                <a:lnTo>
                  <a:pt x="1379573" y="62870"/>
                </a:lnTo>
                <a:lnTo>
                  <a:pt x="1379810" y="64183"/>
                </a:lnTo>
                <a:lnTo>
                  <a:pt x="1379955" y="65504"/>
                </a:lnTo>
                <a:lnTo>
                  <a:pt x="1380003" y="66827"/>
                </a:lnTo>
                <a:lnTo>
                  <a:pt x="1380003" y="80463"/>
                </a:lnTo>
                <a:lnTo>
                  <a:pt x="1379958" y="81839"/>
                </a:lnTo>
                <a:lnTo>
                  <a:pt x="1379824" y="83259"/>
                </a:lnTo>
                <a:lnTo>
                  <a:pt x="1379602" y="84715"/>
                </a:lnTo>
                <a:lnTo>
                  <a:pt x="1379292" y="86198"/>
                </a:lnTo>
                <a:lnTo>
                  <a:pt x="1378896" y="87697"/>
                </a:lnTo>
                <a:close/>
                <a:moveTo>
                  <a:pt x="1307911" y="109073"/>
                </a:moveTo>
                <a:lnTo>
                  <a:pt x="1307678" y="108629"/>
                </a:lnTo>
                <a:lnTo>
                  <a:pt x="1307412" y="108232"/>
                </a:lnTo>
                <a:lnTo>
                  <a:pt x="1307115" y="107879"/>
                </a:lnTo>
                <a:lnTo>
                  <a:pt x="1306791" y="107567"/>
                </a:lnTo>
                <a:lnTo>
                  <a:pt x="1306443" y="107294"/>
                </a:lnTo>
                <a:lnTo>
                  <a:pt x="1306073" y="107058"/>
                </a:lnTo>
                <a:lnTo>
                  <a:pt x="1305684" y="106855"/>
                </a:lnTo>
                <a:lnTo>
                  <a:pt x="1305279" y="106684"/>
                </a:lnTo>
                <a:lnTo>
                  <a:pt x="1304860" y="106541"/>
                </a:lnTo>
                <a:lnTo>
                  <a:pt x="1304431" y="106424"/>
                </a:lnTo>
                <a:lnTo>
                  <a:pt x="1303995" y="106330"/>
                </a:lnTo>
                <a:lnTo>
                  <a:pt x="1303554" y="106257"/>
                </a:lnTo>
                <a:lnTo>
                  <a:pt x="1303111" y="106202"/>
                </a:lnTo>
                <a:lnTo>
                  <a:pt x="1302669" y="106162"/>
                </a:lnTo>
                <a:lnTo>
                  <a:pt x="1302231" y="106136"/>
                </a:lnTo>
                <a:lnTo>
                  <a:pt x="1301800" y="106120"/>
                </a:lnTo>
                <a:lnTo>
                  <a:pt x="1301378" y="106112"/>
                </a:lnTo>
                <a:lnTo>
                  <a:pt x="1300969" y="106109"/>
                </a:lnTo>
                <a:lnTo>
                  <a:pt x="1300574" y="106108"/>
                </a:lnTo>
                <a:lnTo>
                  <a:pt x="1292090" y="106108"/>
                </a:lnTo>
                <a:lnTo>
                  <a:pt x="1292090" y="61446"/>
                </a:lnTo>
                <a:lnTo>
                  <a:pt x="1292039" y="59073"/>
                </a:lnTo>
                <a:lnTo>
                  <a:pt x="1291888" y="56815"/>
                </a:lnTo>
                <a:lnTo>
                  <a:pt x="1291638" y="54670"/>
                </a:lnTo>
                <a:lnTo>
                  <a:pt x="1291291" y="52638"/>
                </a:lnTo>
                <a:lnTo>
                  <a:pt x="1290850" y="50717"/>
                </a:lnTo>
                <a:lnTo>
                  <a:pt x="1290316" y="48906"/>
                </a:lnTo>
                <a:lnTo>
                  <a:pt x="1289691" y="47204"/>
                </a:lnTo>
                <a:lnTo>
                  <a:pt x="1288977" y="45609"/>
                </a:lnTo>
                <a:lnTo>
                  <a:pt x="1288176" y="44121"/>
                </a:lnTo>
                <a:lnTo>
                  <a:pt x="1287290" y="42738"/>
                </a:lnTo>
                <a:lnTo>
                  <a:pt x="1286321" y="41458"/>
                </a:lnTo>
                <a:lnTo>
                  <a:pt x="1285271" y="40281"/>
                </a:lnTo>
                <a:lnTo>
                  <a:pt x="1284141" y="39206"/>
                </a:lnTo>
                <a:lnTo>
                  <a:pt x="1282934" y="38230"/>
                </a:lnTo>
                <a:lnTo>
                  <a:pt x="1281651" y="37353"/>
                </a:lnTo>
                <a:lnTo>
                  <a:pt x="1280295" y="36574"/>
                </a:lnTo>
                <a:lnTo>
                  <a:pt x="1278867" y="35891"/>
                </a:lnTo>
                <a:lnTo>
                  <a:pt x="1277370" y="35303"/>
                </a:lnTo>
                <a:lnTo>
                  <a:pt x="1275805" y="34809"/>
                </a:lnTo>
                <a:lnTo>
                  <a:pt x="1274174" y="34408"/>
                </a:lnTo>
                <a:lnTo>
                  <a:pt x="1272479" y="34098"/>
                </a:lnTo>
                <a:lnTo>
                  <a:pt x="1270722" y="33878"/>
                </a:lnTo>
                <a:lnTo>
                  <a:pt x="1268904" y="33747"/>
                </a:lnTo>
                <a:lnTo>
                  <a:pt x="1267029" y="33703"/>
                </a:lnTo>
                <a:lnTo>
                  <a:pt x="1265437" y="33737"/>
                </a:lnTo>
                <a:lnTo>
                  <a:pt x="1263889" y="33834"/>
                </a:lnTo>
                <a:lnTo>
                  <a:pt x="1262386" y="33992"/>
                </a:lnTo>
                <a:lnTo>
                  <a:pt x="1260928" y="34206"/>
                </a:lnTo>
                <a:lnTo>
                  <a:pt x="1259515" y="34472"/>
                </a:lnTo>
                <a:lnTo>
                  <a:pt x="1258149" y="34785"/>
                </a:lnTo>
                <a:lnTo>
                  <a:pt x="1256828" y="35142"/>
                </a:lnTo>
                <a:lnTo>
                  <a:pt x="1255554" y="35539"/>
                </a:lnTo>
                <a:lnTo>
                  <a:pt x="1254327" y="35971"/>
                </a:lnTo>
                <a:lnTo>
                  <a:pt x="1253148" y="36435"/>
                </a:lnTo>
                <a:lnTo>
                  <a:pt x="1252015" y="36926"/>
                </a:lnTo>
                <a:lnTo>
                  <a:pt x="1250931" y="37440"/>
                </a:lnTo>
                <a:lnTo>
                  <a:pt x="1249894" y="37973"/>
                </a:lnTo>
                <a:lnTo>
                  <a:pt x="1248907" y="38521"/>
                </a:lnTo>
                <a:lnTo>
                  <a:pt x="1247968" y="39080"/>
                </a:lnTo>
                <a:lnTo>
                  <a:pt x="1247078" y="39646"/>
                </a:lnTo>
                <a:lnTo>
                  <a:pt x="1246238" y="40215"/>
                </a:lnTo>
                <a:lnTo>
                  <a:pt x="1245448" y="40782"/>
                </a:lnTo>
                <a:lnTo>
                  <a:pt x="1244707" y="41343"/>
                </a:lnTo>
                <a:lnTo>
                  <a:pt x="1244018" y="41895"/>
                </a:lnTo>
                <a:lnTo>
                  <a:pt x="1243379" y="42433"/>
                </a:lnTo>
                <a:lnTo>
                  <a:pt x="1242791" y="42953"/>
                </a:lnTo>
                <a:lnTo>
                  <a:pt x="1242255" y="43452"/>
                </a:lnTo>
                <a:lnTo>
                  <a:pt x="1241771" y="43924"/>
                </a:lnTo>
                <a:lnTo>
                  <a:pt x="1241771" y="43166"/>
                </a:lnTo>
                <a:lnTo>
                  <a:pt x="1241767" y="42443"/>
                </a:lnTo>
                <a:lnTo>
                  <a:pt x="1241756" y="41754"/>
                </a:lnTo>
                <a:lnTo>
                  <a:pt x="1241735" y="41099"/>
                </a:lnTo>
                <a:lnTo>
                  <a:pt x="1241701" y="40478"/>
                </a:lnTo>
                <a:lnTo>
                  <a:pt x="1241651" y="39889"/>
                </a:lnTo>
                <a:lnTo>
                  <a:pt x="1241580" y="39335"/>
                </a:lnTo>
                <a:lnTo>
                  <a:pt x="1241486" y="38813"/>
                </a:lnTo>
                <a:lnTo>
                  <a:pt x="1241365" y="38325"/>
                </a:lnTo>
                <a:lnTo>
                  <a:pt x="1241213" y="37869"/>
                </a:lnTo>
                <a:lnTo>
                  <a:pt x="1241029" y="37446"/>
                </a:lnTo>
                <a:lnTo>
                  <a:pt x="1240807" y="37055"/>
                </a:lnTo>
                <a:lnTo>
                  <a:pt x="1240546" y="36697"/>
                </a:lnTo>
                <a:lnTo>
                  <a:pt x="1240241" y="36370"/>
                </a:lnTo>
                <a:lnTo>
                  <a:pt x="1239889" y="36076"/>
                </a:lnTo>
                <a:lnTo>
                  <a:pt x="1239487" y="35813"/>
                </a:lnTo>
                <a:lnTo>
                  <a:pt x="1239031" y="35582"/>
                </a:lnTo>
                <a:lnTo>
                  <a:pt x="1238518" y="35382"/>
                </a:lnTo>
                <a:lnTo>
                  <a:pt x="1237946" y="35214"/>
                </a:lnTo>
                <a:lnTo>
                  <a:pt x="1237309" y="35076"/>
                </a:lnTo>
                <a:lnTo>
                  <a:pt x="1236606" y="34970"/>
                </a:lnTo>
                <a:lnTo>
                  <a:pt x="1235832" y="34894"/>
                </a:lnTo>
                <a:lnTo>
                  <a:pt x="1234985" y="34848"/>
                </a:lnTo>
                <a:lnTo>
                  <a:pt x="1234061" y="34833"/>
                </a:lnTo>
                <a:lnTo>
                  <a:pt x="1219987" y="34833"/>
                </a:lnTo>
                <a:lnTo>
                  <a:pt x="1219593" y="34833"/>
                </a:lnTo>
                <a:lnTo>
                  <a:pt x="1219184" y="34837"/>
                </a:lnTo>
                <a:lnTo>
                  <a:pt x="1218762" y="34845"/>
                </a:lnTo>
                <a:lnTo>
                  <a:pt x="1218330" y="34861"/>
                </a:lnTo>
                <a:lnTo>
                  <a:pt x="1217892" y="34887"/>
                </a:lnTo>
                <a:lnTo>
                  <a:pt x="1217450" y="34926"/>
                </a:lnTo>
                <a:lnTo>
                  <a:pt x="1217008" y="34981"/>
                </a:lnTo>
                <a:lnTo>
                  <a:pt x="1216567" y="35054"/>
                </a:lnTo>
                <a:lnTo>
                  <a:pt x="1216130" y="35148"/>
                </a:lnTo>
                <a:lnTo>
                  <a:pt x="1215701" y="35265"/>
                </a:lnTo>
                <a:lnTo>
                  <a:pt x="1215283" y="35409"/>
                </a:lnTo>
                <a:lnTo>
                  <a:pt x="1214878" y="35580"/>
                </a:lnTo>
                <a:lnTo>
                  <a:pt x="1214489" y="35783"/>
                </a:lnTo>
                <a:lnTo>
                  <a:pt x="1214119" y="36020"/>
                </a:lnTo>
                <a:lnTo>
                  <a:pt x="1213770" y="36293"/>
                </a:lnTo>
                <a:lnTo>
                  <a:pt x="1213446" y="36604"/>
                </a:lnTo>
                <a:lnTo>
                  <a:pt x="1213150" y="36958"/>
                </a:lnTo>
                <a:lnTo>
                  <a:pt x="1212884" y="37355"/>
                </a:lnTo>
                <a:lnTo>
                  <a:pt x="1212651" y="37799"/>
                </a:lnTo>
                <a:lnTo>
                  <a:pt x="1212454" y="38293"/>
                </a:lnTo>
                <a:lnTo>
                  <a:pt x="1212296" y="38838"/>
                </a:lnTo>
                <a:lnTo>
                  <a:pt x="1212179" y="39438"/>
                </a:lnTo>
                <a:lnTo>
                  <a:pt x="1212107" y="40095"/>
                </a:lnTo>
                <a:lnTo>
                  <a:pt x="1212083" y="40811"/>
                </a:lnTo>
                <a:lnTo>
                  <a:pt x="1212108" y="41504"/>
                </a:lnTo>
                <a:lnTo>
                  <a:pt x="1212183" y="42140"/>
                </a:lnTo>
                <a:lnTo>
                  <a:pt x="1212303" y="42720"/>
                </a:lnTo>
                <a:lnTo>
                  <a:pt x="1212467" y="43248"/>
                </a:lnTo>
                <a:lnTo>
                  <a:pt x="1212669" y="43725"/>
                </a:lnTo>
                <a:lnTo>
                  <a:pt x="1212908" y="44155"/>
                </a:lnTo>
                <a:lnTo>
                  <a:pt x="1213180" y="44539"/>
                </a:lnTo>
                <a:lnTo>
                  <a:pt x="1213482" y="44881"/>
                </a:lnTo>
                <a:lnTo>
                  <a:pt x="1213811" y="45183"/>
                </a:lnTo>
                <a:lnTo>
                  <a:pt x="1214164" y="45447"/>
                </a:lnTo>
                <a:lnTo>
                  <a:pt x="1214536" y="45676"/>
                </a:lnTo>
                <a:lnTo>
                  <a:pt x="1214926" y="45872"/>
                </a:lnTo>
                <a:lnTo>
                  <a:pt x="1215330" y="46038"/>
                </a:lnTo>
                <a:lnTo>
                  <a:pt x="1215745" y="46177"/>
                </a:lnTo>
                <a:lnTo>
                  <a:pt x="1216168" y="46290"/>
                </a:lnTo>
                <a:lnTo>
                  <a:pt x="1216595" y="46381"/>
                </a:lnTo>
                <a:lnTo>
                  <a:pt x="1217024" y="46452"/>
                </a:lnTo>
                <a:lnTo>
                  <a:pt x="1217450" y="46505"/>
                </a:lnTo>
                <a:lnTo>
                  <a:pt x="1217872" y="46543"/>
                </a:lnTo>
                <a:lnTo>
                  <a:pt x="1218285" y="46568"/>
                </a:lnTo>
                <a:lnTo>
                  <a:pt x="1218687" y="46584"/>
                </a:lnTo>
                <a:lnTo>
                  <a:pt x="1219075" y="46592"/>
                </a:lnTo>
                <a:lnTo>
                  <a:pt x="1219444" y="46595"/>
                </a:lnTo>
                <a:lnTo>
                  <a:pt x="1219793" y="46595"/>
                </a:lnTo>
                <a:lnTo>
                  <a:pt x="1228471" y="46595"/>
                </a:lnTo>
                <a:lnTo>
                  <a:pt x="1228471" y="106108"/>
                </a:lnTo>
                <a:lnTo>
                  <a:pt x="1219987" y="106108"/>
                </a:lnTo>
                <a:lnTo>
                  <a:pt x="1219593" y="106109"/>
                </a:lnTo>
                <a:lnTo>
                  <a:pt x="1219184" y="106112"/>
                </a:lnTo>
                <a:lnTo>
                  <a:pt x="1218762" y="106120"/>
                </a:lnTo>
                <a:lnTo>
                  <a:pt x="1218330" y="106136"/>
                </a:lnTo>
                <a:lnTo>
                  <a:pt x="1217892" y="106162"/>
                </a:lnTo>
                <a:lnTo>
                  <a:pt x="1217450" y="106202"/>
                </a:lnTo>
                <a:lnTo>
                  <a:pt x="1217008" y="106257"/>
                </a:lnTo>
                <a:lnTo>
                  <a:pt x="1216567" y="106330"/>
                </a:lnTo>
                <a:lnTo>
                  <a:pt x="1216130" y="106424"/>
                </a:lnTo>
                <a:lnTo>
                  <a:pt x="1215701" y="106541"/>
                </a:lnTo>
                <a:lnTo>
                  <a:pt x="1215283" y="106684"/>
                </a:lnTo>
                <a:lnTo>
                  <a:pt x="1214878" y="106855"/>
                </a:lnTo>
                <a:lnTo>
                  <a:pt x="1214489" y="107058"/>
                </a:lnTo>
                <a:lnTo>
                  <a:pt x="1214119" y="107294"/>
                </a:lnTo>
                <a:lnTo>
                  <a:pt x="1213770" y="107567"/>
                </a:lnTo>
                <a:lnTo>
                  <a:pt x="1213446" y="107879"/>
                </a:lnTo>
                <a:lnTo>
                  <a:pt x="1213150" y="108232"/>
                </a:lnTo>
                <a:lnTo>
                  <a:pt x="1212884" y="108629"/>
                </a:lnTo>
                <a:lnTo>
                  <a:pt x="1212651" y="109073"/>
                </a:lnTo>
                <a:lnTo>
                  <a:pt x="1212454" y="109566"/>
                </a:lnTo>
                <a:lnTo>
                  <a:pt x="1212296" y="110111"/>
                </a:lnTo>
                <a:lnTo>
                  <a:pt x="1212179" y="110711"/>
                </a:lnTo>
                <a:lnTo>
                  <a:pt x="1212107" y="111367"/>
                </a:lnTo>
                <a:lnTo>
                  <a:pt x="1212083" y="112084"/>
                </a:lnTo>
                <a:lnTo>
                  <a:pt x="1212108" y="112777"/>
                </a:lnTo>
                <a:lnTo>
                  <a:pt x="1212183" y="113412"/>
                </a:lnTo>
                <a:lnTo>
                  <a:pt x="1212303" y="113993"/>
                </a:lnTo>
                <a:lnTo>
                  <a:pt x="1212467" y="114520"/>
                </a:lnTo>
                <a:lnTo>
                  <a:pt x="1212669" y="114998"/>
                </a:lnTo>
                <a:lnTo>
                  <a:pt x="1212908" y="115427"/>
                </a:lnTo>
                <a:lnTo>
                  <a:pt x="1213180" y="115812"/>
                </a:lnTo>
                <a:lnTo>
                  <a:pt x="1213482" y="116154"/>
                </a:lnTo>
                <a:lnTo>
                  <a:pt x="1213811" y="116455"/>
                </a:lnTo>
                <a:lnTo>
                  <a:pt x="1214164" y="116719"/>
                </a:lnTo>
                <a:lnTo>
                  <a:pt x="1214536" y="116948"/>
                </a:lnTo>
                <a:lnTo>
                  <a:pt x="1214926" y="117145"/>
                </a:lnTo>
                <a:lnTo>
                  <a:pt x="1215330" y="117311"/>
                </a:lnTo>
                <a:lnTo>
                  <a:pt x="1215745" y="117449"/>
                </a:lnTo>
                <a:lnTo>
                  <a:pt x="1216168" y="117562"/>
                </a:lnTo>
                <a:lnTo>
                  <a:pt x="1216595" y="117653"/>
                </a:lnTo>
                <a:lnTo>
                  <a:pt x="1217024" y="117724"/>
                </a:lnTo>
                <a:lnTo>
                  <a:pt x="1217450" y="117777"/>
                </a:lnTo>
                <a:lnTo>
                  <a:pt x="1217872" y="117815"/>
                </a:lnTo>
                <a:lnTo>
                  <a:pt x="1218285" y="117841"/>
                </a:lnTo>
                <a:lnTo>
                  <a:pt x="1218687" y="117856"/>
                </a:lnTo>
                <a:lnTo>
                  <a:pt x="1219075" y="117864"/>
                </a:lnTo>
                <a:lnTo>
                  <a:pt x="1219444" y="117867"/>
                </a:lnTo>
                <a:lnTo>
                  <a:pt x="1219793" y="117868"/>
                </a:lnTo>
                <a:lnTo>
                  <a:pt x="1250449" y="117868"/>
                </a:lnTo>
                <a:lnTo>
                  <a:pt x="1250798" y="117867"/>
                </a:lnTo>
                <a:lnTo>
                  <a:pt x="1251168" y="117864"/>
                </a:lnTo>
                <a:lnTo>
                  <a:pt x="1251555" y="117856"/>
                </a:lnTo>
                <a:lnTo>
                  <a:pt x="1251957" y="117841"/>
                </a:lnTo>
                <a:lnTo>
                  <a:pt x="1252371" y="117815"/>
                </a:lnTo>
                <a:lnTo>
                  <a:pt x="1252792" y="117777"/>
                </a:lnTo>
                <a:lnTo>
                  <a:pt x="1253219" y="117724"/>
                </a:lnTo>
                <a:lnTo>
                  <a:pt x="1253647" y="117653"/>
                </a:lnTo>
                <a:lnTo>
                  <a:pt x="1254074" y="117562"/>
                </a:lnTo>
                <a:lnTo>
                  <a:pt x="1254497" y="117449"/>
                </a:lnTo>
                <a:lnTo>
                  <a:pt x="1254912" y="117311"/>
                </a:lnTo>
                <a:lnTo>
                  <a:pt x="1255316" y="117145"/>
                </a:lnTo>
                <a:lnTo>
                  <a:pt x="1255706" y="116948"/>
                </a:lnTo>
                <a:lnTo>
                  <a:pt x="1256079" y="116719"/>
                </a:lnTo>
                <a:lnTo>
                  <a:pt x="1256431" y="116455"/>
                </a:lnTo>
                <a:lnTo>
                  <a:pt x="1256760" y="116154"/>
                </a:lnTo>
                <a:lnTo>
                  <a:pt x="1257062" y="115812"/>
                </a:lnTo>
                <a:lnTo>
                  <a:pt x="1257334" y="115427"/>
                </a:lnTo>
                <a:lnTo>
                  <a:pt x="1257573" y="114998"/>
                </a:lnTo>
                <a:lnTo>
                  <a:pt x="1257776" y="114520"/>
                </a:lnTo>
                <a:lnTo>
                  <a:pt x="1257939" y="113993"/>
                </a:lnTo>
                <a:lnTo>
                  <a:pt x="1258060" y="113412"/>
                </a:lnTo>
                <a:lnTo>
                  <a:pt x="1258134" y="112777"/>
                </a:lnTo>
                <a:lnTo>
                  <a:pt x="1258160" y="112084"/>
                </a:lnTo>
                <a:lnTo>
                  <a:pt x="1258135" y="111367"/>
                </a:lnTo>
                <a:lnTo>
                  <a:pt x="1258063" y="110711"/>
                </a:lnTo>
                <a:lnTo>
                  <a:pt x="1257947" y="110111"/>
                </a:lnTo>
                <a:lnTo>
                  <a:pt x="1257789" y="109566"/>
                </a:lnTo>
                <a:lnTo>
                  <a:pt x="1257592" y="109073"/>
                </a:lnTo>
                <a:lnTo>
                  <a:pt x="1257359" y="108629"/>
                </a:lnTo>
                <a:lnTo>
                  <a:pt x="1257093" y="108232"/>
                </a:lnTo>
                <a:lnTo>
                  <a:pt x="1256796" y="107879"/>
                </a:lnTo>
                <a:lnTo>
                  <a:pt x="1256472" y="107567"/>
                </a:lnTo>
                <a:lnTo>
                  <a:pt x="1256124" y="107294"/>
                </a:lnTo>
                <a:lnTo>
                  <a:pt x="1255754" y="107058"/>
                </a:lnTo>
                <a:lnTo>
                  <a:pt x="1255365" y="106855"/>
                </a:lnTo>
                <a:lnTo>
                  <a:pt x="1254960" y="106684"/>
                </a:lnTo>
                <a:lnTo>
                  <a:pt x="1254541" y="106541"/>
                </a:lnTo>
                <a:lnTo>
                  <a:pt x="1254112" y="106424"/>
                </a:lnTo>
                <a:lnTo>
                  <a:pt x="1253676" y="106330"/>
                </a:lnTo>
                <a:lnTo>
                  <a:pt x="1253235" y="106257"/>
                </a:lnTo>
                <a:lnTo>
                  <a:pt x="1252792" y="106202"/>
                </a:lnTo>
                <a:lnTo>
                  <a:pt x="1252350" y="106162"/>
                </a:lnTo>
                <a:lnTo>
                  <a:pt x="1251912" y="106136"/>
                </a:lnTo>
                <a:lnTo>
                  <a:pt x="1251481" y="106120"/>
                </a:lnTo>
                <a:lnTo>
                  <a:pt x="1251059" y="106112"/>
                </a:lnTo>
                <a:lnTo>
                  <a:pt x="1250650" y="106109"/>
                </a:lnTo>
                <a:lnTo>
                  <a:pt x="1250255" y="106108"/>
                </a:lnTo>
                <a:lnTo>
                  <a:pt x="1241771" y="106108"/>
                </a:lnTo>
                <a:lnTo>
                  <a:pt x="1241771" y="72020"/>
                </a:lnTo>
                <a:lnTo>
                  <a:pt x="1241844" y="69677"/>
                </a:lnTo>
                <a:lnTo>
                  <a:pt x="1242058" y="67456"/>
                </a:lnTo>
                <a:lnTo>
                  <a:pt x="1242403" y="65355"/>
                </a:lnTo>
                <a:lnTo>
                  <a:pt x="1242874" y="63373"/>
                </a:lnTo>
                <a:lnTo>
                  <a:pt x="1243460" y="61507"/>
                </a:lnTo>
                <a:lnTo>
                  <a:pt x="1244154" y="59755"/>
                </a:lnTo>
                <a:lnTo>
                  <a:pt x="1244948" y="58115"/>
                </a:lnTo>
                <a:lnTo>
                  <a:pt x="1245834" y="56585"/>
                </a:lnTo>
                <a:lnTo>
                  <a:pt x="1246804" y="55164"/>
                </a:lnTo>
                <a:lnTo>
                  <a:pt x="1247849" y="53848"/>
                </a:lnTo>
                <a:lnTo>
                  <a:pt x="1248962" y="52637"/>
                </a:lnTo>
                <a:lnTo>
                  <a:pt x="1250134" y="51528"/>
                </a:lnTo>
                <a:lnTo>
                  <a:pt x="1251358" y="50520"/>
                </a:lnTo>
                <a:lnTo>
                  <a:pt x="1252624" y="49609"/>
                </a:lnTo>
                <a:lnTo>
                  <a:pt x="1253925" y="48795"/>
                </a:lnTo>
                <a:lnTo>
                  <a:pt x="1255254" y="48075"/>
                </a:lnTo>
                <a:lnTo>
                  <a:pt x="1256601" y="47447"/>
                </a:lnTo>
                <a:lnTo>
                  <a:pt x="1257958" y="46909"/>
                </a:lnTo>
                <a:lnTo>
                  <a:pt x="1259318" y="46460"/>
                </a:lnTo>
                <a:lnTo>
                  <a:pt x="1260673" y="46096"/>
                </a:lnTo>
                <a:lnTo>
                  <a:pt x="1262014" y="45817"/>
                </a:lnTo>
                <a:lnTo>
                  <a:pt x="1263333" y="45620"/>
                </a:lnTo>
                <a:lnTo>
                  <a:pt x="1264622" y="45504"/>
                </a:lnTo>
                <a:lnTo>
                  <a:pt x="1265873" y="45465"/>
                </a:lnTo>
                <a:lnTo>
                  <a:pt x="1267111" y="45494"/>
                </a:lnTo>
                <a:lnTo>
                  <a:pt x="1268273" y="45578"/>
                </a:lnTo>
                <a:lnTo>
                  <a:pt x="1269361" y="45720"/>
                </a:lnTo>
                <a:lnTo>
                  <a:pt x="1270377" y="45918"/>
                </a:lnTo>
                <a:lnTo>
                  <a:pt x="1271323" y="46174"/>
                </a:lnTo>
                <a:lnTo>
                  <a:pt x="1272201" y="46488"/>
                </a:lnTo>
                <a:lnTo>
                  <a:pt x="1273013" y="46861"/>
                </a:lnTo>
                <a:lnTo>
                  <a:pt x="1273762" y="47291"/>
                </a:lnTo>
                <a:lnTo>
                  <a:pt x="1274449" y="47781"/>
                </a:lnTo>
                <a:lnTo>
                  <a:pt x="1275077" y="48329"/>
                </a:lnTo>
                <a:lnTo>
                  <a:pt x="1275647" y="48938"/>
                </a:lnTo>
                <a:lnTo>
                  <a:pt x="1276162" y="49605"/>
                </a:lnTo>
                <a:lnTo>
                  <a:pt x="1276623" y="50334"/>
                </a:lnTo>
                <a:lnTo>
                  <a:pt x="1277034" y="51122"/>
                </a:lnTo>
                <a:lnTo>
                  <a:pt x="1277395" y="51972"/>
                </a:lnTo>
                <a:lnTo>
                  <a:pt x="1277710" y="52882"/>
                </a:lnTo>
                <a:lnTo>
                  <a:pt x="1277979" y="53854"/>
                </a:lnTo>
                <a:lnTo>
                  <a:pt x="1278206" y="54888"/>
                </a:lnTo>
                <a:lnTo>
                  <a:pt x="1278393" y="55984"/>
                </a:lnTo>
                <a:lnTo>
                  <a:pt x="1278540" y="57143"/>
                </a:lnTo>
                <a:lnTo>
                  <a:pt x="1278652" y="58364"/>
                </a:lnTo>
                <a:lnTo>
                  <a:pt x="1278728" y="59649"/>
                </a:lnTo>
                <a:lnTo>
                  <a:pt x="1278773" y="60996"/>
                </a:lnTo>
                <a:lnTo>
                  <a:pt x="1278787" y="62408"/>
                </a:lnTo>
                <a:lnTo>
                  <a:pt x="1278787" y="106108"/>
                </a:lnTo>
                <a:lnTo>
                  <a:pt x="1271271" y="106108"/>
                </a:lnTo>
                <a:lnTo>
                  <a:pt x="1270877" y="106109"/>
                </a:lnTo>
                <a:lnTo>
                  <a:pt x="1270467" y="106112"/>
                </a:lnTo>
                <a:lnTo>
                  <a:pt x="1270046" y="106120"/>
                </a:lnTo>
                <a:lnTo>
                  <a:pt x="1269614" y="106136"/>
                </a:lnTo>
                <a:lnTo>
                  <a:pt x="1269176" y="106162"/>
                </a:lnTo>
                <a:lnTo>
                  <a:pt x="1268734" y="106202"/>
                </a:lnTo>
                <a:lnTo>
                  <a:pt x="1268291" y="106257"/>
                </a:lnTo>
                <a:lnTo>
                  <a:pt x="1267850" y="106330"/>
                </a:lnTo>
                <a:lnTo>
                  <a:pt x="1267414" y="106424"/>
                </a:lnTo>
                <a:lnTo>
                  <a:pt x="1266985" y="106541"/>
                </a:lnTo>
                <a:lnTo>
                  <a:pt x="1266567" y="106684"/>
                </a:lnTo>
                <a:lnTo>
                  <a:pt x="1266162" y="106855"/>
                </a:lnTo>
                <a:lnTo>
                  <a:pt x="1265773" y="107058"/>
                </a:lnTo>
                <a:lnTo>
                  <a:pt x="1265403" y="107294"/>
                </a:lnTo>
                <a:lnTo>
                  <a:pt x="1265054" y="107567"/>
                </a:lnTo>
                <a:lnTo>
                  <a:pt x="1264730" y="107879"/>
                </a:lnTo>
                <a:lnTo>
                  <a:pt x="1264434" y="108232"/>
                </a:lnTo>
                <a:lnTo>
                  <a:pt x="1264168" y="108629"/>
                </a:lnTo>
                <a:lnTo>
                  <a:pt x="1263935" y="109073"/>
                </a:lnTo>
                <a:lnTo>
                  <a:pt x="1263738" y="109566"/>
                </a:lnTo>
                <a:lnTo>
                  <a:pt x="1263580" y="110111"/>
                </a:lnTo>
                <a:lnTo>
                  <a:pt x="1263463" y="110711"/>
                </a:lnTo>
                <a:lnTo>
                  <a:pt x="1263391" y="111367"/>
                </a:lnTo>
                <a:lnTo>
                  <a:pt x="1263367" y="112084"/>
                </a:lnTo>
                <a:lnTo>
                  <a:pt x="1263393" y="112777"/>
                </a:lnTo>
                <a:lnTo>
                  <a:pt x="1263471" y="113412"/>
                </a:lnTo>
                <a:lnTo>
                  <a:pt x="1263596" y="113993"/>
                </a:lnTo>
                <a:lnTo>
                  <a:pt x="1263765" y="114520"/>
                </a:lnTo>
                <a:lnTo>
                  <a:pt x="1263975" y="114998"/>
                </a:lnTo>
                <a:lnTo>
                  <a:pt x="1264222" y="115427"/>
                </a:lnTo>
                <a:lnTo>
                  <a:pt x="1264504" y="115812"/>
                </a:lnTo>
                <a:lnTo>
                  <a:pt x="1264816" y="116154"/>
                </a:lnTo>
                <a:lnTo>
                  <a:pt x="1265156" y="116455"/>
                </a:lnTo>
                <a:lnTo>
                  <a:pt x="1265520" y="116719"/>
                </a:lnTo>
                <a:lnTo>
                  <a:pt x="1265904" y="116948"/>
                </a:lnTo>
                <a:lnTo>
                  <a:pt x="1266306" y="117145"/>
                </a:lnTo>
                <a:lnTo>
                  <a:pt x="1266722" y="117311"/>
                </a:lnTo>
                <a:lnTo>
                  <a:pt x="1267149" y="117449"/>
                </a:lnTo>
                <a:lnTo>
                  <a:pt x="1267583" y="117562"/>
                </a:lnTo>
                <a:lnTo>
                  <a:pt x="1268022" y="117653"/>
                </a:lnTo>
                <a:lnTo>
                  <a:pt x="1268461" y="117724"/>
                </a:lnTo>
                <a:lnTo>
                  <a:pt x="1268897" y="117777"/>
                </a:lnTo>
                <a:lnTo>
                  <a:pt x="1269327" y="117815"/>
                </a:lnTo>
                <a:lnTo>
                  <a:pt x="1269748" y="117841"/>
                </a:lnTo>
                <a:lnTo>
                  <a:pt x="1270156" y="117856"/>
                </a:lnTo>
                <a:lnTo>
                  <a:pt x="1270548" y="117864"/>
                </a:lnTo>
                <a:lnTo>
                  <a:pt x="1270921" y="117867"/>
                </a:lnTo>
                <a:lnTo>
                  <a:pt x="1271271" y="117868"/>
                </a:lnTo>
                <a:lnTo>
                  <a:pt x="1300768" y="117868"/>
                </a:lnTo>
                <a:lnTo>
                  <a:pt x="1301117" y="117867"/>
                </a:lnTo>
                <a:lnTo>
                  <a:pt x="1301487" y="117864"/>
                </a:lnTo>
                <a:lnTo>
                  <a:pt x="1301874" y="117856"/>
                </a:lnTo>
                <a:lnTo>
                  <a:pt x="1302276" y="117841"/>
                </a:lnTo>
                <a:lnTo>
                  <a:pt x="1302690" y="117815"/>
                </a:lnTo>
                <a:lnTo>
                  <a:pt x="1303111" y="117777"/>
                </a:lnTo>
                <a:lnTo>
                  <a:pt x="1303538" y="117724"/>
                </a:lnTo>
                <a:lnTo>
                  <a:pt x="1303966" y="117653"/>
                </a:lnTo>
                <a:lnTo>
                  <a:pt x="1304393" y="117562"/>
                </a:lnTo>
                <a:lnTo>
                  <a:pt x="1304816" y="117449"/>
                </a:lnTo>
                <a:lnTo>
                  <a:pt x="1305231" y="117311"/>
                </a:lnTo>
                <a:lnTo>
                  <a:pt x="1305635" y="117145"/>
                </a:lnTo>
                <a:lnTo>
                  <a:pt x="1306025" y="116948"/>
                </a:lnTo>
                <a:lnTo>
                  <a:pt x="1306398" y="116719"/>
                </a:lnTo>
                <a:lnTo>
                  <a:pt x="1306750" y="116455"/>
                </a:lnTo>
                <a:lnTo>
                  <a:pt x="1307079" y="116154"/>
                </a:lnTo>
                <a:lnTo>
                  <a:pt x="1307381" y="115812"/>
                </a:lnTo>
                <a:lnTo>
                  <a:pt x="1307653" y="115427"/>
                </a:lnTo>
                <a:lnTo>
                  <a:pt x="1307892" y="114998"/>
                </a:lnTo>
                <a:lnTo>
                  <a:pt x="1308095" y="114520"/>
                </a:lnTo>
                <a:lnTo>
                  <a:pt x="1308258" y="113993"/>
                </a:lnTo>
                <a:lnTo>
                  <a:pt x="1308379" y="113412"/>
                </a:lnTo>
                <a:lnTo>
                  <a:pt x="1308453" y="112777"/>
                </a:lnTo>
                <a:lnTo>
                  <a:pt x="1308479" y="112084"/>
                </a:lnTo>
                <a:lnTo>
                  <a:pt x="1308454" y="111367"/>
                </a:lnTo>
                <a:lnTo>
                  <a:pt x="1308382" y="110711"/>
                </a:lnTo>
                <a:lnTo>
                  <a:pt x="1308266" y="110111"/>
                </a:lnTo>
                <a:lnTo>
                  <a:pt x="1308108" y="109566"/>
                </a:lnTo>
                <a:lnTo>
                  <a:pt x="1307911" y="109073"/>
                </a:lnTo>
                <a:close/>
                <a:moveTo>
                  <a:pt x="1809335" y="42808"/>
                </a:moveTo>
                <a:lnTo>
                  <a:pt x="1809127" y="42164"/>
                </a:lnTo>
                <a:lnTo>
                  <a:pt x="1808866" y="41508"/>
                </a:lnTo>
                <a:lnTo>
                  <a:pt x="1808546" y="40846"/>
                </a:lnTo>
                <a:lnTo>
                  <a:pt x="1808163" y="40182"/>
                </a:lnTo>
                <a:lnTo>
                  <a:pt x="1807711" y="39522"/>
                </a:lnTo>
                <a:lnTo>
                  <a:pt x="1807185" y="38871"/>
                </a:lnTo>
                <a:lnTo>
                  <a:pt x="1806581" y="38235"/>
                </a:lnTo>
                <a:lnTo>
                  <a:pt x="1805894" y="37619"/>
                </a:lnTo>
                <a:lnTo>
                  <a:pt x="1805119" y="37029"/>
                </a:lnTo>
                <a:lnTo>
                  <a:pt x="1804250" y="36469"/>
                </a:lnTo>
                <a:lnTo>
                  <a:pt x="1803283" y="35946"/>
                </a:lnTo>
                <a:lnTo>
                  <a:pt x="1802213" y="35464"/>
                </a:lnTo>
                <a:lnTo>
                  <a:pt x="1801036" y="35029"/>
                </a:lnTo>
                <a:lnTo>
                  <a:pt x="1799745" y="34646"/>
                </a:lnTo>
                <a:lnTo>
                  <a:pt x="1798336" y="34321"/>
                </a:lnTo>
                <a:lnTo>
                  <a:pt x="1796804" y="34059"/>
                </a:lnTo>
                <a:lnTo>
                  <a:pt x="1795145" y="33865"/>
                </a:lnTo>
                <a:lnTo>
                  <a:pt x="1793353" y="33745"/>
                </a:lnTo>
                <a:lnTo>
                  <a:pt x="1791424" y="33703"/>
                </a:lnTo>
                <a:lnTo>
                  <a:pt x="1790182" y="33722"/>
                </a:lnTo>
                <a:lnTo>
                  <a:pt x="1788915" y="33779"/>
                </a:lnTo>
                <a:lnTo>
                  <a:pt x="1787627" y="33876"/>
                </a:lnTo>
                <a:lnTo>
                  <a:pt x="1786317" y="34017"/>
                </a:lnTo>
                <a:lnTo>
                  <a:pt x="1784990" y="34202"/>
                </a:lnTo>
                <a:lnTo>
                  <a:pt x="1783645" y="34436"/>
                </a:lnTo>
                <a:lnTo>
                  <a:pt x="1782285" y="34718"/>
                </a:lnTo>
                <a:lnTo>
                  <a:pt x="1780912" y="35053"/>
                </a:lnTo>
                <a:lnTo>
                  <a:pt x="1779527" y="35442"/>
                </a:lnTo>
                <a:lnTo>
                  <a:pt x="1778133" y="35888"/>
                </a:lnTo>
                <a:lnTo>
                  <a:pt x="1776732" y="36392"/>
                </a:lnTo>
                <a:lnTo>
                  <a:pt x="1775324" y="36958"/>
                </a:lnTo>
                <a:lnTo>
                  <a:pt x="1773913" y="37586"/>
                </a:lnTo>
                <a:lnTo>
                  <a:pt x="1772499" y="38280"/>
                </a:lnTo>
                <a:lnTo>
                  <a:pt x="1771085" y="39042"/>
                </a:lnTo>
                <a:lnTo>
                  <a:pt x="1769673" y="39874"/>
                </a:lnTo>
                <a:lnTo>
                  <a:pt x="1768264" y="40778"/>
                </a:lnTo>
                <a:lnTo>
                  <a:pt x="1766860" y="41757"/>
                </a:lnTo>
                <a:lnTo>
                  <a:pt x="1765463" y="42813"/>
                </a:lnTo>
                <a:lnTo>
                  <a:pt x="1764075" y="43947"/>
                </a:lnTo>
                <a:lnTo>
                  <a:pt x="1762698" y="45164"/>
                </a:lnTo>
                <a:lnTo>
                  <a:pt x="1761334" y="46463"/>
                </a:lnTo>
                <a:lnTo>
                  <a:pt x="1759983" y="47849"/>
                </a:lnTo>
                <a:lnTo>
                  <a:pt x="1758649" y="49322"/>
                </a:lnTo>
                <a:lnTo>
                  <a:pt x="1758649" y="42768"/>
                </a:lnTo>
                <a:lnTo>
                  <a:pt x="1758643" y="42038"/>
                </a:lnTo>
                <a:lnTo>
                  <a:pt x="1758623" y="41350"/>
                </a:lnTo>
                <a:lnTo>
                  <a:pt x="1758587" y="40703"/>
                </a:lnTo>
                <a:lnTo>
                  <a:pt x="1758533" y="40095"/>
                </a:lnTo>
                <a:lnTo>
                  <a:pt x="1758460" y="39526"/>
                </a:lnTo>
                <a:lnTo>
                  <a:pt x="1758366" y="38995"/>
                </a:lnTo>
                <a:lnTo>
                  <a:pt x="1758248" y="38500"/>
                </a:lnTo>
                <a:lnTo>
                  <a:pt x="1758106" y="38042"/>
                </a:lnTo>
                <a:lnTo>
                  <a:pt x="1757937" y="37618"/>
                </a:lnTo>
                <a:lnTo>
                  <a:pt x="1757739" y="37229"/>
                </a:lnTo>
                <a:lnTo>
                  <a:pt x="1757511" y="36873"/>
                </a:lnTo>
                <a:lnTo>
                  <a:pt x="1757251" y="36549"/>
                </a:lnTo>
                <a:lnTo>
                  <a:pt x="1756956" y="36256"/>
                </a:lnTo>
                <a:lnTo>
                  <a:pt x="1756625" y="35993"/>
                </a:lnTo>
                <a:lnTo>
                  <a:pt x="1756257" y="35760"/>
                </a:lnTo>
                <a:lnTo>
                  <a:pt x="1755849" y="35556"/>
                </a:lnTo>
                <a:lnTo>
                  <a:pt x="1755399" y="35379"/>
                </a:lnTo>
                <a:lnTo>
                  <a:pt x="1754906" y="35228"/>
                </a:lnTo>
                <a:lnTo>
                  <a:pt x="1754368" y="35104"/>
                </a:lnTo>
                <a:lnTo>
                  <a:pt x="1753783" y="35004"/>
                </a:lnTo>
                <a:lnTo>
                  <a:pt x="1753149" y="34928"/>
                </a:lnTo>
                <a:lnTo>
                  <a:pt x="1752465" y="34874"/>
                </a:lnTo>
                <a:lnTo>
                  <a:pt x="1751728" y="34843"/>
                </a:lnTo>
                <a:lnTo>
                  <a:pt x="1750936" y="34833"/>
                </a:lnTo>
                <a:lnTo>
                  <a:pt x="1729729" y="34833"/>
                </a:lnTo>
                <a:lnTo>
                  <a:pt x="1729358" y="34833"/>
                </a:lnTo>
                <a:lnTo>
                  <a:pt x="1728970" y="34836"/>
                </a:lnTo>
                <a:lnTo>
                  <a:pt x="1728567" y="34844"/>
                </a:lnTo>
                <a:lnTo>
                  <a:pt x="1728154" y="34860"/>
                </a:lnTo>
                <a:lnTo>
                  <a:pt x="1727732" y="34885"/>
                </a:lnTo>
                <a:lnTo>
                  <a:pt x="1727304" y="34923"/>
                </a:lnTo>
                <a:lnTo>
                  <a:pt x="1726874" y="34977"/>
                </a:lnTo>
                <a:lnTo>
                  <a:pt x="1726445" y="35047"/>
                </a:lnTo>
                <a:lnTo>
                  <a:pt x="1726018" y="35138"/>
                </a:lnTo>
                <a:lnTo>
                  <a:pt x="1725598" y="35252"/>
                </a:lnTo>
                <a:lnTo>
                  <a:pt x="1725188" y="35390"/>
                </a:lnTo>
                <a:lnTo>
                  <a:pt x="1724789" y="35556"/>
                </a:lnTo>
                <a:lnTo>
                  <a:pt x="1724406" y="35753"/>
                </a:lnTo>
                <a:lnTo>
                  <a:pt x="1724040" y="35982"/>
                </a:lnTo>
                <a:lnTo>
                  <a:pt x="1723696" y="36246"/>
                </a:lnTo>
                <a:lnTo>
                  <a:pt x="1723375" y="36548"/>
                </a:lnTo>
                <a:lnTo>
                  <a:pt x="1723081" y="36890"/>
                </a:lnTo>
                <a:lnTo>
                  <a:pt x="1722817" y="37274"/>
                </a:lnTo>
                <a:lnTo>
                  <a:pt x="1722585" y="37704"/>
                </a:lnTo>
                <a:lnTo>
                  <a:pt x="1722389" y="38182"/>
                </a:lnTo>
                <a:lnTo>
                  <a:pt x="1722231" y="38710"/>
                </a:lnTo>
                <a:lnTo>
                  <a:pt x="1722115" y="39290"/>
                </a:lnTo>
                <a:lnTo>
                  <a:pt x="1722043" y="39926"/>
                </a:lnTo>
                <a:lnTo>
                  <a:pt x="1722018" y="40620"/>
                </a:lnTo>
                <a:lnTo>
                  <a:pt x="1722042" y="41336"/>
                </a:lnTo>
                <a:lnTo>
                  <a:pt x="1722111" y="41993"/>
                </a:lnTo>
                <a:lnTo>
                  <a:pt x="1722223" y="42592"/>
                </a:lnTo>
                <a:lnTo>
                  <a:pt x="1722375" y="43137"/>
                </a:lnTo>
                <a:lnTo>
                  <a:pt x="1722565" y="43630"/>
                </a:lnTo>
                <a:lnTo>
                  <a:pt x="1722790" y="44074"/>
                </a:lnTo>
                <a:lnTo>
                  <a:pt x="1723046" y="44472"/>
                </a:lnTo>
                <a:lnTo>
                  <a:pt x="1723332" y="44825"/>
                </a:lnTo>
                <a:lnTo>
                  <a:pt x="1723645" y="45136"/>
                </a:lnTo>
                <a:lnTo>
                  <a:pt x="1723982" y="45409"/>
                </a:lnTo>
                <a:lnTo>
                  <a:pt x="1724340" y="45645"/>
                </a:lnTo>
                <a:lnTo>
                  <a:pt x="1724717" y="45848"/>
                </a:lnTo>
                <a:lnTo>
                  <a:pt x="1725111" y="46020"/>
                </a:lnTo>
                <a:lnTo>
                  <a:pt x="1725517" y="46163"/>
                </a:lnTo>
                <a:lnTo>
                  <a:pt x="1725934" y="46280"/>
                </a:lnTo>
                <a:lnTo>
                  <a:pt x="1726360" y="46374"/>
                </a:lnTo>
                <a:lnTo>
                  <a:pt x="1726790" y="46447"/>
                </a:lnTo>
                <a:lnTo>
                  <a:pt x="1727223" y="46502"/>
                </a:lnTo>
                <a:lnTo>
                  <a:pt x="1727657" y="46541"/>
                </a:lnTo>
                <a:lnTo>
                  <a:pt x="1728087" y="46567"/>
                </a:lnTo>
                <a:lnTo>
                  <a:pt x="1728512" y="46583"/>
                </a:lnTo>
                <a:lnTo>
                  <a:pt x="1728929" y="46592"/>
                </a:lnTo>
                <a:lnTo>
                  <a:pt x="1729336" y="46595"/>
                </a:lnTo>
                <a:lnTo>
                  <a:pt x="1729729" y="46595"/>
                </a:lnTo>
                <a:lnTo>
                  <a:pt x="1745347" y="46595"/>
                </a:lnTo>
                <a:lnTo>
                  <a:pt x="1745347" y="106108"/>
                </a:lnTo>
                <a:lnTo>
                  <a:pt x="1729729" y="106108"/>
                </a:lnTo>
                <a:lnTo>
                  <a:pt x="1729358" y="106109"/>
                </a:lnTo>
                <a:lnTo>
                  <a:pt x="1728970" y="106112"/>
                </a:lnTo>
                <a:lnTo>
                  <a:pt x="1728567" y="106120"/>
                </a:lnTo>
                <a:lnTo>
                  <a:pt x="1728154" y="106135"/>
                </a:lnTo>
                <a:lnTo>
                  <a:pt x="1727732" y="106161"/>
                </a:lnTo>
                <a:lnTo>
                  <a:pt x="1727304" y="106199"/>
                </a:lnTo>
                <a:lnTo>
                  <a:pt x="1726874" y="106252"/>
                </a:lnTo>
                <a:lnTo>
                  <a:pt x="1726445" y="106323"/>
                </a:lnTo>
                <a:lnTo>
                  <a:pt x="1726018" y="106413"/>
                </a:lnTo>
                <a:lnTo>
                  <a:pt x="1725598" y="106527"/>
                </a:lnTo>
                <a:lnTo>
                  <a:pt x="1725188" y="106665"/>
                </a:lnTo>
                <a:lnTo>
                  <a:pt x="1724789" y="106831"/>
                </a:lnTo>
                <a:lnTo>
                  <a:pt x="1724406" y="107028"/>
                </a:lnTo>
                <a:lnTo>
                  <a:pt x="1724040" y="107256"/>
                </a:lnTo>
                <a:lnTo>
                  <a:pt x="1723696" y="107521"/>
                </a:lnTo>
                <a:lnTo>
                  <a:pt x="1723375" y="107822"/>
                </a:lnTo>
                <a:lnTo>
                  <a:pt x="1723081" y="108164"/>
                </a:lnTo>
                <a:lnTo>
                  <a:pt x="1722817" y="108549"/>
                </a:lnTo>
                <a:lnTo>
                  <a:pt x="1722585" y="108978"/>
                </a:lnTo>
                <a:lnTo>
                  <a:pt x="1722389" y="109456"/>
                </a:lnTo>
                <a:lnTo>
                  <a:pt x="1722231" y="109983"/>
                </a:lnTo>
                <a:lnTo>
                  <a:pt x="1722115" y="110564"/>
                </a:lnTo>
                <a:lnTo>
                  <a:pt x="1722043" y="111199"/>
                </a:lnTo>
                <a:lnTo>
                  <a:pt x="1722018" y="111892"/>
                </a:lnTo>
                <a:lnTo>
                  <a:pt x="1722042" y="112609"/>
                </a:lnTo>
                <a:lnTo>
                  <a:pt x="1722111" y="113265"/>
                </a:lnTo>
                <a:lnTo>
                  <a:pt x="1722223" y="113865"/>
                </a:lnTo>
                <a:lnTo>
                  <a:pt x="1722375" y="114410"/>
                </a:lnTo>
                <a:lnTo>
                  <a:pt x="1722565" y="114903"/>
                </a:lnTo>
                <a:lnTo>
                  <a:pt x="1722790" y="115347"/>
                </a:lnTo>
                <a:lnTo>
                  <a:pt x="1723046" y="115744"/>
                </a:lnTo>
                <a:lnTo>
                  <a:pt x="1723332" y="116097"/>
                </a:lnTo>
                <a:lnTo>
                  <a:pt x="1723645" y="116409"/>
                </a:lnTo>
                <a:lnTo>
                  <a:pt x="1723982" y="116681"/>
                </a:lnTo>
                <a:lnTo>
                  <a:pt x="1724340" y="116918"/>
                </a:lnTo>
                <a:lnTo>
                  <a:pt x="1724717" y="117121"/>
                </a:lnTo>
                <a:lnTo>
                  <a:pt x="1725111" y="117292"/>
                </a:lnTo>
                <a:lnTo>
                  <a:pt x="1725517" y="117435"/>
                </a:lnTo>
                <a:lnTo>
                  <a:pt x="1725934" y="117552"/>
                </a:lnTo>
                <a:lnTo>
                  <a:pt x="1726360" y="117646"/>
                </a:lnTo>
                <a:lnTo>
                  <a:pt x="1726790" y="117719"/>
                </a:lnTo>
                <a:lnTo>
                  <a:pt x="1727223" y="117774"/>
                </a:lnTo>
                <a:lnTo>
                  <a:pt x="1727657" y="117813"/>
                </a:lnTo>
                <a:lnTo>
                  <a:pt x="1728087" y="117840"/>
                </a:lnTo>
                <a:lnTo>
                  <a:pt x="1728512" y="117856"/>
                </a:lnTo>
                <a:lnTo>
                  <a:pt x="1728929" y="117864"/>
                </a:lnTo>
                <a:lnTo>
                  <a:pt x="1729336" y="117867"/>
                </a:lnTo>
                <a:lnTo>
                  <a:pt x="1729729" y="117868"/>
                </a:lnTo>
                <a:lnTo>
                  <a:pt x="1780048" y="117868"/>
                </a:lnTo>
                <a:lnTo>
                  <a:pt x="1780420" y="117867"/>
                </a:lnTo>
                <a:lnTo>
                  <a:pt x="1780811" y="117864"/>
                </a:lnTo>
                <a:lnTo>
                  <a:pt x="1781218" y="117856"/>
                </a:lnTo>
                <a:lnTo>
                  <a:pt x="1781637" y="117841"/>
                </a:lnTo>
                <a:lnTo>
                  <a:pt x="1782067" y="117815"/>
                </a:lnTo>
                <a:lnTo>
                  <a:pt x="1782503" y="117777"/>
                </a:lnTo>
                <a:lnTo>
                  <a:pt x="1782942" y="117724"/>
                </a:lnTo>
                <a:lnTo>
                  <a:pt x="1783382" y="117653"/>
                </a:lnTo>
                <a:lnTo>
                  <a:pt x="1783820" y="117562"/>
                </a:lnTo>
                <a:lnTo>
                  <a:pt x="1784251" y="117449"/>
                </a:lnTo>
                <a:lnTo>
                  <a:pt x="1784674" y="117311"/>
                </a:lnTo>
                <a:lnTo>
                  <a:pt x="1785084" y="117145"/>
                </a:lnTo>
                <a:lnTo>
                  <a:pt x="1785480" y="116948"/>
                </a:lnTo>
                <a:lnTo>
                  <a:pt x="1785858" y="116719"/>
                </a:lnTo>
                <a:lnTo>
                  <a:pt x="1786214" y="116455"/>
                </a:lnTo>
                <a:lnTo>
                  <a:pt x="1786546" y="116154"/>
                </a:lnTo>
                <a:lnTo>
                  <a:pt x="1786850" y="115812"/>
                </a:lnTo>
                <a:lnTo>
                  <a:pt x="1787124" y="115427"/>
                </a:lnTo>
                <a:lnTo>
                  <a:pt x="1787364" y="114998"/>
                </a:lnTo>
                <a:lnTo>
                  <a:pt x="1787568" y="114520"/>
                </a:lnTo>
                <a:lnTo>
                  <a:pt x="1787731" y="113993"/>
                </a:lnTo>
                <a:lnTo>
                  <a:pt x="1787852" y="113412"/>
                </a:lnTo>
                <a:lnTo>
                  <a:pt x="1787927" y="112777"/>
                </a:lnTo>
                <a:lnTo>
                  <a:pt x="1787952" y="112084"/>
                </a:lnTo>
                <a:lnTo>
                  <a:pt x="1787927" y="111367"/>
                </a:lnTo>
                <a:lnTo>
                  <a:pt x="1787852" y="110711"/>
                </a:lnTo>
                <a:lnTo>
                  <a:pt x="1787731" y="110111"/>
                </a:lnTo>
                <a:lnTo>
                  <a:pt x="1787568" y="109566"/>
                </a:lnTo>
                <a:lnTo>
                  <a:pt x="1787364" y="109073"/>
                </a:lnTo>
                <a:lnTo>
                  <a:pt x="1787124" y="108629"/>
                </a:lnTo>
                <a:lnTo>
                  <a:pt x="1786850" y="108232"/>
                </a:lnTo>
                <a:lnTo>
                  <a:pt x="1786546" y="107879"/>
                </a:lnTo>
                <a:lnTo>
                  <a:pt x="1786214" y="107567"/>
                </a:lnTo>
                <a:lnTo>
                  <a:pt x="1785858" y="107294"/>
                </a:lnTo>
                <a:lnTo>
                  <a:pt x="1785480" y="107058"/>
                </a:lnTo>
                <a:lnTo>
                  <a:pt x="1785084" y="106855"/>
                </a:lnTo>
                <a:lnTo>
                  <a:pt x="1784674" y="106684"/>
                </a:lnTo>
                <a:lnTo>
                  <a:pt x="1784251" y="106541"/>
                </a:lnTo>
                <a:lnTo>
                  <a:pt x="1783820" y="106424"/>
                </a:lnTo>
                <a:lnTo>
                  <a:pt x="1783382" y="106330"/>
                </a:lnTo>
                <a:lnTo>
                  <a:pt x="1782942" y="106257"/>
                </a:lnTo>
                <a:lnTo>
                  <a:pt x="1782503" y="106202"/>
                </a:lnTo>
                <a:lnTo>
                  <a:pt x="1782067" y="106162"/>
                </a:lnTo>
                <a:lnTo>
                  <a:pt x="1781637" y="106136"/>
                </a:lnTo>
                <a:lnTo>
                  <a:pt x="1781218" y="106120"/>
                </a:lnTo>
                <a:lnTo>
                  <a:pt x="1780811" y="106112"/>
                </a:lnTo>
                <a:lnTo>
                  <a:pt x="1780420" y="106109"/>
                </a:lnTo>
                <a:lnTo>
                  <a:pt x="1780048" y="106108"/>
                </a:lnTo>
                <a:lnTo>
                  <a:pt x="1758649" y="106108"/>
                </a:lnTo>
                <a:lnTo>
                  <a:pt x="1758649" y="82034"/>
                </a:lnTo>
                <a:lnTo>
                  <a:pt x="1758709" y="79776"/>
                </a:lnTo>
                <a:lnTo>
                  <a:pt x="1758887" y="77521"/>
                </a:lnTo>
                <a:lnTo>
                  <a:pt x="1759184" y="75278"/>
                </a:lnTo>
                <a:lnTo>
                  <a:pt x="1759600" y="73055"/>
                </a:lnTo>
                <a:lnTo>
                  <a:pt x="1760135" y="70860"/>
                </a:lnTo>
                <a:lnTo>
                  <a:pt x="1760791" y="68702"/>
                </a:lnTo>
                <a:lnTo>
                  <a:pt x="1761566" y="66588"/>
                </a:lnTo>
                <a:lnTo>
                  <a:pt x="1762462" y="64528"/>
                </a:lnTo>
                <a:lnTo>
                  <a:pt x="1763478" y="62528"/>
                </a:lnTo>
                <a:lnTo>
                  <a:pt x="1764615" y="60598"/>
                </a:lnTo>
                <a:lnTo>
                  <a:pt x="1765873" y="58745"/>
                </a:lnTo>
                <a:lnTo>
                  <a:pt x="1767252" y="56978"/>
                </a:lnTo>
                <a:lnTo>
                  <a:pt x="1768752" y="55305"/>
                </a:lnTo>
                <a:lnTo>
                  <a:pt x="1770375" y="53735"/>
                </a:lnTo>
                <a:lnTo>
                  <a:pt x="1772119" y="52275"/>
                </a:lnTo>
                <a:lnTo>
                  <a:pt x="1773986" y="50933"/>
                </a:lnTo>
                <a:lnTo>
                  <a:pt x="1775975" y="49719"/>
                </a:lnTo>
                <a:lnTo>
                  <a:pt x="1778087" y="48640"/>
                </a:lnTo>
                <a:lnTo>
                  <a:pt x="1780322" y="47704"/>
                </a:lnTo>
                <a:lnTo>
                  <a:pt x="1782680" y="46920"/>
                </a:lnTo>
                <a:lnTo>
                  <a:pt x="1785162" y="46296"/>
                </a:lnTo>
                <a:lnTo>
                  <a:pt x="1787767" y="45840"/>
                </a:lnTo>
                <a:lnTo>
                  <a:pt x="1790497" y="45560"/>
                </a:lnTo>
                <a:lnTo>
                  <a:pt x="1793350" y="45465"/>
                </a:lnTo>
                <a:lnTo>
                  <a:pt x="1793391" y="46040"/>
                </a:lnTo>
                <a:lnTo>
                  <a:pt x="1793462" y="46604"/>
                </a:lnTo>
                <a:lnTo>
                  <a:pt x="1793565" y="47159"/>
                </a:lnTo>
                <a:lnTo>
                  <a:pt x="1793697" y="47701"/>
                </a:lnTo>
                <a:lnTo>
                  <a:pt x="1793859" y="48229"/>
                </a:lnTo>
                <a:lnTo>
                  <a:pt x="1794050" y="48743"/>
                </a:lnTo>
                <a:lnTo>
                  <a:pt x="1794269" y="49241"/>
                </a:lnTo>
                <a:lnTo>
                  <a:pt x="1794515" y="49722"/>
                </a:lnTo>
                <a:lnTo>
                  <a:pt x="1794788" y="50184"/>
                </a:lnTo>
                <a:lnTo>
                  <a:pt x="1795087" y="50625"/>
                </a:lnTo>
                <a:lnTo>
                  <a:pt x="1795412" y="51046"/>
                </a:lnTo>
                <a:lnTo>
                  <a:pt x="1795761" y="51443"/>
                </a:lnTo>
                <a:lnTo>
                  <a:pt x="1796135" y="51816"/>
                </a:lnTo>
                <a:lnTo>
                  <a:pt x="1796531" y="52164"/>
                </a:lnTo>
                <a:lnTo>
                  <a:pt x="1796951" y="52486"/>
                </a:lnTo>
                <a:lnTo>
                  <a:pt x="1797393" y="52779"/>
                </a:lnTo>
                <a:lnTo>
                  <a:pt x="1797856" y="53042"/>
                </a:lnTo>
                <a:lnTo>
                  <a:pt x="1798340" y="53275"/>
                </a:lnTo>
                <a:lnTo>
                  <a:pt x="1798843" y="53476"/>
                </a:lnTo>
                <a:lnTo>
                  <a:pt x="1799367" y="53643"/>
                </a:lnTo>
                <a:lnTo>
                  <a:pt x="1799909" y="53775"/>
                </a:lnTo>
                <a:lnTo>
                  <a:pt x="1800469" y="53871"/>
                </a:lnTo>
                <a:lnTo>
                  <a:pt x="1801046" y="53930"/>
                </a:lnTo>
                <a:lnTo>
                  <a:pt x="1801640" y="53950"/>
                </a:lnTo>
                <a:lnTo>
                  <a:pt x="1802168" y="53934"/>
                </a:lnTo>
                <a:lnTo>
                  <a:pt x="1802691" y="53886"/>
                </a:lnTo>
                <a:lnTo>
                  <a:pt x="1803206" y="53807"/>
                </a:lnTo>
                <a:lnTo>
                  <a:pt x="1803713" y="53697"/>
                </a:lnTo>
                <a:lnTo>
                  <a:pt x="1804210" y="53557"/>
                </a:lnTo>
                <a:lnTo>
                  <a:pt x="1804695" y="53387"/>
                </a:lnTo>
                <a:lnTo>
                  <a:pt x="1805168" y="53186"/>
                </a:lnTo>
                <a:lnTo>
                  <a:pt x="1805625" y="52957"/>
                </a:lnTo>
                <a:lnTo>
                  <a:pt x="1806067" y="52699"/>
                </a:lnTo>
                <a:lnTo>
                  <a:pt x="1806491" y="52413"/>
                </a:lnTo>
                <a:lnTo>
                  <a:pt x="1806896" y="52098"/>
                </a:lnTo>
                <a:lnTo>
                  <a:pt x="1807281" y="51756"/>
                </a:lnTo>
                <a:lnTo>
                  <a:pt x="1807643" y="51387"/>
                </a:lnTo>
                <a:lnTo>
                  <a:pt x="1807982" y="50992"/>
                </a:lnTo>
                <a:lnTo>
                  <a:pt x="1808295" y="50570"/>
                </a:lnTo>
                <a:lnTo>
                  <a:pt x="1808582" y="50122"/>
                </a:lnTo>
                <a:lnTo>
                  <a:pt x="1808841" y="49649"/>
                </a:lnTo>
                <a:lnTo>
                  <a:pt x="1809070" y="49151"/>
                </a:lnTo>
                <a:lnTo>
                  <a:pt x="1809268" y="48628"/>
                </a:lnTo>
                <a:lnTo>
                  <a:pt x="1809434" y="48081"/>
                </a:lnTo>
                <a:lnTo>
                  <a:pt x="1809565" y="47510"/>
                </a:lnTo>
                <a:lnTo>
                  <a:pt x="1809661" y="46916"/>
                </a:lnTo>
                <a:lnTo>
                  <a:pt x="1809719" y="46299"/>
                </a:lnTo>
                <a:lnTo>
                  <a:pt x="1809739" y="45660"/>
                </a:lnTo>
                <a:lnTo>
                  <a:pt x="1809726" y="45156"/>
                </a:lnTo>
                <a:lnTo>
                  <a:pt x="1809684" y="44614"/>
                </a:lnTo>
                <a:lnTo>
                  <a:pt x="1809608" y="44038"/>
                </a:lnTo>
                <a:lnTo>
                  <a:pt x="1809494" y="43435"/>
                </a:lnTo>
                <a:lnTo>
                  <a:pt x="1809335" y="42808"/>
                </a:lnTo>
                <a:close/>
                <a:moveTo>
                  <a:pt x="2320068" y="109073"/>
                </a:moveTo>
                <a:lnTo>
                  <a:pt x="2319835" y="108629"/>
                </a:lnTo>
                <a:lnTo>
                  <a:pt x="2319569" y="108232"/>
                </a:lnTo>
                <a:lnTo>
                  <a:pt x="2319273" y="107879"/>
                </a:lnTo>
                <a:lnTo>
                  <a:pt x="2318949" y="107567"/>
                </a:lnTo>
                <a:lnTo>
                  <a:pt x="2318601" y="107294"/>
                </a:lnTo>
                <a:lnTo>
                  <a:pt x="2318230" y="107058"/>
                </a:lnTo>
                <a:lnTo>
                  <a:pt x="2317841" y="106855"/>
                </a:lnTo>
                <a:lnTo>
                  <a:pt x="2317436" y="106684"/>
                </a:lnTo>
                <a:lnTo>
                  <a:pt x="2317018" y="106541"/>
                </a:lnTo>
                <a:lnTo>
                  <a:pt x="2316589" y="106424"/>
                </a:lnTo>
                <a:lnTo>
                  <a:pt x="2316153" y="106330"/>
                </a:lnTo>
                <a:lnTo>
                  <a:pt x="2315712" y="106257"/>
                </a:lnTo>
                <a:lnTo>
                  <a:pt x="2315269" y="106202"/>
                </a:lnTo>
                <a:lnTo>
                  <a:pt x="2314827" y="106162"/>
                </a:lnTo>
                <a:lnTo>
                  <a:pt x="2314389" y="106136"/>
                </a:lnTo>
                <a:lnTo>
                  <a:pt x="2313958" y="106120"/>
                </a:lnTo>
                <a:lnTo>
                  <a:pt x="2313536" y="106112"/>
                </a:lnTo>
                <a:lnTo>
                  <a:pt x="2313126" y="106109"/>
                </a:lnTo>
                <a:lnTo>
                  <a:pt x="2312732" y="106108"/>
                </a:lnTo>
                <a:lnTo>
                  <a:pt x="2304248" y="106108"/>
                </a:lnTo>
                <a:lnTo>
                  <a:pt x="2304248" y="61446"/>
                </a:lnTo>
                <a:lnTo>
                  <a:pt x="2304197" y="59073"/>
                </a:lnTo>
                <a:lnTo>
                  <a:pt x="2304046" y="56815"/>
                </a:lnTo>
                <a:lnTo>
                  <a:pt x="2303796" y="54670"/>
                </a:lnTo>
                <a:lnTo>
                  <a:pt x="2303449" y="52638"/>
                </a:lnTo>
                <a:lnTo>
                  <a:pt x="2303008" y="50717"/>
                </a:lnTo>
                <a:lnTo>
                  <a:pt x="2302474" y="48906"/>
                </a:lnTo>
                <a:lnTo>
                  <a:pt x="2301849" y="47204"/>
                </a:lnTo>
                <a:lnTo>
                  <a:pt x="2301135" y="45609"/>
                </a:lnTo>
                <a:lnTo>
                  <a:pt x="2300334" y="44121"/>
                </a:lnTo>
                <a:lnTo>
                  <a:pt x="2299448" y="42738"/>
                </a:lnTo>
                <a:lnTo>
                  <a:pt x="2298479" y="41458"/>
                </a:lnTo>
                <a:lnTo>
                  <a:pt x="2297428" y="40281"/>
                </a:lnTo>
                <a:lnTo>
                  <a:pt x="2296299" y="39206"/>
                </a:lnTo>
                <a:lnTo>
                  <a:pt x="2295092" y="38230"/>
                </a:lnTo>
                <a:lnTo>
                  <a:pt x="2293809" y="37353"/>
                </a:lnTo>
                <a:lnTo>
                  <a:pt x="2292453" y="36574"/>
                </a:lnTo>
                <a:lnTo>
                  <a:pt x="2291025" y="35891"/>
                </a:lnTo>
                <a:lnTo>
                  <a:pt x="2289528" y="35303"/>
                </a:lnTo>
                <a:lnTo>
                  <a:pt x="2287962" y="34809"/>
                </a:lnTo>
                <a:lnTo>
                  <a:pt x="2286331" y="34408"/>
                </a:lnTo>
                <a:lnTo>
                  <a:pt x="2284636" y="34098"/>
                </a:lnTo>
                <a:lnTo>
                  <a:pt x="2282879" y="33878"/>
                </a:lnTo>
                <a:lnTo>
                  <a:pt x="2281062" y="33747"/>
                </a:lnTo>
                <a:lnTo>
                  <a:pt x="2279187" y="33703"/>
                </a:lnTo>
                <a:lnTo>
                  <a:pt x="2277594" y="33737"/>
                </a:lnTo>
                <a:lnTo>
                  <a:pt x="2276046" y="33834"/>
                </a:lnTo>
                <a:lnTo>
                  <a:pt x="2274543" y="33992"/>
                </a:lnTo>
                <a:lnTo>
                  <a:pt x="2273085" y="34206"/>
                </a:lnTo>
                <a:lnTo>
                  <a:pt x="2271673" y="34472"/>
                </a:lnTo>
                <a:lnTo>
                  <a:pt x="2270306" y="34785"/>
                </a:lnTo>
                <a:lnTo>
                  <a:pt x="2268986" y="35142"/>
                </a:lnTo>
                <a:lnTo>
                  <a:pt x="2267712" y="35539"/>
                </a:lnTo>
                <a:lnTo>
                  <a:pt x="2266485" y="35971"/>
                </a:lnTo>
                <a:lnTo>
                  <a:pt x="2265305" y="36435"/>
                </a:lnTo>
                <a:lnTo>
                  <a:pt x="2264173" y="36926"/>
                </a:lnTo>
                <a:lnTo>
                  <a:pt x="2263088" y="37440"/>
                </a:lnTo>
                <a:lnTo>
                  <a:pt x="2262052" y="37973"/>
                </a:lnTo>
                <a:lnTo>
                  <a:pt x="2261064" y="38521"/>
                </a:lnTo>
                <a:lnTo>
                  <a:pt x="2260125" y="39080"/>
                </a:lnTo>
                <a:lnTo>
                  <a:pt x="2259236" y="39646"/>
                </a:lnTo>
                <a:lnTo>
                  <a:pt x="2258396" y="40215"/>
                </a:lnTo>
                <a:lnTo>
                  <a:pt x="2257605" y="40782"/>
                </a:lnTo>
                <a:lnTo>
                  <a:pt x="2256865" y="41343"/>
                </a:lnTo>
                <a:lnTo>
                  <a:pt x="2256175" y="41895"/>
                </a:lnTo>
                <a:lnTo>
                  <a:pt x="2255537" y="42433"/>
                </a:lnTo>
                <a:lnTo>
                  <a:pt x="2254949" y="42953"/>
                </a:lnTo>
                <a:lnTo>
                  <a:pt x="2254413" y="43452"/>
                </a:lnTo>
                <a:lnTo>
                  <a:pt x="2253929" y="43924"/>
                </a:lnTo>
                <a:lnTo>
                  <a:pt x="2253928" y="43166"/>
                </a:lnTo>
                <a:lnTo>
                  <a:pt x="2253924" y="42443"/>
                </a:lnTo>
                <a:lnTo>
                  <a:pt x="2253914" y="41754"/>
                </a:lnTo>
                <a:lnTo>
                  <a:pt x="2253893" y="41099"/>
                </a:lnTo>
                <a:lnTo>
                  <a:pt x="2253859" y="40478"/>
                </a:lnTo>
                <a:lnTo>
                  <a:pt x="2253808" y="39889"/>
                </a:lnTo>
                <a:lnTo>
                  <a:pt x="2253737" y="39335"/>
                </a:lnTo>
                <a:lnTo>
                  <a:pt x="2253643" y="38813"/>
                </a:lnTo>
                <a:lnTo>
                  <a:pt x="2253522" y="38325"/>
                </a:lnTo>
                <a:lnTo>
                  <a:pt x="2253371" y="37869"/>
                </a:lnTo>
                <a:lnTo>
                  <a:pt x="2253186" y="37446"/>
                </a:lnTo>
                <a:lnTo>
                  <a:pt x="2252965" y="37055"/>
                </a:lnTo>
                <a:lnTo>
                  <a:pt x="2252703" y="36697"/>
                </a:lnTo>
                <a:lnTo>
                  <a:pt x="2252398" y="36370"/>
                </a:lnTo>
                <a:lnTo>
                  <a:pt x="2252046" y="36076"/>
                </a:lnTo>
                <a:lnTo>
                  <a:pt x="2251644" y="35813"/>
                </a:lnTo>
                <a:lnTo>
                  <a:pt x="2251189" y="35582"/>
                </a:lnTo>
                <a:lnTo>
                  <a:pt x="2250676" y="35382"/>
                </a:lnTo>
                <a:lnTo>
                  <a:pt x="2250103" y="35214"/>
                </a:lnTo>
                <a:lnTo>
                  <a:pt x="2249467" y="35076"/>
                </a:lnTo>
                <a:lnTo>
                  <a:pt x="2248763" y="34970"/>
                </a:lnTo>
                <a:lnTo>
                  <a:pt x="2247990" y="34894"/>
                </a:lnTo>
                <a:lnTo>
                  <a:pt x="2247143" y="34848"/>
                </a:lnTo>
                <a:lnTo>
                  <a:pt x="2246218" y="34833"/>
                </a:lnTo>
                <a:lnTo>
                  <a:pt x="2232145" y="34833"/>
                </a:lnTo>
                <a:lnTo>
                  <a:pt x="2231751" y="34833"/>
                </a:lnTo>
                <a:lnTo>
                  <a:pt x="2231341" y="34837"/>
                </a:lnTo>
                <a:lnTo>
                  <a:pt x="2230919" y="34845"/>
                </a:lnTo>
                <a:lnTo>
                  <a:pt x="2230488" y="34861"/>
                </a:lnTo>
                <a:lnTo>
                  <a:pt x="2230050" y="34887"/>
                </a:lnTo>
                <a:lnTo>
                  <a:pt x="2229608" y="34926"/>
                </a:lnTo>
                <a:lnTo>
                  <a:pt x="2229165" y="34981"/>
                </a:lnTo>
                <a:lnTo>
                  <a:pt x="2228724" y="35054"/>
                </a:lnTo>
                <a:lnTo>
                  <a:pt x="2228288" y="35148"/>
                </a:lnTo>
                <a:lnTo>
                  <a:pt x="2227859" y="35265"/>
                </a:lnTo>
                <a:lnTo>
                  <a:pt x="2227441" y="35409"/>
                </a:lnTo>
                <a:lnTo>
                  <a:pt x="2227035" y="35580"/>
                </a:lnTo>
                <a:lnTo>
                  <a:pt x="2226646" y="35783"/>
                </a:lnTo>
                <a:lnTo>
                  <a:pt x="2226276" y="36020"/>
                </a:lnTo>
                <a:lnTo>
                  <a:pt x="2225928" y="36293"/>
                </a:lnTo>
                <a:lnTo>
                  <a:pt x="2225604" y="36604"/>
                </a:lnTo>
                <a:lnTo>
                  <a:pt x="2225308" y="36958"/>
                </a:lnTo>
                <a:lnTo>
                  <a:pt x="2225042" y="37355"/>
                </a:lnTo>
                <a:lnTo>
                  <a:pt x="2224809" y="37799"/>
                </a:lnTo>
                <a:lnTo>
                  <a:pt x="2224612" y="38293"/>
                </a:lnTo>
                <a:lnTo>
                  <a:pt x="2224454" y="38838"/>
                </a:lnTo>
                <a:lnTo>
                  <a:pt x="2224337" y="39438"/>
                </a:lnTo>
                <a:lnTo>
                  <a:pt x="2224265" y="40095"/>
                </a:lnTo>
                <a:lnTo>
                  <a:pt x="2224240" y="40811"/>
                </a:lnTo>
                <a:lnTo>
                  <a:pt x="2224266" y="41504"/>
                </a:lnTo>
                <a:lnTo>
                  <a:pt x="2224341" y="42140"/>
                </a:lnTo>
                <a:lnTo>
                  <a:pt x="2224461" y="42720"/>
                </a:lnTo>
                <a:lnTo>
                  <a:pt x="2224624" y="43248"/>
                </a:lnTo>
                <a:lnTo>
                  <a:pt x="2224827" y="43725"/>
                </a:lnTo>
                <a:lnTo>
                  <a:pt x="2225066" y="44155"/>
                </a:lnTo>
                <a:lnTo>
                  <a:pt x="2225338" y="44539"/>
                </a:lnTo>
                <a:lnTo>
                  <a:pt x="2225640" y="44881"/>
                </a:lnTo>
                <a:lnTo>
                  <a:pt x="2225969" y="45183"/>
                </a:lnTo>
                <a:lnTo>
                  <a:pt x="2226321" y="45447"/>
                </a:lnTo>
                <a:lnTo>
                  <a:pt x="2226694" y="45676"/>
                </a:lnTo>
                <a:lnTo>
                  <a:pt x="2227084" y="45872"/>
                </a:lnTo>
                <a:lnTo>
                  <a:pt x="2227488" y="46038"/>
                </a:lnTo>
                <a:lnTo>
                  <a:pt x="2227903" y="46177"/>
                </a:lnTo>
                <a:lnTo>
                  <a:pt x="2228326" y="46290"/>
                </a:lnTo>
                <a:lnTo>
                  <a:pt x="2228753" y="46381"/>
                </a:lnTo>
                <a:lnTo>
                  <a:pt x="2229181" y="46452"/>
                </a:lnTo>
                <a:lnTo>
                  <a:pt x="2229608" y="46505"/>
                </a:lnTo>
                <a:lnTo>
                  <a:pt x="2230030" y="46543"/>
                </a:lnTo>
                <a:lnTo>
                  <a:pt x="2230443" y="46568"/>
                </a:lnTo>
                <a:lnTo>
                  <a:pt x="2230845" y="46584"/>
                </a:lnTo>
                <a:lnTo>
                  <a:pt x="2231232" y="46592"/>
                </a:lnTo>
                <a:lnTo>
                  <a:pt x="2231602" y="46595"/>
                </a:lnTo>
                <a:lnTo>
                  <a:pt x="2231951" y="46595"/>
                </a:lnTo>
                <a:lnTo>
                  <a:pt x="2240629" y="46595"/>
                </a:lnTo>
                <a:lnTo>
                  <a:pt x="2240629" y="106108"/>
                </a:lnTo>
                <a:lnTo>
                  <a:pt x="2232145" y="106108"/>
                </a:lnTo>
                <a:lnTo>
                  <a:pt x="2231751" y="106109"/>
                </a:lnTo>
                <a:lnTo>
                  <a:pt x="2231341" y="106112"/>
                </a:lnTo>
                <a:lnTo>
                  <a:pt x="2230919" y="106120"/>
                </a:lnTo>
                <a:lnTo>
                  <a:pt x="2230488" y="106136"/>
                </a:lnTo>
                <a:lnTo>
                  <a:pt x="2230050" y="106162"/>
                </a:lnTo>
                <a:lnTo>
                  <a:pt x="2229608" y="106202"/>
                </a:lnTo>
                <a:lnTo>
                  <a:pt x="2229165" y="106257"/>
                </a:lnTo>
                <a:lnTo>
                  <a:pt x="2228724" y="106330"/>
                </a:lnTo>
                <a:lnTo>
                  <a:pt x="2228288" y="106424"/>
                </a:lnTo>
                <a:lnTo>
                  <a:pt x="2227859" y="106541"/>
                </a:lnTo>
                <a:lnTo>
                  <a:pt x="2227441" y="106684"/>
                </a:lnTo>
                <a:lnTo>
                  <a:pt x="2227035" y="106855"/>
                </a:lnTo>
                <a:lnTo>
                  <a:pt x="2226646" y="107058"/>
                </a:lnTo>
                <a:lnTo>
                  <a:pt x="2226276" y="107294"/>
                </a:lnTo>
                <a:lnTo>
                  <a:pt x="2225928" y="107567"/>
                </a:lnTo>
                <a:lnTo>
                  <a:pt x="2225604" y="107879"/>
                </a:lnTo>
                <a:lnTo>
                  <a:pt x="2225308" y="108232"/>
                </a:lnTo>
                <a:lnTo>
                  <a:pt x="2225042" y="108629"/>
                </a:lnTo>
                <a:lnTo>
                  <a:pt x="2224809" y="109073"/>
                </a:lnTo>
                <a:lnTo>
                  <a:pt x="2224612" y="109566"/>
                </a:lnTo>
                <a:lnTo>
                  <a:pt x="2224454" y="110111"/>
                </a:lnTo>
                <a:lnTo>
                  <a:pt x="2224337" y="110711"/>
                </a:lnTo>
                <a:lnTo>
                  <a:pt x="2224265" y="111367"/>
                </a:lnTo>
                <a:lnTo>
                  <a:pt x="2224240" y="112084"/>
                </a:lnTo>
                <a:lnTo>
                  <a:pt x="2224266" y="112777"/>
                </a:lnTo>
                <a:lnTo>
                  <a:pt x="2224341" y="113412"/>
                </a:lnTo>
                <a:lnTo>
                  <a:pt x="2224461" y="113993"/>
                </a:lnTo>
                <a:lnTo>
                  <a:pt x="2224624" y="114520"/>
                </a:lnTo>
                <a:lnTo>
                  <a:pt x="2224827" y="114998"/>
                </a:lnTo>
                <a:lnTo>
                  <a:pt x="2225066" y="115427"/>
                </a:lnTo>
                <a:lnTo>
                  <a:pt x="2225338" y="115812"/>
                </a:lnTo>
                <a:lnTo>
                  <a:pt x="2225640" y="116154"/>
                </a:lnTo>
                <a:lnTo>
                  <a:pt x="2225969" y="116455"/>
                </a:lnTo>
                <a:lnTo>
                  <a:pt x="2226321" y="116719"/>
                </a:lnTo>
                <a:lnTo>
                  <a:pt x="2226694" y="116948"/>
                </a:lnTo>
                <a:lnTo>
                  <a:pt x="2227084" y="117145"/>
                </a:lnTo>
                <a:lnTo>
                  <a:pt x="2227488" y="117311"/>
                </a:lnTo>
                <a:lnTo>
                  <a:pt x="2227903" y="117449"/>
                </a:lnTo>
                <a:lnTo>
                  <a:pt x="2228326" y="117562"/>
                </a:lnTo>
                <a:lnTo>
                  <a:pt x="2228753" y="117653"/>
                </a:lnTo>
                <a:lnTo>
                  <a:pt x="2229181" y="117724"/>
                </a:lnTo>
                <a:lnTo>
                  <a:pt x="2229608" y="117777"/>
                </a:lnTo>
                <a:lnTo>
                  <a:pt x="2230030" y="117815"/>
                </a:lnTo>
                <a:lnTo>
                  <a:pt x="2230443" y="117841"/>
                </a:lnTo>
                <a:lnTo>
                  <a:pt x="2230845" y="117856"/>
                </a:lnTo>
                <a:lnTo>
                  <a:pt x="2231232" y="117864"/>
                </a:lnTo>
                <a:lnTo>
                  <a:pt x="2231602" y="117867"/>
                </a:lnTo>
                <a:lnTo>
                  <a:pt x="2231951" y="117868"/>
                </a:lnTo>
                <a:lnTo>
                  <a:pt x="2262607" y="117868"/>
                </a:lnTo>
                <a:lnTo>
                  <a:pt x="2262956" y="117867"/>
                </a:lnTo>
                <a:lnTo>
                  <a:pt x="2263325" y="117864"/>
                </a:lnTo>
                <a:lnTo>
                  <a:pt x="2263713" y="117856"/>
                </a:lnTo>
                <a:lnTo>
                  <a:pt x="2264115" y="117841"/>
                </a:lnTo>
                <a:lnTo>
                  <a:pt x="2264528" y="117815"/>
                </a:lnTo>
                <a:lnTo>
                  <a:pt x="2264950" y="117777"/>
                </a:lnTo>
                <a:lnTo>
                  <a:pt x="2265376" y="117724"/>
                </a:lnTo>
                <a:lnTo>
                  <a:pt x="2265805" y="117653"/>
                </a:lnTo>
                <a:lnTo>
                  <a:pt x="2266232" y="117562"/>
                </a:lnTo>
                <a:lnTo>
                  <a:pt x="2266655" y="117449"/>
                </a:lnTo>
                <a:lnTo>
                  <a:pt x="2267070" y="117311"/>
                </a:lnTo>
                <a:lnTo>
                  <a:pt x="2267474" y="117145"/>
                </a:lnTo>
                <a:lnTo>
                  <a:pt x="2267864" y="116948"/>
                </a:lnTo>
                <a:lnTo>
                  <a:pt x="2268237" y="116719"/>
                </a:lnTo>
                <a:lnTo>
                  <a:pt x="2268589" y="116455"/>
                </a:lnTo>
                <a:lnTo>
                  <a:pt x="2268918" y="116154"/>
                </a:lnTo>
                <a:lnTo>
                  <a:pt x="2269220" y="115812"/>
                </a:lnTo>
                <a:lnTo>
                  <a:pt x="2269492" y="115427"/>
                </a:lnTo>
                <a:lnTo>
                  <a:pt x="2269731" y="114998"/>
                </a:lnTo>
                <a:lnTo>
                  <a:pt x="2269934" y="114520"/>
                </a:lnTo>
                <a:lnTo>
                  <a:pt x="2270097" y="113993"/>
                </a:lnTo>
                <a:lnTo>
                  <a:pt x="2270217" y="113412"/>
                </a:lnTo>
                <a:lnTo>
                  <a:pt x="2270292" y="112777"/>
                </a:lnTo>
                <a:lnTo>
                  <a:pt x="2270317" y="112084"/>
                </a:lnTo>
                <a:lnTo>
                  <a:pt x="2270293" y="111367"/>
                </a:lnTo>
                <a:lnTo>
                  <a:pt x="2270221" y="110711"/>
                </a:lnTo>
                <a:lnTo>
                  <a:pt x="2270104" y="110111"/>
                </a:lnTo>
                <a:lnTo>
                  <a:pt x="2269946" y="109566"/>
                </a:lnTo>
                <a:lnTo>
                  <a:pt x="2269749" y="109073"/>
                </a:lnTo>
                <a:lnTo>
                  <a:pt x="2269516" y="108629"/>
                </a:lnTo>
                <a:lnTo>
                  <a:pt x="2269250" y="108232"/>
                </a:lnTo>
                <a:lnTo>
                  <a:pt x="2268954" y="107879"/>
                </a:lnTo>
                <a:lnTo>
                  <a:pt x="2268630" y="107567"/>
                </a:lnTo>
                <a:lnTo>
                  <a:pt x="2268282" y="107294"/>
                </a:lnTo>
                <a:lnTo>
                  <a:pt x="2267911" y="107058"/>
                </a:lnTo>
                <a:lnTo>
                  <a:pt x="2267522" y="106855"/>
                </a:lnTo>
                <a:lnTo>
                  <a:pt x="2267117" y="106684"/>
                </a:lnTo>
                <a:lnTo>
                  <a:pt x="2266699" y="106541"/>
                </a:lnTo>
                <a:lnTo>
                  <a:pt x="2266270" y="106424"/>
                </a:lnTo>
                <a:lnTo>
                  <a:pt x="2265834" y="106330"/>
                </a:lnTo>
                <a:lnTo>
                  <a:pt x="2265393" y="106257"/>
                </a:lnTo>
                <a:lnTo>
                  <a:pt x="2264950" y="106202"/>
                </a:lnTo>
                <a:lnTo>
                  <a:pt x="2264508" y="106162"/>
                </a:lnTo>
                <a:lnTo>
                  <a:pt x="2264070" y="106136"/>
                </a:lnTo>
                <a:lnTo>
                  <a:pt x="2263639" y="106120"/>
                </a:lnTo>
                <a:lnTo>
                  <a:pt x="2263217" y="106112"/>
                </a:lnTo>
                <a:lnTo>
                  <a:pt x="2262807" y="106109"/>
                </a:lnTo>
                <a:lnTo>
                  <a:pt x="2262413" y="106108"/>
                </a:lnTo>
                <a:lnTo>
                  <a:pt x="2253929" y="106108"/>
                </a:lnTo>
                <a:lnTo>
                  <a:pt x="2253929" y="72020"/>
                </a:lnTo>
                <a:lnTo>
                  <a:pt x="2254002" y="69677"/>
                </a:lnTo>
                <a:lnTo>
                  <a:pt x="2254215" y="67456"/>
                </a:lnTo>
                <a:lnTo>
                  <a:pt x="2254561" y="65355"/>
                </a:lnTo>
                <a:lnTo>
                  <a:pt x="2255031" y="63373"/>
                </a:lnTo>
                <a:lnTo>
                  <a:pt x="2255617" y="61507"/>
                </a:lnTo>
                <a:lnTo>
                  <a:pt x="2256312" y="59755"/>
                </a:lnTo>
                <a:lnTo>
                  <a:pt x="2257106" y="58115"/>
                </a:lnTo>
                <a:lnTo>
                  <a:pt x="2257992" y="56585"/>
                </a:lnTo>
                <a:lnTo>
                  <a:pt x="2258962" y="55164"/>
                </a:lnTo>
                <a:lnTo>
                  <a:pt x="2260007" y="53848"/>
                </a:lnTo>
                <a:lnTo>
                  <a:pt x="2261120" y="52637"/>
                </a:lnTo>
                <a:lnTo>
                  <a:pt x="2262292" y="51528"/>
                </a:lnTo>
                <a:lnTo>
                  <a:pt x="2263515" y="50520"/>
                </a:lnTo>
                <a:lnTo>
                  <a:pt x="2264782" y="49609"/>
                </a:lnTo>
                <a:lnTo>
                  <a:pt x="2266083" y="48795"/>
                </a:lnTo>
                <a:lnTo>
                  <a:pt x="2267411" y="48075"/>
                </a:lnTo>
                <a:lnTo>
                  <a:pt x="2268758" y="47447"/>
                </a:lnTo>
                <a:lnTo>
                  <a:pt x="2270116" y="46909"/>
                </a:lnTo>
                <a:lnTo>
                  <a:pt x="2271476" y="46460"/>
                </a:lnTo>
                <a:lnTo>
                  <a:pt x="2272831" y="46096"/>
                </a:lnTo>
                <a:lnTo>
                  <a:pt x="2274172" y="45817"/>
                </a:lnTo>
                <a:lnTo>
                  <a:pt x="2275491" y="45620"/>
                </a:lnTo>
                <a:lnTo>
                  <a:pt x="2276780" y="45504"/>
                </a:lnTo>
                <a:lnTo>
                  <a:pt x="2278031" y="45465"/>
                </a:lnTo>
                <a:lnTo>
                  <a:pt x="2279269" y="45494"/>
                </a:lnTo>
                <a:lnTo>
                  <a:pt x="2280431" y="45578"/>
                </a:lnTo>
                <a:lnTo>
                  <a:pt x="2281519" y="45720"/>
                </a:lnTo>
                <a:lnTo>
                  <a:pt x="2282535" y="45918"/>
                </a:lnTo>
                <a:lnTo>
                  <a:pt x="2283481" y="46174"/>
                </a:lnTo>
                <a:lnTo>
                  <a:pt x="2284359" y="46488"/>
                </a:lnTo>
                <a:lnTo>
                  <a:pt x="2285171" y="46861"/>
                </a:lnTo>
                <a:lnTo>
                  <a:pt x="2285920" y="47291"/>
                </a:lnTo>
                <a:lnTo>
                  <a:pt x="2286607" y="47781"/>
                </a:lnTo>
                <a:lnTo>
                  <a:pt x="2287234" y="48329"/>
                </a:lnTo>
                <a:lnTo>
                  <a:pt x="2287804" y="48938"/>
                </a:lnTo>
                <a:lnTo>
                  <a:pt x="2288319" y="49605"/>
                </a:lnTo>
                <a:lnTo>
                  <a:pt x="2288781" y="50334"/>
                </a:lnTo>
                <a:lnTo>
                  <a:pt x="2289191" y="51122"/>
                </a:lnTo>
                <a:lnTo>
                  <a:pt x="2289553" y="51972"/>
                </a:lnTo>
                <a:lnTo>
                  <a:pt x="2289867" y="52882"/>
                </a:lnTo>
                <a:lnTo>
                  <a:pt x="2290137" y="53854"/>
                </a:lnTo>
                <a:lnTo>
                  <a:pt x="2290364" y="54888"/>
                </a:lnTo>
                <a:lnTo>
                  <a:pt x="2290550" y="55984"/>
                </a:lnTo>
                <a:lnTo>
                  <a:pt x="2290698" y="57143"/>
                </a:lnTo>
                <a:lnTo>
                  <a:pt x="2290809" y="58364"/>
                </a:lnTo>
                <a:lnTo>
                  <a:pt x="2290886" y="59649"/>
                </a:lnTo>
                <a:lnTo>
                  <a:pt x="2290931" y="60996"/>
                </a:lnTo>
                <a:lnTo>
                  <a:pt x="2290945" y="62408"/>
                </a:lnTo>
                <a:lnTo>
                  <a:pt x="2290945" y="106108"/>
                </a:lnTo>
                <a:lnTo>
                  <a:pt x="2283429" y="106108"/>
                </a:lnTo>
                <a:lnTo>
                  <a:pt x="2283035" y="106109"/>
                </a:lnTo>
                <a:lnTo>
                  <a:pt x="2282625" y="106112"/>
                </a:lnTo>
                <a:lnTo>
                  <a:pt x="2282203" y="106120"/>
                </a:lnTo>
                <a:lnTo>
                  <a:pt x="2281772" y="106136"/>
                </a:lnTo>
                <a:lnTo>
                  <a:pt x="2281334" y="106162"/>
                </a:lnTo>
                <a:lnTo>
                  <a:pt x="2280892" y="106202"/>
                </a:lnTo>
                <a:lnTo>
                  <a:pt x="2280449" y="106257"/>
                </a:lnTo>
                <a:lnTo>
                  <a:pt x="2280008" y="106330"/>
                </a:lnTo>
                <a:lnTo>
                  <a:pt x="2279572" y="106424"/>
                </a:lnTo>
                <a:lnTo>
                  <a:pt x="2279143" y="106541"/>
                </a:lnTo>
                <a:lnTo>
                  <a:pt x="2278725" y="106684"/>
                </a:lnTo>
                <a:lnTo>
                  <a:pt x="2278319" y="106855"/>
                </a:lnTo>
                <a:lnTo>
                  <a:pt x="2277930" y="107058"/>
                </a:lnTo>
                <a:lnTo>
                  <a:pt x="2277560" y="107294"/>
                </a:lnTo>
                <a:lnTo>
                  <a:pt x="2277212" y="107567"/>
                </a:lnTo>
                <a:lnTo>
                  <a:pt x="2276888" y="107879"/>
                </a:lnTo>
                <a:lnTo>
                  <a:pt x="2276592" y="108232"/>
                </a:lnTo>
                <a:lnTo>
                  <a:pt x="2276325" y="108629"/>
                </a:lnTo>
                <a:lnTo>
                  <a:pt x="2276093" y="109073"/>
                </a:lnTo>
                <a:lnTo>
                  <a:pt x="2275896" y="109566"/>
                </a:lnTo>
                <a:lnTo>
                  <a:pt x="2275737" y="110111"/>
                </a:lnTo>
                <a:lnTo>
                  <a:pt x="2275621" y="110711"/>
                </a:lnTo>
                <a:lnTo>
                  <a:pt x="2275549" y="111367"/>
                </a:lnTo>
                <a:lnTo>
                  <a:pt x="2275524" y="112084"/>
                </a:lnTo>
                <a:lnTo>
                  <a:pt x="2275551" y="112777"/>
                </a:lnTo>
                <a:lnTo>
                  <a:pt x="2275628" y="113412"/>
                </a:lnTo>
                <a:lnTo>
                  <a:pt x="2275753" y="113993"/>
                </a:lnTo>
                <a:lnTo>
                  <a:pt x="2275922" y="114520"/>
                </a:lnTo>
                <a:lnTo>
                  <a:pt x="2276132" y="114998"/>
                </a:lnTo>
                <a:lnTo>
                  <a:pt x="2276380" y="115427"/>
                </a:lnTo>
                <a:lnTo>
                  <a:pt x="2276661" y="115812"/>
                </a:lnTo>
                <a:lnTo>
                  <a:pt x="2276974" y="116154"/>
                </a:lnTo>
                <a:lnTo>
                  <a:pt x="2277313" y="116455"/>
                </a:lnTo>
                <a:lnTo>
                  <a:pt x="2277677" y="116719"/>
                </a:lnTo>
                <a:lnTo>
                  <a:pt x="2278062" y="116948"/>
                </a:lnTo>
                <a:lnTo>
                  <a:pt x="2278464" y="117145"/>
                </a:lnTo>
                <a:lnTo>
                  <a:pt x="2278880" y="117311"/>
                </a:lnTo>
                <a:lnTo>
                  <a:pt x="2279307" y="117449"/>
                </a:lnTo>
                <a:lnTo>
                  <a:pt x="2279741" y="117562"/>
                </a:lnTo>
                <a:lnTo>
                  <a:pt x="2280179" y="117653"/>
                </a:lnTo>
                <a:lnTo>
                  <a:pt x="2280618" y="117724"/>
                </a:lnTo>
                <a:lnTo>
                  <a:pt x="2281054" y="117777"/>
                </a:lnTo>
                <a:lnTo>
                  <a:pt x="2281485" y="117815"/>
                </a:lnTo>
                <a:lnTo>
                  <a:pt x="2281906" y="117841"/>
                </a:lnTo>
                <a:lnTo>
                  <a:pt x="2282314" y="117856"/>
                </a:lnTo>
                <a:lnTo>
                  <a:pt x="2282706" y="117864"/>
                </a:lnTo>
                <a:lnTo>
                  <a:pt x="2283079" y="117867"/>
                </a:lnTo>
                <a:lnTo>
                  <a:pt x="2283429" y="117868"/>
                </a:lnTo>
                <a:lnTo>
                  <a:pt x="2312926" y="117868"/>
                </a:lnTo>
                <a:lnTo>
                  <a:pt x="2313275" y="117867"/>
                </a:lnTo>
                <a:lnTo>
                  <a:pt x="2313644" y="117864"/>
                </a:lnTo>
                <a:lnTo>
                  <a:pt x="2314032" y="117856"/>
                </a:lnTo>
                <a:lnTo>
                  <a:pt x="2314434" y="117841"/>
                </a:lnTo>
                <a:lnTo>
                  <a:pt x="2314847" y="117815"/>
                </a:lnTo>
                <a:lnTo>
                  <a:pt x="2315269" y="117777"/>
                </a:lnTo>
                <a:lnTo>
                  <a:pt x="2315695" y="117724"/>
                </a:lnTo>
                <a:lnTo>
                  <a:pt x="2316124" y="117653"/>
                </a:lnTo>
                <a:lnTo>
                  <a:pt x="2316551" y="117562"/>
                </a:lnTo>
                <a:lnTo>
                  <a:pt x="2316974" y="117449"/>
                </a:lnTo>
                <a:lnTo>
                  <a:pt x="2317389" y="117311"/>
                </a:lnTo>
                <a:lnTo>
                  <a:pt x="2317793" y="117145"/>
                </a:lnTo>
                <a:lnTo>
                  <a:pt x="2318183" y="116948"/>
                </a:lnTo>
                <a:lnTo>
                  <a:pt x="2318556" y="116719"/>
                </a:lnTo>
                <a:lnTo>
                  <a:pt x="2318908" y="116455"/>
                </a:lnTo>
                <a:lnTo>
                  <a:pt x="2319237" y="116154"/>
                </a:lnTo>
                <a:lnTo>
                  <a:pt x="2319539" y="115812"/>
                </a:lnTo>
                <a:lnTo>
                  <a:pt x="2319811" y="115427"/>
                </a:lnTo>
                <a:lnTo>
                  <a:pt x="2320050" y="114998"/>
                </a:lnTo>
                <a:lnTo>
                  <a:pt x="2320253" y="114520"/>
                </a:lnTo>
                <a:lnTo>
                  <a:pt x="2320416" y="113993"/>
                </a:lnTo>
                <a:lnTo>
                  <a:pt x="2320536" y="113412"/>
                </a:lnTo>
                <a:lnTo>
                  <a:pt x="2320611" y="112777"/>
                </a:lnTo>
                <a:lnTo>
                  <a:pt x="2320636" y="112084"/>
                </a:lnTo>
                <a:lnTo>
                  <a:pt x="2320612" y="111367"/>
                </a:lnTo>
                <a:lnTo>
                  <a:pt x="2320540" y="110711"/>
                </a:lnTo>
                <a:lnTo>
                  <a:pt x="2320423" y="110111"/>
                </a:lnTo>
                <a:lnTo>
                  <a:pt x="2320265" y="109566"/>
                </a:lnTo>
                <a:lnTo>
                  <a:pt x="2320068" y="109073"/>
                </a:lnTo>
                <a:close/>
                <a:moveTo>
                  <a:pt x="2523322" y="109073"/>
                </a:moveTo>
                <a:lnTo>
                  <a:pt x="2523098" y="108629"/>
                </a:lnTo>
                <a:lnTo>
                  <a:pt x="2522834" y="108232"/>
                </a:lnTo>
                <a:lnTo>
                  <a:pt x="2522532" y="107879"/>
                </a:lnTo>
                <a:lnTo>
                  <a:pt x="2522192" y="107567"/>
                </a:lnTo>
                <a:lnTo>
                  <a:pt x="2521814" y="107294"/>
                </a:lnTo>
                <a:lnTo>
                  <a:pt x="2521399" y="107058"/>
                </a:lnTo>
                <a:lnTo>
                  <a:pt x="2520947" y="106855"/>
                </a:lnTo>
                <a:lnTo>
                  <a:pt x="2520460" y="106684"/>
                </a:lnTo>
                <a:lnTo>
                  <a:pt x="2519936" y="106541"/>
                </a:lnTo>
                <a:lnTo>
                  <a:pt x="2519377" y="106424"/>
                </a:lnTo>
                <a:lnTo>
                  <a:pt x="2518784" y="106330"/>
                </a:lnTo>
                <a:lnTo>
                  <a:pt x="2518157" y="106257"/>
                </a:lnTo>
                <a:lnTo>
                  <a:pt x="2517496" y="106202"/>
                </a:lnTo>
                <a:lnTo>
                  <a:pt x="2516802" y="106162"/>
                </a:lnTo>
                <a:lnTo>
                  <a:pt x="2516075" y="106136"/>
                </a:lnTo>
                <a:lnTo>
                  <a:pt x="2515316" y="106120"/>
                </a:lnTo>
                <a:lnTo>
                  <a:pt x="2514525" y="106112"/>
                </a:lnTo>
                <a:lnTo>
                  <a:pt x="2513704" y="106109"/>
                </a:lnTo>
                <a:lnTo>
                  <a:pt x="2512851" y="106108"/>
                </a:lnTo>
                <a:lnTo>
                  <a:pt x="2512851" y="59519"/>
                </a:lnTo>
                <a:lnTo>
                  <a:pt x="2512850" y="58946"/>
                </a:lnTo>
                <a:lnTo>
                  <a:pt x="2512841" y="58202"/>
                </a:lnTo>
                <a:lnTo>
                  <a:pt x="2512818" y="57304"/>
                </a:lnTo>
                <a:lnTo>
                  <a:pt x="2512772" y="56270"/>
                </a:lnTo>
                <a:lnTo>
                  <a:pt x="2512696" y="55116"/>
                </a:lnTo>
                <a:lnTo>
                  <a:pt x="2512583" y="53861"/>
                </a:lnTo>
                <a:lnTo>
                  <a:pt x="2512425" y="52521"/>
                </a:lnTo>
                <a:lnTo>
                  <a:pt x="2512216" y="51115"/>
                </a:lnTo>
                <a:lnTo>
                  <a:pt x="2511946" y="49659"/>
                </a:lnTo>
                <a:lnTo>
                  <a:pt x="2511610" y="48170"/>
                </a:lnTo>
                <a:lnTo>
                  <a:pt x="2511199" y="46667"/>
                </a:lnTo>
                <a:lnTo>
                  <a:pt x="2510706" y="45167"/>
                </a:lnTo>
                <a:lnTo>
                  <a:pt x="2510124" y="43687"/>
                </a:lnTo>
                <a:lnTo>
                  <a:pt x="2509445" y="42244"/>
                </a:lnTo>
                <a:lnTo>
                  <a:pt x="2508662" y="40856"/>
                </a:lnTo>
                <a:lnTo>
                  <a:pt x="2507767" y="39541"/>
                </a:lnTo>
                <a:lnTo>
                  <a:pt x="2506753" y="38315"/>
                </a:lnTo>
                <a:lnTo>
                  <a:pt x="2505612" y="37195"/>
                </a:lnTo>
                <a:lnTo>
                  <a:pt x="2504337" y="36201"/>
                </a:lnTo>
                <a:lnTo>
                  <a:pt x="2502921" y="35348"/>
                </a:lnTo>
                <a:lnTo>
                  <a:pt x="2501356" y="34655"/>
                </a:lnTo>
                <a:lnTo>
                  <a:pt x="2499634" y="34138"/>
                </a:lnTo>
                <a:lnTo>
                  <a:pt x="2497749" y="33815"/>
                </a:lnTo>
                <a:lnTo>
                  <a:pt x="2495692" y="33703"/>
                </a:lnTo>
                <a:lnTo>
                  <a:pt x="2494958" y="33717"/>
                </a:lnTo>
                <a:lnTo>
                  <a:pt x="2494204" y="33757"/>
                </a:lnTo>
                <a:lnTo>
                  <a:pt x="2493433" y="33826"/>
                </a:lnTo>
                <a:lnTo>
                  <a:pt x="2492645" y="33924"/>
                </a:lnTo>
                <a:lnTo>
                  <a:pt x="2491843" y="34052"/>
                </a:lnTo>
                <a:lnTo>
                  <a:pt x="2491029" y="34212"/>
                </a:lnTo>
                <a:lnTo>
                  <a:pt x="2490205" y="34405"/>
                </a:lnTo>
                <a:lnTo>
                  <a:pt x="2489373" y="34632"/>
                </a:lnTo>
                <a:lnTo>
                  <a:pt x="2488535" y="34893"/>
                </a:lnTo>
                <a:lnTo>
                  <a:pt x="2487693" y="35190"/>
                </a:lnTo>
                <a:lnTo>
                  <a:pt x="2486848" y="35524"/>
                </a:lnTo>
                <a:lnTo>
                  <a:pt x="2486004" y="35897"/>
                </a:lnTo>
                <a:lnTo>
                  <a:pt x="2485162" y="36308"/>
                </a:lnTo>
                <a:lnTo>
                  <a:pt x="2484324" y="36760"/>
                </a:lnTo>
                <a:lnTo>
                  <a:pt x="2483492" y="37253"/>
                </a:lnTo>
                <a:lnTo>
                  <a:pt x="2482668" y="37788"/>
                </a:lnTo>
                <a:lnTo>
                  <a:pt x="2481854" y="38367"/>
                </a:lnTo>
                <a:lnTo>
                  <a:pt x="2481052" y="38991"/>
                </a:lnTo>
                <a:lnTo>
                  <a:pt x="2480264" y="39660"/>
                </a:lnTo>
                <a:lnTo>
                  <a:pt x="2479492" y="40376"/>
                </a:lnTo>
                <a:lnTo>
                  <a:pt x="2478738" y="41140"/>
                </a:lnTo>
                <a:lnTo>
                  <a:pt x="2478005" y="41953"/>
                </a:lnTo>
                <a:lnTo>
                  <a:pt x="2477293" y="42816"/>
                </a:lnTo>
                <a:lnTo>
                  <a:pt x="2476606" y="43730"/>
                </a:lnTo>
                <a:lnTo>
                  <a:pt x="2476231" y="42926"/>
                </a:lnTo>
                <a:lnTo>
                  <a:pt x="2475831" y="42155"/>
                </a:lnTo>
                <a:lnTo>
                  <a:pt x="2475407" y="41417"/>
                </a:lnTo>
                <a:lnTo>
                  <a:pt x="2474958" y="40711"/>
                </a:lnTo>
                <a:lnTo>
                  <a:pt x="2474486" y="40038"/>
                </a:lnTo>
                <a:lnTo>
                  <a:pt x="2473991" y="39398"/>
                </a:lnTo>
                <a:lnTo>
                  <a:pt x="2473474" y="38791"/>
                </a:lnTo>
                <a:lnTo>
                  <a:pt x="2472936" y="38217"/>
                </a:lnTo>
                <a:lnTo>
                  <a:pt x="2472376" y="37677"/>
                </a:lnTo>
                <a:lnTo>
                  <a:pt x="2471797" y="37170"/>
                </a:lnTo>
                <a:lnTo>
                  <a:pt x="2471198" y="36697"/>
                </a:lnTo>
                <a:lnTo>
                  <a:pt x="2470581" y="36258"/>
                </a:lnTo>
                <a:lnTo>
                  <a:pt x="2469945" y="35854"/>
                </a:lnTo>
                <a:lnTo>
                  <a:pt x="2469292" y="35483"/>
                </a:lnTo>
                <a:lnTo>
                  <a:pt x="2468623" y="35147"/>
                </a:lnTo>
                <a:lnTo>
                  <a:pt x="2467937" y="34846"/>
                </a:lnTo>
                <a:lnTo>
                  <a:pt x="2467236" y="34580"/>
                </a:lnTo>
                <a:lnTo>
                  <a:pt x="2466520" y="34348"/>
                </a:lnTo>
                <a:lnTo>
                  <a:pt x="2465790" y="34152"/>
                </a:lnTo>
                <a:lnTo>
                  <a:pt x="2465047" y="33991"/>
                </a:lnTo>
                <a:lnTo>
                  <a:pt x="2464291" y="33865"/>
                </a:lnTo>
                <a:lnTo>
                  <a:pt x="2463522" y="33775"/>
                </a:lnTo>
                <a:lnTo>
                  <a:pt x="2462743" y="33721"/>
                </a:lnTo>
                <a:lnTo>
                  <a:pt x="2461953" y="33703"/>
                </a:lnTo>
                <a:lnTo>
                  <a:pt x="2461184" y="33717"/>
                </a:lnTo>
                <a:lnTo>
                  <a:pt x="2460419" y="33759"/>
                </a:lnTo>
                <a:lnTo>
                  <a:pt x="2459659" y="33828"/>
                </a:lnTo>
                <a:lnTo>
                  <a:pt x="2458904" y="33923"/>
                </a:lnTo>
                <a:lnTo>
                  <a:pt x="2458154" y="34044"/>
                </a:lnTo>
                <a:lnTo>
                  <a:pt x="2457410" y="34192"/>
                </a:lnTo>
                <a:lnTo>
                  <a:pt x="2456672" y="34364"/>
                </a:lnTo>
                <a:lnTo>
                  <a:pt x="2455941" y="34561"/>
                </a:lnTo>
                <a:lnTo>
                  <a:pt x="2455216" y="34782"/>
                </a:lnTo>
                <a:lnTo>
                  <a:pt x="2454498" y="35026"/>
                </a:lnTo>
                <a:lnTo>
                  <a:pt x="2453788" y="35294"/>
                </a:lnTo>
                <a:lnTo>
                  <a:pt x="2453085" y="35584"/>
                </a:lnTo>
                <a:lnTo>
                  <a:pt x="2452390" y="35896"/>
                </a:lnTo>
                <a:lnTo>
                  <a:pt x="2451704" y="36230"/>
                </a:lnTo>
                <a:lnTo>
                  <a:pt x="2451026" y="36585"/>
                </a:lnTo>
                <a:lnTo>
                  <a:pt x="2450357" y="36961"/>
                </a:lnTo>
                <a:lnTo>
                  <a:pt x="2449698" y="37357"/>
                </a:lnTo>
                <a:lnTo>
                  <a:pt x="2449048" y="37772"/>
                </a:lnTo>
                <a:lnTo>
                  <a:pt x="2448409" y="38206"/>
                </a:lnTo>
                <a:lnTo>
                  <a:pt x="2447779" y="38659"/>
                </a:lnTo>
                <a:lnTo>
                  <a:pt x="2447161" y="39130"/>
                </a:lnTo>
                <a:lnTo>
                  <a:pt x="2446553" y="39619"/>
                </a:lnTo>
                <a:lnTo>
                  <a:pt x="2445957" y="40124"/>
                </a:lnTo>
                <a:lnTo>
                  <a:pt x="2445373" y="40646"/>
                </a:lnTo>
                <a:lnTo>
                  <a:pt x="2445307" y="39950"/>
                </a:lnTo>
                <a:lnTo>
                  <a:pt x="2445206" y="39311"/>
                </a:lnTo>
                <a:lnTo>
                  <a:pt x="2445073" y="38728"/>
                </a:lnTo>
                <a:lnTo>
                  <a:pt x="2444909" y="38197"/>
                </a:lnTo>
                <a:lnTo>
                  <a:pt x="2444715" y="37717"/>
                </a:lnTo>
                <a:lnTo>
                  <a:pt x="2444493" y="37286"/>
                </a:lnTo>
                <a:lnTo>
                  <a:pt x="2444245" y="36899"/>
                </a:lnTo>
                <a:lnTo>
                  <a:pt x="2443973" y="36556"/>
                </a:lnTo>
                <a:lnTo>
                  <a:pt x="2443678" y="36252"/>
                </a:lnTo>
                <a:lnTo>
                  <a:pt x="2443362" y="35987"/>
                </a:lnTo>
                <a:lnTo>
                  <a:pt x="2443027" y="35757"/>
                </a:lnTo>
                <a:lnTo>
                  <a:pt x="2442673" y="35560"/>
                </a:lnTo>
                <a:lnTo>
                  <a:pt x="2442304" y="35393"/>
                </a:lnTo>
                <a:lnTo>
                  <a:pt x="2441920" y="35254"/>
                </a:lnTo>
                <a:lnTo>
                  <a:pt x="2441524" y="35140"/>
                </a:lnTo>
                <a:lnTo>
                  <a:pt x="2441116" y="35048"/>
                </a:lnTo>
                <a:lnTo>
                  <a:pt x="2440700" y="34977"/>
                </a:lnTo>
                <a:lnTo>
                  <a:pt x="2440275" y="34924"/>
                </a:lnTo>
                <a:lnTo>
                  <a:pt x="2439844" y="34886"/>
                </a:lnTo>
                <a:lnTo>
                  <a:pt x="2439409" y="34860"/>
                </a:lnTo>
                <a:lnTo>
                  <a:pt x="2438972" y="34844"/>
                </a:lnTo>
                <a:lnTo>
                  <a:pt x="2438533" y="34836"/>
                </a:lnTo>
                <a:lnTo>
                  <a:pt x="2438095" y="34833"/>
                </a:lnTo>
                <a:lnTo>
                  <a:pt x="2437660" y="34833"/>
                </a:lnTo>
                <a:lnTo>
                  <a:pt x="2431491" y="34833"/>
                </a:lnTo>
                <a:lnTo>
                  <a:pt x="2431119" y="34833"/>
                </a:lnTo>
                <a:lnTo>
                  <a:pt x="2430728" y="34836"/>
                </a:lnTo>
                <a:lnTo>
                  <a:pt x="2430321" y="34844"/>
                </a:lnTo>
                <a:lnTo>
                  <a:pt x="2429901" y="34860"/>
                </a:lnTo>
                <a:lnTo>
                  <a:pt x="2429472" y="34885"/>
                </a:lnTo>
                <a:lnTo>
                  <a:pt x="2429036" y="34923"/>
                </a:lnTo>
                <a:lnTo>
                  <a:pt x="2428596" y="34977"/>
                </a:lnTo>
                <a:lnTo>
                  <a:pt x="2428156" y="35047"/>
                </a:lnTo>
                <a:lnTo>
                  <a:pt x="2427719" y="35138"/>
                </a:lnTo>
                <a:lnTo>
                  <a:pt x="2427287" y="35252"/>
                </a:lnTo>
                <a:lnTo>
                  <a:pt x="2426865" y="35390"/>
                </a:lnTo>
                <a:lnTo>
                  <a:pt x="2426454" y="35556"/>
                </a:lnTo>
                <a:lnTo>
                  <a:pt x="2426058" y="35753"/>
                </a:lnTo>
                <a:lnTo>
                  <a:pt x="2425681" y="35982"/>
                </a:lnTo>
                <a:lnTo>
                  <a:pt x="2425325" y="36246"/>
                </a:lnTo>
                <a:lnTo>
                  <a:pt x="2424993" y="36548"/>
                </a:lnTo>
                <a:lnTo>
                  <a:pt x="2424688" y="36890"/>
                </a:lnTo>
                <a:lnTo>
                  <a:pt x="2424415" y="37274"/>
                </a:lnTo>
                <a:lnTo>
                  <a:pt x="2424174" y="37704"/>
                </a:lnTo>
                <a:lnTo>
                  <a:pt x="2423971" y="38182"/>
                </a:lnTo>
                <a:lnTo>
                  <a:pt x="2423807" y="38710"/>
                </a:lnTo>
                <a:lnTo>
                  <a:pt x="2423686" y="39290"/>
                </a:lnTo>
                <a:lnTo>
                  <a:pt x="2423612" y="39926"/>
                </a:lnTo>
                <a:lnTo>
                  <a:pt x="2423586" y="40620"/>
                </a:lnTo>
                <a:lnTo>
                  <a:pt x="2423607" y="41336"/>
                </a:lnTo>
                <a:lnTo>
                  <a:pt x="2423670" y="41993"/>
                </a:lnTo>
                <a:lnTo>
                  <a:pt x="2423774" y="42592"/>
                </a:lnTo>
                <a:lnTo>
                  <a:pt x="2423918" y="43137"/>
                </a:lnTo>
                <a:lnTo>
                  <a:pt x="2424103" y="43630"/>
                </a:lnTo>
                <a:lnTo>
                  <a:pt x="2424328" y="44074"/>
                </a:lnTo>
                <a:lnTo>
                  <a:pt x="2424591" y="44472"/>
                </a:lnTo>
                <a:lnTo>
                  <a:pt x="2424893" y="44825"/>
                </a:lnTo>
                <a:lnTo>
                  <a:pt x="2425234" y="45136"/>
                </a:lnTo>
                <a:lnTo>
                  <a:pt x="2425612" y="45409"/>
                </a:lnTo>
                <a:lnTo>
                  <a:pt x="2426027" y="45645"/>
                </a:lnTo>
                <a:lnTo>
                  <a:pt x="2426479" y="45848"/>
                </a:lnTo>
                <a:lnTo>
                  <a:pt x="2426967" y="46020"/>
                </a:lnTo>
                <a:lnTo>
                  <a:pt x="2427491" y="46163"/>
                </a:lnTo>
                <a:lnTo>
                  <a:pt x="2428049" y="46280"/>
                </a:lnTo>
                <a:lnTo>
                  <a:pt x="2428643" y="46374"/>
                </a:lnTo>
                <a:lnTo>
                  <a:pt x="2429270" y="46447"/>
                </a:lnTo>
                <a:lnTo>
                  <a:pt x="2429932" y="46502"/>
                </a:lnTo>
                <a:lnTo>
                  <a:pt x="2430626" y="46541"/>
                </a:lnTo>
                <a:lnTo>
                  <a:pt x="2431353" y="46567"/>
                </a:lnTo>
                <a:lnTo>
                  <a:pt x="2432112" y="46583"/>
                </a:lnTo>
                <a:lnTo>
                  <a:pt x="2432903" y="46592"/>
                </a:lnTo>
                <a:lnTo>
                  <a:pt x="2433724" y="46595"/>
                </a:lnTo>
                <a:lnTo>
                  <a:pt x="2434577" y="46595"/>
                </a:lnTo>
                <a:lnTo>
                  <a:pt x="2434577" y="106108"/>
                </a:lnTo>
                <a:lnTo>
                  <a:pt x="2433724" y="106109"/>
                </a:lnTo>
                <a:lnTo>
                  <a:pt x="2432903" y="106112"/>
                </a:lnTo>
                <a:lnTo>
                  <a:pt x="2432112" y="106120"/>
                </a:lnTo>
                <a:lnTo>
                  <a:pt x="2431353" y="106136"/>
                </a:lnTo>
                <a:lnTo>
                  <a:pt x="2430626" y="106162"/>
                </a:lnTo>
                <a:lnTo>
                  <a:pt x="2429932" y="106202"/>
                </a:lnTo>
                <a:lnTo>
                  <a:pt x="2429270" y="106257"/>
                </a:lnTo>
                <a:lnTo>
                  <a:pt x="2428643" y="106330"/>
                </a:lnTo>
                <a:lnTo>
                  <a:pt x="2428049" y="106424"/>
                </a:lnTo>
                <a:lnTo>
                  <a:pt x="2427491" y="106541"/>
                </a:lnTo>
                <a:lnTo>
                  <a:pt x="2426967" y="106684"/>
                </a:lnTo>
                <a:lnTo>
                  <a:pt x="2426479" y="106855"/>
                </a:lnTo>
                <a:lnTo>
                  <a:pt x="2426027" y="107058"/>
                </a:lnTo>
                <a:lnTo>
                  <a:pt x="2425612" y="107294"/>
                </a:lnTo>
                <a:lnTo>
                  <a:pt x="2425234" y="107567"/>
                </a:lnTo>
                <a:lnTo>
                  <a:pt x="2424893" y="107879"/>
                </a:lnTo>
                <a:lnTo>
                  <a:pt x="2424591" y="108232"/>
                </a:lnTo>
                <a:lnTo>
                  <a:pt x="2424328" y="108629"/>
                </a:lnTo>
                <a:lnTo>
                  <a:pt x="2424103" y="109073"/>
                </a:lnTo>
                <a:lnTo>
                  <a:pt x="2423918" y="109566"/>
                </a:lnTo>
                <a:lnTo>
                  <a:pt x="2423774" y="110111"/>
                </a:lnTo>
                <a:lnTo>
                  <a:pt x="2423670" y="110711"/>
                </a:lnTo>
                <a:lnTo>
                  <a:pt x="2423607" y="111367"/>
                </a:lnTo>
                <a:lnTo>
                  <a:pt x="2423586" y="112084"/>
                </a:lnTo>
                <a:lnTo>
                  <a:pt x="2423613" y="112777"/>
                </a:lnTo>
                <a:lnTo>
                  <a:pt x="2423690" y="113412"/>
                </a:lnTo>
                <a:lnTo>
                  <a:pt x="2423815" y="113993"/>
                </a:lnTo>
                <a:lnTo>
                  <a:pt x="2423984" y="114520"/>
                </a:lnTo>
                <a:lnTo>
                  <a:pt x="2424194" y="114998"/>
                </a:lnTo>
                <a:lnTo>
                  <a:pt x="2424442" y="115427"/>
                </a:lnTo>
                <a:lnTo>
                  <a:pt x="2424724" y="115812"/>
                </a:lnTo>
                <a:lnTo>
                  <a:pt x="2425036" y="116154"/>
                </a:lnTo>
                <a:lnTo>
                  <a:pt x="2425376" y="116455"/>
                </a:lnTo>
                <a:lnTo>
                  <a:pt x="2425740" y="116719"/>
                </a:lnTo>
                <a:lnTo>
                  <a:pt x="2426125" y="116948"/>
                </a:lnTo>
                <a:lnTo>
                  <a:pt x="2426527" y="117145"/>
                </a:lnTo>
                <a:lnTo>
                  <a:pt x="2426943" y="117311"/>
                </a:lnTo>
                <a:lnTo>
                  <a:pt x="2427370" y="117449"/>
                </a:lnTo>
                <a:lnTo>
                  <a:pt x="2427804" y="117562"/>
                </a:lnTo>
                <a:lnTo>
                  <a:pt x="2428242" y="117653"/>
                </a:lnTo>
                <a:lnTo>
                  <a:pt x="2428681" y="117724"/>
                </a:lnTo>
                <a:lnTo>
                  <a:pt x="2429118" y="117777"/>
                </a:lnTo>
                <a:lnTo>
                  <a:pt x="2429548" y="117815"/>
                </a:lnTo>
                <a:lnTo>
                  <a:pt x="2429968" y="117841"/>
                </a:lnTo>
                <a:lnTo>
                  <a:pt x="2430377" y="117856"/>
                </a:lnTo>
                <a:lnTo>
                  <a:pt x="2430768" y="117864"/>
                </a:lnTo>
                <a:lnTo>
                  <a:pt x="2431141" y="117867"/>
                </a:lnTo>
                <a:lnTo>
                  <a:pt x="2431491" y="117868"/>
                </a:lnTo>
                <a:lnTo>
                  <a:pt x="2448459" y="117868"/>
                </a:lnTo>
                <a:lnTo>
                  <a:pt x="2448831" y="117867"/>
                </a:lnTo>
                <a:lnTo>
                  <a:pt x="2449222" y="117864"/>
                </a:lnTo>
                <a:lnTo>
                  <a:pt x="2449629" y="117856"/>
                </a:lnTo>
                <a:lnTo>
                  <a:pt x="2450048" y="117841"/>
                </a:lnTo>
                <a:lnTo>
                  <a:pt x="2450477" y="117815"/>
                </a:lnTo>
                <a:lnTo>
                  <a:pt x="2450913" y="117777"/>
                </a:lnTo>
                <a:lnTo>
                  <a:pt x="2451353" y="117724"/>
                </a:lnTo>
                <a:lnTo>
                  <a:pt x="2451793" y="117653"/>
                </a:lnTo>
                <a:lnTo>
                  <a:pt x="2452230" y="117562"/>
                </a:lnTo>
                <a:lnTo>
                  <a:pt x="2452661" y="117449"/>
                </a:lnTo>
                <a:lnTo>
                  <a:pt x="2453084" y="117311"/>
                </a:lnTo>
                <a:lnTo>
                  <a:pt x="2453494" y="117145"/>
                </a:lnTo>
                <a:lnTo>
                  <a:pt x="2453889" y="116948"/>
                </a:lnTo>
                <a:lnTo>
                  <a:pt x="2454267" y="116719"/>
                </a:lnTo>
                <a:lnTo>
                  <a:pt x="2454623" y="116455"/>
                </a:lnTo>
                <a:lnTo>
                  <a:pt x="2454954" y="116154"/>
                </a:lnTo>
                <a:lnTo>
                  <a:pt x="2455259" y="115812"/>
                </a:lnTo>
                <a:lnTo>
                  <a:pt x="2455532" y="115427"/>
                </a:lnTo>
                <a:lnTo>
                  <a:pt x="2455773" y="114998"/>
                </a:lnTo>
                <a:lnTo>
                  <a:pt x="2455976" y="114520"/>
                </a:lnTo>
                <a:lnTo>
                  <a:pt x="2456139" y="113993"/>
                </a:lnTo>
                <a:lnTo>
                  <a:pt x="2456260" y="113412"/>
                </a:lnTo>
                <a:lnTo>
                  <a:pt x="2456335" y="112777"/>
                </a:lnTo>
                <a:lnTo>
                  <a:pt x="2456360" y="112084"/>
                </a:lnTo>
                <a:lnTo>
                  <a:pt x="2456339" y="111367"/>
                </a:lnTo>
                <a:lnTo>
                  <a:pt x="2456277" y="110711"/>
                </a:lnTo>
                <a:lnTo>
                  <a:pt x="2456173" y="110111"/>
                </a:lnTo>
                <a:lnTo>
                  <a:pt x="2456028" y="109566"/>
                </a:lnTo>
                <a:lnTo>
                  <a:pt x="2455844" y="109073"/>
                </a:lnTo>
                <a:lnTo>
                  <a:pt x="2455619" y="108629"/>
                </a:lnTo>
                <a:lnTo>
                  <a:pt x="2455356" y="108232"/>
                </a:lnTo>
                <a:lnTo>
                  <a:pt x="2455054" y="107879"/>
                </a:lnTo>
                <a:lnTo>
                  <a:pt x="2454714" y="107567"/>
                </a:lnTo>
                <a:lnTo>
                  <a:pt x="2454336" y="107294"/>
                </a:lnTo>
                <a:lnTo>
                  <a:pt x="2453921" y="107058"/>
                </a:lnTo>
                <a:lnTo>
                  <a:pt x="2453469" y="106855"/>
                </a:lnTo>
                <a:lnTo>
                  <a:pt x="2452981" y="106684"/>
                </a:lnTo>
                <a:lnTo>
                  <a:pt x="2452458" y="106541"/>
                </a:lnTo>
                <a:lnTo>
                  <a:pt x="2451899" y="106424"/>
                </a:lnTo>
                <a:lnTo>
                  <a:pt x="2451306" y="106330"/>
                </a:lnTo>
                <a:lnTo>
                  <a:pt x="2450678" y="106257"/>
                </a:lnTo>
                <a:lnTo>
                  <a:pt x="2450017" y="106202"/>
                </a:lnTo>
                <a:lnTo>
                  <a:pt x="2449323" y="106162"/>
                </a:lnTo>
                <a:lnTo>
                  <a:pt x="2448596" y="106136"/>
                </a:lnTo>
                <a:lnTo>
                  <a:pt x="2447837" y="106120"/>
                </a:lnTo>
                <a:lnTo>
                  <a:pt x="2447047" y="106112"/>
                </a:lnTo>
                <a:lnTo>
                  <a:pt x="2446225" y="106109"/>
                </a:lnTo>
                <a:lnTo>
                  <a:pt x="2445373" y="106108"/>
                </a:lnTo>
                <a:lnTo>
                  <a:pt x="2445373" y="71634"/>
                </a:lnTo>
                <a:lnTo>
                  <a:pt x="2445413" y="69536"/>
                </a:lnTo>
                <a:lnTo>
                  <a:pt x="2445533" y="67523"/>
                </a:lnTo>
                <a:lnTo>
                  <a:pt x="2445728" y="65595"/>
                </a:lnTo>
                <a:lnTo>
                  <a:pt x="2445995" y="63752"/>
                </a:lnTo>
                <a:lnTo>
                  <a:pt x="2446331" y="61994"/>
                </a:lnTo>
                <a:lnTo>
                  <a:pt x="2446731" y="60323"/>
                </a:lnTo>
                <a:lnTo>
                  <a:pt x="2447194" y="58739"/>
                </a:lnTo>
                <a:lnTo>
                  <a:pt x="2447715" y="57241"/>
                </a:lnTo>
                <a:lnTo>
                  <a:pt x="2448291" y="55831"/>
                </a:lnTo>
                <a:lnTo>
                  <a:pt x="2448918" y="54509"/>
                </a:lnTo>
                <a:lnTo>
                  <a:pt x="2449593" y="53275"/>
                </a:lnTo>
                <a:lnTo>
                  <a:pt x="2450313" y="52130"/>
                </a:lnTo>
                <a:lnTo>
                  <a:pt x="2451074" y="51074"/>
                </a:lnTo>
                <a:lnTo>
                  <a:pt x="2451873" y="50108"/>
                </a:lnTo>
                <a:lnTo>
                  <a:pt x="2452706" y="49231"/>
                </a:lnTo>
                <a:lnTo>
                  <a:pt x="2453570" y="48446"/>
                </a:lnTo>
                <a:lnTo>
                  <a:pt x="2454462" y="47751"/>
                </a:lnTo>
                <a:lnTo>
                  <a:pt x="2455377" y="47147"/>
                </a:lnTo>
                <a:lnTo>
                  <a:pt x="2456313" y="46635"/>
                </a:lnTo>
                <a:lnTo>
                  <a:pt x="2457266" y="46215"/>
                </a:lnTo>
                <a:lnTo>
                  <a:pt x="2458233" y="45888"/>
                </a:lnTo>
                <a:lnTo>
                  <a:pt x="2459210" y="45653"/>
                </a:lnTo>
                <a:lnTo>
                  <a:pt x="2460194" y="45512"/>
                </a:lnTo>
                <a:lnTo>
                  <a:pt x="2461182" y="45465"/>
                </a:lnTo>
                <a:lnTo>
                  <a:pt x="2461727" y="45483"/>
                </a:lnTo>
                <a:lnTo>
                  <a:pt x="2462254" y="45537"/>
                </a:lnTo>
                <a:lnTo>
                  <a:pt x="2462761" y="45630"/>
                </a:lnTo>
                <a:lnTo>
                  <a:pt x="2463250" y="45766"/>
                </a:lnTo>
                <a:lnTo>
                  <a:pt x="2463718" y="45946"/>
                </a:lnTo>
                <a:lnTo>
                  <a:pt x="2464167" y="46172"/>
                </a:lnTo>
                <a:lnTo>
                  <a:pt x="2464595" y="46449"/>
                </a:lnTo>
                <a:lnTo>
                  <a:pt x="2465002" y="46778"/>
                </a:lnTo>
                <a:lnTo>
                  <a:pt x="2465387" y="47161"/>
                </a:lnTo>
                <a:lnTo>
                  <a:pt x="2465751" y="47602"/>
                </a:lnTo>
                <a:lnTo>
                  <a:pt x="2466093" y="48103"/>
                </a:lnTo>
                <a:lnTo>
                  <a:pt x="2466411" y="48667"/>
                </a:lnTo>
                <a:lnTo>
                  <a:pt x="2466707" y="49295"/>
                </a:lnTo>
                <a:lnTo>
                  <a:pt x="2466979" y="49992"/>
                </a:lnTo>
                <a:lnTo>
                  <a:pt x="2467228" y="50758"/>
                </a:lnTo>
                <a:lnTo>
                  <a:pt x="2467451" y="51598"/>
                </a:lnTo>
                <a:lnTo>
                  <a:pt x="2467651" y="52513"/>
                </a:lnTo>
                <a:lnTo>
                  <a:pt x="2467825" y="53507"/>
                </a:lnTo>
                <a:lnTo>
                  <a:pt x="2467973" y="54581"/>
                </a:lnTo>
                <a:lnTo>
                  <a:pt x="2468095" y="55738"/>
                </a:lnTo>
                <a:lnTo>
                  <a:pt x="2468191" y="56981"/>
                </a:lnTo>
                <a:lnTo>
                  <a:pt x="2468260" y="58313"/>
                </a:lnTo>
                <a:lnTo>
                  <a:pt x="2468302" y="59736"/>
                </a:lnTo>
                <a:lnTo>
                  <a:pt x="2468316" y="61252"/>
                </a:lnTo>
                <a:lnTo>
                  <a:pt x="2468316" y="106108"/>
                </a:lnTo>
                <a:lnTo>
                  <a:pt x="2467852" y="106109"/>
                </a:lnTo>
                <a:lnTo>
                  <a:pt x="2467379" y="106112"/>
                </a:lnTo>
                <a:lnTo>
                  <a:pt x="2466900" y="106120"/>
                </a:lnTo>
                <a:lnTo>
                  <a:pt x="2466416" y="106136"/>
                </a:lnTo>
                <a:lnTo>
                  <a:pt x="2465930" y="106162"/>
                </a:lnTo>
                <a:lnTo>
                  <a:pt x="2465445" y="106202"/>
                </a:lnTo>
                <a:lnTo>
                  <a:pt x="2464964" y="106257"/>
                </a:lnTo>
                <a:lnTo>
                  <a:pt x="2464488" y="106330"/>
                </a:lnTo>
                <a:lnTo>
                  <a:pt x="2464022" y="106424"/>
                </a:lnTo>
                <a:lnTo>
                  <a:pt x="2463567" y="106541"/>
                </a:lnTo>
                <a:lnTo>
                  <a:pt x="2463125" y="106684"/>
                </a:lnTo>
                <a:lnTo>
                  <a:pt x="2462700" y="106855"/>
                </a:lnTo>
                <a:lnTo>
                  <a:pt x="2462294" y="107058"/>
                </a:lnTo>
                <a:lnTo>
                  <a:pt x="2461910" y="107294"/>
                </a:lnTo>
                <a:lnTo>
                  <a:pt x="2461550" y="107567"/>
                </a:lnTo>
                <a:lnTo>
                  <a:pt x="2461217" y="107879"/>
                </a:lnTo>
                <a:lnTo>
                  <a:pt x="2460914" y="108232"/>
                </a:lnTo>
                <a:lnTo>
                  <a:pt x="2460642" y="108629"/>
                </a:lnTo>
                <a:lnTo>
                  <a:pt x="2460405" y="109073"/>
                </a:lnTo>
                <a:lnTo>
                  <a:pt x="2460206" y="109566"/>
                </a:lnTo>
                <a:lnTo>
                  <a:pt x="2460046" y="110111"/>
                </a:lnTo>
                <a:lnTo>
                  <a:pt x="2459929" y="110711"/>
                </a:lnTo>
                <a:lnTo>
                  <a:pt x="2459856" y="111367"/>
                </a:lnTo>
                <a:lnTo>
                  <a:pt x="2459832" y="112084"/>
                </a:lnTo>
                <a:lnTo>
                  <a:pt x="2459858" y="112777"/>
                </a:lnTo>
                <a:lnTo>
                  <a:pt x="2459936" y="113412"/>
                </a:lnTo>
                <a:lnTo>
                  <a:pt x="2460061" y="113993"/>
                </a:lnTo>
                <a:lnTo>
                  <a:pt x="2460230" y="114520"/>
                </a:lnTo>
                <a:lnTo>
                  <a:pt x="2460440" y="114998"/>
                </a:lnTo>
                <a:lnTo>
                  <a:pt x="2460687" y="115427"/>
                </a:lnTo>
                <a:lnTo>
                  <a:pt x="2460969" y="115812"/>
                </a:lnTo>
                <a:lnTo>
                  <a:pt x="2461282" y="116154"/>
                </a:lnTo>
                <a:lnTo>
                  <a:pt x="2461621" y="116455"/>
                </a:lnTo>
                <a:lnTo>
                  <a:pt x="2461985" y="116719"/>
                </a:lnTo>
                <a:lnTo>
                  <a:pt x="2462370" y="116948"/>
                </a:lnTo>
                <a:lnTo>
                  <a:pt x="2462772" y="117145"/>
                </a:lnTo>
                <a:lnTo>
                  <a:pt x="2463189" y="117311"/>
                </a:lnTo>
                <a:lnTo>
                  <a:pt x="2463615" y="117449"/>
                </a:lnTo>
                <a:lnTo>
                  <a:pt x="2464050" y="117562"/>
                </a:lnTo>
                <a:lnTo>
                  <a:pt x="2464488" y="117653"/>
                </a:lnTo>
                <a:lnTo>
                  <a:pt x="2464927" y="117724"/>
                </a:lnTo>
                <a:lnTo>
                  <a:pt x="2465363" y="117777"/>
                </a:lnTo>
                <a:lnTo>
                  <a:pt x="2465793" y="117815"/>
                </a:lnTo>
                <a:lnTo>
                  <a:pt x="2466214" y="117841"/>
                </a:lnTo>
                <a:lnTo>
                  <a:pt x="2466622" y="117856"/>
                </a:lnTo>
                <a:lnTo>
                  <a:pt x="2467014" y="117864"/>
                </a:lnTo>
                <a:lnTo>
                  <a:pt x="2467387" y="117867"/>
                </a:lnTo>
                <a:lnTo>
                  <a:pt x="2467736" y="117868"/>
                </a:lnTo>
                <a:lnTo>
                  <a:pt x="2482195" y="117868"/>
                </a:lnTo>
                <a:lnTo>
                  <a:pt x="2482567" y="117867"/>
                </a:lnTo>
                <a:lnTo>
                  <a:pt x="2482958" y="117864"/>
                </a:lnTo>
                <a:lnTo>
                  <a:pt x="2483365" y="117856"/>
                </a:lnTo>
                <a:lnTo>
                  <a:pt x="2483785" y="117841"/>
                </a:lnTo>
                <a:lnTo>
                  <a:pt x="2484214" y="117815"/>
                </a:lnTo>
                <a:lnTo>
                  <a:pt x="2484650" y="117777"/>
                </a:lnTo>
                <a:lnTo>
                  <a:pt x="2485090" y="117724"/>
                </a:lnTo>
                <a:lnTo>
                  <a:pt x="2485530" y="117653"/>
                </a:lnTo>
                <a:lnTo>
                  <a:pt x="2485967" y="117562"/>
                </a:lnTo>
                <a:lnTo>
                  <a:pt x="2486398" y="117449"/>
                </a:lnTo>
                <a:lnTo>
                  <a:pt x="2486821" y="117311"/>
                </a:lnTo>
                <a:lnTo>
                  <a:pt x="2487232" y="117145"/>
                </a:lnTo>
                <a:lnTo>
                  <a:pt x="2487627" y="116948"/>
                </a:lnTo>
                <a:lnTo>
                  <a:pt x="2488005" y="116719"/>
                </a:lnTo>
                <a:lnTo>
                  <a:pt x="2488361" y="116455"/>
                </a:lnTo>
                <a:lnTo>
                  <a:pt x="2488693" y="116154"/>
                </a:lnTo>
                <a:lnTo>
                  <a:pt x="2488997" y="115812"/>
                </a:lnTo>
                <a:lnTo>
                  <a:pt x="2489271" y="115427"/>
                </a:lnTo>
                <a:lnTo>
                  <a:pt x="2489511" y="114998"/>
                </a:lnTo>
                <a:lnTo>
                  <a:pt x="2489715" y="114520"/>
                </a:lnTo>
                <a:lnTo>
                  <a:pt x="2489879" y="113993"/>
                </a:lnTo>
                <a:lnTo>
                  <a:pt x="2489999" y="113412"/>
                </a:lnTo>
                <a:lnTo>
                  <a:pt x="2490074" y="112777"/>
                </a:lnTo>
                <a:lnTo>
                  <a:pt x="2490100" y="112084"/>
                </a:lnTo>
                <a:lnTo>
                  <a:pt x="2490079" y="111367"/>
                </a:lnTo>
                <a:lnTo>
                  <a:pt x="2490016" y="110711"/>
                </a:lnTo>
                <a:lnTo>
                  <a:pt x="2489912" y="110111"/>
                </a:lnTo>
                <a:lnTo>
                  <a:pt x="2489768" y="109566"/>
                </a:lnTo>
                <a:lnTo>
                  <a:pt x="2489583" y="109073"/>
                </a:lnTo>
                <a:lnTo>
                  <a:pt x="2489359" y="108629"/>
                </a:lnTo>
                <a:lnTo>
                  <a:pt x="2489095" y="108232"/>
                </a:lnTo>
                <a:lnTo>
                  <a:pt x="2488793" y="107879"/>
                </a:lnTo>
                <a:lnTo>
                  <a:pt x="2488453" y="107567"/>
                </a:lnTo>
                <a:lnTo>
                  <a:pt x="2488075" y="107294"/>
                </a:lnTo>
                <a:lnTo>
                  <a:pt x="2487660" y="107058"/>
                </a:lnTo>
                <a:lnTo>
                  <a:pt x="2487208" y="106855"/>
                </a:lnTo>
                <a:lnTo>
                  <a:pt x="2486720" y="106684"/>
                </a:lnTo>
                <a:lnTo>
                  <a:pt x="2486197" y="106541"/>
                </a:lnTo>
                <a:lnTo>
                  <a:pt x="2485638" y="106424"/>
                </a:lnTo>
                <a:lnTo>
                  <a:pt x="2485045" y="106330"/>
                </a:lnTo>
                <a:lnTo>
                  <a:pt x="2484418" y="106257"/>
                </a:lnTo>
                <a:lnTo>
                  <a:pt x="2483757" y="106202"/>
                </a:lnTo>
                <a:lnTo>
                  <a:pt x="2483062" y="106162"/>
                </a:lnTo>
                <a:lnTo>
                  <a:pt x="2482336" y="106136"/>
                </a:lnTo>
                <a:lnTo>
                  <a:pt x="2481577" y="106120"/>
                </a:lnTo>
                <a:lnTo>
                  <a:pt x="2480786" y="106112"/>
                </a:lnTo>
                <a:lnTo>
                  <a:pt x="2479964" y="106109"/>
                </a:lnTo>
                <a:lnTo>
                  <a:pt x="2479112" y="106108"/>
                </a:lnTo>
                <a:lnTo>
                  <a:pt x="2479112" y="71649"/>
                </a:lnTo>
                <a:lnTo>
                  <a:pt x="2479153" y="69549"/>
                </a:lnTo>
                <a:lnTo>
                  <a:pt x="2479272" y="67534"/>
                </a:lnTo>
                <a:lnTo>
                  <a:pt x="2479467" y="65605"/>
                </a:lnTo>
                <a:lnTo>
                  <a:pt x="2479734" y="63760"/>
                </a:lnTo>
                <a:lnTo>
                  <a:pt x="2480070" y="62002"/>
                </a:lnTo>
                <a:lnTo>
                  <a:pt x="2480471" y="60329"/>
                </a:lnTo>
                <a:lnTo>
                  <a:pt x="2480933" y="58744"/>
                </a:lnTo>
                <a:lnTo>
                  <a:pt x="2481454" y="57245"/>
                </a:lnTo>
                <a:lnTo>
                  <a:pt x="2482030" y="55835"/>
                </a:lnTo>
                <a:lnTo>
                  <a:pt x="2482657" y="54512"/>
                </a:lnTo>
                <a:lnTo>
                  <a:pt x="2483333" y="53277"/>
                </a:lnTo>
                <a:lnTo>
                  <a:pt x="2484052" y="52132"/>
                </a:lnTo>
                <a:lnTo>
                  <a:pt x="2484813" y="51076"/>
                </a:lnTo>
                <a:lnTo>
                  <a:pt x="2485612" y="50109"/>
                </a:lnTo>
                <a:lnTo>
                  <a:pt x="2486445" y="49232"/>
                </a:lnTo>
                <a:lnTo>
                  <a:pt x="2487309" y="48446"/>
                </a:lnTo>
                <a:lnTo>
                  <a:pt x="2488201" y="47751"/>
                </a:lnTo>
                <a:lnTo>
                  <a:pt x="2489116" y="47147"/>
                </a:lnTo>
                <a:lnTo>
                  <a:pt x="2490052" y="46635"/>
                </a:lnTo>
                <a:lnTo>
                  <a:pt x="2491005" y="46215"/>
                </a:lnTo>
                <a:lnTo>
                  <a:pt x="2491972" y="45888"/>
                </a:lnTo>
                <a:lnTo>
                  <a:pt x="2492950" y="45653"/>
                </a:lnTo>
                <a:lnTo>
                  <a:pt x="2493934" y="45512"/>
                </a:lnTo>
                <a:lnTo>
                  <a:pt x="2494921" y="45465"/>
                </a:lnTo>
                <a:lnTo>
                  <a:pt x="2495466" y="45483"/>
                </a:lnTo>
                <a:lnTo>
                  <a:pt x="2495993" y="45537"/>
                </a:lnTo>
                <a:lnTo>
                  <a:pt x="2496500" y="45630"/>
                </a:lnTo>
                <a:lnTo>
                  <a:pt x="2496989" y="45766"/>
                </a:lnTo>
                <a:lnTo>
                  <a:pt x="2497458" y="45946"/>
                </a:lnTo>
                <a:lnTo>
                  <a:pt x="2497906" y="46172"/>
                </a:lnTo>
                <a:lnTo>
                  <a:pt x="2498334" y="46449"/>
                </a:lnTo>
                <a:lnTo>
                  <a:pt x="2498741" y="46778"/>
                </a:lnTo>
                <a:lnTo>
                  <a:pt x="2499127" y="47161"/>
                </a:lnTo>
                <a:lnTo>
                  <a:pt x="2499490" y="47602"/>
                </a:lnTo>
                <a:lnTo>
                  <a:pt x="2499832" y="48103"/>
                </a:lnTo>
                <a:lnTo>
                  <a:pt x="2500151" y="48667"/>
                </a:lnTo>
                <a:lnTo>
                  <a:pt x="2500446" y="49295"/>
                </a:lnTo>
                <a:lnTo>
                  <a:pt x="2500718" y="49992"/>
                </a:lnTo>
                <a:lnTo>
                  <a:pt x="2500967" y="50758"/>
                </a:lnTo>
                <a:lnTo>
                  <a:pt x="2501191" y="51598"/>
                </a:lnTo>
                <a:lnTo>
                  <a:pt x="2501390" y="52513"/>
                </a:lnTo>
                <a:lnTo>
                  <a:pt x="2501564" y="53507"/>
                </a:lnTo>
                <a:lnTo>
                  <a:pt x="2501712" y="54581"/>
                </a:lnTo>
                <a:lnTo>
                  <a:pt x="2501834" y="55738"/>
                </a:lnTo>
                <a:lnTo>
                  <a:pt x="2501930" y="56981"/>
                </a:lnTo>
                <a:lnTo>
                  <a:pt x="2501999" y="58313"/>
                </a:lnTo>
                <a:lnTo>
                  <a:pt x="2502041" y="59736"/>
                </a:lnTo>
                <a:lnTo>
                  <a:pt x="2502055" y="61252"/>
                </a:lnTo>
                <a:lnTo>
                  <a:pt x="2502055" y="106108"/>
                </a:lnTo>
                <a:lnTo>
                  <a:pt x="2501591" y="106109"/>
                </a:lnTo>
                <a:lnTo>
                  <a:pt x="2501118" y="106112"/>
                </a:lnTo>
                <a:lnTo>
                  <a:pt x="2500638" y="106120"/>
                </a:lnTo>
                <a:lnTo>
                  <a:pt x="2500154" y="106136"/>
                </a:lnTo>
                <a:lnTo>
                  <a:pt x="2499668" y="106162"/>
                </a:lnTo>
                <a:lnTo>
                  <a:pt x="2499183" y="106202"/>
                </a:lnTo>
                <a:lnTo>
                  <a:pt x="2498702" y="106257"/>
                </a:lnTo>
                <a:lnTo>
                  <a:pt x="2498226" y="106330"/>
                </a:lnTo>
                <a:lnTo>
                  <a:pt x="2497760" y="106424"/>
                </a:lnTo>
                <a:lnTo>
                  <a:pt x="2497305" y="106541"/>
                </a:lnTo>
                <a:lnTo>
                  <a:pt x="2496863" y="106684"/>
                </a:lnTo>
                <a:lnTo>
                  <a:pt x="2496438" y="106855"/>
                </a:lnTo>
                <a:lnTo>
                  <a:pt x="2496033" y="107058"/>
                </a:lnTo>
                <a:lnTo>
                  <a:pt x="2495649" y="107294"/>
                </a:lnTo>
                <a:lnTo>
                  <a:pt x="2495289" y="107567"/>
                </a:lnTo>
                <a:lnTo>
                  <a:pt x="2494956" y="107879"/>
                </a:lnTo>
                <a:lnTo>
                  <a:pt x="2494652" y="108232"/>
                </a:lnTo>
                <a:lnTo>
                  <a:pt x="2494381" y="108629"/>
                </a:lnTo>
                <a:lnTo>
                  <a:pt x="2494144" y="109073"/>
                </a:lnTo>
                <a:lnTo>
                  <a:pt x="2493945" y="109566"/>
                </a:lnTo>
                <a:lnTo>
                  <a:pt x="2493785" y="110111"/>
                </a:lnTo>
                <a:lnTo>
                  <a:pt x="2493668" y="110711"/>
                </a:lnTo>
                <a:lnTo>
                  <a:pt x="2493596" y="111367"/>
                </a:lnTo>
                <a:lnTo>
                  <a:pt x="2493571" y="112084"/>
                </a:lnTo>
                <a:lnTo>
                  <a:pt x="2493597" y="112777"/>
                </a:lnTo>
                <a:lnTo>
                  <a:pt x="2493675" y="113412"/>
                </a:lnTo>
                <a:lnTo>
                  <a:pt x="2493800" y="113993"/>
                </a:lnTo>
                <a:lnTo>
                  <a:pt x="2493969" y="114520"/>
                </a:lnTo>
                <a:lnTo>
                  <a:pt x="2494179" y="114998"/>
                </a:lnTo>
                <a:lnTo>
                  <a:pt x="2494426" y="115427"/>
                </a:lnTo>
                <a:lnTo>
                  <a:pt x="2494708" y="115812"/>
                </a:lnTo>
                <a:lnTo>
                  <a:pt x="2495020" y="116154"/>
                </a:lnTo>
                <a:lnTo>
                  <a:pt x="2495360" y="116455"/>
                </a:lnTo>
                <a:lnTo>
                  <a:pt x="2495724" y="116719"/>
                </a:lnTo>
                <a:lnTo>
                  <a:pt x="2496108" y="116948"/>
                </a:lnTo>
                <a:lnTo>
                  <a:pt x="2496510" y="117145"/>
                </a:lnTo>
                <a:lnTo>
                  <a:pt x="2496927" y="117311"/>
                </a:lnTo>
                <a:lnTo>
                  <a:pt x="2497353" y="117449"/>
                </a:lnTo>
                <a:lnTo>
                  <a:pt x="2497788" y="117562"/>
                </a:lnTo>
                <a:lnTo>
                  <a:pt x="2498226" y="117653"/>
                </a:lnTo>
                <a:lnTo>
                  <a:pt x="2498665" y="117724"/>
                </a:lnTo>
                <a:lnTo>
                  <a:pt x="2499101" y="117777"/>
                </a:lnTo>
                <a:lnTo>
                  <a:pt x="2499531" y="117815"/>
                </a:lnTo>
                <a:lnTo>
                  <a:pt x="2499952" y="117841"/>
                </a:lnTo>
                <a:lnTo>
                  <a:pt x="2500360" y="117856"/>
                </a:lnTo>
                <a:lnTo>
                  <a:pt x="2500753" y="117864"/>
                </a:lnTo>
                <a:lnTo>
                  <a:pt x="2501125" y="117867"/>
                </a:lnTo>
                <a:lnTo>
                  <a:pt x="2501475" y="117868"/>
                </a:lnTo>
                <a:lnTo>
                  <a:pt x="2515934" y="117868"/>
                </a:lnTo>
                <a:lnTo>
                  <a:pt x="2516306" y="117867"/>
                </a:lnTo>
                <a:lnTo>
                  <a:pt x="2516697" y="117864"/>
                </a:lnTo>
                <a:lnTo>
                  <a:pt x="2517104" y="117856"/>
                </a:lnTo>
                <a:lnTo>
                  <a:pt x="2517524" y="117841"/>
                </a:lnTo>
                <a:lnTo>
                  <a:pt x="2517953" y="117815"/>
                </a:lnTo>
                <a:lnTo>
                  <a:pt x="2518389" y="117777"/>
                </a:lnTo>
                <a:lnTo>
                  <a:pt x="2518829" y="117724"/>
                </a:lnTo>
                <a:lnTo>
                  <a:pt x="2519269" y="117653"/>
                </a:lnTo>
                <a:lnTo>
                  <a:pt x="2519706" y="117562"/>
                </a:lnTo>
                <a:lnTo>
                  <a:pt x="2520138" y="117449"/>
                </a:lnTo>
                <a:lnTo>
                  <a:pt x="2520560" y="117311"/>
                </a:lnTo>
                <a:lnTo>
                  <a:pt x="2520971" y="117145"/>
                </a:lnTo>
                <a:lnTo>
                  <a:pt x="2521367" y="116948"/>
                </a:lnTo>
                <a:lnTo>
                  <a:pt x="2521744" y="116719"/>
                </a:lnTo>
                <a:lnTo>
                  <a:pt x="2522100" y="116455"/>
                </a:lnTo>
                <a:lnTo>
                  <a:pt x="2522432" y="116154"/>
                </a:lnTo>
                <a:lnTo>
                  <a:pt x="2522736" y="115812"/>
                </a:lnTo>
                <a:lnTo>
                  <a:pt x="2523010" y="115427"/>
                </a:lnTo>
                <a:lnTo>
                  <a:pt x="2523251" y="114998"/>
                </a:lnTo>
                <a:lnTo>
                  <a:pt x="2523454" y="114520"/>
                </a:lnTo>
                <a:lnTo>
                  <a:pt x="2523618" y="113993"/>
                </a:lnTo>
                <a:lnTo>
                  <a:pt x="2523738" y="113412"/>
                </a:lnTo>
                <a:lnTo>
                  <a:pt x="2523813" y="112777"/>
                </a:lnTo>
                <a:lnTo>
                  <a:pt x="2523839" y="112084"/>
                </a:lnTo>
                <a:lnTo>
                  <a:pt x="2523818" y="111367"/>
                </a:lnTo>
                <a:lnTo>
                  <a:pt x="2523755" y="110711"/>
                </a:lnTo>
                <a:lnTo>
                  <a:pt x="2523651" y="110111"/>
                </a:lnTo>
                <a:lnTo>
                  <a:pt x="2523507" y="109566"/>
                </a:lnTo>
                <a:lnTo>
                  <a:pt x="2523322" y="109073"/>
                </a:lnTo>
                <a:close/>
                <a:moveTo>
                  <a:pt x="1703668" y="94529"/>
                </a:moveTo>
                <a:lnTo>
                  <a:pt x="1703450" y="94083"/>
                </a:lnTo>
                <a:lnTo>
                  <a:pt x="1703196" y="93681"/>
                </a:lnTo>
                <a:lnTo>
                  <a:pt x="1702909" y="93321"/>
                </a:lnTo>
                <a:lnTo>
                  <a:pt x="1702595" y="93002"/>
                </a:lnTo>
                <a:lnTo>
                  <a:pt x="1702258" y="92719"/>
                </a:lnTo>
                <a:lnTo>
                  <a:pt x="1701901" y="92472"/>
                </a:lnTo>
                <a:lnTo>
                  <a:pt x="1701530" y="92258"/>
                </a:lnTo>
                <a:lnTo>
                  <a:pt x="1701148" y="92075"/>
                </a:lnTo>
                <a:lnTo>
                  <a:pt x="1700760" y="91919"/>
                </a:lnTo>
                <a:lnTo>
                  <a:pt x="1700371" y="91790"/>
                </a:lnTo>
                <a:lnTo>
                  <a:pt x="1699984" y="91684"/>
                </a:lnTo>
                <a:lnTo>
                  <a:pt x="1699604" y="91599"/>
                </a:lnTo>
                <a:lnTo>
                  <a:pt x="1699236" y="91533"/>
                </a:lnTo>
                <a:lnTo>
                  <a:pt x="1698883" y="91483"/>
                </a:lnTo>
                <a:lnTo>
                  <a:pt x="1698551" y="91447"/>
                </a:lnTo>
                <a:lnTo>
                  <a:pt x="1698243" y="91424"/>
                </a:lnTo>
                <a:lnTo>
                  <a:pt x="1697963" y="91409"/>
                </a:lnTo>
                <a:lnTo>
                  <a:pt x="1697717" y="91402"/>
                </a:lnTo>
                <a:lnTo>
                  <a:pt x="1697509" y="91399"/>
                </a:lnTo>
                <a:lnTo>
                  <a:pt x="1697342" y="91399"/>
                </a:lnTo>
                <a:lnTo>
                  <a:pt x="1696918" y="91402"/>
                </a:lnTo>
                <a:lnTo>
                  <a:pt x="1696513" y="91412"/>
                </a:lnTo>
                <a:lnTo>
                  <a:pt x="1696127" y="91431"/>
                </a:lnTo>
                <a:lnTo>
                  <a:pt x="1695759" y="91458"/>
                </a:lnTo>
                <a:lnTo>
                  <a:pt x="1695408" y="91497"/>
                </a:lnTo>
                <a:lnTo>
                  <a:pt x="1695073" y="91546"/>
                </a:lnTo>
                <a:lnTo>
                  <a:pt x="1694754" y="91609"/>
                </a:lnTo>
                <a:lnTo>
                  <a:pt x="1694449" y="91685"/>
                </a:lnTo>
                <a:lnTo>
                  <a:pt x="1694159" y="91776"/>
                </a:lnTo>
                <a:lnTo>
                  <a:pt x="1693882" y="91882"/>
                </a:lnTo>
                <a:lnTo>
                  <a:pt x="1693617" y="92006"/>
                </a:lnTo>
                <a:lnTo>
                  <a:pt x="1693365" y="92147"/>
                </a:lnTo>
                <a:lnTo>
                  <a:pt x="1693123" y="92308"/>
                </a:lnTo>
                <a:lnTo>
                  <a:pt x="1692892" y="92489"/>
                </a:lnTo>
                <a:lnTo>
                  <a:pt x="1692670" y="92691"/>
                </a:lnTo>
                <a:lnTo>
                  <a:pt x="1692457" y="92916"/>
                </a:lnTo>
                <a:lnTo>
                  <a:pt x="1692252" y="93164"/>
                </a:lnTo>
                <a:lnTo>
                  <a:pt x="1692054" y="93436"/>
                </a:lnTo>
                <a:lnTo>
                  <a:pt x="1691863" y="93735"/>
                </a:lnTo>
                <a:lnTo>
                  <a:pt x="1691678" y="94060"/>
                </a:lnTo>
                <a:lnTo>
                  <a:pt x="1691497" y="94413"/>
                </a:lnTo>
                <a:lnTo>
                  <a:pt x="1691321" y="94795"/>
                </a:lnTo>
                <a:lnTo>
                  <a:pt x="1691149" y="95207"/>
                </a:lnTo>
                <a:lnTo>
                  <a:pt x="1690979" y="95650"/>
                </a:lnTo>
                <a:lnTo>
                  <a:pt x="1690417" y="96837"/>
                </a:lnTo>
                <a:lnTo>
                  <a:pt x="1689796" y="97943"/>
                </a:lnTo>
                <a:lnTo>
                  <a:pt x="1689121" y="98971"/>
                </a:lnTo>
                <a:lnTo>
                  <a:pt x="1688395" y="99922"/>
                </a:lnTo>
                <a:lnTo>
                  <a:pt x="1687625" y="100800"/>
                </a:lnTo>
                <a:lnTo>
                  <a:pt x="1686815" y="101607"/>
                </a:lnTo>
                <a:lnTo>
                  <a:pt x="1685970" y="102346"/>
                </a:lnTo>
                <a:lnTo>
                  <a:pt x="1685094" y="103021"/>
                </a:lnTo>
                <a:lnTo>
                  <a:pt x="1684194" y="103633"/>
                </a:lnTo>
                <a:lnTo>
                  <a:pt x="1683272" y="104185"/>
                </a:lnTo>
                <a:lnTo>
                  <a:pt x="1682335" y="104681"/>
                </a:lnTo>
                <a:lnTo>
                  <a:pt x="1681387" y="105123"/>
                </a:lnTo>
                <a:lnTo>
                  <a:pt x="1680432" y="105514"/>
                </a:lnTo>
                <a:lnTo>
                  <a:pt x="1679477" y="105856"/>
                </a:lnTo>
                <a:lnTo>
                  <a:pt x="1678526" y="106153"/>
                </a:lnTo>
                <a:lnTo>
                  <a:pt x="1677582" y="106406"/>
                </a:lnTo>
                <a:lnTo>
                  <a:pt x="1676653" y="106620"/>
                </a:lnTo>
                <a:lnTo>
                  <a:pt x="1675741" y="106796"/>
                </a:lnTo>
                <a:lnTo>
                  <a:pt x="1674853" y="106937"/>
                </a:lnTo>
                <a:lnTo>
                  <a:pt x="1673993" y="107046"/>
                </a:lnTo>
                <a:lnTo>
                  <a:pt x="1673165" y="107127"/>
                </a:lnTo>
                <a:lnTo>
                  <a:pt x="1672375" y="107181"/>
                </a:lnTo>
                <a:lnTo>
                  <a:pt x="1671628" y="107211"/>
                </a:lnTo>
                <a:lnTo>
                  <a:pt x="1670928" y="107220"/>
                </a:lnTo>
                <a:lnTo>
                  <a:pt x="1669121" y="107170"/>
                </a:lnTo>
                <a:lnTo>
                  <a:pt x="1667319" y="107021"/>
                </a:lnTo>
                <a:lnTo>
                  <a:pt x="1665528" y="106774"/>
                </a:lnTo>
                <a:lnTo>
                  <a:pt x="1663751" y="106429"/>
                </a:lnTo>
                <a:lnTo>
                  <a:pt x="1661994" y="105989"/>
                </a:lnTo>
                <a:lnTo>
                  <a:pt x="1660261" y="105454"/>
                </a:lnTo>
                <a:lnTo>
                  <a:pt x="1658558" y="104826"/>
                </a:lnTo>
                <a:lnTo>
                  <a:pt x="1656890" y="104106"/>
                </a:lnTo>
                <a:lnTo>
                  <a:pt x="1655261" y="103294"/>
                </a:lnTo>
                <a:lnTo>
                  <a:pt x="1653677" y="102392"/>
                </a:lnTo>
                <a:lnTo>
                  <a:pt x="1652142" y="101401"/>
                </a:lnTo>
                <a:lnTo>
                  <a:pt x="1650661" y="100323"/>
                </a:lnTo>
                <a:lnTo>
                  <a:pt x="1649239" y="99158"/>
                </a:lnTo>
                <a:lnTo>
                  <a:pt x="1647882" y="97908"/>
                </a:lnTo>
                <a:lnTo>
                  <a:pt x="1646594" y="96573"/>
                </a:lnTo>
                <a:lnTo>
                  <a:pt x="1645380" y="95156"/>
                </a:lnTo>
                <a:lnTo>
                  <a:pt x="1644244" y="93656"/>
                </a:lnTo>
                <a:lnTo>
                  <a:pt x="1643193" y="92076"/>
                </a:lnTo>
                <a:lnTo>
                  <a:pt x="1642231" y="90416"/>
                </a:lnTo>
                <a:lnTo>
                  <a:pt x="1641362" y="88678"/>
                </a:lnTo>
                <a:lnTo>
                  <a:pt x="1640592" y="86862"/>
                </a:lnTo>
                <a:lnTo>
                  <a:pt x="1639926" y="84971"/>
                </a:lnTo>
                <a:lnTo>
                  <a:pt x="1639368" y="83004"/>
                </a:lnTo>
                <a:lnTo>
                  <a:pt x="1638924" y="80963"/>
                </a:lnTo>
                <a:lnTo>
                  <a:pt x="1696377" y="80963"/>
                </a:lnTo>
                <a:lnTo>
                  <a:pt x="1696881" y="80963"/>
                </a:lnTo>
                <a:lnTo>
                  <a:pt x="1697379" y="80959"/>
                </a:lnTo>
                <a:lnTo>
                  <a:pt x="1697870" y="80949"/>
                </a:lnTo>
                <a:lnTo>
                  <a:pt x="1698353" y="80930"/>
                </a:lnTo>
                <a:lnTo>
                  <a:pt x="1698827" y="80899"/>
                </a:lnTo>
                <a:lnTo>
                  <a:pt x="1699289" y="80852"/>
                </a:lnTo>
                <a:lnTo>
                  <a:pt x="1699739" y="80786"/>
                </a:lnTo>
                <a:lnTo>
                  <a:pt x="1700175" y="80699"/>
                </a:lnTo>
                <a:lnTo>
                  <a:pt x="1700595" y="80587"/>
                </a:lnTo>
                <a:lnTo>
                  <a:pt x="1700999" y="80447"/>
                </a:lnTo>
                <a:lnTo>
                  <a:pt x="1701384" y="80277"/>
                </a:lnTo>
                <a:lnTo>
                  <a:pt x="1701750" y="80072"/>
                </a:lnTo>
                <a:lnTo>
                  <a:pt x="1702095" y="79830"/>
                </a:lnTo>
                <a:lnTo>
                  <a:pt x="1702417" y="79548"/>
                </a:lnTo>
                <a:lnTo>
                  <a:pt x="1702715" y="79222"/>
                </a:lnTo>
                <a:lnTo>
                  <a:pt x="1702988" y="78850"/>
                </a:lnTo>
                <a:lnTo>
                  <a:pt x="1703234" y="78429"/>
                </a:lnTo>
                <a:lnTo>
                  <a:pt x="1703452" y="77955"/>
                </a:lnTo>
                <a:lnTo>
                  <a:pt x="1703640" y="77425"/>
                </a:lnTo>
                <a:lnTo>
                  <a:pt x="1703797" y="76836"/>
                </a:lnTo>
                <a:lnTo>
                  <a:pt x="1703922" y="76186"/>
                </a:lnTo>
                <a:lnTo>
                  <a:pt x="1704013" y="75470"/>
                </a:lnTo>
                <a:lnTo>
                  <a:pt x="1704068" y="74687"/>
                </a:lnTo>
                <a:lnTo>
                  <a:pt x="1704087" y="73832"/>
                </a:lnTo>
                <a:lnTo>
                  <a:pt x="1704023" y="71101"/>
                </a:lnTo>
                <a:lnTo>
                  <a:pt x="1703830" y="68409"/>
                </a:lnTo>
                <a:lnTo>
                  <a:pt x="1703508" y="65763"/>
                </a:lnTo>
                <a:lnTo>
                  <a:pt x="1703057" y="63170"/>
                </a:lnTo>
                <a:lnTo>
                  <a:pt x="1702477" y="60636"/>
                </a:lnTo>
                <a:lnTo>
                  <a:pt x="1701768" y="58169"/>
                </a:lnTo>
                <a:lnTo>
                  <a:pt x="1700929" y="55775"/>
                </a:lnTo>
                <a:lnTo>
                  <a:pt x="1699960" y="53462"/>
                </a:lnTo>
                <a:lnTo>
                  <a:pt x="1698862" y="51235"/>
                </a:lnTo>
                <a:lnTo>
                  <a:pt x="1697633" y="49103"/>
                </a:lnTo>
                <a:lnTo>
                  <a:pt x="1696274" y="47071"/>
                </a:lnTo>
                <a:lnTo>
                  <a:pt x="1694785" y="45147"/>
                </a:lnTo>
                <a:lnTo>
                  <a:pt x="1693166" y="43337"/>
                </a:lnTo>
                <a:lnTo>
                  <a:pt x="1691415" y="41649"/>
                </a:lnTo>
                <a:lnTo>
                  <a:pt x="1689534" y="40088"/>
                </a:lnTo>
                <a:lnTo>
                  <a:pt x="1687522" y="38664"/>
                </a:lnTo>
                <a:lnTo>
                  <a:pt x="1685378" y="37380"/>
                </a:lnTo>
                <a:lnTo>
                  <a:pt x="1683103" y="36246"/>
                </a:lnTo>
                <a:lnTo>
                  <a:pt x="1680697" y="35268"/>
                </a:lnTo>
                <a:lnTo>
                  <a:pt x="1678159" y="34452"/>
                </a:lnTo>
                <a:lnTo>
                  <a:pt x="1675489" y="33805"/>
                </a:lnTo>
                <a:lnTo>
                  <a:pt x="1672687" y="33335"/>
                </a:lnTo>
                <a:lnTo>
                  <a:pt x="1669752" y="33047"/>
                </a:lnTo>
                <a:lnTo>
                  <a:pt x="1666685" y="32950"/>
                </a:lnTo>
                <a:lnTo>
                  <a:pt x="1663842" y="33050"/>
                </a:lnTo>
                <a:lnTo>
                  <a:pt x="1661050" y="33343"/>
                </a:lnTo>
                <a:lnTo>
                  <a:pt x="1658317" y="33825"/>
                </a:lnTo>
                <a:lnTo>
                  <a:pt x="1655649" y="34488"/>
                </a:lnTo>
                <a:lnTo>
                  <a:pt x="1653051" y="35327"/>
                </a:lnTo>
                <a:lnTo>
                  <a:pt x="1650530" y="36334"/>
                </a:lnTo>
                <a:lnTo>
                  <a:pt x="1648092" y="37503"/>
                </a:lnTo>
                <a:lnTo>
                  <a:pt x="1645742" y="38828"/>
                </a:lnTo>
                <a:lnTo>
                  <a:pt x="1643488" y="40303"/>
                </a:lnTo>
                <a:lnTo>
                  <a:pt x="1641335" y="41920"/>
                </a:lnTo>
                <a:lnTo>
                  <a:pt x="1639289" y="43674"/>
                </a:lnTo>
                <a:lnTo>
                  <a:pt x="1637357" y="45557"/>
                </a:lnTo>
                <a:lnTo>
                  <a:pt x="1635544" y="47564"/>
                </a:lnTo>
                <a:lnTo>
                  <a:pt x="1633857" y="49689"/>
                </a:lnTo>
                <a:lnTo>
                  <a:pt x="1632301" y="51924"/>
                </a:lnTo>
                <a:lnTo>
                  <a:pt x="1630884" y="54263"/>
                </a:lnTo>
                <a:lnTo>
                  <a:pt x="1629610" y="56700"/>
                </a:lnTo>
                <a:lnTo>
                  <a:pt x="1628486" y="59228"/>
                </a:lnTo>
                <a:lnTo>
                  <a:pt x="1627518" y="61841"/>
                </a:lnTo>
                <a:lnTo>
                  <a:pt x="1626713" y="64532"/>
                </a:lnTo>
                <a:lnTo>
                  <a:pt x="1626076" y="67296"/>
                </a:lnTo>
                <a:lnTo>
                  <a:pt x="1625613" y="70125"/>
                </a:lnTo>
                <a:lnTo>
                  <a:pt x="1625331" y="73012"/>
                </a:lnTo>
                <a:lnTo>
                  <a:pt x="1625236" y="75953"/>
                </a:lnTo>
                <a:lnTo>
                  <a:pt x="1625336" y="78875"/>
                </a:lnTo>
                <a:lnTo>
                  <a:pt x="1625633" y="81749"/>
                </a:lnTo>
                <a:lnTo>
                  <a:pt x="1626121" y="84566"/>
                </a:lnTo>
                <a:lnTo>
                  <a:pt x="1626793" y="87321"/>
                </a:lnTo>
                <a:lnTo>
                  <a:pt x="1627644" y="90007"/>
                </a:lnTo>
                <a:lnTo>
                  <a:pt x="1628667" y="92617"/>
                </a:lnTo>
                <a:lnTo>
                  <a:pt x="1629856" y="95144"/>
                </a:lnTo>
                <a:lnTo>
                  <a:pt x="1631205" y="97582"/>
                </a:lnTo>
                <a:lnTo>
                  <a:pt x="1632708" y="99924"/>
                </a:lnTo>
                <a:lnTo>
                  <a:pt x="1634359" y="102164"/>
                </a:lnTo>
                <a:lnTo>
                  <a:pt x="1636152" y="104294"/>
                </a:lnTo>
                <a:lnTo>
                  <a:pt x="1638080" y="106309"/>
                </a:lnTo>
                <a:lnTo>
                  <a:pt x="1640138" y="108200"/>
                </a:lnTo>
                <a:lnTo>
                  <a:pt x="1642320" y="109963"/>
                </a:lnTo>
                <a:lnTo>
                  <a:pt x="1644618" y="111589"/>
                </a:lnTo>
                <a:lnTo>
                  <a:pt x="1647028" y="113072"/>
                </a:lnTo>
                <a:lnTo>
                  <a:pt x="1649543" y="114406"/>
                </a:lnTo>
                <a:lnTo>
                  <a:pt x="1652157" y="115584"/>
                </a:lnTo>
                <a:lnTo>
                  <a:pt x="1654864" y="116599"/>
                </a:lnTo>
                <a:lnTo>
                  <a:pt x="1657657" y="117445"/>
                </a:lnTo>
                <a:lnTo>
                  <a:pt x="1660532" y="118114"/>
                </a:lnTo>
                <a:lnTo>
                  <a:pt x="1663480" y="118600"/>
                </a:lnTo>
                <a:lnTo>
                  <a:pt x="1666498" y="118897"/>
                </a:lnTo>
                <a:lnTo>
                  <a:pt x="1669577" y="118997"/>
                </a:lnTo>
                <a:lnTo>
                  <a:pt x="1672674" y="118909"/>
                </a:lnTo>
                <a:lnTo>
                  <a:pt x="1675602" y="118653"/>
                </a:lnTo>
                <a:lnTo>
                  <a:pt x="1678367" y="118242"/>
                </a:lnTo>
                <a:lnTo>
                  <a:pt x="1680970" y="117689"/>
                </a:lnTo>
                <a:lnTo>
                  <a:pt x="1683415" y="117007"/>
                </a:lnTo>
                <a:lnTo>
                  <a:pt x="1685706" y="116209"/>
                </a:lnTo>
                <a:lnTo>
                  <a:pt x="1687845" y="115308"/>
                </a:lnTo>
                <a:lnTo>
                  <a:pt x="1689835" y="114317"/>
                </a:lnTo>
                <a:lnTo>
                  <a:pt x="1691680" y="113249"/>
                </a:lnTo>
                <a:lnTo>
                  <a:pt x="1693383" y="112117"/>
                </a:lnTo>
                <a:lnTo>
                  <a:pt x="1694947" y="110934"/>
                </a:lnTo>
                <a:lnTo>
                  <a:pt x="1696376" y="109713"/>
                </a:lnTo>
                <a:lnTo>
                  <a:pt x="1697672" y="108467"/>
                </a:lnTo>
                <a:lnTo>
                  <a:pt x="1698838" y="107208"/>
                </a:lnTo>
                <a:lnTo>
                  <a:pt x="1699878" y="105950"/>
                </a:lnTo>
                <a:lnTo>
                  <a:pt x="1700796" y="104706"/>
                </a:lnTo>
                <a:lnTo>
                  <a:pt x="1701593" y="103489"/>
                </a:lnTo>
                <a:lnTo>
                  <a:pt x="1702274" y="102311"/>
                </a:lnTo>
                <a:lnTo>
                  <a:pt x="1702841" y="101186"/>
                </a:lnTo>
                <a:lnTo>
                  <a:pt x="1703298" y="100127"/>
                </a:lnTo>
                <a:lnTo>
                  <a:pt x="1703648" y="99146"/>
                </a:lnTo>
                <a:lnTo>
                  <a:pt x="1703894" y="98257"/>
                </a:lnTo>
                <a:lnTo>
                  <a:pt x="1704039" y="97473"/>
                </a:lnTo>
                <a:lnTo>
                  <a:pt x="1704087" y="96807"/>
                </a:lnTo>
                <a:lnTo>
                  <a:pt x="1704059" y="96160"/>
                </a:lnTo>
                <a:lnTo>
                  <a:pt x="1703977" y="95566"/>
                </a:lnTo>
                <a:lnTo>
                  <a:pt x="1703845" y="95023"/>
                </a:lnTo>
                <a:lnTo>
                  <a:pt x="1703668" y="94529"/>
                </a:lnTo>
                <a:close/>
                <a:moveTo>
                  <a:pt x="1640524" y="64293"/>
                </a:moveTo>
                <a:lnTo>
                  <a:pt x="1641160" y="62679"/>
                </a:lnTo>
                <a:lnTo>
                  <a:pt x="1641875" y="61114"/>
                </a:lnTo>
                <a:lnTo>
                  <a:pt x="1642666" y="59600"/>
                </a:lnTo>
                <a:lnTo>
                  <a:pt x="1643531" y="58141"/>
                </a:lnTo>
                <a:lnTo>
                  <a:pt x="1644466" y="56739"/>
                </a:lnTo>
                <a:lnTo>
                  <a:pt x="1645468" y="55399"/>
                </a:lnTo>
                <a:lnTo>
                  <a:pt x="1646536" y="54123"/>
                </a:lnTo>
                <a:lnTo>
                  <a:pt x="1647665" y="52914"/>
                </a:lnTo>
                <a:lnTo>
                  <a:pt x="1648853" y="51775"/>
                </a:lnTo>
                <a:lnTo>
                  <a:pt x="1650098" y="50709"/>
                </a:lnTo>
                <a:lnTo>
                  <a:pt x="1651396" y="49720"/>
                </a:lnTo>
                <a:lnTo>
                  <a:pt x="1652744" y="48810"/>
                </a:lnTo>
                <a:lnTo>
                  <a:pt x="1654141" y="47983"/>
                </a:lnTo>
                <a:lnTo>
                  <a:pt x="1655582" y="47242"/>
                </a:lnTo>
                <a:lnTo>
                  <a:pt x="1657065" y="46589"/>
                </a:lnTo>
                <a:lnTo>
                  <a:pt x="1658587" y="46029"/>
                </a:lnTo>
                <a:lnTo>
                  <a:pt x="1660145" y="45563"/>
                </a:lnTo>
                <a:lnTo>
                  <a:pt x="1661737" y="45195"/>
                </a:lnTo>
                <a:lnTo>
                  <a:pt x="1663360" y="44929"/>
                </a:lnTo>
                <a:lnTo>
                  <a:pt x="1665010" y="44767"/>
                </a:lnTo>
                <a:lnTo>
                  <a:pt x="1666685" y="44712"/>
                </a:lnTo>
                <a:lnTo>
                  <a:pt x="1667948" y="44738"/>
                </a:lnTo>
                <a:lnTo>
                  <a:pt x="1669225" y="44819"/>
                </a:lnTo>
                <a:lnTo>
                  <a:pt x="1670512" y="44958"/>
                </a:lnTo>
                <a:lnTo>
                  <a:pt x="1671803" y="45161"/>
                </a:lnTo>
                <a:lnTo>
                  <a:pt x="1673093" y="45432"/>
                </a:lnTo>
                <a:lnTo>
                  <a:pt x="1674376" y="45776"/>
                </a:lnTo>
                <a:lnTo>
                  <a:pt x="1675648" y="46196"/>
                </a:lnTo>
                <a:lnTo>
                  <a:pt x="1676904" y="46698"/>
                </a:lnTo>
                <a:lnTo>
                  <a:pt x="1678137" y="47285"/>
                </a:lnTo>
                <a:lnTo>
                  <a:pt x="1679343" y="47963"/>
                </a:lnTo>
                <a:lnTo>
                  <a:pt x="1680516" y="48735"/>
                </a:lnTo>
                <a:lnTo>
                  <a:pt x="1681651" y="49606"/>
                </a:lnTo>
                <a:lnTo>
                  <a:pt x="1682743" y="50580"/>
                </a:lnTo>
                <a:lnTo>
                  <a:pt x="1683787" y="51663"/>
                </a:lnTo>
                <a:lnTo>
                  <a:pt x="1684777" y="52857"/>
                </a:lnTo>
                <a:lnTo>
                  <a:pt x="1685708" y="54169"/>
                </a:lnTo>
                <a:lnTo>
                  <a:pt x="1686574" y="55601"/>
                </a:lnTo>
                <a:lnTo>
                  <a:pt x="1687371" y="57160"/>
                </a:lnTo>
                <a:lnTo>
                  <a:pt x="1688094" y="58848"/>
                </a:lnTo>
                <a:lnTo>
                  <a:pt x="1688736" y="60671"/>
                </a:lnTo>
                <a:lnTo>
                  <a:pt x="1689293" y="62632"/>
                </a:lnTo>
                <a:lnTo>
                  <a:pt x="1689759" y="64738"/>
                </a:lnTo>
                <a:lnTo>
                  <a:pt x="1690130" y="66990"/>
                </a:lnTo>
                <a:lnTo>
                  <a:pt x="1690399" y="69395"/>
                </a:lnTo>
                <a:lnTo>
                  <a:pt x="1639118" y="69395"/>
                </a:lnTo>
                <a:lnTo>
                  <a:pt x="1639500" y="67654"/>
                </a:lnTo>
                <a:lnTo>
                  <a:pt x="1639970" y="65953"/>
                </a:lnTo>
                <a:lnTo>
                  <a:pt x="1640524" y="64293"/>
                </a:lnTo>
                <a:close/>
                <a:moveTo>
                  <a:pt x="1905882" y="94083"/>
                </a:moveTo>
                <a:lnTo>
                  <a:pt x="1905627" y="93681"/>
                </a:lnTo>
                <a:lnTo>
                  <a:pt x="1905341" y="93321"/>
                </a:lnTo>
                <a:lnTo>
                  <a:pt x="1905027" y="93002"/>
                </a:lnTo>
                <a:lnTo>
                  <a:pt x="1904689" y="92719"/>
                </a:lnTo>
                <a:lnTo>
                  <a:pt x="1904333" y="92472"/>
                </a:lnTo>
                <a:lnTo>
                  <a:pt x="1903961" y="92258"/>
                </a:lnTo>
                <a:lnTo>
                  <a:pt x="1903580" y="92075"/>
                </a:lnTo>
                <a:lnTo>
                  <a:pt x="1903192" y="91919"/>
                </a:lnTo>
                <a:lnTo>
                  <a:pt x="1902802" y="91790"/>
                </a:lnTo>
                <a:lnTo>
                  <a:pt x="1902416" y="91684"/>
                </a:lnTo>
                <a:lnTo>
                  <a:pt x="1902036" y="91599"/>
                </a:lnTo>
                <a:lnTo>
                  <a:pt x="1901668" y="91533"/>
                </a:lnTo>
                <a:lnTo>
                  <a:pt x="1901315" y="91483"/>
                </a:lnTo>
                <a:lnTo>
                  <a:pt x="1900982" y="91447"/>
                </a:lnTo>
                <a:lnTo>
                  <a:pt x="1900674" y="91424"/>
                </a:lnTo>
                <a:lnTo>
                  <a:pt x="1900395" y="91409"/>
                </a:lnTo>
                <a:lnTo>
                  <a:pt x="1900149" y="91402"/>
                </a:lnTo>
                <a:lnTo>
                  <a:pt x="1899940" y="91399"/>
                </a:lnTo>
                <a:lnTo>
                  <a:pt x="1899773" y="91399"/>
                </a:lnTo>
                <a:lnTo>
                  <a:pt x="1899349" y="91402"/>
                </a:lnTo>
                <a:lnTo>
                  <a:pt x="1898945" y="91412"/>
                </a:lnTo>
                <a:lnTo>
                  <a:pt x="1898559" y="91431"/>
                </a:lnTo>
                <a:lnTo>
                  <a:pt x="1898190" y="91458"/>
                </a:lnTo>
                <a:lnTo>
                  <a:pt x="1897839" y="91497"/>
                </a:lnTo>
                <a:lnTo>
                  <a:pt x="1897504" y="91546"/>
                </a:lnTo>
                <a:lnTo>
                  <a:pt x="1897185" y="91609"/>
                </a:lnTo>
                <a:lnTo>
                  <a:pt x="1896881" y="91685"/>
                </a:lnTo>
                <a:lnTo>
                  <a:pt x="1896591" y="91776"/>
                </a:lnTo>
                <a:lnTo>
                  <a:pt x="1896313" y="91882"/>
                </a:lnTo>
                <a:lnTo>
                  <a:pt x="1896049" y="92006"/>
                </a:lnTo>
                <a:lnTo>
                  <a:pt x="1895796" y="92147"/>
                </a:lnTo>
                <a:lnTo>
                  <a:pt x="1895555" y="92308"/>
                </a:lnTo>
                <a:lnTo>
                  <a:pt x="1895323" y="92489"/>
                </a:lnTo>
                <a:lnTo>
                  <a:pt x="1895102" y="92691"/>
                </a:lnTo>
                <a:lnTo>
                  <a:pt x="1894889" y="92916"/>
                </a:lnTo>
                <a:lnTo>
                  <a:pt x="1894684" y="93164"/>
                </a:lnTo>
                <a:lnTo>
                  <a:pt x="1894486" y="93436"/>
                </a:lnTo>
                <a:lnTo>
                  <a:pt x="1894295" y="93735"/>
                </a:lnTo>
                <a:lnTo>
                  <a:pt x="1894109" y="94060"/>
                </a:lnTo>
                <a:lnTo>
                  <a:pt x="1893929" y="94413"/>
                </a:lnTo>
                <a:lnTo>
                  <a:pt x="1893753" y="94795"/>
                </a:lnTo>
                <a:lnTo>
                  <a:pt x="1893580" y="95207"/>
                </a:lnTo>
                <a:lnTo>
                  <a:pt x="1893410" y="95650"/>
                </a:lnTo>
                <a:lnTo>
                  <a:pt x="1892849" y="96837"/>
                </a:lnTo>
                <a:lnTo>
                  <a:pt x="1892228" y="97943"/>
                </a:lnTo>
                <a:lnTo>
                  <a:pt x="1891552" y="98971"/>
                </a:lnTo>
                <a:lnTo>
                  <a:pt x="1890827" y="99922"/>
                </a:lnTo>
                <a:lnTo>
                  <a:pt x="1890057" y="100800"/>
                </a:lnTo>
                <a:lnTo>
                  <a:pt x="1889247" y="101607"/>
                </a:lnTo>
                <a:lnTo>
                  <a:pt x="1888402" y="102346"/>
                </a:lnTo>
                <a:lnTo>
                  <a:pt x="1887526" y="103021"/>
                </a:lnTo>
                <a:lnTo>
                  <a:pt x="1886625" y="103633"/>
                </a:lnTo>
                <a:lnTo>
                  <a:pt x="1885704" y="104185"/>
                </a:lnTo>
                <a:lnTo>
                  <a:pt x="1884766" y="104681"/>
                </a:lnTo>
                <a:lnTo>
                  <a:pt x="1883818" y="105123"/>
                </a:lnTo>
                <a:lnTo>
                  <a:pt x="1882864" y="105514"/>
                </a:lnTo>
                <a:lnTo>
                  <a:pt x="1881909" y="105856"/>
                </a:lnTo>
                <a:lnTo>
                  <a:pt x="1880957" y="106153"/>
                </a:lnTo>
                <a:lnTo>
                  <a:pt x="1880014" y="106406"/>
                </a:lnTo>
                <a:lnTo>
                  <a:pt x="1879084" y="106620"/>
                </a:lnTo>
                <a:lnTo>
                  <a:pt x="1878173" y="106796"/>
                </a:lnTo>
                <a:lnTo>
                  <a:pt x="1877285" y="106937"/>
                </a:lnTo>
                <a:lnTo>
                  <a:pt x="1876424" y="107046"/>
                </a:lnTo>
                <a:lnTo>
                  <a:pt x="1875597" y="107127"/>
                </a:lnTo>
                <a:lnTo>
                  <a:pt x="1874807" y="107181"/>
                </a:lnTo>
                <a:lnTo>
                  <a:pt x="1874059" y="107211"/>
                </a:lnTo>
                <a:lnTo>
                  <a:pt x="1873359" y="107220"/>
                </a:lnTo>
                <a:lnTo>
                  <a:pt x="1871553" y="107170"/>
                </a:lnTo>
                <a:lnTo>
                  <a:pt x="1869751" y="107021"/>
                </a:lnTo>
                <a:lnTo>
                  <a:pt x="1867959" y="106774"/>
                </a:lnTo>
                <a:lnTo>
                  <a:pt x="1866182" y="106429"/>
                </a:lnTo>
                <a:lnTo>
                  <a:pt x="1864425" y="105989"/>
                </a:lnTo>
                <a:lnTo>
                  <a:pt x="1862693" y="105454"/>
                </a:lnTo>
                <a:lnTo>
                  <a:pt x="1860990" y="104826"/>
                </a:lnTo>
                <a:lnTo>
                  <a:pt x="1859322" y="104106"/>
                </a:lnTo>
                <a:lnTo>
                  <a:pt x="1857693" y="103294"/>
                </a:lnTo>
                <a:lnTo>
                  <a:pt x="1856108" y="102392"/>
                </a:lnTo>
                <a:lnTo>
                  <a:pt x="1854573" y="101401"/>
                </a:lnTo>
                <a:lnTo>
                  <a:pt x="1853093" y="100323"/>
                </a:lnTo>
                <a:lnTo>
                  <a:pt x="1851671" y="99158"/>
                </a:lnTo>
                <a:lnTo>
                  <a:pt x="1850314" y="97908"/>
                </a:lnTo>
                <a:lnTo>
                  <a:pt x="1849025" y="96573"/>
                </a:lnTo>
                <a:lnTo>
                  <a:pt x="1847811" y="95156"/>
                </a:lnTo>
                <a:lnTo>
                  <a:pt x="1846676" y="93656"/>
                </a:lnTo>
                <a:lnTo>
                  <a:pt x="1845625" y="92076"/>
                </a:lnTo>
                <a:lnTo>
                  <a:pt x="1844662" y="90416"/>
                </a:lnTo>
                <a:lnTo>
                  <a:pt x="1843794" y="88678"/>
                </a:lnTo>
                <a:lnTo>
                  <a:pt x="1843024" y="86862"/>
                </a:lnTo>
                <a:lnTo>
                  <a:pt x="1842357" y="84971"/>
                </a:lnTo>
                <a:lnTo>
                  <a:pt x="1841800" y="83004"/>
                </a:lnTo>
                <a:lnTo>
                  <a:pt x="1841356" y="80963"/>
                </a:lnTo>
                <a:lnTo>
                  <a:pt x="1898808" y="80963"/>
                </a:lnTo>
                <a:lnTo>
                  <a:pt x="1899312" y="80963"/>
                </a:lnTo>
                <a:lnTo>
                  <a:pt x="1899810" y="80959"/>
                </a:lnTo>
                <a:lnTo>
                  <a:pt x="1900302" y="80949"/>
                </a:lnTo>
                <a:lnTo>
                  <a:pt x="1900785" y="80930"/>
                </a:lnTo>
                <a:lnTo>
                  <a:pt x="1901258" y="80899"/>
                </a:lnTo>
                <a:lnTo>
                  <a:pt x="1901721" y="80852"/>
                </a:lnTo>
                <a:lnTo>
                  <a:pt x="1902171" y="80786"/>
                </a:lnTo>
                <a:lnTo>
                  <a:pt x="1902606" y="80699"/>
                </a:lnTo>
                <a:lnTo>
                  <a:pt x="1903027" y="80587"/>
                </a:lnTo>
                <a:lnTo>
                  <a:pt x="1903430" y="80447"/>
                </a:lnTo>
                <a:lnTo>
                  <a:pt x="1903816" y="80277"/>
                </a:lnTo>
                <a:lnTo>
                  <a:pt x="1904182" y="80072"/>
                </a:lnTo>
                <a:lnTo>
                  <a:pt x="1904526" y="79830"/>
                </a:lnTo>
                <a:lnTo>
                  <a:pt x="1904848" y="79548"/>
                </a:lnTo>
                <a:lnTo>
                  <a:pt x="1905146" y="79222"/>
                </a:lnTo>
                <a:lnTo>
                  <a:pt x="1905419" y="78850"/>
                </a:lnTo>
                <a:lnTo>
                  <a:pt x="1905665" y="78429"/>
                </a:lnTo>
                <a:lnTo>
                  <a:pt x="1905883" y="77955"/>
                </a:lnTo>
                <a:lnTo>
                  <a:pt x="1906071" y="77425"/>
                </a:lnTo>
                <a:lnTo>
                  <a:pt x="1906229" y="76836"/>
                </a:lnTo>
                <a:lnTo>
                  <a:pt x="1906353" y="76186"/>
                </a:lnTo>
                <a:lnTo>
                  <a:pt x="1906444" y="75470"/>
                </a:lnTo>
                <a:lnTo>
                  <a:pt x="1906500" y="74687"/>
                </a:lnTo>
                <a:lnTo>
                  <a:pt x="1906519" y="73832"/>
                </a:lnTo>
                <a:lnTo>
                  <a:pt x="1906454" y="71101"/>
                </a:lnTo>
                <a:lnTo>
                  <a:pt x="1906261" y="68409"/>
                </a:lnTo>
                <a:lnTo>
                  <a:pt x="1905940" y="65763"/>
                </a:lnTo>
                <a:lnTo>
                  <a:pt x="1905489" y="63170"/>
                </a:lnTo>
                <a:lnTo>
                  <a:pt x="1904909" y="60636"/>
                </a:lnTo>
                <a:lnTo>
                  <a:pt x="1904199" y="58169"/>
                </a:lnTo>
                <a:lnTo>
                  <a:pt x="1903360" y="55775"/>
                </a:lnTo>
                <a:lnTo>
                  <a:pt x="1902392" y="53462"/>
                </a:lnTo>
                <a:lnTo>
                  <a:pt x="1901293" y="51235"/>
                </a:lnTo>
                <a:lnTo>
                  <a:pt x="1900065" y="49103"/>
                </a:lnTo>
                <a:lnTo>
                  <a:pt x="1898706" y="47071"/>
                </a:lnTo>
                <a:lnTo>
                  <a:pt x="1897217" y="45147"/>
                </a:lnTo>
                <a:lnTo>
                  <a:pt x="1895597" y="43337"/>
                </a:lnTo>
                <a:lnTo>
                  <a:pt x="1893847" y="41649"/>
                </a:lnTo>
                <a:lnTo>
                  <a:pt x="1891966" y="40088"/>
                </a:lnTo>
                <a:lnTo>
                  <a:pt x="1889953" y="38664"/>
                </a:lnTo>
                <a:lnTo>
                  <a:pt x="1887810" y="37380"/>
                </a:lnTo>
                <a:lnTo>
                  <a:pt x="1885535" y="36246"/>
                </a:lnTo>
                <a:lnTo>
                  <a:pt x="1883128" y="35268"/>
                </a:lnTo>
                <a:lnTo>
                  <a:pt x="1880590" y="34452"/>
                </a:lnTo>
                <a:lnTo>
                  <a:pt x="1877920" y="33805"/>
                </a:lnTo>
                <a:lnTo>
                  <a:pt x="1875118" y="33335"/>
                </a:lnTo>
                <a:lnTo>
                  <a:pt x="1872184" y="33047"/>
                </a:lnTo>
                <a:lnTo>
                  <a:pt x="1869117" y="32950"/>
                </a:lnTo>
                <a:lnTo>
                  <a:pt x="1866273" y="33050"/>
                </a:lnTo>
                <a:lnTo>
                  <a:pt x="1863482" y="33343"/>
                </a:lnTo>
                <a:lnTo>
                  <a:pt x="1860749" y="33825"/>
                </a:lnTo>
                <a:lnTo>
                  <a:pt x="1858080" y="34488"/>
                </a:lnTo>
                <a:lnTo>
                  <a:pt x="1855483" y="35327"/>
                </a:lnTo>
                <a:lnTo>
                  <a:pt x="1852962" y="36334"/>
                </a:lnTo>
                <a:lnTo>
                  <a:pt x="1850523" y="37503"/>
                </a:lnTo>
                <a:lnTo>
                  <a:pt x="1848174" y="38828"/>
                </a:lnTo>
                <a:lnTo>
                  <a:pt x="1845920" y="40303"/>
                </a:lnTo>
                <a:lnTo>
                  <a:pt x="1843767" y="41920"/>
                </a:lnTo>
                <a:lnTo>
                  <a:pt x="1841721" y="43674"/>
                </a:lnTo>
                <a:lnTo>
                  <a:pt x="1839789" y="45557"/>
                </a:lnTo>
                <a:lnTo>
                  <a:pt x="1837976" y="47564"/>
                </a:lnTo>
                <a:lnTo>
                  <a:pt x="1836289" y="49689"/>
                </a:lnTo>
                <a:lnTo>
                  <a:pt x="1834733" y="51924"/>
                </a:lnTo>
                <a:lnTo>
                  <a:pt x="1833315" y="54263"/>
                </a:lnTo>
                <a:lnTo>
                  <a:pt x="1832041" y="56700"/>
                </a:lnTo>
                <a:lnTo>
                  <a:pt x="1830918" y="59228"/>
                </a:lnTo>
                <a:lnTo>
                  <a:pt x="1829950" y="61841"/>
                </a:lnTo>
                <a:lnTo>
                  <a:pt x="1829145" y="64532"/>
                </a:lnTo>
                <a:lnTo>
                  <a:pt x="1828508" y="67296"/>
                </a:lnTo>
                <a:lnTo>
                  <a:pt x="1828045" y="70125"/>
                </a:lnTo>
                <a:lnTo>
                  <a:pt x="1827763" y="73012"/>
                </a:lnTo>
                <a:lnTo>
                  <a:pt x="1827668" y="75953"/>
                </a:lnTo>
                <a:lnTo>
                  <a:pt x="1827768" y="78875"/>
                </a:lnTo>
                <a:lnTo>
                  <a:pt x="1828065" y="81749"/>
                </a:lnTo>
                <a:lnTo>
                  <a:pt x="1828553" y="84566"/>
                </a:lnTo>
                <a:lnTo>
                  <a:pt x="1829225" y="87321"/>
                </a:lnTo>
                <a:lnTo>
                  <a:pt x="1830076" y="90007"/>
                </a:lnTo>
                <a:lnTo>
                  <a:pt x="1831099" y="92617"/>
                </a:lnTo>
                <a:lnTo>
                  <a:pt x="1832288" y="95144"/>
                </a:lnTo>
                <a:lnTo>
                  <a:pt x="1833637" y="97582"/>
                </a:lnTo>
                <a:lnTo>
                  <a:pt x="1835140" y="99924"/>
                </a:lnTo>
                <a:lnTo>
                  <a:pt x="1836791" y="102164"/>
                </a:lnTo>
                <a:lnTo>
                  <a:pt x="1838584" y="104294"/>
                </a:lnTo>
                <a:lnTo>
                  <a:pt x="1840512" y="106309"/>
                </a:lnTo>
                <a:lnTo>
                  <a:pt x="1842570" y="108200"/>
                </a:lnTo>
                <a:lnTo>
                  <a:pt x="1844751" y="109963"/>
                </a:lnTo>
                <a:lnTo>
                  <a:pt x="1847050" y="111589"/>
                </a:lnTo>
                <a:lnTo>
                  <a:pt x="1849460" y="113072"/>
                </a:lnTo>
                <a:lnTo>
                  <a:pt x="1851975" y="114406"/>
                </a:lnTo>
                <a:lnTo>
                  <a:pt x="1854589" y="115584"/>
                </a:lnTo>
                <a:lnTo>
                  <a:pt x="1857295" y="116599"/>
                </a:lnTo>
                <a:lnTo>
                  <a:pt x="1860089" y="117445"/>
                </a:lnTo>
                <a:lnTo>
                  <a:pt x="1862963" y="118114"/>
                </a:lnTo>
                <a:lnTo>
                  <a:pt x="1865912" y="118600"/>
                </a:lnTo>
                <a:lnTo>
                  <a:pt x="1868929" y="118897"/>
                </a:lnTo>
                <a:lnTo>
                  <a:pt x="1872009" y="118997"/>
                </a:lnTo>
                <a:lnTo>
                  <a:pt x="1875105" y="118909"/>
                </a:lnTo>
                <a:lnTo>
                  <a:pt x="1878034" y="118653"/>
                </a:lnTo>
                <a:lnTo>
                  <a:pt x="1880798" y="118242"/>
                </a:lnTo>
                <a:lnTo>
                  <a:pt x="1883402" y="117689"/>
                </a:lnTo>
                <a:lnTo>
                  <a:pt x="1885847" y="117007"/>
                </a:lnTo>
                <a:lnTo>
                  <a:pt x="1888137" y="116209"/>
                </a:lnTo>
                <a:lnTo>
                  <a:pt x="1890276" y="115308"/>
                </a:lnTo>
                <a:lnTo>
                  <a:pt x="1892267" y="114317"/>
                </a:lnTo>
                <a:lnTo>
                  <a:pt x="1894112" y="113249"/>
                </a:lnTo>
                <a:lnTo>
                  <a:pt x="1895815" y="112117"/>
                </a:lnTo>
                <a:lnTo>
                  <a:pt x="1897379" y="110934"/>
                </a:lnTo>
                <a:lnTo>
                  <a:pt x="1898807" y="109713"/>
                </a:lnTo>
                <a:lnTo>
                  <a:pt x="1900103" y="108467"/>
                </a:lnTo>
                <a:lnTo>
                  <a:pt x="1901270" y="107208"/>
                </a:lnTo>
                <a:lnTo>
                  <a:pt x="1902310" y="105950"/>
                </a:lnTo>
                <a:lnTo>
                  <a:pt x="1903227" y="104706"/>
                </a:lnTo>
                <a:lnTo>
                  <a:pt x="1904025" y="103489"/>
                </a:lnTo>
                <a:lnTo>
                  <a:pt x="1904705" y="102311"/>
                </a:lnTo>
                <a:lnTo>
                  <a:pt x="1905273" y="101186"/>
                </a:lnTo>
                <a:lnTo>
                  <a:pt x="1905730" y="100127"/>
                </a:lnTo>
                <a:lnTo>
                  <a:pt x="1906080" y="99146"/>
                </a:lnTo>
                <a:lnTo>
                  <a:pt x="1906326" y="98257"/>
                </a:lnTo>
                <a:lnTo>
                  <a:pt x="1906471" y="97473"/>
                </a:lnTo>
                <a:lnTo>
                  <a:pt x="1906519" y="96807"/>
                </a:lnTo>
                <a:lnTo>
                  <a:pt x="1906490" y="96160"/>
                </a:lnTo>
                <a:lnTo>
                  <a:pt x="1906408" y="95566"/>
                </a:lnTo>
                <a:lnTo>
                  <a:pt x="1906276" y="95023"/>
                </a:lnTo>
                <a:lnTo>
                  <a:pt x="1906099" y="94529"/>
                </a:lnTo>
                <a:lnTo>
                  <a:pt x="1905882" y="94083"/>
                </a:lnTo>
                <a:close/>
                <a:moveTo>
                  <a:pt x="1843591" y="62679"/>
                </a:moveTo>
                <a:lnTo>
                  <a:pt x="1844306" y="61114"/>
                </a:lnTo>
                <a:lnTo>
                  <a:pt x="1845098" y="59600"/>
                </a:lnTo>
                <a:lnTo>
                  <a:pt x="1845962" y="58141"/>
                </a:lnTo>
                <a:lnTo>
                  <a:pt x="1846897" y="56739"/>
                </a:lnTo>
                <a:lnTo>
                  <a:pt x="1847900" y="55399"/>
                </a:lnTo>
                <a:lnTo>
                  <a:pt x="1848967" y="54123"/>
                </a:lnTo>
                <a:lnTo>
                  <a:pt x="1850096" y="52914"/>
                </a:lnTo>
                <a:lnTo>
                  <a:pt x="1851285" y="51775"/>
                </a:lnTo>
                <a:lnTo>
                  <a:pt x="1852529" y="50709"/>
                </a:lnTo>
                <a:lnTo>
                  <a:pt x="1853827" y="49720"/>
                </a:lnTo>
                <a:lnTo>
                  <a:pt x="1855176" y="48810"/>
                </a:lnTo>
                <a:lnTo>
                  <a:pt x="1856572" y="47983"/>
                </a:lnTo>
                <a:lnTo>
                  <a:pt x="1858013" y="47242"/>
                </a:lnTo>
                <a:lnTo>
                  <a:pt x="1859496" y="46589"/>
                </a:lnTo>
                <a:lnTo>
                  <a:pt x="1861018" y="46029"/>
                </a:lnTo>
                <a:lnTo>
                  <a:pt x="1862577" y="45563"/>
                </a:lnTo>
                <a:lnTo>
                  <a:pt x="1864169" y="45195"/>
                </a:lnTo>
                <a:lnTo>
                  <a:pt x="1865792" y="44929"/>
                </a:lnTo>
                <a:lnTo>
                  <a:pt x="1867442" y="44767"/>
                </a:lnTo>
                <a:lnTo>
                  <a:pt x="1869117" y="44712"/>
                </a:lnTo>
                <a:lnTo>
                  <a:pt x="1870379" y="44738"/>
                </a:lnTo>
                <a:lnTo>
                  <a:pt x="1871657" y="44819"/>
                </a:lnTo>
                <a:lnTo>
                  <a:pt x="1872943" y="44958"/>
                </a:lnTo>
                <a:lnTo>
                  <a:pt x="1874234" y="45161"/>
                </a:lnTo>
                <a:lnTo>
                  <a:pt x="1875524" y="45432"/>
                </a:lnTo>
                <a:lnTo>
                  <a:pt x="1876808" y="45776"/>
                </a:lnTo>
                <a:lnTo>
                  <a:pt x="1878080" y="46196"/>
                </a:lnTo>
                <a:lnTo>
                  <a:pt x="1879335" y="46698"/>
                </a:lnTo>
                <a:lnTo>
                  <a:pt x="1880568" y="47285"/>
                </a:lnTo>
                <a:lnTo>
                  <a:pt x="1881774" y="47963"/>
                </a:lnTo>
                <a:lnTo>
                  <a:pt x="1882947" y="48735"/>
                </a:lnTo>
                <a:lnTo>
                  <a:pt x="1884083" y="49606"/>
                </a:lnTo>
                <a:lnTo>
                  <a:pt x="1885175" y="50580"/>
                </a:lnTo>
                <a:lnTo>
                  <a:pt x="1886218" y="51663"/>
                </a:lnTo>
                <a:lnTo>
                  <a:pt x="1887208" y="52857"/>
                </a:lnTo>
                <a:lnTo>
                  <a:pt x="1888139" y="54169"/>
                </a:lnTo>
                <a:lnTo>
                  <a:pt x="1889006" y="55601"/>
                </a:lnTo>
                <a:lnTo>
                  <a:pt x="1889803" y="57160"/>
                </a:lnTo>
                <a:lnTo>
                  <a:pt x="1890525" y="58848"/>
                </a:lnTo>
                <a:lnTo>
                  <a:pt x="1891168" y="60671"/>
                </a:lnTo>
                <a:lnTo>
                  <a:pt x="1891725" y="62632"/>
                </a:lnTo>
                <a:lnTo>
                  <a:pt x="1892191" y="64738"/>
                </a:lnTo>
                <a:lnTo>
                  <a:pt x="1892561" y="66990"/>
                </a:lnTo>
                <a:lnTo>
                  <a:pt x="1892831" y="69395"/>
                </a:lnTo>
                <a:lnTo>
                  <a:pt x="1841550" y="69395"/>
                </a:lnTo>
                <a:lnTo>
                  <a:pt x="1841932" y="67654"/>
                </a:lnTo>
                <a:lnTo>
                  <a:pt x="1842401" y="65953"/>
                </a:lnTo>
                <a:lnTo>
                  <a:pt x="1842955" y="64293"/>
                </a:lnTo>
                <a:lnTo>
                  <a:pt x="1843591" y="62679"/>
                </a:lnTo>
                <a:close/>
                <a:moveTo>
                  <a:pt x="2421266" y="108978"/>
                </a:moveTo>
                <a:lnTo>
                  <a:pt x="2421027" y="108549"/>
                </a:lnTo>
                <a:lnTo>
                  <a:pt x="2420755" y="108164"/>
                </a:lnTo>
                <a:lnTo>
                  <a:pt x="2420453" y="107822"/>
                </a:lnTo>
                <a:lnTo>
                  <a:pt x="2420124" y="107521"/>
                </a:lnTo>
                <a:lnTo>
                  <a:pt x="2419772" y="107256"/>
                </a:lnTo>
                <a:lnTo>
                  <a:pt x="2419399" y="107028"/>
                </a:lnTo>
                <a:lnTo>
                  <a:pt x="2419009" y="106831"/>
                </a:lnTo>
                <a:lnTo>
                  <a:pt x="2418605" y="106665"/>
                </a:lnTo>
                <a:lnTo>
                  <a:pt x="2418190" y="106527"/>
                </a:lnTo>
                <a:lnTo>
                  <a:pt x="2417767" y="106413"/>
                </a:lnTo>
                <a:lnTo>
                  <a:pt x="2417340" y="106323"/>
                </a:lnTo>
                <a:lnTo>
                  <a:pt x="2416911" y="106252"/>
                </a:lnTo>
                <a:lnTo>
                  <a:pt x="2416485" y="106199"/>
                </a:lnTo>
                <a:lnTo>
                  <a:pt x="2416063" y="106161"/>
                </a:lnTo>
                <a:lnTo>
                  <a:pt x="2415650" y="106135"/>
                </a:lnTo>
                <a:lnTo>
                  <a:pt x="2415248" y="106120"/>
                </a:lnTo>
                <a:lnTo>
                  <a:pt x="2414860" y="106112"/>
                </a:lnTo>
                <a:lnTo>
                  <a:pt x="2414491" y="106109"/>
                </a:lnTo>
                <a:lnTo>
                  <a:pt x="2414142" y="106108"/>
                </a:lnTo>
                <a:lnTo>
                  <a:pt x="2405464" y="106108"/>
                </a:lnTo>
                <a:lnTo>
                  <a:pt x="2405464" y="42738"/>
                </a:lnTo>
                <a:lnTo>
                  <a:pt x="2405457" y="42012"/>
                </a:lnTo>
                <a:lnTo>
                  <a:pt x="2405437" y="41327"/>
                </a:lnTo>
                <a:lnTo>
                  <a:pt x="2405401" y="40683"/>
                </a:lnTo>
                <a:lnTo>
                  <a:pt x="2405348" y="40078"/>
                </a:lnTo>
                <a:lnTo>
                  <a:pt x="2405275" y="39511"/>
                </a:lnTo>
                <a:lnTo>
                  <a:pt x="2405181" y="38982"/>
                </a:lnTo>
                <a:lnTo>
                  <a:pt x="2405063" y="38490"/>
                </a:lnTo>
                <a:lnTo>
                  <a:pt x="2404921" y="38033"/>
                </a:lnTo>
                <a:lnTo>
                  <a:pt x="2404752" y="37611"/>
                </a:lnTo>
                <a:lnTo>
                  <a:pt x="2404555" y="37223"/>
                </a:lnTo>
                <a:lnTo>
                  <a:pt x="2404327" y="36868"/>
                </a:lnTo>
                <a:lnTo>
                  <a:pt x="2404066" y="36545"/>
                </a:lnTo>
                <a:lnTo>
                  <a:pt x="2403772" y="36253"/>
                </a:lnTo>
                <a:lnTo>
                  <a:pt x="2403441" y="35991"/>
                </a:lnTo>
                <a:lnTo>
                  <a:pt x="2403073" y="35759"/>
                </a:lnTo>
                <a:lnTo>
                  <a:pt x="2402665" y="35555"/>
                </a:lnTo>
                <a:lnTo>
                  <a:pt x="2402216" y="35378"/>
                </a:lnTo>
                <a:lnTo>
                  <a:pt x="2401723" y="35228"/>
                </a:lnTo>
                <a:lnTo>
                  <a:pt x="2401185" y="35103"/>
                </a:lnTo>
                <a:lnTo>
                  <a:pt x="2400600" y="35004"/>
                </a:lnTo>
                <a:lnTo>
                  <a:pt x="2399966" y="34928"/>
                </a:lnTo>
                <a:lnTo>
                  <a:pt x="2399282" y="34874"/>
                </a:lnTo>
                <a:lnTo>
                  <a:pt x="2398545" y="34843"/>
                </a:lnTo>
                <a:lnTo>
                  <a:pt x="2397753" y="34833"/>
                </a:lnTo>
                <a:lnTo>
                  <a:pt x="2383680" y="34833"/>
                </a:lnTo>
                <a:lnTo>
                  <a:pt x="2383286" y="34833"/>
                </a:lnTo>
                <a:lnTo>
                  <a:pt x="2382876" y="34837"/>
                </a:lnTo>
                <a:lnTo>
                  <a:pt x="2382454" y="34845"/>
                </a:lnTo>
                <a:lnTo>
                  <a:pt x="2382023" y="34861"/>
                </a:lnTo>
                <a:lnTo>
                  <a:pt x="2381585" y="34887"/>
                </a:lnTo>
                <a:lnTo>
                  <a:pt x="2381143" y="34926"/>
                </a:lnTo>
                <a:lnTo>
                  <a:pt x="2380700" y="34981"/>
                </a:lnTo>
                <a:lnTo>
                  <a:pt x="2380259" y="35054"/>
                </a:lnTo>
                <a:lnTo>
                  <a:pt x="2379823" y="35148"/>
                </a:lnTo>
                <a:lnTo>
                  <a:pt x="2379394" y="35265"/>
                </a:lnTo>
                <a:lnTo>
                  <a:pt x="2378975" y="35409"/>
                </a:lnTo>
                <a:lnTo>
                  <a:pt x="2378570" y="35580"/>
                </a:lnTo>
                <a:lnTo>
                  <a:pt x="2378181" y="35783"/>
                </a:lnTo>
                <a:lnTo>
                  <a:pt x="2377811" y="36020"/>
                </a:lnTo>
                <a:lnTo>
                  <a:pt x="2377463" y="36293"/>
                </a:lnTo>
                <a:lnTo>
                  <a:pt x="2377139" y="36604"/>
                </a:lnTo>
                <a:lnTo>
                  <a:pt x="2376842" y="36958"/>
                </a:lnTo>
                <a:lnTo>
                  <a:pt x="2376576" y="37355"/>
                </a:lnTo>
                <a:lnTo>
                  <a:pt x="2376343" y="37799"/>
                </a:lnTo>
                <a:lnTo>
                  <a:pt x="2376147" y="38293"/>
                </a:lnTo>
                <a:lnTo>
                  <a:pt x="2375988" y="38838"/>
                </a:lnTo>
                <a:lnTo>
                  <a:pt x="2375872" y="39438"/>
                </a:lnTo>
                <a:lnTo>
                  <a:pt x="2375800" y="40095"/>
                </a:lnTo>
                <a:lnTo>
                  <a:pt x="2375775" y="40811"/>
                </a:lnTo>
                <a:lnTo>
                  <a:pt x="2375801" y="41504"/>
                </a:lnTo>
                <a:lnTo>
                  <a:pt x="2375875" y="42140"/>
                </a:lnTo>
                <a:lnTo>
                  <a:pt x="2375996" y="42720"/>
                </a:lnTo>
                <a:lnTo>
                  <a:pt x="2376159" y="43248"/>
                </a:lnTo>
                <a:lnTo>
                  <a:pt x="2376362" y="43725"/>
                </a:lnTo>
                <a:lnTo>
                  <a:pt x="2376601" y="44155"/>
                </a:lnTo>
                <a:lnTo>
                  <a:pt x="2376873" y="44539"/>
                </a:lnTo>
                <a:lnTo>
                  <a:pt x="2377175" y="44881"/>
                </a:lnTo>
                <a:lnTo>
                  <a:pt x="2377504" y="45183"/>
                </a:lnTo>
                <a:lnTo>
                  <a:pt x="2377856" y="45447"/>
                </a:lnTo>
                <a:lnTo>
                  <a:pt x="2378229" y="45676"/>
                </a:lnTo>
                <a:lnTo>
                  <a:pt x="2378619" y="45872"/>
                </a:lnTo>
                <a:lnTo>
                  <a:pt x="2379023" y="46038"/>
                </a:lnTo>
                <a:lnTo>
                  <a:pt x="2379438" y="46177"/>
                </a:lnTo>
                <a:lnTo>
                  <a:pt x="2379861" y="46290"/>
                </a:lnTo>
                <a:lnTo>
                  <a:pt x="2380288" y="46381"/>
                </a:lnTo>
                <a:lnTo>
                  <a:pt x="2380716" y="46452"/>
                </a:lnTo>
                <a:lnTo>
                  <a:pt x="2381143" y="46505"/>
                </a:lnTo>
                <a:lnTo>
                  <a:pt x="2381564" y="46543"/>
                </a:lnTo>
                <a:lnTo>
                  <a:pt x="2381978" y="46568"/>
                </a:lnTo>
                <a:lnTo>
                  <a:pt x="2382380" y="46584"/>
                </a:lnTo>
                <a:lnTo>
                  <a:pt x="2382767" y="46592"/>
                </a:lnTo>
                <a:lnTo>
                  <a:pt x="2383137" y="46595"/>
                </a:lnTo>
                <a:lnTo>
                  <a:pt x="2383486" y="46595"/>
                </a:lnTo>
                <a:lnTo>
                  <a:pt x="2392161" y="46595"/>
                </a:lnTo>
                <a:lnTo>
                  <a:pt x="2392161" y="87618"/>
                </a:lnTo>
                <a:lnTo>
                  <a:pt x="2392081" y="89705"/>
                </a:lnTo>
                <a:lnTo>
                  <a:pt x="2391850" y="91641"/>
                </a:lnTo>
                <a:lnTo>
                  <a:pt x="2391478" y="93431"/>
                </a:lnTo>
                <a:lnTo>
                  <a:pt x="2390976" y="95082"/>
                </a:lnTo>
                <a:lnTo>
                  <a:pt x="2390354" y="96599"/>
                </a:lnTo>
                <a:lnTo>
                  <a:pt x="2389625" y="97987"/>
                </a:lnTo>
                <a:lnTo>
                  <a:pt x="2388798" y="99251"/>
                </a:lnTo>
                <a:lnTo>
                  <a:pt x="2387884" y="100398"/>
                </a:lnTo>
                <a:lnTo>
                  <a:pt x="2386895" y="101433"/>
                </a:lnTo>
                <a:lnTo>
                  <a:pt x="2385841" y="102361"/>
                </a:lnTo>
                <a:lnTo>
                  <a:pt x="2384733" y="103188"/>
                </a:lnTo>
                <a:lnTo>
                  <a:pt x="2383582" y="103920"/>
                </a:lnTo>
                <a:lnTo>
                  <a:pt x="2382399" y="104561"/>
                </a:lnTo>
                <a:lnTo>
                  <a:pt x="2381195" y="105117"/>
                </a:lnTo>
                <a:lnTo>
                  <a:pt x="2379981" y="105595"/>
                </a:lnTo>
                <a:lnTo>
                  <a:pt x="2378767" y="105998"/>
                </a:lnTo>
                <a:lnTo>
                  <a:pt x="2377564" y="106334"/>
                </a:lnTo>
                <a:lnTo>
                  <a:pt x="2376383" y="106607"/>
                </a:lnTo>
                <a:lnTo>
                  <a:pt x="2375236" y="106823"/>
                </a:lnTo>
                <a:lnTo>
                  <a:pt x="2374133" y="106987"/>
                </a:lnTo>
                <a:lnTo>
                  <a:pt x="2373084" y="107105"/>
                </a:lnTo>
                <a:lnTo>
                  <a:pt x="2372102" y="107183"/>
                </a:lnTo>
                <a:lnTo>
                  <a:pt x="2371196" y="107225"/>
                </a:lnTo>
                <a:lnTo>
                  <a:pt x="2370377" y="107238"/>
                </a:lnTo>
                <a:lnTo>
                  <a:pt x="2368551" y="107206"/>
                </a:lnTo>
                <a:lnTo>
                  <a:pt x="2366878" y="107110"/>
                </a:lnTo>
                <a:lnTo>
                  <a:pt x="2365349" y="106953"/>
                </a:lnTo>
                <a:lnTo>
                  <a:pt x="2363960" y="106739"/>
                </a:lnTo>
                <a:lnTo>
                  <a:pt x="2362702" y="106470"/>
                </a:lnTo>
                <a:lnTo>
                  <a:pt x="2361571" y="106149"/>
                </a:lnTo>
                <a:lnTo>
                  <a:pt x="2360558" y="105779"/>
                </a:lnTo>
                <a:lnTo>
                  <a:pt x="2359658" y="105362"/>
                </a:lnTo>
                <a:lnTo>
                  <a:pt x="2358864" y="104903"/>
                </a:lnTo>
                <a:lnTo>
                  <a:pt x="2358168" y="104402"/>
                </a:lnTo>
                <a:lnTo>
                  <a:pt x="2357565" y="103864"/>
                </a:lnTo>
                <a:lnTo>
                  <a:pt x="2357049" y="103291"/>
                </a:lnTo>
                <a:lnTo>
                  <a:pt x="2356611" y="102685"/>
                </a:lnTo>
                <a:lnTo>
                  <a:pt x="2356247" y="102051"/>
                </a:lnTo>
                <a:lnTo>
                  <a:pt x="2355948" y="101390"/>
                </a:lnTo>
                <a:lnTo>
                  <a:pt x="2355709" y="100706"/>
                </a:lnTo>
                <a:lnTo>
                  <a:pt x="2355523" y="100000"/>
                </a:lnTo>
                <a:lnTo>
                  <a:pt x="2355383" y="99277"/>
                </a:lnTo>
                <a:lnTo>
                  <a:pt x="2355282" y="98539"/>
                </a:lnTo>
                <a:lnTo>
                  <a:pt x="2355215" y="97789"/>
                </a:lnTo>
                <a:lnTo>
                  <a:pt x="2355174" y="97029"/>
                </a:lnTo>
                <a:lnTo>
                  <a:pt x="2355153" y="96263"/>
                </a:lnTo>
                <a:lnTo>
                  <a:pt x="2355146" y="95494"/>
                </a:lnTo>
                <a:lnTo>
                  <a:pt x="2355145" y="94723"/>
                </a:lnTo>
                <a:lnTo>
                  <a:pt x="2355145" y="42738"/>
                </a:lnTo>
                <a:lnTo>
                  <a:pt x="2355138" y="42012"/>
                </a:lnTo>
                <a:lnTo>
                  <a:pt x="2355118" y="41327"/>
                </a:lnTo>
                <a:lnTo>
                  <a:pt x="2355082" y="40683"/>
                </a:lnTo>
                <a:lnTo>
                  <a:pt x="2355029" y="40078"/>
                </a:lnTo>
                <a:lnTo>
                  <a:pt x="2354956" y="39511"/>
                </a:lnTo>
                <a:lnTo>
                  <a:pt x="2354862" y="38982"/>
                </a:lnTo>
                <a:lnTo>
                  <a:pt x="2354744" y="38490"/>
                </a:lnTo>
                <a:lnTo>
                  <a:pt x="2354602" y="38033"/>
                </a:lnTo>
                <a:lnTo>
                  <a:pt x="2354433" y="37611"/>
                </a:lnTo>
                <a:lnTo>
                  <a:pt x="2354236" y="37223"/>
                </a:lnTo>
                <a:lnTo>
                  <a:pt x="2354008" y="36868"/>
                </a:lnTo>
                <a:lnTo>
                  <a:pt x="2353747" y="36545"/>
                </a:lnTo>
                <a:lnTo>
                  <a:pt x="2353453" y="36253"/>
                </a:lnTo>
                <a:lnTo>
                  <a:pt x="2353122" y="35991"/>
                </a:lnTo>
                <a:lnTo>
                  <a:pt x="2352754" y="35759"/>
                </a:lnTo>
                <a:lnTo>
                  <a:pt x="2352346" y="35555"/>
                </a:lnTo>
                <a:lnTo>
                  <a:pt x="2351897" y="35378"/>
                </a:lnTo>
                <a:lnTo>
                  <a:pt x="2351404" y="35228"/>
                </a:lnTo>
                <a:lnTo>
                  <a:pt x="2350866" y="35103"/>
                </a:lnTo>
                <a:lnTo>
                  <a:pt x="2350281" y="35004"/>
                </a:lnTo>
                <a:lnTo>
                  <a:pt x="2349647" y="34928"/>
                </a:lnTo>
                <a:lnTo>
                  <a:pt x="2348963" y="34874"/>
                </a:lnTo>
                <a:lnTo>
                  <a:pt x="2348226" y="34843"/>
                </a:lnTo>
                <a:lnTo>
                  <a:pt x="2347434" y="34833"/>
                </a:lnTo>
                <a:lnTo>
                  <a:pt x="2333361" y="34833"/>
                </a:lnTo>
                <a:lnTo>
                  <a:pt x="2332967" y="34833"/>
                </a:lnTo>
                <a:lnTo>
                  <a:pt x="2332557" y="34837"/>
                </a:lnTo>
                <a:lnTo>
                  <a:pt x="2332135" y="34845"/>
                </a:lnTo>
                <a:lnTo>
                  <a:pt x="2331704" y="34861"/>
                </a:lnTo>
                <a:lnTo>
                  <a:pt x="2331266" y="34887"/>
                </a:lnTo>
                <a:lnTo>
                  <a:pt x="2330824" y="34926"/>
                </a:lnTo>
                <a:lnTo>
                  <a:pt x="2330381" y="34981"/>
                </a:lnTo>
                <a:lnTo>
                  <a:pt x="2329940" y="35054"/>
                </a:lnTo>
                <a:lnTo>
                  <a:pt x="2329504" y="35148"/>
                </a:lnTo>
                <a:lnTo>
                  <a:pt x="2329075" y="35265"/>
                </a:lnTo>
                <a:lnTo>
                  <a:pt x="2328656" y="35409"/>
                </a:lnTo>
                <a:lnTo>
                  <a:pt x="2328251" y="35580"/>
                </a:lnTo>
                <a:lnTo>
                  <a:pt x="2327862" y="35783"/>
                </a:lnTo>
                <a:lnTo>
                  <a:pt x="2327492" y="36020"/>
                </a:lnTo>
                <a:lnTo>
                  <a:pt x="2327144" y="36293"/>
                </a:lnTo>
                <a:lnTo>
                  <a:pt x="2326820" y="36604"/>
                </a:lnTo>
                <a:lnTo>
                  <a:pt x="2326523" y="36958"/>
                </a:lnTo>
                <a:lnTo>
                  <a:pt x="2326257" y="37355"/>
                </a:lnTo>
                <a:lnTo>
                  <a:pt x="2326024" y="37799"/>
                </a:lnTo>
                <a:lnTo>
                  <a:pt x="2325828" y="38293"/>
                </a:lnTo>
                <a:lnTo>
                  <a:pt x="2325669" y="38838"/>
                </a:lnTo>
                <a:lnTo>
                  <a:pt x="2325553" y="39438"/>
                </a:lnTo>
                <a:lnTo>
                  <a:pt x="2325481" y="40095"/>
                </a:lnTo>
                <a:lnTo>
                  <a:pt x="2325456" y="40811"/>
                </a:lnTo>
                <a:lnTo>
                  <a:pt x="2325482" y="41504"/>
                </a:lnTo>
                <a:lnTo>
                  <a:pt x="2325556" y="42140"/>
                </a:lnTo>
                <a:lnTo>
                  <a:pt x="2325677" y="42720"/>
                </a:lnTo>
                <a:lnTo>
                  <a:pt x="2325840" y="43248"/>
                </a:lnTo>
                <a:lnTo>
                  <a:pt x="2326043" y="43725"/>
                </a:lnTo>
                <a:lnTo>
                  <a:pt x="2326282" y="44155"/>
                </a:lnTo>
                <a:lnTo>
                  <a:pt x="2326554" y="44539"/>
                </a:lnTo>
                <a:lnTo>
                  <a:pt x="2326856" y="44881"/>
                </a:lnTo>
                <a:lnTo>
                  <a:pt x="2327185" y="45183"/>
                </a:lnTo>
                <a:lnTo>
                  <a:pt x="2327537" y="45447"/>
                </a:lnTo>
                <a:lnTo>
                  <a:pt x="2327910" y="45676"/>
                </a:lnTo>
                <a:lnTo>
                  <a:pt x="2328300" y="45872"/>
                </a:lnTo>
                <a:lnTo>
                  <a:pt x="2328704" y="46038"/>
                </a:lnTo>
                <a:lnTo>
                  <a:pt x="2329119" y="46177"/>
                </a:lnTo>
                <a:lnTo>
                  <a:pt x="2329542" y="46290"/>
                </a:lnTo>
                <a:lnTo>
                  <a:pt x="2329969" y="46381"/>
                </a:lnTo>
                <a:lnTo>
                  <a:pt x="2330397" y="46452"/>
                </a:lnTo>
                <a:lnTo>
                  <a:pt x="2330824" y="46505"/>
                </a:lnTo>
                <a:lnTo>
                  <a:pt x="2331245" y="46543"/>
                </a:lnTo>
                <a:lnTo>
                  <a:pt x="2331659" y="46568"/>
                </a:lnTo>
                <a:lnTo>
                  <a:pt x="2332061" y="46584"/>
                </a:lnTo>
                <a:lnTo>
                  <a:pt x="2332448" y="46592"/>
                </a:lnTo>
                <a:lnTo>
                  <a:pt x="2332818" y="46595"/>
                </a:lnTo>
                <a:lnTo>
                  <a:pt x="2333167" y="46595"/>
                </a:lnTo>
                <a:lnTo>
                  <a:pt x="2341845" y="46595"/>
                </a:lnTo>
                <a:lnTo>
                  <a:pt x="2341845" y="95879"/>
                </a:lnTo>
                <a:lnTo>
                  <a:pt x="2341913" y="98119"/>
                </a:lnTo>
                <a:lnTo>
                  <a:pt x="2342115" y="100219"/>
                </a:lnTo>
                <a:lnTo>
                  <a:pt x="2342444" y="102182"/>
                </a:lnTo>
                <a:lnTo>
                  <a:pt x="2342895" y="104013"/>
                </a:lnTo>
                <a:lnTo>
                  <a:pt x="2343463" y="105715"/>
                </a:lnTo>
                <a:lnTo>
                  <a:pt x="2344143" y="107293"/>
                </a:lnTo>
                <a:lnTo>
                  <a:pt x="2344928" y="108751"/>
                </a:lnTo>
                <a:lnTo>
                  <a:pt x="2345814" y="110092"/>
                </a:lnTo>
                <a:lnTo>
                  <a:pt x="2346795" y="111321"/>
                </a:lnTo>
                <a:lnTo>
                  <a:pt x="2347866" y="112441"/>
                </a:lnTo>
                <a:lnTo>
                  <a:pt x="2349021" y="113457"/>
                </a:lnTo>
                <a:lnTo>
                  <a:pt x="2350254" y="114373"/>
                </a:lnTo>
                <a:lnTo>
                  <a:pt x="2351561" y="115193"/>
                </a:lnTo>
                <a:lnTo>
                  <a:pt x="2352936" y="115920"/>
                </a:lnTo>
                <a:lnTo>
                  <a:pt x="2354373" y="116559"/>
                </a:lnTo>
                <a:lnTo>
                  <a:pt x="2355867" y="117113"/>
                </a:lnTo>
                <a:lnTo>
                  <a:pt x="2357413" y="117588"/>
                </a:lnTo>
                <a:lnTo>
                  <a:pt x="2359005" y="117986"/>
                </a:lnTo>
                <a:lnTo>
                  <a:pt x="2360638" y="118311"/>
                </a:lnTo>
                <a:lnTo>
                  <a:pt x="2362306" y="118569"/>
                </a:lnTo>
                <a:lnTo>
                  <a:pt x="2364003" y="118762"/>
                </a:lnTo>
                <a:lnTo>
                  <a:pt x="2365725" y="118896"/>
                </a:lnTo>
                <a:lnTo>
                  <a:pt x="2367466" y="118972"/>
                </a:lnTo>
                <a:lnTo>
                  <a:pt x="2369221" y="118997"/>
                </a:lnTo>
                <a:lnTo>
                  <a:pt x="2370209" y="118987"/>
                </a:lnTo>
                <a:lnTo>
                  <a:pt x="2371197" y="118956"/>
                </a:lnTo>
                <a:lnTo>
                  <a:pt x="2372184" y="118904"/>
                </a:lnTo>
                <a:lnTo>
                  <a:pt x="2373170" y="118829"/>
                </a:lnTo>
                <a:lnTo>
                  <a:pt x="2374154" y="118732"/>
                </a:lnTo>
                <a:lnTo>
                  <a:pt x="2375137" y="118612"/>
                </a:lnTo>
                <a:lnTo>
                  <a:pt x="2376118" y="118467"/>
                </a:lnTo>
                <a:lnTo>
                  <a:pt x="2377097" y="118298"/>
                </a:lnTo>
                <a:lnTo>
                  <a:pt x="2378073" y="118103"/>
                </a:lnTo>
                <a:lnTo>
                  <a:pt x="2379046" y="117882"/>
                </a:lnTo>
                <a:lnTo>
                  <a:pt x="2380015" y="117634"/>
                </a:lnTo>
                <a:lnTo>
                  <a:pt x="2380981" y="117359"/>
                </a:lnTo>
                <a:lnTo>
                  <a:pt x="2381943" y="117056"/>
                </a:lnTo>
                <a:lnTo>
                  <a:pt x="2382900" y="116723"/>
                </a:lnTo>
                <a:lnTo>
                  <a:pt x="2383853" y="116362"/>
                </a:lnTo>
                <a:lnTo>
                  <a:pt x="2384801" y="115970"/>
                </a:lnTo>
                <a:lnTo>
                  <a:pt x="2385743" y="115548"/>
                </a:lnTo>
                <a:lnTo>
                  <a:pt x="2386680" y="115094"/>
                </a:lnTo>
                <a:lnTo>
                  <a:pt x="2387610" y="114608"/>
                </a:lnTo>
                <a:lnTo>
                  <a:pt x="2388535" y="114089"/>
                </a:lnTo>
                <a:lnTo>
                  <a:pt x="2389452" y="113536"/>
                </a:lnTo>
                <a:lnTo>
                  <a:pt x="2390363" y="112950"/>
                </a:lnTo>
                <a:lnTo>
                  <a:pt x="2391266" y="112329"/>
                </a:lnTo>
                <a:lnTo>
                  <a:pt x="2392161" y="111672"/>
                </a:lnTo>
                <a:lnTo>
                  <a:pt x="2392205" y="112414"/>
                </a:lnTo>
                <a:lnTo>
                  <a:pt x="2392287" y="113095"/>
                </a:lnTo>
                <a:lnTo>
                  <a:pt x="2392406" y="113717"/>
                </a:lnTo>
                <a:lnTo>
                  <a:pt x="2392559" y="114282"/>
                </a:lnTo>
                <a:lnTo>
                  <a:pt x="2392744" y="114793"/>
                </a:lnTo>
                <a:lnTo>
                  <a:pt x="2392960" y="115254"/>
                </a:lnTo>
                <a:lnTo>
                  <a:pt x="2393204" y="115666"/>
                </a:lnTo>
                <a:lnTo>
                  <a:pt x="2393476" y="116032"/>
                </a:lnTo>
                <a:lnTo>
                  <a:pt x="2393772" y="116355"/>
                </a:lnTo>
                <a:lnTo>
                  <a:pt x="2394090" y="116638"/>
                </a:lnTo>
                <a:lnTo>
                  <a:pt x="2394430" y="116883"/>
                </a:lnTo>
                <a:lnTo>
                  <a:pt x="2394789" y="117093"/>
                </a:lnTo>
                <a:lnTo>
                  <a:pt x="2395164" y="117271"/>
                </a:lnTo>
                <a:lnTo>
                  <a:pt x="2395555" y="117419"/>
                </a:lnTo>
                <a:lnTo>
                  <a:pt x="2395959" y="117541"/>
                </a:lnTo>
                <a:lnTo>
                  <a:pt x="2396375" y="117638"/>
                </a:lnTo>
                <a:lnTo>
                  <a:pt x="2396800" y="117714"/>
                </a:lnTo>
                <a:lnTo>
                  <a:pt x="2397232" y="117771"/>
                </a:lnTo>
                <a:lnTo>
                  <a:pt x="2397670" y="117811"/>
                </a:lnTo>
                <a:lnTo>
                  <a:pt x="2398111" y="117839"/>
                </a:lnTo>
                <a:lnTo>
                  <a:pt x="2398554" y="117855"/>
                </a:lnTo>
                <a:lnTo>
                  <a:pt x="2398997" y="117864"/>
                </a:lnTo>
                <a:lnTo>
                  <a:pt x="2399438" y="117867"/>
                </a:lnTo>
                <a:lnTo>
                  <a:pt x="2399874" y="117868"/>
                </a:lnTo>
                <a:lnTo>
                  <a:pt x="2413948" y="117868"/>
                </a:lnTo>
                <a:lnTo>
                  <a:pt x="2414342" y="117867"/>
                </a:lnTo>
                <a:lnTo>
                  <a:pt x="2414751" y="117864"/>
                </a:lnTo>
                <a:lnTo>
                  <a:pt x="2415173" y="117856"/>
                </a:lnTo>
                <a:lnTo>
                  <a:pt x="2415605" y="117840"/>
                </a:lnTo>
                <a:lnTo>
                  <a:pt x="2416043" y="117813"/>
                </a:lnTo>
                <a:lnTo>
                  <a:pt x="2416485" y="117774"/>
                </a:lnTo>
                <a:lnTo>
                  <a:pt x="2416928" y="117719"/>
                </a:lnTo>
                <a:lnTo>
                  <a:pt x="2417369" y="117646"/>
                </a:lnTo>
                <a:lnTo>
                  <a:pt x="2417805" y="117552"/>
                </a:lnTo>
                <a:lnTo>
                  <a:pt x="2418234" y="117435"/>
                </a:lnTo>
                <a:lnTo>
                  <a:pt x="2418652" y="117292"/>
                </a:lnTo>
                <a:lnTo>
                  <a:pt x="2419057" y="117121"/>
                </a:lnTo>
                <a:lnTo>
                  <a:pt x="2419446" y="116918"/>
                </a:lnTo>
                <a:lnTo>
                  <a:pt x="2419816" y="116681"/>
                </a:lnTo>
                <a:lnTo>
                  <a:pt x="2420165" y="116409"/>
                </a:lnTo>
                <a:lnTo>
                  <a:pt x="2420489" y="116097"/>
                </a:lnTo>
                <a:lnTo>
                  <a:pt x="2420785" y="115744"/>
                </a:lnTo>
                <a:lnTo>
                  <a:pt x="2421051" y="115347"/>
                </a:lnTo>
                <a:lnTo>
                  <a:pt x="2421284" y="114903"/>
                </a:lnTo>
                <a:lnTo>
                  <a:pt x="2421481" y="114410"/>
                </a:lnTo>
                <a:lnTo>
                  <a:pt x="2421639" y="113865"/>
                </a:lnTo>
                <a:lnTo>
                  <a:pt x="2421756" y="113265"/>
                </a:lnTo>
                <a:lnTo>
                  <a:pt x="2421828" y="112609"/>
                </a:lnTo>
                <a:lnTo>
                  <a:pt x="2421852" y="111892"/>
                </a:lnTo>
                <a:lnTo>
                  <a:pt x="2421827" y="111199"/>
                </a:lnTo>
                <a:lnTo>
                  <a:pt x="2421752" y="110564"/>
                </a:lnTo>
                <a:lnTo>
                  <a:pt x="2421632" y="109983"/>
                </a:lnTo>
                <a:lnTo>
                  <a:pt x="2421468" y="109456"/>
                </a:lnTo>
                <a:lnTo>
                  <a:pt x="2421266" y="108978"/>
                </a:lnTo>
                <a:close/>
                <a:moveTo>
                  <a:pt x="1198008" y="96806"/>
                </a:moveTo>
                <a:lnTo>
                  <a:pt x="1198008" y="96807"/>
                </a:lnTo>
                <a:lnTo>
                  <a:pt x="1198008" y="96809"/>
                </a:lnTo>
                <a:lnTo>
                  <a:pt x="1198008" y="96806"/>
                </a:lnTo>
                <a:close/>
                <a:moveTo>
                  <a:pt x="1704087" y="96806"/>
                </a:moveTo>
                <a:lnTo>
                  <a:pt x="1704087" y="96807"/>
                </a:lnTo>
                <a:lnTo>
                  <a:pt x="1704087" y="96809"/>
                </a:lnTo>
                <a:lnTo>
                  <a:pt x="1704087" y="96806"/>
                </a:lnTo>
                <a:close/>
                <a:moveTo>
                  <a:pt x="1906519" y="96806"/>
                </a:moveTo>
                <a:lnTo>
                  <a:pt x="1906519" y="96807"/>
                </a:lnTo>
                <a:lnTo>
                  <a:pt x="1906519" y="96809"/>
                </a:lnTo>
                <a:lnTo>
                  <a:pt x="1906519" y="96806"/>
                </a:lnTo>
                <a:close/>
                <a:moveTo>
                  <a:pt x="1501649" y="139918"/>
                </a:moveTo>
                <a:lnTo>
                  <a:pt x="1501336" y="139417"/>
                </a:lnTo>
                <a:lnTo>
                  <a:pt x="1500982" y="138968"/>
                </a:lnTo>
                <a:lnTo>
                  <a:pt x="1500592" y="138569"/>
                </a:lnTo>
                <a:lnTo>
                  <a:pt x="1500170" y="138217"/>
                </a:lnTo>
                <a:lnTo>
                  <a:pt x="1499721" y="137909"/>
                </a:lnTo>
                <a:lnTo>
                  <a:pt x="1499251" y="137642"/>
                </a:lnTo>
                <a:lnTo>
                  <a:pt x="1498764" y="137413"/>
                </a:lnTo>
                <a:lnTo>
                  <a:pt x="1498265" y="137219"/>
                </a:lnTo>
                <a:lnTo>
                  <a:pt x="1497759" y="137058"/>
                </a:lnTo>
                <a:lnTo>
                  <a:pt x="1497250" y="136926"/>
                </a:lnTo>
                <a:lnTo>
                  <a:pt x="1496744" y="136820"/>
                </a:lnTo>
                <a:lnTo>
                  <a:pt x="1496245" y="136737"/>
                </a:lnTo>
                <a:lnTo>
                  <a:pt x="1495758" y="136675"/>
                </a:lnTo>
                <a:lnTo>
                  <a:pt x="1495288" y="136631"/>
                </a:lnTo>
                <a:lnTo>
                  <a:pt x="1494841" y="136601"/>
                </a:lnTo>
                <a:lnTo>
                  <a:pt x="1494420" y="136583"/>
                </a:lnTo>
                <a:lnTo>
                  <a:pt x="1494030" y="136574"/>
                </a:lnTo>
                <a:lnTo>
                  <a:pt x="1493677" y="136570"/>
                </a:lnTo>
                <a:lnTo>
                  <a:pt x="1493366" y="136570"/>
                </a:lnTo>
                <a:lnTo>
                  <a:pt x="1432059" y="136570"/>
                </a:lnTo>
                <a:lnTo>
                  <a:pt x="1431747" y="136570"/>
                </a:lnTo>
                <a:lnTo>
                  <a:pt x="1431395" y="136574"/>
                </a:lnTo>
                <a:lnTo>
                  <a:pt x="1431005" y="136583"/>
                </a:lnTo>
                <a:lnTo>
                  <a:pt x="1430584" y="136601"/>
                </a:lnTo>
                <a:lnTo>
                  <a:pt x="1430136" y="136631"/>
                </a:lnTo>
                <a:lnTo>
                  <a:pt x="1429667" y="136675"/>
                </a:lnTo>
                <a:lnTo>
                  <a:pt x="1429180" y="136737"/>
                </a:lnTo>
                <a:lnTo>
                  <a:pt x="1428681" y="136820"/>
                </a:lnTo>
                <a:lnTo>
                  <a:pt x="1428175" y="136926"/>
                </a:lnTo>
                <a:lnTo>
                  <a:pt x="1427666" y="137058"/>
                </a:lnTo>
                <a:lnTo>
                  <a:pt x="1427160" y="137219"/>
                </a:lnTo>
                <a:lnTo>
                  <a:pt x="1426661" y="137413"/>
                </a:lnTo>
                <a:lnTo>
                  <a:pt x="1426174" y="137642"/>
                </a:lnTo>
                <a:lnTo>
                  <a:pt x="1425703" y="137909"/>
                </a:lnTo>
                <a:lnTo>
                  <a:pt x="1425255" y="138217"/>
                </a:lnTo>
                <a:lnTo>
                  <a:pt x="1424833" y="138569"/>
                </a:lnTo>
                <a:lnTo>
                  <a:pt x="1424443" y="138968"/>
                </a:lnTo>
                <a:lnTo>
                  <a:pt x="1424089" y="139417"/>
                </a:lnTo>
                <a:lnTo>
                  <a:pt x="1423776" y="139918"/>
                </a:lnTo>
                <a:lnTo>
                  <a:pt x="1423509" y="140475"/>
                </a:lnTo>
                <a:lnTo>
                  <a:pt x="1423293" y="141091"/>
                </a:lnTo>
                <a:lnTo>
                  <a:pt x="1423133" y="141768"/>
                </a:lnTo>
                <a:lnTo>
                  <a:pt x="1423033" y="142510"/>
                </a:lnTo>
                <a:lnTo>
                  <a:pt x="1422998" y="143319"/>
                </a:lnTo>
                <a:lnTo>
                  <a:pt x="1423033" y="144127"/>
                </a:lnTo>
                <a:lnTo>
                  <a:pt x="1423133" y="144868"/>
                </a:lnTo>
                <a:lnTo>
                  <a:pt x="1423293" y="145545"/>
                </a:lnTo>
                <a:lnTo>
                  <a:pt x="1423509" y="146161"/>
                </a:lnTo>
                <a:lnTo>
                  <a:pt x="1423776" y="146717"/>
                </a:lnTo>
                <a:lnTo>
                  <a:pt x="1424089" y="147219"/>
                </a:lnTo>
                <a:lnTo>
                  <a:pt x="1424443" y="147667"/>
                </a:lnTo>
                <a:lnTo>
                  <a:pt x="1424833" y="148066"/>
                </a:lnTo>
                <a:lnTo>
                  <a:pt x="1425255" y="148418"/>
                </a:lnTo>
                <a:lnTo>
                  <a:pt x="1425703" y="148726"/>
                </a:lnTo>
                <a:lnTo>
                  <a:pt x="1426174" y="148992"/>
                </a:lnTo>
                <a:lnTo>
                  <a:pt x="1426661" y="149221"/>
                </a:lnTo>
                <a:lnTo>
                  <a:pt x="1427160" y="149415"/>
                </a:lnTo>
                <a:lnTo>
                  <a:pt x="1427666" y="149577"/>
                </a:lnTo>
                <a:lnTo>
                  <a:pt x="1428175" y="149709"/>
                </a:lnTo>
                <a:lnTo>
                  <a:pt x="1428681" y="149815"/>
                </a:lnTo>
                <a:lnTo>
                  <a:pt x="1429180" y="149897"/>
                </a:lnTo>
                <a:lnTo>
                  <a:pt x="1429667" y="149959"/>
                </a:lnTo>
                <a:lnTo>
                  <a:pt x="1430136" y="150004"/>
                </a:lnTo>
                <a:lnTo>
                  <a:pt x="1430584" y="150033"/>
                </a:lnTo>
                <a:lnTo>
                  <a:pt x="1431005" y="150051"/>
                </a:lnTo>
                <a:lnTo>
                  <a:pt x="1431395" y="150061"/>
                </a:lnTo>
                <a:lnTo>
                  <a:pt x="1431747" y="150064"/>
                </a:lnTo>
                <a:lnTo>
                  <a:pt x="1432059" y="150065"/>
                </a:lnTo>
                <a:lnTo>
                  <a:pt x="1493366" y="150065"/>
                </a:lnTo>
                <a:lnTo>
                  <a:pt x="1493677" y="150064"/>
                </a:lnTo>
                <a:lnTo>
                  <a:pt x="1494030" y="150061"/>
                </a:lnTo>
                <a:lnTo>
                  <a:pt x="1494420" y="150051"/>
                </a:lnTo>
                <a:lnTo>
                  <a:pt x="1494841" y="150033"/>
                </a:lnTo>
                <a:lnTo>
                  <a:pt x="1495288" y="150004"/>
                </a:lnTo>
                <a:lnTo>
                  <a:pt x="1495758" y="149959"/>
                </a:lnTo>
                <a:lnTo>
                  <a:pt x="1496245" y="149897"/>
                </a:lnTo>
                <a:lnTo>
                  <a:pt x="1496744" y="149815"/>
                </a:lnTo>
                <a:lnTo>
                  <a:pt x="1497250" y="149709"/>
                </a:lnTo>
                <a:lnTo>
                  <a:pt x="1497759" y="149577"/>
                </a:lnTo>
                <a:lnTo>
                  <a:pt x="1498265" y="149415"/>
                </a:lnTo>
                <a:lnTo>
                  <a:pt x="1498764" y="149221"/>
                </a:lnTo>
                <a:lnTo>
                  <a:pt x="1499251" y="148992"/>
                </a:lnTo>
                <a:lnTo>
                  <a:pt x="1499721" y="148726"/>
                </a:lnTo>
                <a:lnTo>
                  <a:pt x="1500170" y="148418"/>
                </a:lnTo>
                <a:lnTo>
                  <a:pt x="1500592" y="148066"/>
                </a:lnTo>
                <a:lnTo>
                  <a:pt x="1500982" y="147667"/>
                </a:lnTo>
                <a:lnTo>
                  <a:pt x="1501336" y="147219"/>
                </a:lnTo>
                <a:lnTo>
                  <a:pt x="1501649" y="146717"/>
                </a:lnTo>
                <a:lnTo>
                  <a:pt x="1501916" y="146161"/>
                </a:lnTo>
                <a:lnTo>
                  <a:pt x="1502132" y="145545"/>
                </a:lnTo>
                <a:lnTo>
                  <a:pt x="1502292" y="144868"/>
                </a:lnTo>
                <a:lnTo>
                  <a:pt x="1502392" y="144127"/>
                </a:lnTo>
                <a:lnTo>
                  <a:pt x="1502426" y="143319"/>
                </a:lnTo>
                <a:lnTo>
                  <a:pt x="1502392" y="142510"/>
                </a:lnTo>
                <a:lnTo>
                  <a:pt x="1502292" y="141768"/>
                </a:lnTo>
                <a:lnTo>
                  <a:pt x="1502132" y="141091"/>
                </a:lnTo>
                <a:lnTo>
                  <a:pt x="1501916" y="140475"/>
                </a:lnTo>
                <a:lnTo>
                  <a:pt x="1501649" y="1399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max_end_here=max(num,temp,min_end_here*num)">
            <a:extLst xmlns:a="http://schemas.openxmlformats.org/drawingml/2006/main">
              <a:ext uri="{FF2B5EF4-FFF2-40B4-BE49-F238E27FC236}">
                <a16:creationId xmlns:a16="http://schemas.microsoft.com/office/drawing/2014/main" id="{3C7C08A3-7866-4C29-8748-71C80F88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40" y="4284693"/>
            <a:ext cx="4926991" cy="176548"/>
          </a:xfrm>
          <a:custGeom xmlns:a="http://schemas.openxmlformats.org/drawingml/2006/main">
            <a:pathLst>
              <a:path w="4926991" h="176548">
                <a:moveTo>
                  <a:pt x="1409450" y="56757"/>
                </a:moveTo>
                <a:lnTo>
                  <a:pt x="1409117" y="56256"/>
                </a:lnTo>
                <a:lnTo>
                  <a:pt x="1408741" y="55807"/>
                </a:lnTo>
                <a:lnTo>
                  <a:pt x="1408325" y="55408"/>
                </a:lnTo>
                <a:lnTo>
                  <a:pt x="1407875" y="55056"/>
                </a:lnTo>
                <a:lnTo>
                  <a:pt x="1407396" y="54748"/>
                </a:lnTo>
                <a:lnTo>
                  <a:pt x="1406892" y="54481"/>
                </a:lnTo>
                <a:lnTo>
                  <a:pt x="1406370" y="54252"/>
                </a:lnTo>
                <a:lnTo>
                  <a:pt x="1405834" y="54059"/>
                </a:lnTo>
                <a:lnTo>
                  <a:pt x="1405288" y="53897"/>
                </a:lnTo>
                <a:lnTo>
                  <a:pt x="1404739" y="53765"/>
                </a:lnTo>
                <a:lnTo>
                  <a:pt x="1404191" y="53659"/>
                </a:lnTo>
                <a:lnTo>
                  <a:pt x="1403648" y="53576"/>
                </a:lnTo>
                <a:lnTo>
                  <a:pt x="1403117" y="53514"/>
                </a:lnTo>
                <a:lnTo>
                  <a:pt x="1402602" y="53470"/>
                </a:lnTo>
                <a:lnTo>
                  <a:pt x="1402108" y="53440"/>
                </a:lnTo>
                <a:lnTo>
                  <a:pt x="1401640" y="53422"/>
                </a:lnTo>
                <a:lnTo>
                  <a:pt x="1401203" y="53413"/>
                </a:lnTo>
                <a:lnTo>
                  <a:pt x="1400802" y="53409"/>
                </a:lnTo>
                <a:lnTo>
                  <a:pt x="1400443" y="53409"/>
                </a:lnTo>
                <a:lnTo>
                  <a:pt x="1333735" y="53409"/>
                </a:lnTo>
                <a:lnTo>
                  <a:pt x="1333376" y="53409"/>
                </a:lnTo>
                <a:lnTo>
                  <a:pt x="1332975" y="53413"/>
                </a:lnTo>
                <a:lnTo>
                  <a:pt x="1332538" y="53422"/>
                </a:lnTo>
                <a:lnTo>
                  <a:pt x="1332070" y="53440"/>
                </a:lnTo>
                <a:lnTo>
                  <a:pt x="1331576" y="53470"/>
                </a:lnTo>
                <a:lnTo>
                  <a:pt x="1331061" y="53514"/>
                </a:lnTo>
                <a:lnTo>
                  <a:pt x="1330530" y="53576"/>
                </a:lnTo>
                <a:lnTo>
                  <a:pt x="1329987" y="53659"/>
                </a:lnTo>
                <a:lnTo>
                  <a:pt x="1329439" y="53765"/>
                </a:lnTo>
                <a:lnTo>
                  <a:pt x="1328890" y="53897"/>
                </a:lnTo>
                <a:lnTo>
                  <a:pt x="1328344" y="54059"/>
                </a:lnTo>
                <a:lnTo>
                  <a:pt x="1327808" y="54252"/>
                </a:lnTo>
                <a:lnTo>
                  <a:pt x="1327286" y="54481"/>
                </a:lnTo>
                <a:lnTo>
                  <a:pt x="1326782" y="54748"/>
                </a:lnTo>
                <a:lnTo>
                  <a:pt x="1326303" y="55056"/>
                </a:lnTo>
                <a:lnTo>
                  <a:pt x="1325853" y="55408"/>
                </a:lnTo>
                <a:lnTo>
                  <a:pt x="1325437" y="55807"/>
                </a:lnTo>
                <a:lnTo>
                  <a:pt x="1325061" y="56256"/>
                </a:lnTo>
                <a:lnTo>
                  <a:pt x="1324728" y="56757"/>
                </a:lnTo>
                <a:lnTo>
                  <a:pt x="1324445" y="57314"/>
                </a:lnTo>
                <a:lnTo>
                  <a:pt x="1324216" y="57930"/>
                </a:lnTo>
                <a:lnTo>
                  <a:pt x="1324046" y="58607"/>
                </a:lnTo>
                <a:lnTo>
                  <a:pt x="1323940" y="59349"/>
                </a:lnTo>
                <a:lnTo>
                  <a:pt x="1323904" y="60158"/>
                </a:lnTo>
                <a:lnTo>
                  <a:pt x="1323936" y="60967"/>
                </a:lnTo>
                <a:lnTo>
                  <a:pt x="1324030" y="61708"/>
                </a:lnTo>
                <a:lnTo>
                  <a:pt x="1324182" y="62385"/>
                </a:lnTo>
                <a:lnTo>
                  <a:pt x="1324386" y="63001"/>
                </a:lnTo>
                <a:lnTo>
                  <a:pt x="1324638" y="63558"/>
                </a:lnTo>
                <a:lnTo>
                  <a:pt x="1324934" y="64059"/>
                </a:lnTo>
                <a:lnTo>
                  <a:pt x="1325269" y="64508"/>
                </a:lnTo>
                <a:lnTo>
                  <a:pt x="1325639" y="64907"/>
                </a:lnTo>
                <a:lnTo>
                  <a:pt x="1326039" y="65259"/>
                </a:lnTo>
                <a:lnTo>
                  <a:pt x="1326464" y="65567"/>
                </a:lnTo>
                <a:lnTo>
                  <a:pt x="1326911" y="65834"/>
                </a:lnTo>
                <a:lnTo>
                  <a:pt x="1327374" y="66063"/>
                </a:lnTo>
                <a:lnTo>
                  <a:pt x="1327849" y="66257"/>
                </a:lnTo>
                <a:lnTo>
                  <a:pt x="1328332" y="66418"/>
                </a:lnTo>
                <a:lnTo>
                  <a:pt x="1328818" y="66551"/>
                </a:lnTo>
                <a:lnTo>
                  <a:pt x="1329302" y="66657"/>
                </a:lnTo>
                <a:lnTo>
                  <a:pt x="1329780" y="66739"/>
                </a:lnTo>
                <a:lnTo>
                  <a:pt x="1330248" y="66801"/>
                </a:lnTo>
                <a:lnTo>
                  <a:pt x="1330701" y="66846"/>
                </a:lnTo>
                <a:lnTo>
                  <a:pt x="1331134" y="66875"/>
                </a:lnTo>
                <a:lnTo>
                  <a:pt x="1331542" y="66893"/>
                </a:lnTo>
                <a:lnTo>
                  <a:pt x="1331923" y="66903"/>
                </a:lnTo>
                <a:lnTo>
                  <a:pt x="1332270" y="66906"/>
                </a:lnTo>
                <a:lnTo>
                  <a:pt x="1332579" y="66907"/>
                </a:lnTo>
                <a:lnTo>
                  <a:pt x="1401599" y="66907"/>
                </a:lnTo>
                <a:lnTo>
                  <a:pt x="1401908" y="66906"/>
                </a:lnTo>
                <a:lnTo>
                  <a:pt x="1402255" y="66903"/>
                </a:lnTo>
                <a:lnTo>
                  <a:pt x="1402635" y="66893"/>
                </a:lnTo>
                <a:lnTo>
                  <a:pt x="1403044" y="66875"/>
                </a:lnTo>
                <a:lnTo>
                  <a:pt x="1403477" y="66846"/>
                </a:lnTo>
                <a:lnTo>
                  <a:pt x="1403930" y="66801"/>
                </a:lnTo>
                <a:lnTo>
                  <a:pt x="1404397" y="66739"/>
                </a:lnTo>
                <a:lnTo>
                  <a:pt x="1404876" y="66657"/>
                </a:lnTo>
                <a:lnTo>
                  <a:pt x="1405360" y="66551"/>
                </a:lnTo>
                <a:lnTo>
                  <a:pt x="1405846" y="66418"/>
                </a:lnTo>
                <a:lnTo>
                  <a:pt x="1406328" y="66257"/>
                </a:lnTo>
                <a:lnTo>
                  <a:pt x="1406804" y="66063"/>
                </a:lnTo>
                <a:lnTo>
                  <a:pt x="1407267" y="65834"/>
                </a:lnTo>
                <a:lnTo>
                  <a:pt x="1407713" y="65567"/>
                </a:lnTo>
                <a:lnTo>
                  <a:pt x="1408139" y="65259"/>
                </a:lnTo>
                <a:lnTo>
                  <a:pt x="1408539" y="64907"/>
                </a:lnTo>
                <a:lnTo>
                  <a:pt x="1408909" y="64508"/>
                </a:lnTo>
                <a:lnTo>
                  <a:pt x="1409244" y="64059"/>
                </a:lnTo>
                <a:lnTo>
                  <a:pt x="1409540" y="63558"/>
                </a:lnTo>
                <a:lnTo>
                  <a:pt x="1409792" y="63001"/>
                </a:lnTo>
                <a:lnTo>
                  <a:pt x="1409996" y="62385"/>
                </a:lnTo>
                <a:lnTo>
                  <a:pt x="1410148" y="61708"/>
                </a:lnTo>
                <a:lnTo>
                  <a:pt x="1410242" y="60967"/>
                </a:lnTo>
                <a:lnTo>
                  <a:pt x="1410274" y="60158"/>
                </a:lnTo>
                <a:lnTo>
                  <a:pt x="1410238" y="59349"/>
                </a:lnTo>
                <a:lnTo>
                  <a:pt x="1410132" y="58607"/>
                </a:lnTo>
                <a:lnTo>
                  <a:pt x="1409962" y="57930"/>
                </a:lnTo>
                <a:lnTo>
                  <a:pt x="1409733" y="57314"/>
                </a:lnTo>
                <a:lnTo>
                  <a:pt x="1409450" y="56757"/>
                </a:lnTo>
                <a:close/>
                <a:moveTo>
                  <a:pt x="908407" y="124569"/>
                </a:moveTo>
                <a:lnTo>
                  <a:pt x="908141" y="124172"/>
                </a:lnTo>
                <a:lnTo>
                  <a:pt x="907845" y="123818"/>
                </a:lnTo>
                <a:lnTo>
                  <a:pt x="907521" y="123507"/>
                </a:lnTo>
                <a:lnTo>
                  <a:pt x="907172" y="123234"/>
                </a:lnTo>
                <a:lnTo>
                  <a:pt x="906802" y="122998"/>
                </a:lnTo>
                <a:lnTo>
                  <a:pt x="906413" y="122795"/>
                </a:lnTo>
                <a:lnTo>
                  <a:pt x="906008" y="122623"/>
                </a:lnTo>
                <a:lnTo>
                  <a:pt x="905590" y="122480"/>
                </a:lnTo>
                <a:lnTo>
                  <a:pt x="905161" y="122363"/>
                </a:lnTo>
                <a:lnTo>
                  <a:pt x="904724" y="122269"/>
                </a:lnTo>
                <a:lnTo>
                  <a:pt x="904283" y="122196"/>
                </a:lnTo>
                <a:lnTo>
                  <a:pt x="903841" y="122141"/>
                </a:lnTo>
                <a:lnTo>
                  <a:pt x="903399" y="122102"/>
                </a:lnTo>
                <a:lnTo>
                  <a:pt x="902961" y="122076"/>
                </a:lnTo>
                <a:lnTo>
                  <a:pt x="902529" y="122060"/>
                </a:lnTo>
                <a:lnTo>
                  <a:pt x="902107" y="122052"/>
                </a:lnTo>
                <a:lnTo>
                  <a:pt x="901698" y="122049"/>
                </a:lnTo>
                <a:lnTo>
                  <a:pt x="901304" y="122048"/>
                </a:lnTo>
                <a:lnTo>
                  <a:pt x="892820" y="122048"/>
                </a:lnTo>
                <a:lnTo>
                  <a:pt x="892820" y="77386"/>
                </a:lnTo>
                <a:lnTo>
                  <a:pt x="892769" y="75013"/>
                </a:lnTo>
                <a:lnTo>
                  <a:pt x="892617" y="72754"/>
                </a:lnTo>
                <a:lnTo>
                  <a:pt x="892367" y="70610"/>
                </a:lnTo>
                <a:lnTo>
                  <a:pt x="892021" y="68578"/>
                </a:lnTo>
                <a:lnTo>
                  <a:pt x="891579" y="66657"/>
                </a:lnTo>
                <a:lnTo>
                  <a:pt x="891045" y="64846"/>
                </a:lnTo>
                <a:lnTo>
                  <a:pt x="890420" y="63144"/>
                </a:lnTo>
                <a:lnTo>
                  <a:pt x="889707" y="61549"/>
                </a:lnTo>
                <a:lnTo>
                  <a:pt x="888906" y="60061"/>
                </a:lnTo>
                <a:lnTo>
                  <a:pt x="888020" y="58677"/>
                </a:lnTo>
                <a:lnTo>
                  <a:pt x="887051" y="57398"/>
                </a:lnTo>
                <a:lnTo>
                  <a:pt x="886000" y="56221"/>
                </a:lnTo>
                <a:lnTo>
                  <a:pt x="884870" y="55145"/>
                </a:lnTo>
                <a:lnTo>
                  <a:pt x="883663" y="54170"/>
                </a:lnTo>
                <a:lnTo>
                  <a:pt x="882381" y="53293"/>
                </a:lnTo>
                <a:lnTo>
                  <a:pt x="881025" y="52513"/>
                </a:lnTo>
                <a:lnTo>
                  <a:pt x="879597" y="51831"/>
                </a:lnTo>
                <a:lnTo>
                  <a:pt x="878099" y="51243"/>
                </a:lnTo>
                <a:lnTo>
                  <a:pt x="876534" y="50749"/>
                </a:lnTo>
                <a:lnTo>
                  <a:pt x="874903" y="50347"/>
                </a:lnTo>
                <a:lnTo>
                  <a:pt x="873208" y="50037"/>
                </a:lnTo>
                <a:lnTo>
                  <a:pt x="871451" y="49817"/>
                </a:lnTo>
                <a:lnTo>
                  <a:pt x="869634" y="49686"/>
                </a:lnTo>
                <a:lnTo>
                  <a:pt x="867759" y="49643"/>
                </a:lnTo>
                <a:lnTo>
                  <a:pt x="866166" y="49676"/>
                </a:lnTo>
                <a:lnTo>
                  <a:pt x="864618" y="49774"/>
                </a:lnTo>
                <a:lnTo>
                  <a:pt x="863115" y="49932"/>
                </a:lnTo>
                <a:lnTo>
                  <a:pt x="861657" y="50146"/>
                </a:lnTo>
                <a:lnTo>
                  <a:pt x="860245" y="50411"/>
                </a:lnTo>
                <a:lnTo>
                  <a:pt x="858878" y="50725"/>
                </a:lnTo>
                <a:lnTo>
                  <a:pt x="857558" y="51082"/>
                </a:lnTo>
                <a:lnTo>
                  <a:pt x="856284" y="51479"/>
                </a:lnTo>
                <a:lnTo>
                  <a:pt x="855057" y="51911"/>
                </a:lnTo>
                <a:lnTo>
                  <a:pt x="853877" y="52375"/>
                </a:lnTo>
                <a:lnTo>
                  <a:pt x="852745" y="52866"/>
                </a:lnTo>
                <a:lnTo>
                  <a:pt x="851660" y="53380"/>
                </a:lnTo>
                <a:lnTo>
                  <a:pt x="850624" y="53913"/>
                </a:lnTo>
                <a:lnTo>
                  <a:pt x="849636" y="54461"/>
                </a:lnTo>
                <a:lnTo>
                  <a:pt x="848697" y="55020"/>
                </a:lnTo>
                <a:lnTo>
                  <a:pt x="847807" y="55586"/>
                </a:lnTo>
                <a:lnTo>
                  <a:pt x="846967" y="56154"/>
                </a:lnTo>
                <a:lnTo>
                  <a:pt x="846177" y="56721"/>
                </a:lnTo>
                <a:lnTo>
                  <a:pt x="845437" y="57283"/>
                </a:lnTo>
                <a:lnTo>
                  <a:pt x="844747" y="57835"/>
                </a:lnTo>
                <a:lnTo>
                  <a:pt x="844108" y="58373"/>
                </a:lnTo>
                <a:lnTo>
                  <a:pt x="843521" y="58893"/>
                </a:lnTo>
                <a:lnTo>
                  <a:pt x="842985" y="59391"/>
                </a:lnTo>
                <a:lnTo>
                  <a:pt x="842501" y="59863"/>
                </a:lnTo>
                <a:lnTo>
                  <a:pt x="842501" y="23845"/>
                </a:lnTo>
                <a:lnTo>
                  <a:pt x="842494" y="23119"/>
                </a:lnTo>
                <a:lnTo>
                  <a:pt x="842474" y="22434"/>
                </a:lnTo>
                <a:lnTo>
                  <a:pt x="842438" y="21790"/>
                </a:lnTo>
                <a:lnTo>
                  <a:pt x="842385" y="21184"/>
                </a:lnTo>
                <a:lnTo>
                  <a:pt x="842312" y="20618"/>
                </a:lnTo>
                <a:lnTo>
                  <a:pt x="842217" y="20089"/>
                </a:lnTo>
                <a:lnTo>
                  <a:pt x="842100" y="19596"/>
                </a:lnTo>
                <a:lnTo>
                  <a:pt x="841958" y="19140"/>
                </a:lnTo>
                <a:lnTo>
                  <a:pt x="841789" y="18718"/>
                </a:lnTo>
                <a:lnTo>
                  <a:pt x="841592" y="18330"/>
                </a:lnTo>
                <a:lnTo>
                  <a:pt x="841364" y="17975"/>
                </a:lnTo>
                <a:lnTo>
                  <a:pt x="841103" y="17652"/>
                </a:lnTo>
                <a:lnTo>
                  <a:pt x="840809" y="17360"/>
                </a:lnTo>
                <a:lnTo>
                  <a:pt x="840478" y="17098"/>
                </a:lnTo>
                <a:lnTo>
                  <a:pt x="840110" y="16865"/>
                </a:lnTo>
                <a:lnTo>
                  <a:pt x="839702" y="16661"/>
                </a:lnTo>
                <a:lnTo>
                  <a:pt x="839253" y="16485"/>
                </a:lnTo>
                <a:lnTo>
                  <a:pt x="838760" y="16335"/>
                </a:lnTo>
                <a:lnTo>
                  <a:pt x="838222" y="16210"/>
                </a:lnTo>
                <a:lnTo>
                  <a:pt x="837637" y="16110"/>
                </a:lnTo>
                <a:lnTo>
                  <a:pt x="837003" y="16034"/>
                </a:lnTo>
                <a:lnTo>
                  <a:pt x="836319" y="15981"/>
                </a:lnTo>
                <a:lnTo>
                  <a:pt x="835582" y="15950"/>
                </a:lnTo>
                <a:lnTo>
                  <a:pt x="834790" y="15940"/>
                </a:lnTo>
                <a:lnTo>
                  <a:pt x="820717" y="15940"/>
                </a:lnTo>
                <a:lnTo>
                  <a:pt x="820322" y="15940"/>
                </a:lnTo>
                <a:lnTo>
                  <a:pt x="819913" y="15943"/>
                </a:lnTo>
                <a:lnTo>
                  <a:pt x="819491" y="15951"/>
                </a:lnTo>
                <a:lnTo>
                  <a:pt x="819060" y="15967"/>
                </a:lnTo>
                <a:lnTo>
                  <a:pt x="818622" y="15994"/>
                </a:lnTo>
                <a:lnTo>
                  <a:pt x="818180" y="16033"/>
                </a:lnTo>
                <a:lnTo>
                  <a:pt x="817737" y="16088"/>
                </a:lnTo>
                <a:lnTo>
                  <a:pt x="817296" y="16161"/>
                </a:lnTo>
                <a:lnTo>
                  <a:pt x="816860" y="16255"/>
                </a:lnTo>
                <a:lnTo>
                  <a:pt x="816431" y="16372"/>
                </a:lnTo>
                <a:lnTo>
                  <a:pt x="816012" y="16515"/>
                </a:lnTo>
                <a:lnTo>
                  <a:pt x="815607" y="16687"/>
                </a:lnTo>
                <a:lnTo>
                  <a:pt x="815218" y="16890"/>
                </a:lnTo>
                <a:lnTo>
                  <a:pt x="814848" y="17126"/>
                </a:lnTo>
                <a:lnTo>
                  <a:pt x="814500" y="17399"/>
                </a:lnTo>
                <a:lnTo>
                  <a:pt x="814176" y="17711"/>
                </a:lnTo>
                <a:lnTo>
                  <a:pt x="813879" y="18064"/>
                </a:lnTo>
                <a:lnTo>
                  <a:pt x="813613" y="18462"/>
                </a:lnTo>
                <a:lnTo>
                  <a:pt x="813380" y="18906"/>
                </a:lnTo>
                <a:lnTo>
                  <a:pt x="813183" y="19399"/>
                </a:lnTo>
                <a:lnTo>
                  <a:pt x="813025" y="19945"/>
                </a:lnTo>
                <a:lnTo>
                  <a:pt x="812909" y="20544"/>
                </a:lnTo>
                <a:lnTo>
                  <a:pt x="812837" y="21201"/>
                </a:lnTo>
                <a:lnTo>
                  <a:pt x="812812" y="21918"/>
                </a:lnTo>
                <a:lnTo>
                  <a:pt x="812838" y="22611"/>
                </a:lnTo>
                <a:lnTo>
                  <a:pt x="812912" y="23247"/>
                </a:lnTo>
                <a:lnTo>
                  <a:pt x="813033" y="23827"/>
                </a:lnTo>
                <a:lnTo>
                  <a:pt x="813196" y="24355"/>
                </a:lnTo>
                <a:lnTo>
                  <a:pt x="813399" y="24832"/>
                </a:lnTo>
                <a:lnTo>
                  <a:pt x="813638" y="25262"/>
                </a:lnTo>
                <a:lnTo>
                  <a:pt x="813910" y="25646"/>
                </a:lnTo>
                <a:lnTo>
                  <a:pt x="814212" y="25988"/>
                </a:lnTo>
                <a:lnTo>
                  <a:pt x="814541" y="26290"/>
                </a:lnTo>
                <a:lnTo>
                  <a:pt x="814893" y="26554"/>
                </a:lnTo>
                <a:lnTo>
                  <a:pt x="815266" y="26782"/>
                </a:lnTo>
                <a:lnTo>
                  <a:pt x="815656" y="26979"/>
                </a:lnTo>
                <a:lnTo>
                  <a:pt x="816060" y="27145"/>
                </a:lnTo>
                <a:lnTo>
                  <a:pt x="816475" y="27283"/>
                </a:lnTo>
                <a:lnTo>
                  <a:pt x="816897" y="27397"/>
                </a:lnTo>
                <a:lnTo>
                  <a:pt x="817325" y="27487"/>
                </a:lnTo>
                <a:lnTo>
                  <a:pt x="817753" y="27558"/>
                </a:lnTo>
                <a:lnTo>
                  <a:pt x="818180" y="27611"/>
                </a:lnTo>
                <a:lnTo>
                  <a:pt x="818601" y="27649"/>
                </a:lnTo>
                <a:lnTo>
                  <a:pt x="819015" y="27675"/>
                </a:lnTo>
                <a:lnTo>
                  <a:pt x="819417" y="27690"/>
                </a:lnTo>
                <a:lnTo>
                  <a:pt x="819804" y="27698"/>
                </a:lnTo>
                <a:lnTo>
                  <a:pt x="820174" y="27701"/>
                </a:lnTo>
                <a:lnTo>
                  <a:pt x="820523" y="27702"/>
                </a:lnTo>
                <a:lnTo>
                  <a:pt x="829201" y="27702"/>
                </a:lnTo>
                <a:lnTo>
                  <a:pt x="829201" y="122048"/>
                </a:lnTo>
                <a:lnTo>
                  <a:pt x="820717" y="122048"/>
                </a:lnTo>
                <a:lnTo>
                  <a:pt x="820322" y="122049"/>
                </a:lnTo>
                <a:lnTo>
                  <a:pt x="819913" y="122052"/>
                </a:lnTo>
                <a:lnTo>
                  <a:pt x="819491" y="122060"/>
                </a:lnTo>
                <a:lnTo>
                  <a:pt x="819060" y="122076"/>
                </a:lnTo>
                <a:lnTo>
                  <a:pt x="818622" y="122102"/>
                </a:lnTo>
                <a:lnTo>
                  <a:pt x="818180" y="122141"/>
                </a:lnTo>
                <a:lnTo>
                  <a:pt x="817737" y="122196"/>
                </a:lnTo>
                <a:lnTo>
                  <a:pt x="817296" y="122269"/>
                </a:lnTo>
                <a:lnTo>
                  <a:pt x="816860" y="122363"/>
                </a:lnTo>
                <a:lnTo>
                  <a:pt x="816431" y="122480"/>
                </a:lnTo>
                <a:lnTo>
                  <a:pt x="816012" y="122623"/>
                </a:lnTo>
                <a:lnTo>
                  <a:pt x="815607" y="122795"/>
                </a:lnTo>
                <a:lnTo>
                  <a:pt x="815218" y="122998"/>
                </a:lnTo>
                <a:lnTo>
                  <a:pt x="814848" y="123234"/>
                </a:lnTo>
                <a:lnTo>
                  <a:pt x="814500" y="123507"/>
                </a:lnTo>
                <a:lnTo>
                  <a:pt x="814176" y="123818"/>
                </a:lnTo>
                <a:lnTo>
                  <a:pt x="813879" y="124172"/>
                </a:lnTo>
                <a:lnTo>
                  <a:pt x="813613" y="124569"/>
                </a:lnTo>
                <a:lnTo>
                  <a:pt x="813380" y="125013"/>
                </a:lnTo>
                <a:lnTo>
                  <a:pt x="813183" y="125506"/>
                </a:lnTo>
                <a:lnTo>
                  <a:pt x="813025" y="126051"/>
                </a:lnTo>
                <a:lnTo>
                  <a:pt x="812909" y="126650"/>
                </a:lnTo>
                <a:lnTo>
                  <a:pt x="812837" y="127307"/>
                </a:lnTo>
                <a:lnTo>
                  <a:pt x="812812" y="128023"/>
                </a:lnTo>
                <a:lnTo>
                  <a:pt x="812838" y="128717"/>
                </a:lnTo>
                <a:lnTo>
                  <a:pt x="812912" y="129352"/>
                </a:lnTo>
                <a:lnTo>
                  <a:pt x="813033" y="129932"/>
                </a:lnTo>
                <a:lnTo>
                  <a:pt x="813196" y="130460"/>
                </a:lnTo>
                <a:lnTo>
                  <a:pt x="813399" y="130937"/>
                </a:lnTo>
                <a:lnTo>
                  <a:pt x="813638" y="131367"/>
                </a:lnTo>
                <a:lnTo>
                  <a:pt x="813910" y="131752"/>
                </a:lnTo>
                <a:lnTo>
                  <a:pt x="814212" y="132093"/>
                </a:lnTo>
                <a:lnTo>
                  <a:pt x="814541" y="132395"/>
                </a:lnTo>
                <a:lnTo>
                  <a:pt x="814893" y="132659"/>
                </a:lnTo>
                <a:lnTo>
                  <a:pt x="815266" y="132888"/>
                </a:lnTo>
                <a:lnTo>
                  <a:pt x="815656" y="133084"/>
                </a:lnTo>
                <a:lnTo>
                  <a:pt x="816060" y="133250"/>
                </a:lnTo>
                <a:lnTo>
                  <a:pt x="816475" y="133389"/>
                </a:lnTo>
                <a:lnTo>
                  <a:pt x="816897" y="133502"/>
                </a:lnTo>
                <a:lnTo>
                  <a:pt x="817325" y="133593"/>
                </a:lnTo>
                <a:lnTo>
                  <a:pt x="817753" y="133664"/>
                </a:lnTo>
                <a:lnTo>
                  <a:pt x="818180" y="133717"/>
                </a:lnTo>
                <a:lnTo>
                  <a:pt x="818601" y="133755"/>
                </a:lnTo>
                <a:lnTo>
                  <a:pt x="819015" y="133780"/>
                </a:lnTo>
                <a:lnTo>
                  <a:pt x="819417" y="133796"/>
                </a:lnTo>
                <a:lnTo>
                  <a:pt x="819804" y="133804"/>
                </a:lnTo>
                <a:lnTo>
                  <a:pt x="820174" y="133807"/>
                </a:lnTo>
                <a:lnTo>
                  <a:pt x="820523" y="133807"/>
                </a:lnTo>
                <a:lnTo>
                  <a:pt x="851179" y="133807"/>
                </a:lnTo>
                <a:lnTo>
                  <a:pt x="851527" y="133807"/>
                </a:lnTo>
                <a:lnTo>
                  <a:pt x="851897" y="133804"/>
                </a:lnTo>
                <a:lnTo>
                  <a:pt x="852285" y="133796"/>
                </a:lnTo>
                <a:lnTo>
                  <a:pt x="852687" y="133780"/>
                </a:lnTo>
                <a:lnTo>
                  <a:pt x="853100" y="133755"/>
                </a:lnTo>
                <a:lnTo>
                  <a:pt x="853522" y="133717"/>
                </a:lnTo>
                <a:lnTo>
                  <a:pt x="853948" y="133664"/>
                </a:lnTo>
                <a:lnTo>
                  <a:pt x="854377" y="133593"/>
                </a:lnTo>
                <a:lnTo>
                  <a:pt x="854804" y="133502"/>
                </a:lnTo>
                <a:lnTo>
                  <a:pt x="855226" y="133389"/>
                </a:lnTo>
                <a:lnTo>
                  <a:pt x="855641" y="133250"/>
                </a:lnTo>
                <a:lnTo>
                  <a:pt x="856046" y="133084"/>
                </a:lnTo>
                <a:lnTo>
                  <a:pt x="856436" y="132888"/>
                </a:lnTo>
                <a:lnTo>
                  <a:pt x="856808" y="132659"/>
                </a:lnTo>
                <a:lnTo>
                  <a:pt x="857161" y="132395"/>
                </a:lnTo>
                <a:lnTo>
                  <a:pt x="857490" y="132093"/>
                </a:lnTo>
                <a:lnTo>
                  <a:pt x="857792" y="131752"/>
                </a:lnTo>
                <a:lnTo>
                  <a:pt x="858064" y="131367"/>
                </a:lnTo>
                <a:lnTo>
                  <a:pt x="858303" y="130937"/>
                </a:lnTo>
                <a:lnTo>
                  <a:pt x="858505" y="130460"/>
                </a:lnTo>
                <a:lnTo>
                  <a:pt x="858668" y="129932"/>
                </a:lnTo>
                <a:lnTo>
                  <a:pt x="858789" y="129352"/>
                </a:lnTo>
                <a:lnTo>
                  <a:pt x="858864" y="128717"/>
                </a:lnTo>
                <a:lnTo>
                  <a:pt x="858889" y="128023"/>
                </a:lnTo>
                <a:lnTo>
                  <a:pt x="858865" y="127307"/>
                </a:lnTo>
                <a:lnTo>
                  <a:pt x="858793" y="126650"/>
                </a:lnTo>
                <a:lnTo>
                  <a:pt x="858676" y="126051"/>
                </a:lnTo>
                <a:lnTo>
                  <a:pt x="858518" y="125506"/>
                </a:lnTo>
                <a:lnTo>
                  <a:pt x="858321" y="125013"/>
                </a:lnTo>
                <a:lnTo>
                  <a:pt x="858088" y="124569"/>
                </a:lnTo>
                <a:lnTo>
                  <a:pt x="857822" y="124172"/>
                </a:lnTo>
                <a:lnTo>
                  <a:pt x="857526" y="123818"/>
                </a:lnTo>
                <a:lnTo>
                  <a:pt x="857202" y="123507"/>
                </a:lnTo>
                <a:lnTo>
                  <a:pt x="856853" y="123234"/>
                </a:lnTo>
                <a:lnTo>
                  <a:pt x="856483" y="122998"/>
                </a:lnTo>
                <a:lnTo>
                  <a:pt x="856094" y="122795"/>
                </a:lnTo>
                <a:lnTo>
                  <a:pt x="855689" y="122623"/>
                </a:lnTo>
                <a:lnTo>
                  <a:pt x="855271" y="122480"/>
                </a:lnTo>
                <a:lnTo>
                  <a:pt x="854842" y="122363"/>
                </a:lnTo>
                <a:lnTo>
                  <a:pt x="854405" y="122269"/>
                </a:lnTo>
                <a:lnTo>
                  <a:pt x="853964" y="122196"/>
                </a:lnTo>
                <a:lnTo>
                  <a:pt x="853522" y="122141"/>
                </a:lnTo>
                <a:lnTo>
                  <a:pt x="853080" y="122102"/>
                </a:lnTo>
                <a:lnTo>
                  <a:pt x="852642" y="122076"/>
                </a:lnTo>
                <a:lnTo>
                  <a:pt x="852210" y="122060"/>
                </a:lnTo>
                <a:lnTo>
                  <a:pt x="851788" y="122052"/>
                </a:lnTo>
                <a:lnTo>
                  <a:pt x="851379" y="122049"/>
                </a:lnTo>
                <a:lnTo>
                  <a:pt x="850985" y="122048"/>
                </a:lnTo>
                <a:lnTo>
                  <a:pt x="842501" y="122048"/>
                </a:lnTo>
                <a:lnTo>
                  <a:pt x="842501" y="87974"/>
                </a:lnTo>
                <a:lnTo>
                  <a:pt x="842573" y="85629"/>
                </a:lnTo>
                <a:lnTo>
                  <a:pt x="842787" y="83407"/>
                </a:lnTo>
                <a:lnTo>
                  <a:pt x="843133" y="81305"/>
                </a:lnTo>
                <a:lnTo>
                  <a:pt x="843603" y="79321"/>
                </a:lnTo>
                <a:lnTo>
                  <a:pt x="844189" y="77454"/>
                </a:lnTo>
                <a:lnTo>
                  <a:pt x="844884" y="75701"/>
                </a:lnTo>
                <a:lnTo>
                  <a:pt x="845678" y="74060"/>
                </a:lnTo>
                <a:lnTo>
                  <a:pt x="846564" y="72529"/>
                </a:lnTo>
                <a:lnTo>
                  <a:pt x="847533" y="71107"/>
                </a:lnTo>
                <a:lnTo>
                  <a:pt x="848579" y="69791"/>
                </a:lnTo>
                <a:lnTo>
                  <a:pt x="849692" y="68579"/>
                </a:lnTo>
                <a:lnTo>
                  <a:pt x="850864" y="67470"/>
                </a:lnTo>
                <a:lnTo>
                  <a:pt x="852087" y="66461"/>
                </a:lnTo>
                <a:lnTo>
                  <a:pt x="853353" y="65550"/>
                </a:lnTo>
                <a:lnTo>
                  <a:pt x="854655" y="64735"/>
                </a:lnTo>
                <a:lnTo>
                  <a:pt x="855983" y="64015"/>
                </a:lnTo>
                <a:lnTo>
                  <a:pt x="857330" y="63387"/>
                </a:lnTo>
                <a:lnTo>
                  <a:pt x="858688" y="62849"/>
                </a:lnTo>
                <a:lnTo>
                  <a:pt x="860048" y="62399"/>
                </a:lnTo>
                <a:lnTo>
                  <a:pt x="861402" y="62036"/>
                </a:lnTo>
                <a:lnTo>
                  <a:pt x="862743" y="61757"/>
                </a:lnTo>
                <a:lnTo>
                  <a:pt x="864062" y="61560"/>
                </a:lnTo>
                <a:lnTo>
                  <a:pt x="865351" y="61443"/>
                </a:lnTo>
                <a:lnTo>
                  <a:pt x="866602" y="61405"/>
                </a:lnTo>
                <a:lnTo>
                  <a:pt x="867841" y="61433"/>
                </a:lnTo>
                <a:lnTo>
                  <a:pt x="869003" y="61518"/>
                </a:lnTo>
                <a:lnTo>
                  <a:pt x="870091" y="61659"/>
                </a:lnTo>
                <a:lnTo>
                  <a:pt x="871107" y="61858"/>
                </a:lnTo>
                <a:lnTo>
                  <a:pt x="872052" y="62114"/>
                </a:lnTo>
                <a:lnTo>
                  <a:pt x="872931" y="62428"/>
                </a:lnTo>
                <a:lnTo>
                  <a:pt x="873743" y="62800"/>
                </a:lnTo>
                <a:lnTo>
                  <a:pt x="874491" y="63231"/>
                </a:lnTo>
                <a:lnTo>
                  <a:pt x="875178" y="63720"/>
                </a:lnTo>
                <a:lnTo>
                  <a:pt x="875806" y="64269"/>
                </a:lnTo>
                <a:lnTo>
                  <a:pt x="876376" y="64877"/>
                </a:lnTo>
                <a:lnTo>
                  <a:pt x="876891" y="65545"/>
                </a:lnTo>
                <a:lnTo>
                  <a:pt x="877353" y="66273"/>
                </a:lnTo>
                <a:lnTo>
                  <a:pt x="877763" y="67062"/>
                </a:lnTo>
                <a:lnTo>
                  <a:pt x="878125" y="67911"/>
                </a:lnTo>
                <a:lnTo>
                  <a:pt x="878439" y="68822"/>
                </a:lnTo>
                <a:lnTo>
                  <a:pt x="878709" y="69794"/>
                </a:lnTo>
                <a:lnTo>
                  <a:pt x="878936" y="70828"/>
                </a:lnTo>
                <a:lnTo>
                  <a:pt x="879122" y="71924"/>
                </a:lnTo>
                <a:lnTo>
                  <a:pt x="879270" y="73082"/>
                </a:lnTo>
                <a:lnTo>
                  <a:pt x="879381" y="74304"/>
                </a:lnTo>
                <a:lnTo>
                  <a:pt x="879458" y="75588"/>
                </a:lnTo>
                <a:lnTo>
                  <a:pt x="879502" y="76936"/>
                </a:lnTo>
                <a:lnTo>
                  <a:pt x="879517" y="78348"/>
                </a:lnTo>
                <a:lnTo>
                  <a:pt x="879517" y="122048"/>
                </a:lnTo>
                <a:lnTo>
                  <a:pt x="872001" y="122048"/>
                </a:lnTo>
                <a:lnTo>
                  <a:pt x="871606" y="122049"/>
                </a:lnTo>
                <a:lnTo>
                  <a:pt x="871197" y="122052"/>
                </a:lnTo>
                <a:lnTo>
                  <a:pt x="870775" y="122060"/>
                </a:lnTo>
                <a:lnTo>
                  <a:pt x="870344" y="122076"/>
                </a:lnTo>
                <a:lnTo>
                  <a:pt x="869906" y="122102"/>
                </a:lnTo>
                <a:lnTo>
                  <a:pt x="869464" y="122141"/>
                </a:lnTo>
                <a:lnTo>
                  <a:pt x="869021" y="122196"/>
                </a:lnTo>
                <a:lnTo>
                  <a:pt x="868580" y="122269"/>
                </a:lnTo>
                <a:lnTo>
                  <a:pt x="868143" y="122363"/>
                </a:lnTo>
                <a:lnTo>
                  <a:pt x="867715" y="122480"/>
                </a:lnTo>
                <a:lnTo>
                  <a:pt x="867296" y="122623"/>
                </a:lnTo>
                <a:lnTo>
                  <a:pt x="866891" y="122795"/>
                </a:lnTo>
                <a:lnTo>
                  <a:pt x="866502" y="122998"/>
                </a:lnTo>
                <a:lnTo>
                  <a:pt x="866132" y="123234"/>
                </a:lnTo>
                <a:lnTo>
                  <a:pt x="865783" y="123507"/>
                </a:lnTo>
                <a:lnTo>
                  <a:pt x="865460" y="123818"/>
                </a:lnTo>
                <a:lnTo>
                  <a:pt x="865163" y="124172"/>
                </a:lnTo>
                <a:lnTo>
                  <a:pt x="864897" y="124569"/>
                </a:lnTo>
                <a:lnTo>
                  <a:pt x="864664" y="125013"/>
                </a:lnTo>
                <a:lnTo>
                  <a:pt x="864467" y="125506"/>
                </a:lnTo>
                <a:lnTo>
                  <a:pt x="864309" y="126051"/>
                </a:lnTo>
                <a:lnTo>
                  <a:pt x="864193" y="126650"/>
                </a:lnTo>
                <a:lnTo>
                  <a:pt x="864121" y="127307"/>
                </a:lnTo>
                <a:lnTo>
                  <a:pt x="864096" y="128023"/>
                </a:lnTo>
                <a:lnTo>
                  <a:pt x="864123" y="128717"/>
                </a:lnTo>
                <a:lnTo>
                  <a:pt x="864200" y="129352"/>
                </a:lnTo>
                <a:lnTo>
                  <a:pt x="864325" y="129932"/>
                </a:lnTo>
                <a:lnTo>
                  <a:pt x="864494" y="130460"/>
                </a:lnTo>
                <a:lnTo>
                  <a:pt x="864704" y="130937"/>
                </a:lnTo>
                <a:lnTo>
                  <a:pt x="864951" y="131367"/>
                </a:lnTo>
                <a:lnTo>
                  <a:pt x="865233" y="131752"/>
                </a:lnTo>
                <a:lnTo>
                  <a:pt x="865545" y="132093"/>
                </a:lnTo>
                <a:lnTo>
                  <a:pt x="865885" y="132395"/>
                </a:lnTo>
                <a:lnTo>
                  <a:pt x="866249" y="132659"/>
                </a:lnTo>
                <a:lnTo>
                  <a:pt x="866634" y="132888"/>
                </a:lnTo>
                <a:lnTo>
                  <a:pt x="867036" y="133084"/>
                </a:lnTo>
                <a:lnTo>
                  <a:pt x="867452" y="133250"/>
                </a:lnTo>
                <a:lnTo>
                  <a:pt x="867879" y="133389"/>
                </a:lnTo>
                <a:lnTo>
                  <a:pt x="868313" y="133502"/>
                </a:lnTo>
                <a:lnTo>
                  <a:pt x="868751" y="133593"/>
                </a:lnTo>
                <a:lnTo>
                  <a:pt x="869190" y="133664"/>
                </a:lnTo>
                <a:lnTo>
                  <a:pt x="869626" y="133717"/>
                </a:lnTo>
                <a:lnTo>
                  <a:pt x="870057" y="133755"/>
                </a:lnTo>
                <a:lnTo>
                  <a:pt x="870477" y="133780"/>
                </a:lnTo>
                <a:lnTo>
                  <a:pt x="870886" y="133796"/>
                </a:lnTo>
                <a:lnTo>
                  <a:pt x="871278" y="133804"/>
                </a:lnTo>
                <a:lnTo>
                  <a:pt x="871651" y="133807"/>
                </a:lnTo>
                <a:lnTo>
                  <a:pt x="872001" y="133807"/>
                </a:lnTo>
                <a:lnTo>
                  <a:pt x="901498" y="133807"/>
                </a:lnTo>
                <a:lnTo>
                  <a:pt x="901846" y="133807"/>
                </a:lnTo>
                <a:lnTo>
                  <a:pt x="902216" y="133804"/>
                </a:lnTo>
                <a:lnTo>
                  <a:pt x="902604" y="133796"/>
                </a:lnTo>
                <a:lnTo>
                  <a:pt x="903006" y="133780"/>
                </a:lnTo>
                <a:lnTo>
                  <a:pt x="903419" y="133755"/>
                </a:lnTo>
                <a:lnTo>
                  <a:pt x="903841" y="133717"/>
                </a:lnTo>
                <a:lnTo>
                  <a:pt x="904267" y="133664"/>
                </a:lnTo>
                <a:lnTo>
                  <a:pt x="904696" y="133593"/>
                </a:lnTo>
                <a:lnTo>
                  <a:pt x="905123" y="133502"/>
                </a:lnTo>
                <a:lnTo>
                  <a:pt x="905545" y="133389"/>
                </a:lnTo>
                <a:lnTo>
                  <a:pt x="905960" y="133250"/>
                </a:lnTo>
                <a:lnTo>
                  <a:pt x="906365" y="133084"/>
                </a:lnTo>
                <a:lnTo>
                  <a:pt x="906755" y="132888"/>
                </a:lnTo>
                <a:lnTo>
                  <a:pt x="907127" y="132659"/>
                </a:lnTo>
                <a:lnTo>
                  <a:pt x="907480" y="132395"/>
                </a:lnTo>
                <a:lnTo>
                  <a:pt x="907809" y="132093"/>
                </a:lnTo>
                <a:lnTo>
                  <a:pt x="908111" y="131752"/>
                </a:lnTo>
                <a:lnTo>
                  <a:pt x="908383" y="131367"/>
                </a:lnTo>
                <a:lnTo>
                  <a:pt x="908622" y="130937"/>
                </a:lnTo>
                <a:lnTo>
                  <a:pt x="908824" y="130460"/>
                </a:lnTo>
                <a:lnTo>
                  <a:pt x="908987" y="129932"/>
                </a:lnTo>
                <a:lnTo>
                  <a:pt x="909108" y="129352"/>
                </a:lnTo>
                <a:lnTo>
                  <a:pt x="909183" y="128717"/>
                </a:lnTo>
                <a:lnTo>
                  <a:pt x="909208" y="128023"/>
                </a:lnTo>
                <a:lnTo>
                  <a:pt x="909184" y="127307"/>
                </a:lnTo>
                <a:lnTo>
                  <a:pt x="909112" y="126650"/>
                </a:lnTo>
                <a:lnTo>
                  <a:pt x="908995" y="126051"/>
                </a:lnTo>
                <a:lnTo>
                  <a:pt x="908837" y="125506"/>
                </a:lnTo>
                <a:lnTo>
                  <a:pt x="908640" y="125013"/>
                </a:lnTo>
                <a:lnTo>
                  <a:pt x="908407" y="124569"/>
                </a:lnTo>
                <a:close/>
                <a:moveTo>
                  <a:pt x="705951" y="124488"/>
                </a:moveTo>
                <a:lnTo>
                  <a:pt x="705679" y="124104"/>
                </a:lnTo>
                <a:lnTo>
                  <a:pt x="705377" y="123762"/>
                </a:lnTo>
                <a:lnTo>
                  <a:pt x="705048" y="123460"/>
                </a:lnTo>
                <a:lnTo>
                  <a:pt x="704696" y="123196"/>
                </a:lnTo>
                <a:lnTo>
                  <a:pt x="704323" y="122967"/>
                </a:lnTo>
                <a:lnTo>
                  <a:pt x="703933" y="122771"/>
                </a:lnTo>
                <a:lnTo>
                  <a:pt x="703529" y="122605"/>
                </a:lnTo>
                <a:lnTo>
                  <a:pt x="703114" y="122466"/>
                </a:lnTo>
                <a:lnTo>
                  <a:pt x="702691" y="122353"/>
                </a:lnTo>
                <a:lnTo>
                  <a:pt x="702264" y="122262"/>
                </a:lnTo>
                <a:lnTo>
                  <a:pt x="701836" y="122192"/>
                </a:lnTo>
                <a:lnTo>
                  <a:pt x="701409" y="122138"/>
                </a:lnTo>
                <a:lnTo>
                  <a:pt x="700987" y="122100"/>
                </a:lnTo>
                <a:lnTo>
                  <a:pt x="700574" y="122075"/>
                </a:lnTo>
                <a:lnTo>
                  <a:pt x="700172" y="122059"/>
                </a:lnTo>
                <a:lnTo>
                  <a:pt x="699785" y="122051"/>
                </a:lnTo>
                <a:lnTo>
                  <a:pt x="699415" y="122048"/>
                </a:lnTo>
                <a:lnTo>
                  <a:pt x="699066" y="122048"/>
                </a:lnTo>
                <a:lnTo>
                  <a:pt x="690388" y="122048"/>
                </a:lnTo>
                <a:lnTo>
                  <a:pt x="690388" y="23845"/>
                </a:lnTo>
                <a:lnTo>
                  <a:pt x="690382" y="23119"/>
                </a:lnTo>
                <a:lnTo>
                  <a:pt x="690361" y="22434"/>
                </a:lnTo>
                <a:lnTo>
                  <a:pt x="690325" y="21790"/>
                </a:lnTo>
                <a:lnTo>
                  <a:pt x="690272" y="21184"/>
                </a:lnTo>
                <a:lnTo>
                  <a:pt x="690199" y="20618"/>
                </a:lnTo>
                <a:lnTo>
                  <a:pt x="690105" y="20089"/>
                </a:lnTo>
                <a:lnTo>
                  <a:pt x="689988" y="19596"/>
                </a:lnTo>
                <a:lnTo>
                  <a:pt x="689845" y="19140"/>
                </a:lnTo>
                <a:lnTo>
                  <a:pt x="689676" y="18718"/>
                </a:lnTo>
                <a:lnTo>
                  <a:pt x="689479" y="18330"/>
                </a:lnTo>
                <a:lnTo>
                  <a:pt x="689251" y="17975"/>
                </a:lnTo>
                <a:lnTo>
                  <a:pt x="688991" y="17652"/>
                </a:lnTo>
                <a:lnTo>
                  <a:pt x="688696" y="17360"/>
                </a:lnTo>
                <a:lnTo>
                  <a:pt x="688366" y="17098"/>
                </a:lnTo>
                <a:lnTo>
                  <a:pt x="687997" y="16865"/>
                </a:lnTo>
                <a:lnTo>
                  <a:pt x="687590" y="16661"/>
                </a:lnTo>
                <a:lnTo>
                  <a:pt x="687140" y="16485"/>
                </a:lnTo>
                <a:lnTo>
                  <a:pt x="686647" y="16335"/>
                </a:lnTo>
                <a:lnTo>
                  <a:pt x="686109" y="16210"/>
                </a:lnTo>
                <a:lnTo>
                  <a:pt x="685524" y="16110"/>
                </a:lnTo>
                <a:lnTo>
                  <a:pt x="684891" y="16034"/>
                </a:lnTo>
                <a:lnTo>
                  <a:pt x="684206" y="15981"/>
                </a:lnTo>
                <a:lnTo>
                  <a:pt x="683469" y="15950"/>
                </a:lnTo>
                <a:lnTo>
                  <a:pt x="682678" y="15940"/>
                </a:lnTo>
                <a:lnTo>
                  <a:pt x="668604" y="15940"/>
                </a:lnTo>
                <a:lnTo>
                  <a:pt x="668210" y="15940"/>
                </a:lnTo>
                <a:lnTo>
                  <a:pt x="667800" y="15943"/>
                </a:lnTo>
                <a:lnTo>
                  <a:pt x="667378" y="15951"/>
                </a:lnTo>
                <a:lnTo>
                  <a:pt x="666947" y="15967"/>
                </a:lnTo>
                <a:lnTo>
                  <a:pt x="666509" y="15994"/>
                </a:lnTo>
                <a:lnTo>
                  <a:pt x="666067" y="16033"/>
                </a:lnTo>
                <a:lnTo>
                  <a:pt x="665624" y="16088"/>
                </a:lnTo>
                <a:lnTo>
                  <a:pt x="665183" y="16161"/>
                </a:lnTo>
                <a:lnTo>
                  <a:pt x="664747" y="16255"/>
                </a:lnTo>
                <a:lnTo>
                  <a:pt x="664318" y="16372"/>
                </a:lnTo>
                <a:lnTo>
                  <a:pt x="663900" y="16515"/>
                </a:lnTo>
                <a:lnTo>
                  <a:pt x="663495" y="16687"/>
                </a:lnTo>
                <a:lnTo>
                  <a:pt x="663106" y="16890"/>
                </a:lnTo>
                <a:lnTo>
                  <a:pt x="662735" y="17126"/>
                </a:lnTo>
                <a:lnTo>
                  <a:pt x="662387" y="17399"/>
                </a:lnTo>
                <a:lnTo>
                  <a:pt x="662063" y="17711"/>
                </a:lnTo>
                <a:lnTo>
                  <a:pt x="661767" y="18064"/>
                </a:lnTo>
                <a:lnTo>
                  <a:pt x="661501" y="18462"/>
                </a:lnTo>
                <a:lnTo>
                  <a:pt x="661268" y="18906"/>
                </a:lnTo>
                <a:lnTo>
                  <a:pt x="661071" y="19399"/>
                </a:lnTo>
                <a:lnTo>
                  <a:pt x="660913" y="19945"/>
                </a:lnTo>
                <a:lnTo>
                  <a:pt x="660796" y="20544"/>
                </a:lnTo>
                <a:lnTo>
                  <a:pt x="660724" y="21201"/>
                </a:lnTo>
                <a:lnTo>
                  <a:pt x="660700" y="21918"/>
                </a:lnTo>
                <a:lnTo>
                  <a:pt x="660725" y="22611"/>
                </a:lnTo>
                <a:lnTo>
                  <a:pt x="660800" y="23247"/>
                </a:lnTo>
                <a:lnTo>
                  <a:pt x="660920" y="23827"/>
                </a:lnTo>
                <a:lnTo>
                  <a:pt x="661083" y="24355"/>
                </a:lnTo>
                <a:lnTo>
                  <a:pt x="661286" y="24832"/>
                </a:lnTo>
                <a:lnTo>
                  <a:pt x="661525" y="25262"/>
                </a:lnTo>
                <a:lnTo>
                  <a:pt x="661797" y="25646"/>
                </a:lnTo>
                <a:lnTo>
                  <a:pt x="662099" y="25988"/>
                </a:lnTo>
                <a:lnTo>
                  <a:pt x="662428" y="26290"/>
                </a:lnTo>
                <a:lnTo>
                  <a:pt x="662780" y="26554"/>
                </a:lnTo>
                <a:lnTo>
                  <a:pt x="663153" y="26782"/>
                </a:lnTo>
                <a:lnTo>
                  <a:pt x="663543" y="26979"/>
                </a:lnTo>
                <a:lnTo>
                  <a:pt x="663947" y="27145"/>
                </a:lnTo>
                <a:lnTo>
                  <a:pt x="664362" y="27283"/>
                </a:lnTo>
                <a:lnTo>
                  <a:pt x="664785" y="27397"/>
                </a:lnTo>
                <a:lnTo>
                  <a:pt x="665212" y="27487"/>
                </a:lnTo>
                <a:lnTo>
                  <a:pt x="665641" y="27558"/>
                </a:lnTo>
                <a:lnTo>
                  <a:pt x="666067" y="27611"/>
                </a:lnTo>
                <a:lnTo>
                  <a:pt x="666489" y="27649"/>
                </a:lnTo>
                <a:lnTo>
                  <a:pt x="666902" y="27675"/>
                </a:lnTo>
                <a:lnTo>
                  <a:pt x="667304" y="27690"/>
                </a:lnTo>
                <a:lnTo>
                  <a:pt x="667692" y="27698"/>
                </a:lnTo>
                <a:lnTo>
                  <a:pt x="668061" y="27701"/>
                </a:lnTo>
                <a:lnTo>
                  <a:pt x="668410" y="27702"/>
                </a:lnTo>
                <a:lnTo>
                  <a:pt x="677085" y="27702"/>
                </a:lnTo>
                <a:lnTo>
                  <a:pt x="677085" y="58322"/>
                </a:lnTo>
                <a:lnTo>
                  <a:pt x="676282" y="57636"/>
                </a:lnTo>
                <a:lnTo>
                  <a:pt x="675464" y="56976"/>
                </a:lnTo>
                <a:lnTo>
                  <a:pt x="674630" y="56343"/>
                </a:lnTo>
                <a:lnTo>
                  <a:pt x="673782" y="55737"/>
                </a:lnTo>
                <a:lnTo>
                  <a:pt x="672920" y="55158"/>
                </a:lnTo>
                <a:lnTo>
                  <a:pt x="672044" y="54606"/>
                </a:lnTo>
                <a:lnTo>
                  <a:pt x="671155" y="54082"/>
                </a:lnTo>
                <a:lnTo>
                  <a:pt x="670253" y="53586"/>
                </a:lnTo>
                <a:lnTo>
                  <a:pt x="669340" y="53118"/>
                </a:lnTo>
                <a:lnTo>
                  <a:pt x="668415" y="52678"/>
                </a:lnTo>
                <a:lnTo>
                  <a:pt x="667478" y="52267"/>
                </a:lnTo>
                <a:lnTo>
                  <a:pt x="666532" y="51885"/>
                </a:lnTo>
                <a:lnTo>
                  <a:pt x="665575" y="51532"/>
                </a:lnTo>
                <a:lnTo>
                  <a:pt x="664608" y="51208"/>
                </a:lnTo>
                <a:lnTo>
                  <a:pt x="663633" y="50914"/>
                </a:lnTo>
                <a:lnTo>
                  <a:pt x="662649" y="50650"/>
                </a:lnTo>
                <a:lnTo>
                  <a:pt x="661657" y="50416"/>
                </a:lnTo>
                <a:lnTo>
                  <a:pt x="660658" y="50213"/>
                </a:lnTo>
                <a:lnTo>
                  <a:pt x="659651" y="50040"/>
                </a:lnTo>
                <a:lnTo>
                  <a:pt x="658638" y="49897"/>
                </a:lnTo>
                <a:lnTo>
                  <a:pt x="657619" y="49787"/>
                </a:lnTo>
                <a:lnTo>
                  <a:pt x="656594" y="49707"/>
                </a:lnTo>
                <a:lnTo>
                  <a:pt x="655565" y="49659"/>
                </a:lnTo>
                <a:lnTo>
                  <a:pt x="654531" y="49643"/>
                </a:lnTo>
                <a:lnTo>
                  <a:pt x="651918" y="49737"/>
                </a:lnTo>
                <a:lnTo>
                  <a:pt x="649338" y="50017"/>
                </a:lnTo>
                <a:lnTo>
                  <a:pt x="646799" y="50477"/>
                </a:lnTo>
                <a:lnTo>
                  <a:pt x="644306" y="51112"/>
                </a:lnTo>
                <a:lnTo>
                  <a:pt x="641867" y="51917"/>
                </a:lnTo>
                <a:lnTo>
                  <a:pt x="639489" y="52886"/>
                </a:lnTo>
                <a:lnTo>
                  <a:pt x="637179" y="54013"/>
                </a:lnTo>
                <a:lnTo>
                  <a:pt x="634944" y="55295"/>
                </a:lnTo>
                <a:lnTo>
                  <a:pt x="632790" y="56725"/>
                </a:lnTo>
                <a:lnTo>
                  <a:pt x="630725" y="58298"/>
                </a:lnTo>
                <a:lnTo>
                  <a:pt x="628755" y="60010"/>
                </a:lnTo>
                <a:lnTo>
                  <a:pt x="626888" y="61853"/>
                </a:lnTo>
                <a:lnTo>
                  <a:pt x="625131" y="63824"/>
                </a:lnTo>
                <a:lnTo>
                  <a:pt x="623490" y="65918"/>
                </a:lnTo>
                <a:lnTo>
                  <a:pt x="621972" y="68128"/>
                </a:lnTo>
                <a:lnTo>
                  <a:pt x="620584" y="70449"/>
                </a:lnTo>
                <a:lnTo>
                  <a:pt x="619334" y="72877"/>
                </a:lnTo>
                <a:lnTo>
                  <a:pt x="618228" y="75405"/>
                </a:lnTo>
                <a:lnTo>
                  <a:pt x="617273" y="78030"/>
                </a:lnTo>
                <a:lnTo>
                  <a:pt x="616476" y="80745"/>
                </a:lnTo>
                <a:lnTo>
                  <a:pt x="615844" y="83544"/>
                </a:lnTo>
                <a:lnTo>
                  <a:pt x="615384" y="86424"/>
                </a:lnTo>
                <a:lnTo>
                  <a:pt x="615103" y="89378"/>
                </a:lnTo>
                <a:lnTo>
                  <a:pt x="615008" y="92402"/>
                </a:lnTo>
                <a:lnTo>
                  <a:pt x="615097" y="95353"/>
                </a:lnTo>
                <a:lnTo>
                  <a:pt x="615361" y="98245"/>
                </a:lnTo>
                <a:lnTo>
                  <a:pt x="615793" y="101072"/>
                </a:lnTo>
                <a:lnTo>
                  <a:pt x="616388" y="103828"/>
                </a:lnTo>
                <a:lnTo>
                  <a:pt x="617138" y="106507"/>
                </a:lnTo>
                <a:lnTo>
                  <a:pt x="618038" y="109102"/>
                </a:lnTo>
                <a:lnTo>
                  <a:pt x="619082" y="111609"/>
                </a:lnTo>
                <a:lnTo>
                  <a:pt x="620263" y="114022"/>
                </a:lnTo>
                <a:lnTo>
                  <a:pt x="621576" y="116334"/>
                </a:lnTo>
                <a:lnTo>
                  <a:pt x="623013" y="118539"/>
                </a:lnTo>
                <a:lnTo>
                  <a:pt x="624569" y="120632"/>
                </a:lnTo>
                <a:lnTo>
                  <a:pt x="626238" y="122607"/>
                </a:lnTo>
                <a:lnTo>
                  <a:pt x="628013" y="124457"/>
                </a:lnTo>
                <a:lnTo>
                  <a:pt x="629889" y="126178"/>
                </a:lnTo>
                <a:lnTo>
                  <a:pt x="631858" y="127763"/>
                </a:lnTo>
                <a:lnTo>
                  <a:pt x="633915" y="129205"/>
                </a:lnTo>
                <a:lnTo>
                  <a:pt x="636055" y="130501"/>
                </a:lnTo>
                <a:lnTo>
                  <a:pt x="638269" y="131642"/>
                </a:lnTo>
                <a:lnTo>
                  <a:pt x="640553" y="132624"/>
                </a:lnTo>
                <a:lnTo>
                  <a:pt x="642900" y="133441"/>
                </a:lnTo>
                <a:lnTo>
                  <a:pt x="645304" y="134087"/>
                </a:lnTo>
                <a:lnTo>
                  <a:pt x="647758" y="134555"/>
                </a:lnTo>
                <a:lnTo>
                  <a:pt x="650258" y="134840"/>
                </a:lnTo>
                <a:lnTo>
                  <a:pt x="652795" y="134937"/>
                </a:lnTo>
                <a:lnTo>
                  <a:pt x="654130" y="134910"/>
                </a:lnTo>
                <a:lnTo>
                  <a:pt x="655438" y="134831"/>
                </a:lnTo>
                <a:lnTo>
                  <a:pt x="656717" y="134702"/>
                </a:lnTo>
                <a:lnTo>
                  <a:pt x="657968" y="134525"/>
                </a:lnTo>
                <a:lnTo>
                  <a:pt x="659191" y="134303"/>
                </a:lnTo>
                <a:lnTo>
                  <a:pt x="660386" y="134036"/>
                </a:lnTo>
                <a:lnTo>
                  <a:pt x="661553" y="133728"/>
                </a:lnTo>
                <a:lnTo>
                  <a:pt x="662691" y="133380"/>
                </a:lnTo>
                <a:lnTo>
                  <a:pt x="663802" y="132995"/>
                </a:lnTo>
                <a:lnTo>
                  <a:pt x="664884" y="132575"/>
                </a:lnTo>
                <a:lnTo>
                  <a:pt x="665938" y="132121"/>
                </a:lnTo>
                <a:lnTo>
                  <a:pt x="666964" y="131636"/>
                </a:lnTo>
                <a:lnTo>
                  <a:pt x="667962" y="131121"/>
                </a:lnTo>
                <a:lnTo>
                  <a:pt x="668932" y="130580"/>
                </a:lnTo>
                <a:lnTo>
                  <a:pt x="669874" y="130014"/>
                </a:lnTo>
                <a:lnTo>
                  <a:pt x="670788" y="129425"/>
                </a:lnTo>
                <a:lnTo>
                  <a:pt x="671673" y="128815"/>
                </a:lnTo>
                <a:lnTo>
                  <a:pt x="672531" y="128186"/>
                </a:lnTo>
                <a:lnTo>
                  <a:pt x="673360" y="127541"/>
                </a:lnTo>
                <a:lnTo>
                  <a:pt x="674161" y="126882"/>
                </a:lnTo>
                <a:lnTo>
                  <a:pt x="674934" y="126209"/>
                </a:lnTo>
                <a:lnTo>
                  <a:pt x="675679" y="125527"/>
                </a:lnTo>
                <a:lnTo>
                  <a:pt x="676396" y="124837"/>
                </a:lnTo>
                <a:lnTo>
                  <a:pt x="677085" y="124140"/>
                </a:lnTo>
                <a:lnTo>
                  <a:pt x="677086" y="124989"/>
                </a:lnTo>
                <a:lnTo>
                  <a:pt x="677090" y="125794"/>
                </a:lnTo>
                <a:lnTo>
                  <a:pt x="677100" y="126556"/>
                </a:lnTo>
                <a:lnTo>
                  <a:pt x="677121" y="127276"/>
                </a:lnTo>
                <a:lnTo>
                  <a:pt x="677155" y="127954"/>
                </a:lnTo>
                <a:lnTo>
                  <a:pt x="677206" y="128591"/>
                </a:lnTo>
                <a:lnTo>
                  <a:pt x="677277" y="129187"/>
                </a:lnTo>
                <a:lnTo>
                  <a:pt x="677371" y="129744"/>
                </a:lnTo>
                <a:lnTo>
                  <a:pt x="677492" y="130261"/>
                </a:lnTo>
                <a:lnTo>
                  <a:pt x="677643" y="130741"/>
                </a:lnTo>
                <a:lnTo>
                  <a:pt x="677828" y="131182"/>
                </a:lnTo>
                <a:lnTo>
                  <a:pt x="678049" y="131587"/>
                </a:lnTo>
                <a:lnTo>
                  <a:pt x="678311" y="131955"/>
                </a:lnTo>
                <a:lnTo>
                  <a:pt x="678616" y="132288"/>
                </a:lnTo>
                <a:lnTo>
                  <a:pt x="678968" y="132586"/>
                </a:lnTo>
                <a:lnTo>
                  <a:pt x="679371" y="132850"/>
                </a:lnTo>
                <a:lnTo>
                  <a:pt x="679827" y="133080"/>
                </a:lnTo>
                <a:lnTo>
                  <a:pt x="680339" y="133277"/>
                </a:lnTo>
                <a:lnTo>
                  <a:pt x="680912" y="133442"/>
                </a:lnTo>
                <a:lnTo>
                  <a:pt x="681549" y="133575"/>
                </a:lnTo>
                <a:lnTo>
                  <a:pt x="682253" y="133678"/>
                </a:lnTo>
                <a:lnTo>
                  <a:pt x="683026" y="133750"/>
                </a:lnTo>
                <a:lnTo>
                  <a:pt x="683874" y="133793"/>
                </a:lnTo>
                <a:lnTo>
                  <a:pt x="684799" y="133807"/>
                </a:lnTo>
                <a:lnTo>
                  <a:pt x="698872" y="133807"/>
                </a:lnTo>
                <a:lnTo>
                  <a:pt x="699266" y="133807"/>
                </a:lnTo>
                <a:lnTo>
                  <a:pt x="699676" y="133804"/>
                </a:lnTo>
                <a:lnTo>
                  <a:pt x="700098" y="133795"/>
                </a:lnTo>
                <a:lnTo>
                  <a:pt x="700529" y="133780"/>
                </a:lnTo>
                <a:lnTo>
                  <a:pt x="700967" y="133753"/>
                </a:lnTo>
                <a:lnTo>
                  <a:pt x="701409" y="133714"/>
                </a:lnTo>
                <a:lnTo>
                  <a:pt x="701852" y="133659"/>
                </a:lnTo>
                <a:lnTo>
                  <a:pt x="702293" y="133586"/>
                </a:lnTo>
                <a:lnTo>
                  <a:pt x="702729" y="133492"/>
                </a:lnTo>
                <a:lnTo>
                  <a:pt x="703158" y="133375"/>
                </a:lnTo>
                <a:lnTo>
                  <a:pt x="703576" y="133232"/>
                </a:lnTo>
                <a:lnTo>
                  <a:pt x="703981" y="133060"/>
                </a:lnTo>
                <a:lnTo>
                  <a:pt x="704371" y="132858"/>
                </a:lnTo>
                <a:lnTo>
                  <a:pt x="704741" y="132621"/>
                </a:lnTo>
                <a:lnTo>
                  <a:pt x="705089" y="132348"/>
                </a:lnTo>
                <a:lnTo>
                  <a:pt x="705413" y="132037"/>
                </a:lnTo>
                <a:lnTo>
                  <a:pt x="705709" y="131684"/>
                </a:lnTo>
                <a:lnTo>
                  <a:pt x="705975" y="131286"/>
                </a:lnTo>
                <a:lnTo>
                  <a:pt x="706208" y="130842"/>
                </a:lnTo>
                <a:lnTo>
                  <a:pt x="706405" y="130349"/>
                </a:lnTo>
                <a:lnTo>
                  <a:pt x="706563" y="129804"/>
                </a:lnTo>
                <a:lnTo>
                  <a:pt x="706680" y="129205"/>
                </a:lnTo>
                <a:lnTo>
                  <a:pt x="706752" y="128548"/>
                </a:lnTo>
                <a:lnTo>
                  <a:pt x="706777" y="127832"/>
                </a:lnTo>
                <a:lnTo>
                  <a:pt x="706751" y="127139"/>
                </a:lnTo>
                <a:lnTo>
                  <a:pt x="706676" y="126503"/>
                </a:lnTo>
                <a:lnTo>
                  <a:pt x="706556" y="125923"/>
                </a:lnTo>
                <a:lnTo>
                  <a:pt x="706393" y="125395"/>
                </a:lnTo>
                <a:lnTo>
                  <a:pt x="706190" y="124918"/>
                </a:lnTo>
                <a:lnTo>
                  <a:pt x="705951" y="124488"/>
                </a:lnTo>
                <a:close/>
                <a:moveTo>
                  <a:pt x="675498" y="105144"/>
                </a:moveTo>
                <a:lnTo>
                  <a:pt x="674933" y="106650"/>
                </a:lnTo>
                <a:lnTo>
                  <a:pt x="674286" y="108146"/>
                </a:lnTo>
                <a:lnTo>
                  <a:pt x="673558" y="109622"/>
                </a:lnTo>
                <a:lnTo>
                  <a:pt x="672748" y="111069"/>
                </a:lnTo>
                <a:lnTo>
                  <a:pt x="671859" y="112479"/>
                </a:lnTo>
                <a:lnTo>
                  <a:pt x="670892" y="113841"/>
                </a:lnTo>
                <a:lnTo>
                  <a:pt x="669848" y="115148"/>
                </a:lnTo>
                <a:lnTo>
                  <a:pt x="668727" y="116388"/>
                </a:lnTo>
                <a:lnTo>
                  <a:pt x="667531" y="117554"/>
                </a:lnTo>
                <a:lnTo>
                  <a:pt x="666261" y="118637"/>
                </a:lnTo>
                <a:lnTo>
                  <a:pt x="664918" y="119626"/>
                </a:lnTo>
                <a:lnTo>
                  <a:pt x="663503" y="120513"/>
                </a:lnTo>
                <a:lnTo>
                  <a:pt x="662017" y="121289"/>
                </a:lnTo>
                <a:lnTo>
                  <a:pt x="660462" y="121945"/>
                </a:lnTo>
                <a:lnTo>
                  <a:pt x="658838" y="122470"/>
                </a:lnTo>
                <a:lnTo>
                  <a:pt x="657147" y="122857"/>
                </a:lnTo>
                <a:lnTo>
                  <a:pt x="655389" y="123096"/>
                </a:lnTo>
                <a:lnTo>
                  <a:pt x="653566" y="123178"/>
                </a:lnTo>
                <a:lnTo>
                  <a:pt x="651866" y="123107"/>
                </a:lnTo>
                <a:lnTo>
                  <a:pt x="650193" y="122899"/>
                </a:lnTo>
                <a:lnTo>
                  <a:pt x="648551" y="122557"/>
                </a:lnTo>
                <a:lnTo>
                  <a:pt x="646942" y="122086"/>
                </a:lnTo>
                <a:lnTo>
                  <a:pt x="645372" y="121491"/>
                </a:lnTo>
                <a:lnTo>
                  <a:pt x="643845" y="120775"/>
                </a:lnTo>
                <a:lnTo>
                  <a:pt x="642364" y="119944"/>
                </a:lnTo>
                <a:lnTo>
                  <a:pt x="640935" y="119001"/>
                </a:lnTo>
                <a:lnTo>
                  <a:pt x="639560" y="117952"/>
                </a:lnTo>
                <a:lnTo>
                  <a:pt x="638244" y="116799"/>
                </a:lnTo>
                <a:lnTo>
                  <a:pt x="636991" y="115549"/>
                </a:lnTo>
                <a:lnTo>
                  <a:pt x="635805" y="114205"/>
                </a:lnTo>
                <a:lnTo>
                  <a:pt x="634691" y="112772"/>
                </a:lnTo>
                <a:lnTo>
                  <a:pt x="633652" y="111255"/>
                </a:lnTo>
                <a:lnTo>
                  <a:pt x="632692" y="109656"/>
                </a:lnTo>
                <a:lnTo>
                  <a:pt x="631816" y="107982"/>
                </a:lnTo>
                <a:lnTo>
                  <a:pt x="631028" y="106237"/>
                </a:lnTo>
                <a:lnTo>
                  <a:pt x="630332" y="104424"/>
                </a:lnTo>
                <a:lnTo>
                  <a:pt x="629731" y="102549"/>
                </a:lnTo>
                <a:lnTo>
                  <a:pt x="629231" y="100615"/>
                </a:lnTo>
                <a:lnTo>
                  <a:pt x="628834" y="98628"/>
                </a:lnTo>
                <a:lnTo>
                  <a:pt x="628546" y="96591"/>
                </a:lnTo>
                <a:lnTo>
                  <a:pt x="628370" y="94509"/>
                </a:lnTo>
                <a:lnTo>
                  <a:pt x="628311" y="92387"/>
                </a:lnTo>
                <a:lnTo>
                  <a:pt x="628380" y="90109"/>
                </a:lnTo>
                <a:lnTo>
                  <a:pt x="628584" y="87897"/>
                </a:lnTo>
                <a:lnTo>
                  <a:pt x="628917" y="85752"/>
                </a:lnTo>
                <a:lnTo>
                  <a:pt x="629373" y="83678"/>
                </a:lnTo>
                <a:lnTo>
                  <a:pt x="629946" y="81677"/>
                </a:lnTo>
                <a:lnTo>
                  <a:pt x="630630" y="79753"/>
                </a:lnTo>
                <a:lnTo>
                  <a:pt x="631420" y="77908"/>
                </a:lnTo>
                <a:lnTo>
                  <a:pt x="632309" y="76145"/>
                </a:lnTo>
                <a:lnTo>
                  <a:pt x="633292" y="74466"/>
                </a:lnTo>
                <a:lnTo>
                  <a:pt x="634363" y="72876"/>
                </a:lnTo>
                <a:lnTo>
                  <a:pt x="635516" y="71375"/>
                </a:lnTo>
                <a:lnTo>
                  <a:pt x="636745" y="69969"/>
                </a:lnTo>
                <a:lnTo>
                  <a:pt x="638044" y="68658"/>
                </a:lnTo>
                <a:lnTo>
                  <a:pt x="639408" y="67447"/>
                </a:lnTo>
                <a:lnTo>
                  <a:pt x="640830" y="66337"/>
                </a:lnTo>
                <a:lnTo>
                  <a:pt x="642305" y="65332"/>
                </a:lnTo>
                <a:lnTo>
                  <a:pt x="643827" y="64435"/>
                </a:lnTo>
                <a:lnTo>
                  <a:pt x="645390" y="63648"/>
                </a:lnTo>
                <a:lnTo>
                  <a:pt x="646988" y="62975"/>
                </a:lnTo>
                <a:lnTo>
                  <a:pt x="648616" y="62417"/>
                </a:lnTo>
                <a:lnTo>
                  <a:pt x="650267" y="61979"/>
                </a:lnTo>
                <a:lnTo>
                  <a:pt x="651935" y="61662"/>
                </a:lnTo>
                <a:lnTo>
                  <a:pt x="653615" y="61470"/>
                </a:lnTo>
                <a:lnTo>
                  <a:pt x="655301" y="61405"/>
                </a:lnTo>
                <a:lnTo>
                  <a:pt x="656828" y="61460"/>
                </a:lnTo>
                <a:lnTo>
                  <a:pt x="658322" y="61623"/>
                </a:lnTo>
                <a:lnTo>
                  <a:pt x="659780" y="61889"/>
                </a:lnTo>
                <a:lnTo>
                  <a:pt x="661199" y="62252"/>
                </a:lnTo>
                <a:lnTo>
                  <a:pt x="662577" y="62709"/>
                </a:lnTo>
                <a:lnTo>
                  <a:pt x="663910" y="63254"/>
                </a:lnTo>
                <a:lnTo>
                  <a:pt x="665196" y="63883"/>
                </a:lnTo>
                <a:lnTo>
                  <a:pt x="666433" y="64591"/>
                </a:lnTo>
                <a:lnTo>
                  <a:pt x="667616" y="65373"/>
                </a:lnTo>
                <a:lnTo>
                  <a:pt x="668743" y="66224"/>
                </a:lnTo>
                <a:lnTo>
                  <a:pt x="669812" y="67140"/>
                </a:lnTo>
                <a:lnTo>
                  <a:pt x="670820" y="68116"/>
                </a:lnTo>
                <a:lnTo>
                  <a:pt x="671763" y="69148"/>
                </a:lnTo>
                <a:lnTo>
                  <a:pt x="672640" y="70229"/>
                </a:lnTo>
                <a:lnTo>
                  <a:pt x="673446" y="71356"/>
                </a:lnTo>
                <a:lnTo>
                  <a:pt x="674179" y="72524"/>
                </a:lnTo>
                <a:lnTo>
                  <a:pt x="674837" y="73728"/>
                </a:lnTo>
                <a:lnTo>
                  <a:pt x="675417" y="74963"/>
                </a:lnTo>
                <a:lnTo>
                  <a:pt x="675915" y="76225"/>
                </a:lnTo>
                <a:lnTo>
                  <a:pt x="676328" y="77509"/>
                </a:lnTo>
                <a:lnTo>
                  <a:pt x="676655" y="78810"/>
                </a:lnTo>
                <a:lnTo>
                  <a:pt x="676892" y="80123"/>
                </a:lnTo>
                <a:lnTo>
                  <a:pt x="677037" y="81443"/>
                </a:lnTo>
                <a:lnTo>
                  <a:pt x="677085" y="82767"/>
                </a:lnTo>
                <a:lnTo>
                  <a:pt x="677085" y="96403"/>
                </a:lnTo>
                <a:lnTo>
                  <a:pt x="677040" y="97779"/>
                </a:lnTo>
                <a:lnTo>
                  <a:pt x="676906" y="99199"/>
                </a:lnTo>
                <a:lnTo>
                  <a:pt x="676683" y="100655"/>
                </a:lnTo>
                <a:lnTo>
                  <a:pt x="676374" y="102137"/>
                </a:lnTo>
                <a:lnTo>
                  <a:pt x="675978" y="103637"/>
                </a:lnTo>
                <a:lnTo>
                  <a:pt x="675498" y="105144"/>
                </a:lnTo>
                <a:close/>
                <a:moveTo>
                  <a:pt x="1409540" y="86004"/>
                </a:moveTo>
                <a:lnTo>
                  <a:pt x="1409244" y="85502"/>
                </a:lnTo>
                <a:lnTo>
                  <a:pt x="1408909" y="85053"/>
                </a:lnTo>
                <a:lnTo>
                  <a:pt x="1408539" y="84655"/>
                </a:lnTo>
                <a:lnTo>
                  <a:pt x="1408139" y="84303"/>
                </a:lnTo>
                <a:lnTo>
                  <a:pt x="1407713" y="83995"/>
                </a:lnTo>
                <a:lnTo>
                  <a:pt x="1407267" y="83728"/>
                </a:lnTo>
                <a:lnTo>
                  <a:pt x="1406804" y="83499"/>
                </a:lnTo>
                <a:lnTo>
                  <a:pt x="1406328" y="83305"/>
                </a:lnTo>
                <a:lnTo>
                  <a:pt x="1405846" y="83143"/>
                </a:lnTo>
                <a:lnTo>
                  <a:pt x="1405360" y="83011"/>
                </a:lnTo>
                <a:lnTo>
                  <a:pt x="1404876" y="82905"/>
                </a:lnTo>
                <a:lnTo>
                  <a:pt x="1404397" y="82822"/>
                </a:lnTo>
                <a:lnTo>
                  <a:pt x="1403930" y="82760"/>
                </a:lnTo>
                <a:lnTo>
                  <a:pt x="1403477" y="82716"/>
                </a:lnTo>
                <a:lnTo>
                  <a:pt x="1403044" y="82686"/>
                </a:lnTo>
                <a:lnTo>
                  <a:pt x="1402635" y="82668"/>
                </a:lnTo>
                <a:lnTo>
                  <a:pt x="1402255" y="82659"/>
                </a:lnTo>
                <a:lnTo>
                  <a:pt x="1401908" y="82655"/>
                </a:lnTo>
                <a:lnTo>
                  <a:pt x="1401599" y="82655"/>
                </a:lnTo>
                <a:lnTo>
                  <a:pt x="1332579" y="82655"/>
                </a:lnTo>
                <a:lnTo>
                  <a:pt x="1332270" y="82655"/>
                </a:lnTo>
                <a:lnTo>
                  <a:pt x="1331923" y="82659"/>
                </a:lnTo>
                <a:lnTo>
                  <a:pt x="1331542" y="82668"/>
                </a:lnTo>
                <a:lnTo>
                  <a:pt x="1331134" y="82686"/>
                </a:lnTo>
                <a:lnTo>
                  <a:pt x="1330701" y="82716"/>
                </a:lnTo>
                <a:lnTo>
                  <a:pt x="1330248" y="82760"/>
                </a:lnTo>
                <a:lnTo>
                  <a:pt x="1329780" y="82822"/>
                </a:lnTo>
                <a:lnTo>
                  <a:pt x="1329302" y="82905"/>
                </a:lnTo>
                <a:lnTo>
                  <a:pt x="1328818" y="83011"/>
                </a:lnTo>
                <a:lnTo>
                  <a:pt x="1328332" y="83143"/>
                </a:lnTo>
                <a:lnTo>
                  <a:pt x="1327849" y="83305"/>
                </a:lnTo>
                <a:lnTo>
                  <a:pt x="1327374" y="83499"/>
                </a:lnTo>
                <a:lnTo>
                  <a:pt x="1326911" y="83728"/>
                </a:lnTo>
                <a:lnTo>
                  <a:pt x="1326464" y="83995"/>
                </a:lnTo>
                <a:lnTo>
                  <a:pt x="1326039" y="84303"/>
                </a:lnTo>
                <a:lnTo>
                  <a:pt x="1325639" y="84655"/>
                </a:lnTo>
                <a:lnTo>
                  <a:pt x="1325269" y="85053"/>
                </a:lnTo>
                <a:lnTo>
                  <a:pt x="1324934" y="85502"/>
                </a:lnTo>
                <a:lnTo>
                  <a:pt x="1324638" y="86004"/>
                </a:lnTo>
                <a:lnTo>
                  <a:pt x="1324386" y="86561"/>
                </a:lnTo>
                <a:lnTo>
                  <a:pt x="1324182" y="87176"/>
                </a:lnTo>
                <a:lnTo>
                  <a:pt x="1324030" y="87853"/>
                </a:lnTo>
                <a:lnTo>
                  <a:pt x="1323936" y="88595"/>
                </a:lnTo>
                <a:lnTo>
                  <a:pt x="1323904" y="89404"/>
                </a:lnTo>
                <a:lnTo>
                  <a:pt x="1323940" y="90212"/>
                </a:lnTo>
                <a:lnTo>
                  <a:pt x="1324046" y="90954"/>
                </a:lnTo>
                <a:lnTo>
                  <a:pt x="1324216" y="91631"/>
                </a:lnTo>
                <a:lnTo>
                  <a:pt x="1324445" y="92246"/>
                </a:lnTo>
                <a:lnTo>
                  <a:pt x="1324728" y="92803"/>
                </a:lnTo>
                <a:lnTo>
                  <a:pt x="1325061" y="93304"/>
                </a:lnTo>
                <a:lnTo>
                  <a:pt x="1325437" y="93752"/>
                </a:lnTo>
                <a:lnTo>
                  <a:pt x="1325853" y="94151"/>
                </a:lnTo>
                <a:lnTo>
                  <a:pt x="1326303" y="94503"/>
                </a:lnTo>
                <a:lnTo>
                  <a:pt x="1326782" y="94811"/>
                </a:lnTo>
                <a:lnTo>
                  <a:pt x="1327286" y="95078"/>
                </a:lnTo>
                <a:lnTo>
                  <a:pt x="1327808" y="95307"/>
                </a:lnTo>
                <a:lnTo>
                  <a:pt x="1328344" y="95500"/>
                </a:lnTo>
                <a:lnTo>
                  <a:pt x="1328890" y="95662"/>
                </a:lnTo>
                <a:lnTo>
                  <a:pt x="1329439" y="95794"/>
                </a:lnTo>
                <a:lnTo>
                  <a:pt x="1329987" y="95900"/>
                </a:lnTo>
                <a:lnTo>
                  <a:pt x="1330530" y="95982"/>
                </a:lnTo>
                <a:lnTo>
                  <a:pt x="1331061" y="96044"/>
                </a:lnTo>
                <a:lnTo>
                  <a:pt x="1331576" y="96089"/>
                </a:lnTo>
                <a:lnTo>
                  <a:pt x="1332070" y="96119"/>
                </a:lnTo>
                <a:lnTo>
                  <a:pt x="1332538" y="96137"/>
                </a:lnTo>
                <a:lnTo>
                  <a:pt x="1332975" y="96146"/>
                </a:lnTo>
                <a:lnTo>
                  <a:pt x="1333376" y="96149"/>
                </a:lnTo>
                <a:lnTo>
                  <a:pt x="1333735" y="96150"/>
                </a:lnTo>
                <a:lnTo>
                  <a:pt x="1400443" y="96150"/>
                </a:lnTo>
                <a:lnTo>
                  <a:pt x="1400802" y="96149"/>
                </a:lnTo>
                <a:lnTo>
                  <a:pt x="1401203" y="96146"/>
                </a:lnTo>
                <a:lnTo>
                  <a:pt x="1401640" y="96137"/>
                </a:lnTo>
                <a:lnTo>
                  <a:pt x="1402108" y="96119"/>
                </a:lnTo>
                <a:lnTo>
                  <a:pt x="1402602" y="96089"/>
                </a:lnTo>
                <a:lnTo>
                  <a:pt x="1403117" y="96044"/>
                </a:lnTo>
                <a:lnTo>
                  <a:pt x="1403648" y="95982"/>
                </a:lnTo>
                <a:lnTo>
                  <a:pt x="1404191" y="95900"/>
                </a:lnTo>
                <a:lnTo>
                  <a:pt x="1404739" y="95794"/>
                </a:lnTo>
                <a:lnTo>
                  <a:pt x="1405288" y="95662"/>
                </a:lnTo>
                <a:lnTo>
                  <a:pt x="1405834" y="95500"/>
                </a:lnTo>
                <a:lnTo>
                  <a:pt x="1406370" y="95307"/>
                </a:lnTo>
                <a:lnTo>
                  <a:pt x="1406892" y="95078"/>
                </a:lnTo>
                <a:lnTo>
                  <a:pt x="1407396" y="94811"/>
                </a:lnTo>
                <a:lnTo>
                  <a:pt x="1407875" y="94503"/>
                </a:lnTo>
                <a:lnTo>
                  <a:pt x="1408325" y="94151"/>
                </a:lnTo>
                <a:lnTo>
                  <a:pt x="1408741" y="93752"/>
                </a:lnTo>
                <a:lnTo>
                  <a:pt x="1409117" y="93304"/>
                </a:lnTo>
                <a:lnTo>
                  <a:pt x="1409450" y="92803"/>
                </a:lnTo>
                <a:lnTo>
                  <a:pt x="1409733" y="92246"/>
                </a:lnTo>
                <a:lnTo>
                  <a:pt x="1409962" y="91631"/>
                </a:lnTo>
                <a:lnTo>
                  <a:pt x="1410132" y="90954"/>
                </a:lnTo>
                <a:lnTo>
                  <a:pt x="1410238" y="90212"/>
                </a:lnTo>
                <a:lnTo>
                  <a:pt x="1410274" y="89404"/>
                </a:lnTo>
                <a:lnTo>
                  <a:pt x="1410242" y="88595"/>
                </a:lnTo>
                <a:lnTo>
                  <a:pt x="1410148" y="87853"/>
                </a:lnTo>
                <a:lnTo>
                  <a:pt x="1409996" y="87176"/>
                </a:lnTo>
                <a:lnTo>
                  <a:pt x="1409792" y="86561"/>
                </a:lnTo>
                <a:lnTo>
                  <a:pt x="1409540" y="86004"/>
                </a:lnTo>
                <a:close/>
                <a:moveTo>
                  <a:pt x="99512" y="124569"/>
                </a:moveTo>
                <a:lnTo>
                  <a:pt x="99248" y="124172"/>
                </a:lnTo>
                <a:lnTo>
                  <a:pt x="98946" y="123818"/>
                </a:lnTo>
                <a:lnTo>
                  <a:pt x="98606" y="123507"/>
                </a:lnTo>
                <a:lnTo>
                  <a:pt x="98228" y="123234"/>
                </a:lnTo>
                <a:lnTo>
                  <a:pt x="97813" y="122998"/>
                </a:lnTo>
                <a:lnTo>
                  <a:pt x="97361" y="122795"/>
                </a:lnTo>
                <a:lnTo>
                  <a:pt x="96873" y="122623"/>
                </a:lnTo>
                <a:lnTo>
                  <a:pt x="96350" y="122480"/>
                </a:lnTo>
                <a:lnTo>
                  <a:pt x="95791" y="122363"/>
                </a:lnTo>
                <a:lnTo>
                  <a:pt x="95198" y="122269"/>
                </a:lnTo>
                <a:lnTo>
                  <a:pt x="94571" y="122196"/>
                </a:lnTo>
                <a:lnTo>
                  <a:pt x="93910" y="122141"/>
                </a:lnTo>
                <a:lnTo>
                  <a:pt x="93215" y="122102"/>
                </a:lnTo>
                <a:lnTo>
                  <a:pt x="92489" y="122076"/>
                </a:lnTo>
                <a:lnTo>
                  <a:pt x="91730" y="122060"/>
                </a:lnTo>
                <a:lnTo>
                  <a:pt x="90939" y="122052"/>
                </a:lnTo>
                <a:lnTo>
                  <a:pt x="90117" y="122049"/>
                </a:lnTo>
                <a:lnTo>
                  <a:pt x="89265" y="122048"/>
                </a:lnTo>
                <a:lnTo>
                  <a:pt x="89265" y="75459"/>
                </a:lnTo>
                <a:lnTo>
                  <a:pt x="89264" y="74886"/>
                </a:lnTo>
                <a:lnTo>
                  <a:pt x="89255" y="74142"/>
                </a:lnTo>
                <a:lnTo>
                  <a:pt x="89232" y="73244"/>
                </a:lnTo>
                <a:lnTo>
                  <a:pt x="89186" y="72209"/>
                </a:lnTo>
                <a:lnTo>
                  <a:pt x="89110" y="71056"/>
                </a:lnTo>
                <a:lnTo>
                  <a:pt x="88997" y="69800"/>
                </a:lnTo>
                <a:lnTo>
                  <a:pt x="88839" y="68461"/>
                </a:lnTo>
                <a:lnTo>
                  <a:pt x="88630" y="67054"/>
                </a:lnTo>
                <a:lnTo>
                  <a:pt x="88360" y="65598"/>
                </a:lnTo>
                <a:lnTo>
                  <a:pt x="88024" y="64110"/>
                </a:lnTo>
                <a:lnTo>
                  <a:pt x="87613" y="62607"/>
                </a:lnTo>
                <a:lnTo>
                  <a:pt x="87120" y="61107"/>
                </a:lnTo>
                <a:lnTo>
                  <a:pt x="86538" y="59627"/>
                </a:lnTo>
                <a:lnTo>
                  <a:pt x="85859" y="58184"/>
                </a:lnTo>
                <a:lnTo>
                  <a:pt x="85076" y="56796"/>
                </a:lnTo>
                <a:lnTo>
                  <a:pt x="84181" y="55480"/>
                </a:lnTo>
                <a:lnTo>
                  <a:pt x="83167" y="54254"/>
                </a:lnTo>
                <a:lnTo>
                  <a:pt x="82026" y="53135"/>
                </a:lnTo>
                <a:lnTo>
                  <a:pt x="80751" y="52141"/>
                </a:lnTo>
                <a:lnTo>
                  <a:pt x="79335" y="51288"/>
                </a:lnTo>
                <a:lnTo>
                  <a:pt x="77770" y="50594"/>
                </a:lnTo>
                <a:lnTo>
                  <a:pt x="76048" y="50077"/>
                </a:lnTo>
                <a:lnTo>
                  <a:pt x="74163" y="49754"/>
                </a:lnTo>
                <a:lnTo>
                  <a:pt x="72106" y="49643"/>
                </a:lnTo>
                <a:lnTo>
                  <a:pt x="71372" y="49656"/>
                </a:lnTo>
                <a:lnTo>
                  <a:pt x="70618" y="49697"/>
                </a:lnTo>
                <a:lnTo>
                  <a:pt x="69847" y="49765"/>
                </a:lnTo>
                <a:lnTo>
                  <a:pt x="69059" y="49863"/>
                </a:lnTo>
                <a:lnTo>
                  <a:pt x="68257" y="49992"/>
                </a:lnTo>
                <a:lnTo>
                  <a:pt x="67443" y="50152"/>
                </a:lnTo>
                <a:lnTo>
                  <a:pt x="66619" y="50345"/>
                </a:lnTo>
                <a:lnTo>
                  <a:pt x="65787" y="50571"/>
                </a:lnTo>
                <a:lnTo>
                  <a:pt x="64949" y="50833"/>
                </a:lnTo>
                <a:lnTo>
                  <a:pt x="64106" y="51130"/>
                </a:lnTo>
                <a:lnTo>
                  <a:pt x="63262" y="51464"/>
                </a:lnTo>
                <a:lnTo>
                  <a:pt x="62418" y="51836"/>
                </a:lnTo>
                <a:lnTo>
                  <a:pt x="61576" y="52248"/>
                </a:lnTo>
                <a:lnTo>
                  <a:pt x="60738" y="52699"/>
                </a:lnTo>
                <a:lnTo>
                  <a:pt x="59906" y="53192"/>
                </a:lnTo>
                <a:lnTo>
                  <a:pt x="59082" y="53728"/>
                </a:lnTo>
                <a:lnTo>
                  <a:pt x="58268" y="54307"/>
                </a:lnTo>
                <a:lnTo>
                  <a:pt x="57466" y="54930"/>
                </a:lnTo>
                <a:lnTo>
                  <a:pt x="56678" y="55600"/>
                </a:lnTo>
                <a:lnTo>
                  <a:pt x="55906" y="56316"/>
                </a:lnTo>
                <a:lnTo>
                  <a:pt x="55152" y="57079"/>
                </a:lnTo>
                <a:lnTo>
                  <a:pt x="54419" y="57892"/>
                </a:lnTo>
                <a:lnTo>
                  <a:pt x="53707" y="58755"/>
                </a:lnTo>
                <a:lnTo>
                  <a:pt x="53020" y="59669"/>
                </a:lnTo>
                <a:lnTo>
                  <a:pt x="52645" y="58866"/>
                </a:lnTo>
                <a:lnTo>
                  <a:pt x="52245" y="58095"/>
                </a:lnTo>
                <a:lnTo>
                  <a:pt x="51821" y="57357"/>
                </a:lnTo>
                <a:lnTo>
                  <a:pt x="51372" y="56651"/>
                </a:lnTo>
                <a:lnTo>
                  <a:pt x="50900" y="55978"/>
                </a:lnTo>
                <a:lnTo>
                  <a:pt x="50405" y="55337"/>
                </a:lnTo>
                <a:lnTo>
                  <a:pt x="49888" y="54730"/>
                </a:lnTo>
                <a:lnTo>
                  <a:pt x="49349" y="54157"/>
                </a:lnTo>
                <a:lnTo>
                  <a:pt x="48790" y="53616"/>
                </a:lnTo>
                <a:lnTo>
                  <a:pt x="48211" y="53110"/>
                </a:lnTo>
                <a:lnTo>
                  <a:pt x="47612" y="52637"/>
                </a:lnTo>
                <a:lnTo>
                  <a:pt x="46995" y="52198"/>
                </a:lnTo>
                <a:lnTo>
                  <a:pt x="46359" y="51793"/>
                </a:lnTo>
                <a:lnTo>
                  <a:pt x="45706" y="51423"/>
                </a:lnTo>
                <a:lnTo>
                  <a:pt x="45037" y="51087"/>
                </a:lnTo>
                <a:lnTo>
                  <a:pt x="44351" y="50786"/>
                </a:lnTo>
                <a:lnTo>
                  <a:pt x="43650" y="50519"/>
                </a:lnTo>
                <a:lnTo>
                  <a:pt x="42934" y="50288"/>
                </a:lnTo>
                <a:lnTo>
                  <a:pt x="42204" y="50091"/>
                </a:lnTo>
                <a:lnTo>
                  <a:pt x="41461" y="49930"/>
                </a:lnTo>
                <a:lnTo>
                  <a:pt x="40704" y="49805"/>
                </a:lnTo>
                <a:lnTo>
                  <a:pt x="39936" y="49715"/>
                </a:lnTo>
                <a:lnTo>
                  <a:pt x="39157" y="49661"/>
                </a:lnTo>
                <a:lnTo>
                  <a:pt x="38367" y="49643"/>
                </a:lnTo>
                <a:lnTo>
                  <a:pt x="37598" y="49657"/>
                </a:lnTo>
                <a:lnTo>
                  <a:pt x="36833" y="49699"/>
                </a:lnTo>
                <a:lnTo>
                  <a:pt x="36073" y="49767"/>
                </a:lnTo>
                <a:lnTo>
                  <a:pt x="35318" y="49863"/>
                </a:lnTo>
                <a:lnTo>
                  <a:pt x="34568" y="49984"/>
                </a:lnTo>
                <a:lnTo>
                  <a:pt x="33824" y="50131"/>
                </a:lnTo>
                <a:lnTo>
                  <a:pt x="33086" y="50303"/>
                </a:lnTo>
                <a:lnTo>
                  <a:pt x="32355" y="50500"/>
                </a:lnTo>
                <a:lnTo>
                  <a:pt x="31630" y="50721"/>
                </a:lnTo>
                <a:lnTo>
                  <a:pt x="30912" y="50966"/>
                </a:lnTo>
                <a:lnTo>
                  <a:pt x="30201" y="51233"/>
                </a:lnTo>
                <a:lnTo>
                  <a:pt x="29499" y="51524"/>
                </a:lnTo>
                <a:lnTo>
                  <a:pt x="28804" y="51836"/>
                </a:lnTo>
                <a:lnTo>
                  <a:pt x="28117" y="52170"/>
                </a:lnTo>
                <a:lnTo>
                  <a:pt x="27440" y="52525"/>
                </a:lnTo>
                <a:lnTo>
                  <a:pt x="26771" y="52901"/>
                </a:lnTo>
                <a:lnTo>
                  <a:pt x="26112" y="53296"/>
                </a:lnTo>
                <a:lnTo>
                  <a:pt x="25462" y="53711"/>
                </a:lnTo>
                <a:lnTo>
                  <a:pt x="24822" y="54146"/>
                </a:lnTo>
                <a:lnTo>
                  <a:pt x="24193" y="54599"/>
                </a:lnTo>
                <a:lnTo>
                  <a:pt x="23575" y="55070"/>
                </a:lnTo>
                <a:lnTo>
                  <a:pt x="22967" y="55558"/>
                </a:lnTo>
                <a:lnTo>
                  <a:pt x="22371" y="56064"/>
                </a:lnTo>
                <a:lnTo>
                  <a:pt x="21787" y="56586"/>
                </a:lnTo>
                <a:lnTo>
                  <a:pt x="21721" y="55889"/>
                </a:lnTo>
                <a:lnTo>
                  <a:pt x="21620" y="55250"/>
                </a:lnTo>
                <a:lnTo>
                  <a:pt x="21487" y="54667"/>
                </a:lnTo>
                <a:lnTo>
                  <a:pt x="21323" y="54137"/>
                </a:lnTo>
                <a:lnTo>
                  <a:pt x="21129" y="53657"/>
                </a:lnTo>
                <a:lnTo>
                  <a:pt x="20907" y="53225"/>
                </a:lnTo>
                <a:lnTo>
                  <a:pt x="20659" y="52839"/>
                </a:lnTo>
                <a:lnTo>
                  <a:pt x="20387" y="52495"/>
                </a:lnTo>
                <a:lnTo>
                  <a:pt x="20092" y="52192"/>
                </a:lnTo>
                <a:lnTo>
                  <a:pt x="19776" y="51927"/>
                </a:lnTo>
                <a:lnTo>
                  <a:pt x="19441" y="51697"/>
                </a:lnTo>
                <a:lnTo>
                  <a:pt x="19087" y="51499"/>
                </a:lnTo>
                <a:lnTo>
                  <a:pt x="18718" y="51332"/>
                </a:lnTo>
                <a:lnTo>
                  <a:pt x="18334" y="51193"/>
                </a:lnTo>
                <a:lnTo>
                  <a:pt x="17938" y="51079"/>
                </a:lnTo>
                <a:lnTo>
                  <a:pt x="17530" y="50988"/>
                </a:lnTo>
                <a:lnTo>
                  <a:pt x="17113" y="50917"/>
                </a:lnTo>
                <a:lnTo>
                  <a:pt x="16689" y="50864"/>
                </a:lnTo>
                <a:lnTo>
                  <a:pt x="16258" y="50825"/>
                </a:lnTo>
                <a:lnTo>
                  <a:pt x="15823" y="50800"/>
                </a:lnTo>
                <a:lnTo>
                  <a:pt x="15386" y="50784"/>
                </a:lnTo>
                <a:lnTo>
                  <a:pt x="14947" y="50776"/>
                </a:lnTo>
                <a:lnTo>
                  <a:pt x="14509" y="50773"/>
                </a:lnTo>
                <a:lnTo>
                  <a:pt x="14073" y="50773"/>
                </a:lnTo>
                <a:lnTo>
                  <a:pt x="7905" y="50773"/>
                </a:lnTo>
                <a:lnTo>
                  <a:pt x="7533" y="50773"/>
                </a:lnTo>
                <a:lnTo>
                  <a:pt x="7142" y="50776"/>
                </a:lnTo>
                <a:lnTo>
                  <a:pt x="6735" y="50784"/>
                </a:lnTo>
                <a:lnTo>
                  <a:pt x="6315" y="50799"/>
                </a:lnTo>
                <a:lnTo>
                  <a:pt x="5886" y="50825"/>
                </a:lnTo>
                <a:lnTo>
                  <a:pt x="5449" y="50863"/>
                </a:lnTo>
                <a:lnTo>
                  <a:pt x="5010" y="50916"/>
                </a:lnTo>
                <a:lnTo>
                  <a:pt x="4570" y="50987"/>
                </a:lnTo>
                <a:lnTo>
                  <a:pt x="4133" y="51078"/>
                </a:lnTo>
                <a:lnTo>
                  <a:pt x="3701" y="51191"/>
                </a:lnTo>
                <a:lnTo>
                  <a:pt x="3279" y="51330"/>
                </a:lnTo>
                <a:lnTo>
                  <a:pt x="2868" y="51496"/>
                </a:lnTo>
                <a:lnTo>
                  <a:pt x="2472" y="51692"/>
                </a:lnTo>
                <a:lnTo>
                  <a:pt x="2095" y="51921"/>
                </a:lnTo>
                <a:lnTo>
                  <a:pt x="1739" y="52186"/>
                </a:lnTo>
                <a:lnTo>
                  <a:pt x="1407" y="52487"/>
                </a:lnTo>
                <a:lnTo>
                  <a:pt x="1102" y="52829"/>
                </a:lnTo>
                <a:lnTo>
                  <a:pt x="828" y="53214"/>
                </a:lnTo>
                <a:lnTo>
                  <a:pt x="588" y="53644"/>
                </a:lnTo>
                <a:lnTo>
                  <a:pt x="385" y="54122"/>
                </a:lnTo>
                <a:lnTo>
                  <a:pt x="221" y="54649"/>
                </a:lnTo>
                <a:lnTo>
                  <a:pt x="100" y="55230"/>
                </a:lnTo>
                <a:lnTo>
                  <a:pt x="26" y="55866"/>
                </a:lnTo>
                <a:lnTo>
                  <a:pt x="0" y="56560"/>
                </a:lnTo>
                <a:lnTo>
                  <a:pt x="21" y="57276"/>
                </a:lnTo>
                <a:lnTo>
                  <a:pt x="84" y="57932"/>
                </a:lnTo>
                <a:lnTo>
                  <a:pt x="188" y="58532"/>
                </a:lnTo>
                <a:lnTo>
                  <a:pt x="332" y="59077"/>
                </a:lnTo>
                <a:lnTo>
                  <a:pt x="517" y="59570"/>
                </a:lnTo>
                <a:lnTo>
                  <a:pt x="741" y="60014"/>
                </a:lnTo>
                <a:lnTo>
                  <a:pt x="1005" y="60411"/>
                </a:lnTo>
                <a:lnTo>
                  <a:pt x="1307" y="60764"/>
                </a:lnTo>
                <a:lnTo>
                  <a:pt x="1648" y="61076"/>
                </a:lnTo>
                <a:lnTo>
                  <a:pt x="2026" y="61349"/>
                </a:lnTo>
                <a:lnTo>
                  <a:pt x="2441" y="61585"/>
                </a:lnTo>
                <a:lnTo>
                  <a:pt x="2893" y="61788"/>
                </a:lnTo>
                <a:lnTo>
                  <a:pt x="3381" y="61959"/>
                </a:lnTo>
                <a:lnTo>
                  <a:pt x="3905" y="62103"/>
                </a:lnTo>
                <a:lnTo>
                  <a:pt x="4463" y="62220"/>
                </a:lnTo>
                <a:lnTo>
                  <a:pt x="5057" y="62313"/>
                </a:lnTo>
                <a:lnTo>
                  <a:pt x="5684" y="62386"/>
                </a:lnTo>
                <a:lnTo>
                  <a:pt x="6346" y="62441"/>
                </a:lnTo>
                <a:lnTo>
                  <a:pt x="7040" y="62481"/>
                </a:lnTo>
                <a:lnTo>
                  <a:pt x="7767" y="62507"/>
                </a:lnTo>
                <a:lnTo>
                  <a:pt x="8526" y="62523"/>
                </a:lnTo>
                <a:lnTo>
                  <a:pt x="9316" y="62531"/>
                </a:lnTo>
                <a:lnTo>
                  <a:pt x="10138" y="62534"/>
                </a:lnTo>
                <a:lnTo>
                  <a:pt x="10990" y="62535"/>
                </a:lnTo>
                <a:lnTo>
                  <a:pt x="10990" y="122048"/>
                </a:lnTo>
                <a:lnTo>
                  <a:pt x="10138" y="122049"/>
                </a:lnTo>
                <a:lnTo>
                  <a:pt x="9316" y="122052"/>
                </a:lnTo>
                <a:lnTo>
                  <a:pt x="8526" y="122060"/>
                </a:lnTo>
                <a:lnTo>
                  <a:pt x="7767" y="122076"/>
                </a:lnTo>
                <a:lnTo>
                  <a:pt x="7040" y="122102"/>
                </a:lnTo>
                <a:lnTo>
                  <a:pt x="6346" y="122141"/>
                </a:lnTo>
                <a:lnTo>
                  <a:pt x="5684" y="122196"/>
                </a:lnTo>
                <a:lnTo>
                  <a:pt x="5057" y="122269"/>
                </a:lnTo>
                <a:lnTo>
                  <a:pt x="4463" y="122363"/>
                </a:lnTo>
                <a:lnTo>
                  <a:pt x="3905" y="122480"/>
                </a:lnTo>
                <a:lnTo>
                  <a:pt x="3381" y="122623"/>
                </a:lnTo>
                <a:lnTo>
                  <a:pt x="2893" y="122795"/>
                </a:lnTo>
                <a:lnTo>
                  <a:pt x="2441" y="122998"/>
                </a:lnTo>
                <a:lnTo>
                  <a:pt x="2026" y="123234"/>
                </a:lnTo>
                <a:lnTo>
                  <a:pt x="1648" y="123507"/>
                </a:lnTo>
                <a:lnTo>
                  <a:pt x="1307" y="123818"/>
                </a:lnTo>
                <a:lnTo>
                  <a:pt x="1005" y="124172"/>
                </a:lnTo>
                <a:lnTo>
                  <a:pt x="741" y="124569"/>
                </a:lnTo>
                <a:lnTo>
                  <a:pt x="517" y="125013"/>
                </a:lnTo>
                <a:lnTo>
                  <a:pt x="332" y="125506"/>
                </a:lnTo>
                <a:lnTo>
                  <a:pt x="188" y="126051"/>
                </a:lnTo>
                <a:lnTo>
                  <a:pt x="84" y="126650"/>
                </a:lnTo>
                <a:lnTo>
                  <a:pt x="21" y="127307"/>
                </a:lnTo>
                <a:lnTo>
                  <a:pt x="0" y="128023"/>
                </a:lnTo>
                <a:lnTo>
                  <a:pt x="27" y="128717"/>
                </a:lnTo>
                <a:lnTo>
                  <a:pt x="104" y="129352"/>
                </a:lnTo>
                <a:lnTo>
                  <a:pt x="229" y="129932"/>
                </a:lnTo>
                <a:lnTo>
                  <a:pt x="398" y="130460"/>
                </a:lnTo>
                <a:lnTo>
                  <a:pt x="608" y="130937"/>
                </a:lnTo>
                <a:lnTo>
                  <a:pt x="856" y="131367"/>
                </a:lnTo>
                <a:lnTo>
                  <a:pt x="1137" y="131752"/>
                </a:lnTo>
                <a:lnTo>
                  <a:pt x="1450" y="132093"/>
                </a:lnTo>
                <a:lnTo>
                  <a:pt x="1790" y="132395"/>
                </a:lnTo>
                <a:lnTo>
                  <a:pt x="2154" y="132659"/>
                </a:lnTo>
                <a:lnTo>
                  <a:pt x="2539" y="132888"/>
                </a:lnTo>
                <a:lnTo>
                  <a:pt x="2941" y="133084"/>
                </a:lnTo>
                <a:lnTo>
                  <a:pt x="3357" y="133250"/>
                </a:lnTo>
                <a:lnTo>
                  <a:pt x="3784" y="133389"/>
                </a:lnTo>
                <a:lnTo>
                  <a:pt x="4218" y="133502"/>
                </a:lnTo>
                <a:lnTo>
                  <a:pt x="4656" y="133593"/>
                </a:lnTo>
                <a:lnTo>
                  <a:pt x="5095" y="133664"/>
                </a:lnTo>
                <a:lnTo>
                  <a:pt x="5531" y="133717"/>
                </a:lnTo>
                <a:lnTo>
                  <a:pt x="5962" y="133755"/>
                </a:lnTo>
                <a:lnTo>
                  <a:pt x="6382" y="133780"/>
                </a:lnTo>
                <a:lnTo>
                  <a:pt x="6790" y="133796"/>
                </a:lnTo>
                <a:lnTo>
                  <a:pt x="7182" y="133804"/>
                </a:lnTo>
                <a:lnTo>
                  <a:pt x="7555" y="133807"/>
                </a:lnTo>
                <a:lnTo>
                  <a:pt x="7905" y="133807"/>
                </a:lnTo>
                <a:lnTo>
                  <a:pt x="24873" y="133807"/>
                </a:lnTo>
                <a:lnTo>
                  <a:pt x="25245" y="133807"/>
                </a:lnTo>
                <a:lnTo>
                  <a:pt x="25636" y="133804"/>
                </a:lnTo>
                <a:lnTo>
                  <a:pt x="26042" y="133796"/>
                </a:lnTo>
                <a:lnTo>
                  <a:pt x="26462" y="133780"/>
                </a:lnTo>
                <a:lnTo>
                  <a:pt x="26891" y="133755"/>
                </a:lnTo>
                <a:lnTo>
                  <a:pt x="27327" y="133717"/>
                </a:lnTo>
                <a:lnTo>
                  <a:pt x="27767" y="133664"/>
                </a:lnTo>
                <a:lnTo>
                  <a:pt x="28206" y="133593"/>
                </a:lnTo>
                <a:lnTo>
                  <a:pt x="28644" y="133502"/>
                </a:lnTo>
                <a:lnTo>
                  <a:pt x="29075" y="133389"/>
                </a:lnTo>
                <a:lnTo>
                  <a:pt x="29497" y="133250"/>
                </a:lnTo>
                <a:lnTo>
                  <a:pt x="29908" y="133084"/>
                </a:lnTo>
                <a:lnTo>
                  <a:pt x="30303" y="132888"/>
                </a:lnTo>
                <a:lnTo>
                  <a:pt x="30681" y="132659"/>
                </a:lnTo>
                <a:lnTo>
                  <a:pt x="31037" y="132395"/>
                </a:lnTo>
                <a:lnTo>
                  <a:pt x="31368" y="132093"/>
                </a:lnTo>
                <a:lnTo>
                  <a:pt x="31673" y="131752"/>
                </a:lnTo>
                <a:lnTo>
                  <a:pt x="31946" y="131367"/>
                </a:lnTo>
                <a:lnTo>
                  <a:pt x="32186" y="130937"/>
                </a:lnTo>
                <a:lnTo>
                  <a:pt x="32390" y="130460"/>
                </a:lnTo>
                <a:lnTo>
                  <a:pt x="32553" y="129932"/>
                </a:lnTo>
                <a:lnTo>
                  <a:pt x="32674" y="129352"/>
                </a:lnTo>
                <a:lnTo>
                  <a:pt x="32749" y="128717"/>
                </a:lnTo>
                <a:lnTo>
                  <a:pt x="32774" y="128023"/>
                </a:lnTo>
                <a:lnTo>
                  <a:pt x="32753" y="127307"/>
                </a:lnTo>
                <a:lnTo>
                  <a:pt x="32691" y="126650"/>
                </a:lnTo>
                <a:lnTo>
                  <a:pt x="32587" y="126051"/>
                </a:lnTo>
                <a:lnTo>
                  <a:pt x="32442" y="125506"/>
                </a:lnTo>
                <a:lnTo>
                  <a:pt x="32258" y="125013"/>
                </a:lnTo>
                <a:lnTo>
                  <a:pt x="32033" y="124569"/>
                </a:lnTo>
                <a:lnTo>
                  <a:pt x="31770" y="124172"/>
                </a:lnTo>
                <a:lnTo>
                  <a:pt x="31468" y="123818"/>
                </a:lnTo>
                <a:lnTo>
                  <a:pt x="31128" y="123507"/>
                </a:lnTo>
                <a:lnTo>
                  <a:pt x="30750" y="123234"/>
                </a:lnTo>
                <a:lnTo>
                  <a:pt x="30335" y="122998"/>
                </a:lnTo>
                <a:lnTo>
                  <a:pt x="29883" y="122795"/>
                </a:lnTo>
                <a:lnTo>
                  <a:pt x="29395" y="122623"/>
                </a:lnTo>
                <a:lnTo>
                  <a:pt x="28872" y="122480"/>
                </a:lnTo>
                <a:lnTo>
                  <a:pt x="28313" y="122363"/>
                </a:lnTo>
                <a:lnTo>
                  <a:pt x="27720" y="122269"/>
                </a:lnTo>
                <a:lnTo>
                  <a:pt x="27092" y="122196"/>
                </a:lnTo>
                <a:lnTo>
                  <a:pt x="26431" y="122141"/>
                </a:lnTo>
                <a:lnTo>
                  <a:pt x="25737" y="122102"/>
                </a:lnTo>
                <a:lnTo>
                  <a:pt x="25010" y="122076"/>
                </a:lnTo>
                <a:lnTo>
                  <a:pt x="24251" y="122060"/>
                </a:lnTo>
                <a:lnTo>
                  <a:pt x="23461" y="122052"/>
                </a:lnTo>
                <a:lnTo>
                  <a:pt x="22639" y="122049"/>
                </a:lnTo>
                <a:lnTo>
                  <a:pt x="21787" y="122048"/>
                </a:lnTo>
                <a:lnTo>
                  <a:pt x="21787" y="87574"/>
                </a:lnTo>
                <a:lnTo>
                  <a:pt x="21827" y="85476"/>
                </a:lnTo>
                <a:lnTo>
                  <a:pt x="21947" y="83463"/>
                </a:lnTo>
                <a:lnTo>
                  <a:pt x="22142" y="81534"/>
                </a:lnTo>
                <a:lnTo>
                  <a:pt x="22409" y="79691"/>
                </a:lnTo>
                <a:lnTo>
                  <a:pt x="22745" y="77934"/>
                </a:lnTo>
                <a:lnTo>
                  <a:pt x="23145" y="76263"/>
                </a:lnTo>
                <a:lnTo>
                  <a:pt x="23608" y="74678"/>
                </a:lnTo>
                <a:lnTo>
                  <a:pt x="24129" y="73181"/>
                </a:lnTo>
                <a:lnTo>
                  <a:pt x="24705" y="71771"/>
                </a:lnTo>
                <a:lnTo>
                  <a:pt x="25332" y="70449"/>
                </a:lnTo>
                <a:lnTo>
                  <a:pt x="26007" y="69215"/>
                </a:lnTo>
                <a:lnTo>
                  <a:pt x="26727" y="68070"/>
                </a:lnTo>
                <a:lnTo>
                  <a:pt x="27488" y="67014"/>
                </a:lnTo>
                <a:lnTo>
                  <a:pt x="28287" y="66047"/>
                </a:lnTo>
                <a:lnTo>
                  <a:pt x="29120" y="65171"/>
                </a:lnTo>
                <a:lnTo>
                  <a:pt x="29984" y="64385"/>
                </a:lnTo>
                <a:lnTo>
                  <a:pt x="30875" y="63690"/>
                </a:lnTo>
                <a:lnTo>
                  <a:pt x="31791" y="63087"/>
                </a:lnTo>
                <a:lnTo>
                  <a:pt x="32727" y="62574"/>
                </a:lnTo>
                <a:lnTo>
                  <a:pt x="33680" y="62155"/>
                </a:lnTo>
                <a:lnTo>
                  <a:pt x="34647" y="61827"/>
                </a:lnTo>
                <a:lnTo>
                  <a:pt x="35624" y="61593"/>
                </a:lnTo>
                <a:lnTo>
                  <a:pt x="36608" y="61452"/>
                </a:lnTo>
                <a:lnTo>
                  <a:pt x="37596" y="61405"/>
                </a:lnTo>
                <a:lnTo>
                  <a:pt x="38141" y="61423"/>
                </a:lnTo>
                <a:lnTo>
                  <a:pt x="38667" y="61477"/>
                </a:lnTo>
                <a:lnTo>
                  <a:pt x="39175" y="61570"/>
                </a:lnTo>
                <a:lnTo>
                  <a:pt x="39664" y="61706"/>
                </a:lnTo>
                <a:lnTo>
                  <a:pt x="40132" y="61885"/>
                </a:lnTo>
                <a:lnTo>
                  <a:pt x="40581" y="62112"/>
                </a:lnTo>
                <a:lnTo>
                  <a:pt x="41009" y="62389"/>
                </a:lnTo>
                <a:lnTo>
                  <a:pt x="41416" y="62717"/>
                </a:lnTo>
                <a:lnTo>
                  <a:pt x="41801" y="63101"/>
                </a:lnTo>
                <a:lnTo>
                  <a:pt x="42165" y="63542"/>
                </a:lnTo>
                <a:lnTo>
                  <a:pt x="42506" y="64043"/>
                </a:lnTo>
                <a:lnTo>
                  <a:pt x="42825" y="64606"/>
                </a:lnTo>
                <a:lnTo>
                  <a:pt x="43121" y="65235"/>
                </a:lnTo>
                <a:lnTo>
                  <a:pt x="43393" y="65931"/>
                </a:lnTo>
                <a:lnTo>
                  <a:pt x="43641" y="66698"/>
                </a:lnTo>
                <a:lnTo>
                  <a:pt x="43865" y="67538"/>
                </a:lnTo>
                <a:lnTo>
                  <a:pt x="44064" y="68453"/>
                </a:lnTo>
                <a:lnTo>
                  <a:pt x="44238" y="69446"/>
                </a:lnTo>
                <a:lnTo>
                  <a:pt x="44387" y="70520"/>
                </a:lnTo>
                <a:lnTo>
                  <a:pt x="44509" y="71678"/>
                </a:lnTo>
                <a:lnTo>
                  <a:pt x="44605" y="72921"/>
                </a:lnTo>
                <a:lnTo>
                  <a:pt x="44674" y="74253"/>
                </a:lnTo>
                <a:lnTo>
                  <a:pt x="44716" y="75675"/>
                </a:lnTo>
                <a:lnTo>
                  <a:pt x="44730" y="77192"/>
                </a:lnTo>
                <a:lnTo>
                  <a:pt x="44730" y="122048"/>
                </a:lnTo>
                <a:lnTo>
                  <a:pt x="44266" y="122049"/>
                </a:lnTo>
                <a:lnTo>
                  <a:pt x="43793" y="122052"/>
                </a:lnTo>
                <a:lnTo>
                  <a:pt x="43314" y="122060"/>
                </a:lnTo>
                <a:lnTo>
                  <a:pt x="42829" y="122076"/>
                </a:lnTo>
                <a:lnTo>
                  <a:pt x="42344" y="122102"/>
                </a:lnTo>
                <a:lnTo>
                  <a:pt x="41859" y="122141"/>
                </a:lnTo>
                <a:lnTo>
                  <a:pt x="41378" y="122196"/>
                </a:lnTo>
                <a:lnTo>
                  <a:pt x="40902" y="122269"/>
                </a:lnTo>
                <a:lnTo>
                  <a:pt x="40436" y="122363"/>
                </a:lnTo>
                <a:lnTo>
                  <a:pt x="39980" y="122480"/>
                </a:lnTo>
                <a:lnTo>
                  <a:pt x="39539" y="122623"/>
                </a:lnTo>
                <a:lnTo>
                  <a:pt x="39114" y="122795"/>
                </a:lnTo>
                <a:lnTo>
                  <a:pt x="38708" y="122998"/>
                </a:lnTo>
                <a:lnTo>
                  <a:pt x="38324" y="123234"/>
                </a:lnTo>
                <a:lnTo>
                  <a:pt x="37964" y="123507"/>
                </a:lnTo>
                <a:lnTo>
                  <a:pt x="37631" y="123818"/>
                </a:lnTo>
                <a:lnTo>
                  <a:pt x="37328" y="124172"/>
                </a:lnTo>
                <a:lnTo>
                  <a:pt x="37056" y="124569"/>
                </a:lnTo>
                <a:lnTo>
                  <a:pt x="36819" y="125013"/>
                </a:lnTo>
                <a:lnTo>
                  <a:pt x="36620" y="125506"/>
                </a:lnTo>
                <a:lnTo>
                  <a:pt x="36460" y="126051"/>
                </a:lnTo>
                <a:lnTo>
                  <a:pt x="36343" y="126650"/>
                </a:lnTo>
                <a:lnTo>
                  <a:pt x="36270" y="127307"/>
                </a:lnTo>
                <a:lnTo>
                  <a:pt x="36246" y="128023"/>
                </a:lnTo>
                <a:lnTo>
                  <a:pt x="36272" y="128717"/>
                </a:lnTo>
                <a:lnTo>
                  <a:pt x="36350" y="129352"/>
                </a:lnTo>
                <a:lnTo>
                  <a:pt x="36475" y="129932"/>
                </a:lnTo>
                <a:lnTo>
                  <a:pt x="36644" y="130460"/>
                </a:lnTo>
                <a:lnTo>
                  <a:pt x="36854" y="130937"/>
                </a:lnTo>
                <a:lnTo>
                  <a:pt x="37101" y="131367"/>
                </a:lnTo>
                <a:lnTo>
                  <a:pt x="37383" y="131752"/>
                </a:lnTo>
                <a:lnTo>
                  <a:pt x="37695" y="132093"/>
                </a:lnTo>
                <a:lnTo>
                  <a:pt x="38035" y="132395"/>
                </a:lnTo>
                <a:lnTo>
                  <a:pt x="38399" y="132659"/>
                </a:lnTo>
                <a:lnTo>
                  <a:pt x="38784" y="132888"/>
                </a:lnTo>
                <a:lnTo>
                  <a:pt x="39186" y="133084"/>
                </a:lnTo>
                <a:lnTo>
                  <a:pt x="39602" y="133250"/>
                </a:lnTo>
                <a:lnTo>
                  <a:pt x="40029" y="133389"/>
                </a:lnTo>
                <a:lnTo>
                  <a:pt x="40464" y="133502"/>
                </a:lnTo>
                <a:lnTo>
                  <a:pt x="40902" y="133593"/>
                </a:lnTo>
                <a:lnTo>
                  <a:pt x="41341" y="133664"/>
                </a:lnTo>
                <a:lnTo>
                  <a:pt x="41777" y="133717"/>
                </a:lnTo>
                <a:lnTo>
                  <a:pt x="42207" y="133755"/>
                </a:lnTo>
                <a:lnTo>
                  <a:pt x="42628" y="133780"/>
                </a:lnTo>
                <a:lnTo>
                  <a:pt x="43036" y="133796"/>
                </a:lnTo>
                <a:lnTo>
                  <a:pt x="43428" y="133804"/>
                </a:lnTo>
                <a:lnTo>
                  <a:pt x="43800" y="133807"/>
                </a:lnTo>
                <a:lnTo>
                  <a:pt x="44150" y="133807"/>
                </a:lnTo>
                <a:lnTo>
                  <a:pt x="58609" y="133807"/>
                </a:lnTo>
                <a:lnTo>
                  <a:pt x="58981" y="133807"/>
                </a:lnTo>
                <a:lnTo>
                  <a:pt x="59372" y="133804"/>
                </a:lnTo>
                <a:lnTo>
                  <a:pt x="59779" y="133796"/>
                </a:lnTo>
                <a:lnTo>
                  <a:pt x="60199" y="133780"/>
                </a:lnTo>
                <a:lnTo>
                  <a:pt x="60628" y="133755"/>
                </a:lnTo>
                <a:lnTo>
                  <a:pt x="61064" y="133717"/>
                </a:lnTo>
                <a:lnTo>
                  <a:pt x="61504" y="133664"/>
                </a:lnTo>
                <a:lnTo>
                  <a:pt x="61943" y="133593"/>
                </a:lnTo>
                <a:lnTo>
                  <a:pt x="62381" y="133502"/>
                </a:lnTo>
                <a:lnTo>
                  <a:pt x="62812" y="133389"/>
                </a:lnTo>
                <a:lnTo>
                  <a:pt x="63235" y="133250"/>
                </a:lnTo>
                <a:lnTo>
                  <a:pt x="63646" y="133084"/>
                </a:lnTo>
                <a:lnTo>
                  <a:pt x="64041" y="132888"/>
                </a:lnTo>
                <a:lnTo>
                  <a:pt x="64419" y="132659"/>
                </a:lnTo>
                <a:lnTo>
                  <a:pt x="64775" y="132395"/>
                </a:lnTo>
                <a:lnTo>
                  <a:pt x="65107" y="132093"/>
                </a:lnTo>
                <a:lnTo>
                  <a:pt x="65411" y="131752"/>
                </a:lnTo>
                <a:lnTo>
                  <a:pt x="65685" y="131367"/>
                </a:lnTo>
                <a:lnTo>
                  <a:pt x="65925" y="130937"/>
                </a:lnTo>
                <a:lnTo>
                  <a:pt x="66129" y="130460"/>
                </a:lnTo>
                <a:lnTo>
                  <a:pt x="66292" y="129932"/>
                </a:lnTo>
                <a:lnTo>
                  <a:pt x="66413" y="129352"/>
                </a:lnTo>
                <a:lnTo>
                  <a:pt x="66488" y="128717"/>
                </a:lnTo>
                <a:lnTo>
                  <a:pt x="66513" y="128023"/>
                </a:lnTo>
                <a:lnTo>
                  <a:pt x="66492" y="127307"/>
                </a:lnTo>
                <a:lnTo>
                  <a:pt x="66430" y="126650"/>
                </a:lnTo>
                <a:lnTo>
                  <a:pt x="66326" y="126051"/>
                </a:lnTo>
                <a:lnTo>
                  <a:pt x="66181" y="125506"/>
                </a:lnTo>
                <a:lnTo>
                  <a:pt x="65997" y="125013"/>
                </a:lnTo>
                <a:lnTo>
                  <a:pt x="65773" y="124569"/>
                </a:lnTo>
                <a:lnTo>
                  <a:pt x="65509" y="124172"/>
                </a:lnTo>
                <a:lnTo>
                  <a:pt x="65207" y="123818"/>
                </a:lnTo>
                <a:lnTo>
                  <a:pt x="64867" y="123507"/>
                </a:lnTo>
                <a:lnTo>
                  <a:pt x="64489" y="123234"/>
                </a:lnTo>
                <a:lnTo>
                  <a:pt x="64074" y="122998"/>
                </a:lnTo>
                <a:lnTo>
                  <a:pt x="63622" y="122795"/>
                </a:lnTo>
                <a:lnTo>
                  <a:pt x="63134" y="122623"/>
                </a:lnTo>
                <a:lnTo>
                  <a:pt x="62611" y="122480"/>
                </a:lnTo>
                <a:lnTo>
                  <a:pt x="62052" y="122363"/>
                </a:lnTo>
                <a:lnTo>
                  <a:pt x="61459" y="122269"/>
                </a:lnTo>
                <a:lnTo>
                  <a:pt x="60831" y="122196"/>
                </a:lnTo>
                <a:lnTo>
                  <a:pt x="60170" y="122141"/>
                </a:lnTo>
                <a:lnTo>
                  <a:pt x="59476" y="122102"/>
                </a:lnTo>
                <a:lnTo>
                  <a:pt x="58749" y="122076"/>
                </a:lnTo>
                <a:lnTo>
                  <a:pt x="57990" y="122060"/>
                </a:lnTo>
                <a:lnTo>
                  <a:pt x="57200" y="122052"/>
                </a:lnTo>
                <a:lnTo>
                  <a:pt x="56378" y="122049"/>
                </a:lnTo>
                <a:lnTo>
                  <a:pt x="55526" y="122048"/>
                </a:lnTo>
                <a:lnTo>
                  <a:pt x="55526" y="87589"/>
                </a:lnTo>
                <a:lnTo>
                  <a:pt x="55567" y="85489"/>
                </a:lnTo>
                <a:lnTo>
                  <a:pt x="55686" y="83474"/>
                </a:lnTo>
                <a:lnTo>
                  <a:pt x="55881" y="81544"/>
                </a:lnTo>
                <a:lnTo>
                  <a:pt x="56148" y="79700"/>
                </a:lnTo>
                <a:lnTo>
                  <a:pt x="56484" y="77941"/>
                </a:lnTo>
                <a:lnTo>
                  <a:pt x="56885" y="76269"/>
                </a:lnTo>
                <a:lnTo>
                  <a:pt x="57347" y="74684"/>
                </a:lnTo>
                <a:lnTo>
                  <a:pt x="57868" y="73185"/>
                </a:lnTo>
                <a:lnTo>
                  <a:pt x="58444" y="71774"/>
                </a:lnTo>
                <a:lnTo>
                  <a:pt x="59071" y="70452"/>
                </a:lnTo>
                <a:lnTo>
                  <a:pt x="59746" y="69217"/>
                </a:lnTo>
                <a:lnTo>
                  <a:pt x="60466" y="68072"/>
                </a:lnTo>
                <a:lnTo>
                  <a:pt x="61227" y="67015"/>
                </a:lnTo>
                <a:lnTo>
                  <a:pt x="62026" y="66049"/>
                </a:lnTo>
                <a:lnTo>
                  <a:pt x="62859" y="65172"/>
                </a:lnTo>
                <a:lnTo>
                  <a:pt x="63723" y="64386"/>
                </a:lnTo>
                <a:lnTo>
                  <a:pt x="64615" y="63691"/>
                </a:lnTo>
                <a:lnTo>
                  <a:pt x="65530" y="63087"/>
                </a:lnTo>
                <a:lnTo>
                  <a:pt x="66466" y="62575"/>
                </a:lnTo>
                <a:lnTo>
                  <a:pt x="67419" y="62155"/>
                </a:lnTo>
                <a:lnTo>
                  <a:pt x="68386" y="61827"/>
                </a:lnTo>
                <a:lnTo>
                  <a:pt x="69363" y="61593"/>
                </a:lnTo>
                <a:lnTo>
                  <a:pt x="70348" y="61452"/>
                </a:lnTo>
                <a:lnTo>
                  <a:pt x="71335" y="61405"/>
                </a:lnTo>
                <a:lnTo>
                  <a:pt x="71880" y="61423"/>
                </a:lnTo>
                <a:lnTo>
                  <a:pt x="72407" y="61477"/>
                </a:lnTo>
                <a:lnTo>
                  <a:pt x="72914" y="61570"/>
                </a:lnTo>
                <a:lnTo>
                  <a:pt x="73403" y="61706"/>
                </a:lnTo>
                <a:lnTo>
                  <a:pt x="73871" y="61885"/>
                </a:lnTo>
                <a:lnTo>
                  <a:pt x="74320" y="62112"/>
                </a:lnTo>
                <a:lnTo>
                  <a:pt x="74748" y="62389"/>
                </a:lnTo>
                <a:lnTo>
                  <a:pt x="75155" y="62717"/>
                </a:lnTo>
                <a:lnTo>
                  <a:pt x="75540" y="63101"/>
                </a:lnTo>
                <a:lnTo>
                  <a:pt x="75904" y="63542"/>
                </a:lnTo>
                <a:lnTo>
                  <a:pt x="76246" y="64043"/>
                </a:lnTo>
                <a:lnTo>
                  <a:pt x="76564" y="64606"/>
                </a:lnTo>
                <a:lnTo>
                  <a:pt x="76860" y="65235"/>
                </a:lnTo>
                <a:lnTo>
                  <a:pt x="77132" y="65931"/>
                </a:lnTo>
                <a:lnTo>
                  <a:pt x="77381" y="66698"/>
                </a:lnTo>
                <a:lnTo>
                  <a:pt x="77604" y="67538"/>
                </a:lnTo>
                <a:lnTo>
                  <a:pt x="77804" y="68453"/>
                </a:lnTo>
                <a:lnTo>
                  <a:pt x="77978" y="69446"/>
                </a:lnTo>
                <a:lnTo>
                  <a:pt x="78126" y="70520"/>
                </a:lnTo>
                <a:lnTo>
                  <a:pt x="78248" y="71678"/>
                </a:lnTo>
                <a:lnTo>
                  <a:pt x="78344" y="72921"/>
                </a:lnTo>
                <a:lnTo>
                  <a:pt x="78413" y="74253"/>
                </a:lnTo>
                <a:lnTo>
                  <a:pt x="78455" y="75675"/>
                </a:lnTo>
                <a:lnTo>
                  <a:pt x="78469" y="77192"/>
                </a:lnTo>
                <a:lnTo>
                  <a:pt x="78469" y="122048"/>
                </a:lnTo>
                <a:lnTo>
                  <a:pt x="78005" y="122049"/>
                </a:lnTo>
                <a:lnTo>
                  <a:pt x="77532" y="122052"/>
                </a:lnTo>
                <a:lnTo>
                  <a:pt x="77052" y="122060"/>
                </a:lnTo>
                <a:lnTo>
                  <a:pt x="76568" y="122076"/>
                </a:lnTo>
                <a:lnTo>
                  <a:pt x="76082" y="122102"/>
                </a:lnTo>
                <a:lnTo>
                  <a:pt x="75597" y="122141"/>
                </a:lnTo>
                <a:lnTo>
                  <a:pt x="75115" y="122196"/>
                </a:lnTo>
                <a:lnTo>
                  <a:pt x="74640" y="122269"/>
                </a:lnTo>
                <a:lnTo>
                  <a:pt x="74174" y="122363"/>
                </a:lnTo>
                <a:lnTo>
                  <a:pt x="73718" y="122480"/>
                </a:lnTo>
                <a:lnTo>
                  <a:pt x="73277" y="122623"/>
                </a:lnTo>
                <a:lnTo>
                  <a:pt x="72852" y="122795"/>
                </a:lnTo>
                <a:lnTo>
                  <a:pt x="72447" y="122998"/>
                </a:lnTo>
                <a:lnTo>
                  <a:pt x="72062" y="123234"/>
                </a:lnTo>
                <a:lnTo>
                  <a:pt x="71703" y="123507"/>
                </a:lnTo>
                <a:lnTo>
                  <a:pt x="71370" y="123818"/>
                </a:lnTo>
                <a:lnTo>
                  <a:pt x="71066" y="124172"/>
                </a:lnTo>
                <a:lnTo>
                  <a:pt x="70795" y="124569"/>
                </a:lnTo>
                <a:lnTo>
                  <a:pt x="70558" y="125013"/>
                </a:lnTo>
                <a:lnTo>
                  <a:pt x="70359" y="125506"/>
                </a:lnTo>
                <a:lnTo>
                  <a:pt x="70199" y="126051"/>
                </a:lnTo>
                <a:lnTo>
                  <a:pt x="70082" y="126650"/>
                </a:lnTo>
                <a:lnTo>
                  <a:pt x="70009" y="127307"/>
                </a:lnTo>
                <a:lnTo>
                  <a:pt x="69985" y="128023"/>
                </a:lnTo>
                <a:lnTo>
                  <a:pt x="70011" y="128717"/>
                </a:lnTo>
                <a:lnTo>
                  <a:pt x="70089" y="129352"/>
                </a:lnTo>
                <a:lnTo>
                  <a:pt x="70214" y="129932"/>
                </a:lnTo>
                <a:lnTo>
                  <a:pt x="70383" y="130460"/>
                </a:lnTo>
                <a:lnTo>
                  <a:pt x="70593" y="130937"/>
                </a:lnTo>
                <a:lnTo>
                  <a:pt x="70840" y="131367"/>
                </a:lnTo>
                <a:lnTo>
                  <a:pt x="71122" y="131752"/>
                </a:lnTo>
                <a:lnTo>
                  <a:pt x="71434" y="132093"/>
                </a:lnTo>
                <a:lnTo>
                  <a:pt x="71774" y="132395"/>
                </a:lnTo>
                <a:lnTo>
                  <a:pt x="72138" y="132659"/>
                </a:lnTo>
                <a:lnTo>
                  <a:pt x="72522" y="132888"/>
                </a:lnTo>
                <a:lnTo>
                  <a:pt x="72924" y="133084"/>
                </a:lnTo>
                <a:lnTo>
                  <a:pt x="73340" y="133250"/>
                </a:lnTo>
                <a:lnTo>
                  <a:pt x="73767" y="133389"/>
                </a:lnTo>
                <a:lnTo>
                  <a:pt x="74201" y="133502"/>
                </a:lnTo>
                <a:lnTo>
                  <a:pt x="74640" y="133593"/>
                </a:lnTo>
                <a:lnTo>
                  <a:pt x="75079" y="133664"/>
                </a:lnTo>
                <a:lnTo>
                  <a:pt x="75515" y="133717"/>
                </a:lnTo>
                <a:lnTo>
                  <a:pt x="75945" y="133755"/>
                </a:lnTo>
                <a:lnTo>
                  <a:pt x="76366" y="133780"/>
                </a:lnTo>
                <a:lnTo>
                  <a:pt x="76774" y="133796"/>
                </a:lnTo>
                <a:lnTo>
                  <a:pt x="77166" y="133804"/>
                </a:lnTo>
                <a:lnTo>
                  <a:pt x="77539" y="133807"/>
                </a:lnTo>
                <a:lnTo>
                  <a:pt x="77889" y="133807"/>
                </a:lnTo>
                <a:lnTo>
                  <a:pt x="92348" y="133807"/>
                </a:lnTo>
                <a:lnTo>
                  <a:pt x="92720" y="133807"/>
                </a:lnTo>
                <a:lnTo>
                  <a:pt x="93111" y="133804"/>
                </a:lnTo>
                <a:lnTo>
                  <a:pt x="93518" y="133796"/>
                </a:lnTo>
                <a:lnTo>
                  <a:pt x="93938" y="133780"/>
                </a:lnTo>
                <a:lnTo>
                  <a:pt x="94367" y="133755"/>
                </a:lnTo>
                <a:lnTo>
                  <a:pt x="94803" y="133717"/>
                </a:lnTo>
                <a:lnTo>
                  <a:pt x="95243" y="133664"/>
                </a:lnTo>
                <a:lnTo>
                  <a:pt x="95683" y="133593"/>
                </a:lnTo>
                <a:lnTo>
                  <a:pt x="96120" y="133502"/>
                </a:lnTo>
                <a:lnTo>
                  <a:pt x="96551" y="133389"/>
                </a:lnTo>
                <a:lnTo>
                  <a:pt x="96974" y="133250"/>
                </a:lnTo>
                <a:lnTo>
                  <a:pt x="97385" y="133084"/>
                </a:lnTo>
                <a:lnTo>
                  <a:pt x="97780" y="132888"/>
                </a:lnTo>
                <a:lnTo>
                  <a:pt x="98158" y="132659"/>
                </a:lnTo>
                <a:lnTo>
                  <a:pt x="98514" y="132395"/>
                </a:lnTo>
                <a:lnTo>
                  <a:pt x="98846" y="132093"/>
                </a:lnTo>
                <a:lnTo>
                  <a:pt x="99150" y="131752"/>
                </a:lnTo>
                <a:lnTo>
                  <a:pt x="99424" y="131367"/>
                </a:lnTo>
                <a:lnTo>
                  <a:pt x="99664" y="130937"/>
                </a:lnTo>
                <a:lnTo>
                  <a:pt x="99868" y="130460"/>
                </a:lnTo>
                <a:lnTo>
                  <a:pt x="100032" y="129932"/>
                </a:lnTo>
                <a:lnTo>
                  <a:pt x="100152" y="129352"/>
                </a:lnTo>
                <a:lnTo>
                  <a:pt x="100227" y="128717"/>
                </a:lnTo>
                <a:lnTo>
                  <a:pt x="100253" y="128023"/>
                </a:lnTo>
                <a:lnTo>
                  <a:pt x="100232" y="127307"/>
                </a:lnTo>
                <a:lnTo>
                  <a:pt x="100169" y="126650"/>
                </a:lnTo>
                <a:lnTo>
                  <a:pt x="100065" y="126051"/>
                </a:lnTo>
                <a:lnTo>
                  <a:pt x="99921" y="125506"/>
                </a:lnTo>
                <a:lnTo>
                  <a:pt x="99736" y="125013"/>
                </a:lnTo>
                <a:lnTo>
                  <a:pt x="99512" y="124569"/>
                </a:lnTo>
                <a:close/>
                <a:moveTo>
                  <a:pt x="604760" y="124569"/>
                </a:moveTo>
                <a:lnTo>
                  <a:pt x="604494" y="124172"/>
                </a:lnTo>
                <a:lnTo>
                  <a:pt x="604197" y="123818"/>
                </a:lnTo>
                <a:lnTo>
                  <a:pt x="603873" y="123507"/>
                </a:lnTo>
                <a:lnTo>
                  <a:pt x="603525" y="123234"/>
                </a:lnTo>
                <a:lnTo>
                  <a:pt x="603155" y="122998"/>
                </a:lnTo>
                <a:lnTo>
                  <a:pt x="602766" y="122795"/>
                </a:lnTo>
                <a:lnTo>
                  <a:pt x="602361" y="122623"/>
                </a:lnTo>
                <a:lnTo>
                  <a:pt x="601942" y="122480"/>
                </a:lnTo>
                <a:lnTo>
                  <a:pt x="601513" y="122363"/>
                </a:lnTo>
                <a:lnTo>
                  <a:pt x="601077" y="122269"/>
                </a:lnTo>
                <a:lnTo>
                  <a:pt x="600636" y="122196"/>
                </a:lnTo>
                <a:lnTo>
                  <a:pt x="600193" y="122141"/>
                </a:lnTo>
                <a:lnTo>
                  <a:pt x="599751" y="122102"/>
                </a:lnTo>
                <a:lnTo>
                  <a:pt x="599313" y="122076"/>
                </a:lnTo>
                <a:lnTo>
                  <a:pt x="598882" y="122060"/>
                </a:lnTo>
                <a:lnTo>
                  <a:pt x="598460" y="122052"/>
                </a:lnTo>
                <a:lnTo>
                  <a:pt x="598050" y="122049"/>
                </a:lnTo>
                <a:lnTo>
                  <a:pt x="597656" y="122048"/>
                </a:lnTo>
                <a:lnTo>
                  <a:pt x="589172" y="122048"/>
                </a:lnTo>
                <a:lnTo>
                  <a:pt x="589172" y="77386"/>
                </a:lnTo>
                <a:lnTo>
                  <a:pt x="589121" y="75013"/>
                </a:lnTo>
                <a:lnTo>
                  <a:pt x="588970" y="72754"/>
                </a:lnTo>
                <a:lnTo>
                  <a:pt x="588720" y="70610"/>
                </a:lnTo>
                <a:lnTo>
                  <a:pt x="588373" y="68578"/>
                </a:lnTo>
                <a:lnTo>
                  <a:pt x="587932" y="66657"/>
                </a:lnTo>
                <a:lnTo>
                  <a:pt x="587398" y="64846"/>
                </a:lnTo>
                <a:lnTo>
                  <a:pt x="586773" y="63144"/>
                </a:lnTo>
                <a:lnTo>
                  <a:pt x="586059" y="61549"/>
                </a:lnTo>
                <a:lnTo>
                  <a:pt x="585258" y="60061"/>
                </a:lnTo>
                <a:lnTo>
                  <a:pt x="584372" y="58677"/>
                </a:lnTo>
                <a:lnTo>
                  <a:pt x="583403" y="57398"/>
                </a:lnTo>
                <a:lnTo>
                  <a:pt x="582353" y="56221"/>
                </a:lnTo>
                <a:lnTo>
                  <a:pt x="581223" y="55145"/>
                </a:lnTo>
                <a:lnTo>
                  <a:pt x="580016" y="54170"/>
                </a:lnTo>
                <a:lnTo>
                  <a:pt x="578733" y="53293"/>
                </a:lnTo>
                <a:lnTo>
                  <a:pt x="577377" y="52513"/>
                </a:lnTo>
                <a:lnTo>
                  <a:pt x="575949" y="51831"/>
                </a:lnTo>
                <a:lnTo>
                  <a:pt x="574452" y="51243"/>
                </a:lnTo>
                <a:lnTo>
                  <a:pt x="572887" y="50749"/>
                </a:lnTo>
                <a:lnTo>
                  <a:pt x="571256" y="50347"/>
                </a:lnTo>
                <a:lnTo>
                  <a:pt x="569561" y="50037"/>
                </a:lnTo>
                <a:lnTo>
                  <a:pt x="567804" y="49817"/>
                </a:lnTo>
                <a:lnTo>
                  <a:pt x="565986" y="49686"/>
                </a:lnTo>
                <a:lnTo>
                  <a:pt x="564111" y="49643"/>
                </a:lnTo>
                <a:lnTo>
                  <a:pt x="562519" y="49676"/>
                </a:lnTo>
                <a:lnTo>
                  <a:pt x="560971" y="49774"/>
                </a:lnTo>
                <a:lnTo>
                  <a:pt x="559468" y="49932"/>
                </a:lnTo>
                <a:lnTo>
                  <a:pt x="558010" y="50146"/>
                </a:lnTo>
                <a:lnTo>
                  <a:pt x="556597" y="50411"/>
                </a:lnTo>
                <a:lnTo>
                  <a:pt x="555231" y="50725"/>
                </a:lnTo>
                <a:lnTo>
                  <a:pt x="553910" y="51082"/>
                </a:lnTo>
                <a:lnTo>
                  <a:pt x="552636" y="51479"/>
                </a:lnTo>
                <a:lnTo>
                  <a:pt x="551409" y="51911"/>
                </a:lnTo>
                <a:lnTo>
                  <a:pt x="550229" y="52375"/>
                </a:lnTo>
                <a:lnTo>
                  <a:pt x="549097" y="52866"/>
                </a:lnTo>
                <a:lnTo>
                  <a:pt x="548013" y="53380"/>
                </a:lnTo>
                <a:lnTo>
                  <a:pt x="546976" y="53913"/>
                </a:lnTo>
                <a:lnTo>
                  <a:pt x="545989" y="54461"/>
                </a:lnTo>
                <a:lnTo>
                  <a:pt x="545050" y="55020"/>
                </a:lnTo>
                <a:lnTo>
                  <a:pt x="544160" y="55586"/>
                </a:lnTo>
                <a:lnTo>
                  <a:pt x="543320" y="56154"/>
                </a:lnTo>
                <a:lnTo>
                  <a:pt x="542530" y="56721"/>
                </a:lnTo>
                <a:lnTo>
                  <a:pt x="541789" y="57283"/>
                </a:lnTo>
                <a:lnTo>
                  <a:pt x="541100" y="57835"/>
                </a:lnTo>
                <a:lnTo>
                  <a:pt x="540461" y="58373"/>
                </a:lnTo>
                <a:lnTo>
                  <a:pt x="539873" y="58893"/>
                </a:lnTo>
                <a:lnTo>
                  <a:pt x="539337" y="59391"/>
                </a:lnTo>
                <a:lnTo>
                  <a:pt x="538853" y="59863"/>
                </a:lnTo>
                <a:lnTo>
                  <a:pt x="538853" y="59106"/>
                </a:lnTo>
                <a:lnTo>
                  <a:pt x="538849" y="58383"/>
                </a:lnTo>
                <a:lnTo>
                  <a:pt x="538838" y="57694"/>
                </a:lnTo>
                <a:lnTo>
                  <a:pt x="538817" y="57039"/>
                </a:lnTo>
                <a:lnTo>
                  <a:pt x="538783" y="56417"/>
                </a:lnTo>
                <a:lnTo>
                  <a:pt x="538733" y="55829"/>
                </a:lnTo>
                <a:lnTo>
                  <a:pt x="538662" y="55274"/>
                </a:lnTo>
                <a:lnTo>
                  <a:pt x="538568" y="54753"/>
                </a:lnTo>
                <a:lnTo>
                  <a:pt x="538447" y="54264"/>
                </a:lnTo>
                <a:lnTo>
                  <a:pt x="538295" y="53809"/>
                </a:lnTo>
                <a:lnTo>
                  <a:pt x="538111" y="53385"/>
                </a:lnTo>
                <a:lnTo>
                  <a:pt x="537889" y="52995"/>
                </a:lnTo>
                <a:lnTo>
                  <a:pt x="537628" y="52636"/>
                </a:lnTo>
                <a:lnTo>
                  <a:pt x="537323" y="52310"/>
                </a:lnTo>
                <a:lnTo>
                  <a:pt x="536971" y="52015"/>
                </a:lnTo>
                <a:lnTo>
                  <a:pt x="536569" y="51753"/>
                </a:lnTo>
                <a:lnTo>
                  <a:pt x="536113" y="51522"/>
                </a:lnTo>
                <a:lnTo>
                  <a:pt x="535600" y="51322"/>
                </a:lnTo>
                <a:lnTo>
                  <a:pt x="535027" y="51153"/>
                </a:lnTo>
                <a:lnTo>
                  <a:pt x="534391" y="51016"/>
                </a:lnTo>
                <a:lnTo>
                  <a:pt x="533688" y="50909"/>
                </a:lnTo>
                <a:lnTo>
                  <a:pt x="532914" y="50833"/>
                </a:lnTo>
                <a:lnTo>
                  <a:pt x="532067" y="50788"/>
                </a:lnTo>
                <a:lnTo>
                  <a:pt x="531143" y="50773"/>
                </a:lnTo>
                <a:lnTo>
                  <a:pt x="517069" y="50773"/>
                </a:lnTo>
                <a:lnTo>
                  <a:pt x="516675" y="50773"/>
                </a:lnTo>
                <a:lnTo>
                  <a:pt x="516266" y="50776"/>
                </a:lnTo>
                <a:lnTo>
                  <a:pt x="515844" y="50784"/>
                </a:lnTo>
                <a:lnTo>
                  <a:pt x="515412" y="50800"/>
                </a:lnTo>
                <a:lnTo>
                  <a:pt x="514974" y="50827"/>
                </a:lnTo>
                <a:lnTo>
                  <a:pt x="514532" y="50866"/>
                </a:lnTo>
                <a:lnTo>
                  <a:pt x="514089" y="50921"/>
                </a:lnTo>
                <a:lnTo>
                  <a:pt x="513648" y="50994"/>
                </a:lnTo>
                <a:lnTo>
                  <a:pt x="513212" y="51088"/>
                </a:lnTo>
                <a:lnTo>
                  <a:pt x="512783" y="51205"/>
                </a:lnTo>
                <a:lnTo>
                  <a:pt x="512365" y="51348"/>
                </a:lnTo>
                <a:lnTo>
                  <a:pt x="511960" y="51520"/>
                </a:lnTo>
                <a:lnTo>
                  <a:pt x="511571" y="51723"/>
                </a:lnTo>
                <a:lnTo>
                  <a:pt x="511201" y="51959"/>
                </a:lnTo>
                <a:lnTo>
                  <a:pt x="510852" y="52232"/>
                </a:lnTo>
                <a:lnTo>
                  <a:pt x="510528" y="52544"/>
                </a:lnTo>
                <a:lnTo>
                  <a:pt x="510232" y="52897"/>
                </a:lnTo>
                <a:lnTo>
                  <a:pt x="509966" y="53295"/>
                </a:lnTo>
                <a:lnTo>
                  <a:pt x="509733" y="53739"/>
                </a:lnTo>
                <a:lnTo>
                  <a:pt x="509536" y="54232"/>
                </a:lnTo>
                <a:lnTo>
                  <a:pt x="509378" y="54778"/>
                </a:lnTo>
                <a:lnTo>
                  <a:pt x="509261" y="55377"/>
                </a:lnTo>
                <a:lnTo>
                  <a:pt x="509189" y="56034"/>
                </a:lnTo>
                <a:lnTo>
                  <a:pt x="509165" y="56751"/>
                </a:lnTo>
                <a:lnTo>
                  <a:pt x="509190" y="57444"/>
                </a:lnTo>
                <a:lnTo>
                  <a:pt x="509265" y="58080"/>
                </a:lnTo>
                <a:lnTo>
                  <a:pt x="509385" y="58660"/>
                </a:lnTo>
                <a:lnTo>
                  <a:pt x="509549" y="59188"/>
                </a:lnTo>
                <a:lnTo>
                  <a:pt x="509751" y="59665"/>
                </a:lnTo>
                <a:lnTo>
                  <a:pt x="509990" y="60095"/>
                </a:lnTo>
                <a:lnTo>
                  <a:pt x="510262" y="60479"/>
                </a:lnTo>
                <a:lnTo>
                  <a:pt x="510564" y="60821"/>
                </a:lnTo>
                <a:lnTo>
                  <a:pt x="510893" y="61123"/>
                </a:lnTo>
                <a:lnTo>
                  <a:pt x="511246" y="61387"/>
                </a:lnTo>
                <a:lnTo>
                  <a:pt x="511618" y="61616"/>
                </a:lnTo>
                <a:lnTo>
                  <a:pt x="512008" y="61812"/>
                </a:lnTo>
                <a:lnTo>
                  <a:pt x="512412" y="61978"/>
                </a:lnTo>
                <a:lnTo>
                  <a:pt x="512827" y="62116"/>
                </a:lnTo>
                <a:lnTo>
                  <a:pt x="513250" y="62230"/>
                </a:lnTo>
                <a:lnTo>
                  <a:pt x="513677" y="62321"/>
                </a:lnTo>
                <a:lnTo>
                  <a:pt x="514106" y="62391"/>
                </a:lnTo>
                <a:lnTo>
                  <a:pt x="514532" y="62444"/>
                </a:lnTo>
                <a:lnTo>
                  <a:pt x="514954" y="62482"/>
                </a:lnTo>
                <a:lnTo>
                  <a:pt x="515367" y="62508"/>
                </a:lnTo>
                <a:lnTo>
                  <a:pt x="515769" y="62523"/>
                </a:lnTo>
                <a:lnTo>
                  <a:pt x="516157" y="62531"/>
                </a:lnTo>
                <a:lnTo>
                  <a:pt x="516526" y="62534"/>
                </a:lnTo>
                <a:lnTo>
                  <a:pt x="516875" y="62535"/>
                </a:lnTo>
                <a:lnTo>
                  <a:pt x="525553" y="62535"/>
                </a:lnTo>
                <a:lnTo>
                  <a:pt x="525553" y="122048"/>
                </a:lnTo>
                <a:lnTo>
                  <a:pt x="517069" y="122048"/>
                </a:lnTo>
                <a:lnTo>
                  <a:pt x="516675" y="122049"/>
                </a:lnTo>
                <a:lnTo>
                  <a:pt x="516266" y="122052"/>
                </a:lnTo>
                <a:lnTo>
                  <a:pt x="515844" y="122060"/>
                </a:lnTo>
                <a:lnTo>
                  <a:pt x="515412" y="122076"/>
                </a:lnTo>
                <a:lnTo>
                  <a:pt x="514974" y="122102"/>
                </a:lnTo>
                <a:lnTo>
                  <a:pt x="514532" y="122141"/>
                </a:lnTo>
                <a:lnTo>
                  <a:pt x="514089" y="122196"/>
                </a:lnTo>
                <a:lnTo>
                  <a:pt x="513648" y="122269"/>
                </a:lnTo>
                <a:lnTo>
                  <a:pt x="513212" y="122363"/>
                </a:lnTo>
                <a:lnTo>
                  <a:pt x="512783" y="122480"/>
                </a:lnTo>
                <a:lnTo>
                  <a:pt x="512365" y="122623"/>
                </a:lnTo>
                <a:lnTo>
                  <a:pt x="511960" y="122795"/>
                </a:lnTo>
                <a:lnTo>
                  <a:pt x="511571" y="122998"/>
                </a:lnTo>
                <a:lnTo>
                  <a:pt x="511201" y="123234"/>
                </a:lnTo>
                <a:lnTo>
                  <a:pt x="510852" y="123507"/>
                </a:lnTo>
                <a:lnTo>
                  <a:pt x="510528" y="123818"/>
                </a:lnTo>
                <a:lnTo>
                  <a:pt x="510232" y="124172"/>
                </a:lnTo>
                <a:lnTo>
                  <a:pt x="509966" y="124569"/>
                </a:lnTo>
                <a:lnTo>
                  <a:pt x="509733" y="125013"/>
                </a:lnTo>
                <a:lnTo>
                  <a:pt x="509536" y="125506"/>
                </a:lnTo>
                <a:lnTo>
                  <a:pt x="509378" y="126051"/>
                </a:lnTo>
                <a:lnTo>
                  <a:pt x="509261" y="126650"/>
                </a:lnTo>
                <a:lnTo>
                  <a:pt x="509189" y="127307"/>
                </a:lnTo>
                <a:lnTo>
                  <a:pt x="509165" y="128023"/>
                </a:lnTo>
                <a:lnTo>
                  <a:pt x="509190" y="128717"/>
                </a:lnTo>
                <a:lnTo>
                  <a:pt x="509265" y="129352"/>
                </a:lnTo>
                <a:lnTo>
                  <a:pt x="509385" y="129932"/>
                </a:lnTo>
                <a:lnTo>
                  <a:pt x="509549" y="130460"/>
                </a:lnTo>
                <a:lnTo>
                  <a:pt x="509751" y="130937"/>
                </a:lnTo>
                <a:lnTo>
                  <a:pt x="509990" y="131367"/>
                </a:lnTo>
                <a:lnTo>
                  <a:pt x="510262" y="131752"/>
                </a:lnTo>
                <a:lnTo>
                  <a:pt x="510564" y="132093"/>
                </a:lnTo>
                <a:lnTo>
                  <a:pt x="510893" y="132395"/>
                </a:lnTo>
                <a:lnTo>
                  <a:pt x="511246" y="132659"/>
                </a:lnTo>
                <a:lnTo>
                  <a:pt x="511618" y="132888"/>
                </a:lnTo>
                <a:lnTo>
                  <a:pt x="512008" y="133084"/>
                </a:lnTo>
                <a:lnTo>
                  <a:pt x="512412" y="133250"/>
                </a:lnTo>
                <a:lnTo>
                  <a:pt x="512827" y="133389"/>
                </a:lnTo>
                <a:lnTo>
                  <a:pt x="513250" y="133502"/>
                </a:lnTo>
                <a:lnTo>
                  <a:pt x="513677" y="133593"/>
                </a:lnTo>
                <a:lnTo>
                  <a:pt x="514106" y="133664"/>
                </a:lnTo>
                <a:lnTo>
                  <a:pt x="514532" y="133717"/>
                </a:lnTo>
                <a:lnTo>
                  <a:pt x="514954" y="133755"/>
                </a:lnTo>
                <a:lnTo>
                  <a:pt x="515367" y="133780"/>
                </a:lnTo>
                <a:lnTo>
                  <a:pt x="515769" y="133796"/>
                </a:lnTo>
                <a:lnTo>
                  <a:pt x="516157" y="133804"/>
                </a:lnTo>
                <a:lnTo>
                  <a:pt x="516526" y="133807"/>
                </a:lnTo>
                <a:lnTo>
                  <a:pt x="516875" y="133807"/>
                </a:lnTo>
                <a:lnTo>
                  <a:pt x="547531" y="133807"/>
                </a:lnTo>
                <a:lnTo>
                  <a:pt x="547880" y="133807"/>
                </a:lnTo>
                <a:lnTo>
                  <a:pt x="548250" y="133804"/>
                </a:lnTo>
                <a:lnTo>
                  <a:pt x="548637" y="133796"/>
                </a:lnTo>
                <a:lnTo>
                  <a:pt x="549039" y="133780"/>
                </a:lnTo>
                <a:lnTo>
                  <a:pt x="549453" y="133755"/>
                </a:lnTo>
                <a:lnTo>
                  <a:pt x="549874" y="133717"/>
                </a:lnTo>
                <a:lnTo>
                  <a:pt x="550301" y="133664"/>
                </a:lnTo>
                <a:lnTo>
                  <a:pt x="550729" y="133593"/>
                </a:lnTo>
                <a:lnTo>
                  <a:pt x="551156" y="133502"/>
                </a:lnTo>
                <a:lnTo>
                  <a:pt x="551579" y="133389"/>
                </a:lnTo>
                <a:lnTo>
                  <a:pt x="551994" y="133250"/>
                </a:lnTo>
                <a:lnTo>
                  <a:pt x="552398" y="133084"/>
                </a:lnTo>
                <a:lnTo>
                  <a:pt x="552788" y="132888"/>
                </a:lnTo>
                <a:lnTo>
                  <a:pt x="553161" y="132659"/>
                </a:lnTo>
                <a:lnTo>
                  <a:pt x="553513" y="132395"/>
                </a:lnTo>
                <a:lnTo>
                  <a:pt x="553842" y="132093"/>
                </a:lnTo>
                <a:lnTo>
                  <a:pt x="554144" y="131752"/>
                </a:lnTo>
                <a:lnTo>
                  <a:pt x="554416" y="131367"/>
                </a:lnTo>
                <a:lnTo>
                  <a:pt x="554655" y="130937"/>
                </a:lnTo>
                <a:lnTo>
                  <a:pt x="554858" y="130460"/>
                </a:lnTo>
                <a:lnTo>
                  <a:pt x="555021" y="129932"/>
                </a:lnTo>
                <a:lnTo>
                  <a:pt x="555142" y="129352"/>
                </a:lnTo>
                <a:lnTo>
                  <a:pt x="555216" y="128717"/>
                </a:lnTo>
                <a:lnTo>
                  <a:pt x="555242" y="128023"/>
                </a:lnTo>
                <a:lnTo>
                  <a:pt x="555217" y="127307"/>
                </a:lnTo>
                <a:lnTo>
                  <a:pt x="555145" y="126650"/>
                </a:lnTo>
                <a:lnTo>
                  <a:pt x="555029" y="126051"/>
                </a:lnTo>
                <a:lnTo>
                  <a:pt x="554871" y="125506"/>
                </a:lnTo>
                <a:lnTo>
                  <a:pt x="554674" y="125013"/>
                </a:lnTo>
                <a:lnTo>
                  <a:pt x="554441" y="124569"/>
                </a:lnTo>
                <a:lnTo>
                  <a:pt x="554175" y="124172"/>
                </a:lnTo>
                <a:lnTo>
                  <a:pt x="553878" y="123818"/>
                </a:lnTo>
                <a:lnTo>
                  <a:pt x="553554" y="123507"/>
                </a:lnTo>
                <a:lnTo>
                  <a:pt x="553206" y="123234"/>
                </a:lnTo>
                <a:lnTo>
                  <a:pt x="552836" y="122998"/>
                </a:lnTo>
                <a:lnTo>
                  <a:pt x="552447" y="122795"/>
                </a:lnTo>
                <a:lnTo>
                  <a:pt x="552042" y="122623"/>
                </a:lnTo>
                <a:lnTo>
                  <a:pt x="551623" y="122480"/>
                </a:lnTo>
                <a:lnTo>
                  <a:pt x="551194" y="122363"/>
                </a:lnTo>
                <a:lnTo>
                  <a:pt x="550758" y="122269"/>
                </a:lnTo>
                <a:lnTo>
                  <a:pt x="550317" y="122196"/>
                </a:lnTo>
                <a:lnTo>
                  <a:pt x="549874" y="122141"/>
                </a:lnTo>
                <a:lnTo>
                  <a:pt x="549432" y="122102"/>
                </a:lnTo>
                <a:lnTo>
                  <a:pt x="548994" y="122076"/>
                </a:lnTo>
                <a:lnTo>
                  <a:pt x="548563" y="122060"/>
                </a:lnTo>
                <a:lnTo>
                  <a:pt x="548141" y="122052"/>
                </a:lnTo>
                <a:lnTo>
                  <a:pt x="547731" y="122049"/>
                </a:lnTo>
                <a:lnTo>
                  <a:pt x="547337" y="122048"/>
                </a:lnTo>
                <a:lnTo>
                  <a:pt x="538853" y="122048"/>
                </a:lnTo>
                <a:lnTo>
                  <a:pt x="538853" y="87959"/>
                </a:lnTo>
                <a:lnTo>
                  <a:pt x="538926" y="85616"/>
                </a:lnTo>
                <a:lnTo>
                  <a:pt x="539140" y="83396"/>
                </a:lnTo>
                <a:lnTo>
                  <a:pt x="539485" y="81295"/>
                </a:lnTo>
                <a:lnTo>
                  <a:pt x="539956" y="79313"/>
                </a:lnTo>
                <a:lnTo>
                  <a:pt x="540542" y="77446"/>
                </a:lnTo>
                <a:lnTo>
                  <a:pt x="541236" y="75694"/>
                </a:lnTo>
                <a:lnTo>
                  <a:pt x="542030" y="74055"/>
                </a:lnTo>
                <a:lnTo>
                  <a:pt x="542916" y="72525"/>
                </a:lnTo>
                <a:lnTo>
                  <a:pt x="543886" y="71103"/>
                </a:lnTo>
                <a:lnTo>
                  <a:pt x="544931" y="69788"/>
                </a:lnTo>
                <a:lnTo>
                  <a:pt x="546044" y="68577"/>
                </a:lnTo>
                <a:lnTo>
                  <a:pt x="547216" y="67468"/>
                </a:lnTo>
                <a:lnTo>
                  <a:pt x="548440" y="66459"/>
                </a:lnTo>
                <a:lnTo>
                  <a:pt x="549706" y="65549"/>
                </a:lnTo>
                <a:lnTo>
                  <a:pt x="551007" y="64735"/>
                </a:lnTo>
                <a:lnTo>
                  <a:pt x="552336" y="64014"/>
                </a:lnTo>
                <a:lnTo>
                  <a:pt x="553683" y="63387"/>
                </a:lnTo>
                <a:lnTo>
                  <a:pt x="555040" y="62849"/>
                </a:lnTo>
                <a:lnTo>
                  <a:pt x="556400" y="62399"/>
                </a:lnTo>
                <a:lnTo>
                  <a:pt x="557755" y="62036"/>
                </a:lnTo>
                <a:lnTo>
                  <a:pt x="559096" y="61757"/>
                </a:lnTo>
                <a:lnTo>
                  <a:pt x="560415" y="61560"/>
                </a:lnTo>
                <a:lnTo>
                  <a:pt x="561704" y="61443"/>
                </a:lnTo>
                <a:lnTo>
                  <a:pt x="562955" y="61405"/>
                </a:lnTo>
                <a:lnTo>
                  <a:pt x="564193" y="61433"/>
                </a:lnTo>
                <a:lnTo>
                  <a:pt x="565355" y="61518"/>
                </a:lnTo>
                <a:lnTo>
                  <a:pt x="566443" y="61659"/>
                </a:lnTo>
                <a:lnTo>
                  <a:pt x="567459" y="61858"/>
                </a:lnTo>
                <a:lnTo>
                  <a:pt x="568405" y="62114"/>
                </a:lnTo>
                <a:lnTo>
                  <a:pt x="569283" y="62428"/>
                </a:lnTo>
                <a:lnTo>
                  <a:pt x="570095" y="62800"/>
                </a:lnTo>
                <a:lnTo>
                  <a:pt x="570844" y="63231"/>
                </a:lnTo>
                <a:lnTo>
                  <a:pt x="571531" y="63720"/>
                </a:lnTo>
                <a:lnTo>
                  <a:pt x="572159" y="64269"/>
                </a:lnTo>
                <a:lnTo>
                  <a:pt x="572729" y="64877"/>
                </a:lnTo>
                <a:lnTo>
                  <a:pt x="573244" y="65545"/>
                </a:lnTo>
                <a:lnTo>
                  <a:pt x="573705" y="66273"/>
                </a:lnTo>
                <a:lnTo>
                  <a:pt x="574116" y="67062"/>
                </a:lnTo>
                <a:lnTo>
                  <a:pt x="574477" y="67911"/>
                </a:lnTo>
                <a:lnTo>
                  <a:pt x="574792" y="68822"/>
                </a:lnTo>
                <a:lnTo>
                  <a:pt x="575061" y="69794"/>
                </a:lnTo>
                <a:lnTo>
                  <a:pt x="575288" y="70828"/>
                </a:lnTo>
                <a:lnTo>
                  <a:pt x="575475" y="71924"/>
                </a:lnTo>
                <a:lnTo>
                  <a:pt x="575622" y="73082"/>
                </a:lnTo>
                <a:lnTo>
                  <a:pt x="575734" y="74304"/>
                </a:lnTo>
                <a:lnTo>
                  <a:pt x="575810" y="75588"/>
                </a:lnTo>
                <a:lnTo>
                  <a:pt x="575855" y="76936"/>
                </a:lnTo>
                <a:lnTo>
                  <a:pt x="575869" y="78348"/>
                </a:lnTo>
                <a:lnTo>
                  <a:pt x="575869" y="122048"/>
                </a:lnTo>
                <a:lnTo>
                  <a:pt x="568353" y="122048"/>
                </a:lnTo>
                <a:lnTo>
                  <a:pt x="567959" y="122049"/>
                </a:lnTo>
                <a:lnTo>
                  <a:pt x="567549" y="122052"/>
                </a:lnTo>
                <a:lnTo>
                  <a:pt x="567128" y="122060"/>
                </a:lnTo>
                <a:lnTo>
                  <a:pt x="566696" y="122076"/>
                </a:lnTo>
                <a:lnTo>
                  <a:pt x="566258" y="122102"/>
                </a:lnTo>
                <a:lnTo>
                  <a:pt x="565816" y="122141"/>
                </a:lnTo>
                <a:lnTo>
                  <a:pt x="565373" y="122196"/>
                </a:lnTo>
                <a:lnTo>
                  <a:pt x="564932" y="122269"/>
                </a:lnTo>
                <a:lnTo>
                  <a:pt x="564496" y="122363"/>
                </a:lnTo>
                <a:lnTo>
                  <a:pt x="564067" y="122480"/>
                </a:lnTo>
                <a:lnTo>
                  <a:pt x="563649" y="122623"/>
                </a:lnTo>
                <a:lnTo>
                  <a:pt x="563244" y="122795"/>
                </a:lnTo>
                <a:lnTo>
                  <a:pt x="562855" y="122998"/>
                </a:lnTo>
                <a:lnTo>
                  <a:pt x="562484" y="123234"/>
                </a:lnTo>
                <a:lnTo>
                  <a:pt x="562136" y="123507"/>
                </a:lnTo>
                <a:lnTo>
                  <a:pt x="561812" y="123818"/>
                </a:lnTo>
                <a:lnTo>
                  <a:pt x="561516" y="124172"/>
                </a:lnTo>
                <a:lnTo>
                  <a:pt x="561250" y="124569"/>
                </a:lnTo>
                <a:lnTo>
                  <a:pt x="561017" y="125013"/>
                </a:lnTo>
                <a:lnTo>
                  <a:pt x="560820" y="125506"/>
                </a:lnTo>
                <a:lnTo>
                  <a:pt x="560662" y="126051"/>
                </a:lnTo>
                <a:lnTo>
                  <a:pt x="560545" y="126650"/>
                </a:lnTo>
                <a:lnTo>
                  <a:pt x="560473" y="127307"/>
                </a:lnTo>
                <a:lnTo>
                  <a:pt x="560449" y="128023"/>
                </a:lnTo>
                <a:lnTo>
                  <a:pt x="560475" y="128717"/>
                </a:lnTo>
                <a:lnTo>
                  <a:pt x="560553" y="129352"/>
                </a:lnTo>
                <a:lnTo>
                  <a:pt x="560678" y="129932"/>
                </a:lnTo>
                <a:lnTo>
                  <a:pt x="560847" y="130460"/>
                </a:lnTo>
                <a:lnTo>
                  <a:pt x="561057" y="130937"/>
                </a:lnTo>
                <a:lnTo>
                  <a:pt x="561304" y="131367"/>
                </a:lnTo>
                <a:lnTo>
                  <a:pt x="561586" y="131752"/>
                </a:lnTo>
                <a:lnTo>
                  <a:pt x="561898" y="132093"/>
                </a:lnTo>
                <a:lnTo>
                  <a:pt x="562238" y="132395"/>
                </a:lnTo>
                <a:lnTo>
                  <a:pt x="562602" y="132659"/>
                </a:lnTo>
                <a:lnTo>
                  <a:pt x="562986" y="132888"/>
                </a:lnTo>
                <a:lnTo>
                  <a:pt x="563388" y="133084"/>
                </a:lnTo>
                <a:lnTo>
                  <a:pt x="563804" y="133250"/>
                </a:lnTo>
                <a:lnTo>
                  <a:pt x="564231" y="133389"/>
                </a:lnTo>
                <a:lnTo>
                  <a:pt x="564665" y="133502"/>
                </a:lnTo>
                <a:lnTo>
                  <a:pt x="565104" y="133593"/>
                </a:lnTo>
                <a:lnTo>
                  <a:pt x="565543" y="133664"/>
                </a:lnTo>
                <a:lnTo>
                  <a:pt x="565979" y="133717"/>
                </a:lnTo>
                <a:lnTo>
                  <a:pt x="566409" y="133755"/>
                </a:lnTo>
                <a:lnTo>
                  <a:pt x="566830" y="133780"/>
                </a:lnTo>
                <a:lnTo>
                  <a:pt x="567238" y="133796"/>
                </a:lnTo>
                <a:lnTo>
                  <a:pt x="567630" y="133804"/>
                </a:lnTo>
                <a:lnTo>
                  <a:pt x="568003" y="133807"/>
                </a:lnTo>
                <a:lnTo>
                  <a:pt x="568353" y="133807"/>
                </a:lnTo>
                <a:lnTo>
                  <a:pt x="597850" y="133807"/>
                </a:lnTo>
                <a:lnTo>
                  <a:pt x="598199" y="133807"/>
                </a:lnTo>
                <a:lnTo>
                  <a:pt x="598569" y="133804"/>
                </a:lnTo>
                <a:lnTo>
                  <a:pt x="598956" y="133796"/>
                </a:lnTo>
                <a:lnTo>
                  <a:pt x="599358" y="133780"/>
                </a:lnTo>
                <a:lnTo>
                  <a:pt x="599772" y="133755"/>
                </a:lnTo>
                <a:lnTo>
                  <a:pt x="600193" y="133717"/>
                </a:lnTo>
                <a:lnTo>
                  <a:pt x="600620" y="133664"/>
                </a:lnTo>
                <a:lnTo>
                  <a:pt x="601048" y="133593"/>
                </a:lnTo>
                <a:lnTo>
                  <a:pt x="601475" y="133502"/>
                </a:lnTo>
                <a:lnTo>
                  <a:pt x="601898" y="133389"/>
                </a:lnTo>
                <a:lnTo>
                  <a:pt x="602313" y="133250"/>
                </a:lnTo>
                <a:lnTo>
                  <a:pt x="602717" y="133084"/>
                </a:lnTo>
                <a:lnTo>
                  <a:pt x="603107" y="132888"/>
                </a:lnTo>
                <a:lnTo>
                  <a:pt x="603480" y="132659"/>
                </a:lnTo>
                <a:lnTo>
                  <a:pt x="603832" y="132395"/>
                </a:lnTo>
                <a:lnTo>
                  <a:pt x="604161" y="132093"/>
                </a:lnTo>
                <a:lnTo>
                  <a:pt x="604463" y="131752"/>
                </a:lnTo>
                <a:lnTo>
                  <a:pt x="604735" y="131367"/>
                </a:lnTo>
                <a:lnTo>
                  <a:pt x="604974" y="130937"/>
                </a:lnTo>
                <a:lnTo>
                  <a:pt x="605177" y="130460"/>
                </a:lnTo>
                <a:lnTo>
                  <a:pt x="605340" y="129932"/>
                </a:lnTo>
                <a:lnTo>
                  <a:pt x="605461" y="129352"/>
                </a:lnTo>
                <a:lnTo>
                  <a:pt x="605535" y="128717"/>
                </a:lnTo>
                <a:lnTo>
                  <a:pt x="605561" y="128023"/>
                </a:lnTo>
                <a:lnTo>
                  <a:pt x="605536" y="127307"/>
                </a:lnTo>
                <a:lnTo>
                  <a:pt x="605464" y="126650"/>
                </a:lnTo>
                <a:lnTo>
                  <a:pt x="605348" y="126051"/>
                </a:lnTo>
                <a:lnTo>
                  <a:pt x="605190" y="125506"/>
                </a:lnTo>
                <a:lnTo>
                  <a:pt x="604993" y="125013"/>
                </a:lnTo>
                <a:lnTo>
                  <a:pt x="604760" y="124569"/>
                </a:lnTo>
                <a:close/>
                <a:moveTo>
                  <a:pt x="1106417" y="58748"/>
                </a:moveTo>
                <a:lnTo>
                  <a:pt x="1106209" y="58104"/>
                </a:lnTo>
                <a:lnTo>
                  <a:pt x="1105948" y="57448"/>
                </a:lnTo>
                <a:lnTo>
                  <a:pt x="1105628" y="56785"/>
                </a:lnTo>
                <a:lnTo>
                  <a:pt x="1105245" y="56121"/>
                </a:lnTo>
                <a:lnTo>
                  <a:pt x="1104793" y="55461"/>
                </a:lnTo>
                <a:lnTo>
                  <a:pt x="1104267" y="54811"/>
                </a:lnTo>
                <a:lnTo>
                  <a:pt x="1103663" y="54175"/>
                </a:lnTo>
                <a:lnTo>
                  <a:pt x="1102976" y="53559"/>
                </a:lnTo>
                <a:lnTo>
                  <a:pt x="1102201" y="52969"/>
                </a:lnTo>
                <a:lnTo>
                  <a:pt x="1101332" y="52409"/>
                </a:lnTo>
                <a:lnTo>
                  <a:pt x="1100365" y="51886"/>
                </a:lnTo>
                <a:lnTo>
                  <a:pt x="1099295" y="51404"/>
                </a:lnTo>
                <a:lnTo>
                  <a:pt x="1098117" y="50969"/>
                </a:lnTo>
                <a:lnTo>
                  <a:pt x="1096827" y="50586"/>
                </a:lnTo>
                <a:lnTo>
                  <a:pt x="1095418" y="50261"/>
                </a:lnTo>
                <a:lnTo>
                  <a:pt x="1093886" y="49999"/>
                </a:lnTo>
                <a:lnTo>
                  <a:pt x="1092227" y="49805"/>
                </a:lnTo>
                <a:lnTo>
                  <a:pt x="1090435" y="49684"/>
                </a:lnTo>
                <a:lnTo>
                  <a:pt x="1088505" y="49643"/>
                </a:lnTo>
                <a:lnTo>
                  <a:pt x="1087263" y="49661"/>
                </a:lnTo>
                <a:lnTo>
                  <a:pt x="1085997" y="49718"/>
                </a:lnTo>
                <a:lnTo>
                  <a:pt x="1084708" y="49816"/>
                </a:lnTo>
                <a:lnTo>
                  <a:pt x="1083399" y="49956"/>
                </a:lnTo>
                <a:lnTo>
                  <a:pt x="1082071" y="50142"/>
                </a:lnTo>
                <a:lnTo>
                  <a:pt x="1080727" y="50375"/>
                </a:lnTo>
                <a:lnTo>
                  <a:pt x="1079367" y="50658"/>
                </a:lnTo>
                <a:lnTo>
                  <a:pt x="1077994" y="50993"/>
                </a:lnTo>
                <a:lnTo>
                  <a:pt x="1076609" y="51382"/>
                </a:lnTo>
                <a:lnTo>
                  <a:pt x="1075215" y="51828"/>
                </a:lnTo>
                <a:lnTo>
                  <a:pt x="1073814" y="52332"/>
                </a:lnTo>
                <a:lnTo>
                  <a:pt x="1072406" y="52897"/>
                </a:lnTo>
                <a:lnTo>
                  <a:pt x="1070995" y="53526"/>
                </a:lnTo>
                <a:lnTo>
                  <a:pt x="1069581" y="54220"/>
                </a:lnTo>
                <a:lnTo>
                  <a:pt x="1068167" y="54982"/>
                </a:lnTo>
                <a:lnTo>
                  <a:pt x="1066755" y="55814"/>
                </a:lnTo>
                <a:lnTo>
                  <a:pt x="1065346" y="56718"/>
                </a:lnTo>
                <a:lnTo>
                  <a:pt x="1063942" y="57697"/>
                </a:lnTo>
                <a:lnTo>
                  <a:pt x="1062545" y="58752"/>
                </a:lnTo>
                <a:lnTo>
                  <a:pt x="1061157" y="59887"/>
                </a:lnTo>
                <a:lnTo>
                  <a:pt x="1059780" y="61103"/>
                </a:lnTo>
                <a:lnTo>
                  <a:pt x="1058415" y="62403"/>
                </a:lnTo>
                <a:lnTo>
                  <a:pt x="1057065" y="63788"/>
                </a:lnTo>
                <a:lnTo>
                  <a:pt x="1055731" y="65262"/>
                </a:lnTo>
                <a:lnTo>
                  <a:pt x="1055731" y="58707"/>
                </a:lnTo>
                <a:lnTo>
                  <a:pt x="1055725" y="57978"/>
                </a:lnTo>
                <a:lnTo>
                  <a:pt x="1055705" y="57290"/>
                </a:lnTo>
                <a:lnTo>
                  <a:pt x="1055669" y="56642"/>
                </a:lnTo>
                <a:lnTo>
                  <a:pt x="1055615" y="56035"/>
                </a:lnTo>
                <a:lnTo>
                  <a:pt x="1055542" y="55466"/>
                </a:lnTo>
                <a:lnTo>
                  <a:pt x="1055448" y="54934"/>
                </a:lnTo>
                <a:lnTo>
                  <a:pt x="1055330" y="54440"/>
                </a:lnTo>
                <a:lnTo>
                  <a:pt x="1055188" y="53981"/>
                </a:lnTo>
                <a:lnTo>
                  <a:pt x="1055019" y="53558"/>
                </a:lnTo>
                <a:lnTo>
                  <a:pt x="1054821" y="53169"/>
                </a:lnTo>
                <a:lnTo>
                  <a:pt x="1054593" y="52812"/>
                </a:lnTo>
                <a:lnTo>
                  <a:pt x="1054332" y="52488"/>
                </a:lnTo>
                <a:lnTo>
                  <a:pt x="1054038" y="52195"/>
                </a:lnTo>
                <a:lnTo>
                  <a:pt x="1053707" y="51933"/>
                </a:lnTo>
                <a:lnTo>
                  <a:pt x="1053339" y="51700"/>
                </a:lnTo>
                <a:lnTo>
                  <a:pt x="1052931" y="51495"/>
                </a:lnTo>
                <a:lnTo>
                  <a:pt x="1052481" y="51318"/>
                </a:lnTo>
                <a:lnTo>
                  <a:pt x="1051988" y="51168"/>
                </a:lnTo>
                <a:lnTo>
                  <a:pt x="1051450" y="51043"/>
                </a:lnTo>
                <a:lnTo>
                  <a:pt x="1050865" y="50943"/>
                </a:lnTo>
                <a:lnTo>
                  <a:pt x="1050231" y="50867"/>
                </a:lnTo>
                <a:lnTo>
                  <a:pt x="1049546" y="50814"/>
                </a:lnTo>
                <a:lnTo>
                  <a:pt x="1048809" y="50783"/>
                </a:lnTo>
                <a:lnTo>
                  <a:pt x="1048018" y="50773"/>
                </a:lnTo>
                <a:lnTo>
                  <a:pt x="1026811" y="50773"/>
                </a:lnTo>
                <a:lnTo>
                  <a:pt x="1026440" y="50773"/>
                </a:lnTo>
                <a:lnTo>
                  <a:pt x="1026051" y="50776"/>
                </a:lnTo>
                <a:lnTo>
                  <a:pt x="1025649" y="50784"/>
                </a:lnTo>
                <a:lnTo>
                  <a:pt x="1025235" y="50799"/>
                </a:lnTo>
                <a:lnTo>
                  <a:pt x="1024813" y="50825"/>
                </a:lnTo>
                <a:lnTo>
                  <a:pt x="1024386" y="50863"/>
                </a:lnTo>
                <a:lnTo>
                  <a:pt x="1023956" y="50916"/>
                </a:lnTo>
                <a:lnTo>
                  <a:pt x="1023526" y="50987"/>
                </a:lnTo>
                <a:lnTo>
                  <a:pt x="1023100" y="51078"/>
                </a:lnTo>
                <a:lnTo>
                  <a:pt x="1022680" y="51191"/>
                </a:lnTo>
                <a:lnTo>
                  <a:pt x="1022270" y="51330"/>
                </a:lnTo>
                <a:lnTo>
                  <a:pt x="1021871" y="51496"/>
                </a:lnTo>
                <a:lnTo>
                  <a:pt x="1021487" y="51692"/>
                </a:lnTo>
                <a:lnTo>
                  <a:pt x="1021122" y="51921"/>
                </a:lnTo>
                <a:lnTo>
                  <a:pt x="1020777" y="52186"/>
                </a:lnTo>
                <a:lnTo>
                  <a:pt x="1020457" y="52487"/>
                </a:lnTo>
                <a:lnTo>
                  <a:pt x="1020163" y="52829"/>
                </a:lnTo>
                <a:lnTo>
                  <a:pt x="1019898" y="53214"/>
                </a:lnTo>
                <a:lnTo>
                  <a:pt x="1019667" y="53644"/>
                </a:lnTo>
                <a:lnTo>
                  <a:pt x="1019471" y="54122"/>
                </a:lnTo>
                <a:lnTo>
                  <a:pt x="1019313" y="54649"/>
                </a:lnTo>
                <a:lnTo>
                  <a:pt x="1019197" y="55230"/>
                </a:lnTo>
                <a:lnTo>
                  <a:pt x="1019125" y="55866"/>
                </a:lnTo>
                <a:lnTo>
                  <a:pt x="1019100" y="56560"/>
                </a:lnTo>
                <a:lnTo>
                  <a:pt x="1019124" y="57276"/>
                </a:lnTo>
                <a:lnTo>
                  <a:pt x="1019193" y="57932"/>
                </a:lnTo>
                <a:lnTo>
                  <a:pt x="1019305" y="58532"/>
                </a:lnTo>
                <a:lnTo>
                  <a:pt x="1019457" y="59077"/>
                </a:lnTo>
                <a:lnTo>
                  <a:pt x="1019647" y="59570"/>
                </a:lnTo>
                <a:lnTo>
                  <a:pt x="1019871" y="60014"/>
                </a:lnTo>
                <a:lnTo>
                  <a:pt x="1020128" y="60411"/>
                </a:lnTo>
                <a:lnTo>
                  <a:pt x="1020414" y="60764"/>
                </a:lnTo>
                <a:lnTo>
                  <a:pt x="1020727" y="61076"/>
                </a:lnTo>
                <a:lnTo>
                  <a:pt x="1021064" y="61349"/>
                </a:lnTo>
                <a:lnTo>
                  <a:pt x="1021422" y="61585"/>
                </a:lnTo>
                <a:lnTo>
                  <a:pt x="1021799" y="61788"/>
                </a:lnTo>
                <a:lnTo>
                  <a:pt x="1022192" y="61959"/>
                </a:lnTo>
                <a:lnTo>
                  <a:pt x="1022599" y="62103"/>
                </a:lnTo>
                <a:lnTo>
                  <a:pt x="1023016" y="62220"/>
                </a:lnTo>
                <a:lnTo>
                  <a:pt x="1023441" y="62313"/>
                </a:lnTo>
                <a:lnTo>
                  <a:pt x="1023872" y="62386"/>
                </a:lnTo>
                <a:lnTo>
                  <a:pt x="1024305" y="62441"/>
                </a:lnTo>
                <a:lnTo>
                  <a:pt x="1024738" y="62481"/>
                </a:lnTo>
                <a:lnTo>
                  <a:pt x="1025169" y="62507"/>
                </a:lnTo>
                <a:lnTo>
                  <a:pt x="1025594" y="62523"/>
                </a:lnTo>
                <a:lnTo>
                  <a:pt x="1026011" y="62531"/>
                </a:lnTo>
                <a:lnTo>
                  <a:pt x="1026418" y="62534"/>
                </a:lnTo>
                <a:lnTo>
                  <a:pt x="1026811" y="62535"/>
                </a:lnTo>
                <a:lnTo>
                  <a:pt x="1042428" y="62535"/>
                </a:lnTo>
                <a:lnTo>
                  <a:pt x="1042428" y="122048"/>
                </a:lnTo>
                <a:lnTo>
                  <a:pt x="1026811" y="122048"/>
                </a:lnTo>
                <a:lnTo>
                  <a:pt x="1026440" y="122048"/>
                </a:lnTo>
                <a:lnTo>
                  <a:pt x="1026051" y="122051"/>
                </a:lnTo>
                <a:lnTo>
                  <a:pt x="1025649" y="122059"/>
                </a:lnTo>
                <a:lnTo>
                  <a:pt x="1025235" y="122075"/>
                </a:lnTo>
                <a:lnTo>
                  <a:pt x="1024813" y="122100"/>
                </a:lnTo>
                <a:lnTo>
                  <a:pt x="1024386" y="122138"/>
                </a:lnTo>
                <a:lnTo>
                  <a:pt x="1023956" y="122192"/>
                </a:lnTo>
                <a:lnTo>
                  <a:pt x="1023526" y="122262"/>
                </a:lnTo>
                <a:lnTo>
                  <a:pt x="1023100" y="122353"/>
                </a:lnTo>
                <a:lnTo>
                  <a:pt x="1022680" y="122466"/>
                </a:lnTo>
                <a:lnTo>
                  <a:pt x="1022270" y="122605"/>
                </a:lnTo>
                <a:lnTo>
                  <a:pt x="1021871" y="122771"/>
                </a:lnTo>
                <a:lnTo>
                  <a:pt x="1021487" y="122967"/>
                </a:lnTo>
                <a:lnTo>
                  <a:pt x="1021122" y="123196"/>
                </a:lnTo>
                <a:lnTo>
                  <a:pt x="1020777" y="123460"/>
                </a:lnTo>
                <a:lnTo>
                  <a:pt x="1020457" y="123762"/>
                </a:lnTo>
                <a:lnTo>
                  <a:pt x="1020163" y="124104"/>
                </a:lnTo>
                <a:lnTo>
                  <a:pt x="1019898" y="124488"/>
                </a:lnTo>
                <a:lnTo>
                  <a:pt x="1019667" y="124918"/>
                </a:lnTo>
                <a:lnTo>
                  <a:pt x="1019471" y="125395"/>
                </a:lnTo>
                <a:lnTo>
                  <a:pt x="1019313" y="125923"/>
                </a:lnTo>
                <a:lnTo>
                  <a:pt x="1019197" y="126503"/>
                </a:lnTo>
                <a:lnTo>
                  <a:pt x="1019125" y="127139"/>
                </a:lnTo>
                <a:lnTo>
                  <a:pt x="1019100" y="127832"/>
                </a:lnTo>
                <a:lnTo>
                  <a:pt x="1019124" y="128548"/>
                </a:lnTo>
                <a:lnTo>
                  <a:pt x="1019193" y="129205"/>
                </a:lnTo>
                <a:lnTo>
                  <a:pt x="1019305" y="129804"/>
                </a:lnTo>
                <a:lnTo>
                  <a:pt x="1019457" y="130349"/>
                </a:lnTo>
                <a:lnTo>
                  <a:pt x="1019647" y="130842"/>
                </a:lnTo>
                <a:lnTo>
                  <a:pt x="1019871" y="131286"/>
                </a:lnTo>
                <a:lnTo>
                  <a:pt x="1020128" y="131684"/>
                </a:lnTo>
                <a:lnTo>
                  <a:pt x="1020414" y="132037"/>
                </a:lnTo>
                <a:lnTo>
                  <a:pt x="1020727" y="132348"/>
                </a:lnTo>
                <a:lnTo>
                  <a:pt x="1021064" y="132621"/>
                </a:lnTo>
                <a:lnTo>
                  <a:pt x="1021422" y="132858"/>
                </a:lnTo>
                <a:lnTo>
                  <a:pt x="1021799" y="133060"/>
                </a:lnTo>
                <a:lnTo>
                  <a:pt x="1022192" y="133232"/>
                </a:lnTo>
                <a:lnTo>
                  <a:pt x="1022599" y="133375"/>
                </a:lnTo>
                <a:lnTo>
                  <a:pt x="1023016" y="133492"/>
                </a:lnTo>
                <a:lnTo>
                  <a:pt x="1023441" y="133586"/>
                </a:lnTo>
                <a:lnTo>
                  <a:pt x="1023872" y="133659"/>
                </a:lnTo>
                <a:lnTo>
                  <a:pt x="1024305" y="133714"/>
                </a:lnTo>
                <a:lnTo>
                  <a:pt x="1024738" y="133753"/>
                </a:lnTo>
                <a:lnTo>
                  <a:pt x="1025169" y="133780"/>
                </a:lnTo>
                <a:lnTo>
                  <a:pt x="1025594" y="133795"/>
                </a:lnTo>
                <a:lnTo>
                  <a:pt x="1026011" y="133804"/>
                </a:lnTo>
                <a:lnTo>
                  <a:pt x="1026418" y="133807"/>
                </a:lnTo>
                <a:lnTo>
                  <a:pt x="1026811" y="133807"/>
                </a:lnTo>
                <a:lnTo>
                  <a:pt x="1077130" y="133807"/>
                </a:lnTo>
                <a:lnTo>
                  <a:pt x="1077502" y="133807"/>
                </a:lnTo>
                <a:lnTo>
                  <a:pt x="1077893" y="133804"/>
                </a:lnTo>
                <a:lnTo>
                  <a:pt x="1078300" y="133796"/>
                </a:lnTo>
                <a:lnTo>
                  <a:pt x="1078719" y="133780"/>
                </a:lnTo>
                <a:lnTo>
                  <a:pt x="1079149" y="133755"/>
                </a:lnTo>
                <a:lnTo>
                  <a:pt x="1079585" y="133717"/>
                </a:lnTo>
                <a:lnTo>
                  <a:pt x="1080024" y="133664"/>
                </a:lnTo>
                <a:lnTo>
                  <a:pt x="1080464" y="133593"/>
                </a:lnTo>
                <a:lnTo>
                  <a:pt x="1080901" y="133502"/>
                </a:lnTo>
                <a:lnTo>
                  <a:pt x="1081333" y="133389"/>
                </a:lnTo>
                <a:lnTo>
                  <a:pt x="1081756" y="133250"/>
                </a:lnTo>
                <a:lnTo>
                  <a:pt x="1082166" y="133084"/>
                </a:lnTo>
                <a:lnTo>
                  <a:pt x="1082562" y="132888"/>
                </a:lnTo>
                <a:lnTo>
                  <a:pt x="1082939" y="132659"/>
                </a:lnTo>
                <a:lnTo>
                  <a:pt x="1083296" y="132395"/>
                </a:lnTo>
                <a:lnTo>
                  <a:pt x="1083627" y="132093"/>
                </a:lnTo>
                <a:lnTo>
                  <a:pt x="1083932" y="131752"/>
                </a:lnTo>
                <a:lnTo>
                  <a:pt x="1084206" y="131367"/>
                </a:lnTo>
                <a:lnTo>
                  <a:pt x="1084446" y="130937"/>
                </a:lnTo>
                <a:lnTo>
                  <a:pt x="1084649" y="130460"/>
                </a:lnTo>
                <a:lnTo>
                  <a:pt x="1084813" y="129932"/>
                </a:lnTo>
                <a:lnTo>
                  <a:pt x="1084934" y="129352"/>
                </a:lnTo>
                <a:lnTo>
                  <a:pt x="1085009" y="128717"/>
                </a:lnTo>
                <a:lnTo>
                  <a:pt x="1085034" y="128023"/>
                </a:lnTo>
                <a:lnTo>
                  <a:pt x="1085009" y="127307"/>
                </a:lnTo>
                <a:lnTo>
                  <a:pt x="1084934" y="126650"/>
                </a:lnTo>
                <a:lnTo>
                  <a:pt x="1084813" y="126051"/>
                </a:lnTo>
                <a:lnTo>
                  <a:pt x="1084649" y="125506"/>
                </a:lnTo>
                <a:lnTo>
                  <a:pt x="1084446" y="125013"/>
                </a:lnTo>
                <a:lnTo>
                  <a:pt x="1084206" y="124569"/>
                </a:lnTo>
                <a:lnTo>
                  <a:pt x="1083932" y="124172"/>
                </a:lnTo>
                <a:lnTo>
                  <a:pt x="1083627" y="123818"/>
                </a:lnTo>
                <a:lnTo>
                  <a:pt x="1083296" y="123507"/>
                </a:lnTo>
                <a:lnTo>
                  <a:pt x="1082939" y="123234"/>
                </a:lnTo>
                <a:lnTo>
                  <a:pt x="1082562" y="122998"/>
                </a:lnTo>
                <a:lnTo>
                  <a:pt x="1082166" y="122795"/>
                </a:lnTo>
                <a:lnTo>
                  <a:pt x="1081756" y="122623"/>
                </a:lnTo>
                <a:lnTo>
                  <a:pt x="1081333" y="122480"/>
                </a:lnTo>
                <a:lnTo>
                  <a:pt x="1080901" y="122363"/>
                </a:lnTo>
                <a:lnTo>
                  <a:pt x="1080464" y="122269"/>
                </a:lnTo>
                <a:lnTo>
                  <a:pt x="1080024" y="122196"/>
                </a:lnTo>
                <a:lnTo>
                  <a:pt x="1079585" y="122141"/>
                </a:lnTo>
                <a:lnTo>
                  <a:pt x="1079149" y="122102"/>
                </a:lnTo>
                <a:lnTo>
                  <a:pt x="1078719" y="122076"/>
                </a:lnTo>
                <a:lnTo>
                  <a:pt x="1078300" y="122060"/>
                </a:lnTo>
                <a:lnTo>
                  <a:pt x="1077893" y="122052"/>
                </a:lnTo>
                <a:lnTo>
                  <a:pt x="1077502" y="122049"/>
                </a:lnTo>
                <a:lnTo>
                  <a:pt x="1077130" y="122048"/>
                </a:lnTo>
                <a:lnTo>
                  <a:pt x="1055731" y="122048"/>
                </a:lnTo>
                <a:lnTo>
                  <a:pt x="1055731" y="97974"/>
                </a:lnTo>
                <a:lnTo>
                  <a:pt x="1055790" y="95716"/>
                </a:lnTo>
                <a:lnTo>
                  <a:pt x="1055968" y="93461"/>
                </a:lnTo>
                <a:lnTo>
                  <a:pt x="1056265" y="91218"/>
                </a:lnTo>
                <a:lnTo>
                  <a:pt x="1056682" y="88995"/>
                </a:lnTo>
                <a:lnTo>
                  <a:pt x="1057217" y="86800"/>
                </a:lnTo>
                <a:lnTo>
                  <a:pt x="1057873" y="84642"/>
                </a:lnTo>
                <a:lnTo>
                  <a:pt x="1058648" y="82528"/>
                </a:lnTo>
                <a:lnTo>
                  <a:pt x="1059544" y="80467"/>
                </a:lnTo>
                <a:lnTo>
                  <a:pt x="1060560" y="78468"/>
                </a:lnTo>
                <a:lnTo>
                  <a:pt x="1061697" y="76537"/>
                </a:lnTo>
                <a:lnTo>
                  <a:pt x="1062955" y="74685"/>
                </a:lnTo>
                <a:lnTo>
                  <a:pt x="1064334" y="72918"/>
                </a:lnTo>
                <a:lnTo>
                  <a:pt x="1065834" y="71245"/>
                </a:lnTo>
                <a:lnTo>
                  <a:pt x="1067457" y="69674"/>
                </a:lnTo>
                <a:lnTo>
                  <a:pt x="1069201" y="68214"/>
                </a:lnTo>
                <a:lnTo>
                  <a:pt x="1071068" y="66873"/>
                </a:lnTo>
                <a:lnTo>
                  <a:pt x="1073057" y="65659"/>
                </a:lnTo>
                <a:lnTo>
                  <a:pt x="1075169" y="64580"/>
                </a:lnTo>
                <a:lnTo>
                  <a:pt x="1077404" y="63644"/>
                </a:lnTo>
                <a:lnTo>
                  <a:pt x="1079762" y="62860"/>
                </a:lnTo>
                <a:lnTo>
                  <a:pt x="1082243" y="62236"/>
                </a:lnTo>
                <a:lnTo>
                  <a:pt x="1084849" y="61780"/>
                </a:lnTo>
                <a:lnTo>
                  <a:pt x="1087578" y="61500"/>
                </a:lnTo>
                <a:lnTo>
                  <a:pt x="1090432" y="61405"/>
                </a:lnTo>
                <a:lnTo>
                  <a:pt x="1090473" y="61979"/>
                </a:lnTo>
                <a:lnTo>
                  <a:pt x="1090544" y="62544"/>
                </a:lnTo>
                <a:lnTo>
                  <a:pt x="1090647" y="63098"/>
                </a:lnTo>
                <a:lnTo>
                  <a:pt x="1090779" y="63640"/>
                </a:lnTo>
                <a:lnTo>
                  <a:pt x="1090941" y="64169"/>
                </a:lnTo>
                <a:lnTo>
                  <a:pt x="1091132" y="64683"/>
                </a:lnTo>
                <a:lnTo>
                  <a:pt x="1091351" y="65181"/>
                </a:lnTo>
                <a:lnTo>
                  <a:pt x="1091597" y="65662"/>
                </a:lnTo>
                <a:lnTo>
                  <a:pt x="1091870" y="66123"/>
                </a:lnTo>
                <a:lnTo>
                  <a:pt x="1092169" y="66565"/>
                </a:lnTo>
                <a:lnTo>
                  <a:pt x="1092494" y="66985"/>
                </a:lnTo>
                <a:lnTo>
                  <a:pt x="1092843" y="67383"/>
                </a:lnTo>
                <a:lnTo>
                  <a:pt x="1093216" y="67756"/>
                </a:lnTo>
                <a:lnTo>
                  <a:pt x="1093613" y="68104"/>
                </a:lnTo>
                <a:lnTo>
                  <a:pt x="1094033" y="68425"/>
                </a:lnTo>
                <a:lnTo>
                  <a:pt x="1094475" y="68718"/>
                </a:lnTo>
                <a:lnTo>
                  <a:pt x="1094938" y="68982"/>
                </a:lnTo>
                <a:lnTo>
                  <a:pt x="1095421" y="69215"/>
                </a:lnTo>
                <a:lnTo>
                  <a:pt x="1095925" y="69415"/>
                </a:lnTo>
                <a:lnTo>
                  <a:pt x="1096448" y="69583"/>
                </a:lnTo>
                <a:lnTo>
                  <a:pt x="1096990" y="69715"/>
                </a:lnTo>
                <a:lnTo>
                  <a:pt x="1097551" y="69811"/>
                </a:lnTo>
                <a:lnTo>
                  <a:pt x="1098128" y="69870"/>
                </a:lnTo>
                <a:lnTo>
                  <a:pt x="1098722" y="69890"/>
                </a:lnTo>
                <a:lnTo>
                  <a:pt x="1099250" y="69874"/>
                </a:lnTo>
                <a:lnTo>
                  <a:pt x="1099773" y="69826"/>
                </a:lnTo>
                <a:lnTo>
                  <a:pt x="1100288" y="69747"/>
                </a:lnTo>
                <a:lnTo>
                  <a:pt x="1100795" y="69637"/>
                </a:lnTo>
                <a:lnTo>
                  <a:pt x="1101292" y="69497"/>
                </a:lnTo>
                <a:lnTo>
                  <a:pt x="1101777" y="69326"/>
                </a:lnTo>
                <a:lnTo>
                  <a:pt x="1102250" y="69126"/>
                </a:lnTo>
                <a:lnTo>
                  <a:pt x="1102707" y="68897"/>
                </a:lnTo>
                <a:lnTo>
                  <a:pt x="1103149" y="68639"/>
                </a:lnTo>
                <a:lnTo>
                  <a:pt x="1103573" y="68352"/>
                </a:lnTo>
                <a:lnTo>
                  <a:pt x="1103978" y="68038"/>
                </a:lnTo>
                <a:lnTo>
                  <a:pt x="1104362" y="67696"/>
                </a:lnTo>
                <a:lnTo>
                  <a:pt x="1104725" y="67327"/>
                </a:lnTo>
                <a:lnTo>
                  <a:pt x="1105063" y="66931"/>
                </a:lnTo>
                <a:lnTo>
                  <a:pt x="1105377" y="66509"/>
                </a:lnTo>
                <a:lnTo>
                  <a:pt x="1105664" y="66062"/>
                </a:lnTo>
                <a:lnTo>
                  <a:pt x="1105923" y="65588"/>
                </a:lnTo>
                <a:lnTo>
                  <a:pt x="1106152" y="65090"/>
                </a:lnTo>
                <a:lnTo>
                  <a:pt x="1106350" y="64567"/>
                </a:lnTo>
                <a:lnTo>
                  <a:pt x="1106516" y="64020"/>
                </a:lnTo>
                <a:lnTo>
                  <a:pt x="1106647" y="63450"/>
                </a:lnTo>
                <a:lnTo>
                  <a:pt x="1106743" y="62856"/>
                </a:lnTo>
                <a:lnTo>
                  <a:pt x="1106801" y="62239"/>
                </a:lnTo>
                <a:lnTo>
                  <a:pt x="1106821" y="61599"/>
                </a:lnTo>
                <a:lnTo>
                  <a:pt x="1106808" y="61096"/>
                </a:lnTo>
                <a:lnTo>
                  <a:pt x="1106766" y="60554"/>
                </a:lnTo>
                <a:lnTo>
                  <a:pt x="1106690" y="59978"/>
                </a:lnTo>
                <a:lnTo>
                  <a:pt x="1106575" y="59374"/>
                </a:lnTo>
                <a:lnTo>
                  <a:pt x="1106417" y="58748"/>
                </a:lnTo>
                <a:close/>
                <a:moveTo>
                  <a:pt x="1617748" y="124569"/>
                </a:moveTo>
                <a:lnTo>
                  <a:pt x="1617485" y="124172"/>
                </a:lnTo>
                <a:lnTo>
                  <a:pt x="1617182" y="123818"/>
                </a:lnTo>
                <a:lnTo>
                  <a:pt x="1616842" y="123507"/>
                </a:lnTo>
                <a:lnTo>
                  <a:pt x="1616464" y="123234"/>
                </a:lnTo>
                <a:lnTo>
                  <a:pt x="1616049" y="122998"/>
                </a:lnTo>
                <a:lnTo>
                  <a:pt x="1615598" y="122795"/>
                </a:lnTo>
                <a:lnTo>
                  <a:pt x="1615110" y="122623"/>
                </a:lnTo>
                <a:lnTo>
                  <a:pt x="1614586" y="122480"/>
                </a:lnTo>
                <a:lnTo>
                  <a:pt x="1614028" y="122363"/>
                </a:lnTo>
                <a:lnTo>
                  <a:pt x="1613434" y="122269"/>
                </a:lnTo>
                <a:lnTo>
                  <a:pt x="1612807" y="122196"/>
                </a:lnTo>
                <a:lnTo>
                  <a:pt x="1612146" y="122141"/>
                </a:lnTo>
                <a:lnTo>
                  <a:pt x="1611452" y="122102"/>
                </a:lnTo>
                <a:lnTo>
                  <a:pt x="1610725" y="122076"/>
                </a:lnTo>
                <a:lnTo>
                  <a:pt x="1609966" y="122060"/>
                </a:lnTo>
                <a:lnTo>
                  <a:pt x="1609175" y="122052"/>
                </a:lnTo>
                <a:lnTo>
                  <a:pt x="1608354" y="122049"/>
                </a:lnTo>
                <a:lnTo>
                  <a:pt x="1607501" y="122048"/>
                </a:lnTo>
                <a:lnTo>
                  <a:pt x="1607501" y="75459"/>
                </a:lnTo>
                <a:lnTo>
                  <a:pt x="1607500" y="74886"/>
                </a:lnTo>
                <a:lnTo>
                  <a:pt x="1607492" y="74142"/>
                </a:lnTo>
                <a:lnTo>
                  <a:pt x="1607468" y="73244"/>
                </a:lnTo>
                <a:lnTo>
                  <a:pt x="1607422" y="72209"/>
                </a:lnTo>
                <a:lnTo>
                  <a:pt x="1607346" y="71056"/>
                </a:lnTo>
                <a:lnTo>
                  <a:pt x="1607233" y="69800"/>
                </a:lnTo>
                <a:lnTo>
                  <a:pt x="1607076" y="68461"/>
                </a:lnTo>
                <a:lnTo>
                  <a:pt x="1606866" y="67054"/>
                </a:lnTo>
                <a:lnTo>
                  <a:pt x="1606597" y="65598"/>
                </a:lnTo>
                <a:lnTo>
                  <a:pt x="1606260" y="64110"/>
                </a:lnTo>
                <a:lnTo>
                  <a:pt x="1605849" y="62607"/>
                </a:lnTo>
                <a:lnTo>
                  <a:pt x="1605357" y="61107"/>
                </a:lnTo>
                <a:lnTo>
                  <a:pt x="1604774" y="59627"/>
                </a:lnTo>
                <a:lnTo>
                  <a:pt x="1604095" y="58184"/>
                </a:lnTo>
                <a:lnTo>
                  <a:pt x="1603312" y="56796"/>
                </a:lnTo>
                <a:lnTo>
                  <a:pt x="1602417" y="55480"/>
                </a:lnTo>
                <a:lnTo>
                  <a:pt x="1601403" y="54254"/>
                </a:lnTo>
                <a:lnTo>
                  <a:pt x="1600262" y="53135"/>
                </a:lnTo>
                <a:lnTo>
                  <a:pt x="1598988" y="52141"/>
                </a:lnTo>
                <a:lnTo>
                  <a:pt x="1597571" y="51288"/>
                </a:lnTo>
                <a:lnTo>
                  <a:pt x="1596006" y="50594"/>
                </a:lnTo>
                <a:lnTo>
                  <a:pt x="1594284" y="50077"/>
                </a:lnTo>
                <a:lnTo>
                  <a:pt x="1592399" y="49754"/>
                </a:lnTo>
                <a:lnTo>
                  <a:pt x="1590342" y="49643"/>
                </a:lnTo>
                <a:lnTo>
                  <a:pt x="1589608" y="49656"/>
                </a:lnTo>
                <a:lnTo>
                  <a:pt x="1588855" y="49697"/>
                </a:lnTo>
                <a:lnTo>
                  <a:pt x="1588083" y="49765"/>
                </a:lnTo>
                <a:lnTo>
                  <a:pt x="1587295" y="49863"/>
                </a:lnTo>
                <a:lnTo>
                  <a:pt x="1586493" y="49992"/>
                </a:lnTo>
                <a:lnTo>
                  <a:pt x="1585679" y="50152"/>
                </a:lnTo>
                <a:lnTo>
                  <a:pt x="1584855" y="50345"/>
                </a:lnTo>
                <a:lnTo>
                  <a:pt x="1584023" y="50571"/>
                </a:lnTo>
                <a:lnTo>
                  <a:pt x="1583185" y="50833"/>
                </a:lnTo>
                <a:lnTo>
                  <a:pt x="1582343" y="51130"/>
                </a:lnTo>
                <a:lnTo>
                  <a:pt x="1581499" y="51464"/>
                </a:lnTo>
                <a:lnTo>
                  <a:pt x="1580654" y="51836"/>
                </a:lnTo>
                <a:lnTo>
                  <a:pt x="1579812" y="52248"/>
                </a:lnTo>
                <a:lnTo>
                  <a:pt x="1578974" y="52699"/>
                </a:lnTo>
                <a:lnTo>
                  <a:pt x="1578142" y="53192"/>
                </a:lnTo>
                <a:lnTo>
                  <a:pt x="1577318" y="53728"/>
                </a:lnTo>
                <a:lnTo>
                  <a:pt x="1576504" y="54307"/>
                </a:lnTo>
                <a:lnTo>
                  <a:pt x="1575702" y="54930"/>
                </a:lnTo>
                <a:lnTo>
                  <a:pt x="1574914" y="55600"/>
                </a:lnTo>
                <a:lnTo>
                  <a:pt x="1574142" y="56316"/>
                </a:lnTo>
                <a:lnTo>
                  <a:pt x="1573389" y="57079"/>
                </a:lnTo>
                <a:lnTo>
                  <a:pt x="1572655" y="57892"/>
                </a:lnTo>
                <a:lnTo>
                  <a:pt x="1571943" y="58755"/>
                </a:lnTo>
                <a:lnTo>
                  <a:pt x="1571256" y="59669"/>
                </a:lnTo>
                <a:lnTo>
                  <a:pt x="1570881" y="58866"/>
                </a:lnTo>
                <a:lnTo>
                  <a:pt x="1570482" y="58095"/>
                </a:lnTo>
                <a:lnTo>
                  <a:pt x="1570057" y="57357"/>
                </a:lnTo>
                <a:lnTo>
                  <a:pt x="1569608" y="56651"/>
                </a:lnTo>
                <a:lnTo>
                  <a:pt x="1569136" y="55978"/>
                </a:lnTo>
                <a:lnTo>
                  <a:pt x="1568641" y="55337"/>
                </a:lnTo>
                <a:lnTo>
                  <a:pt x="1568124" y="54730"/>
                </a:lnTo>
                <a:lnTo>
                  <a:pt x="1567586" y="54157"/>
                </a:lnTo>
                <a:lnTo>
                  <a:pt x="1567027" y="53616"/>
                </a:lnTo>
                <a:lnTo>
                  <a:pt x="1566447" y="53110"/>
                </a:lnTo>
                <a:lnTo>
                  <a:pt x="1565849" y="52637"/>
                </a:lnTo>
                <a:lnTo>
                  <a:pt x="1565231" y="52198"/>
                </a:lnTo>
                <a:lnTo>
                  <a:pt x="1564596" y="51793"/>
                </a:lnTo>
                <a:lnTo>
                  <a:pt x="1563943" y="51423"/>
                </a:lnTo>
                <a:lnTo>
                  <a:pt x="1563273" y="51087"/>
                </a:lnTo>
                <a:lnTo>
                  <a:pt x="1562587" y="50786"/>
                </a:lnTo>
                <a:lnTo>
                  <a:pt x="1561886" y="50519"/>
                </a:lnTo>
                <a:lnTo>
                  <a:pt x="1561170" y="50288"/>
                </a:lnTo>
                <a:lnTo>
                  <a:pt x="1560440" y="50091"/>
                </a:lnTo>
                <a:lnTo>
                  <a:pt x="1559697" y="49930"/>
                </a:lnTo>
                <a:lnTo>
                  <a:pt x="1558941" y="49805"/>
                </a:lnTo>
                <a:lnTo>
                  <a:pt x="1558173" y="49715"/>
                </a:lnTo>
                <a:lnTo>
                  <a:pt x="1557393" y="49661"/>
                </a:lnTo>
                <a:lnTo>
                  <a:pt x="1556603" y="49643"/>
                </a:lnTo>
                <a:lnTo>
                  <a:pt x="1555834" y="49657"/>
                </a:lnTo>
                <a:lnTo>
                  <a:pt x="1555069" y="49699"/>
                </a:lnTo>
                <a:lnTo>
                  <a:pt x="1554309" y="49767"/>
                </a:lnTo>
                <a:lnTo>
                  <a:pt x="1553554" y="49863"/>
                </a:lnTo>
                <a:lnTo>
                  <a:pt x="1552804" y="49984"/>
                </a:lnTo>
                <a:lnTo>
                  <a:pt x="1552061" y="50131"/>
                </a:lnTo>
                <a:lnTo>
                  <a:pt x="1551323" y="50303"/>
                </a:lnTo>
                <a:lnTo>
                  <a:pt x="1550591" y="50500"/>
                </a:lnTo>
                <a:lnTo>
                  <a:pt x="1549866" y="50721"/>
                </a:lnTo>
                <a:lnTo>
                  <a:pt x="1549148" y="50966"/>
                </a:lnTo>
                <a:lnTo>
                  <a:pt x="1548438" y="51233"/>
                </a:lnTo>
                <a:lnTo>
                  <a:pt x="1547735" y="51524"/>
                </a:lnTo>
                <a:lnTo>
                  <a:pt x="1547040" y="51836"/>
                </a:lnTo>
                <a:lnTo>
                  <a:pt x="1546354" y="52170"/>
                </a:lnTo>
                <a:lnTo>
                  <a:pt x="1545676" y="52525"/>
                </a:lnTo>
                <a:lnTo>
                  <a:pt x="1545007" y="52901"/>
                </a:lnTo>
                <a:lnTo>
                  <a:pt x="1544348" y="53296"/>
                </a:lnTo>
                <a:lnTo>
                  <a:pt x="1543698" y="53711"/>
                </a:lnTo>
                <a:lnTo>
                  <a:pt x="1543059" y="54146"/>
                </a:lnTo>
                <a:lnTo>
                  <a:pt x="1542430" y="54599"/>
                </a:lnTo>
                <a:lnTo>
                  <a:pt x="1541811" y="55070"/>
                </a:lnTo>
                <a:lnTo>
                  <a:pt x="1541204" y="55558"/>
                </a:lnTo>
                <a:lnTo>
                  <a:pt x="1540607" y="56064"/>
                </a:lnTo>
                <a:lnTo>
                  <a:pt x="1540023" y="56586"/>
                </a:lnTo>
                <a:lnTo>
                  <a:pt x="1539957" y="55889"/>
                </a:lnTo>
                <a:lnTo>
                  <a:pt x="1539857" y="55250"/>
                </a:lnTo>
                <a:lnTo>
                  <a:pt x="1539723" y="54667"/>
                </a:lnTo>
                <a:lnTo>
                  <a:pt x="1539559" y="54137"/>
                </a:lnTo>
                <a:lnTo>
                  <a:pt x="1539365" y="53657"/>
                </a:lnTo>
                <a:lnTo>
                  <a:pt x="1539143" y="53225"/>
                </a:lnTo>
                <a:lnTo>
                  <a:pt x="1538896" y="52839"/>
                </a:lnTo>
                <a:lnTo>
                  <a:pt x="1538623" y="52495"/>
                </a:lnTo>
                <a:lnTo>
                  <a:pt x="1538328" y="52192"/>
                </a:lnTo>
                <a:lnTo>
                  <a:pt x="1538012" y="51927"/>
                </a:lnTo>
                <a:lnTo>
                  <a:pt x="1537677" y="51697"/>
                </a:lnTo>
                <a:lnTo>
                  <a:pt x="1537324" y="51499"/>
                </a:lnTo>
                <a:lnTo>
                  <a:pt x="1536954" y="51332"/>
                </a:lnTo>
                <a:lnTo>
                  <a:pt x="1536571" y="51193"/>
                </a:lnTo>
                <a:lnTo>
                  <a:pt x="1536174" y="51079"/>
                </a:lnTo>
                <a:lnTo>
                  <a:pt x="1535767" y="50988"/>
                </a:lnTo>
                <a:lnTo>
                  <a:pt x="1535350" y="50917"/>
                </a:lnTo>
                <a:lnTo>
                  <a:pt x="1534925" y="50864"/>
                </a:lnTo>
                <a:lnTo>
                  <a:pt x="1534495" y="50825"/>
                </a:lnTo>
                <a:lnTo>
                  <a:pt x="1534060" y="50800"/>
                </a:lnTo>
                <a:lnTo>
                  <a:pt x="1533622" y="50784"/>
                </a:lnTo>
                <a:lnTo>
                  <a:pt x="1533183" y="50776"/>
                </a:lnTo>
                <a:lnTo>
                  <a:pt x="1532745" y="50773"/>
                </a:lnTo>
                <a:lnTo>
                  <a:pt x="1532310" y="50773"/>
                </a:lnTo>
                <a:lnTo>
                  <a:pt x="1526141" y="50773"/>
                </a:lnTo>
                <a:lnTo>
                  <a:pt x="1525769" y="50773"/>
                </a:lnTo>
                <a:lnTo>
                  <a:pt x="1525378" y="50776"/>
                </a:lnTo>
                <a:lnTo>
                  <a:pt x="1524971" y="50784"/>
                </a:lnTo>
                <a:lnTo>
                  <a:pt x="1524551" y="50799"/>
                </a:lnTo>
                <a:lnTo>
                  <a:pt x="1524122" y="50825"/>
                </a:lnTo>
                <a:lnTo>
                  <a:pt x="1523686" y="50863"/>
                </a:lnTo>
                <a:lnTo>
                  <a:pt x="1523246" y="50916"/>
                </a:lnTo>
                <a:lnTo>
                  <a:pt x="1522806" y="50987"/>
                </a:lnTo>
                <a:lnTo>
                  <a:pt x="1522369" y="51078"/>
                </a:lnTo>
                <a:lnTo>
                  <a:pt x="1521938" y="51191"/>
                </a:lnTo>
                <a:lnTo>
                  <a:pt x="1521515" y="51330"/>
                </a:lnTo>
                <a:lnTo>
                  <a:pt x="1521104" y="51496"/>
                </a:lnTo>
                <a:lnTo>
                  <a:pt x="1520709" y="51692"/>
                </a:lnTo>
                <a:lnTo>
                  <a:pt x="1520331" y="51921"/>
                </a:lnTo>
                <a:lnTo>
                  <a:pt x="1519975" y="52186"/>
                </a:lnTo>
                <a:lnTo>
                  <a:pt x="1519643" y="52487"/>
                </a:lnTo>
                <a:lnTo>
                  <a:pt x="1519339" y="52829"/>
                </a:lnTo>
                <a:lnTo>
                  <a:pt x="1519065" y="53214"/>
                </a:lnTo>
                <a:lnTo>
                  <a:pt x="1518825" y="53644"/>
                </a:lnTo>
                <a:lnTo>
                  <a:pt x="1518621" y="54122"/>
                </a:lnTo>
                <a:lnTo>
                  <a:pt x="1518457" y="54649"/>
                </a:lnTo>
                <a:lnTo>
                  <a:pt x="1518337" y="55230"/>
                </a:lnTo>
                <a:lnTo>
                  <a:pt x="1518262" y="55866"/>
                </a:lnTo>
                <a:lnTo>
                  <a:pt x="1518236" y="56560"/>
                </a:lnTo>
                <a:lnTo>
                  <a:pt x="1518257" y="57276"/>
                </a:lnTo>
                <a:lnTo>
                  <a:pt x="1518320" y="57932"/>
                </a:lnTo>
                <a:lnTo>
                  <a:pt x="1518424" y="58532"/>
                </a:lnTo>
                <a:lnTo>
                  <a:pt x="1518569" y="59077"/>
                </a:lnTo>
                <a:lnTo>
                  <a:pt x="1518753" y="59570"/>
                </a:lnTo>
                <a:lnTo>
                  <a:pt x="1518978" y="60014"/>
                </a:lnTo>
                <a:lnTo>
                  <a:pt x="1519241" y="60411"/>
                </a:lnTo>
                <a:lnTo>
                  <a:pt x="1519544" y="60764"/>
                </a:lnTo>
                <a:lnTo>
                  <a:pt x="1519884" y="61076"/>
                </a:lnTo>
                <a:lnTo>
                  <a:pt x="1520262" y="61349"/>
                </a:lnTo>
                <a:lnTo>
                  <a:pt x="1520677" y="61585"/>
                </a:lnTo>
                <a:lnTo>
                  <a:pt x="1521129" y="61788"/>
                </a:lnTo>
                <a:lnTo>
                  <a:pt x="1521617" y="61959"/>
                </a:lnTo>
                <a:lnTo>
                  <a:pt x="1522141" y="62103"/>
                </a:lnTo>
                <a:lnTo>
                  <a:pt x="1522700" y="62220"/>
                </a:lnTo>
                <a:lnTo>
                  <a:pt x="1523293" y="62313"/>
                </a:lnTo>
                <a:lnTo>
                  <a:pt x="1523921" y="62386"/>
                </a:lnTo>
                <a:lnTo>
                  <a:pt x="1524582" y="62441"/>
                </a:lnTo>
                <a:lnTo>
                  <a:pt x="1525276" y="62481"/>
                </a:lnTo>
                <a:lnTo>
                  <a:pt x="1526003" y="62507"/>
                </a:lnTo>
                <a:lnTo>
                  <a:pt x="1526762" y="62523"/>
                </a:lnTo>
                <a:lnTo>
                  <a:pt x="1527553" y="62531"/>
                </a:lnTo>
                <a:lnTo>
                  <a:pt x="1528374" y="62534"/>
                </a:lnTo>
                <a:lnTo>
                  <a:pt x="1529227" y="62535"/>
                </a:lnTo>
                <a:lnTo>
                  <a:pt x="1529227" y="122048"/>
                </a:lnTo>
                <a:lnTo>
                  <a:pt x="1528374" y="122049"/>
                </a:lnTo>
                <a:lnTo>
                  <a:pt x="1527553" y="122052"/>
                </a:lnTo>
                <a:lnTo>
                  <a:pt x="1526762" y="122060"/>
                </a:lnTo>
                <a:lnTo>
                  <a:pt x="1526003" y="122076"/>
                </a:lnTo>
                <a:lnTo>
                  <a:pt x="1525276" y="122102"/>
                </a:lnTo>
                <a:lnTo>
                  <a:pt x="1524582" y="122141"/>
                </a:lnTo>
                <a:lnTo>
                  <a:pt x="1523921" y="122196"/>
                </a:lnTo>
                <a:lnTo>
                  <a:pt x="1523293" y="122269"/>
                </a:lnTo>
                <a:lnTo>
                  <a:pt x="1522700" y="122363"/>
                </a:lnTo>
                <a:lnTo>
                  <a:pt x="1522141" y="122480"/>
                </a:lnTo>
                <a:lnTo>
                  <a:pt x="1521617" y="122623"/>
                </a:lnTo>
                <a:lnTo>
                  <a:pt x="1521129" y="122795"/>
                </a:lnTo>
                <a:lnTo>
                  <a:pt x="1520677" y="122998"/>
                </a:lnTo>
                <a:lnTo>
                  <a:pt x="1520262" y="123234"/>
                </a:lnTo>
                <a:lnTo>
                  <a:pt x="1519884" y="123507"/>
                </a:lnTo>
                <a:lnTo>
                  <a:pt x="1519544" y="123818"/>
                </a:lnTo>
                <a:lnTo>
                  <a:pt x="1519241" y="124172"/>
                </a:lnTo>
                <a:lnTo>
                  <a:pt x="1518978" y="124569"/>
                </a:lnTo>
                <a:lnTo>
                  <a:pt x="1518753" y="125013"/>
                </a:lnTo>
                <a:lnTo>
                  <a:pt x="1518569" y="125506"/>
                </a:lnTo>
                <a:lnTo>
                  <a:pt x="1518424" y="126051"/>
                </a:lnTo>
                <a:lnTo>
                  <a:pt x="1518320" y="126650"/>
                </a:lnTo>
                <a:lnTo>
                  <a:pt x="1518257" y="127307"/>
                </a:lnTo>
                <a:lnTo>
                  <a:pt x="1518236" y="128023"/>
                </a:lnTo>
                <a:lnTo>
                  <a:pt x="1518263" y="128717"/>
                </a:lnTo>
                <a:lnTo>
                  <a:pt x="1518340" y="129352"/>
                </a:lnTo>
                <a:lnTo>
                  <a:pt x="1518465" y="129932"/>
                </a:lnTo>
                <a:lnTo>
                  <a:pt x="1518635" y="130460"/>
                </a:lnTo>
                <a:lnTo>
                  <a:pt x="1518845" y="130937"/>
                </a:lnTo>
                <a:lnTo>
                  <a:pt x="1519092" y="131367"/>
                </a:lnTo>
                <a:lnTo>
                  <a:pt x="1519374" y="131752"/>
                </a:lnTo>
                <a:lnTo>
                  <a:pt x="1519686" y="132093"/>
                </a:lnTo>
                <a:lnTo>
                  <a:pt x="1520026" y="132395"/>
                </a:lnTo>
                <a:lnTo>
                  <a:pt x="1520390" y="132659"/>
                </a:lnTo>
                <a:lnTo>
                  <a:pt x="1520775" y="132888"/>
                </a:lnTo>
                <a:lnTo>
                  <a:pt x="1521177" y="133084"/>
                </a:lnTo>
                <a:lnTo>
                  <a:pt x="1521593" y="133250"/>
                </a:lnTo>
                <a:lnTo>
                  <a:pt x="1522020" y="133389"/>
                </a:lnTo>
                <a:lnTo>
                  <a:pt x="1522454" y="133502"/>
                </a:lnTo>
                <a:lnTo>
                  <a:pt x="1522893" y="133593"/>
                </a:lnTo>
                <a:lnTo>
                  <a:pt x="1523332" y="133664"/>
                </a:lnTo>
                <a:lnTo>
                  <a:pt x="1523768" y="133717"/>
                </a:lnTo>
                <a:lnTo>
                  <a:pt x="1524198" y="133755"/>
                </a:lnTo>
                <a:lnTo>
                  <a:pt x="1524619" y="133780"/>
                </a:lnTo>
                <a:lnTo>
                  <a:pt x="1525027" y="133796"/>
                </a:lnTo>
                <a:lnTo>
                  <a:pt x="1525419" y="133804"/>
                </a:lnTo>
                <a:lnTo>
                  <a:pt x="1525791" y="133807"/>
                </a:lnTo>
                <a:lnTo>
                  <a:pt x="1526141" y="133807"/>
                </a:lnTo>
                <a:lnTo>
                  <a:pt x="1543109" y="133807"/>
                </a:lnTo>
                <a:lnTo>
                  <a:pt x="1543481" y="133807"/>
                </a:lnTo>
                <a:lnTo>
                  <a:pt x="1543872" y="133804"/>
                </a:lnTo>
                <a:lnTo>
                  <a:pt x="1544279" y="133796"/>
                </a:lnTo>
                <a:lnTo>
                  <a:pt x="1544698" y="133780"/>
                </a:lnTo>
                <a:lnTo>
                  <a:pt x="1545128" y="133755"/>
                </a:lnTo>
                <a:lnTo>
                  <a:pt x="1545564" y="133717"/>
                </a:lnTo>
                <a:lnTo>
                  <a:pt x="1546003" y="133664"/>
                </a:lnTo>
                <a:lnTo>
                  <a:pt x="1546443" y="133593"/>
                </a:lnTo>
                <a:lnTo>
                  <a:pt x="1546880" y="133502"/>
                </a:lnTo>
                <a:lnTo>
                  <a:pt x="1547311" y="133389"/>
                </a:lnTo>
                <a:lnTo>
                  <a:pt x="1547734" y="133250"/>
                </a:lnTo>
                <a:lnTo>
                  <a:pt x="1548144" y="133084"/>
                </a:lnTo>
                <a:lnTo>
                  <a:pt x="1548540" y="132888"/>
                </a:lnTo>
                <a:lnTo>
                  <a:pt x="1548917" y="132659"/>
                </a:lnTo>
                <a:lnTo>
                  <a:pt x="1549273" y="132395"/>
                </a:lnTo>
                <a:lnTo>
                  <a:pt x="1549605" y="132093"/>
                </a:lnTo>
                <a:lnTo>
                  <a:pt x="1549909" y="131752"/>
                </a:lnTo>
                <a:lnTo>
                  <a:pt x="1550183" y="131367"/>
                </a:lnTo>
                <a:lnTo>
                  <a:pt x="1550423" y="130937"/>
                </a:lnTo>
                <a:lnTo>
                  <a:pt x="1550626" y="130460"/>
                </a:lnTo>
                <a:lnTo>
                  <a:pt x="1550790" y="129932"/>
                </a:lnTo>
                <a:lnTo>
                  <a:pt x="1550910" y="129352"/>
                </a:lnTo>
                <a:lnTo>
                  <a:pt x="1550985" y="128717"/>
                </a:lnTo>
                <a:lnTo>
                  <a:pt x="1551011" y="128023"/>
                </a:lnTo>
                <a:lnTo>
                  <a:pt x="1550990" y="127307"/>
                </a:lnTo>
                <a:lnTo>
                  <a:pt x="1550927" y="126650"/>
                </a:lnTo>
                <a:lnTo>
                  <a:pt x="1550823" y="126051"/>
                </a:lnTo>
                <a:lnTo>
                  <a:pt x="1550679" y="125506"/>
                </a:lnTo>
                <a:lnTo>
                  <a:pt x="1550494" y="125013"/>
                </a:lnTo>
                <a:lnTo>
                  <a:pt x="1550270" y="124569"/>
                </a:lnTo>
                <a:lnTo>
                  <a:pt x="1550006" y="124172"/>
                </a:lnTo>
                <a:lnTo>
                  <a:pt x="1549704" y="123818"/>
                </a:lnTo>
                <a:lnTo>
                  <a:pt x="1549364" y="123507"/>
                </a:lnTo>
                <a:lnTo>
                  <a:pt x="1548986" y="123234"/>
                </a:lnTo>
                <a:lnTo>
                  <a:pt x="1548571" y="122998"/>
                </a:lnTo>
                <a:lnTo>
                  <a:pt x="1548119" y="122795"/>
                </a:lnTo>
                <a:lnTo>
                  <a:pt x="1547631" y="122623"/>
                </a:lnTo>
                <a:lnTo>
                  <a:pt x="1547108" y="122480"/>
                </a:lnTo>
                <a:lnTo>
                  <a:pt x="1546549" y="122363"/>
                </a:lnTo>
                <a:lnTo>
                  <a:pt x="1545956" y="122269"/>
                </a:lnTo>
                <a:lnTo>
                  <a:pt x="1545329" y="122196"/>
                </a:lnTo>
                <a:lnTo>
                  <a:pt x="1544668" y="122141"/>
                </a:lnTo>
                <a:lnTo>
                  <a:pt x="1543973" y="122102"/>
                </a:lnTo>
                <a:lnTo>
                  <a:pt x="1543247" y="122076"/>
                </a:lnTo>
                <a:lnTo>
                  <a:pt x="1542488" y="122060"/>
                </a:lnTo>
                <a:lnTo>
                  <a:pt x="1541697" y="122052"/>
                </a:lnTo>
                <a:lnTo>
                  <a:pt x="1540875" y="122049"/>
                </a:lnTo>
                <a:lnTo>
                  <a:pt x="1540023" y="122048"/>
                </a:lnTo>
                <a:lnTo>
                  <a:pt x="1540023" y="87574"/>
                </a:lnTo>
                <a:lnTo>
                  <a:pt x="1540064" y="85476"/>
                </a:lnTo>
                <a:lnTo>
                  <a:pt x="1540183" y="83463"/>
                </a:lnTo>
                <a:lnTo>
                  <a:pt x="1540378" y="81534"/>
                </a:lnTo>
                <a:lnTo>
                  <a:pt x="1540645" y="79691"/>
                </a:lnTo>
                <a:lnTo>
                  <a:pt x="1540981" y="77934"/>
                </a:lnTo>
                <a:lnTo>
                  <a:pt x="1541382" y="76263"/>
                </a:lnTo>
                <a:lnTo>
                  <a:pt x="1541844" y="74678"/>
                </a:lnTo>
                <a:lnTo>
                  <a:pt x="1542365" y="73181"/>
                </a:lnTo>
                <a:lnTo>
                  <a:pt x="1542941" y="71771"/>
                </a:lnTo>
                <a:lnTo>
                  <a:pt x="1543568" y="70449"/>
                </a:lnTo>
                <a:lnTo>
                  <a:pt x="1544244" y="69215"/>
                </a:lnTo>
                <a:lnTo>
                  <a:pt x="1544963" y="68070"/>
                </a:lnTo>
                <a:lnTo>
                  <a:pt x="1545724" y="67014"/>
                </a:lnTo>
                <a:lnTo>
                  <a:pt x="1546523" y="66047"/>
                </a:lnTo>
                <a:lnTo>
                  <a:pt x="1547356" y="65171"/>
                </a:lnTo>
                <a:lnTo>
                  <a:pt x="1548220" y="64385"/>
                </a:lnTo>
                <a:lnTo>
                  <a:pt x="1549112" y="63690"/>
                </a:lnTo>
                <a:lnTo>
                  <a:pt x="1550027" y="63087"/>
                </a:lnTo>
                <a:lnTo>
                  <a:pt x="1550963" y="62574"/>
                </a:lnTo>
                <a:lnTo>
                  <a:pt x="1551916" y="62155"/>
                </a:lnTo>
                <a:lnTo>
                  <a:pt x="1552883" y="61827"/>
                </a:lnTo>
                <a:lnTo>
                  <a:pt x="1553861" y="61593"/>
                </a:lnTo>
                <a:lnTo>
                  <a:pt x="1554845" y="61452"/>
                </a:lnTo>
                <a:lnTo>
                  <a:pt x="1555832" y="61405"/>
                </a:lnTo>
                <a:lnTo>
                  <a:pt x="1556377" y="61423"/>
                </a:lnTo>
                <a:lnTo>
                  <a:pt x="1556904" y="61477"/>
                </a:lnTo>
                <a:lnTo>
                  <a:pt x="1557412" y="61570"/>
                </a:lnTo>
                <a:lnTo>
                  <a:pt x="1557900" y="61706"/>
                </a:lnTo>
                <a:lnTo>
                  <a:pt x="1558369" y="61885"/>
                </a:lnTo>
                <a:lnTo>
                  <a:pt x="1558817" y="62112"/>
                </a:lnTo>
                <a:lnTo>
                  <a:pt x="1559245" y="62389"/>
                </a:lnTo>
                <a:lnTo>
                  <a:pt x="1559652" y="62717"/>
                </a:lnTo>
                <a:lnTo>
                  <a:pt x="1560038" y="63101"/>
                </a:lnTo>
                <a:lnTo>
                  <a:pt x="1560401" y="63542"/>
                </a:lnTo>
                <a:lnTo>
                  <a:pt x="1560743" y="64043"/>
                </a:lnTo>
                <a:lnTo>
                  <a:pt x="1561062" y="64606"/>
                </a:lnTo>
                <a:lnTo>
                  <a:pt x="1561357" y="65235"/>
                </a:lnTo>
                <a:lnTo>
                  <a:pt x="1561629" y="65931"/>
                </a:lnTo>
                <a:lnTo>
                  <a:pt x="1561878" y="66698"/>
                </a:lnTo>
                <a:lnTo>
                  <a:pt x="1562102" y="67538"/>
                </a:lnTo>
                <a:lnTo>
                  <a:pt x="1562301" y="68453"/>
                </a:lnTo>
                <a:lnTo>
                  <a:pt x="1562475" y="69446"/>
                </a:lnTo>
                <a:lnTo>
                  <a:pt x="1562623" y="70520"/>
                </a:lnTo>
                <a:lnTo>
                  <a:pt x="1562745" y="71678"/>
                </a:lnTo>
                <a:lnTo>
                  <a:pt x="1562841" y="72921"/>
                </a:lnTo>
                <a:lnTo>
                  <a:pt x="1562910" y="74253"/>
                </a:lnTo>
                <a:lnTo>
                  <a:pt x="1562952" y="75675"/>
                </a:lnTo>
                <a:lnTo>
                  <a:pt x="1562966" y="77192"/>
                </a:lnTo>
                <a:lnTo>
                  <a:pt x="1562966" y="122048"/>
                </a:lnTo>
                <a:lnTo>
                  <a:pt x="1562503" y="122049"/>
                </a:lnTo>
                <a:lnTo>
                  <a:pt x="1562030" y="122052"/>
                </a:lnTo>
                <a:lnTo>
                  <a:pt x="1561550" y="122060"/>
                </a:lnTo>
                <a:lnTo>
                  <a:pt x="1561066" y="122076"/>
                </a:lnTo>
                <a:lnTo>
                  <a:pt x="1560580" y="122102"/>
                </a:lnTo>
                <a:lnTo>
                  <a:pt x="1560095" y="122141"/>
                </a:lnTo>
                <a:lnTo>
                  <a:pt x="1559614" y="122196"/>
                </a:lnTo>
                <a:lnTo>
                  <a:pt x="1559139" y="122269"/>
                </a:lnTo>
                <a:lnTo>
                  <a:pt x="1558672" y="122363"/>
                </a:lnTo>
                <a:lnTo>
                  <a:pt x="1558217" y="122480"/>
                </a:lnTo>
                <a:lnTo>
                  <a:pt x="1557775" y="122623"/>
                </a:lnTo>
                <a:lnTo>
                  <a:pt x="1557350" y="122795"/>
                </a:lnTo>
                <a:lnTo>
                  <a:pt x="1556945" y="122998"/>
                </a:lnTo>
                <a:lnTo>
                  <a:pt x="1556560" y="123234"/>
                </a:lnTo>
                <a:lnTo>
                  <a:pt x="1556201" y="123507"/>
                </a:lnTo>
                <a:lnTo>
                  <a:pt x="1555868" y="123818"/>
                </a:lnTo>
                <a:lnTo>
                  <a:pt x="1555564" y="124172"/>
                </a:lnTo>
                <a:lnTo>
                  <a:pt x="1555292" y="124569"/>
                </a:lnTo>
                <a:lnTo>
                  <a:pt x="1555056" y="125013"/>
                </a:lnTo>
                <a:lnTo>
                  <a:pt x="1554856" y="125506"/>
                </a:lnTo>
                <a:lnTo>
                  <a:pt x="1554696" y="126051"/>
                </a:lnTo>
                <a:lnTo>
                  <a:pt x="1554579" y="126650"/>
                </a:lnTo>
                <a:lnTo>
                  <a:pt x="1554507" y="127307"/>
                </a:lnTo>
                <a:lnTo>
                  <a:pt x="1554482" y="128023"/>
                </a:lnTo>
                <a:lnTo>
                  <a:pt x="1554508" y="128717"/>
                </a:lnTo>
                <a:lnTo>
                  <a:pt x="1554586" y="129352"/>
                </a:lnTo>
                <a:lnTo>
                  <a:pt x="1554711" y="129932"/>
                </a:lnTo>
                <a:lnTo>
                  <a:pt x="1554880" y="130460"/>
                </a:lnTo>
                <a:lnTo>
                  <a:pt x="1555090" y="130937"/>
                </a:lnTo>
                <a:lnTo>
                  <a:pt x="1555338" y="131367"/>
                </a:lnTo>
                <a:lnTo>
                  <a:pt x="1555619" y="131752"/>
                </a:lnTo>
                <a:lnTo>
                  <a:pt x="1555932" y="132093"/>
                </a:lnTo>
                <a:lnTo>
                  <a:pt x="1556272" y="132395"/>
                </a:lnTo>
                <a:lnTo>
                  <a:pt x="1556636" y="132659"/>
                </a:lnTo>
                <a:lnTo>
                  <a:pt x="1557020" y="132888"/>
                </a:lnTo>
                <a:lnTo>
                  <a:pt x="1557423" y="133084"/>
                </a:lnTo>
                <a:lnTo>
                  <a:pt x="1557839" y="133250"/>
                </a:lnTo>
                <a:lnTo>
                  <a:pt x="1558266" y="133389"/>
                </a:lnTo>
                <a:lnTo>
                  <a:pt x="1558700" y="133502"/>
                </a:lnTo>
                <a:lnTo>
                  <a:pt x="1559138" y="133593"/>
                </a:lnTo>
                <a:lnTo>
                  <a:pt x="1559577" y="133664"/>
                </a:lnTo>
                <a:lnTo>
                  <a:pt x="1560013" y="133717"/>
                </a:lnTo>
                <a:lnTo>
                  <a:pt x="1560443" y="133755"/>
                </a:lnTo>
                <a:lnTo>
                  <a:pt x="1560864" y="133780"/>
                </a:lnTo>
                <a:lnTo>
                  <a:pt x="1561272" y="133796"/>
                </a:lnTo>
                <a:lnTo>
                  <a:pt x="1561664" y="133804"/>
                </a:lnTo>
                <a:lnTo>
                  <a:pt x="1562037" y="133807"/>
                </a:lnTo>
                <a:lnTo>
                  <a:pt x="1562386" y="133807"/>
                </a:lnTo>
                <a:lnTo>
                  <a:pt x="1576845" y="133807"/>
                </a:lnTo>
                <a:lnTo>
                  <a:pt x="1577217" y="133807"/>
                </a:lnTo>
                <a:lnTo>
                  <a:pt x="1577608" y="133804"/>
                </a:lnTo>
                <a:lnTo>
                  <a:pt x="1578015" y="133796"/>
                </a:lnTo>
                <a:lnTo>
                  <a:pt x="1578435" y="133780"/>
                </a:lnTo>
                <a:lnTo>
                  <a:pt x="1578864" y="133755"/>
                </a:lnTo>
                <a:lnTo>
                  <a:pt x="1579300" y="133717"/>
                </a:lnTo>
                <a:lnTo>
                  <a:pt x="1579740" y="133664"/>
                </a:lnTo>
                <a:lnTo>
                  <a:pt x="1580180" y="133593"/>
                </a:lnTo>
                <a:lnTo>
                  <a:pt x="1580617" y="133502"/>
                </a:lnTo>
                <a:lnTo>
                  <a:pt x="1581049" y="133389"/>
                </a:lnTo>
                <a:lnTo>
                  <a:pt x="1581471" y="133250"/>
                </a:lnTo>
                <a:lnTo>
                  <a:pt x="1581882" y="133084"/>
                </a:lnTo>
                <a:lnTo>
                  <a:pt x="1582278" y="132888"/>
                </a:lnTo>
                <a:lnTo>
                  <a:pt x="1582655" y="132659"/>
                </a:lnTo>
                <a:lnTo>
                  <a:pt x="1583011" y="132395"/>
                </a:lnTo>
                <a:lnTo>
                  <a:pt x="1583343" y="132093"/>
                </a:lnTo>
                <a:lnTo>
                  <a:pt x="1583647" y="131752"/>
                </a:lnTo>
                <a:lnTo>
                  <a:pt x="1583921" y="131367"/>
                </a:lnTo>
                <a:lnTo>
                  <a:pt x="1584162" y="130937"/>
                </a:lnTo>
                <a:lnTo>
                  <a:pt x="1584365" y="130460"/>
                </a:lnTo>
                <a:lnTo>
                  <a:pt x="1584529" y="129932"/>
                </a:lnTo>
                <a:lnTo>
                  <a:pt x="1584649" y="129352"/>
                </a:lnTo>
                <a:lnTo>
                  <a:pt x="1584724" y="128717"/>
                </a:lnTo>
                <a:lnTo>
                  <a:pt x="1584750" y="128023"/>
                </a:lnTo>
                <a:lnTo>
                  <a:pt x="1584729" y="127307"/>
                </a:lnTo>
                <a:lnTo>
                  <a:pt x="1584666" y="126650"/>
                </a:lnTo>
                <a:lnTo>
                  <a:pt x="1584562" y="126051"/>
                </a:lnTo>
                <a:lnTo>
                  <a:pt x="1584418" y="125506"/>
                </a:lnTo>
                <a:lnTo>
                  <a:pt x="1584233" y="125013"/>
                </a:lnTo>
                <a:lnTo>
                  <a:pt x="1584009" y="124569"/>
                </a:lnTo>
                <a:lnTo>
                  <a:pt x="1583745" y="124172"/>
                </a:lnTo>
                <a:lnTo>
                  <a:pt x="1583443" y="123818"/>
                </a:lnTo>
                <a:lnTo>
                  <a:pt x="1583103" y="123507"/>
                </a:lnTo>
                <a:lnTo>
                  <a:pt x="1582725" y="123234"/>
                </a:lnTo>
                <a:lnTo>
                  <a:pt x="1582310" y="122998"/>
                </a:lnTo>
                <a:lnTo>
                  <a:pt x="1581858" y="122795"/>
                </a:lnTo>
                <a:lnTo>
                  <a:pt x="1581371" y="122623"/>
                </a:lnTo>
                <a:lnTo>
                  <a:pt x="1580847" y="122480"/>
                </a:lnTo>
                <a:lnTo>
                  <a:pt x="1580288" y="122363"/>
                </a:lnTo>
                <a:lnTo>
                  <a:pt x="1579695" y="122269"/>
                </a:lnTo>
                <a:lnTo>
                  <a:pt x="1579068" y="122196"/>
                </a:lnTo>
                <a:lnTo>
                  <a:pt x="1578407" y="122141"/>
                </a:lnTo>
                <a:lnTo>
                  <a:pt x="1577713" y="122102"/>
                </a:lnTo>
                <a:lnTo>
                  <a:pt x="1576986" y="122076"/>
                </a:lnTo>
                <a:lnTo>
                  <a:pt x="1576227" y="122060"/>
                </a:lnTo>
                <a:lnTo>
                  <a:pt x="1575436" y="122052"/>
                </a:lnTo>
                <a:lnTo>
                  <a:pt x="1574615" y="122049"/>
                </a:lnTo>
                <a:lnTo>
                  <a:pt x="1573762" y="122048"/>
                </a:lnTo>
                <a:lnTo>
                  <a:pt x="1573762" y="87589"/>
                </a:lnTo>
                <a:lnTo>
                  <a:pt x="1573803" y="85489"/>
                </a:lnTo>
                <a:lnTo>
                  <a:pt x="1573922" y="83474"/>
                </a:lnTo>
                <a:lnTo>
                  <a:pt x="1574117" y="81544"/>
                </a:lnTo>
                <a:lnTo>
                  <a:pt x="1574384" y="79700"/>
                </a:lnTo>
                <a:lnTo>
                  <a:pt x="1574720" y="77941"/>
                </a:lnTo>
                <a:lnTo>
                  <a:pt x="1575121" y="76269"/>
                </a:lnTo>
                <a:lnTo>
                  <a:pt x="1575583" y="74684"/>
                </a:lnTo>
                <a:lnTo>
                  <a:pt x="1576104" y="73185"/>
                </a:lnTo>
                <a:lnTo>
                  <a:pt x="1576680" y="71774"/>
                </a:lnTo>
                <a:lnTo>
                  <a:pt x="1577307" y="70452"/>
                </a:lnTo>
                <a:lnTo>
                  <a:pt x="1577983" y="69217"/>
                </a:lnTo>
                <a:lnTo>
                  <a:pt x="1578703" y="68072"/>
                </a:lnTo>
                <a:lnTo>
                  <a:pt x="1579464" y="67015"/>
                </a:lnTo>
                <a:lnTo>
                  <a:pt x="1580262" y="66049"/>
                </a:lnTo>
                <a:lnTo>
                  <a:pt x="1581096" y="65172"/>
                </a:lnTo>
                <a:lnTo>
                  <a:pt x="1581960" y="64386"/>
                </a:lnTo>
                <a:lnTo>
                  <a:pt x="1582851" y="63691"/>
                </a:lnTo>
                <a:lnTo>
                  <a:pt x="1583766" y="63087"/>
                </a:lnTo>
                <a:lnTo>
                  <a:pt x="1584702" y="62575"/>
                </a:lnTo>
                <a:lnTo>
                  <a:pt x="1585656" y="62155"/>
                </a:lnTo>
                <a:lnTo>
                  <a:pt x="1586623" y="61827"/>
                </a:lnTo>
                <a:lnTo>
                  <a:pt x="1587600" y="61593"/>
                </a:lnTo>
                <a:lnTo>
                  <a:pt x="1588584" y="61452"/>
                </a:lnTo>
                <a:lnTo>
                  <a:pt x="1589571" y="61405"/>
                </a:lnTo>
                <a:lnTo>
                  <a:pt x="1590116" y="61423"/>
                </a:lnTo>
                <a:lnTo>
                  <a:pt x="1590643" y="61477"/>
                </a:lnTo>
                <a:lnTo>
                  <a:pt x="1591151" y="61570"/>
                </a:lnTo>
                <a:lnTo>
                  <a:pt x="1591639" y="61706"/>
                </a:lnTo>
                <a:lnTo>
                  <a:pt x="1592108" y="61885"/>
                </a:lnTo>
                <a:lnTo>
                  <a:pt x="1592556" y="62112"/>
                </a:lnTo>
                <a:lnTo>
                  <a:pt x="1592984" y="62389"/>
                </a:lnTo>
                <a:lnTo>
                  <a:pt x="1593391" y="62717"/>
                </a:lnTo>
                <a:lnTo>
                  <a:pt x="1593777" y="63101"/>
                </a:lnTo>
                <a:lnTo>
                  <a:pt x="1594140" y="63542"/>
                </a:lnTo>
                <a:lnTo>
                  <a:pt x="1594482" y="64043"/>
                </a:lnTo>
                <a:lnTo>
                  <a:pt x="1594801" y="64606"/>
                </a:lnTo>
                <a:lnTo>
                  <a:pt x="1595096" y="65235"/>
                </a:lnTo>
                <a:lnTo>
                  <a:pt x="1595369" y="65931"/>
                </a:lnTo>
                <a:lnTo>
                  <a:pt x="1595617" y="66698"/>
                </a:lnTo>
                <a:lnTo>
                  <a:pt x="1595841" y="67538"/>
                </a:lnTo>
                <a:lnTo>
                  <a:pt x="1596040" y="68453"/>
                </a:lnTo>
                <a:lnTo>
                  <a:pt x="1596214" y="69446"/>
                </a:lnTo>
                <a:lnTo>
                  <a:pt x="1596362" y="70520"/>
                </a:lnTo>
                <a:lnTo>
                  <a:pt x="1596485" y="71678"/>
                </a:lnTo>
                <a:lnTo>
                  <a:pt x="1596580" y="72921"/>
                </a:lnTo>
                <a:lnTo>
                  <a:pt x="1596649" y="74253"/>
                </a:lnTo>
                <a:lnTo>
                  <a:pt x="1596691" y="75675"/>
                </a:lnTo>
                <a:lnTo>
                  <a:pt x="1596705" y="77192"/>
                </a:lnTo>
                <a:lnTo>
                  <a:pt x="1596705" y="122048"/>
                </a:lnTo>
                <a:lnTo>
                  <a:pt x="1596241" y="122049"/>
                </a:lnTo>
                <a:lnTo>
                  <a:pt x="1595768" y="122052"/>
                </a:lnTo>
                <a:lnTo>
                  <a:pt x="1595288" y="122060"/>
                </a:lnTo>
                <a:lnTo>
                  <a:pt x="1594804" y="122076"/>
                </a:lnTo>
                <a:lnTo>
                  <a:pt x="1594318" y="122102"/>
                </a:lnTo>
                <a:lnTo>
                  <a:pt x="1593833" y="122141"/>
                </a:lnTo>
                <a:lnTo>
                  <a:pt x="1593352" y="122196"/>
                </a:lnTo>
                <a:lnTo>
                  <a:pt x="1592876" y="122269"/>
                </a:lnTo>
                <a:lnTo>
                  <a:pt x="1592410" y="122363"/>
                </a:lnTo>
                <a:lnTo>
                  <a:pt x="1591955" y="122480"/>
                </a:lnTo>
                <a:lnTo>
                  <a:pt x="1591513" y="122623"/>
                </a:lnTo>
                <a:lnTo>
                  <a:pt x="1591089" y="122795"/>
                </a:lnTo>
                <a:lnTo>
                  <a:pt x="1590683" y="122998"/>
                </a:lnTo>
                <a:lnTo>
                  <a:pt x="1590299" y="123234"/>
                </a:lnTo>
                <a:lnTo>
                  <a:pt x="1589939" y="123507"/>
                </a:lnTo>
                <a:lnTo>
                  <a:pt x="1589606" y="123818"/>
                </a:lnTo>
                <a:lnTo>
                  <a:pt x="1589303" y="124172"/>
                </a:lnTo>
                <a:lnTo>
                  <a:pt x="1589031" y="124569"/>
                </a:lnTo>
                <a:lnTo>
                  <a:pt x="1588794" y="125013"/>
                </a:lnTo>
                <a:lnTo>
                  <a:pt x="1588595" y="125506"/>
                </a:lnTo>
                <a:lnTo>
                  <a:pt x="1588435" y="126051"/>
                </a:lnTo>
                <a:lnTo>
                  <a:pt x="1588318" y="126650"/>
                </a:lnTo>
                <a:lnTo>
                  <a:pt x="1588246" y="127307"/>
                </a:lnTo>
                <a:lnTo>
                  <a:pt x="1588221" y="128023"/>
                </a:lnTo>
                <a:lnTo>
                  <a:pt x="1588248" y="128717"/>
                </a:lnTo>
                <a:lnTo>
                  <a:pt x="1588325" y="129352"/>
                </a:lnTo>
                <a:lnTo>
                  <a:pt x="1588450" y="129932"/>
                </a:lnTo>
                <a:lnTo>
                  <a:pt x="1588619" y="130460"/>
                </a:lnTo>
                <a:lnTo>
                  <a:pt x="1588829" y="130937"/>
                </a:lnTo>
                <a:lnTo>
                  <a:pt x="1589076" y="131367"/>
                </a:lnTo>
                <a:lnTo>
                  <a:pt x="1589358" y="131752"/>
                </a:lnTo>
                <a:lnTo>
                  <a:pt x="1589670" y="132093"/>
                </a:lnTo>
                <a:lnTo>
                  <a:pt x="1590010" y="132395"/>
                </a:lnTo>
                <a:lnTo>
                  <a:pt x="1590374" y="132659"/>
                </a:lnTo>
                <a:lnTo>
                  <a:pt x="1590759" y="132888"/>
                </a:lnTo>
                <a:lnTo>
                  <a:pt x="1591161" y="133084"/>
                </a:lnTo>
                <a:lnTo>
                  <a:pt x="1591577" y="133250"/>
                </a:lnTo>
                <a:lnTo>
                  <a:pt x="1592004" y="133389"/>
                </a:lnTo>
                <a:lnTo>
                  <a:pt x="1592438" y="133502"/>
                </a:lnTo>
                <a:lnTo>
                  <a:pt x="1592876" y="133593"/>
                </a:lnTo>
                <a:lnTo>
                  <a:pt x="1593315" y="133664"/>
                </a:lnTo>
                <a:lnTo>
                  <a:pt x="1593751" y="133717"/>
                </a:lnTo>
                <a:lnTo>
                  <a:pt x="1594181" y="133755"/>
                </a:lnTo>
                <a:lnTo>
                  <a:pt x="1594602" y="133780"/>
                </a:lnTo>
                <a:lnTo>
                  <a:pt x="1595011" y="133796"/>
                </a:lnTo>
                <a:lnTo>
                  <a:pt x="1595403" y="133804"/>
                </a:lnTo>
                <a:lnTo>
                  <a:pt x="1595776" y="133807"/>
                </a:lnTo>
                <a:lnTo>
                  <a:pt x="1596126" y="133807"/>
                </a:lnTo>
                <a:lnTo>
                  <a:pt x="1610584" y="133807"/>
                </a:lnTo>
                <a:lnTo>
                  <a:pt x="1610956" y="133807"/>
                </a:lnTo>
                <a:lnTo>
                  <a:pt x="1611347" y="133804"/>
                </a:lnTo>
                <a:lnTo>
                  <a:pt x="1611754" y="133796"/>
                </a:lnTo>
                <a:lnTo>
                  <a:pt x="1612174" y="133780"/>
                </a:lnTo>
                <a:lnTo>
                  <a:pt x="1612603" y="133755"/>
                </a:lnTo>
                <a:lnTo>
                  <a:pt x="1613039" y="133717"/>
                </a:lnTo>
                <a:lnTo>
                  <a:pt x="1613479" y="133664"/>
                </a:lnTo>
                <a:lnTo>
                  <a:pt x="1613919" y="133593"/>
                </a:lnTo>
                <a:lnTo>
                  <a:pt x="1614356" y="133502"/>
                </a:lnTo>
                <a:lnTo>
                  <a:pt x="1614788" y="133389"/>
                </a:lnTo>
                <a:lnTo>
                  <a:pt x="1615210" y="133250"/>
                </a:lnTo>
                <a:lnTo>
                  <a:pt x="1615621" y="133084"/>
                </a:lnTo>
                <a:lnTo>
                  <a:pt x="1616017" y="132888"/>
                </a:lnTo>
                <a:lnTo>
                  <a:pt x="1616394" y="132659"/>
                </a:lnTo>
                <a:lnTo>
                  <a:pt x="1616750" y="132395"/>
                </a:lnTo>
                <a:lnTo>
                  <a:pt x="1617082" y="132093"/>
                </a:lnTo>
                <a:lnTo>
                  <a:pt x="1617387" y="131752"/>
                </a:lnTo>
                <a:lnTo>
                  <a:pt x="1617661" y="131367"/>
                </a:lnTo>
                <a:lnTo>
                  <a:pt x="1617901" y="130937"/>
                </a:lnTo>
                <a:lnTo>
                  <a:pt x="1618104" y="130460"/>
                </a:lnTo>
                <a:lnTo>
                  <a:pt x="1618268" y="129932"/>
                </a:lnTo>
                <a:lnTo>
                  <a:pt x="1618389" y="129352"/>
                </a:lnTo>
                <a:lnTo>
                  <a:pt x="1618463" y="128717"/>
                </a:lnTo>
                <a:lnTo>
                  <a:pt x="1618489" y="128023"/>
                </a:lnTo>
                <a:lnTo>
                  <a:pt x="1618468" y="127307"/>
                </a:lnTo>
                <a:lnTo>
                  <a:pt x="1618405" y="126650"/>
                </a:lnTo>
                <a:lnTo>
                  <a:pt x="1618301" y="126051"/>
                </a:lnTo>
                <a:lnTo>
                  <a:pt x="1618157" y="125506"/>
                </a:lnTo>
                <a:lnTo>
                  <a:pt x="1617972" y="125013"/>
                </a:lnTo>
                <a:lnTo>
                  <a:pt x="1617748" y="124569"/>
                </a:lnTo>
                <a:close/>
                <a:moveTo>
                  <a:pt x="201249" y="124488"/>
                </a:moveTo>
                <a:lnTo>
                  <a:pt x="200985" y="124104"/>
                </a:lnTo>
                <a:lnTo>
                  <a:pt x="200691" y="123762"/>
                </a:lnTo>
                <a:lnTo>
                  <a:pt x="200370" y="123460"/>
                </a:lnTo>
                <a:lnTo>
                  <a:pt x="200025" y="123196"/>
                </a:lnTo>
                <a:lnTo>
                  <a:pt x="199659" y="122967"/>
                </a:lnTo>
                <a:lnTo>
                  <a:pt x="199276" y="122771"/>
                </a:lnTo>
                <a:lnTo>
                  <a:pt x="198877" y="122605"/>
                </a:lnTo>
                <a:lnTo>
                  <a:pt x="198466" y="122466"/>
                </a:lnTo>
                <a:lnTo>
                  <a:pt x="198046" y="122353"/>
                </a:lnTo>
                <a:lnTo>
                  <a:pt x="197620" y="122262"/>
                </a:lnTo>
                <a:lnTo>
                  <a:pt x="197190" y="122192"/>
                </a:lnTo>
                <a:lnTo>
                  <a:pt x="196760" y="122138"/>
                </a:lnTo>
                <a:lnTo>
                  <a:pt x="196332" y="122100"/>
                </a:lnTo>
                <a:lnTo>
                  <a:pt x="195910" y="122075"/>
                </a:lnTo>
                <a:lnTo>
                  <a:pt x="195496" y="122059"/>
                </a:lnTo>
                <a:lnTo>
                  <a:pt x="195094" y="122051"/>
                </a:lnTo>
                <a:lnTo>
                  <a:pt x="194706" y="122048"/>
                </a:lnTo>
                <a:lnTo>
                  <a:pt x="194335" y="122048"/>
                </a:lnTo>
                <a:lnTo>
                  <a:pt x="193354" y="122043"/>
                </a:lnTo>
                <a:lnTo>
                  <a:pt x="192436" y="122029"/>
                </a:lnTo>
                <a:lnTo>
                  <a:pt x="191576" y="122005"/>
                </a:lnTo>
                <a:lnTo>
                  <a:pt x="190774" y="121974"/>
                </a:lnTo>
                <a:lnTo>
                  <a:pt x="190025" y="121935"/>
                </a:lnTo>
                <a:lnTo>
                  <a:pt x="189329" y="121888"/>
                </a:lnTo>
                <a:lnTo>
                  <a:pt x="188681" y="121835"/>
                </a:lnTo>
                <a:lnTo>
                  <a:pt x="188080" y="121776"/>
                </a:lnTo>
                <a:lnTo>
                  <a:pt x="187523" y="121712"/>
                </a:lnTo>
                <a:lnTo>
                  <a:pt x="187008" y="121643"/>
                </a:lnTo>
                <a:lnTo>
                  <a:pt x="186532" y="121570"/>
                </a:lnTo>
                <a:lnTo>
                  <a:pt x="186093" y="121493"/>
                </a:lnTo>
                <a:lnTo>
                  <a:pt x="185688" y="121413"/>
                </a:lnTo>
                <a:lnTo>
                  <a:pt x="185315" y="121331"/>
                </a:lnTo>
                <a:lnTo>
                  <a:pt x="184970" y="121247"/>
                </a:lnTo>
                <a:lnTo>
                  <a:pt x="184652" y="121162"/>
                </a:lnTo>
                <a:lnTo>
                  <a:pt x="184359" y="121076"/>
                </a:lnTo>
                <a:lnTo>
                  <a:pt x="184087" y="120989"/>
                </a:lnTo>
                <a:lnTo>
                  <a:pt x="183834" y="120904"/>
                </a:lnTo>
                <a:lnTo>
                  <a:pt x="183597" y="120819"/>
                </a:lnTo>
                <a:lnTo>
                  <a:pt x="183375" y="120736"/>
                </a:lnTo>
                <a:lnTo>
                  <a:pt x="183164" y="120656"/>
                </a:lnTo>
                <a:lnTo>
                  <a:pt x="182963" y="120578"/>
                </a:lnTo>
                <a:lnTo>
                  <a:pt x="182768" y="120504"/>
                </a:lnTo>
                <a:lnTo>
                  <a:pt x="182768" y="78801"/>
                </a:lnTo>
                <a:lnTo>
                  <a:pt x="182713" y="77076"/>
                </a:lnTo>
                <a:lnTo>
                  <a:pt x="182547" y="75333"/>
                </a:lnTo>
                <a:lnTo>
                  <a:pt x="182266" y="73580"/>
                </a:lnTo>
                <a:lnTo>
                  <a:pt x="181868" y="71826"/>
                </a:lnTo>
                <a:lnTo>
                  <a:pt x="181349" y="70078"/>
                </a:lnTo>
                <a:lnTo>
                  <a:pt x="180707" y="68345"/>
                </a:lnTo>
                <a:lnTo>
                  <a:pt x="179938" y="66634"/>
                </a:lnTo>
                <a:lnTo>
                  <a:pt x="179040" y="64954"/>
                </a:lnTo>
                <a:lnTo>
                  <a:pt x="178009" y="63313"/>
                </a:lnTo>
                <a:lnTo>
                  <a:pt x="176843" y="61720"/>
                </a:lnTo>
                <a:lnTo>
                  <a:pt x="175538" y="60181"/>
                </a:lnTo>
                <a:lnTo>
                  <a:pt x="174092" y="58705"/>
                </a:lnTo>
                <a:lnTo>
                  <a:pt x="172501" y="57301"/>
                </a:lnTo>
                <a:lnTo>
                  <a:pt x="170762" y="55977"/>
                </a:lnTo>
                <a:lnTo>
                  <a:pt x="168873" y="54740"/>
                </a:lnTo>
                <a:lnTo>
                  <a:pt x="166830" y="53599"/>
                </a:lnTo>
                <a:lnTo>
                  <a:pt x="164631" y="52561"/>
                </a:lnTo>
                <a:lnTo>
                  <a:pt x="162271" y="51636"/>
                </a:lnTo>
                <a:lnTo>
                  <a:pt x="159750" y="50831"/>
                </a:lnTo>
                <a:lnTo>
                  <a:pt x="157062" y="50154"/>
                </a:lnTo>
                <a:lnTo>
                  <a:pt x="154206" y="49613"/>
                </a:lnTo>
                <a:lnTo>
                  <a:pt x="151178" y="49217"/>
                </a:lnTo>
                <a:lnTo>
                  <a:pt x="147975" y="48973"/>
                </a:lnTo>
                <a:lnTo>
                  <a:pt x="144595" y="48890"/>
                </a:lnTo>
                <a:lnTo>
                  <a:pt x="143502" y="48891"/>
                </a:lnTo>
                <a:lnTo>
                  <a:pt x="142304" y="48898"/>
                </a:lnTo>
                <a:lnTo>
                  <a:pt x="141014" y="48917"/>
                </a:lnTo>
                <a:lnTo>
                  <a:pt x="139646" y="48955"/>
                </a:lnTo>
                <a:lnTo>
                  <a:pt x="138213" y="49017"/>
                </a:lnTo>
                <a:lnTo>
                  <a:pt x="136730" y="49110"/>
                </a:lnTo>
                <a:lnTo>
                  <a:pt x="135208" y="49239"/>
                </a:lnTo>
                <a:lnTo>
                  <a:pt x="133663" y="49411"/>
                </a:lnTo>
                <a:lnTo>
                  <a:pt x="132107" y="49632"/>
                </a:lnTo>
                <a:lnTo>
                  <a:pt x="130553" y="49908"/>
                </a:lnTo>
                <a:lnTo>
                  <a:pt x="129016" y="50246"/>
                </a:lnTo>
                <a:lnTo>
                  <a:pt x="127509" y="50650"/>
                </a:lnTo>
                <a:lnTo>
                  <a:pt x="126044" y="51128"/>
                </a:lnTo>
                <a:lnTo>
                  <a:pt x="124637" y="51685"/>
                </a:lnTo>
                <a:lnTo>
                  <a:pt x="123299" y="52327"/>
                </a:lnTo>
                <a:lnTo>
                  <a:pt x="122045" y="53062"/>
                </a:lnTo>
                <a:lnTo>
                  <a:pt x="120888" y="53894"/>
                </a:lnTo>
                <a:lnTo>
                  <a:pt x="119842" y="54830"/>
                </a:lnTo>
                <a:lnTo>
                  <a:pt x="118919" y="55876"/>
                </a:lnTo>
                <a:lnTo>
                  <a:pt x="118135" y="57038"/>
                </a:lnTo>
                <a:lnTo>
                  <a:pt x="117501" y="58323"/>
                </a:lnTo>
                <a:lnTo>
                  <a:pt x="117031" y="59735"/>
                </a:lnTo>
                <a:lnTo>
                  <a:pt x="116740" y="61282"/>
                </a:lnTo>
                <a:lnTo>
                  <a:pt x="116639" y="62970"/>
                </a:lnTo>
                <a:lnTo>
                  <a:pt x="116660" y="63680"/>
                </a:lnTo>
                <a:lnTo>
                  <a:pt x="116722" y="64362"/>
                </a:lnTo>
                <a:lnTo>
                  <a:pt x="116823" y="65015"/>
                </a:lnTo>
                <a:lnTo>
                  <a:pt x="116961" y="65639"/>
                </a:lnTo>
                <a:lnTo>
                  <a:pt x="117135" y="66235"/>
                </a:lnTo>
                <a:lnTo>
                  <a:pt x="117345" y="66802"/>
                </a:lnTo>
                <a:lnTo>
                  <a:pt x="117587" y="67339"/>
                </a:lnTo>
                <a:lnTo>
                  <a:pt x="117861" y="67847"/>
                </a:lnTo>
                <a:lnTo>
                  <a:pt x="118165" y="68326"/>
                </a:lnTo>
                <a:lnTo>
                  <a:pt x="118498" y="68775"/>
                </a:lnTo>
                <a:lnTo>
                  <a:pt x="118858" y="69194"/>
                </a:lnTo>
                <a:lnTo>
                  <a:pt x="119243" y="69583"/>
                </a:lnTo>
                <a:lnTo>
                  <a:pt x="119652" y="69942"/>
                </a:lnTo>
                <a:lnTo>
                  <a:pt x="120084" y="70271"/>
                </a:lnTo>
                <a:lnTo>
                  <a:pt x="120538" y="70569"/>
                </a:lnTo>
                <a:lnTo>
                  <a:pt x="121010" y="70837"/>
                </a:lnTo>
                <a:lnTo>
                  <a:pt x="121501" y="71073"/>
                </a:lnTo>
                <a:lnTo>
                  <a:pt x="122008" y="71279"/>
                </a:lnTo>
                <a:lnTo>
                  <a:pt x="122531" y="71453"/>
                </a:lnTo>
                <a:lnTo>
                  <a:pt x="123066" y="71596"/>
                </a:lnTo>
                <a:lnTo>
                  <a:pt x="123614" y="71708"/>
                </a:lnTo>
                <a:lnTo>
                  <a:pt x="124173" y="71788"/>
                </a:lnTo>
                <a:lnTo>
                  <a:pt x="124740" y="71836"/>
                </a:lnTo>
                <a:lnTo>
                  <a:pt x="125315" y="71852"/>
                </a:lnTo>
                <a:lnTo>
                  <a:pt x="125689" y="71843"/>
                </a:lnTo>
                <a:lnTo>
                  <a:pt x="126085" y="71814"/>
                </a:lnTo>
                <a:lnTo>
                  <a:pt x="126502" y="71763"/>
                </a:lnTo>
                <a:lnTo>
                  <a:pt x="126934" y="71690"/>
                </a:lnTo>
                <a:lnTo>
                  <a:pt x="127379" y="71592"/>
                </a:lnTo>
                <a:lnTo>
                  <a:pt x="127833" y="71469"/>
                </a:lnTo>
                <a:lnTo>
                  <a:pt x="128293" y="71317"/>
                </a:lnTo>
                <a:lnTo>
                  <a:pt x="128756" y="71137"/>
                </a:lnTo>
                <a:lnTo>
                  <a:pt x="129219" y="70925"/>
                </a:lnTo>
                <a:lnTo>
                  <a:pt x="129677" y="70681"/>
                </a:lnTo>
                <a:lnTo>
                  <a:pt x="130128" y="70403"/>
                </a:lnTo>
                <a:lnTo>
                  <a:pt x="130568" y="70090"/>
                </a:lnTo>
                <a:lnTo>
                  <a:pt x="130995" y="69739"/>
                </a:lnTo>
                <a:lnTo>
                  <a:pt x="131403" y="69349"/>
                </a:lnTo>
                <a:lnTo>
                  <a:pt x="131792" y="68919"/>
                </a:lnTo>
                <a:lnTo>
                  <a:pt x="132156" y="68448"/>
                </a:lnTo>
                <a:lnTo>
                  <a:pt x="132492" y="67932"/>
                </a:lnTo>
                <a:lnTo>
                  <a:pt x="132798" y="67371"/>
                </a:lnTo>
                <a:lnTo>
                  <a:pt x="133070" y="66764"/>
                </a:lnTo>
                <a:lnTo>
                  <a:pt x="133304" y="66108"/>
                </a:lnTo>
                <a:lnTo>
                  <a:pt x="133497" y="65403"/>
                </a:lnTo>
                <a:lnTo>
                  <a:pt x="133646" y="64645"/>
                </a:lnTo>
                <a:lnTo>
                  <a:pt x="133748" y="63835"/>
                </a:lnTo>
                <a:lnTo>
                  <a:pt x="133799" y="62970"/>
                </a:lnTo>
                <a:lnTo>
                  <a:pt x="133800" y="62784"/>
                </a:lnTo>
                <a:lnTo>
                  <a:pt x="133805" y="62611"/>
                </a:lnTo>
                <a:lnTo>
                  <a:pt x="133815" y="62451"/>
                </a:lnTo>
                <a:lnTo>
                  <a:pt x="133831" y="62303"/>
                </a:lnTo>
                <a:lnTo>
                  <a:pt x="133855" y="62167"/>
                </a:lnTo>
                <a:lnTo>
                  <a:pt x="133889" y="62041"/>
                </a:lnTo>
                <a:lnTo>
                  <a:pt x="133934" y="61925"/>
                </a:lnTo>
                <a:lnTo>
                  <a:pt x="133991" y="61819"/>
                </a:lnTo>
                <a:lnTo>
                  <a:pt x="134063" y="61721"/>
                </a:lnTo>
                <a:lnTo>
                  <a:pt x="134150" y="61631"/>
                </a:lnTo>
                <a:lnTo>
                  <a:pt x="134254" y="61549"/>
                </a:lnTo>
                <a:lnTo>
                  <a:pt x="134376" y="61473"/>
                </a:lnTo>
                <a:lnTo>
                  <a:pt x="134519" y="61404"/>
                </a:lnTo>
                <a:lnTo>
                  <a:pt x="134684" y="61340"/>
                </a:lnTo>
                <a:lnTo>
                  <a:pt x="134871" y="61280"/>
                </a:lnTo>
                <a:lnTo>
                  <a:pt x="135083" y="61225"/>
                </a:lnTo>
                <a:lnTo>
                  <a:pt x="135321" y="61173"/>
                </a:lnTo>
                <a:lnTo>
                  <a:pt x="135587" y="61123"/>
                </a:lnTo>
                <a:lnTo>
                  <a:pt x="135882" y="61076"/>
                </a:lnTo>
                <a:lnTo>
                  <a:pt x="136208" y="61030"/>
                </a:lnTo>
                <a:lnTo>
                  <a:pt x="136565" y="60985"/>
                </a:lnTo>
                <a:lnTo>
                  <a:pt x="136957" y="60939"/>
                </a:lnTo>
                <a:lnTo>
                  <a:pt x="137383" y="60893"/>
                </a:lnTo>
                <a:lnTo>
                  <a:pt x="137847" y="60846"/>
                </a:lnTo>
                <a:lnTo>
                  <a:pt x="138183" y="60823"/>
                </a:lnTo>
                <a:lnTo>
                  <a:pt x="138517" y="60801"/>
                </a:lnTo>
                <a:lnTo>
                  <a:pt x="138849" y="60782"/>
                </a:lnTo>
                <a:lnTo>
                  <a:pt x="139178" y="60764"/>
                </a:lnTo>
                <a:lnTo>
                  <a:pt x="139504" y="60748"/>
                </a:lnTo>
                <a:lnTo>
                  <a:pt x="139827" y="60734"/>
                </a:lnTo>
                <a:lnTo>
                  <a:pt x="140146" y="60721"/>
                </a:lnTo>
                <a:lnTo>
                  <a:pt x="140461" y="60709"/>
                </a:lnTo>
                <a:lnTo>
                  <a:pt x="140772" y="60699"/>
                </a:lnTo>
                <a:lnTo>
                  <a:pt x="141080" y="60690"/>
                </a:lnTo>
                <a:lnTo>
                  <a:pt x="141382" y="60683"/>
                </a:lnTo>
                <a:lnTo>
                  <a:pt x="141680" y="60676"/>
                </a:lnTo>
                <a:lnTo>
                  <a:pt x="141973" y="60671"/>
                </a:lnTo>
                <a:lnTo>
                  <a:pt x="142260" y="60666"/>
                </a:lnTo>
                <a:lnTo>
                  <a:pt x="142542" y="60662"/>
                </a:lnTo>
                <a:lnTo>
                  <a:pt x="142818" y="60659"/>
                </a:lnTo>
                <a:lnTo>
                  <a:pt x="143088" y="60657"/>
                </a:lnTo>
                <a:lnTo>
                  <a:pt x="143352" y="60655"/>
                </a:lnTo>
                <a:lnTo>
                  <a:pt x="143609" y="60654"/>
                </a:lnTo>
                <a:lnTo>
                  <a:pt x="143860" y="60653"/>
                </a:lnTo>
                <a:lnTo>
                  <a:pt x="144103" y="60652"/>
                </a:lnTo>
                <a:lnTo>
                  <a:pt x="144340" y="60652"/>
                </a:lnTo>
                <a:lnTo>
                  <a:pt x="144568" y="60652"/>
                </a:lnTo>
                <a:lnTo>
                  <a:pt x="144789" y="60652"/>
                </a:lnTo>
                <a:lnTo>
                  <a:pt x="146596" y="60683"/>
                </a:lnTo>
                <a:lnTo>
                  <a:pt x="148352" y="60778"/>
                </a:lnTo>
                <a:lnTo>
                  <a:pt x="150056" y="60936"/>
                </a:lnTo>
                <a:lnTo>
                  <a:pt x="151704" y="61159"/>
                </a:lnTo>
                <a:lnTo>
                  <a:pt x="153295" y="61447"/>
                </a:lnTo>
                <a:lnTo>
                  <a:pt x="154825" y="61802"/>
                </a:lnTo>
                <a:lnTo>
                  <a:pt x="156294" y="62223"/>
                </a:lnTo>
                <a:lnTo>
                  <a:pt x="157698" y="62712"/>
                </a:lnTo>
                <a:lnTo>
                  <a:pt x="159035" y="63269"/>
                </a:lnTo>
                <a:lnTo>
                  <a:pt x="160303" y="63895"/>
                </a:lnTo>
                <a:lnTo>
                  <a:pt x="161499" y="64592"/>
                </a:lnTo>
                <a:lnTo>
                  <a:pt x="162621" y="65359"/>
                </a:lnTo>
                <a:lnTo>
                  <a:pt x="163667" y="66197"/>
                </a:lnTo>
                <a:lnTo>
                  <a:pt x="164634" y="67107"/>
                </a:lnTo>
                <a:lnTo>
                  <a:pt x="165520" y="68091"/>
                </a:lnTo>
                <a:lnTo>
                  <a:pt x="166323" y="69148"/>
                </a:lnTo>
                <a:lnTo>
                  <a:pt x="167040" y="70279"/>
                </a:lnTo>
                <a:lnTo>
                  <a:pt x="167669" y="71486"/>
                </a:lnTo>
                <a:lnTo>
                  <a:pt x="168208" y="72768"/>
                </a:lnTo>
                <a:lnTo>
                  <a:pt x="168654" y="74127"/>
                </a:lnTo>
                <a:lnTo>
                  <a:pt x="169005" y="75564"/>
                </a:lnTo>
                <a:lnTo>
                  <a:pt x="169259" y="77079"/>
                </a:lnTo>
                <a:lnTo>
                  <a:pt x="169413" y="78672"/>
                </a:lnTo>
                <a:lnTo>
                  <a:pt x="169465" y="80345"/>
                </a:lnTo>
                <a:lnTo>
                  <a:pt x="165254" y="80465"/>
                </a:lnTo>
                <a:lnTo>
                  <a:pt x="161158" y="80679"/>
                </a:lnTo>
                <a:lnTo>
                  <a:pt x="157182" y="80988"/>
                </a:lnTo>
                <a:lnTo>
                  <a:pt x="153332" y="81390"/>
                </a:lnTo>
                <a:lnTo>
                  <a:pt x="149613" y="81887"/>
                </a:lnTo>
                <a:lnTo>
                  <a:pt x="146031" y="82478"/>
                </a:lnTo>
                <a:lnTo>
                  <a:pt x="142593" y="83163"/>
                </a:lnTo>
                <a:lnTo>
                  <a:pt x="139303" y="83942"/>
                </a:lnTo>
                <a:lnTo>
                  <a:pt x="136168" y="84815"/>
                </a:lnTo>
                <a:lnTo>
                  <a:pt x="133194" y="85782"/>
                </a:lnTo>
                <a:lnTo>
                  <a:pt x="130385" y="86842"/>
                </a:lnTo>
                <a:lnTo>
                  <a:pt x="127749" y="87996"/>
                </a:lnTo>
                <a:lnTo>
                  <a:pt x="125290" y="89243"/>
                </a:lnTo>
                <a:lnTo>
                  <a:pt x="123015" y="90584"/>
                </a:lnTo>
                <a:lnTo>
                  <a:pt x="120929" y="92018"/>
                </a:lnTo>
                <a:lnTo>
                  <a:pt x="119039" y="93545"/>
                </a:lnTo>
                <a:lnTo>
                  <a:pt x="117349" y="95166"/>
                </a:lnTo>
                <a:lnTo>
                  <a:pt x="115865" y="96880"/>
                </a:lnTo>
                <a:lnTo>
                  <a:pt x="114594" y="98686"/>
                </a:lnTo>
                <a:lnTo>
                  <a:pt x="113541" y="100586"/>
                </a:lnTo>
                <a:lnTo>
                  <a:pt x="112712" y="102578"/>
                </a:lnTo>
                <a:lnTo>
                  <a:pt x="112113" y="104664"/>
                </a:lnTo>
                <a:lnTo>
                  <a:pt x="111749" y="106842"/>
                </a:lnTo>
                <a:lnTo>
                  <a:pt x="111627" y="109112"/>
                </a:lnTo>
                <a:lnTo>
                  <a:pt x="111690" y="110769"/>
                </a:lnTo>
                <a:lnTo>
                  <a:pt x="111877" y="112413"/>
                </a:lnTo>
                <a:lnTo>
                  <a:pt x="112187" y="114039"/>
                </a:lnTo>
                <a:lnTo>
                  <a:pt x="112617" y="115641"/>
                </a:lnTo>
                <a:lnTo>
                  <a:pt x="113166" y="117215"/>
                </a:lnTo>
                <a:lnTo>
                  <a:pt x="113832" y="118756"/>
                </a:lnTo>
                <a:lnTo>
                  <a:pt x="114612" y="120258"/>
                </a:lnTo>
                <a:lnTo>
                  <a:pt x="115504" y="121716"/>
                </a:lnTo>
                <a:lnTo>
                  <a:pt x="116507" y="123126"/>
                </a:lnTo>
                <a:lnTo>
                  <a:pt x="117618" y="124481"/>
                </a:lnTo>
                <a:lnTo>
                  <a:pt x="118836" y="125778"/>
                </a:lnTo>
                <a:lnTo>
                  <a:pt x="120158" y="127010"/>
                </a:lnTo>
                <a:lnTo>
                  <a:pt x="121583" y="128173"/>
                </a:lnTo>
                <a:lnTo>
                  <a:pt x="123108" y="129262"/>
                </a:lnTo>
                <a:lnTo>
                  <a:pt x="124731" y="130271"/>
                </a:lnTo>
                <a:lnTo>
                  <a:pt x="126451" y="131196"/>
                </a:lnTo>
                <a:lnTo>
                  <a:pt x="128265" y="132031"/>
                </a:lnTo>
                <a:lnTo>
                  <a:pt x="130172" y="132771"/>
                </a:lnTo>
                <a:lnTo>
                  <a:pt x="132169" y="133412"/>
                </a:lnTo>
                <a:lnTo>
                  <a:pt x="134254" y="133947"/>
                </a:lnTo>
                <a:lnTo>
                  <a:pt x="136426" y="134373"/>
                </a:lnTo>
                <a:lnTo>
                  <a:pt x="138682" y="134683"/>
                </a:lnTo>
                <a:lnTo>
                  <a:pt x="141020" y="134872"/>
                </a:lnTo>
                <a:lnTo>
                  <a:pt x="143439" y="134937"/>
                </a:lnTo>
                <a:lnTo>
                  <a:pt x="144355" y="134930"/>
                </a:lnTo>
                <a:lnTo>
                  <a:pt x="145318" y="134907"/>
                </a:lnTo>
                <a:lnTo>
                  <a:pt x="146325" y="134867"/>
                </a:lnTo>
                <a:lnTo>
                  <a:pt x="147372" y="134809"/>
                </a:lnTo>
                <a:lnTo>
                  <a:pt x="148455" y="134732"/>
                </a:lnTo>
                <a:lnTo>
                  <a:pt x="149572" y="134633"/>
                </a:lnTo>
                <a:lnTo>
                  <a:pt x="150719" y="134512"/>
                </a:lnTo>
                <a:lnTo>
                  <a:pt x="151893" y="134366"/>
                </a:lnTo>
                <a:lnTo>
                  <a:pt x="153091" y="134195"/>
                </a:lnTo>
                <a:lnTo>
                  <a:pt x="154308" y="133998"/>
                </a:lnTo>
                <a:lnTo>
                  <a:pt x="155542" y="133772"/>
                </a:lnTo>
                <a:lnTo>
                  <a:pt x="156790" y="133516"/>
                </a:lnTo>
                <a:lnTo>
                  <a:pt x="158047" y="133229"/>
                </a:lnTo>
                <a:lnTo>
                  <a:pt x="159312" y="132910"/>
                </a:lnTo>
                <a:lnTo>
                  <a:pt x="160579" y="132556"/>
                </a:lnTo>
                <a:lnTo>
                  <a:pt x="161847" y="132168"/>
                </a:lnTo>
                <a:lnTo>
                  <a:pt x="163111" y="131742"/>
                </a:lnTo>
                <a:lnTo>
                  <a:pt x="164369" y="131278"/>
                </a:lnTo>
                <a:lnTo>
                  <a:pt x="165616" y="130774"/>
                </a:lnTo>
                <a:lnTo>
                  <a:pt x="166850" y="130230"/>
                </a:lnTo>
                <a:lnTo>
                  <a:pt x="168068" y="129642"/>
                </a:lnTo>
                <a:lnTo>
                  <a:pt x="169265" y="129011"/>
                </a:lnTo>
                <a:lnTo>
                  <a:pt x="170439" y="128335"/>
                </a:lnTo>
                <a:lnTo>
                  <a:pt x="171586" y="127611"/>
                </a:lnTo>
                <a:lnTo>
                  <a:pt x="172142" y="128332"/>
                </a:lnTo>
                <a:lnTo>
                  <a:pt x="172747" y="128995"/>
                </a:lnTo>
                <a:lnTo>
                  <a:pt x="173398" y="129602"/>
                </a:lnTo>
                <a:lnTo>
                  <a:pt x="174092" y="130155"/>
                </a:lnTo>
                <a:lnTo>
                  <a:pt x="174827" y="130658"/>
                </a:lnTo>
                <a:lnTo>
                  <a:pt x="175599" y="131113"/>
                </a:lnTo>
                <a:lnTo>
                  <a:pt x="176405" y="131521"/>
                </a:lnTo>
                <a:lnTo>
                  <a:pt x="177242" y="131886"/>
                </a:lnTo>
                <a:lnTo>
                  <a:pt x="178107" y="132210"/>
                </a:lnTo>
                <a:lnTo>
                  <a:pt x="178997" y="132496"/>
                </a:lnTo>
                <a:lnTo>
                  <a:pt x="179909" y="132745"/>
                </a:lnTo>
                <a:lnTo>
                  <a:pt x="180841" y="132961"/>
                </a:lnTo>
                <a:lnTo>
                  <a:pt x="181788" y="133145"/>
                </a:lnTo>
                <a:lnTo>
                  <a:pt x="182749" y="133301"/>
                </a:lnTo>
                <a:lnTo>
                  <a:pt x="183719" y="133430"/>
                </a:lnTo>
                <a:lnTo>
                  <a:pt x="184697" y="133535"/>
                </a:lnTo>
                <a:lnTo>
                  <a:pt x="185678" y="133619"/>
                </a:lnTo>
                <a:lnTo>
                  <a:pt x="186661" y="133683"/>
                </a:lnTo>
                <a:lnTo>
                  <a:pt x="187641" y="133731"/>
                </a:lnTo>
                <a:lnTo>
                  <a:pt x="188617" y="133765"/>
                </a:lnTo>
                <a:lnTo>
                  <a:pt x="189584" y="133787"/>
                </a:lnTo>
                <a:lnTo>
                  <a:pt x="190540" y="133800"/>
                </a:lnTo>
                <a:lnTo>
                  <a:pt x="191483" y="133806"/>
                </a:lnTo>
                <a:lnTo>
                  <a:pt x="192408" y="133807"/>
                </a:lnTo>
                <a:lnTo>
                  <a:pt x="193076" y="133807"/>
                </a:lnTo>
                <a:lnTo>
                  <a:pt x="193731" y="133804"/>
                </a:lnTo>
                <a:lnTo>
                  <a:pt x="194372" y="133795"/>
                </a:lnTo>
                <a:lnTo>
                  <a:pt x="194996" y="133780"/>
                </a:lnTo>
                <a:lnTo>
                  <a:pt x="195603" y="133753"/>
                </a:lnTo>
                <a:lnTo>
                  <a:pt x="196191" y="133714"/>
                </a:lnTo>
                <a:lnTo>
                  <a:pt x="196759" y="133659"/>
                </a:lnTo>
                <a:lnTo>
                  <a:pt x="197306" y="133586"/>
                </a:lnTo>
                <a:lnTo>
                  <a:pt x="197830" y="133492"/>
                </a:lnTo>
                <a:lnTo>
                  <a:pt x="198330" y="133375"/>
                </a:lnTo>
                <a:lnTo>
                  <a:pt x="198804" y="133232"/>
                </a:lnTo>
                <a:lnTo>
                  <a:pt x="199252" y="133060"/>
                </a:lnTo>
                <a:lnTo>
                  <a:pt x="199672" y="132858"/>
                </a:lnTo>
                <a:lnTo>
                  <a:pt x="200062" y="132621"/>
                </a:lnTo>
                <a:lnTo>
                  <a:pt x="200421" y="132348"/>
                </a:lnTo>
                <a:lnTo>
                  <a:pt x="200748" y="132037"/>
                </a:lnTo>
                <a:lnTo>
                  <a:pt x="201042" y="131684"/>
                </a:lnTo>
                <a:lnTo>
                  <a:pt x="201301" y="131286"/>
                </a:lnTo>
                <a:lnTo>
                  <a:pt x="201523" y="130842"/>
                </a:lnTo>
                <a:lnTo>
                  <a:pt x="201709" y="130349"/>
                </a:lnTo>
                <a:lnTo>
                  <a:pt x="201855" y="129804"/>
                </a:lnTo>
                <a:lnTo>
                  <a:pt x="201961" y="129205"/>
                </a:lnTo>
                <a:lnTo>
                  <a:pt x="202026" y="128548"/>
                </a:lnTo>
                <a:lnTo>
                  <a:pt x="202048" y="127832"/>
                </a:lnTo>
                <a:lnTo>
                  <a:pt x="202023" y="127139"/>
                </a:lnTo>
                <a:lnTo>
                  <a:pt x="201951" y="126503"/>
                </a:lnTo>
                <a:lnTo>
                  <a:pt x="201835" y="125923"/>
                </a:lnTo>
                <a:lnTo>
                  <a:pt x="201677" y="125395"/>
                </a:lnTo>
                <a:lnTo>
                  <a:pt x="201481" y="124918"/>
                </a:lnTo>
                <a:lnTo>
                  <a:pt x="201249" y="124488"/>
                </a:lnTo>
                <a:close/>
                <a:moveTo>
                  <a:pt x="169347" y="111224"/>
                </a:moveTo>
                <a:lnTo>
                  <a:pt x="169278" y="111750"/>
                </a:lnTo>
                <a:lnTo>
                  <a:pt x="169186" y="112272"/>
                </a:lnTo>
                <a:lnTo>
                  <a:pt x="169068" y="112789"/>
                </a:lnTo>
                <a:lnTo>
                  <a:pt x="168921" y="113301"/>
                </a:lnTo>
                <a:lnTo>
                  <a:pt x="168741" y="113808"/>
                </a:lnTo>
                <a:lnTo>
                  <a:pt x="168525" y="114311"/>
                </a:lnTo>
                <a:lnTo>
                  <a:pt x="168270" y="114809"/>
                </a:lnTo>
                <a:lnTo>
                  <a:pt x="167972" y="115301"/>
                </a:lnTo>
                <a:lnTo>
                  <a:pt x="167629" y="115788"/>
                </a:lnTo>
                <a:lnTo>
                  <a:pt x="167237" y="116270"/>
                </a:lnTo>
                <a:lnTo>
                  <a:pt x="166793" y="116747"/>
                </a:lnTo>
                <a:lnTo>
                  <a:pt x="166293" y="117218"/>
                </a:lnTo>
                <a:lnTo>
                  <a:pt x="165734" y="117684"/>
                </a:lnTo>
                <a:lnTo>
                  <a:pt x="165113" y="118144"/>
                </a:lnTo>
                <a:lnTo>
                  <a:pt x="164428" y="118598"/>
                </a:lnTo>
                <a:lnTo>
                  <a:pt x="163673" y="119047"/>
                </a:lnTo>
                <a:lnTo>
                  <a:pt x="162847" y="119490"/>
                </a:lnTo>
                <a:lnTo>
                  <a:pt x="161946" y="119927"/>
                </a:lnTo>
                <a:lnTo>
                  <a:pt x="161070" y="120317"/>
                </a:lnTo>
                <a:lnTo>
                  <a:pt x="160180" y="120674"/>
                </a:lnTo>
                <a:lnTo>
                  <a:pt x="159279" y="121000"/>
                </a:lnTo>
                <a:lnTo>
                  <a:pt x="158372" y="121296"/>
                </a:lnTo>
                <a:lnTo>
                  <a:pt x="157463" y="121565"/>
                </a:lnTo>
                <a:lnTo>
                  <a:pt x="156554" y="121806"/>
                </a:lnTo>
                <a:lnTo>
                  <a:pt x="155651" y="122022"/>
                </a:lnTo>
                <a:lnTo>
                  <a:pt x="154756" y="122215"/>
                </a:lnTo>
                <a:lnTo>
                  <a:pt x="153874" y="122384"/>
                </a:lnTo>
                <a:lnTo>
                  <a:pt x="153009" y="122533"/>
                </a:lnTo>
                <a:lnTo>
                  <a:pt x="152164" y="122661"/>
                </a:lnTo>
                <a:lnTo>
                  <a:pt x="151343" y="122771"/>
                </a:lnTo>
                <a:lnTo>
                  <a:pt x="150551" y="122865"/>
                </a:lnTo>
                <a:lnTo>
                  <a:pt x="149790" y="122943"/>
                </a:lnTo>
                <a:lnTo>
                  <a:pt x="149065" y="123006"/>
                </a:lnTo>
                <a:lnTo>
                  <a:pt x="148380" y="123057"/>
                </a:lnTo>
                <a:lnTo>
                  <a:pt x="147739" y="123097"/>
                </a:lnTo>
                <a:lnTo>
                  <a:pt x="147144" y="123127"/>
                </a:lnTo>
                <a:lnTo>
                  <a:pt x="146601" y="123148"/>
                </a:lnTo>
                <a:lnTo>
                  <a:pt x="146113" y="123163"/>
                </a:lnTo>
                <a:lnTo>
                  <a:pt x="145684" y="123171"/>
                </a:lnTo>
                <a:lnTo>
                  <a:pt x="145318" y="123176"/>
                </a:lnTo>
                <a:lnTo>
                  <a:pt x="145018" y="123178"/>
                </a:lnTo>
                <a:lnTo>
                  <a:pt x="144789" y="123178"/>
                </a:lnTo>
                <a:lnTo>
                  <a:pt x="143316" y="123144"/>
                </a:lnTo>
                <a:lnTo>
                  <a:pt x="141887" y="123044"/>
                </a:lnTo>
                <a:lnTo>
                  <a:pt x="140503" y="122881"/>
                </a:lnTo>
                <a:lnTo>
                  <a:pt x="139167" y="122657"/>
                </a:lnTo>
                <a:lnTo>
                  <a:pt x="137879" y="122375"/>
                </a:lnTo>
                <a:lnTo>
                  <a:pt x="136642" y="122036"/>
                </a:lnTo>
                <a:lnTo>
                  <a:pt x="135458" y="121644"/>
                </a:lnTo>
                <a:lnTo>
                  <a:pt x="134327" y="121200"/>
                </a:lnTo>
                <a:lnTo>
                  <a:pt x="133252" y="120707"/>
                </a:lnTo>
                <a:lnTo>
                  <a:pt x="132234" y="120168"/>
                </a:lnTo>
                <a:lnTo>
                  <a:pt x="131275" y="119585"/>
                </a:lnTo>
                <a:lnTo>
                  <a:pt x="130376" y="118960"/>
                </a:lnTo>
                <a:lnTo>
                  <a:pt x="129540" y="118297"/>
                </a:lnTo>
                <a:lnTo>
                  <a:pt x="128768" y="117596"/>
                </a:lnTo>
                <a:lnTo>
                  <a:pt x="128061" y="116861"/>
                </a:lnTo>
                <a:lnTo>
                  <a:pt x="127421" y="116094"/>
                </a:lnTo>
                <a:lnTo>
                  <a:pt x="126851" y="115298"/>
                </a:lnTo>
                <a:lnTo>
                  <a:pt x="126351" y="114475"/>
                </a:lnTo>
                <a:lnTo>
                  <a:pt x="125924" y="113627"/>
                </a:lnTo>
                <a:lnTo>
                  <a:pt x="125570" y="112757"/>
                </a:lnTo>
                <a:lnTo>
                  <a:pt x="125292" y="111867"/>
                </a:lnTo>
                <a:lnTo>
                  <a:pt x="125092" y="110960"/>
                </a:lnTo>
                <a:lnTo>
                  <a:pt x="124970" y="110038"/>
                </a:lnTo>
                <a:lnTo>
                  <a:pt x="124929" y="109103"/>
                </a:lnTo>
                <a:lnTo>
                  <a:pt x="125015" y="107935"/>
                </a:lnTo>
                <a:lnTo>
                  <a:pt x="125272" y="106792"/>
                </a:lnTo>
                <a:lnTo>
                  <a:pt x="125696" y="105676"/>
                </a:lnTo>
                <a:lnTo>
                  <a:pt x="126287" y="104590"/>
                </a:lnTo>
                <a:lnTo>
                  <a:pt x="127041" y="103536"/>
                </a:lnTo>
                <a:lnTo>
                  <a:pt x="127957" y="102514"/>
                </a:lnTo>
                <a:lnTo>
                  <a:pt x="129032" y="101527"/>
                </a:lnTo>
                <a:lnTo>
                  <a:pt x="130263" y="100576"/>
                </a:lnTo>
                <a:lnTo>
                  <a:pt x="131650" y="99664"/>
                </a:lnTo>
                <a:lnTo>
                  <a:pt x="133188" y="98791"/>
                </a:lnTo>
                <a:lnTo>
                  <a:pt x="134877" y="97960"/>
                </a:lnTo>
                <a:lnTo>
                  <a:pt x="136714" y="97173"/>
                </a:lnTo>
                <a:lnTo>
                  <a:pt x="138696" y="96430"/>
                </a:lnTo>
                <a:lnTo>
                  <a:pt x="140822" y="95735"/>
                </a:lnTo>
                <a:lnTo>
                  <a:pt x="143088" y="95088"/>
                </a:lnTo>
                <a:lnTo>
                  <a:pt x="145494" y="94492"/>
                </a:lnTo>
                <a:lnTo>
                  <a:pt x="148036" y="93948"/>
                </a:lnTo>
                <a:lnTo>
                  <a:pt x="150712" y="93458"/>
                </a:lnTo>
                <a:lnTo>
                  <a:pt x="153521" y="93023"/>
                </a:lnTo>
                <a:lnTo>
                  <a:pt x="156459" y="92647"/>
                </a:lnTo>
                <a:lnTo>
                  <a:pt x="159525" y="92329"/>
                </a:lnTo>
                <a:lnTo>
                  <a:pt x="162716" y="92072"/>
                </a:lnTo>
                <a:lnTo>
                  <a:pt x="166030" y="91878"/>
                </a:lnTo>
                <a:lnTo>
                  <a:pt x="169465" y="91749"/>
                </a:lnTo>
                <a:lnTo>
                  <a:pt x="169465" y="107974"/>
                </a:lnTo>
                <a:lnTo>
                  <a:pt x="169464" y="108526"/>
                </a:lnTo>
                <a:lnTo>
                  <a:pt x="169460" y="109074"/>
                </a:lnTo>
                <a:lnTo>
                  <a:pt x="169450" y="109618"/>
                </a:lnTo>
                <a:lnTo>
                  <a:pt x="169430" y="110157"/>
                </a:lnTo>
                <a:lnTo>
                  <a:pt x="169397" y="110693"/>
                </a:lnTo>
                <a:lnTo>
                  <a:pt x="169347" y="111224"/>
                </a:lnTo>
                <a:close/>
                <a:moveTo>
                  <a:pt x="494199" y="109621"/>
                </a:moveTo>
                <a:lnTo>
                  <a:pt x="493912" y="109261"/>
                </a:lnTo>
                <a:lnTo>
                  <a:pt x="493598" y="108941"/>
                </a:lnTo>
                <a:lnTo>
                  <a:pt x="493261" y="108659"/>
                </a:lnTo>
                <a:lnTo>
                  <a:pt x="492904" y="108412"/>
                </a:lnTo>
                <a:lnTo>
                  <a:pt x="492533" y="108198"/>
                </a:lnTo>
                <a:lnTo>
                  <a:pt x="492151" y="108014"/>
                </a:lnTo>
                <a:lnTo>
                  <a:pt x="491763" y="107859"/>
                </a:lnTo>
                <a:lnTo>
                  <a:pt x="491374" y="107730"/>
                </a:lnTo>
                <a:lnTo>
                  <a:pt x="490987" y="107623"/>
                </a:lnTo>
                <a:lnTo>
                  <a:pt x="490607" y="107539"/>
                </a:lnTo>
                <a:lnTo>
                  <a:pt x="490239" y="107472"/>
                </a:lnTo>
                <a:lnTo>
                  <a:pt x="489886" y="107423"/>
                </a:lnTo>
                <a:lnTo>
                  <a:pt x="489554" y="107387"/>
                </a:lnTo>
                <a:lnTo>
                  <a:pt x="489246" y="107363"/>
                </a:lnTo>
                <a:lnTo>
                  <a:pt x="488967" y="107349"/>
                </a:lnTo>
                <a:lnTo>
                  <a:pt x="488720" y="107341"/>
                </a:lnTo>
                <a:lnTo>
                  <a:pt x="488512" y="107339"/>
                </a:lnTo>
                <a:lnTo>
                  <a:pt x="488345" y="107338"/>
                </a:lnTo>
                <a:lnTo>
                  <a:pt x="487921" y="107341"/>
                </a:lnTo>
                <a:lnTo>
                  <a:pt x="487516" y="107352"/>
                </a:lnTo>
                <a:lnTo>
                  <a:pt x="487130" y="107370"/>
                </a:lnTo>
                <a:lnTo>
                  <a:pt x="486762" y="107398"/>
                </a:lnTo>
                <a:lnTo>
                  <a:pt x="486411" y="107436"/>
                </a:lnTo>
                <a:lnTo>
                  <a:pt x="486076" y="107486"/>
                </a:lnTo>
                <a:lnTo>
                  <a:pt x="485757" y="107548"/>
                </a:lnTo>
                <a:lnTo>
                  <a:pt x="485452" y="107624"/>
                </a:lnTo>
                <a:lnTo>
                  <a:pt x="485162" y="107715"/>
                </a:lnTo>
                <a:lnTo>
                  <a:pt x="484885" y="107822"/>
                </a:lnTo>
                <a:lnTo>
                  <a:pt x="484620" y="107945"/>
                </a:lnTo>
                <a:lnTo>
                  <a:pt x="484368" y="108087"/>
                </a:lnTo>
                <a:lnTo>
                  <a:pt x="484126" y="108248"/>
                </a:lnTo>
                <a:lnTo>
                  <a:pt x="483895" y="108429"/>
                </a:lnTo>
                <a:lnTo>
                  <a:pt x="483673" y="108631"/>
                </a:lnTo>
                <a:lnTo>
                  <a:pt x="483460" y="108855"/>
                </a:lnTo>
                <a:lnTo>
                  <a:pt x="483255" y="109103"/>
                </a:lnTo>
                <a:lnTo>
                  <a:pt x="483057" y="109376"/>
                </a:lnTo>
                <a:lnTo>
                  <a:pt x="482866" y="109674"/>
                </a:lnTo>
                <a:lnTo>
                  <a:pt x="482681" y="110000"/>
                </a:lnTo>
                <a:lnTo>
                  <a:pt x="482500" y="110353"/>
                </a:lnTo>
                <a:lnTo>
                  <a:pt x="482324" y="110734"/>
                </a:lnTo>
                <a:lnTo>
                  <a:pt x="482152" y="111146"/>
                </a:lnTo>
                <a:lnTo>
                  <a:pt x="481982" y="111589"/>
                </a:lnTo>
                <a:lnTo>
                  <a:pt x="481420" y="112777"/>
                </a:lnTo>
                <a:lnTo>
                  <a:pt x="480799" y="113883"/>
                </a:lnTo>
                <a:lnTo>
                  <a:pt x="480124" y="114910"/>
                </a:lnTo>
                <a:lnTo>
                  <a:pt x="479398" y="115861"/>
                </a:lnTo>
                <a:lnTo>
                  <a:pt x="478628" y="116739"/>
                </a:lnTo>
                <a:lnTo>
                  <a:pt x="477818" y="117546"/>
                </a:lnTo>
                <a:lnTo>
                  <a:pt x="476973" y="118286"/>
                </a:lnTo>
                <a:lnTo>
                  <a:pt x="476097" y="118960"/>
                </a:lnTo>
                <a:lnTo>
                  <a:pt x="475197" y="119572"/>
                </a:lnTo>
                <a:lnTo>
                  <a:pt x="474275" y="120125"/>
                </a:lnTo>
                <a:lnTo>
                  <a:pt x="473338" y="120621"/>
                </a:lnTo>
                <a:lnTo>
                  <a:pt x="472390" y="121063"/>
                </a:lnTo>
                <a:lnTo>
                  <a:pt x="471436" y="121454"/>
                </a:lnTo>
                <a:lnTo>
                  <a:pt x="470480" y="121796"/>
                </a:lnTo>
                <a:lnTo>
                  <a:pt x="469529" y="122092"/>
                </a:lnTo>
                <a:lnTo>
                  <a:pt x="468586" y="122346"/>
                </a:lnTo>
                <a:lnTo>
                  <a:pt x="467656" y="122559"/>
                </a:lnTo>
                <a:lnTo>
                  <a:pt x="466744" y="122735"/>
                </a:lnTo>
                <a:lnTo>
                  <a:pt x="465856" y="122877"/>
                </a:lnTo>
                <a:lnTo>
                  <a:pt x="464996" y="122986"/>
                </a:lnTo>
                <a:lnTo>
                  <a:pt x="464168" y="123066"/>
                </a:lnTo>
                <a:lnTo>
                  <a:pt x="463378" y="123120"/>
                </a:lnTo>
                <a:lnTo>
                  <a:pt x="462631" y="123151"/>
                </a:lnTo>
                <a:lnTo>
                  <a:pt x="461931" y="123160"/>
                </a:lnTo>
                <a:lnTo>
                  <a:pt x="460124" y="123110"/>
                </a:lnTo>
                <a:lnTo>
                  <a:pt x="458322" y="122961"/>
                </a:lnTo>
                <a:lnTo>
                  <a:pt x="456531" y="122713"/>
                </a:lnTo>
                <a:lnTo>
                  <a:pt x="454754" y="122369"/>
                </a:lnTo>
                <a:lnTo>
                  <a:pt x="452997" y="121929"/>
                </a:lnTo>
                <a:lnTo>
                  <a:pt x="451264" y="121394"/>
                </a:lnTo>
                <a:lnTo>
                  <a:pt x="449561" y="120766"/>
                </a:lnTo>
                <a:lnTo>
                  <a:pt x="447893" y="120045"/>
                </a:lnTo>
                <a:lnTo>
                  <a:pt x="446264" y="119233"/>
                </a:lnTo>
                <a:lnTo>
                  <a:pt x="444680" y="118332"/>
                </a:lnTo>
                <a:lnTo>
                  <a:pt x="443145" y="117341"/>
                </a:lnTo>
                <a:lnTo>
                  <a:pt x="441664" y="116263"/>
                </a:lnTo>
                <a:lnTo>
                  <a:pt x="440242" y="115098"/>
                </a:lnTo>
                <a:lnTo>
                  <a:pt x="438885" y="113847"/>
                </a:lnTo>
                <a:lnTo>
                  <a:pt x="437597" y="112513"/>
                </a:lnTo>
                <a:lnTo>
                  <a:pt x="436383" y="111095"/>
                </a:lnTo>
                <a:lnTo>
                  <a:pt x="435247" y="109596"/>
                </a:lnTo>
                <a:lnTo>
                  <a:pt x="434196" y="108016"/>
                </a:lnTo>
                <a:lnTo>
                  <a:pt x="433234" y="106356"/>
                </a:lnTo>
                <a:lnTo>
                  <a:pt x="432365" y="104617"/>
                </a:lnTo>
                <a:lnTo>
                  <a:pt x="431595" y="102802"/>
                </a:lnTo>
                <a:lnTo>
                  <a:pt x="430929" y="100910"/>
                </a:lnTo>
                <a:lnTo>
                  <a:pt x="430371" y="98943"/>
                </a:lnTo>
                <a:lnTo>
                  <a:pt x="429927" y="96903"/>
                </a:lnTo>
                <a:lnTo>
                  <a:pt x="487380" y="96903"/>
                </a:lnTo>
                <a:lnTo>
                  <a:pt x="487884" y="96902"/>
                </a:lnTo>
                <a:lnTo>
                  <a:pt x="488382" y="96899"/>
                </a:lnTo>
                <a:lnTo>
                  <a:pt x="488873" y="96889"/>
                </a:lnTo>
                <a:lnTo>
                  <a:pt x="489356" y="96870"/>
                </a:lnTo>
                <a:lnTo>
                  <a:pt x="489830" y="96838"/>
                </a:lnTo>
                <a:lnTo>
                  <a:pt x="490292" y="96792"/>
                </a:lnTo>
                <a:lnTo>
                  <a:pt x="490742" y="96726"/>
                </a:lnTo>
                <a:lnTo>
                  <a:pt x="491178" y="96639"/>
                </a:lnTo>
                <a:lnTo>
                  <a:pt x="491598" y="96527"/>
                </a:lnTo>
                <a:lnTo>
                  <a:pt x="492002" y="96387"/>
                </a:lnTo>
                <a:lnTo>
                  <a:pt x="492387" y="96216"/>
                </a:lnTo>
                <a:lnTo>
                  <a:pt x="492753" y="96012"/>
                </a:lnTo>
                <a:lnTo>
                  <a:pt x="493098" y="95770"/>
                </a:lnTo>
                <a:lnTo>
                  <a:pt x="493420" y="95487"/>
                </a:lnTo>
                <a:lnTo>
                  <a:pt x="493718" y="95162"/>
                </a:lnTo>
                <a:lnTo>
                  <a:pt x="493991" y="94790"/>
                </a:lnTo>
                <a:lnTo>
                  <a:pt x="494237" y="94369"/>
                </a:lnTo>
                <a:lnTo>
                  <a:pt x="494455" y="93894"/>
                </a:lnTo>
                <a:lnTo>
                  <a:pt x="494643" y="93365"/>
                </a:lnTo>
                <a:lnTo>
                  <a:pt x="494800" y="92776"/>
                </a:lnTo>
                <a:lnTo>
                  <a:pt x="494925" y="92126"/>
                </a:lnTo>
                <a:lnTo>
                  <a:pt x="495016" y="91410"/>
                </a:lnTo>
                <a:lnTo>
                  <a:pt x="495071" y="90626"/>
                </a:lnTo>
                <a:lnTo>
                  <a:pt x="495090" y="89772"/>
                </a:lnTo>
                <a:lnTo>
                  <a:pt x="495026" y="87041"/>
                </a:lnTo>
                <a:lnTo>
                  <a:pt x="494833" y="84349"/>
                </a:lnTo>
                <a:lnTo>
                  <a:pt x="494511" y="81703"/>
                </a:lnTo>
                <a:lnTo>
                  <a:pt x="494060" y="79109"/>
                </a:lnTo>
                <a:lnTo>
                  <a:pt x="493480" y="76576"/>
                </a:lnTo>
                <a:lnTo>
                  <a:pt x="492771" y="74109"/>
                </a:lnTo>
                <a:lnTo>
                  <a:pt x="491932" y="71715"/>
                </a:lnTo>
                <a:lnTo>
                  <a:pt x="490963" y="69401"/>
                </a:lnTo>
                <a:lnTo>
                  <a:pt x="489865" y="67175"/>
                </a:lnTo>
                <a:lnTo>
                  <a:pt x="488636" y="65042"/>
                </a:lnTo>
                <a:lnTo>
                  <a:pt x="487277" y="63010"/>
                </a:lnTo>
                <a:lnTo>
                  <a:pt x="485788" y="61086"/>
                </a:lnTo>
                <a:lnTo>
                  <a:pt x="484169" y="59277"/>
                </a:lnTo>
                <a:lnTo>
                  <a:pt x="482418" y="57588"/>
                </a:lnTo>
                <a:lnTo>
                  <a:pt x="480537" y="56028"/>
                </a:lnTo>
                <a:lnTo>
                  <a:pt x="478525" y="54603"/>
                </a:lnTo>
                <a:lnTo>
                  <a:pt x="476381" y="53320"/>
                </a:lnTo>
                <a:lnTo>
                  <a:pt x="474106" y="52186"/>
                </a:lnTo>
                <a:lnTo>
                  <a:pt x="471700" y="51207"/>
                </a:lnTo>
                <a:lnTo>
                  <a:pt x="469162" y="50391"/>
                </a:lnTo>
                <a:lnTo>
                  <a:pt x="466492" y="49745"/>
                </a:lnTo>
                <a:lnTo>
                  <a:pt x="463690" y="49274"/>
                </a:lnTo>
                <a:lnTo>
                  <a:pt x="460755" y="48987"/>
                </a:lnTo>
                <a:lnTo>
                  <a:pt x="457689" y="48890"/>
                </a:lnTo>
                <a:lnTo>
                  <a:pt x="454845" y="48989"/>
                </a:lnTo>
                <a:lnTo>
                  <a:pt x="452053" y="49283"/>
                </a:lnTo>
                <a:lnTo>
                  <a:pt x="449320" y="49765"/>
                </a:lnTo>
                <a:lnTo>
                  <a:pt x="446652" y="50428"/>
                </a:lnTo>
                <a:lnTo>
                  <a:pt x="444054" y="51267"/>
                </a:lnTo>
                <a:lnTo>
                  <a:pt x="441533" y="52274"/>
                </a:lnTo>
                <a:lnTo>
                  <a:pt x="439095" y="53443"/>
                </a:lnTo>
                <a:lnTo>
                  <a:pt x="436746" y="54768"/>
                </a:lnTo>
                <a:lnTo>
                  <a:pt x="434491" y="56242"/>
                </a:lnTo>
                <a:lnTo>
                  <a:pt x="432338" y="57860"/>
                </a:lnTo>
                <a:lnTo>
                  <a:pt x="430293" y="59613"/>
                </a:lnTo>
                <a:lnTo>
                  <a:pt x="428360" y="61497"/>
                </a:lnTo>
                <a:lnTo>
                  <a:pt x="426547" y="63504"/>
                </a:lnTo>
                <a:lnTo>
                  <a:pt x="424860" y="65628"/>
                </a:lnTo>
                <a:lnTo>
                  <a:pt x="423304" y="67863"/>
                </a:lnTo>
                <a:lnTo>
                  <a:pt x="421887" y="70202"/>
                </a:lnTo>
                <a:lnTo>
                  <a:pt x="420613" y="72639"/>
                </a:lnTo>
                <a:lnTo>
                  <a:pt x="419489" y="75167"/>
                </a:lnTo>
                <a:lnTo>
                  <a:pt x="418521" y="77780"/>
                </a:lnTo>
                <a:lnTo>
                  <a:pt x="417716" y="80472"/>
                </a:lnTo>
                <a:lnTo>
                  <a:pt x="417079" y="83235"/>
                </a:lnTo>
                <a:lnTo>
                  <a:pt x="416616" y="86064"/>
                </a:lnTo>
                <a:lnTo>
                  <a:pt x="416334" y="88952"/>
                </a:lnTo>
                <a:lnTo>
                  <a:pt x="416239" y="91893"/>
                </a:lnTo>
                <a:lnTo>
                  <a:pt x="416339" y="94815"/>
                </a:lnTo>
                <a:lnTo>
                  <a:pt x="416636" y="97688"/>
                </a:lnTo>
                <a:lnTo>
                  <a:pt x="417124" y="100506"/>
                </a:lnTo>
                <a:lnTo>
                  <a:pt x="417796" y="103261"/>
                </a:lnTo>
                <a:lnTo>
                  <a:pt x="418647" y="105946"/>
                </a:lnTo>
                <a:lnTo>
                  <a:pt x="419670" y="108556"/>
                </a:lnTo>
                <a:lnTo>
                  <a:pt x="420859" y="111084"/>
                </a:lnTo>
                <a:lnTo>
                  <a:pt x="422208" y="113522"/>
                </a:lnTo>
                <a:lnTo>
                  <a:pt x="423711" y="115864"/>
                </a:lnTo>
                <a:lnTo>
                  <a:pt x="425362" y="118104"/>
                </a:lnTo>
                <a:lnTo>
                  <a:pt x="427155" y="120234"/>
                </a:lnTo>
                <a:lnTo>
                  <a:pt x="429083" y="122248"/>
                </a:lnTo>
                <a:lnTo>
                  <a:pt x="431141" y="124140"/>
                </a:lnTo>
                <a:lnTo>
                  <a:pt x="433323" y="125902"/>
                </a:lnTo>
                <a:lnTo>
                  <a:pt x="435621" y="127529"/>
                </a:lnTo>
                <a:lnTo>
                  <a:pt x="438031" y="129012"/>
                </a:lnTo>
                <a:lnTo>
                  <a:pt x="440546" y="130346"/>
                </a:lnTo>
                <a:lnTo>
                  <a:pt x="443160" y="131524"/>
                </a:lnTo>
                <a:lnTo>
                  <a:pt x="445867" y="132539"/>
                </a:lnTo>
                <a:lnTo>
                  <a:pt x="448660" y="133384"/>
                </a:lnTo>
                <a:lnTo>
                  <a:pt x="451535" y="134054"/>
                </a:lnTo>
                <a:lnTo>
                  <a:pt x="454483" y="134540"/>
                </a:lnTo>
                <a:lnTo>
                  <a:pt x="457501" y="134837"/>
                </a:lnTo>
                <a:lnTo>
                  <a:pt x="460580" y="134937"/>
                </a:lnTo>
                <a:lnTo>
                  <a:pt x="463677" y="134849"/>
                </a:lnTo>
                <a:lnTo>
                  <a:pt x="466605" y="134593"/>
                </a:lnTo>
                <a:lnTo>
                  <a:pt x="469370" y="134181"/>
                </a:lnTo>
                <a:lnTo>
                  <a:pt x="471973" y="133629"/>
                </a:lnTo>
                <a:lnTo>
                  <a:pt x="474418" y="132947"/>
                </a:lnTo>
                <a:lnTo>
                  <a:pt x="476709" y="132149"/>
                </a:lnTo>
                <a:lnTo>
                  <a:pt x="478848" y="131248"/>
                </a:lnTo>
                <a:lnTo>
                  <a:pt x="480838" y="130257"/>
                </a:lnTo>
                <a:lnTo>
                  <a:pt x="482683" y="129189"/>
                </a:lnTo>
                <a:lnTo>
                  <a:pt x="484386" y="128057"/>
                </a:lnTo>
                <a:lnTo>
                  <a:pt x="485950" y="126874"/>
                </a:lnTo>
                <a:lnTo>
                  <a:pt x="487379" y="125653"/>
                </a:lnTo>
                <a:lnTo>
                  <a:pt x="488675" y="124406"/>
                </a:lnTo>
                <a:lnTo>
                  <a:pt x="489841" y="123148"/>
                </a:lnTo>
                <a:lnTo>
                  <a:pt x="490881" y="121890"/>
                </a:lnTo>
                <a:lnTo>
                  <a:pt x="491799" y="120646"/>
                </a:lnTo>
                <a:lnTo>
                  <a:pt x="492596" y="119429"/>
                </a:lnTo>
                <a:lnTo>
                  <a:pt x="493277" y="118251"/>
                </a:lnTo>
                <a:lnTo>
                  <a:pt x="493844" y="117126"/>
                </a:lnTo>
                <a:lnTo>
                  <a:pt x="494301" y="116067"/>
                </a:lnTo>
                <a:lnTo>
                  <a:pt x="494651" y="115086"/>
                </a:lnTo>
                <a:lnTo>
                  <a:pt x="494897" y="114197"/>
                </a:lnTo>
                <a:lnTo>
                  <a:pt x="495042" y="113412"/>
                </a:lnTo>
                <a:lnTo>
                  <a:pt x="495090" y="112747"/>
                </a:lnTo>
                <a:lnTo>
                  <a:pt x="495062" y="112100"/>
                </a:lnTo>
                <a:lnTo>
                  <a:pt x="494980" y="111505"/>
                </a:lnTo>
                <a:lnTo>
                  <a:pt x="494848" y="110963"/>
                </a:lnTo>
                <a:lnTo>
                  <a:pt x="494671" y="110469"/>
                </a:lnTo>
                <a:lnTo>
                  <a:pt x="494453" y="110023"/>
                </a:lnTo>
                <a:lnTo>
                  <a:pt x="494199" y="109621"/>
                </a:lnTo>
                <a:close/>
                <a:moveTo>
                  <a:pt x="432878" y="77053"/>
                </a:moveTo>
                <a:lnTo>
                  <a:pt x="433669" y="75539"/>
                </a:lnTo>
                <a:lnTo>
                  <a:pt x="434534" y="74080"/>
                </a:lnTo>
                <a:lnTo>
                  <a:pt x="435469" y="72679"/>
                </a:lnTo>
                <a:lnTo>
                  <a:pt x="436471" y="71339"/>
                </a:lnTo>
                <a:lnTo>
                  <a:pt x="437539" y="70063"/>
                </a:lnTo>
                <a:lnTo>
                  <a:pt x="438668" y="68853"/>
                </a:lnTo>
                <a:lnTo>
                  <a:pt x="439856" y="67714"/>
                </a:lnTo>
                <a:lnTo>
                  <a:pt x="441101" y="66649"/>
                </a:lnTo>
                <a:lnTo>
                  <a:pt x="442399" y="65660"/>
                </a:lnTo>
                <a:lnTo>
                  <a:pt x="443747" y="64750"/>
                </a:lnTo>
                <a:lnTo>
                  <a:pt x="445144" y="63923"/>
                </a:lnTo>
                <a:lnTo>
                  <a:pt x="446585" y="63182"/>
                </a:lnTo>
                <a:lnTo>
                  <a:pt x="448068" y="62529"/>
                </a:lnTo>
                <a:lnTo>
                  <a:pt x="449590" y="61968"/>
                </a:lnTo>
                <a:lnTo>
                  <a:pt x="451148" y="61503"/>
                </a:lnTo>
                <a:lnTo>
                  <a:pt x="452740" y="61135"/>
                </a:lnTo>
                <a:lnTo>
                  <a:pt x="454363" y="60869"/>
                </a:lnTo>
                <a:lnTo>
                  <a:pt x="456013" y="60707"/>
                </a:lnTo>
                <a:lnTo>
                  <a:pt x="457689" y="60652"/>
                </a:lnTo>
                <a:lnTo>
                  <a:pt x="458951" y="60678"/>
                </a:lnTo>
                <a:lnTo>
                  <a:pt x="460228" y="60758"/>
                </a:lnTo>
                <a:lnTo>
                  <a:pt x="461515" y="60898"/>
                </a:lnTo>
                <a:lnTo>
                  <a:pt x="462806" y="61101"/>
                </a:lnTo>
                <a:lnTo>
                  <a:pt x="464096" y="61372"/>
                </a:lnTo>
                <a:lnTo>
                  <a:pt x="465379" y="61716"/>
                </a:lnTo>
                <a:lnTo>
                  <a:pt x="466651" y="62136"/>
                </a:lnTo>
                <a:lnTo>
                  <a:pt x="467907" y="62638"/>
                </a:lnTo>
                <a:lnTo>
                  <a:pt x="469140" y="63225"/>
                </a:lnTo>
                <a:lnTo>
                  <a:pt x="470346" y="63902"/>
                </a:lnTo>
                <a:lnTo>
                  <a:pt x="471519" y="64674"/>
                </a:lnTo>
                <a:lnTo>
                  <a:pt x="472654" y="65545"/>
                </a:lnTo>
                <a:lnTo>
                  <a:pt x="473746" y="66520"/>
                </a:lnTo>
                <a:lnTo>
                  <a:pt x="474790" y="67602"/>
                </a:lnTo>
                <a:lnTo>
                  <a:pt x="475780" y="68797"/>
                </a:lnTo>
                <a:lnTo>
                  <a:pt x="476711" y="70108"/>
                </a:lnTo>
                <a:lnTo>
                  <a:pt x="477577" y="71541"/>
                </a:lnTo>
                <a:lnTo>
                  <a:pt x="478375" y="73099"/>
                </a:lnTo>
                <a:lnTo>
                  <a:pt x="479097" y="74788"/>
                </a:lnTo>
                <a:lnTo>
                  <a:pt x="479739" y="76610"/>
                </a:lnTo>
                <a:lnTo>
                  <a:pt x="480296" y="78572"/>
                </a:lnTo>
                <a:lnTo>
                  <a:pt x="480762" y="80677"/>
                </a:lnTo>
                <a:lnTo>
                  <a:pt x="481133" y="82930"/>
                </a:lnTo>
                <a:lnTo>
                  <a:pt x="481402" y="85335"/>
                </a:lnTo>
                <a:lnTo>
                  <a:pt x="430121" y="85335"/>
                </a:lnTo>
                <a:lnTo>
                  <a:pt x="430503" y="83594"/>
                </a:lnTo>
                <a:lnTo>
                  <a:pt x="430973" y="81892"/>
                </a:lnTo>
                <a:lnTo>
                  <a:pt x="431527" y="80233"/>
                </a:lnTo>
                <a:lnTo>
                  <a:pt x="432163" y="78619"/>
                </a:lnTo>
                <a:lnTo>
                  <a:pt x="432878" y="77053"/>
                </a:lnTo>
                <a:close/>
                <a:moveTo>
                  <a:pt x="1000278" y="109621"/>
                </a:moveTo>
                <a:lnTo>
                  <a:pt x="999991" y="109261"/>
                </a:lnTo>
                <a:lnTo>
                  <a:pt x="999677" y="108941"/>
                </a:lnTo>
                <a:lnTo>
                  <a:pt x="999339" y="108659"/>
                </a:lnTo>
                <a:lnTo>
                  <a:pt x="998983" y="108412"/>
                </a:lnTo>
                <a:lnTo>
                  <a:pt x="998611" y="108198"/>
                </a:lnTo>
                <a:lnTo>
                  <a:pt x="998230" y="108014"/>
                </a:lnTo>
                <a:lnTo>
                  <a:pt x="997842" y="107859"/>
                </a:lnTo>
                <a:lnTo>
                  <a:pt x="997453" y="107730"/>
                </a:lnTo>
                <a:lnTo>
                  <a:pt x="997066" y="107623"/>
                </a:lnTo>
                <a:lnTo>
                  <a:pt x="996686" y="107539"/>
                </a:lnTo>
                <a:lnTo>
                  <a:pt x="996318" y="107472"/>
                </a:lnTo>
                <a:lnTo>
                  <a:pt x="995965" y="107423"/>
                </a:lnTo>
                <a:lnTo>
                  <a:pt x="995633" y="107387"/>
                </a:lnTo>
                <a:lnTo>
                  <a:pt x="995325" y="107363"/>
                </a:lnTo>
                <a:lnTo>
                  <a:pt x="995045" y="107349"/>
                </a:lnTo>
                <a:lnTo>
                  <a:pt x="994799" y="107341"/>
                </a:lnTo>
                <a:lnTo>
                  <a:pt x="994590" y="107339"/>
                </a:lnTo>
                <a:lnTo>
                  <a:pt x="994423" y="107338"/>
                </a:lnTo>
                <a:lnTo>
                  <a:pt x="993999" y="107341"/>
                </a:lnTo>
                <a:lnTo>
                  <a:pt x="993595" y="107352"/>
                </a:lnTo>
                <a:lnTo>
                  <a:pt x="993209" y="107370"/>
                </a:lnTo>
                <a:lnTo>
                  <a:pt x="992841" y="107398"/>
                </a:lnTo>
                <a:lnTo>
                  <a:pt x="992489" y="107436"/>
                </a:lnTo>
                <a:lnTo>
                  <a:pt x="992155" y="107486"/>
                </a:lnTo>
                <a:lnTo>
                  <a:pt x="991835" y="107548"/>
                </a:lnTo>
                <a:lnTo>
                  <a:pt x="991531" y="107624"/>
                </a:lnTo>
                <a:lnTo>
                  <a:pt x="991241" y="107715"/>
                </a:lnTo>
                <a:lnTo>
                  <a:pt x="990964" y="107822"/>
                </a:lnTo>
                <a:lnTo>
                  <a:pt x="990699" y="107945"/>
                </a:lnTo>
                <a:lnTo>
                  <a:pt x="990447" y="108087"/>
                </a:lnTo>
                <a:lnTo>
                  <a:pt x="990205" y="108248"/>
                </a:lnTo>
                <a:lnTo>
                  <a:pt x="989974" y="108429"/>
                </a:lnTo>
                <a:lnTo>
                  <a:pt x="989752" y="108631"/>
                </a:lnTo>
                <a:lnTo>
                  <a:pt x="989539" y="108855"/>
                </a:lnTo>
                <a:lnTo>
                  <a:pt x="989334" y="109103"/>
                </a:lnTo>
                <a:lnTo>
                  <a:pt x="989136" y="109376"/>
                </a:lnTo>
                <a:lnTo>
                  <a:pt x="988945" y="109674"/>
                </a:lnTo>
                <a:lnTo>
                  <a:pt x="988760" y="110000"/>
                </a:lnTo>
                <a:lnTo>
                  <a:pt x="988579" y="110353"/>
                </a:lnTo>
                <a:lnTo>
                  <a:pt x="988403" y="110734"/>
                </a:lnTo>
                <a:lnTo>
                  <a:pt x="988230" y="111146"/>
                </a:lnTo>
                <a:lnTo>
                  <a:pt x="988060" y="111589"/>
                </a:lnTo>
                <a:lnTo>
                  <a:pt x="987499" y="112777"/>
                </a:lnTo>
                <a:lnTo>
                  <a:pt x="986878" y="113883"/>
                </a:lnTo>
                <a:lnTo>
                  <a:pt x="986202" y="114910"/>
                </a:lnTo>
                <a:lnTo>
                  <a:pt x="985477" y="115861"/>
                </a:lnTo>
                <a:lnTo>
                  <a:pt x="984707" y="116739"/>
                </a:lnTo>
                <a:lnTo>
                  <a:pt x="983897" y="117546"/>
                </a:lnTo>
                <a:lnTo>
                  <a:pt x="983052" y="118286"/>
                </a:lnTo>
                <a:lnTo>
                  <a:pt x="982176" y="118960"/>
                </a:lnTo>
                <a:lnTo>
                  <a:pt x="981275" y="119572"/>
                </a:lnTo>
                <a:lnTo>
                  <a:pt x="980354" y="120125"/>
                </a:lnTo>
                <a:lnTo>
                  <a:pt x="979416" y="120621"/>
                </a:lnTo>
                <a:lnTo>
                  <a:pt x="978468" y="121063"/>
                </a:lnTo>
                <a:lnTo>
                  <a:pt x="977514" y="121454"/>
                </a:lnTo>
                <a:lnTo>
                  <a:pt x="976559" y="121796"/>
                </a:lnTo>
                <a:lnTo>
                  <a:pt x="975607" y="122092"/>
                </a:lnTo>
                <a:lnTo>
                  <a:pt x="974664" y="122346"/>
                </a:lnTo>
                <a:lnTo>
                  <a:pt x="973735" y="122559"/>
                </a:lnTo>
                <a:lnTo>
                  <a:pt x="972823" y="122735"/>
                </a:lnTo>
                <a:lnTo>
                  <a:pt x="971935" y="122877"/>
                </a:lnTo>
                <a:lnTo>
                  <a:pt x="971074" y="122986"/>
                </a:lnTo>
                <a:lnTo>
                  <a:pt x="970247" y="123066"/>
                </a:lnTo>
                <a:lnTo>
                  <a:pt x="969457" y="123120"/>
                </a:lnTo>
                <a:lnTo>
                  <a:pt x="968709" y="123151"/>
                </a:lnTo>
                <a:lnTo>
                  <a:pt x="968009" y="123160"/>
                </a:lnTo>
                <a:lnTo>
                  <a:pt x="966203" y="123110"/>
                </a:lnTo>
                <a:lnTo>
                  <a:pt x="964401" y="122961"/>
                </a:lnTo>
                <a:lnTo>
                  <a:pt x="962609" y="122713"/>
                </a:lnTo>
                <a:lnTo>
                  <a:pt x="960833" y="122369"/>
                </a:lnTo>
                <a:lnTo>
                  <a:pt x="959075" y="121929"/>
                </a:lnTo>
                <a:lnTo>
                  <a:pt x="957343" y="121394"/>
                </a:lnTo>
                <a:lnTo>
                  <a:pt x="955640" y="120766"/>
                </a:lnTo>
                <a:lnTo>
                  <a:pt x="953972" y="120045"/>
                </a:lnTo>
                <a:lnTo>
                  <a:pt x="952343" y="119233"/>
                </a:lnTo>
                <a:lnTo>
                  <a:pt x="950758" y="118332"/>
                </a:lnTo>
                <a:lnTo>
                  <a:pt x="949223" y="117341"/>
                </a:lnTo>
                <a:lnTo>
                  <a:pt x="947743" y="116263"/>
                </a:lnTo>
                <a:lnTo>
                  <a:pt x="946321" y="115098"/>
                </a:lnTo>
                <a:lnTo>
                  <a:pt x="944964" y="113847"/>
                </a:lnTo>
                <a:lnTo>
                  <a:pt x="943676" y="112513"/>
                </a:lnTo>
                <a:lnTo>
                  <a:pt x="942461" y="111095"/>
                </a:lnTo>
                <a:lnTo>
                  <a:pt x="941326" y="109596"/>
                </a:lnTo>
                <a:lnTo>
                  <a:pt x="940275" y="108016"/>
                </a:lnTo>
                <a:lnTo>
                  <a:pt x="939312" y="106356"/>
                </a:lnTo>
                <a:lnTo>
                  <a:pt x="938444" y="104617"/>
                </a:lnTo>
                <a:lnTo>
                  <a:pt x="937674" y="102802"/>
                </a:lnTo>
                <a:lnTo>
                  <a:pt x="937008" y="100910"/>
                </a:lnTo>
                <a:lnTo>
                  <a:pt x="936450" y="98943"/>
                </a:lnTo>
                <a:lnTo>
                  <a:pt x="936006" y="96903"/>
                </a:lnTo>
                <a:lnTo>
                  <a:pt x="993459" y="96903"/>
                </a:lnTo>
                <a:lnTo>
                  <a:pt x="993962" y="96902"/>
                </a:lnTo>
                <a:lnTo>
                  <a:pt x="994461" y="96899"/>
                </a:lnTo>
                <a:lnTo>
                  <a:pt x="994952" y="96889"/>
                </a:lnTo>
                <a:lnTo>
                  <a:pt x="995435" y="96870"/>
                </a:lnTo>
                <a:lnTo>
                  <a:pt x="995909" y="96838"/>
                </a:lnTo>
                <a:lnTo>
                  <a:pt x="996371" y="96792"/>
                </a:lnTo>
                <a:lnTo>
                  <a:pt x="996821" y="96726"/>
                </a:lnTo>
                <a:lnTo>
                  <a:pt x="997257" y="96639"/>
                </a:lnTo>
                <a:lnTo>
                  <a:pt x="997677" y="96527"/>
                </a:lnTo>
                <a:lnTo>
                  <a:pt x="998081" y="96387"/>
                </a:lnTo>
                <a:lnTo>
                  <a:pt x="998466" y="96216"/>
                </a:lnTo>
                <a:lnTo>
                  <a:pt x="998832" y="96012"/>
                </a:lnTo>
                <a:lnTo>
                  <a:pt x="999176" y="95770"/>
                </a:lnTo>
                <a:lnTo>
                  <a:pt x="999498" y="95487"/>
                </a:lnTo>
                <a:lnTo>
                  <a:pt x="999797" y="95162"/>
                </a:lnTo>
                <a:lnTo>
                  <a:pt x="1000069" y="94790"/>
                </a:lnTo>
                <a:lnTo>
                  <a:pt x="1000316" y="94369"/>
                </a:lnTo>
                <a:lnTo>
                  <a:pt x="1000533" y="93894"/>
                </a:lnTo>
                <a:lnTo>
                  <a:pt x="1000722" y="93365"/>
                </a:lnTo>
                <a:lnTo>
                  <a:pt x="1000879" y="92776"/>
                </a:lnTo>
                <a:lnTo>
                  <a:pt x="1001004" y="92126"/>
                </a:lnTo>
                <a:lnTo>
                  <a:pt x="1001095" y="91410"/>
                </a:lnTo>
                <a:lnTo>
                  <a:pt x="1001150" y="90626"/>
                </a:lnTo>
                <a:lnTo>
                  <a:pt x="1001169" y="89772"/>
                </a:lnTo>
                <a:lnTo>
                  <a:pt x="1001105" y="87041"/>
                </a:lnTo>
                <a:lnTo>
                  <a:pt x="1000912" y="84349"/>
                </a:lnTo>
                <a:lnTo>
                  <a:pt x="1000590" y="81703"/>
                </a:lnTo>
                <a:lnTo>
                  <a:pt x="1000139" y="79109"/>
                </a:lnTo>
                <a:lnTo>
                  <a:pt x="999559" y="76576"/>
                </a:lnTo>
                <a:lnTo>
                  <a:pt x="998850" y="74109"/>
                </a:lnTo>
                <a:lnTo>
                  <a:pt x="998011" y="71715"/>
                </a:lnTo>
                <a:lnTo>
                  <a:pt x="997042" y="69401"/>
                </a:lnTo>
                <a:lnTo>
                  <a:pt x="995943" y="67175"/>
                </a:lnTo>
                <a:lnTo>
                  <a:pt x="994715" y="65042"/>
                </a:lnTo>
                <a:lnTo>
                  <a:pt x="993356" y="63010"/>
                </a:lnTo>
                <a:lnTo>
                  <a:pt x="991867" y="61086"/>
                </a:lnTo>
                <a:lnTo>
                  <a:pt x="990247" y="59277"/>
                </a:lnTo>
                <a:lnTo>
                  <a:pt x="988497" y="57588"/>
                </a:lnTo>
                <a:lnTo>
                  <a:pt x="986616" y="56028"/>
                </a:lnTo>
                <a:lnTo>
                  <a:pt x="984603" y="54603"/>
                </a:lnTo>
                <a:lnTo>
                  <a:pt x="982460" y="53320"/>
                </a:lnTo>
                <a:lnTo>
                  <a:pt x="980185" y="52186"/>
                </a:lnTo>
                <a:lnTo>
                  <a:pt x="977779" y="51207"/>
                </a:lnTo>
                <a:lnTo>
                  <a:pt x="975240" y="50391"/>
                </a:lnTo>
                <a:lnTo>
                  <a:pt x="972570" y="49745"/>
                </a:lnTo>
                <a:lnTo>
                  <a:pt x="969768" y="49274"/>
                </a:lnTo>
                <a:lnTo>
                  <a:pt x="966834" y="48987"/>
                </a:lnTo>
                <a:lnTo>
                  <a:pt x="963767" y="48890"/>
                </a:lnTo>
                <a:lnTo>
                  <a:pt x="960924" y="48989"/>
                </a:lnTo>
                <a:lnTo>
                  <a:pt x="958132" y="49283"/>
                </a:lnTo>
                <a:lnTo>
                  <a:pt x="955399" y="49765"/>
                </a:lnTo>
                <a:lnTo>
                  <a:pt x="952731" y="50428"/>
                </a:lnTo>
                <a:lnTo>
                  <a:pt x="950133" y="51267"/>
                </a:lnTo>
                <a:lnTo>
                  <a:pt x="947612" y="52274"/>
                </a:lnTo>
                <a:lnTo>
                  <a:pt x="945173" y="53443"/>
                </a:lnTo>
                <a:lnTo>
                  <a:pt x="942824" y="54768"/>
                </a:lnTo>
                <a:lnTo>
                  <a:pt x="940570" y="56242"/>
                </a:lnTo>
                <a:lnTo>
                  <a:pt x="938417" y="57860"/>
                </a:lnTo>
                <a:lnTo>
                  <a:pt x="936371" y="59613"/>
                </a:lnTo>
                <a:lnTo>
                  <a:pt x="934439" y="61497"/>
                </a:lnTo>
                <a:lnTo>
                  <a:pt x="932626" y="63504"/>
                </a:lnTo>
                <a:lnTo>
                  <a:pt x="930939" y="65628"/>
                </a:lnTo>
                <a:lnTo>
                  <a:pt x="929383" y="67863"/>
                </a:lnTo>
                <a:lnTo>
                  <a:pt x="927965" y="70202"/>
                </a:lnTo>
                <a:lnTo>
                  <a:pt x="926692" y="72639"/>
                </a:lnTo>
                <a:lnTo>
                  <a:pt x="925568" y="75167"/>
                </a:lnTo>
                <a:lnTo>
                  <a:pt x="924600" y="77780"/>
                </a:lnTo>
                <a:lnTo>
                  <a:pt x="923795" y="80472"/>
                </a:lnTo>
                <a:lnTo>
                  <a:pt x="923158" y="83235"/>
                </a:lnTo>
                <a:lnTo>
                  <a:pt x="922695" y="86064"/>
                </a:lnTo>
                <a:lnTo>
                  <a:pt x="922413" y="88952"/>
                </a:lnTo>
                <a:lnTo>
                  <a:pt x="922318" y="91893"/>
                </a:lnTo>
                <a:lnTo>
                  <a:pt x="922418" y="94815"/>
                </a:lnTo>
                <a:lnTo>
                  <a:pt x="922715" y="97688"/>
                </a:lnTo>
                <a:lnTo>
                  <a:pt x="923203" y="100506"/>
                </a:lnTo>
                <a:lnTo>
                  <a:pt x="923875" y="103261"/>
                </a:lnTo>
                <a:lnTo>
                  <a:pt x="924726" y="105946"/>
                </a:lnTo>
                <a:lnTo>
                  <a:pt x="925749" y="108556"/>
                </a:lnTo>
                <a:lnTo>
                  <a:pt x="926938" y="111084"/>
                </a:lnTo>
                <a:lnTo>
                  <a:pt x="928287" y="113522"/>
                </a:lnTo>
                <a:lnTo>
                  <a:pt x="929790" y="115864"/>
                </a:lnTo>
                <a:lnTo>
                  <a:pt x="931441" y="118104"/>
                </a:lnTo>
                <a:lnTo>
                  <a:pt x="933234" y="120234"/>
                </a:lnTo>
                <a:lnTo>
                  <a:pt x="935162" y="122248"/>
                </a:lnTo>
                <a:lnTo>
                  <a:pt x="937220" y="124140"/>
                </a:lnTo>
                <a:lnTo>
                  <a:pt x="939401" y="125902"/>
                </a:lnTo>
                <a:lnTo>
                  <a:pt x="941700" y="127529"/>
                </a:lnTo>
                <a:lnTo>
                  <a:pt x="944110" y="129012"/>
                </a:lnTo>
                <a:lnTo>
                  <a:pt x="946625" y="130346"/>
                </a:lnTo>
                <a:lnTo>
                  <a:pt x="949239" y="131524"/>
                </a:lnTo>
                <a:lnTo>
                  <a:pt x="951946" y="132539"/>
                </a:lnTo>
                <a:lnTo>
                  <a:pt x="954739" y="133384"/>
                </a:lnTo>
                <a:lnTo>
                  <a:pt x="957613" y="134054"/>
                </a:lnTo>
                <a:lnTo>
                  <a:pt x="960562" y="134540"/>
                </a:lnTo>
                <a:lnTo>
                  <a:pt x="963579" y="134837"/>
                </a:lnTo>
                <a:lnTo>
                  <a:pt x="966659" y="134937"/>
                </a:lnTo>
                <a:lnTo>
                  <a:pt x="969755" y="134849"/>
                </a:lnTo>
                <a:lnTo>
                  <a:pt x="972684" y="134593"/>
                </a:lnTo>
                <a:lnTo>
                  <a:pt x="975449" y="134181"/>
                </a:lnTo>
                <a:lnTo>
                  <a:pt x="978052" y="133629"/>
                </a:lnTo>
                <a:lnTo>
                  <a:pt x="980497" y="132947"/>
                </a:lnTo>
                <a:lnTo>
                  <a:pt x="982788" y="132149"/>
                </a:lnTo>
                <a:lnTo>
                  <a:pt x="984926" y="131248"/>
                </a:lnTo>
                <a:lnTo>
                  <a:pt x="986917" y="130257"/>
                </a:lnTo>
                <a:lnTo>
                  <a:pt x="988762" y="129189"/>
                </a:lnTo>
                <a:lnTo>
                  <a:pt x="990465" y="128057"/>
                </a:lnTo>
                <a:lnTo>
                  <a:pt x="992029" y="126874"/>
                </a:lnTo>
                <a:lnTo>
                  <a:pt x="993457" y="125653"/>
                </a:lnTo>
                <a:lnTo>
                  <a:pt x="994753" y="124406"/>
                </a:lnTo>
                <a:lnTo>
                  <a:pt x="995920" y="123148"/>
                </a:lnTo>
                <a:lnTo>
                  <a:pt x="996960" y="121890"/>
                </a:lnTo>
                <a:lnTo>
                  <a:pt x="997877" y="120646"/>
                </a:lnTo>
                <a:lnTo>
                  <a:pt x="998675" y="119429"/>
                </a:lnTo>
                <a:lnTo>
                  <a:pt x="999356" y="118251"/>
                </a:lnTo>
                <a:lnTo>
                  <a:pt x="999923" y="117126"/>
                </a:lnTo>
                <a:lnTo>
                  <a:pt x="1000380" y="116067"/>
                </a:lnTo>
                <a:lnTo>
                  <a:pt x="1000730" y="115086"/>
                </a:lnTo>
                <a:lnTo>
                  <a:pt x="1000976" y="114197"/>
                </a:lnTo>
                <a:lnTo>
                  <a:pt x="1001121" y="113412"/>
                </a:lnTo>
                <a:lnTo>
                  <a:pt x="1001169" y="112747"/>
                </a:lnTo>
                <a:lnTo>
                  <a:pt x="1001141" y="112100"/>
                </a:lnTo>
                <a:lnTo>
                  <a:pt x="1001058" y="111505"/>
                </a:lnTo>
                <a:lnTo>
                  <a:pt x="1000926" y="110963"/>
                </a:lnTo>
                <a:lnTo>
                  <a:pt x="1000750" y="110469"/>
                </a:lnTo>
                <a:lnTo>
                  <a:pt x="1000532" y="110023"/>
                </a:lnTo>
                <a:lnTo>
                  <a:pt x="1000278" y="109621"/>
                </a:lnTo>
                <a:close/>
                <a:moveTo>
                  <a:pt x="938957" y="77053"/>
                </a:moveTo>
                <a:lnTo>
                  <a:pt x="939748" y="75539"/>
                </a:lnTo>
                <a:lnTo>
                  <a:pt x="940612" y="74080"/>
                </a:lnTo>
                <a:lnTo>
                  <a:pt x="941547" y="72679"/>
                </a:lnTo>
                <a:lnTo>
                  <a:pt x="942550" y="71339"/>
                </a:lnTo>
                <a:lnTo>
                  <a:pt x="943617" y="70063"/>
                </a:lnTo>
                <a:lnTo>
                  <a:pt x="944747" y="68853"/>
                </a:lnTo>
                <a:lnTo>
                  <a:pt x="945935" y="67714"/>
                </a:lnTo>
                <a:lnTo>
                  <a:pt x="947180" y="66649"/>
                </a:lnTo>
                <a:lnTo>
                  <a:pt x="948478" y="65660"/>
                </a:lnTo>
                <a:lnTo>
                  <a:pt x="949826" y="64750"/>
                </a:lnTo>
                <a:lnTo>
                  <a:pt x="951222" y="63923"/>
                </a:lnTo>
                <a:lnTo>
                  <a:pt x="952663" y="63182"/>
                </a:lnTo>
                <a:lnTo>
                  <a:pt x="954146" y="62529"/>
                </a:lnTo>
                <a:lnTo>
                  <a:pt x="955669" y="61968"/>
                </a:lnTo>
                <a:lnTo>
                  <a:pt x="957227" y="61503"/>
                </a:lnTo>
                <a:lnTo>
                  <a:pt x="958819" y="61135"/>
                </a:lnTo>
                <a:lnTo>
                  <a:pt x="960442" y="60869"/>
                </a:lnTo>
                <a:lnTo>
                  <a:pt x="962092" y="60707"/>
                </a:lnTo>
                <a:lnTo>
                  <a:pt x="963767" y="60652"/>
                </a:lnTo>
                <a:lnTo>
                  <a:pt x="965030" y="60678"/>
                </a:lnTo>
                <a:lnTo>
                  <a:pt x="966307" y="60758"/>
                </a:lnTo>
                <a:lnTo>
                  <a:pt x="967593" y="60898"/>
                </a:lnTo>
                <a:lnTo>
                  <a:pt x="968884" y="61101"/>
                </a:lnTo>
                <a:lnTo>
                  <a:pt x="970174" y="61372"/>
                </a:lnTo>
                <a:lnTo>
                  <a:pt x="971458" y="61716"/>
                </a:lnTo>
                <a:lnTo>
                  <a:pt x="972730" y="62136"/>
                </a:lnTo>
                <a:lnTo>
                  <a:pt x="973985" y="62638"/>
                </a:lnTo>
                <a:lnTo>
                  <a:pt x="975219" y="63225"/>
                </a:lnTo>
                <a:lnTo>
                  <a:pt x="976424" y="63902"/>
                </a:lnTo>
                <a:lnTo>
                  <a:pt x="977597" y="64674"/>
                </a:lnTo>
                <a:lnTo>
                  <a:pt x="978733" y="65545"/>
                </a:lnTo>
                <a:lnTo>
                  <a:pt x="979825" y="66520"/>
                </a:lnTo>
                <a:lnTo>
                  <a:pt x="980869" y="67602"/>
                </a:lnTo>
                <a:lnTo>
                  <a:pt x="981858" y="68797"/>
                </a:lnTo>
                <a:lnTo>
                  <a:pt x="982789" y="70108"/>
                </a:lnTo>
                <a:lnTo>
                  <a:pt x="983656" y="71541"/>
                </a:lnTo>
                <a:lnTo>
                  <a:pt x="984453" y="73099"/>
                </a:lnTo>
                <a:lnTo>
                  <a:pt x="985176" y="74788"/>
                </a:lnTo>
                <a:lnTo>
                  <a:pt x="985818" y="76610"/>
                </a:lnTo>
                <a:lnTo>
                  <a:pt x="986375" y="78572"/>
                </a:lnTo>
                <a:lnTo>
                  <a:pt x="986841" y="80677"/>
                </a:lnTo>
                <a:lnTo>
                  <a:pt x="987212" y="82930"/>
                </a:lnTo>
                <a:lnTo>
                  <a:pt x="987481" y="85335"/>
                </a:lnTo>
                <a:lnTo>
                  <a:pt x="936200" y="85335"/>
                </a:lnTo>
                <a:lnTo>
                  <a:pt x="936582" y="83594"/>
                </a:lnTo>
                <a:lnTo>
                  <a:pt x="937051" y="81892"/>
                </a:lnTo>
                <a:lnTo>
                  <a:pt x="937605" y="80233"/>
                </a:lnTo>
                <a:lnTo>
                  <a:pt x="938242" y="78619"/>
                </a:lnTo>
                <a:lnTo>
                  <a:pt x="938957" y="77053"/>
                </a:lnTo>
                <a:close/>
                <a:moveTo>
                  <a:pt x="1202709" y="109621"/>
                </a:moveTo>
                <a:lnTo>
                  <a:pt x="1202423" y="109261"/>
                </a:lnTo>
                <a:lnTo>
                  <a:pt x="1202109" y="108941"/>
                </a:lnTo>
                <a:lnTo>
                  <a:pt x="1201771" y="108659"/>
                </a:lnTo>
                <a:lnTo>
                  <a:pt x="1201414" y="108412"/>
                </a:lnTo>
                <a:lnTo>
                  <a:pt x="1201043" y="108198"/>
                </a:lnTo>
                <a:lnTo>
                  <a:pt x="1200661" y="108014"/>
                </a:lnTo>
                <a:lnTo>
                  <a:pt x="1200274" y="107859"/>
                </a:lnTo>
                <a:lnTo>
                  <a:pt x="1199884" y="107730"/>
                </a:lnTo>
                <a:lnTo>
                  <a:pt x="1199497" y="107623"/>
                </a:lnTo>
                <a:lnTo>
                  <a:pt x="1199118" y="107539"/>
                </a:lnTo>
                <a:lnTo>
                  <a:pt x="1198749" y="107472"/>
                </a:lnTo>
                <a:lnTo>
                  <a:pt x="1198397" y="107423"/>
                </a:lnTo>
                <a:lnTo>
                  <a:pt x="1198064" y="107387"/>
                </a:lnTo>
                <a:lnTo>
                  <a:pt x="1197756" y="107363"/>
                </a:lnTo>
                <a:lnTo>
                  <a:pt x="1197477" y="107349"/>
                </a:lnTo>
                <a:lnTo>
                  <a:pt x="1197231" y="107341"/>
                </a:lnTo>
                <a:lnTo>
                  <a:pt x="1197022" y="107339"/>
                </a:lnTo>
                <a:lnTo>
                  <a:pt x="1196855" y="107338"/>
                </a:lnTo>
                <a:lnTo>
                  <a:pt x="1196431" y="107341"/>
                </a:lnTo>
                <a:lnTo>
                  <a:pt x="1196026" y="107352"/>
                </a:lnTo>
                <a:lnTo>
                  <a:pt x="1195640" y="107370"/>
                </a:lnTo>
                <a:lnTo>
                  <a:pt x="1195272" y="107398"/>
                </a:lnTo>
                <a:lnTo>
                  <a:pt x="1194921" y="107436"/>
                </a:lnTo>
                <a:lnTo>
                  <a:pt x="1194586" y="107486"/>
                </a:lnTo>
                <a:lnTo>
                  <a:pt x="1194267" y="107548"/>
                </a:lnTo>
                <a:lnTo>
                  <a:pt x="1193963" y="107624"/>
                </a:lnTo>
                <a:lnTo>
                  <a:pt x="1193672" y="107715"/>
                </a:lnTo>
                <a:lnTo>
                  <a:pt x="1193395" y="107822"/>
                </a:lnTo>
                <a:lnTo>
                  <a:pt x="1193131" y="107945"/>
                </a:lnTo>
                <a:lnTo>
                  <a:pt x="1192878" y="108087"/>
                </a:lnTo>
                <a:lnTo>
                  <a:pt x="1192637" y="108248"/>
                </a:lnTo>
                <a:lnTo>
                  <a:pt x="1192405" y="108429"/>
                </a:lnTo>
                <a:lnTo>
                  <a:pt x="1192183" y="108631"/>
                </a:lnTo>
                <a:lnTo>
                  <a:pt x="1191970" y="108855"/>
                </a:lnTo>
                <a:lnTo>
                  <a:pt x="1191765" y="109103"/>
                </a:lnTo>
                <a:lnTo>
                  <a:pt x="1191568" y="109376"/>
                </a:lnTo>
                <a:lnTo>
                  <a:pt x="1191377" y="109674"/>
                </a:lnTo>
                <a:lnTo>
                  <a:pt x="1191191" y="110000"/>
                </a:lnTo>
                <a:lnTo>
                  <a:pt x="1191011" y="110353"/>
                </a:lnTo>
                <a:lnTo>
                  <a:pt x="1190835" y="110734"/>
                </a:lnTo>
                <a:lnTo>
                  <a:pt x="1190662" y="111146"/>
                </a:lnTo>
                <a:lnTo>
                  <a:pt x="1190492" y="111589"/>
                </a:lnTo>
                <a:lnTo>
                  <a:pt x="1189930" y="112777"/>
                </a:lnTo>
                <a:lnTo>
                  <a:pt x="1189309" y="113883"/>
                </a:lnTo>
                <a:lnTo>
                  <a:pt x="1188634" y="114910"/>
                </a:lnTo>
                <a:lnTo>
                  <a:pt x="1187909" y="115861"/>
                </a:lnTo>
                <a:lnTo>
                  <a:pt x="1187139" y="116739"/>
                </a:lnTo>
                <a:lnTo>
                  <a:pt x="1186328" y="117546"/>
                </a:lnTo>
                <a:lnTo>
                  <a:pt x="1185483" y="118286"/>
                </a:lnTo>
                <a:lnTo>
                  <a:pt x="1184608" y="118960"/>
                </a:lnTo>
                <a:lnTo>
                  <a:pt x="1183707" y="119572"/>
                </a:lnTo>
                <a:lnTo>
                  <a:pt x="1182785" y="120125"/>
                </a:lnTo>
                <a:lnTo>
                  <a:pt x="1181848" y="120621"/>
                </a:lnTo>
                <a:lnTo>
                  <a:pt x="1180900" y="121063"/>
                </a:lnTo>
                <a:lnTo>
                  <a:pt x="1179946" y="121454"/>
                </a:lnTo>
                <a:lnTo>
                  <a:pt x="1178991" y="121796"/>
                </a:lnTo>
                <a:lnTo>
                  <a:pt x="1178039" y="122092"/>
                </a:lnTo>
                <a:lnTo>
                  <a:pt x="1177096" y="122346"/>
                </a:lnTo>
                <a:lnTo>
                  <a:pt x="1176166" y="122559"/>
                </a:lnTo>
                <a:lnTo>
                  <a:pt x="1175255" y="122735"/>
                </a:lnTo>
                <a:lnTo>
                  <a:pt x="1174366" y="122877"/>
                </a:lnTo>
                <a:lnTo>
                  <a:pt x="1173506" y="122986"/>
                </a:lnTo>
                <a:lnTo>
                  <a:pt x="1172678" y="123066"/>
                </a:lnTo>
                <a:lnTo>
                  <a:pt x="1171888" y="123120"/>
                </a:lnTo>
                <a:lnTo>
                  <a:pt x="1171141" y="123151"/>
                </a:lnTo>
                <a:lnTo>
                  <a:pt x="1170441" y="123160"/>
                </a:lnTo>
                <a:lnTo>
                  <a:pt x="1168634" y="123110"/>
                </a:lnTo>
                <a:lnTo>
                  <a:pt x="1166833" y="122961"/>
                </a:lnTo>
                <a:lnTo>
                  <a:pt x="1165041" y="122713"/>
                </a:lnTo>
                <a:lnTo>
                  <a:pt x="1163264" y="122369"/>
                </a:lnTo>
                <a:lnTo>
                  <a:pt x="1161507" y="121929"/>
                </a:lnTo>
                <a:lnTo>
                  <a:pt x="1159774" y="121394"/>
                </a:lnTo>
                <a:lnTo>
                  <a:pt x="1158072" y="120766"/>
                </a:lnTo>
                <a:lnTo>
                  <a:pt x="1156403" y="120045"/>
                </a:lnTo>
                <a:lnTo>
                  <a:pt x="1154774" y="119233"/>
                </a:lnTo>
                <a:lnTo>
                  <a:pt x="1153190" y="118332"/>
                </a:lnTo>
                <a:lnTo>
                  <a:pt x="1151655" y="117341"/>
                </a:lnTo>
                <a:lnTo>
                  <a:pt x="1150174" y="116263"/>
                </a:lnTo>
                <a:lnTo>
                  <a:pt x="1148753" y="115098"/>
                </a:lnTo>
                <a:lnTo>
                  <a:pt x="1147395" y="113847"/>
                </a:lnTo>
                <a:lnTo>
                  <a:pt x="1146107" y="112513"/>
                </a:lnTo>
                <a:lnTo>
                  <a:pt x="1144893" y="111095"/>
                </a:lnTo>
                <a:lnTo>
                  <a:pt x="1143758" y="109596"/>
                </a:lnTo>
                <a:lnTo>
                  <a:pt x="1142706" y="108016"/>
                </a:lnTo>
                <a:lnTo>
                  <a:pt x="1141744" y="106356"/>
                </a:lnTo>
                <a:lnTo>
                  <a:pt x="1140875" y="104617"/>
                </a:lnTo>
                <a:lnTo>
                  <a:pt x="1140105" y="102802"/>
                </a:lnTo>
                <a:lnTo>
                  <a:pt x="1139439" y="100910"/>
                </a:lnTo>
                <a:lnTo>
                  <a:pt x="1138881" y="98943"/>
                </a:lnTo>
                <a:lnTo>
                  <a:pt x="1138437" y="96903"/>
                </a:lnTo>
                <a:lnTo>
                  <a:pt x="1195890" y="96903"/>
                </a:lnTo>
                <a:lnTo>
                  <a:pt x="1196394" y="96902"/>
                </a:lnTo>
                <a:lnTo>
                  <a:pt x="1196892" y="96899"/>
                </a:lnTo>
                <a:lnTo>
                  <a:pt x="1197384" y="96889"/>
                </a:lnTo>
                <a:lnTo>
                  <a:pt x="1197867" y="96870"/>
                </a:lnTo>
                <a:lnTo>
                  <a:pt x="1198340" y="96838"/>
                </a:lnTo>
                <a:lnTo>
                  <a:pt x="1198803" y="96792"/>
                </a:lnTo>
                <a:lnTo>
                  <a:pt x="1199252" y="96726"/>
                </a:lnTo>
                <a:lnTo>
                  <a:pt x="1199688" y="96639"/>
                </a:lnTo>
                <a:lnTo>
                  <a:pt x="1200109" y="96527"/>
                </a:lnTo>
                <a:lnTo>
                  <a:pt x="1200512" y="96387"/>
                </a:lnTo>
                <a:lnTo>
                  <a:pt x="1200898" y="96216"/>
                </a:lnTo>
                <a:lnTo>
                  <a:pt x="1201263" y="96012"/>
                </a:lnTo>
                <a:lnTo>
                  <a:pt x="1201608" y="95770"/>
                </a:lnTo>
                <a:lnTo>
                  <a:pt x="1201930" y="95487"/>
                </a:lnTo>
                <a:lnTo>
                  <a:pt x="1202228" y="95162"/>
                </a:lnTo>
                <a:lnTo>
                  <a:pt x="1202501" y="94790"/>
                </a:lnTo>
                <a:lnTo>
                  <a:pt x="1202747" y="94369"/>
                </a:lnTo>
                <a:lnTo>
                  <a:pt x="1202965" y="93894"/>
                </a:lnTo>
                <a:lnTo>
                  <a:pt x="1203153" y="93365"/>
                </a:lnTo>
                <a:lnTo>
                  <a:pt x="1203310" y="92776"/>
                </a:lnTo>
                <a:lnTo>
                  <a:pt x="1203435" y="92126"/>
                </a:lnTo>
                <a:lnTo>
                  <a:pt x="1203526" y="91410"/>
                </a:lnTo>
                <a:lnTo>
                  <a:pt x="1203582" y="90626"/>
                </a:lnTo>
                <a:lnTo>
                  <a:pt x="1203601" y="89772"/>
                </a:lnTo>
                <a:lnTo>
                  <a:pt x="1203536" y="87041"/>
                </a:lnTo>
                <a:lnTo>
                  <a:pt x="1203343" y="84349"/>
                </a:lnTo>
                <a:lnTo>
                  <a:pt x="1203021" y="81703"/>
                </a:lnTo>
                <a:lnTo>
                  <a:pt x="1202571" y="79109"/>
                </a:lnTo>
                <a:lnTo>
                  <a:pt x="1201991" y="76576"/>
                </a:lnTo>
                <a:lnTo>
                  <a:pt x="1201281" y="74109"/>
                </a:lnTo>
                <a:lnTo>
                  <a:pt x="1200442" y="71715"/>
                </a:lnTo>
                <a:lnTo>
                  <a:pt x="1199474" y="69401"/>
                </a:lnTo>
                <a:lnTo>
                  <a:pt x="1198375" y="67175"/>
                </a:lnTo>
                <a:lnTo>
                  <a:pt x="1197146" y="65042"/>
                </a:lnTo>
                <a:lnTo>
                  <a:pt x="1195788" y="63010"/>
                </a:lnTo>
                <a:lnTo>
                  <a:pt x="1194299" y="61086"/>
                </a:lnTo>
                <a:lnTo>
                  <a:pt x="1192679" y="59277"/>
                </a:lnTo>
                <a:lnTo>
                  <a:pt x="1190929" y="57588"/>
                </a:lnTo>
                <a:lnTo>
                  <a:pt x="1189047" y="56028"/>
                </a:lnTo>
                <a:lnTo>
                  <a:pt x="1187035" y="54603"/>
                </a:lnTo>
                <a:lnTo>
                  <a:pt x="1184892" y="53320"/>
                </a:lnTo>
                <a:lnTo>
                  <a:pt x="1182617" y="52186"/>
                </a:lnTo>
                <a:lnTo>
                  <a:pt x="1180210" y="51207"/>
                </a:lnTo>
                <a:lnTo>
                  <a:pt x="1177672" y="50391"/>
                </a:lnTo>
                <a:lnTo>
                  <a:pt x="1175002" y="49745"/>
                </a:lnTo>
                <a:lnTo>
                  <a:pt x="1172200" y="49274"/>
                </a:lnTo>
                <a:lnTo>
                  <a:pt x="1169266" y="48987"/>
                </a:lnTo>
                <a:lnTo>
                  <a:pt x="1166199" y="48890"/>
                </a:lnTo>
                <a:lnTo>
                  <a:pt x="1163355" y="48989"/>
                </a:lnTo>
                <a:lnTo>
                  <a:pt x="1160564" y="49283"/>
                </a:lnTo>
                <a:lnTo>
                  <a:pt x="1157831" y="49765"/>
                </a:lnTo>
                <a:lnTo>
                  <a:pt x="1155162" y="50428"/>
                </a:lnTo>
                <a:lnTo>
                  <a:pt x="1152564" y="51267"/>
                </a:lnTo>
                <a:lnTo>
                  <a:pt x="1150043" y="52274"/>
                </a:lnTo>
                <a:lnTo>
                  <a:pt x="1147605" y="53443"/>
                </a:lnTo>
                <a:lnTo>
                  <a:pt x="1145256" y="54768"/>
                </a:lnTo>
                <a:lnTo>
                  <a:pt x="1143002" y="56242"/>
                </a:lnTo>
                <a:lnTo>
                  <a:pt x="1140849" y="57860"/>
                </a:lnTo>
                <a:lnTo>
                  <a:pt x="1138803" y="59613"/>
                </a:lnTo>
                <a:lnTo>
                  <a:pt x="1136870" y="61497"/>
                </a:lnTo>
                <a:lnTo>
                  <a:pt x="1135058" y="63504"/>
                </a:lnTo>
                <a:lnTo>
                  <a:pt x="1133370" y="65628"/>
                </a:lnTo>
                <a:lnTo>
                  <a:pt x="1131815" y="67863"/>
                </a:lnTo>
                <a:lnTo>
                  <a:pt x="1130397" y="70202"/>
                </a:lnTo>
                <a:lnTo>
                  <a:pt x="1129123" y="72639"/>
                </a:lnTo>
                <a:lnTo>
                  <a:pt x="1127999" y="75167"/>
                </a:lnTo>
                <a:lnTo>
                  <a:pt x="1127032" y="77780"/>
                </a:lnTo>
                <a:lnTo>
                  <a:pt x="1126226" y="80472"/>
                </a:lnTo>
                <a:lnTo>
                  <a:pt x="1125589" y="83235"/>
                </a:lnTo>
                <a:lnTo>
                  <a:pt x="1125127" y="86064"/>
                </a:lnTo>
                <a:lnTo>
                  <a:pt x="1124845" y="88952"/>
                </a:lnTo>
                <a:lnTo>
                  <a:pt x="1124749" y="91893"/>
                </a:lnTo>
                <a:lnTo>
                  <a:pt x="1124850" y="94815"/>
                </a:lnTo>
                <a:lnTo>
                  <a:pt x="1125147" y="97688"/>
                </a:lnTo>
                <a:lnTo>
                  <a:pt x="1125635" y="100506"/>
                </a:lnTo>
                <a:lnTo>
                  <a:pt x="1126307" y="103261"/>
                </a:lnTo>
                <a:lnTo>
                  <a:pt x="1127157" y="105946"/>
                </a:lnTo>
                <a:lnTo>
                  <a:pt x="1128180" y="108556"/>
                </a:lnTo>
                <a:lnTo>
                  <a:pt x="1129369" y="111084"/>
                </a:lnTo>
                <a:lnTo>
                  <a:pt x="1130719" y="113522"/>
                </a:lnTo>
                <a:lnTo>
                  <a:pt x="1132222" y="115864"/>
                </a:lnTo>
                <a:lnTo>
                  <a:pt x="1133873" y="118104"/>
                </a:lnTo>
                <a:lnTo>
                  <a:pt x="1135665" y="120234"/>
                </a:lnTo>
                <a:lnTo>
                  <a:pt x="1137594" y="122248"/>
                </a:lnTo>
                <a:lnTo>
                  <a:pt x="1139652" y="124140"/>
                </a:lnTo>
                <a:lnTo>
                  <a:pt x="1141833" y="125902"/>
                </a:lnTo>
                <a:lnTo>
                  <a:pt x="1144132" y="127529"/>
                </a:lnTo>
                <a:lnTo>
                  <a:pt x="1146541" y="129012"/>
                </a:lnTo>
                <a:lnTo>
                  <a:pt x="1149056" y="130346"/>
                </a:lnTo>
                <a:lnTo>
                  <a:pt x="1151670" y="131524"/>
                </a:lnTo>
                <a:lnTo>
                  <a:pt x="1154377" y="132539"/>
                </a:lnTo>
                <a:lnTo>
                  <a:pt x="1157171" y="133384"/>
                </a:lnTo>
                <a:lnTo>
                  <a:pt x="1160045" y="134054"/>
                </a:lnTo>
                <a:lnTo>
                  <a:pt x="1162994" y="134540"/>
                </a:lnTo>
                <a:lnTo>
                  <a:pt x="1166011" y="134837"/>
                </a:lnTo>
                <a:lnTo>
                  <a:pt x="1169091" y="134937"/>
                </a:lnTo>
                <a:lnTo>
                  <a:pt x="1172187" y="134849"/>
                </a:lnTo>
                <a:lnTo>
                  <a:pt x="1175116" y="134593"/>
                </a:lnTo>
                <a:lnTo>
                  <a:pt x="1177880" y="134181"/>
                </a:lnTo>
                <a:lnTo>
                  <a:pt x="1180483" y="133629"/>
                </a:lnTo>
                <a:lnTo>
                  <a:pt x="1182929" y="132947"/>
                </a:lnTo>
                <a:lnTo>
                  <a:pt x="1185219" y="132149"/>
                </a:lnTo>
                <a:lnTo>
                  <a:pt x="1187358" y="131248"/>
                </a:lnTo>
                <a:lnTo>
                  <a:pt x="1189348" y="130257"/>
                </a:lnTo>
                <a:lnTo>
                  <a:pt x="1191194" y="129189"/>
                </a:lnTo>
                <a:lnTo>
                  <a:pt x="1192897" y="128057"/>
                </a:lnTo>
                <a:lnTo>
                  <a:pt x="1194461" y="126874"/>
                </a:lnTo>
                <a:lnTo>
                  <a:pt x="1195889" y="125653"/>
                </a:lnTo>
                <a:lnTo>
                  <a:pt x="1197185" y="124406"/>
                </a:lnTo>
                <a:lnTo>
                  <a:pt x="1198351" y="123148"/>
                </a:lnTo>
                <a:lnTo>
                  <a:pt x="1199392" y="121890"/>
                </a:lnTo>
                <a:lnTo>
                  <a:pt x="1200309" y="120646"/>
                </a:lnTo>
                <a:lnTo>
                  <a:pt x="1201106" y="119429"/>
                </a:lnTo>
                <a:lnTo>
                  <a:pt x="1201787" y="118251"/>
                </a:lnTo>
                <a:lnTo>
                  <a:pt x="1202354" y="117126"/>
                </a:lnTo>
                <a:lnTo>
                  <a:pt x="1202812" y="116067"/>
                </a:lnTo>
                <a:lnTo>
                  <a:pt x="1203161" y="115086"/>
                </a:lnTo>
                <a:lnTo>
                  <a:pt x="1203408" y="114197"/>
                </a:lnTo>
                <a:lnTo>
                  <a:pt x="1203553" y="113412"/>
                </a:lnTo>
                <a:lnTo>
                  <a:pt x="1203600" y="112747"/>
                </a:lnTo>
                <a:lnTo>
                  <a:pt x="1203572" y="112100"/>
                </a:lnTo>
                <a:lnTo>
                  <a:pt x="1203490" y="111505"/>
                </a:lnTo>
                <a:lnTo>
                  <a:pt x="1203358" y="110963"/>
                </a:lnTo>
                <a:lnTo>
                  <a:pt x="1203181" y="110469"/>
                </a:lnTo>
                <a:lnTo>
                  <a:pt x="1202963" y="110023"/>
                </a:lnTo>
                <a:lnTo>
                  <a:pt x="1202709" y="109621"/>
                </a:lnTo>
                <a:close/>
                <a:moveTo>
                  <a:pt x="1141388" y="77053"/>
                </a:moveTo>
                <a:lnTo>
                  <a:pt x="1142179" y="75539"/>
                </a:lnTo>
                <a:lnTo>
                  <a:pt x="1143044" y="74080"/>
                </a:lnTo>
                <a:lnTo>
                  <a:pt x="1143979" y="72679"/>
                </a:lnTo>
                <a:lnTo>
                  <a:pt x="1144981" y="71339"/>
                </a:lnTo>
                <a:lnTo>
                  <a:pt x="1146049" y="70063"/>
                </a:lnTo>
                <a:lnTo>
                  <a:pt x="1147178" y="68853"/>
                </a:lnTo>
                <a:lnTo>
                  <a:pt x="1148367" y="67714"/>
                </a:lnTo>
                <a:lnTo>
                  <a:pt x="1149611" y="66649"/>
                </a:lnTo>
                <a:lnTo>
                  <a:pt x="1150909" y="65660"/>
                </a:lnTo>
                <a:lnTo>
                  <a:pt x="1152258" y="64750"/>
                </a:lnTo>
                <a:lnTo>
                  <a:pt x="1153654" y="63923"/>
                </a:lnTo>
                <a:lnTo>
                  <a:pt x="1155095" y="63182"/>
                </a:lnTo>
                <a:lnTo>
                  <a:pt x="1156578" y="62529"/>
                </a:lnTo>
                <a:lnTo>
                  <a:pt x="1158100" y="61968"/>
                </a:lnTo>
                <a:lnTo>
                  <a:pt x="1159659" y="61503"/>
                </a:lnTo>
                <a:lnTo>
                  <a:pt x="1161251" y="61135"/>
                </a:lnTo>
                <a:lnTo>
                  <a:pt x="1162873" y="60869"/>
                </a:lnTo>
                <a:lnTo>
                  <a:pt x="1164524" y="60707"/>
                </a:lnTo>
                <a:lnTo>
                  <a:pt x="1166199" y="60652"/>
                </a:lnTo>
                <a:lnTo>
                  <a:pt x="1167461" y="60678"/>
                </a:lnTo>
                <a:lnTo>
                  <a:pt x="1168738" y="60758"/>
                </a:lnTo>
                <a:lnTo>
                  <a:pt x="1170025" y="60898"/>
                </a:lnTo>
                <a:lnTo>
                  <a:pt x="1171316" y="61101"/>
                </a:lnTo>
                <a:lnTo>
                  <a:pt x="1172606" y="61372"/>
                </a:lnTo>
                <a:lnTo>
                  <a:pt x="1173890" y="61716"/>
                </a:lnTo>
                <a:lnTo>
                  <a:pt x="1175162" y="62136"/>
                </a:lnTo>
                <a:lnTo>
                  <a:pt x="1176417" y="62638"/>
                </a:lnTo>
                <a:lnTo>
                  <a:pt x="1177650" y="63225"/>
                </a:lnTo>
                <a:lnTo>
                  <a:pt x="1178856" y="63902"/>
                </a:lnTo>
                <a:lnTo>
                  <a:pt x="1180029" y="64674"/>
                </a:lnTo>
                <a:lnTo>
                  <a:pt x="1181164" y="65545"/>
                </a:lnTo>
                <a:lnTo>
                  <a:pt x="1182256" y="66520"/>
                </a:lnTo>
                <a:lnTo>
                  <a:pt x="1183300" y="67602"/>
                </a:lnTo>
                <a:lnTo>
                  <a:pt x="1184290" y="68797"/>
                </a:lnTo>
                <a:lnTo>
                  <a:pt x="1185221" y="70108"/>
                </a:lnTo>
                <a:lnTo>
                  <a:pt x="1186088" y="71541"/>
                </a:lnTo>
                <a:lnTo>
                  <a:pt x="1186885" y="73099"/>
                </a:lnTo>
                <a:lnTo>
                  <a:pt x="1187607" y="74788"/>
                </a:lnTo>
                <a:lnTo>
                  <a:pt x="1188249" y="76610"/>
                </a:lnTo>
                <a:lnTo>
                  <a:pt x="1188806" y="78572"/>
                </a:lnTo>
                <a:lnTo>
                  <a:pt x="1189273" y="80677"/>
                </a:lnTo>
                <a:lnTo>
                  <a:pt x="1189643" y="82930"/>
                </a:lnTo>
                <a:lnTo>
                  <a:pt x="1189912" y="85335"/>
                </a:lnTo>
                <a:lnTo>
                  <a:pt x="1138631" y="85335"/>
                </a:lnTo>
                <a:lnTo>
                  <a:pt x="1139013" y="83594"/>
                </a:lnTo>
                <a:lnTo>
                  <a:pt x="1139483" y="81892"/>
                </a:lnTo>
                <a:lnTo>
                  <a:pt x="1140037" y="80233"/>
                </a:lnTo>
                <a:lnTo>
                  <a:pt x="1140673" y="78619"/>
                </a:lnTo>
                <a:lnTo>
                  <a:pt x="1141388" y="77053"/>
                </a:lnTo>
                <a:close/>
                <a:moveTo>
                  <a:pt x="297999" y="124569"/>
                </a:moveTo>
                <a:lnTo>
                  <a:pt x="297725" y="124172"/>
                </a:lnTo>
                <a:lnTo>
                  <a:pt x="297421" y="123818"/>
                </a:lnTo>
                <a:lnTo>
                  <a:pt x="297089" y="123507"/>
                </a:lnTo>
                <a:lnTo>
                  <a:pt x="296733" y="123234"/>
                </a:lnTo>
                <a:lnTo>
                  <a:pt x="296355" y="122998"/>
                </a:lnTo>
                <a:lnTo>
                  <a:pt x="295960" y="122795"/>
                </a:lnTo>
                <a:lnTo>
                  <a:pt x="295549" y="122623"/>
                </a:lnTo>
                <a:lnTo>
                  <a:pt x="295126" y="122480"/>
                </a:lnTo>
                <a:lnTo>
                  <a:pt x="294695" y="122363"/>
                </a:lnTo>
                <a:lnTo>
                  <a:pt x="294258" y="122269"/>
                </a:lnTo>
                <a:lnTo>
                  <a:pt x="293818" y="122196"/>
                </a:lnTo>
                <a:lnTo>
                  <a:pt x="293378" y="122141"/>
                </a:lnTo>
                <a:lnTo>
                  <a:pt x="292942" y="122102"/>
                </a:lnTo>
                <a:lnTo>
                  <a:pt x="292513" y="122076"/>
                </a:lnTo>
                <a:lnTo>
                  <a:pt x="292093" y="122060"/>
                </a:lnTo>
                <a:lnTo>
                  <a:pt x="291686" y="122052"/>
                </a:lnTo>
                <a:lnTo>
                  <a:pt x="291295" y="122049"/>
                </a:lnTo>
                <a:lnTo>
                  <a:pt x="290923" y="122048"/>
                </a:lnTo>
                <a:lnTo>
                  <a:pt x="283213" y="122048"/>
                </a:lnTo>
                <a:lnTo>
                  <a:pt x="258534" y="91040"/>
                </a:lnTo>
                <a:lnTo>
                  <a:pt x="280512" y="62535"/>
                </a:lnTo>
                <a:lnTo>
                  <a:pt x="288225" y="62535"/>
                </a:lnTo>
                <a:lnTo>
                  <a:pt x="288575" y="62534"/>
                </a:lnTo>
                <a:lnTo>
                  <a:pt x="288948" y="62531"/>
                </a:lnTo>
                <a:lnTo>
                  <a:pt x="289340" y="62523"/>
                </a:lnTo>
                <a:lnTo>
                  <a:pt x="289748" y="62508"/>
                </a:lnTo>
                <a:lnTo>
                  <a:pt x="290168" y="62482"/>
                </a:lnTo>
                <a:lnTo>
                  <a:pt x="290598" y="62444"/>
                </a:lnTo>
                <a:lnTo>
                  <a:pt x="291035" y="62391"/>
                </a:lnTo>
                <a:lnTo>
                  <a:pt x="291474" y="62321"/>
                </a:lnTo>
                <a:lnTo>
                  <a:pt x="291912" y="62230"/>
                </a:lnTo>
                <a:lnTo>
                  <a:pt x="292346" y="62116"/>
                </a:lnTo>
                <a:lnTo>
                  <a:pt x="292773" y="61978"/>
                </a:lnTo>
                <a:lnTo>
                  <a:pt x="293189" y="61812"/>
                </a:lnTo>
                <a:lnTo>
                  <a:pt x="293591" y="61616"/>
                </a:lnTo>
                <a:lnTo>
                  <a:pt x="293976" y="61387"/>
                </a:lnTo>
                <a:lnTo>
                  <a:pt x="294340" y="61123"/>
                </a:lnTo>
                <a:lnTo>
                  <a:pt x="294680" y="60821"/>
                </a:lnTo>
                <a:lnTo>
                  <a:pt x="294992" y="60479"/>
                </a:lnTo>
                <a:lnTo>
                  <a:pt x="295274" y="60095"/>
                </a:lnTo>
                <a:lnTo>
                  <a:pt x="295522" y="59665"/>
                </a:lnTo>
                <a:lnTo>
                  <a:pt x="295732" y="59188"/>
                </a:lnTo>
                <a:lnTo>
                  <a:pt x="295901" y="58660"/>
                </a:lnTo>
                <a:lnTo>
                  <a:pt x="296026" y="58080"/>
                </a:lnTo>
                <a:lnTo>
                  <a:pt x="296103" y="57444"/>
                </a:lnTo>
                <a:lnTo>
                  <a:pt x="296130" y="56751"/>
                </a:lnTo>
                <a:lnTo>
                  <a:pt x="296104" y="56034"/>
                </a:lnTo>
                <a:lnTo>
                  <a:pt x="296030" y="55377"/>
                </a:lnTo>
                <a:lnTo>
                  <a:pt x="295909" y="54778"/>
                </a:lnTo>
                <a:lnTo>
                  <a:pt x="295745" y="54232"/>
                </a:lnTo>
                <a:lnTo>
                  <a:pt x="295542" y="53739"/>
                </a:lnTo>
                <a:lnTo>
                  <a:pt x="295301" y="53295"/>
                </a:lnTo>
                <a:lnTo>
                  <a:pt x="295028" y="52897"/>
                </a:lnTo>
                <a:lnTo>
                  <a:pt x="294723" y="52544"/>
                </a:lnTo>
                <a:lnTo>
                  <a:pt x="294391" y="52232"/>
                </a:lnTo>
                <a:lnTo>
                  <a:pt x="294035" y="51959"/>
                </a:lnTo>
                <a:lnTo>
                  <a:pt x="293658" y="51723"/>
                </a:lnTo>
                <a:lnTo>
                  <a:pt x="293262" y="51520"/>
                </a:lnTo>
                <a:lnTo>
                  <a:pt x="292851" y="51348"/>
                </a:lnTo>
                <a:lnTo>
                  <a:pt x="292429" y="51205"/>
                </a:lnTo>
                <a:lnTo>
                  <a:pt x="291997" y="51088"/>
                </a:lnTo>
                <a:lnTo>
                  <a:pt x="291560" y="50994"/>
                </a:lnTo>
                <a:lnTo>
                  <a:pt x="291120" y="50921"/>
                </a:lnTo>
                <a:lnTo>
                  <a:pt x="290680" y="50866"/>
                </a:lnTo>
                <a:lnTo>
                  <a:pt x="290244" y="50827"/>
                </a:lnTo>
                <a:lnTo>
                  <a:pt x="289815" y="50800"/>
                </a:lnTo>
                <a:lnTo>
                  <a:pt x="289395" y="50784"/>
                </a:lnTo>
                <a:lnTo>
                  <a:pt x="288988" y="50776"/>
                </a:lnTo>
                <a:lnTo>
                  <a:pt x="288597" y="50773"/>
                </a:lnTo>
                <a:lnTo>
                  <a:pt x="288225" y="50773"/>
                </a:lnTo>
                <a:lnTo>
                  <a:pt x="265668" y="50773"/>
                </a:lnTo>
                <a:lnTo>
                  <a:pt x="265297" y="50773"/>
                </a:lnTo>
                <a:lnTo>
                  <a:pt x="264909" y="50776"/>
                </a:lnTo>
                <a:lnTo>
                  <a:pt x="264506" y="50784"/>
                </a:lnTo>
                <a:lnTo>
                  <a:pt x="264093" y="50799"/>
                </a:lnTo>
                <a:lnTo>
                  <a:pt x="263671" y="50825"/>
                </a:lnTo>
                <a:lnTo>
                  <a:pt x="263243" y="50863"/>
                </a:lnTo>
                <a:lnTo>
                  <a:pt x="262813" y="50916"/>
                </a:lnTo>
                <a:lnTo>
                  <a:pt x="262384" y="50987"/>
                </a:lnTo>
                <a:lnTo>
                  <a:pt x="261957" y="51078"/>
                </a:lnTo>
                <a:lnTo>
                  <a:pt x="261538" y="51191"/>
                </a:lnTo>
                <a:lnTo>
                  <a:pt x="261127" y="51330"/>
                </a:lnTo>
                <a:lnTo>
                  <a:pt x="260728" y="51496"/>
                </a:lnTo>
                <a:lnTo>
                  <a:pt x="260345" y="51692"/>
                </a:lnTo>
                <a:lnTo>
                  <a:pt x="259979" y="51921"/>
                </a:lnTo>
                <a:lnTo>
                  <a:pt x="259635" y="52186"/>
                </a:lnTo>
                <a:lnTo>
                  <a:pt x="259314" y="52487"/>
                </a:lnTo>
                <a:lnTo>
                  <a:pt x="259020" y="52829"/>
                </a:lnTo>
                <a:lnTo>
                  <a:pt x="258756" y="53214"/>
                </a:lnTo>
                <a:lnTo>
                  <a:pt x="258524" y="53644"/>
                </a:lnTo>
                <a:lnTo>
                  <a:pt x="258328" y="54122"/>
                </a:lnTo>
                <a:lnTo>
                  <a:pt x="258170" y="54649"/>
                </a:lnTo>
                <a:lnTo>
                  <a:pt x="258054" y="55230"/>
                </a:lnTo>
                <a:lnTo>
                  <a:pt x="257982" y="55866"/>
                </a:lnTo>
                <a:lnTo>
                  <a:pt x="257957" y="56560"/>
                </a:lnTo>
                <a:lnTo>
                  <a:pt x="257979" y="57276"/>
                </a:lnTo>
                <a:lnTo>
                  <a:pt x="258044" y="57932"/>
                </a:lnTo>
                <a:lnTo>
                  <a:pt x="258150" y="58532"/>
                </a:lnTo>
                <a:lnTo>
                  <a:pt x="258296" y="59077"/>
                </a:lnTo>
                <a:lnTo>
                  <a:pt x="258480" y="59570"/>
                </a:lnTo>
                <a:lnTo>
                  <a:pt x="258702" y="60014"/>
                </a:lnTo>
                <a:lnTo>
                  <a:pt x="258959" y="60411"/>
                </a:lnTo>
                <a:lnTo>
                  <a:pt x="259250" y="60764"/>
                </a:lnTo>
                <a:lnTo>
                  <a:pt x="259574" y="61076"/>
                </a:lnTo>
                <a:lnTo>
                  <a:pt x="259930" y="61349"/>
                </a:lnTo>
                <a:lnTo>
                  <a:pt x="260315" y="61585"/>
                </a:lnTo>
                <a:lnTo>
                  <a:pt x="260729" y="61788"/>
                </a:lnTo>
                <a:lnTo>
                  <a:pt x="261170" y="61959"/>
                </a:lnTo>
                <a:lnTo>
                  <a:pt x="261637" y="62103"/>
                </a:lnTo>
                <a:lnTo>
                  <a:pt x="262128" y="62220"/>
                </a:lnTo>
                <a:lnTo>
                  <a:pt x="262642" y="62313"/>
                </a:lnTo>
                <a:lnTo>
                  <a:pt x="263177" y="62386"/>
                </a:lnTo>
                <a:lnTo>
                  <a:pt x="263732" y="62441"/>
                </a:lnTo>
                <a:lnTo>
                  <a:pt x="264306" y="62481"/>
                </a:lnTo>
                <a:lnTo>
                  <a:pt x="264897" y="62507"/>
                </a:lnTo>
                <a:lnTo>
                  <a:pt x="265503" y="62523"/>
                </a:lnTo>
                <a:lnTo>
                  <a:pt x="266124" y="62531"/>
                </a:lnTo>
                <a:lnTo>
                  <a:pt x="266758" y="62534"/>
                </a:lnTo>
                <a:lnTo>
                  <a:pt x="267403" y="62535"/>
                </a:lnTo>
                <a:lnTo>
                  <a:pt x="253136" y="81987"/>
                </a:lnTo>
                <a:lnTo>
                  <a:pt x="238486" y="62535"/>
                </a:lnTo>
                <a:lnTo>
                  <a:pt x="239108" y="62534"/>
                </a:lnTo>
                <a:lnTo>
                  <a:pt x="239721" y="62531"/>
                </a:lnTo>
                <a:lnTo>
                  <a:pt x="240323" y="62523"/>
                </a:lnTo>
                <a:lnTo>
                  <a:pt x="240912" y="62507"/>
                </a:lnTo>
                <a:lnTo>
                  <a:pt x="241487" y="62481"/>
                </a:lnTo>
                <a:lnTo>
                  <a:pt x="242046" y="62441"/>
                </a:lnTo>
                <a:lnTo>
                  <a:pt x="242589" y="62386"/>
                </a:lnTo>
                <a:lnTo>
                  <a:pt x="243112" y="62313"/>
                </a:lnTo>
                <a:lnTo>
                  <a:pt x="243616" y="62220"/>
                </a:lnTo>
                <a:lnTo>
                  <a:pt x="244098" y="62103"/>
                </a:lnTo>
                <a:lnTo>
                  <a:pt x="244557" y="61959"/>
                </a:lnTo>
                <a:lnTo>
                  <a:pt x="244992" y="61788"/>
                </a:lnTo>
                <a:lnTo>
                  <a:pt x="245400" y="61585"/>
                </a:lnTo>
                <a:lnTo>
                  <a:pt x="245781" y="61349"/>
                </a:lnTo>
                <a:lnTo>
                  <a:pt x="246132" y="61076"/>
                </a:lnTo>
                <a:lnTo>
                  <a:pt x="246453" y="60764"/>
                </a:lnTo>
                <a:lnTo>
                  <a:pt x="246742" y="60411"/>
                </a:lnTo>
                <a:lnTo>
                  <a:pt x="246997" y="60014"/>
                </a:lnTo>
                <a:lnTo>
                  <a:pt x="247217" y="59570"/>
                </a:lnTo>
                <a:lnTo>
                  <a:pt x="247401" y="59077"/>
                </a:lnTo>
                <a:lnTo>
                  <a:pt x="247546" y="58532"/>
                </a:lnTo>
                <a:lnTo>
                  <a:pt x="247651" y="57932"/>
                </a:lnTo>
                <a:lnTo>
                  <a:pt x="247716" y="57276"/>
                </a:lnTo>
                <a:lnTo>
                  <a:pt x="247738" y="56560"/>
                </a:lnTo>
                <a:lnTo>
                  <a:pt x="247713" y="55866"/>
                </a:lnTo>
                <a:lnTo>
                  <a:pt x="247641" y="55230"/>
                </a:lnTo>
                <a:lnTo>
                  <a:pt x="247525" y="54649"/>
                </a:lnTo>
                <a:lnTo>
                  <a:pt x="247367" y="54122"/>
                </a:lnTo>
                <a:lnTo>
                  <a:pt x="247171" y="53644"/>
                </a:lnTo>
                <a:lnTo>
                  <a:pt x="246940" y="53214"/>
                </a:lnTo>
                <a:lnTo>
                  <a:pt x="246675" y="52829"/>
                </a:lnTo>
                <a:lnTo>
                  <a:pt x="246381" y="52487"/>
                </a:lnTo>
                <a:lnTo>
                  <a:pt x="246061" y="52186"/>
                </a:lnTo>
                <a:lnTo>
                  <a:pt x="245716" y="51921"/>
                </a:lnTo>
                <a:lnTo>
                  <a:pt x="245350" y="51692"/>
                </a:lnTo>
                <a:lnTo>
                  <a:pt x="244967" y="51496"/>
                </a:lnTo>
                <a:lnTo>
                  <a:pt x="244568" y="51330"/>
                </a:lnTo>
                <a:lnTo>
                  <a:pt x="244158" y="51191"/>
                </a:lnTo>
                <a:lnTo>
                  <a:pt x="243738" y="51078"/>
                </a:lnTo>
                <a:lnTo>
                  <a:pt x="243312" y="50987"/>
                </a:lnTo>
                <a:lnTo>
                  <a:pt x="242882" y="50916"/>
                </a:lnTo>
                <a:lnTo>
                  <a:pt x="242452" y="50863"/>
                </a:lnTo>
                <a:lnTo>
                  <a:pt x="242025" y="50825"/>
                </a:lnTo>
                <a:lnTo>
                  <a:pt x="241603" y="50799"/>
                </a:lnTo>
                <a:lnTo>
                  <a:pt x="241189" y="50784"/>
                </a:lnTo>
                <a:lnTo>
                  <a:pt x="240787" y="50776"/>
                </a:lnTo>
                <a:lnTo>
                  <a:pt x="240398" y="50773"/>
                </a:lnTo>
                <a:lnTo>
                  <a:pt x="240027" y="50773"/>
                </a:lnTo>
                <a:lnTo>
                  <a:pt x="217470" y="50773"/>
                </a:lnTo>
                <a:lnTo>
                  <a:pt x="217098" y="50773"/>
                </a:lnTo>
                <a:lnTo>
                  <a:pt x="216707" y="50776"/>
                </a:lnTo>
                <a:lnTo>
                  <a:pt x="216300" y="50784"/>
                </a:lnTo>
                <a:lnTo>
                  <a:pt x="215880" y="50800"/>
                </a:lnTo>
                <a:lnTo>
                  <a:pt x="215451" y="50827"/>
                </a:lnTo>
                <a:lnTo>
                  <a:pt x="215015" y="50866"/>
                </a:lnTo>
                <a:lnTo>
                  <a:pt x="214575" y="50921"/>
                </a:lnTo>
                <a:lnTo>
                  <a:pt x="214135" y="50994"/>
                </a:lnTo>
                <a:lnTo>
                  <a:pt x="213698" y="51088"/>
                </a:lnTo>
                <a:lnTo>
                  <a:pt x="213267" y="51205"/>
                </a:lnTo>
                <a:lnTo>
                  <a:pt x="212844" y="51348"/>
                </a:lnTo>
                <a:lnTo>
                  <a:pt x="212433" y="51520"/>
                </a:lnTo>
                <a:lnTo>
                  <a:pt x="212038" y="51723"/>
                </a:lnTo>
                <a:lnTo>
                  <a:pt x="211660" y="51959"/>
                </a:lnTo>
                <a:lnTo>
                  <a:pt x="211304" y="52232"/>
                </a:lnTo>
                <a:lnTo>
                  <a:pt x="210972" y="52544"/>
                </a:lnTo>
                <a:lnTo>
                  <a:pt x="210668" y="52897"/>
                </a:lnTo>
                <a:lnTo>
                  <a:pt x="210394" y="53295"/>
                </a:lnTo>
                <a:lnTo>
                  <a:pt x="210154" y="53739"/>
                </a:lnTo>
                <a:lnTo>
                  <a:pt x="209950" y="54232"/>
                </a:lnTo>
                <a:lnTo>
                  <a:pt x="209786" y="54778"/>
                </a:lnTo>
                <a:lnTo>
                  <a:pt x="209666" y="55377"/>
                </a:lnTo>
                <a:lnTo>
                  <a:pt x="209591" y="56034"/>
                </a:lnTo>
                <a:lnTo>
                  <a:pt x="209565" y="56751"/>
                </a:lnTo>
                <a:lnTo>
                  <a:pt x="209592" y="57444"/>
                </a:lnTo>
                <a:lnTo>
                  <a:pt x="209669" y="58080"/>
                </a:lnTo>
                <a:lnTo>
                  <a:pt x="209794" y="58660"/>
                </a:lnTo>
                <a:lnTo>
                  <a:pt x="209964" y="59188"/>
                </a:lnTo>
                <a:lnTo>
                  <a:pt x="210174" y="59665"/>
                </a:lnTo>
                <a:lnTo>
                  <a:pt x="210421" y="60095"/>
                </a:lnTo>
                <a:lnTo>
                  <a:pt x="210703" y="60479"/>
                </a:lnTo>
                <a:lnTo>
                  <a:pt x="211015" y="60821"/>
                </a:lnTo>
                <a:lnTo>
                  <a:pt x="211355" y="61123"/>
                </a:lnTo>
                <a:lnTo>
                  <a:pt x="211719" y="61387"/>
                </a:lnTo>
                <a:lnTo>
                  <a:pt x="212104" y="61616"/>
                </a:lnTo>
                <a:lnTo>
                  <a:pt x="212506" y="61812"/>
                </a:lnTo>
                <a:lnTo>
                  <a:pt x="212922" y="61978"/>
                </a:lnTo>
                <a:lnTo>
                  <a:pt x="213349" y="62116"/>
                </a:lnTo>
                <a:lnTo>
                  <a:pt x="213783" y="62230"/>
                </a:lnTo>
                <a:lnTo>
                  <a:pt x="214222" y="62321"/>
                </a:lnTo>
                <a:lnTo>
                  <a:pt x="214661" y="62391"/>
                </a:lnTo>
                <a:lnTo>
                  <a:pt x="215097" y="62444"/>
                </a:lnTo>
                <a:lnTo>
                  <a:pt x="215527" y="62482"/>
                </a:lnTo>
                <a:lnTo>
                  <a:pt x="215948" y="62508"/>
                </a:lnTo>
                <a:lnTo>
                  <a:pt x="216356" y="62523"/>
                </a:lnTo>
                <a:lnTo>
                  <a:pt x="216748" y="62531"/>
                </a:lnTo>
                <a:lnTo>
                  <a:pt x="217120" y="62534"/>
                </a:lnTo>
                <a:lnTo>
                  <a:pt x="217470" y="62535"/>
                </a:lnTo>
                <a:lnTo>
                  <a:pt x="225183" y="62535"/>
                </a:lnTo>
                <a:lnTo>
                  <a:pt x="247932" y="91040"/>
                </a:lnTo>
                <a:lnTo>
                  <a:pt x="224024" y="122048"/>
                </a:lnTo>
                <a:lnTo>
                  <a:pt x="216314" y="122048"/>
                </a:lnTo>
                <a:lnTo>
                  <a:pt x="215942" y="122049"/>
                </a:lnTo>
                <a:lnTo>
                  <a:pt x="215551" y="122052"/>
                </a:lnTo>
                <a:lnTo>
                  <a:pt x="215144" y="122060"/>
                </a:lnTo>
                <a:lnTo>
                  <a:pt x="214724" y="122076"/>
                </a:lnTo>
                <a:lnTo>
                  <a:pt x="214295" y="122102"/>
                </a:lnTo>
                <a:lnTo>
                  <a:pt x="213859" y="122141"/>
                </a:lnTo>
                <a:lnTo>
                  <a:pt x="213419" y="122196"/>
                </a:lnTo>
                <a:lnTo>
                  <a:pt x="212979" y="122269"/>
                </a:lnTo>
                <a:lnTo>
                  <a:pt x="212542" y="122363"/>
                </a:lnTo>
                <a:lnTo>
                  <a:pt x="212110" y="122480"/>
                </a:lnTo>
                <a:lnTo>
                  <a:pt x="211688" y="122623"/>
                </a:lnTo>
                <a:lnTo>
                  <a:pt x="211277" y="122795"/>
                </a:lnTo>
                <a:lnTo>
                  <a:pt x="210881" y="122998"/>
                </a:lnTo>
                <a:lnTo>
                  <a:pt x="210504" y="123234"/>
                </a:lnTo>
                <a:lnTo>
                  <a:pt x="210148" y="123507"/>
                </a:lnTo>
                <a:lnTo>
                  <a:pt x="209816" y="123818"/>
                </a:lnTo>
                <a:lnTo>
                  <a:pt x="209512" y="124172"/>
                </a:lnTo>
                <a:lnTo>
                  <a:pt x="209238" y="124569"/>
                </a:lnTo>
                <a:lnTo>
                  <a:pt x="208997" y="125013"/>
                </a:lnTo>
                <a:lnTo>
                  <a:pt x="208794" y="125506"/>
                </a:lnTo>
                <a:lnTo>
                  <a:pt x="208630" y="126051"/>
                </a:lnTo>
                <a:lnTo>
                  <a:pt x="208510" y="126650"/>
                </a:lnTo>
                <a:lnTo>
                  <a:pt x="208435" y="127307"/>
                </a:lnTo>
                <a:lnTo>
                  <a:pt x="208409" y="128023"/>
                </a:lnTo>
                <a:lnTo>
                  <a:pt x="208436" y="128717"/>
                </a:lnTo>
                <a:lnTo>
                  <a:pt x="208513" y="129352"/>
                </a:lnTo>
                <a:lnTo>
                  <a:pt x="208638" y="129932"/>
                </a:lnTo>
                <a:lnTo>
                  <a:pt x="208807" y="130460"/>
                </a:lnTo>
                <a:lnTo>
                  <a:pt x="209017" y="130937"/>
                </a:lnTo>
                <a:lnTo>
                  <a:pt x="209265" y="131367"/>
                </a:lnTo>
                <a:lnTo>
                  <a:pt x="209546" y="131752"/>
                </a:lnTo>
                <a:lnTo>
                  <a:pt x="209858" y="132093"/>
                </a:lnTo>
                <a:lnTo>
                  <a:pt x="210198" y="132395"/>
                </a:lnTo>
                <a:lnTo>
                  <a:pt x="210562" y="132659"/>
                </a:lnTo>
                <a:lnTo>
                  <a:pt x="210947" y="132888"/>
                </a:lnTo>
                <a:lnTo>
                  <a:pt x="211349" y="133084"/>
                </a:lnTo>
                <a:lnTo>
                  <a:pt x="211765" y="133250"/>
                </a:lnTo>
                <a:lnTo>
                  <a:pt x="212192" y="133389"/>
                </a:lnTo>
                <a:lnTo>
                  <a:pt x="212626" y="133502"/>
                </a:lnTo>
                <a:lnTo>
                  <a:pt x="213064" y="133593"/>
                </a:lnTo>
                <a:lnTo>
                  <a:pt x="213503" y="133664"/>
                </a:lnTo>
                <a:lnTo>
                  <a:pt x="213939" y="133717"/>
                </a:lnTo>
                <a:lnTo>
                  <a:pt x="214370" y="133755"/>
                </a:lnTo>
                <a:lnTo>
                  <a:pt x="214791" y="133780"/>
                </a:lnTo>
                <a:lnTo>
                  <a:pt x="215199" y="133796"/>
                </a:lnTo>
                <a:lnTo>
                  <a:pt x="215591" y="133804"/>
                </a:lnTo>
                <a:lnTo>
                  <a:pt x="215964" y="133807"/>
                </a:lnTo>
                <a:lnTo>
                  <a:pt x="216314" y="133807"/>
                </a:lnTo>
                <a:lnTo>
                  <a:pt x="238871" y="133807"/>
                </a:lnTo>
                <a:lnTo>
                  <a:pt x="239242" y="133807"/>
                </a:lnTo>
                <a:lnTo>
                  <a:pt x="239630" y="133804"/>
                </a:lnTo>
                <a:lnTo>
                  <a:pt x="240033" y="133796"/>
                </a:lnTo>
                <a:lnTo>
                  <a:pt x="240446" y="133780"/>
                </a:lnTo>
                <a:lnTo>
                  <a:pt x="240869" y="133755"/>
                </a:lnTo>
                <a:lnTo>
                  <a:pt x="241296" y="133717"/>
                </a:lnTo>
                <a:lnTo>
                  <a:pt x="241726" y="133664"/>
                </a:lnTo>
                <a:lnTo>
                  <a:pt x="242155" y="133593"/>
                </a:lnTo>
                <a:lnTo>
                  <a:pt x="242582" y="133502"/>
                </a:lnTo>
                <a:lnTo>
                  <a:pt x="243002" y="133389"/>
                </a:lnTo>
                <a:lnTo>
                  <a:pt x="243412" y="133250"/>
                </a:lnTo>
                <a:lnTo>
                  <a:pt x="243811" y="133084"/>
                </a:lnTo>
                <a:lnTo>
                  <a:pt x="244194" y="132888"/>
                </a:lnTo>
                <a:lnTo>
                  <a:pt x="244560" y="132659"/>
                </a:lnTo>
                <a:lnTo>
                  <a:pt x="244904" y="132395"/>
                </a:lnTo>
                <a:lnTo>
                  <a:pt x="245225" y="132093"/>
                </a:lnTo>
                <a:lnTo>
                  <a:pt x="245519" y="131752"/>
                </a:lnTo>
                <a:lnTo>
                  <a:pt x="245784" y="131367"/>
                </a:lnTo>
                <a:lnTo>
                  <a:pt x="246015" y="130937"/>
                </a:lnTo>
                <a:lnTo>
                  <a:pt x="246211" y="130460"/>
                </a:lnTo>
                <a:lnTo>
                  <a:pt x="246369" y="129932"/>
                </a:lnTo>
                <a:lnTo>
                  <a:pt x="246485" y="129352"/>
                </a:lnTo>
                <a:lnTo>
                  <a:pt x="246557" y="128717"/>
                </a:lnTo>
                <a:lnTo>
                  <a:pt x="246582" y="128023"/>
                </a:lnTo>
                <a:lnTo>
                  <a:pt x="246561" y="127307"/>
                </a:lnTo>
                <a:lnTo>
                  <a:pt x="246499" y="126650"/>
                </a:lnTo>
                <a:lnTo>
                  <a:pt x="246396" y="126051"/>
                </a:lnTo>
                <a:lnTo>
                  <a:pt x="246254" y="125506"/>
                </a:lnTo>
                <a:lnTo>
                  <a:pt x="246074" y="125013"/>
                </a:lnTo>
                <a:lnTo>
                  <a:pt x="245856" y="124569"/>
                </a:lnTo>
                <a:lnTo>
                  <a:pt x="245601" y="124172"/>
                </a:lnTo>
                <a:lnTo>
                  <a:pt x="245311" y="123818"/>
                </a:lnTo>
                <a:lnTo>
                  <a:pt x="244986" y="123507"/>
                </a:lnTo>
                <a:lnTo>
                  <a:pt x="244627" y="123234"/>
                </a:lnTo>
                <a:lnTo>
                  <a:pt x="244235" y="122998"/>
                </a:lnTo>
                <a:lnTo>
                  <a:pt x="243810" y="122795"/>
                </a:lnTo>
                <a:lnTo>
                  <a:pt x="243355" y="122623"/>
                </a:lnTo>
                <a:lnTo>
                  <a:pt x="242870" y="122480"/>
                </a:lnTo>
                <a:lnTo>
                  <a:pt x="242355" y="122363"/>
                </a:lnTo>
                <a:lnTo>
                  <a:pt x="241812" y="122269"/>
                </a:lnTo>
                <a:lnTo>
                  <a:pt x="241241" y="122196"/>
                </a:lnTo>
                <a:lnTo>
                  <a:pt x="240644" y="122141"/>
                </a:lnTo>
                <a:lnTo>
                  <a:pt x="240022" y="122102"/>
                </a:lnTo>
                <a:lnTo>
                  <a:pt x="239374" y="122076"/>
                </a:lnTo>
                <a:lnTo>
                  <a:pt x="238703" y="122060"/>
                </a:lnTo>
                <a:lnTo>
                  <a:pt x="238009" y="122052"/>
                </a:lnTo>
                <a:lnTo>
                  <a:pt x="237293" y="122049"/>
                </a:lnTo>
                <a:lnTo>
                  <a:pt x="236556" y="122048"/>
                </a:lnTo>
                <a:lnTo>
                  <a:pt x="253136" y="98333"/>
                </a:lnTo>
                <a:lnTo>
                  <a:pt x="270295" y="122048"/>
                </a:lnTo>
                <a:lnTo>
                  <a:pt x="269627" y="122049"/>
                </a:lnTo>
                <a:lnTo>
                  <a:pt x="268972" y="122052"/>
                </a:lnTo>
                <a:lnTo>
                  <a:pt x="268331" y="122060"/>
                </a:lnTo>
                <a:lnTo>
                  <a:pt x="267707" y="122076"/>
                </a:lnTo>
                <a:lnTo>
                  <a:pt x="267100" y="122102"/>
                </a:lnTo>
                <a:lnTo>
                  <a:pt x="266512" y="122141"/>
                </a:lnTo>
                <a:lnTo>
                  <a:pt x="265943" y="122196"/>
                </a:lnTo>
                <a:lnTo>
                  <a:pt x="265397" y="122269"/>
                </a:lnTo>
                <a:lnTo>
                  <a:pt x="264873" y="122363"/>
                </a:lnTo>
                <a:lnTo>
                  <a:pt x="264373" y="122480"/>
                </a:lnTo>
                <a:lnTo>
                  <a:pt x="263899" y="122623"/>
                </a:lnTo>
                <a:lnTo>
                  <a:pt x="263451" y="122795"/>
                </a:lnTo>
                <a:lnTo>
                  <a:pt x="263031" y="122998"/>
                </a:lnTo>
                <a:lnTo>
                  <a:pt x="262641" y="123234"/>
                </a:lnTo>
                <a:lnTo>
                  <a:pt x="262282" y="123507"/>
                </a:lnTo>
                <a:lnTo>
                  <a:pt x="261955" y="123818"/>
                </a:lnTo>
                <a:lnTo>
                  <a:pt x="261661" y="124172"/>
                </a:lnTo>
                <a:lnTo>
                  <a:pt x="261402" y="124569"/>
                </a:lnTo>
                <a:lnTo>
                  <a:pt x="261180" y="125013"/>
                </a:lnTo>
                <a:lnTo>
                  <a:pt x="260994" y="125506"/>
                </a:lnTo>
                <a:lnTo>
                  <a:pt x="260848" y="126051"/>
                </a:lnTo>
                <a:lnTo>
                  <a:pt x="260742" y="126650"/>
                </a:lnTo>
                <a:lnTo>
                  <a:pt x="260677" y="127307"/>
                </a:lnTo>
                <a:lnTo>
                  <a:pt x="260655" y="128023"/>
                </a:lnTo>
                <a:lnTo>
                  <a:pt x="260680" y="128717"/>
                </a:lnTo>
                <a:lnTo>
                  <a:pt x="260752" y="129352"/>
                </a:lnTo>
                <a:lnTo>
                  <a:pt x="260868" y="129932"/>
                </a:lnTo>
                <a:lnTo>
                  <a:pt x="261026" y="130460"/>
                </a:lnTo>
                <a:lnTo>
                  <a:pt x="261222" y="130937"/>
                </a:lnTo>
                <a:lnTo>
                  <a:pt x="261454" y="131367"/>
                </a:lnTo>
                <a:lnTo>
                  <a:pt x="261718" y="131752"/>
                </a:lnTo>
                <a:lnTo>
                  <a:pt x="262012" y="132093"/>
                </a:lnTo>
                <a:lnTo>
                  <a:pt x="262333" y="132395"/>
                </a:lnTo>
                <a:lnTo>
                  <a:pt x="262678" y="132659"/>
                </a:lnTo>
                <a:lnTo>
                  <a:pt x="263044" y="132888"/>
                </a:lnTo>
                <a:lnTo>
                  <a:pt x="263427" y="133084"/>
                </a:lnTo>
                <a:lnTo>
                  <a:pt x="263826" y="133250"/>
                </a:lnTo>
                <a:lnTo>
                  <a:pt x="264237" y="133389"/>
                </a:lnTo>
                <a:lnTo>
                  <a:pt x="264657" y="133502"/>
                </a:lnTo>
                <a:lnTo>
                  <a:pt x="265083" y="133593"/>
                </a:lnTo>
                <a:lnTo>
                  <a:pt x="265513" y="133664"/>
                </a:lnTo>
                <a:lnTo>
                  <a:pt x="265943" y="133717"/>
                </a:lnTo>
                <a:lnTo>
                  <a:pt x="266371" y="133755"/>
                </a:lnTo>
                <a:lnTo>
                  <a:pt x="266793" y="133780"/>
                </a:lnTo>
                <a:lnTo>
                  <a:pt x="267207" y="133796"/>
                </a:lnTo>
                <a:lnTo>
                  <a:pt x="267609" y="133804"/>
                </a:lnTo>
                <a:lnTo>
                  <a:pt x="267997" y="133807"/>
                </a:lnTo>
                <a:lnTo>
                  <a:pt x="268368" y="133807"/>
                </a:lnTo>
                <a:lnTo>
                  <a:pt x="290923" y="133807"/>
                </a:lnTo>
                <a:lnTo>
                  <a:pt x="291273" y="133807"/>
                </a:lnTo>
                <a:lnTo>
                  <a:pt x="291646" y="133804"/>
                </a:lnTo>
                <a:lnTo>
                  <a:pt x="292038" y="133796"/>
                </a:lnTo>
                <a:lnTo>
                  <a:pt x="292446" y="133780"/>
                </a:lnTo>
                <a:lnTo>
                  <a:pt x="292867" y="133755"/>
                </a:lnTo>
                <a:lnTo>
                  <a:pt x="293297" y="133717"/>
                </a:lnTo>
                <a:lnTo>
                  <a:pt x="293734" y="133664"/>
                </a:lnTo>
                <a:lnTo>
                  <a:pt x="294173" y="133593"/>
                </a:lnTo>
                <a:lnTo>
                  <a:pt x="294611" y="133502"/>
                </a:lnTo>
                <a:lnTo>
                  <a:pt x="295045" y="133389"/>
                </a:lnTo>
                <a:lnTo>
                  <a:pt x="295472" y="133250"/>
                </a:lnTo>
                <a:lnTo>
                  <a:pt x="295888" y="133084"/>
                </a:lnTo>
                <a:lnTo>
                  <a:pt x="296290" y="132888"/>
                </a:lnTo>
                <a:lnTo>
                  <a:pt x="296675" y="132659"/>
                </a:lnTo>
                <a:lnTo>
                  <a:pt x="297039" y="132395"/>
                </a:lnTo>
                <a:lnTo>
                  <a:pt x="297378" y="132093"/>
                </a:lnTo>
                <a:lnTo>
                  <a:pt x="297691" y="131752"/>
                </a:lnTo>
                <a:lnTo>
                  <a:pt x="297972" y="131367"/>
                </a:lnTo>
                <a:lnTo>
                  <a:pt x="298220" y="130937"/>
                </a:lnTo>
                <a:lnTo>
                  <a:pt x="298430" y="130460"/>
                </a:lnTo>
                <a:lnTo>
                  <a:pt x="298599" y="129932"/>
                </a:lnTo>
                <a:lnTo>
                  <a:pt x="298724" y="129352"/>
                </a:lnTo>
                <a:lnTo>
                  <a:pt x="298801" y="128717"/>
                </a:lnTo>
                <a:lnTo>
                  <a:pt x="298827" y="128023"/>
                </a:lnTo>
                <a:lnTo>
                  <a:pt x="298802" y="127307"/>
                </a:lnTo>
                <a:lnTo>
                  <a:pt x="298727" y="126650"/>
                </a:lnTo>
                <a:lnTo>
                  <a:pt x="298606" y="126051"/>
                </a:lnTo>
                <a:lnTo>
                  <a:pt x="298443" y="125506"/>
                </a:lnTo>
                <a:lnTo>
                  <a:pt x="298239" y="125013"/>
                </a:lnTo>
                <a:lnTo>
                  <a:pt x="297999" y="124569"/>
                </a:lnTo>
                <a:close/>
                <a:moveTo>
                  <a:pt x="495090" y="112746"/>
                </a:moveTo>
                <a:lnTo>
                  <a:pt x="495090" y="112747"/>
                </a:lnTo>
                <a:lnTo>
                  <a:pt x="495090" y="112748"/>
                </a:lnTo>
                <a:lnTo>
                  <a:pt x="495090" y="112746"/>
                </a:lnTo>
                <a:close/>
                <a:moveTo>
                  <a:pt x="1001169" y="112747"/>
                </a:moveTo>
                <a:lnTo>
                  <a:pt x="1001169" y="112748"/>
                </a:lnTo>
                <a:lnTo>
                  <a:pt x="1001169" y="112746"/>
                </a:lnTo>
                <a:lnTo>
                  <a:pt x="1001169" y="112747"/>
                </a:lnTo>
                <a:close/>
                <a:moveTo>
                  <a:pt x="1203600" y="112747"/>
                </a:moveTo>
                <a:lnTo>
                  <a:pt x="1203601" y="112748"/>
                </a:lnTo>
                <a:lnTo>
                  <a:pt x="1203601" y="112746"/>
                </a:lnTo>
                <a:lnTo>
                  <a:pt x="1203600" y="112747"/>
                </a:lnTo>
                <a:close/>
                <a:moveTo>
                  <a:pt x="393555" y="155357"/>
                </a:moveTo>
                <a:lnTo>
                  <a:pt x="393201" y="154908"/>
                </a:lnTo>
                <a:lnTo>
                  <a:pt x="392811" y="154509"/>
                </a:lnTo>
                <a:lnTo>
                  <a:pt x="392389" y="154157"/>
                </a:lnTo>
                <a:lnTo>
                  <a:pt x="391940" y="153849"/>
                </a:lnTo>
                <a:lnTo>
                  <a:pt x="391470" y="153582"/>
                </a:lnTo>
                <a:lnTo>
                  <a:pt x="390983" y="153353"/>
                </a:lnTo>
                <a:lnTo>
                  <a:pt x="390484" y="153159"/>
                </a:lnTo>
                <a:lnTo>
                  <a:pt x="389977" y="152998"/>
                </a:lnTo>
                <a:lnTo>
                  <a:pt x="389469" y="152865"/>
                </a:lnTo>
                <a:lnTo>
                  <a:pt x="388963" y="152759"/>
                </a:lnTo>
                <a:lnTo>
                  <a:pt x="388464" y="152677"/>
                </a:lnTo>
                <a:lnTo>
                  <a:pt x="387977" y="152615"/>
                </a:lnTo>
                <a:lnTo>
                  <a:pt x="387507" y="152570"/>
                </a:lnTo>
                <a:lnTo>
                  <a:pt x="387060" y="152541"/>
                </a:lnTo>
                <a:lnTo>
                  <a:pt x="386639" y="152523"/>
                </a:lnTo>
                <a:lnTo>
                  <a:pt x="386249" y="152513"/>
                </a:lnTo>
                <a:lnTo>
                  <a:pt x="385896" y="152510"/>
                </a:lnTo>
                <a:lnTo>
                  <a:pt x="385585" y="152509"/>
                </a:lnTo>
                <a:lnTo>
                  <a:pt x="324278" y="152509"/>
                </a:lnTo>
                <a:lnTo>
                  <a:pt x="323966" y="152510"/>
                </a:lnTo>
                <a:lnTo>
                  <a:pt x="323613" y="152513"/>
                </a:lnTo>
                <a:lnTo>
                  <a:pt x="323224" y="152523"/>
                </a:lnTo>
                <a:lnTo>
                  <a:pt x="322803" y="152541"/>
                </a:lnTo>
                <a:lnTo>
                  <a:pt x="322355" y="152570"/>
                </a:lnTo>
                <a:lnTo>
                  <a:pt x="321886" y="152615"/>
                </a:lnTo>
                <a:lnTo>
                  <a:pt x="321399" y="152677"/>
                </a:lnTo>
                <a:lnTo>
                  <a:pt x="320900" y="152759"/>
                </a:lnTo>
                <a:lnTo>
                  <a:pt x="320394" y="152865"/>
                </a:lnTo>
                <a:lnTo>
                  <a:pt x="319885" y="152998"/>
                </a:lnTo>
                <a:lnTo>
                  <a:pt x="319379" y="153159"/>
                </a:lnTo>
                <a:lnTo>
                  <a:pt x="318879" y="153353"/>
                </a:lnTo>
                <a:lnTo>
                  <a:pt x="318392" y="153582"/>
                </a:lnTo>
                <a:lnTo>
                  <a:pt x="317922" y="153849"/>
                </a:lnTo>
                <a:lnTo>
                  <a:pt x="317474" y="154157"/>
                </a:lnTo>
                <a:lnTo>
                  <a:pt x="317052" y="154509"/>
                </a:lnTo>
                <a:lnTo>
                  <a:pt x="316662" y="154908"/>
                </a:lnTo>
                <a:lnTo>
                  <a:pt x="316307" y="155357"/>
                </a:lnTo>
                <a:lnTo>
                  <a:pt x="315995" y="155858"/>
                </a:lnTo>
                <a:lnTo>
                  <a:pt x="315728" y="156415"/>
                </a:lnTo>
                <a:lnTo>
                  <a:pt x="315512" y="157031"/>
                </a:lnTo>
                <a:lnTo>
                  <a:pt x="315351" y="157708"/>
                </a:lnTo>
                <a:lnTo>
                  <a:pt x="315252" y="158449"/>
                </a:lnTo>
                <a:lnTo>
                  <a:pt x="315217" y="159258"/>
                </a:lnTo>
                <a:lnTo>
                  <a:pt x="315252" y="160067"/>
                </a:lnTo>
                <a:lnTo>
                  <a:pt x="315351" y="160808"/>
                </a:lnTo>
                <a:lnTo>
                  <a:pt x="315512" y="161485"/>
                </a:lnTo>
                <a:lnTo>
                  <a:pt x="315728" y="162100"/>
                </a:lnTo>
                <a:lnTo>
                  <a:pt x="315995" y="162657"/>
                </a:lnTo>
                <a:lnTo>
                  <a:pt x="316307" y="163158"/>
                </a:lnTo>
                <a:lnTo>
                  <a:pt x="316662" y="163607"/>
                </a:lnTo>
                <a:lnTo>
                  <a:pt x="317052" y="164005"/>
                </a:lnTo>
                <a:lnTo>
                  <a:pt x="317474" y="164357"/>
                </a:lnTo>
                <a:lnTo>
                  <a:pt x="317922" y="164665"/>
                </a:lnTo>
                <a:lnTo>
                  <a:pt x="318392" y="164932"/>
                </a:lnTo>
                <a:lnTo>
                  <a:pt x="318879" y="165161"/>
                </a:lnTo>
                <a:lnTo>
                  <a:pt x="319379" y="165355"/>
                </a:lnTo>
                <a:lnTo>
                  <a:pt x="319885" y="165516"/>
                </a:lnTo>
                <a:lnTo>
                  <a:pt x="320394" y="165648"/>
                </a:lnTo>
                <a:lnTo>
                  <a:pt x="320900" y="165754"/>
                </a:lnTo>
                <a:lnTo>
                  <a:pt x="321399" y="165837"/>
                </a:lnTo>
                <a:lnTo>
                  <a:pt x="321886" y="165899"/>
                </a:lnTo>
                <a:lnTo>
                  <a:pt x="322355" y="165943"/>
                </a:lnTo>
                <a:lnTo>
                  <a:pt x="322803" y="165973"/>
                </a:lnTo>
                <a:lnTo>
                  <a:pt x="323224" y="165991"/>
                </a:lnTo>
                <a:lnTo>
                  <a:pt x="323613" y="166000"/>
                </a:lnTo>
                <a:lnTo>
                  <a:pt x="323966" y="166004"/>
                </a:lnTo>
                <a:lnTo>
                  <a:pt x="324278" y="166004"/>
                </a:lnTo>
                <a:lnTo>
                  <a:pt x="385585" y="166004"/>
                </a:lnTo>
                <a:lnTo>
                  <a:pt x="385896" y="166004"/>
                </a:lnTo>
                <a:lnTo>
                  <a:pt x="386249" y="166000"/>
                </a:lnTo>
                <a:lnTo>
                  <a:pt x="386639" y="165991"/>
                </a:lnTo>
                <a:lnTo>
                  <a:pt x="387060" y="165973"/>
                </a:lnTo>
                <a:lnTo>
                  <a:pt x="387507" y="165943"/>
                </a:lnTo>
                <a:lnTo>
                  <a:pt x="387977" y="165899"/>
                </a:lnTo>
                <a:lnTo>
                  <a:pt x="388464" y="165837"/>
                </a:lnTo>
                <a:lnTo>
                  <a:pt x="388963" y="165754"/>
                </a:lnTo>
                <a:lnTo>
                  <a:pt x="389469" y="165648"/>
                </a:lnTo>
                <a:lnTo>
                  <a:pt x="389977" y="165516"/>
                </a:lnTo>
                <a:lnTo>
                  <a:pt x="390484" y="165355"/>
                </a:lnTo>
                <a:lnTo>
                  <a:pt x="390983" y="165161"/>
                </a:lnTo>
                <a:lnTo>
                  <a:pt x="391470" y="164932"/>
                </a:lnTo>
                <a:lnTo>
                  <a:pt x="391940" y="164665"/>
                </a:lnTo>
                <a:lnTo>
                  <a:pt x="392389" y="164357"/>
                </a:lnTo>
                <a:lnTo>
                  <a:pt x="392811" y="164005"/>
                </a:lnTo>
                <a:lnTo>
                  <a:pt x="393201" y="163607"/>
                </a:lnTo>
                <a:lnTo>
                  <a:pt x="393555" y="163158"/>
                </a:lnTo>
                <a:lnTo>
                  <a:pt x="393868" y="162657"/>
                </a:lnTo>
                <a:lnTo>
                  <a:pt x="394135" y="162100"/>
                </a:lnTo>
                <a:lnTo>
                  <a:pt x="394351" y="161485"/>
                </a:lnTo>
                <a:lnTo>
                  <a:pt x="394511" y="160808"/>
                </a:lnTo>
                <a:lnTo>
                  <a:pt x="394611" y="160067"/>
                </a:lnTo>
                <a:lnTo>
                  <a:pt x="394645" y="159258"/>
                </a:lnTo>
                <a:lnTo>
                  <a:pt x="394611" y="158449"/>
                </a:lnTo>
                <a:lnTo>
                  <a:pt x="394511" y="157708"/>
                </a:lnTo>
                <a:lnTo>
                  <a:pt x="394351" y="157031"/>
                </a:lnTo>
                <a:lnTo>
                  <a:pt x="394135" y="156415"/>
                </a:lnTo>
                <a:lnTo>
                  <a:pt x="393868" y="155858"/>
                </a:lnTo>
                <a:lnTo>
                  <a:pt x="393555" y="155357"/>
                </a:lnTo>
                <a:close/>
                <a:moveTo>
                  <a:pt x="798418" y="155357"/>
                </a:moveTo>
                <a:lnTo>
                  <a:pt x="798064" y="154908"/>
                </a:lnTo>
                <a:lnTo>
                  <a:pt x="797674" y="154509"/>
                </a:lnTo>
                <a:lnTo>
                  <a:pt x="797252" y="154157"/>
                </a:lnTo>
                <a:lnTo>
                  <a:pt x="796803" y="153849"/>
                </a:lnTo>
                <a:lnTo>
                  <a:pt x="796333" y="153582"/>
                </a:lnTo>
                <a:lnTo>
                  <a:pt x="795846" y="153353"/>
                </a:lnTo>
                <a:lnTo>
                  <a:pt x="795347" y="153159"/>
                </a:lnTo>
                <a:lnTo>
                  <a:pt x="794841" y="152998"/>
                </a:lnTo>
                <a:lnTo>
                  <a:pt x="794332" y="152865"/>
                </a:lnTo>
                <a:lnTo>
                  <a:pt x="793826" y="152759"/>
                </a:lnTo>
                <a:lnTo>
                  <a:pt x="793327" y="152677"/>
                </a:lnTo>
                <a:lnTo>
                  <a:pt x="792840" y="152615"/>
                </a:lnTo>
                <a:lnTo>
                  <a:pt x="792370" y="152570"/>
                </a:lnTo>
                <a:lnTo>
                  <a:pt x="791923" y="152541"/>
                </a:lnTo>
                <a:lnTo>
                  <a:pt x="791502" y="152523"/>
                </a:lnTo>
                <a:lnTo>
                  <a:pt x="791112" y="152513"/>
                </a:lnTo>
                <a:lnTo>
                  <a:pt x="790759" y="152510"/>
                </a:lnTo>
                <a:lnTo>
                  <a:pt x="790448" y="152509"/>
                </a:lnTo>
                <a:lnTo>
                  <a:pt x="729141" y="152509"/>
                </a:lnTo>
                <a:lnTo>
                  <a:pt x="728829" y="152510"/>
                </a:lnTo>
                <a:lnTo>
                  <a:pt x="728476" y="152513"/>
                </a:lnTo>
                <a:lnTo>
                  <a:pt x="728087" y="152523"/>
                </a:lnTo>
                <a:lnTo>
                  <a:pt x="727666" y="152541"/>
                </a:lnTo>
                <a:lnTo>
                  <a:pt x="727218" y="152570"/>
                </a:lnTo>
                <a:lnTo>
                  <a:pt x="726749" y="152615"/>
                </a:lnTo>
                <a:lnTo>
                  <a:pt x="726262" y="152677"/>
                </a:lnTo>
                <a:lnTo>
                  <a:pt x="725763" y="152759"/>
                </a:lnTo>
                <a:lnTo>
                  <a:pt x="725257" y="152865"/>
                </a:lnTo>
                <a:lnTo>
                  <a:pt x="724748" y="152998"/>
                </a:lnTo>
                <a:lnTo>
                  <a:pt x="724242" y="153159"/>
                </a:lnTo>
                <a:lnTo>
                  <a:pt x="723743" y="153353"/>
                </a:lnTo>
                <a:lnTo>
                  <a:pt x="723255" y="153582"/>
                </a:lnTo>
                <a:lnTo>
                  <a:pt x="722785" y="153849"/>
                </a:lnTo>
                <a:lnTo>
                  <a:pt x="722337" y="154157"/>
                </a:lnTo>
                <a:lnTo>
                  <a:pt x="721915" y="154509"/>
                </a:lnTo>
                <a:lnTo>
                  <a:pt x="721525" y="154908"/>
                </a:lnTo>
                <a:lnTo>
                  <a:pt x="721171" y="155357"/>
                </a:lnTo>
                <a:lnTo>
                  <a:pt x="720858" y="155858"/>
                </a:lnTo>
                <a:lnTo>
                  <a:pt x="720591" y="156415"/>
                </a:lnTo>
                <a:lnTo>
                  <a:pt x="720375" y="157031"/>
                </a:lnTo>
                <a:lnTo>
                  <a:pt x="720215" y="157708"/>
                </a:lnTo>
                <a:lnTo>
                  <a:pt x="720115" y="158449"/>
                </a:lnTo>
                <a:lnTo>
                  <a:pt x="720080" y="159258"/>
                </a:lnTo>
                <a:lnTo>
                  <a:pt x="720115" y="160067"/>
                </a:lnTo>
                <a:lnTo>
                  <a:pt x="720215" y="160808"/>
                </a:lnTo>
                <a:lnTo>
                  <a:pt x="720375" y="161485"/>
                </a:lnTo>
                <a:lnTo>
                  <a:pt x="720591" y="162100"/>
                </a:lnTo>
                <a:lnTo>
                  <a:pt x="720858" y="162657"/>
                </a:lnTo>
                <a:lnTo>
                  <a:pt x="721171" y="163158"/>
                </a:lnTo>
                <a:lnTo>
                  <a:pt x="721525" y="163607"/>
                </a:lnTo>
                <a:lnTo>
                  <a:pt x="721915" y="164005"/>
                </a:lnTo>
                <a:lnTo>
                  <a:pt x="722337" y="164357"/>
                </a:lnTo>
                <a:lnTo>
                  <a:pt x="722785" y="164665"/>
                </a:lnTo>
                <a:lnTo>
                  <a:pt x="723255" y="164932"/>
                </a:lnTo>
                <a:lnTo>
                  <a:pt x="723743" y="165161"/>
                </a:lnTo>
                <a:lnTo>
                  <a:pt x="724242" y="165355"/>
                </a:lnTo>
                <a:lnTo>
                  <a:pt x="724748" y="165516"/>
                </a:lnTo>
                <a:lnTo>
                  <a:pt x="725257" y="165648"/>
                </a:lnTo>
                <a:lnTo>
                  <a:pt x="725763" y="165754"/>
                </a:lnTo>
                <a:lnTo>
                  <a:pt x="726262" y="165837"/>
                </a:lnTo>
                <a:lnTo>
                  <a:pt x="726749" y="165899"/>
                </a:lnTo>
                <a:lnTo>
                  <a:pt x="727218" y="165943"/>
                </a:lnTo>
                <a:lnTo>
                  <a:pt x="727666" y="165973"/>
                </a:lnTo>
                <a:lnTo>
                  <a:pt x="728087" y="165991"/>
                </a:lnTo>
                <a:lnTo>
                  <a:pt x="728476" y="166000"/>
                </a:lnTo>
                <a:lnTo>
                  <a:pt x="728829" y="166004"/>
                </a:lnTo>
                <a:lnTo>
                  <a:pt x="729141" y="166004"/>
                </a:lnTo>
                <a:lnTo>
                  <a:pt x="790448" y="166004"/>
                </a:lnTo>
                <a:lnTo>
                  <a:pt x="790759" y="166004"/>
                </a:lnTo>
                <a:lnTo>
                  <a:pt x="791112" y="166000"/>
                </a:lnTo>
                <a:lnTo>
                  <a:pt x="791502" y="165991"/>
                </a:lnTo>
                <a:lnTo>
                  <a:pt x="791923" y="165973"/>
                </a:lnTo>
                <a:lnTo>
                  <a:pt x="792370" y="165943"/>
                </a:lnTo>
                <a:lnTo>
                  <a:pt x="792840" y="165899"/>
                </a:lnTo>
                <a:lnTo>
                  <a:pt x="793327" y="165837"/>
                </a:lnTo>
                <a:lnTo>
                  <a:pt x="793826" y="165754"/>
                </a:lnTo>
                <a:lnTo>
                  <a:pt x="794332" y="165648"/>
                </a:lnTo>
                <a:lnTo>
                  <a:pt x="794841" y="165516"/>
                </a:lnTo>
                <a:lnTo>
                  <a:pt x="795347" y="165355"/>
                </a:lnTo>
                <a:lnTo>
                  <a:pt x="795846" y="165161"/>
                </a:lnTo>
                <a:lnTo>
                  <a:pt x="796333" y="164932"/>
                </a:lnTo>
                <a:lnTo>
                  <a:pt x="796803" y="164665"/>
                </a:lnTo>
                <a:lnTo>
                  <a:pt x="797252" y="164357"/>
                </a:lnTo>
                <a:lnTo>
                  <a:pt x="797674" y="164005"/>
                </a:lnTo>
                <a:lnTo>
                  <a:pt x="798064" y="163607"/>
                </a:lnTo>
                <a:lnTo>
                  <a:pt x="798418" y="163158"/>
                </a:lnTo>
                <a:lnTo>
                  <a:pt x="798731" y="162657"/>
                </a:lnTo>
                <a:lnTo>
                  <a:pt x="798998" y="162100"/>
                </a:lnTo>
                <a:lnTo>
                  <a:pt x="799214" y="161485"/>
                </a:lnTo>
                <a:lnTo>
                  <a:pt x="799374" y="160808"/>
                </a:lnTo>
                <a:lnTo>
                  <a:pt x="799474" y="160067"/>
                </a:lnTo>
                <a:lnTo>
                  <a:pt x="799508" y="159258"/>
                </a:lnTo>
                <a:lnTo>
                  <a:pt x="799474" y="158449"/>
                </a:lnTo>
                <a:lnTo>
                  <a:pt x="799374" y="157708"/>
                </a:lnTo>
                <a:lnTo>
                  <a:pt x="799214" y="157031"/>
                </a:lnTo>
                <a:lnTo>
                  <a:pt x="798998" y="156415"/>
                </a:lnTo>
                <a:lnTo>
                  <a:pt x="798731" y="155858"/>
                </a:lnTo>
                <a:lnTo>
                  <a:pt x="798418" y="155357"/>
                </a:lnTo>
                <a:close/>
                <a:moveTo>
                  <a:pt x="3198058" y="23115"/>
                </a:moveTo>
                <a:lnTo>
                  <a:pt x="3197799" y="22546"/>
                </a:lnTo>
                <a:lnTo>
                  <a:pt x="3197506" y="22000"/>
                </a:lnTo>
                <a:lnTo>
                  <a:pt x="3197179" y="21476"/>
                </a:lnTo>
                <a:lnTo>
                  <a:pt x="3196820" y="20976"/>
                </a:lnTo>
                <a:lnTo>
                  <a:pt x="3196430" y="20501"/>
                </a:lnTo>
                <a:lnTo>
                  <a:pt x="3196010" y="20054"/>
                </a:lnTo>
                <a:lnTo>
                  <a:pt x="3195563" y="19634"/>
                </a:lnTo>
                <a:lnTo>
                  <a:pt x="3195089" y="19244"/>
                </a:lnTo>
                <a:lnTo>
                  <a:pt x="3194589" y="18885"/>
                </a:lnTo>
                <a:lnTo>
                  <a:pt x="3194065" y="18557"/>
                </a:lnTo>
                <a:lnTo>
                  <a:pt x="3193519" y="18264"/>
                </a:lnTo>
                <a:lnTo>
                  <a:pt x="3192951" y="18005"/>
                </a:lnTo>
                <a:lnTo>
                  <a:pt x="3192362" y="17782"/>
                </a:lnTo>
                <a:lnTo>
                  <a:pt x="3191756" y="17597"/>
                </a:lnTo>
                <a:lnTo>
                  <a:pt x="3191131" y="17450"/>
                </a:lnTo>
                <a:lnTo>
                  <a:pt x="3190491" y="17344"/>
                </a:lnTo>
                <a:lnTo>
                  <a:pt x="3189836" y="17280"/>
                </a:lnTo>
                <a:lnTo>
                  <a:pt x="3189167" y="17258"/>
                </a:lnTo>
                <a:lnTo>
                  <a:pt x="3188499" y="17280"/>
                </a:lnTo>
                <a:lnTo>
                  <a:pt x="3187843" y="17344"/>
                </a:lnTo>
                <a:lnTo>
                  <a:pt x="3187202" y="17450"/>
                </a:lnTo>
                <a:lnTo>
                  <a:pt x="3186578" y="17597"/>
                </a:lnTo>
                <a:lnTo>
                  <a:pt x="3185971" y="17782"/>
                </a:lnTo>
                <a:lnTo>
                  <a:pt x="3185382" y="18005"/>
                </a:lnTo>
                <a:lnTo>
                  <a:pt x="3184814" y="18264"/>
                </a:lnTo>
                <a:lnTo>
                  <a:pt x="3184268" y="18557"/>
                </a:lnTo>
                <a:lnTo>
                  <a:pt x="3183744" y="18885"/>
                </a:lnTo>
                <a:lnTo>
                  <a:pt x="3183244" y="19244"/>
                </a:lnTo>
                <a:lnTo>
                  <a:pt x="3182769" y="19634"/>
                </a:lnTo>
                <a:lnTo>
                  <a:pt x="3182322" y="20054"/>
                </a:lnTo>
                <a:lnTo>
                  <a:pt x="3181902" y="20501"/>
                </a:lnTo>
                <a:lnTo>
                  <a:pt x="3181512" y="20976"/>
                </a:lnTo>
                <a:lnTo>
                  <a:pt x="3181153" y="21476"/>
                </a:lnTo>
                <a:lnTo>
                  <a:pt x="3180826" y="22000"/>
                </a:lnTo>
                <a:lnTo>
                  <a:pt x="3180533" y="22546"/>
                </a:lnTo>
                <a:lnTo>
                  <a:pt x="3180274" y="23115"/>
                </a:lnTo>
                <a:lnTo>
                  <a:pt x="3180051" y="23703"/>
                </a:lnTo>
                <a:lnTo>
                  <a:pt x="3179866" y="24310"/>
                </a:lnTo>
                <a:lnTo>
                  <a:pt x="3179720" y="24934"/>
                </a:lnTo>
                <a:lnTo>
                  <a:pt x="3179614" y="25575"/>
                </a:lnTo>
                <a:lnTo>
                  <a:pt x="3179549" y="26230"/>
                </a:lnTo>
                <a:lnTo>
                  <a:pt x="3179527" y="26899"/>
                </a:lnTo>
                <a:lnTo>
                  <a:pt x="3179549" y="27567"/>
                </a:lnTo>
                <a:lnTo>
                  <a:pt x="3179614" y="28222"/>
                </a:lnTo>
                <a:lnTo>
                  <a:pt x="3179720" y="28863"/>
                </a:lnTo>
                <a:lnTo>
                  <a:pt x="3179866" y="29487"/>
                </a:lnTo>
                <a:lnTo>
                  <a:pt x="3180051" y="30094"/>
                </a:lnTo>
                <a:lnTo>
                  <a:pt x="3180274" y="30682"/>
                </a:lnTo>
                <a:lnTo>
                  <a:pt x="3180533" y="31251"/>
                </a:lnTo>
                <a:lnTo>
                  <a:pt x="3180826" y="31797"/>
                </a:lnTo>
                <a:lnTo>
                  <a:pt x="3181153" y="32321"/>
                </a:lnTo>
                <a:lnTo>
                  <a:pt x="3181512" y="32821"/>
                </a:lnTo>
                <a:lnTo>
                  <a:pt x="3181902" y="33296"/>
                </a:lnTo>
                <a:lnTo>
                  <a:pt x="3182322" y="33743"/>
                </a:lnTo>
                <a:lnTo>
                  <a:pt x="3182769" y="34163"/>
                </a:lnTo>
                <a:lnTo>
                  <a:pt x="3183244" y="34553"/>
                </a:lnTo>
                <a:lnTo>
                  <a:pt x="3183744" y="34912"/>
                </a:lnTo>
                <a:lnTo>
                  <a:pt x="3184268" y="35240"/>
                </a:lnTo>
                <a:lnTo>
                  <a:pt x="3184814" y="35533"/>
                </a:lnTo>
                <a:lnTo>
                  <a:pt x="3185382" y="35792"/>
                </a:lnTo>
                <a:lnTo>
                  <a:pt x="3185971" y="36015"/>
                </a:lnTo>
                <a:lnTo>
                  <a:pt x="3186578" y="36200"/>
                </a:lnTo>
                <a:lnTo>
                  <a:pt x="3187202" y="36347"/>
                </a:lnTo>
                <a:lnTo>
                  <a:pt x="3187843" y="36453"/>
                </a:lnTo>
                <a:lnTo>
                  <a:pt x="3188499" y="36518"/>
                </a:lnTo>
                <a:lnTo>
                  <a:pt x="3189167" y="36539"/>
                </a:lnTo>
                <a:lnTo>
                  <a:pt x="3189836" y="36518"/>
                </a:lnTo>
                <a:lnTo>
                  <a:pt x="3190491" y="36453"/>
                </a:lnTo>
                <a:lnTo>
                  <a:pt x="3191131" y="36347"/>
                </a:lnTo>
                <a:lnTo>
                  <a:pt x="3191756" y="36200"/>
                </a:lnTo>
                <a:lnTo>
                  <a:pt x="3192362" y="36015"/>
                </a:lnTo>
                <a:lnTo>
                  <a:pt x="3192951" y="35792"/>
                </a:lnTo>
                <a:lnTo>
                  <a:pt x="3193519" y="35533"/>
                </a:lnTo>
                <a:lnTo>
                  <a:pt x="3194065" y="35240"/>
                </a:lnTo>
                <a:lnTo>
                  <a:pt x="3194589" y="34912"/>
                </a:lnTo>
                <a:lnTo>
                  <a:pt x="3195089" y="34553"/>
                </a:lnTo>
                <a:lnTo>
                  <a:pt x="3195563" y="34163"/>
                </a:lnTo>
                <a:lnTo>
                  <a:pt x="3196010" y="33743"/>
                </a:lnTo>
                <a:lnTo>
                  <a:pt x="3196430" y="33296"/>
                </a:lnTo>
                <a:lnTo>
                  <a:pt x="3196820" y="32821"/>
                </a:lnTo>
                <a:lnTo>
                  <a:pt x="3197179" y="32321"/>
                </a:lnTo>
                <a:lnTo>
                  <a:pt x="3197506" y="31797"/>
                </a:lnTo>
                <a:lnTo>
                  <a:pt x="3197799" y="31251"/>
                </a:lnTo>
                <a:lnTo>
                  <a:pt x="3198058" y="30682"/>
                </a:lnTo>
                <a:lnTo>
                  <a:pt x="3198280" y="30094"/>
                </a:lnTo>
                <a:lnTo>
                  <a:pt x="3198466" y="29487"/>
                </a:lnTo>
                <a:lnTo>
                  <a:pt x="3198612" y="28863"/>
                </a:lnTo>
                <a:lnTo>
                  <a:pt x="3198718" y="28222"/>
                </a:lnTo>
                <a:lnTo>
                  <a:pt x="3198783" y="27567"/>
                </a:lnTo>
                <a:lnTo>
                  <a:pt x="3198805" y="26899"/>
                </a:lnTo>
                <a:lnTo>
                  <a:pt x="3198783" y="26230"/>
                </a:lnTo>
                <a:lnTo>
                  <a:pt x="3198718" y="25575"/>
                </a:lnTo>
                <a:lnTo>
                  <a:pt x="3198612" y="24934"/>
                </a:lnTo>
                <a:lnTo>
                  <a:pt x="3198466" y="24310"/>
                </a:lnTo>
                <a:lnTo>
                  <a:pt x="3198280" y="23703"/>
                </a:lnTo>
                <a:lnTo>
                  <a:pt x="3198058" y="23115"/>
                </a:lnTo>
                <a:close/>
                <a:moveTo>
                  <a:pt x="1906642" y="142390"/>
                </a:moveTo>
                <a:lnTo>
                  <a:pt x="1906543" y="142139"/>
                </a:lnTo>
                <a:lnTo>
                  <a:pt x="1906428" y="141898"/>
                </a:lnTo>
                <a:lnTo>
                  <a:pt x="1906297" y="141667"/>
                </a:lnTo>
                <a:lnTo>
                  <a:pt x="1906148" y="141444"/>
                </a:lnTo>
                <a:lnTo>
                  <a:pt x="1905982" y="141227"/>
                </a:lnTo>
                <a:lnTo>
                  <a:pt x="1905798" y="141014"/>
                </a:lnTo>
                <a:lnTo>
                  <a:pt x="1905596" y="140804"/>
                </a:lnTo>
                <a:lnTo>
                  <a:pt x="1905376" y="140596"/>
                </a:lnTo>
                <a:lnTo>
                  <a:pt x="1905137" y="140388"/>
                </a:lnTo>
                <a:lnTo>
                  <a:pt x="1904878" y="140178"/>
                </a:lnTo>
                <a:lnTo>
                  <a:pt x="1904601" y="139964"/>
                </a:lnTo>
                <a:lnTo>
                  <a:pt x="1904303" y="139746"/>
                </a:lnTo>
                <a:lnTo>
                  <a:pt x="1903986" y="139521"/>
                </a:lnTo>
                <a:lnTo>
                  <a:pt x="1903648" y="139288"/>
                </a:lnTo>
                <a:lnTo>
                  <a:pt x="1903289" y="139046"/>
                </a:lnTo>
                <a:lnTo>
                  <a:pt x="1902910" y="138792"/>
                </a:lnTo>
                <a:lnTo>
                  <a:pt x="1902508" y="138525"/>
                </a:lnTo>
                <a:lnTo>
                  <a:pt x="1902086" y="138244"/>
                </a:lnTo>
                <a:lnTo>
                  <a:pt x="1899175" y="136171"/>
                </a:lnTo>
                <a:lnTo>
                  <a:pt x="1896419" y="134006"/>
                </a:lnTo>
                <a:lnTo>
                  <a:pt x="1893814" y="131754"/>
                </a:lnTo>
                <a:lnTo>
                  <a:pt x="1891357" y="129421"/>
                </a:lnTo>
                <a:lnTo>
                  <a:pt x="1889047" y="127013"/>
                </a:lnTo>
                <a:lnTo>
                  <a:pt x="1886880" y="124536"/>
                </a:lnTo>
                <a:lnTo>
                  <a:pt x="1884853" y="121996"/>
                </a:lnTo>
                <a:lnTo>
                  <a:pt x="1882964" y="119398"/>
                </a:lnTo>
                <a:lnTo>
                  <a:pt x="1881210" y="116749"/>
                </a:lnTo>
                <a:lnTo>
                  <a:pt x="1879589" y="114054"/>
                </a:lnTo>
                <a:lnTo>
                  <a:pt x="1878098" y="111319"/>
                </a:lnTo>
                <a:lnTo>
                  <a:pt x="1876734" y="108551"/>
                </a:lnTo>
                <a:lnTo>
                  <a:pt x="1875494" y="105754"/>
                </a:lnTo>
                <a:lnTo>
                  <a:pt x="1874377" y="102935"/>
                </a:lnTo>
                <a:lnTo>
                  <a:pt x="1873378" y="100099"/>
                </a:lnTo>
                <a:lnTo>
                  <a:pt x="1872496" y="97253"/>
                </a:lnTo>
                <a:lnTo>
                  <a:pt x="1871728" y="94402"/>
                </a:lnTo>
                <a:lnTo>
                  <a:pt x="1871071" y="91553"/>
                </a:lnTo>
                <a:lnTo>
                  <a:pt x="1870522" y="88710"/>
                </a:lnTo>
                <a:lnTo>
                  <a:pt x="1870079" y="85881"/>
                </a:lnTo>
                <a:lnTo>
                  <a:pt x="1869739" y="83070"/>
                </a:lnTo>
                <a:lnTo>
                  <a:pt x="1869500" y="80284"/>
                </a:lnTo>
                <a:lnTo>
                  <a:pt x="1869358" y="77528"/>
                </a:lnTo>
                <a:lnTo>
                  <a:pt x="1869311" y="74809"/>
                </a:lnTo>
                <a:lnTo>
                  <a:pt x="1869350" y="72361"/>
                </a:lnTo>
                <a:lnTo>
                  <a:pt x="1869470" y="69842"/>
                </a:lnTo>
                <a:lnTo>
                  <a:pt x="1869677" y="67259"/>
                </a:lnTo>
                <a:lnTo>
                  <a:pt x="1869974" y="64620"/>
                </a:lnTo>
                <a:lnTo>
                  <a:pt x="1870366" y="61932"/>
                </a:lnTo>
                <a:lnTo>
                  <a:pt x="1870860" y="59201"/>
                </a:lnTo>
                <a:lnTo>
                  <a:pt x="1871459" y="56436"/>
                </a:lnTo>
                <a:lnTo>
                  <a:pt x="1872168" y="53644"/>
                </a:lnTo>
                <a:lnTo>
                  <a:pt x="1872992" y="50831"/>
                </a:lnTo>
                <a:lnTo>
                  <a:pt x="1873936" y="48006"/>
                </a:lnTo>
                <a:lnTo>
                  <a:pt x="1875005" y="45175"/>
                </a:lnTo>
                <a:lnTo>
                  <a:pt x="1876204" y="42346"/>
                </a:lnTo>
                <a:lnTo>
                  <a:pt x="1877537" y="39526"/>
                </a:lnTo>
                <a:lnTo>
                  <a:pt x="1879010" y="36722"/>
                </a:lnTo>
                <a:lnTo>
                  <a:pt x="1880627" y="33942"/>
                </a:lnTo>
                <a:lnTo>
                  <a:pt x="1882393" y="31193"/>
                </a:lnTo>
                <a:lnTo>
                  <a:pt x="1884313" y="28482"/>
                </a:lnTo>
                <a:lnTo>
                  <a:pt x="1886392" y="25816"/>
                </a:lnTo>
                <a:lnTo>
                  <a:pt x="1888634" y="23204"/>
                </a:lnTo>
                <a:lnTo>
                  <a:pt x="1891045" y="20651"/>
                </a:lnTo>
                <a:lnTo>
                  <a:pt x="1893630" y="18165"/>
                </a:lnTo>
                <a:lnTo>
                  <a:pt x="1896392" y="15754"/>
                </a:lnTo>
                <a:lnTo>
                  <a:pt x="1899337" y="13425"/>
                </a:lnTo>
                <a:lnTo>
                  <a:pt x="1902471" y="11185"/>
                </a:lnTo>
                <a:lnTo>
                  <a:pt x="1902848" y="10927"/>
                </a:lnTo>
                <a:lnTo>
                  <a:pt x="1903206" y="10681"/>
                </a:lnTo>
                <a:lnTo>
                  <a:pt x="1903547" y="10446"/>
                </a:lnTo>
                <a:lnTo>
                  <a:pt x="1903871" y="10221"/>
                </a:lnTo>
                <a:lnTo>
                  <a:pt x="1904177" y="10004"/>
                </a:lnTo>
                <a:lnTo>
                  <a:pt x="1904466" y="9793"/>
                </a:lnTo>
                <a:lnTo>
                  <a:pt x="1904738" y="9587"/>
                </a:lnTo>
                <a:lnTo>
                  <a:pt x="1904993" y="9385"/>
                </a:lnTo>
                <a:lnTo>
                  <a:pt x="1905231" y="9185"/>
                </a:lnTo>
                <a:lnTo>
                  <a:pt x="1905452" y="8985"/>
                </a:lnTo>
                <a:lnTo>
                  <a:pt x="1905657" y="8784"/>
                </a:lnTo>
                <a:lnTo>
                  <a:pt x="1905846" y="8581"/>
                </a:lnTo>
                <a:lnTo>
                  <a:pt x="1906019" y="8374"/>
                </a:lnTo>
                <a:lnTo>
                  <a:pt x="1906176" y="8161"/>
                </a:lnTo>
                <a:lnTo>
                  <a:pt x="1906317" y="7941"/>
                </a:lnTo>
                <a:lnTo>
                  <a:pt x="1906443" y="7713"/>
                </a:lnTo>
                <a:lnTo>
                  <a:pt x="1906553" y="7474"/>
                </a:lnTo>
                <a:lnTo>
                  <a:pt x="1906648" y="7224"/>
                </a:lnTo>
                <a:lnTo>
                  <a:pt x="1906728" y="6962"/>
                </a:lnTo>
                <a:lnTo>
                  <a:pt x="1906793" y="6684"/>
                </a:lnTo>
                <a:lnTo>
                  <a:pt x="1906843" y="6390"/>
                </a:lnTo>
                <a:lnTo>
                  <a:pt x="1906879" y="6079"/>
                </a:lnTo>
                <a:lnTo>
                  <a:pt x="1906900" y="5749"/>
                </a:lnTo>
                <a:lnTo>
                  <a:pt x="1906907" y="5399"/>
                </a:lnTo>
                <a:lnTo>
                  <a:pt x="1906902" y="5194"/>
                </a:lnTo>
                <a:lnTo>
                  <a:pt x="1906885" y="4968"/>
                </a:lnTo>
                <a:lnTo>
                  <a:pt x="1906856" y="4724"/>
                </a:lnTo>
                <a:lnTo>
                  <a:pt x="1906812" y="4463"/>
                </a:lnTo>
                <a:lnTo>
                  <a:pt x="1906754" y="4189"/>
                </a:lnTo>
                <a:lnTo>
                  <a:pt x="1906678" y="3905"/>
                </a:lnTo>
                <a:lnTo>
                  <a:pt x="1906584" y="3612"/>
                </a:lnTo>
                <a:lnTo>
                  <a:pt x="1906471" y="3314"/>
                </a:lnTo>
                <a:lnTo>
                  <a:pt x="1906337" y="3013"/>
                </a:lnTo>
                <a:lnTo>
                  <a:pt x="1906182" y="2712"/>
                </a:lnTo>
                <a:lnTo>
                  <a:pt x="1906002" y="2414"/>
                </a:lnTo>
                <a:lnTo>
                  <a:pt x="1905798" y="2121"/>
                </a:lnTo>
                <a:lnTo>
                  <a:pt x="1905568" y="1836"/>
                </a:lnTo>
                <a:lnTo>
                  <a:pt x="1905310" y="1562"/>
                </a:lnTo>
                <a:lnTo>
                  <a:pt x="1905024" y="1302"/>
                </a:lnTo>
                <a:lnTo>
                  <a:pt x="1904707" y="1057"/>
                </a:lnTo>
                <a:lnTo>
                  <a:pt x="1904359" y="831"/>
                </a:lnTo>
                <a:lnTo>
                  <a:pt x="1903978" y="627"/>
                </a:lnTo>
                <a:lnTo>
                  <a:pt x="1903563" y="446"/>
                </a:lnTo>
                <a:lnTo>
                  <a:pt x="1903113" y="293"/>
                </a:lnTo>
                <a:lnTo>
                  <a:pt x="1902625" y="169"/>
                </a:lnTo>
                <a:lnTo>
                  <a:pt x="1902100" y="77"/>
                </a:lnTo>
                <a:lnTo>
                  <a:pt x="1901535" y="20"/>
                </a:lnTo>
                <a:lnTo>
                  <a:pt x="1900929" y="0"/>
                </a:lnTo>
                <a:lnTo>
                  <a:pt x="1900060" y="132"/>
                </a:lnTo>
                <a:lnTo>
                  <a:pt x="1898871" y="529"/>
                </a:lnTo>
                <a:lnTo>
                  <a:pt x="1897394" y="1190"/>
                </a:lnTo>
                <a:lnTo>
                  <a:pt x="1895661" y="2114"/>
                </a:lnTo>
                <a:lnTo>
                  <a:pt x="1893703" y="3300"/>
                </a:lnTo>
                <a:lnTo>
                  <a:pt x="1891552" y="4748"/>
                </a:lnTo>
                <a:lnTo>
                  <a:pt x="1889241" y="6457"/>
                </a:lnTo>
                <a:lnTo>
                  <a:pt x="1886799" y="8426"/>
                </a:lnTo>
                <a:lnTo>
                  <a:pt x="1884260" y="10656"/>
                </a:lnTo>
                <a:lnTo>
                  <a:pt x="1881655" y="13144"/>
                </a:lnTo>
                <a:lnTo>
                  <a:pt x="1879015" y="15891"/>
                </a:lnTo>
                <a:lnTo>
                  <a:pt x="1876373" y="18895"/>
                </a:lnTo>
                <a:lnTo>
                  <a:pt x="1873760" y="22157"/>
                </a:lnTo>
                <a:lnTo>
                  <a:pt x="1871208" y="25675"/>
                </a:lnTo>
                <a:lnTo>
                  <a:pt x="1868748" y="29448"/>
                </a:lnTo>
                <a:lnTo>
                  <a:pt x="1866413" y="33477"/>
                </a:lnTo>
                <a:lnTo>
                  <a:pt x="1864233" y="37760"/>
                </a:lnTo>
                <a:lnTo>
                  <a:pt x="1862241" y="42297"/>
                </a:lnTo>
                <a:lnTo>
                  <a:pt x="1860469" y="47087"/>
                </a:lnTo>
                <a:lnTo>
                  <a:pt x="1858948" y="52129"/>
                </a:lnTo>
                <a:lnTo>
                  <a:pt x="1857709" y="57423"/>
                </a:lnTo>
                <a:lnTo>
                  <a:pt x="1856786" y="62968"/>
                </a:lnTo>
                <a:lnTo>
                  <a:pt x="1856208" y="68764"/>
                </a:lnTo>
                <a:lnTo>
                  <a:pt x="1856009" y="74809"/>
                </a:lnTo>
                <a:lnTo>
                  <a:pt x="1856054" y="77647"/>
                </a:lnTo>
                <a:lnTo>
                  <a:pt x="1856187" y="80427"/>
                </a:lnTo>
                <a:lnTo>
                  <a:pt x="1856403" y="83147"/>
                </a:lnTo>
                <a:lnTo>
                  <a:pt x="1856697" y="85805"/>
                </a:lnTo>
                <a:lnTo>
                  <a:pt x="1857064" y="88402"/>
                </a:lnTo>
                <a:lnTo>
                  <a:pt x="1857500" y="90935"/>
                </a:lnTo>
                <a:lnTo>
                  <a:pt x="1857999" y="93405"/>
                </a:lnTo>
                <a:lnTo>
                  <a:pt x="1858558" y="95811"/>
                </a:lnTo>
                <a:lnTo>
                  <a:pt x="1859171" y="98150"/>
                </a:lnTo>
                <a:lnTo>
                  <a:pt x="1859833" y="100423"/>
                </a:lnTo>
                <a:lnTo>
                  <a:pt x="1860540" y="102629"/>
                </a:lnTo>
                <a:lnTo>
                  <a:pt x="1861287" y="104766"/>
                </a:lnTo>
                <a:lnTo>
                  <a:pt x="1862069" y="106834"/>
                </a:lnTo>
                <a:lnTo>
                  <a:pt x="1862881" y="108832"/>
                </a:lnTo>
                <a:lnTo>
                  <a:pt x="1863719" y="110759"/>
                </a:lnTo>
                <a:lnTo>
                  <a:pt x="1864578" y="112613"/>
                </a:lnTo>
                <a:lnTo>
                  <a:pt x="1865453" y="114395"/>
                </a:lnTo>
                <a:lnTo>
                  <a:pt x="1866339" y="116103"/>
                </a:lnTo>
                <a:lnTo>
                  <a:pt x="1867232" y="117735"/>
                </a:lnTo>
                <a:lnTo>
                  <a:pt x="1868126" y="119293"/>
                </a:lnTo>
                <a:lnTo>
                  <a:pt x="1869018" y="120773"/>
                </a:lnTo>
                <a:lnTo>
                  <a:pt x="1869901" y="122176"/>
                </a:lnTo>
                <a:lnTo>
                  <a:pt x="1870773" y="123501"/>
                </a:lnTo>
                <a:lnTo>
                  <a:pt x="1871626" y="124746"/>
                </a:lnTo>
                <a:lnTo>
                  <a:pt x="1872925" y="126488"/>
                </a:lnTo>
                <a:lnTo>
                  <a:pt x="1874261" y="128192"/>
                </a:lnTo>
                <a:lnTo>
                  <a:pt x="1875629" y="129855"/>
                </a:lnTo>
                <a:lnTo>
                  <a:pt x="1877023" y="131475"/>
                </a:lnTo>
                <a:lnTo>
                  <a:pt x="1878437" y="133048"/>
                </a:lnTo>
                <a:lnTo>
                  <a:pt x="1879864" y="134570"/>
                </a:lnTo>
                <a:lnTo>
                  <a:pt x="1881299" y="136038"/>
                </a:lnTo>
                <a:lnTo>
                  <a:pt x="1882736" y="137449"/>
                </a:lnTo>
                <a:lnTo>
                  <a:pt x="1884168" y="138800"/>
                </a:lnTo>
                <a:lnTo>
                  <a:pt x="1885589" y="140088"/>
                </a:lnTo>
                <a:lnTo>
                  <a:pt x="1886993" y="141309"/>
                </a:lnTo>
                <a:lnTo>
                  <a:pt x="1888374" y="142460"/>
                </a:lnTo>
                <a:lnTo>
                  <a:pt x="1889726" y="143537"/>
                </a:lnTo>
                <a:lnTo>
                  <a:pt x="1891043" y="144538"/>
                </a:lnTo>
                <a:lnTo>
                  <a:pt x="1892318" y="145459"/>
                </a:lnTo>
                <a:lnTo>
                  <a:pt x="1893546" y="146297"/>
                </a:lnTo>
                <a:lnTo>
                  <a:pt x="1894721" y="147048"/>
                </a:lnTo>
                <a:lnTo>
                  <a:pt x="1895835" y="147710"/>
                </a:lnTo>
                <a:lnTo>
                  <a:pt x="1896884" y="148279"/>
                </a:lnTo>
                <a:lnTo>
                  <a:pt x="1897862" y="148752"/>
                </a:lnTo>
                <a:lnTo>
                  <a:pt x="1898761" y="149126"/>
                </a:lnTo>
                <a:lnTo>
                  <a:pt x="1899576" y="149397"/>
                </a:lnTo>
                <a:lnTo>
                  <a:pt x="1900301" y="149562"/>
                </a:lnTo>
                <a:lnTo>
                  <a:pt x="1900929" y="149617"/>
                </a:lnTo>
                <a:lnTo>
                  <a:pt x="1901535" y="149598"/>
                </a:lnTo>
                <a:lnTo>
                  <a:pt x="1902100" y="149541"/>
                </a:lnTo>
                <a:lnTo>
                  <a:pt x="1902625" y="149449"/>
                </a:lnTo>
                <a:lnTo>
                  <a:pt x="1903113" y="149325"/>
                </a:lnTo>
                <a:lnTo>
                  <a:pt x="1903563" y="149171"/>
                </a:lnTo>
                <a:lnTo>
                  <a:pt x="1903978" y="148991"/>
                </a:lnTo>
                <a:lnTo>
                  <a:pt x="1904359" y="148787"/>
                </a:lnTo>
                <a:lnTo>
                  <a:pt x="1904707" y="148561"/>
                </a:lnTo>
                <a:lnTo>
                  <a:pt x="1905024" y="148316"/>
                </a:lnTo>
                <a:lnTo>
                  <a:pt x="1905310" y="148056"/>
                </a:lnTo>
                <a:lnTo>
                  <a:pt x="1905568" y="147782"/>
                </a:lnTo>
                <a:lnTo>
                  <a:pt x="1905798" y="147497"/>
                </a:lnTo>
                <a:lnTo>
                  <a:pt x="1906002" y="147205"/>
                </a:lnTo>
                <a:lnTo>
                  <a:pt x="1906182" y="146907"/>
                </a:lnTo>
                <a:lnTo>
                  <a:pt x="1906337" y="146606"/>
                </a:lnTo>
                <a:lnTo>
                  <a:pt x="1906471" y="146305"/>
                </a:lnTo>
                <a:lnTo>
                  <a:pt x="1906584" y="146007"/>
                </a:lnTo>
                <a:lnTo>
                  <a:pt x="1906678" y="145714"/>
                </a:lnTo>
                <a:lnTo>
                  <a:pt x="1906754" y="145429"/>
                </a:lnTo>
                <a:lnTo>
                  <a:pt x="1906812" y="145155"/>
                </a:lnTo>
                <a:lnTo>
                  <a:pt x="1906856" y="144894"/>
                </a:lnTo>
                <a:lnTo>
                  <a:pt x="1906885" y="144650"/>
                </a:lnTo>
                <a:lnTo>
                  <a:pt x="1906902" y="144423"/>
                </a:lnTo>
                <a:lnTo>
                  <a:pt x="1906907" y="144219"/>
                </a:lnTo>
                <a:lnTo>
                  <a:pt x="1906900" y="143868"/>
                </a:lnTo>
                <a:lnTo>
                  <a:pt x="1906878" y="143538"/>
                </a:lnTo>
                <a:lnTo>
                  <a:pt x="1906842" y="143227"/>
                </a:lnTo>
                <a:lnTo>
                  <a:pt x="1906791" y="142933"/>
                </a:lnTo>
                <a:lnTo>
                  <a:pt x="1906724" y="142654"/>
                </a:lnTo>
                <a:lnTo>
                  <a:pt x="1906642" y="142390"/>
                </a:lnTo>
                <a:close/>
                <a:moveTo>
                  <a:pt x="2516453" y="107310"/>
                </a:moveTo>
                <a:lnTo>
                  <a:pt x="2516408" y="106874"/>
                </a:lnTo>
                <a:lnTo>
                  <a:pt x="2516346" y="106444"/>
                </a:lnTo>
                <a:lnTo>
                  <a:pt x="2516264" y="106023"/>
                </a:lnTo>
                <a:lnTo>
                  <a:pt x="2516158" y="105611"/>
                </a:lnTo>
                <a:lnTo>
                  <a:pt x="2516026" y="105211"/>
                </a:lnTo>
                <a:lnTo>
                  <a:pt x="2515864" y="104825"/>
                </a:lnTo>
                <a:lnTo>
                  <a:pt x="2515670" y="104456"/>
                </a:lnTo>
                <a:lnTo>
                  <a:pt x="2515441" y="104104"/>
                </a:lnTo>
                <a:lnTo>
                  <a:pt x="2515174" y="103773"/>
                </a:lnTo>
                <a:lnTo>
                  <a:pt x="2514866" y="103463"/>
                </a:lnTo>
                <a:lnTo>
                  <a:pt x="2514514" y="103178"/>
                </a:lnTo>
                <a:lnTo>
                  <a:pt x="2514115" y="102918"/>
                </a:lnTo>
                <a:lnTo>
                  <a:pt x="2513667" y="102687"/>
                </a:lnTo>
                <a:lnTo>
                  <a:pt x="2513165" y="102486"/>
                </a:lnTo>
                <a:lnTo>
                  <a:pt x="2512608" y="102317"/>
                </a:lnTo>
                <a:lnTo>
                  <a:pt x="2511993" y="102182"/>
                </a:lnTo>
                <a:lnTo>
                  <a:pt x="2511316" y="102083"/>
                </a:lnTo>
                <a:lnTo>
                  <a:pt x="2510574" y="102022"/>
                </a:lnTo>
                <a:lnTo>
                  <a:pt x="2509765" y="102001"/>
                </a:lnTo>
                <a:lnTo>
                  <a:pt x="2509002" y="102022"/>
                </a:lnTo>
                <a:lnTo>
                  <a:pt x="2508300" y="102083"/>
                </a:lnTo>
                <a:lnTo>
                  <a:pt x="2507658" y="102181"/>
                </a:lnTo>
                <a:lnTo>
                  <a:pt x="2507071" y="102316"/>
                </a:lnTo>
                <a:lnTo>
                  <a:pt x="2506539" y="102484"/>
                </a:lnTo>
                <a:lnTo>
                  <a:pt x="2506058" y="102684"/>
                </a:lnTo>
                <a:lnTo>
                  <a:pt x="2505626" y="102914"/>
                </a:lnTo>
                <a:lnTo>
                  <a:pt x="2505239" y="103171"/>
                </a:lnTo>
                <a:lnTo>
                  <a:pt x="2504897" y="103453"/>
                </a:lnTo>
                <a:lnTo>
                  <a:pt x="2504595" y="103759"/>
                </a:lnTo>
                <a:lnTo>
                  <a:pt x="2504331" y="104085"/>
                </a:lnTo>
                <a:lnTo>
                  <a:pt x="2504103" y="104431"/>
                </a:lnTo>
                <a:lnTo>
                  <a:pt x="2503908" y="104795"/>
                </a:lnTo>
                <a:lnTo>
                  <a:pt x="2503744" y="105173"/>
                </a:lnTo>
                <a:lnTo>
                  <a:pt x="2503608" y="105563"/>
                </a:lnTo>
                <a:lnTo>
                  <a:pt x="2503497" y="105965"/>
                </a:lnTo>
                <a:lnTo>
                  <a:pt x="2503409" y="106375"/>
                </a:lnTo>
                <a:lnTo>
                  <a:pt x="2503341" y="106792"/>
                </a:lnTo>
                <a:lnTo>
                  <a:pt x="2503290" y="107214"/>
                </a:lnTo>
                <a:lnTo>
                  <a:pt x="2503255" y="107637"/>
                </a:lnTo>
                <a:lnTo>
                  <a:pt x="2503232" y="108062"/>
                </a:lnTo>
                <a:lnTo>
                  <a:pt x="2503219" y="108484"/>
                </a:lnTo>
                <a:lnTo>
                  <a:pt x="2503212" y="108903"/>
                </a:lnTo>
                <a:lnTo>
                  <a:pt x="2503211" y="109315"/>
                </a:lnTo>
                <a:lnTo>
                  <a:pt x="2503132" y="110756"/>
                </a:lnTo>
                <a:lnTo>
                  <a:pt x="2502948" y="112095"/>
                </a:lnTo>
                <a:lnTo>
                  <a:pt x="2502667" y="113338"/>
                </a:lnTo>
                <a:lnTo>
                  <a:pt x="2502296" y="114486"/>
                </a:lnTo>
                <a:lnTo>
                  <a:pt x="2501842" y="115545"/>
                </a:lnTo>
                <a:lnTo>
                  <a:pt x="2501314" y="116517"/>
                </a:lnTo>
                <a:lnTo>
                  <a:pt x="2500718" y="117405"/>
                </a:lnTo>
                <a:lnTo>
                  <a:pt x="2500063" y="118214"/>
                </a:lnTo>
                <a:lnTo>
                  <a:pt x="2499355" y="118947"/>
                </a:lnTo>
                <a:lnTo>
                  <a:pt x="2498603" y="119606"/>
                </a:lnTo>
                <a:lnTo>
                  <a:pt x="2497813" y="120197"/>
                </a:lnTo>
                <a:lnTo>
                  <a:pt x="2496994" y="120722"/>
                </a:lnTo>
                <a:lnTo>
                  <a:pt x="2496153" y="121185"/>
                </a:lnTo>
                <a:lnTo>
                  <a:pt x="2495297" y="121590"/>
                </a:lnTo>
                <a:lnTo>
                  <a:pt x="2494435" y="121939"/>
                </a:lnTo>
                <a:lnTo>
                  <a:pt x="2493572" y="122236"/>
                </a:lnTo>
                <a:lnTo>
                  <a:pt x="2492718" y="122485"/>
                </a:lnTo>
                <a:lnTo>
                  <a:pt x="2491879" y="122690"/>
                </a:lnTo>
                <a:lnTo>
                  <a:pt x="2491064" y="122854"/>
                </a:lnTo>
                <a:lnTo>
                  <a:pt x="2490279" y="122980"/>
                </a:lnTo>
                <a:lnTo>
                  <a:pt x="2489532" y="123072"/>
                </a:lnTo>
                <a:lnTo>
                  <a:pt x="2488831" y="123133"/>
                </a:lnTo>
                <a:lnTo>
                  <a:pt x="2488183" y="123167"/>
                </a:lnTo>
                <a:lnTo>
                  <a:pt x="2487596" y="123178"/>
                </a:lnTo>
                <a:lnTo>
                  <a:pt x="2485817" y="123127"/>
                </a:lnTo>
                <a:lnTo>
                  <a:pt x="2484186" y="122978"/>
                </a:lnTo>
                <a:lnTo>
                  <a:pt x="2482696" y="122738"/>
                </a:lnTo>
                <a:lnTo>
                  <a:pt x="2481342" y="122414"/>
                </a:lnTo>
                <a:lnTo>
                  <a:pt x="2480117" y="122012"/>
                </a:lnTo>
                <a:lnTo>
                  <a:pt x="2479014" y="121538"/>
                </a:lnTo>
                <a:lnTo>
                  <a:pt x="2478028" y="121000"/>
                </a:lnTo>
                <a:lnTo>
                  <a:pt x="2477150" y="120404"/>
                </a:lnTo>
                <a:lnTo>
                  <a:pt x="2476376" y="119756"/>
                </a:lnTo>
                <a:lnTo>
                  <a:pt x="2475698" y="119064"/>
                </a:lnTo>
                <a:lnTo>
                  <a:pt x="2475111" y="118333"/>
                </a:lnTo>
                <a:lnTo>
                  <a:pt x="2474607" y="117570"/>
                </a:lnTo>
                <a:lnTo>
                  <a:pt x="2474181" y="116783"/>
                </a:lnTo>
                <a:lnTo>
                  <a:pt x="2473826" y="115977"/>
                </a:lnTo>
                <a:lnTo>
                  <a:pt x="2473535" y="115159"/>
                </a:lnTo>
                <a:lnTo>
                  <a:pt x="2473302" y="114336"/>
                </a:lnTo>
                <a:lnTo>
                  <a:pt x="2473120" y="113514"/>
                </a:lnTo>
                <a:lnTo>
                  <a:pt x="2472984" y="112700"/>
                </a:lnTo>
                <a:lnTo>
                  <a:pt x="2472886" y="111901"/>
                </a:lnTo>
                <a:lnTo>
                  <a:pt x="2472821" y="111122"/>
                </a:lnTo>
                <a:lnTo>
                  <a:pt x="2472781" y="110372"/>
                </a:lnTo>
                <a:lnTo>
                  <a:pt x="2472761" y="109656"/>
                </a:lnTo>
                <a:lnTo>
                  <a:pt x="2472753" y="108981"/>
                </a:lnTo>
                <a:lnTo>
                  <a:pt x="2472752" y="108353"/>
                </a:lnTo>
                <a:lnTo>
                  <a:pt x="2472752" y="62535"/>
                </a:lnTo>
                <a:lnTo>
                  <a:pt x="2504367" y="62535"/>
                </a:lnTo>
                <a:lnTo>
                  <a:pt x="2504738" y="62534"/>
                </a:lnTo>
                <a:lnTo>
                  <a:pt x="2505126" y="62531"/>
                </a:lnTo>
                <a:lnTo>
                  <a:pt x="2505529" y="62523"/>
                </a:lnTo>
                <a:lnTo>
                  <a:pt x="2505943" y="62508"/>
                </a:lnTo>
                <a:lnTo>
                  <a:pt x="2506365" y="62482"/>
                </a:lnTo>
                <a:lnTo>
                  <a:pt x="2506792" y="62444"/>
                </a:lnTo>
                <a:lnTo>
                  <a:pt x="2507222" y="62391"/>
                </a:lnTo>
                <a:lnTo>
                  <a:pt x="2507652" y="62321"/>
                </a:lnTo>
                <a:lnTo>
                  <a:pt x="2508079" y="62230"/>
                </a:lnTo>
                <a:lnTo>
                  <a:pt x="2508499" y="62116"/>
                </a:lnTo>
                <a:lnTo>
                  <a:pt x="2508909" y="61978"/>
                </a:lnTo>
                <a:lnTo>
                  <a:pt x="2509308" y="61812"/>
                </a:lnTo>
                <a:lnTo>
                  <a:pt x="2509692" y="61616"/>
                </a:lnTo>
                <a:lnTo>
                  <a:pt x="2510058" y="61387"/>
                </a:lnTo>
                <a:lnTo>
                  <a:pt x="2510402" y="61123"/>
                </a:lnTo>
                <a:lnTo>
                  <a:pt x="2510723" y="60821"/>
                </a:lnTo>
                <a:lnTo>
                  <a:pt x="2511018" y="60479"/>
                </a:lnTo>
                <a:lnTo>
                  <a:pt x="2511282" y="60095"/>
                </a:lnTo>
                <a:lnTo>
                  <a:pt x="2511514" y="59665"/>
                </a:lnTo>
                <a:lnTo>
                  <a:pt x="2511710" y="59188"/>
                </a:lnTo>
                <a:lnTo>
                  <a:pt x="2511868" y="58660"/>
                </a:lnTo>
                <a:lnTo>
                  <a:pt x="2511984" y="58080"/>
                </a:lnTo>
                <a:lnTo>
                  <a:pt x="2512056" y="57444"/>
                </a:lnTo>
                <a:lnTo>
                  <a:pt x="2512080" y="56751"/>
                </a:lnTo>
                <a:lnTo>
                  <a:pt x="2512057" y="56034"/>
                </a:lnTo>
                <a:lnTo>
                  <a:pt x="2511988" y="55377"/>
                </a:lnTo>
                <a:lnTo>
                  <a:pt x="2511876" y="54778"/>
                </a:lnTo>
                <a:lnTo>
                  <a:pt x="2511723" y="54232"/>
                </a:lnTo>
                <a:lnTo>
                  <a:pt x="2511534" y="53739"/>
                </a:lnTo>
                <a:lnTo>
                  <a:pt x="2511309" y="53295"/>
                </a:lnTo>
                <a:lnTo>
                  <a:pt x="2511053" y="52897"/>
                </a:lnTo>
                <a:lnTo>
                  <a:pt x="2510767" y="52544"/>
                </a:lnTo>
                <a:lnTo>
                  <a:pt x="2510454" y="52232"/>
                </a:lnTo>
                <a:lnTo>
                  <a:pt x="2510117" y="51959"/>
                </a:lnTo>
                <a:lnTo>
                  <a:pt x="2509758" y="51723"/>
                </a:lnTo>
                <a:lnTo>
                  <a:pt x="2509381" y="51520"/>
                </a:lnTo>
                <a:lnTo>
                  <a:pt x="2508988" y="51348"/>
                </a:lnTo>
                <a:lnTo>
                  <a:pt x="2508581" y="51205"/>
                </a:lnTo>
                <a:lnTo>
                  <a:pt x="2508164" y="51088"/>
                </a:lnTo>
                <a:lnTo>
                  <a:pt x="2507738" y="50994"/>
                </a:lnTo>
                <a:lnTo>
                  <a:pt x="2507308" y="50921"/>
                </a:lnTo>
                <a:lnTo>
                  <a:pt x="2506874" y="50866"/>
                </a:lnTo>
                <a:lnTo>
                  <a:pt x="2506441" y="50827"/>
                </a:lnTo>
                <a:lnTo>
                  <a:pt x="2506010" y="50800"/>
                </a:lnTo>
                <a:lnTo>
                  <a:pt x="2505585" y="50784"/>
                </a:lnTo>
                <a:lnTo>
                  <a:pt x="2505167" y="50776"/>
                </a:lnTo>
                <a:lnTo>
                  <a:pt x="2504760" y="50773"/>
                </a:lnTo>
                <a:lnTo>
                  <a:pt x="2504367" y="50773"/>
                </a:lnTo>
                <a:lnTo>
                  <a:pt x="2472752" y="50773"/>
                </a:lnTo>
                <a:lnTo>
                  <a:pt x="2472752" y="34965"/>
                </a:lnTo>
                <a:lnTo>
                  <a:pt x="2472751" y="34505"/>
                </a:lnTo>
                <a:lnTo>
                  <a:pt x="2472748" y="34040"/>
                </a:lnTo>
                <a:lnTo>
                  <a:pt x="2472739" y="33573"/>
                </a:lnTo>
                <a:lnTo>
                  <a:pt x="2472722" y="33107"/>
                </a:lnTo>
                <a:lnTo>
                  <a:pt x="2472693" y="32643"/>
                </a:lnTo>
                <a:lnTo>
                  <a:pt x="2472649" y="32184"/>
                </a:lnTo>
                <a:lnTo>
                  <a:pt x="2472589" y="31731"/>
                </a:lnTo>
                <a:lnTo>
                  <a:pt x="2472509" y="31287"/>
                </a:lnTo>
                <a:lnTo>
                  <a:pt x="2472406" y="30853"/>
                </a:lnTo>
                <a:lnTo>
                  <a:pt x="2472278" y="30433"/>
                </a:lnTo>
                <a:lnTo>
                  <a:pt x="2472121" y="30027"/>
                </a:lnTo>
                <a:lnTo>
                  <a:pt x="2471932" y="29638"/>
                </a:lnTo>
                <a:lnTo>
                  <a:pt x="2471710" y="29269"/>
                </a:lnTo>
                <a:lnTo>
                  <a:pt x="2471450" y="28920"/>
                </a:lnTo>
                <a:lnTo>
                  <a:pt x="2471151" y="28595"/>
                </a:lnTo>
                <a:lnTo>
                  <a:pt x="2470809" y="28295"/>
                </a:lnTo>
                <a:lnTo>
                  <a:pt x="2470422" y="28023"/>
                </a:lnTo>
                <a:lnTo>
                  <a:pt x="2469986" y="27780"/>
                </a:lnTo>
                <a:lnTo>
                  <a:pt x="2469498" y="27569"/>
                </a:lnTo>
                <a:lnTo>
                  <a:pt x="2468957" y="27391"/>
                </a:lnTo>
                <a:lnTo>
                  <a:pt x="2468359" y="27250"/>
                </a:lnTo>
                <a:lnTo>
                  <a:pt x="2467701" y="27146"/>
                </a:lnTo>
                <a:lnTo>
                  <a:pt x="2466981" y="27082"/>
                </a:lnTo>
                <a:lnTo>
                  <a:pt x="2466195" y="27060"/>
                </a:lnTo>
                <a:lnTo>
                  <a:pt x="2465386" y="27081"/>
                </a:lnTo>
                <a:lnTo>
                  <a:pt x="2464645" y="27142"/>
                </a:lnTo>
                <a:lnTo>
                  <a:pt x="2463968" y="27242"/>
                </a:lnTo>
                <a:lnTo>
                  <a:pt x="2463353" y="27378"/>
                </a:lnTo>
                <a:lnTo>
                  <a:pt x="2462796" y="27549"/>
                </a:lnTo>
                <a:lnTo>
                  <a:pt x="2462295" y="27753"/>
                </a:lnTo>
                <a:lnTo>
                  <a:pt x="2461847" y="27988"/>
                </a:lnTo>
                <a:lnTo>
                  <a:pt x="2461448" y="28253"/>
                </a:lnTo>
                <a:lnTo>
                  <a:pt x="2461096" y="28545"/>
                </a:lnTo>
                <a:lnTo>
                  <a:pt x="2460788" y="28862"/>
                </a:lnTo>
                <a:lnTo>
                  <a:pt x="2460521" y="29203"/>
                </a:lnTo>
                <a:lnTo>
                  <a:pt x="2460292" y="29567"/>
                </a:lnTo>
                <a:lnTo>
                  <a:pt x="2460099" y="29950"/>
                </a:lnTo>
                <a:lnTo>
                  <a:pt x="2459937" y="30351"/>
                </a:lnTo>
                <a:lnTo>
                  <a:pt x="2459805" y="30769"/>
                </a:lnTo>
                <a:lnTo>
                  <a:pt x="2459699" y="31202"/>
                </a:lnTo>
                <a:lnTo>
                  <a:pt x="2459617" y="31647"/>
                </a:lnTo>
                <a:lnTo>
                  <a:pt x="2459555" y="32103"/>
                </a:lnTo>
                <a:lnTo>
                  <a:pt x="2459510" y="32568"/>
                </a:lnTo>
                <a:lnTo>
                  <a:pt x="2459480" y="33041"/>
                </a:lnTo>
                <a:lnTo>
                  <a:pt x="2459462" y="33518"/>
                </a:lnTo>
                <a:lnTo>
                  <a:pt x="2459453" y="34000"/>
                </a:lnTo>
                <a:lnTo>
                  <a:pt x="2459450" y="34483"/>
                </a:lnTo>
                <a:lnTo>
                  <a:pt x="2459449" y="34965"/>
                </a:lnTo>
                <a:lnTo>
                  <a:pt x="2459449" y="50773"/>
                </a:lnTo>
                <a:lnTo>
                  <a:pt x="2442675" y="50773"/>
                </a:lnTo>
                <a:lnTo>
                  <a:pt x="2442281" y="50773"/>
                </a:lnTo>
                <a:lnTo>
                  <a:pt x="2441871" y="50776"/>
                </a:lnTo>
                <a:lnTo>
                  <a:pt x="2441450" y="50784"/>
                </a:lnTo>
                <a:lnTo>
                  <a:pt x="2441018" y="50800"/>
                </a:lnTo>
                <a:lnTo>
                  <a:pt x="2440580" y="50827"/>
                </a:lnTo>
                <a:lnTo>
                  <a:pt x="2440138" y="50866"/>
                </a:lnTo>
                <a:lnTo>
                  <a:pt x="2439695" y="50921"/>
                </a:lnTo>
                <a:lnTo>
                  <a:pt x="2439254" y="50994"/>
                </a:lnTo>
                <a:lnTo>
                  <a:pt x="2438818" y="51088"/>
                </a:lnTo>
                <a:lnTo>
                  <a:pt x="2438389" y="51205"/>
                </a:lnTo>
                <a:lnTo>
                  <a:pt x="2437971" y="51348"/>
                </a:lnTo>
                <a:lnTo>
                  <a:pt x="2437566" y="51520"/>
                </a:lnTo>
                <a:lnTo>
                  <a:pt x="2437177" y="51723"/>
                </a:lnTo>
                <a:lnTo>
                  <a:pt x="2436807" y="51959"/>
                </a:lnTo>
                <a:lnTo>
                  <a:pt x="2436458" y="52232"/>
                </a:lnTo>
                <a:lnTo>
                  <a:pt x="2436134" y="52544"/>
                </a:lnTo>
                <a:lnTo>
                  <a:pt x="2435838" y="52897"/>
                </a:lnTo>
                <a:lnTo>
                  <a:pt x="2435572" y="53295"/>
                </a:lnTo>
                <a:lnTo>
                  <a:pt x="2435339" y="53739"/>
                </a:lnTo>
                <a:lnTo>
                  <a:pt x="2435142" y="54232"/>
                </a:lnTo>
                <a:lnTo>
                  <a:pt x="2434984" y="54778"/>
                </a:lnTo>
                <a:lnTo>
                  <a:pt x="2434867" y="55377"/>
                </a:lnTo>
                <a:lnTo>
                  <a:pt x="2434795" y="56034"/>
                </a:lnTo>
                <a:lnTo>
                  <a:pt x="2434771" y="56751"/>
                </a:lnTo>
                <a:lnTo>
                  <a:pt x="2434795" y="57444"/>
                </a:lnTo>
                <a:lnTo>
                  <a:pt x="2434867" y="58080"/>
                </a:lnTo>
                <a:lnTo>
                  <a:pt x="2434983" y="58660"/>
                </a:lnTo>
                <a:lnTo>
                  <a:pt x="2435141" y="59188"/>
                </a:lnTo>
                <a:lnTo>
                  <a:pt x="2435337" y="59665"/>
                </a:lnTo>
                <a:lnTo>
                  <a:pt x="2435569" y="60095"/>
                </a:lnTo>
                <a:lnTo>
                  <a:pt x="2435833" y="60479"/>
                </a:lnTo>
                <a:lnTo>
                  <a:pt x="2436127" y="60821"/>
                </a:lnTo>
                <a:lnTo>
                  <a:pt x="2436448" y="61123"/>
                </a:lnTo>
                <a:lnTo>
                  <a:pt x="2436792" y="61387"/>
                </a:lnTo>
                <a:lnTo>
                  <a:pt x="2437158" y="61616"/>
                </a:lnTo>
                <a:lnTo>
                  <a:pt x="2437542" y="61812"/>
                </a:lnTo>
                <a:lnTo>
                  <a:pt x="2437940" y="61978"/>
                </a:lnTo>
                <a:lnTo>
                  <a:pt x="2438351" y="62116"/>
                </a:lnTo>
                <a:lnTo>
                  <a:pt x="2438771" y="62230"/>
                </a:lnTo>
                <a:lnTo>
                  <a:pt x="2439197" y="62321"/>
                </a:lnTo>
                <a:lnTo>
                  <a:pt x="2439626" y="62391"/>
                </a:lnTo>
                <a:lnTo>
                  <a:pt x="2440056" y="62444"/>
                </a:lnTo>
                <a:lnTo>
                  <a:pt x="2440484" y="62482"/>
                </a:lnTo>
                <a:lnTo>
                  <a:pt x="2440906" y="62508"/>
                </a:lnTo>
                <a:lnTo>
                  <a:pt x="2441320" y="62523"/>
                </a:lnTo>
                <a:lnTo>
                  <a:pt x="2441722" y="62531"/>
                </a:lnTo>
                <a:lnTo>
                  <a:pt x="2442110" y="62534"/>
                </a:lnTo>
                <a:lnTo>
                  <a:pt x="2442481" y="62535"/>
                </a:lnTo>
                <a:lnTo>
                  <a:pt x="2459449" y="62535"/>
                </a:lnTo>
                <a:lnTo>
                  <a:pt x="2459449" y="109509"/>
                </a:lnTo>
                <a:lnTo>
                  <a:pt x="2459517" y="111760"/>
                </a:lnTo>
                <a:lnTo>
                  <a:pt x="2459715" y="113893"/>
                </a:lnTo>
                <a:lnTo>
                  <a:pt x="2460040" y="115910"/>
                </a:lnTo>
                <a:lnTo>
                  <a:pt x="2460485" y="117812"/>
                </a:lnTo>
                <a:lnTo>
                  <a:pt x="2461046" y="119602"/>
                </a:lnTo>
                <a:lnTo>
                  <a:pt x="2461717" y="121282"/>
                </a:lnTo>
                <a:lnTo>
                  <a:pt x="2462493" y="122853"/>
                </a:lnTo>
                <a:lnTo>
                  <a:pt x="2463369" y="124318"/>
                </a:lnTo>
                <a:lnTo>
                  <a:pt x="2464339" y="125679"/>
                </a:lnTo>
                <a:lnTo>
                  <a:pt x="2465398" y="126938"/>
                </a:lnTo>
                <a:lnTo>
                  <a:pt x="2466541" y="128096"/>
                </a:lnTo>
                <a:lnTo>
                  <a:pt x="2467763" y="129156"/>
                </a:lnTo>
                <a:lnTo>
                  <a:pt x="2469058" y="130120"/>
                </a:lnTo>
                <a:lnTo>
                  <a:pt x="2470420" y="130989"/>
                </a:lnTo>
                <a:lnTo>
                  <a:pt x="2471846" y="131766"/>
                </a:lnTo>
                <a:lnTo>
                  <a:pt x="2473329" y="132453"/>
                </a:lnTo>
                <a:lnTo>
                  <a:pt x="2474865" y="133051"/>
                </a:lnTo>
                <a:lnTo>
                  <a:pt x="2476447" y="133564"/>
                </a:lnTo>
                <a:lnTo>
                  <a:pt x="2478071" y="133992"/>
                </a:lnTo>
                <a:lnTo>
                  <a:pt x="2479731" y="134337"/>
                </a:lnTo>
                <a:lnTo>
                  <a:pt x="2481423" y="134603"/>
                </a:lnTo>
                <a:lnTo>
                  <a:pt x="2483140" y="134790"/>
                </a:lnTo>
                <a:lnTo>
                  <a:pt x="2484878" y="134900"/>
                </a:lnTo>
                <a:lnTo>
                  <a:pt x="2486631" y="134937"/>
                </a:lnTo>
                <a:lnTo>
                  <a:pt x="2488420" y="134894"/>
                </a:lnTo>
                <a:lnTo>
                  <a:pt x="2490216" y="134764"/>
                </a:lnTo>
                <a:lnTo>
                  <a:pt x="2492012" y="134547"/>
                </a:lnTo>
                <a:lnTo>
                  <a:pt x="2493799" y="134243"/>
                </a:lnTo>
                <a:lnTo>
                  <a:pt x="2495571" y="133852"/>
                </a:lnTo>
                <a:lnTo>
                  <a:pt x="2497320" y="133374"/>
                </a:lnTo>
                <a:lnTo>
                  <a:pt x="2499038" y="132807"/>
                </a:lnTo>
                <a:lnTo>
                  <a:pt x="2500720" y="132153"/>
                </a:lnTo>
                <a:lnTo>
                  <a:pt x="2502356" y="131410"/>
                </a:lnTo>
                <a:lnTo>
                  <a:pt x="2503940" y="130579"/>
                </a:lnTo>
                <a:lnTo>
                  <a:pt x="2505465" y="129659"/>
                </a:lnTo>
                <a:lnTo>
                  <a:pt x="2506923" y="128650"/>
                </a:lnTo>
                <a:lnTo>
                  <a:pt x="2508306" y="127551"/>
                </a:lnTo>
                <a:lnTo>
                  <a:pt x="2509608" y="126363"/>
                </a:lnTo>
                <a:lnTo>
                  <a:pt x="2510821" y="125086"/>
                </a:lnTo>
                <a:lnTo>
                  <a:pt x="2511937" y="123718"/>
                </a:lnTo>
                <a:lnTo>
                  <a:pt x="2512950" y="122260"/>
                </a:lnTo>
                <a:lnTo>
                  <a:pt x="2513851" y="120712"/>
                </a:lnTo>
                <a:lnTo>
                  <a:pt x="2514634" y="119073"/>
                </a:lnTo>
                <a:lnTo>
                  <a:pt x="2515291" y="117343"/>
                </a:lnTo>
                <a:lnTo>
                  <a:pt x="2515815" y="115522"/>
                </a:lnTo>
                <a:lnTo>
                  <a:pt x="2516198" y="113610"/>
                </a:lnTo>
                <a:lnTo>
                  <a:pt x="2516434" y="111605"/>
                </a:lnTo>
                <a:lnTo>
                  <a:pt x="2516514" y="109509"/>
                </a:lnTo>
                <a:lnTo>
                  <a:pt x="2516513" y="109073"/>
                </a:lnTo>
                <a:lnTo>
                  <a:pt x="2516510" y="108634"/>
                </a:lnTo>
                <a:lnTo>
                  <a:pt x="2516501" y="108192"/>
                </a:lnTo>
                <a:lnTo>
                  <a:pt x="2516483" y="107750"/>
                </a:lnTo>
                <a:lnTo>
                  <a:pt x="2516453" y="107310"/>
                </a:lnTo>
                <a:close/>
                <a:moveTo>
                  <a:pt x="2021781" y="124569"/>
                </a:moveTo>
                <a:lnTo>
                  <a:pt x="2021514" y="124172"/>
                </a:lnTo>
                <a:lnTo>
                  <a:pt x="2021218" y="123818"/>
                </a:lnTo>
                <a:lnTo>
                  <a:pt x="2020894" y="123507"/>
                </a:lnTo>
                <a:lnTo>
                  <a:pt x="2020546" y="123234"/>
                </a:lnTo>
                <a:lnTo>
                  <a:pt x="2020176" y="122998"/>
                </a:lnTo>
                <a:lnTo>
                  <a:pt x="2019787" y="122795"/>
                </a:lnTo>
                <a:lnTo>
                  <a:pt x="2019381" y="122623"/>
                </a:lnTo>
                <a:lnTo>
                  <a:pt x="2018963" y="122480"/>
                </a:lnTo>
                <a:lnTo>
                  <a:pt x="2018534" y="122363"/>
                </a:lnTo>
                <a:lnTo>
                  <a:pt x="2018098" y="122269"/>
                </a:lnTo>
                <a:lnTo>
                  <a:pt x="2017657" y="122196"/>
                </a:lnTo>
                <a:lnTo>
                  <a:pt x="2017214" y="122141"/>
                </a:lnTo>
                <a:lnTo>
                  <a:pt x="2016772" y="122102"/>
                </a:lnTo>
                <a:lnTo>
                  <a:pt x="2016334" y="122076"/>
                </a:lnTo>
                <a:lnTo>
                  <a:pt x="2015903" y="122060"/>
                </a:lnTo>
                <a:lnTo>
                  <a:pt x="2015481" y="122052"/>
                </a:lnTo>
                <a:lnTo>
                  <a:pt x="2015071" y="122049"/>
                </a:lnTo>
                <a:lnTo>
                  <a:pt x="2014677" y="122048"/>
                </a:lnTo>
                <a:lnTo>
                  <a:pt x="2006193" y="122048"/>
                </a:lnTo>
                <a:lnTo>
                  <a:pt x="2006193" y="77386"/>
                </a:lnTo>
                <a:lnTo>
                  <a:pt x="2006142" y="75013"/>
                </a:lnTo>
                <a:lnTo>
                  <a:pt x="2005991" y="72754"/>
                </a:lnTo>
                <a:lnTo>
                  <a:pt x="2005741" y="70610"/>
                </a:lnTo>
                <a:lnTo>
                  <a:pt x="2005394" y="68578"/>
                </a:lnTo>
                <a:lnTo>
                  <a:pt x="2004953" y="66657"/>
                </a:lnTo>
                <a:lnTo>
                  <a:pt x="2004419" y="64846"/>
                </a:lnTo>
                <a:lnTo>
                  <a:pt x="2003794" y="63144"/>
                </a:lnTo>
                <a:lnTo>
                  <a:pt x="2003080" y="61549"/>
                </a:lnTo>
                <a:lnTo>
                  <a:pt x="2002279" y="60061"/>
                </a:lnTo>
                <a:lnTo>
                  <a:pt x="2001393" y="58677"/>
                </a:lnTo>
                <a:lnTo>
                  <a:pt x="2000424" y="57398"/>
                </a:lnTo>
                <a:lnTo>
                  <a:pt x="1999374" y="56221"/>
                </a:lnTo>
                <a:lnTo>
                  <a:pt x="1998244" y="55145"/>
                </a:lnTo>
                <a:lnTo>
                  <a:pt x="1997037" y="54170"/>
                </a:lnTo>
                <a:lnTo>
                  <a:pt x="1995754" y="53293"/>
                </a:lnTo>
                <a:lnTo>
                  <a:pt x="1994398" y="52513"/>
                </a:lnTo>
                <a:lnTo>
                  <a:pt x="1992970" y="51831"/>
                </a:lnTo>
                <a:lnTo>
                  <a:pt x="1991473" y="51243"/>
                </a:lnTo>
                <a:lnTo>
                  <a:pt x="1989908" y="50749"/>
                </a:lnTo>
                <a:lnTo>
                  <a:pt x="1988276" y="50347"/>
                </a:lnTo>
                <a:lnTo>
                  <a:pt x="1986581" y="50037"/>
                </a:lnTo>
                <a:lnTo>
                  <a:pt x="1984824" y="49817"/>
                </a:lnTo>
                <a:lnTo>
                  <a:pt x="1983007" y="49686"/>
                </a:lnTo>
                <a:lnTo>
                  <a:pt x="1981132" y="49643"/>
                </a:lnTo>
                <a:lnTo>
                  <a:pt x="1979540" y="49676"/>
                </a:lnTo>
                <a:lnTo>
                  <a:pt x="1977992" y="49774"/>
                </a:lnTo>
                <a:lnTo>
                  <a:pt x="1976488" y="49932"/>
                </a:lnTo>
                <a:lnTo>
                  <a:pt x="1975030" y="50146"/>
                </a:lnTo>
                <a:lnTo>
                  <a:pt x="1973618" y="50411"/>
                </a:lnTo>
                <a:lnTo>
                  <a:pt x="1972251" y="50725"/>
                </a:lnTo>
                <a:lnTo>
                  <a:pt x="1970931" y="51082"/>
                </a:lnTo>
                <a:lnTo>
                  <a:pt x="1969657" y="51479"/>
                </a:lnTo>
                <a:lnTo>
                  <a:pt x="1968430" y="51911"/>
                </a:lnTo>
                <a:lnTo>
                  <a:pt x="1967250" y="52375"/>
                </a:lnTo>
                <a:lnTo>
                  <a:pt x="1966118" y="52866"/>
                </a:lnTo>
                <a:lnTo>
                  <a:pt x="1965034" y="53380"/>
                </a:lnTo>
                <a:lnTo>
                  <a:pt x="1963997" y="53913"/>
                </a:lnTo>
                <a:lnTo>
                  <a:pt x="1963010" y="54461"/>
                </a:lnTo>
                <a:lnTo>
                  <a:pt x="1962071" y="55020"/>
                </a:lnTo>
                <a:lnTo>
                  <a:pt x="1961181" y="55586"/>
                </a:lnTo>
                <a:lnTo>
                  <a:pt x="1960341" y="56154"/>
                </a:lnTo>
                <a:lnTo>
                  <a:pt x="1959550" y="56721"/>
                </a:lnTo>
                <a:lnTo>
                  <a:pt x="1958810" y="57283"/>
                </a:lnTo>
                <a:lnTo>
                  <a:pt x="1958121" y="57835"/>
                </a:lnTo>
                <a:lnTo>
                  <a:pt x="1957482" y="58373"/>
                </a:lnTo>
                <a:lnTo>
                  <a:pt x="1956894" y="58893"/>
                </a:lnTo>
                <a:lnTo>
                  <a:pt x="1956358" y="59391"/>
                </a:lnTo>
                <a:lnTo>
                  <a:pt x="1955874" y="59863"/>
                </a:lnTo>
                <a:lnTo>
                  <a:pt x="1955873" y="59106"/>
                </a:lnTo>
                <a:lnTo>
                  <a:pt x="1955870" y="58383"/>
                </a:lnTo>
                <a:lnTo>
                  <a:pt x="1955859" y="57694"/>
                </a:lnTo>
                <a:lnTo>
                  <a:pt x="1955838" y="57039"/>
                </a:lnTo>
                <a:lnTo>
                  <a:pt x="1955804" y="56417"/>
                </a:lnTo>
                <a:lnTo>
                  <a:pt x="1955754" y="55829"/>
                </a:lnTo>
                <a:lnTo>
                  <a:pt x="1955683" y="55274"/>
                </a:lnTo>
                <a:lnTo>
                  <a:pt x="1955588" y="54753"/>
                </a:lnTo>
                <a:lnTo>
                  <a:pt x="1955467" y="54264"/>
                </a:lnTo>
                <a:lnTo>
                  <a:pt x="1955316" y="53809"/>
                </a:lnTo>
                <a:lnTo>
                  <a:pt x="1955132" y="53385"/>
                </a:lnTo>
                <a:lnTo>
                  <a:pt x="1954910" y="52995"/>
                </a:lnTo>
                <a:lnTo>
                  <a:pt x="1954649" y="52636"/>
                </a:lnTo>
                <a:lnTo>
                  <a:pt x="1954344" y="52310"/>
                </a:lnTo>
                <a:lnTo>
                  <a:pt x="1953992" y="52015"/>
                </a:lnTo>
                <a:lnTo>
                  <a:pt x="1953589" y="51753"/>
                </a:lnTo>
                <a:lnTo>
                  <a:pt x="1953134" y="51522"/>
                </a:lnTo>
                <a:lnTo>
                  <a:pt x="1952621" y="51322"/>
                </a:lnTo>
                <a:lnTo>
                  <a:pt x="1952048" y="51153"/>
                </a:lnTo>
                <a:lnTo>
                  <a:pt x="1951412" y="51016"/>
                </a:lnTo>
                <a:lnTo>
                  <a:pt x="1950709" y="50909"/>
                </a:lnTo>
                <a:lnTo>
                  <a:pt x="1949935" y="50833"/>
                </a:lnTo>
                <a:lnTo>
                  <a:pt x="1949088" y="50788"/>
                </a:lnTo>
                <a:lnTo>
                  <a:pt x="1948164" y="50773"/>
                </a:lnTo>
                <a:lnTo>
                  <a:pt x="1934090" y="50773"/>
                </a:lnTo>
                <a:lnTo>
                  <a:pt x="1933696" y="50773"/>
                </a:lnTo>
                <a:lnTo>
                  <a:pt x="1933286" y="50776"/>
                </a:lnTo>
                <a:lnTo>
                  <a:pt x="1932865" y="50784"/>
                </a:lnTo>
                <a:lnTo>
                  <a:pt x="1932433" y="50800"/>
                </a:lnTo>
                <a:lnTo>
                  <a:pt x="1931995" y="50827"/>
                </a:lnTo>
                <a:lnTo>
                  <a:pt x="1931553" y="50866"/>
                </a:lnTo>
                <a:lnTo>
                  <a:pt x="1931110" y="50921"/>
                </a:lnTo>
                <a:lnTo>
                  <a:pt x="1930669" y="50994"/>
                </a:lnTo>
                <a:lnTo>
                  <a:pt x="1930233" y="51088"/>
                </a:lnTo>
                <a:lnTo>
                  <a:pt x="1929804" y="51205"/>
                </a:lnTo>
                <a:lnTo>
                  <a:pt x="1929386" y="51348"/>
                </a:lnTo>
                <a:lnTo>
                  <a:pt x="1928981" y="51520"/>
                </a:lnTo>
                <a:lnTo>
                  <a:pt x="1928592" y="51723"/>
                </a:lnTo>
                <a:lnTo>
                  <a:pt x="1928221" y="51959"/>
                </a:lnTo>
                <a:lnTo>
                  <a:pt x="1927873" y="52232"/>
                </a:lnTo>
                <a:lnTo>
                  <a:pt x="1927549" y="52544"/>
                </a:lnTo>
                <a:lnTo>
                  <a:pt x="1927253" y="52897"/>
                </a:lnTo>
                <a:lnTo>
                  <a:pt x="1926987" y="53295"/>
                </a:lnTo>
                <a:lnTo>
                  <a:pt x="1926754" y="53739"/>
                </a:lnTo>
                <a:lnTo>
                  <a:pt x="1926557" y="54232"/>
                </a:lnTo>
                <a:lnTo>
                  <a:pt x="1926399" y="54778"/>
                </a:lnTo>
                <a:lnTo>
                  <a:pt x="1926282" y="55377"/>
                </a:lnTo>
                <a:lnTo>
                  <a:pt x="1926210" y="56034"/>
                </a:lnTo>
                <a:lnTo>
                  <a:pt x="1926186" y="56751"/>
                </a:lnTo>
                <a:lnTo>
                  <a:pt x="1926211" y="57444"/>
                </a:lnTo>
                <a:lnTo>
                  <a:pt x="1926286" y="58080"/>
                </a:lnTo>
                <a:lnTo>
                  <a:pt x="1926406" y="58660"/>
                </a:lnTo>
                <a:lnTo>
                  <a:pt x="1926569" y="59188"/>
                </a:lnTo>
                <a:lnTo>
                  <a:pt x="1926772" y="59665"/>
                </a:lnTo>
                <a:lnTo>
                  <a:pt x="1927011" y="60095"/>
                </a:lnTo>
                <a:lnTo>
                  <a:pt x="1927283" y="60479"/>
                </a:lnTo>
                <a:lnTo>
                  <a:pt x="1927585" y="60821"/>
                </a:lnTo>
                <a:lnTo>
                  <a:pt x="1927914" y="61123"/>
                </a:lnTo>
                <a:lnTo>
                  <a:pt x="1928266" y="61387"/>
                </a:lnTo>
                <a:lnTo>
                  <a:pt x="1928639" y="61616"/>
                </a:lnTo>
                <a:lnTo>
                  <a:pt x="1929029" y="61812"/>
                </a:lnTo>
                <a:lnTo>
                  <a:pt x="1929433" y="61978"/>
                </a:lnTo>
                <a:lnTo>
                  <a:pt x="1929848" y="62116"/>
                </a:lnTo>
                <a:lnTo>
                  <a:pt x="1930271" y="62230"/>
                </a:lnTo>
                <a:lnTo>
                  <a:pt x="1930698" y="62321"/>
                </a:lnTo>
                <a:lnTo>
                  <a:pt x="1931127" y="62391"/>
                </a:lnTo>
                <a:lnTo>
                  <a:pt x="1931553" y="62444"/>
                </a:lnTo>
                <a:lnTo>
                  <a:pt x="1931975" y="62482"/>
                </a:lnTo>
                <a:lnTo>
                  <a:pt x="1932388" y="62508"/>
                </a:lnTo>
                <a:lnTo>
                  <a:pt x="1932790" y="62523"/>
                </a:lnTo>
                <a:lnTo>
                  <a:pt x="1933178" y="62531"/>
                </a:lnTo>
                <a:lnTo>
                  <a:pt x="1933547" y="62534"/>
                </a:lnTo>
                <a:lnTo>
                  <a:pt x="1933896" y="62535"/>
                </a:lnTo>
                <a:lnTo>
                  <a:pt x="1942574" y="62535"/>
                </a:lnTo>
                <a:lnTo>
                  <a:pt x="1942574" y="122048"/>
                </a:lnTo>
                <a:lnTo>
                  <a:pt x="1934090" y="122048"/>
                </a:lnTo>
                <a:lnTo>
                  <a:pt x="1933696" y="122049"/>
                </a:lnTo>
                <a:lnTo>
                  <a:pt x="1933286" y="122052"/>
                </a:lnTo>
                <a:lnTo>
                  <a:pt x="1932865" y="122060"/>
                </a:lnTo>
                <a:lnTo>
                  <a:pt x="1932433" y="122076"/>
                </a:lnTo>
                <a:lnTo>
                  <a:pt x="1931995" y="122102"/>
                </a:lnTo>
                <a:lnTo>
                  <a:pt x="1931553" y="122141"/>
                </a:lnTo>
                <a:lnTo>
                  <a:pt x="1931110" y="122196"/>
                </a:lnTo>
                <a:lnTo>
                  <a:pt x="1930669" y="122269"/>
                </a:lnTo>
                <a:lnTo>
                  <a:pt x="1930233" y="122363"/>
                </a:lnTo>
                <a:lnTo>
                  <a:pt x="1929804" y="122480"/>
                </a:lnTo>
                <a:lnTo>
                  <a:pt x="1929386" y="122623"/>
                </a:lnTo>
                <a:lnTo>
                  <a:pt x="1928981" y="122795"/>
                </a:lnTo>
                <a:lnTo>
                  <a:pt x="1928592" y="122998"/>
                </a:lnTo>
                <a:lnTo>
                  <a:pt x="1928221" y="123234"/>
                </a:lnTo>
                <a:lnTo>
                  <a:pt x="1927873" y="123507"/>
                </a:lnTo>
                <a:lnTo>
                  <a:pt x="1927549" y="123818"/>
                </a:lnTo>
                <a:lnTo>
                  <a:pt x="1927253" y="124172"/>
                </a:lnTo>
                <a:lnTo>
                  <a:pt x="1926987" y="124569"/>
                </a:lnTo>
                <a:lnTo>
                  <a:pt x="1926754" y="125013"/>
                </a:lnTo>
                <a:lnTo>
                  <a:pt x="1926557" y="125506"/>
                </a:lnTo>
                <a:lnTo>
                  <a:pt x="1926399" y="126051"/>
                </a:lnTo>
                <a:lnTo>
                  <a:pt x="1926282" y="126650"/>
                </a:lnTo>
                <a:lnTo>
                  <a:pt x="1926210" y="127307"/>
                </a:lnTo>
                <a:lnTo>
                  <a:pt x="1926186" y="128023"/>
                </a:lnTo>
                <a:lnTo>
                  <a:pt x="1926211" y="128717"/>
                </a:lnTo>
                <a:lnTo>
                  <a:pt x="1926286" y="129352"/>
                </a:lnTo>
                <a:lnTo>
                  <a:pt x="1926406" y="129932"/>
                </a:lnTo>
                <a:lnTo>
                  <a:pt x="1926569" y="130460"/>
                </a:lnTo>
                <a:lnTo>
                  <a:pt x="1926772" y="130937"/>
                </a:lnTo>
                <a:lnTo>
                  <a:pt x="1927011" y="131367"/>
                </a:lnTo>
                <a:lnTo>
                  <a:pt x="1927283" y="131752"/>
                </a:lnTo>
                <a:lnTo>
                  <a:pt x="1927585" y="132093"/>
                </a:lnTo>
                <a:lnTo>
                  <a:pt x="1927914" y="132395"/>
                </a:lnTo>
                <a:lnTo>
                  <a:pt x="1928266" y="132659"/>
                </a:lnTo>
                <a:lnTo>
                  <a:pt x="1928639" y="132888"/>
                </a:lnTo>
                <a:lnTo>
                  <a:pt x="1929029" y="133084"/>
                </a:lnTo>
                <a:lnTo>
                  <a:pt x="1929433" y="133250"/>
                </a:lnTo>
                <a:lnTo>
                  <a:pt x="1929848" y="133389"/>
                </a:lnTo>
                <a:lnTo>
                  <a:pt x="1930271" y="133502"/>
                </a:lnTo>
                <a:lnTo>
                  <a:pt x="1930698" y="133593"/>
                </a:lnTo>
                <a:lnTo>
                  <a:pt x="1931127" y="133664"/>
                </a:lnTo>
                <a:lnTo>
                  <a:pt x="1931553" y="133717"/>
                </a:lnTo>
                <a:lnTo>
                  <a:pt x="1931975" y="133755"/>
                </a:lnTo>
                <a:lnTo>
                  <a:pt x="1932388" y="133780"/>
                </a:lnTo>
                <a:lnTo>
                  <a:pt x="1932790" y="133796"/>
                </a:lnTo>
                <a:lnTo>
                  <a:pt x="1933178" y="133804"/>
                </a:lnTo>
                <a:lnTo>
                  <a:pt x="1933547" y="133807"/>
                </a:lnTo>
                <a:lnTo>
                  <a:pt x="1933896" y="133807"/>
                </a:lnTo>
                <a:lnTo>
                  <a:pt x="1964552" y="133807"/>
                </a:lnTo>
                <a:lnTo>
                  <a:pt x="1964901" y="133807"/>
                </a:lnTo>
                <a:lnTo>
                  <a:pt x="1965271" y="133804"/>
                </a:lnTo>
                <a:lnTo>
                  <a:pt x="1965658" y="133796"/>
                </a:lnTo>
                <a:lnTo>
                  <a:pt x="1966060" y="133780"/>
                </a:lnTo>
                <a:lnTo>
                  <a:pt x="1966473" y="133755"/>
                </a:lnTo>
                <a:lnTo>
                  <a:pt x="1966895" y="133717"/>
                </a:lnTo>
                <a:lnTo>
                  <a:pt x="1967322" y="133664"/>
                </a:lnTo>
                <a:lnTo>
                  <a:pt x="1967750" y="133593"/>
                </a:lnTo>
                <a:lnTo>
                  <a:pt x="1968177" y="133502"/>
                </a:lnTo>
                <a:lnTo>
                  <a:pt x="1968600" y="133389"/>
                </a:lnTo>
                <a:lnTo>
                  <a:pt x="1969015" y="133250"/>
                </a:lnTo>
                <a:lnTo>
                  <a:pt x="1969419" y="133084"/>
                </a:lnTo>
                <a:lnTo>
                  <a:pt x="1969809" y="132888"/>
                </a:lnTo>
                <a:lnTo>
                  <a:pt x="1970182" y="132659"/>
                </a:lnTo>
                <a:lnTo>
                  <a:pt x="1970534" y="132395"/>
                </a:lnTo>
                <a:lnTo>
                  <a:pt x="1970863" y="132093"/>
                </a:lnTo>
                <a:lnTo>
                  <a:pt x="1971165" y="131752"/>
                </a:lnTo>
                <a:lnTo>
                  <a:pt x="1971437" y="131367"/>
                </a:lnTo>
                <a:lnTo>
                  <a:pt x="1971676" y="130937"/>
                </a:lnTo>
                <a:lnTo>
                  <a:pt x="1971879" y="130460"/>
                </a:lnTo>
                <a:lnTo>
                  <a:pt x="1972042" y="129932"/>
                </a:lnTo>
                <a:lnTo>
                  <a:pt x="1972162" y="129352"/>
                </a:lnTo>
                <a:lnTo>
                  <a:pt x="1972237" y="128717"/>
                </a:lnTo>
                <a:lnTo>
                  <a:pt x="1972263" y="128023"/>
                </a:lnTo>
                <a:lnTo>
                  <a:pt x="1972238" y="127307"/>
                </a:lnTo>
                <a:lnTo>
                  <a:pt x="1972166" y="126650"/>
                </a:lnTo>
                <a:lnTo>
                  <a:pt x="1972050" y="126051"/>
                </a:lnTo>
                <a:lnTo>
                  <a:pt x="1971891" y="125506"/>
                </a:lnTo>
                <a:lnTo>
                  <a:pt x="1971694" y="125013"/>
                </a:lnTo>
                <a:lnTo>
                  <a:pt x="1971462" y="124569"/>
                </a:lnTo>
                <a:lnTo>
                  <a:pt x="1971195" y="124172"/>
                </a:lnTo>
                <a:lnTo>
                  <a:pt x="1970899" y="123818"/>
                </a:lnTo>
                <a:lnTo>
                  <a:pt x="1970575" y="123507"/>
                </a:lnTo>
                <a:lnTo>
                  <a:pt x="1970227" y="123234"/>
                </a:lnTo>
                <a:lnTo>
                  <a:pt x="1969857" y="122998"/>
                </a:lnTo>
                <a:lnTo>
                  <a:pt x="1969468" y="122795"/>
                </a:lnTo>
                <a:lnTo>
                  <a:pt x="1969062" y="122623"/>
                </a:lnTo>
                <a:lnTo>
                  <a:pt x="1968644" y="122480"/>
                </a:lnTo>
                <a:lnTo>
                  <a:pt x="1968215" y="122363"/>
                </a:lnTo>
                <a:lnTo>
                  <a:pt x="1967779" y="122269"/>
                </a:lnTo>
                <a:lnTo>
                  <a:pt x="1967338" y="122196"/>
                </a:lnTo>
                <a:lnTo>
                  <a:pt x="1966895" y="122141"/>
                </a:lnTo>
                <a:lnTo>
                  <a:pt x="1966453" y="122102"/>
                </a:lnTo>
                <a:lnTo>
                  <a:pt x="1966015" y="122076"/>
                </a:lnTo>
                <a:lnTo>
                  <a:pt x="1965584" y="122060"/>
                </a:lnTo>
                <a:lnTo>
                  <a:pt x="1965162" y="122052"/>
                </a:lnTo>
                <a:lnTo>
                  <a:pt x="1964752" y="122049"/>
                </a:lnTo>
                <a:lnTo>
                  <a:pt x="1964358" y="122048"/>
                </a:lnTo>
                <a:lnTo>
                  <a:pt x="1955874" y="122048"/>
                </a:lnTo>
                <a:lnTo>
                  <a:pt x="1955874" y="87959"/>
                </a:lnTo>
                <a:lnTo>
                  <a:pt x="1955947" y="85616"/>
                </a:lnTo>
                <a:lnTo>
                  <a:pt x="1956160" y="83396"/>
                </a:lnTo>
                <a:lnTo>
                  <a:pt x="1956506" y="81295"/>
                </a:lnTo>
                <a:lnTo>
                  <a:pt x="1956976" y="79313"/>
                </a:lnTo>
                <a:lnTo>
                  <a:pt x="1957563" y="77446"/>
                </a:lnTo>
                <a:lnTo>
                  <a:pt x="1958257" y="75694"/>
                </a:lnTo>
                <a:lnTo>
                  <a:pt x="1959051" y="74055"/>
                </a:lnTo>
                <a:lnTo>
                  <a:pt x="1959937" y="72525"/>
                </a:lnTo>
                <a:lnTo>
                  <a:pt x="1960907" y="71103"/>
                </a:lnTo>
                <a:lnTo>
                  <a:pt x="1961952" y="69788"/>
                </a:lnTo>
                <a:lnTo>
                  <a:pt x="1963065" y="68577"/>
                </a:lnTo>
                <a:lnTo>
                  <a:pt x="1964237" y="67468"/>
                </a:lnTo>
                <a:lnTo>
                  <a:pt x="1965460" y="66459"/>
                </a:lnTo>
                <a:lnTo>
                  <a:pt x="1966727" y="65549"/>
                </a:lnTo>
                <a:lnTo>
                  <a:pt x="1968028" y="64735"/>
                </a:lnTo>
                <a:lnTo>
                  <a:pt x="1969356" y="64014"/>
                </a:lnTo>
                <a:lnTo>
                  <a:pt x="1970704" y="63387"/>
                </a:lnTo>
                <a:lnTo>
                  <a:pt x="1972061" y="62849"/>
                </a:lnTo>
                <a:lnTo>
                  <a:pt x="1973421" y="62399"/>
                </a:lnTo>
                <a:lnTo>
                  <a:pt x="1974776" y="62036"/>
                </a:lnTo>
                <a:lnTo>
                  <a:pt x="1976117" y="61757"/>
                </a:lnTo>
                <a:lnTo>
                  <a:pt x="1977436" y="61560"/>
                </a:lnTo>
                <a:lnTo>
                  <a:pt x="1978725" y="61443"/>
                </a:lnTo>
                <a:lnTo>
                  <a:pt x="1979976" y="61405"/>
                </a:lnTo>
                <a:lnTo>
                  <a:pt x="1981214" y="61433"/>
                </a:lnTo>
                <a:lnTo>
                  <a:pt x="1982376" y="61518"/>
                </a:lnTo>
                <a:lnTo>
                  <a:pt x="1983464" y="61659"/>
                </a:lnTo>
                <a:lnTo>
                  <a:pt x="1984480" y="61858"/>
                </a:lnTo>
                <a:lnTo>
                  <a:pt x="1985426" y="62114"/>
                </a:lnTo>
                <a:lnTo>
                  <a:pt x="1986304" y="62428"/>
                </a:lnTo>
                <a:lnTo>
                  <a:pt x="1987116" y="62800"/>
                </a:lnTo>
                <a:lnTo>
                  <a:pt x="1987865" y="63231"/>
                </a:lnTo>
                <a:lnTo>
                  <a:pt x="1988552" y="63720"/>
                </a:lnTo>
                <a:lnTo>
                  <a:pt x="1989179" y="64269"/>
                </a:lnTo>
                <a:lnTo>
                  <a:pt x="1989750" y="64877"/>
                </a:lnTo>
                <a:lnTo>
                  <a:pt x="1990264" y="65545"/>
                </a:lnTo>
                <a:lnTo>
                  <a:pt x="1990726" y="66273"/>
                </a:lnTo>
                <a:lnTo>
                  <a:pt x="1991137" y="67062"/>
                </a:lnTo>
                <a:lnTo>
                  <a:pt x="1991498" y="67911"/>
                </a:lnTo>
                <a:lnTo>
                  <a:pt x="1991813" y="68822"/>
                </a:lnTo>
                <a:lnTo>
                  <a:pt x="1992082" y="69794"/>
                </a:lnTo>
                <a:lnTo>
                  <a:pt x="1992309" y="70828"/>
                </a:lnTo>
                <a:lnTo>
                  <a:pt x="1992495" y="71924"/>
                </a:lnTo>
                <a:lnTo>
                  <a:pt x="1992643" y="73082"/>
                </a:lnTo>
                <a:lnTo>
                  <a:pt x="1992754" y="74304"/>
                </a:lnTo>
                <a:lnTo>
                  <a:pt x="1992831" y="75588"/>
                </a:lnTo>
                <a:lnTo>
                  <a:pt x="1992876" y="76936"/>
                </a:lnTo>
                <a:lnTo>
                  <a:pt x="1992890" y="78348"/>
                </a:lnTo>
                <a:lnTo>
                  <a:pt x="1992890" y="122048"/>
                </a:lnTo>
                <a:lnTo>
                  <a:pt x="1985374" y="122048"/>
                </a:lnTo>
                <a:lnTo>
                  <a:pt x="1984980" y="122049"/>
                </a:lnTo>
                <a:lnTo>
                  <a:pt x="1984570" y="122052"/>
                </a:lnTo>
                <a:lnTo>
                  <a:pt x="1984148" y="122060"/>
                </a:lnTo>
                <a:lnTo>
                  <a:pt x="1983717" y="122076"/>
                </a:lnTo>
                <a:lnTo>
                  <a:pt x="1983279" y="122102"/>
                </a:lnTo>
                <a:lnTo>
                  <a:pt x="1982837" y="122141"/>
                </a:lnTo>
                <a:lnTo>
                  <a:pt x="1982394" y="122196"/>
                </a:lnTo>
                <a:lnTo>
                  <a:pt x="1981953" y="122269"/>
                </a:lnTo>
                <a:lnTo>
                  <a:pt x="1981517" y="122363"/>
                </a:lnTo>
                <a:lnTo>
                  <a:pt x="1981088" y="122480"/>
                </a:lnTo>
                <a:lnTo>
                  <a:pt x="1980670" y="122623"/>
                </a:lnTo>
                <a:lnTo>
                  <a:pt x="1980265" y="122795"/>
                </a:lnTo>
                <a:lnTo>
                  <a:pt x="1979876" y="122998"/>
                </a:lnTo>
                <a:lnTo>
                  <a:pt x="1979505" y="123234"/>
                </a:lnTo>
                <a:lnTo>
                  <a:pt x="1979157" y="123507"/>
                </a:lnTo>
                <a:lnTo>
                  <a:pt x="1978833" y="123818"/>
                </a:lnTo>
                <a:lnTo>
                  <a:pt x="1978537" y="124172"/>
                </a:lnTo>
                <a:lnTo>
                  <a:pt x="1978271" y="124569"/>
                </a:lnTo>
                <a:lnTo>
                  <a:pt x="1978038" y="125013"/>
                </a:lnTo>
                <a:lnTo>
                  <a:pt x="1977841" y="125506"/>
                </a:lnTo>
                <a:lnTo>
                  <a:pt x="1977683" y="126051"/>
                </a:lnTo>
                <a:lnTo>
                  <a:pt x="1977566" y="126650"/>
                </a:lnTo>
                <a:lnTo>
                  <a:pt x="1977494" y="127307"/>
                </a:lnTo>
                <a:lnTo>
                  <a:pt x="1977470" y="128023"/>
                </a:lnTo>
                <a:lnTo>
                  <a:pt x="1977496" y="128717"/>
                </a:lnTo>
                <a:lnTo>
                  <a:pt x="1977574" y="129352"/>
                </a:lnTo>
                <a:lnTo>
                  <a:pt x="1977698" y="129932"/>
                </a:lnTo>
                <a:lnTo>
                  <a:pt x="1977868" y="130460"/>
                </a:lnTo>
                <a:lnTo>
                  <a:pt x="1978077" y="130937"/>
                </a:lnTo>
                <a:lnTo>
                  <a:pt x="1978325" y="131367"/>
                </a:lnTo>
                <a:lnTo>
                  <a:pt x="1978606" y="131752"/>
                </a:lnTo>
                <a:lnTo>
                  <a:pt x="1978919" y="132093"/>
                </a:lnTo>
                <a:lnTo>
                  <a:pt x="1979259" y="132395"/>
                </a:lnTo>
                <a:lnTo>
                  <a:pt x="1979622" y="132659"/>
                </a:lnTo>
                <a:lnTo>
                  <a:pt x="1980007" y="132888"/>
                </a:lnTo>
                <a:lnTo>
                  <a:pt x="1980409" y="133084"/>
                </a:lnTo>
                <a:lnTo>
                  <a:pt x="1980825" y="133250"/>
                </a:lnTo>
                <a:lnTo>
                  <a:pt x="1981252" y="133389"/>
                </a:lnTo>
                <a:lnTo>
                  <a:pt x="1981686" y="133502"/>
                </a:lnTo>
                <a:lnTo>
                  <a:pt x="1982125" y="133593"/>
                </a:lnTo>
                <a:lnTo>
                  <a:pt x="1982563" y="133664"/>
                </a:lnTo>
                <a:lnTo>
                  <a:pt x="1983000" y="133717"/>
                </a:lnTo>
                <a:lnTo>
                  <a:pt x="1983430" y="133755"/>
                </a:lnTo>
                <a:lnTo>
                  <a:pt x="1983851" y="133780"/>
                </a:lnTo>
                <a:lnTo>
                  <a:pt x="1984259" y="133796"/>
                </a:lnTo>
                <a:lnTo>
                  <a:pt x="1984651" y="133804"/>
                </a:lnTo>
                <a:lnTo>
                  <a:pt x="1985024" y="133807"/>
                </a:lnTo>
                <a:lnTo>
                  <a:pt x="1985374" y="133807"/>
                </a:lnTo>
                <a:lnTo>
                  <a:pt x="2014871" y="133807"/>
                </a:lnTo>
                <a:lnTo>
                  <a:pt x="2015220" y="133807"/>
                </a:lnTo>
                <a:lnTo>
                  <a:pt x="2015590" y="133804"/>
                </a:lnTo>
                <a:lnTo>
                  <a:pt x="2015977" y="133796"/>
                </a:lnTo>
                <a:lnTo>
                  <a:pt x="2016379" y="133780"/>
                </a:lnTo>
                <a:lnTo>
                  <a:pt x="2016792" y="133755"/>
                </a:lnTo>
                <a:lnTo>
                  <a:pt x="2017214" y="133717"/>
                </a:lnTo>
                <a:lnTo>
                  <a:pt x="2017641" y="133664"/>
                </a:lnTo>
                <a:lnTo>
                  <a:pt x="2018069" y="133593"/>
                </a:lnTo>
                <a:lnTo>
                  <a:pt x="2018496" y="133502"/>
                </a:lnTo>
                <a:lnTo>
                  <a:pt x="2018919" y="133389"/>
                </a:lnTo>
                <a:lnTo>
                  <a:pt x="2019334" y="133250"/>
                </a:lnTo>
                <a:lnTo>
                  <a:pt x="2019738" y="133084"/>
                </a:lnTo>
                <a:lnTo>
                  <a:pt x="2020128" y="132888"/>
                </a:lnTo>
                <a:lnTo>
                  <a:pt x="2020501" y="132659"/>
                </a:lnTo>
                <a:lnTo>
                  <a:pt x="2020853" y="132395"/>
                </a:lnTo>
                <a:lnTo>
                  <a:pt x="2021182" y="132093"/>
                </a:lnTo>
                <a:lnTo>
                  <a:pt x="2021484" y="131752"/>
                </a:lnTo>
                <a:lnTo>
                  <a:pt x="2021756" y="131367"/>
                </a:lnTo>
                <a:lnTo>
                  <a:pt x="2021995" y="130937"/>
                </a:lnTo>
                <a:lnTo>
                  <a:pt x="2022198" y="130460"/>
                </a:lnTo>
                <a:lnTo>
                  <a:pt x="2022361" y="129932"/>
                </a:lnTo>
                <a:lnTo>
                  <a:pt x="2022481" y="129352"/>
                </a:lnTo>
                <a:lnTo>
                  <a:pt x="2022556" y="128717"/>
                </a:lnTo>
                <a:lnTo>
                  <a:pt x="2022582" y="128023"/>
                </a:lnTo>
                <a:lnTo>
                  <a:pt x="2022557" y="127307"/>
                </a:lnTo>
                <a:lnTo>
                  <a:pt x="2022485" y="126650"/>
                </a:lnTo>
                <a:lnTo>
                  <a:pt x="2022369" y="126051"/>
                </a:lnTo>
                <a:lnTo>
                  <a:pt x="2022210" y="125506"/>
                </a:lnTo>
                <a:lnTo>
                  <a:pt x="2022013" y="125013"/>
                </a:lnTo>
                <a:lnTo>
                  <a:pt x="2021781" y="124569"/>
                </a:lnTo>
                <a:close/>
                <a:moveTo>
                  <a:pt x="2225043" y="124569"/>
                </a:moveTo>
                <a:lnTo>
                  <a:pt x="2224779" y="124172"/>
                </a:lnTo>
                <a:lnTo>
                  <a:pt x="2224477" y="123818"/>
                </a:lnTo>
                <a:lnTo>
                  <a:pt x="2224137" y="123507"/>
                </a:lnTo>
                <a:lnTo>
                  <a:pt x="2223759" y="123234"/>
                </a:lnTo>
                <a:lnTo>
                  <a:pt x="2223344" y="122998"/>
                </a:lnTo>
                <a:lnTo>
                  <a:pt x="2222892" y="122795"/>
                </a:lnTo>
                <a:lnTo>
                  <a:pt x="2222404" y="122623"/>
                </a:lnTo>
                <a:lnTo>
                  <a:pt x="2221881" y="122480"/>
                </a:lnTo>
                <a:lnTo>
                  <a:pt x="2221322" y="122363"/>
                </a:lnTo>
                <a:lnTo>
                  <a:pt x="2220729" y="122269"/>
                </a:lnTo>
                <a:lnTo>
                  <a:pt x="2220102" y="122196"/>
                </a:lnTo>
                <a:lnTo>
                  <a:pt x="2219441" y="122141"/>
                </a:lnTo>
                <a:lnTo>
                  <a:pt x="2218746" y="122102"/>
                </a:lnTo>
                <a:lnTo>
                  <a:pt x="2218020" y="122076"/>
                </a:lnTo>
                <a:lnTo>
                  <a:pt x="2217261" y="122060"/>
                </a:lnTo>
                <a:lnTo>
                  <a:pt x="2216470" y="122052"/>
                </a:lnTo>
                <a:lnTo>
                  <a:pt x="2215649" y="122049"/>
                </a:lnTo>
                <a:lnTo>
                  <a:pt x="2214796" y="122048"/>
                </a:lnTo>
                <a:lnTo>
                  <a:pt x="2214796" y="75459"/>
                </a:lnTo>
                <a:lnTo>
                  <a:pt x="2214795" y="74886"/>
                </a:lnTo>
                <a:lnTo>
                  <a:pt x="2214786" y="74142"/>
                </a:lnTo>
                <a:lnTo>
                  <a:pt x="2214763" y="73244"/>
                </a:lnTo>
                <a:lnTo>
                  <a:pt x="2214717" y="72209"/>
                </a:lnTo>
                <a:lnTo>
                  <a:pt x="2214641" y="71056"/>
                </a:lnTo>
                <a:lnTo>
                  <a:pt x="2214528" y="69800"/>
                </a:lnTo>
                <a:lnTo>
                  <a:pt x="2214370" y="68461"/>
                </a:lnTo>
                <a:lnTo>
                  <a:pt x="2214161" y="67054"/>
                </a:lnTo>
                <a:lnTo>
                  <a:pt x="2213891" y="65598"/>
                </a:lnTo>
                <a:lnTo>
                  <a:pt x="2213555" y="64110"/>
                </a:lnTo>
                <a:lnTo>
                  <a:pt x="2213144" y="62607"/>
                </a:lnTo>
                <a:lnTo>
                  <a:pt x="2212651" y="61107"/>
                </a:lnTo>
                <a:lnTo>
                  <a:pt x="2212069" y="59627"/>
                </a:lnTo>
                <a:lnTo>
                  <a:pt x="2211390" y="58184"/>
                </a:lnTo>
                <a:lnTo>
                  <a:pt x="2210607" y="56796"/>
                </a:lnTo>
                <a:lnTo>
                  <a:pt x="2209712" y="55480"/>
                </a:lnTo>
                <a:lnTo>
                  <a:pt x="2208698" y="54254"/>
                </a:lnTo>
                <a:lnTo>
                  <a:pt x="2207557" y="53135"/>
                </a:lnTo>
                <a:lnTo>
                  <a:pt x="2206282" y="52141"/>
                </a:lnTo>
                <a:lnTo>
                  <a:pt x="2204866" y="51288"/>
                </a:lnTo>
                <a:lnTo>
                  <a:pt x="2203301" y="50594"/>
                </a:lnTo>
                <a:lnTo>
                  <a:pt x="2201579" y="50077"/>
                </a:lnTo>
                <a:lnTo>
                  <a:pt x="2199694" y="49754"/>
                </a:lnTo>
                <a:lnTo>
                  <a:pt x="2197637" y="49643"/>
                </a:lnTo>
                <a:lnTo>
                  <a:pt x="2196903" y="49656"/>
                </a:lnTo>
                <a:lnTo>
                  <a:pt x="2196149" y="49697"/>
                </a:lnTo>
                <a:lnTo>
                  <a:pt x="2195378" y="49765"/>
                </a:lnTo>
                <a:lnTo>
                  <a:pt x="2194590" y="49863"/>
                </a:lnTo>
                <a:lnTo>
                  <a:pt x="2193788" y="49992"/>
                </a:lnTo>
                <a:lnTo>
                  <a:pt x="2192974" y="50152"/>
                </a:lnTo>
                <a:lnTo>
                  <a:pt x="2192150" y="50345"/>
                </a:lnTo>
                <a:lnTo>
                  <a:pt x="2191318" y="50571"/>
                </a:lnTo>
                <a:lnTo>
                  <a:pt x="2190480" y="50833"/>
                </a:lnTo>
                <a:lnTo>
                  <a:pt x="2189637" y="51130"/>
                </a:lnTo>
                <a:lnTo>
                  <a:pt x="2188793" y="51464"/>
                </a:lnTo>
                <a:lnTo>
                  <a:pt x="2187949" y="51836"/>
                </a:lnTo>
                <a:lnTo>
                  <a:pt x="2187107" y="52248"/>
                </a:lnTo>
                <a:lnTo>
                  <a:pt x="2186269" y="52699"/>
                </a:lnTo>
                <a:lnTo>
                  <a:pt x="2185437" y="53192"/>
                </a:lnTo>
                <a:lnTo>
                  <a:pt x="2184613" y="53728"/>
                </a:lnTo>
                <a:lnTo>
                  <a:pt x="2183799" y="54307"/>
                </a:lnTo>
                <a:lnTo>
                  <a:pt x="2182997" y="54930"/>
                </a:lnTo>
                <a:lnTo>
                  <a:pt x="2182209" y="55600"/>
                </a:lnTo>
                <a:lnTo>
                  <a:pt x="2181437" y="56316"/>
                </a:lnTo>
                <a:lnTo>
                  <a:pt x="2180683" y="57079"/>
                </a:lnTo>
                <a:lnTo>
                  <a:pt x="2179950" y="57892"/>
                </a:lnTo>
                <a:lnTo>
                  <a:pt x="2179238" y="58755"/>
                </a:lnTo>
                <a:lnTo>
                  <a:pt x="2178551" y="59669"/>
                </a:lnTo>
                <a:lnTo>
                  <a:pt x="2178176" y="58866"/>
                </a:lnTo>
                <a:lnTo>
                  <a:pt x="2177776" y="58095"/>
                </a:lnTo>
                <a:lnTo>
                  <a:pt x="2177352" y="57357"/>
                </a:lnTo>
                <a:lnTo>
                  <a:pt x="2176903" y="56651"/>
                </a:lnTo>
                <a:lnTo>
                  <a:pt x="2176431" y="55978"/>
                </a:lnTo>
                <a:lnTo>
                  <a:pt x="2175936" y="55337"/>
                </a:lnTo>
                <a:lnTo>
                  <a:pt x="2175419" y="54730"/>
                </a:lnTo>
                <a:lnTo>
                  <a:pt x="2174880" y="54157"/>
                </a:lnTo>
                <a:lnTo>
                  <a:pt x="2174321" y="53616"/>
                </a:lnTo>
                <a:lnTo>
                  <a:pt x="2173742" y="53110"/>
                </a:lnTo>
                <a:lnTo>
                  <a:pt x="2173143" y="52637"/>
                </a:lnTo>
                <a:lnTo>
                  <a:pt x="2172526" y="52198"/>
                </a:lnTo>
                <a:lnTo>
                  <a:pt x="2171890" y="51793"/>
                </a:lnTo>
                <a:lnTo>
                  <a:pt x="2171237" y="51423"/>
                </a:lnTo>
                <a:lnTo>
                  <a:pt x="2170568" y="51087"/>
                </a:lnTo>
                <a:lnTo>
                  <a:pt x="2169882" y="50786"/>
                </a:lnTo>
                <a:lnTo>
                  <a:pt x="2169181" y="50519"/>
                </a:lnTo>
                <a:lnTo>
                  <a:pt x="2168465" y="50288"/>
                </a:lnTo>
                <a:lnTo>
                  <a:pt x="2167735" y="50091"/>
                </a:lnTo>
                <a:lnTo>
                  <a:pt x="2166992" y="49930"/>
                </a:lnTo>
                <a:lnTo>
                  <a:pt x="2166236" y="49805"/>
                </a:lnTo>
                <a:lnTo>
                  <a:pt x="2165467" y="49715"/>
                </a:lnTo>
                <a:lnTo>
                  <a:pt x="2164688" y="49661"/>
                </a:lnTo>
                <a:lnTo>
                  <a:pt x="2163898" y="49643"/>
                </a:lnTo>
                <a:lnTo>
                  <a:pt x="2163129" y="49657"/>
                </a:lnTo>
                <a:lnTo>
                  <a:pt x="2162364" y="49699"/>
                </a:lnTo>
                <a:lnTo>
                  <a:pt x="2161604" y="49767"/>
                </a:lnTo>
                <a:lnTo>
                  <a:pt x="2160849" y="49863"/>
                </a:lnTo>
                <a:lnTo>
                  <a:pt x="2160099" y="49984"/>
                </a:lnTo>
                <a:lnTo>
                  <a:pt x="2159355" y="50131"/>
                </a:lnTo>
                <a:lnTo>
                  <a:pt x="2158617" y="50303"/>
                </a:lnTo>
                <a:lnTo>
                  <a:pt x="2157886" y="50500"/>
                </a:lnTo>
                <a:lnTo>
                  <a:pt x="2157161" y="50721"/>
                </a:lnTo>
                <a:lnTo>
                  <a:pt x="2156443" y="50966"/>
                </a:lnTo>
                <a:lnTo>
                  <a:pt x="2155733" y="51233"/>
                </a:lnTo>
                <a:lnTo>
                  <a:pt x="2155030" y="51524"/>
                </a:lnTo>
                <a:lnTo>
                  <a:pt x="2154335" y="51836"/>
                </a:lnTo>
                <a:lnTo>
                  <a:pt x="2153648" y="52170"/>
                </a:lnTo>
                <a:lnTo>
                  <a:pt x="2152971" y="52525"/>
                </a:lnTo>
                <a:lnTo>
                  <a:pt x="2152302" y="52901"/>
                </a:lnTo>
                <a:lnTo>
                  <a:pt x="2151643" y="53296"/>
                </a:lnTo>
                <a:lnTo>
                  <a:pt x="2150993" y="53711"/>
                </a:lnTo>
                <a:lnTo>
                  <a:pt x="2150354" y="54146"/>
                </a:lnTo>
                <a:lnTo>
                  <a:pt x="2149724" y="54599"/>
                </a:lnTo>
                <a:lnTo>
                  <a:pt x="2149106" y="55070"/>
                </a:lnTo>
                <a:lnTo>
                  <a:pt x="2148498" y="55558"/>
                </a:lnTo>
                <a:lnTo>
                  <a:pt x="2147902" y="56064"/>
                </a:lnTo>
                <a:lnTo>
                  <a:pt x="2147318" y="56586"/>
                </a:lnTo>
                <a:lnTo>
                  <a:pt x="2147252" y="55889"/>
                </a:lnTo>
                <a:lnTo>
                  <a:pt x="2147151" y="55250"/>
                </a:lnTo>
                <a:lnTo>
                  <a:pt x="2147018" y="54667"/>
                </a:lnTo>
                <a:lnTo>
                  <a:pt x="2146854" y="54137"/>
                </a:lnTo>
                <a:lnTo>
                  <a:pt x="2146660" y="53657"/>
                </a:lnTo>
                <a:lnTo>
                  <a:pt x="2146438" y="53225"/>
                </a:lnTo>
                <a:lnTo>
                  <a:pt x="2146190" y="52839"/>
                </a:lnTo>
                <a:lnTo>
                  <a:pt x="2145918" y="52495"/>
                </a:lnTo>
                <a:lnTo>
                  <a:pt x="2145623" y="52192"/>
                </a:lnTo>
                <a:lnTo>
                  <a:pt x="2145307" y="51927"/>
                </a:lnTo>
                <a:lnTo>
                  <a:pt x="2144972" y="51697"/>
                </a:lnTo>
                <a:lnTo>
                  <a:pt x="2144618" y="51499"/>
                </a:lnTo>
                <a:lnTo>
                  <a:pt x="2144249" y="51332"/>
                </a:lnTo>
                <a:lnTo>
                  <a:pt x="2143865" y="51193"/>
                </a:lnTo>
                <a:lnTo>
                  <a:pt x="2143469" y="51079"/>
                </a:lnTo>
                <a:lnTo>
                  <a:pt x="2143061" y="50988"/>
                </a:lnTo>
                <a:lnTo>
                  <a:pt x="2142645" y="50917"/>
                </a:lnTo>
                <a:lnTo>
                  <a:pt x="2142220" y="50864"/>
                </a:lnTo>
                <a:lnTo>
                  <a:pt x="2141789" y="50825"/>
                </a:lnTo>
                <a:lnTo>
                  <a:pt x="2141354" y="50800"/>
                </a:lnTo>
                <a:lnTo>
                  <a:pt x="2140917" y="50784"/>
                </a:lnTo>
                <a:lnTo>
                  <a:pt x="2140478" y="50776"/>
                </a:lnTo>
                <a:lnTo>
                  <a:pt x="2140040" y="50773"/>
                </a:lnTo>
                <a:lnTo>
                  <a:pt x="2139605" y="50773"/>
                </a:lnTo>
                <a:lnTo>
                  <a:pt x="2133436" y="50773"/>
                </a:lnTo>
                <a:lnTo>
                  <a:pt x="2133064" y="50773"/>
                </a:lnTo>
                <a:lnTo>
                  <a:pt x="2132673" y="50776"/>
                </a:lnTo>
                <a:lnTo>
                  <a:pt x="2132266" y="50784"/>
                </a:lnTo>
                <a:lnTo>
                  <a:pt x="2131846" y="50799"/>
                </a:lnTo>
                <a:lnTo>
                  <a:pt x="2131417" y="50825"/>
                </a:lnTo>
                <a:lnTo>
                  <a:pt x="2130981" y="50863"/>
                </a:lnTo>
                <a:lnTo>
                  <a:pt x="2130541" y="50916"/>
                </a:lnTo>
                <a:lnTo>
                  <a:pt x="2130101" y="50987"/>
                </a:lnTo>
                <a:lnTo>
                  <a:pt x="2129664" y="51078"/>
                </a:lnTo>
                <a:lnTo>
                  <a:pt x="2129232" y="51191"/>
                </a:lnTo>
                <a:lnTo>
                  <a:pt x="2128810" y="51330"/>
                </a:lnTo>
                <a:lnTo>
                  <a:pt x="2128399" y="51496"/>
                </a:lnTo>
                <a:lnTo>
                  <a:pt x="2128003" y="51692"/>
                </a:lnTo>
                <a:lnTo>
                  <a:pt x="2127626" y="51921"/>
                </a:lnTo>
                <a:lnTo>
                  <a:pt x="2127270" y="52186"/>
                </a:lnTo>
                <a:lnTo>
                  <a:pt x="2126938" y="52487"/>
                </a:lnTo>
                <a:lnTo>
                  <a:pt x="2126633" y="52829"/>
                </a:lnTo>
                <a:lnTo>
                  <a:pt x="2126360" y="53214"/>
                </a:lnTo>
                <a:lnTo>
                  <a:pt x="2126119" y="53644"/>
                </a:lnTo>
                <a:lnTo>
                  <a:pt x="2125916" y="54122"/>
                </a:lnTo>
                <a:lnTo>
                  <a:pt x="2125752" y="54649"/>
                </a:lnTo>
                <a:lnTo>
                  <a:pt x="2125631" y="55230"/>
                </a:lnTo>
                <a:lnTo>
                  <a:pt x="2125557" y="55866"/>
                </a:lnTo>
                <a:lnTo>
                  <a:pt x="2125531" y="56560"/>
                </a:lnTo>
                <a:lnTo>
                  <a:pt x="2125552" y="57276"/>
                </a:lnTo>
                <a:lnTo>
                  <a:pt x="2125615" y="57932"/>
                </a:lnTo>
                <a:lnTo>
                  <a:pt x="2125719" y="58532"/>
                </a:lnTo>
                <a:lnTo>
                  <a:pt x="2125863" y="59077"/>
                </a:lnTo>
                <a:lnTo>
                  <a:pt x="2126048" y="59570"/>
                </a:lnTo>
                <a:lnTo>
                  <a:pt x="2126272" y="60014"/>
                </a:lnTo>
                <a:lnTo>
                  <a:pt x="2126536" y="60411"/>
                </a:lnTo>
                <a:lnTo>
                  <a:pt x="2126838" y="60764"/>
                </a:lnTo>
                <a:lnTo>
                  <a:pt x="2127179" y="61076"/>
                </a:lnTo>
                <a:lnTo>
                  <a:pt x="2127557" y="61349"/>
                </a:lnTo>
                <a:lnTo>
                  <a:pt x="2127972" y="61585"/>
                </a:lnTo>
                <a:lnTo>
                  <a:pt x="2128424" y="61788"/>
                </a:lnTo>
                <a:lnTo>
                  <a:pt x="2128912" y="61959"/>
                </a:lnTo>
                <a:lnTo>
                  <a:pt x="2129436" y="62103"/>
                </a:lnTo>
                <a:lnTo>
                  <a:pt x="2129994" y="62220"/>
                </a:lnTo>
                <a:lnTo>
                  <a:pt x="2130588" y="62313"/>
                </a:lnTo>
                <a:lnTo>
                  <a:pt x="2131215" y="62386"/>
                </a:lnTo>
                <a:lnTo>
                  <a:pt x="2131877" y="62441"/>
                </a:lnTo>
                <a:lnTo>
                  <a:pt x="2132571" y="62481"/>
                </a:lnTo>
                <a:lnTo>
                  <a:pt x="2133298" y="62507"/>
                </a:lnTo>
                <a:lnTo>
                  <a:pt x="2134057" y="62523"/>
                </a:lnTo>
                <a:lnTo>
                  <a:pt x="2134847" y="62531"/>
                </a:lnTo>
                <a:lnTo>
                  <a:pt x="2135669" y="62534"/>
                </a:lnTo>
                <a:lnTo>
                  <a:pt x="2136522" y="62535"/>
                </a:lnTo>
                <a:lnTo>
                  <a:pt x="2136522" y="122048"/>
                </a:lnTo>
                <a:lnTo>
                  <a:pt x="2135669" y="122049"/>
                </a:lnTo>
                <a:lnTo>
                  <a:pt x="2134847" y="122052"/>
                </a:lnTo>
                <a:lnTo>
                  <a:pt x="2134057" y="122060"/>
                </a:lnTo>
                <a:lnTo>
                  <a:pt x="2133298" y="122076"/>
                </a:lnTo>
                <a:lnTo>
                  <a:pt x="2132571" y="122102"/>
                </a:lnTo>
                <a:lnTo>
                  <a:pt x="2131877" y="122141"/>
                </a:lnTo>
                <a:lnTo>
                  <a:pt x="2131215" y="122196"/>
                </a:lnTo>
                <a:lnTo>
                  <a:pt x="2130588" y="122269"/>
                </a:lnTo>
                <a:lnTo>
                  <a:pt x="2129994" y="122363"/>
                </a:lnTo>
                <a:lnTo>
                  <a:pt x="2129436" y="122480"/>
                </a:lnTo>
                <a:lnTo>
                  <a:pt x="2128912" y="122623"/>
                </a:lnTo>
                <a:lnTo>
                  <a:pt x="2128424" y="122795"/>
                </a:lnTo>
                <a:lnTo>
                  <a:pt x="2127972" y="122998"/>
                </a:lnTo>
                <a:lnTo>
                  <a:pt x="2127557" y="123234"/>
                </a:lnTo>
                <a:lnTo>
                  <a:pt x="2127179" y="123507"/>
                </a:lnTo>
                <a:lnTo>
                  <a:pt x="2126838" y="123818"/>
                </a:lnTo>
                <a:lnTo>
                  <a:pt x="2126536" y="124172"/>
                </a:lnTo>
                <a:lnTo>
                  <a:pt x="2126272" y="124569"/>
                </a:lnTo>
                <a:lnTo>
                  <a:pt x="2126048" y="125013"/>
                </a:lnTo>
                <a:lnTo>
                  <a:pt x="2125863" y="125506"/>
                </a:lnTo>
                <a:lnTo>
                  <a:pt x="2125719" y="126051"/>
                </a:lnTo>
                <a:lnTo>
                  <a:pt x="2125615" y="126650"/>
                </a:lnTo>
                <a:lnTo>
                  <a:pt x="2125552" y="127307"/>
                </a:lnTo>
                <a:lnTo>
                  <a:pt x="2125531" y="128023"/>
                </a:lnTo>
                <a:lnTo>
                  <a:pt x="2125558" y="128717"/>
                </a:lnTo>
                <a:lnTo>
                  <a:pt x="2125635" y="129352"/>
                </a:lnTo>
                <a:lnTo>
                  <a:pt x="2125760" y="129932"/>
                </a:lnTo>
                <a:lnTo>
                  <a:pt x="2125929" y="130460"/>
                </a:lnTo>
                <a:lnTo>
                  <a:pt x="2126139" y="130937"/>
                </a:lnTo>
                <a:lnTo>
                  <a:pt x="2126387" y="131367"/>
                </a:lnTo>
                <a:lnTo>
                  <a:pt x="2126668" y="131752"/>
                </a:lnTo>
                <a:lnTo>
                  <a:pt x="2126981" y="132093"/>
                </a:lnTo>
                <a:lnTo>
                  <a:pt x="2127321" y="132395"/>
                </a:lnTo>
                <a:lnTo>
                  <a:pt x="2127685" y="132659"/>
                </a:lnTo>
                <a:lnTo>
                  <a:pt x="2128070" y="132888"/>
                </a:lnTo>
                <a:lnTo>
                  <a:pt x="2128472" y="133084"/>
                </a:lnTo>
                <a:lnTo>
                  <a:pt x="2128888" y="133250"/>
                </a:lnTo>
                <a:lnTo>
                  <a:pt x="2129315" y="133389"/>
                </a:lnTo>
                <a:lnTo>
                  <a:pt x="2129749" y="133502"/>
                </a:lnTo>
                <a:lnTo>
                  <a:pt x="2130187" y="133593"/>
                </a:lnTo>
                <a:lnTo>
                  <a:pt x="2130626" y="133664"/>
                </a:lnTo>
                <a:lnTo>
                  <a:pt x="2131062" y="133717"/>
                </a:lnTo>
                <a:lnTo>
                  <a:pt x="2131493" y="133755"/>
                </a:lnTo>
                <a:lnTo>
                  <a:pt x="2131913" y="133780"/>
                </a:lnTo>
                <a:lnTo>
                  <a:pt x="2132321" y="133796"/>
                </a:lnTo>
                <a:lnTo>
                  <a:pt x="2132713" y="133804"/>
                </a:lnTo>
                <a:lnTo>
                  <a:pt x="2133086" y="133807"/>
                </a:lnTo>
                <a:lnTo>
                  <a:pt x="2133436" y="133807"/>
                </a:lnTo>
                <a:lnTo>
                  <a:pt x="2150404" y="133807"/>
                </a:lnTo>
                <a:lnTo>
                  <a:pt x="2150776" y="133807"/>
                </a:lnTo>
                <a:lnTo>
                  <a:pt x="2151167" y="133804"/>
                </a:lnTo>
                <a:lnTo>
                  <a:pt x="2151574" y="133796"/>
                </a:lnTo>
                <a:lnTo>
                  <a:pt x="2151993" y="133780"/>
                </a:lnTo>
                <a:lnTo>
                  <a:pt x="2152422" y="133755"/>
                </a:lnTo>
                <a:lnTo>
                  <a:pt x="2152858" y="133717"/>
                </a:lnTo>
                <a:lnTo>
                  <a:pt x="2153298" y="133664"/>
                </a:lnTo>
                <a:lnTo>
                  <a:pt x="2153738" y="133593"/>
                </a:lnTo>
                <a:lnTo>
                  <a:pt x="2154175" y="133502"/>
                </a:lnTo>
                <a:lnTo>
                  <a:pt x="2154606" y="133389"/>
                </a:lnTo>
                <a:lnTo>
                  <a:pt x="2155028" y="133250"/>
                </a:lnTo>
                <a:lnTo>
                  <a:pt x="2155439" y="133084"/>
                </a:lnTo>
                <a:lnTo>
                  <a:pt x="2155834" y="132888"/>
                </a:lnTo>
                <a:lnTo>
                  <a:pt x="2156212" y="132659"/>
                </a:lnTo>
                <a:lnTo>
                  <a:pt x="2156568" y="132395"/>
                </a:lnTo>
                <a:lnTo>
                  <a:pt x="2156899" y="132093"/>
                </a:lnTo>
                <a:lnTo>
                  <a:pt x="2157204" y="131752"/>
                </a:lnTo>
                <a:lnTo>
                  <a:pt x="2157477" y="131367"/>
                </a:lnTo>
                <a:lnTo>
                  <a:pt x="2157717" y="130937"/>
                </a:lnTo>
                <a:lnTo>
                  <a:pt x="2157921" y="130460"/>
                </a:lnTo>
                <a:lnTo>
                  <a:pt x="2158084" y="129932"/>
                </a:lnTo>
                <a:lnTo>
                  <a:pt x="2158205" y="129352"/>
                </a:lnTo>
                <a:lnTo>
                  <a:pt x="2158280" y="128717"/>
                </a:lnTo>
                <a:lnTo>
                  <a:pt x="2158305" y="128023"/>
                </a:lnTo>
                <a:lnTo>
                  <a:pt x="2158284" y="127307"/>
                </a:lnTo>
                <a:lnTo>
                  <a:pt x="2158222" y="126650"/>
                </a:lnTo>
                <a:lnTo>
                  <a:pt x="2158118" y="126051"/>
                </a:lnTo>
                <a:lnTo>
                  <a:pt x="2157973" y="125506"/>
                </a:lnTo>
                <a:lnTo>
                  <a:pt x="2157789" y="125013"/>
                </a:lnTo>
                <a:lnTo>
                  <a:pt x="2157564" y="124569"/>
                </a:lnTo>
                <a:lnTo>
                  <a:pt x="2157301" y="124172"/>
                </a:lnTo>
                <a:lnTo>
                  <a:pt x="2156999" y="123818"/>
                </a:lnTo>
                <a:lnTo>
                  <a:pt x="2156659" y="123507"/>
                </a:lnTo>
                <a:lnTo>
                  <a:pt x="2156281" y="123234"/>
                </a:lnTo>
                <a:lnTo>
                  <a:pt x="2155866" y="122998"/>
                </a:lnTo>
                <a:lnTo>
                  <a:pt x="2155414" y="122795"/>
                </a:lnTo>
                <a:lnTo>
                  <a:pt x="2154926" y="122623"/>
                </a:lnTo>
                <a:lnTo>
                  <a:pt x="2154403" y="122480"/>
                </a:lnTo>
                <a:lnTo>
                  <a:pt x="2153844" y="122363"/>
                </a:lnTo>
                <a:lnTo>
                  <a:pt x="2153251" y="122269"/>
                </a:lnTo>
                <a:lnTo>
                  <a:pt x="2152623" y="122196"/>
                </a:lnTo>
                <a:lnTo>
                  <a:pt x="2151962" y="122141"/>
                </a:lnTo>
                <a:lnTo>
                  <a:pt x="2151268" y="122102"/>
                </a:lnTo>
                <a:lnTo>
                  <a:pt x="2150541" y="122076"/>
                </a:lnTo>
                <a:lnTo>
                  <a:pt x="2149782" y="122060"/>
                </a:lnTo>
                <a:lnTo>
                  <a:pt x="2148992" y="122052"/>
                </a:lnTo>
                <a:lnTo>
                  <a:pt x="2148170" y="122049"/>
                </a:lnTo>
                <a:lnTo>
                  <a:pt x="2147318" y="122048"/>
                </a:lnTo>
                <a:lnTo>
                  <a:pt x="2147318" y="87574"/>
                </a:lnTo>
                <a:lnTo>
                  <a:pt x="2147358" y="85476"/>
                </a:lnTo>
                <a:lnTo>
                  <a:pt x="2147478" y="83463"/>
                </a:lnTo>
                <a:lnTo>
                  <a:pt x="2147673" y="81534"/>
                </a:lnTo>
                <a:lnTo>
                  <a:pt x="2147940" y="79691"/>
                </a:lnTo>
                <a:lnTo>
                  <a:pt x="2148276" y="77934"/>
                </a:lnTo>
                <a:lnTo>
                  <a:pt x="2148676" y="76263"/>
                </a:lnTo>
                <a:lnTo>
                  <a:pt x="2149139" y="74678"/>
                </a:lnTo>
                <a:lnTo>
                  <a:pt x="2149660" y="73181"/>
                </a:lnTo>
                <a:lnTo>
                  <a:pt x="2150236" y="71771"/>
                </a:lnTo>
                <a:lnTo>
                  <a:pt x="2150863" y="70449"/>
                </a:lnTo>
                <a:lnTo>
                  <a:pt x="2151538" y="69215"/>
                </a:lnTo>
                <a:lnTo>
                  <a:pt x="2152258" y="68070"/>
                </a:lnTo>
                <a:lnTo>
                  <a:pt x="2153019" y="67014"/>
                </a:lnTo>
                <a:lnTo>
                  <a:pt x="2153818" y="66047"/>
                </a:lnTo>
                <a:lnTo>
                  <a:pt x="2154651" y="65171"/>
                </a:lnTo>
                <a:lnTo>
                  <a:pt x="2155515" y="64385"/>
                </a:lnTo>
                <a:lnTo>
                  <a:pt x="2156407" y="63690"/>
                </a:lnTo>
                <a:lnTo>
                  <a:pt x="2157322" y="63087"/>
                </a:lnTo>
                <a:lnTo>
                  <a:pt x="2158258" y="62574"/>
                </a:lnTo>
                <a:lnTo>
                  <a:pt x="2159211" y="62155"/>
                </a:lnTo>
                <a:lnTo>
                  <a:pt x="2160178" y="61827"/>
                </a:lnTo>
                <a:lnTo>
                  <a:pt x="2161155" y="61593"/>
                </a:lnTo>
                <a:lnTo>
                  <a:pt x="2162139" y="61452"/>
                </a:lnTo>
                <a:lnTo>
                  <a:pt x="2163127" y="61405"/>
                </a:lnTo>
                <a:lnTo>
                  <a:pt x="2163672" y="61423"/>
                </a:lnTo>
                <a:lnTo>
                  <a:pt x="2164199" y="61477"/>
                </a:lnTo>
                <a:lnTo>
                  <a:pt x="2164706" y="61570"/>
                </a:lnTo>
                <a:lnTo>
                  <a:pt x="2165195" y="61706"/>
                </a:lnTo>
                <a:lnTo>
                  <a:pt x="2165663" y="61885"/>
                </a:lnTo>
                <a:lnTo>
                  <a:pt x="2166112" y="62112"/>
                </a:lnTo>
                <a:lnTo>
                  <a:pt x="2166540" y="62389"/>
                </a:lnTo>
                <a:lnTo>
                  <a:pt x="2166947" y="62717"/>
                </a:lnTo>
                <a:lnTo>
                  <a:pt x="2167332" y="63101"/>
                </a:lnTo>
                <a:lnTo>
                  <a:pt x="2167696" y="63542"/>
                </a:lnTo>
                <a:lnTo>
                  <a:pt x="2168037" y="64043"/>
                </a:lnTo>
                <a:lnTo>
                  <a:pt x="2168356" y="64606"/>
                </a:lnTo>
                <a:lnTo>
                  <a:pt x="2168652" y="65235"/>
                </a:lnTo>
                <a:lnTo>
                  <a:pt x="2168924" y="65931"/>
                </a:lnTo>
                <a:lnTo>
                  <a:pt x="2169172" y="66698"/>
                </a:lnTo>
                <a:lnTo>
                  <a:pt x="2169396" y="67538"/>
                </a:lnTo>
                <a:lnTo>
                  <a:pt x="2169596" y="68453"/>
                </a:lnTo>
                <a:lnTo>
                  <a:pt x="2169769" y="69446"/>
                </a:lnTo>
                <a:lnTo>
                  <a:pt x="2169918" y="70520"/>
                </a:lnTo>
                <a:lnTo>
                  <a:pt x="2170040" y="71678"/>
                </a:lnTo>
                <a:lnTo>
                  <a:pt x="2170136" y="72921"/>
                </a:lnTo>
                <a:lnTo>
                  <a:pt x="2170205" y="74253"/>
                </a:lnTo>
                <a:lnTo>
                  <a:pt x="2170247" y="75675"/>
                </a:lnTo>
                <a:lnTo>
                  <a:pt x="2170261" y="77192"/>
                </a:lnTo>
                <a:lnTo>
                  <a:pt x="2170261" y="122048"/>
                </a:lnTo>
                <a:lnTo>
                  <a:pt x="2169797" y="122049"/>
                </a:lnTo>
                <a:lnTo>
                  <a:pt x="2169324" y="122052"/>
                </a:lnTo>
                <a:lnTo>
                  <a:pt x="2168845" y="122060"/>
                </a:lnTo>
                <a:lnTo>
                  <a:pt x="2168361" y="122076"/>
                </a:lnTo>
                <a:lnTo>
                  <a:pt x="2167875" y="122102"/>
                </a:lnTo>
                <a:lnTo>
                  <a:pt x="2167390" y="122141"/>
                </a:lnTo>
                <a:lnTo>
                  <a:pt x="2166909" y="122196"/>
                </a:lnTo>
                <a:lnTo>
                  <a:pt x="2166433" y="122269"/>
                </a:lnTo>
                <a:lnTo>
                  <a:pt x="2165967" y="122363"/>
                </a:lnTo>
                <a:lnTo>
                  <a:pt x="2165512" y="122480"/>
                </a:lnTo>
                <a:lnTo>
                  <a:pt x="2165070" y="122623"/>
                </a:lnTo>
                <a:lnTo>
                  <a:pt x="2164645" y="122795"/>
                </a:lnTo>
                <a:lnTo>
                  <a:pt x="2164239" y="122998"/>
                </a:lnTo>
                <a:lnTo>
                  <a:pt x="2163855" y="123234"/>
                </a:lnTo>
                <a:lnTo>
                  <a:pt x="2163495" y="123507"/>
                </a:lnTo>
                <a:lnTo>
                  <a:pt x="2163162" y="123818"/>
                </a:lnTo>
                <a:lnTo>
                  <a:pt x="2162859" y="124172"/>
                </a:lnTo>
                <a:lnTo>
                  <a:pt x="2162587" y="124569"/>
                </a:lnTo>
                <a:lnTo>
                  <a:pt x="2162350" y="125013"/>
                </a:lnTo>
                <a:lnTo>
                  <a:pt x="2162151" y="125506"/>
                </a:lnTo>
                <a:lnTo>
                  <a:pt x="2161991" y="126051"/>
                </a:lnTo>
                <a:lnTo>
                  <a:pt x="2161874" y="126650"/>
                </a:lnTo>
                <a:lnTo>
                  <a:pt x="2161801" y="127307"/>
                </a:lnTo>
                <a:lnTo>
                  <a:pt x="2161777" y="128023"/>
                </a:lnTo>
                <a:lnTo>
                  <a:pt x="2161803" y="128717"/>
                </a:lnTo>
                <a:lnTo>
                  <a:pt x="2161881" y="129352"/>
                </a:lnTo>
                <a:lnTo>
                  <a:pt x="2162006" y="129932"/>
                </a:lnTo>
                <a:lnTo>
                  <a:pt x="2162175" y="130460"/>
                </a:lnTo>
                <a:lnTo>
                  <a:pt x="2162385" y="130937"/>
                </a:lnTo>
                <a:lnTo>
                  <a:pt x="2162632" y="131367"/>
                </a:lnTo>
                <a:lnTo>
                  <a:pt x="2162914" y="131752"/>
                </a:lnTo>
                <a:lnTo>
                  <a:pt x="2163227" y="132093"/>
                </a:lnTo>
                <a:lnTo>
                  <a:pt x="2163566" y="132395"/>
                </a:lnTo>
                <a:lnTo>
                  <a:pt x="2163930" y="132659"/>
                </a:lnTo>
                <a:lnTo>
                  <a:pt x="2164315" y="132888"/>
                </a:lnTo>
                <a:lnTo>
                  <a:pt x="2164717" y="133084"/>
                </a:lnTo>
                <a:lnTo>
                  <a:pt x="2165134" y="133250"/>
                </a:lnTo>
                <a:lnTo>
                  <a:pt x="2165560" y="133389"/>
                </a:lnTo>
                <a:lnTo>
                  <a:pt x="2165995" y="133502"/>
                </a:lnTo>
                <a:lnTo>
                  <a:pt x="2166433" y="133593"/>
                </a:lnTo>
                <a:lnTo>
                  <a:pt x="2166872" y="133664"/>
                </a:lnTo>
                <a:lnTo>
                  <a:pt x="2167308" y="133717"/>
                </a:lnTo>
                <a:lnTo>
                  <a:pt x="2167738" y="133755"/>
                </a:lnTo>
                <a:lnTo>
                  <a:pt x="2168159" y="133780"/>
                </a:lnTo>
                <a:lnTo>
                  <a:pt x="2168567" y="133796"/>
                </a:lnTo>
                <a:lnTo>
                  <a:pt x="2168959" y="133804"/>
                </a:lnTo>
                <a:lnTo>
                  <a:pt x="2169331" y="133807"/>
                </a:lnTo>
                <a:lnTo>
                  <a:pt x="2169681" y="133807"/>
                </a:lnTo>
                <a:lnTo>
                  <a:pt x="2184140" y="133807"/>
                </a:lnTo>
                <a:lnTo>
                  <a:pt x="2184512" y="133807"/>
                </a:lnTo>
                <a:lnTo>
                  <a:pt x="2184903" y="133804"/>
                </a:lnTo>
                <a:lnTo>
                  <a:pt x="2185310" y="133796"/>
                </a:lnTo>
                <a:lnTo>
                  <a:pt x="2185730" y="133780"/>
                </a:lnTo>
                <a:lnTo>
                  <a:pt x="2186159" y="133755"/>
                </a:lnTo>
                <a:lnTo>
                  <a:pt x="2186595" y="133717"/>
                </a:lnTo>
                <a:lnTo>
                  <a:pt x="2187035" y="133664"/>
                </a:lnTo>
                <a:lnTo>
                  <a:pt x="2187475" y="133593"/>
                </a:lnTo>
                <a:lnTo>
                  <a:pt x="2187912" y="133502"/>
                </a:lnTo>
                <a:lnTo>
                  <a:pt x="2188343" y="133389"/>
                </a:lnTo>
                <a:lnTo>
                  <a:pt x="2188766" y="133250"/>
                </a:lnTo>
                <a:lnTo>
                  <a:pt x="2189177" y="133084"/>
                </a:lnTo>
                <a:lnTo>
                  <a:pt x="2189572" y="132888"/>
                </a:lnTo>
                <a:lnTo>
                  <a:pt x="2189950" y="132659"/>
                </a:lnTo>
                <a:lnTo>
                  <a:pt x="2190306" y="132395"/>
                </a:lnTo>
                <a:lnTo>
                  <a:pt x="2190638" y="132093"/>
                </a:lnTo>
                <a:lnTo>
                  <a:pt x="2190942" y="131752"/>
                </a:lnTo>
                <a:lnTo>
                  <a:pt x="2191216" y="131367"/>
                </a:lnTo>
                <a:lnTo>
                  <a:pt x="2191456" y="130937"/>
                </a:lnTo>
                <a:lnTo>
                  <a:pt x="2191660" y="130460"/>
                </a:lnTo>
                <a:lnTo>
                  <a:pt x="2191823" y="129932"/>
                </a:lnTo>
                <a:lnTo>
                  <a:pt x="2191944" y="129352"/>
                </a:lnTo>
                <a:lnTo>
                  <a:pt x="2192019" y="128717"/>
                </a:lnTo>
                <a:lnTo>
                  <a:pt x="2192045" y="128023"/>
                </a:lnTo>
                <a:lnTo>
                  <a:pt x="2192024" y="127307"/>
                </a:lnTo>
                <a:lnTo>
                  <a:pt x="2191961" y="126650"/>
                </a:lnTo>
                <a:lnTo>
                  <a:pt x="2191857" y="126051"/>
                </a:lnTo>
                <a:lnTo>
                  <a:pt x="2191713" y="125506"/>
                </a:lnTo>
                <a:lnTo>
                  <a:pt x="2191528" y="125013"/>
                </a:lnTo>
                <a:lnTo>
                  <a:pt x="2191304" y="124569"/>
                </a:lnTo>
                <a:lnTo>
                  <a:pt x="2191040" y="124172"/>
                </a:lnTo>
                <a:lnTo>
                  <a:pt x="2190738" y="123818"/>
                </a:lnTo>
                <a:lnTo>
                  <a:pt x="2190398" y="123507"/>
                </a:lnTo>
                <a:lnTo>
                  <a:pt x="2190020" y="123234"/>
                </a:lnTo>
                <a:lnTo>
                  <a:pt x="2189605" y="122998"/>
                </a:lnTo>
                <a:lnTo>
                  <a:pt x="2189153" y="122795"/>
                </a:lnTo>
                <a:lnTo>
                  <a:pt x="2188665" y="122623"/>
                </a:lnTo>
                <a:lnTo>
                  <a:pt x="2188142" y="122480"/>
                </a:lnTo>
                <a:lnTo>
                  <a:pt x="2187583" y="122363"/>
                </a:lnTo>
                <a:lnTo>
                  <a:pt x="2186990" y="122269"/>
                </a:lnTo>
                <a:lnTo>
                  <a:pt x="2186363" y="122196"/>
                </a:lnTo>
                <a:lnTo>
                  <a:pt x="2185701" y="122141"/>
                </a:lnTo>
                <a:lnTo>
                  <a:pt x="2185007" y="122102"/>
                </a:lnTo>
                <a:lnTo>
                  <a:pt x="2184281" y="122076"/>
                </a:lnTo>
                <a:lnTo>
                  <a:pt x="2183522" y="122060"/>
                </a:lnTo>
                <a:lnTo>
                  <a:pt x="2182731" y="122052"/>
                </a:lnTo>
                <a:lnTo>
                  <a:pt x="2181909" y="122049"/>
                </a:lnTo>
                <a:lnTo>
                  <a:pt x="2181057" y="122048"/>
                </a:lnTo>
                <a:lnTo>
                  <a:pt x="2181057" y="87589"/>
                </a:lnTo>
                <a:lnTo>
                  <a:pt x="2181098" y="85489"/>
                </a:lnTo>
                <a:lnTo>
                  <a:pt x="2181217" y="83474"/>
                </a:lnTo>
                <a:lnTo>
                  <a:pt x="2181412" y="81544"/>
                </a:lnTo>
                <a:lnTo>
                  <a:pt x="2181679" y="79700"/>
                </a:lnTo>
                <a:lnTo>
                  <a:pt x="2182015" y="77941"/>
                </a:lnTo>
                <a:lnTo>
                  <a:pt x="2182416" y="76269"/>
                </a:lnTo>
                <a:lnTo>
                  <a:pt x="2182878" y="74684"/>
                </a:lnTo>
                <a:lnTo>
                  <a:pt x="2183399" y="73185"/>
                </a:lnTo>
                <a:lnTo>
                  <a:pt x="2183975" y="71774"/>
                </a:lnTo>
                <a:lnTo>
                  <a:pt x="2184602" y="70452"/>
                </a:lnTo>
                <a:lnTo>
                  <a:pt x="2185277" y="69217"/>
                </a:lnTo>
                <a:lnTo>
                  <a:pt x="2185997" y="68072"/>
                </a:lnTo>
                <a:lnTo>
                  <a:pt x="2186758" y="67015"/>
                </a:lnTo>
                <a:lnTo>
                  <a:pt x="2187557" y="66049"/>
                </a:lnTo>
                <a:lnTo>
                  <a:pt x="2188390" y="65172"/>
                </a:lnTo>
                <a:lnTo>
                  <a:pt x="2189254" y="64386"/>
                </a:lnTo>
                <a:lnTo>
                  <a:pt x="2190146" y="63691"/>
                </a:lnTo>
                <a:lnTo>
                  <a:pt x="2191061" y="63087"/>
                </a:lnTo>
                <a:lnTo>
                  <a:pt x="2191997" y="62575"/>
                </a:lnTo>
                <a:lnTo>
                  <a:pt x="2192950" y="62155"/>
                </a:lnTo>
                <a:lnTo>
                  <a:pt x="2193917" y="61827"/>
                </a:lnTo>
                <a:lnTo>
                  <a:pt x="2194895" y="61593"/>
                </a:lnTo>
                <a:lnTo>
                  <a:pt x="2195879" y="61452"/>
                </a:lnTo>
                <a:lnTo>
                  <a:pt x="2196866" y="61405"/>
                </a:lnTo>
                <a:lnTo>
                  <a:pt x="2197411" y="61423"/>
                </a:lnTo>
                <a:lnTo>
                  <a:pt x="2197938" y="61477"/>
                </a:lnTo>
                <a:lnTo>
                  <a:pt x="2198445" y="61570"/>
                </a:lnTo>
                <a:lnTo>
                  <a:pt x="2198934" y="61706"/>
                </a:lnTo>
                <a:lnTo>
                  <a:pt x="2199403" y="61885"/>
                </a:lnTo>
                <a:lnTo>
                  <a:pt x="2199851" y="62112"/>
                </a:lnTo>
                <a:lnTo>
                  <a:pt x="2200279" y="62389"/>
                </a:lnTo>
                <a:lnTo>
                  <a:pt x="2200686" y="62717"/>
                </a:lnTo>
                <a:lnTo>
                  <a:pt x="2201071" y="63101"/>
                </a:lnTo>
                <a:lnTo>
                  <a:pt x="2201435" y="63542"/>
                </a:lnTo>
                <a:lnTo>
                  <a:pt x="2201777" y="64043"/>
                </a:lnTo>
                <a:lnTo>
                  <a:pt x="2202095" y="64606"/>
                </a:lnTo>
                <a:lnTo>
                  <a:pt x="2202391" y="65235"/>
                </a:lnTo>
                <a:lnTo>
                  <a:pt x="2202663" y="65931"/>
                </a:lnTo>
                <a:lnTo>
                  <a:pt x="2202912" y="66698"/>
                </a:lnTo>
                <a:lnTo>
                  <a:pt x="2203136" y="67538"/>
                </a:lnTo>
                <a:lnTo>
                  <a:pt x="2203335" y="68453"/>
                </a:lnTo>
                <a:lnTo>
                  <a:pt x="2203509" y="69446"/>
                </a:lnTo>
                <a:lnTo>
                  <a:pt x="2203657" y="70520"/>
                </a:lnTo>
                <a:lnTo>
                  <a:pt x="2203779" y="71678"/>
                </a:lnTo>
                <a:lnTo>
                  <a:pt x="2203875" y="72921"/>
                </a:lnTo>
                <a:lnTo>
                  <a:pt x="2203944" y="74253"/>
                </a:lnTo>
                <a:lnTo>
                  <a:pt x="2203986" y="75675"/>
                </a:lnTo>
                <a:lnTo>
                  <a:pt x="2204000" y="77192"/>
                </a:lnTo>
                <a:lnTo>
                  <a:pt x="2204000" y="122048"/>
                </a:lnTo>
                <a:lnTo>
                  <a:pt x="2203536" y="122049"/>
                </a:lnTo>
                <a:lnTo>
                  <a:pt x="2203063" y="122052"/>
                </a:lnTo>
                <a:lnTo>
                  <a:pt x="2202583" y="122060"/>
                </a:lnTo>
                <a:lnTo>
                  <a:pt x="2202099" y="122076"/>
                </a:lnTo>
                <a:lnTo>
                  <a:pt x="2201613" y="122102"/>
                </a:lnTo>
                <a:lnTo>
                  <a:pt x="2201128" y="122141"/>
                </a:lnTo>
                <a:lnTo>
                  <a:pt x="2200647" y="122196"/>
                </a:lnTo>
                <a:lnTo>
                  <a:pt x="2200171" y="122269"/>
                </a:lnTo>
                <a:lnTo>
                  <a:pt x="2199705" y="122363"/>
                </a:lnTo>
                <a:lnTo>
                  <a:pt x="2199249" y="122480"/>
                </a:lnTo>
                <a:lnTo>
                  <a:pt x="2198808" y="122623"/>
                </a:lnTo>
                <a:lnTo>
                  <a:pt x="2198383" y="122795"/>
                </a:lnTo>
                <a:lnTo>
                  <a:pt x="2197978" y="122998"/>
                </a:lnTo>
                <a:lnTo>
                  <a:pt x="2197594" y="123234"/>
                </a:lnTo>
                <a:lnTo>
                  <a:pt x="2197234" y="123507"/>
                </a:lnTo>
                <a:lnTo>
                  <a:pt x="2196901" y="123818"/>
                </a:lnTo>
                <a:lnTo>
                  <a:pt x="2196597" y="124172"/>
                </a:lnTo>
                <a:lnTo>
                  <a:pt x="2196326" y="124569"/>
                </a:lnTo>
                <a:lnTo>
                  <a:pt x="2196089" y="125013"/>
                </a:lnTo>
                <a:lnTo>
                  <a:pt x="2195890" y="125506"/>
                </a:lnTo>
                <a:lnTo>
                  <a:pt x="2195730" y="126051"/>
                </a:lnTo>
                <a:lnTo>
                  <a:pt x="2195613" y="126650"/>
                </a:lnTo>
                <a:lnTo>
                  <a:pt x="2195540" y="127307"/>
                </a:lnTo>
                <a:lnTo>
                  <a:pt x="2195516" y="128023"/>
                </a:lnTo>
                <a:lnTo>
                  <a:pt x="2195542" y="128717"/>
                </a:lnTo>
                <a:lnTo>
                  <a:pt x="2195620" y="129352"/>
                </a:lnTo>
                <a:lnTo>
                  <a:pt x="2195745" y="129932"/>
                </a:lnTo>
                <a:lnTo>
                  <a:pt x="2195914" y="130460"/>
                </a:lnTo>
                <a:lnTo>
                  <a:pt x="2196124" y="130937"/>
                </a:lnTo>
                <a:lnTo>
                  <a:pt x="2196371" y="131367"/>
                </a:lnTo>
                <a:lnTo>
                  <a:pt x="2196653" y="131752"/>
                </a:lnTo>
                <a:lnTo>
                  <a:pt x="2196965" y="132093"/>
                </a:lnTo>
                <a:lnTo>
                  <a:pt x="2197305" y="132395"/>
                </a:lnTo>
                <a:lnTo>
                  <a:pt x="2197669" y="132659"/>
                </a:lnTo>
                <a:lnTo>
                  <a:pt x="2198053" y="132888"/>
                </a:lnTo>
                <a:lnTo>
                  <a:pt x="2198455" y="133084"/>
                </a:lnTo>
                <a:lnTo>
                  <a:pt x="2198872" y="133250"/>
                </a:lnTo>
                <a:lnTo>
                  <a:pt x="2199298" y="133389"/>
                </a:lnTo>
                <a:lnTo>
                  <a:pt x="2199733" y="133502"/>
                </a:lnTo>
                <a:lnTo>
                  <a:pt x="2200171" y="133593"/>
                </a:lnTo>
                <a:lnTo>
                  <a:pt x="2200610" y="133664"/>
                </a:lnTo>
                <a:lnTo>
                  <a:pt x="2201046" y="133717"/>
                </a:lnTo>
                <a:lnTo>
                  <a:pt x="2201476" y="133755"/>
                </a:lnTo>
                <a:lnTo>
                  <a:pt x="2201897" y="133780"/>
                </a:lnTo>
                <a:lnTo>
                  <a:pt x="2202305" y="133796"/>
                </a:lnTo>
                <a:lnTo>
                  <a:pt x="2202698" y="133804"/>
                </a:lnTo>
                <a:lnTo>
                  <a:pt x="2203070" y="133807"/>
                </a:lnTo>
                <a:lnTo>
                  <a:pt x="2203420" y="133807"/>
                </a:lnTo>
                <a:lnTo>
                  <a:pt x="2217879" y="133807"/>
                </a:lnTo>
                <a:lnTo>
                  <a:pt x="2218251" y="133807"/>
                </a:lnTo>
                <a:lnTo>
                  <a:pt x="2218642" y="133804"/>
                </a:lnTo>
                <a:lnTo>
                  <a:pt x="2219049" y="133796"/>
                </a:lnTo>
                <a:lnTo>
                  <a:pt x="2219469" y="133780"/>
                </a:lnTo>
                <a:lnTo>
                  <a:pt x="2219898" y="133755"/>
                </a:lnTo>
                <a:lnTo>
                  <a:pt x="2220334" y="133717"/>
                </a:lnTo>
                <a:lnTo>
                  <a:pt x="2220774" y="133664"/>
                </a:lnTo>
                <a:lnTo>
                  <a:pt x="2221214" y="133593"/>
                </a:lnTo>
                <a:lnTo>
                  <a:pt x="2221651" y="133502"/>
                </a:lnTo>
                <a:lnTo>
                  <a:pt x="2222083" y="133389"/>
                </a:lnTo>
                <a:lnTo>
                  <a:pt x="2222505" y="133250"/>
                </a:lnTo>
                <a:lnTo>
                  <a:pt x="2222916" y="133084"/>
                </a:lnTo>
                <a:lnTo>
                  <a:pt x="2223311" y="132888"/>
                </a:lnTo>
                <a:lnTo>
                  <a:pt x="2223689" y="132659"/>
                </a:lnTo>
                <a:lnTo>
                  <a:pt x="2224045" y="132395"/>
                </a:lnTo>
                <a:lnTo>
                  <a:pt x="2224377" y="132093"/>
                </a:lnTo>
                <a:lnTo>
                  <a:pt x="2224681" y="131752"/>
                </a:lnTo>
                <a:lnTo>
                  <a:pt x="2224955" y="131367"/>
                </a:lnTo>
                <a:lnTo>
                  <a:pt x="2225196" y="130937"/>
                </a:lnTo>
                <a:lnTo>
                  <a:pt x="2225399" y="130460"/>
                </a:lnTo>
                <a:lnTo>
                  <a:pt x="2225563" y="129932"/>
                </a:lnTo>
                <a:lnTo>
                  <a:pt x="2225683" y="129352"/>
                </a:lnTo>
                <a:lnTo>
                  <a:pt x="2225758" y="128717"/>
                </a:lnTo>
                <a:lnTo>
                  <a:pt x="2225784" y="128023"/>
                </a:lnTo>
                <a:lnTo>
                  <a:pt x="2225763" y="127307"/>
                </a:lnTo>
                <a:lnTo>
                  <a:pt x="2225700" y="126650"/>
                </a:lnTo>
                <a:lnTo>
                  <a:pt x="2225596" y="126051"/>
                </a:lnTo>
                <a:lnTo>
                  <a:pt x="2225452" y="125506"/>
                </a:lnTo>
                <a:lnTo>
                  <a:pt x="2225267" y="125013"/>
                </a:lnTo>
                <a:lnTo>
                  <a:pt x="2225043" y="124569"/>
                </a:lnTo>
                <a:close/>
                <a:moveTo>
                  <a:pt x="2731122" y="124569"/>
                </a:moveTo>
                <a:lnTo>
                  <a:pt x="2730858" y="124172"/>
                </a:lnTo>
                <a:lnTo>
                  <a:pt x="2730556" y="123818"/>
                </a:lnTo>
                <a:lnTo>
                  <a:pt x="2730216" y="123507"/>
                </a:lnTo>
                <a:lnTo>
                  <a:pt x="2729838" y="123234"/>
                </a:lnTo>
                <a:lnTo>
                  <a:pt x="2729423" y="122998"/>
                </a:lnTo>
                <a:lnTo>
                  <a:pt x="2728971" y="122795"/>
                </a:lnTo>
                <a:lnTo>
                  <a:pt x="2728483" y="122623"/>
                </a:lnTo>
                <a:lnTo>
                  <a:pt x="2727960" y="122480"/>
                </a:lnTo>
                <a:lnTo>
                  <a:pt x="2727401" y="122363"/>
                </a:lnTo>
                <a:lnTo>
                  <a:pt x="2726808" y="122269"/>
                </a:lnTo>
                <a:lnTo>
                  <a:pt x="2726181" y="122196"/>
                </a:lnTo>
                <a:lnTo>
                  <a:pt x="2725520" y="122141"/>
                </a:lnTo>
                <a:lnTo>
                  <a:pt x="2724825" y="122102"/>
                </a:lnTo>
                <a:lnTo>
                  <a:pt x="2724099" y="122076"/>
                </a:lnTo>
                <a:lnTo>
                  <a:pt x="2723340" y="122060"/>
                </a:lnTo>
                <a:lnTo>
                  <a:pt x="2722549" y="122052"/>
                </a:lnTo>
                <a:lnTo>
                  <a:pt x="2721727" y="122049"/>
                </a:lnTo>
                <a:lnTo>
                  <a:pt x="2720875" y="122048"/>
                </a:lnTo>
                <a:lnTo>
                  <a:pt x="2720875" y="75459"/>
                </a:lnTo>
                <a:lnTo>
                  <a:pt x="2720874" y="74886"/>
                </a:lnTo>
                <a:lnTo>
                  <a:pt x="2720865" y="74142"/>
                </a:lnTo>
                <a:lnTo>
                  <a:pt x="2720842" y="73244"/>
                </a:lnTo>
                <a:lnTo>
                  <a:pt x="2720796" y="72209"/>
                </a:lnTo>
                <a:lnTo>
                  <a:pt x="2720720" y="71056"/>
                </a:lnTo>
                <a:lnTo>
                  <a:pt x="2720607" y="69800"/>
                </a:lnTo>
                <a:lnTo>
                  <a:pt x="2720449" y="68461"/>
                </a:lnTo>
                <a:lnTo>
                  <a:pt x="2720240" y="67054"/>
                </a:lnTo>
                <a:lnTo>
                  <a:pt x="2719970" y="65598"/>
                </a:lnTo>
                <a:lnTo>
                  <a:pt x="2719634" y="64110"/>
                </a:lnTo>
                <a:lnTo>
                  <a:pt x="2719223" y="62607"/>
                </a:lnTo>
                <a:lnTo>
                  <a:pt x="2718730" y="61107"/>
                </a:lnTo>
                <a:lnTo>
                  <a:pt x="2718148" y="59627"/>
                </a:lnTo>
                <a:lnTo>
                  <a:pt x="2717469" y="58184"/>
                </a:lnTo>
                <a:lnTo>
                  <a:pt x="2716686" y="56796"/>
                </a:lnTo>
                <a:lnTo>
                  <a:pt x="2715791" y="55480"/>
                </a:lnTo>
                <a:lnTo>
                  <a:pt x="2714777" y="54254"/>
                </a:lnTo>
                <a:lnTo>
                  <a:pt x="2713636" y="53135"/>
                </a:lnTo>
                <a:lnTo>
                  <a:pt x="2712361" y="52141"/>
                </a:lnTo>
                <a:lnTo>
                  <a:pt x="2710945" y="51288"/>
                </a:lnTo>
                <a:lnTo>
                  <a:pt x="2709380" y="50594"/>
                </a:lnTo>
                <a:lnTo>
                  <a:pt x="2707658" y="50077"/>
                </a:lnTo>
                <a:lnTo>
                  <a:pt x="2705773" y="49754"/>
                </a:lnTo>
                <a:lnTo>
                  <a:pt x="2703716" y="49643"/>
                </a:lnTo>
                <a:lnTo>
                  <a:pt x="2702982" y="49656"/>
                </a:lnTo>
                <a:lnTo>
                  <a:pt x="2702228" y="49697"/>
                </a:lnTo>
                <a:lnTo>
                  <a:pt x="2701457" y="49765"/>
                </a:lnTo>
                <a:lnTo>
                  <a:pt x="2700669" y="49863"/>
                </a:lnTo>
                <a:lnTo>
                  <a:pt x="2699867" y="49992"/>
                </a:lnTo>
                <a:lnTo>
                  <a:pt x="2699053" y="50152"/>
                </a:lnTo>
                <a:lnTo>
                  <a:pt x="2698229" y="50345"/>
                </a:lnTo>
                <a:lnTo>
                  <a:pt x="2697397" y="50571"/>
                </a:lnTo>
                <a:lnTo>
                  <a:pt x="2696559" y="50833"/>
                </a:lnTo>
                <a:lnTo>
                  <a:pt x="2695716" y="51130"/>
                </a:lnTo>
                <a:lnTo>
                  <a:pt x="2694872" y="51464"/>
                </a:lnTo>
                <a:lnTo>
                  <a:pt x="2694028" y="51836"/>
                </a:lnTo>
                <a:lnTo>
                  <a:pt x="2693186" y="52248"/>
                </a:lnTo>
                <a:lnTo>
                  <a:pt x="2692348" y="52699"/>
                </a:lnTo>
                <a:lnTo>
                  <a:pt x="2691516" y="53192"/>
                </a:lnTo>
                <a:lnTo>
                  <a:pt x="2690692" y="53728"/>
                </a:lnTo>
                <a:lnTo>
                  <a:pt x="2689878" y="54307"/>
                </a:lnTo>
                <a:lnTo>
                  <a:pt x="2689076" y="54930"/>
                </a:lnTo>
                <a:lnTo>
                  <a:pt x="2688288" y="55600"/>
                </a:lnTo>
                <a:lnTo>
                  <a:pt x="2687516" y="56316"/>
                </a:lnTo>
                <a:lnTo>
                  <a:pt x="2686762" y="57079"/>
                </a:lnTo>
                <a:lnTo>
                  <a:pt x="2686029" y="57892"/>
                </a:lnTo>
                <a:lnTo>
                  <a:pt x="2685317" y="58755"/>
                </a:lnTo>
                <a:lnTo>
                  <a:pt x="2684630" y="59669"/>
                </a:lnTo>
                <a:lnTo>
                  <a:pt x="2684255" y="58866"/>
                </a:lnTo>
                <a:lnTo>
                  <a:pt x="2683855" y="58095"/>
                </a:lnTo>
                <a:lnTo>
                  <a:pt x="2683431" y="57357"/>
                </a:lnTo>
                <a:lnTo>
                  <a:pt x="2682982" y="56651"/>
                </a:lnTo>
                <a:lnTo>
                  <a:pt x="2682510" y="55978"/>
                </a:lnTo>
                <a:lnTo>
                  <a:pt x="2682015" y="55337"/>
                </a:lnTo>
                <a:lnTo>
                  <a:pt x="2681498" y="54730"/>
                </a:lnTo>
                <a:lnTo>
                  <a:pt x="2680959" y="54157"/>
                </a:lnTo>
                <a:lnTo>
                  <a:pt x="2680400" y="53616"/>
                </a:lnTo>
                <a:lnTo>
                  <a:pt x="2679821" y="53110"/>
                </a:lnTo>
                <a:lnTo>
                  <a:pt x="2679222" y="52637"/>
                </a:lnTo>
                <a:lnTo>
                  <a:pt x="2678605" y="52198"/>
                </a:lnTo>
                <a:lnTo>
                  <a:pt x="2677969" y="51793"/>
                </a:lnTo>
                <a:lnTo>
                  <a:pt x="2677316" y="51423"/>
                </a:lnTo>
                <a:lnTo>
                  <a:pt x="2676647" y="51087"/>
                </a:lnTo>
                <a:lnTo>
                  <a:pt x="2675961" y="50786"/>
                </a:lnTo>
                <a:lnTo>
                  <a:pt x="2675260" y="50519"/>
                </a:lnTo>
                <a:lnTo>
                  <a:pt x="2674544" y="50288"/>
                </a:lnTo>
                <a:lnTo>
                  <a:pt x="2673814" y="50091"/>
                </a:lnTo>
                <a:lnTo>
                  <a:pt x="2673071" y="49930"/>
                </a:lnTo>
                <a:lnTo>
                  <a:pt x="2672315" y="49805"/>
                </a:lnTo>
                <a:lnTo>
                  <a:pt x="2671546" y="49715"/>
                </a:lnTo>
                <a:lnTo>
                  <a:pt x="2670767" y="49661"/>
                </a:lnTo>
                <a:lnTo>
                  <a:pt x="2669977" y="49643"/>
                </a:lnTo>
                <a:lnTo>
                  <a:pt x="2669208" y="49657"/>
                </a:lnTo>
                <a:lnTo>
                  <a:pt x="2668443" y="49699"/>
                </a:lnTo>
                <a:lnTo>
                  <a:pt x="2667683" y="49767"/>
                </a:lnTo>
                <a:lnTo>
                  <a:pt x="2666928" y="49863"/>
                </a:lnTo>
                <a:lnTo>
                  <a:pt x="2666178" y="49984"/>
                </a:lnTo>
                <a:lnTo>
                  <a:pt x="2665434" y="50131"/>
                </a:lnTo>
                <a:lnTo>
                  <a:pt x="2664696" y="50303"/>
                </a:lnTo>
                <a:lnTo>
                  <a:pt x="2663965" y="50500"/>
                </a:lnTo>
                <a:lnTo>
                  <a:pt x="2663240" y="50721"/>
                </a:lnTo>
                <a:lnTo>
                  <a:pt x="2662522" y="50966"/>
                </a:lnTo>
                <a:lnTo>
                  <a:pt x="2661811" y="51233"/>
                </a:lnTo>
                <a:lnTo>
                  <a:pt x="2661109" y="51524"/>
                </a:lnTo>
                <a:lnTo>
                  <a:pt x="2660414" y="51836"/>
                </a:lnTo>
                <a:lnTo>
                  <a:pt x="2659727" y="52170"/>
                </a:lnTo>
                <a:lnTo>
                  <a:pt x="2659050" y="52525"/>
                </a:lnTo>
                <a:lnTo>
                  <a:pt x="2658381" y="52901"/>
                </a:lnTo>
                <a:lnTo>
                  <a:pt x="2657722" y="53296"/>
                </a:lnTo>
                <a:lnTo>
                  <a:pt x="2657072" y="53711"/>
                </a:lnTo>
                <a:lnTo>
                  <a:pt x="2656433" y="54146"/>
                </a:lnTo>
                <a:lnTo>
                  <a:pt x="2655803" y="54599"/>
                </a:lnTo>
                <a:lnTo>
                  <a:pt x="2655185" y="55070"/>
                </a:lnTo>
                <a:lnTo>
                  <a:pt x="2654577" y="55558"/>
                </a:lnTo>
                <a:lnTo>
                  <a:pt x="2653981" y="56064"/>
                </a:lnTo>
                <a:lnTo>
                  <a:pt x="2653397" y="56586"/>
                </a:lnTo>
                <a:lnTo>
                  <a:pt x="2653331" y="55889"/>
                </a:lnTo>
                <a:lnTo>
                  <a:pt x="2653230" y="55250"/>
                </a:lnTo>
                <a:lnTo>
                  <a:pt x="2653097" y="54667"/>
                </a:lnTo>
                <a:lnTo>
                  <a:pt x="2652933" y="54137"/>
                </a:lnTo>
                <a:lnTo>
                  <a:pt x="2652739" y="53657"/>
                </a:lnTo>
                <a:lnTo>
                  <a:pt x="2652517" y="53225"/>
                </a:lnTo>
                <a:lnTo>
                  <a:pt x="2652269" y="52839"/>
                </a:lnTo>
                <a:lnTo>
                  <a:pt x="2651997" y="52495"/>
                </a:lnTo>
                <a:lnTo>
                  <a:pt x="2651702" y="52192"/>
                </a:lnTo>
                <a:lnTo>
                  <a:pt x="2651386" y="51927"/>
                </a:lnTo>
                <a:lnTo>
                  <a:pt x="2651051" y="51697"/>
                </a:lnTo>
                <a:lnTo>
                  <a:pt x="2650697" y="51499"/>
                </a:lnTo>
                <a:lnTo>
                  <a:pt x="2650328" y="51332"/>
                </a:lnTo>
                <a:lnTo>
                  <a:pt x="2649944" y="51193"/>
                </a:lnTo>
                <a:lnTo>
                  <a:pt x="2649548" y="51079"/>
                </a:lnTo>
                <a:lnTo>
                  <a:pt x="2649140" y="50988"/>
                </a:lnTo>
                <a:lnTo>
                  <a:pt x="2648724" y="50917"/>
                </a:lnTo>
                <a:lnTo>
                  <a:pt x="2648299" y="50864"/>
                </a:lnTo>
                <a:lnTo>
                  <a:pt x="2647868" y="50825"/>
                </a:lnTo>
                <a:lnTo>
                  <a:pt x="2647433" y="50800"/>
                </a:lnTo>
                <a:lnTo>
                  <a:pt x="2646996" y="50784"/>
                </a:lnTo>
                <a:lnTo>
                  <a:pt x="2646557" y="50776"/>
                </a:lnTo>
                <a:lnTo>
                  <a:pt x="2646119" y="50773"/>
                </a:lnTo>
                <a:lnTo>
                  <a:pt x="2645683" y="50773"/>
                </a:lnTo>
                <a:lnTo>
                  <a:pt x="2639515" y="50773"/>
                </a:lnTo>
                <a:lnTo>
                  <a:pt x="2639143" y="50773"/>
                </a:lnTo>
                <a:lnTo>
                  <a:pt x="2638752" y="50776"/>
                </a:lnTo>
                <a:lnTo>
                  <a:pt x="2638345" y="50784"/>
                </a:lnTo>
                <a:lnTo>
                  <a:pt x="2637925" y="50799"/>
                </a:lnTo>
                <a:lnTo>
                  <a:pt x="2637496" y="50825"/>
                </a:lnTo>
                <a:lnTo>
                  <a:pt x="2637060" y="50863"/>
                </a:lnTo>
                <a:lnTo>
                  <a:pt x="2636620" y="50916"/>
                </a:lnTo>
                <a:lnTo>
                  <a:pt x="2636180" y="50987"/>
                </a:lnTo>
                <a:lnTo>
                  <a:pt x="2635743" y="51078"/>
                </a:lnTo>
                <a:lnTo>
                  <a:pt x="2635311" y="51191"/>
                </a:lnTo>
                <a:lnTo>
                  <a:pt x="2634889" y="51330"/>
                </a:lnTo>
                <a:lnTo>
                  <a:pt x="2634478" y="51496"/>
                </a:lnTo>
                <a:lnTo>
                  <a:pt x="2634082" y="51692"/>
                </a:lnTo>
                <a:lnTo>
                  <a:pt x="2633705" y="51921"/>
                </a:lnTo>
                <a:lnTo>
                  <a:pt x="2633349" y="52186"/>
                </a:lnTo>
                <a:lnTo>
                  <a:pt x="2633017" y="52487"/>
                </a:lnTo>
                <a:lnTo>
                  <a:pt x="2632712" y="52829"/>
                </a:lnTo>
                <a:lnTo>
                  <a:pt x="2632438" y="53214"/>
                </a:lnTo>
                <a:lnTo>
                  <a:pt x="2632198" y="53644"/>
                </a:lnTo>
                <a:lnTo>
                  <a:pt x="2631995" y="54122"/>
                </a:lnTo>
                <a:lnTo>
                  <a:pt x="2631831" y="54649"/>
                </a:lnTo>
                <a:lnTo>
                  <a:pt x="2631710" y="55230"/>
                </a:lnTo>
                <a:lnTo>
                  <a:pt x="2631636" y="55866"/>
                </a:lnTo>
                <a:lnTo>
                  <a:pt x="2631610" y="56560"/>
                </a:lnTo>
                <a:lnTo>
                  <a:pt x="2631631" y="57276"/>
                </a:lnTo>
                <a:lnTo>
                  <a:pt x="2631694" y="57932"/>
                </a:lnTo>
                <a:lnTo>
                  <a:pt x="2631798" y="58532"/>
                </a:lnTo>
                <a:lnTo>
                  <a:pt x="2631942" y="59077"/>
                </a:lnTo>
                <a:lnTo>
                  <a:pt x="2632127" y="59570"/>
                </a:lnTo>
                <a:lnTo>
                  <a:pt x="2632351" y="60014"/>
                </a:lnTo>
                <a:lnTo>
                  <a:pt x="2632615" y="60411"/>
                </a:lnTo>
                <a:lnTo>
                  <a:pt x="2632917" y="60764"/>
                </a:lnTo>
                <a:lnTo>
                  <a:pt x="2633258" y="61076"/>
                </a:lnTo>
                <a:lnTo>
                  <a:pt x="2633636" y="61349"/>
                </a:lnTo>
                <a:lnTo>
                  <a:pt x="2634051" y="61585"/>
                </a:lnTo>
                <a:lnTo>
                  <a:pt x="2634503" y="61788"/>
                </a:lnTo>
                <a:lnTo>
                  <a:pt x="2634991" y="61959"/>
                </a:lnTo>
                <a:lnTo>
                  <a:pt x="2635515" y="62103"/>
                </a:lnTo>
                <a:lnTo>
                  <a:pt x="2636073" y="62220"/>
                </a:lnTo>
                <a:lnTo>
                  <a:pt x="2636667" y="62313"/>
                </a:lnTo>
                <a:lnTo>
                  <a:pt x="2637294" y="62386"/>
                </a:lnTo>
                <a:lnTo>
                  <a:pt x="2637956" y="62441"/>
                </a:lnTo>
                <a:lnTo>
                  <a:pt x="2638650" y="62481"/>
                </a:lnTo>
                <a:lnTo>
                  <a:pt x="2639377" y="62507"/>
                </a:lnTo>
                <a:lnTo>
                  <a:pt x="2640136" y="62523"/>
                </a:lnTo>
                <a:lnTo>
                  <a:pt x="2640926" y="62531"/>
                </a:lnTo>
                <a:lnTo>
                  <a:pt x="2641748" y="62534"/>
                </a:lnTo>
                <a:lnTo>
                  <a:pt x="2642601" y="62535"/>
                </a:lnTo>
                <a:lnTo>
                  <a:pt x="2642601" y="122048"/>
                </a:lnTo>
                <a:lnTo>
                  <a:pt x="2641748" y="122049"/>
                </a:lnTo>
                <a:lnTo>
                  <a:pt x="2640926" y="122052"/>
                </a:lnTo>
                <a:lnTo>
                  <a:pt x="2640136" y="122060"/>
                </a:lnTo>
                <a:lnTo>
                  <a:pt x="2639377" y="122076"/>
                </a:lnTo>
                <a:lnTo>
                  <a:pt x="2638650" y="122102"/>
                </a:lnTo>
                <a:lnTo>
                  <a:pt x="2637956" y="122141"/>
                </a:lnTo>
                <a:lnTo>
                  <a:pt x="2637294" y="122196"/>
                </a:lnTo>
                <a:lnTo>
                  <a:pt x="2636667" y="122269"/>
                </a:lnTo>
                <a:lnTo>
                  <a:pt x="2636073" y="122363"/>
                </a:lnTo>
                <a:lnTo>
                  <a:pt x="2635515" y="122480"/>
                </a:lnTo>
                <a:lnTo>
                  <a:pt x="2634991" y="122623"/>
                </a:lnTo>
                <a:lnTo>
                  <a:pt x="2634503" y="122795"/>
                </a:lnTo>
                <a:lnTo>
                  <a:pt x="2634051" y="122998"/>
                </a:lnTo>
                <a:lnTo>
                  <a:pt x="2633636" y="123234"/>
                </a:lnTo>
                <a:lnTo>
                  <a:pt x="2633258" y="123507"/>
                </a:lnTo>
                <a:lnTo>
                  <a:pt x="2632917" y="123818"/>
                </a:lnTo>
                <a:lnTo>
                  <a:pt x="2632615" y="124172"/>
                </a:lnTo>
                <a:lnTo>
                  <a:pt x="2632351" y="124569"/>
                </a:lnTo>
                <a:lnTo>
                  <a:pt x="2632127" y="125013"/>
                </a:lnTo>
                <a:lnTo>
                  <a:pt x="2631942" y="125506"/>
                </a:lnTo>
                <a:lnTo>
                  <a:pt x="2631798" y="126051"/>
                </a:lnTo>
                <a:lnTo>
                  <a:pt x="2631694" y="126650"/>
                </a:lnTo>
                <a:lnTo>
                  <a:pt x="2631631" y="127307"/>
                </a:lnTo>
                <a:lnTo>
                  <a:pt x="2631610" y="128023"/>
                </a:lnTo>
                <a:lnTo>
                  <a:pt x="2631637" y="128717"/>
                </a:lnTo>
                <a:lnTo>
                  <a:pt x="2631714" y="129352"/>
                </a:lnTo>
                <a:lnTo>
                  <a:pt x="2631839" y="129932"/>
                </a:lnTo>
                <a:lnTo>
                  <a:pt x="2632008" y="130460"/>
                </a:lnTo>
                <a:lnTo>
                  <a:pt x="2632218" y="130937"/>
                </a:lnTo>
                <a:lnTo>
                  <a:pt x="2632466" y="131367"/>
                </a:lnTo>
                <a:lnTo>
                  <a:pt x="2632747" y="131752"/>
                </a:lnTo>
                <a:lnTo>
                  <a:pt x="2633060" y="132093"/>
                </a:lnTo>
                <a:lnTo>
                  <a:pt x="2633400" y="132395"/>
                </a:lnTo>
                <a:lnTo>
                  <a:pt x="2633764" y="132659"/>
                </a:lnTo>
                <a:lnTo>
                  <a:pt x="2634149" y="132888"/>
                </a:lnTo>
                <a:lnTo>
                  <a:pt x="2634551" y="133084"/>
                </a:lnTo>
                <a:lnTo>
                  <a:pt x="2634967" y="133250"/>
                </a:lnTo>
                <a:lnTo>
                  <a:pt x="2635394" y="133389"/>
                </a:lnTo>
                <a:lnTo>
                  <a:pt x="2635828" y="133502"/>
                </a:lnTo>
                <a:lnTo>
                  <a:pt x="2636266" y="133593"/>
                </a:lnTo>
                <a:lnTo>
                  <a:pt x="2636705" y="133664"/>
                </a:lnTo>
                <a:lnTo>
                  <a:pt x="2637141" y="133717"/>
                </a:lnTo>
                <a:lnTo>
                  <a:pt x="2637572" y="133755"/>
                </a:lnTo>
                <a:lnTo>
                  <a:pt x="2637992" y="133780"/>
                </a:lnTo>
                <a:lnTo>
                  <a:pt x="2638400" y="133796"/>
                </a:lnTo>
                <a:lnTo>
                  <a:pt x="2638792" y="133804"/>
                </a:lnTo>
                <a:lnTo>
                  <a:pt x="2639165" y="133807"/>
                </a:lnTo>
                <a:lnTo>
                  <a:pt x="2639515" y="133807"/>
                </a:lnTo>
                <a:lnTo>
                  <a:pt x="2656483" y="133807"/>
                </a:lnTo>
                <a:lnTo>
                  <a:pt x="2656855" y="133807"/>
                </a:lnTo>
                <a:lnTo>
                  <a:pt x="2657246" y="133804"/>
                </a:lnTo>
                <a:lnTo>
                  <a:pt x="2657653" y="133796"/>
                </a:lnTo>
                <a:lnTo>
                  <a:pt x="2658072" y="133780"/>
                </a:lnTo>
                <a:lnTo>
                  <a:pt x="2658501" y="133755"/>
                </a:lnTo>
                <a:lnTo>
                  <a:pt x="2658937" y="133717"/>
                </a:lnTo>
                <a:lnTo>
                  <a:pt x="2659377" y="133664"/>
                </a:lnTo>
                <a:lnTo>
                  <a:pt x="2659817" y="133593"/>
                </a:lnTo>
                <a:lnTo>
                  <a:pt x="2660254" y="133502"/>
                </a:lnTo>
                <a:lnTo>
                  <a:pt x="2660685" y="133389"/>
                </a:lnTo>
                <a:lnTo>
                  <a:pt x="2661107" y="133250"/>
                </a:lnTo>
                <a:lnTo>
                  <a:pt x="2661518" y="133084"/>
                </a:lnTo>
                <a:lnTo>
                  <a:pt x="2661913" y="132888"/>
                </a:lnTo>
                <a:lnTo>
                  <a:pt x="2662291" y="132659"/>
                </a:lnTo>
                <a:lnTo>
                  <a:pt x="2662647" y="132395"/>
                </a:lnTo>
                <a:lnTo>
                  <a:pt x="2662978" y="132093"/>
                </a:lnTo>
                <a:lnTo>
                  <a:pt x="2663283" y="131752"/>
                </a:lnTo>
                <a:lnTo>
                  <a:pt x="2663556" y="131367"/>
                </a:lnTo>
                <a:lnTo>
                  <a:pt x="2663796" y="130937"/>
                </a:lnTo>
                <a:lnTo>
                  <a:pt x="2664000" y="130460"/>
                </a:lnTo>
                <a:lnTo>
                  <a:pt x="2664163" y="129932"/>
                </a:lnTo>
                <a:lnTo>
                  <a:pt x="2664284" y="129352"/>
                </a:lnTo>
                <a:lnTo>
                  <a:pt x="2664359" y="128717"/>
                </a:lnTo>
                <a:lnTo>
                  <a:pt x="2664384" y="128023"/>
                </a:lnTo>
                <a:lnTo>
                  <a:pt x="2664363" y="127307"/>
                </a:lnTo>
                <a:lnTo>
                  <a:pt x="2664301" y="126650"/>
                </a:lnTo>
                <a:lnTo>
                  <a:pt x="2664197" y="126051"/>
                </a:lnTo>
                <a:lnTo>
                  <a:pt x="2664052" y="125506"/>
                </a:lnTo>
                <a:lnTo>
                  <a:pt x="2663868" y="125013"/>
                </a:lnTo>
                <a:lnTo>
                  <a:pt x="2663643" y="124569"/>
                </a:lnTo>
                <a:lnTo>
                  <a:pt x="2663380" y="124172"/>
                </a:lnTo>
                <a:lnTo>
                  <a:pt x="2663078" y="123818"/>
                </a:lnTo>
                <a:lnTo>
                  <a:pt x="2662738" y="123507"/>
                </a:lnTo>
                <a:lnTo>
                  <a:pt x="2662360" y="123234"/>
                </a:lnTo>
                <a:lnTo>
                  <a:pt x="2661945" y="122998"/>
                </a:lnTo>
                <a:lnTo>
                  <a:pt x="2661493" y="122795"/>
                </a:lnTo>
                <a:lnTo>
                  <a:pt x="2661005" y="122623"/>
                </a:lnTo>
                <a:lnTo>
                  <a:pt x="2660482" y="122480"/>
                </a:lnTo>
                <a:lnTo>
                  <a:pt x="2659923" y="122363"/>
                </a:lnTo>
                <a:lnTo>
                  <a:pt x="2659330" y="122269"/>
                </a:lnTo>
                <a:lnTo>
                  <a:pt x="2658702" y="122196"/>
                </a:lnTo>
                <a:lnTo>
                  <a:pt x="2658041" y="122141"/>
                </a:lnTo>
                <a:lnTo>
                  <a:pt x="2657347" y="122102"/>
                </a:lnTo>
                <a:lnTo>
                  <a:pt x="2656620" y="122076"/>
                </a:lnTo>
                <a:lnTo>
                  <a:pt x="2655861" y="122060"/>
                </a:lnTo>
                <a:lnTo>
                  <a:pt x="2655071" y="122052"/>
                </a:lnTo>
                <a:lnTo>
                  <a:pt x="2654249" y="122049"/>
                </a:lnTo>
                <a:lnTo>
                  <a:pt x="2653397" y="122048"/>
                </a:lnTo>
                <a:lnTo>
                  <a:pt x="2653397" y="87574"/>
                </a:lnTo>
                <a:lnTo>
                  <a:pt x="2653437" y="85476"/>
                </a:lnTo>
                <a:lnTo>
                  <a:pt x="2653557" y="83463"/>
                </a:lnTo>
                <a:lnTo>
                  <a:pt x="2653752" y="81534"/>
                </a:lnTo>
                <a:lnTo>
                  <a:pt x="2654019" y="79691"/>
                </a:lnTo>
                <a:lnTo>
                  <a:pt x="2654355" y="77934"/>
                </a:lnTo>
                <a:lnTo>
                  <a:pt x="2654755" y="76263"/>
                </a:lnTo>
                <a:lnTo>
                  <a:pt x="2655218" y="74678"/>
                </a:lnTo>
                <a:lnTo>
                  <a:pt x="2655739" y="73181"/>
                </a:lnTo>
                <a:lnTo>
                  <a:pt x="2656315" y="71771"/>
                </a:lnTo>
                <a:lnTo>
                  <a:pt x="2656942" y="70449"/>
                </a:lnTo>
                <a:lnTo>
                  <a:pt x="2657617" y="69215"/>
                </a:lnTo>
                <a:lnTo>
                  <a:pt x="2658337" y="68070"/>
                </a:lnTo>
                <a:lnTo>
                  <a:pt x="2659098" y="67014"/>
                </a:lnTo>
                <a:lnTo>
                  <a:pt x="2659897" y="66047"/>
                </a:lnTo>
                <a:lnTo>
                  <a:pt x="2660730" y="65171"/>
                </a:lnTo>
                <a:lnTo>
                  <a:pt x="2661594" y="64385"/>
                </a:lnTo>
                <a:lnTo>
                  <a:pt x="2662486" y="63690"/>
                </a:lnTo>
                <a:lnTo>
                  <a:pt x="2663401" y="63087"/>
                </a:lnTo>
                <a:lnTo>
                  <a:pt x="2664337" y="62574"/>
                </a:lnTo>
                <a:lnTo>
                  <a:pt x="2665290" y="62155"/>
                </a:lnTo>
                <a:lnTo>
                  <a:pt x="2666257" y="61827"/>
                </a:lnTo>
                <a:lnTo>
                  <a:pt x="2667234" y="61593"/>
                </a:lnTo>
                <a:lnTo>
                  <a:pt x="2668218" y="61452"/>
                </a:lnTo>
                <a:lnTo>
                  <a:pt x="2669206" y="61405"/>
                </a:lnTo>
                <a:lnTo>
                  <a:pt x="2669751" y="61423"/>
                </a:lnTo>
                <a:lnTo>
                  <a:pt x="2670278" y="61477"/>
                </a:lnTo>
                <a:lnTo>
                  <a:pt x="2670785" y="61570"/>
                </a:lnTo>
                <a:lnTo>
                  <a:pt x="2671274" y="61706"/>
                </a:lnTo>
                <a:lnTo>
                  <a:pt x="2671742" y="61885"/>
                </a:lnTo>
                <a:lnTo>
                  <a:pt x="2672191" y="62112"/>
                </a:lnTo>
                <a:lnTo>
                  <a:pt x="2672619" y="62389"/>
                </a:lnTo>
                <a:lnTo>
                  <a:pt x="2673026" y="62717"/>
                </a:lnTo>
                <a:lnTo>
                  <a:pt x="2673411" y="63101"/>
                </a:lnTo>
                <a:lnTo>
                  <a:pt x="2673775" y="63542"/>
                </a:lnTo>
                <a:lnTo>
                  <a:pt x="2674116" y="64043"/>
                </a:lnTo>
                <a:lnTo>
                  <a:pt x="2674435" y="64606"/>
                </a:lnTo>
                <a:lnTo>
                  <a:pt x="2674731" y="65235"/>
                </a:lnTo>
                <a:lnTo>
                  <a:pt x="2675003" y="65931"/>
                </a:lnTo>
                <a:lnTo>
                  <a:pt x="2675251" y="66698"/>
                </a:lnTo>
                <a:lnTo>
                  <a:pt x="2675475" y="67538"/>
                </a:lnTo>
                <a:lnTo>
                  <a:pt x="2675674" y="68453"/>
                </a:lnTo>
                <a:lnTo>
                  <a:pt x="2675848" y="69446"/>
                </a:lnTo>
                <a:lnTo>
                  <a:pt x="2675997" y="70520"/>
                </a:lnTo>
                <a:lnTo>
                  <a:pt x="2676119" y="71678"/>
                </a:lnTo>
                <a:lnTo>
                  <a:pt x="2676215" y="72921"/>
                </a:lnTo>
                <a:lnTo>
                  <a:pt x="2676284" y="74253"/>
                </a:lnTo>
                <a:lnTo>
                  <a:pt x="2676326" y="75675"/>
                </a:lnTo>
                <a:lnTo>
                  <a:pt x="2676340" y="77192"/>
                </a:lnTo>
                <a:lnTo>
                  <a:pt x="2676340" y="122048"/>
                </a:lnTo>
                <a:lnTo>
                  <a:pt x="2675876" y="122049"/>
                </a:lnTo>
                <a:lnTo>
                  <a:pt x="2675403" y="122052"/>
                </a:lnTo>
                <a:lnTo>
                  <a:pt x="2674924" y="122060"/>
                </a:lnTo>
                <a:lnTo>
                  <a:pt x="2674440" y="122076"/>
                </a:lnTo>
                <a:lnTo>
                  <a:pt x="2673954" y="122102"/>
                </a:lnTo>
                <a:lnTo>
                  <a:pt x="2673469" y="122141"/>
                </a:lnTo>
                <a:lnTo>
                  <a:pt x="2672988" y="122196"/>
                </a:lnTo>
                <a:lnTo>
                  <a:pt x="2672512" y="122269"/>
                </a:lnTo>
                <a:lnTo>
                  <a:pt x="2672046" y="122363"/>
                </a:lnTo>
                <a:lnTo>
                  <a:pt x="2671591" y="122480"/>
                </a:lnTo>
                <a:lnTo>
                  <a:pt x="2671149" y="122623"/>
                </a:lnTo>
                <a:lnTo>
                  <a:pt x="2670724" y="122795"/>
                </a:lnTo>
                <a:lnTo>
                  <a:pt x="2670318" y="122998"/>
                </a:lnTo>
                <a:lnTo>
                  <a:pt x="2669934" y="123234"/>
                </a:lnTo>
                <a:lnTo>
                  <a:pt x="2669574" y="123507"/>
                </a:lnTo>
                <a:lnTo>
                  <a:pt x="2669241" y="123818"/>
                </a:lnTo>
                <a:lnTo>
                  <a:pt x="2668938" y="124172"/>
                </a:lnTo>
                <a:lnTo>
                  <a:pt x="2668666" y="124569"/>
                </a:lnTo>
                <a:lnTo>
                  <a:pt x="2668429" y="125013"/>
                </a:lnTo>
                <a:lnTo>
                  <a:pt x="2668230" y="125506"/>
                </a:lnTo>
                <a:lnTo>
                  <a:pt x="2668070" y="126051"/>
                </a:lnTo>
                <a:lnTo>
                  <a:pt x="2667953" y="126650"/>
                </a:lnTo>
                <a:lnTo>
                  <a:pt x="2667880" y="127307"/>
                </a:lnTo>
                <a:lnTo>
                  <a:pt x="2667856" y="128023"/>
                </a:lnTo>
                <a:lnTo>
                  <a:pt x="2667882" y="128717"/>
                </a:lnTo>
                <a:lnTo>
                  <a:pt x="2667960" y="129352"/>
                </a:lnTo>
                <a:lnTo>
                  <a:pt x="2668085" y="129932"/>
                </a:lnTo>
                <a:lnTo>
                  <a:pt x="2668254" y="130460"/>
                </a:lnTo>
                <a:lnTo>
                  <a:pt x="2668464" y="130937"/>
                </a:lnTo>
                <a:lnTo>
                  <a:pt x="2668711" y="131367"/>
                </a:lnTo>
                <a:lnTo>
                  <a:pt x="2668993" y="131752"/>
                </a:lnTo>
                <a:lnTo>
                  <a:pt x="2669305" y="132093"/>
                </a:lnTo>
                <a:lnTo>
                  <a:pt x="2669645" y="132395"/>
                </a:lnTo>
                <a:lnTo>
                  <a:pt x="2670009" y="132659"/>
                </a:lnTo>
                <a:lnTo>
                  <a:pt x="2670394" y="132888"/>
                </a:lnTo>
                <a:lnTo>
                  <a:pt x="2670796" y="133084"/>
                </a:lnTo>
                <a:lnTo>
                  <a:pt x="2671212" y="133250"/>
                </a:lnTo>
                <a:lnTo>
                  <a:pt x="2671639" y="133389"/>
                </a:lnTo>
                <a:lnTo>
                  <a:pt x="2672074" y="133502"/>
                </a:lnTo>
                <a:lnTo>
                  <a:pt x="2672512" y="133593"/>
                </a:lnTo>
                <a:lnTo>
                  <a:pt x="2672951" y="133664"/>
                </a:lnTo>
                <a:lnTo>
                  <a:pt x="2673387" y="133717"/>
                </a:lnTo>
                <a:lnTo>
                  <a:pt x="2673817" y="133755"/>
                </a:lnTo>
                <a:lnTo>
                  <a:pt x="2674238" y="133780"/>
                </a:lnTo>
                <a:lnTo>
                  <a:pt x="2674646" y="133796"/>
                </a:lnTo>
                <a:lnTo>
                  <a:pt x="2675038" y="133804"/>
                </a:lnTo>
                <a:lnTo>
                  <a:pt x="2675410" y="133807"/>
                </a:lnTo>
                <a:lnTo>
                  <a:pt x="2675760" y="133807"/>
                </a:lnTo>
                <a:lnTo>
                  <a:pt x="2690219" y="133807"/>
                </a:lnTo>
                <a:lnTo>
                  <a:pt x="2690591" y="133807"/>
                </a:lnTo>
                <a:lnTo>
                  <a:pt x="2690982" y="133804"/>
                </a:lnTo>
                <a:lnTo>
                  <a:pt x="2691389" y="133796"/>
                </a:lnTo>
                <a:lnTo>
                  <a:pt x="2691809" y="133780"/>
                </a:lnTo>
                <a:lnTo>
                  <a:pt x="2692238" y="133755"/>
                </a:lnTo>
                <a:lnTo>
                  <a:pt x="2692674" y="133717"/>
                </a:lnTo>
                <a:lnTo>
                  <a:pt x="2693114" y="133664"/>
                </a:lnTo>
                <a:lnTo>
                  <a:pt x="2693554" y="133593"/>
                </a:lnTo>
                <a:lnTo>
                  <a:pt x="2693991" y="133502"/>
                </a:lnTo>
                <a:lnTo>
                  <a:pt x="2694422" y="133389"/>
                </a:lnTo>
                <a:lnTo>
                  <a:pt x="2694845" y="133250"/>
                </a:lnTo>
                <a:lnTo>
                  <a:pt x="2695256" y="133084"/>
                </a:lnTo>
                <a:lnTo>
                  <a:pt x="2695651" y="132888"/>
                </a:lnTo>
                <a:lnTo>
                  <a:pt x="2696029" y="132659"/>
                </a:lnTo>
                <a:lnTo>
                  <a:pt x="2696385" y="132395"/>
                </a:lnTo>
                <a:lnTo>
                  <a:pt x="2696717" y="132093"/>
                </a:lnTo>
                <a:lnTo>
                  <a:pt x="2697021" y="131752"/>
                </a:lnTo>
                <a:lnTo>
                  <a:pt x="2697295" y="131367"/>
                </a:lnTo>
                <a:lnTo>
                  <a:pt x="2697535" y="130937"/>
                </a:lnTo>
                <a:lnTo>
                  <a:pt x="2697739" y="130460"/>
                </a:lnTo>
                <a:lnTo>
                  <a:pt x="2697902" y="129932"/>
                </a:lnTo>
                <a:lnTo>
                  <a:pt x="2698023" y="129352"/>
                </a:lnTo>
                <a:lnTo>
                  <a:pt x="2698098" y="128717"/>
                </a:lnTo>
                <a:lnTo>
                  <a:pt x="2698124" y="128023"/>
                </a:lnTo>
                <a:lnTo>
                  <a:pt x="2698103" y="127307"/>
                </a:lnTo>
                <a:lnTo>
                  <a:pt x="2698040" y="126650"/>
                </a:lnTo>
                <a:lnTo>
                  <a:pt x="2697936" y="126051"/>
                </a:lnTo>
                <a:lnTo>
                  <a:pt x="2697792" y="125506"/>
                </a:lnTo>
                <a:lnTo>
                  <a:pt x="2697607" y="125013"/>
                </a:lnTo>
                <a:lnTo>
                  <a:pt x="2697383" y="124569"/>
                </a:lnTo>
                <a:lnTo>
                  <a:pt x="2697119" y="124172"/>
                </a:lnTo>
                <a:lnTo>
                  <a:pt x="2696817" y="123818"/>
                </a:lnTo>
                <a:lnTo>
                  <a:pt x="2696477" y="123507"/>
                </a:lnTo>
                <a:lnTo>
                  <a:pt x="2696099" y="123234"/>
                </a:lnTo>
                <a:lnTo>
                  <a:pt x="2695684" y="122998"/>
                </a:lnTo>
                <a:lnTo>
                  <a:pt x="2695232" y="122795"/>
                </a:lnTo>
                <a:lnTo>
                  <a:pt x="2694744" y="122623"/>
                </a:lnTo>
                <a:lnTo>
                  <a:pt x="2694221" y="122480"/>
                </a:lnTo>
                <a:lnTo>
                  <a:pt x="2693662" y="122363"/>
                </a:lnTo>
                <a:lnTo>
                  <a:pt x="2693069" y="122269"/>
                </a:lnTo>
                <a:lnTo>
                  <a:pt x="2692441" y="122196"/>
                </a:lnTo>
                <a:lnTo>
                  <a:pt x="2691780" y="122141"/>
                </a:lnTo>
                <a:lnTo>
                  <a:pt x="2691086" y="122102"/>
                </a:lnTo>
                <a:lnTo>
                  <a:pt x="2690359" y="122076"/>
                </a:lnTo>
                <a:lnTo>
                  <a:pt x="2689601" y="122060"/>
                </a:lnTo>
                <a:lnTo>
                  <a:pt x="2688810" y="122052"/>
                </a:lnTo>
                <a:lnTo>
                  <a:pt x="2687988" y="122049"/>
                </a:lnTo>
                <a:lnTo>
                  <a:pt x="2687136" y="122048"/>
                </a:lnTo>
                <a:lnTo>
                  <a:pt x="2687136" y="87589"/>
                </a:lnTo>
                <a:lnTo>
                  <a:pt x="2687177" y="85489"/>
                </a:lnTo>
                <a:lnTo>
                  <a:pt x="2687296" y="83474"/>
                </a:lnTo>
                <a:lnTo>
                  <a:pt x="2687491" y="81544"/>
                </a:lnTo>
                <a:lnTo>
                  <a:pt x="2687758" y="79700"/>
                </a:lnTo>
                <a:lnTo>
                  <a:pt x="2688094" y="77941"/>
                </a:lnTo>
                <a:lnTo>
                  <a:pt x="2688495" y="76269"/>
                </a:lnTo>
                <a:lnTo>
                  <a:pt x="2688957" y="74684"/>
                </a:lnTo>
                <a:lnTo>
                  <a:pt x="2689478" y="73185"/>
                </a:lnTo>
                <a:lnTo>
                  <a:pt x="2690054" y="71774"/>
                </a:lnTo>
                <a:lnTo>
                  <a:pt x="2690681" y="70452"/>
                </a:lnTo>
                <a:lnTo>
                  <a:pt x="2691356" y="69217"/>
                </a:lnTo>
                <a:lnTo>
                  <a:pt x="2692076" y="68072"/>
                </a:lnTo>
                <a:lnTo>
                  <a:pt x="2692837" y="67015"/>
                </a:lnTo>
                <a:lnTo>
                  <a:pt x="2693636" y="66049"/>
                </a:lnTo>
                <a:lnTo>
                  <a:pt x="2694469" y="65172"/>
                </a:lnTo>
                <a:lnTo>
                  <a:pt x="2695333" y="64386"/>
                </a:lnTo>
                <a:lnTo>
                  <a:pt x="2696225" y="63691"/>
                </a:lnTo>
                <a:lnTo>
                  <a:pt x="2697140" y="63087"/>
                </a:lnTo>
                <a:lnTo>
                  <a:pt x="2698076" y="62575"/>
                </a:lnTo>
                <a:lnTo>
                  <a:pt x="2699029" y="62155"/>
                </a:lnTo>
                <a:lnTo>
                  <a:pt x="2699996" y="61827"/>
                </a:lnTo>
                <a:lnTo>
                  <a:pt x="2700974" y="61593"/>
                </a:lnTo>
                <a:lnTo>
                  <a:pt x="2701958" y="61452"/>
                </a:lnTo>
                <a:lnTo>
                  <a:pt x="2702945" y="61405"/>
                </a:lnTo>
                <a:lnTo>
                  <a:pt x="2703490" y="61423"/>
                </a:lnTo>
                <a:lnTo>
                  <a:pt x="2704017" y="61477"/>
                </a:lnTo>
                <a:lnTo>
                  <a:pt x="2704524" y="61570"/>
                </a:lnTo>
                <a:lnTo>
                  <a:pt x="2705013" y="61706"/>
                </a:lnTo>
                <a:lnTo>
                  <a:pt x="2705481" y="61885"/>
                </a:lnTo>
                <a:lnTo>
                  <a:pt x="2705930" y="62112"/>
                </a:lnTo>
                <a:lnTo>
                  <a:pt x="2706358" y="62389"/>
                </a:lnTo>
                <a:lnTo>
                  <a:pt x="2706765" y="62717"/>
                </a:lnTo>
                <a:lnTo>
                  <a:pt x="2707150" y="63101"/>
                </a:lnTo>
                <a:lnTo>
                  <a:pt x="2707514" y="63542"/>
                </a:lnTo>
                <a:lnTo>
                  <a:pt x="2707856" y="64043"/>
                </a:lnTo>
                <a:lnTo>
                  <a:pt x="2708174" y="64606"/>
                </a:lnTo>
                <a:lnTo>
                  <a:pt x="2708470" y="65235"/>
                </a:lnTo>
                <a:lnTo>
                  <a:pt x="2708742" y="65931"/>
                </a:lnTo>
                <a:lnTo>
                  <a:pt x="2708991" y="66698"/>
                </a:lnTo>
                <a:lnTo>
                  <a:pt x="2709215" y="67538"/>
                </a:lnTo>
                <a:lnTo>
                  <a:pt x="2709414" y="68453"/>
                </a:lnTo>
                <a:lnTo>
                  <a:pt x="2709588" y="69446"/>
                </a:lnTo>
                <a:lnTo>
                  <a:pt x="2709736" y="70520"/>
                </a:lnTo>
                <a:lnTo>
                  <a:pt x="2709858" y="71678"/>
                </a:lnTo>
                <a:lnTo>
                  <a:pt x="2709954" y="72921"/>
                </a:lnTo>
                <a:lnTo>
                  <a:pt x="2710023" y="74253"/>
                </a:lnTo>
                <a:lnTo>
                  <a:pt x="2710065" y="75675"/>
                </a:lnTo>
                <a:lnTo>
                  <a:pt x="2710079" y="77192"/>
                </a:lnTo>
                <a:lnTo>
                  <a:pt x="2710079" y="122048"/>
                </a:lnTo>
                <a:lnTo>
                  <a:pt x="2709615" y="122049"/>
                </a:lnTo>
                <a:lnTo>
                  <a:pt x="2709142" y="122052"/>
                </a:lnTo>
                <a:lnTo>
                  <a:pt x="2708662" y="122060"/>
                </a:lnTo>
                <a:lnTo>
                  <a:pt x="2708178" y="122076"/>
                </a:lnTo>
                <a:lnTo>
                  <a:pt x="2707692" y="122102"/>
                </a:lnTo>
                <a:lnTo>
                  <a:pt x="2707207" y="122141"/>
                </a:lnTo>
                <a:lnTo>
                  <a:pt x="2706725" y="122196"/>
                </a:lnTo>
                <a:lnTo>
                  <a:pt x="2706250" y="122269"/>
                </a:lnTo>
                <a:lnTo>
                  <a:pt x="2705784" y="122363"/>
                </a:lnTo>
                <a:lnTo>
                  <a:pt x="2705328" y="122480"/>
                </a:lnTo>
                <a:lnTo>
                  <a:pt x="2704887" y="122623"/>
                </a:lnTo>
                <a:lnTo>
                  <a:pt x="2704462" y="122795"/>
                </a:lnTo>
                <a:lnTo>
                  <a:pt x="2704057" y="122998"/>
                </a:lnTo>
                <a:lnTo>
                  <a:pt x="2703673" y="123234"/>
                </a:lnTo>
                <a:lnTo>
                  <a:pt x="2703313" y="123507"/>
                </a:lnTo>
                <a:lnTo>
                  <a:pt x="2702980" y="123818"/>
                </a:lnTo>
                <a:lnTo>
                  <a:pt x="2702676" y="124172"/>
                </a:lnTo>
                <a:lnTo>
                  <a:pt x="2702405" y="124569"/>
                </a:lnTo>
                <a:lnTo>
                  <a:pt x="2702168" y="125013"/>
                </a:lnTo>
                <a:lnTo>
                  <a:pt x="2701969" y="125506"/>
                </a:lnTo>
                <a:lnTo>
                  <a:pt x="2701809" y="126051"/>
                </a:lnTo>
                <a:lnTo>
                  <a:pt x="2701692" y="126650"/>
                </a:lnTo>
                <a:lnTo>
                  <a:pt x="2701619" y="127307"/>
                </a:lnTo>
                <a:lnTo>
                  <a:pt x="2701595" y="128023"/>
                </a:lnTo>
                <a:lnTo>
                  <a:pt x="2701621" y="128717"/>
                </a:lnTo>
                <a:lnTo>
                  <a:pt x="2701699" y="129352"/>
                </a:lnTo>
                <a:lnTo>
                  <a:pt x="2701824" y="129932"/>
                </a:lnTo>
                <a:lnTo>
                  <a:pt x="2701993" y="130460"/>
                </a:lnTo>
                <a:lnTo>
                  <a:pt x="2702203" y="130937"/>
                </a:lnTo>
                <a:lnTo>
                  <a:pt x="2702450" y="131367"/>
                </a:lnTo>
                <a:lnTo>
                  <a:pt x="2702732" y="131752"/>
                </a:lnTo>
                <a:lnTo>
                  <a:pt x="2703044" y="132093"/>
                </a:lnTo>
                <a:lnTo>
                  <a:pt x="2703384" y="132395"/>
                </a:lnTo>
                <a:lnTo>
                  <a:pt x="2703748" y="132659"/>
                </a:lnTo>
                <a:lnTo>
                  <a:pt x="2704132" y="132888"/>
                </a:lnTo>
                <a:lnTo>
                  <a:pt x="2704534" y="133084"/>
                </a:lnTo>
                <a:lnTo>
                  <a:pt x="2704950" y="133250"/>
                </a:lnTo>
                <a:lnTo>
                  <a:pt x="2705377" y="133389"/>
                </a:lnTo>
                <a:lnTo>
                  <a:pt x="2705812" y="133502"/>
                </a:lnTo>
                <a:lnTo>
                  <a:pt x="2706250" y="133593"/>
                </a:lnTo>
                <a:lnTo>
                  <a:pt x="2706689" y="133664"/>
                </a:lnTo>
                <a:lnTo>
                  <a:pt x="2707125" y="133717"/>
                </a:lnTo>
                <a:lnTo>
                  <a:pt x="2707555" y="133755"/>
                </a:lnTo>
                <a:lnTo>
                  <a:pt x="2707976" y="133780"/>
                </a:lnTo>
                <a:lnTo>
                  <a:pt x="2708384" y="133796"/>
                </a:lnTo>
                <a:lnTo>
                  <a:pt x="2708777" y="133804"/>
                </a:lnTo>
                <a:lnTo>
                  <a:pt x="2709149" y="133807"/>
                </a:lnTo>
                <a:lnTo>
                  <a:pt x="2709499" y="133807"/>
                </a:lnTo>
                <a:lnTo>
                  <a:pt x="2723958" y="133807"/>
                </a:lnTo>
                <a:lnTo>
                  <a:pt x="2724330" y="133807"/>
                </a:lnTo>
                <a:lnTo>
                  <a:pt x="2724721" y="133804"/>
                </a:lnTo>
                <a:lnTo>
                  <a:pt x="2725128" y="133796"/>
                </a:lnTo>
                <a:lnTo>
                  <a:pt x="2725548" y="133780"/>
                </a:lnTo>
                <a:lnTo>
                  <a:pt x="2725977" y="133755"/>
                </a:lnTo>
                <a:lnTo>
                  <a:pt x="2726413" y="133717"/>
                </a:lnTo>
                <a:lnTo>
                  <a:pt x="2726853" y="133664"/>
                </a:lnTo>
                <a:lnTo>
                  <a:pt x="2727293" y="133593"/>
                </a:lnTo>
                <a:lnTo>
                  <a:pt x="2727730" y="133502"/>
                </a:lnTo>
                <a:lnTo>
                  <a:pt x="2728161" y="133389"/>
                </a:lnTo>
                <a:lnTo>
                  <a:pt x="2728584" y="133250"/>
                </a:lnTo>
                <a:lnTo>
                  <a:pt x="2728995" y="133084"/>
                </a:lnTo>
                <a:lnTo>
                  <a:pt x="2729390" y="132888"/>
                </a:lnTo>
                <a:lnTo>
                  <a:pt x="2729768" y="132659"/>
                </a:lnTo>
                <a:lnTo>
                  <a:pt x="2730124" y="132395"/>
                </a:lnTo>
                <a:lnTo>
                  <a:pt x="2730456" y="132093"/>
                </a:lnTo>
                <a:lnTo>
                  <a:pt x="2730760" y="131752"/>
                </a:lnTo>
                <a:lnTo>
                  <a:pt x="2731034" y="131367"/>
                </a:lnTo>
                <a:lnTo>
                  <a:pt x="2731274" y="130937"/>
                </a:lnTo>
                <a:lnTo>
                  <a:pt x="2731478" y="130460"/>
                </a:lnTo>
                <a:lnTo>
                  <a:pt x="2731642" y="129932"/>
                </a:lnTo>
                <a:lnTo>
                  <a:pt x="2731762" y="129352"/>
                </a:lnTo>
                <a:lnTo>
                  <a:pt x="2731837" y="128717"/>
                </a:lnTo>
                <a:lnTo>
                  <a:pt x="2731863" y="128023"/>
                </a:lnTo>
                <a:lnTo>
                  <a:pt x="2731842" y="127307"/>
                </a:lnTo>
                <a:lnTo>
                  <a:pt x="2731779" y="126650"/>
                </a:lnTo>
                <a:lnTo>
                  <a:pt x="2731675" y="126051"/>
                </a:lnTo>
                <a:lnTo>
                  <a:pt x="2731531" y="125506"/>
                </a:lnTo>
                <a:lnTo>
                  <a:pt x="2731346" y="125013"/>
                </a:lnTo>
                <a:lnTo>
                  <a:pt x="2731122" y="124569"/>
                </a:lnTo>
                <a:close/>
                <a:moveTo>
                  <a:pt x="3135985" y="124569"/>
                </a:moveTo>
                <a:lnTo>
                  <a:pt x="3135721" y="124172"/>
                </a:lnTo>
                <a:lnTo>
                  <a:pt x="3135419" y="123818"/>
                </a:lnTo>
                <a:lnTo>
                  <a:pt x="3135079" y="123507"/>
                </a:lnTo>
                <a:lnTo>
                  <a:pt x="3134701" y="123234"/>
                </a:lnTo>
                <a:lnTo>
                  <a:pt x="3134286" y="122998"/>
                </a:lnTo>
                <a:lnTo>
                  <a:pt x="3133834" y="122795"/>
                </a:lnTo>
                <a:lnTo>
                  <a:pt x="3133347" y="122623"/>
                </a:lnTo>
                <a:lnTo>
                  <a:pt x="3132823" y="122480"/>
                </a:lnTo>
                <a:lnTo>
                  <a:pt x="3132264" y="122363"/>
                </a:lnTo>
                <a:lnTo>
                  <a:pt x="3131671" y="122269"/>
                </a:lnTo>
                <a:lnTo>
                  <a:pt x="3131044" y="122196"/>
                </a:lnTo>
                <a:lnTo>
                  <a:pt x="3130383" y="122141"/>
                </a:lnTo>
                <a:lnTo>
                  <a:pt x="3129689" y="122102"/>
                </a:lnTo>
                <a:lnTo>
                  <a:pt x="3128962" y="122076"/>
                </a:lnTo>
                <a:lnTo>
                  <a:pt x="3128203" y="122060"/>
                </a:lnTo>
                <a:lnTo>
                  <a:pt x="3127412" y="122052"/>
                </a:lnTo>
                <a:lnTo>
                  <a:pt x="3126591" y="122049"/>
                </a:lnTo>
                <a:lnTo>
                  <a:pt x="3125738" y="122048"/>
                </a:lnTo>
                <a:lnTo>
                  <a:pt x="3125738" y="75459"/>
                </a:lnTo>
                <a:lnTo>
                  <a:pt x="3125737" y="74886"/>
                </a:lnTo>
                <a:lnTo>
                  <a:pt x="3125728" y="74142"/>
                </a:lnTo>
                <a:lnTo>
                  <a:pt x="3125705" y="73244"/>
                </a:lnTo>
                <a:lnTo>
                  <a:pt x="3125659" y="72209"/>
                </a:lnTo>
                <a:lnTo>
                  <a:pt x="3125583" y="71056"/>
                </a:lnTo>
                <a:lnTo>
                  <a:pt x="3125470" y="69800"/>
                </a:lnTo>
                <a:lnTo>
                  <a:pt x="3125313" y="68461"/>
                </a:lnTo>
                <a:lnTo>
                  <a:pt x="3125103" y="67054"/>
                </a:lnTo>
                <a:lnTo>
                  <a:pt x="3124833" y="65598"/>
                </a:lnTo>
                <a:lnTo>
                  <a:pt x="3124497" y="64110"/>
                </a:lnTo>
                <a:lnTo>
                  <a:pt x="3124086" y="62607"/>
                </a:lnTo>
                <a:lnTo>
                  <a:pt x="3123593" y="61107"/>
                </a:lnTo>
                <a:lnTo>
                  <a:pt x="3123011" y="59627"/>
                </a:lnTo>
                <a:lnTo>
                  <a:pt x="3122332" y="58184"/>
                </a:lnTo>
                <a:lnTo>
                  <a:pt x="3121549" y="56796"/>
                </a:lnTo>
                <a:lnTo>
                  <a:pt x="3120654" y="55480"/>
                </a:lnTo>
                <a:lnTo>
                  <a:pt x="3119640" y="54254"/>
                </a:lnTo>
                <a:lnTo>
                  <a:pt x="3118499" y="53135"/>
                </a:lnTo>
                <a:lnTo>
                  <a:pt x="3117224" y="52141"/>
                </a:lnTo>
                <a:lnTo>
                  <a:pt x="3115808" y="51288"/>
                </a:lnTo>
                <a:lnTo>
                  <a:pt x="3114243" y="50594"/>
                </a:lnTo>
                <a:lnTo>
                  <a:pt x="3112521" y="50077"/>
                </a:lnTo>
                <a:lnTo>
                  <a:pt x="3110636" y="49754"/>
                </a:lnTo>
                <a:lnTo>
                  <a:pt x="3108579" y="49643"/>
                </a:lnTo>
                <a:lnTo>
                  <a:pt x="3107845" y="49656"/>
                </a:lnTo>
                <a:lnTo>
                  <a:pt x="3107092" y="49697"/>
                </a:lnTo>
                <a:lnTo>
                  <a:pt x="3106320" y="49765"/>
                </a:lnTo>
                <a:lnTo>
                  <a:pt x="3105532" y="49863"/>
                </a:lnTo>
                <a:lnTo>
                  <a:pt x="3104730" y="49992"/>
                </a:lnTo>
                <a:lnTo>
                  <a:pt x="3103916" y="50152"/>
                </a:lnTo>
                <a:lnTo>
                  <a:pt x="3103092" y="50345"/>
                </a:lnTo>
                <a:lnTo>
                  <a:pt x="3102260" y="50571"/>
                </a:lnTo>
                <a:lnTo>
                  <a:pt x="3101422" y="50833"/>
                </a:lnTo>
                <a:lnTo>
                  <a:pt x="3100580" y="51130"/>
                </a:lnTo>
                <a:lnTo>
                  <a:pt x="3099735" y="51464"/>
                </a:lnTo>
                <a:lnTo>
                  <a:pt x="3098891" y="51836"/>
                </a:lnTo>
                <a:lnTo>
                  <a:pt x="3098049" y="52248"/>
                </a:lnTo>
                <a:lnTo>
                  <a:pt x="3097211" y="52699"/>
                </a:lnTo>
                <a:lnTo>
                  <a:pt x="3096379" y="53192"/>
                </a:lnTo>
                <a:lnTo>
                  <a:pt x="3095555" y="53728"/>
                </a:lnTo>
                <a:lnTo>
                  <a:pt x="3094741" y="54307"/>
                </a:lnTo>
                <a:lnTo>
                  <a:pt x="3093939" y="54930"/>
                </a:lnTo>
                <a:lnTo>
                  <a:pt x="3093151" y="55600"/>
                </a:lnTo>
                <a:lnTo>
                  <a:pt x="3092379" y="56316"/>
                </a:lnTo>
                <a:lnTo>
                  <a:pt x="3091626" y="57079"/>
                </a:lnTo>
                <a:lnTo>
                  <a:pt x="3090892" y="57892"/>
                </a:lnTo>
                <a:lnTo>
                  <a:pt x="3090180" y="58755"/>
                </a:lnTo>
                <a:lnTo>
                  <a:pt x="3089493" y="59669"/>
                </a:lnTo>
                <a:lnTo>
                  <a:pt x="3089118" y="58866"/>
                </a:lnTo>
                <a:lnTo>
                  <a:pt x="3088719" y="58095"/>
                </a:lnTo>
                <a:lnTo>
                  <a:pt x="3088294" y="57357"/>
                </a:lnTo>
                <a:lnTo>
                  <a:pt x="3087845" y="56651"/>
                </a:lnTo>
                <a:lnTo>
                  <a:pt x="3087373" y="55978"/>
                </a:lnTo>
                <a:lnTo>
                  <a:pt x="3086878" y="55337"/>
                </a:lnTo>
                <a:lnTo>
                  <a:pt x="3086361" y="54730"/>
                </a:lnTo>
                <a:lnTo>
                  <a:pt x="3085823" y="54157"/>
                </a:lnTo>
                <a:lnTo>
                  <a:pt x="3085263" y="53616"/>
                </a:lnTo>
                <a:lnTo>
                  <a:pt x="3084684" y="53110"/>
                </a:lnTo>
                <a:lnTo>
                  <a:pt x="3084085" y="52637"/>
                </a:lnTo>
                <a:lnTo>
                  <a:pt x="3083468" y="52198"/>
                </a:lnTo>
                <a:lnTo>
                  <a:pt x="3082832" y="51793"/>
                </a:lnTo>
                <a:lnTo>
                  <a:pt x="3082180" y="51423"/>
                </a:lnTo>
                <a:lnTo>
                  <a:pt x="3081510" y="51087"/>
                </a:lnTo>
                <a:lnTo>
                  <a:pt x="3080824" y="50786"/>
                </a:lnTo>
                <a:lnTo>
                  <a:pt x="3080123" y="50519"/>
                </a:lnTo>
                <a:lnTo>
                  <a:pt x="3079407" y="50288"/>
                </a:lnTo>
                <a:lnTo>
                  <a:pt x="3078677" y="50091"/>
                </a:lnTo>
                <a:lnTo>
                  <a:pt x="3077934" y="49930"/>
                </a:lnTo>
                <a:lnTo>
                  <a:pt x="3077178" y="49805"/>
                </a:lnTo>
                <a:lnTo>
                  <a:pt x="3076410" y="49715"/>
                </a:lnTo>
                <a:lnTo>
                  <a:pt x="3075630" y="49661"/>
                </a:lnTo>
                <a:lnTo>
                  <a:pt x="3074840" y="49643"/>
                </a:lnTo>
                <a:lnTo>
                  <a:pt x="3074071" y="49657"/>
                </a:lnTo>
                <a:lnTo>
                  <a:pt x="3073306" y="49699"/>
                </a:lnTo>
                <a:lnTo>
                  <a:pt x="3072546" y="49767"/>
                </a:lnTo>
                <a:lnTo>
                  <a:pt x="3071791" y="49863"/>
                </a:lnTo>
                <a:lnTo>
                  <a:pt x="3071041" y="49984"/>
                </a:lnTo>
                <a:lnTo>
                  <a:pt x="3070297" y="50131"/>
                </a:lnTo>
                <a:lnTo>
                  <a:pt x="3069559" y="50303"/>
                </a:lnTo>
                <a:lnTo>
                  <a:pt x="3068828" y="50500"/>
                </a:lnTo>
                <a:lnTo>
                  <a:pt x="3068103" y="50721"/>
                </a:lnTo>
                <a:lnTo>
                  <a:pt x="3067385" y="50966"/>
                </a:lnTo>
                <a:lnTo>
                  <a:pt x="3066675" y="51233"/>
                </a:lnTo>
                <a:lnTo>
                  <a:pt x="3065972" y="51524"/>
                </a:lnTo>
                <a:lnTo>
                  <a:pt x="3065277" y="51836"/>
                </a:lnTo>
                <a:lnTo>
                  <a:pt x="3064591" y="52170"/>
                </a:lnTo>
                <a:lnTo>
                  <a:pt x="3063913" y="52525"/>
                </a:lnTo>
                <a:lnTo>
                  <a:pt x="3063244" y="52901"/>
                </a:lnTo>
                <a:lnTo>
                  <a:pt x="3062585" y="53296"/>
                </a:lnTo>
                <a:lnTo>
                  <a:pt x="3061935" y="53711"/>
                </a:lnTo>
                <a:lnTo>
                  <a:pt x="3061296" y="54146"/>
                </a:lnTo>
                <a:lnTo>
                  <a:pt x="3060666" y="54599"/>
                </a:lnTo>
                <a:lnTo>
                  <a:pt x="3060048" y="55070"/>
                </a:lnTo>
                <a:lnTo>
                  <a:pt x="3059440" y="55558"/>
                </a:lnTo>
                <a:lnTo>
                  <a:pt x="3058844" y="56064"/>
                </a:lnTo>
                <a:lnTo>
                  <a:pt x="3058260" y="56586"/>
                </a:lnTo>
                <a:lnTo>
                  <a:pt x="3058194" y="55889"/>
                </a:lnTo>
                <a:lnTo>
                  <a:pt x="3058094" y="55250"/>
                </a:lnTo>
                <a:lnTo>
                  <a:pt x="3057960" y="54667"/>
                </a:lnTo>
                <a:lnTo>
                  <a:pt x="3057796" y="54137"/>
                </a:lnTo>
                <a:lnTo>
                  <a:pt x="3057602" y="53657"/>
                </a:lnTo>
                <a:lnTo>
                  <a:pt x="3057380" y="53225"/>
                </a:lnTo>
                <a:lnTo>
                  <a:pt x="3057133" y="52839"/>
                </a:lnTo>
                <a:lnTo>
                  <a:pt x="3056860" y="52495"/>
                </a:lnTo>
                <a:lnTo>
                  <a:pt x="3056565" y="52192"/>
                </a:lnTo>
                <a:lnTo>
                  <a:pt x="3056249" y="51927"/>
                </a:lnTo>
                <a:lnTo>
                  <a:pt x="3055914" y="51697"/>
                </a:lnTo>
                <a:lnTo>
                  <a:pt x="3055561" y="51499"/>
                </a:lnTo>
                <a:lnTo>
                  <a:pt x="3055191" y="51332"/>
                </a:lnTo>
                <a:lnTo>
                  <a:pt x="3054808" y="51193"/>
                </a:lnTo>
                <a:lnTo>
                  <a:pt x="3054411" y="51079"/>
                </a:lnTo>
                <a:lnTo>
                  <a:pt x="3054004" y="50988"/>
                </a:lnTo>
                <a:lnTo>
                  <a:pt x="3053587" y="50917"/>
                </a:lnTo>
                <a:lnTo>
                  <a:pt x="3053162" y="50864"/>
                </a:lnTo>
                <a:lnTo>
                  <a:pt x="3052732" y="50825"/>
                </a:lnTo>
                <a:lnTo>
                  <a:pt x="3052297" y="50800"/>
                </a:lnTo>
                <a:lnTo>
                  <a:pt x="3051859" y="50784"/>
                </a:lnTo>
                <a:lnTo>
                  <a:pt x="3051420" y="50776"/>
                </a:lnTo>
                <a:lnTo>
                  <a:pt x="3050982" y="50773"/>
                </a:lnTo>
                <a:lnTo>
                  <a:pt x="3050547" y="50773"/>
                </a:lnTo>
                <a:lnTo>
                  <a:pt x="3044378" y="50773"/>
                </a:lnTo>
                <a:lnTo>
                  <a:pt x="3044006" y="50773"/>
                </a:lnTo>
                <a:lnTo>
                  <a:pt x="3043615" y="50776"/>
                </a:lnTo>
                <a:lnTo>
                  <a:pt x="3043208" y="50784"/>
                </a:lnTo>
                <a:lnTo>
                  <a:pt x="3042788" y="50799"/>
                </a:lnTo>
                <a:lnTo>
                  <a:pt x="3042359" y="50825"/>
                </a:lnTo>
                <a:lnTo>
                  <a:pt x="3041923" y="50863"/>
                </a:lnTo>
                <a:lnTo>
                  <a:pt x="3041483" y="50916"/>
                </a:lnTo>
                <a:lnTo>
                  <a:pt x="3041043" y="50987"/>
                </a:lnTo>
                <a:lnTo>
                  <a:pt x="3040606" y="51078"/>
                </a:lnTo>
                <a:lnTo>
                  <a:pt x="3040174" y="51191"/>
                </a:lnTo>
                <a:lnTo>
                  <a:pt x="3039752" y="51330"/>
                </a:lnTo>
                <a:lnTo>
                  <a:pt x="3039341" y="51496"/>
                </a:lnTo>
                <a:lnTo>
                  <a:pt x="3038945" y="51692"/>
                </a:lnTo>
                <a:lnTo>
                  <a:pt x="3038568" y="51921"/>
                </a:lnTo>
                <a:lnTo>
                  <a:pt x="3038212" y="52186"/>
                </a:lnTo>
                <a:lnTo>
                  <a:pt x="3037880" y="52487"/>
                </a:lnTo>
                <a:lnTo>
                  <a:pt x="3037576" y="52829"/>
                </a:lnTo>
                <a:lnTo>
                  <a:pt x="3037302" y="53214"/>
                </a:lnTo>
                <a:lnTo>
                  <a:pt x="3037061" y="53644"/>
                </a:lnTo>
                <a:lnTo>
                  <a:pt x="3036858" y="54122"/>
                </a:lnTo>
                <a:lnTo>
                  <a:pt x="3036694" y="54649"/>
                </a:lnTo>
                <a:lnTo>
                  <a:pt x="3036574" y="55230"/>
                </a:lnTo>
                <a:lnTo>
                  <a:pt x="3036499" y="55866"/>
                </a:lnTo>
                <a:lnTo>
                  <a:pt x="3036473" y="56560"/>
                </a:lnTo>
                <a:lnTo>
                  <a:pt x="3036494" y="57276"/>
                </a:lnTo>
                <a:lnTo>
                  <a:pt x="3036557" y="57932"/>
                </a:lnTo>
                <a:lnTo>
                  <a:pt x="3036661" y="58532"/>
                </a:lnTo>
                <a:lnTo>
                  <a:pt x="3036805" y="59077"/>
                </a:lnTo>
                <a:lnTo>
                  <a:pt x="3036990" y="59570"/>
                </a:lnTo>
                <a:lnTo>
                  <a:pt x="3037215" y="60014"/>
                </a:lnTo>
                <a:lnTo>
                  <a:pt x="3037478" y="60411"/>
                </a:lnTo>
                <a:lnTo>
                  <a:pt x="3037780" y="60764"/>
                </a:lnTo>
                <a:lnTo>
                  <a:pt x="3038121" y="61076"/>
                </a:lnTo>
                <a:lnTo>
                  <a:pt x="3038499" y="61349"/>
                </a:lnTo>
                <a:lnTo>
                  <a:pt x="3038914" y="61585"/>
                </a:lnTo>
                <a:lnTo>
                  <a:pt x="3039366" y="61788"/>
                </a:lnTo>
                <a:lnTo>
                  <a:pt x="3039854" y="61959"/>
                </a:lnTo>
                <a:lnTo>
                  <a:pt x="3040378" y="62103"/>
                </a:lnTo>
                <a:lnTo>
                  <a:pt x="3040937" y="62220"/>
                </a:lnTo>
                <a:lnTo>
                  <a:pt x="3041530" y="62313"/>
                </a:lnTo>
                <a:lnTo>
                  <a:pt x="3042158" y="62386"/>
                </a:lnTo>
                <a:lnTo>
                  <a:pt x="3042819" y="62441"/>
                </a:lnTo>
                <a:lnTo>
                  <a:pt x="3043513" y="62481"/>
                </a:lnTo>
                <a:lnTo>
                  <a:pt x="3044240" y="62507"/>
                </a:lnTo>
                <a:lnTo>
                  <a:pt x="3044999" y="62523"/>
                </a:lnTo>
                <a:lnTo>
                  <a:pt x="3045790" y="62531"/>
                </a:lnTo>
                <a:lnTo>
                  <a:pt x="3046611" y="62534"/>
                </a:lnTo>
                <a:lnTo>
                  <a:pt x="3047464" y="62535"/>
                </a:lnTo>
                <a:lnTo>
                  <a:pt x="3047464" y="122048"/>
                </a:lnTo>
                <a:lnTo>
                  <a:pt x="3046611" y="122049"/>
                </a:lnTo>
                <a:lnTo>
                  <a:pt x="3045790" y="122052"/>
                </a:lnTo>
                <a:lnTo>
                  <a:pt x="3044999" y="122060"/>
                </a:lnTo>
                <a:lnTo>
                  <a:pt x="3044240" y="122076"/>
                </a:lnTo>
                <a:lnTo>
                  <a:pt x="3043513" y="122102"/>
                </a:lnTo>
                <a:lnTo>
                  <a:pt x="3042819" y="122141"/>
                </a:lnTo>
                <a:lnTo>
                  <a:pt x="3042158" y="122196"/>
                </a:lnTo>
                <a:lnTo>
                  <a:pt x="3041530" y="122269"/>
                </a:lnTo>
                <a:lnTo>
                  <a:pt x="3040937" y="122363"/>
                </a:lnTo>
                <a:lnTo>
                  <a:pt x="3040378" y="122480"/>
                </a:lnTo>
                <a:lnTo>
                  <a:pt x="3039854" y="122623"/>
                </a:lnTo>
                <a:lnTo>
                  <a:pt x="3039366" y="122795"/>
                </a:lnTo>
                <a:lnTo>
                  <a:pt x="3038914" y="122998"/>
                </a:lnTo>
                <a:lnTo>
                  <a:pt x="3038499" y="123234"/>
                </a:lnTo>
                <a:lnTo>
                  <a:pt x="3038121" y="123507"/>
                </a:lnTo>
                <a:lnTo>
                  <a:pt x="3037780" y="123818"/>
                </a:lnTo>
                <a:lnTo>
                  <a:pt x="3037478" y="124172"/>
                </a:lnTo>
                <a:lnTo>
                  <a:pt x="3037215" y="124569"/>
                </a:lnTo>
                <a:lnTo>
                  <a:pt x="3036990" y="125013"/>
                </a:lnTo>
                <a:lnTo>
                  <a:pt x="3036805" y="125506"/>
                </a:lnTo>
                <a:lnTo>
                  <a:pt x="3036661" y="126051"/>
                </a:lnTo>
                <a:lnTo>
                  <a:pt x="3036557" y="126650"/>
                </a:lnTo>
                <a:lnTo>
                  <a:pt x="3036494" y="127307"/>
                </a:lnTo>
                <a:lnTo>
                  <a:pt x="3036473" y="128023"/>
                </a:lnTo>
                <a:lnTo>
                  <a:pt x="3036500" y="128717"/>
                </a:lnTo>
                <a:lnTo>
                  <a:pt x="3036577" y="129352"/>
                </a:lnTo>
                <a:lnTo>
                  <a:pt x="3036702" y="129932"/>
                </a:lnTo>
                <a:lnTo>
                  <a:pt x="3036871" y="130460"/>
                </a:lnTo>
                <a:lnTo>
                  <a:pt x="3037081" y="130937"/>
                </a:lnTo>
                <a:lnTo>
                  <a:pt x="3037329" y="131367"/>
                </a:lnTo>
                <a:lnTo>
                  <a:pt x="3037611" y="131752"/>
                </a:lnTo>
                <a:lnTo>
                  <a:pt x="3037923" y="132093"/>
                </a:lnTo>
                <a:lnTo>
                  <a:pt x="3038263" y="132395"/>
                </a:lnTo>
                <a:lnTo>
                  <a:pt x="3038627" y="132659"/>
                </a:lnTo>
                <a:lnTo>
                  <a:pt x="3039012" y="132888"/>
                </a:lnTo>
                <a:lnTo>
                  <a:pt x="3039414" y="133084"/>
                </a:lnTo>
                <a:lnTo>
                  <a:pt x="3039830" y="133250"/>
                </a:lnTo>
                <a:lnTo>
                  <a:pt x="3040257" y="133389"/>
                </a:lnTo>
                <a:lnTo>
                  <a:pt x="3040691" y="133502"/>
                </a:lnTo>
                <a:lnTo>
                  <a:pt x="3041130" y="133593"/>
                </a:lnTo>
                <a:lnTo>
                  <a:pt x="3041568" y="133664"/>
                </a:lnTo>
                <a:lnTo>
                  <a:pt x="3042005" y="133717"/>
                </a:lnTo>
                <a:lnTo>
                  <a:pt x="3042435" y="133755"/>
                </a:lnTo>
                <a:lnTo>
                  <a:pt x="3042856" y="133780"/>
                </a:lnTo>
                <a:lnTo>
                  <a:pt x="3043264" y="133796"/>
                </a:lnTo>
                <a:lnTo>
                  <a:pt x="3043656" y="133804"/>
                </a:lnTo>
                <a:lnTo>
                  <a:pt x="3044028" y="133807"/>
                </a:lnTo>
                <a:lnTo>
                  <a:pt x="3044378" y="133807"/>
                </a:lnTo>
                <a:lnTo>
                  <a:pt x="3061346" y="133807"/>
                </a:lnTo>
                <a:lnTo>
                  <a:pt x="3061718" y="133807"/>
                </a:lnTo>
                <a:lnTo>
                  <a:pt x="3062109" y="133804"/>
                </a:lnTo>
                <a:lnTo>
                  <a:pt x="3062516" y="133796"/>
                </a:lnTo>
                <a:lnTo>
                  <a:pt x="3062935" y="133780"/>
                </a:lnTo>
                <a:lnTo>
                  <a:pt x="3063365" y="133755"/>
                </a:lnTo>
                <a:lnTo>
                  <a:pt x="3063800" y="133717"/>
                </a:lnTo>
                <a:lnTo>
                  <a:pt x="3064240" y="133664"/>
                </a:lnTo>
                <a:lnTo>
                  <a:pt x="3064680" y="133593"/>
                </a:lnTo>
                <a:lnTo>
                  <a:pt x="3065117" y="133502"/>
                </a:lnTo>
                <a:lnTo>
                  <a:pt x="3065548" y="133389"/>
                </a:lnTo>
                <a:lnTo>
                  <a:pt x="3065971" y="133250"/>
                </a:lnTo>
                <a:lnTo>
                  <a:pt x="3066381" y="133084"/>
                </a:lnTo>
                <a:lnTo>
                  <a:pt x="3066777" y="132888"/>
                </a:lnTo>
                <a:lnTo>
                  <a:pt x="3067154" y="132659"/>
                </a:lnTo>
                <a:lnTo>
                  <a:pt x="3067510" y="132395"/>
                </a:lnTo>
                <a:lnTo>
                  <a:pt x="3067842" y="132093"/>
                </a:lnTo>
                <a:lnTo>
                  <a:pt x="3068146" y="131752"/>
                </a:lnTo>
                <a:lnTo>
                  <a:pt x="3068420" y="131367"/>
                </a:lnTo>
                <a:lnTo>
                  <a:pt x="3068660" y="130937"/>
                </a:lnTo>
                <a:lnTo>
                  <a:pt x="3068863" y="130460"/>
                </a:lnTo>
                <a:lnTo>
                  <a:pt x="3069027" y="129932"/>
                </a:lnTo>
                <a:lnTo>
                  <a:pt x="3069147" y="129352"/>
                </a:lnTo>
                <a:lnTo>
                  <a:pt x="3069222" y="128717"/>
                </a:lnTo>
                <a:lnTo>
                  <a:pt x="3069247" y="128023"/>
                </a:lnTo>
                <a:lnTo>
                  <a:pt x="3069226" y="127307"/>
                </a:lnTo>
                <a:lnTo>
                  <a:pt x="3069164" y="126650"/>
                </a:lnTo>
                <a:lnTo>
                  <a:pt x="3069060" y="126051"/>
                </a:lnTo>
                <a:lnTo>
                  <a:pt x="3068916" y="125506"/>
                </a:lnTo>
                <a:lnTo>
                  <a:pt x="3068731" y="125013"/>
                </a:lnTo>
                <a:lnTo>
                  <a:pt x="3068507" y="124569"/>
                </a:lnTo>
                <a:lnTo>
                  <a:pt x="3068243" y="124172"/>
                </a:lnTo>
                <a:lnTo>
                  <a:pt x="3067941" y="123818"/>
                </a:lnTo>
                <a:lnTo>
                  <a:pt x="3067601" y="123507"/>
                </a:lnTo>
                <a:lnTo>
                  <a:pt x="3067223" y="123234"/>
                </a:lnTo>
                <a:lnTo>
                  <a:pt x="3066808" y="122998"/>
                </a:lnTo>
                <a:lnTo>
                  <a:pt x="3066356" y="122795"/>
                </a:lnTo>
                <a:lnTo>
                  <a:pt x="3065868" y="122623"/>
                </a:lnTo>
                <a:lnTo>
                  <a:pt x="3065345" y="122480"/>
                </a:lnTo>
                <a:lnTo>
                  <a:pt x="3064786" y="122363"/>
                </a:lnTo>
                <a:lnTo>
                  <a:pt x="3064193" y="122269"/>
                </a:lnTo>
                <a:lnTo>
                  <a:pt x="3063565" y="122196"/>
                </a:lnTo>
                <a:lnTo>
                  <a:pt x="3062904" y="122141"/>
                </a:lnTo>
                <a:lnTo>
                  <a:pt x="3062210" y="122102"/>
                </a:lnTo>
                <a:lnTo>
                  <a:pt x="3061483" y="122076"/>
                </a:lnTo>
                <a:lnTo>
                  <a:pt x="3060725" y="122060"/>
                </a:lnTo>
                <a:lnTo>
                  <a:pt x="3059934" y="122052"/>
                </a:lnTo>
                <a:lnTo>
                  <a:pt x="3059112" y="122049"/>
                </a:lnTo>
                <a:lnTo>
                  <a:pt x="3058260" y="122048"/>
                </a:lnTo>
                <a:lnTo>
                  <a:pt x="3058260" y="87574"/>
                </a:lnTo>
                <a:lnTo>
                  <a:pt x="3058301" y="85476"/>
                </a:lnTo>
                <a:lnTo>
                  <a:pt x="3058420" y="83463"/>
                </a:lnTo>
                <a:lnTo>
                  <a:pt x="3058615" y="81534"/>
                </a:lnTo>
                <a:lnTo>
                  <a:pt x="3058882" y="79691"/>
                </a:lnTo>
                <a:lnTo>
                  <a:pt x="3059218" y="77934"/>
                </a:lnTo>
                <a:lnTo>
                  <a:pt x="3059619" y="76263"/>
                </a:lnTo>
                <a:lnTo>
                  <a:pt x="3060081" y="74678"/>
                </a:lnTo>
                <a:lnTo>
                  <a:pt x="3060602" y="73181"/>
                </a:lnTo>
                <a:lnTo>
                  <a:pt x="3061178" y="71771"/>
                </a:lnTo>
                <a:lnTo>
                  <a:pt x="3061805" y="70449"/>
                </a:lnTo>
                <a:lnTo>
                  <a:pt x="3062480" y="69215"/>
                </a:lnTo>
                <a:lnTo>
                  <a:pt x="3063200" y="68070"/>
                </a:lnTo>
                <a:lnTo>
                  <a:pt x="3063961" y="67014"/>
                </a:lnTo>
                <a:lnTo>
                  <a:pt x="3064760" y="66047"/>
                </a:lnTo>
                <a:lnTo>
                  <a:pt x="3065593" y="65171"/>
                </a:lnTo>
                <a:lnTo>
                  <a:pt x="3066457" y="64385"/>
                </a:lnTo>
                <a:lnTo>
                  <a:pt x="3067349" y="63690"/>
                </a:lnTo>
                <a:lnTo>
                  <a:pt x="3068264" y="63087"/>
                </a:lnTo>
                <a:lnTo>
                  <a:pt x="3069200" y="62574"/>
                </a:lnTo>
                <a:lnTo>
                  <a:pt x="3070153" y="62155"/>
                </a:lnTo>
                <a:lnTo>
                  <a:pt x="3071120" y="61827"/>
                </a:lnTo>
                <a:lnTo>
                  <a:pt x="3072098" y="61593"/>
                </a:lnTo>
                <a:lnTo>
                  <a:pt x="3073082" y="61452"/>
                </a:lnTo>
                <a:lnTo>
                  <a:pt x="3074069" y="61405"/>
                </a:lnTo>
                <a:lnTo>
                  <a:pt x="3074614" y="61423"/>
                </a:lnTo>
                <a:lnTo>
                  <a:pt x="3075141" y="61477"/>
                </a:lnTo>
                <a:lnTo>
                  <a:pt x="3075648" y="61570"/>
                </a:lnTo>
                <a:lnTo>
                  <a:pt x="3076137" y="61706"/>
                </a:lnTo>
                <a:lnTo>
                  <a:pt x="3076605" y="61885"/>
                </a:lnTo>
                <a:lnTo>
                  <a:pt x="3077054" y="62112"/>
                </a:lnTo>
                <a:lnTo>
                  <a:pt x="3077482" y="62389"/>
                </a:lnTo>
                <a:lnTo>
                  <a:pt x="3077889" y="62717"/>
                </a:lnTo>
                <a:lnTo>
                  <a:pt x="3078274" y="63101"/>
                </a:lnTo>
                <a:lnTo>
                  <a:pt x="3078638" y="63542"/>
                </a:lnTo>
                <a:lnTo>
                  <a:pt x="3078980" y="64043"/>
                </a:lnTo>
                <a:lnTo>
                  <a:pt x="3079298" y="64606"/>
                </a:lnTo>
                <a:lnTo>
                  <a:pt x="3079594" y="65235"/>
                </a:lnTo>
                <a:lnTo>
                  <a:pt x="3079866" y="65931"/>
                </a:lnTo>
                <a:lnTo>
                  <a:pt x="3080115" y="66698"/>
                </a:lnTo>
                <a:lnTo>
                  <a:pt x="3080339" y="67538"/>
                </a:lnTo>
                <a:lnTo>
                  <a:pt x="3080538" y="68453"/>
                </a:lnTo>
                <a:lnTo>
                  <a:pt x="3080712" y="69446"/>
                </a:lnTo>
                <a:lnTo>
                  <a:pt x="3080860" y="70520"/>
                </a:lnTo>
                <a:lnTo>
                  <a:pt x="3080982" y="71678"/>
                </a:lnTo>
                <a:lnTo>
                  <a:pt x="3081078" y="72921"/>
                </a:lnTo>
                <a:lnTo>
                  <a:pt x="3081147" y="74253"/>
                </a:lnTo>
                <a:lnTo>
                  <a:pt x="3081189" y="75675"/>
                </a:lnTo>
                <a:lnTo>
                  <a:pt x="3081203" y="77192"/>
                </a:lnTo>
                <a:lnTo>
                  <a:pt x="3081203" y="122048"/>
                </a:lnTo>
                <a:lnTo>
                  <a:pt x="3080739" y="122049"/>
                </a:lnTo>
                <a:lnTo>
                  <a:pt x="3080267" y="122052"/>
                </a:lnTo>
                <a:lnTo>
                  <a:pt x="3079787" y="122060"/>
                </a:lnTo>
                <a:lnTo>
                  <a:pt x="3079303" y="122076"/>
                </a:lnTo>
                <a:lnTo>
                  <a:pt x="3078817" y="122102"/>
                </a:lnTo>
                <a:lnTo>
                  <a:pt x="3078332" y="122141"/>
                </a:lnTo>
                <a:lnTo>
                  <a:pt x="3077851" y="122196"/>
                </a:lnTo>
                <a:lnTo>
                  <a:pt x="3077376" y="122269"/>
                </a:lnTo>
                <a:lnTo>
                  <a:pt x="3076909" y="122363"/>
                </a:lnTo>
                <a:lnTo>
                  <a:pt x="3076454" y="122480"/>
                </a:lnTo>
                <a:lnTo>
                  <a:pt x="3076012" y="122623"/>
                </a:lnTo>
                <a:lnTo>
                  <a:pt x="3075587" y="122795"/>
                </a:lnTo>
                <a:lnTo>
                  <a:pt x="3075182" y="122998"/>
                </a:lnTo>
                <a:lnTo>
                  <a:pt x="3074797" y="123234"/>
                </a:lnTo>
                <a:lnTo>
                  <a:pt x="3074438" y="123507"/>
                </a:lnTo>
                <a:lnTo>
                  <a:pt x="3074104" y="123818"/>
                </a:lnTo>
                <a:lnTo>
                  <a:pt x="3073801" y="124172"/>
                </a:lnTo>
                <a:lnTo>
                  <a:pt x="3073529" y="124569"/>
                </a:lnTo>
                <a:lnTo>
                  <a:pt x="3073293" y="125013"/>
                </a:lnTo>
                <a:lnTo>
                  <a:pt x="3073093" y="125506"/>
                </a:lnTo>
                <a:lnTo>
                  <a:pt x="3072933" y="126051"/>
                </a:lnTo>
                <a:lnTo>
                  <a:pt x="3072816" y="126650"/>
                </a:lnTo>
                <a:lnTo>
                  <a:pt x="3072743" y="127307"/>
                </a:lnTo>
                <a:lnTo>
                  <a:pt x="3072719" y="128023"/>
                </a:lnTo>
                <a:lnTo>
                  <a:pt x="3072745" y="128717"/>
                </a:lnTo>
                <a:lnTo>
                  <a:pt x="3072823" y="129352"/>
                </a:lnTo>
                <a:lnTo>
                  <a:pt x="3072948" y="129932"/>
                </a:lnTo>
                <a:lnTo>
                  <a:pt x="3073117" y="130460"/>
                </a:lnTo>
                <a:lnTo>
                  <a:pt x="3073327" y="130937"/>
                </a:lnTo>
                <a:lnTo>
                  <a:pt x="3073575" y="131367"/>
                </a:lnTo>
                <a:lnTo>
                  <a:pt x="3073856" y="131752"/>
                </a:lnTo>
                <a:lnTo>
                  <a:pt x="3074169" y="132093"/>
                </a:lnTo>
                <a:lnTo>
                  <a:pt x="3074509" y="132395"/>
                </a:lnTo>
                <a:lnTo>
                  <a:pt x="3074873" y="132659"/>
                </a:lnTo>
                <a:lnTo>
                  <a:pt x="3075257" y="132888"/>
                </a:lnTo>
                <a:lnTo>
                  <a:pt x="3075659" y="133084"/>
                </a:lnTo>
                <a:lnTo>
                  <a:pt x="3076076" y="133250"/>
                </a:lnTo>
                <a:lnTo>
                  <a:pt x="3076503" y="133389"/>
                </a:lnTo>
                <a:lnTo>
                  <a:pt x="3076937" y="133502"/>
                </a:lnTo>
                <a:lnTo>
                  <a:pt x="3077375" y="133593"/>
                </a:lnTo>
                <a:lnTo>
                  <a:pt x="3077814" y="133664"/>
                </a:lnTo>
                <a:lnTo>
                  <a:pt x="3078250" y="133717"/>
                </a:lnTo>
                <a:lnTo>
                  <a:pt x="3078680" y="133755"/>
                </a:lnTo>
                <a:lnTo>
                  <a:pt x="3079101" y="133780"/>
                </a:lnTo>
                <a:lnTo>
                  <a:pt x="3079509" y="133796"/>
                </a:lnTo>
                <a:lnTo>
                  <a:pt x="3079901" y="133804"/>
                </a:lnTo>
                <a:lnTo>
                  <a:pt x="3080274" y="133807"/>
                </a:lnTo>
                <a:lnTo>
                  <a:pt x="3080623" y="133807"/>
                </a:lnTo>
                <a:lnTo>
                  <a:pt x="3095082" y="133807"/>
                </a:lnTo>
                <a:lnTo>
                  <a:pt x="3095454" y="133807"/>
                </a:lnTo>
                <a:lnTo>
                  <a:pt x="3095845" y="133804"/>
                </a:lnTo>
                <a:lnTo>
                  <a:pt x="3096252" y="133796"/>
                </a:lnTo>
                <a:lnTo>
                  <a:pt x="3096672" y="133780"/>
                </a:lnTo>
                <a:lnTo>
                  <a:pt x="3097101" y="133755"/>
                </a:lnTo>
                <a:lnTo>
                  <a:pt x="3097537" y="133717"/>
                </a:lnTo>
                <a:lnTo>
                  <a:pt x="3097977" y="133664"/>
                </a:lnTo>
                <a:lnTo>
                  <a:pt x="3098417" y="133593"/>
                </a:lnTo>
                <a:lnTo>
                  <a:pt x="3098854" y="133502"/>
                </a:lnTo>
                <a:lnTo>
                  <a:pt x="3099285" y="133389"/>
                </a:lnTo>
                <a:lnTo>
                  <a:pt x="3099708" y="133250"/>
                </a:lnTo>
                <a:lnTo>
                  <a:pt x="3100119" y="133084"/>
                </a:lnTo>
                <a:lnTo>
                  <a:pt x="3100514" y="132888"/>
                </a:lnTo>
                <a:lnTo>
                  <a:pt x="3100892" y="132659"/>
                </a:lnTo>
                <a:lnTo>
                  <a:pt x="3101248" y="132395"/>
                </a:lnTo>
                <a:lnTo>
                  <a:pt x="3101580" y="132093"/>
                </a:lnTo>
                <a:lnTo>
                  <a:pt x="3101884" y="131752"/>
                </a:lnTo>
                <a:lnTo>
                  <a:pt x="3102158" y="131367"/>
                </a:lnTo>
                <a:lnTo>
                  <a:pt x="3102398" y="130937"/>
                </a:lnTo>
                <a:lnTo>
                  <a:pt x="3102602" y="130460"/>
                </a:lnTo>
                <a:lnTo>
                  <a:pt x="3102766" y="129932"/>
                </a:lnTo>
                <a:lnTo>
                  <a:pt x="3102886" y="129352"/>
                </a:lnTo>
                <a:lnTo>
                  <a:pt x="3102961" y="128717"/>
                </a:lnTo>
                <a:lnTo>
                  <a:pt x="3102987" y="128023"/>
                </a:lnTo>
                <a:lnTo>
                  <a:pt x="3102966" y="127307"/>
                </a:lnTo>
                <a:lnTo>
                  <a:pt x="3102903" y="126650"/>
                </a:lnTo>
                <a:lnTo>
                  <a:pt x="3102799" y="126051"/>
                </a:lnTo>
                <a:lnTo>
                  <a:pt x="3102655" y="125506"/>
                </a:lnTo>
                <a:lnTo>
                  <a:pt x="3102470" y="125013"/>
                </a:lnTo>
                <a:lnTo>
                  <a:pt x="3102246" y="124569"/>
                </a:lnTo>
                <a:lnTo>
                  <a:pt x="3101982" y="124172"/>
                </a:lnTo>
                <a:lnTo>
                  <a:pt x="3101680" y="123818"/>
                </a:lnTo>
                <a:lnTo>
                  <a:pt x="3101340" y="123507"/>
                </a:lnTo>
                <a:lnTo>
                  <a:pt x="3100962" y="123234"/>
                </a:lnTo>
                <a:lnTo>
                  <a:pt x="3100547" y="122998"/>
                </a:lnTo>
                <a:lnTo>
                  <a:pt x="3100095" y="122795"/>
                </a:lnTo>
                <a:lnTo>
                  <a:pt x="3099607" y="122623"/>
                </a:lnTo>
                <a:lnTo>
                  <a:pt x="3099084" y="122480"/>
                </a:lnTo>
                <a:lnTo>
                  <a:pt x="3098525" y="122363"/>
                </a:lnTo>
                <a:lnTo>
                  <a:pt x="3097932" y="122269"/>
                </a:lnTo>
                <a:lnTo>
                  <a:pt x="3097305" y="122196"/>
                </a:lnTo>
                <a:lnTo>
                  <a:pt x="3096644" y="122141"/>
                </a:lnTo>
                <a:lnTo>
                  <a:pt x="3095949" y="122102"/>
                </a:lnTo>
                <a:lnTo>
                  <a:pt x="3095223" y="122076"/>
                </a:lnTo>
                <a:lnTo>
                  <a:pt x="3094464" y="122060"/>
                </a:lnTo>
                <a:lnTo>
                  <a:pt x="3093673" y="122052"/>
                </a:lnTo>
                <a:lnTo>
                  <a:pt x="3092851" y="122049"/>
                </a:lnTo>
                <a:lnTo>
                  <a:pt x="3091999" y="122048"/>
                </a:lnTo>
                <a:lnTo>
                  <a:pt x="3091999" y="87589"/>
                </a:lnTo>
                <a:lnTo>
                  <a:pt x="3092040" y="85489"/>
                </a:lnTo>
                <a:lnTo>
                  <a:pt x="3092159" y="83474"/>
                </a:lnTo>
                <a:lnTo>
                  <a:pt x="3092354" y="81544"/>
                </a:lnTo>
                <a:lnTo>
                  <a:pt x="3092621" y="79700"/>
                </a:lnTo>
                <a:lnTo>
                  <a:pt x="3092957" y="77941"/>
                </a:lnTo>
                <a:lnTo>
                  <a:pt x="3093358" y="76269"/>
                </a:lnTo>
                <a:lnTo>
                  <a:pt x="3093820" y="74684"/>
                </a:lnTo>
                <a:lnTo>
                  <a:pt x="3094341" y="73185"/>
                </a:lnTo>
                <a:lnTo>
                  <a:pt x="3094917" y="71774"/>
                </a:lnTo>
                <a:lnTo>
                  <a:pt x="3095544" y="70452"/>
                </a:lnTo>
                <a:lnTo>
                  <a:pt x="3096220" y="69217"/>
                </a:lnTo>
                <a:lnTo>
                  <a:pt x="3096939" y="68072"/>
                </a:lnTo>
                <a:lnTo>
                  <a:pt x="3097701" y="67015"/>
                </a:lnTo>
                <a:lnTo>
                  <a:pt x="3098499" y="66049"/>
                </a:lnTo>
                <a:lnTo>
                  <a:pt x="3099332" y="65172"/>
                </a:lnTo>
                <a:lnTo>
                  <a:pt x="3100196" y="64386"/>
                </a:lnTo>
                <a:lnTo>
                  <a:pt x="3101088" y="63691"/>
                </a:lnTo>
                <a:lnTo>
                  <a:pt x="3102003" y="63087"/>
                </a:lnTo>
                <a:lnTo>
                  <a:pt x="3102939" y="62575"/>
                </a:lnTo>
                <a:lnTo>
                  <a:pt x="3103893" y="62155"/>
                </a:lnTo>
                <a:lnTo>
                  <a:pt x="3104859" y="61827"/>
                </a:lnTo>
                <a:lnTo>
                  <a:pt x="3105837" y="61593"/>
                </a:lnTo>
                <a:lnTo>
                  <a:pt x="3106821" y="61452"/>
                </a:lnTo>
                <a:lnTo>
                  <a:pt x="3107808" y="61405"/>
                </a:lnTo>
                <a:lnTo>
                  <a:pt x="3108353" y="61423"/>
                </a:lnTo>
                <a:lnTo>
                  <a:pt x="3108880" y="61477"/>
                </a:lnTo>
                <a:lnTo>
                  <a:pt x="3109388" y="61570"/>
                </a:lnTo>
                <a:lnTo>
                  <a:pt x="3109876" y="61706"/>
                </a:lnTo>
                <a:lnTo>
                  <a:pt x="3110345" y="61885"/>
                </a:lnTo>
                <a:lnTo>
                  <a:pt x="3110793" y="62112"/>
                </a:lnTo>
                <a:lnTo>
                  <a:pt x="3111221" y="62389"/>
                </a:lnTo>
                <a:lnTo>
                  <a:pt x="3111628" y="62717"/>
                </a:lnTo>
                <a:lnTo>
                  <a:pt x="3112014" y="63101"/>
                </a:lnTo>
                <a:lnTo>
                  <a:pt x="3112377" y="63542"/>
                </a:lnTo>
                <a:lnTo>
                  <a:pt x="3112719" y="64043"/>
                </a:lnTo>
                <a:lnTo>
                  <a:pt x="3113038" y="64606"/>
                </a:lnTo>
                <a:lnTo>
                  <a:pt x="3113333" y="65235"/>
                </a:lnTo>
                <a:lnTo>
                  <a:pt x="3113606" y="65931"/>
                </a:lnTo>
                <a:lnTo>
                  <a:pt x="3113854" y="66698"/>
                </a:lnTo>
                <a:lnTo>
                  <a:pt x="3114078" y="67538"/>
                </a:lnTo>
                <a:lnTo>
                  <a:pt x="3114277" y="68453"/>
                </a:lnTo>
                <a:lnTo>
                  <a:pt x="3114451" y="69446"/>
                </a:lnTo>
                <a:lnTo>
                  <a:pt x="3114599" y="70520"/>
                </a:lnTo>
                <a:lnTo>
                  <a:pt x="3114721" y="71678"/>
                </a:lnTo>
                <a:lnTo>
                  <a:pt x="3114817" y="72921"/>
                </a:lnTo>
                <a:lnTo>
                  <a:pt x="3114886" y="74253"/>
                </a:lnTo>
                <a:lnTo>
                  <a:pt x="3114928" y="75675"/>
                </a:lnTo>
                <a:lnTo>
                  <a:pt x="3114942" y="77192"/>
                </a:lnTo>
                <a:lnTo>
                  <a:pt x="3114942" y="122048"/>
                </a:lnTo>
                <a:lnTo>
                  <a:pt x="3114478" y="122049"/>
                </a:lnTo>
                <a:lnTo>
                  <a:pt x="3114005" y="122052"/>
                </a:lnTo>
                <a:lnTo>
                  <a:pt x="3113525" y="122060"/>
                </a:lnTo>
                <a:lnTo>
                  <a:pt x="3113041" y="122076"/>
                </a:lnTo>
                <a:lnTo>
                  <a:pt x="3112555" y="122102"/>
                </a:lnTo>
                <a:lnTo>
                  <a:pt x="3112070" y="122141"/>
                </a:lnTo>
                <a:lnTo>
                  <a:pt x="3111589" y="122196"/>
                </a:lnTo>
                <a:lnTo>
                  <a:pt x="3111113" y="122269"/>
                </a:lnTo>
                <a:lnTo>
                  <a:pt x="3110647" y="122363"/>
                </a:lnTo>
                <a:lnTo>
                  <a:pt x="3110192" y="122480"/>
                </a:lnTo>
                <a:lnTo>
                  <a:pt x="3109750" y="122623"/>
                </a:lnTo>
                <a:lnTo>
                  <a:pt x="3109325" y="122795"/>
                </a:lnTo>
                <a:lnTo>
                  <a:pt x="3108920" y="122998"/>
                </a:lnTo>
                <a:lnTo>
                  <a:pt x="3108536" y="123234"/>
                </a:lnTo>
                <a:lnTo>
                  <a:pt x="3108176" y="123507"/>
                </a:lnTo>
                <a:lnTo>
                  <a:pt x="3107843" y="123818"/>
                </a:lnTo>
                <a:lnTo>
                  <a:pt x="3107540" y="124172"/>
                </a:lnTo>
                <a:lnTo>
                  <a:pt x="3107268" y="124569"/>
                </a:lnTo>
                <a:lnTo>
                  <a:pt x="3107031" y="125013"/>
                </a:lnTo>
                <a:lnTo>
                  <a:pt x="3106832" y="125506"/>
                </a:lnTo>
                <a:lnTo>
                  <a:pt x="3106672" y="126051"/>
                </a:lnTo>
                <a:lnTo>
                  <a:pt x="3106555" y="126650"/>
                </a:lnTo>
                <a:lnTo>
                  <a:pt x="3106483" y="127307"/>
                </a:lnTo>
                <a:lnTo>
                  <a:pt x="3106458" y="128023"/>
                </a:lnTo>
                <a:lnTo>
                  <a:pt x="3106485" y="128717"/>
                </a:lnTo>
                <a:lnTo>
                  <a:pt x="3106562" y="129352"/>
                </a:lnTo>
                <a:lnTo>
                  <a:pt x="3106687" y="129932"/>
                </a:lnTo>
                <a:lnTo>
                  <a:pt x="3106856" y="130460"/>
                </a:lnTo>
                <a:lnTo>
                  <a:pt x="3107066" y="130937"/>
                </a:lnTo>
                <a:lnTo>
                  <a:pt x="3107313" y="131367"/>
                </a:lnTo>
                <a:lnTo>
                  <a:pt x="3107595" y="131752"/>
                </a:lnTo>
                <a:lnTo>
                  <a:pt x="3107907" y="132093"/>
                </a:lnTo>
                <a:lnTo>
                  <a:pt x="3108247" y="132395"/>
                </a:lnTo>
                <a:lnTo>
                  <a:pt x="3108611" y="132659"/>
                </a:lnTo>
                <a:lnTo>
                  <a:pt x="3108995" y="132888"/>
                </a:lnTo>
                <a:lnTo>
                  <a:pt x="3109398" y="133084"/>
                </a:lnTo>
                <a:lnTo>
                  <a:pt x="3109814" y="133250"/>
                </a:lnTo>
                <a:lnTo>
                  <a:pt x="3110240" y="133389"/>
                </a:lnTo>
                <a:lnTo>
                  <a:pt x="3110675" y="133502"/>
                </a:lnTo>
                <a:lnTo>
                  <a:pt x="3111113" y="133593"/>
                </a:lnTo>
                <a:lnTo>
                  <a:pt x="3111552" y="133664"/>
                </a:lnTo>
                <a:lnTo>
                  <a:pt x="3111988" y="133717"/>
                </a:lnTo>
                <a:lnTo>
                  <a:pt x="3112418" y="133755"/>
                </a:lnTo>
                <a:lnTo>
                  <a:pt x="3112839" y="133780"/>
                </a:lnTo>
                <a:lnTo>
                  <a:pt x="3113248" y="133796"/>
                </a:lnTo>
                <a:lnTo>
                  <a:pt x="3113640" y="133804"/>
                </a:lnTo>
                <a:lnTo>
                  <a:pt x="3114012" y="133807"/>
                </a:lnTo>
                <a:lnTo>
                  <a:pt x="3114363" y="133807"/>
                </a:lnTo>
                <a:lnTo>
                  <a:pt x="3128821" y="133807"/>
                </a:lnTo>
                <a:lnTo>
                  <a:pt x="3129193" y="133807"/>
                </a:lnTo>
                <a:lnTo>
                  <a:pt x="3129584" y="133804"/>
                </a:lnTo>
                <a:lnTo>
                  <a:pt x="3129991" y="133796"/>
                </a:lnTo>
                <a:lnTo>
                  <a:pt x="3130411" y="133780"/>
                </a:lnTo>
                <a:lnTo>
                  <a:pt x="3130840" y="133755"/>
                </a:lnTo>
                <a:lnTo>
                  <a:pt x="3131276" y="133717"/>
                </a:lnTo>
                <a:lnTo>
                  <a:pt x="3131716" y="133664"/>
                </a:lnTo>
                <a:lnTo>
                  <a:pt x="3132156" y="133593"/>
                </a:lnTo>
                <a:lnTo>
                  <a:pt x="3132593" y="133502"/>
                </a:lnTo>
                <a:lnTo>
                  <a:pt x="3133025" y="133389"/>
                </a:lnTo>
                <a:lnTo>
                  <a:pt x="3133447" y="133250"/>
                </a:lnTo>
                <a:lnTo>
                  <a:pt x="3133858" y="133084"/>
                </a:lnTo>
                <a:lnTo>
                  <a:pt x="3134254" y="132888"/>
                </a:lnTo>
                <a:lnTo>
                  <a:pt x="3134631" y="132659"/>
                </a:lnTo>
                <a:lnTo>
                  <a:pt x="3134987" y="132395"/>
                </a:lnTo>
                <a:lnTo>
                  <a:pt x="3135319" y="132093"/>
                </a:lnTo>
                <a:lnTo>
                  <a:pt x="3135624" y="131752"/>
                </a:lnTo>
                <a:lnTo>
                  <a:pt x="3135897" y="131367"/>
                </a:lnTo>
                <a:lnTo>
                  <a:pt x="3136138" y="130937"/>
                </a:lnTo>
                <a:lnTo>
                  <a:pt x="3136341" y="130460"/>
                </a:lnTo>
                <a:lnTo>
                  <a:pt x="3136505" y="129932"/>
                </a:lnTo>
                <a:lnTo>
                  <a:pt x="3136626" y="129352"/>
                </a:lnTo>
                <a:lnTo>
                  <a:pt x="3136700" y="128717"/>
                </a:lnTo>
                <a:lnTo>
                  <a:pt x="3136726" y="128023"/>
                </a:lnTo>
                <a:lnTo>
                  <a:pt x="3136705" y="127307"/>
                </a:lnTo>
                <a:lnTo>
                  <a:pt x="3136642" y="126650"/>
                </a:lnTo>
                <a:lnTo>
                  <a:pt x="3136538" y="126051"/>
                </a:lnTo>
                <a:lnTo>
                  <a:pt x="3136394" y="125506"/>
                </a:lnTo>
                <a:lnTo>
                  <a:pt x="3136209" y="125013"/>
                </a:lnTo>
                <a:lnTo>
                  <a:pt x="3135985" y="124569"/>
                </a:lnTo>
                <a:close/>
                <a:moveTo>
                  <a:pt x="1719486" y="124488"/>
                </a:moveTo>
                <a:lnTo>
                  <a:pt x="1719222" y="124104"/>
                </a:lnTo>
                <a:lnTo>
                  <a:pt x="1718927" y="123762"/>
                </a:lnTo>
                <a:lnTo>
                  <a:pt x="1718606" y="123460"/>
                </a:lnTo>
                <a:lnTo>
                  <a:pt x="1718262" y="123196"/>
                </a:lnTo>
                <a:lnTo>
                  <a:pt x="1717896" y="122967"/>
                </a:lnTo>
                <a:lnTo>
                  <a:pt x="1717512" y="122771"/>
                </a:lnTo>
                <a:lnTo>
                  <a:pt x="1717114" y="122605"/>
                </a:lnTo>
                <a:lnTo>
                  <a:pt x="1716703" y="122466"/>
                </a:lnTo>
                <a:lnTo>
                  <a:pt x="1716283" y="122353"/>
                </a:lnTo>
                <a:lnTo>
                  <a:pt x="1715856" y="122262"/>
                </a:lnTo>
                <a:lnTo>
                  <a:pt x="1715427" y="122192"/>
                </a:lnTo>
                <a:lnTo>
                  <a:pt x="1714996" y="122138"/>
                </a:lnTo>
                <a:lnTo>
                  <a:pt x="1714569" y="122100"/>
                </a:lnTo>
                <a:lnTo>
                  <a:pt x="1714147" y="122075"/>
                </a:lnTo>
                <a:lnTo>
                  <a:pt x="1713733" y="122059"/>
                </a:lnTo>
                <a:lnTo>
                  <a:pt x="1713330" y="122051"/>
                </a:lnTo>
                <a:lnTo>
                  <a:pt x="1712942" y="122048"/>
                </a:lnTo>
                <a:lnTo>
                  <a:pt x="1712571" y="122048"/>
                </a:lnTo>
                <a:lnTo>
                  <a:pt x="1711591" y="122043"/>
                </a:lnTo>
                <a:lnTo>
                  <a:pt x="1710672" y="122029"/>
                </a:lnTo>
                <a:lnTo>
                  <a:pt x="1709813" y="122005"/>
                </a:lnTo>
                <a:lnTo>
                  <a:pt x="1709010" y="121974"/>
                </a:lnTo>
                <a:lnTo>
                  <a:pt x="1708262" y="121935"/>
                </a:lnTo>
                <a:lnTo>
                  <a:pt x="1707565" y="121888"/>
                </a:lnTo>
                <a:lnTo>
                  <a:pt x="1706918" y="121835"/>
                </a:lnTo>
                <a:lnTo>
                  <a:pt x="1706317" y="121776"/>
                </a:lnTo>
                <a:lnTo>
                  <a:pt x="1705760" y="121712"/>
                </a:lnTo>
                <a:lnTo>
                  <a:pt x="1705245" y="121643"/>
                </a:lnTo>
                <a:lnTo>
                  <a:pt x="1704769" y="121570"/>
                </a:lnTo>
                <a:lnTo>
                  <a:pt x="1704330" y="121493"/>
                </a:lnTo>
                <a:lnTo>
                  <a:pt x="1703925" y="121413"/>
                </a:lnTo>
                <a:lnTo>
                  <a:pt x="1703551" y="121331"/>
                </a:lnTo>
                <a:lnTo>
                  <a:pt x="1703207" y="121247"/>
                </a:lnTo>
                <a:lnTo>
                  <a:pt x="1702889" y="121162"/>
                </a:lnTo>
                <a:lnTo>
                  <a:pt x="1702595" y="121076"/>
                </a:lnTo>
                <a:lnTo>
                  <a:pt x="1702323" y="120989"/>
                </a:lnTo>
                <a:lnTo>
                  <a:pt x="1702070" y="120904"/>
                </a:lnTo>
                <a:lnTo>
                  <a:pt x="1701834" y="120819"/>
                </a:lnTo>
                <a:lnTo>
                  <a:pt x="1701612" y="120736"/>
                </a:lnTo>
                <a:lnTo>
                  <a:pt x="1701401" y="120656"/>
                </a:lnTo>
                <a:lnTo>
                  <a:pt x="1701199" y="120578"/>
                </a:lnTo>
                <a:lnTo>
                  <a:pt x="1701004" y="120504"/>
                </a:lnTo>
                <a:lnTo>
                  <a:pt x="1701004" y="78801"/>
                </a:lnTo>
                <a:lnTo>
                  <a:pt x="1700949" y="77076"/>
                </a:lnTo>
                <a:lnTo>
                  <a:pt x="1700783" y="75333"/>
                </a:lnTo>
                <a:lnTo>
                  <a:pt x="1700503" y="73580"/>
                </a:lnTo>
                <a:lnTo>
                  <a:pt x="1700104" y="71826"/>
                </a:lnTo>
                <a:lnTo>
                  <a:pt x="1699586" y="70078"/>
                </a:lnTo>
                <a:lnTo>
                  <a:pt x="1698944" y="68345"/>
                </a:lnTo>
                <a:lnTo>
                  <a:pt x="1698175" y="66634"/>
                </a:lnTo>
                <a:lnTo>
                  <a:pt x="1697277" y="64954"/>
                </a:lnTo>
                <a:lnTo>
                  <a:pt x="1696246" y="63313"/>
                </a:lnTo>
                <a:lnTo>
                  <a:pt x="1695080" y="61720"/>
                </a:lnTo>
                <a:lnTo>
                  <a:pt x="1693775" y="60181"/>
                </a:lnTo>
                <a:lnTo>
                  <a:pt x="1692329" y="58705"/>
                </a:lnTo>
                <a:lnTo>
                  <a:pt x="1690738" y="57301"/>
                </a:lnTo>
                <a:lnTo>
                  <a:pt x="1688999" y="55977"/>
                </a:lnTo>
                <a:lnTo>
                  <a:pt x="1687110" y="54740"/>
                </a:lnTo>
                <a:lnTo>
                  <a:pt x="1685067" y="53599"/>
                </a:lnTo>
                <a:lnTo>
                  <a:pt x="1682867" y="52561"/>
                </a:lnTo>
                <a:lnTo>
                  <a:pt x="1680508" y="51636"/>
                </a:lnTo>
                <a:lnTo>
                  <a:pt x="1677986" y="50831"/>
                </a:lnTo>
                <a:lnTo>
                  <a:pt x="1675299" y="50154"/>
                </a:lnTo>
                <a:lnTo>
                  <a:pt x="1672443" y="49613"/>
                </a:lnTo>
                <a:lnTo>
                  <a:pt x="1669415" y="49217"/>
                </a:lnTo>
                <a:lnTo>
                  <a:pt x="1666212" y="48973"/>
                </a:lnTo>
                <a:lnTo>
                  <a:pt x="1662832" y="48890"/>
                </a:lnTo>
                <a:lnTo>
                  <a:pt x="1661739" y="48891"/>
                </a:lnTo>
                <a:lnTo>
                  <a:pt x="1660540" y="48898"/>
                </a:lnTo>
                <a:lnTo>
                  <a:pt x="1659250" y="48917"/>
                </a:lnTo>
                <a:lnTo>
                  <a:pt x="1657883" y="48955"/>
                </a:lnTo>
                <a:lnTo>
                  <a:pt x="1656450" y="49017"/>
                </a:lnTo>
                <a:lnTo>
                  <a:pt x="1654966" y="49110"/>
                </a:lnTo>
                <a:lnTo>
                  <a:pt x="1653445" y="49239"/>
                </a:lnTo>
                <a:lnTo>
                  <a:pt x="1651900" y="49411"/>
                </a:lnTo>
                <a:lnTo>
                  <a:pt x="1650343" y="49632"/>
                </a:lnTo>
                <a:lnTo>
                  <a:pt x="1648790" y="49908"/>
                </a:lnTo>
                <a:lnTo>
                  <a:pt x="1647253" y="50246"/>
                </a:lnTo>
                <a:lnTo>
                  <a:pt x="1645745" y="50650"/>
                </a:lnTo>
                <a:lnTo>
                  <a:pt x="1644281" y="51128"/>
                </a:lnTo>
                <a:lnTo>
                  <a:pt x="1642873" y="51685"/>
                </a:lnTo>
                <a:lnTo>
                  <a:pt x="1641536" y="52327"/>
                </a:lnTo>
                <a:lnTo>
                  <a:pt x="1640282" y="53062"/>
                </a:lnTo>
                <a:lnTo>
                  <a:pt x="1639125" y="53894"/>
                </a:lnTo>
                <a:lnTo>
                  <a:pt x="1638078" y="54830"/>
                </a:lnTo>
                <a:lnTo>
                  <a:pt x="1637156" y="55876"/>
                </a:lnTo>
                <a:lnTo>
                  <a:pt x="1636371" y="57038"/>
                </a:lnTo>
                <a:lnTo>
                  <a:pt x="1635737" y="58323"/>
                </a:lnTo>
                <a:lnTo>
                  <a:pt x="1635268" y="59735"/>
                </a:lnTo>
                <a:lnTo>
                  <a:pt x="1634976" y="61282"/>
                </a:lnTo>
                <a:lnTo>
                  <a:pt x="1634876" y="62970"/>
                </a:lnTo>
                <a:lnTo>
                  <a:pt x="1634897" y="63680"/>
                </a:lnTo>
                <a:lnTo>
                  <a:pt x="1634958" y="64362"/>
                </a:lnTo>
                <a:lnTo>
                  <a:pt x="1635059" y="65015"/>
                </a:lnTo>
                <a:lnTo>
                  <a:pt x="1635198" y="65639"/>
                </a:lnTo>
                <a:lnTo>
                  <a:pt x="1635372" y="66235"/>
                </a:lnTo>
                <a:lnTo>
                  <a:pt x="1635581" y="66802"/>
                </a:lnTo>
                <a:lnTo>
                  <a:pt x="1635824" y="67339"/>
                </a:lnTo>
                <a:lnTo>
                  <a:pt x="1636098" y="67847"/>
                </a:lnTo>
                <a:lnTo>
                  <a:pt x="1636402" y="68326"/>
                </a:lnTo>
                <a:lnTo>
                  <a:pt x="1636734" y="68775"/>
                </a:lnTo>
                <a:lnTo>
                  <a:pt x="1637094" y="69194"/>
                </a:lnTo>
                <a:lnTo>
                  <a:pt x="1637480" y="69583"/>
                </a:lnTo>
                <a:lnTo>
                  <a:pt x="1637889" y="69942"/>
                </a:lnTo>
                <a:lnTo>
                  <a:pt x="1638321" y="70271"/>
                </a:lnTo>
                <a:lnTo>
                  <a:pt x="1638774" y="70569"/>
                </a:lnTo>
                <a:lnTo>
                  <a:pt x="1639247" y="70837"/>
                </a:lnTo>
                <a:lnTo>
                  <a:pt x="1639738" y="71073"/>
                </a:lnTo>
                <a:lnTo>
                  <a:pt x="1640245" y="71279"/>
                </a:lnTo>
                <a:lnTo>
                  <a:pt x="1640767" y="71453"/>
                </a:lnTo>
                <a:lnTo>
                  <a:pt x="1641303" y="71596"/>
                </a:lnTo>
                <a:lnTo>
                  <a:pt x="1641851" y="71708"/>
                </a:lnTo>
                <a:lnTo>
                  <a:pt x="1642409" y="71788"/>
                </a:lnTo>
                <a:lnTo>
                  <a:pt x="1642977" y="71836"/>
                </a:lnTo>
                <a:lnTo>
                  <a:pt x="1643551" y="71852"/>
                </a:lnTo>
                <a:lnTo>
                  <a:pt x="1643925" y="71843"/>
                </a:lnTo>
                <a:lnTo>
                  <a:pt x="1644322" y="71814"/>
                </a:lnTo>
                <a:lnTo>
                  <a:pt x="1644738" y="71763"/>
                </a:lnTo>
                <a:lnTo>
                  <a:pt x="1645170" y="71690"/>
                </a:lnTo>
                <a:lnTo>
                  <a:pt x="1645615" y="71592"/>
                </a:lnTo>
                <a:lnTo>
                  <a:pt x="1646070" y="71469"/>
                </a:lnTo>
                <a:lnTo>
                  <a:pt x="1646530" y="71317"/>
                </a:lnTo>
                <a:lnTo>
                  <a:pt x="1646993" y="71137"/>
                </a:lnTo>
                <a:lnTo>
                  <a:pt x="1647455" y="70925"/>
                </a:lnTo>
                <a:lnTo>
                  <a:pt x="1647914" y="70681"/>
                </a:lnTo>
                <a:lnTo>
                  <a:pt x="1648365" y="70403"/>
                </a:lnTo>
                <a:lnTo>
                  <a:pt x="1648805" y="70090"/>
                </a:lnTo>
                <a:lnTo>
                  <a:pt x="1649231" y="69739"/>
                </a:lnTo>
                <a:lnTo>
                  <a:pt x="1649640" y="69349"/>
                </a:lnTo>
                <a:lnTo>
                  <a:pt x="1650028" y="68919"/>
                </a:lnTo>
                <a:lnTo>
                  <a:pt x="1650392" y="68448"/>
                </a:lnTo>
                <a:lnTo>
                  <a:pt x="1650729" y="67932"/>
                </a:lnTo>
                <a:lnTo>
                  <a:pt x="1651035" y="67371"/>
                </a:lnTo>
                <a:lnTo>
                  <a:pt x="1651306" y="66764"/>
                </a:lnTo>
                <a:lnTo>
                  <a:pt x="1651540" y="66108"/>
                </a:lnTo>
                <a:lnTo>
                  <a:pt x="1651734" y="65403"/>
                </a:lnTo>
                <a:lnTo>
                  <a:pt x="1651883" y="64645"/>
                </a:lnTo>
                <a:lnTo>
                  <a:pt x="1651985" y="63835"/>
                </a:lnTo>
                <a:lnTo>
                  <a:pt x="1652035" y="62970"/>
                </a:lnTo>
                <a:lnTo>
                  <a:pt x="1652037" y="62784"/>
                </a:lnTo>
                <a:lnTo>
                  <a:pt x="1652041" y="62611"/>
                </a:lnTo>
                <a:lnTo>
                  <a:pt x="1652051" y="62451"/>
                </a:lnTo>
                <a:lnTo>
                  <a:pt x="1652067" y="62303"/>
                </a:lnTo>
                <a:lnTo>
                  <a:pt x="1652092" y="62167"/>
                </a:lnTo>
                <a:lnTo>
                  <a:pt x="1652126" y="62041"/>
                </a:lnTo>
                <a:lnTo>
                  <a:pt x="1652170" y="61925"/>
                </a:lnTo>
                <a:lnTo>
                  <a:pt x="1652228" y="61819"/>
                </a:lnTo>
                <a:lnTo>
                  <a:pt x="1652299" y="61721"/>
                </a:lnTo>
                <a:lnTo>
                  <a:pt x="1652386" y="61631"/>
                </a:lnTo>
                <a:lnTo>
                  <a:pt x="1652490" y="61549"/>
                </a:lnTo>
                <a:lnTo>
                  <a:pt x="1652613" y="61473"/>
                </a:lnTo>
                <a:lnTo>
                  <a:pt x="1652756" y="61404"/>
                </a:lnTo>
                <a:lnTo>
                  <a:pt x="1652920" y="61340"/>
                </a:lnTo>
                <a:lnTo>
                  <a:pt x="1653108" y="61280"/>
                </a:lnTo>
                <a:lnTo>
                  <a:pt x="1653320" y="61225"/>
                </a:lnTo>
                <a:lnTo>
                  <a:pt x="1653558" y="61173"/>
                </a:lnTo>
                <a:lnTo>
                  <a:pt x="1653824" y="61123"/>
                </a:lnTo>
                <a:lnTo>
                  <a:pt x="1654119" y="61076"/>
                </a:lnTo>
                <a:lnTo>
                  <a:pt x="1654444" y="61030"/>
                </a:lnTo>
                <a:lnTo>
                  <a:pt x="1654802" y="60985"/>
                </a:lnTo>
                <a:lnTo>
                  <a:pt x="1655194" y="60939"/>
                </a:lnTo>
                <a:lnTo>
                  <a:pt x="1655620" y="60893"/>
                </a:lnTo>
                <a:lnTo>
                  <a:pt x="1656083" y="60846"/>
                </a:lnTo>
                <a:lnTo>
                  <a:pt x="1656420" y="60823"/>
                </a:lnTo>
                <a:lnTo>
                  <a:pt x="1656754" y="60801"/>
                </a:lnTo>
                <a:lnTo>
                  <a:pt x="1657086" y="60782"/>
                </a:lnTo>
                <a:lnTo>
                  <a:pt x="1657415" y="60764"/>
                </a:lnTo>
                <a:lnTo>
                  <a:pt x="1657741" y="60748"/>
                </a:lnTo>
                <a:lnTo>
                  <a:pt x="1658063" y="60734"/>
                </a:lnTo>
                <a:lnTo>
                  <a:pt x="1658382" y="60721"/>
                </a:lnTo>
                <a:lnTo>
                  <a:pt x="1658698" y="60709"/>
                </a:lnTo>
                <a:lnTo>
                  <a:pt x="1659009" y="60699"/>
                </a:lnTo>
                <a:lnTo>
                  <a:pt x="1659316" y="60690"/>
                </a:lnTo>
                <a:lnTo>
                  <a:pt x="1659619" y="60683"/>
                </a:lnTo>
                <a:lnTo>
                  <a:pt x="1659916" y="60676"/>
                </a:lnTo>
                <a:lnTo>
                  <a:pt x="1660209" y="60671"/>
                </a:lnTo>
                <a:lnTo>
                  <a:pt x="1660497" y="60666"/>
                </a:lnTo>
                <a:lnTo>
                  <a:pt x="1660779" y="60662"/>
                </a:lnTo>
                <a:lnTo>
                  <a:pt x="1661055" y="60659"/>
                </a:lnTo>
                <a:lnTo>
                  <a:pt x="1661325" y="60657"/>
                </a:lnTo>
                <a:lnTo>
                  <a:pt x="1661589" y="60655"/>
                </a:lnTo>
                <a:lnTo>
                  <a:pt x="1661846" y="60654"/>
                </a:lnTo>
                <a:lnTo>
                  <a:pt x="1662097" y="60653"/>
                </a:lnTo>
                <a:lnTo>
                  <a:pt x="1662340" y="60652"/>
                </a:lnTo>
                <a:lnTo>
                  <a:pt x="1662576" y="60652"/>
                </a:lnTo>
                <a:lnTo>
                  <a:pt x="1662805" y="60652"/>
                </a:lnTo>
                <a:lnTo>
                  <a:pt x="1663026" y="60652"/>
                </a:lnTo>
                <a:lnTo>
                  <a:pt x="1664833" y="60683"/>
                </a:lnTo>
                <a:lnTo>
                  <a:pt x="1666589" y="60778"/>
                </a:lnTo>
                <a:lnTo>
                  <a:pt x="1668292" y="60936"/>
                </a:lnTo>
                <a:lnTo>
                  <a:pt x="1669941" y="61159"/>
                </a:lnTo>
                <a:lnTo>
                  <a:pt x="1671531" y="61447"/>
                </a:lnTo>
                <a:lnTo>
                  <a:pt x="1673062" y="61802"/>
                </a:lnTo>
                <a:lnTo>
                  <a:pt x="1674530" y="62223"/>
                </a:lnTo>
                <a:lnTo>
                  <a:pt x="1675934" y="62712"/>
                </a:lnTo>
                <a:lnTo>
                  <a:pt x="1677271" y="63269"/>
                </a:lnTo>
                <a:lnTo>
                  <a:pt x="1678539" y="63895"/>
                </a:lnTo>
                <a:lnTo>
                  <a:pt x="1679735" y="64592"/>
                </a:lnTo>
                <a:lnTo>
                  <a:pt x="1680857" y="65359"/>
                </a:lnTo>
                <a:lnTo>
                  <a:pt x="1681903" y="66197"/>
                </a:lnTo>
                <a:lnTo>
                  <a:pt x="1682871" y="67107"/>
                </a:lnTo>
                <a:lnTo>
                  <a:pt x="1683757" y="68091"/>
                </a:lnTo>
                <a:lnTo>
                  <a:pt x="1684560" y="69148"/>
                </a:lnTo>
                <a:lnTo>
                  <a:pt x="1685277" y="70279"/>
                </a:lnTo>
                <a:lnTo>
                  <a:pt x="1685906" y="71486"/>
                </a:lnTo>
                <a:lnTo>
                  <a:pt x="1686445" y="72768"/>
                </a:lnTo>
                <a:lnTo>
                  <a:pt x="1686891" y="74127"/>
                </a:lnTo>
                <a:lnTo>
                  <a:pt x="1687242" y="75564"/>
                </a:lnTo>
                <a:lnTo>
                  <a:pt x="1687496" y="77079"/>
                </a:lnTo>
                <a:lnTo>
                  <a:pt x="1687650" y="78672"/>
                </a:lnTo>
                <a:lnTo>
                  <a:pt x="1687702" y="80345"/>
                </a:lnTo>
                <a:lnTo>
                  <a:pt x="1683491" y="80465"/>
                </a:lnTo>
                <a:lnTo>
                  <a:pt x="1679395" y="80679"/>
                </a:lnTo>
                <a:lnTo>
                  <a:pt x="1675419" y="80988"/>
                </a:lnTo>
                <a:lnTo>
                  <a:pt x="1671568" y="81390"/>
                </a:lnTo>
                <a:lnTo>
                  <a:pt x="1667850" y="81887"/>
                </a:lnTo>
                <a:lnTo>
                  <a:pt x="1664268" y="82478"/>
                </a:lnTo>
                <a:lnTo>
                  <a:pt x="1660830" y="83163"/>
                </a:lnTo>
                <a:lnTo>
                  <a:pt x="1657540" y="83942"/>
                </a:lnTo>
                <a:lnTo>
                  <a:pt x="1654405" y="84815"/>
                </a:lnTo>
                <a:lnTo>
                  <a:pt x="1651430" y="85782"/>
                </a:lnTo>
                <a:lnTo>
                  <a:pt x="1648622" y="86842"/>
                </a:lnTo>
                <a:lnTo>
                  <a:pt x="1645986" y="87996"/>
                </a:lnTo>
                <a:lnTo>
                  <a:pt x="1643527" y="89243"/>
                </a:lnTo>
                <a:lnTo>
                  <a:pt x="1641252" y="90584"/>
                </a:lnTo>
                <a:lnTo>
                  <a:pt x="1639166" y="92018"/>
                </a:lnTo>
                <a:lnTo>
                  <a:pt x="1637275" y="93545"/>
                </a:lnTo>
                <a:lnTo>
                  <a:pt x="1635585" y="95166"/>
                </a:lnTo>
                <a:lnTo>
                  <a:pt x="1634102" y="96880"/>
                </a:lnTo>
                <a:lnTo>
                  <a:pt x="1632831" y="98686"/>
                </a:lnTo>
                <a:lnTo>
                  <a:pt x="1631778" y="100586"/>
                </a:lnTo>
                <a:lnTo>
                  <a:pt x="1630949" y="102578"/>
                </a:lnTo>
                <a:lnTo>
                  <a:pt x="1630350" y="104664"/>
                </a:lnTo>
                <a:lnTo>
                  <a:pt x="1629986" y="106842"/>
                </a:lnTo>
                <a:lnTo>
                  <a:pt x="1629863" y="109112"/>
                </a:lnTo>
                <a:lnTo>
                  <a:pt x="1629926" y="110769"/>
                </a:lnTo>
                <a:lnTo>
                  <a:pt x="1630114" y="112413"/>
                </a:lnTo>
                <a:lnTo>
                  <a:pt x="1630424" y="114039"/>
                </a:lnTo>
                <a:lnTo>
                  <a:pt x="1630854" y="115641"/>
                </a:lnTo>
                <a:lnTo>
                  <a:pt x="1631403" y="117215"/>
                </a:lnTo>
                <a:lnTo>
                  <a:pt x="1632069" y="118756"/>
                </a:lnTo>
                <a:lnTo>
                  <a:pt x="1632848" y="120258"/>
                </a:lnTo>
                <a:lnTo>
                  <a:pt x="1633741" y="121716"/>
                </a:lnTo>
                <a:lnTo>
                  <a:pt x="1634744" y="123126"/>
                </a:lnTo>
                <a:lnTo>
                  <a:pt x="1635855" y="124481"/>
                </a:lnTo>
                <a:lnTo>
                  <a:pt x="1637073" y="125778"/>
                </a:lnTo>
                <a:lnTo>
                  <a:pt x="1638395" y="127010"/>
                </a:lnTo>
                <a:lnTo>
                  <a:pt x="1639819" y="128173"/>
                </a:lnTo>
                <a:lnTo>
                  <a:pt x="1641344" y="129262"/>
                </a:lnTo>
                <a:lnTo>
                  <a:pt x="1642968" y="130271"/>
                </a:lnTo>
                <a:lnTo>
                  <a:pt x="1644688" y="131196"/>
                </a:lnTo>
                <a:lnTo>
                  <a:pt x="1646502" y="132031"/>
                </a:lnTo>
                <a:lnTo>
                  <a:pt x="1648408" y="132771"/>
                </a:lnTo>
                <a:lnTo>
                  <a:pt x="1650405" y="133412"/>
                </a:lnTo>
                <a:lnTo>
                  <a:pt x="1652491" y="133947"/>
                </a:lnTo>
                <a:lnTo>
                  <a:pt x="1654662" y="134373"/>
                </a:lnTo>
                <a:lnTo>
                  <a:pt x="1656919" y="134683"/>
                </a:lnTo>
                <a:lnTo>
                  <a:pt x="1659257" y="134872"/>
                </a:lnTo>
                <a:lnTo>
                  <a:pt x="1661676" y="134937"/>
                </a:lnTo>
                <a:lnTo>
                  <a:pt x="1662592" y="134930"/>
                </a:lnTo>
                <a:lnTo>
                  <a:pt x="1663555" y="134907"/>
                </a:lnTo>
                <a:lnTo>
                  <a:pt x="1664562" y="134867"/>
                </a:lnTo>
                <a:lnTo>
                  <a:pt x="1665608" y="134809"/>
                </a:lnTo>
                <a:lnTo>
                  <a:pt x="1666692" y="134732"/>
                </a:lnTo>
                <a:lnTo>
                  <a:pt x="1667809" y="134633"/>
                </a:lnTo>
                <a:lnTo>
                  <a:pt x="1668956" y="134512"/>
                </a:lnTo>
                <a:lnTo>
                  <a:pt x="1670130" y="134366"/>
                </a:lnTo>
                <a:lnTo>
                  <a:pt x="1671327" y="134195"/>
                </a:lnTo>
                <a:lnTo>
                  <a:pt x="1672545" y="133998"/>
                </a:lnTo>
                <a:lnTo>
                  <a:pt x="1673779" y="133772"/>
                </a:lnTo>
                <a:lnTo>
                  <a:pt x="1675027" y="133516"/>
                </a:lnTo>
                <a:lnTo>
                  <a:pt x="1676284" y="133229"/>
                </a:lnTo>
                <a:lnTo>
                  <a:pt x="1677548" y="132910"/>
                </a:lnTo>
                <a:lnTo>
                  <a:pt x="1678816" y="132556"/>
                </a:lnTo>
                <a:lnTo>
                  <a:pt x="1680084" y="132168"/>
                </a:lnTo>
                <a:lnTo>
                  <a:pt x="1681348" y="131742"/>
                </a:lnTo>
                <a:lnTo>
                  <a:pt x="1682605" y="131278"/>
                </a:lnTo>
                <a:lnTo>
                  <a:pt x="1683853" y="130774"/>
                </a:lnTo>
                <a:lnTo>
                  <a:pt x="1685087" y="130230"/>
                </a:lnTo>
                <a:lnTo>
                  <a:pt x="1686304" y="129642"/>
                </a:lnTo>
                <a:lnTo>
                  <a:pt x="1687502" y="129011"/>
                </a:lnTo>
                <a:lnTo>
                  <a:pt x="1688675" y="128335"/>
                </a:lnTo>
                <a:lnTo>
                  <a:pt x="1689823" y="127611"/>
                </a:lnTo>
                <a:lnTo>
                  <a:pt x="1690378" y="128332"/>
                </a:lnTo>
                <a:lnTo>
                  <a:pt x="1690983" y="128995"/>
                </a:lnTo>
                <a:lnTo>
                  <a:pt x="1691635" y="129602"/>
                </a:lnTo>
                <a:lnTo>
                  <a:pt x="1692329" y="130155"/>
                </a:lnTo>
                <a:lnTo>
                  <a:pt x="1693064" y="130658"/>
                </a:lnTo>
                <a:lnTo>
                  <a:pt x="1693835" y="131113"/>
                </a:lnTo>
                <a:lnTo>
                  <a:pt x="1694641" y="131521"/>
                </a:lnTo>
                <a:lnTo>
                  <a:pt x="1695478" y="131886"/>
                </a:lnTo>
                <a:lnTo>
                  <a:pt x="1696343" y="132210"/>
                </a:lnTo>
                <a:lnTo>
                  <a:pt x="1697234" y="132496"/>
                </a:lnTo>
                <a:lnTo>
                  <a:pt x="1698146" y="132745"/>
                </a:lnTo>
                <a:lnTo>
                  <a:pt x="1699077" y="132961"/>
                </a:lnTo>
                <a:lnTo>
                  <a:pt x="1700025" y="133145"/>
                </a:lnTo>
                <a:lnTo>
                  <a:pt x="1700985" y="133301"/>
                </a:lnTo>
                <a:lnTo>
                  <a:pt x="1701956" y="133430"/>
                </a:lnTo>
                <a:lnTo>
                  <a:pt x="1702933" y="133535"/>
                </a:lnTo>
                <a:lnTo>
                  <a:pt x="1703915" y="133619"/>
                </a:lnTo>
                <a:lnTo>
                  <a:pt x="1704897" y="133683"/>
                </a:lnTo>
                <a:lnTo>
                  <a:pt x="1705878" y="133731"/>
                </a:lnTo>
                <a:lnTo>
                  <a:pt x="1706853" y="133765"/>
                </a:lnTo>
                <a:lnTo>
                  <a:pt x="1707821" y="133787"/>
                </a:lnTo>
                <a:lnTo>
                  <a:pt x="1708777" y="133800"/>
                </a:lnTo>
                <a:lnTo>
                  <a:pt x="1709719" y="133806"/>
                </a:lnTo>
                <a:lnTo>
                  <a:pt x="1710644" y="133807"/>
                </a:lnTo>
                <a:lnTo>
                  <a:pt x="1711313" y="133807"/>
                </a:lnTo>
                <a:lnTo>
                  <a:pt x="1711968" y="133804"/>
                </a:lnTo>
                <a:lnTo>
                  <a:pt x="1712608" y="133795"/>
                </a:lnTo>
                <a:lnTo>
                  <a:pt x="1713233" y="133780"/>
                </a:lnTo>
                <a:lnTo>
                  <a:pt x="1713840" y="133753"/>
                </a:lnTo>
                <a:lnTo>
                  <a:pt x="1714428" y="133714"/>
                </a:lnTo>
                <a:lnTo>
                  <a:pt x="1714996" y="133659"/>
                </a:lnTo>
                <a:lnTo>
                  <a:pt x="1715543" y="133586"/>
                </a:lnTo>
                <a:lnTo>
                  <a:pt x="1716067" y="133492"/>
                </a:lnTo>
                <a:lnTo>
                  <a:pt x="1716567" y="133375"/>
                </a:lnTo>
                <a:lnTo>
                  <a:pt x="1717041" y="133232"/>
                </a:lnTo>
                <a:lnTo>
                  <a:pt x="1717489" y="133060"/>
                </a:lnTo>
                <a:lnTo>
                  <a:pt x="1717908" y="132858"/>
                </a:lnTo>
                <a:lnTo>
                  <a:pt x="1718298" y="132621"/>
                </a:lnTo>
                <a:lnTo>
                  <a:pt x="1718658" y="132348"/>
                </a:lnTo>
                <a:lnTo>
                  <a:pt x="1718985" y="132037"/>
                </a:lnTo>
                <a:lnTo>
                  <a:pt x="1719279" y="131684"/>
                </a:lnTo>
                <a:lnTo>
                  <a:pt x="1719537" y="131286"/>
                </a:lnTo>
                <a:lnTo>
                  <a:pt x="1719760" y="130842"/>
                </a:lnTo>
                <a:lnTo>
                  <a:pt x="1719945" y="130349"/>
                </a:lnTo>
                <a:lnTo>
                  <a:pt x="1720092" y="129804"/>
                </a:lnTo>
                <a:lnTo>
                  <a:pt x="1720198" y="129205"/>
                </a:lnTo>
                <a:lnTo>
                  <a:pt x="1720263" y="128548"/>
                </a:lnTo>
                <a:lnTo>
                  <a:pt x="1720285" y="127832"/>
                </a:lnTo>
                <a:lnTo>
                  <a:pt x="1720260" y="127139"/>
                </a:lnTo>
                <a:lnTo>
                  <a:pt x="1720188" y="126503"/>
                </a:lnTo>
                <a:lnTo>
                  <a:pt x="1720072" y="125923"/>
                </a:lnTo>
                <a:lnTo>
                  <a:pt x="1719914" y="125395"/>
                </a:lnTo>
                <a:lnTo>
                  <a:pt x="1719718" y="124918"/>
                </a:lnTo>
                <a:lnTo>
                  <a:pt x="1719486" y="124488"/>
                </a:lnTo>
                <a:close/>
                <a:moveTo>
                  <a:pt x="1687584" y="111224"/>
                </a:moveTo>
                <a:lnTo>
                  <a:pt x="1687515" y="111750"/>
                </a:lnTo>
                <a:lnTo>
                  <a:pt x="1687423" y="112272"/>
                </a:lnTo>
                <a:lnTo>
                  <a:pt x="1687305" y="112789"/>
                </a:lnTo>
                <a:lnTo>
                  <a:pt x="1687158" y="113301"/>
                </a:lnTo>
                <a:lnTo>
                  <a:pt x="1686978" y="113808"/>
                </a:lnTo>
                <a:lnTo>
                  <a:pt x="1686762" y="114311"/>
                </a:lnTo>
                <a:lnTo>
                  <a:pt x="1686507" y="114809"/>
                </a:lnTo>
                <a:lnTo>
                  <a:pt x="1686209" y="115301"/>
                </a:lnTo>
                <a:lnTo>
                  <a:pt x="1685866" y="115788"/>
                </a:lnTo>
                <a:lnTo>
                  <a:pt x="1685474" y="116270"/>
                </a:lnTo>
                <a:lnTo>
                  <a:pt x="1685029" y="116747"/>
                </a:lnTo>
                <a:lnTo>
                  <a:pt x="1684529" y="117218"/>
                </a:lnTo>
                <a:lnTo>
                  <a:pt x="1683971" y="117684"/>
                </a:lnTo>
                <a:lnTo>
                  <a:pt x="1683350" y="118144"/>
                </a:lnTo>
                <a:lnTo>
                  <a:pt x="1682664" y="118598"/>
                </a:lnTo>
                <a:lnTo>
                  <a:pt x="1681910" y="119047"/>
                </a:lnTo>
                <a:lnTo>
                  <a:pt x="1681084" y="119490"/>
                </a:lnTo>
                <a:lnTo>
                  <a:pt x="1680182" y="119927"/>
                </a:lnTo>
                <a:lnTo>
                  <a:pt x="1679306" y="120317"/>
                </a:lnTo>
                <a:lnTo>
                  <a:pt x="1678416" y="120674"/>
                </a:lnTo>
                <a:lnTo>
                  <a:pt x="1677516" y="121000"/>
                </a:lnTo>
                <a:lnTo>
                  <a:pt x="1676609" y="121296"/>
                </a:lnTo>
                <a:lnTo>
                  <a:pt x="1675699" y="121565"/>
                </a:lnTo>
                <a:lnTo>
                  <a:pt x="1674791" y="121806"/>
                </a:lnTo>
                <a:lnTo>
                  <a:pt x="1673887" y="122022"/>
                </a:lnTo>
                <a:lnTo>
                  <a:pt x="1672993" y="122215"/>
                </a:lnTo>
                <a:lnTo>
                  <a:pt x="1672111" y="122384"/>
                </a:lnTo>
                <a:lnTo>
                  <a:pt x="1671245" y="122533"/>
                </a:lnTo>
                <a:lnTo>
                  <a:pt x="1670400" y="122661"/>
                </a:lnTo>
                <a:lnTo>
                  <a:pt x="1669580" y="122771"/>
                </a:lnTo>
                <a:lnTo>
                  <a:pt x="1668787" y="122865"/>
                </a:lnTo>
                <a:lnTo>
                  <a:pt x="1668027" y="122943"/>
                </a:lnTo>
                <a:lnTo>
                  <a:pt x="1667302" y="123006"/>
                </a:lnTo>
                <a:lnTo>
                  <a:pt x="1666617" y="123057"/>
                </a:lnTo>
                <a:lnTo>
                  <a:pt x="1665975" y="123097"/>
                </a:lnTo>
                <a:lnTo>
                  <a:pt x="1665381" y="123127"/>
                </a:lnTo>
                <a:lnTo>
                  <a:pt x="1664838" y="123148"/>
                </a:lnTo>
                <a:lnTo>
                  <a:pt x="1664350" y="123163"/>
                </a:lnTo>
                <a:lnTo>
                  <a:pt x="1663921" y="123171"/>
                </a:lnTo>
                <a:lnTo>
                  <a:pt x="1663555" y="123176"/>
                </a:lnTo>
                <a:lnTo>
                  <a:pt x="1663255" y="123178"/>
                </a:lnTo>
                <a:lnTo>
                  <a:pt x="1663026" y="123178"/>
                </a:lnTo>
                <a:lnTo>
                  <a:pt x="1661553" y="123144"/>
                </a:lnTo>
                <a:lnTo>
                  <a:pt x="1660124" y="123044"/>
                </a:lnTo>
                <a:lnTo>
                  <a:pt x="1658740" y="122881"/>
                </a:lnTo>
                <a:lnTo>
                  <a:pt x="1657404" y="122657"/>
                </a:lnTo>
                <a:lnTo>
                  <a:pt x="1656116" y="122375"/>
                </a:lnTo>
                <a:lnTo>
                  <a:pt x="1654879" y="122036"/>
                </a:lnTo>
                <a:lnTo>
                  <a:pt x="1653694" y="121644"/>
                </a:lnTo>
                <a:lnTo>
                  <a:pt x="1652564" y="121200"/>
                </a:lnTo>
                <a:lnTo>
                  <a:pt x="1651488" y="120707"/>
                </a:lnTo>
                <a:lnTo>
                  <a:pt x="1650470" y="120168"/>
                </a:lnTo>
                <a:lnTo>
                  <a:pt x="1649511" y="119585"/>
                </a:lnTo>
                <a:lnTo>
                  <a:pt x="1648613" y="118960"/>
                </a:lnTo>
                <a:lnTo>
                  <a:pt x="1647776" y="118297"/>
                </a:lnTo>
                <a:lnTo>
                  <a:pt x="1647004" y="117596"/>
                </a:lnTo>
                <a:lnTo>
                  <a:pt x="1646298" y="116861"/>
                </a:lnTo>
                <a:lnTo>
                  <a:pt x="1645658" y="116094"/>
                </a:lnTo>
                <a:lnTo>
                  <a:pt x="1645088" y="115298"/>
                </a:lnTo>
                <a:lnTo>
                  <a:pt x="1644588" y="114475"/>
                </a:lnTo>
                <a:lnTo>
                  <a:pt x="1644160" y="113627"/>
                </a:lnTo>
                <a:lnTo>
                  <a:pt x="1643807" y="112757"/>
                </a:lnTo>
                <a:lnTo>
                  <a:pt x="1643529" y="111867"/>
                </a:lnTo>
                <a:lnTo>
                  <a:pt x="1643328" y="110960"/>
                </a:lnTo>
                <a:lnTo>
                  <a:pt x="1643207" y="110038"/>
                </a:lnTo>
                <a:lnTo>
                  <a:pt x="1643166" y="109103"/>
                </a:lnTo>
                <a:lnTo>
                  <a:pt x="1643252" y="107935"/>
                </a:lnTo>
                <a:lnTo>
                  <a:pt x="1643508" y="106792"/>
                </a:lnTo>
                <a:lnTo>
                  <a:pt x="1643933" y="105676"/>
                </a:lnTo>
                <a:lnTo>
                  <a:pt x="1644524" y="104590"/>
                </a:lnTo>
                <a:lnTo>
                  <a:pt x="1645278" y="103536"/>
                </a:lnTo>
                <a:lnTo>
                  <a:pt x="1646193" y="102514"/>
                </a:lnTo>
                <a:lnTo>
                  <a:pt x="1647268" y="101527"/>
                </a:lnTo>
                <a:lnTo>
                  <a:pt x="1648500" y="100576"/>
                </a:lnTo>
                <a:lnTo>
                  <a:pt x="1649886" y="99664"/>
                </a:lnTo>
                <a:lnTo>
                  <a:pt x="1651425" y="98791"/>
                </a:lnTo>
                <a:lnTo>
                  <a:pt x="1653114" y="97960"/>
                </a:lnTo>
                <a:lnTo>
                  <a:pt x="1654950" y="97173"/>
                </a:lnTo>
                <a:lnTo>
                  <a:pt x="1656933" y="96430"/>
                </a:lnTo>
                <a:lnTo>
                  <a:pt x="1659058" y="95735"/>
                </a:lnTo>
                <a:lnTo>
                  <a:pt x="1661325" y="95088"/>
                </a:lnTo>
                <a:lnTo>
                  <a:pt x="1663731" y="94492"/>
                </a:lnTo>
                <a:lnTo>
                  <a:pt x="1666273" y="93948"/>
                </a:lnTo>
                <a:lnTo>
                  <a:pt x="1668949" y="93458"/>
                </a:lnTo>
                <a:lnTo>
                  <a:pt x="1671758" y="93023"/>
                </a:lnTo>
                <a:lnTo>
                  <a:pt x="1674696" y="92647"/>
                </a:lnTo>
                <a:lnTo>
                  <a:pt x="1677762" y="92329"/>
                </a:lnTo>
                <a:lnTo>
                  <a:pt x="1680953" y="92072"/>
                </a:lnTo>
                <a:lnTo>
                  <a:pt x="1684267" y="91878"/>
                </a:lnTo>
                <a:lnTo>
                  <a:pt x="1687702" y="91749"/>
                </a:lnTo>
                <a:lnTo>
                  <a:pt x="1687702" y="107974"/>
                </a:lnTo>
                <a:lnTo>
                  <a:pt x="1687701" y="108526"/>
                </a:lnTo>
                <a:lnTo>
                  <a:pt x="1687697" y="109074"/>
                </a:lnTo>
                <a:lnTo>
                  <a:pt x="1687687" y="109618"/>
                </a:lnTo>
                <a:lnTo>
                  <a:pt x="1687667" y="110157"/>
                </a:lnTo>
                <a:lnTo>
                  <a:pt x="1687634" y="110693"/>
                </a:lnTo>
                <a:lnTo>
                  <a:pt x="1687584" y="111224"/>
                </a:lnTo>
                <a:close/>
                <a:moveTo>
                  <a:pt x="2619730" y="109621"/>
                </a:moveTo>
                <a:lnTo>
                  <a:pt x="2619443" y="109261"/>
                </a:lnTo>
                <a:lnTo>
                  <a:pt x="2619129" y="108941"/>
                </a:lnTo>
                <a:lnTo>
                  <a:pt x="2618792" y="108659"/>
                </a:lnTo>
                <a:lnTo>
                  <a:pt x="2618435" y="108412"/>
                </a:lnTo>
                <a:lnTo>
                  <a:pt x="2618064" y="108198"/>
                </a:lnTo>
                <a:lnTo>
                  <a:pt x="2617682" y="108014"/>
                </a:lnTo>
                <a:lnTo>
                  <a:pt x="2617294" y="107859"/>
                </a:lnTo>
                <a:lnTo>
                  <a:pt x="2616905" y="107730"/>
                </a:lnTo>
                <a:lnTo>
                  <a:pt x="2616518" y="107623"/>
                </a:lnTo>
                <a:lnTo>
                  <a:pt x="2616138" y="107539"/>
                </a:lnTo>
                <a:lnTo>
                  <a:pt x="2615770" y="107472"/>
                </a:lnTo>
                <a:lnTo>
                  <a:pt x="2615417" y="107423"/>
                </a:lnTo>
                <a:lnTo>
                  <a:pt x="2615085" y="107387"/>
                </a:lnTo>
                <a:lnTo>
                  <a:pt x="2614777" y="107363"/>
                </a:lnTo>
                <a:lnTo>
                  <a:pt x="2614497" y="107349"/>
                </a:lnTo>
                <a:lnTo>
                  <a:pt x="2614251" y="107341"/>
                </a:lnTo>
                <a:lnTo>
                  <a:pt x="2614042" y="107339"/>
                </a:lnTo>
                <a:lnTo>
                  <a:pt x="2613876" y="107338"/>
                </a:lnTo>
                <a:lnTo>
                  <a:pt x="2613452" y="107341"/>
                </a:lnTo>
                <a:lnTo>
                  <a:pt x="2613047" y="107352"/>
                </a:lnTo>
                <a:lnTo>
                  <a:pt x="2612661" y="107370"/>
                </a:lnTo>
                <a:lnTo>
                  <a:pt x="2612293" y="107398"/>
                </a:lnTo>
                <a:lnTo>
                  <a:pt x="2611942" y="107436"/>
                </a:lnTo>
                <a:lnTo>
                  <a:pt x="2611607" y="107486"/>
                </a:lnTo>
                <a:lnTo>
                  <a:pt x="2611288" y="107548"/>
                </a:lnTo>
                <a:lnTo>
                  <a:pt x="2610983" y="107624"/>
                </a:lnTo>
                <a:lnTo>
                  <a:pt x="2610693" y="107715"/>
                </a:lnTo>
                <a:lnTo>
                  <a:pt x="2610416" y="107822"/>
                </a:lnTo>
                <a:lnTo>
                  <a:pt x="2610151" y="107945"/>
                </a:lnTo>
                <a:lnTo>
                  <a:pt x="2609899" y="108087"/>
                </a:lnTo>
                <a:lnTo>
                  <a:pt x="2609657" y="108248"/>
                </a:lnTo>
                <a:lnTo>
                  <a:pt x="2609426" y="108429"/>
                </a:lnTo>
                <a:lnTo>
                  <a:pt x="2609204" y="108631"/>
                </a:lnTo>
                <a:lnTo>
                  <a:pt x="2608991" y="108855"/>
                </a:lnTo>
                <a:lnTo>
                  <a:pt x="2608786" y="109103"/>
                </a:lnTo>
                <a:lnTo>
                  <a:pt x="2608588" y="109376"/>
                </a:lnTo>
                <a:lnTo>
                  <a:pt x="2608397" y="109674"/>
                </a:lnTo>
                <a:lnTo>
                  <a:pt x="2608212" y="110000"/>
                </a:lnTo>
                <a:lnTo>
                  <a:pt x="2608031" y="110353"/>
                </a:lnTo>
                <a:lnTo>
                  <a:pt x="2607855" y="110734"/>
                </a:lnTo>
                <a:lnTo>
                  <a:pt x="2607682" y="111146"/>
                </a:lnTo>
                <a:lnTo>
                  <a:pt x="2607513" y="111589"/>
                </a:lnTo>
                <a:lnTo>
                  <a:pt x="2606951" y="112777"/>
                </a:lnTo>
                <a:lnTo>
                  <a:pt x="2606330" y="113883"/>
                </a:lnTo>
                <a:lnTo>
                  <a:pt x="2605654" y="114910"/>
                </a:lnTo>
                <a:lnTo>
                  <a:pt x="2604929" y="115861"/>
                </a:lnTo>
                <a:lnTo>
                  <a:pt x="2604159" y="116739"/>
                </a:lnTo>
                <a:lnTo>
                  <a:pt x="2603349" y="117546"/>
                </a:lnTo>
                <a:lnTo>
                  <a:pt x="2602504" y="118286"/>
                </a:lnTo>
                <a:lnTo>
                  <a:pt x="2601628" y="118960"/>
                </a:lnTo>
                <a:lnTo>
                  <a:pt x="2600727" y="119572"/>
                </a:lnTo>
                <a:lnTo>
                  <a:pt x="2599806" y="120125"/>
                </a:lnTo>
                <a:lnTo>
                  <a:pt x="2598869" y="120621"/>
                </a:lnTo>
                <a:lnTo>
                  <a:pt x="2597920" y="121063"/>
                </a:lnTo>
                <a:lnTo>
                  <a:pt x="2596966" y="121454"/>
                </a:lnTo>
                <a:lnTo>
                  <a:pt x="2596011" y="121796"/>
                </a:lnTo>
                <a:lnTo>
                  <a:pt x="2595059" y="122092"/>
                </a:lnTo>
                <a:lnTo>
                  <a:pt x="2594116" y="122346"/>
                </a:lnTo>
                <a:lnTo>
                  <a:pt x="2593187" y="122559"/>
                </a:lnTo>
                <a:lnTo>
                  <a:pt x="2592275" y="122735"/>
                </a:lnTo>
                <a:lnTo>
                  <a:pt x="2591387" y="122877"/>
                </a:lnTo>
                <a:lnTo>
                  <a:pt x="2590526" y="122986"/>
                </a:lnTo>
                <a:lnTo>
                  <a:pt x="2589699" y="123066"/>
                </a:lnTo>
                <a:lnTo>
                  <a:pt x="2588909" y="123120"/>
                </a:lnTo>
                <a:lnTo>
                  <a:pt x="2588161" y="123151"/>
                </a:lnTo>
                <a:lnTo>
                  <a:pt x="2587461" y="123160"/>
                </a:lnTo>
                <a:lnTo>
                  <a:pt x="2585655" y="123110"/>
                </a:lnTo>
                <a:lnTo>
                  <a:pt x="2583853" y="122961"/>
                </a:lnTo>
                <a:lnTo>
                  <a:pt x="2582062" y="122713"/>
                </a:lnTo>
                <a:lnTo>
                  <a:pt x="2580285" y="122369"/>
                </a:lnTo>
                <a:lnTo>
                  <a:pt x="2578527" y="121929"/>
                </a:lnTo>
                <a:lnTo>
                  <a:pt x="2576795" y="121394"/>
                </a:lnTo>
                <a:lnTo>
                  <a:pt x="2575092" y="120766"/>
                </a:lnTo>
                <a:lnTo>
                  <a:pt x="2573424" y="120045"/>
                </a:lnTo>
                <a:lnTo>
                  <a:pt x="2571795" y="119233"/>
                </a:lnTo>
                <a:lnTo>
                  <a:pt x="2570211" y="118332"/>
                </a:lnTo>
                <a:lnTo>
                  <a:pt x="2568676" y="117341"/>
                </a:lnTo>
                <a:lnTo>
                  <a:pt x="2567195" y="116263"/>
                </a:lnTo>
                <a:lnTo>
                  <a:pt x="2565773" y="115098"/>
                </a:lnTo>
                <a:lnTo>
                  <a:pt x="2564416" y="113847"/>
                </a:lnTo>
                <a:lnTo>
                  <a:pt x="2563128" y="112513"/>
                </a:lnTo>
                <a:lnTo>
                  <a:pt x="2561914" y="111095"/>
                </a:lnTo>
                <a:lnTo>
                  <a:pt x="2560778" y="109596"/>
                </a:lnTo>
                <a:lnTo>
                  <a:pt x="2559727" y="108016"/>
                </a:lnTo>
                <a:lnTo>
                  <a:pt x="2558765" y="106356"/>
                </a:lnTo>
                <a:lnTo>
                  <a:pt x="2557896" y="104617"/>
                </a:lnTo>
                <a:lnTo>
                  <a:pt x="2557126" y="102802"/>
                </a:lnTo>
                <a:lnTo>
                  <a:pt x="2556460" y="100910"/>
                </a:lnTo>
                <a:lnTo>
                  <a:pt x="2555902" y="98943"/>
                </a:lnTo>
                <a:lnTo>
                  <a:pt x="2555458" y="96903"/>
                </a:lnTo>
                <a:lnTo>
                  <a:pt x="2612911" y="96903"/>
                </a:lnTo>
                <a:lnTo>
                  <a:pt x="2613414" y="96902"/>
                </a:lnTo>
                <a:lnTo>
                  <a:pt x="2613913" y="96899"/>
                </a:lnTo>
                <a:lnTo>
                  <a:pt x="2614404" y="96889"/>
                </a:lnTo>
                <a:lnTo>
                  <a:pt x="2614887" y="96870"/>
                </a:lnTo>
                <a:lnTo>
                  <a:pt x="2615361" y="96838"/>
                </a:lnTo>
                <a:lnTo>
                  <a:pt x="2615823" y="96792"/>
                </a:lnTo>
                <a:lnTo>
                  <a:pt x="2616273" y="96726"/>
                </a:lnTo>
                <a:lnTo>
                  <a:pt x="2616709" y="96639"/>
                </a:lnTo>
                <a:lnTo>
                  <a:pt x="2617129" y="96527"/>
                </a:lnTo>
                <a:lnTo>
                  <a:pt x="2617533" y="96387"/>
                </a:lnTo>
                <a:lnTo>
                  <a:pt x="2617918" y="96216"/>
                </a:lnTo>
                <a:lnTo>
                  <a:pt x="2618284" y="96012"/>
                </a:lnTo>
                <a:lnTo>
                  <a:pt x="2618628" y="95770"/>
                </a:lnTo>
                <a:lnTo>
                  <a:pt x="2618951" y="95487"/>
                </a:lnTo>
                <a:lnTo>
                  <a:pt x="2619249" y="95162"/>
                </a:lnTo>
                <a:lnTo>
                  <a:pt x="2619522" y="94790"/>
                </a:lnTo>
                <a:lnTo>
                  <a:pt x="2619768" y="94369"/>
                </a:lnTo>
                <a:lnTo>
                  <a:pt x="2619986" y="93894"/>
                </a:lnTo>
                <a:lnTo>
                  <a:pt x="2620174" y="93365"/>
                </a:lnTo>
                <a:lnTo>
                  <a:pt x="2620331" y="92776"/>
                </a:lnTo>
                <a:lnTo>
                  <a:pt x="2620456" y="92126"/>
                </a:lnTo>
                <a:lnTo>
                  <a:pt x="2620547" y="91410"/>
                </a:lnTo>
                <a:lnTo>
                  <a:pt x="2620602" y="90626"/>
                </a:lnTo>
                <a:lnTo>
                  <a:pt x="2620621" y="89772"/>
                </a:lnTo>
                <a:lnTo>
                  <a:pt x="2620557" y="87041"/>
                </a:lnTo>
                <a:lnTo>
                  <a:pt x="2620364" y="84349"/>
                </a:lnTo>
                <a:lnTo>
                  <a:pt x="2620042" y="81703"/>
                </a:lnTo>
                <a:lnTo>
                  <a:pt x="2619591" y="79109"/>
                </a:lnTo>
                <a:lnTo>
                  <a:pt x="2619011" y="76576"/>
                </a:lnTo>
                <a:lnTo>
                  <a:pt x="2618302" y="74109"/>
                </a:lnTo>
                <a:lnTo>
                  <a:pt x="2617463" y="71715"/>
                </a:lnTo>
                <a:lnTo>
                  <a:pt x="2616494" y="69401"/>
                </a:lnTo>
                <a:lnTo>
                  <a:pt x="2615396" y="67175"/>
                </a:lnTo>
                <a:lnTo>
                  <a:pt x="2614167" y="65042"/>
                </a:lnTo>
                <a:lnTo>
                  <a:pt x="2612808" y="63010"/>
                </a:lnTo>
                <a:lnTo>
                  <a:pt x="2611319" y="61086"/>
                </a:lnTo>
                <a:lnTo>
                  <a:pt x="2609700" y="59277"/>
                </a:lnTo>
                <a:lnTo>
                  <a:pt x="2607949" y="57588"/>
                </a:lnTo>
                <a:lnTo>
                  <a:pt x="2606068" y="56028"/>
                </a:lnTo>
                <a:lnTo>
                  <a:pt x="2604056" y="54603"/>
                </a:lnTo>
                <a:lnTo>
                  <a:pt x="2601912" y="53320"/>
                </a:lnTo>
                <a:lnTo>
                  <a:pt x="2599637" y="52186"/>
                </a:lnTo>
                <a:lnTo>
                  <a:pt x="2597231" y="51207"/>
                </a:lnTo>
                <a:lnTo>
                  <a:pt x="2594693" y="50391"/>
                </a:lnTo>
                <a:lnTo>
                  <a:pt x="2592023" y="49745"/>
                </a:lnTo>
                <a:lnTo>
                  <a:pt x="2589220" y="49274"/>
                </a:lnTo>
                <a:lnTo>
                  <a:pt x="2586286" y="48987"/>
                </a:lnTo>
                <a:lnTo>
                  <a:pt x="2583219" y="48890"/>
                </a:lnTo>
                <a:lnTo>
                  <a:pt x="2580376" y="48989"/>
                </a:lnTo>
                <a:lnTo>
                  <a:pt x="2577584" y="49283"/>
                </a:lnTo>
                <a:lnTo>
                  <a:pt x="2574851" y="49765"/>
                </a:lnTo>
                <a:lnTo>
                  <a:pt x="2572183" y="50428"/>
                </a:lnTo>
                <a:lnTo>
                  <a:pt x="2569585" y="51267"/>
                </a:lnTo>
                <a:lnTo>
                  <a:pt x="2567064" y="52274"/>
                </a:lnTo>
                <a:lnTo>
                  <a:pt x="2564626" y="53443"/>
                </a:lnTo>
                <a:lnTo>
                  <a:pt x="2562276" y="54768"/>
                </a:lnTo>
                <a:lnTo>
                  <a:pt x="2560022" y="56242"/>
                </a:lnTo>
                <a:lnTo>
                  <a:pt x="2557869" y="57860"/>
                </a:lnTo>
                <a:lnTo>
                  <a:pt x="2555823" y="59613"/>
                </a:lnTo>
                <a:lnTo>
                  <a:pt x="2553891" y="61497"/>
                </a:lnTo>
                <a:lnTo>
                  <a:pt x="2552078" y="63504"/>
                </a:lnTo>
                <a:lnTo>
                  <a:pt x="2550391" y="65628"/>
                </a:lnTo>
                <a:lnTo>
                  <a:pt x="2548835" y="67863"/>
                </a:lnTo>
                <a:lnTo>
                  <a:pt x="2547418" y="70202"/>
                </a:lnTo>
                <a:lnTo>
                  <a:pt x="2546144" y="72639"/>
                </a:lnTo>
                <a:lnTo>
                  <a:pt x="2545020" y="75167"/>
                </a:lnTo>
                <a:lnTo>
                  <a:pt x="2544052" y="77780"/>
                </a:lnTo>
                <a:lnTo>
                  <a:pt x="2543247" y="80472"/>
                </a:lnTo>
                <a:lnTo>
                  <a:pt x="2542610" y="83235"/>
                </a:lnTo>
                <a:lnTo>
                  <a:pt x="2542147" y="86064"/>
                </a:lnTo>
                <a:lnTo>
                  <a:pt x="2541865" y="88952"/>
                </a:lnTo>
                <a:lnTo>
                  <a:pt x="2541770" y="91893"/>
                </a:lnTo>
                <a:lnTo>
                  <a:pt x="2541870" y="94815"/>
                </a:lnTo>
                <a:lnTo>
                  <a:pt x="2542167" y="97688"/>
                </a:lnTo>
                <a:lnTo>
                  <a:pt x="2542655" y="100506"/>
                </a:lnTo>
                <a:lnTo>
                  <a:pt x="2543327" y="103261"/>
                </a:lnTo>
                <a:lnTo>
                  <a:pt x="2544178" y="105946"/>
                </a:lnTo>
                <a:lnTo>
                  <a:pt x="2545201" y="108556"/>
                </a:lnTo>
                <a:lnTo>
                  <a:pt x="2546390" y="111084"/>
                </a:lnTo>
                <a:lnTo>
                  <a:pt x="2547739" y="113522"/>
                </a:lnTo>
                <a:lnTo>
                  <a:pt x="2549242" y="115864"/>
                </a:lnTo>
                <a:lnTo>
                  <a:pt x="2550893" y="118104"/>
                </a:lnTo>
                <a:lnTo>
                  <a:pt x="2552686" y="120234"/>
                </a:lnTo>
                <a:lnTo>
                  <a:pt x="2554614" y="122248"/>
                </a:lnTo>
                <a:lnTo>
                  <a:pt x="2556672" y="124140"/>
                </a:lnTo>
                <a:lnTo>
                  <a:pt x="2558854" y="125902"/>
                </a:lnTo>
                <a:lnTo>
                  <a:pt x="2561152" y="127529"/>
                </a:lnTo>
                <a:lnTo>
                  <a:pt x="2563562" y="129012"/>
                </a:lnTo>
                <a:lnTo>
                  <a:pt x="2566077" y="130346"/>
                </a:lnTo>
                <a:lnTo>
                  <a:pt x="2568691" y="131524"/>
                </a:lnTo>
                <a:lnTo>
                  <a:pt x="2571398" y="132539"/>
                </a:lnTo>
                <a:lnTo>
                  <a:pt x="2574191" y="133384"/>
                </a:lnTo>
                <a:lnTo>
                  <a:pt x="2577065" y="134054"/>
                </a:lnTo>
                <a:lnTo>
                  <a:pt x="2580014" y="134540"/>
                </a:lnTo>
                <a:lnTo>
                  <a:pt x="2583032" y="134837"/>
                </a:lnTo>
                <a:lnTo>
                  <a:pt x="2586111" y="134937"/>
                </a:lnTo>
                <a:lnTo>
                  <a:pt x="2589207" y="134849"/>
                </a:lnTo>
                <a:lnTo>
                  <a:pt x="2592136" y="134593"/>
                </a:lnTo>
                <a:lnTo>
                  <a:pt x="2594901" y="134181"/>
                </a:lnTo>
                <a:lnTo>
                  <a:pt x="2597504" y="133629"/>
                </a:lnTo>
                <a:lnTo>
                  <a:pt x="2599949" y="132947"/>
                </a:lnTo>
                <a:lnTo>
                  <a:pt x="2602240" y="132149"/>
                </a:lnTo>
                <a:lnTo>
                  <a:pt x="2604379" y="131248"/>
                </a:lnTo>
                <a:lnTo>
                  <a:pt x="2606369" y="130257"/>
                </a:lnTo>
                <a:lnTo>
                  <a:pt x="2608214" y="129189"/>
                </a:lnTo>
                <a:lnTo>
                  <a:pt x="2609917" y="128057"/>
                </a:lnTo>
                <a:lnTo>
                  <a:pt x="2611481" y="126874"/>
                </a:lnTo>
                <a:lnTo>
                  <a:pt x="2612910" y="125653"/>
                </a:lnTo>
                <a:lnTo>
                  <a:pt x="2614205" y="124406"/>
                </a:lnTo>
                <a:lnTo>
                  <a:pt x="2615372" y="123148"/>
                </a:lnTo>
                <a:lnTo>
                  <a:pt x="2616412" y="121890"/>
                </a:lnTo>
                <a:lnTo>
                  <a:pt x="2617329" y="120646"/>
                </a:lnTo>
                <a:lnTo>
                  <a:pt x="2618127" y="119429"/>
                </a:lnTo>
                <a:lnTo>
                  <a:pt x="2618808" y="118251"/>
                </a:lnTo>
                <a:lnTo>
                  <a:pt x="2619375" y="117126"/>
                </a:lnTo>
                <a:lnTo>
                  <a:pt x="2619832" y="116067"/>
                </a:lnTo>
                <a:lnTo>
                  <a:pt x="2620182" y="115086"/>
                </a:lnTo>
                <a:lnTo>
                  <a:pt x="2620428" y="114197"/>
                </a:lnTo>
                <a:lnTo>
                  <a:pt x="2620573" y="113412"/>
                </a:lnTo>
                <a:lnTo>
                  <a:pt x="2620621" y="112747"/>
                </a:lnTo>
                <a:lnTo>
                  <a:pt x="2620593" y="112100"/>
                </a:lnTo>
                <a:lnTo>
                  <a:pt x="2620510" y="111505"/>
                </a:lnTo>
                <a:lnTo>
                  <a:pt x="2620379" y="110963"/>
                </a:lnTo>
                <a:lnTo>
                  <a:pt x="2620202" y="110469"/>
                </a:lnTo>
                <a:lnTo>
                  <a:pt x="2619984" y="110023"/>
                </a:lnTo>
                <a:lnTo>
                  <a:pt x="2619730" y="109621"/>
                </a:lnTo>
                <a:close/>
                <a:moveTo>
                  <a:pt x="2558409" y="77053"/>
                </a:moveTo>
                <a:lnTo>
                  <a:pt x="2559200" y="75539"/>
                </a:lnTo>
                <a:lnTo>
                  <a:pt x="2560064" y="74080"/>
                </a:lnTo>
                <a:lnTo>
                  <a:pt x="2560999" y="72679"/>
                </a:lnTo>
                <a:lnTo>
                  <a:pt x="2562002" y="71339"/>
                </a:lnTo>
                <a:lnTo>
                  <a:pt x="2563069" y="70063"/>
                </a:lnTo>
                <a:lnTo>
                  <a:pt x="2564199" y="68853"/>
                </a:lnTo>
                <a:lnTo>
                  <a:pt x="2565387" y="67714"/>
                </a:lnTo>
                <a:lnTo>
                  <a:pt x="2566632" y="66649"/>
                </a:lnTo>
                <a:lnTo>
                  <a:pt x="2567930" y="65660"/>
                </a:lnTo>
                <a:lnTo>
                  <a:pt x="2569278" y="64750"/>
                </a:lnTo>
                <a:lnTo>
                  <a:pt x="2570674" y="63923"/>
                </a:lnTo>
                <a:lnTo>
                  <a:pt x="2572116" y="63182"/>
                </a:lnTo>
                <a:lnTo>
                  <a:pt x="2573599" y="62529"/>
                </a:lnTo>
                <a:lnTo>
                  <a:pt x="2575121" y="61968"/>
                </a:lnTo>
                <a:lnTo>
                  <a:pt x="2576679" y="61503"/>
                </a:lnTo>
                <a:lnTo>
                  <a:pt x="2578271" y="61135"/>
                </a:lnTo>
                <a:lnTo>
                  <a:pt x="2579894" y="60869"/>
                </a:lnTo>
                <a:lnTo>
                  <a:pt x="2581544" y="60707"/>
                </a:lnTo>
                <a:lnTo>
                  <a:pt x="2583219" y="60652"/>
                </a:lnTo>
                <a:lnTo>
                  <a:pt x="2584482" y="60678"/>
                </a:lnTo>
                <a:lnTo>
                  <a:pt x="2585759" y="60758"/>
                </a:lnTo>
                <a:lnTo>
                  <a:pt x="2587046" y="60898"/>
                </a:lnTo>
                <a:lnTo>
                  <a:pt x="2588336" y="61101"/>
                </a:lnTo>
                <a:lnTo>
                  <a:pt x="2589626" y="61372"/>
                </a:lnTo>
                <a:lnTo>
                  <a:pt x="2590910" y="61716"/>
                </a:lnTo>
                <a:lnTo>
                  <a:pt x="2592182" y="62136"/>
                </a:lnTo>
                <a:lnTo>
                  <a:pt x="2593437" y="62638"/>
                </a:lnTo>
                <a:lnTo>
                  <a:pt x="2594671" y="63225"/>
                </a:lnTo>
                <a:lnTo>
                  <a:pt x="2595876" y="63902"/>
                </a:lnTo>
                <a:lnTo>
                  <a:pt x="2597050" y="64674"/>
                </a:lnTo>
                <a:lnTo>
                  <a:pt x="2598185" y="65545"/>
                </a:lnTo>
                <a:lnTo>
                  <a:pt x="2599277" y="66520"/>
                </a:lnTo>
                <a:lnTo>
                  <a:pt x="2600321" y="67602"/>
                </a:lnTo>
                <a:lnTo>
                  <a:pt x="2601311" y="68797"/>
                </a:lnTo>
                <a:lnTo>
                  <a:pt x="2602242" y="70108"/>
                </a:lnTo>
                <a:lnTo>
                  <a:pt x="2603108" y="71541"/>
                </a:lnTo>
                <a:lnTo>
                  <a:pt x="2603905" y="73099"/>
                </a:lnTo>
                <a:lnTo>
                  <a:pt x="2604628" y="74788"/>
                </a:lnTo>
                <a:lnTo>
                  <a:pt x="2605270" y="76610"/>
                </a:lnTo>
                <a:lnTo>
                  <a:pt x="2605827" y="78572"/>
                </a:lnTo>
                <a:lnTo>
                  <a:pt x="2606293" y="80677"/>
                </a:lnTo>
                <a:lnTo>
                  <a:pt x="2606664" y="82930"/>
                </a:lnTo>
                <a:lnTo>
                  <a:pt x="2606933" y="85335"/>
                </a:lnTo>
                <a:lnTo>
                  <a:pt x="2555652" y="85335"/>
                </a:lnTo>
                <a:lnTo>
                  <a:pt x="2556034" y="83594"/>
                </a:lnTo>
                <a:lnTo>
                  <a:pt x="2556503" y="81892"/>
                </a:lnTo>
                <a:lnTo>
                  <a:pt x="2557058" y="80233"/>
                </a:lnTo>
                <a:lnTo>
                  <a:pt x="2557694" y="78619"/>
                </a:lnTo>
                <a:lnTo>
                  <a:pt x="2558409" y="77053"/>
                </a:lnTo>
                <a:close/>
                <a:moveTo>
                  <a:pt x="2827679" y="92218"/>
                </a:moveTo>
                <a:lnTo>
                  <a:pt x="2827680" y="92255"/>
                </a:lnTo>
                <a:lnTo>
                  <a:pt x="2827680" y="92184"/>
                </a:lnTo>
                <a:lnTo>
                  <a:pt x="2827679" y="92218"/>
                </a:lnTo>
                <a:close/>
                <a:moveTo>
                  <a:pt x="1816236" y="124569"/>
                </a:moveTo>
                <a:lnTo>
                  <a:pt x="1815962" y="124172"/>
                </a:lnTo>
                <a:lnTo>
                  <a:pt x="1815657" y="123818"/>
                </a:lnTo>
                <a:lnTo>
                  <a:pt x="1815326" y="123507"/>
                </a:lnTo>
                <a:lnTo>
                  <a:pt x="1814969" y="123234"/>
                </a:lnTo>
                <a:lnTo>
                  <a:pt x="1814592" y="122998"/>
                </a:lnTo>
                <a:lnTo>
                  <a:pt x="1814196" y="122795"/>
                </a:lnTo>
                <a:lnTo>
                  <a:pt x="1813786" y="122623"/>
                </a:lnTo>
                <a:lnTo>
                  <a:pt x="1813363" y="122480"/>
                </a:lnTo>
                <a:lnTo>
                  <a:pt x="1812931" y="122363"/>
                </a:lnTo>
                <a:lnTo>
                  <a:pt x="1812494" y="122269"/>
                </a:lnTo>
                <a:lnTo>
                  <a:pt x="1812054" y="122196"/>
                </a:lnTo>
                <a:lnTo>
                  <a:pt x="1811615" y="122141"/>
                </a:lnTo>
                <a:lnTo>
                  <a:pt x="1811179" y="122102"/>
                </a:lnTo>
                <a:lnTo>
                  <a:pt x="1810749" y="122076"/>
                </a:lnTo>
                <a:lnTo>
                  <a:pt x="1810329" y="122060"/>
                </a:lnTo>
                <a:lnTo>
                  <a:pt x="1809923" y="122052"/>
                </a:lnTo>
                <a:lnTo>
                  <a:pt x="1809532" y="122049"/>
                </a:lnTo>
                <a:lnTo>
                  <a:pt x="1809160" y="122048"/>
                </a:lnTo>
                <a:lnTo>
                  <a:pt x="1801449" y="122048"/>
                </a:lnTo>
                <a:lnTo>
                  <a:pt x="1776771" y="91040"/>
                </a:lnTo>
                <a:lnTo>
                  <a:pt x="1798749" y="62535"/>
                </a:lnTo>
                <a:lnTo>
                  <a:pt x="1806462" y="62535"/>
                </a:lnTo>
                <a:lnTo>
                  <a:pt x="1806812" y="62534"/>
                </a:lnTo>
                <a:lnTo>
                  <a:pt x="1807184" y="62531"/>
                </a:lnTo>
                <a:lnTo>
                  <a:pt x="1807576" y="62523"/>
                </a:lnTo>
                <a:lnTo>
                  <a:pt x="1807984" y="62508"/>
                </a:lnTo>
                <a:lnTo>
                  <a:pt x="1808405" y="62482"/>
                </a:lnTo>
                <a:lnTo>
                  <a:pt x="1808835" y="62444"/>
                </a:lnTo>
                <a:lnTo>
                  <a:pt x="1809271" y="62391"/>
                </a:lnTo>
                <a:lnTo>
                  <a:pt x="1809710" y="62321"/>
                </a:lnTo>
                <a:lnTo>
                  <a:pt x="1810148" y="62230"/>
                </a:lnTo>
                <a:lnTo>
                  <a:pt x="1810583" y="62116"/>
                </a:lnTo>
                <a:lnTo>
                  <a:pt x="1811010" y="61978"/>
                </a:lnTo>
                <a:lnTo>
                  <a:pt x="1811426" y="61812"/>
                </a:lnTo>
                <a:lnTo>
                  <a:pt x="1811828" y="61616"/>
                </a:lnTo>
                <a:lnTo>
                  <a:pt x="1812213" y="61387"/>
                </a:lnTo>
                <a:lnTo>
                  <a:pt x="1812577" y="61123"/>
                </a:lnTo>
                <a:lnTo>
                  <a:pt x="1812917" y="60821"/>
                </a:lnTo>
                <a:lnTo>
                  <a:pt x="1813229" y="60479"/>
                </a:lnTo>
                <a:lnTo>
                  <a:pt x="1813511" y="60095"/>
                </a:lnTo>
                <a:lnTo>
                  <a:pt x="1813758" y="59665"/>
                </a:lnTo>
                <a:lnTo>
                  <a:pt x="1813968" y="59188"/>
                </a:lnTo>
                <a:lnTo>
                  <a:pt x="1814137" y="58660"/>
                </a:lnTo>
                <a:lnTo>
                  <a:pt x="1814262" y="58080"/>
                </a:lnTo>
                <a:lnTo>
                  <a:pt x="1814340" y="57444"/>
                </a:lnTo>
                <a:lnTo>
                  <a:pt x="1814367" y="56751"/>
                </a:lnTo>
                <a:lnTo>
                  <a:pt x="1814341" y="56034"/>
                </a:lnTo>
                <a:lnTo>
                  <a:pt x="1814266" y="55377"/>
                </a:lnTo>
                <a:lnTo>
                  <a:pt x="1814145" y="54778"/>
                </a:lnTo>
                <a:lnTo>
                  <a:pt x="1813982" y="54232"/>
                </a:lnTo>
                <a:lnTo>
                  <a:pt x="1813778" y="53739"/>
                </a:lnTo>
                <a:lnTo>
                  <a:pt x="1813538" y="53295"/>
                </a:lnTo>
                <a:lnTo>
                  <a:pt x="1813264" y="52897"/>
                </a:lnTo>
                <a:lnTo>
                  <a:pt x="1812960" y="52544"/>
                </a:lnTo>
                <a:lnTo>
                  <a:pt x="1812628" y="52232"/>
                </a:lnTo>
                <a:lnTo>
                  <a:pt x="1812272" y="51959"/>
                </a:lnTo>
                <a:lnTo>
                  <a:pt x="1811894" y="51723"/>
                </a:lnTo>
                <a:lnTo>
                  <a:pt x="1811499" y="51520"/>
                </a:lnTo>
                <a:lnTo>
                  <a:pt x="1811088" y="51348"/>
                </a:lnTo>
                <a:lnTo>
                  <a:pt x="1810665" y="51205"/>
                </a:lnTo>
                <a:lnTo>
                  <a:pt x="1810234" y="51088"/>
                </a:lnTo>
                <a:lnTo>
                  <a:pt x="1809797" y="50994"/>
                </a:lnTo>
                <a:lnTo>
                  <a:pt x="1809357" y="50921"/>
                </a:lnTo>
                <a:lnTo>
                  <a:pt x="1808917" y="50866"/>
                </a:lnTo>
                <a:lnTo>
                  <a:pt x="1808481" y="50827"/>
                </a:lnTo>
                <a:lnTo>
                  <a:pt x="1808052" y="50800"/>
                </a:lnTo>
                <a:lnTo>
                  <a:pt x="1807632" y="50784"/>
                </a:lnTo>
                <a:lnTo>
                  <a:pt x="1807225" y="50776"/>
                </a:lnTo>
                <a:lnTo>
                  <a:pt x="1806834" y="50773"/>
                </a:lnTo>
                <a:lnTo>
                  <a:pt x="1806462" y="50773"/>
                </a:lnTo>
                <a:lnTo>
                  <a:pt x="1783904" y="50773"/>
                </a:lnTo>
                <a:lnTo>
                  <a:pt x="1783533" y="50773"/>
                </a:lnTo>
                <a:lnTo>
                  <a:pt x="1783145" y="50776"/>
                </a:lnTo>
                <a:lnTo>
                  <a:pt x="1782743" y="50784"/>
                </a:lnTo>
                <a:lnTo>
                  <a:pt x="1782329" y="50799"/>
                </a:lnTo>
                <a:lnTo>
                  <a:pt x="1781907" y="50825"/>
                </a:lnTo>
                <a:lnTo>
                  <a:pt x="1781480" y="50863"/>
                </a:lnTo>
                <a:lnTo>
                  <a:pt x="1781050" y="50916"/>
                </a:lnTo>
                <a:lnTo>
                  <a:pt x="1780620" y="50987"/>
                </a:lnTo>
                <a:lnTo>
                  <a:pt x="1780194" y="51078"/>
                </a:lnTo>
                <a:lnTo>
                  <a:pt x="1779774" y="51191"/>
                </a:lnTo>
                <a:lnTo>
                  <a:pt x="1779363" y="51330"/>
                </a:lnTo>
                <a:lnTo>
                  <a:pt x="1778965" y="51496"/>
                </a:lnTo>
                <a:lnTo>
                  <a:pt x="1778581" y="51692"/>
                </a:lnTo>
                <a:lnTo>
                  <a:pt x="1778216" y="51921"/>
                </a:lnTo>
                <a:lnTo>
                  <a:pt x="1777871" y="52186"/>
                </a:lnTo>
                <a:lnTo>
                  <a:pt x="1777550" y="52487"/>
                </a:lnTo>
                <a:lnTo>
                  <a:pt x="1777256" y="52829"/>
                </a:lnTo>
                <a:lnTo>
                  <a:pt x="1776992" y="53214"/>
                </a:lnTo>
                <a:lnTo>
                  <a:pt x="1776761" y="53644"/>
                </a:lnTo>
                <a:lnTo>
                  <a:pt x="1776564" y="54122"/>
                </a:lnTo>
                <a:lnTo>
                  <a:pt x="1776407" y="54649"/>
                </a:lnTo>
                <a:lnTo>
                  <a:pt x="1776291" y="55230"/>
                </a:lnTo>
                <a:lnTo>
                  <a:pt x="1776219" y="55866"/>
                </a:lnTo>
                <a:lnTo>
                  <a:pt x="1776194" y="56560"/>
                </a:lnTo>
                <a:lnTo>
                  <a:pt x="1776216" y="57276"/>
                </a:lnTo>
                <a:lnTo>
                  <a:pt x="1776281" y="57932"/>
                </a:lnTo>
                <a:lnTo>
                  <a:pt x="1776387" y="58532"/>
                </a:lnTo>
                <a:lnTo>
                  <a:pt x="1776532" y="59077"/>
                </a:lnTo>
                <a:lnTo>
                  <a:pt x="1776717" y="59570"/>
                </a:lnTo>
                <a:lnTo>
                  <a:pt x="1776938" y="60014"/>
                </a:lnTo>
                <a:lnTo>
                  <a:pt x="1777195" y="60411"/>
                </a:lnTo>
                <a:lnTo>
                  <a:pt x="1777487" y="60764"/>
                </a:lnTo>
                <a:lnTo>
                  <a:pt x="1777811" y="61076"/>
                </a:lnTo>
                <a:lnTo>
                  <a:pt x="1778166" y="61349"/>
                </a:lnTo>
                <a:lnTo>
                  <a:pt x="1778552" y="61585"/>
                </a:lnTo>
                <a:lnTo>
                  <a:pt x="1778966" y="61788"/>
                </a:lnTo>
                <a:lnTo>
                  <a:pt x="1779407" y="61959"/>
                </a:lnTo>
                <a:lnTo>
                  <a:pt x="1779873" y="62103"/>
                </a:lnTo>
                <a:lnTo>
                  <a:pt x="1780364" y="62220"/>
                </a:lnTo>
                <a:lnTo>
                  <a:pt x="1780878" y="62313"/>
                </a:lnTo>
                <a:lnTo>
                  <a:pt x="1781413" y="62386"/>
                </a:lnTo>
                <a:lnTo>
                  <a:pt x="1781969" y="62441"/>
                </a:lnTo>
                <a:lnTo>
                  <a:pt x="1782543" y="62481"/>
                </a:lnTo>
                <a:lnTo>
                  <a:pt x="1783133" y="62507"/>
                </a:lnTo>
                <a:lnTo>
                  <a:pt x="1783740" y="62523"/>
                </a:lnTo>
                <a:lnTo>
                  <a:pt x="1784361" y="62531"/>
                </a:lnTo>
                <a:lnTo>
                  <a:pt x="1784995" y="62534"/>
                </a:lnTo>
                <a:lnTo>
                  <a:pt x="1785640" y="62535"/>
                </a:lnTo>
                <a:lnTo>
                  <a:pt x="1771373" y="81987"/>
                </a:lnTo>
                <a:lnTo>
                  <a:pt x="1756722" y="62535"/>
                </a:lnTo>
                <a:lnTo>
                  <a:pt x="1757345" y="62534"/>
                </a:lnTo>
                <a:lnTo>
                  <a:pt x="1757958" y="62531"/>
                </a:lnTo>
                <a:lnTo>
                  <a:pt x="1758559" y="62523"/>
                </a:lnTo>
                <a:lnTo>
                  <a:pt x="1759148" y="62507"/>
                </a:lnTo>
                <a:lnTo>
                  <a:pt x="1759723" y="62481"/>
                </a:lnTo>
                <a:lnTo>
                  <a:pt x="1760283" y="62441"/>
                </a:lnTo>
                <a:lnTo>
                  <a:pt x="1760825" y="62386"/>
                </a:lnTo>
                <a:lnTo>
                  <a:pt x="1761349" y="62313"/>
                </a:lnTo>
                <a:lnTo>
                  <a:pt x="1761853" y="62220"/>
                </a:lnTo>
                <a:lnTo>
                  <a:pt x="1762335" y="62103"/>
                </a:lnTo>
                <a:lnTo>
                  <a:pt x="1762794" y="61959"/>
                </a:lnTo>
                <a:lnTo>
                  <a:pt x="1763228" y="61788"/>
                </a:lnTo>
                <a:lnTo>
                  <a:pt x="1763637" y="61585"/>
                </a:lnTo>
                <a:lnTo>
                  <a:pt x="1764017" y="61349"/>
                </a:lnTo>
                <a:lnTo>
                  <a:pt x="1764369" y="61076"/>
                </a:lnTo>
                <a:lnTo>
                  <a:pt x="1764690" y="60764"/>
                </a:lnTo>
                <a:lnTo>
                  <a:pt x="1764978" y="60411"/>
                </a:lnTo>
                <a:lnTo>
                  <a:pt x="1765234" y="60014"/>
                </a:lnTo>
                <a:lnTo>
                  <a:pt x="1765454" y="59570"/>
                </a:lnTo>
                <a:lnTo>
                  <a:pt x="1765637" y="59077"/>
                </a:lnTo>
                <a:lnTo>
                  <a:pt x="1765782" y="58532"/>
                </a:lnTo>
                <a:lnTo>
                  <a:pt x="1765888" y="57932"/>
                </a:lnTo>
                <a:lnTo>
                  <a:pt x="1765953" y="57276"/>
                </a:lnTo>
                <a:lnTo>
                  <a:pt x="1765974" y="56560"/>
                </a:lnTo>
                <a:lnTo>
                  <a:pt x="1765950" y="55866"/>
                </a:lnTo>
                <a:lnTo>
                  <a:pt x="1765878" y="55230"/>
                </a:lnTo>
                <a:lnTo>
                  <a:pt x="1765762" y="54649"/>
                </a:lnTo>
                <a:lnTo>
                  <a:pt x="1765604" y="54122"/>
                </a:lnTo>
                <a:lnTo>
                  <a:pt x="1765408" y="53644"/>
                </a:lnTo>
                <a:lnTo>
                  <a:pt x="1765176" y="53214"/>
                </a:lnTo>
                <a:lnTo>
                  <a:pt x="1764912" y="52829"/>
                </a:lnTo>
                <a:lnTo>
                  <a:pt x="1764618" y="52487"/>
                </a:lnTo>
                <a:lnTo>
                  <a:pt x="1764297" y="52186"/>
                </a:lnTo>
                <a:lnTo>
                  <a:pt x="1763953" y="51921"/>
                </a:lnTo>
                <a:lnTo>
                  <a:pt x="1763587" y="51692"/>
                </a:lnTo>
                <a:lnTo>
                  <a:pt x="1763204" y="51496"/>
                </a:lnTo>
                <a:lnTo>
                  <a:pt x="1762805" y="51330"/>
                </a:lnTo>
                <a:lnTo>
                  <a:pt x="1762394" y="51191"/>
                </a:lnTo>
                <a:lnTo>
                  <a:pt x="1761974" y="51078"/>
                </a:lnTo>
                <a:lnTo>
                  <a:pt x="1761548" y="50987"/>
                </a:lnTo>
                <a:lnTo>
                  <a:pt x="1761119" y="50916"/>
                </a:lnTo>
                <a:lnTo>
                  <a:pt x="1760689" y="50863"/>
                </a:lnTo>
                <a:lnTo>
                  <a:pt x="1760261" y="50825"/>
                </a:lnTo>
                <a:lnTo>
                  <a:pt x="1759839" y="50799"/>
                </a:lnTo>
                <a:lnTo>
                  <a:pt x="1759426" y="50784"/>
                </a:lnTo>
                <a:lnTo>
                  <a:pt x="1759023" y="50776"/>
                </a:lnTo>
                <a:lnTo>
                  <a:pt x="1758635" y="50773"/>
                </a:lnTo>
                <a:lnTo>
                  <a:pt x="1758264" y="50773"/>
                </a:lnTo>
                <a:lnTo>
                  <a:pt x="1735706" y="50773"/>
                </a:lnTo>
                <a:lnTo>
                  <a:pt x="1735334" y="50773"/>
                </a:lnTo>
                <a:lnTo>
                  <a:pt x="1734943" y="50776"/>
                </a:lnTo>
                <a:lnTo>
                  <a:pt x="1734537" y="50784"/>
                </a:lnTo>
                <a:lnTo>
                  <a:pt x="1734117" y="50800"/>
                </a:lnTo>
                <a:lnTo>
                  <a:pt x="1733687" y="50827"/>
                </a:lnTo>
                <a:lnTo>
                  <a:pt x="1733251" y="50866"/>
                </a:lnTo>
                <a:lnTo>
                  <a:pt x="1732812" y="50921"/>
                </a:lnTo>
                <a:lnTo>
                  <a:pt x="1732372" y="50994"/>
                </a:lnTo>
                <a:lnTo>
                  <a:pt x="1731935" y="51088"/>
                </a:lnTo>
                <a:lnTo>
                  <a:pt x="1731503" y="51205"/>
                </a:lnTo>
                <a:lnTo>
                  <a:pt x="1731080" y="51348"/>
                </a:lnTo>
                <a:lnTo>
                  <a:pt x="1730670" y="51520"/>
                </a:lnTo>
                <a:lnTo>
                  <a:pt x="1730274" y="51723"/>
                </a:lnTo>
                <a:lnTo>
                  <a:pt x="1729897" y="51959"/>
                </a:lnTo>
                <a:lnTo>
                  <a:pt x="1729541" y="52232"/>
                </a:lnTo>
                <a:lnTo>
                  <a:pt x="1729209" y="52544"/>
                </a:lnTo>
                <a:lnTo>
                  <a:pt x="1728904" y="52897"/>
                </a:lnTo>
                <a:lnTo>
                  <a:pt x="1728630" y="53295"/>
                </a:lnTo>
                <a:lnTo>
                  <a:pt x="1728390" y="53739"/>
                </a:lnTo>
                <a:lnTo>
                  <a:pt x="1728187" y="54232"/>
                </a:lnTo>
                <a:lnTo>
                  <a:pt x="1728023" y="54778"/>
                </a:lnTo>
                <a:lnTo>
                  <a:pt x="1727902" y="55377"/>
                </a:lnTo>
                <a:lnTo>
                  <a:pt x="1727828" y="56034"/>
                </a:lnTo>
                <a:lnTo>
                  <a:pt x="1727802" y="56751"/>
                </a:lnTo>
                <a:lnTo>
                  <a:pt x="1727828" y="57444"/>
                </a:lnTo>
                <a:lnTo>
                  <a:pt x="1727906" y="58080"/>
                </a:lnTo>
                <a:lnTo>
                  <a:pt x="1728031" y="58660"/>
                </a:lnTo>
                <a:lnTo>
                  <a:pt x="1728200" y="59188"/>
                </a:lnTo>
                <a:lnTo>
                  <a:pt x="1728410" y="59665"/>
                </a:lnTo>
                <a:lnTo>
                  <a:pt x="1728658" y="60095"/>
                </a:lnTo>
                <a:lnTo>
                  <a:pt x="1728939" y="60479"/>
                </a:lnTo>
                <a:lnTo>
                  <a:pt x="1729252" y="60821"/>
                </a:lnTo>
                <a:lnTo>
                  <a:pt x="1729592" y="61123"/>
                </a:lnTo>
                <a:lnTo>
                  <a:pt x="1729956" y="61387"/>
                </a:lnTo>
                <a:lnTo>
                  <a:pt x="1730340" y="61616"/>
                </a:lnTo>
                <a:lnTo>
                  <a:pt x="1730743" y="61812"/>
                </a:lnTo>
                <a:lnTo>
                  <a:pt x="1731159" y="61978"/>
                </a:lnTo>
                <a:lnTo>
                  <a:pt x="1731586" y="62116"/>
                </a:lnTo>
                <a:lnTo>
                  <a:pt x="1732020" y="62230"/>
                </a:lnTo>
                <a:lnTo>
                  <a:pt x="1732458" y="62321"/>
                </a:lnTo>
                <a:lnTo>
                  <a:pt x="1732897" y="62391"/>
                </a:lnTo>
                <a:lnTo>
                  <a:pt x="1733333" y="62444"/>
                </a:lnTo>
                <a:lnTo>
                  <a:pt x="1733764" y="62482"/>
                </a:lnTo>
                <a:lnTo>
                  <a:pt x="1734184" y="62508"/>
                </a:lnTo>
                <a:lnTo>
                  <a:pt x="1734592" y="62523"/>
                </a:lnTo>
                <a:lnTo>
                  <a:pt x="1734984" y="62531"/>
                </a:lnTo>
                <a:lnTo>
                  <a:pt x="1735357" y="62534"/>
                </a:lnTo>
                <a:lnTo>
                  <a:pt x="1735706" y="62535"/>
                </a:lnTo>
                <a:lnTo>
                  <a:pt x="1743420" y="62535"/>
                </a:lnTo>
                <a:lnTo>
                  <a:pt x="1766169" y="91040"/>
                </a:lnTo>
                <a:lnTo>
                  <a:pt x="1742261" y="122048"/>
                </a:lnTo>
                <a:lnTo>
                  <a:pt x="1734550" y="122048"/>
                </a:lnTo>
                <a:lnTo>
                  <a:pt x="1734178" y="122049"/>
                </a:lnTo>
                <a:lnTo>
                  <a:pt x="1733787" y="122052"/>
                </a:lnTo>
                <a:lnTo>
                  <a:pt x="1733380" y="122060"/>
                </a:lnTo>
                <a:lnTo>
                  <a:pt x="1732961" y="122076"/>
                </a:lnTo>
                <a:lnTo>
                  <a:pt x="1732531" y="122102"/>
                </a:lnTo>
                <a:lnTo>
                  <a:pt x="1732095" y="122141"/>
                </a:lnTo>
                <a:lnTo>
                  <a:pt x="1731656" y="122196"/>
                </a:lnTo>
                <a:lnTo>
                  <a:pt x="1731216" y="122269"/>
                </a:lnTo>
                <a:lnTo>
                  <a:pt x="1730779" y="122363"/>
                </a:lnTo>
                <a:lnTo>
                  <a:pt x="1730347" y="122480"/>
                </a:lnTo>
                <a:lnTo>
                  <a:pt x="1729924" y="122623"/>
                </a:lnTo>
                <a:lnTo>
                  <a:pt x="1729514" y="122795"/>
                </a:lnTo>
                <a:lnTo>
                  <a:pt x="1729118" y="122998"/>
                </a:lnTo>
                <a:lnTo>
                  <a:pt x="1728741" y="123234"/>
                </a:lnTo>
                <a:lnTo>
                  <a:pt x="1728384" y="123507"/>
                </a:lnTo>
                <a:lnTo>
                  <a:pt x="1728053" y="123818"/>
                </a:lnTo>
                <a:lnTo>
                  <a:pt x="1727748" y="124172"/>
                </a:lnTo>
                <a:lnTo>
                  <a:pt x="1727474" y="124569"/>
                </a:lnTo>
                <a:lnTo>
                  <a:pt x="1727234" y="125013"/>
                </a:lnTo>
                <a:lnTo>
                  <a:pt x="1727031" y="125506"/>
                </a:lnTo>
                <a:lnTo>
                  <a:pt x="1726867" y="126051"/>
                </a:lnTo>
                <a:lnTo>
                  <a:pt x="1726746" y="126650"/>
                </a:lnTo>
                <a:lnTo>
                  <a:pt x="1726671" y="127307"/>
                </a:lnTo>
                <a:lnTo>
                  <a:pt x="1726646" y="128023"/>
                </a:lnTo>
                <a:lnTo>
                  <a:pt x="1726672" y="128717"/>
                </a:lnTo>
                <a:lnTo>
                  <a:pt x="1726750" y="129352"/>
                </a:lnTo>
                <a:lnTo>
                  <a:pt x="1726875" y="129932"/>
                </a:lnTo>
                <a:lnTo>
                  <a:pt x="1727044" y="130460"/>
                </a:lnTo>
                <a:lnTo>
                  <a:pt x="1727254" y="130937"/>
                </a:lnTo>
                <a:lnTo>
                  <a:pt x="1727501" y="131367"/>
                </a:lnTo>
                <a:lnTo>
                  <a:pt x="1727783" y="131752"/>
                </a:lnTo>
                <a:lnTo>
                  <a:pt x="1728095" y="132093"/>
                </a:lnTo>
                <a:lnTo>
                  <a:pt x="1728435" y="132395"/>
                </a:lnTo>
                <a:lnTo>
                  <a:pt x="1728799" y="132659"/>
                </a:lnTo>
                <a:lnTo>
                  <a:pt x="1729183" y="132888"/>
                </a:lnTo>
                <a:lnTo>
                  <a:pt x="1729585" y="133084"/>
                </a:lnTo>
                <a:lnTo>
                  <a:pt x="1730002" y="133250"/>
                </a:lnTo>
                <a:lnTo>
                  <a:pt x="1730428" y="133389"/>
                </a:lnTo>
                <a:lnTo>
                  <a:pt x="1730863" y="133502"/>
                </a:lnTo>
                <a:lnTo>
                  <a:pt x="1731301" y="133593"/>
                </a:lnTo>
                <a:lnTo>
                  <a:pt x="1731740" y="133664"/>
                </a:lnTo>
                <a:lnTo>
                  <a:pt x="1732176" y="133717"/>
                </a:lnTo>
                <a:lnTo>
                  <a:pt x="1732606" y="133755"/>
                </a:lnTo>
                <a:lnTo>
                  <a:pt x="1733027" y="133780"/>
                </a:lnTo>
                <a:lnTo>
                  <a:pt x="1733435" y="133796"/>
                </a:lnTo>
                <a:lnTo>
                  <a:pt x="1733828" y="133804"/>
                </a:lnTo>
                <a:lnTo>
                  <a:pt x="1734200" y="133807"/>
                </a:lnTo>
                <a:lnTo>
                  <a:pt x="1734550" y="133807"/>
                </a:lnTo>
                <a:lnTo>
                  <a:pt x="1757108" y="133807"/>
                </a:lnTo>
                <a:lnTo>
                  <a:pt x="1757479" y="133807"/>
                </a:lnTo>
                <a:lnTo>
                  <a:pt x="1757867" y="133804"/>
                </a:lnTo>
                <a:lnTo>
                  <a:pt x="1758269" y="133796"/>
                </a:lnTo>
                <a:lnTo>
                  <a:pt x="1758683" y="133780"/>
                </a:lnTo>
                <a:lnTo>
                  <a:pt x="1759105" y="133755"/>
                </a:lnTo>
                <a:lnTo>
                  <a:pt x="1759533" y="133717"/>
                </a:lnTo>
                <a:lnTo>
                  <a:pt x="1759963" y="133664"/>
                </a:lnTo>
                <a:lnTo>
                  <a:pt x="1760392" y="133593"/>
                </a:lnTo>
                <a:lnTo>
                  <a:pt x="1760818" y="133502"/>
                </a:lnTo>
                <a:lnTo>
                  <a:pt x="1761238" y="133389"/>
                </a:lnTo>
                <a:lnTo>
                  <a:pt x="1761649" y="133250"/>
                </a:lnTo>
                <a:lnTo>
                  <a:pt x="1762047" y="133084"/>
                </a:lnTo>
                <a:lnTo>
                  <a:pt x="1762431" y="132888"/>
                </a:lnTo>
                <a:lnTo>
                  <a:pt x="1762797" y="132659"/>
                </a:lnTo>
                <a:lnTo>
                  <a:pt x="1763141" y="132395"/>
                </a:lnTo>
                <a:lnTo>
                  <a:pt x="1763462" y="132093"/>
                </a:lnTo>
                <a:lnTo>
                  <a:pt x="1763756" y="131752"/>
                </a:lnTo>
                <a:lnTo>
                  <a:pt x="1764020" y="131367"/>
                </a:lnTo>
                <a:lnTo>
                  <a:pt x="1764252" y="130937"/>
                </a:lnTo>
                <a:lnTo>
                  <a:pt x="1764448" y="130460"/>
                </a:lnTo>
                <a:lnTo>
                  <a:pt x="1764606" y="129932"/>
                </a:lnTo>
                <a:lnTo>
                  <a:pt x="1764722" y="129352"/>
                </a:lnTo>
                <a:lnTo>
                  <a:pt x="1764794" y="128717"/>
                </a:lnTo>
                <a:lnTo>
                  <a:pt x="1764818" y="128023"/>
                </a:lnTo>
                <a:lnTo>
                  <a:pt x="1764797" y="127307"/>
                </a:lnTo>
                <a:lnTo>
                  <a:pt x="1764735" y="126650"/>
                </a:lnTo>
                <a:lnTo>
                  <a:pt x="1764633" y="126051"/>
                </a:lnTo>
                <a:lnTo>
                  <a:pt x="1764491" y="125506"/>
                </a:lnTo>
                <a:lnTo>
                  <a:pt x="1764310" y="125013"/>
                </a:lnTo>
                <a:lnTo>
                  <a:pt x="1764092" y="124569"/>
                </a:lnTo>
                <a:lnTo>
                  <a:pt x="1763838" y="124172"/>
                </a:lnTo>
                <a:lnTo>
                  <a:pt x="1763547" y="123818"/>
                </a:lnTo>
                <a:lnTo>
                  <a:pt x="1763222" y="123507"/>
                </a:lnTo>
                <a:lnTo>
                  <a:pt x="1762863" y="123234"/>
                </a:lnTo>
                <a:lnTo>
                  <a:pt x="1762471" y="122998"/>
                </a:lnTo>
                <a:lnTo>
                  <a:pt x="1762047" y="122795"/>
                </a:lnTo>
                <a:lnTo>
                  <a:pt x="1761592" y="122623"/>
                </a:lnTo>
                <a:lnTo>
                  <a:pt x="1761106" y="122480"/>
                </a:lnTo>
                <a:lnTo>
                  <a:pt x="1760592" y="122363"/>
                </a:lnTo>
                <a:lnTo>
                  <a:pt x="1760049" y="122269"/>
                </a:lnTo>
                <a:lnTo>
                  <a:pt x="1759478" y="122196"/>
                </a:lnTo>
                <a:lnTo>
                  <a:pt x="1758881" y="122141"/>
                </a:lnTo>
                <a:lnTo>
                  <a:pt x="1758258" y="122102"/>
                </a:lnTo>
                <a:lnTo>
                  <a:pt x="1757611" y="122076"/>
                </a:lnTo>
                <a:lnTo>
                  <a:pt x="1756940" y="122060"/>
                </a:lnTo>
                <a:lnTo>
                  <a:pt x="1756246" y="122052"/>
                </a:lnTo>
                <a:lnTo>
                  <a:pt x="1755530" y="122049"/>
                </a:lnTo>
                <a:lnTo>
                  <a:pt x="1754793" y="122048"/>
                </a:lnTo>
                <a:lnTo>
                  <a:pt x="1771373" y="98333"/>
                </a:lnTo>
                <a:lnTo>
                  <a:pt x="1788532" y="122048"/>
                </a:lnTo>
                <a:lnTo>
                  <a:pt x="1787863" y="122049"/>
                </a:lnTo>
                <a:lnTo>
                  <a:pt x="1787208" y="122052"/>
                </a:lnTo>
                <a:lnTo>
                  <a:pt x="1786568" y="122060"/>
                </a:lnTo>
                <a:lnTo>
                  <a:pt x="1785943" y="122076"/>
                </a:lnTo>
                <a:lnTo>
                  <a:pt x="1785336" y="122102"/>
                </a:lnTo>
                <a:lnTo>
                  <a:pt x="1784748" y="122141"/>
                </a:lnTo>
                <a:lnTo>
                  <a:pt x="1784180" y="122196"/>
                </a:lnTo>
                <a:lnTo>
                  <a:pt x="1783633" y="122269"/>
                </a:lnTo>
                <a:lnTo>
                  <a:pt x="1783109" y="122363"/>
                </a:lnTo>
                <a:lnTo>
                  <a:pt x="1782610" y="122480"/>
                </a:lnTo>
                <a:lnTo>
                  <a:pt x="1782135" y="122623"/>
                </a:lnTo>
                <a:lnTo>
                  <a:pt x="1781687" y="122795"/>
                </a:lnTo>
                <a:lnTo>
                  <a:pt x="1781268" y="122998"/>
                </a:lnTo>
                <a:lnTo>
                  <a:pt x="1780878" y="123234"/>
                </a:lnTo>
                <a:lnTo>
                  <a:pt x="1780519" y="123507"/>
                </a:lnTo>
                <a:lnTo>
                  <a:pt x="1780191" y="123818"/>
                </a:lnTo>
                <a:lnTo>
                  <a:pt x="1779898" y="124172"/>
                </a:lnTo>
                <a:lnTo>
                  <a:pt x="1779639" y="124569"/>
                </a:lnTo>
                <a:lnTo>
                  <a:pt x="1779416" y="125013"/>
                </a:lnTo>
                <a:lnTo>
                  <a:pt x="1779231" y="125506"/>
                </a:lnTo>
                <a:lnTo>
                  <a:pt x="1779084" y="126051"/>
                </a:lnTo>
                <a:lnTo>
                  <a:pt x="1778978" y="126650"/>
                </a:lnTo>
                <a:lnTo>
                  <a:pt x="1778914" y="127307"/>
                </a:lnTo>
                <a:lnTo>
                  <a:pt x="1778892" y="128023"/>
                </a:lnTo>
                <a:lnTo>
                  <a:pt x="1778916" y="128717"/>
                </a:lnTo>
                <a:lnTo>
                  <a:pt x="1778988" y="129352"/>
                </a:lnTo>
                <a:lnTo>
                  <a:pt x="1779105" y="129932"/>
                </a:lnTo>
                <a:lnTo>
                  <a:pt x="1779262" y="130460"/>
                </a:lnTo>
                <a:lnTo>
                  <a:pt x="1779458" y="130937"/>
                </a:lnTo>
                <a:lnTo>
                  <a:pt x="1779690" y="131367"/>
                </a:lnTo>
                <a:lnTo>
                  <a:pt x="1779955" y="131752"/>
                </a:lnTo>
                <a:lnTo>
                  <a:pt x="1780249" y="132093"/>
                </a:lnTo>
                <a:lnTo>
                  <a:pt x="1780570" y="132395"/>
                </a:lnTo>
                <a:lnTo>
                  <a:pt x="1780915" y="132659"/>
                </a:lnTo>
                <a:lnTo>
                  <a:pt x="1781280" y="132888"/>
                </a:lnTo>
                <a:lnTo>
                  <a:pt x="1781664" y="133084"/>
                </a:lnTo>
                <a:lnTo>
                  <a:pt x="1782063" y="133250"/>
                </a:lnTo>
                <a:lnTo>
                  <a:pt x="1782474" y="133389"/>
                </a:lnTo>
                <a:lnTo>
                  <a:pt x="1782894" y="133502"/>
                </a:lnTo>
                <a:lnTo>
                  <a:pt x="1783320" y="133593"/>
                </a:lnTo>
                <a:lnTo>
                  <a:pt x="1783750" y="133664"/>
                </a:lnTo>
                <a:lnTo>
                  <a:pt x="1784180" y="133717"/>
                </a:lnTo>
                <a:lnTo>
                  <a:pt x="1784607" y="133755"/>
                </a:lnTo>
                <a:lnTo>
                  <a:pt x="1785030" y="133780"/>
                </a:lnTo>
                <a:lnTo>
                  <a:pt x="1785443" y="133796"/>
                </a:lnTo>
                <a:lnTo>
                  <a:pt x="1785846" y="133804"/>
                </a:lnTo>
                <a:lnTo>
                  <a:pt x="1786234" y="133807"/>
                </a:lnTo>
                <a:lnTo>
                  <a:pt x="1786605" y="133807"/>
                </a:lnTo>
                <a:lnTo>
                  <a:pt x="1809160" y="133807"/>
                </a:lnTo>
                <a:lnTo>
                  <a:pt x="1809510" y="133807"/>
                </a:lnTo>
                <a:lnTo>
                  <a:pt x="1809882" y="133804"/>
                </a:lnTo>
                <a:lnTo>
                  <a:pt x="1810275" y="133796"/>
                </a:lnTo>
                <a:lnTo>
                  <a:pt x="1810683" y="133780"/>
                </a:lnTo>
                <a:lnTo>
                  <a:pt x="1811104" y="133755"/>
                </a:lnTo>
                <a:lnTo>
                  <a:pt x="1811534" y="133717"/>
                </a:lnTo>
                <a:lnTo>
                  <a:pt x="1811970" y="133664"/>
                </a:lnTo>
                <a:lnTo>
                  <a:pt x="1812409" y="133593"/>
                </a:lnTo>
                <a:lnTo>
                  <a:pt x="1812847" y="133502"/>
                </a:lnTo>
                <a:lnTo>
                  <a:pt x="1813282" y="133389"/>
                </a:lnTo>
                <a:lnTo>
                  <a:pt x="1813708" y="133250"/>
                </a:lnTo>
                <a:lnTo>
                  <a:pt x="1814125" y="133084"/>
                </a:lnTo>
                <a:lnTo>
                  <a:pt x="1814527" y="132888"/>
                </a:lnTo>
                <a:lnTo>
                  <a:pt x="1814911" y="132659"/>
                </a:lnTo>
                <a:lnTo>
                  <a:pt x="1815275" y="132395"/>
                </a:lnTo>
                <a:lnTo>
                  <a:pt x="1815615" y="132093"/>
                </a:lnTo>
                <a:lnTo>
                  <a:pt x="1815927" y="131752"/>
                </a:lnTo>
                <a:lnTo>
                  <a:pt x="1816209" y="131367"/>
                </a:lnTo>
                <a:lnTo>
                  <a:pt x="1816456" y="130937"/>
                </a:lnTo>
                <a:lnTo>
                  <a:pt x="1816666" y="130460"/>
                </a:lnTo>
                <a:lnTo>
                  <a:pt x="1816835" y="129932"/>
                </a:lnTo>
                <a:lnTo>
                  <a:pt x="1816960" y="129352"/>
                </a:lnTo>
                <a:lnTo>
                  <a:pt x="1817038" y="128717"/>
                </a:lnTo>
                <a:lnTo>
                  <a:pt x="1817064" y="128023"/>
                </a:lnTo>
                <a:lnTo>
                  <a:pt x="1817039" y="127307"/>
                </a:lnTo>
                <a:lnTo>
                  <a:pt x="1816964" y="126650"/>
                </a:lnTo>
                <a:lnTo>
                  <a:pt x="1816843" y="126051"/>
                </a:lnTo>
                <a:lnTo>
                  <a:pt x="1816679" y="125506"/>
                </a:lnTo>
                <a:lnTo>
                  <a:pt x="1816476" y="125013"/>
                </a:lnTo>
                <a:lnTo>
                  <a:pt x="1816236" y="124569"/>
                </a:lnTo>
                <a:close/>
                <a:moveTo>
                  <a:pt x="3225593" y="125013"/>
                </a:moveTo>
                <a:lnTo>
                  <a:pt x="3225353" y="124569"/>
                </a:lnTo>
                <a:lnTo>
                  <a:pt x="3225079" y="124172"/>
                </a:lnTo>
                <a:lnTo>
                  <a:pt x="3224775" y="123818"/>
                </a:lnTo>
                <a:lnTo>
                  <a:pt x="3224443" y="123507"/>
                </a:lnTo>
                <a:lnTo>
                  <a:pt x="3224087" y="123234"/>
                </a:lnTo>
                <a:lnTo>
                  <a:pt x="3223709" y="122998"/>
                </a:lnTo>
                <a:lnTo>
                  <a:pt x="3223314" y="122795"/>
                </a:lnTo>
                <a:lnTo>
                  <a:pt x="3222903" y="122623"/>
                </a:lnTo>
                <a:lnTo>
                  <a:pt x="3222481" y="122480"/>
                </a:lnTo>
                <a:lnTo>
                  <a:pt x="3222049" y="122363"/>
                </a:lnTo>
                <a:lnTo>
                  <a:pt x="3221612" y="122269"/>
                </a:lnTo>
                <a:lnTo>
                  <a:pt x="3221172" y="122196"/>
                </a:lnTo>
                <a:lnTo>
                  <a:pt x="3220732" y="122141"/>
                </a:lnTo>
                <a:lnTo>
                  <a:pt x="3220296" y="122102"/>
                </a:lnTo>
                <a:lnTo>
                  <a:pt x="3219867" y="122076"/>
                </a:lnTo>
                <a:lnTo>
                  <a:pt x="3219447" y="122060"/>
                </a:lnTo>
                <a:lnTo>
                  <a:pt x="3219040" y="122052"/>
                </a:lnTo>
                <a:lnTo>
                  <a:pt x="3218649" y="122049"/>
                </a:lnTo>
                <a:lnTo>
                  <a:pt x="3218276" y="122048"/>
                </a:lnTo>
                <a:lnTo>
                  <a:pt x="3198034" y="122048"/>
                </a:lnTo>
                <a:lnTo>
                  <a:pt x="3198034" y="58678"/>
                </a:lnTo>
                <a:lnTo>
                  <a:pt x="3198028" y="57952"/>
                </a:lnTo>
                <a:lnTo>
                  <a:pt x="3198007" y="57267"/>
                </a:lnTo>
                <a:lnTo>
                  <a:pt x="3197971" y="56623"/>
                </a:lnTo>
                <a:lnTo>
                  <a:pt x="3197918" y="56018"/>
                </a:lnTo>
                <a:lnTo>
                  <a:pt x="3197845" y="55451"/>
                </a:lnTo>
                <a:lnTo>
                  <a:pt x="3197751" y="54922"/>
                </a:lnTo>
                <a:lnTo>
                  <a:pt x="3197634" y="54429"/>
                </a:lnTo>
                <a:lnTo>
                  <a:pt x="3197491" y="53973"/>
                </a:lnTo>
                <a:lnTo>
                  <a:pt x="3197322" y="53551"/>
                </a:lnTo>
                <a:lnTo>
                  <a:pt x="3197125" y="53163"/>
                </a:lnTo>
                <a:lnTo>
                  <a:pt x="3196897" y="52808"/>
                </a:lnTo>
                <a:lnTo>
                  <a:pt x="3196637" y="52485"/>
                </a:lnTo>
                <a:lnTo>
                  <a:pt x="3196342" y="52193"/>
                </a:lnTo>
                <a:lnTo>
                  <a:pt x="3196012" y="51931"/>
                </a:lnTo>
                <a:lnTo>
                  <a:pt x="3195643" y="51698"/>
                </a:lnTo>
                <a:lnTo>
                  <a:pt x="3195235" y="51494"/>
                </a:lnTo>
                <a:lnTo>
                  <a:pt x="3194786" y="51318"/>
                </a:lnTo>
                <a:lnTo>
                  <a:pt x="3194293" y="51168"/>
                </a:lnTo>
                <a:lnTo>
                  <a:pt x="3193755" y="51043"/>
                </a:lnTo>
                <a:lnTo>
                  <a:pt x="3193170" y="50943"/>
                </a:lnTo>
                <a:lnTo>
                  <a:pt x="3192537" y="50867"/>
                </a:lnTo>
                <a:lnTo>
                  <a:pt x="3191852" y="50814"/>
                </a:lnTo>
                <a:lnTo>
                  <a:pt x="3191115" y="50783"/>
                </a:lnTo>
                <a:lnTo>
                  <a:pt x="3190323" y="50773"/>
                </a:lnTo>
                <a:lnTo>
                  <a:pt x="3162947" y="50773"/>
                </a:lnTo>
                <a:lnTo>
                  <a:pt x="3162575" y="50773"/>
                </a:lnTo>
                <a:lnTo>
                  <a:pt x="3162184" y="50776"/>
                </a:lnTo>
                <a:lnTo>
                  <a:pt x="3161777" y="50784"/>
                </a:lnTo>
                <a:lnTo>
                  <a:pt x="3161358" y="50799"/>
                </a:lnTo>
                <a:lnTo>
                  <a:pt x="3160928" y="50825"/>
                </a:lnTo>
                <a:lnTo>
                  <a:pt x="3160492" y="50863"/>
                </a:lnTo>
                <a:lnTo>
                  <a:pt x="3160053" y="50916"/>
                </a:lnTo>
                <a:lnTo>
                  <a:pt x="3159613" y="50987"/>
                </a:lnTo>
                <a:lnTo>
                  <a:pt x="3159176" y="51078"/>
                </a:lnTo>
                <a:lnTo>
                  <a:pt x="3158744" y="51191"/>
                </a:lnTo>
                <a:lnTo>
                  <a:pt x="3158321" y="51330"/>
                </a:lnTo>
                <a:lnTo>
                  <a:pt x="3157911" y="51496"/>
                </a:lnTo>
                <a:lnTo>
                  <a:pt x="3157515" y="51692"/>
                </a:lnTo>
                <a:lnTo>
                  <a:pt x="3157138" y="51921"/>
                </a:lnTo>
                <a:lnTo>
                  <a:pt x="3156781" y="52186"/>
                </a:lnTo>
                <a:lnTo>
                  <a:pt x="3156450" y="52487"/>
                </a:lnTo>
                <a:lnTo>
                  <a:pt x="3156145" y="52829"/>
                </a:lnTo>
                <a:lnTo>
                  <a:pt x="3155871" y="53214"/>
                </a:lnTo>
                <a:lnTo>
                  <a:pt x="3155631" y="53644"/>
                </a:lnTo>
                <a:lnTo>
                  <a:pt x="3155428" y="54122"/>
                </a:lnTo>
                <a:lnTo>
                  <a:pt x="3155264" y="54649"/>
                </a:lnTo>
                <a:lnTo>
                  <a:pt x="3155143" y="55230"/>
                </a:lnTo>
                <a:lnTo>
                  <a:pt x="3155068" y="55866"/>
                </a:lnTo>
                <a:lnTo>
                  <a:pt x="3155043" y="56560"/>
                </a:lnTo>
                <a:lnTo>
                  <a:pt x="3155068" y="57276"/>
                </a:lnTo>
                <a:lnTo>
                  <a:pt x="3155143" y="57932"/>
                </a:lnTo>
                <a:lnTo>
                  <a:pt x="3155264" y="58532"/>
                </a:lnTo>
                <a:lnTo>
                  <a:pt x="3155428" y="59077"/>
                </a:lnTo>
                <a:lnTo>
                  <a:pt x="3155631" y="59570"/>
                </a:lnTo>
                <a:lnTo>
                  <a:pt x="3155871" y="60014"/>
                </a:lnTo>
                <a:lnTo>
                  <a:pt x="3156145" y="60411"/>
                </a:lnTo>
                <a:lnTo>
                  <a:pt x="3156450" y="60764"/>
                </a:lnTo>
                <a:lnTo>
                  <a:pt x="3156781" y="61076"/>
                </a:lnTo>
                <a:lnTo>
                  <a:pt x="3157138" y="61349"/>
                </a:lnTo>
                <a:lnTo>
                  <a:pt x="3157515" y="61585"/>
                </a:lnTo>
                <a:lnTo>
                  <a:pt x="3157911" y="61788"/>
                </a:lnTo>
                <a:lnTo>
                  <a:pt x="3158321" y="61959"/>
                </a:lnTo>
                <a:lnTo>
                  <a:pt x="3158744" y="62103"/>
                </a:lnTo>
                <a:lnTo>
                  <a:pt x="3159176" y="62220"/>
                </a:lnTo>
                <a:lnTo>
                  <a:pt x="3159613" y="62313"/>
                </a:lnTo>
                <a:lnTo>
                  <a:pt x="3160053" y="62386"/>
                </a:lnTo>
                <a:lnTo>
                  <a:pt x="3160492" y="62441"/>
                </a:lnTo>
                <a:lnTo>
                  <a:pt x="3160928" y="62481"/>
                </a:lnTo>
                <a:lnTo>
                  <a:pt x="3161358" y="62507"/>
                </a:lnTo>
                <a:lnTo>
                  <a:pt x="3161777" y="62523"/>
                </a:lnTo>
                <a:lnTo>
                  <a:pt x="3162184" y="62531"/>
                </a:lnTo>
                <a:lnTo>
                  <a:pt x="3162575" y="62534"/>
                </a:lnTo>
                <a:lnTo>
                  <a:pt x="3162947" y="62535"/>
                </a:lnTo>
                <a:lnTo>
                  <a:pt x="3184731" y="62535"/>
                </a:lnTo>
                <a:lnTo>
                  <a:pt x="3184731" y="122048"/>
                </a:lnTo>
                <a:lnTo>
                  <a:pt x="3161403" y="122048"/>
                </a:lnTo>
                <a:lnTo>
                  <a:pt x="3161009" y="122049"/>
                </a:lnTo>
                <a:lnTo>
                  <a:pt x="3160600" y="122052"/>
                </a:lnTo>
                <a:lnTo>
                  <a:pt x="3160178" y="122060"/>
                </a:lnTo>
                <a:lnTo>
                  <a:pt x="3159747" y="122076"/>
                </a:lnTo>
                <a:lnTo>
                  <a:pt x="3159309" y="122102"/>
                </a:lnTo>
                <a:lnTo>
                  <a:pt x="3158867" y="122141"/>
                </a:lnTo>
                <a:lnTo>
                  <a:pt x="3158424" y="122196"/>
                </a:lnTo>
                <a:lnTo>
                  <a:pt x="3157983" y="122269"/>
                </a:lnTo>
                <a:lnTo>
                  <a:pt x="3157547" y="122363"/>
                </a:lnTo>
                <a:lnTo>
                  <a:pt x="3157118" y="122480"/>
                </a:lnTo>
                <a:lnTo>
                  <a:pt x="3156700" y="122623"/>
                </a:lnTo>
                <a:lnTo>
                  <a:pt x="3156295" y="122795"/>
                </a:lnTo>
                <a:lnTo>
                  <a:pt x="3155905" y="122998"/>
                </a:lnTo>
                <a:lnTo>
                  <a:pt x="3155535" y="123234"/>
                </a:lnTo>
                <a:lnTo>
                  <a:pt x="3155187" y="123507"/>
                </a:lnTo>
                <a:lnTo>
                  <a:pt x="3154863" y="123818"/>
                </a:lnTo>
                <a:lnTo>
                  <a:pt x="3154566" y="124172"/>
                </a:lnTo>
                <a:lnTo>
                  <a:pt x="3154300" y="124569"/>
                </a:lnTo>
                <a:lnTo>
                  <a:pt x="3154067" y="125013"/>
                </a:lnTo>
                <a:lnTo>
                  <a:pt x="3153870" y="125506"/>
                </a:lnTo>
                <a:lnTo>
                  <a:pt x="3153712" y="126051"/>
                </a:lnTo>
                <a:lnTo>
                  <a:pt x="3153595" y="126650"/>
                </a:lnTo>
                <a:lnTo>
                  <a:pt x="3153523" y="127307"/>
                </a:lnTo>
                <a:lnTo>
                  <a:pt x="3153498" y="128023"/>
                </a:lnTo>
                <a:lnTo>
                  <a:pt x="3153524" y="128717"/>
                </a:lnTo>
                <a:lnTo>
                  <a:pt x="3153599" y="129352"/>
                </a:lnTo>
                <a:lnTo>
                  <a:pt x="3153719" y="129932"/>
                </a:lnTo>
                <a:lnTo>
                  <a:pt x="3153883" y="130460"/>
                </a:lnTo>
                <a:lnTo>
                  <a:pt x="3154087" y="130937"/>
                </a:lnTo>
                <a:lnTo>
                  <a:pt x="3154327" y="131367"/>
                </a:lnTo>
                <a:lnTo>
                  <a:pt x="3154601" y="131752"/>
                </a:lnTo>
                <a:lnTo>
                  <a:pt x="3154905" y="132093"/>
                </a:lnTo>
                <a:lnTo>
                  <a:pt x="3155237" y="132395"/>
                </a:lnTo>
                <a:lnTo>
                  <a:pt x="3155593" y="132659"/>
                </a:lnTo>
                <a:lnTo>
                  <a:pt x="3155971" y="132888"/>
                </a:lnTo>
                <a:lnTo>
                  <a:pt x="3156366" y="133084"/>
                </a:lnTo>
                <a:lnTo>
                  <a:pt x="3156777" y="133250"/>
                </a:lnTo>
                <a:lnTo>
                  <a:pt x="3157200" y="133389"/>
                </a:lnTo>
                <a:lnTo>
                  <a:pt x="3157631" y="133502"/>
                </a:lnTo>
                <a:lnTo>
                  <a:pt x="3158068" y="133593"/>
                </a:lnTo>
                <a:lnTo>
                  <a:pt x="3158508" y="133664"/>
                </a:lnTo>
                <a:lnTo>
                  <a:pt x="3158948" y="133717"/>
                </a:lnTo>
                <a:lnTo>
                  <a:pt x="3159384" y="133755"/>
                </a:lnTo>
                <a:lnTo>
                  <a:pt x="3159813" y="133780"/>
                </a:lnTo>
                <a:lnTo>
                  <a:pt x="3160233" y="133796"/>
                </a:lnTo>
                <a:lnTo>
                  <a:pt x="3160640" y="133804"/>
                </a:lnTo>
                <a:lnTo>
                  <a:pt x="3161031" y="133807"/>
                </a:lnTo>
                <a:lnTo>
                  <a:pt x="3161403" y="133807"/>
                </a:lnTo>
                <a:lnTo>
                  <a:pt x="3218276" y="133807"/>
                </a:lnTo>
                <a:lnTo>
                  <a:pt x="3218649" y="133807"/>
                </a:lnTo>
                <a:lnTo>
                  <a:pt x="3219040" y="133804"/>
                </a:lnTo>
                <a:lnTo>
                  <a:pt x="3219447" y="133796"/>
                </a:lnTo>
                <a:lnTo>
                  <a:pt x="3219867" y="133780"/>
                </a:lnTo>
                <a:lnTo>
                  <a:pt x="3220296" y="133755"/>
                </a:lnTo>
                <a:lnTo>
                  <a:pt x="3220732" y="133717"/>
                </a:lnTo>
                <a:lnTo>
                  <a:pt x="3221172" y="133664"/>
                </a:lnTo>
                <a:lnTo>
                  <a:pt x="3221612" y="133593"/>
                </a:lnTo>
                <a:lnTo>
                  <a:pt x="3222049" y="133502"/>
                </a:lnTo>
                <a:lnTo>
                  <a:pt x="3222481" y="133389"/>
                </a:lnTo>
                <a:lnTo>
                  <a:pt x="3222903" y="133250"/>
                </a:lnTo>
                <a:lnTo>
                  <a:pt x="3223314" y="133084"/>
                </a:lnTo>
                <a:lnTo>
                  <a:pt x="3223709" y="132888"/>
                </a:lnTo>
                <a:lnTo>
                  <a:pt x="3224087" y="132659"/>
                </a:lnTo>
                <a:lnTo>
                  <a:pt x="3224443" y="132395"/>
                </a:lnTo>
                <a:lnTo>
                  <a:pt x="3224775" y="132093"/>
                </a:lnTo>
                <a:lnTo>
                  <a:pt x="3225079" y="131752"/>
                </a:lnTo>
                <a:lnTo>
                  <a:pt x="3225353" y="131367"/>
                </a:lnTo>
                <a:lnTo>
                  <a:pt x="3225593" y="130937"/>
                </a:lnTo>
                <a:lnTo>
                  <a:pt x="3225796" y="130460"/>
                </a:lnTo>
                <a:lnTo>
                  <a:pt x="3225960" y="129932"/>
                </a:lnTo>
                <a:lnTo>
                  <a:pt x="3226080" y="129352"/>
                </a:lnTo>
                <a:lnTo>
                  <a:pt x="3226155" y="128717"/>
                </a:lnTo>
                <a:lnTo>
                  <a:pt x="3226181" y="128023"/>
                </a:lnTo>
                <a:lnTo>
                  <a:pt x="3226155" y="127307"/>
                </a:lnTo>
                <a:lnTo>
                  <a:pt x="3226080" y="126650"/>
                </a:lnTo>
                <a:lnTo>
                  <a:pt x="3225960" y="126051"/>
                </a:lnTo>
                <a:lnTo>
                  <a:pt x="3225796" y="125506"/>
                </a:lnTo>
                <a:lnTo>
                  <a:pt x="3225593" y="125013"/>
                </a:lnTo>
                <a:close/>
                <a:moveTo>
                  <a:pt x="2122972" y="124488"/>
                </a:moveTo>
                <a:lnTo>
                  <a:pt x="2122700" y="124104"/>
                </a:lnTo>
                <a:lnTo>
                  <a:pt x="2122398" y="123762"/>
                </a:lnTo>
                <a:lnTo>
                  <a:pt x="2122069" y="123460"/>
                </a:lnTo>
                <a:lnTo>
                  <a:pt x="2121716" y="123196"/>
                </a:lnTo>
                <a:lnTo>
                  <a:pt x="2121344" y="122967"/>
                </a:lnTo>
                <a:lnTo>
                  <a:pt x="2120954" y="122771"/>
                </a:lnTo>
                <a:lnTo>
                  <a:pt x="2120549" y="122605"/>
                </a:lnTo>
                <a:lnTo>
                  <a:pt x="2120135" y="122466"/>
                </a:lnTo>
                <a:lnTo>
                  <a:pt x="2119712" y="122353"/>
                </a:lnTo>
                <a:lnTo>
                  <a:pt x="2119285" y="122262"/>
                </a:lnTo>
                <a:lnTo>
                  <a:pt x="2118856" y="122192"/>
                </a:lnTo>
                <a:lnTo>
                  <a:pt x="2118430" y="122138"/>
                </a:lnTo>
                <a:lnTo>
                  <a:pt x="2118008" y="122100"/>
                </a:lnTo>
                <a:lnTo>
                  <a:pt x="2117595" y="122075"/>
                </a:lnTo>
                <a:lnTo>
                  <a:pt x="2117193" y="122059"/>
                </a:lnTo>
                <a:lnTo>
                  <a:pt x="2116805" y="122051"/>
                </a:lnTo>
                <a:lnTo>
                  <a:pt x="2116436" y="122048"/>
                </a:lnTo>
                <a:lnTo>
                  <a:pt x="2116087" y="122048"/>
                </a:lnTo>
                <a:lnTo>
                  <a:pt x="2107409" y="122048"/>
                </a:lnTo>
                <a:lnTo>
                  <a:pt x="2107409" y="58678"/>
                </a:lnTo>
                <a:lnTo>
                  <a:pt x="2107402" y="57952"/>
                </a:lnTo>
                <a:lnTo>
                  <a:pt x="2107382" y="57267"/>
                </a:lnTo>
                <a:lnTo>
                  <a:pt x="2107346" y="56623"/>
                </a:lnTo>
                <a:lnTo>
                  <a:pt x="2107293" y="56018"/>
                </a:lnTo>
                <a:lnTo>
                  <a:pt x="2107220" y="55451"/>
                </a:lnTo>
                <a:lnTo>
                  <a:pt x="2107126" y="54922"/>
                </a:lnTo>
                <a:lnTo>
                  <a:pt x="2107008" y="54429"/>
                </a:lnTo>
                <a:lnTo>
                  <a:pt x="2106866" y="53973"/>
                </a:lnTo>
                <a:lnTo>
                  <a:pt x="2106697" y="53551"/>
                </a:lnTo>
                <a:lnTo>
                  <a:pt x="2106500" y="53163"/>
                </a:lnTo>
                <a:lnTo>
                  <a:pt x="2106272" y="52808"/>
                </a:lnTo>
                <a:lnTo>
                  <a:pt x="2106011" y="52485"/>
                </a:lnTo>
                <a:lnTo>
                  <a:pt x="2105717" y="52193"/>
                </a:lnTo>
                <a:lnTo>
                  <a:pt x="2105386" y="51931"/>
                </a:lnTo>
                <a:lnTo>
                  <a:pt x="2105018" y="51698"/>
                </a:lnTo>
                <a:lnTo>
                  <a:pt x="2104610" y="51494"/>
                </a:lnTo>
                <a:lnTo>
                  <a:pt x="2104161" y="51318"/>
                </a:lnTo>
                <a:lnTo>
                  <a:pt x="2103668" y="51168"/>
                </a:lnTo>
                <a:lnTo>
                  <a:pt x="2103130" y="51043"/>
                </a:lnTo>
                <a:lnTo>
                  <a:pt x="2102545" y="50943"/>
                </a:lnTo>
                <a:lnTo>
                  <a:pt x="2101911" y="50867"/>
                </a:lnTo>
                <a:lnTo>
                  <a:pt x="2101227" y="50814"/>
                </a:lnTo>
                <a:lnTo>
                  <a:pt x="2100490" y="50783"/>
                </a:lnTo>
                <a:lnTo>
                  <a:pt x="2099698" y="50773"/>
                </a:lnTo>
                <a:lnTo>
                  <a:pt x="2085625" y="50773"/>
                </a:lnTo>
                <a:lnTo>
                  <a:pt x="2085230" y="50773"/>
                </a:lnTo>
                <a:lnTo>
                  <a:pt x="2084821" y="50776"/>
                </a:lnTo>
                <a:lnTo>
                  <a:pt x="2084399" y="50784"/>
                </a:lnTo>
                <a:lnTo>
                  <a:pt x="2083968" y="50800"/>
                </a:lnTo>
                <a:lnTo>
                  <a:pt x="2083530" y="50827"/>
                </a:lnTo>
                <a:lnTo>
                  <a:pt x="2083088" y="50866"/>
                </a:lnTo>
                <a:lnTo>
                  <a:pt x="2082645" y="50921"/>
                </a:lnTo>
                <a:lnTo>
                  <a:pt x="2082204" y="50994"/>
                </a:lnTo>
                <a:lnTo>
                  <a:pt x="2081768" y="51088"/>
                </a:lnTo>
                <a:lnTo>
                  <a:pt x="2081339" y="51205"/>
                </a:lnTo>
                <a:lnTo>
                  <a:pt x="2080920" y="51348"/>
                </a:lnTo>
                <a:lnTo>
                  <a:pt x="2080515" y="51520"/>
                </a:lnTo>
                <a:lnTo>
                  <a:pt x="2080126" y="51723"/>
                </a:lnTo>
                <a:lnTo>
                  <a:pt x="2079756" y="51959"/>
                </a:lnTo>
                <a:lnTo>
                  <a:pt x="2079408" y="52232"/>
                </a:lnTo>
                <a:lnTo>
                  <a:pt x="2079084" y="52544"/>
                </a:lnTo>
                <a:lnTo>
                  <a:pt x="2078787" y="52897"/>
                </a:lnTo>
                <a:lnTo>
                  <a:pt x="2078521" y="53295"/>
                </a:lnTo>
                <a:lnTo>
                  <a:pt x="2078288" y="53739"/>
                </a:lnTo>
                <a:lnTo>
                  <a:pt x="2078091" y="54232"/>
                </a:lnTo>
                <a:lnTo>
                  <a:pt x="2077933" y="54778"/>
                </a:lnTo>
                <a:lnTo>
                  <a:pt x="2077817" y="55377"/>
                </a:lnTo>
                <a:lnTo>
                  <a:pt x="2077745" y="56034"/>
                </a:lnTo>
                <a:lnTo>
                  <a:pt x="2077720" y="56751"/>
                </a:lnTo>
                <a:lnTo>
                  <a:pt x="2077746" y="57444"/>
                </a:lnTo>
                <a:lnTo>
                  <a:pt x="2077820" y="58080"/>
                </a:lnTo>
                <a:lnTo>
                  <a:pt x="2077941" y="58660"/>
                </a:lnTo>
                <a:lnTo>
                  <a:pt x="2078104" y="59188"/>
                </a:lnTo>
                <a:lnTo>
                  <a:pt x="2078307" y="59665"/>
                </a:lnTo>
                <a:lnTo>
                  <a:pt x="2078546" y="60095"/>
                </a:lnTo>
                <a:lnTo>
                  <a:pt x="2078818" y="60479"/>
                </a:lnTo>
                <a:lnTo>
                  <a:pt x="2079120" y="60821"/>
                </a:lnTo>
                <a:lnTo>
                  <a:pt x="2079449" y="61123"/>
                </a:lnTo>
                <a:lnTo>
                  <a:pt x="2079801" y="61387"/>
                </a:lnTo>
                <a:lnTo>
                  <a:pt x="2080174" y="61616"/>
                </a:lnTo>
                <a:lnTo>
                  <a:pt x="2080564" y="61812"/>
                </a:lnTo>
                <a:lnTo>
                  <a:pt x="2080968" y="61978"/>
                </a:lnTo>
                <a:lnTo>
                  <a:pt x="2081383" y="62116"/>
                </a:lnTo>
                <a:lnTo>
                  <a:pt x="2081806" y="62230"/>
                </a:lnTo>
                <a:lnTo>
                  <a:pt x="2082233" y="62321"/>
                </a:lnTo>
                <a:lnTo>
                  <a:pt x="2082661" y="62391"/>
                </a:lnTo>
                <a:lnTo>
                  <a:pt x="2083088" y="62444"/>
                </a:lnTo>
                <a:lnTo>
                  <a:pt x="2083509" y="62482"/>
                </a:lnTo>
                <a:lnTo>
                  <a:pt x="2083923" y="62508"/>
                </a:lnTo>
                <a:lnTo>
                  <a:pt x="2084325" y="62523"/>
                </a:lnTo>
                <a:lnTo>
                  <a:pt x="2084712" y="62531"/>
                </a:lnTo>
                <a:lnTo>
                  <a:pt x="2085082" y="62534"/>
                </a:lnTo>
                <a:lnTo>
                  <a:pt x="2085431" y="62535"/>
                </a:lnTo>
                <a:lnTo>
                  <a:pt x="2094106" y="62535"/>
                </a:lnTo>
                <a:lnTo>
                  <a:pt x="2094106" y="103558"/>
                </a:lnTo>
                <a:lnTo>
                  <a:pt x="2094026" y="105644"/>
                </a:lnTo>
                <a:lnTo>
                  <a:pt x="2093795" y="107580"/>
                </a:lnTo>
                <a:lnTo>
                  <a:pt x="2093423" y="109371"/>
                </a:lnTo>
                <a:lnTo>
                  <a:pt x="2092921" y="111022"/>
                </a:lnTo>
                <a:lnTo>
                  <a:pt x="2092299" y="112538"/>
                </a:lnTo>
                <a:lnTo>
                  <a:pt x="2091570" y="113926"/>
                </a:lnTo>
                <a:lnTo>
                  <a:pt x="2090743" y="115191"/>
                </a:lnTo>
                <a:lnTo>
                  <a:pt x="2089829" y="116338"/>
                </a:lnTo>
                <a:lnTo>
                  <a:pt x="2088840" y="117373"/>
                </a:lnTo>
                <a:lnTo>
                  <a:pt x="2087786" y="118301"/>
                </a:lnTo>
                <a:lnTo>
                  <a:pt x="2086678" y="119128"/>
                </a:lnTo>
                <a:lnTo>
                  <a:pt x="2085527" y="119859"/>
                </a:lnTo>
                <a:lnTo>
                  <a:pt x="2084344" y="120500"/>
                </a:lnTo>
                <a:lnTo>
                  <a:pt x="2083140" y="121057"/>
                </a:lnTo>
                <a:lnTo>
                  <a:pt x="2081926" y="121534"/>
                </a:lnTo>
                <a:lnTo>
                  <a:pt x="2080711" y="121938"/>
                </a:lnTo>
                <a:lnTo>
                  <a:pt x="2079509" y="122273"/>
                </a:lnTo>
                <a:lnTo>
                  <a:pt x="2078328" y="122546"/>
                </a:lnTo>
                <a:lnTo>
                  <a:pt x="2077181" y="122762"/>
                </a:lnTo>
                <a:lnTo>
                  <a:pt x="2076078" y="122927"/>
                </a:lnTo>
                <a:lnTo>
                  <a:pt x="2075029" y="123045"/>
                </a:lnTo>
                <a:lnTo>
                  <a:pt x="2074047" y="123122"/>
                </a:lnTo>
                <a:lnTo>
                  <a:pt x="2073141" y="123165"/>
                </a:lnTo>
                <a:lnTo>
                  <a:pt x="2072322" y="123178"/>
                </a:lnTo>
                <a:lnTo>
                  <a:pt x="2070496" y="123145"/>
                </a:lnTo>
                <a:lnTo>
                  <a:pt x="2068822" y="123049"/>
                </a:lnTo>
                <a:lnTo>
                  <a:pt x="2067294" y="122893"/>
                </a:lnTo>
                <a:lnTo>
                  <a:pt x="2065905" y="122679"/>
                </a:lnTo>
                <a:lnTo>
                  <a:pt x="2064647" y="122410"/>
                </a:lnTo>
                <a:lnTo>
                  <a:pt x="2063516" y="122089"/>
                </a:lnTo>
                <a:lnTo>
                  <a:pt x="2062503" y="121719"/>
                </a:lnTo>
                <a:lnTo>
                  <a:pt x="2061603" y="121302"/>
                </a:lnTo>
                <a:lnTo>
                  <a:pt x="2060808" y="120842"/>
                </a:lnTo>
                <a:lnTo>
                  <a:pt x="2060113" y="120342"/>
                </a:lnTo>
                <a:lnTo>
                  <a:pt x="2059510" y="119804"/>
                </a:lnTo>
                <a:lnTo>
                  <a:pt x="2058994" y="119230"/>
                </a:lnTo>
                <a:lnTo>
                  <a:pt x="2058556" y="118625"/>
                </a:lnTo>
                <a:lnTo>
                  <a:pt x="2058191" y="117991"/>
                </a:lnTo>
                <a:lnTo>
                  <a:pt x="2057893" y="117330"/>
                </a:lnTo>
                <a:lnTo>
                  <a:pt x="2057654" y="116645"/>
                </a:lnTo>
                <a:lnTo>
                  <a:pt x="2057468" y="115940"/>
                </a:lnTo>
                <a:lnTo>
                  <a:pt x="2057328" y="115217"/>
                </a:lnTo>
                <a:lnTo>
                  <a:pt x="2057227" y="114479"/>
                </a:lnTo>
                <a:lnTo>
                  <a:pt x="2057160" y="113729"/>
                </a:lnTo>
                <a:lnTo>
                  <a:pt x="2057119" y="112969"/>
                </a:lnTo>
                <a:lnTo>
                  <a:pt x="2057098" y="112203"/>
                </a:lnTo>
                <a:lnTo>
                  <a:pt x="2057091" y="111433"/>
                </a:lnTo>
                <a:lnTo>
                  <a:pt x="2057090" y="110663"/>
                </a:lnTo>
                <a:lnTo>
                  <a:pt x="2057090" y="58678"/>
                </a:lnTo>
                <a:lnTo>
                  <a:pt x="2057083" y="57952"/>
                </a:lnTo>
                <a:lnTo>
                  <a:pt x="2057063" y="57267"/>
                </a:lnTo>
                <a:lnTo>
                  <a:pt x="2057027" y="56623"/>
                </a:lnTo>
                <a:lnTo>
                  <a:pt x="2056974" y="56018"/>
                </a:lnTo>
                <a:lnTo>
                  <a:pt x="2056901" y="55451"/>
                </a:lnTo>
                <a:lnTo>
                  <a:pt x="2056807" y="54922"/>
                </a:lnTo>
                <a:lnTo>
                  <a:pt x="2056689" y="54429"/>
                </a:lnTo>
                <a:lnTo>
                  <a:pt x="2056547" y="53973"/>
                </a:lnTo>
                <a:lnTo>
                  <a:pt x="2056378" y="53551"/>
                </a:lnTo>
                <a:lnTo>
                  <a:pt x="2056181" y="53163"/>
                </a:lnTo>
                <a:lnTo>
                  <a:pt x="2055953" y="52808"/>
                </a:lnTo>
                <a:lnTo>
                  <a:pt x="2055692" y="52485"/>
                </a:lnTo>
                <a:lnTo>
                  <a:pt x="2055398" y="52193"/>
                </a:lnTo>
                <a:lnTo>
                  <a:pt x="2055067" y="51931"/>
                </a:lnTo>
                <a:lnTo>
                  <a:pt x="2054699" y="51698"/>
                </a:lnTo>
                <a:lnTo>
                  <a:pt x="2054291" y="51494"/>
                </a:lnTo>
                <a:lnTo>
                  <a:pt x="2053842" y="51318"/>
                </a:lnTo>
                <a:lnTo>
                  <a:pt x="2053349" y="51168"/>
                </a:lnTo>
                <a:lnTo>
                  <a:pt x="2052811" y="51043"/>
                </a:lnTo>
                <a:lnTo>
                  <a:pt x="2052226" y="50943"/>
                </a:lnTo>
                <a:lnTo>
                  <a:pt x="2051592" y="50867"/>
                </a:lnTo>
                <a:lnTo>
                  <a:pt x="2050908" y="50814"/>
                </a:lnTo>
                <a:lnTo>
                  <a:pt x="2050171" y="50783"/>
                </a:lnTo>
                <a:lnTo>
                  <a:pt x="2049379" y="50773"/>
                </a:lnTo>
                <a:lnTo>
                  <a:pt x="2035306" y="50773"/>
                </a:lnTo>
                <a:lnTo>
                  <a:pt x="2034911" y="50773"/>
                </a:lnTo>
                <a:lnTo>
                  <a:pt x="2034502" y="50776"/>
                </a:lnTo>
                <a:lnTo>
                  <a:pt x="2034080" y="50784"/>
                </a:lnTo>
                <a:lnTo>
                  <a:pt x="2033649" y="50800"/>
                </a:lnTo>
                <a:lnTo>
                  <a:pt x="2033211" y="50827"/>
                </a:lnTo>
                <a:lnTo>
                  <a:pt x="2032769" y="50866"/>
                </a:lnTo>
                <a:lnTo>
                  <a:pt x="2032326" y="50921"/>
                </a:lnTo>
                <a:lnTo>
                  <a:pt x="2031885" y="50994"/>
                </a:lnTo>
                <a:lnTo>
                  <a:pt x="2031449" y="51088"/>
                </a:lnTo>
                <a:lnTo>
                  <a:pt x="2031020" y="51205"/>
                </a:lnTo>
                <a:lnTo>
                  <a:pt x="2030601" y="51348"/>
                </a:lnTo>
                <a:lnTo>
                  <a:pt x="2030196" y="51520"/>
                </a:lnTo>
                <a:lnTo>
                  <a:pt x="2029807" y="51723"/>
                </a:lnTo>
                <a:lnTo>
                  <a:pt x="2029437" y="51959"/>
                </a:lnTo>
                <a:lnTo>
                  <a:pt x="2029089" y="52232"/>
                </a:lnTo>
                <a:lnTo>
                  <a:pt x="2028765" y="52544"/>
                </a:lnTo>
                <a:lnTo>
                  <a:pt x="2028468" y="52897"/>
                </a:lnTo>
                <a:lnTo>
                  <a:pt x="2028202" y="53295"/>
                </a:lnTo>
                <a:lnTo>
                  <a:pt x="2027969" y="53739"/>
                </a:lnTo>
                <a:lnTo>
                  <a:pt x="2027772" y="54232"/>
                </a:lnTo>
                <a:lnTo>
                  <a:pt x="2027614" y="54778"/>
                </a:lnTo>
                <a:lnTo>
                  <a:pt x="2027498" y="55377"/>
                </a:lnTo>
                <a:lnTo>
                  <a:pt x="2027426" y="56034"/>
                </a:lnTo>
                <a:lnTo>
                  <a:pt x="2027401" y="56751"/>
                </a:lnTo>
                <a:lnTo>
                  <a:pt x="2027427" y="57444"/>
                </a:lnTo>
                <a:lnTo>
                  <a:pt x="2027501" y="58080"/>
                </a:lnTo>
                <a:lnTo>
                  <a:pt x="2027622" y="58660"/>
                </a:lnTo>
                <a:lnTo>
                  <a:pt x="2027785" y="59188"/>
                </a:lnTo>
                <a:lnTo>
                  <a:pt x="2027988" y="59665"/>
                </a:lnTo>
                <a:lnTo>
                  <a:pt x="2028227" y="60095"/>
                </a:lnTo>
                <a:lnTo>
                  <a:pt x="2028499" y="60479"/>
                </a:lnTo>
                <a:lnTo>
                  <a:pt x="2028801" y="60821"/>
                </a:lnTo>
                <a:lnTo>
                  <a:pt x="2029130" y="61123"/>
                </a:lnTo>
                <a:lnTo>
                  <a:pt x="2029482" y="61387"/>
                </a:lnTo>
                <a:lnTo>
                  <a:pt x="2029855" y="61616"/>
                </a:lnTo>
                <a:lnTo>
                  <a:pt x="2030245" y="61812"/>
                </a:lnTo>
                <a:lnTo>
                  <a:pt x="2030649" y="61978"/>
                </a:lnTo>
                <a:lnTo>
                  <a:pt x="2031064" y="62116"/>
                </a:lnTo>
                <a:lnTo>
                  <a:pt x="2031487" y="62230"/>
                </a:lnTo>
                <a:lnTo>
                  <a:pt x="2031914" y="62321"/>
                </a:lnTo>
                <a:lnTo>
                  <a:pt x="2032342" y="62391"/>
                </a:lnTo>
                <a:lnTo>
                  <a:pt x="2032769" y="62444"/>
                </a:lnTo>
                <a:lnTo>
                  <a:pt x="2033190" y="62482"/>
                </a:lnTo>
                <a:lnTo>
                  <a:pt x="2033604" y="62508"/>
                </a:lnTo>
                <a:lnTo>
                  <a:pt x="2034006" y="62523"/>
                </a:lnTo>
                <a:lnTo>
                  <a:pt x="2034393" y="62531"/>
                </a:lnTo>
                <a:lnTo>
                  <a:pt x="2034763" y="62534"/>
                </a:lnTo>
                <a:lnTo>
                  <a:pt x="2035112" y="62535"/>
                </a:lnTo>
                <a:lnTo>
                  <a:pt x="2043790" y="62535"/>
                </a:lnTo>
                <a:lnTo>
                  <a:pt x="2043790" y="111819"/>
                </a:lnTo>
                <a:lnTo>
                  <a:pt x="2043858" y="114059"/>
                </a:lnTo>
                <a:lnTo>
                  <a:pt x="2044060" y="116159"/>
                </a:lnTo>
                <a:lnTo>
                  <a:pt x="2044389" y="118122"/>
                </a:lnTo>
                <a:lnTo>
                  <a:pt x="2044840" y="119953"/>
                </a:lnTo>
                <a:lnTo>
                  <a:pt x="2045408" y="121655"/>
                </a:lnTo>
                <a:lnTo>
                  <a:pt x="2046088" y="123233"/>
                </a:lnTo>
                <a:lnTo>
                  <a:pt x="2046873" y="124690"/>
                </a:lnTo>
                <a:lnTo>
                  <a:pt x="2047759" y="126032"/>
                </a:lnTo>
                <a:lnTo>
                  <a:pt x="2048740" y="127260"/>
                </a:lnTo>
                <a:lnTo>
                  <a:pt x="2049811" y="128381"/>
                </a:lnTo>
                <a:lnTo>
                  <a:pt x="2050966" y="129397"/>
                </a:lnTo>
                <a:lnTo>
                  <a:pt x="2052199" y="130313"/>
                </a:lnTo>
                <a:lnTo>
                  <a:pt x="2053506" y="131132"/>
                </a:lnTo>
                <a:lnTo>
                  <a:pt x="2054881" y="131859"/>
                </a:lnTo>
                <a:lnTo>
                  <a:pt x="2056318" y="132498"/>
                </a:lnTo>
                <a:lnTo>
                  <a:pt x="2057812" y="133053"/>
                </a:lnTo>
                <a:lnTo>
                  <a:pt x="2059358" y="133527"/>
                </a:lnTo>
                <a:lnTo>
                  <a:pt x="2060950" y="133925"/>
                </a:lnTo>
                <a:lnTo>
                  <a:pt x="2062583" y="134251"/>
                </a:lnTo>
                <a:lnTo>
                  <a:pt x="2064250" y="134509"/>
                </a:lnTo>
                <a:lnTo>
                  <a:pt x="2065948" y="134702"/>
                </a:lnTo>
                <a:lnTo>
                  <a:pt x="2067670" y="134835"/>
                </a:lnTo>
                <a:lnTo>
                  <a:pt x="2069411" y="134912"/>
                </a:lnTo>
                <a:lnTo>
                  <a:pt x="2071166" y="134937"/>
                </a:lnTo>
                <a:lnTo>
                  <a:pt x="2072154" y="134927"/>
                </a:lnTo>
                <a:lnTo>
                  <a:pt x="2073142" y="134896"/>
                </a:lnTo>
                <a:lnTo>
                  <a:pt x="2074129" y="134844"/>
                </a:lnTo>
                <a:lnTo>
                  <a:pt x="2075115" y="134769"/>
                </a:lnTo>
                <a:lnTo>
                  <a:pt x="2076099" y="134672"/>
                </a:lnTo>
                <a:lnTo>
                  <a:pt x="2077082" y="134551"/>
                </a:lnTo>
                <a:lnTo>
                  <a:pt x="2078063" y="134407"/>
                </a:lnTo>
                <a:lnTo>
                  <a:pt x="2079042" y="134237"/>
                </a:lnTo>
                <a:lnTo>
                  <a:pt x="2080018" y="134042"/>
                </a:lnTo>
                <a:lnTo>
                  <a:pt x="2080991" y="133822"/>
                </a:lnTo>
                <a:lnTo>
                  <a:pt x="2081960" y="133574"/>
                </a:lnTo>
                <a:lnTo>
                  <a:pt x="2082926" y="133299"/>
                </a:lnTo>
                <a:lnTo>
                  <a:pt x="2083888" y="132995"/>
                </a:lnTo>
                <a:lnTo>
                  <a:pt x="2084845" y="132663"/>
                </a:lnTo>
                <a:lnTo>
                  <a:pt x="2085798" y="132302"/>
                </a:lnTo>
                <a:lnTo>
                  <a:pt x="2086746" y="131910"/>
                </a:lnTo>
                <a:lnTo>
                  <a:pt x="2087688" y="131487"/>
                </a:lnTo>
                <a:lnTo>
                  <a:pt x="2088625" y="131033"/>
                </a:lnTo>
                <a:lnTo>
                  <a:pt x="2089555" y="130547"/>
                </a:lnTo>
                <a:lnTo>
                  <a:pt x="2090480" y="130028"/>
                </a:lnTo>
                <a:lnTo>
                  <a:pt x="2091397" y="129476"/>
                </a:lnTo>
                <a:lnTo>
                  <a:pt x="2092307" y="128890"/>
                </a:lnTo>
                <a:lnTo>
                  <a:pt x="2093211" y="128268"/>
                </a:lnTo>
                <a:lnTo>
                  <a:pt x="2094106" y="127611"/>
                </a:lnTo>
                <a:lnTo>
                  <a:pt x="2094150" y="128354"/>
                </a:lnTo>
                <a:lnTo>
                  <a:pt x="2094232" y="129035"/>
                </a:lnTo>
                <a:lnTo>
                  <a:pt x="2094351" y="129656"/>
                </a:lnTo>
                <a:lnTo>
                  <a:pt x="2094504" y="130222"/>
                </a:lnTo>
                <a:lnTo>
                  <a:pt x="2094689" y="130733"/>
                </a:lnTo>
                <a:lnTo>
                  <a:pt x="2094905" y="131193"/>
                </a:lnTo>
                <a:lnTo>
                  <a:pt x="2095149" y="131605"/>
                </a:lnTo>
                <a:lnTo>
                  <a:pt x="2095421" y="131971"/>
                </a:lnTo>
                <a:lnTo>
                  <a:pt x="2095716" y="132295"/>
                </a:lnTo>
                <a:lnTo>
                  <a:pt x="2096035" y="132577"/>
                </a:lnTo>
                <a:lnTo>
                  <a:pt x="2096375" y="132822"/>
                </a:lnTo>
                <a:lnTo>
                  <a:pt x="2096734" y="133033"/>
                </a:lnTo>
                <a:lnTo>
                  <a:pt x="2097109" y="133211"/>
                </a:lnTo>
                <a:lnTo>
                  <a:pt x="2097500" y="133359"/>
                </a:lnTo>
                <a:lnTo>
                  <a:pt x="2097904" y="133480"/>
                </a:lnTo>
                <a:lnTo>
                  <a:pt x="2098320" y="133578"/>
                </a:lnTo>
                <a:lnTo>
                  <a:pt x="2098745" y="133653"/>
                </a:lnTo>
                <a:lnTo>
                  <a:pt x="2099177" y="133710"/>
                </a:lnTo>
                <a:lnTo>
                  <a:pt x="2099615" y="133751"/>
                </a:lnTo>
                <a:lnTo>
                  <a:pt x="2100056" y="133778"/>
                </a:lnTo>
                <a:lnTo>
                  <a:pt x="2100499" y="133795"/>
                </a:lnTo>
                <a:lnTo>
                  <a:pt x="2100942" y="133804"/>
                </a:lnTo>
                <a:lnTo>
                  <a:pt x="2101383" y="133807"/>
                </a:lnTo>
                <a:lnTo>
                  <a:pt x="2101819" y="133807"/>
                </a:lnTo>
                <a:lnTo>
                  <a:pt x="2115893" y="133807"/>
                </a:lnTo>
                <a:lnTo>
                  <a:pt x="2116287" y="133807"/>
                </a:lnTo>
                <a:lnTo>
                  <a:pt x="2116696" y="133804"/>
                </a:lnTo>
                <a:lnTo>
                  <a:pt x="2117118" y="133795"/>
                </a:lnTo>
                <a:lnTo>
                  <a:pt x="2117550" y="133780"/>
                </a:lnTo>
                <a:lnTo>
                  <a:pt x="2117988" y="133753"/>
                </a:lnTo>
                <a:lnTo>
                  <a:pt x="2118430" y="133714"/>
                </a:lnTo>
                <a:lnTo>
                  <a:pt x="2118872" y="133659"/>
                </a:lnTo>
                <a:lnTo>
                  <a:pt x="2119313" y="133586"/>
                </a:lnTo>
                <a:lnTo>
                  <a:pt x="2119750" y="133492"/>
                </a:lnTo>
                <a:lnTo>
                  <a:pt x="2120179" y="133375"/>
                </a:lnTo>
                <a:lnTo>
                  <a:pt x="2120597" y="133232"/>
                </a:lnTo>
                <a:lnTo>
                  <a:pt x="2121002" y="133060"/>
                </a:lnTo>
                <a:lnTo>
                  <a:pt x="2121391" y="132858"/>
                </a:lnTo>
                <a:lnTo>
                  <a:pt x="2121761" y="132621"/>
                </a:lnTo>
                <a:lnTo>
                  <a:pt x="2122110" y="132348"/>
                </a:lnTo>
                <a:lnTo>
                  <a:pt x="2122434" y="132037"/>
                </a:lnTo>
                <a:lnTo>
                  <a:pt x="2122730" y="131684"/>
                </a:lnTo>
                <a:lnTo>
                  <a:pt x="2122996" y="131286"/>
                </a:lnTo>
                <a:lnTo>
                  <a:pt x="2123229" y="130842"/>
                </a:lnTo>
                <a:lnTo>
                  <a:pt x="2123426" y="130349"/>
                </a:lnTo>
                <a:lnTo>
                  <a:pt x="2123584" y="129804"/>
                </a:lnTo>
                <a:lnTo>
                  <a:pt x="2123701" y="129205"/>
                </a:lnTo>
                <a:lnTo>
                  <a:pt x="2123773" y="128548"/>
                </a:lnTo>
                <a:lnTo>
                  <a:pt x="2123797" y="127832"/>
                </a:lnTo>
                <a:lnTo>
                  <a:pt x="2123772" y="127139"/>
                </a:lnTo>
                <a:lnTo>
                  <a:pt x="2123697" y="126503"/>
                </a:lnTo>
                <a:lnTo>
                  <a:pt x="2123577" y="125923"/>
                </a:lnTo>
                <a:lnTo>
                  <a:pt x="2123413" y="125395"/>
                </a:lnTo>
                <a:lnTo>
                  <a:pt x="2123211" y="124918"/>
                </a:lnTo>
                <a:lnTo>
                  <a:pt x="2122972" y="124488"/>
                </a:lnTo>
                <a:close/>
                <a:moveTo>
                  <a:pt x="2620621" y="112747"/>
                </a:moveTo>
                <a:lnTo>
                  <a:pt x="2620621" y="112748"/>
                </a:lnTo>
                <a:lnTo>
                  <a:pt x="2620621" y="112746"/>
                </a:lnTo>
                <a:lnTo>
                  <a:pt x="2620621" y="112747"/>
                </a:lnTo>
                <a:close/>
                <a:moveTo>
                  <a:pt x="2825572" y="78187"/>
                </a:moveTo>
                <a:lnTo>
                  <a:pt x="2824680" y="75592"/>
                </a:lnTo>
                <a:lnTo>
                  <a:pt x="2823646" y="73083"/>
                </a:lnTo>
                <a:lnTo>
                  <a:pt x="2822475" y="70667"/>
                </a:lnTo>
                <a:lnTo>
                  <a:pt x="2821173" y="68350"/>
                </a:lnTo>
                <a:lnTo>
                  <a:pt x="2819748" y="66139"/>
                </a:lnTo>
                <a:lnTo>
                  <a:pt x="2818203" y="64038"/>
                </a:lnTo>
                <a:lnTo>
                  <a:pt x="2816546" y="62056"/>
                </a:lnTo>
                <a:lnTo>
                  <a:pt x="2814783" y="60196"/>
                </a:lnTo>
                <a:lnTo>
                  <a:pt x="2812920" y="58466"/>
                </a:lnTo>
                <a:lnTo>
                  <a:pt x="2810962" y="56873"/>
                </a:lnTo>
                <a:lnTo>
                  <a:pt x="2808915" y="55420"/>
                </a:lnTo>
                <a:lnTo>
                  <a:pt x="2806787" y="54116"/>
                </a:lnTo>
                <a:lnTo>
                  <a:pt x="2804582" y="52966"/>
                </a:lnTo>
                <a:lnTo>
                  <a:pt x="2802307" y="51976"/>
                </a:lnTo>
                <a:lnTo>
                  <a:pt x="2799967" y="51153"/>
                </a:lnTo>
                <a:lnTo>
                  <a:pt x="2797569" y="50501"/>
                </a:lnTo>
                <a:lnTo>
                  <a:pt x="2795120" y="50029"/>
                </a:lnTo>
                <a:lnTo>
                  <a:pt x="2792624" y="49740"/>
                </a:lnTo>
                <a:lnTo>
                  <a:pt x="2790087" y="49643"/>
                </a:lnTo>
                <a:lnTo>
                  <a:pt x="2788934" y="49661"/>
                </a:lnTo>
                <a:lnTo>
                  <a:pt x="2787787" y="49715"/>
                </a:lnTo>
                <a:lnTo>
                  <a:pt x="2786647" y="49804"/>
                </a:lnTo>
                <a:lnTo>
                  <a:pt x="2785515" y="49928"/>
                </a:lnTo>
                <a:lnTo>
                  <a:pt x="2784393" y="50086"/>
                </a:lnTo>
                <a:lnTo>
                  <a:pt x="2783279" y="50279"/>
                </a:lnTo>
                <a:lnTo>
                  <a:pt x="2782176" y="50505"/>
                </a:lnTo>
                <a:lnTo>
                  <a:pt x="2781083" y="50764"/>
                </a:lnTo>
                <a:lnTo>
                  <a:pt x="2780001" y="51057"/>
                </a:lnTo>
                <a:lnTo>
                  <a:pt x="2778932" y="51381"/>
                </a:lnTo>
                <a:lnTo>
                  <a:pt x="2777875" y="51738"/>
                </a:lnTo>
                <a:lnTo>
                  <a:pt x="2776832" y="52126"/>
                </a:lnTo>
                <a:lnTo>
                  <a:pt x="2775803" y="52545"/>
                </a:lnTo>
                <a:lnTo>
                  <a:pt x="2774788" y="52995"/>
                </a:lnTo>
                <a:lnTo>
                  <a:pt x="2773789" y="53476"/>
                </a:lnTo>
                <a:lnTo>
                  <a:pt x="2772806" y="53986"/>
                </a:lnTo>
                <a:lnTo>
                  <a:pt x="2771840" y="54525"/>
                </a:lnTo>
                <a:lnTo>
                  <a:pt x="2770891" y="55094"/>
                </a:lnTo>
                <a:lnTo>
                  <a:pt x="2769960" y="55691"/>
                </a:lnTo>
                <a:lnTo>
                  <a:pt x="2769048" y="56317"/>
                </a:lnTo>
                <a:lnTo>
                  <a:pt x="2768155" y="56970"/>
                </a:lnTo>
                <a:lnTo>
                  <a:pt x="2767283" y="57651"/>
                </a:lnTo>
                <a:lnTo>
                  <a:pt x="2766431" y="58358"/>
                </a:lnTo>
                <a:lnTo>
                  <a:pt x="2765600" y="59093"/>
                </a:lnTo>
                <a:lnTo>
                  <a:pt x="2765598" y="58405"/>
                </a:lnTo>
                <a:lnTo>
                  <a:pt x="2765588" y="57749"/>
                </a:lnTo>
                <a:lnTo>
                  <a:pt x="2765569" y="57122"/>
                </a:lnTo>
                <a:lnTo>
                  <a:pt x="2765538" y="56525"/>
                </a:lnTo>
                <a:lnTo>
                  <a:pt x="2765491" y="55959"/>
                </a:lnTo>
                <a:lnTo>
                  <a:pt x="2765425" y="55422"/>
                </a:lnTo>
                <a:lnTo>
                  <a:pt x="2765339" y="54915"/>
                </a:lnTo>
                <a:lnTo>
                  <a:pt x="2765229" y="54438"/>
                </a:lnTo>
                <a:lnTo>
                  <a:pt x="2765092" y="53991"/>
                </a:lnTo>
                <a:lnTo>
                  <a:pt x="2764925" y="53573"/>
                </a:lnTo>
                <a:lnTo>
                  <a:pt x="2764726" y="53185"/>
                </a:lnTo>
                <a:lnTo>
                  <a:pt x="2764492" y="52825"/>
                </a:lnTo>
                <a:lnTo>
                  <a:pt x="2764219" y="52496"/>
                </a:lnTo>
                <a:lnTo>
                  <a:pt x="2763906" y="52195"/>
                </a:lnTo>
                <a:lnTo>
                  <a:pt x="2763548" y="51924"/>
                </a:lnTo>
                <a:lnTo>
                  <a:pt x="2763144" y="51681"/>
                </a:lnTo>
                <a:lnTo>
                  <a:pt x="2762691" y="51467"/>
                </a:lnTo>
                <a:lnTo>
                  <a:pt x="2762185" y="51282"/>
                </a:lnTo>
                <a:lnTo>
                  <a:pt x="2761624" y="51126"/>
                </a:lnTo>
                <a:lnTo>
                  <a:pt x="2761004" y="50999"/>
                </a:lnTo>
                <a:lnTo>
                  <a:pt x="2760324" y="50900"/>
                </a:lnTo>
                <a:lnTo>
                  <a:pt x="2759580" y="50829"/>
                </a:lnTo>
                <a:lnTo>
                  <a:pt x="2758770" y="50787"/>
                </a:lnTo>
                <a:lnTo>
                  <a:pt x="2757890" y="50773"/>
                </a:lnTo>
                <a:lnTo>
                  <a:pt x="2743816" y="50773"/>
                </a:lnTo>
                <a:lnTo>
                  <a:pt x="2743422" y="50773"/>
                </a:lnTo>
                <a:lnTo>
                  <a:pt x="2743013" y="50776"/>
                </a:lnTo>
                <a:lnTo>
                  <a:pt x="2742591" y="50784"/>
                </a:lnTo>
                <a:lnTo>
                  <a:pt x="2742159" y="50800"/>
                </a:lnTo>
                <a:lnTo>
                  <a:pt x="2741721" y="50827"/>
                </a:lnTo>
                <a:lnTo>
                  <a:pt x="2741279" y="50866"/>
                </a:lnTo>
                <a:lnTo>
                  <a:pt x="2740836" y="50921"/>
                </a:lnTo>
                <a:lnTo>
                  <a:pt x="2740395" y="50994"/>
                </a:lnTo>
                <a:lnTo>
                  <a:pt x="2739959" y="51088"/>
                </a:lnTo>
                <a:lnTo>
                  <a:pt x="2739530" y="51205"/>
                </a:lnTo>
                <a:lnTo>
                  <a:pt x="2739112" y="51348"/>
                </a:lnTo>
                <a:lnTo>
                  <a:pt x="2738707" y="51520"/>
                </a:lnTo>
                <a:lnTo>
                  <a:pt x="2738318" y="51723"/>
                </a:lnTo>
                <a:lnTo>
                  <a:pt x="2737948" y="51959"/>
                </a:lnTo>
                <a:lnTo>
                  <a:pt x="2737599" y="52232"/>
                </a:lnTo>
                <a:lnTo>
                  <a:pt x="2737275" y="52544"/>
                </a:lnTo>
                <a:lnTo>
                  <a:pt x="2736979" y="52897"/>
                </a:lnTo>
                <a:lnTo>
                  <a:pt x="2736713" y="53295"/>
                </a:lnTo>
                <a:lnTo>
                  <a:pt x="2736480" y="53739"/>
                </a:lnTo>
                <a:lnTo>
                  <a:pt x="2736283" y="54232"/>
                </a:lnTo>
                <a:lnTo>
                  <a:pt x="2736125" y="54778"/>
                </a:lnTo>
                <a:lnTo>
                  <a:pt x="2736008" y="55377"/>
                </a:lnTo>
                <a:lnTo>
                  <a:pt x="2735936" y="56034"/>
                </a:lnTo>
                <a:lnTo>
                  <a:pt x="2735912" y="56751"/>
                </a:lnTo>
                <a:lnTo>
                  <a:pt x="2735937" y="57444"/>
                </a:lnTo>
                <a:lnTo>
                  <a:pt x="2736012" y="58080"/>
                </a:lnTo>
                <a:lnTo>
                  <a:pt x="2736132" y="58660"/>
                </a:lnTo>
                <a:lnTo>
                  <a:pt x="2736296" y="59188"/>
                </a:lnTo>
                <a:lnTo>
                  <a:pt x="2736498" y="59665"/>
                </a:lnTo>
                <a:lnTo>
                  <a:pt x="2736737" y="60095"/>
                </a:lnTo>
                <a:lnTo>
                  <a:pt x="2737009" y="60479"/>
                </a:lnTo>
                <a:lnTo>
                  <a:pt x="2737311" y="60821"/>
                </a:lnTo>
                <a:lnTo>
                  <a:pt x="2737640" y="61123"/>
                </a:lnTo>
                <a:lnTo>
                  <a:pt x="2737992" y="61387"/>
                </a:lnTo>
                <a:lnTo>
                  <a:pt x="2738365" y="61616"/>
                </a:lnTo>
                <a:lnTo>
                  <a:pt x="2738755" y="61812"/>
                </a:lnTo>
                <a:lnTo>
                  <a:pt x="2739159" y="61978"/>
                </a:lnTo>
                <a:lnTo>
                  <a:pt x="2739574" y="62116"/>
                </a:lnTo>
                <a:lnTo>
                  <a:pt x="2739997" y="62230"/>
                </a:lnTo>
                <a:lnTo>
                  <a:pt x="2740424" y="62321"/>
                </a:lnTo>
                <a:lnTo>
                  <a:pt x="2740853" y="62391"/>
                </a:lnTo>
                <a:lnTo>
                  <a:pt x="2741279" y="62444"/>
                </a:lnTo>
                <a:lnTo>
                  <a:pt x="2741701" y="62482"/>
                </a:lnTo>
                <a:lnTo>
                  <a:pt x="2742114" y="62508"/>
                </a:lnTo>
                <a:lnTo>
                  <a:pt x="2742516" y="62523"/>
                </a:lnTo>
                <a:lnTo>
                  <a:pt x="2742904" y="62531"/>
                </a:lnTo>
                <a:lnTo>
                  <a:pt x="2743273" y="62534"/>
                </a:lnTo>
                <a:lnTo>
                  <a:pt x="2743622" y="62535"/>
                </a:lnTo>
                <a:lnTo>
                  <a:pt x="2752300" y="62535"/>
                </a:lnTo>
                <a:lnTo>
                  <a:pt x="2752300" y="164789"/>
                </a:lnTo>
                <a:lnTo>
                  <a:pt x="2743816" y="164789"/>
                </a:lnTo>
                <a:lnTo>
                  <a:pt x="2743422" y="164790"/>
                </a:lnTo>
                <a:lnTo>
                  <a:pt x="2743013" y="164793"/>
                </a:lnTo>
                <a:lnTo>
                  <a:pt x="2742591" y="164801"/>
                </a:lnTo>
                <a:lnTo>
                  <a:pt x="2742159" y="164817"/>
                </a:lnTo>
                <a:lnTo>
                  <a:pt x="2741721" y="164843"/>
                </a:lnTo>
                <a:lnTo>
                  <a:pt x="2741279" y="164883"/>
                </a:lnTo>
                <a:lnTo>
                  <a:pt x="2740836" y="164937"/>
                </a:lnTo>
                <a:lnTo>
                  <a:pt x="2740395" y="165010"/>
                </a:lnTo>
                <a:lnTo>
                  <a:pt x="2739959" y="165104"/>
                </a:lnTo>
                <a:lnTo>
                  <a:pt x="2739530" y="165221"/>
                </a:lnTo>
                <a:lnTo>
                  <a:pt x="2739112" y="165364"/>
                </a:lnTo>
                <a:lnTo>
                  <a:pt x="2738707" y="165536"/>
                </a:lnTo>
                <a:lnTo>
                  <a:pt x="2738318" y="165739"/>
                </a:lnTo>
                <a:lnTo>
                  <a:pt x="2737948" y="165975"/>
                </a:lnTo>
                <a:lnTo>
                  <a:pt x="2737599" y="166248"/>
                </a:lnTo>
                <a:lnTo>
                  <a:pt x="2737275" y="166560"/>
                </a:lnTo>
                <a:lnTo>
                  <a:pt x="2736979" y="166913"/>
                </a:lnTo>
                <a:lnTo>
                  <a:pt x="2736713" y="167310"/>
                </a:lnTo>
                <a:lnTo>
                  <a:pt x="2736480" y="167754"/>
                </a:lnTo>
                <a:lnTo>
                  <a:pt x="2736283" y="168247"/>
                </a:lnTo>
                <a:lnTo>
                  <a:pt x="2736125" y="168792"/>
                </a:lnTo>
                <a:lnTo>
                  <a:pt x="2736008" y="169392"/>
                </a:lnTo>
                <a:lnTo>
                  <a:pt x="2735936" y="170048"/>
                </a:lnTo>
                <a:lnTo>
                  <a:pt x="2735912" y="170764"/>
                </a:lnTo>
                <a:lnTo>
                  <a:pt x="2735937" y="171458"/>
                </a:lnTo>
                <a:lnTo>
                  <a:pt x="2736012" y="172093"/>
                </a:lnTo>
                <a:lnTo>
                  <a:pt x="2736132" y="172673"/>
                </a:lnTo>
                <a:lnTo>
                  <a:pt x="2736296" y="173201"/>
                </a:lnTo>
                <a:lnTo>
                  <a:pt x="2736498" y="173678"/>
                </a:lnTo>
                <a:lnTo>
                  <a:pt x="2736737" y="174108"/>
                </a:lnTo>
                <a:lnTo>
                  <a:pt x="2737009" y="174493"/>
                </a:lnTo>
                <a:lnTo>
                  <a:pt x="2737311" y="174835"/>
                </a:lnTo>
                <a:lnTo>
                  <a:pt x="2737640" y="175136"/>
                </a:lnTo>
                <a:lnTo>
                  <a:pt x="2737992" y="175400"/>
                </a:lnTo>
                <a:lnTo>
                  <a:pt x="2738365" y="175629"/>
                </a:lnTo>
                <a:lnTo>
                  <a:pt x="2738755" y="175825"/>
                </a:lnTo>
                <a:lnTo>
                  <a:pt x="2739159" y="175991"/>
                </a:lnTo>
                <a:lnTo>
                  <a:pt x="2739574" y="176130"/>
                </a:lnTo>
                <a:lnTo>
                  <a:pt x="2739997" y="176243"/>
                </a:lnTo>
                <a:lnTo>
                  <a:pt x="2740424" y="176334"/>
                </a:lnTo>
                <a:lnTo>
                  <a:pt x="2740853" y="176405"/>
                </a:lnTo>
                <a:lnTo>
                  <a:pt x="2741279" y="176458"/>
                </a:lnTo>
                <a:lnTo>
                  <a:pt x="2741701" y="176496"/>
                </a:lnTo>
                <a:lnTo>
                  <a:pt x="2742114" y="176521"/>
                </a:lnTo>
                <a:lnTo>
                  <a:pt x="2742516" y="176537"/>
                </a:lnTo>
                <a:lnTo>
                  <a:pt x="2742904" y="176545"/>
                </a:lnTo>
                <a:lnTo>
                  <a:pt x="2743273" y="176548"/>
                </a:lnTo>
                <a:lnTo>
                  <a:pt x="2743622" y="176548"/>
                </a:lnTo>
                <a:lnTo>
                  <a:pt x="2774278" y="176548"/>
                </a:lnTo>
                <a:lnTo>
                  <a:pt x="2774627" y="176548"/>
                </a:lnTo>
                <a:lnTo>
                  <a:pt x="2774997" y="176545"/>
                </a:lnTo>
                <a:lnTo>
                  <a:pt x="2775384" y="176537"/>
                </a:lnTo>
                <a:lnTo>
                  <a:pt x="2775786" y="176521"/>
                </a:lnTo>
                <a:lnTo>
                  <a:pt x="2776200" y="176496"/>
                </a:lnTo>
                <a:lnTo>
                  <a:pt x="2776621" y="176458"/>
                </a:lnTo>
                <a:lnTo>
                  <a:pt x="2777048" y="176405"/>
                </a:lnTo>
                <a:lnTo>
                  <a:pt x="2777476" y="176334"/>
                </a:lnTo>
                <a:lnTo>
                  <a:pt x="2777903" y="176243"/>
                </a:lnTo>
                <a:lnTo>
                  <a:pt x="2778326" y="176130"/>
                </a:lnTo>
                <a:lnTo>
                  <a:pt x="2778741" y="175991"/>
                </a:lnTo>
                <a:lnTo>
                  <a:pt x="2779145" y="175825"/>
                </a:lnTo>
                <a:lnTo>
                  <a:pt x="2779535" y="175629"/>
                </a:lnTo>
                <a:lnTo>
                  <a:pt x="2779908" y="175400"/>
                </a:lnTo>
                <a:lnTo>
                  <a:pt x="2780260" y="175136"/>
                </a:lnTo>
                <a:lnTo>
                  <a:pt x="2780589" y="174835"/>
                </a:lnTo>
                <a:lnTo>
                  <a:pt x="2780891" y="174493"/>
                </a:lnTo>
                <a:lnTo>
                  <a:pt x="2781163" y="174108"/>
                </a:lnTo>
                <a:lnTo>
                  <a:pt x="2781402" y="173678"/>
                </a:lnTo>
                <a:lnTo>
                  <a:pt x="2781605" y="173201"/>
                </a:lnTo>
                <a:lnTo>
                  <a:pt x="2781768" y="172673"/>
                </a:lnTo>
                <a:lnTo>
                  <a:pt x="2781889" y="172093"/>
                </a:lnTo>
                <a:lnTo>
                  <a:pt x="2781963" y="171458"/>
                </a:lnTo>
                <a:lnTo>
                  <a:pt x="2781989" y="170764"/>
                </a:lnTo>
                <a:lnTo>
                  <a:pt x="2781964" y="170048"/>
                </a:lnTo>
                <a:lnTo>
                  <a:pt x="2781892" y="169392"/>
                </a:lnTo>
                <a:lnTo>
                  <a:pt x="2781776" y="168792"/>
                </a:lnTo>
                <a:lnTo>
                  <a:pt x="2781618" y="168247"/>
                </a:lnTo>
                <a:lnTo>
                  <a:pt x="2781421" y="167754"/>
                </a:lnTo>
                <a:lnTo>
                  <a:pt x="2781188" y="167310"/>
                </a:lnTo>
                <a:lnTo>
                  <a:pt x="2780922" y="166913"/>
                </a:lnTo>
                <a:lnTo>
                  <a:pt x="2780625" y="166560"/>
                </a:lnTo>
                <a:lnTo>
                  <a:pt x="2780301" y="166248"/>
                </a:lnTo>
                <a:lnTo>
                  <a:pt x="2779953" y="165975"/>
                </a:lnTo>
                <a:lnTo>
                  <a:pt x="2779583" y="165739"/>
                </a:lnTo>
                <a:lnTo>
                  <a:pt x="2779194" y="165536"/>
                </a:lnTo>
                <a:lnTo>
                  <a:pt x="2778789" y="165364"/>
                </a:lnTo>
                <a:lnTo>
                  <a:pt x="2778370" y="165221"/>
                </a:lnTo>
                <a:lnTo>
                  <a:pt x="2777941" y="165104"/>
                </a:lnTo>
                <a:lnTo>
                  <a:pt x="2777505" y="165010"/>
                </a:lnTo>
                <a:lnTo>
                  <a:pt x="2777064" y="164937"/>
                </a:lnTo>
                <a:lnTo>
                  <a:pt x="2776621" y="164883"/>
                </a:lnTo>
                <a:lnTo>
                  <a:pt x="2776179" y="164843"/>
                </a:lnTo>
                <a:lnTo>
                  <a:pt x="2775741" y="164817"/>
                </a:lnTo>
                <a:lnTo>
                  <a:pt x="2775310" y="164801"/>
                </a:lnTo>
                <a:lnTo>
                  <a:pt x="2774888" y="164793"/>
                </a:lnTo>
                <a:lnTo>
                  <a:pt x="2774478" y="164790"/>
                </a:lnTo>
                <a:lnTo>
                  <a:pt x="2774084" y="164789"/>
                </a:lnTo>
                <a:lnTo>
                  <a:pt x="2765600" y="164789"/>
                </a:lnTo>
                <a:lnTo>
                  <a:pt x="2765600" y="125105"/>
                </a:lnTo>
                <a:lnTo>
                  <a:pt x="2766590" y="126084"/>
                </a:lnTo>
                <a:lnTo>
                  <a:pt x="2767583" y="127000"/>
                </a:lnTo>
                <a:lnTo>
                  <a:pt x="2768578" y="127853"/>
                </a:lnTo>
                <a:lnTo>
                  <a:pt x="2769573" y="128645"/>
                </a:lnTo>
                <a:lnTo>
                  <a:pt x="2770568" y="129380"/>
                </a:lnTo>
                <a:lnTo>
                  <a:pt x="2771562" y="130058"/>
                </a:lnTo>
                <a:lnTo>
                  <a:pt x="2772553" y="130682"/>
                </a:lnTo>
                <a:lnTo>
                  <a:pt x="2773541" y="131254"/>
                </a:lnTo>
                <a:lnTo>
                  <a:pt x="2774524" y="131775"/>
                </a:lnTo>
                <a:lnTo>
                  <a:pt x="2775501" y="132248"/>
                </a:lnTo>
                <a:lnTo>
                  <a:pt x="2776472" y="132675"/>
                </a:lnTo>
                <a:lnTo>
                  <a:pt x="2777434" y="133058"/>
                </a:lnTo>
                <a:lnTo>
                  <a:pt x="2778388" y="133399"/>
                </a:lnTo>
                <a:lnTo>
                  <a:pt x="2779331" y="133699"/>
                </a:lnTo>
                <a:lnTo>
                  <a:pt x="2780263" y="133961"/>
                </a:lnTo>
                <a:lnTo>
                  <a:pt x="2781183" y="134188"/>
                </a:lnTo>
                <a:lnTo>
                  <a:pt x="2782089" y="134380"/>
                </a:lnTo>
                <a:lnTo>
                  <a:pt x="2782981" y="134540"/>
                </a:lnTo>
                <a:lnTo>
                  <a:pt x="2783857" y="134669"/>
                </a:lnTo>
                <a:lnTo>
                  <a:pt x="2784717" y="134771"/>
                </a:lnTo>
                <a:lnTo>
                  <a:pt x="2785558" y="134847"/>
                </a:lnTo>
                <a:lnTo>
                  <a:pt x="2786381" y="134898"/>
                </a:lnTo>
                <a:lnTo>
                  <a:pt x="2787184" y="134928"/>
                </a:lnTo>
                <a:lnTo>
                  <a:pt x="2787966" y="134937"/>
                </a:lnTo>
                <a:lnTo>
                  <a:pt x="2790580" y="134842"/>
                </a:lnTo>
                <a:lnTo>
                  <a:pt x="2793162" y="134563"/>
                </a:lnTo>
                <a:lnTo>
                  <a:pt x="2795706" y="134103"/>
                </a:lnTo>
                <a:lnTo>
                  <a:pt x="2798204" y="133468"/>
                </a:lnTo>
                <a:lnTo>
                  <a:pt x="2800650" y="132663"/>
                </a:lnTo>
                <a:lnTo>
                  <a:pt x="2803037" y="131695"/>
                </a:lnTo>
                <a:lnTo>
                  <a:pt x="2805356" y="130567"/>
                </a:lnTo>
                <a:lnTo>
                  <a:pt x="2807602" y="129286"/>
                </a:lnTo>
                <a:lnTo>
                  <a:pt x="2809766" y="127856"/>
                </a:lnTo>
                <a:lnTo>
                  <a:pt x="2811843" y="126283"/>
                </a:lnTo>
                <a:lnTo>
                  <a:pt x="2813824" y="124572"/>
                </a:lnTo>
                <a:lnTo>
                  <a:pt x="2815703" y="122728"/>
                </a:lnTo>
                <a:lnTo>
                  <a:pt x="2817473" y="120758"/>
                </a:lnTo>
                <a:lnTo>
                  <a:pt x="2819126" y="118665"/>
                </a:lnTo>
                <a:lnTo>
                  <a:pt x="2820655" y="116455"/>
                </a:lnTo>
                <a:lnTo>
                  <a:pt x="2822054" y="114134"/>
                </a:lnTo>
                <a:lnTo>
                  <a:pt x="2823314" y="111706"/>
                </a:lnTo>
                <a:lnTo>
                  <a:pt x="2824430" y="109178"/>
                </a:lnTo>
                <a:lnTo>
                  <a:pt x="2825394" y="106554"/>
                </a:lnTo>
                <a:lnTo>
                  <a:pt x="2826198" y="103840"/>
                </a:lnTo>
                <a:lnTo>
                  <a:pt x="2826836" y="101040"/>
                </a:lnTo>
                <a:lnTo>
                  <a:pt x="2827300" y="98161"/>
                </a:lnTo>
                <a:lnTo>
                  <a:pt x="2827584" y="95207"/>
                </a:lnTo>
                <a:lnTo>
                  <a:pt x="2827679" y="92218"/>
                </a:lnTo>
                <a:lnTo>
                  <a:pt x="2827592" y="89316"/>
                </a:lnTo>
                <a:lnTo>
                  <a:pt x="2827331" y="86434"/>
                </a:lnTo>
                <a:lnTo>
                  <a:pt x="2826903" y="83615"/>
                </a:lnTo>
                <a:lnTo>
                  <a:pt x="2826315" y="80864"/>
                </a:lnTo>
                <a:lnTo>
                  <a:pt x="2825572" y="78187"/>
                </a:lnTo>
                <a:close/>
                <a:moveTo>
                  <a:pt x="2813316" y="100896"/>
                </a:moveTo>
                <a:lnTo>
                  <a:pt x="2812743" y="102897"/>
                </a:lnTo>
                <a:lnTo>
                  <a:pt x="2812058" y="104822"/>
                </a:lnTo>
                <a:lnTo>
                  <a:pt x="2811269" y="106668"/>
                </a:lnTo>
                <a:lnTo>
                  <a:pt x="2810379" y="108432"/>
                </a:lnTo>
                <a:lnTo>
                  <a:pt x="2809396" y="110111"/>
                </a:lnTo>
                <a:lnTo>
                  <a:pt x="2808325" y="111702"/>
                </a:lnTo>
                <a:lnTo>
                  <a:pt x="2807173" y="113203"/>
                </a:lnTo>
                <a:lnTo>
                  <a:pt x="2805944" y="114610"/>
                </a:lnTo>
                <a:lnTo>
                  <a:pt x="2804644" y="115921"/>
                </a:lnTo>
                <a:lnTo>
                  <a:pt x="2803280" y="117133"/>
                </a:lnTo>
                <a:lnTo>
                  <a:pt x="2801858" y="118243"/>
                </a:lnTo>
                <a:lnTo>
                  <a:pt x="2800383" y="119249"/>
                </a:lnTo>
                <a:lnTo>
                  <a:pt x="2798861" y="120146"/>
                </a:lnTo>
                <a:lnTo>
                  <a:pt x="2797298" y="120934"/>
                </a:lnTo>
                <a:lnTo>
                  <a:pt x="2795700" y="121607"/>
                </a:lnTo>
                <a:lnTo>
                  <a:pt x="2794073" y="122165"/>
                </a:lnTo>
                <a:lnTo>
                  <a:pt x="2792422" y="122604"/>
                </a:lnTo>
                <a:lnTo>
                  <a:pt x="2790753" y="122921"/>
                </a:lnTo>
                <a:lnTo>
                  <a:pt x="2789073" y="123113"/>
                </a:lnTo>
                <a:lnTo>
                  <a:pt x="2787387" y="123178"/>
                </a:lnTo>
                <a:lnTo>
                  <a:pt x="2785550" y="123091"/>
                </a:lnTo>
                <a:lnTo>
                  <a:pt x="2783799" y="122839"/>
                </a:lnTo>
                <a:lnTo>
                  <a:pt x="2782133" y="122432"/>
                </a:lnTo>
                <a:lnTo>
                  <a:pt x="2780551" y="121880"/>
                </a:lnTo>
                <a:lnTo>
                  <a:pt x="2779053" y="121195"/>
                </a:lnTo>
                <a:lnTo>
                  <a:pt x="2777638" y="120386"/>
                </a:lnTo>
                <a:lnTo>
                  <a:pt x="2776306" y="119465"/>
                </a:lnTo>
                <a:lnTo>
                  <a:pt x="2775055" y="118443"/>
                </a:lnTo>
                <a:lnTo>
                  <a:pt x="2773885" y="117330"/>
                </a:lnTo>
                <a:lnTo>
                  <a:pt x="2772795" y="116136"/>
                </a:lnTo>
                <a:lnTo>
                  <a:pt x="2771785" y="114873"/>
                </a:lnTo>
                <a:lnTo>
                  <a:pt x="2770854" y="113551"/>
                </a:lnTo>
                <a:lnTo>
                  <a:pt x="2770001" y="112181"/>
                </a:lnTo>
                <a:lnTo>
                  <a:pt x="2769226" y="110774"/>
                </a:lnTo>
                <a:lnTo>
                  <a:pt x="2768528" y="109340"/>
                </a:lnTo>
                <a:lnTo>
                  <a:pt x="2767907" y="107890"/>
                </a:lnTo>
                <a:lnTo>
                  <a:pt x="2767361" y="106434"/>
                </a:lnTo>
                <a:lnTo>
                  <a:pt x="2766890" y="104984"/>
                </a:lnTo>
                <a:lnTo>
                  <a:pt x="2766493" y="103550"/>
                </a:lnTo>
                <a:lnTo>
                  <a:pt x="2766170" y="102142"/>
                </a:lnTo>
                <a:lnTo>
                  <a:pt x="2765919" y="100772"/>
                </a:lnTo>
                <a:lnTo>
                  <a:pt x="2765742" y="99451"/>
                </a:lnTo>
                <a:lnTo>
                  <a:pt x="2765635" y="98188"/>
                </a:lnTo>
                <a:lnTo>
                  <a:pt x="2765600" y="96994"/>
                </a:lnTo>
                <a:lnTo>
                  <a:pt x="2765600" y="82943"/>
                </a:lnTo>
                <a:lnTo>
                  <a:pt x="2765658" y="81535"/>
                </a:lnTo>
                <a:lnTo>
                  <a:pt x="2765827" y="80142"/>
                </a:lnTo>
                <a:lnTo>
                  <a:pt x="2766104" y="78768"/>
                </a:lnTo>
                <a:lnTo>
                  <a:pt x="2766485" y="77418"/>
                </a:lnTo>
                <a:lnTo>
                  <a:pt x="2766964" y="76095"/>
                </a:lnTo>
                <a:lnTo>
                  <a:pt x="2767537" y="74803"/>
                </a:lnTo>
                <a:lnTo>
                  <a:pt x="2768201" y="73547"/>
                </a:lnTo>
                <a:lnTo>
                  <a:pt x="2768950" y="72329"/>
                </a:lnTo>
                <a:lnTo>
                  <a:pt x="2769779" y="71155"/>
                </a:lnTo>
                <a:lnTo>
                  <a:pt x="2770686" y="70027"/>
                </a:lnTo>
                <a:lnTo>
                  <a:pt x="2771664" y="68951"/>
                </a:lnTo>
                <a:lnTo>
                  <a:pt x="2772710" y="67930"/>
                </a:lnTo>
                <a:lnTo>
                  <a:pt x="2773820" y="66968"/>
                </a:lnTo>
                <a:lnTo>
                  <a:pt x="2774988" y="66068"/>
                </a:lnTo>
                <a:lnTo>
                  <a:pt x="2776211" y="65236"/>
                </a:lnTo>
                <a:lnTo>
                  <a:pt x="2777483" y="64474"/>
                </a:lnTo>
                <a:lnTo>
                  <a:pt x="2778801" y="63787"/>
                </a:lnTo>
                <a:lnTo>
                  <a:pt x="2780160" y="63179"/>
                </a:lnTo>
                <a:lnTo>
                  <a:pt x="2781556" y="62653"/>
                </a:lnTo>
                <a:lnTo>
                  <a:pt x="2782984" y="62214"/>
                </a:lnTo>
                <a:lnTo>
                  <a:pt x="2784439" y="61866"/>
                </a:lnTo>
                <a:lnTo>
                  <a:pt x="2785918" y="61613"/>
                </a:lnTo>
                <a:lnTo>
                  <a:pt x="2787416" y="61458"/>
                </a:lnTo>
                <a:lnTo>
                  <a:pt x="2788928" y="61405"/>
                </a:lnTo>
                <a:lnTo>
                  <a:pt x="2790695" y="61478"/>
                </a:lnTo>
                <a:lnTo>
                  <a:pt x="2792426" y="61692"/>
                </a:lnTo>
                <a:lnTo>
                  <a:pt x="2794118" y="62043"/>
                </a:lnTo>
                <a:lnTo>
                  <a:pt x="2795768" y="62525"/>
                </a:lnTo>
                <a:lnTo>
                  <a:pt x="2797371" y="63135"/>
                </a:lnTo>
                <a:lnTo>
                  <a:pt x="2798924" y="63866"/>
                </a:lnTo>
                <a:lnTo>
                  <a:pt x="2800424" y="64715"/>
                </a:lnTo>
                <a:lnTo>
                  <a:pt x="2801867" y="65675"/>
                </a:lnTo>
                <a:lnTo>
                  <a:pt x="2803251" y="66743"/>
                </a:lnTo>
                <a:lnTo>
                  <a:pt x="2804570" y="67913"/>
                </a:lnTo>
                <a:lnTo>
                  <a:pt x="2805822" y="69180"/>
                </a:lnTo>
                <a:lnTo>
                  <a:pt x="2807003" y="70539"/>
                </a:lnTo>
                <a:lnTo>
                  <a:pt x="2808110" y="71986"/>
                </a:lnTo>
                <a:lnTo>
                  <a:pt x="2809139" y="73515"/>
                </a:lnTo>
                <a:lnTo>
                  <a:pt x="2810087" y="75122"/>
                </a:lnTo>
                <a:lnTo>
                  <a:pt x="2810950" y="76801"/>
                </a:lnTo>
                <a:lnTo>
                  <a:pt x="2811725" y="78548"/>
                </a:lnTo>
                <a:lnTo>
                  <a:pt x="2812408" y="80357"/>
                </a:lnTo>
                <a:lnTo>
                  <a:pt x="2812995" y="82225"/>
                </a:lnTo>
                <a:lnTo>
                  <a:pt x="2813483" y="84145"/>
                </a:lnTo>
                <a:lnTo>
                  <a:pt x="2813869" y="86113"/>
                </a:lnTo>
                <a:lnTo>
                  <a:pt x="2814149" y="88124"/>
                </a:lnTo>
                <a:lnTo>
                  <a:pt x="2814320" y="90173"/>
                </a:lnTo>
                <a:lnTo>
                  <a:pt x="2814377" y="92218"/>
                </a:lnTo>
                <a:lnTo>
                  <a:pt x="2814308" y="94462"/>
                </a:lnTo>
                <a:lnTo>
                  <a:pt x="2814104" y="96676"/>
                </a:lnTo>
                <a:lnTo>
                  <a:pt x="2813771" y="98821"/>
                </a:lnTo>
                <a:lnTo>
                  <a:pt x="2813316" y="100896"/>
                </a:lnTo>
                <a:close/>
                <a:moveTo>
                  <a:pt x="2292918" y="121013"/>
                </a:moveTo>
                <a:lnTo>
                  <a:pt x="2292469" y="119860"/>
                </a:lnTo>
                <a:lnTo>
                  <a:pt x="2291962" y="118762"/>
                </a:lnTo>
                <a:lnTo>
                  <a:pt x="2291399" y="117718"/>
                </a:lnTo>
                <a:lnTo>
                  <a:pt x="2290783" y="116732"/>
                </a:lnTo>
                <a:lnTo>
                  <a:pt x="2290118" y="115805"/>
                </a:lnTo>
                <a:lnTo>
                  <a:pt x="2289405" y="114937"/>
                </a:lnTo>
                <a:lnTo>
                  <a:pt x="2288649" y="114130"/>
                </a:lnTo>
                <a:lnTo>
                  <a:pt x="2287851" y="113386"/>
                </a:lnTo>
                <a:lnTo>
                  <a:pt x="2287015" y="112706"/>
                </a:lnTo>
                <a:lnTo>
                  <a:pt x="2286142" y="112092"/>
                </a:lnTo>
                <a:lnTo>
                  <a:pt x="2285238" y="111544"/>
                </a:lnTo>
                <a:lnTo>
                  <a:pt x="2284303" y="111065"/>
                </a:lnTo>
                <a:lnTo>
                  <a:pt x="2283341" y="110656"/>
                </a:lnTo>
                <a:lnTo>
                  <a:pt x="2282355" y="110318"/>
                </a:lnTo>
                <a:lnTo>
                  <a:pt x="2281347" y="110053"/>
                </a:lnTo>
                <a:lnTo>
                  <a:pt x="2280321" y="109861"/>
                </a:lnTo>
                <a:lnTo>
                  <a:pt x="2279280" y="109745"/>
                </a:lnTo>
                <a:lnTo>
                  <a:pt x="2278225" y="109706"/>
                </a:lnTo>
                <a:lnTo>
                  <a:pt x="2277278" y="109736"/>
                </a:lnTo>
                <a:lnTo>
                  <a:pt x="2276366" y="109824"/>
                </a:lnTo>
                <a:lnTo>
                  <a:pt x="2275488" y="109967"/>
                </a:lnTo>
                <a:lnTo>
                  <a:pt x="2274647" y="110164"/>
                </a:lnTo>
                <a:lnTo>
                  <a:pt x="2273842" y="110411"/>
                </a:lnTo>
                <a:lnTo>
                  <a:pt x="2273073" y="110707"/>
                </a:lnTo>
                <a:lnTo>
                  <a:pt x="2272341" y="111049"/>
                </a:lnTo>
                <a:lnTo>
                  <a:pt x="2271648" y="111435"/>
                </a:lnTo>
                <a:lnTo>
                  <a:pt x="2270992" y="111863"/>
                </a:lnTo>
                <a:lnTo>
                  <a:pt x="2270375" y="112330"/>
                </a:lnTo>
                <a:lnTo>
                  <a:pt x="2269797" y="112833"/>
                </a:lnTo>
                <a:lnTo>
                  <a:pt x="2269259" y="113371"/>
                </a:lnTo>
                <a:lnTo>
                  <a:pt x="2268761" y="113941"/>
                </a:lnTo>
                <a:lnTo>
                  <a:pt x="2268304" y="114541"/>
                </a:lnTo>
                <a:lnTo>
                  <a:pt x="2267888" y="115169"/>
                </a:lnTo>
                <a:lnTo>
                  <a:pt x="2267513" y="115821"/>
                </a:lnTo>
                <a:lnTo>
                  <a:pt x="2267181" y="116496"/>
                </a:lnTo>
                <a:lnTo>
                  <a:pt x="2266892" y="117192"/>
                </a:lnTo>
                <a:lnTo>
                  <a:pt x="2266645" y="117906"/>
                </a:lnTo>
                <a:lnTo>
                  <a:pt x="2266442" y="118635"/>
                </a:lnTo>
                <a:lnTo>
                  <a:pt x="2266284" y="119378"/>
                </a:lnTo>
                <a:lnTo>
                  <a:pt x="2266170" y="120131"/>
                </a:lnTo>
                <a:lnTo>
                  <a:pt x="2266101" y="120894"/>
                </a:lnTo>
                <a:lnTo>
                  <a:pt x="2266078" y="121663"/>
                </a:lnTo>
                <a:lnTo>
                  <a:pt x="2266107" y="122565"/>
                </a:lnTo>
                <a:lnTo>
                  <a:pt x="2266192" y="123440"/>
                </a:lnTo>
                <a:lnTo>
                  <a:pt x="2266331" y="124288"/>
                </a:lnTo>
                <a:lnTo>
                  <a:pt x="2266522" y="125106"/>
                </a:lnTo>
                <a:lnTo>
                  <a:pt x="2266763" y="125894"/>
                </a:lnTo>
                <a:lnTo>
                  <a:pt x="2267051" y="126651"/>
                </a:lnTo>
                <a:lnTo>
                  <a:pt x="2267385" y="127375"/>
                </a:lnTo>
                <a:lnTo>
                  <a:pt x="2267763" y="128067"/>
                </a:lnTo>
                <a:lnTo>
                  <a:pt x="2268182" y="128724"/>
                </a:lnTo>
                <a:lnTo>
                  <a:pt x="2268641" y="129347"/>
                </a:lnTo>
                <a:lnTo>
                  <a:pt x="2269137" y="129933"/>
                </a:lnTo>
                <a:lnTo>
                  <a:pt x="2269668" y="130482"/>
                </a:lnTo>
                <a:lnTo>
                  <a:pt x="2270233" y="130993"/>
                </a:lnTo>
                <a:lnTo>
                  <a:pt x="2270828" y="131465"/>
                </a:lnTo>
                <a:lnTo>
                  <a:pt x="2271453" y="131896"/>
                </a:lnTo>
                <a:lnTo>
                  <a:pt x="2272104" y="132286"/>
                </a:lnTo>
                <a:lnTo>
                  <a:pt x="2272780" y="132635"/>
                </a:lnTo>
                <a:lnTo>
                  <a:pt x="2273479" y="132940"/>
                </a:lnTo>
                <a:lnTo>
                  <a:pt x="2274198" y="133201"/>
                </a:lnTo>
                <a:lnTo>
                  <a:pt x="2274936" y="133416"/>
                </a:lnTo>
                <a:lnTo>
                  <a:pt x="2275690" y="133586"/>
                </a:lnTo>
                <a:lnTo>
                  <a:pt x="2276459" y="133708"/>
                </a:lnTo>
                <a:lnTo>
                  <a:pt x="2277240" y="133782"/>
                </a:lnTo>
                <a:lnTo>
                  <a:pt x="2278031" y="133807"/>
                </a:lnTo>
                <a:lnTo>
                  <a:pt x="2278176" y="133806"/>
                </a:lnTo>
                <a:lnTo>
                  <a:pt x="2278324" y="133803"/>
                </a:lnTo>
                <a:lnTo>
                  <a:pt x="2278473" y="133798"/>
                </a:lnTo>
                <a:lnTo>
                  <a:pt x="2278624" y="133791"/>
                </a:lnTo>
                <a:lnTo>
                  <a:pt x="2278777" y="133782"/>
                </a:lnTo>
                <a:lnTo>
                  <a:pt x="2278931" y="133771"/>
                </a:lnTo>
                <a:lnTo>
                  <a:pt x="2279087" y="133758"/>
                </a:lnTo>
                <a:lnTo>
                  <a:pt x="2279244" y="133743"/>
                </a:lnTo>
                <a:lnTo>
                  <a:pt x="2279403" y="133726"/>
                </a:lnTo>
                <a:lnTo>
                  <a:pt x="2279563" y="133707"/>
                </a:lnTo>
                <a:lnTo>
                  <a:pt x="2279724" y="133686"/>
                </a:lnTo>
                <a:lnTo>
                  <a:pt x="2279886" y="133663"/>
                </a:lnTo>
                <a:lnTo>
                  <a:pt x="2280049" y="133638"/>
                </a:lnTo>
                <a:lnTo>
                  <a:pt x="2280214" y="133611"/>
                </a:lnTo>
                <a:lnTo>
                  <a:pt x="2280379" y="133582"/>
                </a:lnTo>
                <a:lnTo>
                  <a:pt x="2280544" y="133551"/>
                </a:lnTo>
                <a:lnTo>
                  <a:pt x="2280711" y="133518"/>
                </a:lnTo>
                <a:lnTo>
                  <a:pt x="2280878" y="133483"/>
                </a:lnTo>
                <a:lnTo>
                  <a:pt x="2281045" y="133446"/>
                </a:lnTo>
                <a:lnTo>
                  <a:pt x="2281213" y="133407"/>
                </a:lnTo>
                <a:lnTo>
                  <a:pt x="2281381" y="133366"/>
                </a:lnTo>
                <a:lnTo>
                  <a:pt x="2281550" y="133323"/>
                </a:lnTo>
                <a:lnTo>
                  <a:pt x="2281719" y="133278"/>
                </a:lnTo>
                <a:lnTo>
                  <a:pt x="2281887" y="133231"/>
                </a:lnTo>
                <a:lnTo>
                  <a:pt x="2281495" y="134679"/>
                </a:lnTo>
                <a:lnTo>
                  <a:pt x="2281043" y="136038"/>
                </a:lnTo>
                <a:lnTo>
                  <a:pt x="2280539" y="137310"/>
                </a:lnTo>
                <a:lnTo>
                  <a:pt x="2279987" y="138499"/>
                </a:lnTo>
                <a:lnTo>
                  <a:pt x="2279393" y="139606"/>
                </a:lnTo>
                <a:lnTo>
                  <a:pt x="2278763" y="140635"/>
                </a:lnTo>
                <a:lnTo>
                  <a:pt x="2278103" y="141589"/>
                </a:lnTo>
                <a:lnTo>
                  <a:pt x="2277417" y="142471"/>
                </a:lnTo>
                <a:lnTo>
                  <a:pt x="2276712" y="143283"/>
                </a:lnTo>
                <a:lnTo>
                  <a:pt x="2275993" y="144028"/>
                </a:lnTo>
                <a:lnTo>
                  <a:pt x="2275266" y="144709"/>
                </a:lnTo>
                <a:lnTo>
                  <a:pt x="2274536" y="145329"/>
                </a:lnTo>
                <a:lnTo>
                  <a:pt x="2273810" y="145891"/>
                </a:lnTo>
                <a:lnTo>
                  <a:pt x="2273092" y="146397"/>
                </a:lnTo>
                <a:lnTo>
                  <a:pt x="2272388" y="146851"/>
                </a:lnTo>
                <a:lnTo>
                  <a:pt x="2271704" y="147256"/>
                </a:lnTo>
                <a:lnTo>
                  <a:pt x="2271045" y="147613"/>
                </a:lnTo>
                <a:lnTo>
                  <a:pt x="2270418" y="147926"/>
                </a:lnTo>
                <a:lnTo>
                  <a:pt x="2269827" y="148198"/>
                </a:lnTo>
                <a:lnTo>
                  <a:pt x="2269279" y="148432"/>
                </a:lnTo>
                <a:lnTo>
                  <a:pt x="2268778" y="148630"/>
                </a:lnTo>
                <a:lnTo>
                  <a:pt x="2268331" y="148796"/>
                </a:lnTo>
                <a:lnTo>
                  <a:pt x="2267943" y="148932"/>
                </a:lnTo>
                <a:lnTo>
                  <a:pt x="2267620" y="149041"/>
                </a:lnTo>
                <a:lnTo>
                  <a:pt x="2267371" y="149115"/>
                </a:lnTo>
                <a:lnTo>
                  <a:pt x="2267109" y="149194"/>
                </a:lnTo>
                <a:lnTo>
                  <a:pt x="2266835" y="149280"/>
                </a:lnTo>
                <a:lnTo>
                  <a:pt x="2266551" y="149373"/>
                </a:lnTo>
                <a:lnTo>
                  <a:pt x="2266260" y="149474"/>
                </a:lnTo>
                <a:lnTo>
                  <a:pt x="2265963" y="149585"/>
                </a:lnTo>
                <a:lnTo>
                  <a:pt x="2265664" y="149707"/>
                </a:lnTo>
                <a:lnTo>
                  <a:pt x="2265364" y="149840"/>
                </a:lnTo>
                <a:lnTo>
                  <a:pt x="2265065" y="149985"/>
                </a:lnTo>
                <a:lnTo>
                  <a:pt x="2264770" y="150145"/>
                </a:lnTo>
                <a:lnTo>
                  <a:pt x="2264480" y="150319"/>
                </a:lnTo>
                <a:lnTo>
                  <a:pt x="2264198" y="150510"/>
                </a:lnTo>
                <a:lnTo>
                  <a:pt x="2263926" y="150717"/>
                </a:lnTo>
                <a:lnTo>
                  <a:pt x="2263667" y="150943"/>
                </a:lnTo>
                <a:lnTo>
                  <a:pt x="2263422" y="151188"/>
                </a:lnTo>
                <a:lnTo>
                  <a:pt x="2263193" y="151454"/>
                </a:lnTo>
                <a:lnTo>
                  <a:pt x="2262983" y="151740"/>
                </a:lnTo>
                <a:lnTo>
                  <a:pt x="2262794" y="152050"/>
                </a:lnTo>
                <a:lnTo>
                  <a:pt x="2262628" y="152383"/>
                </a:lnTo>
                <a:lnTo>
                  <a:pt x="2262488" y="152740"/>
                </a:lnTo>
                <a:lnTo>
                  <a:pt x="2262375" y="153124"/>
                </a:lnTo>
                <a:lnTo>
                  <a:pt x="2262291" y="153534"/>
                </a:lnTo>
                <a:lnTo>
                  <a:pt x="2262239" y="153972"/>
                </a:lnTo>
                <a:lnTo>
                  <a:pt x="2262222" y="154439"/>
                </a:lnTo>
                <a:lnTo>
                  <a:pt x="2262237" y="154803"/>
                </a:lnTo>
                <a:lnTo>
                  <a:pt x="2262280" y="155168"/>
                </a:lnTo>
                <a:lnTo>
                  <a:pt x="2262352" y="155535"/>
                </a:lnTo>
                <a:lnTo>
                  <a:pt x="2262451" y="155900"/>
                </a:lnTo>
                <a:lnTo>
                  <a:pt x="2262576" y="156264"/>
                </a:lnTo>
                <a:lnTo>
                  <a:pt x="2262725" y="156623"/>
                </a:lnTo>
                <a:lnTo>
                  <a:pt x="2262897" y="156977"/>
                </a:lnTo>
                <a:lnTo>
                  <a:pt x="2263093" y="157324"/>
                </a:lnTo>
                <a:lnTo>
                  <a:pt x="2263309" y="157662"/>
                </a:lnTo>
                <a:lnTo>
                  <a:pt x="2263546" y="157990"/>
                </a:lnTo>
                <a:lnTo>
                  <a:pt x="2263803" y="158306"/>
                </a:lnTo>
                <a:lnTo>
                  <a:pt x="2264077" y="158608"/>
                </a:lnTo>
                <a:lnTo>
                  <a:pt x="2264369" y="158896"/>
                </a:lnTo>
                <a:lnTo>
                  <a:pt x="2264676" y="159167"/>
                </a:lnTo>
                <a:lnTo>
                  <a:pt x="2264999" y="159419"/>
                </a:lnTo>
                <a:lnTo>
                  <a:pt x="2265335" y="159652"/>
                </a:lnTo>
                <a:lnTo>
                  <a:pt x="2265684" y="159863"/>
                </a:lnTo>
                <a:lnTo>
                  <a:pt x="2266044" y="160051"/>
                </a:lnTo>
                <a:lnTo>
                  <a:pt x="2266415" y="160215"/>
                </a:lnTo>
                <a:lnTo>
                  <a:pt x="2266796" y="160352"/>
                </a:lnTo>
                <a:lnTo>
                  <a:pt x="2267185" y="160462"/>
                </a:lnTo>
                <a:lnTo>
                  <a:pt x="2267581" y="160542"/>
                </a:lnTo>
                <a:lnTo>
                  <a:pt x="2267983" y="160592"/>
                </a:lnTo>
                <a:lnTo>
                  <a:pt x="2268391" y="160609"/>
                </a:lnTo>
                <a:lnTo>
                  <a:pt x="2269230" y="160554"/>
                </a:lnTo>
                <a:lnTo>
                  <a:pt x="2270195" y="160391"/>
                </a:lnTo>
                <a:lnTo>
                  <a:pt x="2271272" y="160120"/>
                </a:lnTo>
                <a:lnTo>
                  <a:pt x="2272446" y="159739"/>
                </a:lnTo>
                <a:lnTo>
                  <a:pt x="2273704" y="159249"/>
                </a:lnTo>
                <a:lnTo>
                  <a:pt x="2275030" y="158650"/>
                </a:lnTo>
                <a:lnTo>
                  <a:pt x="2276410" y="157942"/>
                </a:lnTo>
                <a:lnTo>
                  <a:pt x="2277830" y="157124"/>
                </a:lnTo>
                <a:lnTo>
                  <a:pt x="2279276" y="156196"/>
                </a:lnTo>
                <a:lnTo>
                  <a:pt x="2280732" y="155158"/>
                </a:lnTo>
                <a:lnTo>
                  <a:pt x="2282186" y="154010"/>
                </a:lnTo>
                <a:lnTo>
                  <a:pt x="2283621" y="152752"/>
                </a:lnTo>
                <a:lnTo>
                  <a:pt x="2285025" y="151383"/>
                </a:lnTo>
                <a:lnTo>
                  <a:pt x="2286382" y="149904"/>
                </a:lnTo>
                <a:lnTo>
                  <a:pt x="2287677" y="148313"/>
                </a:lnTo>
                <a:lnTo>
                  <a:pt x="2288898" y="146612"/>
                </a:lnTo>
                <a:lnTo>
                  <a:pt x="2290029" y="144800"/>
                </a:lnTo>
                <a:lnTo>
                  <a:pt x="2291056" y="142876"/>
                </a:lnTo>
                <a:lnTo>
                  <a:pt x="2291964" y="140841"/>
                </a:lnTo>
                <a:lnTo>
                  <a:pt x="2292740" y="138695"/>
                </a:lnTo>
                <a:lnTo>
                  <a:pt x="2293368" y="136436"/>
                </a:lnTo>
                <a:lnTo>
                  <a:pt x="2293835" y="134066"/>
                </a:lnTo>
                <a:lnTo>
                  <a:pt x="2294125" y="131583"/>
                </a:lnTo>
                <a:lnTo>
                  <a:pt x="2294225" y="128988"/>
                </a:lnTo>
                <a:lnTo>
                  <a:pt x="2294186" y="127540"/>
                </a:lnTo>
                <a:lnTo>
                  <a:pt x="2294072" y="126138"/>
                </a:lnTo>
                <a:lnTo>
                  <a:pt x="2293886" y="124783"/>
                </a:lnTo>
                <a:lnTo>
                  <a:pt x="2293629" y="123476"/>
                </a:lnTo>
                <a:lnTo>
                  <a:pt x="2293305" y="122219"/>
                </a:lnTo>
                <a:lnTo>
                  <a:pt x="2292918" y="121013"/>
                </a:lnTo>
                <a:close/>
                <a:moveTo>
                  <a:pt x="2900213" y="121013"/>
                </a:moveTo>
                <a:lnTo>
                  <a:pt x="2899764" y="119860"/>
                </a:lnTo>
                <a:lnTo>
                  <a:pt x="2899257" y="118762"/>
                </a:lnTo>
                <a:lnTo>
                  <a:pt x="2898694" y="117718"/>
                </a:lnTo>
                <a:lnTo>
                  <a:pt x="2898078" y="116732"/>
                </a:lnTo>
                <a:lnTo>
                  <a:pt x="2897413" y="115805"/>
                </a:lnTo>
                <a:lnTo>
                  <a:pt x="2896701" y="114937"/>
                </a:lnTo>
                <a:lnTo>
                  <a:pt x="2895944" y="114130"/>
                </a:lnTo>
                <a:lnTo>
                  <a:pt x="2895146" y="113386"/>
                </a:lnTo>
                <a:lnTo>
                  <a:pt x="2894310" y="112706"/>
                </a:lnTo>
                <a:lnTo>
                  <a:pt x="2893438" y="112092"/>
                </a:lnTo>
                <a:lnTo>
                  <a:pt x="2892533" y="111544"/>
                </a:lnTo>
                <a:lnTo>
                  <a:pt x="2891598" y="111065"/>
                </a:lnTo>
                <a:lnTo>
                  <a:pt x="2890636" y="110656"/>
                </a:lnTo>
                <a:lnTo>
                  <a:pt x="2889650" y="110318"/>
                </a:lnTo>
                <a:lnTo>
                  <a:pt x="2888643" y="110053"/>
                </a:lnTo>
                <a:lnTo>
                  <a:pt x="2887616" y="109861"/>
                </a:lnTo>
                <a:lnTo>
                  <a:pt x="2886575" y="109745"/>
                </a:lnTo>
                <a:lnTo>
                  <a:pt x="2885520" y="109706"/>
                </a:lnTo>
                <a:lnTo>
                  <a:pt x="2884573" y="109736"/>
                </a:lnTo>
                <a:lnTo>
                  <a:pt x="2883661" y="109824"/>
                </a:lnTo>
                <a:lnTo>
                  <a:pt x="2882783" y="109967"/>
                </a:lnTo>
                <a:lnTo>
                  <a:pt x="2881942" y="110164"/>
                </a:lnTo>
                <a:lnTo>
                  <a:pt x="2881137" y="110411"/>
                </a:lnTo>
                <a:lnTo>
                  <a:pt x="2880368" y="110707"/>
                </a:lnTo>
                <a:lnTo>
                  <a:pt x="2879637" y="111049"/>
                </a:lnTo>
                <a:lnTo>
                  <a:pt x="2878943" y="111435"/>
                </a:lnTo>
                <a:lnTo>
                  <a:pt x="2878287" y="111863"/>
                </a:lnTo>
                <a:lnTo>
                  <a:pt x="2877670" y="112330"/>
                </a:lnTo>
                <a:lnTo>
                  <a:pt x="2877092" y="112833"/>
                </a:lnTo>
                <a:lnTo>
                  <a:pt x="2876554" y="113371"/>
                </a:lnTo>
                <a:lnTo>
                  <a:pt x="2876056" y="113941"/>
                </a:lnTo>
                <a:lnTo>
                  <a:pt x="2875599" y="114541"/>
                </a:lnTo>
                <a:lnTo>
                  <a:pt x="2875183" y="115169"/>
                </a:lnTo>
                <a:lnTo>
                  <a:pt x="2874808" y="115821"/>
                </a:lnTo>
                <a:lnTo>
                  <a:pt x="2874476" y="116496"/>
                </a:lnTo>
                <a:lnTo>
                  <a:pt x="2874187" y="117192"/>
                </a:lnTo>
                <a:lnTo>
                  <a:pt x="2873940" y="117906"/>
                </a:lnTo>
                <a:lnTo>
                  <a:pt x="2873738" y="118635"/>
                </a:lnTo>
                <a:lnTo>
                  <a:pt x="2873579" y="119378"/>
                </a:lnTo>
                <a:lnTo>
                  <a:pt x="2873465" y="120131"/>
                </a:lnTo>
                <a:lnTo>
                  <a:pt x="2873396" y="120894"/>
                </a:lnTo>
                <a:lnTo>
                  <a:pt x="2873373" y="121663"/>
                </a:lnTo>
                <a:lnTo>
                  <a:pt x="2873402" y="122565"/>
                </a:lnTo>
                <a:lnTo>
                  <a:pt x="2873487" y="123440"/>
                </a:lnTo>
                <a:lnTo>
                  <a:pt x="2873626" y="124288"/>
                </a:lnTo>
                <a:lnTo>
                  <a:pt x="2873817" y="125106"/>
                </a:lnTo>
                <a:lnTo>
                  <a:pt x="2874058" y="125894"/>
                </a:lnTo>
                <a:lnTo>
                  <a:pt x="2874346" y="126651"/>
                </a:lnTo>
                <a:lnTo>
                  <a:pt x="2874680" y="127375"/>
                </a:lnTo>
                <a:lnTo>
                  <a:pt x="2875058" y="128067"/>
                </a:lnTo>
                <a:lnTo>
                  <a:pt x="2875477" y="128724"/>
                </a:lnTo>
                <a:lnTo>
                  <a:pt x="2875936" y="129347"/>
                </a:lnTo>
                <a:lnTo>
                  <a:pt x="2876432" y="129933"/>
                </a:lnTo>
                <a:lnTo>
                  <a:pt x="2876963" y="130482"/>
                </a:lnTo>
                <a:lnTo>
                  <a:pt x="2877528" y="130993"/>
                </a:lnTo>
                <a:lnTo>
                  <a:pt x="2878123" y="131465"/>
                </a:lnTo>
                <a:lnTo>
                  <a:pt x="2878748" y="131896"/>
                </a:lnTo>
                <a:lnTo>
                  <a:pt x="2879399" y="132286"/>
                </a:lnTo>
                <a:lnTo>
                  <a:pt x="2880075" y="132635"/>
                </a:lnTo>
                <a:lnTo>
                  <a:pt x="2880774" y="132940"/>
                </a:lnTo>
                <a:lnTo>
                  <a:pt x="2881493" y="133201"/>
                </a:lnTo>
                <a:lnTo>
                  <a:pt x="2882231" y="133416"/>
                </a:lnTo>
                <a:lnTo>
                  <a:pt x="2882985" y="133586"/>
                </a:lnTo>
                <a:lnTo>
                  <a:pt x="2883754" y="133708"/>
                </a:lnTo>
                <a:lnTo>
                  <a:pt x="2884535" y="133782"/>
                </a:lnTo>
                <a:lnTo>
                  <a:pt x="2885326" y="133807"/>
                </a:lnTo>
                <a:lnTo>
                  <a:pt x="2885471" y="133806"/>
                </a:lnTo>
                <a:lnTo>
                  <a:pt x="2885619" y="133803"/>
                </a:lnTo>
                <a:lnTo>
                  <a:pt x="2885768" y="133798"/>
                </a:lnTo>
                <a:lnTo>
                  <a:pt x="2885919" y="133791"/>
                </a:lnTo>
                <a:lnTo>
                  <a:pt x="2886072" y="133782"/>
                </a:lnTo>
                <a:lnTo>
                  <a:pt x="2886226" y="133771"/>
                </a:lnTo>
                <a:lnTo>
                  <a:pt x="2886382" y="133758"/>
                </a:lnTo>
                <a:lnTo>
                  <a:pt x="2886539" y="133743"/>
                </a:lnTo>
                <a:lnTo>
                  <a:pt x="2886698" y="133726"/>
                </a:lnTo>
                <a:lnTo>
                  <a:pt x="2886858" y="133707"/>
                </a:lnTo>
                <a:lnTo>
                  <a:pt x="2887019" y="133686"/>
                </a:lnTo>
                <a:lnTo>
                  <a:pt x="2887181" y="133663"/>
                </a:lnTo>
                <a:lnTo>
                  <a:pt x="2887345" y="133638"/>
                </a:lnTo>
                <a:lnTo>
                  <a:pt x="2887509" y="133611"/>
                </a:lnTo>
                <a:lnTo>
                  <a:pt x="2887674" y="133582"/>
                </a:lnTo>
                <a:lnTo>
                  <a:pt x="2887839" y="133551"/>
                </a:lnTo>
                <a:lnTo>
                  <a:pt x="2888006" y="133518"/>
                </a:lnTo>
                <a:lnTo>
                  <a:pt x="2888173" y="133483"/>
                </a:lnTo>
                <a:lnTo>
                  <a:pt x="2888340" y="133446"/>
                </a:lnTo>
                <a:lnTo>
                  <a:pt x="2888508" y="133407"/>
                </a:lnTo>
                <a:lnTo>
                  <a:pt x="2888677" y="133366"/>
                </a:lnTo>
                <a:lnTo>
                  <a:pt x="2888845" y="133323"/>
                </a:lnTo>
                <a:lnTo>
                  <a:pt x="2889014" y="133278"/>
                </a:lnTo>
                <a:lnTo>
                  <a:pt x="2889182" y="133231"/>
                </a:lnTo>
                <a:lnTo>
                  <a:pt x="2888790" y="134679"/>
                </a:lnTo>
                <a:lnTo>
                  <a:pt x="2888338" y="136038"/>
                </a:lnTo>
                <a:lnTo>
                  <a:pt x="2887834" y="137310"/>
                </a:lnTo>
                <a:lnTo>
                  <a:pt x="2887282" y="138499"/>
                </a:lnTo>
                <a:lnTo>
                  <a:pt x="2886688" y="139606"/>
                </a:lnTo>
                <a:lnTo>
                  <a:pt x="2886058" y="140635"/>
                </a:lnTo>
                <a:lnTo>
                  <a:pt x="2885398" y="141589"/>
                </a:lnTo>
                <a:lnTo>
                  <a:pt x="2884712" y="142471"/>
                </a:lnTo>
                <a:lnTo>
                  <a:pt x="2884007" y="143283"/>
                </a:lnTo>
                <a:lnTo>
                  <a:pt x="2883288" y="144028"/>
                </a:lnTo>
                <a:lnTo>
                  <a:pt x="2882561" y="144709"/>
                </a:lnTo>
                <a:lnTo>
                  <a:pt x="2881831" y="145329"/>
                </a:lnTo>
                <a:lnTo>
                  <a:pt x="2881105" y="145891"/>
                </a:lnTo>
                <a:lnTo>
                  <a:pt x="2880387" y="146397"/>
                </a:lnTo>
                <a:lnTo>
                  <a:pt x="2879683" y="146851"/>
                </a:lnTo>
                <a:lnTo>
                  <a:pt x="2878999" y="147256"/>
                </a:lnTo>
                <a:lnTo>
                  <a:pt x="2878340" y="147613"/>
                </a:lnTo>
                <a:lnTo>
                  <a:pt x="2877713" y="147926"/>
                </a:lnTo>
                <a:lnTo>
                  <a:pt x="2877122" y="148198"/>
                </a:lnTo>
                <a:lnTo>
                  <a:pt x="2876574" y="148432"/>
                </a:lnTo>
                <a:lnTo>
                  <a:pt x="2876073" y="148630"/>
                </a:lnTo>
                <a:lnTo>
                  <a:pt x="2875626" y="148796"/>
                </a:lnTo>
                <a:lnTo>
                  <a:pt x="2875238" y="148932"/>
                </a:lnTo>
                <a:lnTo>
                  <a:pt x="2874915" y="149041"/>
                </a:lnTo>
                <a:lnTo>
                  <a:pt x="2874666" y="149115"/>
                </a:lnTo>
                <a:lnTo>
                  <a:pt x="2874404" y="149194"/>
                </a:lnTo>
                <a:lnTo>
                  <a:pt x="2874130" y="149280"/>
                </a:lnTo>
                <a:lnTo>
                  <a:pt x="2873846" y="149373"/>
                </a:lnTo>
                <a:lnTo>
                  <a:pt x="2873555" y="149474"/>
                </a:lnTo>
                <a:lnTo>
                  <a:pt x="2873259" y="149585"/>
                </a:lnTo>
                <a:lnTo>
                  <a:pt x="2872959" y="149707"/>
                </a:lnTo>
                <a:lnTo>
                  <a:pt x="2872659" y="149840"/>
                </a:lnTo>
                <a:lnTo>
                  <a:pt x="2872360" y="149985"/>
                </a:lnTo>
                <a:lnTo>
                  <a:pt x="2872065" y="150145"/>
                </a:lnTo>
                <a:lnTo>
                  <a:pt x="2871775" y="150319"/>
                </a:lnTo>
                <a:lnTo>
                  <a:pt x="2871493" y="150510"/>
                </a:lnTo>
                <a:lnTo>
                  <a:pt x="2871221" y="150717"/>
                </a:lnTo>
                <a:lnTo>
                  <a:pt x="2870962" y="150943"/>
                </a:lnTo>
                <a:lnTo>
                  <a:pt x="2870717" y="151188"/>
                </a:lnTo>
                <a:lnTo>
                  <a:pt x="2870488" y="151454"/>
                </a:lnTo>
                <a:lnTo>
                  <a:pt x="2870278" y="151740"/>
                </a:lnTo>
                <a:lnTo>
                  <a:pt x="2870089" y="152050"/>
                </a:lnTo>
                <a:lnTo>
                  <a:pt x="2869923" y="152383"/>
                </a:lnTo>
                <a:lnTo>
                  <a:pt x="2869783" y="152740"/>
                </a:lnTo>
                <a:lnTo>
                  <a:pt x="2869670" y="153124"/>
                </a:lnTo>
                <a:lnTo>
                  <a:pt x="2869586" y="153534"/>
                </a:lnTo>
                <a:lnTo>
                  <a:pt x="2869534" y="153972"/>
                </a:lnTo>
                <a:lnTo>
                  <a:pt x="2869517" y="154439"/>
                </a:lnTo>
                <a:lnTo>
                  <a:pt x="2869532" y="154803"/>
                </a:lnTo>
                <a:lnTo>
                  <a:pt x="2869576" y="155168"/>
                </a:lnTo>
                <a:lnTo>
                  <a:pt x="2869647" y="155535"/>
                </a:lnTo>
                <a:lnTo>
                  <a:pt x="2869746" y="155900"/>
                </a:lnTo>
                <a:lnTo>
                  <a:pt x="2869871" y="156264"/>
                </a:lnTo>
                <a:lnTo>
                  <a:pt x="2870020" y="156623"/>
                </a:lnTo>
                <a:lnTo>
                  <a:pt x="2870193" y="156977"/>
                </a:lnTo>
                <a:lnTo>
                  <a:pt x="2870388" y="157324"/>
                </a:lnTo>
                <a:lnTo>
                  <a:pt x="2870605" y="157662"/>
                </a:lnTo>
                <a:lnTo>
                  <a:pt x="2870842" y="157990"/>
                </a:lnTo>
                <a:lnTo>
                  <a:pt x="2871098" y="158306"/>
                </a:lnTo>
                <a:lnTo>
                  <a:pt x="2871372" y="158608"/>
                </a:lnTo>
                <a:lnTo>
                  <a:pt x="2871664" y="158896"/>
                </a:lnTo>
                <a:lnTo>
                  <a:pt x="2871971" y="159167"/>
                </a:lnTo>
                <a:lnTo>
                  <a:pt x="2872294" y="159419"/>
                </a:lnTo>
                <a:lnTo>
                  <a:pt x="2872630" y="159652"/>
                </a:lnTo>
                <a:lnTo>
                  <a:pt x="2872979" y="159863"/>
                </a:lnTo>
                <a:lnTo>
                  <a:pt x="2873339" y="160051"/>
                </a:lnTo>
                <a:lnTo>
                  <a:pt x="2873710" y="160215"/>
                </a:lnTo>
                <a:lnTo>
                  <a:pt x="2874091" y="160352"/>
                </a:lnTo>
                <a:lnTo>
                  <a:pt x="2874480" y="160462"/>
                </a:lnTo>
                <a:lnTo>
                  <a:pt x="2874876" y="160542"/>
                </a:lnTo>
                <a:lnTo>
                  <a:pt x="2875278" y="160592"/>
                </a:lnTo>
                <a:lnTo>
                  <a:pt x="2875686" y="160609"/>
                </a:lnTo>
                <a:lnTo>
                  <a:pt x="2876525" y="160554"/>
                </a:lnTo>
                <a:lnTo>
                  <a:pt x="2877490" y="160391"/>
                </a:lnTo>
                <a:lnTo>
                  <a:pt x="2878567" y="160120"/>
                </a:lnTo>
                <a:lnTo>
                  <a:pt x="2879741" y="159739"/>
                </a:lnTo>
                <a:lnTo>
                  <a:pt x="2880999" y="159249"/>
                </a:lnTo>
                <a:lnTo>
                  <a:pt x="2882325" y="158650"/>
                </a:lnTo>
                <a:lnTo>
                  <a:pt x="2883705" y="157942"/>
                </a:lnTo>
                <a:lnTo>
                  <a:pt x="2885125" y="157124"/>
                </a:lnTo>
                <a:lnTo>
                  <a:pt x="2886571" y="156196"/>
                </a:lnTo>
                <a:lnTo>
                  <a:pt x="2888027" y="155158"/>
                </a:lnTo>
                <a:lnTo>
                  <a:pt x="2889481" y="154010"/>
                </a:lnTo>
                <a:lnTo>
                  <a:pt x="2890916" y="152752"/>
                </a:lnTo>
                <a:lnTo>
                  <a:pt x="2892320" y="151383"/>
                </a:lnTo>
                <a:lnTo>
                  <a:pt x="2893677" y="149904"/>
                </a:lnTo>
                <a:lnTo>
                  <a:pt x="2894973" y="148313"/>
                </a:lnTo>
                <a:lnTo>
                  <a:pt x="2896193" y="146612"/>
                </a:lnTo>
                <a:lnTo>
                  <a:pt x="2897324" y="144800"/>
                </a:lnTo>
                <a:lnTo>
                  <a:pt x="2898351" y="142876"/>
                </a:lnTo>
                <a:lnTo>
                  <a:pt x="2899259" y="140841"/>
                </a:lnTo>
                <a:lnTo>
                  <a:pt x="2900035" y="138695"/>
                </a:lnTo>
                <a:lnTo>
                  <a:pt x="2900663" y="136436"/>
                </a:lnTo>
                <a:lnTo>
                  <a:pt x="2901130" y="134066"/>
                </a:lnTo>
                <a:lnTo>
                  <a:pt x="2901420" y="131583"/>
                </a:lnTo>
                <a:lnTo>
                  <a:pt x="2901520" y="128988"/>
                </a:lnTo>
                <a:lnTo>
                  <a:pt x="2901482" y="127540"/>
                </a:lnTo>
                <a:lnTo>
                  <a:pt x="2901367" y="126138"/>
                </a:lnTo>
                <a:lnTo>
                  <a:pt x="2901181" y="124783"/>
                </a:lnTo>
                <a:lnTo>
                  <a:pt x="2900924" y="123476"/>
                </a:lnTo>
                <a:lnTo>
                  <a:pt x="2900601" y="122219"/>
                </a:lnTo>
                <a:lnTo>
                  <a:pt x="2900213" y="121013"/>
                </a:lnTo>
                <a:close/>
                <a:moveTo>
                  <a:pt x="4925501" y="58683"/>
                </a:moveTo>
                <a:lnTo>
                  <a:pt x="4925001" y="56213"/>
                </a:lnTo>
                <a:lnTo>
                  <a:pt x="4924443" y="53808"/>
                </a:lnTo>
                <a:lnTo>
                  <a:pt x="4923830" y="51469"/>
                </a:lnTo>
                <a:lnTo>
                  <a:pt x="4923168" y="49196"/>
                </a:lnTo>
                <a:lnTo>
                  <a:pt x="4922461" y="46990"/>
                </a:lnTo>
                <a:lnTo>
                  <a:pt x="4921715" y="44853"/>
                </a:lnTo>
                <a:lnTo>
                  <a:pt x="4920933" y="42785"/>
                </a:lnTo>
                <a:lnTo>
                  <a:pt x="4920121" y="40787"/>
                </a:lnTo>
                <a:lnTo>
                  <a:pt x="4919283" y="38860"/>
                </a:lnTo>
                <a:lnTo>
                  <a:pt x="4918424" y="37006"/>
                </a:lnTo>
                <a:lnTo>
                  <a:pt x="4917549" y="35224"/>
                </a:lnTo>
                <a:lnTo>
                  <a:pt x="4916663" y="33517"/>
                </a:lnTo>
                <a:lnTo>
                  <a:pt x="4915771" y="31884"/>
                </a:lnTo>
                <a:lnTo>
                  <a:pt x="4914876" y="30327"/>
                </a:lnTo>
                <a:lnTo>
                  <a:pt x="4913985" y="28846"/>
                </a:lnTo>
                <a:lnTo>
                  <a:pt x="4913101" y="27443"/>
                </a:lnTo>
                <a:lnTo>
                  <a:pt x="4912230" y="26119"/>
                </a:lnTo>
                <a:lnTo>
                  <a:pt x="4911376" y="24874"/>
                </a:lnTo>
                <a:lnTo>
                  <a:pt x="4910078" y="23132"/>
                </a:lnTo>
                <a:lnTo>
                  <a:pt x="4908741" y="21428"/>
                </a:lnTo>
                <a:lnTo>
                  <a:pt x="4907373" y="19764"/>
                </a:lnTo>
                <a:lnTo>
                  <a:pt x="4905979" y="18144"/>
                </a:lnTo>
                <a:lnTo>
                  <a:pt x="4904564" y="16571"/>
                </a:lnTo>
                <a:lnTo>
                  <a:pt x="4903137" y="15049"/>
                </a:lnTo>
                <a:lnTo>
                  <a:pt x="4901701" y="13580"/>
                </a:lnTo>
                <a:lnTo>
                  <a:pt x="4900265" y="12169"/>
                </a:lnTo>
                <a:lnTo>
                  <a:pt x="4898833" y="10818"/>
                </a:lnTo>
                <a:lnTo>
                  <a:pt x="4897412" y="9530"/>
                </a:lnTo>
                <a:lnTo>
                  <a:pt x="4896008" y="8309"/>
                </a:lnTo>
                <a:lnTo>
                  <a:pt x="4894626" y="7158"/>
                </a:lnTo>
                <a:lnTo>
                  <a:pt x="4893274" y="6081"/>
                </a:lnTo>
                <a:lnTo>
                  <a:pt x="4891957" y="5080"/>
                </a:lnTo>
                <a:lnTo>
                  <a:pt x="4890682" y="4159"/>
                </a:lnTo>
                <a:lnTo>
                  <a:pt x="4889454" y="3321"/>
                </a:lnTo>
                <a:lnTo>
                  <a:pt x="4888279" y="2569"/>
                </a:lnTo>
                <a:lnTo>
                  <a:pt x="4887165" y="1907"/>
                </a:lnTo>
                <a:lnTo>
                  <a:pt x="4886116" y="1338"/>
                </a:lnTo>
                <a:lnTo>
                  <a:pt x="4885138" y="865"/>
                </a:lnTo>
                <a:lnTo>
                  <a:pt x="4884239" y="491"/>
                </a:lnTo>
                <a:lnTo>
                  <a:pt x="4883424" y="221"/>
                </a:lnTo>
                <a:lnTo>
                  <a:pt x="4882699" y="56"/>
                </a:lnTo>
                <a:lnTo>
                  <a:pt x="4882071" y="0"/>
                </a:lnTo>
                <a:lnTo>
                  <a:pt x="4881487" y="20"/>
                </a:lnTo>
                <a:lnTo>
                  <a:pt x="4880941" y="77"/>
                </a:lnTo>
                <a:lnTo>
                  <a:pt x="4880430" y="169"/>
                </a:lnTo>
                <a:lnTo>
                  <a:pt x="4879955" y="293"/>
                </a:lnTo>
                <a:lnTo>
                  <a:pt x="4879513" y="446"/>
                </a:lnTo>
                <a:lnTo>
                  <a:pt x="4879104" y="627"/>
                </a:lnTo>
                <a:lnTo>
                  <a:pt x="4878727" y="831"/>
                </a:lnTo>
                <a:lnTo>
                  <a:pt x="4878380" y="1057"/>
                </a:lnTo>
                <a:lnTo>
                  <a:pt x="4878063" y="1302"/>
                </a:lnTo>
                <a:lnTo>
                  <a:pt x="4877774" y="1562"/>
                </a:lnTo>
                <a:lnTo>
                  <a:pt x="4877512" y="1836"/>
                </a:lnTo>
                <a:lnTo>
                  <a:pt x="4877276" y="2121"/>
                </a:lnTo>
                <a:lnTo>
                  <a:pt x="4877066" y="2414"/>
                </a:lnTo>
                <a:lnTo>
                  <a:pt x="4876879" y="2712"/>
                </a:lnTo>
                <a:lnTo>
                  <a:pt x="4876716" y="3013"/>
                </a:lnTo>
                <a:lnTo>
                  <a:pt x="4876574" y="3314"/>
                </a:lnTo>
                <a:lnTo>
                  <a:pt x="4876453" y="3612"/>
                </a:lnTo>
                <a:lnTo>
                  <a:pt x="4876352" y="3905"/>
                </a:lnTo>
                <a:lnTo>
                  <a:pt x="4876269" y="4189"/>
                </a:lnTo>
                <a:lnTo>
                  <a:pt x="4876204" y="4463"/>
                </a:lnTo>
                <a:lnTo>
                  <a:pt x="4876155" y="4724"/>
                </a:lnTo>
                <a:lnTo>
                  <a:pt x="4876121" y="4968"/>
                </a:lnTo>
                <a:lnTo>
                  <a:pt x="4876102" y="5194"/>
                </a:lnTo>
                <a:lnTo>
                  <a:pt x="4876096" y="5399"/>
                </a:lnTo>
                <a:lnTo>
                  <a:pt x="4876107" y="5752"/>
                </a:lnTo>
                <a:lnTo>
                  <a:pt x="4876138" y="6090"/>
                </a:lnTo>
                <a:lnTo>
                  <a:pt x="4876189" y="6412"/>
                </a:lnTo>
                <a:lnTo>
                  <a:pt x="4876257" y="6720"/>
                </a:lnTo>
                <a:lnTo>
                  <a:pt x="4876342" y="7012"/>
                </a:lnTo>
                <a:lnTo>
                  <a:pt x="4876442" y="7291"/>
                </a:lnTo>
                <a:lnTo>
                  <a:pt x="4876556" y="7555"/>
                </a:lnTo>
                <a:lnTo>
                  <a:pt x="4876681" y="7805"/>
                </a:lnTo>
                <a:lnTo>
                  <a:pt x="4876818" y="8042"/>
                </a:lnTo>
                <a:lnTo>
                  <a:pt x="4876963" y="8266"/>
                </a:lnTo>
                <a:lnTo>
                  <a:pt x="4877117" y="8478"/>
                </a:lnTo>
                <a:lnTo>
                  <a:pt x="4877277" y="8677"/>
                </a:lnTo>
                <a:lnTo>
                  <a:pt x="4877441" y="8864"/>
                </a:lnTo>
                <a:lnTo>
                  <a:pt x="4877610" y="9039"/>
                </a:lnTo>
                <a:lnTo>
                  <a:pt x="4877781" y="9203"/>
                </a:lnTo>
                <a:lnTo>
                  <a:pt x="4877952" y="9355"/>
                </a:lnTo>
                <a:lnTo>
                  <a:pt x="4878123" y="9497"/>
                </a:lnTo>
                <a:lnTo>
                  <a:pt x="4878291" y="9629"/>
                </a:lnTo>
                <a:lnTo>
                  <a:pt x="4878456" y="9751"/>
                </a:lnTo>
                <a:lnTo>
                  <a:pt x="4878616" y="9863"/>
                </a:lnTo>
                <a:lnTo>
                  <a:pt x="4878770" y="9965"/>
                </a:lnTo>
                <a:lnTo>
                  <a:pt x="4878916" y="10059"/>
                </a:lnTo>
                <a:lnTo>
                  <a:pt x="4879053" y="10144"/>
                </a:lnTo>
                <a:lnTo>
                  <a:pt x="4879179" y="10220"/>
                </a:lnTo>
                <a:lnTo>
                  <a:pt x="4882983" y="12897"/>
                </a:lnTo>
                <a:lnTo>
                  <a:pt x="4886500" y="15667"/>
                </a:lnTo>
                <a:lnTo>
                  <a:pt x="4889740" y="18515"/>
                </a:lnTo>
                <a:lnTo>
                  <a:pt x="4892714" y="21431"/>
                </a:lnTo>
                <a:lnTo>
                  <a:pt x="4895433" y="24402"/>
                </a:lnTo>
                <a:lnTo>
                  <a:pt x="4897910" y="27416"/>
                </a:lnTo>
                <a:lnTo>
                  <a:pt x="4900154" y="30460"/>
                </a:lnTo>
                <a:lnTo>
                  <a:pt x="4902178" y="33521"/>
                </a:lnTo>
                <a:lnTo>
                  <a:pt x="4903993" y="36588"/>
                </a:lnTo>
                <a:lnTo>
                  <a:pt x="4905609" y="39647"/>
                </a:lnTo>
                <a:lnTo>
                  <a:pt x="4907038" y="42688"/>
                </a:lnTo>
                <a:lnTo>
                  <a:pt x="4908291" y="45696"/>
                </a:lnTo>
                <a:lnTo>
                  <a:pt x="4909379" y="48661"/>
                </a:lnTo>
                <a:lnTo>
                  <a:pt x="4910314" y="51568"/>
                </a:lnTo>
                <a:lnTo>
                  <a:pt x="4911106" y="54407"/>
                </a:lnTo>
                <a:lnTo>
                  <a:pt x="4911768" y="57165"/>
                </a:lnTo>
                <a:lnTo>
                  <a:pt x="4912310" y="59828"/>
                </a:lnTo>
                <a:lnTo>
                  <a:pt x="4912743" y="62386"/>
                </a:lnTo>
                <a:lnTo>
                  <a:pt x="4913079" y="64825"/>
                </a:lnTo>
                <a:lnTo>
                  <a:pt x="4913328" y="67133"/>
                </a:lnTo>
                <a:lnTo>
                  <a:pt x="4913503" y="69298"/>
                </a:lnTo>
                <a:lnTo>
                  <a:pt x="4913614" y="71307"/>
                </a:lnTo>
                <a:lnTo>
                  <a:pt x="4913672" y="73148"/>
                </a:lnTo>
                <a:lnTo>
                  <a:pt x="4913689" y="74809"/>
                </a:lnTo>
                <a:lnTo>
                  <a:pt x="4913651" y="77257"/>
                </a:lnTo>
                <a:lnTo>
                  <a:pt x="4913533" y="79776"/>
                </a:lnTo>
                <a:lnTo>
                  <a:pt x="4913331" y="82359"/>
                </a:lnTo>
                <a:lnTo>
                  <a:pt x="4913040" y="84999"/>
                </a:lnTo>
                <a:lnTo>
                  <a:pt x="4912654" y="87687"/>
                </a:lnTo>
                <a:lnTo>
                  <a:pt x="4912167" y="90418"/>
                </a:lnTo>
                <a:lnTo>
                  <a:pt x="4911576" y="93183"/>
                </a:lnTo>
                <a:lnTo>
                  <a:pt x="4910875" y="95976"/>
                </a:lnTo>
                <a:lnTo>
                  <a:pt x="4910059" y="98788"/>
                </a:lnTo>
                <a:lnTo>
                  <a:pt x="4909123" y="101614"/>
                </a:lnTo>
                <a:lnTo>
                  <a:pt x="4908061" y="104445"/>
                </a:lnTo>
                <a:lnTo>
                  <a:pt x="4906869" y="107274"/>
                </a:lnTo>
                <a:lnTo>
                  <a:pt x="4905541" y="110094"/>
                </a:lnTo>
                <a:lnTo>
                  <a:pt x="4904072" y="112898"/>
                </a:lnTo>
                <a:lnTo>
                  <a:pt x="4902458" y="115678"/>
                </a:lnTo>
                <a:lnTo>
                  <a:pt x="4900693" y="118427"/>
                </a:lnTo>
                <a:lnTo>
                  <a:pt x="4898772" y="121138"/>
                </a:lnTo>
                <a:lnTo>
                  <a:pt x="4896690" y="123804"/>
                </a:lnTo>
                <a:lnTo>
                  <a:pt x="4894442" y="126417"/>
                </a:lnTo>
                <a:lnTo>
                  <a:pt x="4892022" y="128970"/>
                </a:lnTo>
                <a:lnTo>
                  <a:pt x="4889426" y="131455"/>
                </a:lnTo>
                <a:lnTo>
                  <a:pt x="4886649" y="133866"/>
                </a:lnTo>
                <a:lnTo>
                  <a:pt x="4883685" y="136195"/>
                </a:lnTo>
                <a:lnTo>
                  <a:pt x="4880529" y="138435"/>
                </a:lnTo>
                <a:lnTo>
                  <a:pt x="4880175" y="138671"/>
                </a:lnTo>
                <a:lnTo>
                  <a:pt x="4879834" y="138899"/>
                </a:lnTo>
                <a:lnTo>
                  <a:pt x="4879508" y="139119"/>
                </a:lnTo>
                <a:lnTo>
                  <a:pt x="4879197" y="139333"/>
                </a:lnTo>
                <a:lnTo>
                  <a:pt x="4878899" y="139541"/>
                </a:lnTo>
                <a:lnTo>
                  <a:pt x="4878616" y="139746"/>
                </a:lnTo>
                <a:lnTo>
                  <a:pt x="4878348" y="139948"/>
                </a:lnTo>
                <a:lnTo>
                  <a:pt x="4878094" y="140150"/>
                </a:lnTo>
                <a:lnTo>
                  <a:pt x="4877856" y="140351"/>
                </a:lnTo>
                <a:lnTo>
                  <a:pt x="4877631" y="140553"/>
                </a:lnTo>
                <a:lnTo>
                  <a:pt x="4877422" y="140758"/>
                </a:lnTo>
                <a:lnTo>
                  <a:pt x="4877228" y="140966"/>
                </a:lnTo>
                <a:lnTo>
                  <a:pt x="4877049" y="141180"/>
                </a:lnTo>
                <a:lnTo>
                  <a:pt x="4876885" y="141399"/>
                </a:lnTo>
                <a:lnTo>
                  <a:pt x="4876736" y="141627"/>
                </a:lnTo>
                <a:lnTo>
                  <a:pt x="4876603" y="141863"/>
                </a:lnTo>
                <a:lnTo>
                  <a:pt x="4876484" y="142109"/>
                </a:lnTo>
                <a:lnTo>
                  <a:pt x="4876382" y="142366"/>
                </a:lnTo>
                <a:lnTo>
                  <a:pt x="4876295" y="142636"/>
                </a:lnTo>
                <a:lnTo>
                  <a:pt x="4876223" y="142920"/>
                </a:lnTo>
                <a:lnTo>
                  <a:pt x="4876168" y="143219"/>
                </a:lnTo>
                <a:lnTo>
                  <a:pt x="4876128" y="143534"/>
                </a:lnTo>
                <a:lnTo>
                  <a:pt x="4876104" y="143867"/>
                </a:lnTo>
                <a:lnTo>
                  <a:pt x="4876096" y="144219"/>
                </a:lnTo>
                <a:lnTo>
                  <a:pt x="4876102" y="144423"/>
                </a:lnTo>
                <a:lnTo>
                  <a:pt x="4876121" y="144650"/>
                </a:lnTo>
                <a:lnTo>
                  <a:pt x="4876155" y="144894"/>
                </a:lnTo>
                <a:lnTo>
                  <a:pt x="4876204" y="145155"/>
                </a:lnTo>
                <a:lnTo>
                  <a:pt x="4876269" y="145429"/>
                </a:lnTo>
                <a:lnTo>
                  <a:pt x="4876352" y="145714"/>
                </a:lnTo>
                <a:lnTo>
                  <a:pt x="4876453" y="146007"/>
                </a:lnTo>
                <a:lnTo>
                  <a:pt x="4876574" y="146305"/>
                </a:lnTo>
                <a:lnTo>
                  <a:pt x="4876716" y="146606"/>
                </a:lnTo>
                <a:lnTo>
                  <a:pt x="4876879" y="146907"/>
                </a:lnTo>
                <a:lnTo>
                  <a:pt x="4877066" y="147205"/>
                </a:lnTo>
                <a:lnTo>
                  <a:pt x="4877276" y="147497"/>
                </a:lnTo>
                <a:lnTo>
                  <a:pt x="4877512" y="147782"/>
                </a:lnTo>
                <a:lnTo>
                  <a:pt x="4877774" y="148056"/>
                </a:lnTo>
                <a:lnTo>
                  <a:pt x="4878063" y="148316"/>
                </a:lnTo>
                <a:lnTo>
                  <a:pt x="4878380" y="148561"/>
                </a:lnTo>
                <a:lnTo>
                  <a:pt x="4878727" y="148787"/>
                </a:lnTo>
                <a:lnTo>
                  <a:pt x="4879104" y="148991"/>
                </a:lnTo>
                <a:lnTo>
                  <a:pt x="4879513" y="149171"/>
                </a:lnTo>
                <a:lnTo>
                  <a:pt x="4879955" y="149325"/>
                </a:lnTo>
                <a:lnTo>
                  <a:pt x="4880430" y="149449"/>
                </a:lnTo>
                <a:lnTo>
                  <a:pt x="4880941" y="149541"/>
                </a:lnTo>
                <a:lnTo>
                  <a:pt x="4881487" y="149598"/>
                </a:lnTo>
                <a:lnTo>
                  <a:pt x="4882071" y="149617"/>
                </a:lnTo>
                <a:lnTo>
                  <a:pt x="4882940" y="149485"/>
                </a:lnTo>
                <a:lnTo>
                  <a:pt x="4884129" y="149088"/>
                </a:lnTo>
                <a:lnTo>
                  <a:pt x="4885606" y="148427"/>
                </a:lnTo>
                <a:lnTo>
                  <a:pt x="4887340" y="147504"/>
                </a:lnTo>
                <a:lnTo>
                  <a:pt x="4889298" y="146318"/>
                </a:lnTo>
                <a:lnTo>
                  <a:pt x="4891449" y="144870"/>
                </a:lnTo>
                <a:lnTo>
                  <a:pt x="4893761" y="143161"/>
                </a:lnTo>
                <a:lnTo>
                  <a:pt x="4896202" y="141192"/>
                </a:lnTo>
                <a:lnTo>
                  <a:pt x="4898741" y="138962"/>
                </a:lnTo>
                <a:lnTo>
                  <a:pt x="4901347" y="136474"/>
                </a:lnTo>
                <a:lnTo>
                  <a:pt x="4903986" y="133728"/>
                </a:lnTo>
                <a:lnTo>
                  <a:pt x="4906628" y="130723"/>
                </a:lnTo>
                <a:lnTo>
                  <a:pt x="4909241" y="127462"/>
                </a:lnTo>
                <a:lnTo>
                  <a:pt x="4911793" y="123944"/>
                </a:lnTo>
                <a:lnTo>
                  <a:pt x="4914253" y="120170"/>
                </a:lnTo>
                <a:lnTo>
                  <a:pt x="4916588" y="116142"/>
                </a:lnTo>
                <a:lnTo>
                  <a:pt x="4918767" y="111858"/>
                </a:lnTo>
                <a:lnTo>
                  <a:pt x="4920759" y="107322"/>
                </a:lnTo>
                <a:lnTo>
                  <a:pt x="4922531" y="102532"/>
                </a:lnTo>
                <a:lnTo>
                  <a:pt x="4924052" y="97489"/>
                </a:lnTo>
                <a:lnTo>
                  <a:pt x="4925291" y="92195"/>
                </a:lnTo>
                <a:lnTo>
                  <a:pt x="4926214" y="86650"/>
                </a:lnTo>
                <a:lnTo>
                  <a:pt x="4926792" y="80854"/>
                </a:lnTo>
                <a:lnTo>
                  <a:pt x="4926991" y="74809"/>
                </a:lnTo>
                <a:lnTo>
                  <a:pt x="4926946" y="71970"/>
                </a:lnTo>
                <a:lnTo>
                  <a:pt x="4926813" y="69191"/>
                </a:lnTo>
                <a:lnTo>
                  <a:pt x="4926597" y="66472"/>
                </a:lnTo>
                <a:lnTo>
                  <a:pt x="4926303" y="63813"/>
                </a:lnTo>
                <a:lnTo>
                  <a:pt x="4925936" y="61217"/>
                </a:lnTo>
                <a:lnTo>
                  <a:pt x="4925501" y="58683"/>
                </a:lnTo>
                <a:close/>
                <a:moveTo>
                  <a:pt x="3944880" y="124569"/>
                </a:moveTo>
                <a:lnTo>
                  <a:pt x="3944614" y="124172"/>
                </a:lnTo>
                <a:lnTo>
                  <a:pt x="3944318" y="123818"/>
                </a:lnTo>
                <a:lnTo>
                  <a:pt x="3943994" y="123507"/>
                </a:lnTo>
                <a:lnTo>
                  <a:pt x="3943646" y="123234"/>
                </a:lnTo>
                <a:lnTo>
                  <a:pt x="3943275" y="122998"/>
                </a:lnTo>
                <a:lnTo>
                  <a:pt x="3942886" y="122795"/>
                </a:lnTo>
                <a:lnTo>
                  <a:pt x="3942481" y="122623"/>
                </a:lnTo>
                <a:lnTo>
                  <a:pt x="3942063" y="122480"/>
                </a:lnTo>
                <a:lnTo>
                  <a:pt x="3941634" y="122363"/>
                </a:lnTo>
                <a:lnTo>
                  <a:pt x="3941198" y="122269"/>
                </a:lnTo>
                <a:lnTo>
                  <a:pt x="3940757" y="122196"/>
                </a:lnTo>
                <a:lnTo>
                  <a:pt x="3940314" y="122141"/>
                </a:lnTo>
                <a:lnTo>
                  <a:pt x="3939872" y="122102"/>
                </a:lnTo>
                <a:lnTo>
                  <a:pt x="3939434" y="122076"/>
                </a:lnTo>
                <a:lnTo>
                  <a:pt x="3939003" y="122060"/>
                </a:lnTo>
                <a:lnTo>
                  <a:pt x="3938581" y="122052"/>
                </a:lnTo>
                <a:lnTo>
                  <a:pt x="3938171" y="122049"/>
                </a:lnTo>
                <a:lnTo>
                  <a:pt x="3937777" y="122048"/>
                </a:lnTo>
                <a:lnTo>
                  <a:pt x="3929293" y="122048"/>
                </a:lnTo>
                <a:lnTo>
                  <a:pt x="3929293" y="77386"/>
                </a:lnTo>
                <a:lnTo>
                  <a:pt x="3929242" y="75013"/>
                </a:lnTo>
                <a:lnTo>
                  <a:pt x="3929091" y="72754"/>
                </a:lnTo>
                <a:lnTo>
                  <a:pt x="3928841" y="70610"/>
                </a:lnTo>
                <a:lnTo>
                  <a:pt x="3928494" y="68578"/>
                </a:lnTo>
                <a:lnTo>
                  <a:pt x="3928053" y="66657"/>
                </a:lnTo>
                <a:lnTo>
                  <a:pt x="3927519" y="64846"/>
                </a:lnTo>
                <a:lnTo>
                  <a:pt x="3926894" y="63144"/>
                </a:lnTo>
                <a:lnTo>
                  <a:pt x="3926180" y="61549"/>
                </a:lnTo>
                <a:lnTo>
                  <a:pt x="3925379" y="60061"/>
                </a:lnTo>
                <a:lnTo>
                  <a:pt x="3924493" y="58677"/>
                </a:lnTo>
                <a:lnTo>
                  <a:pt x="3923524" y="57398"/>
                </a:lnTo>
                <a:lnTo>
                  <a:pt x="3922473" y="56221"/>
                </a:lnTo>
                <a:lnTo>
                  <a:pt x="3921344" y="55145"/>
                </a:lnTo>
                <a:lnTo>
                  <a:pt x="3920137" y="54170"/>
                </a:lnTo>
                <a:lnTo>
                  <a:pt x="3918854" y="53293"/>
                </a:lnTo>
                <a:lnTo>
                  <a:pt x="3917498" y="52513"/>
                </a:lnTo>
                <a:lnTo>
                  <a:pt x="3916070" y="51831"/>
                </a:lnTo>
                <a:lnTo>
                  <a:pt x="3914573" y="51243"/>
                </a:lnTo>
                <a:lnTo>
                  <a:pt x="3913007" y="50749"/>
                </a:lnTo>
                <a:lnTo>
                  <a:pt x="3911376" y="50347"/>
                </a:lnTo>
                <a:lnTo>
                  <a:pt x="3909681" y="50037"/>
                </a:lnTo>
                <a:lnTo>
                  <a:pt x="3907924" y="49817"/>
                </a:lnTo>
                <a:lnTo>
                  <a:pt x="3906107" y="49686"/>
                </a:lnTo>
                <a:lnTo>
                  <a:pt x="3904232" y="49643"/>
                </a:lnTo>
                <a:lnTo>
                  <a:pt x="3902639" y="49676"/>
                </a:lnTo>
                <a:lnTo>
                  <a:pt x="3901091" y="49774"/>
                </a:lnTo>
                <a:lnTo>
                  <a:pt x="3899588" y="49932"/>
                </a:lnTo>
                <a:lnTo>
                  <a:pt x="3898130" y="50146"/>
                </a:lnTo>
                <a:lnTo>
                  <a:pt x="3896718" y="50411"/>
                </a:lnTo>
                <a:lnTo>
                  <a:pt x="3895351" y="50725"/>
                </a:lnTo>
                <a:lnTo>
                  <a:pt x="3894031" y="51082"/>
                </a:lnTo>
                <a:lnTo>
                  <a:pt x="3892757" y="51479"/>
                </a:lnTo>
                <a:lnTo>
                  <a:pt x="3891530" y="51911"/>
                </a:lnTo>
                <a:lnTo>
                  <a:pt x="3890350" y="52375"/>
                </a:lnTo>
                <a:lnTo>
                  <a:pt x="3889218" y="52866"/>
                </a:lnTo>
                <a:lnTo>
                  <a:pt x="3888133" y="53380"/>
                </a:lnTo>
                <a:lnTo>
                  <a:pt x="3887097" y="53913"/>
                </a:lnTo>
                <a:lnTo>
                  <a:pt x="3886109" y="54461"/>
                </a:lnTo>
                <a:lnTo>
                  <a:pt x="3885171" y="55020"/>
                </a:lnTo>
                <a:lnTo>
                  <a:pt x="3884281" y="55586"/>
                </a:lnTo>
                <a:lnTo>
                  <a:pt x="3883441" y="56154"/>
                </a:lnTo>
                <a:lnTo>
                  <a:pt x="3882650" y="56721"/>
                </a:lnTo>
                <a:lnTo>
                  <a:pt x="3881910" y="57283"/>
                </a:lnTo>
                <a:lnTo>
                  <a:pt x="3881221" y="57835"/>
                </a:lnTo>
                <a:lnTo>
                  <a:pt x="3880582" y="58373"/>
                </a:lnTo>
                <a:lnTo>
                  <a:pt x="3879994" y="58893"/>
                </a:lnTo>
                <a:lnTo>
                  <a:pt x="3879458" y="59391"/>
                </a:lnTo>
                <a:lnTo>
                  <a:pt x="3878974" y="59863"/>
                </a:lnTo>
                <a:lnTo>
                  <a:pt x="3878974" y="23845"/>
                </a:lnTo>
                <a:lnTo>
                  <a:pt x="3878968" y="23119"/>
                </a:lnTo>
                <a:lnTo>
                  <a:pt x="3878947" y="22434"/>
                </a:lnTo>
                <a:lnTo>
                  <a:pt x="3878911" y="21790"/>
                </a:lnTo>
                <a:lnTo>
                  <a:pt x="3878858" y="21184"/>
                </a:lnTo>
                <a:lnTo>
                  <a:pt x="3878785" y="20618"/>
                </a:lnTo>
                <a:lnTo>
                  <a:pt x="3878691" y="20089"/>
                </a:lnTo>
                <a:lnTo>
                  <a:pt x="3878574" y="19596"/>
                </a:lnTo>
                <a:lnTo>
                  <a:pt x="3878431" y="19140"/>
                </a:lnTo>
                <a:lnTo>
                  <a:pt x="3878262" y="18718"/>
                </a:lnTo>
                <a:lnTo>
                  <a:pt x="3878065" y="18330"/>
                </a:lnTo>
                <a:lnTo>
                  <a:pt x="3877837" y="17975"/>
                </a:lnTo>
                <a:lnTo>
                  <a:pt x="3877577" y="17652"/>
                </a:lnTo>
                <a:lnTo>
                  <a:pt x="3877282" y="17360"/>
                </a:lnTo>
                <a:lnTo>
                  <a:pt x="3876952" y="17098"/>
                </a:lnTo>
                <a:lnTo>
                  <a:pt x="3876583" y="16865"/>
                </a:lnTo>
                <a:lnTo>
                  <a:pt x="3876175" y="16661"/>
                </a:lnTo>
                <a:lnTo>
                  <a:pt x="3875726" y="16485"/>
                </a:lnTo>
                <a:lnTo>
                  <a:pt x="3875233" y="16335"/>
                </a:lnTo>
                <a:lnTo>
                  <a:pt x="3874695" y="16210"/>
                </a:lnTo>
                <a:lnTo>
                  <a:pt x="3874110" y="16110"/>
                </a:lnTo>
                <a:lnTo>
                  <a:pt x="3873477" y="16034"/>
                </a:lnTo>
                <a:lnTo>
                  <a:pt x="3872792" y="15981"/>
                </a:lnTo>
                <a:lnTo>
                  <a:pt x="3872055" y="15950"/>
                </a:lnTo>
                <a:lnTo>
                  <a:pt x="3871263" y="15940"/>
                </a:lnTo>
                <a:lnTo>
                  <a:pt x="3857190" y="15940"/>
                </a:lnTo>
                <a:lnTo>
                  <a:pt x="3856796" y="15940"/>
                </a:lnTo>
                <a:lnTo>
                  <a:pt x="3856386" y="15943"/>
                </a:lnTo>
                <a:lnTo>
                  <a:pt x="3855964" y="15951"/>
                </a:lnTo>
                <a:lnTo>
                  <a:pt x="3855533" y="15967"/>
                </a:lnTo>
                <a:lnTo>
                  <a:pt x="3855095" y="15994"/>
                </a:lnTo>
                <a:lnTo>
                  <a:pt x="3854653" y="16033"/>
                </a:lnTo>
                <a:lnTo>
                  <a:pt x="3854210" y="16088"/>
                </a:lnTo>
                <a:lnTo>
                  <a:pt x="3853769" y="16161"/>
                </a:lnTo>
                <a:lnTo>
                  <a:pt x="3853333" y="16255"/>
                </a:lnTo>
                <a:lnTo>
                  <a:pt x="3852904" y="16372"/>
                </a:lnTo>
                <a:lnTo>
                  <a:pt x="3852486" y="16515"/>
                </a:lnTo>
                <a:lnTo>
                  <a:pt x="3852081" y="16687"/>
                </a:lnTo>
                <a:lnTo>
                  <a:pt x="3851691" y="16890"/>
                </a:lnTo>
                <a:lnTo>
                  <a:pt x="3851321" y="17126"/>
                </a:lnTo>
                <a:lnTo>
                  <a:pt x="3850973" y="17399"/>
                </a:lnTo>
                <a:lnTo>
                  <a:pt x="3850649" y="17711"/>
                </a:lnTo>
                <a:lnTo>
                  <a:pt x="3850353" y="18064"/>
                </a:lnTo>
                <a:lnTo>
                  <a:pt x="3850087" y="18462"/>
                </a:lnTo>
                <a:lnTo>
                  <a:pt x="3849854" y="18906"/>
                </a:lnTo>
                <a:lnTo>
                  <a:pt x="3849657" y="19399"/>
                </a:lnTo>
                <a:lnTo>
                  <a:pt x="3849499" y="19945"/>
                </a:lnTo>
                <a:lnTo>
                  <a:pt x="3849382" y="20544"/>
                </a:lnTo>
                <a:lnTo>
                  <a:pt x="3849310" y="21201"/>
                </a:lnTo>
                <a:lnTo>
                  <a:pt x="3849285" y="21918"/>
                </a:lnTo>
                <a:lnTo>
                  <a:pt x="3849311" y="22611"/>
                </a:lnTo>
                <a:lnTo>
                  <a:pt x="3849386" y="23247"/>
                </a:lnTo>
                <a:lnTo>
                  <a:pt x="3849506" y="23827"/>
                </a:lnTo>
                <a:lnTo>
                  <a:pt x="3849669" y="24355"/>
                </a:lnTo>
                <a:lnTo>
                  <a:pt x="3849872" y="24832"/>
                </a:lnTo>
                <a:lnTo>
                  <a:pt x="3850111" y="25262"/>
                </a:lnTo>
                <a:lnTo>
                  <a:pt x="3850383" y="25646"/>
                </a:lnTo>
                <a:lnTo>
                  <a:pt x="3850685" y="25988"/>
                </a:lnTo>
                <a:lnTo>
                  <a:pt x="3851014" y="26290"/>
                </a:lnTo>
                <a:lnTo>
                  <a:pt x="3851366" y="26554"/>
                </a:lnTo>
                <a:lnTo>
                  <a:pt x="3851739" y="26782"/>
                </a:lnTo>
                <a:lnTo>
                  <a:pt x="3852129" y="26979"/>
                </a:lnTo>
                <a:lnTo>
                  <a:pt x="3852533" y="27145"/>
                </a:lnTo>
                <a:lnTo>
                  <a:pt x="3852948" y="27283"/>
                </a:lnTo>
                <a:lnTo>
                  <a:pt x="3853371" y="27397"/>
                </a:lnTo>
                <a:lnTo>
                  <a:pt x="3853798" y="27487"/>
                </a:lnTo>
                <a:lnTo>
                  <a:pt x="3854226" y="27558"/>
                </a:lnTo>
                <a:lnTo>
                  <a:pt x="3854653" y="27611"/>
                </a:lnTo>
                <a:lnTo>
                  <a:pt x="3855075" y="27649"/>
                </a:lnTo>
                <a:lnTo>
                  <a:pt x="3855488" y="27675"/>
                </a:lnTo>
                <a:lnTo>
                  <a:pt x="3855890" y="27690"/>
                </a:lnTo>
                <a:lnTo>
                  <a:pt x="3856277" y="27698"/>
                </a:lnTo>
                <a:lnTo>
                  <a:pt x="3856647" y="27701"/>
                </a:lnTo>
                <a:lnTo>
                  <a:pt x="3856996" y="27702"/>
                </a:lnTo>
                <a:lnTo>
                  <a:pt x="3865674" y="27702"/>
                </a:lnTo>
                <a:lnTo>
                  <a:pt x="3865674" y="122048"/>
                </a:lnTo>
                <a:lnTo>
                  <a:pt x="3857190" y="122048"/>
                </a:lnTo>
                <a:lnTo>
                  <a:pt x="3856796" y="122049"/>
                </a:lnTo>
                <a:lnTo>
                  <a:pt x="3856386" y="122052"/>
                </a:lnTo>
                <a:lnTo>
                  <a:pt x="3855964" y="122060"/>
                </a:lnTo>
                <a:lnTo>
                  <a:pt x="3855533" y="122076"/>
                </a:lnTo>
                <a:lnTo>
                  <a:pt x="3855095" y="122102"/>
                </a:lnTo>
                <a:lnTo>
                  <a:pt x="3854653" y="122141"/>
                </a:lnTo>
                <a:lnTo>
                  <a:pt x="3854210" y="122196"/>
                </a:lnTo>
                <a:lnTo>
                  <a:pt x="3853769" y="122269"/>
                </a:lnTo>
                <a:lnTo>
                  <a:pt x="3853333" y="122363"/>
                </a:lnTo>
                <a:lnTo>
                  <a:pt x="3852904" y="122480"/>
                </a:lnTo>
                <a:lnTo>
                  <a:pt x="3852486" y="122623"/>
                </a:lnTo>
                <a:lnTo>
                  <a:pt x="3852081" y="122795"/>
                </a:lnTo>
                <a:lnTo>
                  <a:pt x="3851691" y="122998"/>
                </a:lnTo>
                <a:lnTo>
                  <a:pt x="3851321" y="123234"/>
                </a:lnTo>
                <a:lnTo>
                  <a:pt x="3850973" y="123507"/>
                </a:lnTo>
                <a:lnTo>
                  <a:pt x="3850649" y="123818"/>
                </a:lnTo>
                <a:lnTo>
                  <a:pt x="3850353" y="124172"/>
                </a:lnTo>
                <a:lnTo>
                  <a:pt x="3850087" y="124569"/>
                </a:lnTo>
                <a:lnTo>
                  <a:pt x="3849854" y="125013"/>
                </a:lnTo>
                <a:lnTo>
                  <a:pt x="3849657" y="125506"/>
                </a:lnTo>
                <a:lnTo>
                  <a:pt x="3849499" y="126051"/>
                </a:lnTo>
                <a:lnTo>
                  <a:pt x="3849382" y="126650"/>
                </a:lnTo>
                <a:lnTo>
                  <a:pt x="3849310" y="127307"/>
                </a:lnTo>
                <a:lnTo>
                  <a:pt x="3849285" y="128023"/>
                </a:lnTo>
                <a:lnTo>
                  <a:pt x="3849311" y="128717"/>
                </a:lnTo>
                <a:lnTo>
                  <a:pt x="3849386" y="129352"/>
                </a:lnTo>
                <a:lnTo>
                  <a:pt x="3849506" y="129932"/>
                </a:lnTo>
                <a:lnTo>
                  <a:pt x="3849669" y="130460"/>
                </a:lnTo>
                <a:lnTo>
                  <a:pt x="3849872" y="130937"/>
                </a:lnTo>
                <a:lnTo>
                  <a:pt x="3850111" y="131367"/>
                </a:lnTo>
                <a:lnTo>
                  <a:pt x="3850383" y="131752"/>
                </a:lnTo>
                <a:lnTo>
                  <a:pt x="3850685" y="132093"/>
                </a:lnTo>
                <a:lnTo>
                  <a:pt x="3851014" y="132395"/>
                </a:lnTo>
                <a:lnTo>
                  <a:pt x="3851366" y="132659"/>
                </a:lnTo>
                <a:lnTo>
                  <a:pt x="3851739" y="132888"/>
                </a:lnTo>
                <a:lnTo>
                  <a:pt x="3852129" y="133084"/>
                </a:lnTo>
                <a:lnTo>
                  <a:pt x="3852533" y="133250"/>
                </a:lnTo>
                <a:lnTo>
                  <a:pt x="3852948" y="133389"/>
                </a:lnTo>
                <a:lnTo>
                  <a:pt x="3853371" y="133502"/>
                </a:lnTo>
                <a:lnTo>
                  <a:pt x="3853798" y="133593"/>
                </a:lnTo>
                <a:lnTo>
                  <a:pt x="3854226" y="133664"/>
                </a:lnTo>
                <a:lnTo>
                  <a:pt x="3854653" y="133717"/>
                </a:lnTo>
                <a:lnTo>
                  <a:pt x="3855075" y="133755"/>
                </a:lnTo>
                <a:lnTo>
                  <a:pt x="3855488" y="133780"/>
                </a:lnTo>
                <a:lnTo>
                  <a:pt x="3855890" y="133796"/>
                </a:lnTo>
                <a:lnTo>
                  <a:pt x="3856277" y="133804"/>
                </a:lnTo>
                <a:lnTo>
                  <a:pt x="3856647" y="133807"/>
                </a:lnTo>
                <a:lnTo>
                  <a:pt x="3856996" y="133807"/>
                </a:lnTo>
                <a:lnTo>
                  <a:pt x="3887652" y="133807"/>
                </a:lnTo>
                <a:lnTo>
                  <a:pt x="3888001" y="133807"/>
                </a:lnTo>
                <a:lnTo>
                  <a:pt x="3888370" y="133804"/>
                </a:lnTo>
                <a:lnTo>
                  <a:pt x="3888758" y="133796"/>
                </a:lnTo>
                <a:lnTo>
                  <a:pt x="3889160" y="133780"/>
                </a:lnTo>
                <a:lnTo>
                  <a:pt x="3889573" y="133755"/>
                </a:lnTo>
                <a:lnTo>
                  <a:pt x="3889995" y="133717"/>
                </a:lnTo>
                <a:lnTo>
                  <a:pt x="3890422" y="133664"/>
                </a:lnTo>
                <a:lnTo>
                  <a:pt x="3890850" y="133593"/>
                </a:lnTo>
                <a:lnTo>
                  <a:pt x="3891277" y="133502"/>
                </a:lnTo>
                <a:lnTo>
                  <a:pt x="3891700" y="133389"/>
                </a:lnTo>
                <a:lnTo>
                  <a:pt x="3892115" y="133250"/>
                </a:lnTo>
                <a:lnTo>
                  <a:pt x="3892519" y="133084"/>
                </a:lnTo>
                <a:lnTo>
                  <a:pt x="3892909" y="132888"/>
                </a:lnTo>
                <a:lnTo>
                  <a:pt x="3893282" y="132659"/>
                </a:lnTo>
                <a:lnTo>
                  <a:pt x="3893634" y="132395"/>
                </a:lnTo>
                <a:lnTo>
                  <a:pt x="3893963" y="132093"/>
                </a:lnTo>
                <a:lnTo>
                  <a:pt x="3894265" y="131752"/>
                </a:lnTo>
                <a:lnTo>
                  <a:pt x="3894537" y="131367"/>
                </a:lnTo>
                <a:lnTo>
                  <a:pt x="3894776" y="130937"/>
                </a:lnTo>
                <a:lnTo>
                  <a:pt x="3894979" y="130460"/>
                </a:lnTo>
                <a:lnTo>
                  <a:pt x="3895142" y="129932"/>
                </a:lnTo>
                <a:lnTo>
                  <a:pt x="3895262" y="129352"/>
                </a:lnTo>
                <a:lnTo>
                  <a:pt x="3895337" y="128717"/>
                </a:lnTo>
                <a:lnTo>
                  <a:pt x="3895362" y="128023"/>
                </a:lnTo>
                <a:lnTo>
                  <a:pt x="3895338" y="127307"/>
                </a:lnTo>
                <a:lnTo>
                  <a:pt x="3895266" y="126650"/>
                </a:lnTo>
                <a:lnTo>
                  <a:pt x="3895149" y="126051"/>
                </a:lnTo>
                <a:lnTo>
                  <a:pt x="3894991" y="125506"/>
                </a:lnTo>
                <a:lnTo>
                  <a:pt x="3894794" y="125013"/>
                </a:lnTo>
                <a:lnTo>
                  <a:pt x="3894561" y="124569"/>
                </a:lnTo>
                <a:lnTo>
                  <a:pt x="3894295" y="124172"/>
                </a:lnTo>
                <a:lnTo>
                  <a:pt x="3893999" y="123818"/>
                </a:lnTo>
                <a:lnTo>
                  <a:pt x="3893675" y="123507"/>
                </a:lnTo>
                <a:lnTo>
                  <a:pt x="3893327" y="123234"/>
                </a:lnTo>
                <a:lnTo>
                  <a:pt x="3892956" y="122998"/>
                </a:lnTo>
                <a:lnTo>
                  <a:pt x="3892567" y="122795"/>
                </a:lnTo>
                <a:lnTo>
                  <a:pt x="3892162" y="122623"/>
                </a:lnTo>
                <a:lnTo>
                  <a:pt x="3891744" y="122480"/>
                </a:lnTo>
                <a:lnTo>
                  <a:pt x="3891315" y="122363"/>
                </a:lnTo>
                <a:lnTo>
                  <a:pt x="3890879" y="122269"/>
                </a:lnTo>
                <a:lnTo>
                  <a:pt x="3890438" y="122196"/>
                </a:lnTo>
                <a:lnTo>
                  <a:pt x="3889995" y="122141"/>
                </a:lnTo>
                <a:lnTo>
                  <a:pt x="3889553" y="122102"/>
                </a:lnTo>
                <a:lnTo>
                  <a:pt x="3889115" y="122076"/>
                </a:lnTo>
                <a:lnTo>
                  <a:pt x="3888684" y="122060"/>
                </a:lnTo>
                <a:lnTo>
                  <a:pt x="3888262" y="122052"/>
                </a:lnTo>
                <a:lnTo>
                  <a:pt x="3887852" y="122049"/>
                </a:lnTo>
                <a:lnTo>
                  <a:pt x="3887458" y="122048"/>
                </a:lnTo>
                <a:lnTo>
                  <a:pt x="3878974" y="122048"/>
                </a:lnTo>
                <a:lnTo>
                  <a:pt x="3878974" y="87974"/>
                </a:lnTo>
                <a:lnTo>
                  <a:pt x="3879047" y="85629"/>
                </a:lnTo>
                <a:lnTo>
                  <a:pt x="3879260" y="83407"/>
                </a:lnTo>
                <a:lnTo>
                  <a:pt x="3879606" y="81305"/>
                </a:lnTo>
                <a:lnTo>
                  <a:pt x="3880076" y="79321"/>
                </a:lnTo>
                <a:lnTo>
                  <a:pt x="3880663" y="77454"/>
                </a:lnTo>
                <a:lnTo>
                  <a:pt x="3881357" y="75701"/>
                </a:lnTo>
                <a:lnTo>
                  <a:pt x="3882151" y="74060"/>
                </a:lnTo>
                <a:lnTo>
                  <a:pt x="3883037" y="72529"/>
                </a:lnTo>
                <a:lnTo>
                  <a:pt x="3884007" y="71107"/>
                </a:lnTo>
                <a:lnTo>
                  <a:pt x="3885052" y="69791"/>
                </a:lnTo>
                <a:lnTo>
                  <a:pt x="3886165" y="68579"/>
                </a:lnTo>
                <a:lnTo>
                  <a:pt x="3887337" y="67470"/>
                </a:lnTo>
                <a:lnTo>
                  <a:pt x="3888560" y="66461"/>
                </a:lnTo>
                <a:lnTo>
                  <a:pt x="3889827" y="65550"/>
                </a:lnTo>
                <a:lnTo>
                  <a:pt x="3891128" y="64735"/>
                </a:lnTo>
                <a:lnTo>
                  <a:pt x="3892456" y="64015"/>
                </a:lnTo>
                <a:lnTo>
                  <a:pt x="3893803" y="63387"/>
                </a:lnTo>
                <a:lnTo>
                  <a:pt x="3895161" y="62849"/>
                </a:lnTo>
                <a:lnTo>
                  <a:pt x="3896521" y="62399"/>
                </a:lnTo>
                <a:lnTo>
                  <a:pt x="3897876" y="62036"/>
                </a:lnTo>
                <a:lnTo>
                  <a:pt x="3899217" y="61757"/>
                </a:lnTo>
                <a:lnTo>
                  <a:pt x="3900536" y="61560"/>
                </a:lnTo>
                <a:lnTo>
                  <a:pt x="3901825" y="61443"/>
                </a:lnTo>
                <a:lnTo>
                  <a:pt x="3903076" y="61405"/>
                </a:lnTo>
                <a:lnTo>
                  <a:pt x="3904314" y="61433"/>
                </a:lnTo>
                <a:lnTo>
                  <a:pt x="3905476" y="61518"/>
                </a:lnTo>
                <a:lnTo>
                  <a:pt x="3906564" y="61659"/>
                </a:lnTo>
                <a:lnTo>
                  <a:pt x="3907580" y="61858"/>
                </a:lnTo>
                <a:lnTo>
                  <a:pt x="3908526" y="62114"/>
                </a:lnTo>
                <a:lnTo>
                  <a:pt x="3909404" y="62428"/>
                </a:lnTo>
                <a:lnTo>
                  <a:pt x="3910216" y="62800"/>
                </a:lnTo>
                <a:lnTo>
                  <a:pt x="3910965" y="63231"/>
                </a:lnTo>
                <a:lnTo>
                  <a:pt x="3911652" y="63720"/>
                </a:lnTo>
                <a:lnTo>
                  <a:pt x="3912279" y="64269"/>
                </a:lnTo>
                <a:lnTo>
                  <a:pt x="3912849" y="64877"/>
                </a:lnTo>
                <a:lnTo>
                  <a:pt x="3913364" y="65545"/>
                </a:lnTo>
                <a:lnTo>
                  <a:pt x="3913826" y="66273"/>
                </a:lnTo>
                <a:lnTo>
                  <a:pt x="3914236" y="67062"/>
                </a:lnTo>
                <a:lnTo>
                  <a:pt x="3914598" y="67911"/>
                </a:lnTo>
                <a:lnTo>
                  <a:pt x="3914912" y="68822"/>
                </a:lnTo>
                <a:lnTo>
                  <a:pt x="3915182" y="69794"/>
                </a:lnTo>
                <a:lnTo>
                  <a:pt x="3915409" y="70828"/>
                </a:lnTo>
                <a:lnTo>
                  <a:pt x="3915595" y="71924"/>
                </a:lnTo>
                <a:lnTo>
                  <a:pt x="3915743" y="73082"/>
                </a:lnTo>
                <a:lnTo>
                  <a:pt x="3915854" y="74304"/>
                </a:lnTo>
                <a:lnTo>
                  <a:pt x="3915931" y="75588"/>
                </a:lnTo>
                <a:lnTo>
                  <a:pt x="3915976" y="76936"/>
                </a:lnTo>
                <a:lnTo>
                  <a:pt x="3915990" y="78348"/>
                </a:lnTo>
                <a:lnTo>
                  <a:pt x="3915990" y="122048"/>
                </a:lnTo>
                <a:lnTo>
                  <a:pt x="3908474" y="122048"/>
                </a:lnTo>
                <a:lnTo>
                  <a:pt x="3908080" y="122049"/>
                </a:lnTo>
                <a:lnTo>
                  <a:pt x="3907670" y="122052"/>
                </a:lnTo>
                <a:lnTo>
                  <a:pt x="3907248" y="122060"/>
                </a:lnTo>
                <a:lnTo>
                  <a:pt x="3906817" y="122076"/>
                </a:lnTo>
                <a:lnTo>
                  <a:pt x="3906379" y="122102"/>
                </a:lnTo>
                <a:lnTo>
                  <a:pt x="3905937" y="122141"/>
                </a:lnTo>
                <a:lnTo>
                  <a:pt x="3905494" y="122196"/>
                </a:lnTo>
                <a:lnTo>
                  <a:pt x="3905053" y="122269"/>
                </a:lnTo>
                <a:lnTo>
                  <a:pt x="3904617" y="122363"/>
                </a:lnTo>
                <a:lnTo>
                  <a:pt x="3904188" y="122480"/>
                </a:lnTo>
                <a:lnTo>
                  <a:pt x="3903770" y="122623"/>
                </a:lnTo>
                <a:lnTo>
                  <a:pt x="3903364" y="122795"/>
                </a:lnTo>
                <a:lnTo>
                  <a:pt x="3902975" y="122998"/>
                </a:lnTo>
                <a:lnTo>
                  <a:pt x="3902605" y="123234"/>
                </a:lnTo>
                <a:lnTo>
                  <a:pt x="3902257" y="123507"/>
                </a:lnTo>
                <a:lnTo>
                  <a:pt x="3901933" y="123818"/>
                </a:lnTo>
                <a:lnTo>
                  <a:pt x="3901637" y="124172"/>
                </a:lnTo>
                <a:lnTo>
                  <a:pt x="3901371" y="124569"/>
                </a:lnTo>
                <a:lnTo>
                  <a:pt x="3901138" y="125013"/>
                </a:lnTo>
                <a:lnTo>
                  <a:pt x="3900941" y="125506"/>
                </a:lnTo>
                <a:lnTo>
                  <a:pt x="3900782" y="126051"/>
                </a:lnTo>
                <a:lnTo>
                  <a:pt x="3900666" y="126650"/>
                </a:lnTo>
                <a:lnTo>
                  <a:pt x="3900594" y="127307"/>
                </a:lnTo>
                <a:lnTo>
                  <a:pt x="3900569" y="128023"/>
                </a:lnTo>
                <a:lnTo>
                  <a:pt x="3900596" y="128717"/>
                </a:lnTo>
                <a:lnTo>
                  <a:pt x="3900673" y="129352"/>
                </a:lnTo>
                <a:lnTo>
                  <a:pt x="3900798" y="129932"/>
                </a:lnTo>
                <a:lnTo>
                  <a:pt x="3900967" y="130460"/>
                </a:lnTo>
                <a:lnTo>
                  <a:pt x="3901177" y="130937"/>
                </a:lnTo>
                <a:lnTo>
                  <a:pt x="3901425" y="131367"/>
                </a:lnTo>
                <a:lnTo>
                  <a:pt x="3901706" y="131752"/>
                </a:lnTo>
                <a:lnTo>
                  <a:pt x="3902019" y="132093"/>
                </a:lnTo>
                <a:lnTo>
                  <a:pt x="3902358" y="132395"/>
                </a:lnTo>
                <a:lnTo>
                  <a:pt x="3902722" y="132659"/>
                </a:lnTo>
                <a:lnTo>
                  <a:pt x="3903107" y="132888"/>
                </a:lnTo>
                <a:lnTo>
                  <a:pt x="3903509" y="133084"/>
                </a:lnTo>
                <a:lnTo>
                  <a:pt x="3903925" y="133250"/>
                </a:lnTo>
                <a:lnTo>
                  <a:pt x="3904352" y="133389"/>
                </a:lnTo>
                <a:lnTo>
                  <a:pt x="3904786" y="133502"/>
                </a:lnTo>
                <a:lnTo>
                  <a:pt x="3905224" y="133593"/>
                </a:lnTo>
                <a:lnTo>
                  <a:pt x="3905663" y="133664"/>
                </a:lnTo>
                <a:lnTo>
                  <a:pt x="3906100" y="133717"/>
                </a:lnTo>
                <a:lnTo>
                  <a:pt x="3906530" y="133755"/>
                </a:lnTo>
                <a:lnTo>
                  <a:pt x="3906951" y="133780"/>
                </a:lnTo>
                <a:lnTo>
                  <a:pt x="3907359" y="133796"/>
                </a:lnTo>
                <a:lnTo>
                  <a:pt x="3907751" y="133804"/>
                </a:lnTo>
                <a:lnTo>
                  <a:pt x="3908124" y="133807"/>
                </a:lnTo>
                <a:lnTo>
                  <a:pt x="3908474" y="133807"/>
                </a:lnTo>
                <a:lnTo>
                  <a:pt x="3937971" y="133807"/>
                </a:lnTo>
                <a:lnTo>
                  <a:pt x="3938320" y="133807"/>
                </a:lnTo>
                <a:lnTo>
                  <a:pt x="3938689" y="133804"/>
                </a:lnTo>
                <a:lnTo>
                  <a:pt x="3939077" y="133796"/>
                </a:lnTo>
                <a:lnTo>
                  <a:pt x="3939479" y="133780"/>
                </a:lnTo>
                <a:lnTo>
                  <a:pt x="3939892" y="133755"/>
                </a:lnTo>
                <a:lnTo>
                  <a:pt x="3940314" y="133717"/>
                </a:lnTo>
                <a:lnTo>
                  <a:pt x="3940741" y="133664"/>
                </a:lnTo>
                <a:lnTo>
                  <a:pt x="3941169" y="133593"/>
                </a:lnTo>
                <a:lnTo>
                  <a:pt x="3941596" y="133502"/>
                </a:lnTo>
                <a:lnTo>
                  <a:pt x="3942019" y="133389"/>
                </a:lnTo>
                <a:lnTo>
                  <a:pt x="3942434" y="133250"/>
                </a:lnTo>
                <a:lnTo>
                  <a:pt x="3942838" y="133084"/>
                </a:lnTo>
                <a:lnTo>
                  <a:pt x="3943228" y="132888"/>
                </a:lnTo>
                <a:lnTo>
                  <a:pt x="3943601" y="132659"/>
                </a:lnTo>
                <a:lnTo>
                  <a:pt x="3943953" y="132395"/>
                </a:lnTo>
                <a:lnTo>
                  <a:pt x="3944282" y="132093"/>
                </a:lnTo>
                <a:lnTo>
                  <a:pt x="3944584" y="131752"/>
                </a:lnTo>
                <a:lnTo>
                  <a:pt x="3944856" y="131367"/>
                </a:lnTo>
                <a:lnTo>
                  <a:pt x="3945095" y="130937"/>
                </a:lnTo>
                <a:lnTo>
                  <a:pt x="3945298" y="130460"/>
                </a:lnTo>
                <a:lnTo>
                  <a:pt x="3945461" y="129932"/>
                </a:lnTo>
                <a:lnTo>
                  <a:pt x="3945581" y="129352"/>
                </a:lnTo>
                <a:lnTo>
                  <a:pt x="3945656" y="128717"/>
                </a:lnTo>
                <a:lnTo>
                  <a:pt x="3945681" y="128023"/>
                </a:lnTo>
                <a:lnTo>
                  <a:pt x="3945657" y="127307"/>
                </a:lnTo>
                <a:lnTo>
                  <a:pt x="3945585" y="126650"/>
                </a:lnTo>
                <a:lnTo>
                  <a:pt x="3945468" y="126051"/>
                </a:lnTo>
                <a:lnTo>
                  <a:pt x="3945310" y="125506"/>
                </a:lnTo>
                <a:lnTo>
                  <a:pt x="3945113" y="125013"/>
                </a:lnTo>
                <a:lnTo>
                  <a:pt x="3944880" y="124569"/>
                </a:lnTo>
                <a:close/>
                <a:moveTo>
                  <a:pt x="4440597" y="90380"/>
                </a:moveTo>
                <a:lnTo>
                  <a:pt x="4440479" y="90075"/>
                </a:lnTo>
                <a:lnTo>
                  <a:pt x="4440350" y="89785"/>
                </a:lnTo>
                <a:lnTo>
                  <a:pt x="4440212" y="89512"/>
                </a:lnTo>
                <a:lnTo>
                  <a:pt x="4440066" y="89255"/>
                </a:lnTo>
                <a:lnTo>
                  <a:pt x="4439915" y="89014"/>
                </a:lnTo>
                <a:lnTo>
                  <a:pt x="4439759" y="88789"/>
                </a:lnTo>
                <a:lnTo>
                  <a:pt x="4439602" y="88580"/>
                </a:lnTo>
                <a:lnTo>
                  <a:pt x="4439445" y="88387"/>
                </a:lnTo>
                <a:lnTo>
                  <a:pt x="4439289" y="88210"/>
                </a:lnTo>
                <a:lnTo>
                  <a:pt x="4439136" y="88050"/>
                </a:lnTo>
                <a:lnTo>
                  <a:pt x="4438989" y="87905"/>
                </a:lnTo>
                <a:lnTo>
                  <a:pt x="4438849" y="87776"/>
                </a:lnTo>
                <a:lnTo>
                  <a:pt x="4438718" y="87664"/>
                </a:lnTo>
                <a:lnTo>
                  <a:pt x="4438598" y="87567"/>
                </a:lnTo>
                <a:lnTo>
                  <a:pt x="4438491" y="87487"/>
                </a:lnTo>
                <a:lnTo>
                  <a:pt x="4438398" y="87422"/>
                </a:lnTo>
                <a:lnTo>
                  <a:pt x="4438322" y="87374"/>
                </a:lnTo>
                <a:lnTo>
                  <a:pt x="4438264" y="87342"/>
                </a:lnTo>
                <a:lnTo>
                  <a:pt x="4437619" y="86916"/>
                </a:lnTo>
                <a:lnTo>
                  <a:pt x="4436896" y="86462"/>
                </a:lnTo>
                <a:lnTo>
                  <a:pt x="4436100" y="85981"/>
                </a:lnTo>
                <a:lnTo>
                  <a:pt x="4435239" y="85477"/>
                </a:lnTo>
                <a:lnTo>
                  <a:pt x="4434321" y="84952"/>
                </a:lnTo>
                <a:lnTo>
                  <a:pt x="4433351" y="84410"/>
                </a:lnTo>
                <a:lnTo>
                  <a:pt x="4432338" y="83854"/>
                </a:lnTo>
                <a:lnTo>
                  <a:pt x="4431289" y="83286"/>
                </a:lnTo>
                <a:lnTo>
                  <a:pt x="4430209" y="82709"/>
                </a:lnTo>
                <a:lnTo>
                  <a:pt x="4429108" y="82126"/>
                </a:lnTo>
                <a:lnTo>
                  <a:pt x="4427991" y="81540"/>
                </a:lnTo>
                <a:lnTo>
                  <a:pt x="4426866" y="80955"/>
                </a:lnTo>
                <a:lnTo>
                  <a:pt x="4425741" y="80372"/>
                </a:lnTo>
                <a:lnTo>
                  <a:pt x="4424621" y="79796"/>
                </a:lnTo>
                <a:lnTo>
                  <a:pt x="4423514" y="79228"/>
                </a:lnTo>
                <a:lnTo>
                  <a:pt x="4422428" y="78672"/>
                </a:lnTo>
                <a:lnTo>
                  <a:pt x="4421369" y="78131"/>
                </a:lnTo>
                <a:lnTo>
                  <a:pt x="4420345" y="77608"/>
                </a:lnTo>
                <a:lnTo>
                  <a:pt x="4419363" y="77105"/>
                </a:lnTo>
                <a:lnTo>
                  <a:pt x="4418429" y="76626"/>
                </a:lnTo>
                <a:lnTo>
                  <a:pt x="4417551" y="76173"/>
                </a:lnTo>
                <a:lnTo>
                  <a:pt x="4416736" y="75750"/>
                </a:lnTo>
                <a:lnTo>
                  <a:pt x="4415991" y="75359"/>
                </a:lnTo>
                <a:lnTo>
                  <a:pt x="4415324" y="75003"/>
                </a:lnTo>
                <a:lnTo>
                  <a:pt x="4436145" y="63626"/>
                </a:lnTo>
                <a:lnTo>
                  <a:pt x="4436435" y="63458"/>
                </a:lnTo>
                <a:lnTo>
                  <a:pt x="4436726" y="63288"/>
                </a:lnTo>
                <a:lnTo>
                  <a:pt x="4437016" y="63116"/>
                </a:lnTo>
                <a:lnTo>
                  <a:pt x="4437305" y="62942"/>
                </a:lnTo>
                <a:lnTo>
                  <a:pt x="4437592" y="62763"/>
                </a:lnTo>
                <a:lnTo>
                  <a:pt x="4437874" y="62579"/>
                </a:lnTo>
                <a:lnTo>
                  <a:pt x="4438151" y="62389"/>
                </a:lnTo>
                <a:lnTo>
                  <a:pt x="4438422" y="62192"/>
                </a:lnTo>
                <a:lnTo>
                  <a:pt x="4438686" y="61987"/>
                </a:lnTo>
                <a:lnTo>
                  <a:pt x="4438942" y="61773"/>
                </a:lnTo>
                <a:lnTo>
                  <a:pt x="4439187" y="61549"/>
                </a:lnTo>
                <a:lnTo>
                  <a:pt x="4439422" y="61314"/>
                </a:lnTo>
                <a:lnTo>
                  <a:pt x="4439645" y="61067"/>
                </a:lnTo>
                <a:lnTo>
                  <a:pt x="4439854" y="60807"/>
                </a:lnTo>
                <a:lnTo>
                  <a:pt x="4440049" y="60533"/>
                </a:lnTo>
                <a:lnTo>
                  <a:pt x="4440229" y="60243"/>
                </a:lnTo>
                <a:lnTo>
                  <a:pt x="4440391" y="59938"/>
                </a:lnTo>
                <a:lnTo>
                  <a:pt x="4440536" y="59615"/>
                </a:lnTo>
                <a:lnTo>
                  <a:pt x="4440662" y="59275"/>
                </a:lnTo>
                <a:lnTo>
                  <a:pt x="4440768" y="58915"/>
                </a:lnTo>
                <a:lnTo>
                  <a:pt x="4440852" y="58535"/>
                </a:lnTo>
                <a:lnTo>
                  <a:pt x="4440913" y="58135"/>
                </a:lnTo>
                <a:lnTo>
                  <a:pt x="4440951" y="57712"/>
                </a:lnTo>
                <a:lnTo>
                  <a:pt x="4440964" y="57266"/>
                </a:lnTo>
                <a:lnTo>
                  <a:pt x="4440964" y="57145"/>
                </a:lnTo>
                <a:lnTo>
                  <a:pt x="4440960" y="56979"/>
                </a:lnTo>
                <a:lnTo>
                  <a:pt x="4440949" y="56771"/>
                </a:lnTo>
                <a:lnTo>
                  <a:pt x="4440928" y="56527"/>
                </a:lnTo>
                <a:lnTo>
                  <a:pt x="4440894" y="56250"/>
                </a:lnTo>
                <a:lnTo>
                  <a:pt x="4440844" y="55946"/>
                </a:lnTo>
                <a:lnTo>
                  <a:pt x="4440773" y="55619"/>
                </a:lnTo>
                <a:lnTo>
                  <a:pt x="4440679" y="55273"/>
                </a:lnTo>
                <a:lnTo>
                  <a:pt x="4440558" y="54913"/>
                </a:lnTo>
                <a:lnTo>
                  <a:pt x="4440406" y="54544"/>
                </a:lnTo>
                <a:lnTo>
                  <a:pt x="4440222" y="54170"/>
                </a:lnTo>
                <a:lnTo>
                  <a:pt x="4440000" y="53795"/>
                </a:lnTo>
                <a:lnTo>
                  <a:pt x="4439739" y="53424"/>
                </a:lnTo>
                <a:lnTo>
                  <a:pt x="4439434" y="53062"/>
                </a:lnTo>
                <a:lnTo>
                  <a:pt x="4439082" y="52712"/>
                </a:lnTo>
                <a:lnTo>
                  <a:pt x="4438680" y="52381"/>
                </a:lnTo>
                <a:lnTo>
                  <a:pt x="4438224" y="52071"/>
                </a:lnTo>
                <a:lnTo>
                  <a:pt x="4437711" y="51788"/>
                </a:lnTo>
                <a:lnTo>
                  <a:pt x="4437138" y="51536"/>
                </a:lnTo>
                <a:lnTo>
                  <a:pt x="4436502" y="51320"/>
                </a:lnTo>
                <a:lnTo>
                  <a:pt x="4435799" y="51144"/>
                </a:lnTo>
                <a:lnTo>
                  <a:pt x="4435025" y="51013"/>
                </a:lnTo>
                <a:lnTo>
                  <a:pt x="4434178" y="50931"/>
                </a:lnTo>
                <a:lnTo>
                  <a:pt x="4433254" y="50902"/>
                </a:lnTo>
                <a:lnTo>
                  <a:pt x="4409346" y="64785"/>
                </a:lnTo>
                <a:lnTo>
                  <a:pt x="4409393" y="64120"/>
                </a:lnTo>
                <a:lnTo>
                  <a:pt x="4409438" y="63380"/>
                </a:lnTo>
                <a:lnTo>
                  <a:pt x="4409482" y="62573"/>
                </a:lnTo>
                <a:lnTo>
                  <a:pt x="4409523" y="61705"/>
                </a:lnTo>
                <a:lnTo>
                  <a:pt x="4409562" y="60782"/>
                </a:lnTo>
                <a:lnTo>
                  <a:pt x="4409599" y="59811"/>
                </a:lnTo>
                <a:lnTo>
                  <a:pt x="4409634" y="58799"/>
                </a:lnTo>
                <a:lnTo>
                  <a:pt x="4409667" y="57751"/>
                </a:lnTo>
                <a:lnTo>
                  <a:pt x="4409699" y="56674"/>
                </a:lnTo>
                <a:lnTo>
                  <a:pt x="4409728" y="55576"/>
                </a:lnTo>
                <a:lnTo>
                  <a:pt x="4409755" y="54461"/>
                </a:lnTo>
                <a:lnTo>
                  <a:pt x="4409780" y="53337"/>
                </a:lnTo>
                <a:lnTo>
                  <a:pt x="4409803" y="52209"/>
                </a:lnTo>
                <a:lnTo>
                  <a:pt x="4409825" y="51086"/>
                </a:lnTo>
                <a:lnTo>
                  <a:pt x="4409844" y="49972"/>
                </a:lnTo>
                <a:lnTo>
                  <a:pt x="4409861" y="48874"/>
                </a:lnTo>
                <a:lnTo>
                  <a:pt x="4409876" y="47799"/>
                </a:lnTo>
                <a:lnTo>
                  <a:pt x="4409889" y="46754"/>
                </a:lnTo>
                <a:lnTo>
                  <a:pt x="4409900" y="45744"/>
                </a:lnTo>
                <a:lnTo>
                  <a:pt x="4409909" y="44776"/>
                </a:lnTo>
                <a:lnTo>
                  <a:pt x="4409916" y="43857"/>
                </a:lnTo>
                <a:lnTo>
                  <a:pt x="4409921" y="42993"/>
                </a:lnTo>
                <a:lnTo>
                  <a:pt x="4409924" y="42190"/>
                </a:lnTo>
                <a:lnTo>
                  <a:pt x="4409925" y="41455"/>
                </a:lnTo>
                <a:lnTo>
                  <a:pt x="4409925" y="41215"/>
                </a:lnTo>
                <a:lnTo>
                  <a:pt x="4409922" y="40931"/>
                </a:lnTo>
                <a:lnTo>
                  <a:pt x="4409913" y="40609"/>
                </a:lnTo>
                <a:lnTo>
                  <a:pt x="4409896" y="40253"/>
                </a:lnTo>
                <a:lnTo>
                  <a:pt x="4409868" y="39867"/>
                </a:lnTo>
                <a:lnTo>
                  <a:pt x="4409826" y="39458"/>
                </a:lnTo>
                <a:lnTo>
                  <a:pt x="4409768" y="39028"/>
                </a:lnTo>
                <a:lnTo>
                  <a:pt x="4409690" y="38584"/>
                </a:lnTo>
                <a:lnTo>
                  <a:pt x="4409590" y="38130"/>
                </a:lnTo>
                <a:lnTo>
                  <a:pt x="4409465" y="37671"/>
                </a:lnTo>
                <a:lnTo>
                  <a:pt x="4409313" y="37211"/>
                </a:lnTo>
                <a:lnTo>
                  <a:pt x="4409130" y="36755"/>
                </a:lnTo>
                <a:lnTo>
                  <a:pt x="4408914" y="36308"/>
                </a:lnTo>
                <a:lnTo>
                  <a:pt x="4408662" y="35875"/>
                </a:lnTo>
                <a:lnTo>
                  <a:pt x="4408372" y="35461"/>
                </a:lnTo>
                <a:lnTo>
                  <a:pt x="4408040" y="35070"/>
                </a:lnTo>
                <a:lnTo>
                  <a:pt x="4407664" y="34707"/>
                </a:lnTo>
                <a:lnTo>
                  <a:pt x="4407241" y="34378"/>
                </a:lnTo>
                <a:lnTo>
                  <a:pt x="4406768" y="34085"/>
                </a:lnTo>
                <a:lnTo>
                  <a:pt x="4406243" y="33836"/>
                </a:lnTo>
                <a:lnTo>
                  <a:pt x="4405663" y="33633"/>
                </a:lnTo>
                <a:lnTo>
                  <a:pt x="4405024" y="33482"/>
                </a:lnTo>
                <a:lnTo>
                  <a:pt x="4404325" y="33389"/>
                </a:lnTo>
                <a:lnTo>
                  <a:pt x="4403562" y="33356"/>
                </a:lnTo>
                <a:lnTo>
                  <a:pt x="4402800" y="33389"/>
                </a:lnTo>
                <a:lnTo>
                  <a:pt x="4402101" y="33482"/>
                </a:lnTo>
                <a:lnTo>
                  <a:pt x="4401462" y="33633"/>
                </a:lnTo>
                <a:lnTo>
                  <a:pt x="4400882" y="33836"/>
                </a:lnTo>
                <a:lnTo>
                  <a:pt x="4400357" y="34085"/>
                </a:lnTo>
                <a:lnTo>
                  <a:pt x="4399884" y="34378"/>
                </a:lnTo>
                <a:lnTo>
                  <a:pt x="4399461" y="34707"/>
                </a:lnTo>
                <a:lnTo>
                  <a:pt x="4399085" y="35070"/>
                </a:lnTo>
                <a:lnTo>
                  <a:pt x="4398753" y="35461"/>
                </a:lnTo>
                <a:lnTo>
                  <a:pt x="4398462" y="35875"/>
                </a:lnTo>
                <a:lnTo>
                  <a:pt x="4398211" y="36308"/>
                </a:lnTo>
                <a:lnTo>
                  <a:pt x="4397995" y="36755"/>
                </a:lnTo>
                <a:lnTo>
                  <a:pt x="4397812" y="37211"/>
                </a:lnTo>
                <a:lnTo>
                  <a:pt x="4397660" y="37671"/>
                </a:lnTo>
                <a:lnTo>
                  <a:pt x="4397535" y="38130"/>
                </a:lnTo>
                <a:lnTo>
                  <a:pt x="4397435" y="38584"/>
                </a:lnTo>
                <a:lnTo>
                  <a:pt x="4397357" y="39028"/>
                </a:lnTo>
                <a:lnTo>
                  <a:pt x="4397299" y="39458"/>
                </a:lnTo>
                <a:lnTo>
                  <a:pt x="4397257" y="39867"/>
                </a:lnTo>
                <a:lnTo>
                  <a:pt x="4397229" y="40253"/>
                </a:lnTo>
                <a:lnTo>
                  <a:pt x="4397212" y="40609"/>
                </a:lnTo>
                <a:lnTo>
                  <a:pt x="4397203" y="40931"/>
                </a:lnTo>
                <a:lnTo>
                  <a:pt x="4397200" y="41215"/>
                </a:lnTo>
                <a:lnTo>
                  <a:pt x="4397199" y="41455"/>
                </a:lnTo>
                <a:lnTo>
                  <a:pt x="4397200" y="42190"/>
                </a:lnTo>
                <a:lnTo>
                  <a:pt x="4397203" y="42993"/>
                </a:lnTo>
                <a:lnTo>
                  <a:pt x="4397208" y="43857"/>
                </a:lnTo>
                <a:lnTo>
                  <a:pt x="4397216" y="44776"/>
                </a:lnTo>
                <a:lnTo>
                  <a:pt x="4397225" y="45744"/>
                </a:lnTo>
                <a:lnTo>
                  <a:pt x="4397236" y="46754"/>
                </a:lnTo>
                <a:lnTo>
                  <a:pt x="4397249" y="47799"/>
                </a:lnTo>
                <a:lnTo>
                  <a:pt x="4397264" y="48874"/>
                </a:lnTo>
                <a:lnTo>
                  <a:pt x="4397281" y="49972"/>
                </a:lnTo>
                <a:lnTo>
                  <a:pt x="4397300" y="51086"/>
                </a:lnTo>
                <a:lnTo>
                  <a:pt x="4397321" y="52209"/>
                </a:lnTo>
                <a:lnTo>
                  <a:pt x="4397345" y="53337"/>
                </a:lnTo>
                <a:lnTo>
                  <a:pt x="4397370" y="54461"/>
                </a:lnTo>
                <a:lnTo>
                  <a:pt x="4397397" y="55576"/>
                </a:lnTo>
                <a:lnTo>
                  <a:pt x="4397426" y="56674"/>
                </a:lnTo>
                <a:lnTo>
                  <a:pt x="4397457" y="57751"/>
                </a:lnTo>
                <a:lnTo>
                  <a:pt x="4397491" y="58799"/>
                </a:lnTo>
                <a:lnTo>
                  <a:pt x="4397526" y="59811"/>
                </a:lnTo>
                <a:lnTo>
                  <a:pt x="4397563" y="60782"/>
                </a:lnTo>
                <a:lnTo>
                  <a:pt x="4397602" y="61705"/>
                </a:lnTo>
                <a:lnTo>
                  <a:pt x="4397643" y="62573"/>
                </a:lnTo>
                <a:lnTo>
                  <a:pt x="4397687" y="63380"/>
                </a:lnTo>
                <a:lnTo>
                  <a:pt x="4397732" y="64120"/>
                </a:lnTo>
                <a:lnTo>
                  <a:pt x="4397779" y="64785"/>
                </a:lnTo>
                <a:lnTo>
                  <a:pt x="4376957" y="52638"/>
                </a:lnTo>
                <a:lnTo>
                  <a:pt x="4376631" y="52430"/>
                </a:lnTo>
                <a:lnTo>
                  <a:pt x="4376328" y="52239"/>
                </a:lnTo>
                <a:lnTo>
                  <a:pt x="4376046" y="52065"/>
                </a:lnTo>
                <a:lnTo>
                  <a:pt x="4375785" y="51907"/>
                </a:lnTo>
                <a:lnTo>
                  <a:pt x="4375541" y="51763"/>
                </a:lnTo>
                <a:lnTo>
                  <a:pt x="4375315" y="51634"/>
                </a:lnTo>
                <a:lnTo>
                  <a:pt x="4375104" y="51519"/>
                </a:lnTo>
                <a:lnTo>
                  <a:pt x="4374907" y="51416"/>
                </a:lnTo>
                <a:lnTo>
                  <a:pt x="4374723" y="51326"/>
                </a:lnTo>
                <a:lnTo>
                  <a:pt x="4374550" y="51247"/>
                </a:lnTo>
                <a:lnTo>
                  <a:pt x="4374387" y="51178"/>
                </a:lnTo>
                <a:lnTo>
                  <a:pt x="4374233" y="51119"/>
                </a:lnTo>
                <a:lnTo>
                  <a:pt x="4374086" y="51069"/>
                </a:lnTo>
                <a:lnTo>
                  <a:pt x="4373944" y="51028"/>
                </a:lnTo>
                <a:lnTo>
                  <a:pt x="4373807" y="50994"/>
                </a:lnTo>
                <a:lnTo>
                  <a:pt x="4373672" y="50966"/>
                </a:lnTo>
                <a:lnTo>
                  <a:pt x="4373539" y="50945"/>
                </a:lnTo>
                <a:lnTo>
                  <a:pt x="4373405" y="50929"/>
                </a:lnTo>
                <a:lnTo>
                  <a:pt x="4373270" y="50918"/>
                </a:lnTo>
                <a:lnTo>
                  <a:pt x="4373132" y="50910"/>
                </a:lnTo>
                <a:lnTo>
                  <a:pt x="4372990" y="50906"/>
                </a:lnTo>
                <a:lnTo>
                  <a:pt x="4372842" y="50903"/>
                </a:lnTo>
                <a:lnTo>
                  <a:pt x="4372687" y="50902"/>
                </a:lnTo>
                <a:lnTo>
                  <a:pt x="4372524" y="50902"/>
                </a:lnTo>
                <a:lnTo>
                  <a:pt x="4372049" y="50920"/>
                </a:lnTo>
                <a:lnTo>
                  <a:pt x="4371588" y="50972"/>
                </a:lnTo>
                <a:lnTo>
                  <a:pt x="4371143" y="51057"/>
                </a:lnTo>
                <a:lnTo>
                  <a:pt x="4370713" y="51173"/>
                </a:lnTo>
                <a:lnTo>
                  <a:pt x="4370300" y="51318"/>
                </a:lnTo>
                <a:lnTo>
                  <a:pt x="4369903" y="51490"/>
                </a:lnTo>
                <a:lnTo>
                  <a:pt x="4369523" y="51688"/>
                </a:lnTo>
                <a:lnTo>
                  <a:pt x="4369160" y="51909"/>
                </a:lnTo>
                <a:lnTo>
                  <a:pt x="4368816" y="52153"/>
                </a:lnTo>
                <a:lnTo>
                  <a:pt x="4368490" y="52417"/>
                </a:lnTo>
                <a:lnTo>
                  <a:pt x="4368183" y="52700"/>
                </a:lnTo>
                <a:lnTo>
                  <a:pt x="4367896" y="52999"/>
                </a:lnTo>
                <a:lnTo>
                  <a:pt x="4367629" y="53314"/>
                </a:lnTo>
                <a:lnTo>
                  <a:pt x="4367383" y="53642"/>
                </a:lnTo>
                <a:lnTo>
                  <a:pt x="4367157" y="53981"/>
                </a:lnTo>
                <a:lnTo>
                  <a:pt x="4366953" y="54331"/>
                </a:lnTo>
                <a:lnTo>
                  <a:pt x="4366772" y="54688"/>
                </a:lnTo>
                <a:lnTo>
                  <a:pt x="4366613" y="55051"/>
                </a:lnTo>
                <a:lnTo>
                  <a:pt x="4366477" y="55419"/>
                </a:lnTo>
                <a:lnTo>
                  <a:pt x="4366364" y="55790"/>
                </a:lnTo>
                <a:lnTo>
                  <a:pt x="4366276" y="56162"/>
                </a:lnTo>
                <a:lnTo>
                  <a:pt x="4366212" y="56533"/>
                </a:lnTo>
                <a:lnTo>
                  <a:pt x="4366174" y="56901"/>
                </a:lnTo>
                <a:lnTo>
                  <a:pt x="4366161" y="57266"/>
                </a:lnTo>
                <a:lnTo>
                  <a:pt x="4366172" y="57711"/>
                </a:lnTo>
                <a:lnTo>
                  <a:pt x="4366204" y="58131"/>
                </a:lnTo>
                <a:lnTo>
                  <a:pt x="4366257" y="58527"/>
                </a:lnTo>
                <a:lnTo>
                  <a:pt x="4366329" y="58901"/>
                </a:lnTo>
                <a:lnTo>
                  <a:pt x="4366421" y="59253"/>
                </a:lnTo>
                <a:lnTo>
                  <a:pt x="4366531" y="59585"/>
                </a:lnTo>
                <a:lnTo>
                  <a:pt x="4366659" y="59898"/>
                </a:lnTo>
                <a:lnTo>
                  <a:pt x="4366803" y="60193"/>
                </a:lnTo>
                <a:lnTo>
                  <a:pt x="4366964" y="60471"/>
                </a:lnTo>
                <a:lnTo>
                  <a:pt x="4367140" y="60734"/>
                </a:lnTo>
                <a:lnTo>
                  <a:pt x="4367330" y="60982"/>
                </a:lnTo>
                <a:lnTo>
                  <a:pt x="4367535" y="61217"/>
                </a:lnTo>
                <a:lnTo>
                  <a:pt x="4367752" y="61441"/>
                </a:lnTo>
                <a:lnTo>
                  <a:pt x="4367981" y="61653"/>
                </a:lnTo>
                <a:lnTo>
                  <a:pt x="4368223" y="61855"/>
                </a:lnTo>
                <a:lnTo>
                  <a:pt x="4368475" y="62049"/>
                </a:lnTo>
                <a:lnTo>
                  <a:pt x="4368736" y="62236"/>
                </a:lnTo>
                <a:lnTo>
                  <a:pt x="4369008" y="62416"/>
                </a:lnTo>
                <a:lnTo>
                  <a:pt x="4369288" y="62592"/>
                </a:lnTo>
                <a:lnTo>
                  <a:pt x="4369575" y="62763"/>
                </a:lnTo>
                <a:lnTo>
                  <a:pt x="4369870" y="62932"/>
                </a:lnTo>
                <a:lnTo>
                  <a:pt x="4370171" y="63100"/>
                </a:lnTo>
                <a:lnTo>
                  <a:pt x="4370477" y="63267"/>
                </a:lnTo>
                <a:lnTo>
                  <a:pt x="4370788" y="63435"/>
                </a:lnTo>
                <a:lnTo>
                  <a:pt x="4391801" y="74809"/>
                </a:lnTo>
                <a:lnTo>
                  <a:pt x="4370979" y="86185"/>
                </a:lnTo>
                <a:lnTo>
                  <a:pt x="4370690" y="86353"/>
                </a:lnTo>
                <a:lnTo>
                  <a:pt x="4370399" y="86521"/>
                </a:lnTo>
                <a:lnTo>
                  <a:pt x="4370108" y="86688"/>
                </a:lnTo>
                <a:lnTo>
                  <a:pt x="4369820" y="86858"/>
                </a:lnTo>
                <a:lnTo>
                  <a:pt x="4369533" y="87030"/>
                </a:lnTo>
                <a:lnTo>
                  <a:pt x="4369251" y="87207"/>
                </a:lnTo>
                <a:lnTo>
                  <a:pt x="4368974" y="87389"/>
                </a:lnTo>
                <a:lnTo>
                  <a:pt x="4368702" y="87578"/>
                </a:lnTo>
                <a:lnTo>
                  <a:pt x="4368439" y="87775"/>
                </a:lnTo>
                <a:lnTo>
                  <a:pt x="4368183" y="87982"/>
                </a:lnTo>
                <a:lnTo>
                  <a:pt x="4367938" y="88198"/>
                </a:lnTo>
                <a:lnTo>
                  <a:pt x="4367703" y="88427"/>
                </a:lnTo>
                <a:lnTo>
                  <a:pt x="4367480" y="88669"/>
                </a:lnTo>
                <a:lnTo>
                  <a:pt x="4367271" y="88925"/>
                </a:lnTo>
                <a:lnTo>
                  <a:pt x="4367076" y="89196"/>
                </a:lnTo>
                <a:lnTo>
                  <a:pt x="4366896" y="89485"/>
                </a:lnTo>
                <a:lnTo>
                  <a:pt x="4366733" y="89791"/>
                </a:lnTo>
                <a:lnTo>
                  <a:pt x="4366589" y="90117"/>
                </a:lnTo>
                <a:lnTo>
                  <a:pt x="4366463" y="90464"/>
                </a:lnTo>
                <a:lnTo>
                  <a:pt x="4366357" y="90832"/>
                </a:lnTo>
                <a:lnTo>
                  <a:pt x="4366273" y="91223"/>
                </a:lnTo>
                <a:lnTo>
                  <a:pt x="4366211" y="91639"/>
                </a:lnTo>
                <a:lnTo>
                  <a:pt x="4366174" y="92081"/>
                </a:lnTo>
                <a:lnTo>
                  <a:pt x="4366161" y="92549"/>
                </a:lnTo>
                <a:lnTo>
                  <a:pt x="4366161" y="92670"/>
                </a:lnTo>
                <a:lnTo>
                  <a:pt x="4366165" y="92836"/>
                </a:lnTo>
                <a:lnTo>
                  <a:pt x="4366176" y="93043"/>
                </a:lnTo>
                <a:lnTo>
                  <a:pt x="4366196" y="93288"/>
                </a:lnTo>
                <a:lnTo>
                  <a:pt x="4366230" y="93564"/>
                </a:lnTo>
                <a:lnTo>
                  <a:pt x="4366281" y="93868"/>
                </a:lnTo>
                <a:lnTo>
                  <a:pt x="4366352" y="94195"/>
                </a:lnTo>
                <a:lnTo>
                  <a:pt x="4366446" y="94540"/>
                </a:lnTo>
                <a:lnTo>
                  <a:pt x="4366567" y="94900"/>
                </a:lnTo>
                <a:lnTo>
                  <a:pt x="4366719" y="95269"/>
                </a:lnTo>
                <a:lnTo>
                  <a:pt x="4366903" y="95643"/>
                </a:lnTo>
                <a:lnTo>
                  <a:pt x="4367125" y="96018"/>
                </a:lnTo>
                <a:lnTo>
                  <a:pt x="4367386" y="96389"/>
                </a:lnTo>
                <a:lnTo>
                  <a:pt x="4367691" y="96751"/>
                </a:lnTo>
                <a:lnTo>
                  <a:pt x="4368043" y="97100"/>
                </a:lnTo>
                <a:lnTo>
                  <a:pt x="4368445" y="97432"/>
                </a:lnTo>
                <a:lnTo>
                  <a:pt x="4368901" y="97741"/>
                </a:lnTo>
                <a:lnTo>
                  <a:pt x="4369414" y="98024"/>
                </a:lnTo>
                <a:lnTo>
                  <a:pt x="4369986" y="98276"/>
                </a:lnTo>
                <a:lnTo>
                  <a:pt x="4370623" y="98492"/>
                </a:lnTo>
                <a:lnTo>
                  <a:pt x="4371326" y="98668"/>
                </a:lnTo>
                <a:lnTo>
                  <a:pt x="4372100" y="98799"/>
                </a:lnTo>
                <a:lnTo>
                  <a:pt x="4372947" y="98881"/>
                </a:lnTo>
                <a:lnTo>
                  <a:pt x="4373871" y="98909"/>
                </a:lnTo>
                <a:lnTo>
                  <a:pt x="4397779" y="85029"/>
                </a:lnTo>
                <a:lnTo>
                  <a:pt x="4397732" y="85695"/>
                </a:lnTo>
                <a:lnTo>
                  <a:pt x="4397687" y="86434"/>
                </a:lnTo>
                <a:lnTo>
                  <a:pt x="4397643" y="87242"/>
                </a:lnTo>
                <a:lnTo>
                  <a:pt x="4397602" y="88110"/>
                </a:lnTo>
                <a:lnTo>
                  <a:pt x="4397563" y="89032"/>
                </a:lnTo>
                <a:lnTo>
                  <a:pt x="4397526" y="90003"/>
                </a:lnTo>
                <a:lnTo>
                  <a:pt x="4397491" y="91015"/>
                </a:lnTo>
                <a:lnTo>
                  <a:pt x="4397457" y="92063"/>
                </a:lnTo>
                <a:lnTo>
                  <a:pt x="4397426" y="93139"/>
                </a:lnTo>
                <a:lnTo>
                  <a:pt x="4397397" y="94238"/>
                </a:lnTo>
                <a:lnTo>
                  <a:pt x="4397370" y="95353"/>
                </a:lnTo>
                <a:lnTo>
                  <a:pt x="4397345" y="96477"/>
                </a:lnTo>
                <a:lnTo>
                  <a:pt x="4397321" y="97604"/>
                </a:lnTo>
                <a:lnTo>
                  <a:pt x="4397300" y="98728"/>
                </a:lnTo>
                <a:lnTo>
                  <a:pt x="4397281" y="99841"/>
                </a:lnTo>
                <a:lnTo>
                  <a:pt x="4397264" y="100939"/>
                </a:lnTo>
                <a:lnTo>
                  <a:pt x="4397249" y="102014"/>
                </a:lnTo>
                <a:lnTo>
                  <a:pt x="4397236" y="103059"/>
                </a:lnTo>
                <a:lnTo>
                  <a:pt x="4397225" y="104069"/>
                </a:lnTo>
                <a:lnTo>
                  <a:pt x="4397216" y="105037"/>
                </a:lnTo>
                <a:lnTo>
                  <a:pt x="4397208" y="105956"/>
                </a:lnTo>
                <a:lnTo>
                  <a:pt x="4397203" y="106821"/>
                </a:lnTo>
                <a:lnTo>
                  <a:pt x="4397200" y="107624"/>
                </a:lnTo>
                <a:lnTo>
                  <a:pt x="4397199" y="108359"/>
                </a:lnTo>
                <a:lnTo>
                  <a:pt x="4397200" y="108599"/>
                </a:lnTo>
                <a:lnTo>
                  <a:pt x="4397203" y="108883"/>
                </a:lnTo>
                <a:lnTo>
                  <a:pt x="4397212" y="109205"/>
                </a:lnTo>
                <a:lnTo>
                  <a:pt x="4397229" y="109561"/>
                </a:lnTo>
                <a:lnTo>
                  <a:pt x="4397257" y="109947"/>
                </a:lnTo>
                <a:lnTo>
                  <a:pt x="4397299" y="110356"/>
                </a:lnTo>
                <a:lnTo>
                  <a:pt x="4397357" y="110786"/>
                </a:lnTo>
                <a:lnTo>
                  <a:pt x="4397435" y="111230"/>
                </a:lnTo>
                <a:lnTo>
                  <a:pt x="4397535" y="111684"/>
                </a:lnTo>
                <a:lnTo>
                  <a:pt x="4397660" y="112143"/>
                </a:lnTo>
                <a:lnTo>
                  <a:pt x="4397812" y="112603"/>
                </a:lnTo>
                <a:lnTo>
                  <a:pt x="4397995" y="113058"/>
                </a:lnTo>
                <a:lnTo>
                  <a:pt x="4398211" y="113505"/>
                </a:lnTo>
                <a:lnTo>
                  <a:pt x="4398462" y="113937"/>
                </a:lnTo>
                <a:lnTo>
                  <a:pt x="4398753" y="114351"/>
                </a:lnTo>
                <a:lnTo>
                  <a:pt x="4399085" y="114742"/>
                </a:lnTo>
                <a:lnTo>
                  <a:pt x="4399461" y="115105"/>
                </a:lnTo>
                <a:lnTo>
                  <a:pt x="4399884" y="115434"/>
                </a:lnTo>
                <a:lnTo>
                  <a:pt x="4400357" y="115726"/>
                </a:lnTo>
                <a:lnTo>
                  <a:pt x="4400882" y="115976"/>
                </a:lnTo>
                <a:lnTo>
                  <a:pt x="4401462" y="116179"/>
                </a:lnTo>
                <a:lnTo>
                  <a:pt x="4402101" y="116329"/>
                </a:lnTo>
                <a:lnTo>
                  <a:pt x="4402800" y="116423"/>
                </a:lnTo>
                <a:lnTo>
                  <a:pt x="4403562" y="116455"/>
                </a:lnTo>
                <a:lnTo>
                  <a:pt x="4404325" y="116423"/>
                </a:lnTo>
                <a:lnTo>
                  <a:pt x="4405024" y="116329"/>
                </a:lnTo>
                <a:lnTo>
                  <a:pt x="4405663" y="116179"/>
                </a:lnTo>
                <a:lnTo>
                  <a:pt x="4406243" y="115976"/>
                </a:lnTo>
                <a:lnTo>
                  <a:pt x="4406768" y="115726"/>
                </a:lnTo>
                <a:lnTo>
                  <a:pt x="4407241" y="115434"/>
                </a:lnTo>
                <a:lnTo>
                  <a:pt x="4407664" y="115105"/>
                </a:lnTo>
                <a:lnTo>
                  <a:pt x="4408040" y="114742"/>
                </a:lnTo>
                <a:lnTo>
                  <a:pt x="4408372" y="114351"/>
                </a:lnTo>
                <a:lnTo>
                  <a:pt x="4408662" y="113937"/>
                </a:lnTo>
                <a:lnTo>
                  <a:pt x="4408914" y="113505"/>
                </a:lnTo>
                <a:lnTo>
                  <a:pt x="4409130" y="113058"/>
                </a:lnTo>
                <a:lnTo>
                  <a:pt x="4409313" y="112603"/>
                </a:lnTo>
                <a:lnTo>
                  <a:pt x="4409465" y="112143"/>
                </a:lnTo>
                <a:lnTo>
                  <a:pt x="4409590" y="111684"/>
                </a:lnTo>
                <a:lnTo>
                  <a:pt x="4409690" y="111230"/>
                </a:lnTo>
                <a:lnTo>
                  <a:pt x="4409768" y="110786"/>
                </a:lnTo>
                <a:lnTo>
                  <a:pt x="4409826" y="110356"/>
                </a:lnTo>
                <a:lnTo>
                  <a:pt x="4409868" y="109947"/>
                </a:lnTo>
                <a:lnTo>
                  <a:pt x="4409896" y="109561"/>
                </a:lnTo>
                <a:lnTo>
                  <a:pt x="4409913" y="109205"/>
                </a:lnTo>
                <a:lnTo>
                  <a:pt x="4409922" y="108883"/>
                </a:lnTo>
                <a:lnTo>
                  <a:pt x="4409925" y="108599"/>
                </a:lnTo>
                <a:lnTo>
                  <a:pt x="4409925" y="108359"/>
                </a:lnTo>
                <a:lnTo>
                  <a:pt x="4409924" y="107624"/>
                </a:lnTo>
                <a:lnTo>
                  <a:pt x="4409921" y="106821"/>
                </a:lnTo>
                <a:lnTo>
                  <a:pt x="4409916" y="105956"/>
                </a:lnTo>
                <a:lnTo>
                  <a:pt x="4409909" y="105037"/>
                </a:lnTo>
                <a:lnTo>
                  <a:pt x="4409900" y="104069"/>
                </a:lnTo>
                <a:lnTo>
                  <a:pt x="4409889" y="103059"/>
                </a:lnTo>
                <a:lnTo>
                  <a:pt x="4409876" y="102014"/>
                </a:lnTo>
                <a:lnTo>
                  <a:pt x="4409861" y="100939"/>
                </a:lnTo>
                <a:lnTo>
                  <a:pt x="4409844" y="99841"/>
                </a:lnTo>
                <a:lnTo>
                  <a:pt x="4409825" y="98728"/>
                </a:lnTo>
                <a:lnTo>
                  <a:pt x="4409803" y="97604"/>
                </a:lnTo>
                <a:lnTo>
                  <a:pt x="4409780" y="96477"/>
                </a:lnTo>
                <a:lnTo>
                  <a:pt x="4409755" y="95353"/>
                </a:lnTo>
                <a:lnTo>
                  <a:pt x="4409728" y="94238"/>
                </a:lnTo>
                <a:lnTo>
                  <a:pt x="4409699" y="93139"/>
                </a:lnTo>
                <a:lnTo>
                  <a:pt x="4409667" y="92063"/>
                </a:lnTo>
                <a:lnTo>
                  <a:pt x="4409634" y="91015"/>
                </a:lnTo>
                <a:lnTo>
                  <a:pt x="4409599" y="90003"/>
                </a:lnTo>
                <a:lnTo>
                  <a:pt x="4409562" y="89032"/>
                </a:lnTo>
                <a:lnTo>
                  <a:pt x="4409523" y="88110"/>
                </a:lnTo>
                <a:lnTo>
                  <a:pt x="4409482" y="87242"/>
                </a:lnTo>
                <a:lnTo>
                  <a:pt x="4409438" y="86434"/>
                </a:lnTo>
                <a:lnTo>
                  <a:pt x="4409393" y="85695"/>
                </a:lnTo>
                <a:lnTo>
                  <a:pt x="4409346" y="85029"/>
                </a:lnTo>
                <a:lnTo>
                  <a:pt x="4410721" y="85796"/>
                </a:lnTo>
                <a:lnTo>
                  <a:pt x="4411915" y="86464"/>
                </a:lnTo>
                <a:lnTo>
                  <a:pt x="4412948" y="87043"/>
                </a:lnTo>
                <a:lnTo>
                  <a:pt x="4413835" y="87542"/>
                </a:lnTo>
                <a:lnTo>
                  <a:pt x="4414594" y="87972"/>
                </a:lnTo>
                <a:lnTo>
                  <a:pt x="4415242" y="88342"/>
                </a:lnTo>
                <a:lnTo>
                  <a:pt x="4415795" y="88662"/>
                </a:lnTo>
                <a:lnTo>
                  <a:pt x="4416273" y="88942"/>
                </a:lnTo>
                <a:lnTo>
                  <a:pt x="4416690" y="89190"/>
                </a:lnTo>
                <a:lnTo>
                  <a:pt x="4417065" y="89418"/>
                </a:lnTo>
                <a:lnTo>
                  <a:pt x="4417415" y="89634"/>
                </a:lnTo>
                <a:lnTo>
                  <a:pt x="4417757" y="89848"/>
                </a:lnTo>
                <a:lnTo>
                  <a:pt x="4418108" y="90071"/>
                </a:lnTo>
                <a:lnTo>
                  <a:pt x="4418484" y="90311"/>
                </a:lnTo>
                <a:lnTo>
                  <a:pt x="4418905" y="90579"/>
                </a:lnTo>
                <a:lnTo>
                  <a:pt x="4419385" y="90884"/>
                </a:lnTo>
                <a:lnTo>
                  <a:pt x="4419944" y="91236"/>
                </a:lnTo>
                <a:lnTo>
                  <a:pt x="4420597" y="91644"/>
                </a:lnTo>
                <a:lnTo>
                  <a:pt x="4421362" y="92119"/>
                </a:lnTo>
                <a:lnTo>
                  <a:pt x="4422256" y="92669"/>
                </a:lnTo>
                <a:lnTo>
                  <a:pt x="4423297" y="93306"/>
                </a:lnTo>
                <a:lnTo>
                  <a:pt x="4424501" y="94038"/>
                </a:lnTo>
                <a:lnTo>
                  <a:pt x="4425885" y="94874"/>
                </a:lnTo>
                <a:lnTo>
                  <a:pt x="4427467" y="95826"/>
                </a:lnTo>
                <a:lnTo>
                  <a:pt x="4428093" y="96196"/>
                </a:lnTo>
                <a:lnTo>
                  <a:pt x="4428672" y="96535"/>
                </a:lnTo>
                <a:lnTo>
                  <a:pt x="4429206" y="96844"/>
                </a:lnTo>
                <a:lnTo>
                  <a:pt x="4429697" y="97125"/>
                </a:lnTo>
                <a:lnTo>
                  <a:pt x="4430148" y="97380"/>
                </a:lnTo>
                <a:lnTo>
                  <a:pt x="4430562" y="97609"/>
                </a:lnTo>
                <a:lnTo>
                  <a:pt x="4430941" y="97814"/>
                </a:lnTo>
                <a:lnTo>
                  <a:pt x="4431288" y="97996"/>
                </a:lnTo>
                <a:lnTo>
                  <a:pt x="4431606" y="98157"/>
                </a:lnTo>
                <a:lnTo>
                  <a:pt x="4431897" y="98297"/>
                </a:lnTo>
                <a:lnTo>
                  <a:pt x="4432164" y="98419"/>
                </a:lnTo>
                <a:lnTo>
                  <a:pt x="4432409" y="98524"/>
                </a:lnTo>
                <a:lnTo>
                  <a:pt x="4432635" y="98613"/>
                </a:lnTo>
                <a:lnTo>
                  <a:pt x="4432844" y="98686"/>
                </a:lnTo>
                <a:lnTo>
                  <a:pt x="4433039" y="98747"/>
                </a:lnTo>
                <a:lnTo>
                  <a:pt x="4433224" y="98795"/>
                </a:lnTo>
                <a:lnTo>
                  <a:pt x="4433399" y="98833"/>
                </a:lnTo>
                <a:lnTo>
                  <a:pt x="4433568" y="98861"/>
                </a:lnTo>
                <a:lnTo>
                  <a:pt x="4433734" y="98882"/>
                </a:lnTo>
                <a:lnTo>
                  <a:pt x="4433899" y="98895"/>
                </a:lnTo>
                <a:lnTo>
                  <a:pt x="4434066" y="98903"/>
                </a:lnTo>
                <a:lnTo>
                  <a:pt x="4434236" y="98908"/>
                </a:lnTo>
                <a:lnTo>
                  <a:pt x="4434414" y="98909"/>
                </a:lnTo>
                <a:lnTo>
                  <a:pt x="4434601" y="98909"/>
                </a:lnTo>
                <a:lnTo>
                  <a:pt x="4435076" y="98892"/>
                </a:lnTo>
                <a:lnTo>
                  <a:pt x="4435536" y="98839"/>
                </a:lnTo>
                <a:lnTo>
                  <a:pt x="4435982" y="98755"/>
                </a:lnTo>
                <a:lnTo>
                  <a:pt x="4436412" y="98639"/>
                </a:lnTo>
                <a:lnTo>
                  <a:pt x="4436825" y="98494"/>
                </a:lnTo>
                <a:lnTo>
                  <a:pt x="4437222" y="98322"/>
                </a:lnTo>
                <a:lnTo>
                  <a:pt x="4437602" y="98125"/>
                </a:lnTo>
                <a:lnTo>
                  <a:pt x="4437965" y="97903"/>
                </a:lnTo>
                <a:lnTo>
                  <a:pt x="4438309" y="97659"/>
                </a:lnTo>
                <a:lnTo>
                  <a:pt x="4438635" y="97395"/>
                </a:lnTo>
                <a:lnTo>
                  <a:pt x="4438942" y="97113"/>
                </a:lnTo>
                <a:lnTo>
                  <a:pt x="4439229" y="96814"/>
                </a:lnTo>
                <a:lnTo>
                  <a:pt x="4439496" y="96499"/>
                </a:lnTo>
                <a:lnTo>
                  <a:pt x="4439742" y="96171"/>
                </a:lnTo>
                <a:lnTo>
                  <a:pt x="4439968" y="95832"/>
                </a:lnTo>
                <a:lnTo>
                  <a:pt x="4440171" y="95483"/>
                </a:lnTo>
                <a:lnTo>
                  <a:pt x="4440353" y="95126"/>
                </a:lnTo>
                <a:lnTo>
                  <a:pt x="4440512" y="94763"/>
                </a:lnTo>
                <a:lnTo>
                  <a:pt x="4440648" y="94395"/>
                </a:lnTo>
                <a:lnTo>
                  <a:pt x="4440761" y="94024"/>
                </a:lnTo>
                <a:lnTo>
                  <a:pt x="4440849" y="93652"/>
                </a:lnTo>
                <a:lnTo>
                  <a:pt x="4440913" y="93281"/>
                </a:lnTo>
                <a:lnTo>
                  <a:pt x="4440951" y="92913"/>
                </a:lnTo>
                <a:lnTo>
                  <a:pt x="4440964" y="92549"/>
                </a:lnTo>
                <a:lnTo>
                  <a:pt x="4440952" y="92147"/>
                </a:lnTo>
                <a:lnTo>
                  <a:pt x="4440918" y="91762"/>
                </a:lnTo>
                <a:lnTo>
                  <a:pt x="4440864" y="91392"/>
                </a:lnTo>
                <a:lnTo>
                  <a:pt x="4440791" y="91039"/>
                </a:lnTo>
                <a:lnTo>
                  <a:pt x="4440701" y="90701"/>
                </a:lnTo>
                <a:lnTo>
                  <a:pt x="4440597" y="90380"/>
                </a:lnTo>
                <a:close/>
                <a:moveTo>
                  <a:pt x="3742424" y="124488"/>
                </a:moveTo>
                <a:lnTo>
                  <a:pt x="3742152" y="124104"/>
                </a:lnTo>
                <a:lnTo>
                  <a:pt x="3741850" y="123762"/>
                </a:lnTo>
                <a:lnTo>
                  <a:pt x="3741522" y="123460"/>
                </a:lnTo>
                <a:lnTo>
                  <a:pt x="3741169" y="123196"/>
                </a:lnTo>
                <a:lnTo>
                  <a:pt x="3740796" y="122967"/>
                </a:lnTo>
                <a:lnTo>
                  <a:pt x="3740406" y="122771"/>
                </a:lnTo>
                <a:lnTo>
                  <a:pt x="3740002" y="122605"/>
                </a:lnTo>
                <a:lnTo>
                  <a:pt x="3739587" y="122466"/>
                </a:lnTo>
                <a:lnTo>
                  <a:pt x="3739165" y="122353"/>
                </a:lnTo>
                <a:lnTo>
                  <a:pt x="3738737" y="122262"/>
                </a:lnTo>
                <a:lnTo>
                  <a:pt x="3738309" y="122192"/>
                </a:lnTo>
                <a:lnTo>
                  <a:pt x="3737882" y="122138"/>
                </a:lnTo>
                <a:lnTo>
                  <a:pt x="3737461" y="122100"/>
                </a:lnTo>
                <a:lnTo>
                  <a:pt x="3737047" y="122075"/>
                </a:lnTo>
                <a:lnTo>
                  <a:pt x="3736645" y="122059"/>
                </a:lnTo>
                <a:lnTo>
                  <a:pt x="3736258" y="122051"/>
                </a:lnTo>
                <a:lnTo>
                  <a:pt x="3735888" y="122048"/>
                </a:lnTo>
                <a:lnTo>
                  <a:pt x="3735539" y="122048"/>
                </a:lnTo>
                <a:lnTo>
                  <a:pt x="3726861" y="122048"/>
                </a:lnTo>
                <a:lnTo>
                  <a:pt x="3726861" y="23845"/>
                </a:lnTo>
                <a:lnTo>
                  <a:pt x="3726855" y="23119"/>
                </a:lnTo>
                <a:lnTo>
                  <a:pt x="3726835" y="22434"/>
                </a:lnTo>
                <a:lnTo>
                  <a:pt x="3726799" y="21790"/>
                </a:lnTo>
                <a:lnTo>
                  <a:pt x="3726745" y="21184"/>
                </a:lnTo>
                <a:lnTo>
                  <a:pt x="3726672" y="20618"/>
                </a:lnTo>
                <a:lnTo>
                  <a:pt x="3726578" y="20089"/>
                </a:lnTo>
                <a:lnTo>
                  <a:pt x="3726461" y="19596"/>
                </a:lnTo>
                <a:lnTo>
                  <a:pt x="3726319" y="19140"/>
                </a:lnTo>
                <a:lnTo>
                  <a:pt x="3726150" y="18718"/>
                </a:lnTo>
                <a:lnTo>
                  <a:pt x="3725952" y="18330"/>
                </a:lnTo>
                <a:lnTo>
                  <a:pt x="3725724" y="17975"/>
                </a:lnTo>
                <a:lnTo>
                  <a:pt x="3725464" y="17652"/>
                </a:lnTo>
                <a:lnTo>
                  <a:pt x="3725169" y="17360"/>
                </a:lnTo>
                <a:lnTo>
                  <a:pt x="3724839" y="17098"/>
                </a:lnTo>
                <a:lnTo>
                  <a:pt x="3724471" y="16865"/>
                </a:lnTo>
                <a:lnTo>
                  <a:pt x="3724063" y="16661"/>
                </a:lnTo>
                <a:lnTo>
                  <a:pt x="3723613" y="16485"/>
                </a:lnTo>
                <a:lnTo>
                  <a:pt x="3723121" y="16335"/>
                </a:lnTo>
                <a:lnTo>
                  <a:pt x="3722583" y="16210"/>
                </a:lnTo>
                <a:lnTo>
                  <a:pt x="3721998" y="16110"/>
                </a:lnTo>
                <a:lnTo>
                  <a:pt x="3721364" y="16034"/>
                </a:lnTo>
                <a:lnTo>
                  <a:pt x="3720679" y="15981"/>
                </a:lnTo>
                <a:lnTo>
                  <a:pt x="3719942" y="15950"/>
                </a:lnTo>
                <a:lnTo>
                  <a:pt x="3719151" y="15940"/>
                </a:lnTo>
                <a:lnTo>
                  <a:pt x="3705077" y="15940"/>
                </a:lnTo>
                <a:lnTo>
                  <a:pt x="3704683" y="15940"/>
                </a:lnTo>
                <a:lnTo>
                  <a:pt x="3704274" y="15943"/>
                </a:lnTo>
                <a:lnTo>
                  <a:pt x="3703852" y="15951"/>
                </a:lnTo>
                <a:lnTo>
                  <a:pt x="3703420" y="15967"/>
                </a:lnTo>
                <a:lnTo>
                  <a:pt x="3702982" y="15994"/>
                </a:lnTo>
                <a:lnTo>
                  <a:pt x="3702540" y="16033"/>
                </a:lnTo>
                <a:lnTo>
                  <a:pt x="3702098" y="16088"/>
                </a:lnTo>
                <a:lnTo>
                  <a:pt x="3701657" y="16161"/>
                </a:lnTo>
                <a:lnTo>
                  <a:pt x="3701220" y="16255"/>
                </a:lnTo>
                <a:lnTo>
                  <a:pt x="3700792" y="16372"/>
                </a:lnTo>
                <a:lnTo>
                  <a:pt x="3700373" y="16515"/>
                </a:lnTo>
                <a:lnTo>
                  <a:pt x="3699968" y="16687"/>
                </a:lnTo>
                <a:lnTo>
                  <a:pt x="3699579" y="16890"/>
                </a:lnTo>
                <a:lnTo>
                  <a:pt x="3699209" y="17126"/>
                </a:lnTo>
                <a:lnTo>
                  <a:pt x="3698860" y="17399"/>
                </a:lnTo>
                <a:lnTo>
                  <a:pt x="3698536" y="17711"/>
                </a:lnTo>
                <a:lnTo>
                  <a:pt x="3698240" y="18064"/>
                </a:lnTo>
                <a:lnTo>
                  <a:pt x="3697974" y="18462"/>
                </a:lnTo>
                <a:lnTo>
                  <a:pt x="3697741" y="18906"/>
                </a:lnTo>
                <a:lnTo>
                  <a:pt x="3697544" y="19399"/>
                </a:lnTo>
                <a:lnTo>
                  <a:pt x="3697386" y="19945"/>
                </a:lnTo>
                <a:lnTo>
                  <a:pt x="3697269" y="20544"/>
                </a:lnTo>
                <a:lnTo>
                  <a:pt x="3697198" y="21201"/>
                </a:lnTo>
                <a:lnTo>
                  <a:pt x="3697173" y="21918"/>
                </a:lnTo>
                <a:lnTo>
                  <a:pt x="3697198" y="22611"/>
                </a:lnTo>
                <a:lnTo>
                  <a:pt x="3697273" y="23247"/>
                </a:lnTo>
                <a:lnTo>
                  <a:pt x="3697394" y="23827"/>
                </a:lnTo>
                <a:lnTo>
                  <a:pt x="3697557" y="24355"/>
                </a:lnTo>
                <a:lnTo>
                  <a:pt x="3697759" y="24832"/>
                </a:lnTo>
                <a:lnTo>
                  <a:pt x="3697998" y="25262"/>
                </a:lnTo>
                <a:lnTo>
                  <a:pt x="3698270" y="25646"/>
                </a:lnTo>
                <a:lnTo>
                  <a:pt x="3698572" y="25988"/>
                </a:lnTo>
                <a:lnTo>
                  <a:pt x="3698901" y="26290"/>
                </a:lnTo>
                <a:lnTo>
                  <a:pt x="3699254" y="26554"/>
                </a:lnTo>
                <a:lnTo>
                  <a:pt x="3699626" y="26782"/>
                </a:lnTo>
                <a:lnTo>
                  <a:pt x="3700016" y="26979"/>
                </a:lnTo>
                <a:lnTo>
                  <a:pt x="3700421" y="27145"/>
                </a:lnTo>
                <a:lnTo>
                  <a:pt x="3700836" y="27283"/>
                </a:lnTo>
                <a:lnTo>
                  <a:pt x="3701258" y="27397"/>
                </a:lnTo>
                <a:lnTo>
                  <a:pt x="3701685" y="27487"/>
                </a:lnTo>
                <a:lnTo>
                  <a:pt x="3702114" y="27558"/>
                </a:lnTo>
                <a:lnTo>
                  <a:pt x="3702540" y="27611"/>
                </a:lnTo>
                <a:lnTo>
                  <a:pt x="3702962" y="27649"/>
                </a:lnTo>
                <a:lnTo>
                  <a:pt x="3703375" y="27675"/>
                </a:lnTo>
                <a:lnTo>
                  <a:pt x="3703777" y="27690"/>
                </a:lnTo>
                <a:lnTo>
                  <a:pt x="3704165" y="27698"/>
                </a:lnTo>
                <a:lnTo>
                  <a:pt x="3704535" y="27701"/>
                </a:lnTo>
                <a:lnTo>
                  <a:pt x="3704883" y="27702"/>
                </a:lnTo>
                <a:lnTo>
                  <a:pt x="3713559" y="27702"/>
                </a:lnTo>
                <a:lnTo>
                  <a:pt x="3713559" y="58322"/>
                </a:lnTo>
                <a:lnTo>
                  <a:pt x="3712756" y="57636"/>
                </a:lnTo>
                <a:lnTo>
                  <a:pt x="3711937" y="56976"/>
                </a:lnTo>
                <a:lnTo>
                  <a:pt x="3711103" y="56343"/>
                </a:lnTo>
                <a:lnTo>
                  <a:pt x="3710255" y="55737"/>
                </a:lnTo>
                <a:lnTo>
                  <a:pt x="3709393" y="55158"/>
                </a:lnTo>
                <a:lnTo>
                  <a:pt x="3708517" y="54606"/>
                </a:lnTo>
                <a:lnTo>
                  <a:pt x="3707628" y="54082"/>
                </a:lnTo>
                <a:lnTo>
                  <a:pt x="3706727" y="53586"/>
                </a:lnTo>
                <a:lnTo>
                  <a:pt x="3705813" y="53118"/>
                </a:lnTo>
                <a:lnTo>
                  <a:pt x="3704888" y="52678"/>
                </a:lnTo>
                <a:lnTo>
                  <a:pt x="3703952" y="52267"/>
                </a:lnTo>
                <a:lnTo>
                  <a:pt x="3703005" y="51885"/>
                </a:lnTo>
                <a:lnTo>
                  <a:pt x="3702048" y="51532"/>
                </a:lnTo>
                <a:lnTo>
                  <a:pt x="3701082" y="51208"/>
                </a:lnTo>
                <a:lnTo>
                  <a:pt x="3700106" y="50914"/>
                </a:lnTo>
                <a:lnTo>
                  <a:pt x="3699123" y="50650"/>
                </a:lnTo>
                <a:lnTo>
                  <a:pt x="3698131" y="50416"/>
                </a:lnTo>
                <a:lnTo>
                  <a:pt x="3697131" y="50213"/>
                </a:lnTo>
                <a:lnTo>
                  <a:pt x="3696125" y="50040"/>
                </a:lnTo>
                <a:lnTo>
                  <a:pt x="3695111" y="49897"/>
                </a:lnTo>
                <a:lnTo>
                  <a:pt x="3694092" y="49787"/>
                </a:lnTo>
                <a:lnTo>
                  <a:pt x="3693068" y="49707"/>
                </a:lnTo>
                <a:lnTo>
                  <a:pt x="3692038" y="49659"/>
                </a:lnTo>
                <a:lnTo>
                  <a:pt x="3691004" y="49643"/>
                </a:lnTo>
                <a:lnTo>
                  <a:pt x="3688391" y="49737"/>
                </a:lnTo>
                <a:lnTo>
                  <a:pt x="3685812" y="50017"/>
                </a:lnTo>
                <a:lnTo>
                  <a:pt x="3683272" y="50477"/>
                </a:lnTo>
                <a:lnTo>
                  <a:pt x="3680779" y="51112"/>
                </a:lnTo>
                <a:lnTo>
                  <a:pt x="3678340" y="51917"/>
                </a:lnTo>
                <a:lnTo>
                  <a:pt x="3675962" y="52886"/>
                </a:lnTo>
                <a:lnTo>
                  <a:pt x="3673652" y="54013"/>
                </a:lnTo>
                <a:lnTo>
                  <a:pt x="3671417" y="55295"/>
                </a:lnTo>
                <a:lnTo>
                  <a:pt x="3669263" y="56725"/>
                </a:lnTo>
                <a:lnTo>
                  <a:pt x="3667198" y="58298"/>
                </a:lnTo>
                <a:lnTo>
                  <a:pt x="3665229" y="60010"/>
                </a:lnTo>
                <a:lnTo>
                  <a:pt x="3663362" y="61853"/>
                </a:lnTo>
                <a:lnTo>
                  <a:pt x="3661604" y="63824"/>
                </a:lnTo>
                <a:lnTo>
                  <a:pt x="3659963" y="65918"/>
                </a:lnTo>
                <a:lnTo>
                  <a:pt x="3658445" y="68128"/>
                </a:lnTo>
                <a:lnTo>
                  <a:pt x="3657058" y="70449"/>
                </a:lnTo>
                <a:lnTo>
                  <a:pt x="3655807" y="72877"/>
                </a:lnTo>
                <a:lnTo>
                  <a:pt x="3654701" y="75405"/>
                </a:lnTo>
                <a:lnTo>
                  <a:pt x="3653746" y="78030"/>
                </a:lnTo>
                <a:lnTo>
                  <a:pt x="3652949" y="80745"/>
                </a:lnTo>
                <a:lnTo>
                  <a:pt x="3652318" y="83544"/>
                </a:lnTo>
                <a:lnTo>
                  <a:pt x="3651858" y="86424"/>
                </a:lnTo>
                <a:lnTo>
                  <a:pt x="3651577" y="89378"/>
                </a:lnTo>
                <a:lnTo>
                  <a:pt x="3651481" y="92402"/>
                </a:lnTo>
                <a:lnTo>
                  <a:pt x="3651571" y="95353"/>
                </a:lnTo>
                <a:lnTo>
                  <a:pt x="3651835" y="98245"/>
                </a:lnTo>
                <a:lnTo>
                  <a:pt x="3652267" y="101072"/>
                </a:lnTo>
                <a:lnTo>
                  <a:pt x="3652861" y="103828"/>
                </a:lnTo>
                <a:lnTo>
                  <a:pt x="3653612" y="106507"/>
                </a:lnTo>
                <a:lnTo>
                  <a:pt x="3654512" y="109102"/>
                </a:lnTo>
                <a:lnTo>
                  <a:pt x="3655555" y="111609"/>
                </a:lnTo>
                <a:lnTo>
                  <a:pt x="3656737" y="114022"/>
                </a:lnTo>
                <a:lnTo>
                  <a:pt x="3658049" y="116334"/>
                </a:lnTo>
                <a:lnTo>
                  <a:pt x="3659486" y="118539"/>
                </a:lnTo>
                <a:lnTo>
                  <a:pt x="3661042" y="120632"/>
                </a:lnTo>
                <a:lnTo>
                  <a:pt x="3662711" y="122607"/>
                </a:lnTo>
                <a:lnTo>
                  <a:pt x="3664486" y="124457"/>
                </a:lnTo>
                <a:lnTo>
                  <a:pt x="3666362" y="126178"/>
                </a:lnTo>
                <a:lnTo>
                  <a:pt x="3668331" y="127763"/>
                </a:lnTo>
                <a:lnTo>
                  <a:pt x="3670389" y="129205"/>
                </a:lnTo>
                <a:lnTo>
                  <a:pt x="3672528" y="130501"/>
                </a:lnTo>
                <a:lnTo>
                  <a:pt x="3674742" y="131642"/>
                </a:lnTo>
                <a:lnTo>
                  <a:pt x="3677026" y="132624"/>
                </a:lnTo>
                <a:lnTo>
                  <a:pt x="3679373" y="133441"/>
                </a:lnTo>
                <a:lnTo>
                  <a:pt x="3681777" y="134087"/>
                </a:lnTo>
                <a:lnTo>
                  <a:pt x="3684232" y="134555"/>
                </a:lnTo>
                <a:lnTo>
                  <a:pt x="3686731" y="134840"/>
                </a:lnTo>
                <a:lnTo>
                  <a:pt x="3689268" y="134937"/>
                </a:lnTo>
                <a:lnTo>
                  <a:pt x="3690604" y="134910"/>
                </a:lnTo>
                <a:lnTo>
                  <a:pt x="3691911" y="134831"/>
                </a:lnTo>
                <a:lnTo>
                  <a:pt x="3693190" y="134702"/>
                </a:lnTo>
                <a:lnTo>
                  <a:pt x="3694441" y="134525"/>
                </a:lnTo>
                <a:lnTo>
                  <a:pt x="3695664" y="134303"/>
                </a:lnTo>
                <a:lnTo>
                  <a:pt x="3696859" y="134036"/>
                </a:lnTo>
                <a:lnTo>
                  <a:pt x="3698026" y="133728"/>
                </a:lnTo>
                <a:lnTo>
                  <a:pt x="3699165" y="133380"/>
                </a:lnTo>
                <a:lnTo>
                  <a:pt x="3700275" y="132995"/>
                </a:lnTo>
                <a:lnTo>
                  <a:pt x="3701357" y="132575"/>
                </a:lnTo>
                <a:lnTo>
                  <a:pt x="3702412" y="132121"/>
                </a:lnTo>
                <a:lnTo>
                  <a:pt x="3703438" y="131636"/>
                </a:lnTo>
                <a:lnTo>
                  <a:pt x="3704436" y="131121"/>
                </a:lnTo>
                <a:lnTo>
                  <a:pt x="3705406" y="130580"/>
                </a:lnTo>
                <a:lnTo>
                  <a:pt x="3706347" y="130014"/>
                </a:lnTo>
                <a:lnTo>
                  <a:pt x="3707261" y="129425"/>
                </a:lnTo>
                <a:lnTo>
                  <a:pt x="3708147" y="128815"/>
                </a:lnTo>
                <a:lnTo>
                  <a:pt x="3709004" y="128186"/>
                </a:lnTo>
                <a:lnTo>
                  <a:pt x="3709833" y="127541"/>
                </a:lnTo>
                <a:lnTo>
                  <a:pt x="3710635" y="126882"/>
                </a:lnTo>
                <a:lnTo>
                  <a:pt x="3711408" y="126209"/>
                </a:lnTo>
                <a:lnTo>
                  <a:pt x="3712153" y="125527"/>
                </a:lnTo>
                <a:lnTo>
                  <a:pt x="3712870" y="124837"/>
                </a:lnTo>
                <a:lnTo>
                  <a:pt x="3713559" y="124140"/>
                </a:lnTo>
                <a:lnTo>
                  <a:pt x="3713559" y="124989"/>
                </a:lnTo>
                <a:lnTo>
                  <a:pt x="3713563" y="125794"/>
                </a:lnTo>
                <a:lnTo>
                  <a:pt x="3713574" y="126556"/>
                </a:lnTo>
                <a:lnTo>
                  <a:pt x="3713594" y="127276"/>
                </a:lnTo>
                <a:lnTo>
                  <a:pt x="3713628" y="127954"/>
                </a:lnTo>
                <a:lnTo>
                  <a:pt x="3713679" y="128591"/>
                </a:lnTo>
                <a:lnTo>
                  <a:pt x="3713750" y="129187"/>
                </a:lnTo>
                <a:lnTo>
                  <a:pt x="3713844" y="129744"/>
                </a:lnTo>
                <a:lnTo>
                  <a:pt x="3713965" y="130261"/>
                </a:lnTo>
                <a:lnTo>
                  <a:pt x="3714117" y="130741"/>
                </a:lnTo>
                <a:lnTo>
                  <a:pt x="3714301" y="131182"/>
                </a:lnTo>
                <a:lnTo>
                  <a:pt x="3714523" y="131587"/>
                </a:lnTo>
                <a:lnTo>
                  <a:pt x="3714784" y="131955"/>
                </a:lnTo>
                <a:lnTo>
                  <a:pt x="3715090" y="132288"/>
                </a:lnTo>
                <a:lnTo>
                  <a:pt x="3715442" y="132586"/>
                </a:lnTo>
                <a:lnTo>
                  <a:pt x="3715844" y="132850"/>
                </a:lnTo>
                <a:lnTo>
                  <a:pt x="3716300" y="133080"/>
                </a:lnTo>
                <a:lnTo>
                  <a:pt x="3716813" y="133277"/>
                </a:lnTo>
                <a:lnTo>
                  <a:pt x="3717386" y="133442"/>
                </a:lnTo>
                <a:lnTo>
                  <a:pt x="3718022" y="133575"/>
                </a:lnTo>
                <a:lnTo>
                  <a:pt x="3718726" y="133678"/>
                </a:lnTo>
                <a:lnTo>
                  <a:pt x="3719500" y="133750"/>
                </a:lnTo>
                <a:lnTo>
                  <a:pt x="3720347" y="133793"/>
                </a:lnTo>
                <a:lnTo>
                  <a:pt x="3721272" y="133807"/>
                </a:lnTo>
                <a:lnTo>
                  <a:pt x="3735345" y="133807"/>
                </a:lnTo>
                <a:lnTo>
                  <a:pt x="3735740" y="133807"/>
                </a:lnTo>
                <a:lnTo>
                  <a:pt x="3736149" y="133804"/>
                </a:lnTo>
                <a:lnTo>
                  <a:pt x="3736571" y="133795"/>
                </a:lnTo>
                <a:lnTo>
                  <a:pt x="3737002" y="133780"/>
                </a:lnTo>
                <a:lnTo>
                  <a:pt x="3737440" y="133753"/>
                </a:lnTo>
                <a:lnTo>
                  <a:pt x="3737882" y="133714"/>
                </a:lnTo>
                <a:lnTo>
                  <a:pt x="3738325" y="133659"/>
                </a:lnTo>
                <a:lnTo>
                  <a:pt x="3738766" y="133586"/>
                </a:lnTo>
                <a:lnTo>
                  <a:pt x="3739202" y="133492"/>
                </a:lnTo>
                <a:lnTo>
                  <a:pt x="3739631" y="133375"/>
                </a:lnTo>
                <a:lnTo>
                  <a:pt x="3740050" y="133232"/>
                </a:lnTo>
                <a:lnTo>
                  <a:pt x="3740455" y="133060"/>
                </a:lnTo>
                <a:lnTo>
                  <a:pt x="3740844" y="132858"/>
                </a:lnTo>
                <a:lnTo>
                  <a:pt x="3741214" y="132621"/>
                </a:lnTo>
                <a:lnTo>
                  <a:pt x="3741562" y="132348"/>
                </a:lnTo>
                <a:lnTo>
                  <a:pt x="3741886" y="132037"/>
                </a:lnTo>
                <a:lnTo>
                  <a:pt x="3742183" y="131684"/>
                </a:lnTo>
                <a:lnTo>
                  <a:pt x="3742449" y="131286"/>
                </a:lnTo>
                <a:lnTo>
                  <a:pt x="3742682" y="130842"/>
                </a:lnTo>
                <a:lnTo>
                  <a:pt x="3742879" y="130349"/>
                </a:lnTo>
                <a:lnTo>
                  <a:pt x="3743037" y="129804"/>
                </a:lnTo>
                <a:lnTo>
                  <a:pt x="3743153" y="129205"/>
                </a:lnTo>
                <a:lnTo>
                  <a:pt x="3743225" y="128548"/>
                </a:lnTo>
                <a:lnTo>
                  <a:pt x="3743250" y="127832"/>
                </a:lnTo>
                <a:lnTo>
                  <a:pt x="3743224" y="127139"/>
                </a:lnTo>
                <a:lnTo>
                  <a:pt x="3743150" y="126503"/>
                </a:lnTo>
                <a:lnTo>
                  <a:pt x="3743029" y="125923"/>
                </a:lnTo>
                <a:lnTo>
                  <a:pt x="3742866" y="125395"/>
                </a:lnTo>
                <a:lnTo>
                  <a:pt x="3742663" y="124918"/>
                </a:lnTo>
                <a:lnTo>
                  <a:pt x="3742424" y="124488"/>
                </a:lnTo>
                <a:close/>
                <a:moveTo>
                  <a:pt x="3711971" y="105144"/>
                </a:moveTo>
                <a:lnTo>
                  <a:pt x="3711407" y="106650"/>
                </a:lnTo>
                <a:lnTo>
                  <a:pt x="3710760" y="108146"/>
                </a:lnTo>
                <a:lnTo>
                  <a:pt x="3710031" y="109622"/>
                </a:lnTo>
                <a:lnTo>
                  <a:pt x="3709221" y="111069"/>
                </a:lnTo>
                <a:lnTo>
                  <a:pt x="3708333" y="112479"/>
                </a:lnTo>
                <a:lnTo>
                  <a:pt x="3707365" y="113841"/>
                </a:lnTo>
                <a:lnTo>
                  <a:pt x="3706321" y="115148"/>
                </a:lnTo>
                <a:lnTo>
                  <a:pt x="3705200" y="116388"/>
                </a:lnTo>
                <a:lnTo>
                  <a:pt x="3704004" y="117554"/>
                </a:lnTo>
                <a:lnTo>
                  <a:pt x="3702734" y="118637"/>
                </a:lnTo>
                <a:lnTo>
                  <a:pt x="3701391" y="119626"/>
                </a:lnTo>
                <a:lnTo>
                  <a:pt x="3699976" y="120513"/>
                </a:lnTo>
                <a:lnTo>
                  <a:pt x="3698491" y="121289"/>
                </a:lnTo>
                <a:lnTo>
                  <a:pt x="3696936" y="121945"/>
                </a:lnTo>
                <a:lnTo>
                  <a:pt x="3695312" y="122470"/>
                </a:lnTo>
                <a:lnTo>
                  <a:pt x="3693620" y="122857"/>
                </a:lnTo>
                <a:lnTo>
                  <a:pt x="3691862" y="123096"/>
                </a:lnTo>
                <a:lnTo>
                  <a:pt x="3690039" y="123178"/>
                </a:lnTo>
                <a:lnTo>
                  <a:pt x="3688340" y="123107"/>
                </a:lnTo>
                <a:lnTo>
                  <a:pt x="3686667" y="122899"/>
                </a:lnTo>
                <a:lnTo>
                  <a:pt x="3685024" y="122557"/>
                </a:lnTo>
                <a:lnTo>
                  <a:pt x="3683416" y="122086"/>
                </a:lnTo>
                <a:lnTo>
                  <a:pt x="3681846" y="121491"/>
                </a:lnTo>
                <a:lnTo>
                  <a:pt x="3680318" y="120775"/>
                </a:lnTo>
                <a:lnTo>
                  <a:pt x="3678838" y="119944"/>
                </a:lnTo>
                <a:lnTo>
                  <a:pt x="3677408" y="119001"/>
                </a:lnTo>
                <a:lnTo>
                  <a:pt x="3676033" y="117952"/>
                </a:lnTo>
                <a:lnTo>
                  <a:pt x="3674717" y="116799"/>
                </a:lnTo>
                <a:lnTo>
                  <a:pt x="3673464" y="115549"/>
                </a:lnTo>
                <a:lnTo>
                  <a:pt x="3672279" y="114205"/>
                </a:lnTo>
                <a:lnTo>
                  <a:pt x="3671164" y="112772"/>
                </a:lnTo>
                <a:lnTo>
                  <a:pt x="3670125" y="111255"/>
                </a:lnTo>
                <a:lnTo>
                  <a:pt x="3669166" y="109656"/>
                </a:lnTo>
                <a:lnTo>
                  <a:pt x="3668290" y="107982"/>
                </a:lnTo>
                <a:lnTo>
                  <a:pt x="3667502" y="106237"/>
                </a:lnTo>
                <a:lnTo>
                  <a:pt x="3666805" y="104424"/>
                </a:lnTo>
                <a:lnTo>
                  <a:pt x="3666205" y="102549"/>
                </a:lnTo>
                <a:lnTo>
                  <a:pt x="3665704" y="100615"/>
                </a:lnTo>
                <a:lnTo>
                  <a:pt x="3665308" y="98628"/>
                </a:lnTo>
                <a:lnTo>
                  <a:pt x="3665020" y="96591"/>
                </a:lnTo>
                <a:lnTo>
                  <a:pt x="3664844" y="94509"/>
                </a:lnTo>
                <a:lnTo>
                  <a:pt x="3664784" y="92387"/>
                </a:lnTo>
                <a:lnTo>
                  <a:pt x="3664853" y="90109"/>
                </a:lnTo>
                <a:lnTo>
                  <a:pt x="3665057" y="87897"/>
                </a:lnTo>
                <a:lnTo>
                  <a:pt x="3665390" y="85752"/>
                </a:lnTo>
                <a:lnTo>
                  <a:pt x="3665846" y="83678"/>
                </a:lnTo>
                <a:lnTo>
                  <a:pt x="3666419" y="81677"/>
                </a:lnTo>
                <a:lnTo>
                  <a:pt x="3667103" y="79753"/>
                </a:lnTo>
                <a:lnTo>
                  <a:pt x="3667893" y="77908"/>
                </a:lnTo>
                <a:lnTo>
                  <a:pt x="3668782" y="76145"/>
                </a:lnTo>
                <a:lnTo>
                  <a:pt x="3669765" y="74466"/>
                </a:lnTo>
                <a:lnTo>
                  <a:pt x="3670836" y="72876"/>
                </a:lnTo>
                <a:lnTo>
                  <a:pt x="3671989" y="71375"/>
                </a:lnTo>
                <a:lnTo>
                  <a:pt x="3673218" y="69969"/>
                </a:lnTo>
                <a:lnTo>
                  <a:pt x="3674517" y="68658"/>
                </a:lnTo>
                <a:lnTo>
                  <a:pt x="3675881" y="67447"/>
                </a:lnTo>
                <a:lnTo>
                  <a:pt x="3677303" y="66337"/>
                </a:lnTo>
                <a:lnTo>
                  <a:pt x="3678779" y="65332"/>
                </a:lnTo>
                <a:lnTo>
                  <a:pt x="3680300" y="64435"/>
                </a:lnTo>
                <a:lnTo>
                  <a:pt x="3681863" y="63648"/>
                </a:lnTo>
                <a:lnTo>
                  <a:pt x="3683462" y="62975"/>
                </a:lnTo>
                <a:lnTo>
                  <a:pt x="3685089" y="62417"/>
                </a:lnTo>
                <a:lnTo>
                  <a:pt x="3686740" y="61979"/>
                </a:lnTo>
                <a:lnTo>
                  <a:pt x="3688408" y="61662"/>
                </a:lnTo>
                <a:lnTo>
                  <a:pt x="3690089" y="61470"/>
                </a:lnTo>
                <a:lnTo>
                  <a:pt x="3691775" y="61405"/>
                </a:lnTo>
                <a:lnTo>
                  <a:pt x="3693301" y="61460"/>
                </a:lnTo>
                <a:lnTo>
                  <a:pt x="3694795" y="61623"/>
                </a:lnTo>
                <a:lnTo>
                  <a:pt x="3696253" y="61889"/>
                </a:lnTo>
                <a:lnTo>
                  <a:pt x="3697672" y="62252"/>
                </a:lnTo>
                <a:lnTo>
                  <a:pt x="3699050" y="62709"/>
                </a:lnTo>
                <a:lnTo>
                  <a:pt x="3700383" y="63254"/>
                </a:lnTo>
                <a:lnTo>
                  <a:pt x="3701670" y="63883"/>
                </a:lnTo>
                <a:lnTo>
                  <a:pt x="3702906" y="64591"/>
                </a:lnTo>
                <a:lnTo>
                  <a:pt x="3704089" y="65373"/>
                </a:lnTo>
                <a:lnTo>
                  <a:pt x="3705217" y="66224"/>
                </a:lnTo>
                <a:lnTo>
                  <a:pt x="3706286" y="67140"/>
                </a:lnTo>
                <a:lnTo>
                  <a:pt x="3707293" y="68116"/>
                </a:lnTo>
                <a:lnTo>
                  <a:pt x="3708237" y="69148"/>
                </a:lnTo>
                <a:lnTo>
                  <a:pt x="3709113" y="70229"/>
                </a:lnTo>
                <a:lnTo>
                  <a:pt x="3709919" y="71356"/>
                </a:lnTo>
                <a:lnTo>
                  <a:pt x="3710653" y="72524"/>
                </a:lnTo>
                <a:lnTo>
                  <a:pt x="3711310" y="73728"/>
                </a:lnTo>
                <a:lnTo>
                  <a:pt x="3711890" y="74963"/>
                </a:lnTo>
                <a:lnTo>
                  <a:pt x="3712388" y="76225"/>
                </a:lnTo>
                <a:lnTo>
                  <a:pt x="3712802" y="77509"/>
                </a:lnTo>
                <a:lnTo>
                  <a:pt x="3713129" y="78810"/>
                </a:lnTo>
                <a:lnTo>
                  <a:pt x="3713366" y="80123"/>
                </a:lnTo>
                <a:lnTo>
                  <a:pt x="3713510" y="81443"/>
                </a:lnTo>
                <a:lnTo>
                  <a:pt x="3713559" y="82767"/>
                </a:lnTo>
                <a:lnTo>
                  <a:pt x="3713559" y="96403"/>
                </a:lnTo>
                <a:lnTo>
                  <a:pt x="3713514" y="97779"/>
                </a:lnTo>
                <a:lnTo>
                  <a:pt x="3713379" y="99199"/>
                </a:lnTo>
                <a:lnTo>
                  <a:pt x="3713157" y="100655"/>
                </a:lnTo>
                <a:lnTo>
                  <a:pt x="3712847" y="102137"/>
                </a:lnTo>
                <a:lnTo>
                  <a:pt x="3712452" y="103637"/>
                </a:lnTo>
                <a:lnTo>
                  <a:pt x="3711971" y="105144"/>
                </a:lnTo>
                <a:close/>
                <a:moveTo>
                  <a:pt x="3337818" y="125013"/>
                </a:moveTo>
                <a:lnTo>
                  <a:pt x="3337585" y="124569"/>
                </a:lnTo>
                <a:lnTo>
                  <a:pt x="3337319" y="124172"/>
                </a:lnTo>
                <a:lnTo>
                  <a:pt x="3337023" y="123818"/>
                </a:lnTo>
                <a:lnTo>
                  <a:pt x="3336699" y="123507"/>
                </a:lnTo>
                <a:lnTo>
                  <a:pt x="3336351" y="123234"/>
                </a:lnTo>
                <a:lnTo>
                  <a:pt x="3335980" y="122998"/>
                </a:lnTo>
                <a:lnTo>
                  <a:pt x="3335591" y="122795"/>
                </a:lnTo>
                <a:lnTo>
                  <a:pt x="3335186" y="122623"/>
                </a:lnTo>
                <a:lnTo>
                  <a:pt x="3334768" y="122480"/>
                </a:lnTo>
                <a:lnTo>
                  <a:pt x="3334339" y="122363"/>
                </a:lnTo>
                <a:lnTo>
                  <a:pt x="3333903" y="122269"/>
                </a:lnTo>
                <a:lnTo>
                  <a:pt x="3333462" y="122196"/>
                </a:lnTo>
                <a:lnTo>
                  <a:pt x="3333019" y="122141"/>
                </a:lnTo>
                <a:lnTo>
                  <a:pt x="3332577" y="122102"/>
                </a:lnTo>
                <a:lnTo>
                  <a:pt x="3332139" y="122076"/>
                </a:lnTo>
                <a:lnTo>
                  <a:pt x="3331708" y="122060"/>
                </a:lnTo>
                <a:lnTo>
                  <a:pt x="3331286" y="122052"/>
                </a:lnTo>
                <a:lnTo>
                  <a:pt x="3330876" y="122049"/>
                </a:lnTo>
                <a:lnTo>
                  <a:pt x="3330482" y="122048"/>
                </a:lnTo>
                <a:lnTo>
                  <a:pt x="3321998" y="122048"/>
                </a:lnTo>
                <a:lnTo>
                  <a:pt x="3321998" y="77386"/>
                </a:lnTo>
                <a:lnTo>
                  <a:pt x="3321947" y="75013"/>
                </a:lnTo>
                <a:lnTo>
                  <a:pt x="3321796" y="72754"/>
                </a:lnTo>
                <a:lnTo>
                  <a:pt x="3321546" y="70610"/>
                </a:lnTo>
                <a:lnTo>
                  <a:pt x="3321199" y="68578"/>
                </a:lnTo>
                <a:lnTo>
                  <a:pt x="3320758" y="66657"/>
                </a:lnTo>
                <a:lnTo>
                  <a:pt x="3320224" y="64846"/>
                </a:lnTo>
                <a:lnTo>
                  <a:pt x="3319599" y="63144"/>
                </a:lnTo>
                <a:lnTo>
                  <a:pt x="3318885" y="61549"/>
                </a:lnTo>
                <a:lnTo>
                  <a:pt x="3318084" y="60061"/>
                </a:lnTo>
                <a:lnTo>
                  <a:pt x="3317198" y="58677"/>
                </a:lnTo>
                <a:lnTo>
                  <a:pt x="3316229" y="57398"/>
                </a:lnTo>
                <a:lnTo>
                  <a:pt x="3315178" y="56221"/>
                </a:lnTo>
                <a:lnTo>
                  <a:pt x="3314049" y="55145"/>
                </a:lnTo>
                <a:lnTo>
                  <a:pt x="3312842" y="54170"/>
                </a:lnTo>
                <a:lnTo>
                  <a:pt x="3311559" y="53293"/>
                </a:lnTo>
                <a:lnTo>
                  <a:pt x="3310203" y="52513"/>
                </a:lnTo>
                <a:lnTo>
                  <a:pt x="3308775" y="51831"/>
                </a:lnTo>
                <a:lnTo>
                  <a:pt x="3307278" y="51243"/>
                </a:lnTo>
                <a:lnTo>
                  <a:pt x="3305712" y="50749"/>
                </a:lnTo>
                <a:lnTo>
                  <a:pt x="3304081" y="50347"/>
                </a:lnTo>
                <a:lnTo>
                  <a:pt x="3302386" y="50037"/>
                </a:lnTo>
                <a:lnTo>
                  <a:pt x="3300629" y="49817"/>
                </a:lnTo>
                <a:lnTo>
                  <a:pt x="3298812" y="49686"/>
                </a:lnTo>
                <a:lnTo>
                  <a:pt x="3296937" y="49643"/>
                </a:lnTo>
                <a:lnTo>
                  <a:pt x="3295344" y="49676"/>
                </a:lnTo>
                <a:lnTo>
                  <a:pt x="3293796" y="49774"/>
                </a:lnTo>
                <a:lnTo>
                  <a:pt x="3292293" y="49932"/>
                </a:lnTo>
                <a:lnTo>
                  <a:pt x="3290835" y="50146"/>
                </a:lnTo>
                <a:lnTo>
                  <a:pt x="3289423" y="50411"/>
                </a:lnTo>
                <a:lnTo>
                  <a:pt x="3288056" y="50725"/>
                </a:lnTo>
                <a:lnTo>
                  <a:pt x="3286736" y="51082"/>
                </a:lnTo>
                <a:lnTo>
                  <a:pt x="3285462" y="51479"/>
                </a:lnTo>
                <a:lnTo>
                  <a:pt x="3284235" y="51911"/>
                </a:lnTo>
                <a:lnTo>
                  <a:pt x="3283055" y="52375"/>
                </a:lnTo>
                <a:lnTo>
                  <a:pt x="3281923" y="52866"/>
                </a:lnTo>
                <a:lnTo>
                  <a:pt x="3280838" y="53380"/>
                </a:lnTo>
                <a:lnTo>
                  <a:pt x="3279802" y="53913"/>
                </a:lnTo>
                <a:lnTo>
                  <a:pt x="3278814" y="54461"/>
                </a:lnTo>
                <a:lnTo>
                  <a:pt x="3277875" y="55020"/>
                </a:lnTo>
                <a:lnTo>
                  <a:pt x="3276986" y="55586"/>
                </a:lnTo>
                <a:lnTo>
                  <a:pt x="3276146" y="56154"/>
                </a:lnTo>
                <a:lnTo>
                  <a:pt x="3275355" y="56721"/>
                </a:lnTo>
                <a:lnTo>
                  <a:pt x="3274615" y="57283"/>
                </a:lnTo>
                <a:lnTo>
                  <a:pt x="3273925" y="57835"/>
                </a:lnTo>
                <a:lnTo>
                  <a:pt x="3273287" y="58373"/>
                </a:lnTo>
                <a:lnTo>
                  <a:pt x="3272699" y="58893"/>
                </a:lnTo>
                <a:lnTo>
                  <a:pt x="3272163" y="59391"/>
                </a:lnTo>
                <a:lnTo>
                  <a:pt x="3271679" y="59863"/>
                </a:lnTo>
                <a:lnTo>
                  <a:pt x="3271678" y="59106"/>
                </a:lnTo>
                <a:lnTo>
                  <a:pt x="3271674" y="58383"/>
                </a:lnTo>
                <a:lnTo>
                  <a:pt x="3271664" y="57694"/>
                </a:lnTo>
                <a:lnTo>
                  <a:pt x="3271643" y="57039"/>
                </a:lnTo>
                <a:lnTo>
                  <a:pt x="3271609" y="56417"/>
                </a:lnTo>
                <a:lnTo>
                  <a:pt x="3271558" y="55829"/>
                </a:lnTo>
                <a:lnTo>
                  <a:pt x="3271487" y="55274"/>
                </a:lnTo>
                <a:lnTo>
                  <a:pt x="3271393" y="54753"/>
                </a:lnTo>
                <a:lnTo>
                  <a:pt x="3271272" y="54264"/>
                </a:lnTo>
                <a:lnTo>
                  <a:pt x="3271121" y="53809"/>
                </a:lnTo>
                <a:lnTo>
                  <a:pt x="3270936" y="53385"/>
                </a:lnTo>
                <a:lnTo>
                  <a:pt x="3270715" y="52995"/>
                </a:lnTo>
                <a:lnTo>
                  <a:pt x="3270453" y="52636"/>
                </a:lnTo>
                <a:lnTo>
                  <a:pt x="3270148" y="52310"/>
                </a:lnTo>
                <a:lnTo>
                  <a:pt x="3269796" y="52015"/>
                </a:lnTo>
                <a:lnTo>
                  <a:pt x="3269394" y="51753"/>
                </a:lnTo>
                <a:lnTo>
                  <a:pt x="3268939" y="51522"/>
                </a:lnTo>
                <a:lnTo>
                  <a:pt x="3268426" y="51322"/>
                </a:lnTo>
                <a:lnTo>
                  <a:pt x="3267853" y="51153"/>
                </a:lnTo>
                <a:lnTo>
                  <a:pt x="3267217" y="51016"/>
                </a:lnTo>
                <a:lnTo>
                  <a:pt x="3266513" y="50909"/>
                </a:lnTo>
                <a:lnTo>
                  <a:pt x="3265740" y="50833"/>
                </a:lnTo>
                <a:lnTo>
                  <a:pt x="3264893" y="50788"/>
                </a:lnTo>
                <a:lnTo>
                  <a:pt x="3263968" y="50773"/>
                </a:lnTo>
                <a:lnTo>
                  <a:pt x="3249895" y="50773"/>
                </a:lnTo>
                <a:lnTo>
                  <a:pt x="3249501" y="50773"/>
                </a:lnTo>
                <a:lnTo>
                  <a:pt x="3249091" y="50776"/>
                </a:lnTo>
                <a:lnTo>
                  <a:pt x="3248669" y="50784"/>
                </a:lnTo>
                <a:lnTo>
                  <a:pt x="3248238" y="50800"/>
                </a:lnTo>
                <a:lnTo>
                  <a:pt x="3247800" y="50827"/>
                </a:lnTo>
                <a:lnTo>
                  <a:pt x="3247358" y="50866"/>
                </a:lnTo>
                <a:lnTo>
                  <a:pt x="3246915" y="50921"/>
                </a:lnTo>
                <a:lnTo>
                  <a:pt x="3246474" y="50994"/>
                </a:lnTo>
                <a:lnTo>
                  <a:pt x="3246038" y="51088"/>
                </a:lnTo>
                <a:lnTo>
                  <a:pt x="3245609" y="51205"/>
                </a:lnTo>
                <a:lnTo>
                  <a:pt x="3245191" y="51348"/>
                </a:lnTo>
                <a:lnTo>
                  <a:pt x="3244785" y="51520"/>
                </a:lnTo>
                <a:lnTo>
                  <a:pt x="3244396" y="51723"/>
                </a:lnTo>
                <a:lnTo>
                  <a:pt x="3244026" y="51959"/>
                </a:lnTo>
                <a:lnTo>
                  <a:pt x="3243678" y="52232"/>
                </a:lnTo>
                <a:lnTo>
                  <a:pt x="3243354" y="52544"/>
                </a:lnTo>
                <a:lnTo>
                  <a:pt x="3243058" y="52897"/>
                </a:lnTo>
                <a:lnTo>
                  <a:pt x="3242792" y="53295"/>
                </a:lnTo>
                <a:lnTo>
                  <a:pt x="3242559" y="53739"/>
                </a:lnTo>
                <a:lnTo>
                  <a:pt x="3242362" y="54232"/>
                </a:lnTo>
                <a:lnTo>
                  <a:pt x="3242204" y="54778"/>
                </a:lnTo>
                <a:lnTo>
                  <a:pt x="3242087" y="55377"/>
                </a:lnTo>
                <a:lnTo>
                  <a:pt x="3242015" y="56034"/>
                </a:lnTo>
                <a:lnTo>
                  <a:pt x="3241990" y="56751"/>
                </a:lnTo>
                <a:lnTo>
                  <a:pt x="3242016" y="57444"/>
                </a:lnTo>
                <a:lnTo>
                  <a:pt x="3242091" y="58080"/>
                </a:lnTo>
                <a:lnTo>
                  <a:pt x="3242211" y="58660"/>
                </a:lnTo>
                <a:lnTo>
                  <a:pt x="3242374" y="59188"/>
                </a:lnTo>
                <a:lnTo>
                  <a:pt x="3242577" y="59665"/>
                </a:lnTo>
                <a:lnTo>
                  <a:pt x="3242816" y="60095"/>
                </a:lnTo>
                <a:lnTo>
                  <a:pt x="3243088" y="60479"/>
                </a:lnTo>
                <a:lnTo>
                  <a:pt x="3243390" y="60821"/>
                </a:lnTo>
                <a:lnTo>
                  <a:pt x="3243719" y="61123"/>
                </a:lnTo>
                <a:lnTo>
                  <a:pt x="3244071" y="61387"/>
                </a:lnTo>
                <a:lnTo>
                  <a:pt x="3244444" y="61616"/>
                </a:lnTo>
                <a:lnTo>
                  <a:pt x="3244834" y="61812"/>
                </a:lnTo>
                <a:lnTo>
                  <a:pt x="3245238" y="61978"/>
                </a:lnTo>
                <a:lnTo>
                  <a:pt x="3245653" y="62116"/>
                </a:lnTo>
                <a:lnTo>
                  <a:pt x="3246076" y="62230"/>
                </a:lnTo>
                <a:lnTo>
                  <a:pt x="3246503" y="62321"/>
                </a:lnTo>
                <a:lnTo>
                  <a:pt x="3246931" y="62391"/>
                </a:lnTo>
                <a:lnTo>
                  <a:pt x="3247358" y="62444"/>
                </a:lnTo>
                <a:lnTo>
                  <a:pt x="3247780" y="62482"/>
                </a:lnTo>
                <a:lnTo>
                  <a:pt x="3248193" y="62508"/>
                </a:lnTo>
                <a:lnTo>
                  <a:pt x="3248595" y="62523"/>
                </a:lnTo>
                <a:lnTo>
                  <a:pt x="3248982" y="62531"/>
                </a:lnTo>
                <a:lnTo>
                  <a:pt x="3249352" y="62534"/>
                </a:lnTo>
                <a:lnTo>
                  <a:pt x="3249701" y="62535"/>
                </a:lnTo>
                <a:lnTo>
                  <a:pt x="3258379" y="62535"/>
                </a:lnTo>
                <a:lnTo>
                  <a:pt x="3258379" y="122048"/>
                </a:lnTo>
                <a:lnTo>
                  <a:pt x="3249895" y="122048"/>
                </a:lnTo>
                <a:lnTo>
                  <a:pt x="3249501" y="122049"/>
                </a:lnTo>
                <a:lnTo>
                  <a:pt x="3249091" y="122052"/>
                </a:lnTo>
                <a:lnTo>
                  <a:pt x="3248669" y="122060"/>
                </a:lnTo>
                <a:lnTo>
                  <a:pt x="3248238" y="122076"/>
                </a:lnTo>
                <a:lnTo>
                  <a:pt x="3247800" y="122102"/>
                </a:lnTo>
                <a:lnTo>
                  <a:pt x="3247358" y="122141"/>
                </a:lnTo>
                <a:lnTo>
                  <a:pt x="3246915" y="122196"/>
                </a:lnTo>
                <a:lnTo>
                  <a:pt x="3246474" y="122269"/>
                </a:lnTo>
                <a:lnTo>
                  <a:pt x="3246038" y="122363"/>
                </a:lnTo>
                <a:lnTo>
                  <a:pt x="3245609" y="122480"/>
                </a:lnTo>
                <a:lnTo>
                  <a:pt x="3245191" y="122623"/>
                </a:lnTo>
                <a:lnTo>
                  <a:pt x="3244785" y="122795"/>
                </a:lnTo>
                <a:lnTo>
                  <a:pt x="3244396" y="122998"/>
                </a:lnTo>
                <a:lnTo>
                  <a:pt x="3244026" y="123234"/>
                </a:lnTo>
                <a:lnTo>
                  <a:pt x="3243678" y="123507"/>
                </a:lnTo>
                <a:lnTo>
                  <a:pt x="3243354" y="123818"/>
                </a:lnTo>
                <a:lnTo>
                  <a:pt x="3243058" y="124172"/>
                </a:lnTo>
                <a:lnTo>
                  <a:pt x="3242792" y="124569"/>
                </a:lnTo>
                <a:lnTo>
                  <a:pt x="3242559" y="125013"/>
                </a:lnTo>
                <a:lnTo>
                  <a:pt x="3242362" y="125506"/>
                </a:lnTo>
                <a:lnTo>
                  <a:pt x="3242204" y="126051"/>
                </a:lnTo>
                <a:lnTo>
                  <a:pt x="3242087" y="126650"/>
                </a:lnTo>
                <a:lnTo>
                  <a:pt x="3242015" y="127307"/>
                </a:lnTo>
                <a:lnTo>
                  <a:pt x="3241990" y="128023"/>
                </a:lnTo>
                <a:lnTo>
                  <a:pt x="3242016" y="128717"/>
                </a:lnTo>
                <a:lnTo>
                  <a:pt x="3242091" y="129352"/>
                </a:lnTo>
                <a:lnTo>
                  <a:pt x="3242211" y="129932"/>
                </a:lnTo>
                <a:lnTo>
                  <a:pt x="3242374" y="130460"/>
                </a:lnTo>
                <a:lnTo>
                  <a:pt x="3242577" y="130937"/>
                </a:lnTo>
                <a:lnTo>
                  <a:pt x="3242816" y="131367"/>
                </a:lnTo>
                <a:lnTo>
                  <a:pt x="3243088" y="131752"/>
                </a:lnTo>
                <a:lnTo>
                  <a:pt x="3243390" y="132093"/>
                </a:lnTo>
                <a:lnTo>
                  <a:pt x="3243719" y="132395"/>
                </a:lnTo>
                <a:lnTo>
                  <a:pt x="3244071" y="132659"/>
                </a:lnTo>
                <a:lnTo>
                  <a:pt x="3244444" y="132888"/>
                </a:lnTo>
                <a:lnTo>
                  <a:pt x="3244834" y="133084"/>
                </a:lnTo>
                <a:lnTo>
                  <a:pt x="3245238" y="133250"/>
                </a:lnTo>
                <a:lnTo>
                  <a:pt x="3245653" y="133389"/>
                </a:lnTo>
                <a:lnTo>
                  <a:pt x="3246076" y="133502"/>
                </a:lnTo>
                <a:lnTo>
                  <a:pt x="3246503" y="133593"/>
                </a:lnTo>
                <a:lnTo>
                  <a:pt x="3246931" y="133664"/>
                </a:lnTo>
                <a:lnTo>
                  <a:pt x="3247358" y="133717"/>
                </a:lnTo>
                <a:lnTo>
                  <a:pt x="3247780" y="133755"/>
                </a:lnTo>
                <a:lnTo>
                  <a:pt x="3248193" y="133780"/>
                </a:lnTo>
                <a:lnTo>
                  <a:pt x="3248595" y="133796"/>
                </a:lnTo>
                <a:lnTo>
                  <a:pt x="3248982" y="133804"/>
                </a:lnTo>
                <a:lnTo>
                  <a:pt x="3249352" y="133807"/>
                </a:lnTo>
                <a:lnTo>
                  <a:pt x="3249701" y="133807"/>
                </a:lnTo>
                <a:lnTo>
                  <a:pt x="3280357" y="133807"/>
                </a:lnTo>
                <a:lnTo>
                  <a:pt x="3280706" y="133807"/>
                </a:lnTo>
                <a:lnTo>
                  <a:pt x="3281075" y="133804"/>
                </a:lnTo>
                <a:lnTo>
                  <a:pt x="3281463" y="133796"/>
                </a:lnTo>
                <a:lnTo>
                  <a:pt x="3281865" y="133780"/>
                </a:lnTo>
                <a:lnTo>
                  <a:pt x="3282278" y="133755"/>
                </a:lnTo>
                <a:lnTo>
                  <a:pt x="3282700" y="133717"/>
                </a:lnTo>
                <a:lnTo>
                  <a:pt x="3283126" y="133664"/>
                </a:lnTo>
                <a:lnTo>
                  <a:pt x="3283555" y="133593"/>
                </a:lnTo>
                <a:lnTo>
                  <a:pt x="3283982" y="133502"/>
                </a:lnTo>
                <a:lnTo>
                  <a:pt x="3284405" y="133389"/>
                </a:lnTo>
                <a:lnTo>
                  <a:pt x="3284820" y="133250"/>
                </a:lnTo>
                <a:lnTo>
                  <a:pt x="3285224" y="133084"/>
                </a:lnTo>
                <a:lnTo>
                  <a:pt x="3285614" y="132888"/>
                </a:lnTo>
                <a:lnTo>
                  <a:pt x="3285987" y="132659"/>
                </a:lnTo>
                <a:lnTo>
                  <a:pt x="3286339" y="132395"/>
                </a:lnTo>
                <a:lnTo>
                  <a:pt x="3286668" y="132093"/>
                </a:lnTo>
                <a:lnTo>
                  <a:pt x="3286970" y="131752"/>
                </a:lnTo>
                <a:lnTo>
                  <a:pt x="3287242" y="131367"/>
                </a:lnTo>
                <a:lnTo>
                  <a:pt x="3287481" y="130937"/>
                </a:lnTo>
                <a:lnTo>
                  <a:pt x="3287684" y="130460"/>
                </a:lnTo>
                <a:lnTo>
                  <a:pt x="3287847" y="129932"/>
                </a:lnTo>
                <a:lnTo>
                  <a:pt x="3287967" y="129352"/>
                </a:lnTo>
                <a:lnTo>
                  <a:pt x="3288042" y="128717"/>
                </a:lnTo>
                <a:lnTo>
                  <a:pt x="3288067" y="128023"/>
                </a:lnTo>
                <a:lnTo>
                  <a:pt x="3288043" y="127307"/>
                </a:lnTo>
                <a:lnTo>
                  <a:pt x="3287971" y="126650"/>
                </a:lnTo>
                <a:lnTo>
                  <a:pt x="3287854" y="126051"/>
                </a:lnTo>
                <a:lnTo>
                  <a:pt x="3287696" y="125506"/>
                </a:lnTo>
                <a:lnTo>
                  <a:pt x="3287499" y="125013"/>
                </a:lnTo>
                <a:lnTo>
                  <a:pt x="3287266" y="124569"/>
                </a:lnTo>
                <a:lnTo>
                  <a:pt x="3287000" y="124172"/>
                </a:lnTo>
                <a:lnTo>
                  <a:pt x="3286704" y="123818"/>
                </a:lnTo>
                <a:lnTo>
                  <a:pt x="3286380" y="123507"/>
                </a:lnTo>
                <a:lnTo>
                  <a:pt x="3286032" y="123234"/>
                </a:lnTo>
                <a:lnTo>
                  <a:pt x="3285661" y="122998"/>
                </a:lnTo>
                <a:lnTo>
                  <a:pt x="3285272" y="122795"/>
                </a:lnTo>
                <a:lnTo>
                  <a:pt x="3284867" y="122623"/>
                </a:lnTo>
                <a:lnTo>
                  <a:pt x="3284449" y="122480"/>
                </a:lnTo>
                <a:lnTo>
                  <a:pt x="3284020" y="122363"/>
                </a:lnTo>
                <a:lnTo>
                  <a:pt x="3283584" y="122269"/>
                </a:lnTo>
                <a:lnTo>
                  <a:pt x="3283143" y="122196"/>
                </a:lnTo>
                <a:lnTo>
                  <a:pt x="3282700" y="122141"/>
                </a:lnTo>
                <a:lnTo>
                  <a:pt x="3282258" y="122102"/>
                </a:lnTo>
                <a:lnTo>
                  <a:pt x="3281820" y="122076"/>
                </a:lnTo>
                <a:lnTo>
                  <a:pt x="3281389" y="122060"/>
                </a:lnTo>
                <a:lnTo>
                  <a:pt x="3280967" y="122052"/>
                </a:lnTo>
                <a:lnTo>
                  <a:pt x="3280557" y="122049"/>
                </a:lnTo>
                <a:lnTo>
                  <a:pt x="3280163" y="122048"/>
                </a:lnTo>
                <a:lnTo>
                  <a:pt x="3271679" y="122048"/>
                </a:lnTo>
                <a:lnTo>
                  <a:pt x="3271679" y="87959"/>
                </a:lnTo>
                <a:lnTo>
                  <a:pt x="3271752" y="85616"/>
                </a:lnTo>
                <a:lnTo>
                  <a:pt x="3271965" y="83396"/>
                </a:lnTo>
                <a:lnTo>
                  <a:pt x="3272311" y="81295"/>
                </a:lnTo>
                <a:lnTo>
                  <a:pt x="3272781" y="79313"/>
                </a:lnTo>
                <a:lnTo>
                  <a:pt x="3273367" y="77446"/>
                </a:lnTo>
                <a:lnTo>
                  <a:pt x="3274062" y="75694"/>
                </a:lnTo>
                <a:lnTo>
                  <a:pt x="3274856" y="74055"/>
                </a:lnTo>
                <a:lnTo>
                  <a:pt x="3275742" y="72525"/>
                </a:lnTo>
                <a:lnTo>
                  <a:pt x="3276712" y="71103"/>
                </a:lnTo>
                <a:lnTo>
                  <a:pt x="3277757" y="69788"/>
                </a:lnTo>
                <a:lnTo>
                  <a:pt x="3278870" y="68577"/>
                </a:lnTo>
                <a:lnTo>
                  <a:pt x="3280042" y="67468"/>
                </a:lnTo>
                <a:lnTo>
                  <a:pt x="3281265" y="66459"/>
                </a:lnTo>
                <a:lnTo>
                  <a:pt x="3282532" y="65549"/>
                </a:lnTo>
                <a:lnTo>
                  <a:pt x="3283833" y="64735"/>
                </a:lnTo>
                <a:lnTo>
                  <a:pt x="3285161" y="64014"/>
                </a:lnTo>
                <a:lnTo>
                  <a:pt x="3286508" y="63387"/>
                </a:lnTo>
                <a:lnTo>
                  <a:pt x="3287866" y="62849"/>
                </a:lnTo>
                <a:lnTo>
                  <a:pt x="3289226" y="62399"/>
                </a:lnTo>
                <a:lnTo>
                  <a:pt x="3290581" y="62036"/>
                </a:lnTo>
                <a:lnTo>
                  <a:pt x="3291922" y="61757"/>
                </a:lnTo>
                <a:lnTo>
                  <a:pt x="3293241" y="61560"/>
                </a:lnTo>
                <a:lnTo>
                  <a:pt x="3294530" y="61443"/>
                </a:lnTo>
                <a:lnTo>
                  <a:pt x="3295781" y="61405"/>
                </a:lnTo>
                <a:lnTo>
                  <a:pt x="3297019" y="61433"/>
                </a:lnTo>
                <a:lnTo>
                  <a:pt x="3298181" y="61518"/>
                </a:lnTo>
                <a:lnTo>
                  <a:pt x="3299269" y="61659"/>
                </a:lnTo>
                <a:lnTo>
                  <a:pt x="3300285" y="61858"/>
                </a:lnTo>
                <a:lnTo>
                  <a:pt x="3301231" y="62114"/>
                </a:lnTo>
                <a:lnTo>
                  <a:pt x="3302109" y="62428"/>
                </a:lnTo>
                <a:lnTo>
                  <a:pt x="3302921" y="62800"/>
                </a:lnTo>
                <a:lnTo>
                  <a:pt x="3303670" y="63231"/>
                </a:lnTo>
                <a:lnTo>
                  <a:pt x="3304357" y="63720"/>
                </a:lnTo>
                <a:lnTo>
                  <a:pt x="3304984" y="64269"/>
                </a:lnTo>
                <a:lnTo>
                  <a:pt x="3305554" y="64877"/>
                </a:lnTo>
                <a:lnTo>
                  <a:pt x="3306069" y="65545"/>
                </a:lnTo>
                <a:lnTo>
                  <a:pt x="3306531" y="66273"/>
                </a:lnTo>
                <a:lnTo>
                  <a:pt x="3306941" y="67062"/>
                </a:lnTo>
                <a:lnTo>
                  <a:pt x="3307303" y="67911"/>
                </a:lnTo>
                <a:lnTo>
                  <a:pt x="3307617" y="68822"/>
                </a:lnTo>
                <a:lnTo>
                  <a:pt x="3307887" y="69794"/>
                </a:lnTo>
                <a:lnTo>
                  <a:pt x="3308114" y="70828"/>
                </a:lnTo>
                <a:lnTo>
                  <a:pt x="3308300" y="71924"/>
                </a:lnTo>
                <a:lnTo>
                  <a:pt x="3308448" y="73082"/>
                </a:lnTo>
                <a:lnTo>
                  <a:pt x="3308559" y="74304"/>
                </a:lnTo>
                <a:lnTo>
                  <a:pt x="3308636" y="75588"/>
                </a:lnTo>
                <a:lnTo>
                  <a:pt x="3308681" y="76936"/>
                </a:lnTo>
                <a:lnTo>
                  <a:pt x="3308695" y="78348"/>
                </a:lnTo>
                <a:lnTo>
                  <a:pt x="3308695" y="122048"/>
                </a:lnTo>
                <a:lnTo>
                  <a:pt x="3301179" y="122048"/>
                </a:lnTo>
                <a:lnTo>
                  <a:pt x="3300785" y="122049"/>
                </a:lnTo>
                <a:lnTo>
                  <a:pt x="3300375" y="122052"/>
                </a:lnTo>
                <a:lnTo>
                  <a:pt x="3299953" y="122060"/>
                </a:lnTo>
                <a:lnTo>
                  <a:pt x="3299522" y="122076"/>
                </a:lnTo>
                <a:lnTo>
                  <a:pt x="3299084" y="122102"/>
                </a:lnTo>
                <a:lnTo>
                  <a:pt x="3298642" y="122141"/>
                </a:lnTo>
                <a:lnTo>
                  <a:pt x="3298199" y="122196"/>
                </a:lnTo>
                <a:lnTo>
                  <a:pt x="3297758" y="122269"/>
                </a:lnTo>
                <a:lnTo>
                  <a:pt x="3297322" y="122363"/>
                </a:lnTo>
                <a:lnTo>
                  <a:pt x="3296893" y="122480"/>
                </a:lnTo>
                <a:lnTo>
                  <a:pt x="3296475" y="122623"/>
                </a:lnTo>
                <a:lnTo>
                  <a:pt x="3296069" y="122795"/>
                </a:lnTo>
                <a:lnTo>
                  <a:pt x="3295680" y="122998"/>
                </a:lnTo>
                <a:lnTo>
                  <a:pt x="3295310" y="123234"/>
                </a:lnTo>
                <a:lnTo>
                  <a:pt x="3294962" y="123507"/>
                </a:lnTo>
                <a:lnTo>
                  <a:pt x="3294638" y="123818"/>
                </a:lnTo>
                <a:lnTo>
                  <a:pt x="3294342" y="124172"/>
                </a:lnTo>
                <a:lnTo>
                  <a:pt x="3294075" y="124569"/>
                </a:lnTo>
                <a:lnTo>
                  <a:pt x="3293843" y="125013"/>
                </a:lnTo>
                <a:lnTo>
                  <a:pt x="3293646" y="125506"/>
                </a:lnTo>
                <a:lnTo>
                  <a:pt x="3293487" y="126051"/>
                </a:lnTo>
                <a:lnTo>
                  <a:pt x="3293371" y="126650"/>
                </a:lnTo>
                <a:lnTo>
                  <a:pt x="3293299" y="127307"/>
                </a:lnTo>
                <a:lnTo>
                  <a:pt x="3293274" y="128023"/>
                </a:lnTo>
                <a:lnTo>
                  <a:pt x="3293301" y="128717"/>
                </a:lnTo>
                <a:lnTo>
                  <a:pt x="3293378" y="129352"/>
                </a:lnTo>
                <a:lnTo>
                  <a:pt x="3293503" y="129932"/>
                </a:lnTo>
                <a:lnTo>
                  <a:pt x="3293672" y="130460"/>
                </a:lnTo>
                <a:lnTo>
                  <a:pt x="3293882" y="130937"/>
                </a:lnTo>
                <a:lnTo>
                  <a:pt x="3294130" y="131367"/>
                </a:lnTo>
                <a:lnTo>
                  <a:pt x="3294411" y="131752"/>
                </a:lnTo>
                <a:lnTo>
                  <a:pt x="3294724" y="132093"/>
                </a:lnTo>
                <a:lnTo>
                  <a:pt x="3295063" y="132395"/>
                </a:lnTo>
                <a:lnTo>
                  <a:pt x="3295427" y="132659"/>
                </a:lnTo>
                <a:lnTo>
                  <a:pt x="3295812" y="132888"/>
                </a:lnTo>
                <a:lnTo>
                  <a:pt x="3296214" y="133084"/>
                </a:lnTo>
                <a:lnTo>
                  <a:pt x="3296630" y="133250"/>
                </a:lnTo>
                <a:lnTo>
                  <a:pt x="3297057" y="133389"/>
                </a:lnTo>
                <a:lnTo>
                  <a:pt x="3297491" y="133502"/>
                </a:lnTo>
                <a:lnTo>
                  <a:pt x="3297929" y="133593"/>
                </a:lnTo>
                <a:lnTo>
                  <a:pt x="3298368" y="133664"/>
                </a:lnTo>
                <a:lnTo>
                  <a:pt x="3298805" y="133717"/>
                </a:lnTo>
                <a:lnTo>
                  <a:pt x="3299235" y="133755"/>
                </a:lnTo>
                <a:lnTo>
                  <a:pt x="3299656" y="133780"/>
                </a:lnTo>
                <a:lnTo>
                  <a:pt x="3300064" y="133796"/>
                </a:lnTo>
                <a:lnTo>
                  <a:pt x="3300456" y="133804"/>
                </a:lnTo>
                <a:lnTo>
                  <a:pt x="3300829" y="133807"/>
                </a:lnTo>
                <a:lnTo>
                  <a:pt x="3301179" y="133807"/>
                </a:lnTo>
                <a:lnTo>
                  <a:pt x="3330676" y="133807"/>
                </a:lnTo>
                <a:lnTo>
                  <a:pt x="3331025" y="133807"/>
                </a:lnTo>
                <a:lnTo>
                  <a:pt x="3331394" y="133804"/>
                </a:lnTo>
                <a:lnTo>
                  <a:pt x="3331782" y="133796"/>
                </a:lnTo>
                <a:lnTo>
                  <a:pt x="3332184" y="133780"/>
                </a:lnTo>
                <a:lnTo>
                  <a:pt x="3332597" y="133755"/>
                </a:lnTo>
                <a:lnTo>
                  <a:pt x="3333019" y="133717"/>
                </a:lnTo>
                <a:lnTo>
                  <a:pt x="3333445" y="133664"/>
                </a:lnTo>
                <a:lnTo>
                  <a:pt x="3333874" y="133593"/>
                </a:lnTo>
                <a:lnTo>
                  <a:pt x="3334301" y="133502"/>
                </a:lnTo>
                <a:lnTo>
                  <a:pt x="3334724" y="133389"/>
                </a:lnTo>
                <a:lnTo>
                  <a:pt x="3335139" y="133250"/>
                </a:lnTo>
                <a:lnTo>
                  <a:pt x="3335543" y="133084"/>
                </a:lnTo>
                <a:lnTo>
                  <a:pt x="3335933" y="132888"/>
                </a:lnTo>
                <a:lnTo>
                  <a:pt x="3336306" y="132659"/>
                </a:lnTo>
                <a:lnTo>
                  <a:pt x="3336658" y="132395"/>
                </a:lnTo>
                <a:lnTo>
                  <a:pt x="3336987" y="132093"/>
                </a:lnTo>
                <a:lnTo>
                  <a:pt x="3337289" y="131752"/>
                </a:lnTo>
                <a:lnTo>
                  <a:pt x="3337561" y="131367"/>
                </a:lnTo>
                <a:lnTo>
                  <a:pt x="3337800" y="130937"/>
                </a:lnTo>
                <a:lnTo>
                  <a:pt x="3338003" y="130460"/>
                </a:lnTo>
                <a:lnTo>
                  <a:pt x="3338166" y="129932"/>
                </a:lnTo>
                <a:lnTo>
                  <a:pt x="3338286" y="129352"/>
                </a:lnTo>
                <a:lnTo>
                  <a:pt x="3338361" y="128717"/>
                </a:lnTo>
                <a:lnTo>
                  <a:pt x="3338386" y="128023"/>
                </a:lnTo>
                <a:lnTo>
                  <a:pt x="3338362" y="127307"/>
                </a:lnTo>
                <a:lnTo>
                  <a:pt x="3338290" y="126650"/>
                </a:lnTo>
                <a:lnTo>
                  <a:pt x="3338173" y="126051"/>
                </a:lnTo>
                <a:lnTo>
                  <a:pt x="3338015" y="125506"/>
                </a:lnTo>
                <a:lnTo>
                  <a:pt x="3337818" y="125013"/>
                </a:lnTo>
                <a:close/>
                <a:moveTo>
                  <a:pt x="3641233" y="124569"/>
                </a:moveTo>
                <a:lnTo>
                  <a:pt x="3640967" y="124172"/>
                </a:lnTo>
                <a:lnTo>
                  <a:pt x="3640670" y="123818"/>
                </a:lnTo>
                <a:lnTo>
                  <a:pt x="3640346" y="123507"/>
                </a:lnTo>
                <a:lnTo>
                  <a:pt x="3639998" y="123234"/>
                </a:lnTo>
                <a:lnTo>
                  <a:pt x="3639628" y="122998"/>
                </a:lnTo>
                <a:lnTo>
                  <a:pt x="3639239" y="122795"/>
                </a:lnTo>
                <a:lnTo>
                  <a:pt x="3638834" y="122623"/>
                </a:lnTo>
                <a:lnTo>
                  <a:pt x="3638415" y="122480"/>
                </a:lnTo>
                <a:lnTo>
                  <a:pt x="3637986" y="122363"/>
                </a:lnTo>
                <a:lnTo>
                  <a:pt x="3637550" y="122269"/>
                </a:lnTo>
                <a:lnTo>
                  <a:pt x="3637109" y="122196"/>
                </a:lnTo>
                <a:lnTo>
                  <a:pt x="3636666" y="122141"/>
                </a:lnTo>
                <a:lnTo>
                  <a:pt x="3636224" y="122102"/>
                </a:lnTo>
                <a:lnTo>
                  <a:pt x="3635786" y="122076"/>
                </a:lnTo>
                <a:lnTo>
                  <a:pt x="3635355" y="122060"/>
                </a:lnTo>
                <a:lnTo>
                  <a:pt x="3634933" y="122052"/>
                </a:lnTo>
                <a:lnTo>
                  <a:pt x="3634524" y="122049"/>
                </a:lnTo>
                <a:lnTo>
                  <a:pt x="3634129" y="122048"/>
                </a:lnTo>
                <a:lnTo>
                  <a:pt x="3625645" y="122048"/>
                </a:lnTo>
                <a:lnTo>
                  <a:pt x="3625645" y="77386"/>
                </a:lnTo>
                <a:lnTo>
                  <a:pt x="3625594" y="75013"/>
                </a:lnTo>
                <a:lnTo>
                  <a:pt x="3625443" y="72754"/>
                </a:lnTo>
                <a:lnTo>
                  <a:pt x="3625193" y="70610"/>
                </a:lnTo>
                <a:lnTo>
                  <a:pt x="3624846" y="68578"/>
                </a:lnTo>
                <a:lnTo>
                  <a:pt x="3624405" y="66657"/>
                </a:lnTo>
                <a:lnTo>
                  <a:pt x="3623871" y="64846"/>
                </a:lnTo>
                <a:lnTo>
                  <a:pt x="3623246" y="63144"/>
                </a:lnTo>
                <a:lnTo>
                  <a:pt x="3622532" y="61549"/>
                </a:lnTo>
                <a:lnTo>
                  <a:pt x="3621731" y="60061"/>
                </a:lnTo>
                <a:lnTo>
                  <a:pt x="3620845" y="58677"/>
                </a:lnTo>
                <a:lnTo>
                  <a:pt x="3619876" y="57398"/>
                </a:lnTo>
                <a:lnTo>
                  <a:pt x="3618826" y="56221"/>
                </a:lnTo>
                <a:lnTo>
                  <a:pt x="3617696" y="55145"/>
                </a:lnTo>
                <a:lnTo>
                  <a:pt x="3616489" y="54170"/>
                </a:lnTo>
                <a:lnTo>
                  <a:pt x="3615206" y="53293"/>
                </a:lnTo>
                <a:lnTo>
                  <a:pt x="3613850" y="52513"/>
                </a:lnTo>
                <a:lnTo>
                  <a:pt x="3612422" y="51831"/>
                </a:lnTo>
                <a:lnTo>
                  <a:pt x="3610925" y="51243"/>
                </a:lnTo>
                <a:lnTo>
                  <a:pt x="3609360" y="50749"/>
                </a:lnTo>
                <a:lnTo>
                  <a:pt x="3607729" y="50347"/>
                </a:lnTo>
                <a:lnTo>
                  <a:pt x="3606034" y="50037"/>
                </a:lnTo>
                <a:lnTo>
                  <a:pt x="3604277" y="49817"/>
                </a:lnTo>
                <a:lnTo>
                  <a:pt x="3602459" y="49686"/>
                </a:lnTo>
                <a:lnTo>
                  <a:pt x="3600584" y="49643"/>
                </a:lnTo>
                <a:lnTo>
                  <a:pt x="3598992" y="49676"/>
                </a:lnTo>
                <a:lnTo>
                  <a:pt x="3597444" y="49774"/>
                </a:lnTo>
                <a:lnTo>
                  <a:pt x="3595941" y="49932"/>
                </a:lnTo>
                <a:lnTo>
                  <a:pt x="3594483" y="50146"/>
                </a:lnTo>
                <a:lnTo>
                  <a:pt x="3593070" y="50411"/>
                </a:lnTo>
                <a:lnTo>
                  <a:pt x="3591704" y="50725"/>
                </a:lnTo>
                <a:lnTo>
                  <a:pt x="3590383" y="51082"/>
                </a:lnTo>
                <a:lnTo>
                  <a:pt x="3589109" y="51479"/>
                </a:lnTo>
                <a:lnTo>
                  <a:pt x="3587882" y="51911"/>
                </a:lnTo>
                <a:lnTo>
                  <a:pt x="3586703" y="52375"/>
                </a:lnTo>
                <a:lnTo>
                  <a:pt x="3585570" y="52866"/>
                </a:lnTo>
                <a:lnTo>
                  <a:pt x="3584486" y="53380"/>
                </a:lnTo>
                <a:lnTo>
                  <a:pt x="3583449" y="53913"/>
                </a:lnTo>
                <a:lnTo>
                  <a:pt x="3582462" y="54461"/>
                </a:lnTo>
                <a:lnTo>
                  <a:pt x="3581523" y="55020"/>
                </a:lnTo>
                <a:lnTo>
                  <a:pt x="3580633" y="55586"/>
                </a:lnTo>
                <a:lnTo>
                  <a:pt x="3579793" y="56154"/>
                </a:lnTo>
                <a:lnTo>
                  <a:pt x="3579003" y="56721"/>
                </a:lnTo>
                <a:lnTo>
                  <a:pt x="3578262" y="57283"/>
                </a:lnTo>
                <a:lnTo>
                  <a:pt x="3577573" y="57835"/>
                </a:lnTo>
                <a:lnTo>
                  <a:pt x="3576934" y="58373"/>
                </a:lnTo>
                <a:lnTo>
                  <a:pt x="3576346" y="58893"/>
                </a:lnTo>
                <a:lnTo>
                  <a:pt x="3575810" y="59391"/>
                </a:lnTo>
                <a:lnTo>
                  <a:pt x="3575326" y="59863"/>
                </a:lnTo>
                <a:lnTo>
                  <a:pt x="3575326" y="59106"/>
                </a:lnTo>
                <a:lnTo>
                  <a:pt x="3575322" y="58383"/>
                </a:lnTo>
                <a:lnTo>
                  <a:pt x="3575311" y="57694"/>
                </a:lnTo>
                <a:lnTo>
                  <a:pt x="3575290" y="57039"/>
                </a:lnTo>
                <a:lnTo>
                  <a:pt x="3575256" y="56417"/>
                </a:lnTo>
                <a:lnTo>
                  <a:pt x="3575206" y="55829"/>
                </a:lnTo>
                <a:lnTo>
                  <a:pt x="3575135" y="55274"/>
                </a:lnTo>
                <a:lnTo>
                  <a:pt x="3575041" y="54753"/>
                </a:lnTo>
                <a:lnTo>
                  <a:pt x="3574920" y="54264"/>
                </a:lnTo>
                <a:lnTo>
                  <a:pt x="3574768" y="53809"/>
                </a:lnTo>
                <a:lnTo>
                  <a:pt x="3574584" y="53385"/>
                </a:lnTo>
                <a:lnTo>
                  <a:pt x="3574362" y="52995"/>
                </a:lnTo>
                <a:lnTo>
                  <a:pt x="3574101" y="52636"/>
                </a:lnTo>
                <a:lnTo>
                  <a:pt x="3573796" y="52310"/>
                </a:lnTo>
                <a:lnTo>
                  <a:pt x="3573444" y="52015"/>
                </a:lnTo>
                <a:lnTo>
                  <a:pt x="3573042" y="51753"/>
                </a:lnTo>
                <a:lnTo>
                  <a:pt x="3572586" y="51522"/>
                </a:lnTo>
                <a:lnTo>
                  <a:pt x="3572073" y="51322"/>
                </a:lnTo>
                <a:lnTo>
                  <a:pt x="3571501" y="51153"/>
                </a:lnTo>
                <a:lnTo>
                  <a:pt x="3570864" y="51016"/>
                </a:lnTo>
                <a:lnTo>
                  <a:pt x="3570161" y="50909"/>
                </a:lnTo>
                <a:lnTo>
                  <a:pt x="3569387" y="50833"/>
                </a:lnTo>
                <a:lnTo>
                  <a:pt x="3568540" y="50788"/>
                </a:lnTo>
                <a:lnTo>
                  <a:pt x="3567616" y="50773"/>
                </a:lnTo>
                <a:lnTo>
                  <a:pt x="3553542" y="50773"/>
                </a:lnTo>
                <a:lnTo>
                  <a:pt x="3553148" y="50773"/>
                </a:lnTo>
                <a:lnTo>
                  <a:pt x="3552739" y="50776"/>
                </a:lnTo>
                <a:lnTo>
                  <a:pt x="3552317" y="50784"/>
                </a:lnTo>
                <a:lnTo>
                  <a:pt x="3551885" y="50800"/>
                </a:lnTo>
                <a:lnTo>
                  <a:pt x="3551447" y="50827"/>
                </a:lnTo>
                <a:lnTo>
                  <a:pt x="3551005" y="50866"/>
                </a:lnTo>
                <a:lnTo>
                  <a:pt x="3550563" y="50921"/>
                </a:lnTo>
                <a:lnTo>
                  <a:pt x="3550122" y="50994"/>
                </a:lnTo>
                <a:lnTo>
                  <a:pt x="3549685" y="51088"/>
                </a:lnTo>
                <a:lnTo>
                  <a:pt x="3549256" y="51205"/>
                </a:lnTo>
                <a:lnTo>
                  <a:pt x="3548838" y="51348"/>
                </a:lnTo>
                <a:lnTo>
                  <a:pt x="3548433" y="51520"/>
                </a:lnTo>
                <a:lnTo>
                  <a:pt x="3548044" y="51723"/>
                </a:lnTo>
                <a:lnTo>
                  <a:pt x="3547674" y="51959"/>
                </a:lnTo>
                <a:lnTo>
                  <a:pt x="3547325" y="52232"/>
                </a:lnTo>
                <a:lnTo>
                  <a:pt x="3547001" y="52544"/>
                </a:lnTo>
                <a:lnTo>
                  <a:pt x="3546705" y="52897"/>
                </a:lnTo>
                <a:lnTo>
                  <a:pt x="3546439" y="53295"/>
                </a:lnTo>
                <a:lnTo>
                  <a:pt x="3546206" y="53739"/>
                </a:lnTo>
                <a:lnTo>
                  <a:pt x="3546009" y="54232"/>
                </a:lnTo>
                <a:lnTo>
                  <a:pt x="3545851" y="54778"/>
                </a:lnTo>
                <a:lnTo>
                  <a:pt x="3545734" y="55377"/>
                </a:lnTo>
                <a:lnTo>
                  <a:pt x="3545662" y="56034"/>
                </a:lnTo>
                <a:lnTo>
                  <a:pt x="3545638" y="56751"/>
                </a:lnTo>
                <a:lnTo>
                  <a:pt x="3545663" y="57444"/>
                </a:lnTo>
                <a:lnTo>
                  <a:pt x="3545738" y="58080"/>
                </a:lnTo>
                <a:lnTo>
                  <a:pt x="3545858" y="58660"/>
                </a:lnTo>
                <a:lnTo>
                  <a:pt x="3546022" y="59188"/>
                </a:lnTo>
                <a:lnTo>
                  <a:pt x="3546224" y="59665"/>
                </a:lnTo>
                <a:lnTo>
                  <a:pt x="3546463" y="60095"/>
                </a:lnTo>
                <a:lnTo>
                  <a:pt x="3546735" y="60479"/>
                </a:lnTo>
                <a:lnTo>
                  <a:pt x="3547037" y="60821"/>
                </a:lnTo>
                <a:lnTo>
                  <a:pt x="3547366" y="61123"/>
                </a:lnTo>
                <a:lnTo>
                  <a:pt x="3547719" y="61387"/>
                </a:lnTo>
                <a:lnTo>
                  <a:pt x="3548091" y="61616"/>
                </a:lnTo>
                <a:lnTo>
                  <a:pt x="3548481" y="61812"/>
                </a:lnTo>
                <a:lnTo>
                  <a:pt x="3548886" y="61978"/>
                </a:lnTo>
                <a:lnTo>
                  <a:pt x="3549300" y="62116"/>
                </a:lnTo>
                <a:lnTo>
                  <a:pt x="3549723" y="62230"/>
                </a:lnTo>
                <a:lnTo>
                  <a:pt x="3550150" y="62321"/>
                </a:lnTo>
                <a:lnTo>
                  <a:pt x="3550579" y="62391"/>
                </a:lnTo>
                <a:lnTo>
                  <a:pt x="3551005" y="62444"/>
                </a:lnTo>
                <a:lnTo>
                  <a:pt x="3551427" y="62482"/>
                </a:lnTo>
                <a:lnTo>
                  <a:pt x="3551840" y="62508"/>
                </a:lnTo>
                <a:lnTo>
                  <a:pt x="3552242" y="62523"/>
                </a:lnTo>
                <a:lnTo>
                  <a:pt x="3552630" y="62531"/>
                </a:lnTo>
                <a:lnTo>
                  <a:pt x="3552999" y="62534"/>
                </a:lnTo>
                <a:lnTo>
                  <a:pt x="3553348" y="62535"/>
                </a:lnTo>
                <a:lnTo>
                  <a:pt x="3562026" y="62535"/>
                </a:lnTo>
                <a:lnTo>
                  <a:pt x="3562026" y="122048"/>
                </a:lnTo>
                <a:lnTo>
                  <a:pt x="3553542" y="122048"/>
                </a:lnTo>
                <a:lnTo>
                  <a:pt x="3553148" y="122049"/>
                </a:lnTo>
                <a:lnTo>
                  <a:pt x="3552739" y="122052"/>
                </a:lnTo>
                <a:lnTo>
                  <a:pt x="3552317" y="122060"/>
                </a:lnTo>
                <a:lnTo>
                  <a:pt x="3551885" y="122076"/>
                </a:lnTo>
                <a:lnTo>
                  <a:pt x="3551447" y="122102"/>
                </a:lnTo>
                <a:lnTo>
                  <a:pt x="3551005" y="122141"/>
                </a:lnTo>
                <a:lnTo>
                  <a:pt x="3550563" y="122196"/>
                </a:lnTo>
                <a:lnTo>
                  <a:pt x="3550122" y="122269"/>
                </a:lnTo>
                <a:lnTo>
                  <a:pt x="3549685" y="122363"/>
                </a:lnTo>
                <a:lnTo>
                  <a:pt x="3549256" y="122480"/>
                </a:lnTo>
                <a:lnTo>
                  <a:pt x="3548838" y="122623"/>
                </a:lnTo>
                <a:lnTo>
                  <a:pt x="3548433" y="122795"/>
                </a:lnTo>
                <a:lnTo>
                  <a:pt x="3548044" y="122998"/>
                </a:lnTo>
                <a:lnTo>
                  <a:pt x="3547674" y="123234"/>
                </a:lnTo>
                <a:lnTo>
                  <a:pt x="3547325" y="123507"/>
                </a:lnTo>
                <a:lnTo>
                  <a:pt x="3547001" y="123818"/>
                </a:lnTo>
                <a:lnTo>
                  <a:pt x="3546705" y="124172"/>
                </a:lnTo>
                <a:lnTo>
                  <a:pt x="3546439" y="124569"/>
                </a:lnTo>
                <a:lnTo>
                  <a:pt x="3546206" y="125013"/>
                </a:lnTo>
                <a:lnTo>
                  <a:pt x="3546009" y="125506"/>
                </a:lnTo>
                <a:lnTo>
                  <a:pt x="3545851" y="126051"/>
                </a:lnTo>
                <a:lnTo>
                  <a:pt x="3545734" y="126650"/>
                </a:lnTo>
                <a:lnTo>
                  <a:pt x="3545662" y="127307"/>
                </a:lnTo>
                <a:lnTo>
                  <a:pt x="3545638" y="128023"/>
                </a:lnTo>
                <a:lnTo>
                  <a:pt x="3545663" y="128717"/>
                </a:lnTo>
                <a:lnTo>
                  <a:pt x="3545738" y="129352"/>
                </a:lnTo>
                <a:lnTo>
                  <a:pt x="3545858" y="129932"/>
                </a:lnTo>
                <a:lnTo>
                  <a:pt x="3546022" y="130460"/>
                </a:lnTo>
                <a:lnTo>
                  <a:pt x="3546224" y="130937"/>
                </a:lnTo>
                <a:lnTo>
                  <a:pt x="3546463" y="131367"/>
                </a:lnTo>
                <a:lnTo>
                  <a:pt x="3546735" y="131752"/>
                </a:lnTo>
                <a:lnTo>
                  <a:pt x="3547037" y="132093"/>
                </a:lnTo>
                <a:lnTo>
                  <a:pt x="3547366" y="132395"/>
                </a:lnTo>
                <a:lnTo>
                  <a:pt x="3547719" y="132659"/>
                </a:lnTo>
                <a:lnTo>
                  <a:pt x="3548091" y="132888"/>
                </a:lnTo>
                <a:lnTo>
                  <a:pt x="3548481" y="133084"/>
                </a:lnTo>
                <a:lnTo>
                  <a:pt x="3548886" y="133250"/>
                </a:lnTo>
                <a:lnTo>
                  <a:pt x="3549300" y="133389"/>
                </a:lnTo>
                <a:lnTo>
                  <a:pt x="3549723" y="133502"/>
                </a:lnTo>
                <a:lnTo>
                  <a:pt x="3550150" y="133593"/>
                </a:lnTo>
                <a:lnTo>
                  <a:pt x="3550579" y="133664"/>
                </a:lnTo>
                <a:lnTo>
                  <a:pt x="3551005" y="133717"/>
                </a:lnTo>
                <a:lnTo>
                  <a:pt x="3551427" y="133755"/>
                </a:lnTo>
                <a:lnTo>
                  <a:pt x="3551840" y="133780"/>
                </a:lnTo>
                <a:lnTo>
                  <a:pt x="3552242" y="133796"/>
                </a:lnTo>
                <a:lnTo>
                  <a:pt x="3552630" y="133804"/>
                </a:lnTo>
                <a:lnTo>
                  <a:pt x="3552999" y="133807"/>
                </a:lnTo>
                <a:lnTo>
                  <a:pt x="3553348" y="133807"/>
                </a:lnTo>
                <a:lnTo>
                  <a:pt x="3584004" y="133807"/>
                </a:lnTo>
                <a:lnTo>
                  <a:pt x="3584353" y="133807"/>
                </a:lnTo>
                <a:lnTo>
                  <a:pt x="3584723" y="133804"/>
                </a:lnTo>
                <a:lnTo>
                  <a:pt x="3585110" y="133796"/>
                </a:lnTo>
                <a:lnTo>
                  <a:pt x="3585512" y="133780"/>
                </a:lnTo>
                <a:lnTo>
                  <a:pt x="3585926" y="133755"/>
                </a:lnTo>
                <a:lnTo>
                  <a:pt x="3586347" y="133717"/>
                </a:lnTo>
                <a:lnTo>
                  <a:pt x="3586774" y="133664"/>
                </a:lnTo>
                <a:lnTo>
                  <a:pt x="3587202" y="133593"/>
                </a:lnTo>
                <a:lnTo>
                  <a:pt x="3587629" y="133502"/>
                </a:lnTo>
                <a:lnTo>
                  <a:pt x="3588052" y="133389"/>
                </a:lnTo>
                <a:lnTo>
                  <a:pt x="3588467" y="133250"/>
                </a:lnTo>
                <a:lnTo>
                  <a:pt x="3588871" y="133084"/>
                </a:lnTo>
                <a:lnTo>
                  <a:pt x="3589261" y="132888"/>
                </a:lnTo>
                <a:lnTo>
                  <a:pt x="3589634" y="132659"/>
                </a:lnTo>
                <a:lnTo>
                  <a:pt x="3589986" y="132395"/>
                </a:lnTo>
                <a:lnTo>
                  <a:pt x="3590315" y="132093"/>
                </a:lnTo>
                <a:lnTo>
                  <a:pt x="3590617" y="131752"/>
                </a:lnTo>
                <a:lnTo>
                  <a:pt x="3590889" y="131367"/>
                </a:lnTo>
                <a:lnTo>
                  <a:pt x="3591128" y="130937"/>
                </a:lnTo>
                <a:lnTo>
                  <a:pt x="3591331" y="130460"/>
                </a:lnTo>
                <a:lnTo>
                  <a:pt x="3591494" y="129932"/>
                </a:lnTo>
                <a:lnTo>
                  <a:pt x="3591615" y="129352"/>
                </a:lnTo>
                <a:lnTo>
                  <a:pt x="3591689" y="128717"/>
                </a:lnTo>
                <a:lnTo>
                  <a:pt x="3591715" y="128023"/>
                </a:lnTo>
                <a:lnTo>
                  <a:pt x="3591690" y="127307"/>
                </a:lnTo>
                <a:lnTo>
                  <a:pt x="3591618" y="126650"/>
                </a:lnTo>
                <a:lnTo>
                  <a:pt x="3591502" y="126051"/>
                </a:lnTo>
                <a:lnTo>
                  <a:pt x="3591344" y="125506"/>
                </a:lnTo>
                <a:lnTo>
                  <a:pt x="3591147" y="125013"/>
                </a:lnTo>
                <a:lnTo>
                  <a:pt x="3590914" y="124569"/>
                </a:lnTo>
                <a:lnTo>
                  <a:pt x="3590648" y="124172"/>
                </a:lnTo>
                <a:lnTo>
                  <a:pt x="3590351" y="123818"/>
                </a:lnTo>
                <a:lnTo>
                  <a:pt x="3590027" y="123507"/>
                </a:lnTo>
                <a:lnTo>
                  <a:pt x="3589679" y="123234"/>
                </a:lnTo>
                <a:lnTo>
                  <a:pt x="3589309" y="122998"/>
                </a:lnTo>
                <a:lnTo>
                  <a:pt x="3588920" y="122795"/>
                </a:lnTo>
                <a:lnTo>
                  <a:pt x="3588515" y="122623"/>
                </a:lnTo>
                <a:lnTo>
                  <a:pt x="3588096" y="122480"/>
                </a:lnTo>
                <a:lnTo>
                  <a:pt x="3587667" y="122363"/>
                </a:lnTo>
                <a:lnTo>
                  <a:pt x="3587231" y="122269"/>
                </a:lnTo>
                <a:lnTo>
                  <a:pt x="3586790" y="122196"/>
                </a:lnTo>
                <a:lnTo>
                  <a:pt x="3586347" y="122141"/>
                </a:lnTo>
                <a:lnTo>
                  <a:pt x="3585905" y="122102"/>
                </a:lnTo>
                <a:lnTo>
                  <a:pt x="3585467" y="122076"/>
                </a:lnTo>
                <a:lnTo>
                  <a:pt x="3585036" y="122060"/>
                </a:lnTo>
                <a:lnTo>
                  <a:pt x="3584614" y="122052"/>
                </a:lnTo>
                <a:lnTo>
                  <a:pt x="3584205" y="122049"/>
                </a:lnTo>
                <a:lnTo>
                  <a:pt x="3583810" y="122048"/>
                </a:lnTo>
                <a:lnTo>
                  <a:pt x="3575326" y="122048"/>
                </a:lnTo>
                <a:lnTo>
                  <a:pt x="3575326" y="87959"/>
                </a:lnTo>
                <a:lnTo>
                  <a:pt x="3575399" y="85616"/>
                </a:lnTo>
                <a:lnTo>
                  <a:pt x="3575613" y="83396"/>
                </a:lnTo>
                <a:lnTo>
                  <a:pt x="3575958" y="81295"/>
                </a:lnTo>
                <a:lnTo>
                  <a:pt x="3576429" y="79313"/>
                </a:lnTo>
                <a:lnTo>
                  <a:pt x="3577015" y="77446"/>
                </a:lnTo>
                <a:lnTo>
                  <a:pt x="3577709" y="75694"/>
                </a:lnTo>
                <a:lnTo>
                  <a:pt x="3578503" y="74055"/>
                </a:lnTo>
                <a:lnTo>
                  <a:pt x="3579389" y="72525"/>
                </a:lnTo>
                <a:lnTo>
                  <a:pt x="3580359" y="71103"/>
                </a:lnTo>
                <a:lnTo>
                  <a:pt x="3581404" y="69788"/>
                </a:lnTo>
                <a:lnTo>
                  <a:pt x="3582517" y="68577"/>
                </a:lnTo>
                <a:lnTo>
                  <a:pt x="3583689" y="67468"/>
                </a:lnTo>
                <a:lnTo>
                  <a:pt x="3584913" y="66459"/>
                </a:lnTo>
                <a:lnTo>
                  <a:pt x="3586179" y="65549"/>
                </a:lnTo>
                <a:lnTo>
                  <a:pt x="3587480" y="64735"/>
                </a:lnTo>
                <a:lnTo>
                  <a:pt x="3588809" y="64014"/>
                </a:lnTo>
                <a:lnTo>
                  <a:pt x="3590156" y="63387"/>
                </a:lnTo>
                <a:lnTo>
                  <a:pt x="3591513" y="62849"/>
                </a:lnTo>
                <a:lnTo>
                  <a:pt x="3592874" y="62399"/>
                </a:lnTo>
                <a:lnTo>
                  <a:pt x="3594228" y="62036"/>
                </a:lnTo>
                <a:lnTo>
                  <a:pt x="3595569" y="61757"/>
                </a:lnTo>
                <a:lnTo>
                  <a:pt x="3596888" y="61560"/>
                </a:lnTo>
                <a:lnTo>
                  <a:pt x="3598177" y="61443"/>
                </a:lnTo>
                <a:lnTo>
                  <a:pt x="3599428" y="61405"/>
                </a:lnTo>
                <a:lnTo>
                  <a:pt x="3600666" y="61433"/>
                </a:lnTo>
                <a:lnTo>
                  <a:pt x="3601828" y="61518"/>
                </a:lnTo>
                <a:lnTo>
                  <a:pt x="3602916" y="61659"/>
                </a:lnTo>
                <a:lnTo>
                  <a:pt x="3603932" y="61858"/>
                </a:lnTo>
                <a:lnTo>
                  <a:pt x="3604878" y="62114"/>
                </a:lnTo>
                <a:lnTo>
                  <a:pt x="3605756" y="62428"/>
                </a:lnTo>
                <a:lnTo>
                  <a:pt x="3606568" y="62800"/>
                </a:lnTo>
                <a:lnTo>
                  <a:pt x="3607317" y="63231"/>
                </a:lnTo>
                <a:lnTo>
                  <a:pt x="3608004" y="63720"/>
                </a:lnTo>
                <a:lnTo>
                  <a:pt x="3608632" y="64269"/>
                </a:lnTo>
                <a:lnTo>
                  <a:pt x="3609202" y="64877"/>
                </a:lnTo>
                <a:lnTo>
                  <a:pt x="3609717" y="65545"/>
                </a:lnTo>
                <a:lnTo>
                  <a:pt x="3610178" y="66273"/>
                </a:lnTo>
                <a:lnTo>
                  <a:pt x="3610589" y="67062"/>
                </a:lnTo>
                <a:lnTo>
                  <a:pt x="3610950" y="67911"/>
                </a:lnTo>
                <a:lnTo>
                  <a:pt x="3611265" y="68822"/>
                </a:lnTo>
                <a:lnTo>
                  <a:pt x="3611534" y="69794"/>
                </a:lnTo>
                <a:lnTo>
                  <a:pt x="3611761" y="70828"/>
                </a:lnTo>
                <a:lnTo>
                  <a:pt x="3611948" y="71924"/>
                </a:lnTo>
                <a:lnTo>
                  <a:pt x="3612095" y="73082"/>
                </a:lnTo>
                <a:lnTo>
                  <a:pt x="3612207" y="74304"/>
                </a:lnTo>
                <a:lnTo>
                  <a:pt x="3612284" y="75588"/>
                </a:lnTo>
                <a:lnTo>
                  <a:pt x="3612328" y="76936"/>
                </a:lnTo>
                <a:lnTo>
                  <a:pt x="3612342" y="78348"/>
                </a:lnTo>
                <a:lnTo>
                  <a:pt x="3612342" y="122048"/>
                </a:lnTo>
                <a:lnTo>
                  <a:pt x="3604826" y="122048"/>
                </a:lnTo>
                <a:lnTo>
                  <a:pt x="3604432" y="122049"/>
                </a:lnTo>
                <a:lnTo>
                  <a:pt x="3604022" y="122052"/>
                </a:lnTo>
                <a:lnTo>
                  <a:pt x="3603601" y="122060"/>
                </a:lnTo>
                <a:lnTo>
                  <a:pt x="3603169" y="122076"/>
                </a:lnTo>
                <a:lnTo>
                  <a:pt x="3602731" y="122102"/>
                </a:lnTo>
                <a:lnTo>
                  <a:pt x="3602289" y="122141"/>
                </a:lnTo>
                <a:lnTo>
                  <a:pt x="3601846" y="122196"/>
                </a:lnTo>
                <a:lnTo>
                  <a:pt x="3601405" y="122269"/>
                </a:lnTo>
                <a:lnTo>
                  <a:pt x="3600969" y="122363"/>
                </a:lnTo>
                <a:lnTo>
                  <a:pt x="3600540" y="122480"/>
                </a:lnTo>
                <a:lnTo>
                  <a:pt x="3600122" y="122623"/>
                </a:lnTo>
                <a:lnTo>
                  <a:pt x="3599717" y="122795"/>
                </a:lnTo>
                <a:lnTo>
                  <a:pt x="3599328" y="122998"/>
                </a:lnTo>
                <a:lnTo>
                  <a:pt x="3598958" y="123234"/>
                </a:lnTo>
                <a:lnTo>
                  <a:pt x="3598609" y="123507"/>
                </a:lnTo>
                <a:lnTo>
                  <a:pt x="3598285" y="123818"/>
                </a:lnTo>
                <a:lnTo>
                  <a:pt x="3597989" y="124172"/>
                </a:lnTo>
                <a:lnTo>
                  <a:pt x="3597723" y="124569"/>
                </a:lnTo>
                <a:lnTo>
                  <a:pt x="3597490" y="125013"/>
                </a:lnTo>
                <a:lnTo>
                  <a:pt x="3597293" y="125506"/>
                </a:lnTo>
                <a:lnTo>
                  <a:pt x="3597135" y="126051"/>
                </a:lnTo>
                <a:lnTo>
                  <a:pt x="3597018" y="126650"/>
                </a:lnTo>
                <a:lnTo>
                  <a:pt x="3596946" y="127307"/>
                </a:lnTo>
                <a:lnTo>
                  <a:pt x="3596922" y="128023"/>
                </a:lnTo>
                <a:lnTo>
                  <a:pt x="3596948" y="128717"/>
                </a:lnTo>
                <a:lnTo>
                  <a:pt x="3597026" y="129352"/>
                </a:lnTo>
                <a:lnTo>
                  <a:pt x="3597151" y="129932"/>
                </a:lnTo>
                <a:lnTo>
                  <a:pt x="3597320" y="130460"/>
                </a:lnTo>
                <a:lnTo>
                  <a:pt x="3597530" y="130937"/>
                </a:lnTo>
                <a:lnTo>
                  <a:pt x="3597777" y="131367"/>
                </a:lnTo>
                <a:lnTo>
                  <a:pt x="3598059" y="131752"/>
                </a:lnTo>
                <a:lnTo>
                  <a:pt x="3598371" y="132093"/>
                </a:lnTo>
                <a:lnTo>
                  <a:pt x="3598711" y="132395"/>
                </a:lnTo>
                <a:lnTo>
                  <a:pt x="3599075" y="132659"/>
                </a:lnTo>
                <a:lnTo>
                  <a:pt x="3599459" y="132888"/>
                </a:lnTo>
                <a:lnTo>
                  <a:pt x="3599861" y="133084"/>
                </a:lnTo>
                <a:lnTo>
                  <a:pt x="3600277" y="133250"/>
                </a:lnTo>
                <a:lnTo>
                  <a:pt x="3600704" y="133389"/>
                </a:lnTo>
                <a:lnTo>
                  <a:pt x="3601138" y="133502"/>
                </a:lnTo>
                <a:lnTo>
                  <a:pt x="3601577" y="133593"/>
                </a:lnTo>
                <a:lnTo>
                  <a:pt x="3602016" y="133664"/>
                </a:lnTo>
                <a:lnTo>
                  <a:pt x="3602452" y="133717"/>
                </a:lnTo>
                <a:lnTo>
                  <a:pt x="3602882" y="133755"/>
                </a:lnTo>
                <a:lnTo>
                  <a:pt x="3603303" y="133780"/>
                </a:lnTo>
                <a:lnTo>
                  <a:pt x="3603711" y="133796"/>
                </a:lnTo>
                <a:lnTo>
                  <a:pt x="3604103" y="133804"/>
                </a:lnTo>
                <a:lnTo>
                  <a:pt x="3604476" y="133807"/>
                </a:lnTo>
                <a:lnTo>
                  <a:pt x="3604826" y="133807"/>
                </a:lnTo>
                <a:lnTo>
                  <a:pt x="3634323" y="133807"/>
                </a:lnTo>
                <a:lnTo>
                  <a:pt x="3634672" y="133807"/>
                </a:lnTo>
                <a:lnTo>
                  <a:pt x="3635042" y="133804"/>
                </a:lnTo>
                <a:lnTo>
                  <a:pt x="3635429" y="133796"/>
                </a:lnTo>
                <a:lnTo>
                  <a:pt x="3635831" y="133780"/>
                </a:lnTo>
                <a:lnTo>
                  <a:pt x="3636245" y="133755"/>
                </a:lnTo>
                <a:lnTo>
                  <a:pt x="3636666" y="133717"/>
                </a:lnTo>
                <a:lnTo>
                  <a:pt x="3637093" y="133664"/>
                </a:lnTo>
                <a:lnTo>
                  <a:pt x="3637521" y="133593"/>
                </a:lnTo>
                <a:lnTo>
                  <a:pt x="3637948" y="133502"/>
                </a:lnTo>
                <a:lnTo>
                  <a:pt x="3638371" y="133389"/>
                </a:lnTo>
                <a:lnTo>
                  <a:pt x="3638786" y="133250"/>
                </a:lnTo>
                <a:lnTo>
                  <a:pt x="3639190" y="133084"/>
                </a:lnTo>
                <a:lnTo>
                  <a:pt x="3639580" y="132888"/>
                </a:lnTo>
                <a:lnTo>
                  <a:pt x="3639953" y="132659"/>
                </a:lnTo>
                <a:lnTo>
                  <a:pt x="3640305" y="132395"/>
                </a:lnTo>
                <a:lnTo>
                  <a:pt x="3640634" y="132093"/>
                </a:lnTo>
                <a:lnTo>
                  <a:pt x="3640936" y="131752"/>
                </a:lnTo>
                <a:lnTo>
                  <a:pt x="3641208" y="131367"/>
                </a:lnTo>
                <a:lnTo>
                  <a:pt x="3641447" y="130937"/>
                </a:lnTo>
                <a:lnTo>
                  <a:pt x="3641650" y="130460"/>
                </a:lnTo>
                <a:lnTo>
                  <a:pt x="3641813" y="129932"/>
                </a:lnTo>
                <a:lnTo>
                  <a:pt x="3641934" y="129352"/>
                </a:lnTo>
                <a:lnTo>
                  <a:pt x="3642008" y="128717"/>
                </a:lnTo>
                <a:lnTo>
                  <a:pt x="3642034" y="128023"/>
                </a:lnTo>
                <a:lnTo>
                  <a:pt x="3642009" y="127307"/>
                </a:lnTo>
                <a:lnTo>
                  <a:pt x="3641937" y="126650"/>
                </a:lnTo>
                <a:lnTo>
                  <a:pt x="3641821" y="126051"/>
                </a:lnTo>
                <a:lnTo>
                  <a:pt x="3641663" y="125506"/>
                </a:lnTo>
                <a:lnTo>
                  <a:pt x="3641466" y="125013"/>
                </a:lnTo>
                <a:lnTo>
                  <a:pt x="3641233" y="124569"/>
                </a:lnTo>
                <a:close/>
                <a:moveTo>
                  <a:pt x="4142683" y="58104"/>
                </a:moveTo>
                <a:lnTo>
                  <a:pt x="4142421" y="57448"/>
                </a:lnTo>
                <a:lnTo>
                  <a:pt x="4142102" y="56785"/>
                </a:lnTo>
                <a:lnTo>
                  <a:pt x="4141718" y="56121"/>
                </a:lnTo>
                <a:lnTo>
                  <a:pt x="4141266" y="55461"/>
                </a:lnTo>
                <a:lnTo>
                  <a:pt x="4140741" y="54811"/>
                </a:lnTo>
                <a:lnTo>
                  <a:pt x="4140137" y="54175"/>
                </a:lnTo>
                <a:lnTo>
                  <a:pt x="4139450" y="53559"/>
                </a:lnTo>
                <a:lnTo>
                  <a:pt x="4138674" y="52969"/>
                </a:lnTo>
                <a:lnTo>
                  <a:pt x="4137805" y="52409"/>
                </a:lnTo>
                <a:lnTo>
                  <a:pt x="4136839" y="51886"/>
                </a:lnTo>
                <a:lnTo>
                  <a:pt x="4135769" y="51404"/>
                </a:lnTo>
                <a:lnTo>
                  <a:pt x="4134591" y="50969"/>
                </a:lnTo>
                <a:lnTo>
                  <a:pt x="4133300" y="50586"/>
                </a:lnTo>
                <a:lnTo>
                  <a:pt x="4131891" y="50261"/>
                </a:lnTo>
                <a:lnTo>
                  <a:pt x="4130360" y="49999"/>
                </a:lnTo>
                <a:lnTo>
                  <a:pt x="4128700" y="49805"/>
                </a:lnTo>
                <a:lnTo>
                  <a:pt x="4126909" y="49684"/>
                </a:lnTo>
                <a:lnTo>
                  <a:pt x="4124979" y="49643"/>
                </a:lnTo>
                <a:lnTo>
                  <a:pt x="4123737" y="49661"/>
                </a:lnTo>
                <a:lnTo>
                  <a:pt x="4122471" y="49718"/>
                </a:lnTo>
                <a:lnTo>
                  <a:pt x="4121182" y="49816"/>
                </a:lnTo>
                <a:lnTo>
                  <a:pt x="4119873" y="49956"/>
                </a:lnTo>
                <a:lnTo>
                  <a:pt x="4118545" y="50142"/>
                </a:lnTo>
                <a:lnTo>
                  <a:pt x="4117200" y="50375"/>
                </a:lnTo>
                <a:lnTo>
                  <a:pt x="4115840" y="50658"/>
                </a:lnTo>
                <a:lnTo>
                  <a:pt x="4114467" y="50993"/>
                </a:lnTo>
                <a:lnTo>
                  <a:pt x="4113083" y="51382"/>
                </a:lnTo>
                <a:lnTo>
                  <a:pt x="4111689" y="51828"/>
                </a:lnTo>
                <a:lnTo>
                  <a:pt x="4110287" y="52332"/>
                </a:lnTo>
                <a:lnTo>
                  <a:pt x="4108880" y="52897"/>
                </a:lnTo>
                <a:lnTo>
                  <a:pt x="4107468" y="53526"/>
                </a:lnTo>
                <a:lnTo>
                  <a:pt x="4106055" y="54220"/>
                </a:lnTo>
                <a:lnTo>
                  <a:pt x="4104641" y="54982"/>
                </a:lnTo>
                <a:lnTo>
                  <a:pt x="4103228" y="55814"/>
                </a:lnTo>
                <a:lnTo>
                  <a:pt x="4101819" y="56718"/>
                </a:lnTo>
                <a:lnTo>
                  <a:pt x="4100415" y="57697"/>
                </a:lnTo>
                <a:lnTo>
                  <a:pt x="4099019" y="58752"/>
                </a:lnTo>
                <a:lnTo>
                  <a:pt x="4097631" y="59887"/>
                </a:lnTo>
                <a:lnTo>
                  <a:pt x="4096254" y="61103"/>
                </a:lnTo>
                <a:lnTo>
                  <a:pt x="4094889" y="62403"/>
                </a:lnTo>
                <a:lnTo>
                  <a:pt x="4093539" y="63788"/>
                </a:lnTo>
                <a:lnTo>
                  <a:pt x="4092205" y="65262"/>
                </a:lnTo>
                <a:lnTo>
                  <a:pt x="4092205" y="58707"/>
                </a:lnTo>
                <a:lnTo>
                  <a:pt x="4092198" y="57978"/>
                </a:lnTo>
                <a:lnTo>
                  <a:pt x="4092178" y="57290"/>
                </a:lnTo>
                <a:lnTo>
                  <a:pt x="4092142" y="56642"/>
                </a:lnTo>
                <a:lnTo>
                  <a:pt x="4092088" y="56035"/>
                </a:lnTo>
                <a:lnTo>
                  <a:pt x="4092015" y="55466"/>
                </a:lnTo>
                <a:lnTo>
                  <a:pt x="4091921" y="54934"/>
                </a:lnTo>
                <a:lnTo>
                  <a:pt x="4091804" y="54440"/>
                </a:lnTo>
                <a:lnTo>
                  <a:pt x="4091661" y="53981"/>
                </a:lnTo>
                <a:lnTo>
                  <a:pt x="4091492" y="53558"/>
                </a:lnTo>
                <a:lnTo>
                  <a:pt x="4091295" y="53169"/>
                </a:lnTo>
                <a:lnTo>
                  <a:pt x="4091066" y="52812"/>
                </a:lnTo>
                <a:lnTo>
                  <a:pt x="4090806" y="52488"/>
                </a:lnTo>
                <a:lnTo>
                  <a:pt x="4090511" y="52195"/>
                </a:lnTo>
                <a:lnTo>
                  <a:pt x="4090181" y="51933"/>
                </a:lnTo>
                <a:lnTo>
                  <a:pt x="4089812" y="51700"/>
                </a:lnTo>
                <a:lnTo>
                  <a:pt x="4089404" y="51495"/>
                </a:lnTo>
                <a:lnTo>
                  <a:pt x="4088955" y="51318"/>
                </a:lnTo>
                <a:lnTo>
                  <a:pt x="4088462" y="51168"/>
                </a:lnTo>
                <a:lnTo>
                  <a:pt x="4087924" y="51043"/>
                </a:lnTo>
                <a:lnTo>
                  <a:pt x="4087338" y="50943"/>
                </a:lnTo>
                <a:lnTo>
                  <a:pt x="4086705" y="50867"/>
                </a:lnTo>
                <a:lnTo>
                  <a:pt x="4086020" y="50814"/>
                </a:lnTo>
                <a:lnTo>
                  <a:pt x="4085283" y="50783"/>
                </a:lnTo>
                <a:lnTo>
                  <a:pt x="4084491" y="50773"/>
                </a:lnTo>
                <a:lnTo>
                  <a:pt x="4063284" y="50773"/>
                </a:lnTo>
                <a:lnTo>
                  <a:pt x="4062913" y="50773"/>
                </a:lnTo>
                <a:lnTo>
                  <a:pt x="4062525" y="50776"/>
                </a:lnTo>
                <a:lnTo>
                  <a:pt x="4062123" y="50784"/>
                </a:lnTo>
                <a:lnTo>
                  <a:pt x="4061709" y="50799"/>
                </a:lnTo>
                <a:lnTo>
                  <a:pt x="4061287" y="50825"/>
                </a:lnTo>
                <a:lnTo>
                  <a:pt x="4060859" y="50863"/>
                </a:lnTo>
                <a:lnTo>
                  <a:pt x="4060429" y="50916"/>
                </a:lnTo>
                <a:lnTo>
                  <a:pt x="4060000" y="50987"/>
                </a:lnTo>
                <a:lnTo>
                  <a:pt x="4059574" y="51078"/>
                </a:lnTo>
                <a:lnTo>
                  <a:pt x="4059154" y="51191"/>
                </a:lnTo>
                <a:lnTo>
                  <a:pt x="4058743" y="51330"/>
                </a:lnTo>
                <a:lnTo>
                  <a:pt x="4058345" y="51496"/>
                </a:lnTo>
                <a:lnTo>
                  <a:pt x="4057961" y="51692"/>
                </a:lnTo>
                <a:lnTo>
                  <a:pt x="4057595" y="51921"/>
                </a:lnTo>
                <a:lnTo>
                  <a:pt x="4057251" y="52186"/>
                </a:lnTo>
                <a:lnTo>
                  <a:pt x="4056930" y="52487"/>
                </a:lnTo>
                <a:lnTo>
                  <a:pt x="4056636" y="52829"/>
                </a:lnTo>
                <a:lnTo>
                  <a:pt x="4056372" y="53214"/>
                </a:lnTo>
                <a:lnTo>
                  <a:pt x="4056140" y="53644"/>
                </a:lnTo>
                <a:lnTo>
                  <a:pt x="4055944" y="54122"/>
                </a:lnTo>
                <a:lnTo>
                  <a:pt x="4055786" y="54649"/>
                </a:lnTo>
                <a:lnTo>
                  <a:pt x="4055670" y="55230"/>
                </a:lnTo>
                <a:lnTo>
                  <a:pt x="4055598" y="55866"/>
                </a:lnTo>
                <a:lnTo>
                  <a:pt x="4055574" y="56560"/>
                </a:lnTo>
                <a:lnTo>
                  <a:pt x="4055597" y="57276"/>
                </a:lnTo>
                <a:lnTo>
                  <a:pt x="4055667" y="57932"/>
                </a:lnTo>
                <a:lnTo>
                  <a:pt x="4055779" y="58532"/>
                </a:lnTo>
                <a:lnTo>
                  <a:pt x="4055931" y="59077"/>
                </a:lnTo>
                <a:lnTo>
                  <a:pt x="4056120" y="59570"/>
                </a:lnTo>
                <a:lnTo>
                  <a:pt x="4056345" y="60014"/>
                </a:lnTo>
                <a:lnTo>
                  <a:pt x="4056602" y="60411"/>
                </a:lnTo>
                <a:lnTo>
                  <a:pt x="4056888" y="60764"/>
                </a:lnTo>
                <a:lnTo>
                  <a:pt x="4057200" y="61076"/>
                </a:lnTo>
                <a:lnTo>
                  <a:pt x="4057537" y="61349"/>
                </a:lnTo>
                <a:lnTo>
                  <a:pt x="4057896" y="61585"/>
                </a:lnTo>
                <a:lnTo>
                  <a:pt x="4058273" y="61788"/>
                </a:lnTo>
                <a:lnTo>
                  <a:pt x="4058666" y="61959"/>
                </a:lnTo>
                <a:lnTo>
                  <a:pt x="4059072" y="62103"/>
                </a:lnTo>
                <a:lnTo>
                  <a:pt x="4059490" y="62220"/>
                </a:lnTo>
                <a:lnTo>
                  <a:pt x="4059915" y="62313"/>
                </a:lnTo>
                <a:lnTo>
                  <a:pt x="4060346" y="62386"/>
                </a:lnTo>
                <a:lnTo>
                  <a:pt x="4060779" y="62441"/>
                </a:lnTo>
                <a:lnTo>
                  <a:pt x="4061212" y="62481"/>
                </a:lnTo>
                <a:lnTo>
                  <a:pt x="4061643" y="62507"/>
                </a:lnTo>
                <a:lnTo>
                  <a:pt x="4062068" y="62523"/>
                </a:lnTo>
                <a:lnTo>
                  <a:pt x="4062485" y="62531"/>
                </a:lnTo>
                <a:lnTo>
                  <a:pt x="4062891" y="62534"/>
                </a:lnTo>
                <a:lnTo>
                  <a:pt x="4063284" y="62535"/>
                </a:lnTo>
                <a:lnTo>
                  <a:pt x="4078902" y="62535"/>
                </a:lnTo>
                <a:lnTo>
                  <a:pt x="4078902" y="122048"/>
                </a:lnTo>
                <a:lnTo>
                  <a:pt x="4063284" y="122048"/>
                </a:lnTo>
                <a:lnTo>
                  <a:pt x="4062913" y="122048"/>
                </a:lnTo>
                <a:lnTo>
                  <a:pt x="4062525" y="122051"/>
                </a:lnTo>
                <a:lnTo>
                  <a:pt x="4062123" y="122059"/>
                </a:lnTo>
                <a:lnTo>
                  <a:pt x="4061709" y="122075"/>
                </a:lnTo>
                <a:lnTo>
                  <a:pt x="4061287" y="122100"/>
                </a:lnTo>
                <a:lnTo>
                  <a:pt x="4060859" y="122138"/>
                </a:lnTo>
                <a:lnTo>
                  <a:pt x="4060429" y="122192"/>
                </a:lnTo>
                <a:lnTo>
                  <a:pt x="4060000" y="122262"/>
                </a:lnTo>
                <a:lnTo>
                  <a:pt x="4059574" y="122353"/>
                </a:lnTo>
                <a:lnTo>
                  <a:pt x="4059154" y="122466"/>
                </a:lnTo>
                <a:lnTo>
                  <a:pt x="4058743" y="122605"/>
                </a:lnTo>
                <a:lnTo>
                  <a:pt x="4058345" y="122771"/>
                </a:lnTo>
                <a:lnTo>
                  <a:pt x="4057961" y="122967"/>
                </a:lnTo>
                <a:lnTo>
                  <a:pt x="4057595" y="123196"/>
                </a:lnTo>
                <a:lnTo>
                  <a:pt x="4057251" y="123460"/>
                </a:lnTo>
                <a:lnTo>
                  <a:pt x="4056930" y="123762"/>
                </a:lnTo>
                <a:lnTo>
                  <a:pt x="4056636" y="124104"/>
                </a:lnTo>
                <a:lnTo>
                  <a:pt x="4056372" y="124488"/>
                </a:lnTo>
                <a:lnTo>
                  <a:pt x="4056140" y="124918"/>
                </a:lnTo>
                <a:lnTo>
                  <a:pt x="4055944" y="125395"/>
                </a:lnTo>
                <a:lnTo>
                  <a:pt x="4055786" y="125923"/>
                </a:lnTo>
                <a:lnTo>
                  <a:pt x="4055670" y="126503"/>
                </a:lnTo>
                <a:lnTo>
                  <a:pt x="4055598" y="127139"/>
                </a:lnTo>
                <a:lnTo>
                  <a:pt x="4055574" y="127832"/>
                </a:lnTo>
                <a:lnTo>
                  <a:pt x="4055597" y="128548"/>
                </a:lnTo>
                <a:lnTo>
                  <a:pt x="4055667" y="129205"/>
                </a:lnTo>
                <a:lnTo>
                  <a:pt x="4055779" y="129804"/>
                </a:lnTo>
                <a:lnTo>
                  <a:pt x="4055931" y="130349"/>
                </a:lnTo>
                <a:lnTo>
                  <a:pt x="4056120" y="130842"/>
                </a:lnTo>
                <a:lnTo>
                  <a:pt x="4056345" y="131286"/>
                </a:lnTo>
                <a:lnTo>
                  <a:pt x="4056602" y="131684"/>
                </a:lnTo>
                <a:lnTo>
                  <a:pt x="4056888" y="132037"/>
                </a:lnTo>
                <a:lnTo>
                  <a:pt x="4057200" y="132348"/>
                </a:lnTo>
                <a:lnTo>
                  <a:pt x="4057537" y="132621"/>
                </a:lnTo>
                <a:lnTo>
                  <a:pt x="4057896" y="132858"/>
                </a:lnTo>
                <a:lnTo>
                  <a:pt x="4058273" y="133060"/>
                </a:lnTo>
                <a:lnTo>
                  <a:pt x="4058666" y="133232"/>
                </a:lnTo>
                <a:lnTo>
                  <a:pt x="4059072" y="133375"/>
                </a:lnTo>
                <a:lnTo>
                  <a:pt x="4059490" y="133492"/>
                </a:lnTo>
                <a:lnTo>
                  <a:pt x="4059915" y="133586"/>
                </a:lnTo>
                <a:lnTo>
                  <a:pt x="4060346" y="133659"/>
                </a:lnTo>
                <a:lnTo>
                  <a:pt x="4060779" y="133714"/>
                </a:lnTo>
                <a:lnTo>
                  <a:pt x="4061212" y="133753"/>
                </a:lnTo>
                <a:lnTo>
                  <a:pt x="4061643" y="133780"/>
                </a:lnTo>
                <a:lnTo>
                  <a:pt x="4062068" y="133795"/>
                </a:lnTo>
                <a:lnTo>
                  <a:pt x="4062485" y="133804"/>
                </a:lnTo>
                <a:lnTo>
                  <a:pt x="4062891" y="133807"/>
                </a:lnTo>
                <a:lnTo>
                  <a:pt x="4063284" y="133807"/>
                </a:lnTo>
                <a:lnTo>
                  <a:pt x="4113603" y="133807"/>
                </a:lnTo>
                <a:lnTo>
                  <a:pt x="4113975" y="133807"/>
                </a:lnTo>
                <a:lnTo>
                  <a:pt x="4114366" y="133804"/>
                </a:lnTo>
                <a:lnTo>
                  <a:pt x="4114773" y="133796"/>
                </a:lnTo>
                <a:lnTo>
                  <a:pt x="4115193" y="133780"/>
                </a:lnTo>
                <a:lnTo>
                  <a:pt x="4115622" y="133755"/>
                </a:lnTo>
                <a:lnTo>
                  <a:pt x="4116058" y="133717"/>
                </a:lnTo>
                <a:lnTo>
                  <a:pt x="4116498" y="133664"/>
                </a:lnTo>
                <a:lnTo>
                  <a:pt x="4116938" y="133593"/>
                </a:lnTo>
                <a:lnTo>
                  <a:pt x="4117375" y="133502"/>
                </a:lnTo>
                <a:lnTo>
                  <a:pt x="4117806" y="133389"/>
                </a:lnTo>
                <a:lnTo>
                  <a:pt x="4118229" y="133250"/>
                </a:lnTo>
                <a:lnTo>
                  <a:pt x="4118640" y="133084"/>
                </a:lnTo>
                <a:lnTo>
                  <a:pt x="4119035" y="132888"/>
                </a:lnTo>
                <a:lnTo>
                  <a:pt x="4119413" y="132659"/>
                </a:lnTo>
                <a:lnTo>
                  <a:pt x="4119769" y="132395"/>
                </a:lnTo>
                <a:lnTo>
                  <a:pt x="4120101" y="132093"/>
                </a:lnTo>
                <a:lnTo>
                  <a:pt x="4120405" y="131752"/>
                </a:lnTo>
                <a:lnTo>
                  <a:pt x="4120679" y="131367"/>
                </a:lnTo>
                <a:lnTo>
                  <a:pt x="4120919" y="130937"/>
                </a:lnTo>
                <a:lnTo>
                  <a:pt x="4121123" y="130460"/>
                </a:lnTo>
                <a:lnTo>
                  <a:pt x="4121287" y="129932"/>
                </a:lnTo>
                <a:lnTo>
                  <a:pt x="4121407" y="129352"/>
                </a:lnTo>
                <a:lnTo>
                  <a:pt x="4121482" y="128717"/>
                </a:lnTo>
                <a:lnTo>
                  <a:pt x="4121508" y="128023"/>
                </a:lnTo>
                <a:lnTo>
                  <a:pt x="4121482" y="127307"/>
                </a:lnTo>
                <a:lnTo>
                  <a:pt x="4121407" y="126650"/>
                </a:lnTo>
                <a:lnTo>
                  <a:pt x="4121287" y="126051"/>
                </a:lnTo>
                <a:lnTo>
                  <a:pt x="4121123" y="125506"/>
                </a:lnTo>
                <a:lnTo>
                  <a:pt x="4120919" y="125013"/>
                </a:lnTo>
                <a:lnTo>
                  <a:pt x="4120679" y="124569"/>
                </a:lnTo>
                <a:lnTo>
                  <a:pt x="4120405" y="124172"/>
                </a:lnTo>
                <a:lnTo>
                  <a:pt x="4120101" y="123818"/>
                </a:lnTo>
                <a:lnTo>
                  <a:pt x="4119769" y="123507"/>
                </a:lnTo>
                <a:lnTo>
                  <a:pt x="4119413" y="123234"/>
                </a:lnTo>
                <a:lnTo>
                  <a:pt x="4119035" y="122998"/>
                </a:lnTo>
                <a:lnTo>
                  <a:pt x="4118640" y="122795"/>
                </a:lnTo>
                <a:lnTo>
                  <a:pt x="4118229" y="122623"/>
                </a:lnTo>
                <a:lnTo>
                  <a:pt x="4117806" y="122480"/>
                </a:lnTo>
                <a:lnTo>
                  <a:pt x="4117375" y="122363"/>
                </a:lnTo>
                <a:lnTo>
                  <a:pt x="4116938" y="122269"/>
                </a:lnTo>
                <a:lnTo>
                  <a:pt x="4116498" y="122196"/>
                </a:lnTo>
                <a:lnTo>
                  <a:pt x="4116058" y="122141"/>
                </a:lnTo>
                <a:lnTo>
                  <a:pt x="4115622" y="122102"/>
                </a:lnTo>
                <a:lnTo>
                  <a:pt x="4115193" y="122076"/>
                </a:lnTo>
                <a:lnTo>
                  <a:pt x="4114773" y="122060"/>
                </a:lnTo>
                <a:lnTo>
                  <a:pt x="4114366" y="122052"/>
                </a:lnTo>
                <a:lnTo>
                  <a:pt x="4113975" y="122049"/>
                </a:lnTo>
                <a:lnTo>
                  <a:pt x="4113603" y="122048"/>
                </a:lnTo>
                <a:lnTo>
                  <a:pt x="4092205" y="122048"/>
                </a:lnTo>
                <a:lnTo>
                  <a:pt x="4092205" y="97974"/>
                </a:lnTo>
                <a:lnTo>
                  <a:pt x="4092264" y="95716"/>
                </a:lnTo>
                <a:lnTo>
                  <a:pt x="4092442" y="93461"/>
                </a:lnTo>
                <a:lnTo>
                  <a:pt x="4092739" y="91218"/>
                </a:lnTo>
                <a:lnTo>
                  <a:pt x="4093155" y="88995"/>
                </a:lnTo>
                <a:lnTo>
                  <a:pt x="4093691" y="86800"/>
                </a:lnTo>
                <a:lnTo>
                  <a:pt x="4094346" y="84642"/>
                </a:lnTo>
                <a:lnTo>
                  <a:pt x="4095122" y="82528"/>
                </a:lnTo>
                <a:lnTo>
                  <a:pt x="4096017" y="80467"/>
                </a:lnTo>
                <a:lnTo>
                  <a:pt x="4097033" y="78468"/>
                </a:lnTo>
                <a:lnTo>
                  <a:pt x="4098170" y="76537"/>
                </a:lnTo>
                <a:lnTo>
                  <a:pt x="4099428" y="74685"/>
                </a:lnTo>
                <a:lnTo>
                  <a:pt x="4100807" y="72918"/>
                </a:lnTo>
                <a:lnTo>
                  <a:pt x="4102308" y="71245"/>
                </a:lnTo>
                <a:lnTo>
                  <a:pt x="4103930" y="69674"/>
                </a:lnTo>
                <a:lnTo>
                  <a:pt x="4105674" y="68214"/>
                </a:lnTo>
                <a:lnTo>
                  <a:pt x="4107541" y="66873"/>
                </a:lnTo>
                <a:lnTo>
                  <a:pt x="4109530" y="65659"/>
                </a:lnTo>
                <a:lnTo>
                  <a:pt x="4111642" y="64580"/>
                </a:lnTo>
                <a:lnTo>
                  <a:pt x="4113877" y="63644"/>
                </a:lnTo>
                <a:lnTo>
                  <a:pt x="4116235" y="62860"/>
                </a:lnTo>
                <a:lnTo>
                  <a:pt x="4118717" y="62236"/>
                </a:lnTo>
                <a:lnTo>
                  <a:pt x="4121322" y="61780"/>
                </a:lnTo>
                <a:lnTo>
                  <a:pt x="4124052" y="61500"/>
                </a:lnTo>
                <a:lnTo>
                  <a:pt x="4126906" y="61405"/>
                </a:lnTo>
                <a:lnTo>
                  <a:pt x="4126946" y="61979"/>
                </a:lnTo>
                <a:lnTo>
                  <a:pt x="4127018" y="62544"/>
                </a:lnTo>
                <a:lnTo>
                  <a:pt x="4127120" y="63098"/>
                </a:lnTo>
                <a:lnTo>
                  <a:pt x="4127253" y="63640"/>
                </a:lnTo>
                <a:lnTo>
                  <a:pt x="4127415" y="64169"/>
                </a:lnTo>
                <a:lnTo>
                  <a:pt x="4127605" y="64683"/>
                </a:lnTo>
                <a:lnTo>
                  <a:pt x="4127824" y="65181"/>
                </a:lnTo>
                <a:lnTo>
                  <a:pt x="4128071" y="65662"/>
                </a:lnTo>
                <a:lnTo>
                  <a:pt x="4128344" y="66123"/>
                </a:lnTo>
                <a:lnTo>
                  <a:pt x="4128643" y="66565"/>
                </a:lnTo>
                <a:lnTo>
                  <a:pt x="4128967" y="66985"/>
                </a:lnTo>
                <a:lnTo>
                  <a:pt x="4129317" y="67383"/>
                </a:lnTo>
                <a:lnTo>
                  <a:pt x="4129690" y="67756"/>
                </a:lnTo>
                <a:lnTo>
                  <a:pt x="4130087" y="68104"/>
                </a:lnTo>
                <a:lnTo>
                  <a:pt x="4130506" y="68425"/>
                </a:lnTo>
                <a:lnTo>
                  <a:pt x="4130948" y="68718"/>
                </a:lnTo>
                <a:lnTo>
                  <a:pt x="4131411" y="68982"/>
                </a:lnTo>
                <a:lnTo>
                  <a:pt x="4131895" y="69215"/>
                </a:lnTo>
                <a:lnTo>
                  <a:pt x="4132399" y="69415"/>
                </a:lnTo>
                <a:lnTo>
                  <a:pt x="4132922" y="69583"/>
                </a:lnTo>
                <a:lnTo>
                  <a:pt x="4133464" y="69715"/>
                </a:lnTo>
                <a:lnTo>
                  <a:pt x="4134024" y="69811"/>
                </a:lnTo>
                <a:lnTo>
                  <a:pt x="4134602" y="69870"/>
                </a:lnTo>
                <a:lnTo>
                  <a:pt x="4135196" y="69890"/>
                </a:lnTo>
                <a:lnTo>
                  <a:pt x="4135724" y="69874"/>
                </a:lnTo>
                <a:lnTo>
                  <a:pt x="4136246" y="69826"/>
                </a:lnTo>
                <a:lnTo>
                  <a:pt x="4136762" y="69747"/>
                </a:lnTo>
                <a:lnTo>
                  <a:pt x="4137269" y="69637"/>
                </a:lnTo>
                <a:lnTo>
                  <a:pt x="4137765" y="69497"/>
                </a:lnTo>
                <a:lnTo>
                  <a:pt x="4138251" y="69326"/>
                </a:lnTo>
                <a:lnTo>
                  <a:pt x="4138723" y="69126"/>
                </a:lnTo>
                <a:lnTo>
                  <a:pt x="4139181" y="68897"/>
                </a:lnTo>
                <a:lnTo>
                  <a:pt x="4139622" y="68639"/>
                </a:lnTo>
                <a:lnTo>
                  <a:pt x="4140046" y="68352"/>
                </a:lnTo>
                <a:lnTo>
                  <a:pt x="4140451" y="68038"/>
                </a:lnTo>
                <a:lnTo>
                  <a:pt x="4140836" y="67696"/>
                </a:lnTo>
                <a:lnTo>
                  <a:pt x="4141198" y="67327"/>
                </a:lnTo>
                <a:lnTo>
                  <a:pt x="4141537" y="66931"/>
                </a:lnTo>
                <a:lnTo>
                  <a:pt x="4141850" y="66509"/>
                </a:lnTo>
                <a:lnTo>
                  <a:pt x="4142137" y="66062"/>
                </a:lnTo>
                <a:lnTo>
                  <a:pt x="4142396" y="65588"/>
                </a:lnTo>
                <a:lnTo>
                  <a:pt x="4142626" y="65090"/>
                </a:lnTo>
                <a:lnTo>
                  <a:pt x="4142824" y="64567"/>
                </a:lnTo>
                <a:lnTo>
                  <a:pt x="4142989" y="64020"/>
                </a:lnTo>
                <a:lnTo>
                  <a:pt x="4143120" y="63450"/>
                </a:lnTo>
                <a:lnTo>
                  <a:pt x="4143216" y="62856"/>
                </a:lnTo>
                <a:lnTo>
                  <a:pt x="4143275" y="62239"/>
                </a:lnTo>
                <a:lnTo>
                  <a:pt x="4143294" y="61599"/>
                </a:lnTo>
                <a:lnTo>
                  <a:pt x="4143282" y="61096"/>
                </a:lnTo>
                <a:lnTo>
                  <a:pt x="4143240" y="60554"/>
                </a:lnTo>
                <a:lnTo>
                  <a:pt x="4143164" y="59978"/>
                </a:lnTo>
                <a:lnTo>
                  <a:pt x="4143049" y="59374"/>
                </a:lnTo>
                <a:lnTo>
                  <a:pt x="4142890" y="58748"/>
                </a:lnTo>
                <a:lnTo>
                  <a:pt x="4142683" y="58104"/>
                </a:lnTo>
                <a:close/>
                <a:moveTo>
                  <a:pt x="4653391" y="124569"/>
                </a:moveTo>
                <a:lnTo>
                  <a:pt x="4653125" y="124172"/>
                </a:lnTo>
                <a:lnTo>
                  <a:pt x="4652828" y="123818"/>
                </a:lnTo>
                <a:lnTo>
                  <a:pt x="4652504" y="123507"/>
                </a:lnTo>
                <a:lnTo>
                  <a:pt x="4652156" y="123234"/>
                </a:lnTo>
                <a:lnTo>
                  <a:pt x="4651786" y="122998"/>
                </a:lnTo>
                <a:lnTo>
                  <a:pt x="4651397" y="122795"/>
                </a:lnTo>
                <a:lnTo>
                  <a:pt x="4650992" y="122623"/>
                </a:lnTo>
                <a:lnTo>
                  <a:pt x="4650573" y="122480"/>
                </a:lnTo>
                <a:lnTo>
                  <a:pt x="4650144" y="122363"/>
                </a:lnTo>
                <a:lnTo>
                  <a:pt x="4649708" y="122269"/>
                </a:lnTo>
                <a:lnTo>
                  <a:pt x="4649267" y="122196"/>
                </a:lnTo>
                <a:lnTo>
                  <a:pt x="4648824" y="122141"/>
                </a:lnTo>
                <a:lnTo>
                  <a:pt x="4648382" y="122102"/>
                </a:lnTo>
                <a:lnTo>
                  <a:pt x="4647944" y="122076"/>
                </a:lnTo>
                <a:lnTo>
                  <a:pt x="4647513" y="122060"/>
                </a:lnTo>
                <a:lnTo>
                  <a:pt x="4647091" y="122052"/>
                </a:lnTo>
                <a:lnTo>
                  <a:pt x="4646681" y="122049"/>
                </a:lnTo>
                <a:lnTo>
                  <a:pt x="4646287" y="122048"/>
                </a:lnTo>
                <a:lnTo>
                  <a:pt x="4637803" y="122048"/>
                </a:lnTo>
                <a:lnTo>
                  <a:pt x="4637803" y="77386"/>
                </a:lnTo>
                <a:lnTo>
                  <a:pt x="4637752" y="75013"/>
                </a:lnTo>
                <a:lnTo>
                  <a:pt x="4637601" y="72754"/>
                </a:lnTo>
                <a:lnTo>
                  <a:pt x="4637351" y="70610"/>
                </a:lnTo>
                <a:lnTo>
                  <a:pt x="4637004" y="68578"/>
                </a:lnTo>
                <a:lnTo>
                  <a:pt x="4636563" y="66657"/>
                </a:lnTo>
                <a:lnTo>
                  <a:pt x="4636029" y="64846"/>
                </a:lnTo>
                <a:lnTo>
                  <a:pt x="4635404" y="63144"/>
                </a:lnTo>
                <a:lnTo>
                  <a:pt x="4634690" y="61549"/>
                </a:lnTo>
                <a:lnTo>
                  <a:pt x="4633889" y="60061"/>
                </a:lnTo>
                <a:lnTo>
                  <a:pt x="4633003" y="58677"/>
                </a:lnTo>
                <a:lnTo>
                  <a:pt x="4632034" y="57398"/>
                </a:lnTo>
                <a:lnTo>
                  <a:pt x="4630984" y="56221"/>
                </a:lnTo>
                <a:lnTo>
                  <a:pt x="4629854" y="55145"/>
                </a:lnTo>
                <a:lnTo>
                  <a:pt x="4628647" y="54170"/>
                </a:lnTo>
                <a:lnTo>
                  <a:pt x="4627364" y="53293"/>
                </a:lnTo>
                <a:lnTo>
                  <a:pt x="4626008" y="52513"/>
                </a:lnTo>
                <a:lnTo>
                  <a:pt x="4624580" y="51831"/>
                </a:lnTo>
                <a:lnTo>
                  <a:pt x="4623083" y="51243"/>
                </a:lnTo>
                <a:lnTo>
                  <a:pt x="4621518" y="50749"/>
                </a:lnTo>
                <a:lnTo>
                  <a:pt x="4619887" y="50347"/>
                </a:lnTo>
                <a:lnTo>
                  <a:pt x="4618192" y="50037"/>
                </a:lnTo>
                <a:lnTo>
                  <a:pt x="4616435" y="49817"/>
                </a:lnTo>
                <a:lnTo>
                  <a:pt x="4614617" y="49686"/>
                </a:lnTo>
                <a:lnTo>
                  <a:pt x="4612742" y="49643"/>
                </a:lnTo>
                <a:lnTo>
                  <a:pt x="4611150" y="49676"/>
                </a:lnTo>
                <a:lnTo>
                  <a:pt x="4609602" y="49774"/>
                </a:lnTo>
                <a:lnTo>
                  <a:pt x="4608099" y="49932"/>
                </a:lnTo>
                <a:lnTo>
                  <a:pt x="4606641" y="50146"/>
                </a:lnTo>
                <a:lnTo>
                  <a:pt x="4605228" y="50411"/>
                </a:lnTo>
                <a:lnTo>
                  <a:pt x="4603862" y="50725"/>
                </a:lnTo>
                <a:lnTo>
                  <a:pt x="4602541" y="51082"/>
                </a:lnTo>
                <a:lnTo>
                  <a:pt x="4601267" y="51479"/>
                </a:lnTo>
                <a:lnTo>
                  <a:pt x="4600040" y="51911"/>
                </a:lnTo>
                <a:lnTo>
                  <a:pt x="4598860" y="52375"/>
                </a:lnTo>
                <a:lnTo>
                  <a:pt x="4597728" y="52866"/>
                </a:lnTo>
                <a:lnTo>
                  <a:pt x="4596644" y="53380"/>
                </a:lnTo>
                <a:lnTo>
                  <a:pt x="4595607" y="53913"/>
                </a:lnTo>
                <a:lnTo>
                  <a:pt x="4594620" y="54461"/>
                </a:lnTo>
                <a:lnTo>
                  <a:pt x="4593681" y="55020"/>
                </a:lnTo>
                <a:lnTo>
                  <a:pt x="4592791" y="55586"/>
                </a:lnTo>
                <a:lnTo>
                  <a:pt x="4591951" y="56154"/>
                </a:lnTo>
                <a:lnTo>
                  <a:pt x="4591161" y="56721"/>
                </a:lnTo>
                <a:lnTo>
                  <a:pt x="4590420" y="57283"/>
                </a:lnTo>
                <a:lnTo>
                  <a:pt x="4589731" y="57835"/>
                </a:lnTo>
                <a:lnTo>
                  <a:pt x="4589092" y="58373"/>
                </a:lnTo>
                <a:lnTo>
                  <a:pt x="4588504" y="58893"/>
                </a:lnTo>
                <a:lnTo>
                  <a:pt x="4587968" y="59391"/>
                </a:lnTo>
                <a:lnTo>
                  <a:pt x="4587484" y="59863"/>
                </a:lnTo>
                <a:lnTo>
                  <a:pt x="4587484" y="59106"/>
                </a:lnTo>
                <a:lnTo>
                  <a:pt x="4587480" y="58383"/>
                </a:lnTo>
                <a:lnTo>
                  <a:pt x="4587469" y="57694"/>
                </a:lnTo>
                <a:lnTo>
                  <a:pt x="4587448" y="57039"/>
                </a:lnTo>
                <a:lnTo>
                  <a:pt x="4587414" y="56417"/>
                </a:lnTo>
                <a:lnTo>
                  <a:pt x="4587364" y="55829"/>
                </a:lnTo>
                <a:lnTo>
                  <a:pt x="4587293" y="55274"/>
                </a:lnTo>
                <a:lnTo>
                  <a:pt x="4587199" y="54753"/>
                </a:lnTo>
                <a:lnTo>
                  <a:pt x="4587078" y="54264"/>
                </a:lnTo>
                <a:lnTo>
                  <a:pt x="4586926" y="53809"/>
                </a:lnTo>
                <a:lnTo>
                  <a:pt x="4586742" y="53385"/>
                </a:lnTo>
                <a:lnTo>
                  <a:pt x="4586520" y="52995"/>
                </a:lnTo>
                <a:lnTo>
                  <a:pt x="4586259" y="52636"/>
                </a:lnTo>
                <a:lnTo>
                  <a:pt x="4585954" y="52310"/>
                </a:lnTo>
                <a:lnTo>
                  <a:pt x="4585602" y="52015"/>
                </a:lnTo>
                <a:lnTo>
                  <a:pt x="4585200" y="51753"/>
                </a:lnTo>
                <a:lnTo>
                  <a:pt x="4584744" y="51522"/>
                </a:lnTo>
                <a:lnTo>
                  <a:pt x="4584231" y="51322"/>
                </a:lnTo>
                <a:lnTo>
                  <a:pt x="4583658" y="51153"/>
                </a:lnTo>
                <a:lnTo>
                  <a:pt x="4583022" y="51016"/>
                </a:lnTo>
                <a:lnTo>
                  <a:pt x="4582319" y="50909"/>
                </a:lnTo>
                <a:lnTo>
                  <a:pt x="4581545" y="50833"/>
                </a:lnTo>
                <a:lnTo>
                  <a:pt x="4580698" y="50788"/>
                </a:lnTo>
                <a:lnTo>
                  <a:pt x="4579774" y="50773"/>
                </a:lnTo>
                <a:lnTo>
                  <a:pt x="4565700" y="50773"/>
                </a:lnTo>
                <a:lnTo>
                  <a:pt x="4565306" y="50773"/>
                </a:lnTo>
                <a:lnTo>
                  <a:pt x="4564897" y="50776"/>
                </a:lnTo>
                <a:lnTo>
                  <a:pt x="4564475" y="50784"/>
                </a:lnTo>
                <a:lnTo>
                  <a:pt x="4564043" y="50800"/>
                </a:lnTo>
                <a:lnTo>
                  <a:pt x="4563605" y="50827"/>
                </a:lnTo>
                <a:lnTo>
                  <a:pt x="4563163" y="50866"/>
                </a:lnTo>
                <a:lnTo>
                  <a:pt x="4562720" y="50921"/>
                </a:lnTo>
                <a:lnTo>
                  <a:pt x="4562279" y="50994"/>
                </a:lnTo>
                <a:lnTo>
                  <a:pt x="4561843" y="51088"/>
                </a:lnTo>
                <a:lnTo>
                  <a:pt x="4561414" y="51205"/>
                </a:lnTo>
                <a:lnTo>
                  <a:pt x="4560996" y="51348"/>
                </a:lnTo>
                <a:lnTo>
                  <a:pt x="4560591" y="51520"/>
                </a:lnTo>
                <a:lnTo>
                  <a:pt x="4560202" y="51723"/>
                </a:lnTo>
                <a:lnTo>
                  <a:pt x="4559832" y="51959"/>
                </a:lnTo>
                <a:lnTo>
                  <a:pt x="4559483" y="52232"/>
                </a:lnTo>
                <a:lnTo>
                  <a:pt x="4559159" y="52544"/>
                </a:lnTo>
                <a:lnTo>
                  <a:pt x="4558863" y="52897"/>
                </a:lnTo>
                <a:lnTo>
                  <a:pt x="4558597" y="53295"/>
                </a:lnTo>
                <a:lnTo>
                  <a:pt x="4558364" y="53739"/>
                </a:lnTo>
                <a:lnTo>
                  <a:pt x="4558167" y="54232"/>
                </a:lnTo>
                <a:lnTo>
                  <a:pt x="4558009" y="54778"/>
                </a:lnTo>
                <a:lnTo>
                  <a:pt x="4557892" y="55377"/>
                </a:lnTo>
                <a:lnTo>
                  <a:pt x="4557820" y="56034"/>
                </a:lnTo>
                <a:lnTo>
                  <a:pt x="4557796" y="56751"/>
                </a:lnTo>
                <a:lnTo>
                  <a:pt x="4557821" y="57444"/>
                </a:lnTo>
                <a:lnTo>
                  <a:pt x="4557896" y="58080"/>
                </a:lnTo>
                <a:lnTo>
                  <a:pt x="4558016" y="58660"/>
                </a:lnTo>
                <a:lnTo>
                  <a:pt x="4558180" y="59188"/>
                </a:lnTo>
                <a:lnTo>
                  <a:pt x="4558382" y="59665"/>
                </a:lnTo>
                <a:lnTo>
                  <a:pt x="4558621" y="60095"/>
                </a:lnTo>
                <a:lnTo>
                  <a:pt x="4558893" y="60479"/>
                </a:lnTo>
                <a:lnTo>
                  <a:pt x="4559195" y="60821"/>
                </a:lnTo>
                <a:lnTo>
                  <a:pt x="4559524" y="61123"/>
                </a:lnTo>
                <a:lnTo>
                  <a:pt x="4559876" y="61387"/>
                </a:lnTo>
                <a:lnTo>
                  <a:pt x="4560249" y="61616"/>
                </a:lnTo>
                <a:lnTo>
                  <a:pt x="4560639" y="61812"/>
                </a:lnTo>
                <a:lnTo>
                  <a:pt x="4561043" y="61978"/>
                </a:lnTo>
                <a:lnTo>
                  <a:pt x="4561458" y="62116"/>
                </a:lnTo>
                <a:lnTo>
                  <a:pt x="4561881" y="62230"/>
                </a:lnTo>
                <a:lnTo>
                  <a:pt x="4562308" y="62321"/>
                </a:lnTo>
                <a:lnTo>
                  <a:pt x="4562737" y="62391"/>
                </a:lnTo>
                <a:lnTo>
                  <a:pt x="4563163" y="62444"/>
                </a:lnTo>
                <a:lnTo>
                  <a:pt x="4563585" y="62482"/>
                </a:lnTo>
                <a:lnTo>
                  <a:pt x="4563998" y="62508"/>
                </a:lnTo>
                <a:lnTo>
                  <a:pt x="4564400" y="62523"/>
                </a:lnTo>
                <a:lnTo>
                  <a:pt x="4564788" y="62531"/>
                </a:lnTo>
                <a:lnTo>
                  <a:pt x="4565157" y="62534"/>
                </a:lnTo>
                <a:lnTo>
                  <a:pt x="4565506" y="62535"/>
                </a:lnTo>
                <a:lnTo>
                  <a:pt x="4574184" y="62535"/>
                </a:lnTo>
                <a:lnTo>
                  <a:pt x="4574184" y="122048"/>
                </a:lnTo>
                <a:lnTo>
                  <a:pt x="4565700" y="122048"/>
                </a:lnTo>
                <a:lnTo>
                  <a:pt x="4565306" y="122049"/>
                </a:lnTo>
                <a:lnTo>
                  <a:pt x="4564897" y="122052"/>
                </a:lnTo>
                <a:lnTo>
                  <a:pt x="4564475" y="122060"/>
                </a:lnTo>
                <a:lnTo>
                  <a:pt x="4564043" y="122076"/>
                </a:lnTo>
                <a:lnTo>
                  <a:pt x="4563605" y="122102"/>
                </a:lnTo>
                <a:lnTo>
                  <a:pt x="4563163" y="122141"/>
                </a:lnTo>
                <a:lnTo>
                  <a:pt x="4562720" y="122196"/>
                </a:lnTo>
                <a:lnTo>
                  <a:pt x="4562279" y="122269"/>
                </a:lnTo>
                <a:lnTo>
                  <a:pt x="4561843" y="122363"/>
                </a:lnTo>
                <a:lnTo>
                  <a:pt x="4561414" y="122480"/>
                </a:lnTo>
                <a:lnTo>
                  <a:pt x="4560996" y="122623"/>
                </a:lnTo>
                <a:lnTo>
                  <a:pt x="4560591" y="122795"/>
                </a:lnTo>
                <a:lnTo>
                  <a:pt x="4560202" y="122998"/>
                </a:lnTo>
                <a:lnTo>
                  <a:pt x="4559832" y="123234"/>
                </a:lnTo>
                <a:lnTo>
                  <a:pt x="4559483" y="123507"/>
                </a:lnTo>
                <a:lnTo>
                  <a:pt x="4559159" y="123818"/>
                </a:lnTo>
                <a:lnTo>
                  <a:pt x="4558863" y="124172"/>
                </a:lnTo>
                <a:lnTo>
                  <a:pt x="4558597" y="124569"/>
                </a:lnTo>
                <a:lnTo>
                  <a:pt x="4558364" y="125013"/>
                </a:lnTo>
                <a:lnTo>
                  <a:pt x="4558167" y="125506"/>
                </a:lnTo>
                <a:lnTo>
                  <a:pt x="4558009" y="126051"/>
                </a:lnTo>
                <a:lnTo>
                  <a:pt x="4557892" y="126650"/>
                </a:lnTo>
                <a:lnTo>
                  <a:pt x="4557820" y="127307"/>
                </a:lnTo>
                <a:lnTo>
                  <a:pt x="4557796" y="128023"/>
                </a:lnTo>
                <a:lnTo>
                  <a:pt x="4557821" y="128717"/>
                </a:lnTo>
                <a:lnTo>
                  <a:pt x="4557896" y="129352"/>
                </a:lnTo>
                <a:lnTo>
                  <a:pt x="4558016" y="129932"/>
                </a:lnTo>
                <a:lnTo>
                  <a:pt x="4558180" y="130460"/>
                </a:lnTo>
                <a:lnTo>
                  <a:pt x="4558382" y="130937"/>
                </a:lnTo>
                <a:lnTo>
                  <a:pt x="4558621" y="131367"/>
                </a:lnTo>
                <a:lnTo>
                  <a:pt x="4558893" y="131752"/>
                </a:lnTo>
                <a:lnTo>
                  <a:pt x="4559195" y="132093"/>
                </a:lnTo>
                <a:lnTo>
                  <a:pt x="4559524" y="132395"/>
                </a:lnTo>
                <a:lnTo>
                  <a:pt x="4559876" y="132659"/>
                </a:lnTo>
                <a:lnTo>
                  <a:pt x="4560249" y="132888"/>
                </a:lnTo>
                <a:lnTo>
                  <a:pt x="4560639" y="133084"/>
                </a:lnTo>
                <a:lnTo>
                  <a:pt x="4561043" y="133250"/>
                </a:lnTo>
                <a:lnTo>
                  <a:pt x="4561458" y="133389"/>
                </a:lnTo>
                <a:lnTo>
                  <a:pt x="4561881" y="133502"/>
                </a:lnTo>
                <a:lnTo>
                  <a:pt x="4562308" y="133593"/>
                </a:lnTo>
                <a:lnTo>
                  <a:pt x="4562737" y="133664"/>
                </a:lnTo>
                <a:lnTo>
                  <a:pt x="4563163" y="133717"/>
                </a:lnTo>
                <a:lnTo>
                  <a:pt x="4563585" y="133755"/>
                </a:lnTo>
                <a:lnTo>
                  <a:pt x="4563998" y="133780"/>
                </a:lnTo>
                <a:lnTo>
                  <a:pt x="4564400" y="133796"/>
                </a:lnTo>
                <a:lnTo>
                  <a:pt x="4564788" y="133804"/>
                </a:lnTo>
                <a:lnTo>
                  <a:pt x="4565157" y="133807"/>
                </a:lnTo>
                <a:lnTo>
                  <a:pt x="4565506" y="133807"/>
                </a:lnTo>
                <a:lnTo>
                  <a:pt x="4596162" y="133807"/>
                </a:lnTo>
                <a:lnTo>
                  <a:pt x="4596511" y="133807"/>
                </a:lnTo>
                <a:lnTo>
                  <a:pt x="4596881" y="133804"/>
                </a:lnTo>
                <a:lnTo>
                  <a:pt x="4597268" y="133796"/>
                </a:lnTo>
                <a:lnTo>
                  <a:pt x="4597670" y="133780"/>
                </a:lnTo>
                <a:lnTo>
                  <a:pt x="4598084" y="133755"/>
                </a:lnTo>
                <a:lnTo>
                  <a:pt x="4598505" y="133717"/>
                </a:lnTo>
                <a:lnTo>
                  <a:pt x="4598932" y="133664"/>
                </a:lnTo>
                <a:lnTo>
                  <a:pt x="4599360" y="133593"/>
                </a:lnTo>
                <a:lnTo>
                  <a:pt x="4599787" y="133502"/>
                </a:lnTo>
                <a:lnTo>
                  <a:pt x="4600210" y="133389"/>
                </a:lnTo>
                <a:lnTo>
                  <a:pt x="4600625" y="133250"/>
                </a:lnTo>
                <a:lnTo>
                  <a:pt x="4601029" y="133084"/>
                </a:lnTo>
                <a:lnTo>
                  <a:pt x="4601419" y="132888"/>
                </a:lnTo>
                <a:lnTo>
                  <a:pt x="4601792" y="132659"/>
                </a:lnTo>
                <a:lnTo>
                  <a:pt x="4602144" y="132395"/>
                </a:lnTo>
                <a:lnTo>
                  <a:pt x="4602473" y="132093"/>
                </a:lnTo>
                <a:lnTo>
                  <a:pt x="4602775" y="131752"/>
                </a:lnTo>
                <a:lnTo>
                  <a:pt x="4603047" y="131367"/>
                </a:lnTo>
                <a:lnTo>
                  <a:pt x="4603286" y="130937"/>
                </a:lnTo>
                <a:lnTo>
                  <a:pt x="4603489" y="130460"/>
                </a:lnTo>
                <a:lnTo>
                  <a:pt x="4603652" y="129932"/>
                </a:lnTo>
                <a:lnTo>
                  <a:pt x="4603773" y="129352"/>
                </a:lnTo>
                <a:lnTo>
                  <a:pt x="4603847" y="128717"/>
                </a:lnTo>
                <a:lnTo>
                  <a:pt x="4603873" y="128023"/>
                </a:lnTo>
                <a:lnTo>
                  <a:pt x="4603848" y="127307"/>
                </a:lnTo>
                <a:lnTo>
                  <a:pt x="4603776" y="126650"/>
                </a:lnTo>
                <a:lnTo>
                  <a:pt x="4603660" y="126051"/>
                </a:lnTo>
                <a:lnTo>
                  <a:pt x="4603502" y="125506"/>
                </a:lnTo>
                <a:lnTo>
                  <a:pt x="4603305" y="125013"/>
                </a:lnTo>
                <a:lnTo>
                  <a:pt x="4603072" y="124569"/>
                </a:lnTo>
                <a:lnTo>
                  <a:pt x="4602806" y="124172"/>
                </a:lnTo>
                <a:lnTo>
                  <a:pt x="4602509" y="123818"/>
                </a:lnTo>
                <a:lnTo>
                  <a:pt x="4602185" y="123507"/>
                </a:lnTo>
                <a:lnTo>
                  <a:pt x="4601837" y="123234"/>
                </a:lnTo>
                <a:lnTo>
                  <a:pt x="4601467" y="122998"/>
                </a:lnTo>
                <a:lnTo>
                  <a:pt x="4601078" y="122795"/>
                </a:lnTo>
                <a:lnTo>
                  <a:pt x="4600673" y="122623"/>
                </a:lnTo>
                <a:lnTo>
                  <a:pt x="4600254" y="122480"/>
                </a:lnTo>
                <a:lnTo>
                  <a:pt x="4599825" y="122363"/>
                </a:lnTo>
                <a:lnTo>
                  <a:pt x="4599389" y="122269"/>
                </a:lnTo>
                <a:lnTo>
                  <a:pt x="4598948" y="122196"/>
                </a:lnTo>
                <a:lnTo>
                  <a:pt x="4598505" y="122141"/>
                </a:lnTo>
                <a:lnTo>
                  <a:pt x="4598063" y="122102"/>
                </a:lnTo>
                <a:lnTo>
                  <a:pt x="4597625" y="122076"/>
                </a:lnTo>
                <a:lnTo>
                  <a:pt x="4597194" y="122060"/>
                </a:lnTo>
                <a:lnTo>
                  <a:pt x="4596772" y="122052"/>
                </a:lnTo>
                <a:lnTo>
                  <a:pt x="4596362" y="122049"/>
                </a:lnTo>
                <a:lnTo>
                  <a:pt x="4595968" y="122048"/>
                </a:lnTo>
                <a:lnTo>
                  <a:pt x="4587484" y="122048"/>
                </a:lnTo>
                <a:lnTo>
                  <a:pt x="4587484" y="87959"/>
                </a:lnTo>
                <a:lnTo>
                  <a:pt x="4587557" y="85616"/>
                </a:lnTo>
                <a:lnTo>
                  <a:pt x="4587771" y="83396"/>
                </a:lnTo>
                <a:lnTo>
                  <a:pt x="4588116" y="81295"/>
                </a:lnTo>
                <a:lnTo>
                  <a:pt x="4588586" y="79313"/>
                </a:lnTo>
                <a:lnTo>
                  <a:pt x="4589173" y="77446"/>
                </a:lnTo>
                <a:lnTo>
                  <a:pt x="4589867" y="75694"/>
                </a:lnTo>
                <a:lnTo>
                  <a:pt x="4590661" y="74055"/>
                </a:lnTo>
                <a:lnTo>
                  <a:pt x="4591547" y="72525"/>
                </a:lnTo>
                <a:lnTo>
                  <a:pt x="4592517" y="71103"/>
                </a:lnTo>
                <a:lnTo>
                  <a:pt x="4593562" y="69788"/>
                </a:lnTo>
                <a:lnTo>
                  <a:pt x="4594675" y="68577"/>
                </a:lnTo>
                <a:lnTo>
                  <a:pt x="4595847" y="67468"/>
                </a:lnTo>
                <a:lnTo>
                  <a:pt x="4597071" y="66459"/>
                </a:lnTo>
                <a:lnTo>
                  <a:pt x="4598337" y="65549"/>
                </a:lnTo>
                <a:lnTo>
                  <a:pt x="4599638" y="64735"/>
                </a:lnTo>
                <a:lnTo>
                  <a:pt x="4600967" y="64014"/>
                </a:lnTo>
                <a:lnTo>
                  <a:pt x="4602314" y="63387"/>
                </a:lnTo>
                <a:lnTo>
                  <a:pt x="4603671" y="62849"/>
                </a:lnTo>
                <a:lnTo>
                  <a:pt x="4605031" y="62399"/>
                </a:lnTo>
                <a:lnTo>
                  <a:pt x="4606386" y="62036"/>
                </a:lnTo>
                <a:lnTo>
                  <a:pt x="4607727" y="61757"/>
                </a:lnTo>
                <a:lnTo>
                  <a:pt x="4609046" y="61560"/>
                </a:lnTo>
                <a:lnTo>
                  <a:pt x="4610335" y="61443"/>
                </a:lnTo>
                <a:lnTo>
                  <a:pt x="4611586" y="61405"/>
                </a:lnTo>
                <a:lnTo>
                  <a:pt x="4612824" y="61433"/>
                </a:lnTo>
                <a:lnTo>
                  <a:pt x="4613986" y="61518"/>
                </a:lnTo>
                <a:lnTo>
                  <a:pt x="4615074" y="61659"/>
                </a:lnTo>
                <a:lnTo>
                  <a:pt x="4616090" y="61858"/>
                </a:lnTo>
                <a:lnTo>
                  <a:pt x="4617036" y="62114"/>
                </a:lnTo>
                <a:lnTo>
                  <a:pt x="4617914" y="62428"/>
                </a:lnTo>
                <a:lnTo>
                  <a:pt x="4618726" y="62800"/>
                </a:lnTo>
                <a:lnTo>
                  <a:pt x="4619475" y="63231"/>
                </a:lnTo>
                <a:lnTo>
                  <a:pt x="4620162" y="63720"/>
                </a:lnTo>
                <a:lnTo>
                  <a:pt x="4620790" y="64269"/>
                </a:lnTo>
                <a:lnTo>
                  <a:pt x="4621360" y="64877"/>
                </a:lnTo>
                <a:lnTo>
                  <a:pt x="4621875" y="65545"/>
                </a:lnTo>
                <a:lnTo>
                  <a:pt x="4622336" y="66273"/>
                </a:lnTo>
                <a:lnTo>
                  <a:pt x="4622747" y="67062"/>
                </a:lnTo>
                <a:lnTo>
                  <a:pt x="4623108" y="67911"/>
                </a:lnTo>
                <a:lnTo>
                  <a:pt x="4623423" y="68822"/>
                </a:lnTo>
                <a:lnTo>
                  <a:pt x="4623692" y="69794"/>
                </a:lnTo>
                <a:lnTo>
                  <a:pt x="4623919" y="70828"/>
                </a:lnTo>
                <a:lnTo>
                  <a:pt x="4624106" y="71924"/>
                </a:lnTo>
                <a:lnTo>
                  <a:pt x="4624253" y="73082"/>
                </a:lnTo>
                <a:lnTo>
                  <a:pt x="4624365" y="74304"/>
                </a:lnTo>
                <a:lnTo>
                  <a:pt x="4624441" y="75588"/>
                </a:lnTo>
                <a:lnTo>
                  <a:pt x="4624486" y="76936"/>
                </a:lnTo>
                <a:lnTo>
                  <a:pt x="4624500" y="78348"/>
                </a:lnTo>
                <a:lnTo>
                  <a:pt x="4624500" y="122048"/>
                </a:lnTo>
                <a:lnTo>
                  <a:pt x="4616984" y="122048"/>
                </a:lnTo>
                <a:lnTo>
                  <a:pt x="4616590" y="122049"/>
                </a:lnTo>
                <a:lnTo>
                  <a:pt x="4616180" y="122052"/>
                </a:lnTo>
                <a:lnTo>
                  <a:pt x="4615759" y="122060"/>
                </a:lnTo>
                <a:lnTo>
                  <a:pt x="4615327" y="122076"/>
                </a:lnTo>
                <a:lnTo>
                  <a:pt x="4614889" y="122102"/>
                </a:lnTo>
                <a:lnTo>
                  <a:pt x="4614447" y="122141"/>
                </a:lnTo>
                <a:lnTo>
                  <a:pt x="4614004" y="122196"/>
                </a:lnTo>
                <a:lnTo>
                  <a:pt x="4613563" y="122269"/>
                </a:lnTo>
                <a:lnTo>
                  <a:pt x="4613127" y="122363"/>
                </a:lnTo>
                <a:lnTo>
                  <a:pt x="4612698" y="122480"/>
                </a:lnTo>
                <a:lnTo>
                  <a:pt x="4612280" y="122623"/>
                </a:lnTo>
                <a:lnTo>
                  <a:pt x="4611875" y="122795"/>
                </a:lnTo>
                <a:lnTo>
                  <a:pt x="4611486" y="122998"/>
                </a:lnTo>
                <a:lnTo>
                  <a:pt x="4611115" y="123234"/>
                </a:lnTo>
                <a:lnTo>
                  <a:pt x="4610767" y="123507"/>
                </a:lnTo>
                <a:lnTo>
                  <a:pt x="4610443" y="123818"/>
                </a:lnTo>
                <a:lnTo>
                  <a:pt x="4610147" y="124172"/>
                </a:lnTo>
                <a:lnTo>
                  <a:pt x="4609881" y="124569"/>
                </a:lnTo>
                <a:lnTo>
                  <a:pt x="4609648" y="125013"/>
                </a:lnTo>
                <a:lnTo>
                  <a:pt x="4609451" y="125506"/>
                </a:lnTo>
                <a:lnTo>
                  <a:pt x="4609293" y="126051"/>
                </a:lnTo>
                <a:lnTo>
                  <a:pt x="4609176" y="126650"/>
                </a:lnTo>
                <a:lnTo>
                  <a:pt x="4609104" y="127307"/>
                </a:lnTo>
                <a:lnTo>
                  <a:pt x="4609080" y="128023"/>
                </a:lnTo>
                <a:lnTo>
                  <a:pt x="4609106" y="128717"/>
                </a:lnTo>
                <a:lnTo>
                  <a:pt x="4609184" y="129352"/>
                </a:lnTo>
                <a:lnTo>
                  <a:pt x="4609309" y="129932"/>
                </a:lnTo>
                <a:lnTo>
                  <a:pt x="4609478" y="130460"/>
                </a:lnTo>
                <a:lnTo>
                  <a:pt x="4609688" y="130937"/>
                </a:lnTo>
                <a:lnTo>
                  <a:pt x="4609935" y="131367"/>
                </a:lnTo>
                <a:lnTo>
                  <a:pt x="4610217" y="131752"/>
                </a:lnTo>
                <a:lnTo>
                  <a:pt x="4610529" y="132093"/>
                </a:lnTo>
                <a:lnTo>
                  <a:pt x="4610869" y="132395"/>
                </a:lnTo>
                <a:lnTo>
                  <a:pt x="4611233" y="132659"/>
                </a:lnTo>
                <a:lnTo>
                  <a:pt x="4611617" y="132888"/>
                </a:lnTo>
                <a:lnTo>
                  <a:pt x="4612019" y="133084"/>
                </a:lnTo>
                <a:lnTo>
                  <a:pt x="4612435" y="133250"/>
                </a:lnTo>
                <a:lnTo>
                  <a:pt x="4612862" y="133389"/>
                </a:lnTo>
                <a:lnTo>
                  <a:pt x="4613296" y="133502"/>
                </a:lnTo>
                <a:lnTo>
                  <a:pt x="4613735" y="133593"/>
                </a:lnTo>
                <a:lnTo>
                  <a:pt x="4614174" y="133664"/>
                </a:lnTo>
                <a:lnTo>
                  <a:pt x="4614610" y="133717"/>
                </a:lnTo>
                <a:lnTo>
                  <a:pt x="4615040" y="133755"/>
                </a:lnTo>
                <a:lnTo>
                  <a:pt x="4615461" y="133780"/>
                </a:lnTo>
                <a:lnTo>
                  <a:pt x="4615869" y="133796"/>
                </a:lnTo>
                <a:lnTo>
                  <a:pt x="4616261" y="133804"/>
                </a:lnTo>
                <a:lnTo>
                  <a:pt x="4616634" y="133807"/>
                </a:lnTo>
                <a:lnTo>
                  <a:pt x="4616984" y="133807"/>
                </a:lnTo>
                <a:lnTo>
                  <a:pt x="4646481" y="133807"/>
                </a:lnTo>
                <a:lnTo>
                  <a:pt x="4646830" y="133807"/>
                </a:lnTo>
                <a:lnTo>
                  <a:pt x="4647200" y="133804"/>
                </a:lnTo>
                <a:lnTo>
                  <a:pt x="4647587" y="133796"/>
                </a:lnTo>
                <a:lnTo>
                  <a:pt x="4647989" y="133780"/>
                </a:lnTo>
                <a:lnTo>
                  <a:pt x="4648403" y="133755"/>
                </a:lnTo>
                <a:lnTo>
                  <a:pt x="4648824" y="133717"/>
                </a:lnTo>
                <a:lnTo>
                  <a:pt x="4649251" y="133664"/>
                </a:lnTo>
                <a:lnTo>
                  <a:pt x="4649679" y="133593"/>
                </a:lnTo>
                <a:lnTo>
                  <a:pt x="4650106" y="133502"/>
                </a:lnTo>
                <a:lnTo>
                  <a:pt x="4650529" y="133389"/>
                </a:lnTo>
                <a:lnTo>
                  <a:pt x="4650944" y="133250"/>
                </a:lnTo>
                <a:lnTo>
                  <a:pt x="4651348" y="133084"/>
                </a:lnTo>
                <a:lnTo>
                  <a:pt x="4651738" y="132888"/>
                </a:lnTo>
                <a:lnTo>
                  <a:pt x="4652111" y="132659"/>
                </a:lnTo>
                <a:lnTo>
                  <a:pt x="4652463" y="132395"/>
                </a:lnTo>
                <a:lnTo>
                  <a:pt x="4652792" y="132093"/>
                </a:lnTo>
                <a:lnTo>
                  <a:pt x="4653094" y="131752"/>
                </a:lnTo>
                <a:lnTo>
                  <a:pt x="4653366" y="131367"/>
                </a:lnTo>
                <a:lnTo>
                  <a:pt x="4653605" y="130937"/>
                </a:lnTo>
                <a:lnTo>
                  <a:pt x="4653808" y="130460"/>
                </a:lnTo>
                <a:lnTo>
                  <a:pt x="4653971" y="129932"/>
                </a:lnTo>
                <a:lnTo>
                  <a:pt x="4654092" y="129352"/>
                </a:lnTo>
                <a:lnTo>
                  <a:pt x="4654166" y="128717"/>
                </a:lnTo>
                <a:lnTo>
                  <a:pt x="4654192" y="128023"/>
                </a:lnTo>
                <a:lnTo>
                  <a:pt x="4654167" y="127307"/>
                </a:lnTo>
                <a:lnTo>
                  <a:pt x="4654095" y="126650"/>
                </a:lnTo>
                <a:lnTo>
                  <a:pt x="4653979" y="126051"/>
                </a:lnTo>
                <a:lnTo>
                  <a:pt x="4653820" y="125506"/>
                </a:lnTo>
                <a:lnTo>
                  <a:pt x="4653624" y="125013"/>
                </a:lnTo>
                <a:lnTo>
                  <a:pt x="4653391" y="124569"/>
                </a:lnTo>
                <a:close/>
                <a:moveTo>
                  <a:pt x="4856653" y="124569"/>
                </a:moveTo>
                <a:lnTo>
                  <a:pt x="4856390" y="124172"/>
                </a:lnTo>
                <a:lnTo>
                  <a:pt x="4856088" y="123818"/>
                </a:lnTo>
                <a:lnTo>
                  <a:pt x="4855747" y="123507"/>
                </a:lnTo>
                <a:lnTo>
                  <a:pt x="4855369" y="123234"/>
                </a:lnTo>
                <a:lnTo>
                  <a:pt x="4854954" y="122998"/>
                </a:lnTo>
                <a:lnTo>
                  <a:pt x="4854503" y="122795"/>
                </a:lnTo>
                <a:lnTo>
                  <a:pt x="4854015" y="122623"/>
                </a:lnTo>
                <a:lnTo>
                  <a:pt x="4853491" y="122480"/>
                </a:lnTo>
                <a:lnTo>
                  <a:pt x="4852933" y="122363"/>
                </a:lnTo>
                <a:lnTo>
                  <a:pt x="4852339" y="122269"/>
                </a:lnTo>
                <a:lnTo>
                  <a:pt x="4851712" y="122196"/>
                </a:lnTo>
                <a:lnTo>
                  <a:pt x="4851051" y="122141"/>
                </a:lnTo>
                <a:lnTo>
                  <a:pt x="4850357" y="122102"/>
                </a:lnTo>
                <a:lnTo>
                  <a:pt x="4849630" y="122076"/>
                </a:lnTo>
                <a:lnTo>
                  <a:pt x="4848871" y="122060"/>
                </a:lnTo>
                <a:lnTo>
                  <a:pt x="4848081" y="122052"/>
                </a:lnTo>
                <a:lnTo>
                  <a:pt x="4847259" y="122049"/>
                </a:lnTo>
                <a:lnTo>
                  <a:pt x="4846407" y="122048"/>
                </a:lnTo>
                <a:lnTo>
                  <a:pt x="4846407" y="75459"/>
                </a:lnTo>
                <a:lnTo>
                  <a:pt x="4846405" y="74886"/>
                </a:lnTo>
                <a:lnTo>
                  <a:pt x="4846397" y="74142"/>
                </a:lnTo>
                <a:lnTo>
                  <a:pt x="4846373" y="73244"/>
                </a:lnTo>
                <a:lnTo>
                  <a:pt x="4846327" y="72209"/>
                </a:lnTo>
                <a:lnTo>
                  <a:pt x="4846251" y="71056"/>
                </a:lnTo>
                <a:lnTo>
                  <a:pt x="4846138" y="69800"/>
                </a:lnTo>
                <a:lnTo>
                  <a:pt x="4845981" y="68461"/>
                </a:lnTo>
                <a:lnTo>
                  <a:pt x="4845771" y="67054"/>
                </a:lnTo>
                <a:lnTo>
                  <a:pt x="4845502" y="65598"/>
                </a:lnTo>
                <a:lnTo>
                  <a:pt x="4845165" y="64110"/>
                </a:lnTo>
                <a:lnTo>
                  <a:pt x="4844754" y="62607"/>
                </a:lnTo>
                <a:lnTo>
                  <a:pt x="4844262" y="61107"/>
                </a:lnTo>
                <a:lnTo>
                  <a:pt x="4843679" y="59627"/>
                </a:lnTo>
                <a:lnTo>
                  <a:pt x="4843000" y="58184"/>
                </a:lnTo>
                <a:lnTo>
                  <a:pt x="4842217" y="56796"/>
                </a:lnTo>
                <a:lnTo>
                  <a:pt x="4841322" y="55480"/>
                </a:lnTo>
                <a:lnTo>
                  <a:pt x="4840308" y="54254"/>
                </a:lnTo>
                <a:lnTo>
                  <a:pt x="4839167" y="53135"/>
                </a:lnTo>
                <a:lnTo>
                  <a:pt x="4837893" y="52141"/>
                </a:lnTo>
                <a:lnTo>
                  <a:pt x="4836476" y="51288"/>
                </a:lnTo>
                <a:lnTo>
                  <a:pt x="4834911" y="50594"/>
                </a:lnTo>
                <a:lnTo>
                  <a:pt x="4833189" y="50077"/>
                </a:lnTo>
                <a:lnTo>
                  <a:pt x="4831304" y="49754"/>
                </a:lnTo>
                <a:lnTo>
                  <a:pt x="4829247" y="49643"/>
                </a:lnTo>
                <a:lnTo>
                  <a:pt x="4828514" y="49656"/>
                </a:lnTo>
                <a:lnTo>
                  <a:pt x="4827760" y="49697"/>
                </a:lnTo>
                <a:lnTo>
                  <a:pt x="4826988" y="49765"/>
                </a:lnTo>
                <a:lnTo>
                  <a:pt x="4826200" y="49863"/>
                </a:lnTo>
                <a:lnTo>
                  <a:pt x="4825398" y="49992"/>
                </a:lnTo>
                <a:lnTo>
                  <a:pt x="4824584" y="50152"/>
                </a:lnTo>
                <a:lnTo>
                  <a:pt x="4823760" y="50345"/>
                </a:lnTo>
                <a:lnTo>
                  <a:pt x="4822928" y="50571"/>
                </a:lnTo>
                <a:lnTo>
                  <a:pt x="4822090" y="50833"/>
                </a:lnTo>
                <a:lnTo>
                  <a:pt x="4821248" y="51130"/>
                </a:lnTo>
                <a:lnTo>
                  <a:pt x="4820404" y="51464"/>
                </a:lnTo>
                <a:lnTo>
                  <a:pt x="4819560" y="51836"/>
                </a:lnTo>
                <a:lnTo>
                  <a:pt x="4818717" y="52248"/>
                </a:lnTo>
                <a:lnTo>
                  <a:pt x="4817879" y="52699"/>
                </a:lnTo>
                <a:lnTo>
                  <a:pt x="4817047" y="53192"/>
                </a:lnTo>
                <a:lnTo>
                  <a:pt x="4816223" y="53728"/>
                </a:lnTo>
                <a:lnTo>
                  <a:pt x="4815409" y="54307"/>
                </a:lnTo>
                <a:lnTo>
                  <a:pt x="4814607" y="54930"/>
                </a:lnTo>
                <a:lnTo>
                  <a:pt x="4813819" y="55600"/>
                </a:lnTo>
                <a:lnTo>
                  <a:pt x="4813047" y="56316"/>
                </a:lnTo>
                <a:lnTo>
                  <a:pt x="4812294" y="57079"/>
                </a:lnTo>
                <a:lnTo>
                  <a:pt x="4811560" y="57892"/>
                </a:lnTo>
                <a:lnTo>
                  <a:pt x="4810848" y="58755"/>
                </a:lnTo>
                <a:lnTo>
                  <a:pt x="4810161" y="59669"/>
                </a:lnTo>
                <a:lnTo>
                  <a:pt x="4809787" y="58866"/>
                </a:lnTo>
                <a:lnTo>
                  <a:pt x="4809387" y="58095"/>
                </a:lnTo>
                <a:lnTo>
                  <a:pt x="4808962" y="57357"/>
                </a:lnTo>
                <a:lnTo>
                  <a:pt x="4808513" y="56651"/>
                </a:lnTo>
                <a:lnTo>
                  <a:pt x="4808041" y="55978"/>
                </a:lnTo>
                <a:lnTo>
                  <a:pt x="4807546" y="55337"/>
                </a:lnTo>
                <a:lnTo>
                  <a:pt x="4807029" y="54730"/>
                </a:lnTo>
                <a:lnTo>
                  <a:pt x="4806491" y="54157"/>
                </a:lnTo>
                <a:lnTo>
                  <a:pt x="4805932" y="53616"/>
                </a:lnTo>
                <a:lnTo>
                  <a:pt x="4805352" y="53110"/>
                </a:lnTo>
                <a:lnTo>
                  <a:pt x="4804754" y="52637"/>
                </a:lnTo>
                <a:lnTo>
                  <a:pt x="4804136" y="52198"/>
                </a:lnTo>
                <a:lnTo>
                  <a:pt x="4803501" y="51793"/>
                </a:lnTo>
                <a:lnTo>
                  <a:pt x="4802848" y="51423"/>
                </a:lnTo>
                <a:lnTo>
                  <a:pt x="4802178" y="51087"/>
                </a:lnTo>
                <a:lnTo>
                  <a:pt x="4801492" y="50786"/>
                </a:lnTo>
                <a:lnTo>
                  <a:pt x="4800791" y="50519"/>
                </a:lnTo>
                <a:lnTo>
                  <a:pt x="4800075" y="50288"/>
                </a:lnTo>
                <a:lnTo>
                  <a:pt x="4799345" y="50091"/>
                </a:lnTo>
                <a:lnTo>
                  <a:pt x="4798602" y="49930"/>
                </a:lnTo>
                <a:lnTo>
                  <a:pt x="4797846" y="49805"/>
                </a:lnTo>
                <a:lnTo>
                  <a:pt x="4797078" y="49715"/>
                </a:lnTo>
                <a:lnTo>
                  <a:pt x="4796298" y="49661"/>
                </a:lnTo>
                <a:lnTo>
                  <a:pt x="4795508" y="49643"/>
                </a:lnTo>
                <a:lnTo>
                  <a:pt x="4794739" y="49657"/>
                </a:lnTo>
                <a:lnTo>
                  <a:pt x="4793974" y="49699"/>
                </a:lnTo>
                <a:lnTo>
                  <a:pt x="4793214" y="49767"/>
                </a:lnTo>
                <a:lnTo>
                  <a:pt x="4792459" y="49863"/>
                </a:lnTo>
                <a:lnTo>
                  <a:pt x="4791710" y="49984"/>
                </a:lnTo>
                <a:lnTo>
                  <a:pt x="4790966" y="50131"/>
                </a:lnTo>
                <a:lnTo>
                  <a:pt x="4790228" y="50303"/>
                </a:lnTo>
                <a:lnTo>
                  <a:pt x="4789496" y="50500"/>
                </a:lnTo>
                <a:lnTo>
                  <a:pt x="4788771" y="50721"/>
                </a:lnTo>
                <a:lnTo>
                  <a:pt x="4788053" y="50966"/>
                </a:lnTo>
                <a:lnTo>
                  <a:pt x="4787343" y="51233"/>
                </a:lnTo>
                <a:lnTo>
                  <a:pt x="4786640" y="51524"/>
                </a:lnTo>
                <a:lnTo>
                  <a:pt x="4785945" y="51836"/>
                </a:lnTo>
                <a:lnTo>
                  <a:pt x="4785259" y="52170"/>
                </a:lnTo>
                <a:lnTo>
                  <a:pt x="4784581" y="52525"/>
                </a:lnTo>
                <a:lnTo>
                  <a:pt x="4783912" y="52901"/>
                </a:lnTo>
                <a:lnTo>
                  <a:pt x="4783253" y="53296"/>
                </a:lnTo>
                <a:lnTo>
                  <a:pt x="4782603" y="53711"/>
                </a:lnTo>
                <a:lnTo>
                  <a:pt x="4781964" y="54146"/>
                </a:lnTo>
                <a:lnTo>
                  <a:pt x="4781335" y="54599"/>
                </a:lnTo>
                <a:lnTo>
                  <a:pt x="4780716" y="55070"/>
                </a:lnTo>
                <a:lnTo>
                  <a:pt x="4780109" y="55558"/>
                </a:lnTo>
                <a:lnTo>
                  <a:pt x="4779513" y="56064"/>
                </a:lnTo>
                <a:lnTo>
                  <a:pt x="4778928" y="56586"/>
                </a:lnTo>
                <a:lnTo>
                  <a:pt x="4778862" y="55889"/>
                </a:lnTo>
                <a:lnTo>
                  <a:pt x="4778762" y="55250"/>
                </a:lnTo>
                <a:lnTo>
                  <a:pt x="4778628" y="54667"/>
                </a:lnTo>
                <a:lnTo>
                  <a:pt x="4778464" y="54137"/>
                </a:lnTo>
                <a:lnTo>
                  <a:pt x="4778270" y="53657"/>
                </a:lnTo>
                <a:lnTo>
                  <a:pt x="4778049" y="53225"/>
                </a:lnTo>
                <a:lnTo>
                  <a:pt x="4777801" y="52839"/>
                </a:lnTo>
                <a:lnTo>
                  <a:pt x="4777529" y="52495"/>
                </a:lnTo>
                <a:lnTo>
                  <a:pt x="4777234" y="52192"/>
                </a:lnTo>
                <a:lnTo>
                  <a:pt x="4776917" y="51927"/>
                </a:lnTo>
                <a:lnTo>
                  <a:pt x="4776582" y="51697"/>
                </a:lnTo>
                <a:lnTo>
                  <a:pt x="4776229" y="51499"/>
                </a:lnTo>
                <a:lnTo>
                  <a:pt x="4775859" y="51332"/>
                </a:lnTo>
                <a:lnTo>
                  <a:pt x="4775476" y="51193"/>
                </a:lnTo>
                <a:lnTo>
                  <a:pt x="4775079" y="51079"/>
                </a:lnTo>
                <a:lnTo>
                  <a:pt x="4774672" y="50988"/>
                </a:lnTo>
                <a:lnTo>
                  <a:pt x="4774255" y="50917"/>
                </a:lnTo>
                <a:lnTo>
                  <a:pt x="4773830" y="50864"/>
                </a:lnTo>
                <a:lnTo>
                  <a:pt x="4773400" y="50825"/>
                </a:lnTo>
                <a:lnTo>
                  <a:pt x="4772965" y="50800"/>
                </a:lnTo>
                <a:lnTo>
                  <a:pt x="4772527" y="50784"/>
                </a:lnTo>
                <a:lnTo>
                  <a:pt x="4772088" y="50776"/>
                </a:lnTo>
                <a:lnTo>
                  <a:pt x="4771650" y="50773"/>
                </a:lnTo>
                <a:lnTo>
                  <a:pt x="4771215" y="50773"/>
                </a:lnTo>
                <a:lnTo>
                  <a:pt x="4765046" y="50773"/>
                </a:lnTo>
                <a:lnTo>
                  <a:pt x="4764674" y="50773"/>
                </a:lnTo>
                <a:lnTo>
                  <a:pt x="4764283" y="50776"/>
                </a:lnTo>
                <a:lnTo>
                  <a:pt x="4763876" y="50784"/>
                </a:lnTo>
                <a:lnTo>
                  <a:pt x="4763456" y="50799"/>
                </a:lnTo>
                <a:lnTo>
                  <a:pt x="4763027" y="50825"/>
                </a:lnTo>
                <a:lnTo>
                  <a:pt x="4762591" y="50863"/>
                </a:lnTo>
                <a:lnTo>
                  <a:pt x="4762151" y="50916"/>
                </a:lnTo>
                <a:lnTo>
                  <a:pt x="4761711" y="50987"/>
                </a:lnTo>
                <a:lnTo>
                  <a:pt x="4761274" y="51078"/>
                </a:lnTo>
                <a:lnTo>
                  <a:pt x="4760843" y="51191"/>
                </a:lnTo>
                <a:lnTo>
                  <a:pt x="4760420" y="51330"/>
                </a:lnTo>
                <a:lnTo>
                  <a:pt x="4760009" y="51496"/>
                </a:lnTo>
                <a:lnTo>
                  <a:pt x="4759614" y="51692"/>
                </a:lnTo>
                <a:lnTo>
                  <a:pt x="4759236" y="51921"/>
                </a:lnTo>
                <a:lnTo>
                  <a:pt x="4758880" y="52186"/>
                </a:lnTo>
                <a:lnTo>
                  <a:pt x="4758548" y="52487"/>
                </a:lnTo>
                <a:lnTo>
                  <a:pt x="4758244" y="52829"/>
                </a:lnTo>
                <a:lnTo>
                  <a:pt x="4757970" y="53214"/>
                </a:lnTo>
                <a:lnTo>
                  <a:pt x="4757730" y="53644"/>
                </a:lnTo>
                <a:lnTo>
                  <a:pt x="4757526" y="54122"/>
                </a:lnTo>
                <a:lnTo>
                  <a:pt x="4757362" y="54649"/>
                </a:lnTo>
                <a:lnTo>
                  <a:pt x="4757242" y="55230"/>
                </a:lnTo>
                <a:lnTo>
                  <a:pt x="4757167" y="55866"/>
                </a:lnTo>
                <a:lnTo>
                  <a:pt x="4757141" y="56560"/>
                </a:lnTo>
                <a:lnTo>
                  <a:pt x="4757162" y="57276"/>
                </a:lnTo>
                <a:lnTo>
                  <a:pt x="4757225" y="57932"/>
                </a:lnTo>
                <a:lnTo>
                  <a:pt x="4757329" y="58532"/>
                </a:lnTo>
                <a:lnTo>
                  <a:pt x="4757474" y="59077"/>
                </a:lnTo>
                <a:lnTo>
                  <a:pt x="4757658" y="59570"/>
                </a:lnTo>
                <a:lnTo>
                  <a:pt x="4757883" y="60014"/>
                </a:lnTo>
                <a:lnTo>
                  <a:pt x="4758146" y="60411"/>
                </a:lnTo>
                <a:lnTo>
                  <a:pt x="4758449" y="60764"/>
                </a:lnTo>
                <a:lnTo>
                  <a:pt x="4758789" y="61076"/>
                </a:lnTo>
                <a:lnTo>
                  <a:pt x="4759167" y="61349"/>
                </a:lnTo>
                <a:lnTo>
                  <a:pt x="4759582" y="61585"/>
                </a:lnTo>
                <a:lnTo>
                  <a:pt x="4760034" y="61788"/>
                </a:lnTo>
                <a:lnTo>
                  <a:pt x="4760522" y="61959"/>
                </a:lnTo>
                <a:lnTo>
                  <a:pt x="4761046" y="62103"/>
                </a:lnTo>
                <a:lnTo>
                  <a:pt x="4761605" y="62220"/>
                </a:lnTo>
                <a:lnTo>
                  <a:pt x="4762198" y="62313"/>
                </a:lnTo>
                <a:lnTo>
                  <a:pt x="4762826" y="62386"/>
                </a:lnTo>
                <a:lnTo>
                  <a:pt x="4763487" y="62441"/>
                </a:lnTo>
                <a:lnTo>
                  <a:pt x="4764181" y="62481"/>
                </a:lnTo>
                <a:lnTo>
                  <a:pt x="4764908" y="62507"/>
                </a:lnTo>
                <a:lnTo>
                  <a:pt x="4765667" y="62523"/>
                </a:lnTo>
                <a:lnTo>
                  <a:pt x="4766458" y="62531"/>
                </a:lnTo>
                <a:lnTo>
                  <a:pt x="4767280" y="62534"/>
                </a:lnTo>
                <a:lnTo>
                  <a:pt x="4768132" y="62535"/>
                </a:lnTo>
                <a:lnTo>
                  <a:pt x="4768132" y="122048"/>
                </a:lnTo>
                <a:lnTo>
                  <a:pt x="4767280" y="122049"/>
                </a:lnTo>
                <a:lnTo>
                  <a:pt x="4766458" y="122052"/>
                </a:lnTo>
                <a:lnTo>
                  <a:pt x="4765667" y="122060"/>
                </a:lnTo>
                <a:lnTo>
                  <a:pt x="4764908" y="122076"/>
                </a:lnTo>
                <a:lnTo>
                  <a:pt x="4764181" y="122102"/>
                </a:lnTo>
                <a:lnTo>
                  <a:pt x="4763487" y="122141"/>
                </a:lnTo>
                <a:lnTo>
                  <a:pt x="4762826" y="122196"/>
                </a:lnTo>
                <a:lnTo>
                  <a:pt x="4762198" y="122269"/>
                </a:lnTo>
                <a:lnTo>
                  <a:pt x="4761605" y="122363"/>
                </a:lnTo>
                <a:lnTo>
                  <a:pt x="4761046" y="122480"/>
                </a:lnTo>
                <a:lnTo>
                  <a:pt x="4760522" y="122623"/>
                </a:lnTo>
                <a:lnTo>
                  <a:pt x="4760034" y="122795"/>
                </a:lnTo>
                <a:lnTo>
                  <a:pt x="4759582" y="122998"/>
                </a:lnTo>
                <a:lnTo>
                  <a:pt x="4759167" y="123234"/>
                </a:lnTo>
                <a:lnTo>
                  <a:pt x="4758789" y="123507"/>
                </a:lnTo>
                <a:lnTo>
                  <a:pt x="4758449" y="123818"/>
                </a:lnTo>
                <a:lnTo>
                  <a:pt x="4758146" y="124172"/>
                </a:lnTo>
                <a:lnTo>
                  <a:pt x="4757883" y="124569"/>
                </a:lnTo>
                <a:lnTo>
                  <a:pt x="4757658" y="125013"/>
                </a:lnTo>
                <a:lnTo>
                  <a:pt x="4757474" y="125506"/>
                </a:lnTo>
                <a:lnTo>
                  <a:pt x="4757329" y="126051"/>
                </a:lnTo>
                <a:lnTo>
                  <a:pt x="4757225" y="126650"/>
                </a:lnTo>
                <a:lnTo>
                  <a:pt x="4757162" y="127307"/>
                </a:lnTo>
                <a:lnTo>
                  <a:pt x="4757141" y="128023"/>
                </a:lnTo>
                <a:lnTo>
                  <a:pt x="4757168" y="128717"/>
                </a:lnTo>
                <a:lnTo>
                  <a:pt x="4757245" y="129352"/>
                </a:lnTo>
                <a:lnTo>
                  <a:pt x="4757370" y="129932"/>
                </a:lnTo>
                <a:lnTo>
                  <a:pt x="4757540" y="130460"/>
                </a:lnTo>
                <a:lnTo>
                  <a:pt x="4757750" y="130937"/>
                </a:lnTo>
                <a:lnTo>
                  <a:pt x="4757997" y="131367"/>
                </a:lnTo>
                <a:lnTo>
                  <a:pt x="4758279" y="131752"/>
                </a:lnTo>
                <a:lnTo>
                  <a:pt x="4758591" y="132093"/>
                </a:lnTo>
                <a:lnTo>
                  <a:pt x="4758931" y="132395"/>
                </a:lnTo>
                <a:lnTo>
                  <a:pt x="4759295" y="132659"/>
                </a:lnTo>
                <a:lnTo>
                  <a:pt x="4759680" y="132888"/>
                </a:lnTo>
                <a:lnTo>
                  <a:pt x="4760082" y="133084"/>
                </a:lnTo>
                <a:lnTo>
                  <a:pt x="4760498" y="133250"/>
                </a:lnTo>
                <a:lnTo>
                  <a:pt x="4760925" y="133389"/>
                </a:lnTo>
                <a:lnTo>
                  <a:pt x="4761359" y="133502"/>
                </a:lnTo>
                <a:lnTo>
                  <a:pt x="4761798" y="133593"/>
                </a:lnTo>
                <a:lnTo>
                  <a:pt x="4762237" y="133664"/>
                </a:lnTo>
                <a:lnTo>
                  <a:pt x="4762673" y="133717"/>
                </a:lnTo>
                <a:lnTo>
                  <a:pt x="4763103" y="133755"/>
                </a:lnTo>
                <a:lnTo>
                  <a:pt x="4763524" y="133780"/>
                </a:lnTo>
                <a:lnTo>
                  <a:pt x="4763932" y="133796"/>
                </a:lnTo>
                <a:lnTo>
                  <a:pt x="4764324" y="133804"/>
                </a:lnTo>
                <a:lnTo>
                  <a:pt x="4764696" y="133807"/>
                </a:lnTo>
                <a:lnTo>
                  <a:pt x="4765046" y="133807"/>
                </a:lnTo>
                <a:lnTo>
                  <a:pt x="4782014" y="133807"/>
                </a:lnTo>
                <a:lnTo>
                  <a:pt x="4782386" y="133807"/>
                </a:lnTo>
                <a:lnTo>
                  <a:pt x="4782777" y="133804"/>
                </a:lnTo>
                <a:lnTo>
                  <a:pt x="4783184" y="133796"/>
                </a:lnTo>
                <a:lnTo>
                  <a:pt x="4783603" y="133780"/>
                </a:lnTo>
                <a:lnTo>
                  <a:pt x="4784033" y="133755"/>
                </a:lnTo>
                <a:lnTo>
                  <a:pt x="4784469" y="133717"/>
                </a:lnTo>
                <a:lnTo>
                  <a:pt x="4784908" y="133664"/>
                </a:lnTo>
                <a:lnTo>
                  <a:pt x="4785348" y="133593"/>
                </a:lnTo>
                <a:lnTo>
                  <a:pt x="4785785" y="133502"/>
                </a:lnTo>
                <a:lnTo>
                  <a:pt x="4786216" y="133389"/>
                </a:lnTo>
                <a:lnTo>
                  <a:pt x="4786639" y="133250"/>
                </a:lnTo>
                <a:lnTo>
                  <a:pt x="4787049" y="133084"/>
                </a:lnTo>
                <a:lnTo>
                  <a:pt x="4787445" y="132888"/>
                </a:lnTo>
                <a:lnTo>
                  <a:pt x="4787822" y="132659"/>
                </a:lnTo>
                <a:lnTo>
                  <a:pt x="4788178" y="132395"/>
                </a:lnTo>
                <a:lnTo>
                  <a:pt x="4788510" y="132093"/>
                </a:lnTo>
                <a:lnTo>
                  <a:pt x="4788814" y="131752"/>
                </a:lnTo>
                <a:lnTo>
                  <a:pt x="4789088" y="131367"/>
                </a:lnTo>
                <a:lnTo>
                  <a:pt x="4789328" y="130937"/>
                </a:lnTo>
                <a:lnTo>
                  <a:pt x="4789531" y="130460"/>
                </a:lnTo>
                <a:lnTo>
                  <a:pt x="4789695" y="129932"/>
                </a:lnTo>
                <a:lnTo>
                  <a:pt x="4789815" y="129352"/>
                </a:lnTo>
                <a:lnTo>
                  <a:pt x="4789890" y="128717"/>
                </a:lnTo>
                <a:lnTo>
                  <a:pt x="4789916" y="128023"/>
                </a:lnTo>
                <a:lnTo>
                  <a:pt x="4789895" y="127307"/>
                </a:lnTo>
                <a:lnTo>
                  <a:pt x="4789832" y="126650"/>
                </a:lnTo>
                <a:lnTo>
                  <a:pt x="4789728" y="126051"/>
                </a:lnTo>
                <a:lnTo>
                  <a:pt x="4789584" y="125506"/>
                </a:lnTo>
                <a:lnTo>
                  <a:pt x="4789399" y="125013"/>
                </a:lnTo>
                <a:lnTo>
                  <a:pt x="4789175" y="124569"/>
                </a:lnTo>
                <a:lnTo>
                  <a:pt x="4788911" y="124172"/>
                </a:lnTo>
                <a:lnTo>
                  <a:pt x="4788609" y="123818"/>
                </a:lnTo>
                <a:lnTo>
                  <a:pt x="4788269" y="123507"/>
                </a:lnTo>
                <a:lnTo>
                  <a:pt x="4787891" y="123234"/>
                </a:lnTo>
                <a:lnTo>
                  <a:pt x="4787476" y="122998"/>
                </a:lnTo>
                <a:lnTo>
                  <a:pt x="4787024" y="122795"/>
                </a:lnTo>
                <a:lnTo>
                  <a:pt x="4786536" y="122623"/>
                </a:lnTo>
                <a:lnTo>
                  <a:pt x="4786013" y="122480"/>
                </a:lnTo>
                <a:lnTo>
                  <a:pt x="4785454" y="122363"/>
                </a:lnTo>
                <a:lnTo>
                  <a:pt x="4784861" y="122269"/>
                </a:lnTo>
                <a:lnTo>
                  <a:pt x="4784234" y="122196"/>
                </a:lnTo>
                <a:lnTo>
                  <a:pt x="4783573" y="122141"/>
                </a:lnTo>
                <a:lnTo>
                  <a:pt x="4782878" y="122102"/>
                </a:lnTo>
                <a:lnTo>
                  <a:pt x="4782152" y="122076"/>
                </a:lnTo>
                <a:lnTo>
                  <a:pt x="4781393" y="122060"/>
                </a:lnTo>
                <a:lnTo>
                  <a:pt x="4780602" y="122052"/>
                </a:lnTo>
                <a:lnTo>
                  <a:pt x="4779780" y="122049"/>
                </a:lnTo>
                <a:lnTo>
                  <a:pt x="4778928" y="122048"/>
                </a:lnTo>
                <a:lnTo>
                  <a:pt x="4778928" y="87574"/>
                </a:lnTo>
                <a:lnTo>
                  <a:pt x="4778969" y="85476"/>
                </a:lnTo>
                <a:lnTo>
                  <a:pt x="4779088" y="83463"/>
                </a:lnTo>
                <a:lnTo>
                  <a:pt x="4779283" y="81534"/>
                </a:lnTo>
                <a:lnTo>
                  <a:pt x="4779550" y="79691"/>
                </a:lnTo>
                <a:lnTo>
                  <a:pt x="4779886" y="77934"/>
                </a:lnTo>
                <a:lnTo>
                  <a:pt x="4780287" y="76263"/>
                </a:lnTo>
                <a:lnTo>
                  <a:pt x="4780749" y="74678"/>
                </a:lnTo>
                <a:lnTo>
                  <a:pt x="4781270" y="73181"/>
                </a:lnTo>
                <a:lnTo>
                  <a:pt x="4781846" y="71771"/>
                </a:lnTo>
                <a:lnTo>
                  <a:pt x="4782473" y="70449"/>
                </a:lnTo>
                <a:lnTo>
                  <a:pt x="4783149" y="69215"/>
                </a:lnTo>
                <a:lnTo>
                  <a:pt x="4783869" y="68070"/>
                </a:lnTo>
                <a:lnTo>
                  <a:pt x="4784630" y="67014"/>
                </a:lnTo>
                <a:lnTo>
                  <a:pt x="4785428" y="66047"/>
                </a:lnTo>
                <a:lnTo>
                  <a:pt x="4786261" y="65171"/>
                </a:lnTo>
                <a:lnTo>
                  <a:pt x="4787125" y="64385"/>
                </a:lnTo>
                <a:lnTo>
                  <a:pt x="4788017" y="63690"/>
                </a:lnTo>
                <a:lnTo>
                  <a:pt x="4788932" y="63087"/>
                </a:lnTo>
                <a:lnTo>
                  <a:pt x="4789868" y="62574"/>
                </a:lnTo>
                <a:lnTo>
                  <a:pt x="4790822" y="62155"/>
                </a:lnTo>
                <a:lnTo>
                  <a:pt x="4791789" y="61827"/>
                </a:lnTo>
                <a:lnTo>
                  <a:pt x="4792766" y="61593"/>
                </a:lnTo>
                <a:lnTo>
                  <a:pt x="4793750" y="61452"/>
                </a:lnTo>
                <a:lnTo>
                  <a:pt x="4794737" y="61405"/>
                </a:lnTo>
                <a:lnTo>
                  <a:pt x="4795282" y="61423"/>
                </a:lnTo>
                <a:lnTo>
                  <a:pt x="4795809" y="61477"/>
                </a:lnTo>
                <a:lnTo>
                  <a:pt x="4796317" y="61570"/>
                </a:lnTo>
                <a:lnTo>
                  <a:pt x="4796805" y="61706"/>
                </a:lnTo>
                <a:lnTo>
                  <a:pt x="4797274" y="61885"/>
                </a:lnTo>
                <a:lnTo>
                  <a:pt x="4797722" y="62112"/>
                </a:lnTo>
                <a:lnTo>
                  <a:pt x="4798150" y="62389"/>
                </a:lnTo>
                <a:lnTo>
                  <a:pt x="4798557" y="62717"/>
                </a:lnTo>
                <a:lnTo>
                  <a:pt x="4798943" y="63101"/>
                </a:lnTo>
                <a:lnTo>
                  <a:pt x="4799306" y="63542"/>
                </a:lnTo>
                <a:lnTo>
                  <a:pt x="4799648" y="64043"/>
                </a:lnTo>
                <a:lnTo>
                  <a:pt x="4799967" y="64606"/>
                </a:lnTo>
                <a:lnTo>
                  <a:pt x="4800262" y="65235"/>
                </a:lnTo>
                <a:lnTo>
                  <a:pt x="4800535" y="65931"/>
                </a:lnTo>
                <a:lnTo>
                  <a:pt x="4800783" y="66698"/>
                </a:lnTo>
                <a:lnTo>
                  <a:pt x="4801007" y="67538"/>
                </a:lnTo>
                <a:lnTo>
                  <a:pt x="4801206" y="68453"/>
                </a:lnTo>
                <a:lnTo>
                  <a:pt x="4801380" y="69446"/>
                </a:lnTo>
                <a:lnTo>
                  <a:pt x="4801528" y="70520"/>
                </a:lnTo>
                <a:lnTo>
                  <a:pt x="4801650" y="71678"/>
                </a:lnTo>
                <a:lnTo>
                  <a:pt x="4801746" y="72921"/>
                </a:lnTo>
                <a:lnTo>
                  <a:pt x="4801815" y="74253"/>
                </a:lnTo>
                <a:lnTo>
                  <a:pt x="4801857" y="75675"/>
                </a:lnTo>
                <a:lnTo>
                  <a:pt x="4801871" y="77192"/>
                </a:lnTo>
                <a:lnTo>
                  <a:pt x="4801871" y="122048"/>
                </a:lnTo>
                <a:lnTo>
                  <a:pt x="4801408" y="122049"/>
                </a:lnTo>
                <a:lnTo>
                  <a:pt x="4800935" y="122052"/>
                </a:lnTo>
                <a:lnTo>
                  <a:pt x="4800455" y="122060"/>
                </a:lnTo>
                <a:lnTo>
                  <a:pt x="4799971" y="122076"/>
                </a:lnTo>
                <a:lnTo>
                  <a:pt x="4799485" y="122102"/>
                </a:lnTo>
                <a:lnTo>
                  <a:pt x="4799000" y="122141"/>
                </a:lnTo>
                <a:lnTo>
                  <a:pt x="4798519" y="122196"/>
                </a:lnTo>
                <a:lnTo>
                  <a:pt x="4798044" y="122269"/>
                </a:lnTo>
                <a:lnTo>
                  <a:pt x="4797577" y="122363"/>
                </a:lnTo>
                <a:lnTo>
                  <a:pt x="4797122" y="122480"/>
                </a:lnTo>
                <a:lnTo>
                  <a:pt x="4796680" y="122623"/>
                </a:lnTo>
                <a:lnTo>
                  <a:pt x="4796256" y="122795"/>
                </a:lnTo>
                <a:lnTo>
                  <a:pt x="4795850" y="122998"/>
                </a:lnTo>
                <a:lnTo>
                  <a:pt x="4795466" y="123234"/>
                </a:lnTo>
                <a:lnTo>
                  <a:pt x="4795106" y="123507"/>
                </a:lnTo>
                <a:lnTo>
                  <a:pt x="4794773" y="123818"/>
                </a:lnTo>
                <a:lnTo>
                  <a:pt x="4794469" y="124172"/>
                </a:lnTo>
                <a:lnTo>
                  <a:pt x="4794198" y="124569"/>
                </a:lnTo>
                <a:lnTo>
                  <a:pt x="4793961" y="125013"/>
                </a:lnTo>
                <a:lnTo>
                  <a:pt x="4793761" y="125506"/>
                </a:lnTo>
                <a:lnTo>
                  <a:pt x="4793601" y="126051"/>
                </a:lnTo>
                <a:lnTo>
                  <a:pt x="4793484" y="126650"/>
                </a:lnTo>
                <a:lnTo>
                  <a:pt x="4793412" y="127307"/>
                </a:lnTo>
                <a:lnTo>
                  <a:pt x="4793387" y="128023"/>
                </a:lnTo>
                <a:lnTo>
                  <a:pt x="4793414" y="128717"/>
                </a:lnTo>
                <a:lnTo>
                  <a:pt x="4793491" y="129352"/>
                </a:lnTo>
                <a:lnTo>
                  <a:pt x="4793616" y="129932"/>
                </a:lnTo>
                <a:lnTo>
                  <a:pt x="4793785" y="130460"/>
                </a:lnTo>
                <a:lnTo>
                  <a:pt x="4793995" y="130937"/>
                </a:lnTo>
                <a:lnTo>
                  <a:pt x="4794243" y="131367"/>
                </a:lnTo>
                <a:lnTo>
                  <a:pt x="4794524" y="131752"/>
                </a:lnTo>
                <a:lnTo>
                  <a:pt x="4794837" y="132093"/>
                </a:lnTo>
                <a:lnTo>
                  <a:pt x="4795177" y="132395"/>
                </a:lnTo>
                <a:lnTo>
                  <a:pt x="4795541" y="132659"/>
                </a:lnTo>
                <a:lnTo>
                  <a:pt x="4795926" y="132888"/>
                </a:lnTo>
                <a:lnTo>
                  <a:pt x="4796328" y="133084"/>
                </a:lnTo>
                <a:lnTo>
                  <a:pt x="4796744" y="133250"/>
                </a:lnTo>
                <a:lnTo>
                  <a:pt x="4797171" y="133389"/>
                </a:lnTo>
                <a:lnTo>
                  <a:pt x="4797605" y="133502"/>
                </a:lnTo>
                <a:lnTo>
                  <a:pt x="4798043" y="133593"/>
                </a:lnTo>
                <a:lnTo>
                  <a:pt x="4798482" y="133664"/>
                </a:lnTo>
                <a:lnTo>
                  <a:pt x="4798918" y="133717"/>
                </a:lnTo>
                <a:lnTo>
                  <a:pt x="4799349" y="133755"/>
                </a:lnTo>
                <a:lnTo>
                  <a:pt x="4799769" y="133780"/>
                </a:lnTo>
                <a:lnTo>
                  <a:pt x="4800177" y="133796"/>
                </a:lnTo>
                <a:lnTo>
                  <a:pt x="4800569" y="133804"/>
                </a:lnTo>
                <a:lnTo>
                  <a:pt x="4800942" y="133807"/>
                </a:lnTo>
                <a:lnTo>
                  <a:pt x="4801292" y="133807"/>
                </a:lnTo>
                <a:lnTo>
                  <a:pt x="4815750" y="133807"/>
                </a:lnTo>
                <a:lnTo>
                  <a:pt x="4816122" y="133807"/>
                </a:lnTo>
                <a:lnTo>
                  <a:pt x="4816513" y="133804"/>
                </a:lnTo>
                <a:lnTo>
                  <a:pt x="4816920" y="133796"/>
                </a:lnTo>
                <a:lnTo>
                  <a:pt x="4817340" y="133780"/>
                </a:lnTo>
                <a:lnTo>
                  <a:pt x="4817769" y="133755"/>
                </a:lnTo>
                <a:lnTo>
                  <a:pt x="4818205" y="133717"/>
                </a:lnTo>
                <a:lnTo>
                  <a:pt x="4818645" y="133664"/>
                </a:lnTo>
                <a:lnTo>
                  <a:pt x="4819085" y="133593"/>
                </a:lnTo>
                <a:lnTo>
                  <a:pt x="4819522" y="133502"/>
                </a:lnTo>
                <a:lnTo>
                  <a:pt x="4819954" y="133389"/>
                </a:lnTo>
                <a:lnTo>
                  <a:pt x="4820376" y="133250"/>
                </a:lnTo>
                <a:lnTo>
                  <a:pt x="4820787" y="133084"/>
                </a:lnTo>
                <a:lnTo>
                  <a:pt x="4821183" y="132888"/>
                </a:lnTo>
                <a:lnTo>
                  <a:pt x="4821560" y="132659"/>
                </a:lnTo>
                <a:lnTo>
                  <a:pt x="4821916" y="132395"/>
                </a:lnTo>
                <a:lnTo>
                  <a:pt x="4822248" y="132093"/>
                </a:lnTo>
                <a:lnTo>
                  <a:pt x="4822553" y="131752"/>
                </a:lnTo>
                <a:lnTo>
                  <a:pt x="4822826" y="131367"/>
                </a:lnTo>
                <a:lnTo>
                  <a:pt x="4823067" y="130937"/>
                </a:lnTo>
                <a:lnTo>
                  <a:pt x="4823270" y="130460"/>
                </a:lnTo>
                <a:lnTo>
                  <a:pt x="4823434" y="129932"/>
                </a:lnTo>
                <a:lnTo>
                  <a:pt x="4823555" y="129352"/>
                </a:lnTo>
                <a:lnTo>
                  <a:pt x="4823629" y="128717"/>
                </a:lnTo>
                <a:lnTo>
                  <a:pt x="4823655" y="128023"/>
                </a:lnTo>
                <a:lnTo>
                  <a:pt x="4823634" y="127307"/>
                </a:lnTo>
                <a:lnTo>
                  <a:pt x="4823571" y="126650"/>
                </a:lnTo>
                <a:lnTo>
                  <a:pt x="4823467" y="126051"/>
                </a:lnTo>
                <a:lnTo>
                  <a:pt x="4823323" y="125506"/>
                </a:lnTo>
                <a:lnTo>
                  <a:pt x="4823138" y="125013"/>
                </a:lnTo>
                <a:lnTo>
                  <a:pt x="4822914" y="124569"/>
                </a:lnTo>
                <a:lnTo>
                  <a:pt x="4822651" y="124172"/>
                </a:lnTo>
                <a:lnTo>
                  <a:pt x="4822348" y="123818"/>
                </a:lnTo>
                <a:lnTo>
                  <a:pt x="4822008" y="123507"/>
                </a:lnTo>
                <a:lnTo>
                  <a:pt x="4821630" y="123234"/>
                </a:lnTo>
                <a:lnTo>
                  <a:pt x="4821215" y="122998"/>
                </a:lnTo>
                <a:lnTo>
                  <a:pt x="4820763" y="122795"/>
                </a:lnTo>
                <a:lnTo>
                  <a:pt x="4820276" y="122623"/>
                </a:lnTo>
                <a:lnTo>
                  <a:pt x="4819752" y="122480"/>
                </a:lnTo>
                <a:lnTo>
                  <a:pt x="4819194" y="122363"/>
                </a:lnTo>
                <a:lnTo>
                  <a:pt x="4818600" y="122269"/>
                </a:lnTo>
                <a:lnTo>
                  <a:pt x="4817973" y="122196"/>
                </a:lnTo>
                <a:lnTo>
                  <a:pt x="4817312" y="122141"/>
                </a:lnTo>
                <a:lnTo>
                  <a:pt x="4816618" y="122102"/>
                </a:lnTo>
                <a:lnTo>
                  <a:pt x="4815891" y="122076"/>
                </a:lnTo>
                <a:lnTo>
                  <a:pt x="4815132" y="122060"/>
                </a:lnTo>
                <a:lnTo>
                  <a:pt x="4814341" y="122052"/>
                </a:lnTo>
                <a:lnTo>
                  <a:pt x="4813520" y="122049"/>
                </a:lnTo>
                <a:lnTo>
                  <a:pt x="4812667" y="122048"/>
                </a:lnTo>
                <a:lnTo>
                  <a:pt x="4812667" y="87589"/>
                </a:lnTo>
                <a:lnTo>
                  <a:pt x="4812708" y="85489"/>
                </a:lnTo>
                <a:lnTo>
                  <a:pt x="4812827" y="83474"/>
                </a:lnTo>
                <a:lnTo>
                  <a:pt x="4813022" y="81544"/>
                </a:lnTo>
                <a:lnTo>
                  <a:pt x="4813289" y="79700"/>
                </a:lnTo>
                <a:lnTo>
                  <a:pt x="4813625" y="77941"/>
                </a:lnTo>
                <a:lnTo>
                  <a:pt x="4814026" y="76269"/>
                </a:lnTo>
                <a:lnTo>
                  <a:pt x="4814489" y="74684"/>
                </a:lnTo>
                <a:lnTo>
                  <a:pt x="4815009" y="73185"/>
                </a:lnTo>
                <a:lnTo>
                  <a:pt x="4815585" y="71774"/>
                </a:lnTo>
                <a:lnTo>
                  <a:pt x="4816213" y="70452"/>
                </a:lnTo>
                <a:lnTo>
                  <a:pt x="4816888" y="69217"/>
                </a:lnTo>
                <a:lnTo>
                  <a:pt x="4817608" y="68072"/>
                </a:lnTo>
                <a:lnTo>
                  <a:pt x="4818369" y="67015"/>
                </a:lnTo>
                <a:lnTo>
                  <a:pt x="4819168" y="66049"/>
                </a:lnTo>
                <a:lnTo>
                  <a:pt x="4820001" y="65172"/>
                </a:lnTo>
                <a:lnTo>
                  <a:pt x="4820865" y="64386"/>
                </a:lnTo>
                <a:lnTo>
                  <a:pt x="4821756" y="63691"/>
                </a:lnTo>
                <a:lnTo>
                  <a:pt x="4822672" y="63087"/>
                </a:lnTo>
                <a:lnTo>
                  <a:pt x="4823608" y="62575"/>
                </a:lnTo>
                <a:lnTo>
                  <a:pt x="4824561" y="62155"/>
                </a:lnTo>
                <a:lnTo>
                  <a:pt x="4825528" y="61827"/>
                </a:lnTo>
                <a:lnTo>
                  <a:pt x="4826505" y="61593"/>
                </a:lnTo>
                <a:lnTo>
                  <a:pt x="4827489" y="61452"/>
                </a:lnTo>
                <a:lnTo>
                  <a:pt x="4828476" y="61405"/>
                </a:lnTo>
                <a:lnTo>
                  <a:pt x="4829021" y="61423"/>
                </a:lnTo>
                <a:lnTo>
                  <a:pt x="4829548" y="61477"/>
                </a:lnTo>
                <a:lnTo>
                  <a:pt x="4830056" y="61570"/>
                </a:lnTo>
                <a:lnTo>
                  <a:pt x="4830544" y="61706"/>
                </a:lnTo>
                <a:lnTo>
                  <a:pt x="4831013" y="61885"/>
                </a:lnTo>
                <a:lnTo>
                  <a:pt x="4831461" y="62112"/>
                </a:lnTo>
                <a:lnTo>
                  <a:pt x="4831889" y="62389"/>
                </a:lnTo>
                <a:lnTo>
                  <a:pt x="4832296" y="62717"/>
                </a:lnTo>
                <a:lnTo>
                  <a:pt x="4832682" y="63101"/>
                </a:lnTo>
                <a:lnTo>
                  <a:pt x="4833046" y="63542"/>
                </a:lnTo>
                <a:lnTo>
                  <a:pt x="4833387" y="64043"/>
                </a:lnTo>
                <a:lnTo>
                  <a:pt x="4833706" y="64606"/>
                </a:lnTo>
                <a:lnTo>
                  <a:pt x="4834002" y="65235"/>
                </a:lnTo>
                <a:lnTo>
                  <a:pt x="4834274" y="65931"/>
                </a:lnTo>
                <a:lnTo>
                  <a:pt x="4834522" y="66698"/>
                </a:lnTo>
                <a:lnTo>
                  <a:pt x="4834746" y="67538"/>
                </a:lnTo>
                <a:lnTo>
                  <a:pt x="4834945" y="68453"/>
                </a:lnTo>
                <a:lnTo>
                  <a:pt x="4835119" y="69446"/>
                </a:lnTo>
                <a:lnTo>
                  <a:pt x="4835267" y="70520"/>
                </a:lnTo>
                <a:lnTo>
                  <a:pt x="4835390" y="71678"/>
                </a:lnTo>
                <a:lnTo>
                  <a:pt x="4835486" y="72921"/>
                </a:lnTo>
                <a:lnTo>
                  <a:pt x="4835555" y="74253"/>
                </a:lnTo>
                <a:lnTo>
                  <a:pt x="4835596" y="75675"/>
                </a:lnTo>
                <a:lnTo>
                  <a:pt x="4835610" y="77192"/>
                </a:lnTo>
                <a:lnTo>
                  <a:pt x="4835610" y="122048"/>
                </a:lnTo>
                <a:lnTo>
                  <a:pt x="4835146" y="122049"/>
                </a:lnTo>
                <a:lnTo>
                  <a:pt x="4834673" y="122052"/>
                </a:lnTo>
                <a:lnTo>
                  <a:pt x="4834193" y="122060"/>
                </a:lnTo>
                <a:lnTo>
                  <a:pt x="4833709" y="122076"/>
                </a:lnTo>
                <a:lnTo>
                  <a:pt x="4833223" y="122102"/>
                </a:lnTo>
                <a:lnTo>
                  <a:pt x="4832738" y="122141"/>
                </a:lnTo>
                <a:lnTo>
                  <a:pt x="4832257" y="122196"/>
                </a:lnTo>
                <a:lnTo>
                  <a:pt x="4831782" y="122269"/>
                </a:lnTo>
                <a:lnTo>
                  <a:pt x="4831315" y="122363"/>
                </a:lnTo>
                <a:lnTo>
                  <a:pt x="4830860" y="122480"/>
                </a:lnTo>
                <a:lnTo>
                  <a:pt x="4830418" y="122623"/>
                </a:lnTo>
                <a:lnTo>
                  <a:pt x="4829994" y="122795"/>
                </a:lnTo>
                <a:lnTo>
                  <a:pt x="4829588" y="122998"/>
                </a:lnTo>
                <a:lnTo>
                  <a:pt x="4829204" y="123234"/>
                </a:lnTo>
                <a:lnTo>
                  <a:pt x="4828844" y="123507"/>
                </a:lnTo>
                <a:lnTo>
                  <a:pt x="4828511" y="123818"/>
                </a:lnTo>
                <a:lnTo>
                  <a:pt x="4828208" y="124172"/>
                </a:lnTo>
                <a:lnTo>
                  <a:pt x="4827936" y="124569"/>
                </a:lnTo>
                <a:lnTo>
                  <a:pt x="4827700" y="125013"/>
                </a:lnTo>
                <a:lnTo>
                  <a:pt x="4827500" y="125506"/>
                </a:lnTo>
                <a:lnTo>
                  <a:pt x="4827340" y="126051"/>
                </a:lnTo>
                <a:lnTo>
                  <a:pt x="4827223" y="126650"/>
                </a:lnTo>
                <a:lnTo>
                  <a:pt x="4827151" y="127307"/>
                </a:lnTo>
                <a:lnTo>
                  <a:pt x="4827126" y="128023"/>
                </a:lnTo>
                <a:lnTo>
                  <a:pt x="4827153" y="128717"/>
                </a:lnTo>
                <a:lnTo>
                  <a:pt x="4827230" y="129352"/>
                </a:lnTo>
                <a:lnTo>
                  <a:pt x="4827355" y="129932"/>
                </a:lnTo>
                <a:lnTo>
                  <a:pt x="4827524" y="130460"/>
                </a:lnTo>
                <a:lnTo>
                  <a:pt x="4827734" y="130937"/>
                </a:lnTo>
                <a:lnTo>
                  <a:pt x="4827981" y="131367"/>
                </a:lnTo>
                <a:lnTo>
                  <a:pt x="4828263" y="131752"/>
                </a:lnTo>
                <a:lnTo>
                  <a:pt x="4828575" y="132093"/>
                </a:lnTo>
                <a:lnTo>
                  <a:pt x="4828915" y="132395"/>
                </a:lnTo>
                <a:lnTo>
                  <a:pt x="4829279" y="132659"/>
                </a:lnTo>
                <a:lnTo>
                  <a:pt x="4829664" y="132888"/>
                </a:lnTo>
                <a:lnTo>
                  <a:pt x="4830066" y="133084"/>
                </a:lnTo>
                <a:lnTo>
                  <a:pt x="4830482" y="133250"/>
                </a:lnTo>
                <a:lnTo>
                  <a:pt x="4830909" y="133389"/>
                </a:lnTo>
                <a:lnTo>
                  <a:pt x="4831343" y="133502"/>
                </a:lnTo>
                <a:lnTo>
                  <a:pt x="4831781" y="133593"/>
                </a:lnTo>
                <a:lnTo>
                  <a:pt x="4832220" y="133664"/>
                </a:lnTo>
                <a:lnTo>
                  <a:pt x="4832656" y="133717"/>
                </a:lnTo>
                <a:lnTo>
                  <a:pt x="4833087" y="133755"/>
                </a:lnTo>
                <a:lnTo>
                  <a:pt x="4833507" y="133780"/>
                </a:lnTo>
                <a:lnTo>
                  <a:pt x="4833916" y="133796"/>
                </a:lnTo>
                <a:lnTo>
                  <a:pt x="4834308" y="133804"/>
                </a:lnTo>
                <a:lnTo>
                  <a:pt x="4834681" y="133807"/>
                </a:lnTo>
                <a:lnTo>
                  <a:pt x="4835031" y="133807"/>
                </a:lnTo>
                <a:lnTo>
                  <a:pt x="4849490" y="133807"/>
                </a:lnTo>
                <a:lnTo>
                  <a:pt x="4849862" y="133807"/>
                </a:lnTo>
                <a:lnTo>
                  <a:pt x="4850253" y="133804"/>
                </a:lnTo>
                <a:lnTo>
                  <a:pt x="4850659" y="133796"/>
                </a:lnTo>
                <a:lnTo>
                  <a:pt x="4851079" y="133780"/>
                </a:lnTo>
                <a:lnTo>
                  <a:pt x="4851509" y="133755"/>
                </a:lnTo>
                <a:lnTo>
                  <a:pt x="4851945" y="133717"/>
                </a:lnTo>
                <a:lnTo>
                  <a:pt x="4852384" y="133664"/>
                </a:lnTo>
                <a:lnTo>
                  <a:pt x="4852824" y="133593"/>
                </a:lnTo>
                <a:lnTo>
                  <a:pt x="4853261" y="133502"/>
                </a:lnTo>
                <a:lnTo>
                  <a:pt x="4853693" y="133389"/>
                </a:lnTo>
                <a:lnTo>
                  <a:pt x="4854116" y="133250"/>
                </a:lnTo>
                <a:lnTo>
                  <a:pt x="4854526" y="133084"/>
                </a:lnTo>
                <a:lnTo>
                  <a:pt x="4854922" y="132888"/>
                </a:lnTo>
                <a:lnTo>
                  <a:pt x="4855299" y="132659"/>
                </a:lnTo>
                <a:lnTo>
                  <a:pt x="4855655" y="132395"/>
                </a:lnTo>
                <a:lnTo>
                  <a:pt x="4855987" y="132093"/>
                </a:lnTo>
                <a:lnTo>
                  <a:pt x="4856292" y="131752"/>
                </a:lnTo>
                <a:lnTo>
                  <a:pt x="4856566" y="131367"/>
                </a:lnTo>
                <a:lnTo>
                  <a:pt x="4856806" y="130937"/>
                </a:lnTo>
                <a:lnTo>
                  <a:pt x="4857009" y="130460"/>
                </a:lnTo>
                <a:lnTo>
                  <a:pt x="4857173" y="129932"/>
                </a:lnTo>
                <a:lnTo>
                  <a:pt x="4857294" y="129352"/>
                </a:lnTo>
                <a:lnTo>
                  <a:pt x="4857368" y="128717"/>
                </a:lnTo>
                <a:lnTo>
                  <a:pt x="4857394" y="128023"/>
                </a:lnTo>
                <a:lnTo>
                  <a:pt x="4857373" y="127307"/>
                </a:lnTo>
                <a:lnTo>
                  <a:pt x="4857310" y="126650"/>
                </a:lnTo>
                <a:lnTo>
                  <a:pt x="4857207" y="126051"/>
                </a:lnTo>
                <a:lnTo>
                  <a:pt x="4857062" y="125506"/>
                </a:lnTo>
                <a:lnTo>
                  <a:pt x="4856877" y="125013"/>
                </a:lnTo>
                <a:lnTo>
                  <a:pt x="4856653" y="124569"/>
                </a:lnTo>
                <a:close/>
                <a:moveTo>
                  <a:pt x="3530672" y="109621"/>
                </a:moveTo>
                <a:lnTo>
                  <a:pt x="3530386" y="109261"/>
                </a:lnTo>
                <a:lnTo>
                  <a:pt x="3530072" y="108941"/>
                </a:lnTo>
                <a:lnTo>
                  <a:pt x="3529734" y="108659"/>
                </a:lnTo>
                <a:lnTo>
                  <a:pt x="3529377" y="108412"/>
                </a:lnTo>
                <a:lnTo>
                  <a:pt x="3529006" y="108198"/>
                </a:lnTo>
                <a:lnTo>
                  <a:pt x="3528624" y="108014"/>
                </a:lnTo>
                <a:lnTo>
                  <a:pt x="3528237" y="107859"/>
                </a:lnTo>
                <a:lnTo>
                  <a:pt x="3527847" y="107730"/>
                </a:lnTo>
                <a:lnTo>
                  <a:pt x="3527460" y="107623"/>
                </a:lnTo>
                <a:lnTo>
                  <a:pt x="3527081" y="107539"/>
                </a:lnTo>
                <a:lnTo>
                  <a:pt x="3526712" y="107472"/>
                </a:lnTo>
                <a:lnTo>
                  <a:pt x="3526360" y="107423"/>
                </a:lnTo>
                <a:lnTo>
                  <a:pt x="3526027" y="107387"/>
                </a:lnTo>
                <a:lnTo>
                  <a:pt x="3525719" y="107363"/>
                </a:lnTo>
                <a:lnTo>
                  <a:pt x="3525440" y="107349"/>
                </a:lnTo>
                <a:lnTo>
                  <a:pt x="3525194" y="107341"/>
                </a:lnTo>
                <a:lnTo>
                  <a:pt x="3524985" y="107339"/>
                </a:lnTo>
                <a:lnTo>
                  <a:pt x="3524818" y="107338"/>
                </a:lnTo>
                <a:lnTo>
                  <a:pt x="3524394" y="107341"/>
                </a:lnTo>
                <a:lnTo>
                  <a:pt x="3523989" y="107352"/>
                </a:lnTo>
                <a:lnTo>
                  <a:pt x="3523603" y="107370"/>
                </a:lnTo>
                <a:lnTo>
                  <a:pt x="3523235" y="107398"/>
                </a:lnTo>
                <a:lnTo>
                  <a:pt x="3522884" y="107436"/>
                </a:lnTo>
                <a:lnTo>
                  <a:pt x="3522549" y="107486"/>
                </a:lnTo>
                <a:lnTo>
                  <a:pt x="3522230" y="107548"/>
                </a:lnTo>
                <a:lnTo>
                  <a:pt x="3521926" y="107624"/>
                </a:lnTo>
                <a:lnTo>
                  <a:pt x="3521635" y="107715"/>
                </a:lnTo>
                <a:lnTo>
                  <a:pt x="3521358" y="107822"/>
                </a:lnTo>
                <a:lnTo>
                  <a:pt x="3521094" y="107945"/>
                </a:lnTo>
                <a:lnTo>
                  <a:pt x="3520841" y="108087"/>
                </a:lnTo>
                <a:lnTo>
                  <a:pt x="3520599" y="108248"/>
                </a:lnTo>
                <a:lnTo>
                  <a:pt x="3520368" y="108429"/>
                </a:lnTo>
                <a:lnTo>
                  <a:pt x="3520146" y="108631"/>
                </a:lnTo>
                <a:lnTo>
                  <a:pt x="3519933" y="108855"/>
                </a:lnTo>
                <a:lnTo>
                  <a:pt x="3519728" y="109103"/>
                </a:lnTo>
                <a:lnTo>
                  <a:pt x="3519531" y="109376"/>
                </a:lnTo>
                <a:lnTo>
                  <a:pt x="3519339" y="109674"/>
                </a:lnTo>
                <a:lnTo>
                  <a:pt x="3519154" y="110000"/>
                </a:lnTo>
                <a:lnTo>
                  <a:pt x="3518974" y="110353"/>
                </a:lnTo>
                <a:lnTo>
                  <a:pt x="3518797" y="110734"/>
                </a:lnTo>
                <a:lnTo>
                  <a:pt x="3518625" y="111146"/>
                </a:lnTo>
                <a:lnTo>
                  <a:pt x="3518455" y="111589"/>
                </a:lnTo>
                <a:lnTo>
                  <a:pt x="3517893" y="112777"/>
                </a:lnTo>
                <a:lnTo>
                  <a:pt x="3517272" y="113883"/>
                </a:lnTo>
                <a:lnTo>
                  <a:pt x="3516597" y="114910"/>
                </a:lnTo>
                <a:lnTo>
                  <a:pt x="3515872" y="115861"/>
                </a:lnTo>
                <a:lnTo>
                  <a:pt x="3515102" y="116739"/>
                </a:lnTo>
                <a:lnTo>
                  <a:pt x="3514291" y="117546"/>
                </a:lnTo>
                <a:lnTo>
                  <a:pt x="3513446" y="118286"/>
                </a:lnTo>
                <a:lnTo>
                  <a:pt x="3512571" y="118960"/>
                </a:lnTo>
                <a:lnTo>
                  <a:pt x="3511670" y="119572"/>
                </a:lnTo>
                <a:lnTo>
                  <a:pt x="3510748" y="120125"/>
                </a:lnTo>
                <a:lnTo>
                  <a:pt x="3509811" y="120621"/>
                </a:lnTo>
                <a:lnTo>
                  <a:pt x="3508863" y="121063"/>
                </a:lnTo>
                <a:lnTo>
                  <a:pt x="3507909" y="121454"/>
                </a:lnTo>
                <a:lnTo>
                  <a:pt x="3506953" y="121796"/>
                </a:lnTo>
                <a:lnTo>
                  <a:pt x="3506002" y="122092"/>
                </a:lnTo>
                <a:lnTo>
                  <a:pt x="3505059" y="122346"/>
                </a:lnTo>
                <a:lnTo>
                  <a:pt x="3504129" y="122559"/>
                </a:lnTo>
                <a:lnTo>
                  <a:pt x="3503218" y="122735"/>
                </a:lnTo>
                <a:lnTo>
                  <a:pt x="3502329" y="122877"/>
                </a:lnTo>
                <a:lnTo>
                  <a:pt x="3501469" y="122986"/>
                </a:lnTo>
                <a:lnTo>
                  <a:pt x="3500641" y="123066"/>
                </a:lnTo>
                <a:lnTo>
                  <a:pt x="3499851" y="123120"/>
                </a:lnTo>
                <a:lnTo>
                  <a:pt x="3499104" y="123151"/>
                </a:lnTo>
                <a:lnTo>
                  <a:pt x="3498404" y="123160"/>
                </a:lnTo>
                <a:lnTo>
                  <a:pt x="3496597" y="123110"/>
                </a:lnTo>
                <a:lnTo>
                  <a:pt x="3494796" y="122961"/>
                </a:lnTo>
                <a:lnTo>
                  <a:pt x="3493004" y="122713"/>
                </a:lnTo>
                <a:lnTo>
                  <a:pt x="3491227" y="122369"/>
                </a:lnTo>
                <a:lnTo>
                  <a:pt x="3489470" y="121929"/>
                </a:lnTo>
                <a:lnTo>
                  <a:pt x="3487737" y="121394"/>
                </a:lnTo>
                <a:lnTo>
                  <a:pt x="3486035" y="120766"/>
                </a:lnTo>
                <a:lnTo>
                  <a:pt x="3484366" y="120045"/>
                </a:lnTo>
                <a:lnTo>
                  <a:pt x="3482737" y="119233"/>
                </a:lnTo>
                <a:lnTo>
                  <a:pt x="3481153" y="118332"/>
                </a:lnTo>
                <a:lnTo>
                  <a:pt x="3479618" y="117341"/>
                </a:lnTo>
                <a:lnTo>
                  <a:pt x="3478137" y="116263"/>
                </a:lnTo>
                <a:lnTo>
                  <a:pt x="3476716" y="115098"/>
                </a:lnTo>
                <a:lnTo>
                  <a:pt x="3475358" y="113847"/>
                </a:lnTo>
                <a:lnTo>
                  <a:pt x="3474070" y="112513"/>
                </a:lnTo>
                <a:lnTo>
                  <a:pt x="3472856" y="111095"/>
                </a:lnTo>
                <a:lnTo>
                  <a:pt x="3471721" y="109596"/>
                </a:lnTo>
                <a:lnTo>
                  <a:pt x="3470669" y="108016"/>
                </a:lnTo>
                <a:lnTo>
                  <a:pt x="3469707" y="106356"/>
                </a:lnTo>
                <a:lnTo>
                  <a:pt x="3468838" y="104617"/>
                </a:lnTo>
                <a:lnTo>
                  <a:pt x="3468068" y="102802"/>
                </a:lnTo>
                <a:lnTo>
                  <a:pt x="3467402" y="100910"/>
                </a:lnTo>
                <a:lnTo>
                  <a:pt x="3466844" y="98943"/>
                </a:lnTo>
                <a:lnTo>
                  <a:pt x="3466400" y="96903"/>
                </a:lnTo>
                <a:lnTo>
                  <a:pt x="3523853" y="96903"/>
                </a:lnTo>
                <a:lnTo>
                  <a:pt x="3524357" y="96902"/>
                </a:lnTo>
                <a:lnTo>
                  <a:pt x="3524855" y="96899"/>
                </a:lnTo>
                <a:lnTo>
                  <a:pt x="3525347" y="96889"/>
                </a:lnTo>
                <a:lnTo>
                  <a:pt x="3525830" y="96870"/>
                </a:lnTo>
                <a:lnTo>
                  <a:pt x="3526303" y="96838"/>
                </a:lnTo>
                <a:lnTo>
                  <a:pt x="3526766" y="96792"/>
                </a:lnTo>
                <a:lnTo>
                  <a:pt x="3527215" y="96726"/>
                </a:lnTo>
                <a:lnTo>
                  <a:pt x="3527651" y="96639"/>
                </a:lnTo>
                <a:lnTo>
                  <a:pt x="3528072" y="96527"/>
                </a:lnTo>
                <a:lnTo>
                  <a:pt x="3528475" y="96387"/>
                </a:lnTo>
                <a:lnTo>
                  <a:pt x="3528861" y="96216"/>
                </a:lnTo>
                <a:lnTo>
                  <a:pt x="3529226" y="96012"/>
                </a:lnTo>
                <a:lnTo>
                  <a:pt x="3529571" y="95770"/>
                </a:lnTo>
                <a:lnTo>
                  <a:pt x="3529893" y="95487"/>
                </a:lnTo>
                <a:lnTo>
                  <a:pt x="3530191" y="95162"/>
                </a:lnTo>
                <a:lnTo>
                  <a:pt x="3530464" y="94790"/>
                </a:lnTo>
                <a:lnTo>
                  <a:pt x="3530710" y="94369"/>
                </a:lnTo>
                <a:lnTo>
                  <a:pt x="3530928" y="93894"/>
                </a:lnTo>
                <a:lnTo>
                  <a:pt x="3531116" y="93365"/>
                </a:lnTo>
                <a:lnTo>
                  <a:pt x="3531273" y="92776"/>
                </a:lnTo>
                <a:lnTo>
                  <a:pt x="3531398" y="92126"/>
                </a:lnTo>
                <a:lnTo>
                  <a:pt x="3531489" y="91410"/>
                </a:lnTo>
                <a:lnTo>
                  <a:pt x="3531545" y="90626"/>
                </a:lnTo>
                <a:lnTo>
                  <a:pt x="3531563" y="89772"/>
                </a:lnTo>
                <a:lnTo>
                  <a:pt x="3531499" y="87041"/>
                </a:lnTo>
                <a:lnTo>
                  <a:pt x="3531306" y="84349"/>
                </a:lnTo>
                <a:lnTo>
                  <a:pt x="3530984" y="81703"/>
                </a:lnTo>
                <a:lnTo>
                  <a:pt x="3530534" y="79109"/>
                </a:lnTo>
                <a:lnTo>
                  <a:pt x="3529953" y="76576"/>
                </a:lnTo>
                <a:lnTo>
                  <a:pt x="3529244" y="74109"/>
                </a:lnTo>
                <a:lnTo>
                  <a:pt x="3528405" y="71715"/>
                </a:lnTo>
                <a:lnTo>
                  <a:pt x="3527436" y="69401"/>
                </a:lnTo>
                <a:lnTo>
                  <a:pt x="3526338" y="67175"/>
                </a:lnTo>
                <a:lnTo>
                  <a:pt x="3525109" y="65042"/>
                </a:lnTo>
                <a:lnTo>
                  <a:pt x="3523751" y="63010"/>
                </a:lnTo>
                <a:lnTo>
                  <a:pt x="3522262" y="61086"/>
                </a:lnTo>
                <a:lnTo>
                  <a:pt x="3520642" y="59277"/>
                </a:lnTo>
                <a:lnTo>
                  <a:pt x="3518892" y="57588"/>
                </a:lnTo>
                <a:lnTo>
                  <a:pt x="3517010" y="56028"/>
                </a:lnTo>
                <a:lnTo>
                  <a:pt x="3514998" y="54603"/>
                </a:lnTo>
                <a:lnTo>
                  <a:pt x="3512855" y="53320"/>
                </a:lnTo>
                <a:lnTo>
                  <a:pt x="3510580" y="52186"/>
                </a:lnTo>
                <a:lnTo>
                  <a:pt x="3508173" y="51207"/>
                </a:lnTo>
                <a:lnTo>
                  <a:pt x="3505635" y="50391"/>
                </a:lnTo>
                <a:lnTo>
                  <a:pt x="3502965" y="49745"/>
                </a:lnTo>
                <a:lnTo>
                  <a:pt x="3500163" y="49274"/>
                </a:lnTo>
                <a:lnTo>
                  <a:pt x="3497229" y="48987"/>
                </a:lnTo>
                <a:lnTo>
                  <a:pt x="3494162" y="48890"/>
                </a:lnTo>
                <a:lnTo>
                  <a:pt x="3491318" y="48989"/>
                </a:lnTo>
                <a:lnTo>
                  <a:pt x="3488527" y="49283"/>
                </a:lnTo>
                <a:lnTo>
                  <a:pt x="3485794" y="49765"/>
                </a:lnTo>
                <a:lnTo>
                  <a:pt x="3483125" y="50428"/>
                </a:lnTo>
                <a:lnTo>
                  <a:pt x="3480527" y="51267"/>
                </a:lnTo>
                <a:lnTo>
                  <a:pt x="3478006" y="52274"/>
                </a:lnTo>
                <a:lnTo>
                  <a:pt x="3475568" y="53443"/>
                </a:lnTo>
                <a:lnTo>
                  <a:pt x="3473219" y="54768"/>
                </a:lnTo>
                <a:lnTo>
                  <a:pt x="3470965" y="56242"/>
                </a:lnTo>
                <a:lnTo>
                  <a:pt x="3468812" y="57860"/>
                </a:lnTo>
                <a:lnTo>
                  <a:pt x="3466766" y="59613"/>
                </a:lnTo>
                <a:lnTo>
                  <a:pt x="3464833" y="61497"/>
                </a:lnTo>
                <a:lnTo>
                  <a:pt x="3463021" y="63504"/>
                </a:lnTo>
                <a:lnTo>
                  <a:pt x="3461333" y="65628"/>
                </a:lnTo>
                <a:lnTo>
                  <a:pt x="3459778" y="67863"/>
                </a:lnTo>
                <a:lnTo>
                  <a:pt x="3458360" y="70202"/>
                </a:lnTo>
                <a:lnTo>
                  <a:pt x="3457086" y="72639"/>
                </a:lnTo>
                <a:lnTo>
                  <a:pt x="3455962" y="75167"/>
                </a:lnTo>
                <a:lnTo>
                  <a:pt x="3454995" y="77780"/>
                </a:lnTo>
                <a:lnTo>
                  <a:pt x="3454189" y="80472"/>
                </a:lnTo>
                <a:lnTo>
                  <a:pt x="3453552" y="83235"/>
                </a:lnTo>
                <a:lnTo>
                  <a:pt x="3453090" y="86064"/>
                </a:lnTo>
                <a:lnTo>
                  <a:pt x="3452808" y="88952"/>
                </a:lnTo>
                <a:lnTo>
                  <a:pt x="3452712" y="91893"/>
                </a:lnTo>
                <a:lnTo>
                  <a:pt x="3452813" y="94815"/>
                </a:lnTo>
                <a:lnTo>
                  <a:pt x="3453110" y="97688"/>
                </a:lnTo>
                <a:lnTo>
                  <a:pt x="3453597" y="100506"/>
                </a:lnTo>
                <a:lnTo>
                  <a:pt x="3454270" y="103261"/>
                </a:lnTo>
                <a:lnTo>
                  <a:pt x="3455120" y="105946"/>
                </a:lnTo>
                <a:lnTo>
                  <a:pt x="3456143" y="108556"/>
                </a:lnTo>
                <a:lnTo>
                  <a:pt x="3457332" y="111084"/>
                </a:lnTo>
                <a:lnTo>
                  <a:pt x="3458682" y="113522"/>
                </a:lnTo>
                <a:lnTo>
                  <a:pt x="3460185" y="115864"/>
                </a:lnTo>
                <a:lnTo>
                  <a:pt x="3461836" y="118104"/>
                </a:lnTo>
                <a:lnTo>
                  <a:pt x="3463628" y="120234"/>
                </a:lnTo>
                <a:lnTo>
                  <a:pt x="3465557" y="122248"/>
                </a:lnTo>
                <a:lnTo>
                  <a:pt x="3467615" y="124140"/>
                </a:lnTo>
                <a:lnTo>
                  <a:pt x="3469796" y="125902"/>
                </a:lnTo>
                <a:lnTo>
                  <a:pt x="3472095" y="127529"/>
                </a:lnTo>
                <a:lnTo>
                  <a:pt x="3474504" y="129012"/>
                </a:lnTo>
                <a:lnTo>
                  <a:pt x="3477019" y="130346"/>
                </a:lnTo>
                <a:lnTo>
                  <a:pt x="3479633" y="131524"/>
                </a:lnTo>
                <a:lnTo>
                  <a:pt x="3482340" y="132539"/>
                </a:lnTo>
                <a:lnTo>
                  <a:pt x="3485134" y="133384"/>
                </a:lnTo>
                <a:lnTo>
                  <a:pt x="3488008" y="134054"/>
                </a:lnTo>
                <a:lnTo>
                  <a:pt x="3490957" y="134540"/>
                </a:lnTo>
                <a:lnTo>
                  <a:pt x="3493974" y="134837"/>
                </a:lnTo>
                <a:lnTo>
                  <a:pt x="3497054" y="134937"/>
                </a:lnTo>
                <a:lnTo>
                  <a:pt x="3500150" y="134849"/>
                </a:lnTo>
                <a:lnTo>
                  <a:pt x="3503079" y="134593"/>
                </a:lnTo>
                <a:lnTo>
                  <a:pt x="3505843" y="134181"/>
                </a:lnTo>
                <a:lnTo>
                  <a:pt x="3508446" y="133629"/>
                </a:lnTo>
                <a:lnTo>
                  <a:pt x="3510892" y="132947"/>
                </a:lnTo>
                <a:lnTo>
                  <a:pt x="3513182" y="132149"/>
                </a:lnTo>
                <a:lnTo>
                  <a:pt x="3515321" y="131248"/>
                </a:lnTo>
                <a:lnTo>
                  <a:pt x="3517311" y="130257"/>
                </a:lnTo>
                <a:lnTo>
                  <a:pt x="3519156" y="129189"/>
                </a:lnTo>
                <a:lnTo>
                  <a:pt x="3520859" y="128057"/>
                </a:lnTo>
                <a:lnTo>
                  <a:pt x="3522424" y="126874"/>
                </a:lnTo>
                <a:lnTo>
                  <a:pt x="3523852" y="125653"/>
                </a:lnTo>
                <a:lnTo>
                  <a:pt x="3525148" y="124406"/>
                </a:lnTo>
                <a:lnTo>
                  <a:pt x="3526314" y="123148"/>
                </a:lnTo>
                <a:lnTo>
                  <a:pt x="3527355" y="121890"/>
                </a:lnTo>
                <a:lnTo>
                  <a:pt x="3528272" y="120646"/>
                </a:lnTo>
                <a:lnTo>
                  <a:pt x="3529069" y="119429"/>
                </a:lnTo>
                <a:lnTo>
                  <a:pt x="3529750" y="118251"/>
                </a:lnTo>
                <a:lnTo>
                  <a:pt x="3530317" y="117126"/>
                </a:lnTo>
                <a:lnTo>
                  <a:pt x="3530774" y="116067"/>
                </a:lnTo>
                <a:lnTo>
                  <a:pt x="3531124" y="115086"/>
                </a:lnTo>
                <a:lnTo>
                  <a:pt x="3531370" y="114197"/>
                </a:lnTo>
                <a:lnTo>
                  <a:pt x="3531516" y="113412"/>
                </a:lnTo>
                <a:lnTo>
                  <a:pt x="3531563" y="112747"/>
                </a:lnTo>
                <a:lnTo>
                  <a:pt x="3531535" y="112100"/>
                </a:lnTo>
                <a:lnTo>
                  <a:pt x="3531453" y="111505"/>
                </a:lnTo>
                <a:lnTo>
                  <a:pt x="3531321" y="110963"/>
                </a:lnTo>
                <a:lnTo>
                  <a:pt x="3531144" y="110469"/>
                </a:lnTo>
                <a:lnTo>
                  <a:pt x="3530926" y="110023"/>
                </a:lnTo>
                <a:lnTo>
                  <a:pt x="3530672" y="109621"/>
                </a:lnTo>
                <a:close/>
                <a:moveTo>
                  <a:pt x="3469351" y="77053"/>
                </a:moveTo>
                <a:lnTo>
                  <a:pt x="3470142" y="75539"/>
                </a:lnTo>
                <a:lnTo>
                  <a:pt x="3471007" y="74080"/>
                </a:lnTo>
                <a:lnTo>
                  <a:pt x="3471942" y="72679"/>
                </a:lnTo>
                <a:lnTo>
                  <a:pt x="3472944" y="71339"/>
                </a:lnTo>
                <a:lnTo>
                  <a:pt x="3474012" y="70063"/>
                </a:lnTo>
                <a:lnTo>
                  <a:pt x="3475141" y="68853"/>
                </a:lnTo>
                <a:lnTo>
                  <a:pt x="3476330" y="67714"/>
                </a:lnTo>
                <a:lnTo>
                  <a:pt x="3477574" y="66649"/>
                </a:lnTo>
                <a:lnTo>
                  <a:pt x="3478872" y="65660"/>
                </a:lnTo>
                <a:lnTo>
                  <a:pt x="3480221" y="64750"/>
                </a:lnTo>
                <a:lnTo>
                  <a:pt x="3481617" y="63923"/>
                </a:lnTo>
                <a:lnTo>
                  <a:pt x="3483058" y="63182"/>
                </a:lnTo>
                <a:lnTo>
                  <a:pt x="3484541" y="62529"/>
                </a:lnTo>
                <a:lnTo>
                  <a:pt x="3486063" y="61968"/>
                </a:lnTo>
                <a:lnTo>
                  <a:pt x="3487622" y="61503"/>
                </a:lnTo>
                <a:lnTo>
                  <a:pt x="3489214" y="61135"/>
                </a:lnTo>
                <a:lnTo>
                  <a:pt x="3490836" y="60869"/>
                </a:lnTo>
                <a:lnTo>
                  <a:pt x="3492487" y="60707"/>
                </a:lnTo>
                <a:lnTo>
                  <a:pt x="3494162" y="60652"/>
                </a:lnTo>
                <a:lnTo>
                  <a:pt x="3495424" y="60678"/>
                </a:lnTo>
                <a:lnTo>
                  <a:pt x="3496701" y="60758"/>
                </a:lnTo>
                <a:lnTo>
                  <a:pt x="3497988" y="60898"/>
                </a:lnTo>
                <a:lnTo>
                  <a:pt x="3499279" y="61101"/>
                </a:lnTo>
                <a:lnTo>
                  <a:pt x="3500569" y="61372"/>
                </a:lnTo>
                <a:lnTo>
                  <a:pt x="3501852" y="61716"/>
                </a:lnTo>
                <a:lnTo>
                  <a:pt x="3503125" y="62136"/>
                </a:lnTo>
                <a:lnTo>
                  <a:pt x="3504380" y="62638"/>
                </a:lnTo>
                <a:lnTo>
                  <a:pt x="3505613" y="63225"/>
                </a:lnTo>
                <a:lnTo>
                  <a:pt x="3506819" y="63902"/>
                </a:lnTo>
                <a:lnTo>
                  <a:pt x="3507992" y="64674"/>
                </a:lnTo>
                <a:lnTo>
                  <a:pt x="3509127" y="65545"/>
                </a:lnTo>
                <a:lnTo>
                  <a:pt x="3510219" y="66520"/>
                </a:lnTo>
                <a:lnTo>
                  <a:pt x="3511263" y="67602"/>
                </a:lnTo>
                <a:lnTo>
                  <a:pt x="3512253" y="68797"/>
                </a:lnTo>
                <a:lnTo>
                  <a:pt x="3513184" y="70108"/>
                </a:lnTo>
                <a:lnTo>
                  <a:pt x="3514051" y="71541"/>
                </a:lnTo>
                <a:lnTo>
                  <a:pt x="3514848" y="73099"/>
                </a:lnTo>
                <a:lnTo>
                  <a:pt x="3515570" y="74788"/>
                </a:lnTo>
                <a:lnTo>
                  <a:pt x="3516212" y="76610"/>
                </a:lnTo>
                <a:lnTo>
                  <a:pt x="3516769" y="78572"/>
                </a:lnTo>
                <a:lnTo>
                  <a:pt x="3517236" y="80677"/>
                </a:lnTo>
                <a:lnTo>
                  <a:pt x="3517606" y="82930"/>
                </a:lnTo>
                <a:lnTo>
                  <a:pt x="3517875" y="85335"/>
                </a:lnTo>
                <a:lnTo>
                  <a:pt x="3466594" y="85335"/>
                </a:lnTo>
                <a:lnTo>
                  <a:pt x="3466976" y="83594"/>
                </a:lnTo>
                <a:lnTo>
                  <a:pt x="3467446" y="81892"/>
                </a:lnTo>
                <a:lnTo>
                  <a:pt x="3468000" y="80233"/>
                </a:lnTo>
                <a:lnTo>
                  <a:pt x="3468636" y="78619"/>
                </a:lnTo>
                <a:lnTo>
                  <a:pt x="3469351" y="77053"/>
                </a:lnTo>
                <a:close/>
                <a:moveTo>
                  <a:pt x="4036751" y="109621"/>
                </a:moveTo>
                <a:lnTo>
                  <a:pt x="4036464" y="109261"/>
                </a:lnTo>
                <a:lnTo>
                  <a:pt x="4036150" y="108941"/>
                </a:lnTo>
                <a:lnTo>
                  <a:pt x="4035813" y="108659"/>
                </a:lnTo>
                <a:lnTo>
                  <a:pt x="4035456" y="108412"/>
                </a:lnTo>
                <a:lnTo>
                  <a:pt x="4035085" y="108198"/>
                </a:lnTo>
                <a:lnTo>
                  <a:pt x="4034703" y="108014"/>
                </a:lnTo>
                <a:lnTo>
                  <a:pt x="4034315" y="107859"/>
                </a:lnTo>
                <a:lnTo>
                  <a:pt x="4033926" y="107730"/>
                </a:lnTo>
                <a:lnTo>
                  <a:pt x="4033539" y="107623"/>
                </a:lnTo>
                <a:lnTo>
                  <a:pt x="4033159" y="107539"/>
                </a:lnTo>
                <a:lnTo>
                  <a:pt x="4032791" y="107472"/>
                </a:lnTo>
                <a:lnTo>
                  <a:pt x="4032438" y="107423"/>
                </a:lnTo>
                <a:lnTo>
                  <a:pt x="4032106" y="107387"/>
                </a:lnTo>
                <a:lnTo>
                  <a:pt x="4031798" y="107363"/>
                </a:lnTo>
                <a:lnTo>
                  <a:pt x="4031518" y="107349"/>
                </a:lnTo>
                <a:lnTo>
                  <a:pt x="4031272" y="107341"/>
                </a:lnTo>
                <a:lnTo>
                  <a:pt x="4031064" y="107339"/>
                </a:lnTo>
                <a:lnTo>
                  <a:pt x="4030897" y="107338"/>
                </a:lnTo>
                <a:lnTo>
                  <a:pt x="4030473" y="107341"/>
                </a:lnTo>
                <a:lnTo>
                  <a:pt x="4030068" y="107352"/>
                </a:lnTo>
                <a:lnTo>
                  <a:pt x="4029682" y="107370"/>
                </a:lnTo>
                <a:lnTo>
                  <a:pt x="4029314" y="107398"/>
                </a:lnTo>
                <a:lnTo>
                  <a:pt x="4028963" y="107436"/>
                </a:lnTo>
                <a:lnTo>
                  <a:pt x="4028628" y="107486"/>
                </a:lnTo>
                <a:lnTo>
                  <a:pt x="4028309" y="107548"/>
                </a:lnTo>
                <a:lnTo>
                  <a:pt x="4028004" y="107624"/>
                </a:lnTo>
                <a:lnTo>
                  <a:pt x="4027714" y="107715"/>
                </a:lnTo>
                <a:lnTo>
                  <a:pt x="4027437" y="107822"/>
                </a:lnTo>
                <a:lnTo>
                  <a:pt x="4027172" y="107945"/>
                </a:lnTo>
                <a:lnTo>
                  <a:pt x="4026920" y="108087"/>
                </a:lnTo>
                <a:lnTo>
                  <a:pt x="4026678" y="108248"/>
                </a:lnTo>
                <a:lnTo>
                  <a:pt x="4026447" y="108429"/>
                </a:lnTo>
                <a:lnTo>
                  <a:pt x="4026225" y="108631"/>
                </a:lnTo>
                <a:lnTo>
                  <a:pt x="4026012" y="108855"/>
                </a:lnTo>
                <a:lnTo>
                  <a:pt x="4025807" y="109103"/>
                </a:lnTo>
                <a:lnTo>
                  <a:pt x="4025609" y="109376"/>
                </a:lnTo>
                <a:lnTo>
                  <a:pt x="4025418" y="109674"/>
                </a:lnTo>
                <a:lnTo>
                  <a:pt x="4025233" y="110000"/>
                </a:lnTo>
                <a:lnTo>
                  <a:pt x="4025052" y="110353"/>
                </a:lnTo>
                <a:lnTo>
                  <a:pt x="4024876" y="110734"/>
                </a:lnTo>
                <a:lnTo>
                  <a:pt x="4024704" y="111146"/>
                </a:lnTo>
                <a:lnTo>
                  <a:pt x="4024534" y="111589"/>
                </a:lnTo>
                <a:lnTo>
                  <a:pt x="4023972" y="112777"/>
                </a:lnTo>
                <a:lnTo>
                  <a:pt x="4023351" y="113883"/>
                </a:lnTo>
                <a:lnTo>
                  <a:pt x="4022676" y="114910"/>
                </a:lnTo>
                <a:lnTo>
                  <a:pt x="4021950" y="115861"/>
                </a:lnTo>
                <a:lnTo>
                  <a:pt x="4021180" y="116739"/>
                </a:lnTo>
                <a:lnTo>
                  <a:pt x="4020370" y="117546"/>
                </a:lnTo>
                <a:lnTo>
                  <a:pt x="4019525" y="118286"/>
                </a:lnTo>
                <a:lnTo>
                  <a:pt x="4018649" y="118960"/>
                </a:lnTo>
                <a:lnTo>
                  <a:pt x="4017748" y="119572"/>
                </a:lnTo>
                <a:lnTo>
                  <a:pt x="4016827" y="120125"/>
                </a:lnTo>
                <a:lnTo>
                  <a:pt x="4015890" y="120621"/>
                </a:lnTo>
                <a:lnTo>
                  <a:pt x="4014942" y="121063"/>
                </a:lnTo>
                <a:lnTo>
                  <a:pt x="4013987" y="121454"/>
                </a:lnTo>
                <a:lnTo>
                  <a:pt x="4013032" y="121796"/>
                </a:lnTo>
                <a:lnTo>
                  <a:pt x="4012081" y="122092"/>
                </a:lnTo>
                <a:lnTo>
                  <a:pt x="4011137" y="122346"/>
                </a:lnTo>
                <a:lnTo>
                  <a:pt x="4010208" y="122559"/>
                </a:lnTo>
                <a:lnTo>
                  <a:pt x="4009296" y="122735"/>
                </a:lnTo>
                <a:lnTo>
                  <a:pt x="4008408" y="122877"/>
                </a:lnTo>
                <a:lnTo>
                  <a:pt x="4007548" y="122986"/>
                </a:lnTo>
                <a:lnTo>
                  <a:pt x="4006720" y="123066"/>
                </a:lnTo>
                <a:lnTo>
                  <a:pt x="4005930" y="123120"/>
                </a:lnTo>
                <a:lnTo>
                  <a:pt x="4005183" y="123151"/>
                </a:lnTo>
                <a:lnTo>
                  <a:pt x="4004483" y="123160"/>
                </a:lnTo>
                <a:lnTo>
                  <a:pt x="4002676" y="123110"/>
                </a:lnTo>
                <a:lnTo>
                  <a:pt x="4000874" y="122961"/>
                </a:lnTo>
                <a:lnTo>
                  <a:pt x="3999083" y="122713"/>
                </a:lnTo>
                <a:lnTo>
                  <a:pt x="3997306" y="122369"/>
                </a:lnTo>
                <a:lnTo>
                  <a:pt x="3995549" y="121929"/>
                </a:lnTo>
                <a:lnTo>
                  <a:pt x="3993816" y="121394"/>
                </a:lnTo>
                <a:lnTo>
                  <a:pt x="3992113" y="120766"/>
                </a:lnTo>
                <a:lnTo>
                  <a:pt x="3990445" y="120045"/>
                </a:lnTo>
                <a:lnTo>
                  <a:pt x="3988816" y="119233"/>
                </a:lnTo>
                <a:lnTo>
                  <a:pt x="3987232" y="118332"/>
                </a:lnTo>
                <a:lnTo>
                  <a:pt x="3985697" y="117341"/>
                </a:lnTo>
                <a:lnTo>
                  <a:pt x="3984216" y="116263"/>
                </a:lnTo>
                <a:lnTo>
                  <a:pt x="3982794" y="115098"/>
                </a:lnTo>
                <a:lnTo>
                  <a:pt x="3981437" y="113847"/>
                </a:lnTo>
                <a:lnTo>
                  <a:pt x="3980149" y="112513"/>
                </a:lnTo>
                <a:lnTo>
                  <a:pt x="3978935" y="111095"/>
                </a:lnTo>
                <a:lnTo>
                  <a:pt x="3977799" y="109596"/>
                </a:lnTo>
                <a:lnTo>
                  <a:pt x="3976748" y="108016"/>
                </a:lnTo>
                <a:lnTo>
                  <a:pt x="3975786" y="106356"/>
                </a:lnTo>
                <a:lnTo>
                  <a:pt x="3974917" y="104617"/>
                </a:lnTo>
                <a:lnTo>
                  <a:pt x="3974147" y="102802"/>
                </a:lnTo>
                <a:lnTo>
                  <a:pt x="3973481" y="100910"/>
                </a:lnTo>
                <a:lnTo>
                  <a:pt x="3972923" y="98943"/>
                </a:lnTo>
                <a:lnTo>
                  <a:pt x="3972479" y="96903"/>
                </a:lnTo>
                <a:lnTo>
                  <a:pt x="4029932" y="96903"/>
                </a:lnTo>
                <a:lnTo>
                  <a:pt x="4030436" y="96902"/>
                </a:lnTo>
                <a:lnTo>
                  <a:pt x="4030934" y="96899"/>
                </a:lnTo>
                <a:lnTo>
                  <a:pt x="4031425" y="96889"/>
                </a:lnTo>
                <a:lnTo>
                  <a:pt x="4031908" y="96870"/>
                </a:lnTo>
                <a:lnTo>
                  <a:pt x="4032382" y="96838"/>
                </a:lnTo>
                <a:lnTo>
                  <a:pt x="4032844" y="96792"/>
                </a:lnTo>
                <a:lnTo>
                  <a:pt x="4033294" y="96726"/>
                </a:lnTo>
                <a:lnTo>
                  <a:pt x="4033730" y="96639"/>
                </a:lnTo>
                <a:lnTo>
                  <a:pt x="4034150" y="96527"/>
                </a:lnTo>
                <a:lnTo>
                  <a:pt x="4034554" y="96387"/>
                </a:lnTo>
                <a:lnTo>
                  <a:pt x="4034939" y="96216"/>
                </a:lnTo>
                <a:lnTo>
                  <a:pt x="4035305" y="96012"/>
                </a:lnTo>
                <a:lnTo>
                  <a:pt x="4035650" y="95770"/>
                </a:lnTo>
                <a:lnTo>
                  <a:pt x="4035972" y="95487"/>
                </a:lnTo>
                <a:lnTo>
                  <a:pt x="4036270" y="95162"/>
                </a:lnTo>
                <a:lnTo>
                  <a:pt x="4036543" y="94790"/>
                </a:lnTo>
                <a:lnTo>
                  <a:pt x="4036789" y="94369"/>
                </a:lnTo>
                <a:lnTo>
                  <a:pt x="4037007" y="93894"/>
                </a:lnTo>
                <a:lnTo>
                  <a:pt x="4037195" y="93365"/>
                </a:lnTo>
                <a:lnTo>
                  <a:pt x="4037352" y="92776"/>
                </a:lnTo>
                <a:lnTo>
                  <a:pt x="4037477" y="92126"/>
                </a:lnTo>
                <a:lnTo>
                  <a:pt x="4037568" y="91410"/>
                </a:lnTo>
                <a:lnTo>
                  <a:pt x="4037623" y="90626"/>
                </a:lnTo>
                <a:lnTo>
                  <a:pt x="4037642" y="89772"/>
                </a:lnTo>
                <a:lnTo>
                  <a:pt x="4037578" y="87041"/>
                </a:lnTo>
                <a:lnTo>
                  <a:pt x="4037385" y="84349"/>
                </a:lnTo>
                <a:lnTo>
                  <a:pt x="4037063" y="81703"/>
                </a:lnTo>
                <a:lnTo>
                  <a:pt x="4036612" y="79109"/>
                </a:lnTo>
                <a:lnTo>
                  <a:pt x="4036032" y="76576"/>
                </a:lnTo>
                <a:lnTo>
                  <a:pt x="4035323" y="74109"/>
                </a:lnTo>
                <a:lnTo>
                  <a:pt x="4034484" y="71715"/>
                </a:lnTo>
                <a:lnTo>
                  <a:pt x="4033515" y="69401"/>
                </a:lnTo>
                <a:lnTo>
                  <a:pt x="4032417" y="67175"/>
                </a:lnTo>
                <a:lnTo>
                  <a:pt x="4031188" y="65042"/>
                </a:lnTo>
                <a:lnTo>
                  <a:pt x="4029829" y="63010"/>
                </a:lnTo>
                <a:lnTo>
                  <a:pt x="4028340" y="61086"/>
                </a:lnTo>
                <a:lnTo>
                  <a:pt x="4026721" y="59277"/>
                </a:lnTo>
                <a:lnTo>
                  <a:pt x="4024970" y="57588"/>
                </a:lnTo>
                <a:lnTo>
                  <a:pt x="4023089" y="56028"/>
                </a:lnTo>
                <a:lnTo>
                  <a:pt x="4021077" y="54603"/>
                </a:lnTo>
                <a:lnTo>
                  <a:pt x="4018933" y="53320"/>
                </a:lnTo>
                <a:lnTo>
                  <a:pt x="4016658" y="52186"/>
                </a:lnTo>
                <a:lnTo>
                  <a:pt x="4014252" y="51207"/>
                </a:lnTo>
                <a:lnTo>
                  <a:pt x="4011714" y="50391"/>
                </a:lnTo>
                <a:lnTo>
                  <a:pt x="4009044" y="49745"/>
                </a:lnTo>
                <a:lnTo>
                  <a:pt x="4006242" y="49274"/>
                </a:lnTo>
                <a:lnTo>
                  <a:pt x="4003307" y="48987"/>
                </a:lnTo>
                <a:lnTo>
                  <a:pt x="4000240" y="48890"/>
                </a:lnTo>
                <a:lnTo>
                  <a:pt x="3997397" y="48989"/>
                </a:lnTo>
                <a:lnTo>
                  <a:pt x="3994605" y="49283"/>
                </a:lnTo>
                <a:lnTo>
                  <a:pt x="3991872" y="49765"/>
                </a:lnTo>
                <a:lnTo>
                  <a:pt x="3989204" y="50428"/>
                </a:lnTo>
                <a:lnTo>
                  <a:pt x="3986606" y="51267"/>
                </a:lnTo>
                <a:lnTo>
                  <a:pt x="3984085" y="52274"/>
                </a:lnTo>
                <a:lnTo>
                  <a:pt x="3981647" y="53443"/>
                </a:lnTo>
                <a:lnTo>
                  <a:pt x="3979297" y="54768"/>
                </a:lnTo>
                <a:lnTo>
                  <a:pt x="3977043" y="56242"/>
                </a:lnTo>
                <a:lnTo>
                  <a:pt x="3974890" y="57860"/>
                </a:lnTo>
                <a:lnTo>
                  <a:pt x="3972844" y="59613"/>
                </a:lnTo>
                <a:lnTo>
                  <a:pt x="3970912" y="61497"/>
                </a:lnTo>
                <a:lnTo>
                  <a:pt x="3969099" y="63504"/>
                </a:lnTo>
                <a:lnTo>
                  <a:pt x="3967412" y="65628"/>
                </a:lnTo>
                <a:lnTo>
                  <a:pt x="3965856" y="67863"/>
                </a:lnTo>
                <a:lnTo>
                  <a:pt x="3964439" y="70202"/>
                </a:lnTo>
                <a:lnTo>
                  <a:pt x="3963165" y="72639"/>
                </a:lnTo>
                <a:lnTo>
                  <a:pt x="3962041" y="75167"/>
                </a:lnTo>
                <a:lnTo>
                  <a:pt x="3961073" y="77780"/>
                </a:lnTo>
                <a:lnTo>
                  <a:pt x="3960268" y="80472"/>
                </a:lnTo>
                <a:lnTo>
                  <a:pt x="3959631" y="83235"/>
                </a:lnTo>
                <a:lnTo>
                  <a:pt x="3959168" y="86064"/>
                </a:lnTo>
                <a:lnTo>
                  <a:pt x="3958886" y="88952"/>
                </a:lnTo>
                <a:lnTo>
                  <a:pt x="3958791" y="91893"/>
                </a:lnTo>
                <a:lnTo>
                  <a:pt x="3958891" y="94815"/>
                </a:lnTo>
                <a:lnTo>
                  <a:pt x="3959188" y="97688"/>
                </a:lnTo>
                <a:lnTo>
                  <a:pt x="3959676" y="100506"/>
                </a:lnTo>
                <a:lnTo>
                  <a:pt x="3960348" y="103261"/>
                </a:lnTo>
                <a:lnTo>
                  <a:pt x="3961199" y="105946"/>
                </a:lnTo>
                <a:lnTo>
                  <a:pt x="3962222" y="108556"/>
                </a:lnTo>
                <a:lnTo>
                  <a:pt x="3963411" y="111084"/>
                </a:lnTo>
                <a:lnTo>
                  <a:pt x="3964760" y="113522"/>
                </a:lnTo>
                <a:lnTo>
                  <a:pt x="3966263" y="115864"/>
                </a:lnTo>
                <a:lnTo>
                  <a:pt x="3967914" y="118104"/>
                </a:lnTo>
                <a:lnTo>
                  <a:pt x="3969707" y="120234"/>
                </a:lnTo>
                <a:lnTo>
                  <a:pt x="3971635" y="122248"/>
                </a:lnTo>
                <a:lnTo>
                  <a:pt x="3973693" y="124140"/>
                </a:lnTo>
                <a:lnTo>
                  <a:pt x="3975875" y="125902"/>
                </a:lnTo>
                <a:lnTo>
                  <a:pt x="3978173" y="127529"/>
                </a:lnTo>
                <a:lnTo>
                  <a:pt x="3980583" y="129012"/>
                </a:lnTo>
                <a:lnTo>
                  <a:pt x="3983098" y="130346"/>
                </a:lnTo>
                <a:lnTo>
                  <a:pt x="3985712" y="131524"/>
                </a:lnTo>
                <a:lnTo>
                  <a:pt x="3988419" y="132539"/>
                </a:lnTo>
                <a:lnTo>
                  <a:pt x="3991212" y="133384"/>
                </a:lnTo>
                <a:lnTo>
                  <a:pt x="3994087" y="134054"/>
                </a:lnTo>
                <a:lnTo>
                  <a:pt x="3997035" y="134540"/>
                </a:lnTo>
                <a:lnTo>
                  <a:pt x="4000053" y="134837"/>
                </a:lnTo>
                <a:lnTo>
                  <a:pt x="4003132" y="134937"/>
                </a:lnTo>
                <a:lnTo>
                  <a:pt x="4006229" y="134849"/>
                </a:lnTo>
                <a:lnTo>
                  <a:pt x="4009157" y="134593"/>
                </a:lnTo>
                <a:lnTo>
                  <a:pt x="4011922" y="134181"/>
                </a:lnTo>
                <a:lnTo>
                  <a:pt x="4014525" y="133629"/>
                </a:lnTo>
                <a:lnTo>
                  <a:pt x="4016970" y="132947"/>
                </a:lnTo>
                <a:lnTo>
                  <a:pt x="4019261" y="132149"/>
                </a:lnTo>
                <a:lnTo>
                  <a:pt x="4021400" y="131248"/>
                </a:lnTo>
                <a:lnTo>
                  <a:pt x="4023390" y="130257"/>
                </a:lnTo>
                <a:lnTo>
                  <a:pt x="4025235" y="129189"/>
                </a:lnTo>
                <a:lnTo>
                  <a:pt x="4026938" y="128057"/>
                </a:lnTo>
                <a:lnTo>
                  <a:pt x="4028502" y="126874"/>
                </a:lnTo>
                <a:lnTo>
                  <a:pt x="4029931" y="125653"/>
                </a:lnTo>
                <a:lnTo>
                  <a:pt x="4031227" y="124406"/>
                </a:lnTo>
                <a:lnTo>
                  <a:pt x="4032393" y="123148"/>
                </a:lnTo>
                <a:lnTo>
                  <a:pt x="4033433" y="121890"/>
                </a:lnTo>
                <a:lnTo>
                  <a:pt x="4034351" y="120646"/>
                </a:lnTo>
                <a:lnTo>
                  <a:pt x="4035148" y="119429"/>
                </a:lnTo>
                <a:lnTo>
                  <a:pt x="4035829" y="118251"/>
                </a:lnTo>
                <a:lnTo>
                  <a:pt x="4036396" y="117126"/>
                </a:lnTo>
                <a:lnTo>
                  <a:pt x="4036853" y="116067"/>
                </a:lnTo>
                <a:lnTo>
                  <a:pt x="4037203" y="115086"/>
                </a:lnTo>
                <a:lnTo>
                  <a:pt x="4037449" y="114197"/>
                </a:lnTo>
                <a:lnTo>
                  <a:pt x="4037594" y="113412"/>
                </a:lnTo>
                <a:lnTo>
                  <a:pt x="4037642" y="112747"/>
                </a:lnTo>
                <a:lnTo>
                  <a:pt x="4037614" y="112100"/>
                </a:lnTo>
                <a:lnTo>
                  <a:pt x="4037532" y="111505"/>
                </a:lnTo>
                <a:lnTo>
                  <a:pt x="4037400" y="110963"/>
                </a:lnTo>
                <a:lnTo>
                  <a:pt x="4037223" y="110469"/>
                </a:lnTo>
                <a:lnTo>
                  <a:pt x="4037005" y="110023"/>
                </a:lnTo>
                <a:lnTo>
                  <a:pt x="4036751" y="109621"/>
                </a:lnTo>
                <a:close/>
                <a:moveTo>
                  <a:pt x="3975430" y="77053"/>
                </a:moveTo>
                <a:lnTo>
                  <a:pt x="3976221" y="75539"/>
                </a:lnTo>
                <a:lnTo>
                  <a:pt x="3977086" y="74080"/>
                </a:lnTo>
                <a:lnTo>
                  <a:pt x="3978021" y="72679"/>
                </a:lnTo>
                <a:lnTo>
                  <a:pt x="3979023" y="71339"/>
                </a:lnTo>
                <a:lnTo>
                  <a:pt x="3980090" y="70063"/>
                </a:lnTo>
                <a:lnTo>
                  <a:pt x="3981220" y="68853"/>
                </a:lnTo>
                <a:lnTo>
                  <a:pt x="3982408" y="67714"/>
                </a:lnTo>
                <a:lnTo>
                  <a:pt x="3983653" y="66649"/>
                </a:lnTo>
                <a:lnTo>
                  <a:pt x="3984951" y="65660"/>
                </a:lnTo>
                <a:lnTo>
                  <a:pt x="3986299" y="64750"/>
                </a:lnTo>
                <a:lnTo>
                  <a:pt x="3987696" y="63923"/>
                </a:lnTo>
                <a:lnTo>
                  <a:pt x="3989137" y="63182"/>
                </a:lnTo>
                <a:lnTo>
                  <a:pt x="3990620" y="62529"/>
                </a:lnTo>
                <a:lnTo>
                  <a:pt x="3992142" y="61968"/>
                </a:lnTo>
                <a:lnTo>
                  <a:pt x="3993700" y="61503"/>
                </a:lnTo>
                <a:lnTo>
                  <a:pt x="3995292" y="61135"/>
                </a:lnTo>
                <a:lnTo>
                  <a:pt x="3996915" y="60869"/>
                </a:lnTo>
                <a:lnTo>
                  <a:pt x="3998565" y="60707"/>
                </a:lnTo>
                <a:lnTo>
                  <a:pt x="4000240" y="60652"/>
                </a:lnTo>
                <a:lnTo>
                  <a:pt x="4001503" y="60678"/>
                </a:lnTo>
                <a:lnTo>
                  <a:pt x="4002780" y="60758"/>
                </a:lnTo>
                <a:lnTo>
                  <a:pt x="4004067" y="60898"/>
                </a:lnTo>
                <a:lnTo>
                  <a:pt x="4005358" y="61101"/>
                </a:lnTo>
                <a:lnTo>
                  <a:pt x="4006648" y="61372"/>
                </a:lnTo>
                <a:lnTo>
                  <a:pt x="4007931" y="61716"/>
                </a:lnTo>
                <a:lnTo>
                  <a:pt x="4009203" y="62136"/>
                </a:lnTo>
                <a:lnTo>
                  <a:pt x="4010459" y="62638"/>
                </a:lnTo>
                <a:lnTo>
                  <a:pt x="4011692" y="63225"/>
                </a:lnTo>
                <a:lnTo>
                  <a:pt x="4012898" y="63902"/>
                </a:lnTo>
                <a:lnTo>
                  <a:pt x="4014071" y="64674"/>
                </a:lnTo>
                <a:lnTo>
                  <a:pt x="4015206" y="65545"/>
                </a:lnTo>
                <a:lnTo>
                  <a:pt x="4016298" y="66520"/>
                </a:lnTo>
                <a:lnTo>
                  <a:pt x="4017342" y="67602"/>
                </a:lnTo>
                <a:lnTo>
                  <a:pt x="4018332" y="68797"/>
                </a:lnTo>
                <a:lnTo>
                  <a:pt x="4019263" y="70108"/>
                </a:lnTo>
                <a:lnTo>
                  <a:pt x="4020129" y="71541"/>
                </a:lnTo>
                <a:lnTo>
                  <a:pt x="4020926" y="73099"/>
                </a:lnTo>
                <a:lnTo>
                  <a:pt x="4021649" y="74788"/>
                </a:lnTo>
                <a:lnTo>
                  <a:pt x="4022291" y="76610"/>
                </a:lnTo>
                <a:lnTo>
                  <a:pt x="4022848" y="78572"/>
                </a:lnTo>
                <a:lnTo>
                  <a:pt x="4023314" y="80677"/>
                </a:lnTo>
                <a:lnTo>
                  <a:pt x="4023685" y="82930"/>
                </a:lnTo>
                <a:lnTo>
                  <a:pt x="4023954" y="85335"/>
                </a:lnTo>
                <a:lnTo>
                  <a:pt x="3972673" y="85335"/>
                </a:lnTo>
                <a:lnTo>
                  <a:pt x="3973055" y="83594"/>
                </a:lnTo>
                <a:lnTo>
                  <a:pt x="3973525" y="81892"/>
                </a:lnTo>
                <a:lnTo>
                  <a:pt x="3974079" y="80233"/>
                </a:lnTo>
                <a:lnTo>
                  <a:pt x="3974715" y="78619"/>
                </a:lnTo>
                <a:lnTo>
                  <a:pt x="3975430" y="77053"/>
                </a:lnTo>
                <a:close/>
                <a:moveTo>
                  <a:pt x="4239437" y="110023"/>
                </a:moveTo>
                <a:lnTo>
                  <a:pt x="4239183" y="109621"/>
                </a:lnTo>
                <a:lnTo>
                  <a:pt x="4238896" y="109261"/>
                </a:lnTo>
                <a:lnTo>
                  <a:pt x="4238582" y="108941"/>
                </a:lnTo>
                <a:lnTo>
                  <a:pt x="4238245" y="108659"/>
                </a:lnTo>
                <a:lnTo>
                  <a:pt x="4237888" y="108412"/>
                </a:lnTo>
                <a:lnTo>
                  <a:pt x="4237517" y="108198"/>
                </a:lnTo>
                <a:lnTo>
                  <a:pt x="4237135" y="108014"/>
                </a:lnTo>
                <a:lnTo>
                  <a:pt x="4236747" y="107859"/>
                </a:lnTo>
                <a:lnTo>
                  <a:pt x="4236358" y="107730"/>
                </a:lnTo>
                <a:lnTo>
                  <a:pt x="4235971" y="107623"/>
                </a:lnTo>
                <a:lnTo>
                  <a:pt x="4235591" y="107539"/>
                </a:lnTo>
                <a:lnTo>
                  <a:pt x="4235223" y="107472"/>
                </a:lnTo>
                <a:lnTo>
                  <a:pt x="4234870" y="107423"/>
                </a:lnTo>
                <a:lnTo>
                  <a:pt x="4234538" y="107387"/>
                </a:lnTo>
                <a:lnTo>
                  <a:pt x="4234230" y="107363"/>
                </a:lnTo>
                <a:lnTo>
                  <a:pt x="4233950" y="107349"/>
                </a:lnTo>
                <a:lnTo>
                  <a:pt x="4233704" y="107341"/>
                </a:lnTo>
                <a:lnTo>
                  <a:pt x="4233495" y="107339"/>
                </a:lnTo>
                <a:lnTo>
                  <a:pt x="4233329" y="107338"/>
                </a:lnTo>
                <a:lnTo>
                  <a:pt x="4232905" y="107341"/>
                </a:lnTo>
                <a:lnTo>
                  <a:pt x="4232500" y="107352"/>
                </a:lnTo>
                <a:lnTo>
                  <a:pt x="4232114" y="107370"/>
                </a:lnTo>
                <a:lnTo>
                  <a:pt x="4231746" y="107398"/>
                </a:lnTo>
                <a:lnTo>
                  <a:pt x="4231395" y="107436"/>
                </a:lnTo>
                <a:lnTo>
                  <a:pt x="4231060" y="107486"/>
                </a:lnTo>
                <a:lnTo>
                  <a:pt x="4230741" y="107548"/>
                </a:lnTo>
                <a:lnTo>
                  <a:pt x="4230436" y="107624"/>
                </a:lnTo>
                <a:lnTo>
                  <a:pt x="4230146" y="107715"/>
                </a:lnTo>
                <a:lnTo>
                  <a:pt x="4229869" y="107822"/>
                </a:lnTo>
                <a:lnTo>
                  <a:pt x="4229604" y="107945"/>
                </a:lnTo>
                <a:lnTo>
                  <a:pt x="4229352" y="108087"/>
                </a:lnTo>
                <a:lnTo>
                  <a:pt x="4229110" y="108248"/>
                </a:lnTo>
                <a:lnTo>
                  <a:pt x="4228879" y="108429"/>
                </a:lnTo>
                <a:lnTo>
                  <a:pt x="4228657" y="108631"/>
                </a:lnTo>
                <a:lnTo>
                  <a:pt x="4228444" y="108855"/>
                </a:lnTo>
                <a:lnTo>
                  <a:pt x="4228239" y="109103"/>
                </a:lnTo>
                <a:lnTo>
                  <a:pt x="4228041" y="109376"/>
                </a:lnTo>
                <a:lnTo>
                  <a:pt x="4227850" y="109674"/>
                </a:lnTo>
                <a:lnTo>
                  <a:pt x="4227665" y="110000"/>
                </a:lnTo>
                <a:lnTo>
                  <a:pt x="4227484" y="110353"/>
                </a:lnTo>
                <a:lnTo>
                  <a:pt x="4227308" y="110734"/>
                </a:lnTo>
                <a:lnTo>
                  <a:pt x="4227135" y="111146"/>
                </a:lnTo>
                <a:lnTo>
                  <a:pt x="4226965" y="111589"/>
                </a:lnTo>
                <a:lnTo>
                  <a:pt x="4226404" y="112777"/>
                </a:lnTo>
                <a:lnTo>
                  <a:pt x="4225783" y="113883"/>
                </a:lnTo>
                <a:lnTo>
                  <a:pt x="4225107" y="114910"/>
                </a:lnTo>
                <a:lnTo>
                  <a:pt x="4224382" y="115861"/>
                </a:lnTo>
                <a:lnTo>
                  <a:pt x="4223612" y="116739"/>
                </a:lnTo>
                <a:lnTo>
                  <a:pt x="4222802" y="117546"/>
                </a:lnTo>
                <a:lnTo>
                  <a:pt x="4221957" y="118286"/>
                </a:lnTo>
                <a:lnTo>
                  <a:pt x="4221081" y="118960"/>
                </a:lnTo>
                <a:lnTo>
                  <a:pt x="4220180" y="119572"/>
                </a:lnTo>
                <a:lnTo>
                  <a:pt x="4219259" y="120125"/>
                </a:lnTo>
                <a:lnTo>
                  <a:pt x="4218322" y="120621"/>
                </a:lnTo>
                <a:lnTo>
                  <a:pt x="4217373" y="121063"/>
                </a:lnTo>
                <a:lnTo>
                  <a:pt x="4216419" y="121454"/>
                </a:lnTo>
                <a:lnTo>
                  <a:pt x="4215464" y="121796"/>
                </a:lnTo>
                <a:lnTo>
                  <a:pt x="4214512" y="122092"/>
                </a:lnTo>
                <a:lnTo>
                  <a:pt x="4213569" y="122346"/>
                </a:lnTo>
                <a:lnTo>
                  <a:pt x="4212640" y="122559"/>
                </a:lnTo>
                <a:lnTo>
                  <a:pt x="4211728" y="122735"/>
                </a:lnTo>
                <a:lnTo>
                  <a:pt x="4210840" y="122877"/>
                </a:lnTo>
                <a:lnTo>
                  <a:pt x="4209979" y="122986"/>
                </a:lnTo>
                <a:lnTo>
                  <a:pt x="4209152" y="123066"/>
                </a:lnTo>
                <a:lnTo>
                  <a:pt x="4208362" y="123120"/>
                </a:lnTo>
                <a:lnTo>
                  <a:pt x="4207614" y="123151"/>
                </a:lnTo>
                <a:lnTo>
                  <a:pt x="4206914" y="123160"/>
                </a:lnTo>
                <a:lnTo>
                  <a:pt x="4205108" y="123110"/>
                </a:lnTo>
                <a:lnTo>
                  <a:pt x="4203306" y="122961"/>
                </a:lnTo>
                <a:lnTo>
                  <a:pt x="4201515" y="122713"/>
                </a:lnTo>
                <a:lnTo>
                  <a:pt x="4199738" y="122369"/>
                </a:lnTo>
                <a:lnTo>
                  <a:pt x="4197980" y="121929"/>
                </a:lnTo>
                <a:lnTo>
                  <a:pt x="4196248" y="121394"/>
                </a:lnTo>
                <a:lnTo>
                  <a:pt x="4194545" y="120766"/>
                </a:lnTo>
                <a:lnTo>
                  <a:pt x="4192877" y="120045"/>
                </a:lnTo>
                <a:lnTo>
                  <a:pt x="4191248" y="119233"/>
                </a:lnTo>
                <a:lnTo>
                  <a:pt x="4189664" y="118332"/>
                </a:lnTo>
                <a:lnTo>
                  <a:pt x="4188129" y="117341"/>
                </a:lnTo>
                <a:lnTo>
                  <a:pt x="4186648" y="116263"/>
                </a:lnTo>
                <a:lnTo>
                  <a:pt x="4185226" y="115098"/>
                </a:lnTo>
                <a:lnTo>
                  <a:pt x="4183869" y="113847"/>
                </a:lnTo>
                <a:lnTo>
                  <a:pt x="4182581" y="112513"/>
                </a:lnTo>
                <a:lnTo>
                  <a:pt x="4181367" y="111095"/>
                </a:lnTo>
                <a:lnTo>
                  <a:pt x="4180231" y="109596"/>
                </a:lnTo>
                <a:lnTo>
                  <a:pt x="4179180" y="108016"/>
                </a:lnTo>
                <a:lnTo>
                  <a:pt x="4178218" y="106356"/>
                </a:lnTo>
                <a:lnTo>
                  <a:pt x="4177349" y="104617"/>
                </a:lnTo>
                <a:lnTo>
                  <a:pt x="4176579" y="102802"/>
                </a:lnTo>
                <a:lnTo>
                  <a:pt x="4175913" y="100910"/>
                </a:lnTo>
                <a:lnTo>
                  <a:pt x="4175355" y="98943"/>
                </a:lnTo>
                <a:lnTo>
                  <a:pt x="4174911" y="96903"/>
                </a:lnTo>
                <a:lnTo>
                  <a:pt x="4232364" y="96903"/>
                </a:lnTo>
                <a:lnTo>
                  <a:pt x="4232867" y="96902"/>
                </a:lnTo>
                <a:lnTo>
                  <a:pt x="4233366" y="96899"/>
                </a:lnTo>
                <a:lnTo>
                  <a:pt x="4233857" y="96889"/>
                </a:lnTo>
                <a:lnTo>
                  <a:pt x="4234340" y="96870"/>
                </a:lnTo>
                <a:lnTo>
                  <a:pt x="4234814" y="96838"/>
                </a:lnTo>
                <a:lnTo>
                  <a:pt x="4235276" y="96792"/>
                </a:lnTo>
                <a:lnTo>
                  <a:pt x="4235726" y="96726"/>
                </a:lnTo>
                <a:lnTo>
                  <a:pt x="4236162" y="96639"/>
                </a:lnTo>
                <a:lnTo>
                  <a:pt x="4236582" y="96527"/>
                </a:lnTo>
                <a:lnTo>
                  <a:pt x="4236986" y="96387"/>
                </a:lnTo>
                <a:lnTo>
                  <a:pt x="4237371" y="96216"/>
                </a:lnTo>
                <a:lnTo>
                  <a:pt x="4237737" y="96012"/>
                </a:lnTo>
                <a:lnTo>
                  <a:pt x="4238081" y="95770"/>
                </a:lnTo>
                <a:lnTo>
                  <a:pt x="4238404" y="95487"/>
                </a:lnTo>
                <a:lnTo>
                  <a:pt x="4238702" y="95162"/>
                </a:lnTo>
                <a:lnTo>
                  <a:pt x="4238975" y="94790"/>
                </a:lnTo>
                <a:lnTo>
                  <a:pt x="4239221" y="94369"/>
                </a:lnTo>
                <a:lnTo>
                  <a:pt x="4239439" y="93894"/>
                </a:lnTo>
                <a:lnTo>
                  <a:pt x="4239627" y="93365"/>
                </a:lnTo>
                <a:lnTo>
                  <a:pt x="4239784" y="92776"/>
                </a:lnTo>
                <a:lnTo>
                  <a:pt x="4239909" y="92126"/>
                </a:lnTo>
                <a:lnTo>
                  <a:pt x="4240000" y="91410"/>
                </a:lnTo>
                <a:lnTo>
                  <a:pt x="4240055" y="90626"/>
                </a:lnTo>
                <a:lnTo>
                  <a:pt x="4240074" y="89772"/>
                </a:lnTo>
                <a:lnTo>
                  <a:pt x="4240010" y="87041"/>
                </a:lnTo>
                <a:lnTo>
                  <a:pt x="4239817" y="84349"/>
                </a:lnTo>
                <a:lnTo>
                  <a:pt x="4239495" y="81703"/>
                </a:lnTo>
                <a:lnTo>
                  <a:pt x="4239044" y="79109"/>
                </a:lnTo>
                <a:lnTo>
                  <a:pt x="4238464" y="76576"/>
                </a:lnTo>
                <a:lnTo>
                  <a:pt x="4237755" y="74109"/>
                </a:lnTo>
                <a:lnTo>
                  <a:pt x="4236916" y="71715"/>
                </a:lnTo>
                <a:lnTo>
                  <a:pt x="4235947" y="69401"/>
                </a:lnTo>
                <a:lnTo>
                  <a:pt x="4234849" y="67175"/>
                </a:lnTo>
                <a:lnTo>
                  <a:pt x="4233620" y="65042"/>
                </a:lnTo>
                <a:lnTo>
                  <a:pt x="4232261" y="63010"/>
                </a:lnTo>
                <a:lnTo>
                  <a:pt x="4230772" y="61086"/>
                </a:lnTo>
                <a:lnTo>
                  <a:pt x="4229152" y="59277"/>
                </a:lnTo>
                <a:lnTo>
                  <a:pt x="4227402" y="57588"/>
                </a:lnTo>
                <a:lnTo>
                  <a:pt x="4225521" y="56028"/>
                </a:lnTo>
                <a:lnTo>
                  <a:pt x="4223509" y="54603"/>
                </a:lnTo>
                <a:lnTo>
                  <a:pt x="4221365" y="53320"/>
                </a:lnTo>
                <a:lnTo>
                  <a:pt x="4219090" y="52186"/>
                </a:lnTo>
                <a:lnTo>
                  <a:pt x="4216684" y="51207"/>
                </a:lnTo>
                <a:lnTo>
                  <a:pt x="4214146" y="50391"/>
                </a:lnTo>
                <a:lnTo>
                  <a:pt x="4211476" y="49745"/>
                </a:lnTo>
                <a:lnTo>
                  <a:pt x="4208673" y="49274"/>
                </a:lnTo>
                <a:lnTo>
                  <a:pt x="4205739" y="48987"/>
                </a:lnTo>
                <a:lnTo>
                  <a:pt x="4202672" y="48890"/>
                </a:lnTo>
                <a:lnTo>
                  <a:pt x="4199829" y="48989"/>
                </a:lnTo>
                <a:lnTo>
                  <a:pt x="4197037" y="49283"/>
                </a:lnTo>
                <a:lnTo>
                  <a:pt x="4194304" y="49765"/>
                </a:lnTo>
                <a:lnTo>
                  <a:pt x="4191636" y="50428"/>
                </a:lnTo>
                <a:lnTo>
                  <a:pt x="4189038" y="51267"/>
                </a:lnTo>
                <a:lnTo>
                  <a:pt x="4186517" y="52274"/>
                </a:lnTo>
                <a:lnTo>
                  <a:pt x="4184079" y="53443"/>
                </a:lnTo>
                <a:lnTo>
                  <a:pt x="4181729" y="54768"/>
                </a:lnTo>
                <a:lnTo>
                  <a:pt x="4179475" y="56242"/>
                </a:lnTo>
                <a:lnTo>
                  <a:pt x="4177322" y="57860"/>
                </a:lnTo>
                <a:lnTo>
                  <a:pt x="4175276" y="59613"/>
                </a:lnTo>
                <a:lnTo>
                  <a:pt x="4173344" y="61497"/>
                </a:lnTo>
                <a:lnTo>
                  <a:pt x="4171531" y="63504"/>
                </a:lnTo>
                <a:lnTo>
                  <a:pt x="4169844" y="65628"/>
                </a:lnTo>
                <a:lnTo>
                  <a:pt x="4168288" y="67863"/>
                </a:lnTo>
                <a:lnTo>
                  <a:pt x="4166871" y="70202"/>
                </a:lnTo>
                <a:lnTo>
                  <a:pt x="4165597" y="72639"/>
                </a:lnTo>
                <a:lnTo>
                  <a:pt x="4164473" y="75167"/>
                </a:lnTo>
                <a:lnTo>
                  <a:pt x="4163505" y="77780"/>
                </a:lnTo>
                <a:lnTo>
                  <a:pt x="4162700" y="80472"/>
                </a:lnTo>
                <a:lnTo>
                  <a:pt x="4162063" y="83235"/>
                </a:lnTo>
                <a:lnTo>
                  <a:pt x="4161600" y="86064"/>
                </a:lnTo>
                <a:lnTo>
                  <a:pt x="4161318" y="88952"/>
                </a:lnTo>
                <a:lnTo>
                  <a:pt x="4161223" y="91893"/>
                </a:lnTo>
                <a:lnTo>
                  <a:pt x="4161323" y="94815"/>
                </a:lnTo>
                <a:lnTo>
                  <a:pt x="4161620" y="97688"/>
                </a:lnTo>
                <a:lnTo>
                  <a:pt x="4162108" y="100506"/>
                </a:lnTo>
                <a:lnTo>
                  <a:pt x="4162780" y="103261"/>
                </a:lnTo>
                <a:lnTo>
                  <a:pt x="4163631" y="105946"/>
                </a:lnTo>
                <a:lnTo>
                  <a:pt x="4164654" y="108556"/>
                </a:lnTo>
                <a:lnTo>
                  <a:pt x="4165843" y="111084"/>
                </a:lnTo>
                <a:lnTo>
                  <a:pt x="4167192" y="113522"/>
                </a:lnTo>
                <a:lnTo>
                  <a:pt x="4168695" y="115864"/>
                </a:lnTo>
                <a:lnTo>
                  <a:pt x="4170346" y="118104"/>
                </a:lnTo>
                <a:lnTo>
                  <a:pt x="4172139" y="120234"/>
                </a:lnTo>
                <a:lnTo>
                  <a:pt x="4174067" y="122248"/>
                </a:lnTo>
                <a:lnTo>
                  <a:pt x="4176125" y="124140"/>
                </a:lnTo>
                <a:lnTo>
                  <a:pt x="4178307" y="125902"/>
                </a:lnTo>
                <a:lnTo>
                  <a:pt x="4180605" y="127529"/>
                </a:lnTo>
                <a:lnTo>
                  <a:pt x="4183015" y="129012"/>
                </a:lnTo>
                <a:lnTo>
                  <a:pt x="4185530" y="130346"/>
                </a:lnTo>
                <a:lnTo>
                  <a:pt x="4188144" y="131524"/>
                </a:lnTo>
                <a:lnTo>
                  <a:pt x="4190851" y="132539"/>
                </a:lnTo>
                <a:lnTo>
                  <a:pt x="4193644" y="133384"/>
                </a:lnTo>
                <a:lnTo>
                  <a:pt x="4196518" y="134054"/>
                </a:lnTo>
                <a:lnTo>
                  <a:pt x="4199467" y="134540"/>
                </a:lnTo>
                <a:lnTo>
                  <a:pt x="4202485" y="134837"/>
                </a:lnTo>
                <a:lnTo>
                  <a:pt x="4205564" y="134937"/>
                </a:lnTo>
                <a:lnTo>
                  <a:pt x="4208660" y="134849"/>
                </a:lnTo>
                <a:lnTo>
                  <a:pt x="4211589" y="134593"/>
                </a:lnTo>
                <a:lnTo>
                  <a:pt x="4214354" y="134181"/>
                </a:lnTo>
                <a:lnTo>
                  <a:pt x="4216957" y="133629"/>
                </a:lnTo>
                <a:lnTo>
                  <a:pt x="4219402" y="132947"/>
                </a:lnTo>
                <a:lnTo>
                  <a:pt x="4221693" y="132149"/>
                </a:lnTo>
                <a:lnTo>
                  <a:pt x="4223832" y="131248"/>
                </a:lnTo>
                <a:lnTo>
                  <a:pt x="4225822" y="130257"/>
                </a:lnTo>
                <a:lnTo>
                  <a:pt x="4227667" y="129189"/>
                </a:lnTo>
                <a:lnTo>
                  <a:pt x="4229370" y="128057"/>
                </a:lnTo>
                <a:lnTo>
                  <a:pt x="4230934" y="126874"/>
                </a:lnTo>
                <a:lnTo>
                  <a:pt x="4232363" y="125653"/>
                </a:lnTo>
                <a:lnTo>
                  <a:pt x="4233658" y="124406"/>
                </a:lnTo>
                <a:lnTo>
                  <a:pt x="4234825" y="123148"/>
                </a:lnTo>
                <a:lnTo>
                  <a:pt x="4235865" y="121890"/>
                </a:lnTo>
                <a:lnTo>
                  <a:pt x="4236782" y="120646"/>
                </a:lnTo>
                <a:lnTo>
                  <a:pt x="4237580" y="119429"/>
                </a:lnTo>
                <a:lnTo>
                  <a:pt x="4238261" y="118251"/>
                </a:lnTo>
                <a:lnTo>
                  <a:pt x="4238828" y="117126"/>
                </a:lnTo>
                <a:lnTo>
                  <a:pt x="4239285" y="116067"/>
                </a:lnTo>
                <a:lnTo>
                  <a:pt x="4239635" y="115086"/>
                </a:lnTo>
                <a:lnTo>
                  <a:pt x="4239881" y="114197"/>
                </a:lnTo>
                <a:lnTo>
                  <a:pt x="4240026" y="113412"/>
                </a:lnTo>
                <a:lnTo>
                  <a:pt x="4240074" y="112747"/>
                </a:lnTo>
                <a:lnTo>
                  <a:pt x="4240046" y="112100"/>
                </a:lnTo>
                <a:lnTo>
                  <a:pt x="4239963" y="111505"/>
                </a:lnTo>
                <a:lnTo>
                  <a:pt x="4239832" y="110963"/>
                </a:lnTo>
                <a:lnTo>
                  <a:pt x="4239655" y="110469"/>
                </a:lnTo>
                <a:lnTo>
                  <a:pt x="4239437" y="110023"/>
                </a:lnTo>
                <a:close/>
                <a:moveTo>
                  <a:pt x="4177147" y="78619"/>
                </a:moveTo>
                <a:lnTo>
                  <a:pt x="4177862" y="77053"/>
                </a:lnTo>
                <a:lnTo>
                  <a:pt x="4178653" y="75539"/>
                </a:lnTo>
                <a:lnTo>
                  <a:pt x="4179517" y="74080"/>
                </a:lnTo>
                <a:lnTo>
                  <a:pt x="4180452" y="72679"/>
                </a:lnTo>
                <a:lnTo>
                  <a:pt x="4181455" y="71339"/>
                </a:lnTo>
                <a:lnTo>
                  <a:pt x="4182522" y="70063"/>
                </a:lnTo>
                <a:lnTo>
                  <a:pt x="4183652" y="68853"/>
                </a:lnTo>
                <a:lnTo>
                  <a:pt x="4184840" y="67714"/>
                </a:lnTo>
                <a:lnTo>
                  <a:pt x="4186085" y="66649"/>
                </a:lnTo>
                <a:lnTo>
                  <a:pt x="4187383" y="65660"/>
                </a:lnTo>
                <a:lnTo>
                  <a:pt x="4188731" y="64750"/>
                </a:lnTo>
                <a:lnTo>
                  <a:pt x="4190127" y="63923"/>
                </a:lnTo>
                <a:lnTo>
                  <a:pt x="4191568" y="63182"/>
                </a:lnTo>
                <a:lnTo>
                  <a:pt x="4193052" y="62529"/>
                </a:lnTo>
                <a:lnTo>
                  <a:pt x="4194574" y="61968"/>
                </a:lnTo>
                <a:lnTo>
                  <a:pt x="4196132" y="61503"/>
                </a:lnTo>
                <a:lnTo>
                  <a:pt x="4197724" y="61135"/>
                </a:lnTo>
                <a:lnTo>
                  <a:pt x="4199347" y="60869"/>
                </a:lnTo>
                <a:lnTo>
                  <a:pt x="4200997" y="60707"/>
                </a:lnTo>
                <a:lnTo>
                  <a:pt x="4202672" y="60652"/>
                </a:lnTo>
                <a:lnTo>
                  <a:pt x="4203935" y="60678"/>
                </a:lnTo>
                <a:lnTo>
                  <a:pt x="4205212" y="60758"/>
                </a:lnTo>
                <a:lnTo>
                  <a:pt x="4206499" y="60898"/>
                </a:lnTo>
                <a:lnTo>
                  <a:pt x="4207789" y="61101"/>
                </a:lnTo>
                <a:lnTo>
                  <a:pt x="4209079" y="61372"/>
                </a:lnTo>
                <a:lnTo>
                  <a:pt x="4210363" y="61716"/>
                </a:lnTo>
                <a:lnTo>
                  <a:pt x="4211635" y="62136"/>
                </a:lnTo>
                <a:lnTo>
                  <a:pt x="4212890" y="62638"/>
                </a:lnTo>
                <a:lnTo>
                  <a:pt x="4214124" y="63225"/>
                </a:lnTo>
                <a:lnTo>
                  <a:pt x="4215329" y="63902"/>
                </a:lnTo>
                <a:lnTo>
                  <a:pt x="4216503" y="64674"/>
                </a:lnTo>
                <a:lnTo>
                  <a:pt x="4217638" y="65545"/>
                </a:lnTo>
                <a:lnTo>
                  <a:pt x="4218730" y="66520"/>
                </a:lnTo>
                <a:lnTo>
                  <a:pt x="4219774" y="67602"/>
                </a:lnTo>
                <a:lnTo>
                  <a:pt x="4220764" y="68797"/>
                </a:lnTo>
                <a:lnTo>
                  <a:pt x="4221694" y="70108"/>
                </a:lnTo>
                <a:lnTo>
                  <a:pt x="4222561" y="71541"/>
                </a:lnTo>
                <a:lnTo>
                  <a:pt x="4223358" y="73099"/>
                </a:lnTo>
                <a:lnTo>
                  <a:pt x="4224081" y="74788"/>
                </a:lnTo>
                <a:lnTo>
                  <a:pt x="4224723" y="76610"/>
                </a:lnTo>
                <a:lnTo>
                  <a:pt x="4225280" y="78572"/>
                </a:lnTo>
                <a:lnTo>
                  <a:pt x="4225746" y="80677"/>
                </a:lnTo>
                <a:lnTo>
                  <a:pt x="4226117" y="82930"/>
                </a:lnTo>
                <a:lnTo>
                  <a:pt x="4226386" y="85335"/>
                </a:lnTo>
                <a:lnTo>
                  <a:pt x="4175105" y="85335"/>
                </a:lnTo>
                <a:lnTo>
                  <a:pt x="4175487" y="83594"/>
                </a:lnTo>
                <a:lnTo>
                  <a:pt x="4175956" y="81892"/>
                </a:lnTo>
                <a:lnTo>
                  <a:pt x="4176511" y="80233"/>
                </a:lnTo>
                <a:lnTo>
                  <a:pt x="4177147" y="78619"/>
                </a:lnTo>
                <a:close/>
                <a:moveTo>
                  <a:pt x="4754582" y="124488"/>
                </a:moveTo>
                <a:lnTo>
                  <a:pt x="4754310" y="124104"/>
                </a:lnTo>
                <a:lnTo>
                  <a:pt x="4754008" y="123762"/>
                </a:lnTo>
                <a:lnTo>
                  <a:pt x="4753679" y="123460"/>
                </a:lnTo>
                <a:lnTo>
                  <a:pt x="4753327" y="123196"/>
                </a:lnTo>
                <a:lnTo>
                  <a:pt x="4752954" y="122967"/>
                </a:lnTo>
                <a:lnTo>
                  <a:pt x="4752564" y="122771"/>
                </a:lnTo>
                <a:lnTo>
                  <a:pt x="4752160" y="122605"/>
                </a:lnTo>
                <a:lnTo>
                  <a:pt x="4751745" y="122466"/>
                </a:lnTo>
                <a:lnTo>
                  <a:pt x="4751322" y="122353"/>
                </a:lnTo>
                <a:lnTo>
                  <a:pt x="4750895" y="122262"/>
                </a:lnTo>
                <a:lnTo>
                  <a:pt x="4750467" y="122192"/>
                </a:lnTo>
                <a:lnTo>
                  <a:pt x="4750040" y="122138"/>
                </a:lnTo>
                <a:lnTo>
                  <a:pt x="4749618" y="122100"/>
                </a:lnTo>
                <a:lnTo>
                  <a:pt x="4749205" y="122075"/>
                </a:lnTo>
                <a:lnTo>
                  <a:pt x="4748803" y="122059"/>
                </a:lnTo>
                <a:lnTo>
                  <a:pt x="4748416" y="122051"/>
                </a:lnTo>
                <a:lnTo>
                  <a:pt x="4748046" y="122048"/>
                </a:lnTo>
                <a:lnTo>
                  <a:pt x="4747697" y="122048"/>
                </a:lnTo>
                <a:lnTo>
                  <a:pt x="4739019" y="122048"/>
                </a:lnTo>
                <a:lnTo>
                  <a:pt x="4739019" y="58678"/>
                </a:lnTo>
                <a:lnTo>
                  <a:pt x="4739013" y="57952"/>
                </a:lnTo>
                <a:lnTo>
                  <a:pt x="4738992" y="57267"/>
                </a:lnTo>
                <a:lnTo>
                  <a:pt x="4738956" y="56623"/>
                </a:lnTo>
                <a:lnTo>
                  <a:pt x="4738903" y="56018"/>
                </a:lnTo>
                <a:lnTo>
                  <a:pt x="4738830" y="55451"/>
                </a:lnTo>
                <a:lnTo>
                  <a:pt x="4738736" y="54922"/>
                </a:lnTo>
                <a:lnTo>
                  <a:pt x="4738619" y="54429"/>
                </a:lnTo>
                <a:lnTo>
                  <a:pt x="4738476" y="53973"/>
                </a:lnTo>
                <a:lnTo>
                  <a:pt x="4738307" y="53551"/>
                </a:lnTo>
                <a:lnTo>
                  <a:pt x="4738110" y="53163"/>
                </a:lnTo>
                <a:lnTo>
                  <a:pt x="4737882" y="52808"/>
                </a:lnTo>
                <a:lnTo>
                  <a:pt x="4737622" y="52485"/>
                </a:lnTo>
                <a:lnTo>
                  <a:pt x="4737327" y="52193"/>
                </a:lnTo>
                <a:lnTo>
                  <a:pt x="4736997" y="51931"/>
                </a:lnTo>
                <a:lnTo>
                  <a:pt x="4736628" y="51698"/>
                </a:lnTo>
                <a:lnTo>
                  <a:pt x="4736221" y="51494"/>
                </a:lnTo>
                <a:lnTo>
                  <a:pt x="4735771" y="51318"/>
                </a:lnTo>
                <a:lnTo>
                  <a:pt x="4735278" y="51168"/>
                </a:lnTo>
                <a:lnTo>
                  <a:pt x="4734740" y="51043"/>
                </a:lnTo>
                <a:lnTo>
                  <a:pt x="4734155" y="50943"/>
                </a:lnTo>
                <a:lnTo>
                  <a:pt x="4733522" y="50867"/>
                </a:lnTo>
                <a:lnTo>
                  <a:pt x="4732837" y="50814"/>
                </a:lnTo>
                <a:lnTo>
                  <a:pt x="4732100" y="50783"/>
                </a:lnTo>
                <a:lnTo>
                  <a:pt x="4731309" y="50773"/>
                </a:lnTo>
                <a:lnTo>
                  <a:pt x="4717235" y="50773"/>
                </a:lnTo>
                <a:lnTo>
                  <a:pt x="4716841" y="50773"/>
                </a:lnTo>
                <a:lnTo>
                  <a:pt x="4716431" y="50776"/>
                </a:lnTo>
                <a:lnTo>
                  <a:pt x="4716009" y="50784"/>
                </a:lnTo>
                <a:lnTo>
                  <a:pt x="4715578" y="50800"/>
                </a:lnTo>
                <a:lnTo>
                  <a:pt x="4715140" y="50827"/>
                </a:lnTo>
                <a:lnTo>
                  <a:pt x="4714698" y="50866"/>
                </a:lnTo>
                <a:lnTo>
                  <a:pt x="4714255" y="50921"/>
                </a:lnTo>
                <a:lnTo>
                  <a:pt x="4713814" y="50994"/>
                </a:lnTo>
                <a:lnTo>
                  <a:pt x="4713378" y="51088"/>
                </a:lnTo>
                <a:lnTo>
                  <a:pt x="4712949" y="51205"/>
                </a:lnTo>
                <a:lnTo>
                  <a:pt x="4712531" y="51348"/>
                </a:lnTo>
                <a:lnTo>
                  <a:pt x="4712126" y="51520"/>
                </a:lnTo>
                <a:lnTo>
                  <a:pt x="4711737" y="51723"/>
                </a:lnTo>
                <a:lnTo>
                  <a:pt x="4711366" y="51959"/>
                </a:lnTo>
                <a:lnTo>
                  <a:pt x="4711018" y="52232"/>
                </a:lnTo>
                <a:lnTo>
                  <a:pt x="4710694" y="52544"/>
                </a:lnTo>
                <a:lnTo>
                  <a:pt x="4710398" y="52897"/>
                </a:lnTo>
                <a:lnTo>
                  <a:pt x="4710132" y="53295"/>
                </a:lnTo>
                <a:lnTo>
                  <a:pt x="4709899" y="53739"/>
                </a:lnTo>
                <a:lnTo>
                  <a:pt x="4709702" y="54232"/>
                </a:lnTo>
                <a:lnTo>
                  <a:pt x="4709544" y="54778"/>
                </a:lnTo>
                <a:lnTo>
                  <a:pt x="4709427" y="55377"/>
                </a:lnTo>
                <a:lnTo>
                  <a:pt x="4709355" y="56034"/>
                </a:lnTo>
                <a:lnTo>
                  <a:pt x="4709331" y="56751"/>
                </a:lnTo>
                <a:lnTo>
                  <a:pt x="4709356" y="57444"/>
                </a:lnTo>
                <a:lnTo>
                  <a:pt x="4709431" y="58080"/>
                </a:lnTo>
                <a:lnTo>
                  <a:pt x="4709551" y="58660"/>
                </a:lnTo>
                <a:lnTo>
                  <a:pt x="4709714" y="59188"/>
                </a:lnTo>
                <a:lnTo>
                  <a:pt x="4709917" y="59665"/>
                </a:lnTo>
                <a:lnTo>
                  <a:pt x="4710156" y="60095"/>
                </a:lnTo>
                <a:lnTo>
                  <a:pt x="4710428" y="60479"/>
                </a:lnTo>
                <a:lnTo>
                  <a:pt x="4710730" y="60821"/>
                </a:lnTo>
                <a:lnTo>
                  <a:pt x="4711059" y="61123"/>
                </a:lnTo>
                <a:lnTo>
                  <a:pt x="4711411" y="61387"/>
                </a:lnTo>
                <a:lnTo>
                  <a:pt x="4711784" y="61616"/>
                </a:lnTo>
                <a:lnTo>
                  <a:pt x="4712174" y="61812"/>
                </a:lnTo>
                <a:lnTo>
                  <a:pt x="4712578" y="61978"/>
                </a:lnTo>
                <a:lnTo>
                  <a:pt x="4712993" y="62116"/>
                </a:lnTo>
                <a:lnTo>
                  <a:pt x="4713416" y="62230"/>
                </a:lnTo>
                <a:lnTo>
                  <a:pt x="4713843" y="62321"/>
                </a:lnTo>
                <a:lnTo>
                  <a:pt x="4714271" y="62391"/>
                </a:lnTo>
                <a:lnTo>
                  <a:pt x="4714698" y="62444"/>
                </a:lnTo>
                <a:lnTo>
                  <a:pt x="4715120" y="62482"/>
                </a:lnTo>
                <a:lnTo>
                  <a:pt x="4715533" y="62508"/>
                </a:lnTo>
                <a:lnTo>
                  <a:pt x="4715935" y="62523"/>
                </a:lnTo>
                <a:lnTo>
                  <a:pt x="4716323" y="62531"/>
                </a:lnTo>
                <a:lnTo>
                  <a:pt x="4716692" y="62534"/>
                </a:lnTo>
                <a:lnTo>
                  <a:pt x="4717041" y="62535"/>
                </a:lnTo>
                <a:lnTo>
                  <a:pt x="4725716" y="62535"/>
                </a:lnTo>
                <a:lnTo>
                  <a:pt x="4725716" y="103558"/>
                </a:lnTo>
                <a:lnTo>
                  <a:pt x="4725637" y="105644"/>
                </a:lnTo>
                <a:lnTo>
                  <a:pt x="4725405" y="107580"/>
                </a:lnTo>
                <a:lnTo>
                  <a:pt x="4725033" y="109371"/>
                </a:lnTo>
                <a:lnTo>
                  <a:pt x="4724531" y="111022"/>
                </a:lnTo>
                <a:lnTo>
                  <a:pt x="4723910" y="112538"/>
                </a:lnTo>
                <a:lnTo>
                  <a:pt x="4723180" y="113926"/>
                </a:lnTo>
                <a:lnTo>
                  <a:pt x="4722353" y="115191"/>
                </a:lnTo>
                <a:lnTo>
                  <a:pt x="4721439" y="116338"/>
                </a:lnTo>
                <a:lnTo>
                  <a:pt x="4720450" y="117373"/>
                </a:lnTo>
                <a:lnTo>
                  <a:pt x="4719396" y="118301"/>
                </a:lnTo>
                <a:lnTo>
                  <a:pt x="4718288" y="119128"/>
                </a:lnTo>
                <a:lnTo>
                  <a:pt x="4717138" y="119859"/>
                </a:lnTo>
                <a:lnTo>
                  <a:pt x="4715955" y="120500"/>
                </a:lnTo>
                <a:lnTo>
                  <a:pt x="4714750" y="121057"/>
                </a:lnTo>
                <a:lnTo>
                  <a:pt x="4713536" y="121534"/>
                </a:lnTo>
                <a:lnTo>
                  <a:pt x="4712322" y="121938"/>
                </a:lnTo>
                <a:lnTo>
                  <a:pt x="4711119" y="122273"/>
                </a:lnTo>
                <a:lnTo>
                  <a:pt x="4709939" y="122546"/>
                </a:lnTo>
                <a:lnTo>
                  <a:pt x="4708791" y="122762"/>
                </a:lnTo>
                <a:lnTo>
                  <a:pt x="4707688" y="122927"/>
                </a:lnTo>
                <a:lnTo>
                  <a:pt x="4706640" y="123045"/>
                </a:lnTo>
                <a:lnTo>
                  <a:pt x="4705657" y="123122"/>
                </a:lnTo>
                <a:lnTo>
                  <a:pt x="4704751" y="123165"/>
                </a:lnTo>
                <a:lnTo>
                  <a:pt x="4703932" y="123178"/>
                </a:lnTo>
                <a:lnTo>
                  <a:pt x="4702107" y="123145"/>
                </a:lnTo>
                <a:lnTo>
                  <a:pt x="4700433" y="123049"/>
                </a:lnTo>
                <a:lnTo>
                  <a:pt x="4698904" y="122893"/>
                </a:lnTo>
                <a:lnTo>
                  <a:pt x="4697515" y="122679"/>
                </a:lnTo>
                <a:lnTo>
                  <a:pt x="4696258" y="122410"/>
                </a:lnTo>
                <a:lnTo>
                  <a:pt x="4695126" y="122089"/>
                </a:lnTo>
                <a:lnTo>
                  <a:pt x="4694113" y="121719"/>
                </a:lnTo>
                <a:lnTo>
                  <a:pt x="4693213" y="121302"/>
                </a:lnTo>
                <a:lnTo>
                  <a:pt x="4692419" y="120842"/>
                </a:lnTo>
                <a:lnTo>
                  <a:pt x="4691723" y="120342"/>
                </a:lnTo>
                <a:lnTo>
                  <a:pt x="4691121" y="119804"/>
                </a:lnTo>
                <a:lnTo>
                  <a:pt x="4690604" y="119230"/>
                </a:lnTo>
                <a:lnTo>
                  <a:pt x="4690167" y="118625"/>
                </a:lnTo>
                <a:lnTo>
                  <a:pt x="4689802" y="117991"/>
                </a:lnTo>
                <a:lnTo>
                  <a:pt x="4689503" y="117330"/>
                </a:lnTo>
                <a:lnTo>
                  <a:pt x="4689264" y="116645"/>
                </a:lnTo>
                <a:lnTo>
                  <a:pt x="4689078" y="115940"/>
                </a:lnTo>
                <a:lnTo>
                  <a:pt x="4688938" y="115217"/>
                </a:lnTo>
                <a:lnTo>
                  <a:pt x="4688838" y="114479"/>
                </a:lnTo>
                <a:lnTo>
                  <a:pt x="4688770" y="113729"/>
                </a:lnTo>
                <a:lnTo>
                  <a:pt x="4688730" y="112969"/>
                </a:lnTo>
                <a:lnTo>
                  <a:pt x="4688709" y="112203"/>
                </a:lnTo>
                <a:lnTo>
                  <a:pt x="4688701" y="111433"/>
                </a:lnTo>
                <a:lnTo>
                  <a:pt x="4688700" y="110663"/>
                </a:lnTo>
                <a:lnTo>
                  <a:pt x="4688700" y="58678"/>
                </a:lnTo>
                <a:lnTo>
                  <a:pt x="4688694" y="57952"/>
                </a:lnTo>
                <a:lnTo>
                  <a:pt x="4688673" y="57267"/>
                </a:lnTo>
                <a:lnTo>
                  <a:pt x="4688637" y="56623"/>
                </a:lnTo>
                <a:lnTo>
                  <a:pt x="4688584" y="56018"/>
                </a:lnTo>
                <a:lnTo>
                  <a:pt x="4688511" y="55451"/>
                </a:lnTo>
                <a:lnTo>
                  <a:pt x="4688417" y="54922"/>
                </a:lnTo>
                <a:lnTo>
                  <a:pt x="4688300" y="54429"/>
                </a:lnTo>
                <a:lnTo>
                  <a:pt x="4688157" y="53973"/>
                </a:lnTo>
                <a:lnTo>
                  <a:pt x="4687988" y="53551"/>
                </a:lnTo>
                <a:lnTo>
                  <a:pt x="4687791" y="53163"/>
                </a:lnTo>
                <a:lnTo>
                  <a:pt x="4687563" y="52808"/>
                </a:lnTo>
                <a:lnTo>
                  <a:pt x="4687303" y="52485"/>
                </a:lnTo>
                <a:lnTo>
                  <a:pt x="4687008" y="52193"/>
                </a:lnTo>
                <a:lnTo>
                  <a:pt x="4686678" y="51931"/>
                </a:lnTo>
                <a:lnTo>
                  <a:pt x="4686309" y="51698"/>
                </a:lnTo>
                <a:lnTo>
                  <a:pt x="4685902" y="51494"/>
                </a:lnTo>
                <a:lnTo>
                  <a:pt x="4685452" y="51318"/>
                </a:lnTo>
                <a:lnTo>
                  <a:pt x="4684959" y="51168"/>
                </a:lnTo>
                <a:lnTo>
                  <a:pt x="4684421" y="51043"/>
                </a:lnTo>
                <a:lnTo>
                  <a:pt x="4683836" y="50943"/>
                </a:lnTo>
                <a:lnTo>
                  <a:pt x="4683203" y="50867"/>
                </a:lnTo>
                <a:lnTo>
                  <a:pt x="4682518" y="50814"/>
                </a:lnTo>
                <a:lnTo>
                  <a:pt x="4681781" y="50783"/>
                </a:lnTo>
                <a:lnTo>
                  <a:pt x="4680990" y="50773"/>
                </a:lnTo>
                <a:lnTo>
                  <a:pt x="4666916" y="50773"/>
                </a:lnTo>
                <a:lnTo>
                  <a:pt x="4666522" y="50773"/>
                </a:lnTo>
                <a:lnTo>
                  <a:pt x="4666112" y="50776"/>
                </a:lnTo>
                <a:lnTo>
                  <a:pt x="4665690" y="50784"/>
                </a:lnTo>
                <a:lnTo>
                  <a:pt x="4665259" y="50800"/>
                </a:lnTo>
                <a:lnTo>
                  <a:pt x="4664821" y="50827"/>
                </a:lnTo>
                <a:lnTo>
                  <a:pt x="4664379" y="50866"/>
                </a:lnTo>
                <a:lnTo>
                  <a:pt x="4663936" y="50921"/>
                </a:lnTo>
                <a:lnTo>
                  <a:pt x="4663495" y="50994"/>
                </a:lnTo>
                <a:lnTo>
                  <a:pt x="4663059" y="51088"/>
                </a:lnTo>
                <a:lnTo>
                  <a:pt x="4662630" y="51205"/>
                </a:lnTo>
                <a:lnTo>
                  <a:pt x="4662212" y="51348"/>
                </a:lnTo>
                <a:lnTo>
                  <a:pt x="4661807" y="51520"/>
                </a:lnTo>
                <a:lnTo>
                  <a:pt x="4661418" y="51723"/>
                </a:lnTo>
                <a:lnTo>
                  <a:pt x="4661047" y="51959"/>
                </a:lnTo>
                <a:lnTo>
                  <a:pt x="4660699" y="52232"/>
                </a:lnTo>
                <a:lnTo>
                  <a:pt x="4660375" y="52544"/>
                </a:lnTo>
                <a:lnTo>
                  <a:pt x="4660079" y="52897"/>
                </a:lnTo>
                <a:lnTo>
                  <a:pt x="4659813" y="53295"/>
                </a:lnTo>
                <a:lnTo>
                  <a:pt x="4659580" y="53739"/>
                </a:lnTo>
                <a:lnTo>
                  <a:pt x="4659383" y="54232"/>
                </a:lnTo>
                <a:lnTo>
                  <a:pt x="4659225" y="54778"/>
                </a:lnTo>
                <a:lnTo>
                  <a:pt x="4659108" y="55377"/>
                </a:lnTo>
                <a:lnTo>
                  <a:pt x="4659036" y="56034"/>
                </a:lnTo>
                <a:lnTo>
                  <a:pt x="4659012" y="56751"/>
                </a:lnTo>
                <a:lnTo>
                  <a:pt x="4659037" y="57444"/>
                </a:lnTo>
                <a:lnTo>
                  <a:pt x="4659112" y="58080"/>
                </a:lnTo>
                <a:lnTo>
                  <a:pt x="4659232" y="58660"/>
                </a:lnTo>
                <a:lnTo>
                  <a:pt x="4659395" y="59188"/>
                </a:lnTo>
                <a:lnTo>
                  <a:pt x="4659598" y="59665"/>
                </a:lnTo>
                <a:lnTo>
                  <a:pt x="4659837" y="60095"/>
                </a:lnTo>
                <a:lnTo>
                  <a:pt x="4660109" y="60479"/>
                </a:lnTo>
                <a:lnTo>
                  <a:pt x="4660411" y="60821"/>
                </a:lnTo>
                <a:lnTo>
                  <a:pt x="4660740" y="61123"/>
                </a:lnTo>
                <a:lnTo>
                  <a:pt x="4661092" y="61387"/>
                </a:lnTo>
                <a:lnTo>
                  <a:pt x="4661465" y="61616"/>
                </a:lnTo>
                <a:lnTo>
                  <a:pt x="4661855" y="61812"/>
                </a:lnTo>
                <a:lnTo>
                  <a:pt x="4662259" y="61978"/>
                </a:lnTo>
                <a:lnTo>
                  <a:pt x="4662674" y="62116"/>
                </a:lnTo>
                <a:lnTo>
                  <a:pt x="4663097" y="62230"/>
                </a:lnTo>
                <a:lnTo>
                  <a:pt x="4663524" y="62321"/>
                </a:lnTo>
                <a:lnTo>
                  <a:pt x="4663952" y="62391"/>
                </a:lnTo>
                <a:lnTo>
                  <a:pt x="4664379" y="62444"/>
                </a:lnTo>
                <a:lnTo>
                  <a:pt x="4664801" y="62482"/>
                </a:lnTo>
                <a:lnTo>
                  <a:pt x="4665214" y="62508"/>
                </a:lnTo>
                <a:lnTo>
                  <a:pt x="4665616" y="62523"/>
                </a:lnTo>
                <a:lnTo>
                  <a:pt x="4666004" y="62531"/>
                </a:lnTo>
                <a:lnTo>
                  <a:pt x="4666373" y="62534"/>
                </a:lnTo>
                <a:lnTo>
                  <a:pt x="4666722" y="62535"/>
                </a:lnTo>
                <a:lnTo>
                  <a:pt x="4675400" y="62535"/>
                </a:lnTo>
                <a:lnTo>
                  <a:pt x="4675400" y="111819"/>
                </a:lnTo>
                <a:lnTo>
                  <a:pt x="4675469" y="114059"/>
                </a:lnTo>
                <a:lnTo>
                  <a:pt x="4675670" y="116159"/>
                </a:lnTo>
                <a:lnTo>
                  <a:pt x="4675999" y="118122"/>
                </a:lnTo>
                <a:lnTo>
                  <a:pt x="4676450" y="119953"/>
                </a:lnTo>
                <a:lnTo>
                  <a:pt x="4677019" y="121655"/>
                </a:lnTo>
                <a:lnTo>
                  <a:pt x="4677698" y="123233"/>
                </a:lnTo>
                <a:lnTo>
                  <a:pt x="4678484" y="124690"/>
                </a:lnTo>
                <a:lnTo>
                  <a:pt x="4679370" y="126032"/>
                </a:lnTo>
                <a:lnTo>
                  <a:pt x="4680351" y="127260"/>
                </a:lnTo>
                <a:lnTo>
                  <a:pt x="4681421" y="128381"/>
                </a:lnTo>
                <a:lnTo>
                  <a:pt x="4682576" y="129397"/>
                </a:lnTo>
                <a:lnTo>
                  <a:pt x="4683810" y="130313"/>
                </a:lnTo>
                <a:lnTo>
                  <a:pt x="4685116" y="131132"/>
                </a:lnTo>
                <a:lnTo>
                  <a:pt x="4686491" y="131859"/>
                </a:lnTo>
                <a:lnTo>
                  <a:pt x="4687928" y="132498"/>
                </a:lnTo>
                <a:lnTo>
                  <a:pt x="4689423" y="133053"/>
                </a:lnTo>
                <a:lnTo>
                  <a:pt x="4690968" y="133527"/>
                </a:lnTo>
                <a:lnTo>
                  <a:pt x="4692560" y="133925"/>
                </a:lnTo>
                <a:lnTo>
                  <a:pt x="4694193" y="134251"/>
                </a:lnTo>
                <a:lnTo>
                  <a:pt x="4695861" y="134509"/>
                </a:lnTo>
                <a:lnTo>
                  <a:pt x="4697559" y="134702"/>
                </a:lnTo>
                <a:lnTo>
                  <a:pt x="4699281" y="134835"/>
                </a:lnTo>
                <a:lnTo>
                  <a:pt x="4701022" y="134912"/>
                </a:lnTo>
                <a:lnTo>
                  <a:pt x="4702776" y="134937"/>
                </a:lnTo>
                <a:lnTo>
                  <a:pt x="4703764" y="134927"/>
                </a:lnTo>
                <a:lnTo>
                  <a:pt x="4704752" y="134896"/>
                </a:lnTo>
                <a:lnTo>
                  <a:pt x="4705739" y="134844"/>
                </a:lnTo>
                <a:lnTo>
                  <a:pt x="4706725" y="134769"/>
                </a:lnTo>
                <a:lnTo>
                  <a:pt x="4707710" y="134672"/>
                </a:lnTo>
                <a:lnTo>
                  <a:pt x="4708693" y="134551"/>
                </a:lnTo>
                <a:lnTo>
                  <a:pt x="4709674" y="134407"/>
                </a:lnTo>
                <a:lnTo>
                  <a:pt x="4710652" y="134237"/>
                </a:lnTo>
                <a:lnTo>
                  <a:pt x="4711628" y="134042"/>
                </a:lnTo>
                <a:lnTo>
                  <a:pt x="4712601" y="133822"/>
                </a:lnTo>
                <a:lnTo>
                  <a:pt x="4713571" y="133574"/>
                </a:lnTo>
                <a:lnTo>
                  <a:pt x="4714536" y="133299"/>
                </a:lnTo>
                <a:lnTo>
                  <a:pt x="4715498" y="132995"/>
                </a:lnTo>
                <a:lnTo>
                  <a:pt x="4716456" y="132663"/>
                </a:lnTo>
                <a:lnTo>
                  <a:pt x="4717408" y="132302"/>
                </a:lnTo>
                <a:lnTo>
                  <a:pt x="4718356" y="131910"/>
                </a:lnTo>
                <a:lnTo>
                  <a:pt x="4719298" y="131487"/>
                </a:lnTo>
                <a:lnTo>
                  <a:pt x="4720235" y="131033"/>
                </a:lnTo>
                <a:lnTo>
                  <a:pt x="4721166" y="130547"/>
                </a:lnTo>
                <a:lnTo>
                  <a:pt x="4722090" y="130028"/>
                </a:lnTo>
                <a:lnTo>
                  <a:pt x="4723007" y="129476"/>
                </a:lnTo>
                <a:lnTo>
                  <a:pt x="4723918" y="128890"/>
                </a:lnTo>
                <a:lnTo>
                  <a:pt x="4724821" y="128268"/>
                </a:lnTo>
                <a:lnTo>
                  <a:pt x="4725716" y="127611"/>
                </a:lnTo>
                <a:lnTo>
                  <a:pt x="4725760" y="128354"/>
                </a:lnTo>
                <a:lnTo>
                  <a:pt x="4725842" y="129035"/>
                </a:lnTo>
                <a:lnTo>
                  <a:pt x="4725961" y="129656"/>
                </a:lnTo>
                <a:lnTo>
                  <a:pt x="4726114" y="130222"/>
                </a:lnTo>
                <a:lnTo>
                  <a:pt x="4726299" y="130733"/>
                </a:lnTo>
                <a:lnTo>
                  <a:pt x="4726515" y="131193"/>
                </a:lnTo>
                <a:lnTo>
                  <a:pt x="4726760" y="131605"/>
                </a:lnTo>
                <a:lnTo>
                  <a:pt x="4727031" y="131971"/>
                </a:lnTo>
                <a:lnTo>
                  <a:pt x="4727327" y="132295"/>
                </a:lnTo>
                <a:lnTo>
                  <a:pt x="4727646" y="132577"/>
                </a:lnTo>
                <a:lnTo>
                  <a:pt x="4727985" y="132822"/>
                </a:lnTo>
                <a:lnTo>
                  <a:pt x="4728344" y="133033"/>
                </a:lnTo>
                <a:lnTo>
                  <a:pt x="4728720" y="133211"/>
                </a:lnTo>
                <a:lnTo>
                  <a:pt x="4729111" y="133359"/>
                </a:lnTo>
                <a:lnTo>
                  <a:pt x="4729515" y="133480"/>
                </a:lnTo>
                <a:lnTo>
                  <a:pt x="4729930" y="133578"/>
                </a:lnTo>
                <a:lnTo>
                  <a:pt x="4730355" y="133653"/>
                </a:lnTo>
                <a:lnTo>
                  <a:pt x="4730787" y="133710"/>
                </a:lnTo>
                <a:lnTo>
                  <a:pt x="4731225" y="133751"/>
                </a:lnTo>
                <a:lnTo>
                  <a:pt x="4731666" y="133778"/>
                </a:lnTo>
                <a:lnTo>
                  <a:pt x="4732109" y="133795"/>
                </a:lnTo>
                <a:lnTo>
                  <a:pt x="4732552" y="133804"/>
                </a:lnTo>
                <a:lnTo>
                  <a:pt x="4732993" y="133807"/>
                </a:lnTo>
                <a:lnTo>
                  <a:pt x="4733430" y="133807"/>
                </a:lnTo>
                <a:lnTo>
                  <a:pt x="4747503" y="133807"/>
                </a:lnTo>
                <a:lnTo>
                  <a:pt x="4747897" y="133807"/>
                </a:lnTo>
                <a:lnTo>
                  <a:pt x="4748307" y="133804"/>
                </a:lnTo>
                <a:lnTo>
                  <a:pt x="4748729" y="133795"/>
                </a:lnTo>
                <a:lnTo>
                  <a:pt x="4749160" y="133780"/>
                </a:lnTo>
                <a:lnTo>
                  <a:pt x="4749598" y="133753"/>
                </a:lnTo>
                <a:lnTo>
                  <a:pt x="4750040" y="133714"/>
                </a:lnTo>
                <a:lnTo>
                  <a:pt x="4750483" y="133659"/>
                </a:lnTo>
                <a:lnTo>
                  <a:pt x="4750924" y="133586"/>
                </a:lnTo>
                <a:lnTo>
                  <a:pt x="4751360" y="133492"/>
                </a:lnTo>
                <a:lnTo>
                  <a:pt x="4751789" y="133375"/>
                </a:lnTo>
                <a:lnTo>
                  <a:pt x="4752207" y="133232"/>
                </a:lnTo>
                <a:lnTo>
                  <a:pt x="4752612" y="133060"/>
                </a:lnTo>
                <a:lnTo>
                  <a:pt x="4753002" y="132858"/>
                </a:lnTo>
                <a:lnTo>
                  <a:pt x="4753372" y="132621"/>
                </a:lnTo>
                <a:lnTo>
                  <a:pt x="4753720" y="132348"/>
                </a:lnTo>
                <a:lnTo>
                  <a:pt x="4754044" y="132037"/>
                </a:lnTo>
                <a:lnTo>
                  <a:pt x="4754340" y="131684"/>
                </a:lnTo>
                <a:lnTo>
                  <a:pt x="4754606" y="131286"/>
                </a:lnTo>
                <a:lnTo>
                  <a:pt x="4754839" y="130842"/>
                </a:lnTo>
                <a:lnTo>
                  <a:pt x="4755036" y="130349"/>
                </a:lnTo>
                <a:lnTo>
                  <a:pt x="4755194" y="129804"/>
                </a:lnTo>
                <a:lnTo>
                  <a:pt x="4755311" y="129205"/>
                </a:lnTo>
                <a:lnTo>
                  <a:pt x="4755383" y="128548"/>
                </a:lnTo>
                <a:lnTo>
                  <a:pt x="4755408" y="127832"/>
                </a:lnTo>
                <a:lnTo>
                  <a:pt x="4755382" y="127139"/>
                </a:lnTo>
                <a:lnTo>
                  <a:pt x="4755307" y="126503"/>
                </a:lnTo>
                <a:lnTo>
                  <a:pt x="4755187" y="125923"/>
                </a:lnTo>
                <a:lnTo>
                  <a:pt x="4755024" y="125395"/>
                </a:lnTo>
                <a:lnTo>
                  <a:pt x="4754821" y="124918"/>
                </a:lnTo>
                <a:lnTo>
                  <a:pt x="4754582" y="124488"/>
                </a:lnTo>
                <a:close/>
                <a:moveTo>
                  <a:pt x="3531563" y="112747"/>
                </a:moveTo>
                <a:lnTo>
                  <a:pt x="3531563" y="112748"/>
                </a:lnTo>
                <a:lnTo>
                  <a:pt x="3531563" y="112746"/>
                </a:lnTo>
                <a:lnTo>
                  <a:pt x="3531563" y="112747"/>
                </a:lnTo>
                <a:close/>
                <a:moveTo>
                  <a:pt x="4037642" y="112747"/>
                </a:moveTo>
                <a:lnTo>
                  <a:pt x="4037642" y="112748"/>
                </a:lnTo>
                <a:lnTo>
                  <a:pt x="4037642" y="112746"/>
                </a:lnTo>
                <a:lnTo>
                  <a:pt x="4037642" y="112747"/>
                </a:lnTo>
                <a:close/>
                <a:moveTo>
                  <a:pt x="4240074" y="112747"/>
                </a:moveTo>
                <a:lnTo>
                  <a:pt x="4240074" y="112748"/>
                </a:lnTo>
                <a:lnTo>
                  <a:pt x="4240074" y="112746"/>
                </a:lnTo>
                <a:lnTo>
                  <a:pt x="4240074" y="112747"/>
                </a:lnTo>
                <a:close/>
                <a:moveTo>
                  <a:pt x="3430028" y="155357"/>
                </a:moveTo>
                <a:lnTo>
                  <a:pt x="3429674" y="154908"/>
                </a:lnTo>
                <a:lnTo>
                  <a:pt x="3429284" y="154509"/>
                </a:lnTo>
                <a:lnTo>
                  <a:pt x="3428862" y="154157"/>
                </a:lnTo>
                <a:lnTo>
                  <a:pt x="3428414" y="153849"/>
                </a:lnTo>
                <a:lnTo>
                  <a:pt x="3427943" y="153582"/>
                </a:lnTo>
                <a:lnTo>
                  <a:pt x="3427456" y="153353"/>
                </a:lnTo>
                <a:lnTo>
                  <a:pt x="3426957" y="153159"/>
                </a:lnTo>
                <a:lnTo>
                  <a:pt x="3426451" y="152998"/>
                </a:lnTo>
                <a:lnTo>
                  <a:pt x="3425942" y="152865"/>
                </a:lnTo>
                <a:lnTo>
                  <a:pt x="3425436" y="152759"/>
                </a:lnTo>
                <a:lnTo>
                  <a:pt x="3424937" y="152677"/>
                </a:lnTo>
                <a:lnTo>
                  <a:pt x="3424450" y="152615"/>
                </a:lnTo>
                <a:lnTo>
                  <a:pt x="3423981" y="152570"/>
                </a:lnTo>
                <a:lnTo>
                  <a:pt x="3423533" y="152541"/>
                </a:lnTo>
                <a:lnTo>
                  <a:pt x="3423112" y="152523"/>
                </a:lnTo>
                <a:lnTo>
                  <a:pt x="3422722" y="152513"/>
                </a:lnTo>
                <a:lnTo>
                  <a:pt x="3422369" y="152510"/>
                </a:lnTo>
                <a:lnTo>
                  <a:pt x="3422058" y="152509"/>
                </a:lnTo>
                <a:lnTo>
                  <a:pt x="3360751" y="152509"/>
                </a:lnTo>
                <a:lnTo>
                  <a:pt x="3360440" y="152510"/>
                </a:lnTo>
                <a:lnTo>
                  <a:pt x="3360087" y="152513"/>
                </a:lnTo>
                <a:lnTo>
                  <a:pt x="3359697" y="152523"/>
                </a:lnTo>
                <a:lnTo>
                  <a:pt x="3359276" y="152541"/>
                </a:lnTo>
                <a:lnTo>
                  <a:pt x="3358828" y="152570"/>
                </a:lnTo>
                <a:lnTo>
                  <a:pt x="3358359" y="152615"/>
                </a:lnTo>
                <a:lnTo>
                  <a:pt x="3357872" y="152677"/>
                </a:lnTo>
                <a:lnTo>
                  <a:pt x="3357373" y="152759"/>
                </a:lnTo>
                <a:lnTo>
                  <a:pt x="3356867" y="152865"/>
                </a:lnTo>
                <a:lnTo>
                  <a:pt x="3356358" y="152998"/>
                </a:lnTo>
                <a:lnTo>
                  <a:pt x="3355852" y="153159"/>
                </a:lnTo>
                <a:lnTo>
                  <a:pt x="3355353" y="153353"/>
                </a:lnTo>
                <a:lnTo>
                  <a:pt x="3354866" y="153582"/>
                </a:lnTo>
                <a:lnTo>
                  <a:pt x="3354395" y="153849"/>
                </a:lnTo>
                <a:lnTo>
                  <a:pt x="3353947" y="154157"/>
                </a:lnTo>
                <a:lnTo>
                  <a:pt x="3353525" y="154509"/>
                </a:lnTo>
                <a:lnTo>
                  <a:pt x="3353135" y="154908"/>
                </a:lnTo>
                <a:lnTo>
                  <a:pt x="3352781" y="155357"/>
                </a:lnTo>
                <a:lnTo>
                  <a:pt x="3352468" y="155858"/>
                </a:lnTo>
                <a:lnTo>
                  <a:pt x="3352201" y="156415"/>
                </a:lnTo>
                <a:lnTo>
                  <a:pt x="3351985" y="157031"/>
                </a:lnTo>
                <a:lnTo>
                  <a:pt x="3351825" y="157708"/>
                </a:lnTo>
                <a:lnTo>
                  <a:pt x="3351725" y="158449"/>
                </a:lnTo>
                <a:lnTo>
                  <a:pt x="3351691" y="159258"/>
                </a:lnTo>
                <a:lnTo>
                  <a:pt x="3351725" y="160067"/>
                </a:lnTo>
                <a:lnTo>
                  <a:pt x="3351825" y="160808"/>
                </a:lnTo>
                <a:lnTo>
                  <a:pt x="3351985" y="161485"/>
                </a:lnTo>
                <a:lnTo>
                  <a:pt x="3352201" y="162100"/>
                </a:lnTo>
                <a:lnTo>
                  <a:pt x="3352468" y="162657"/>
                </a:lnTo>
                <a:lnTo>
                  <a:pt x="3352781" y="163158"/>
                </a:lnTo>
                <a:lnTo>
                  <a:pt x="3353135" y="163607"/>
                </a:lnTo>
                <a:lnTo>
                  <a:pt x="3353525" y="164005"/>
                </a:lnTo>
                <a:lnTo>
                  <a:pt x="3353947" y="164357"/>
                </a:lnTo>
                <a:lnTo>
                  <a:pt x="3354395" y="164665"/>
                </a:lnTo>
                <a:lnTo>
                  <a:pt x="3354866" y="164932"/>
                </a:lnTo>
                <a:lnTo>
                  <a:pt x="3355353" y="165161"/>
                </a:lnTo>
                <a:lnTo>
                  <a:pt x="3355852" y="165355"/>
                </a:lnTo>
                <a:lnTo>
                  <a:pt x="3356358" y="165516"/>
                </a:lnTo>
                <a:lnTo>
                  <a:pt x="3356867" y="165648"/>
                </a:lnTo>
                <a:lnTo>
                  <a:pt x="3357373" y="165754"/>
                </a:lnTo>
                <a:lnTo>
                  <a:pt x="3357872" y="165837"/>
                </a:lnTo>
                <a:lnTo>
                  <a:pt x="3358359" y="165899"/>
                </a:lnTo>
                <a:lnTo>
                  <a:pt x="3358828" y="165943"/>
                </a:lnTo>
                <a:lnTo>
                  <a:pt x="3359276" y="165973"/>
                </a:lnTo>
                <a:lnTo>
                  <a:pt x="3359697" y="165991"/>
                </a:lnTo>
                <a:lnTo>
                  <a:pt x="3360087" y="166000"/>
                </a:lnTo>
                <a:lnTo>
                  <a:pt x="3360440" y="166004"/>
                </a:lnTo>
                <a:lnTo>
                  <a:pt x="3360751" y="166004"/>
                </a:lnTo>
                <a:lnTo>
                  <a:pt x="3422058" y="166004"/>
                </a:lnTo>
                <a:lnTo>
                  <a:pt x="3422369" y="166004"/>
                </a:lnTo>
                <a:lnTo>
                  <a:pt x="3422722" y="166000"/>
                </a:lnTo>
                <a:lnTo>
                  <a:pt x="3423112" y="165991"/>
                </a:lnTo>
                <a:lnTo>
                  <a:pt x="3423533" y="165973"/>
                </a:lnTo>
                <a:lnTo>
                  <a:pt x="3423981" y="165943"/>
                </a:lnTo>
                <a:lnTo>
                  <a:pt x="3424450" y="165899"/>
                </a:lnTo>
                <a:lnTo>
                  <a:pt x="3424937" y="165837"/>
                </a:lnTo>
                <a:lnTo>
                  <a:pt x="3425436" y="165754"/>
                </a:lnTo>
                <a:lnTo>
                  <a:pt x="3425942" y="165648"/>
                </a:lnTo>
                <a:lnTo>
                  <a:pt x="3426451" y="165516"/>
                </a:lnTo>
                <a:lnTo>
                  <a:pt x="3426957" y="165355"/>
                </a:lnTo>
                <a:lnTo>
                  <a:pt x="3427456" y="165161"/>
                </a:lnTo>
                <a:lnTo>
                  <a:pt x="3427943" y="164932"/>
                </a:lnTo>
                <a:lnTo>
                  <a:pt x="3428414" y="164665"/>
                </a:lnTo>
                <a:lnTo>
                  <a:pt x="3428862" y="164357"/>
                </a:lnTo>
                <a:lnTo>
                  <a:pt x="3429284" y="164005"/>
                </a:lnTo>
                <a:lnTo>
                  <a:pt x="3429674" y="163607"/>
                </a:lnTo>
                <a:lnTo>
                  <a:pt x="3430028" y="163158"/>
                </a:lnTo>
                <a:lnTo>
                  <a:pt x="3430341" y="162657"/>
                </a:lnTo>
                <a:lnTo>
                  <a:pt x="3430608" y="162100"/>
                </a:lnTo>
                <a:lnTo>
                  <a:pt x="3430824" y="161485"/>
                </a:lnTo>
                <a:lnTo>
                  <a:pt x="3430984" y="160808"/>
                </a:lnTo>
                <a:lnTo>
                  <a:pt x="3431084" y="160067"/>
                </a:lnTo>
                <a:lnTo>
                  <a:pt x="3431118" y="159258"/>
                </a:lnTo>
                <a:lnTo>
                  <a:pt x="3431084" y="158449"/>
                </a:lnTo>
                <a:lnTo>
                  <a:pt x="3430984" y="157708"/>
                </a:lnTo>
                <a:lnTo>
                  <a:pt x="3430824" y="157031"/>
                </a:lnTo>
                <a:lnTo>
                  <a:pt x="3430608" y="156415"/>
                </a:lnTo>
                <a:lnTo>
                  <a:pt x="3430341" y="155858"/>
                </a:lnTo>
                <a:lnTo>
                  <a:pt x="3430028" y="155357"/>
                </a:lnTo>
                <a:close/>
                <a:moveTo>
                  <a:pt x="3834891" y="155357"/>
                </a:moveTo>
                <a:lnTo>
                  <a:pt x="3834537" y="154908"/>
                </a:lnTo>
                <a:lnTo>
                  <a:pt x="3834147" y="154509"/>
                </a:lnTo>
                <a:lnTo>
                  <a:pt x="3833725" y="154157"/>
                </a:lnTo>
                <a:lnTo>
                  <a:pt x="3833277" y="153849"/>
                </a:lnTo>
                <a:lnTo>
                  <a:pt x="3832807" y="153582"/>
                </a:lnTo>
                <a:lnTo>
                  <a:pt x="3832319" y="153353"/>
                </a:lnTo>
                <a:lnTo>
                  <a:pt x="3831820" y="153159"/>
                </a:lnTo>
                <a:lnTo>
                  <a:pt x="3831314" y="152998"/>
                </a:lnTo>
                <a:lnTo>
                  <a:pt x="3830805" y="152865"/>
                </a:lnTo>
                <a:lnTo>
                  <a:pt x="3830299" y="152759"/>
                </a:lnTo>
                <a:lnTo>
                  <a:pt x="3829800" y="152677"/>
                </a:lnTo>
                <a:lnTo>
                  <a:pt x="3829313" y="152615"/>
                </a:lnTo>
                <a:lnTo>
                  <a:pt x="3828844" y="152570"/>
                </a:lnTo>
                <a:lnTo>
                  <a:pt x="3828396" y="152541"/>
                </a:lnTo>
                <a:lnTo>
                  <a:pt x="3827975" y="152523"/>
                </a:lnTo>
                <a:lnTo>
                  <a:pt x="3827586" y="152513"/>
                </a:lnTo>
                <a:lnTo>
                  <a:pt x="3827233" y="152510"/>
                </a:lnTo>
                <a:lnTo>
                  <a:pt x="3826921" y="152509"/>
                </a:lnTo>
                <a:lnTo>
                  <a:pt x="3765614" y="152509"/>
                </a:lnTo>
                <a:lnTo>
                  <a:pt x="3765303" y="152510"/>
                </a:lnTo>
                <a:lnTo>
                  <a:pt x="3764950" y="152513"/>
                </a:lnTo>
                <a:lnTo>
                  <a:pt x="3764560" y="152523"/>
                </a:lnTo>
                <a:lnTo>
                  <a:pt x="3764139" y="152541"/>
                </a:lnTo>
                <a:lnTo>
                  <a:pt x="3763692" y="152570"/>
                </a:lnTo>
                <a:lnTo>
                  <a:pt x="3763222" y="152615"/>
                </a:lnTo>
                <a:lnTo>
                  <a:pt x="3762735" y="152677"/>
                </a:lnTo>
                <a:lnTo>
                  <a:pt x="3762236" y="152759"/>
                </a:lnTo>
                <a:lnTo>
                  <a:pt x="3761730" y="152865"/>
                </a:lnTo>
                <a:lnTo>
                  <a:pt x="3761221" y="152998"/>
                </a:lnTo>
                <a:lnTo>
                  <a:pt x="3760715" y="153159"/>
                </a:lnTo>
                <a:lnTo>
                  <a:pt x="3760216" y="153353"/>
                </a:lnTo>
                <a:lnTo>
                  <a:pt x="3759729" y="153582"/>
                </a:lnTo>
                <a:lnTo>
                  <a:pt x="3759259" y="153849"/>
                </a:lnTo>
                <a:lnTo>
                  <a:pt x="3758810" y="154157"/>
                </a:lnTo>
                <a:lnTo>
                  <a:pt x="3758388" y="154509"/>
                </a:lnTo>
                <a:lnTo>
                  <a:pt x="3757998" y="154908"/>
                </a:lnTo>
                <a:lnTo>
                  <a:pt x="3757644" y="155357"/>
                </a:lnTo>
                <a:lnTo>
                  <a:pt x="3757331" y="155858"/>
                </a:lnTo>
                <a:lnTo>
                  <a:pt x="3757064" y="156415"/>
                </a:lnTo>
                <a:lnTo>
                  <a:pt x="3756848" y="157031"/>
                </a:lnTo>
                <a:lnTo>
                  <a:pt x="3756688" y="157708"/>
                </a:lnTo>
                <a:lnTo>
                  <a:pt x="3756588" y="158449"/>
                </a:lnTo>
                <a:lnTo>
                  <a:pt x="3756554" y="159258"/>
                </a:lnTo>
                <a:lnTo>
                  <a:pt x="3756588" y="160067"/>
                </a:lnTo>
                <a:lnTo>
                  <a:pt x="3756688" y="160808"/>
                </a:lnTo>
                <a:lnTo>
                  <a:pt x="3756848" y="161485"/>
                </a:lnTo>
                <a:lnTo>
                  <a:pt x="3757064" y="162100"/>
                </a:lnTo>
                <a:lnTo>
                  <a:pt x="3757331" y="162657"/>
                </a:lnTo>
                <a:lnTo>
                  <a:pt x="3757644" y="163158"/>
                </a:lnTo>
                <a:lnTo>
                  <a:pt x="3757998" y="163607"/>
                </a:lnTo>
                <a:lnTo>
                  <a:pt x="3758388" y="164005"/>
                </a:lnTo>
                <a:lnTo>
                  <a:pt x="3758810" y="164357"/>
                </a:lnTo>
                <a:lnTo>
                  <a:pt x="3759259" y="164665"/>
                </a:lnTo>
                <a:lnTo>
                  <a:pt x="3759729" y="164932"/>
                </a:lnTo>
                <a:lnTo>
                  <a:pt x="3760216" y="165161"/>
                </a:lnTo>
                <a:lnTo>
                  <a:pt x="3760715" y="165355"/>
                </a:lnTo>
                <a:lnTo>
                  <a:pt x="3761221" y="165516"/>
                </a:lnTo>
                <a:lnTo>
                  <a:pt x="3761730" y="165648"/>
                </a:lnTo>
                <a:lnTo>
                  <a:pt x="3762236" y="165754"/>
                </a:lnTo>
                <a:lnTo>
                  <a:pt x="3762735" y="165837"/>
                </a:lnTo>
                <a:lnTo>
                  <a:pt x="3763222" y="165899"/>
                </a:lnTo>
                <a:lnTo>
                  <a:pt x="3763692" y="165943"/>
                </a:lnTo>
                <a:lnTo>
                  <a:pt x="3764139" y="165973"/>
                </a:lnTo>
                <a:lnTo>
                  <a:pt x="3764560" y="165991"/>
                </a:lnTo>
                <a:lnTo>
                  <a:pt x="3764950" y="166000"/>
                </a:lnTo>
                <a:lnTo>
                  <a:pt x="3765303" y="166004"/>
                </a:lnTo>
                <a:lnTo>
                  <a:pt x="3765614" y="166004"/>
                </a:lnTo>
                <a:lnTo>
                  <a:pt x="3826921" y="166004"/>
                </a:lnTo>
                <a:lnTo>
                  <a:pt x="3827233" y="166004"/>
                </a:lnTo>
                <a:lnTo>
                  <a:pt x="3827586" y="166000"/>
                </a:lnTo>
                <a:lnTo>
                  <a:pt x="3827975" y="165991"/>
                </a:lnTo>
                <a:lnTo>
                  <a:pt x="3828396" y="165973"/>
                </a:lnTo>
                <a:lnTo>
                  <a:pt x="3828844" y="165943"/>
                </a:lnTo>
                <a:lnTo>
                  <a:pt x="3829313" y="165899"/>
                </a:lnTo>
                <a:lnTo>
                  <a:pt x="3829800" y="165837"/>
                </a:lnTo>
                <a:lnTo>
                  <a:pt x="3830299" y="165754"/>
                </a:lnTo>
                <a:lnTo>
                  <a:pt x="3830805" y="165648"/>
                </a:lnTo>
                <a:lnTo>
                  <a:pt x="3831314" y="165516"/>
                </a:lnTo>
                <a:lnTo>
                  <a:pt x="3831820" y="165355"/>
                </a:lnTo>
                <a:lnTo>
                  <a:pt x="3832319" y="165161"/>
                </a:lnTo>
                <a:lnTo>
                  <a:pt x="3832807" y="164932"/>
                </a:lnTo>
                <a:lnTo>
                  <a:pt x="3833277" y="164665"/>
                </a:lnTo>
                <a:lnTo>
                  <a:pt x="3833725" y="164357"/>
                </a:lnTo>
                <a:lnTo>
                  <a:pt x="3834147" y="164005"/>
                </a:lnTo>
                <a:lnTo>
                  <a:pt x="3834537" y="163607"/>
                </a:lnTo>
                <a:lnTo>
                  <a:pt x="3834891" y="163158"/>
                </a:lnTo>
                <a:lnTo>
                  <a:pt x="3835204" y="162657"/>
                </a:lnTo>
                <a:lnTo>
                  <a:pt x="3835471" y="162100"/>
                </a:lnTo>
                <a:lnTo>
                  <a:pt x="3835687" y="161485"/>
                </a:lnTo>
                <a:lnTo>
                  <a:pt x="3835848" y="160808"/>
                </a:lnTo>
                <a:lnTo>
                  <a:pt x="3835947" y="160067"/>
                </a:lnTo>
                <a:lnTo>
                  <a:pt x="3835982" y="159258"/>
                </a:lnTo>
                <a:lnTo>
                  <a:pt x="3835947" y="158449"/>
                </a:lnTo>
                <a:lnTo>
                  <a:pt x="3835848" y="157708"/>
                </a:lnTo>
                <a:lnTo>
                  <a:pt x="3835687" y="157031"/>
                </a:lnTo>
                <a:lnTo>
                  <a:pt x="3835471" y="156415"/>
                </a:lnTo>
                <a:lnTo>
                  <a:pt x="3835204" y="155858"/>
                </a:lnTo>
                <a:lnTo>
                  <a:pt x="3834891" y="1553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min_end_here=min(num,temp,min_end_here*num)">
            <a:extLst xmlns:a="http://schemas.openxmlformats.org/drawingml/2006/main">
              <a:ext uri="{FF2B5EF4-FFF2-40B4-BE49-F238E27FC236}">
                <a16:creationId xmlns:a16="http://schemas.microsoft.com/office/drawing/2014/main" id="{EDD63250-ECB0-4555-AE3F-F84902A4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40" y="4478816"/>
            <a:ext cx="4926991" cy="176548"/>
          </a:xfrm>
          <a:custGeom xmlns:a="http://schemas.openxmlformats.org/drawingml/2006/main">
            <a:pathLst>
              <a:path w="4926991" h="176548">
                <a:moveTo>
                  <a:pt x="161807" y="23703"/>
                </a:moveTo>
                <a:lnTo>
                  <a:pt x="161584" y="23115"/>
                </a:lnTo>
                <a:lnTo>
                  <a:pt x="161326" y="22546"/>
                </a:lnTo>
                <a:lnTo>
                  <a:pt x="161032" y="22000"/>
                </a:lnTo>
                <a:lnTo>
                  <a:pt x="160705" y="21476"/>
                </a:lnTo>
                <a:lnTo>
                  <a:pt x="160346" y="20976"/>
                </a:lnTo>
                <a:lnTo>
                  <a:pt x="159956" y="20501"/>
                </a:lnTo>
                <a:lnTo>
                  <a:pt x="159537" y="20054"/>
                </a:lnTo>
                <a:lnTo>
                  <a:pt x="159089" y="19634"/>
                </a:lnTo>
                <a:lnTo>
                  <a:pt x="158615" y="19244"/>
                </a:lnTo>
                <a:lnTo>
                  <a:pt x="158115" y="18885"/>
                </a:lnTo>
                <a:lnTo>
                  <a:pt x="157592" y="18557"/>
                </a:lnTo>
                <a:lnTo>
                  <a:pt x="157045" y="18264"/>
                </a:lnTo>
                <a:lnTo>
                  <a:pt x="156477" y="18005"/>
                </a:lnTo>
                <a:lnTo>
                  <a:pt x="155889" y="17782"/>
                </a:lnTo>
                <a:lnTo>
                  <a:pt x="155282" y="17597"/>
                </a:lnTo>
                <a:lnTo>
                  <a:pt x="154658" y="17450"/>
                </a:lnTo>
                <a:lnTo>
                  <a:pt x="154017" y="17344"/>
                </a:lnTo>
                <a:lnTo>
                  <a:pt x="153362" y="17280"/>
                </a:lnTo>
                <a:lnTo>
                  <a:pt x="152694" y="17258"/>
                </a:lnTo>
                <a:lnTo>
                  <a:pt x="152025" y="17280"/>
                </a:lnTo>
                <a:lnTo>
                  <a:pt x="151370" y="17344"/>
                </a:lnTo>
                <a:lnTo>
                  <a:pt x="150729" y="17450"/>
                </a:lnTo>
                <a:lnTo>
                  <a:pt x="150104" y="17597"/>
                </a:lnTo>
                <a:lnTo>
                  <a:pt x="149497" y="17782"/>
                </a:lnTo>
                <a:lnTo>
                  <a:pt x="148909" y="18005"/>
                </a:lnTo>
                <a:lnTo>
                  <a:pt x="148341" y="18264"/>
                </a:lnTo>
                <a:lnTo>
                  <a:pt x="147794" y="18557"/>
                </a:lnTo>
                <a:lnTo>
                  <a:pt x="147270" y="18885"/>
                </a:lnTo>
                <a:lnTo>
                  <a:pt x="146770" y="19244"/>
                </a:lnTo>
                <a:lnTo>
                  <a:pt x="146296" y="19634"/>
                </a:lnTo>
                <a:lnTo>
                  <a:pt x="145848" y="20054"/>
                </a:lnTo>
                <a:lnTo>
                  <a:pt x="145429" y="20501"/>
                </a:lnTo>
                <a:lnTo>
                  <a:pt x="145039" y="20976"/>
                </a:lnTo>
                <a:lnTo>
                  <a:pt x="144680" y="21476"/>
                </a:lnTo>
                <a:lnTo>
                  <a:pt x="144353" y="22000"/>
                </a:lnTo>
                <a:lnTo>
                  <a:pt x="144059" y="22546"/>
                </a:lnTo>
                <a:lnTo>
                  <a:pt x="143800" y="23115"/>
                </a:lnTo>
                <a:lnTo>
                  <a:pt x="143578" y="23703"/>
                </a:lnTo>
                <a:lnTo>
                  <a:pt x="143393" y="24310"/>
                </a:lnTo>
                <a:lnTo>
                  <a:pt x="143246" y="24934"/>
                </a:lnTo>
                <a:lnTo>
                  <a:pt x="143140" y="25575"/>
                </a:lnTo>
                <a:lnTo>
                  <a:pt x="143075" y="26230"/>
                </a:lnTo>
                <a:lnTo>
                  <a:pt x="143054" y="26899"/>
                </a:lnTo>
                <a:lnTo>
                  <a:pt x="143075" y="27567"/>
                </a:lnTo>
                <a:lnTo>
                  <a:pt x="143140" y="28222"/>
                </a:lnTo>
                <a:lnTo>
                  <a:pt x="143246" y="28863"/>
                </a:lnTo>
                <a:lnTo>
                  <a:pt x="143393" y="29487"/>
                </a:lnTo>
                <a:lnTo>
                  <a:pt x="143578" y="30094"/>
                </a:lnTo>
                <a:lnTo>
                  <a:pt x="143800" y="30682"/>
                </a:lnTo>
                <a:lnTo>
                  <a:pt x="144059" y="31251"/>
                </a:lnTo>
                <a:lnTo>
                  <a:pt x="144353" y="31797"/>
                </a:lnTo>
                <a:lnTo>
                  <a:pt x="144680" y="32321"/>
                </a:lnTo>
                <a:lnTo>
                  <a:pt x="145039" y="32821"/>
                </a:lnTo>
                <a:lnTo>
                  <a:pt x="145429" y="33296"/>
                </a:lnTo>
                <a:lnTo>
                  <a:pt x="145848" y="33743"/>
                </a:lnTo>
                <a:lnTo>
                  <a:pt x="146296" y="34163"/>
                </a:lnTo>
                <a:lnTo>
                  <a:pt x="146770" y="34553"/>
                </a:lnTo>
                <a:lnTo>
                  <a:pt x="147270" y="34912"/>
                </a:lnTo>
                <a:lnTo>
                  <a:pt x="147794" y="35240"/>
                </a:lnTo>
                <a:lnTo>
                  <a:pt x="148341" y="35533"/>
                </a:lnTo>
                <a:lnTo>
                  <a:pt x="148909" y="35792"/>
                </a:lnTo>
                <a:lnTo>
                  <a:pt x="149497" y="36015"/>
                </a:lnTo>
                <a:lnTo>
                  <a:pt x="150104" y="36200"/>
                </a:lnTo>
                <a:lnTo>
                  <a:pt x="150729" y="36347"/>
                </a:lnTo>
                <a:lnTo>
                  <a:pt x="151370" y="36453"/>
                </a:lnTo>
                <a:lnTo>
                  <a:pt x="152025" y="36518"/>
                </a:lnTo>
                <a:lnTo>
                  <a:pt x="152694" y="36539"/>
                </a:lnTo>
                <a:lnTo>
                  <a:pt x="153362" y="36518"/>
                </a:lnTo>
                <a:lnTo>
                  <a:pt x="154017" y="36453"/>
                </a:lnTo>
                <a:lnTo>
                  <a:pt x="154658" y="36347"/>
                </a:lnTo>
                <a:lnTo>
                  <a:pt x="155282" y="36200"/>
                </a:lnTo>
                <a:lnTo>
                  <a:pt x="155889" y="36015"/>
                </a:lnTo>
                <a:lnTo>
                  <a:pt x="156477" y="35792"/>
                </a:lnTo>
                <a:lnTo>
                  <a:pt x="157045" y="35533"/>
                </a:lnTo>
                <a:lnTo>
                  <a:pt x="157592" y="35240"/>
                </a:lnTo>
                <a:lnTo>
                  <a:pt x="158115" y="34912"/>
                </a:lnTo>
                <a:lnTo>
                  <a:pt x="158615" y="34553"/>
                </a:lnTo>
                <a:lnTo>
                  <a:pt x="159089" y="34163"/>
                </a:lnTo>
                <a:lnTo>
                  <a:pt x="159537" y="33743"/>
                </a:lnTo>
                <a:lnTo>
                  <a:pt x="159956" y="33296"/>
                </a:lnTo>
                <a:lnTo>
                  <a:pt x="160346" y="32821"/>
                </a:lnTo>
                <a:lnTo>
                  <a:pt x="160705" y="32321"/>
                </a:lnTo>
                <a:lnTo>
                  <a:pt x="161032" y="31797"/>
                </a:lnTo>
                <a:lnTo>
                  <a:pt x="161326" y="31251"/>
                </a:lnTo>
                <a:lnTo>
                  <a:pt x="161584" y="30682"/>
                </a:lnTo>
                <a:lnTo>
                  <a:pt x="161807" y="30094"/>
                </a:lnTo>
                <a:lnTo>
                  <a:pt x="161992" y="29487"/>
                </a:lnTo>
                <a:lnTo>
                  <a:pt x="162138" y="28863"/>
                </a:lnTo>
                <a:lnTo>
                  <a:pt x="162245" y="28222"/>
                </a:lnTo>
                <a:lnTo>
                  <a:pt x="162309" y="27567"/>
                </a:lnTo>
                <a:lnTo>
                  <a:pt x="162331" y="26899"/>
                </a:lnTo>
                <a:lnTo>
                  <a:pt x="162309" y="26230"/>
                </a:lnTo>
                <a:lnTo>
                  <a:pt x="162245" y="25575"/>
                </a:lnTo>
                <a:lnTo>
                  <a:pt x="162138" y="24934"/>
                </a:lnTo>
                <a:lnTo>
                  <a:pt x="161992" y="24310"/>
                </a:lnTo>
                <a:lnTo>
                  <a:pt x="161807" y="23703"/>
                </a:lnTo>
                <a:close/>
                <a:moveTo>
                  <a:pt x="1409117" y="56256"/>
                </a:moveTo>
                <a:lnTo>
                  <a:pt x="1408741" y="55807"/>
                </a:lnTo>
                <a:lnTo>
                  <a:pt x="1408325" y="55408"/>
                </a:lnTo>
                <a:lnTo>
                  <a:pt x="1407875" y="55056"/>
                </a:lnTo>
                <a:lnTo>
                  <a:pt x="1407396" y="54748"/>
                </a:lnTo>
                <a:lnTo>
                  <a:pt x="1406892" y="54481"/>
                </a:lnTo>
                <a:lnTo>
                  <a:pt x="1406370" y="54252"/>
                </a:lnTo>
                <a:lnTo>
                  <a:pt x="1405834" y="54059"/>
                </a:lnTo>
                <a:lnTo>
                  <a:pt x="1405288" y="53897"/>
                </a:lnTo>
                <a:lnTo>
                  <a:pt x="1404739" y="53765"/>
                </a:lnTo>
                <a:lnTo>
                  <a:pt x="1404191" y="53659"/>
                </a:lnTo>
                <a:lnTo>
                  <a:pt x="1403648" y="53576"/>
                </a:lnTo>
                <a:lnTo>
                  <a:pt x="1403117" y="53514"/>
                </a:lnTo>
                <a:lnTo>
                  <a:pt x="1402602" y="53470"/>
                </a:lnTo>
                <a:lnTo>
                  <a:pt x="1402108" y="53440"/>
                </a:lnTo>
                <a:lnTo>
                  <a:pt x="1401640" y="53422"/>
                </a:lnTo>
                <a:lnTo>
                  <a:pt x="1401203" y="53413"/>
                </a:lnTo>
                <a:lnTo>
                  <a:pt x="1400802" y="53409"/>
                </a:lnTo>
                <a:lnTo>
                  <a:pt x="1400443" y="53409"/>
                </a:lnTo>
                <a:lnTo>
                  <a:pt x="1333735" y="53409"/>
                </a:lnTo>
                <a:lnTo>
                  <a:pt x="1333376" y="53409"/>
                </a:lnTo>
                <a:lnTo>
                  <a:pt x="1332975" y="53413"/>
                </a:lnTo>
                <a:lnTo>
                  <a:pt x="1332538" y="53422"/>
                </a:lnTo>
                <a:lnTo>
                  <a:pt x="1332070" y="53440"/>
                </a:lnTo>
                <a:lnTo>
                  <a:pt x="1331576" y="53470"/>
                </a:lnTo>
                <a:lnTo>
                  <a:pt x="1331061" y="53514"/>
                </a:lnTo>
                <a:lnTo>
                  <a:pt x="1330530" y="53576"/>
                </a:lnTo>
                <a:lnTo>
                  <a:pt x="1329987" y="53659"/>
                </a:lnTo>
                <a:lnTo>
                  <a:pt x="1329439" y="53765"/>
                </a:lnTo>
                <a:lnTo>
                  <a:pt x="1328890" y="53897"/>
                </a:lnTo>
                <a:lnTo>
                  <a:pt x="1328344" y="54059"/>
                </a:lnTo>
                <a:lnTo>
                  <a:pt x="1327808" y="54252"/>
                </a:lnTo>
                <a:lnTo>
                  <a:pt x="1327286" y="54481"/>
                </a:lnTo>
                <a:lnTo>
                  <a:pt x="1326782" y="54748"/>
                </a:lnTo>
                <a:lnTo>
                  <a:pt x="1326303" y="55056"/>
                </a:lnTo>
                <a:lnTo>
                  <a:pt x="1325853" y="55408"/>
                </a:lnTo>
                <a:lnTo>
                  <a:pt x="1325437" y="55807"/>
                </a:lnTo>
                <a:lnTo>
                  <a:pt x="1325061" y="56256"/>
                </a:lnTo>
                <a:lnTo>
                  <a:pt x="1324728" y="56757"/>
                </a:lnTo>
                <a:lnTo>
                  <a:pt x="1324445" y="57314"/>
                </a:lnTo>
                <a:lnTo>
                  <a:pt x="1324216" y="57930"/>
                </a:lnTo>
                <a:lnTo>
                  <a:pt x="1324046" y="58607"/>
                </a:lnTo>
                <a:lnTo>
                  <a:pt x="1323940" y="59349"/>
                </a:lnTo>
                <a:lnTo>
                  <a:pt x="1323904" y="60158"/>
                </a:lnTo>
                <a:lnTo>
                  <a:pt x="1323936" y="60967"/>
                </a:lnTo>
                <a:lnTo>
                  <a:pt x="1324030" y="61708"/>
                </a:lnTo>
                <a:lnTo>
                  <a:pt x="1324182" y="62385"/>
                </a:lnTo>
                <a:lnTo>
                  <a:pt x="1324386" y="63001"/>
                </a:lnTo>
                <a:lnTo>
                  <a:pt x="1324638" y="63558"/>
                </a:lnTo>
                <a:lnTo>
                  <a:pt x="1324934" y="64059"/>
                </a:lnTo>
                <a:lnTo>
                  <a:pt x="1325269" y="64508"/>
                </a:lnTo>
                <a:lnTo>
                  <a:pt x="1325639" y="64907"/>
                </a:lnTo>
                <a:lnTo>
                  <a:pt x="1326039" y="65259"/>
                </a:lnTo>
                <a:lnTo>
                  <a:pt x="1326464" y="65567"/>
                </a:lnTo>
                <a:lnTo>
                  <a:pt x="1326911" y="65834"/>
                </a:lnTo>
                <a:lnTo>
                  <a:pt x="1327374" y="66063"/>
                </a:lnTo>
                <a:lnTo>
                  <a:pt x="1327849" y="66257"/>
                </a:lnTo>
                <a:lnTo>
                  <a:pt x="1328332" y="66418"/>
                </a:lnTo>
                <a:lnTo>
                  <a:pt x="1328818" y="66551"/>
                </a:lnTo>
                <a:lnTo>
                  <a:pt x="1329302" y="66657"/>
                </a:lnTo>
                <a:lnTo>
                  <a:pt x="1329780" y="66739"/>
                </a:lnTo>
                <a:lnTo>
                  <a:pt x="1330248" y="66801"/>
                </a:lnTo>
                <a:lnTo>
                  <a:pt x="1330701" y="66846"/>
                </a:lnTo>
                <a:lnTo>
                  <a:pt x="1331134" y="66875"/>
                </a:lnTo>
                <a:lnTo>
                  <a:pt x="1331542" y="66893"/>
                </a:lnTo>
                <a:lnTo>
                  <a:pt x="1331923" y="66903"/>
                </a:lnTo>
                <a:lnTo>
                  <a:pt x="1332270" y="66906"/>
                </a:lnTo>
                <a:lnTo>
                  <a:pt x="1332579" y="66907"/>
                </a:lnTo>
                <a:lnTo>
                  <a:pt x="1401599" y="66907"/>
                </a:lnTo>
                <a:lnTo>
                  <a:pt x="1401908" y="66906"/>
                </a:lnTo>
                <a:lnTo>
                  <a:pt x="1402255" y="66903"/>
                </a:lnTo>
                <a:lnTo>
                  <a:pt x="1402635" y="66893"/>
                </a:lnTo>
                <a:lnTo>
                  <a:pt x="1403044" y="66875"/>
                </a:lnTo>
                <a:lnTo>
                  <a:pt x="1403477" y="66846"/>
                </a:lnTo>
                <a:lnTo>
                  <a:pt x="1403930" y="66801"/>
                </a:lnTo>
                <a:lnTo>
                  <a:pt x="1404397" y="66739"/>
                </a:lnTo>
                <a:lnTo>
                  <a:pt x="1404876" y="66657"/>
                </a:lnTo>
                <a:lnTo>
                  <a:pt x="1405360" y="66551"/>
                </a:lnTo>
                <a:lnTo>
                  <a:pt x="1405846" y="66418"/>
                </a:lnTo>
                <a:lnTo>
                  <a:pt x="1406328" y="66257"/>
                </a:lnTo>
                <a:lnTo>
                  <a:pt x="1406804" y="66063"/>
                </a:lnTo>
                <a:lnTo>
                  <a:pt x="1407267" y="65834"/>
                </a:lnTo>
                <a:lnTo>
                  <a:pt x="1407713" y="65567"/>
                </a:lnTo>
                <a:lnTo>
                  <a:pt x="1408139" y="65259"/>
                </a:lnTo>
                <a:lnTo>
                  <a:pt x="1408539" y="64907"/>
                </a:lnTo>
                <a:lnTo>
                  <a:pt x="1408909" y="64508"/>
                </a:lnTo>
                <a:lnTo>
                  <a:pt x="1409244" y="64059"/>
                </a:lnTo>
                <a:lnTo>
                  <a:pt x="1409540" y="63558"/>
                </a:lnTo>
                <a:lnTo>
                  <a:pt x="1409792" y="63001"/>
                </a:lnTo>
                <a:lnTo>
                  <a:pt x="1409996" y="62385"/>
                </a:lnTo>
                <a:lnTo>
                  <a:pt x="1410148" y="61708"/>
                </a:lnTo>
                <a:lnTo>
                  <a:pt x="1410242" y="60967"/>
                </a:lnTo>
                <a:lnTo>
                  <a:pt x="1410274" y="60158"/>
                </a:lnTo>
                <a:lnTo>
                  <a:pt x="1410238" y="59349"/>
                </a:lnTo>
                <a:lnTo>
                  <a:pt x="1410132" y="58607"/>
                </a:lnTo>
                <a:lnTo>
                  <a:pt x="1409962" y="57930"/>
                </a:lnTo>
                <a:lnTo>
                  <a:pt x="1409733" y="57314"/>
                </a:lnTo>
                <a:lnTo>
                  <a:pt x="1409450" y="56757"/>
                </a:lnTo>
                <a:lnTo>
                  <a:pt x="1409117" y="56256"/>
                </a:lnTo>
                <a:close/>
                <a:moveTo>
                  <a:pt x="908407" y="124569"/>
                </a:moveTo>
                <a:lnTo>
                  <a:pt x="908141" y="124172"/>
                </a:lnTo>
                <a:lnTo>
                  <a:pt x="907845" y="123818"/>
                </a:lnTo>
                <a:lnTo>
                  <a:pt x="907521" y="123507"/>
                </a:lnTo>
                <a:lnTo>
                  <a:pt x="907172" y="123234"/>
                </a:lnTo>
                <a:lnTo>
                  <a:pt x="906802" y="122998"/>
                </a:lnTo>
                <a:lnTo>
                  <a:pt x="906413" y="122795"/>
                </a:lnTo>
                <a:lnTo>
                  <a:pt x="906008" y="122623"/>
                </a:lnTo>
                <a:lnTo>
                  <a:pt x="905590" y="122480"/>
                </a:lnTo>
                <a:lnTo>
                  <a:pt x="905161" y="122363"/>
                </a:lnTo>
                <a:lnTo>
                  <a:pt x="904724" y="122269"/>
                </a:lnTo>
                <a:lnTo>
                  <a:pt x="904283" y="122196"/>
                </a:lnTo>
                <a:lnTo>
                  <a:pt x="903841" y="122141"/>
                </a:lnTo>
                <a:lnTo>
                  <a:pt x="903399" y="122102"/>
                </a:lnTo>
                <a:lnTo>
                  <a:pt x="902961" y="122076"/>
                </a:lnTo>
                <a:lnTo>
                  <a:pt x="902529" y="122060"/>
                </a:lnTo>
                <a:lnTo>
                  <a:pt x="902107" y="122052"/>
                </a:lnTo>
                <a:lnTo>
                  <a:pt x="901698" y="122049"/>
                </a:lnTo>
                <a:lnTo>
                  <a:pt x="901304" y="122048"/>
                </a:lnTo>
                <a:lnTo>
                  <a:pt x="892820" y="122048"/>
                </a:lnTo>
                <a:lnTo>
                  <a:pt x="892820" y="77386"/>
                </a:lnTo>
                <a:lnTo>
                  <a:pt x="892769" y="75013"/>
                </a:lnTo>
                <a:lnTo>
                  <a:pt x="892617" y="72754"/>
                </a:lnTo>
                <a:lnTo>
                  <a:pt x="892367" y="70610"/>
                </a:lnTo>
                <a:lnTo>
                  <a:pt x="892021" y="68578"/>
                </a:lnTo>
                <a:lnTo>
                  <a:pt x="891579" y="66657"/>
                </a:lnTo>
                <a:lnTo>
                  <a:pt x="891045" y="64846"/>
                </a:lnTo>
                <a:lnTo>
                  <a:pt x="890420" y="63144"/>
                </a:lnTo>
                <a:lnTo>
                  <a:pt x="889707" y="61549"/>
                </a:lnTo>
                <a:lnTo>
                  <a:pt x="888906" y="60061"/>
                </a:lnTo>
                <a:lnTo>
                  <a:pt x="888020" y="58677"/>
                </a:lnTo>
                <a:lnTo>
                  <a:pt x="887051" y="57398"/>
                </a:lnTo>
                <a:lnTo>
                  <a:pt x="886000" y="56221"/>
                </a:lnTo>
                <a:lnTo>
                  <a:pt x="884870" y="55145"/>
                </a:lnTo>
                <a:lnTo>
                  <a:pt x="883663" y="54170"/>
                </a:lnTo>
                <a:lnTo>
                  <a:pt x="882381" y="53293"/>
                </a:lnTo>
                <a:lnTo>
                  <a:pt x="881025" y="52513"/>
                </a:lnTo>
                <a:lnTo>
                  <a:pt x="879597" y="51831"/>
                </a:lnTo>
                <a:lnTo>
                  <a:pt x="878099" y="51243"/>
                </a:lnTo>
                <a:lnTo>
                  <a:pt x="876534" y="50749"/>
                </a:lnTo>
                <a:lnTo>
                  <a:pt x="874903" y="50347"/>
                </a:lnTo>
                <a:lnTo>
                  <a:pt x="873208" y="50037"/>
                </a:lnTo>
                <a:lnTo>
                  <a:pt x="871451" y="49817"/>
                </a:lnTo>
                <a:lnTo>
                  <a:pt x="869634" y="49686"/>
                </a:lnTo>
                <a:lnTo>
                  <a:pt x="867759" y="49643"/>
                </a:lnTo>
                <a:lnTo>
                  <a:pt x="866166" y="49676"/>
                </a:lnTo>
                <a:lnTo>
                  <a:pt x="864618" y="49774"/>
                </a:lnTo>
                <a:lnTo>
                  <a:pt x="863115" y="49932"/>
                </a:lnTo>
                <a:lnTo>
                  <a:pt x="861657" y="50146"/>
                </a:lnTo>
                <a:lnTo>
                  <a:pt x="860245" y="50411"/>
                </a:lnTo>
                <a:lnTo>
                  <a:pt x="858878" y="50725"/>
                </a:lnTo>
                <a:lnTo>
                  <a:pt x="857558" y="51082"/>
                </a:lnTo>
                <a:lnTo>
                  <a:pt x="856284" y="51479"/>
                </a:lnTo>
                <a:lnTo>
                  <a:pt x="855057" y="51911"/>
                </a:lnTo>
                <a:lnTo>
                  <a:pt x="853877" y="52375"/>
                </a:lnTo>
                <a:lnTo>
                  <a:pt x="852745" y="52866"/>
                </a:lnTo>
                <a:lnTo>
                  <a:pt x="851660" y="53380"/>
                </a:lnTo>
                <a:lnTo>
                  <a:pt x="850624" y="53913"/>
                </a:lnTo>
                <a:lnTo>
                  <a:pt x="849636" y="54461"/>
                </a:lnTo>
                <a:lnTo>
                  <a:pt x="848697" y="55020"/>
                </a:lnTo>
                <a:lnTo>
                  <a:pt x="847807" y="55586"/>
                </a:lnTo>
                <a:lnTo>
                  <a:pt x="846967" y="56154"/>
                </a:lnTo>
                <a:lnTo>
                  <a:pt x="846177" y="56721"/>
                </a:lnTo>
                <a:lnTo>
                  <a:pt x="845437" y="57283"/>
                </a:lnTo>
                <a:lnTo>
                  <a:pt x="844747" y="57835"/>
                </a:lnTo>
                <a:lnTo>
                  <a:pt x="844108" y="58373"/>
                </a:lnTo>
                <a:lnTo>
                  <a:pt x="843521" y="58893"/>
                </a:lnTo>
                <a:lnTo>
                  <a:pt x="842985" y="59391"/>
                </a:lnTo>
                <a:lnTo>
                  <a:pt x="842501" y="59863"/>
                </a:lnTo>
                <a:lnTo>
                  <a:pt x="842501" y="23845"/>
                </a:lnTo>
                <a:lnTo>
                  <a:pt x="842494" y="23119"/>
                </a:lnTo>
                <a:lnTo>
                  <a:pt x="842474" y="22434"/>
                </a:lnTo>
                <a:lnTo>
                  <a:pt x="842438" y="21790"/>
                </a:lnTo>
                <a:lnTo>
                  <a:pt x="842385" y="21184"/>
                </a:lnTo>
                <a:lnTo>
                  <a:pt x="842312" y="20618"/>
                </a:lnTo>
                <a:lnTo>
                  <a:pt x="842217" y="20089"/>
                </a:lnTo>
                <a:lnTo>
                  <a:pt x="842100" y="19596"/>
                </a:lnTo>
                <a:lnTo>
                  <a:pt x="841958" y="19140"/>
                </a:lnTo>
                <a:lnTo>
                  <a:pt x="841789" y="18718"/>
                </a:lnTo>
                <a:lnTo>
                  <a:pt x="841592" y="18330"/>
                </a:lnTo>
                <a:lnTo>
                  <a:pt x="841364" y="17975"/>
                </a:lnTo>
                <a:lnTo>
                  <a:pt x="841103" y="17652"/>
                </a:lnTo>
                <a:lnTo>
                  <a:pt x="840809" y="17360"/>
                </a:lnTo>
                <a:lnTo>
                  <a:pt x="840478" y="17098"/>
                </a:lnTo>
                <a:lnTo>
                  <a:pt x="840110" y="16865"/>
                </a:lnTo>
                <a:lnTo>
                  <a:pt x="839702" y="16661"/>
                </a:lnTo>
                <a:lnTo>
                  <a:pt x="839253" y="16485"/>
                </a:lnTo>
                <a:lnTo>
                  <a:pt x="838760" y="16335"/>
                </a:lnTo>
                <a:lnTo>
                  <a:pt x="838222" y="16210"/>
                </a:lnTo>
                <a:lnTo>
                  <a:pt x="837637" y="16110"/>
                </a:lnTo>
                <a:lnTo>
                  <a:pt x="837003" y="16034"/>
                </a:lnTo>
                <a:lnTo>
                  <a:pt x="836319" y="15981"/>
                </a:lnTo>
                <a:lnTo>
                  <a:pt x="835582" y="15950"/>
                </a:lnTo>
                <a:lnTo>
                  <a:pt x="834790" y="15940"/>
                </a:lnTo>
                <a:lnTo>
                  <a:pt x="820717" y="15940"/>
                </a:lnTo>
                <a:lnTo>
                  <a:pt x="820322" y="15940"/>
                </a:lnTo>
                <a:lnTo>
                  <a:pt x="819913" y="15943"/>
                </a:lnTo>
                <a:lnTo>
                  <a:pt x="819491" y="15951"/>
                </a:lnTo>
                <a:lnTo>
                  <a:pt x="819060" y="15967"/>
                </a:lnTo>
                <a:lnTo>
                  <a:pt x="818622" y="15994"/>
                </a:lnTo>
                <a:lnTo>
                  <a:pt x="818180" y="16033"/>
                </a:lnTo>
                <a:lnTo>
                  <a:pt x="817737" y="16088"/>
                </a:lnTo>
                <a:lnTo>
                  <a:pt x="817296" y="16161"/>
                </a:lnTo>
                <a:lnTo>
                  <a:pt x="816860" y="16255"/>
                </a:lnTo>
                <a:lnTo>
                  <a:pt x="816431" y="16372"/>
                </a:lnTo>
                <a:lnTo>
                  <a:pt x="816012" y="16515"/>
                </a:lnTo>
                <a:lnTo>
                  <a:pt x="815607" y="16687"/>
                </a:lnTo>
                <a:lnTo>
                  <a:pt x="815218" y="16890"/>
                </a:lnTo>
                <a:lnTo>
                  <a:pt x="814848" y="17126"/>
                </a:lnTo>
                <a:lnTo>
                  <a:pt x="814500" y="17399"/>
                </a:lnTo>
                <a:lnTo>
                  <a:pt x="814176" y="17711"/>
                </a:lnTo>
                <a:lnTo>
                  <a:pt x="813879" y="18064"/>
                </a:lnTo>
                <a:lnTo>
                  <a:pt x="813613" y="18462"/>
                </a:lnTo>
                <a:lnTo>
                  <a:pt x="813380" y="18906"/>
                </a:lnTo>
                <a:lnTo>
                  <a:pt x="813183" y="19399"/>
                </a:lnTo>
                <a:lnTo>
                  <a:pt x="813025" y="19945"/>
                </a:lnTo>
                <a:lnTo>
                  <a:pt x="812909" y="20544"/>
                </a:lnTo>
                <a:lnTo>
                  <a:pt x="812837" y="21201"/>
                </a:lnTo>
                <a:lnTo>
                  <a:pt x="812812" y="21918"/>
                </a:lnTo>
                <a:lnTo>
                  <a:pt x="812838" y="22611"/>
                </a:lnTo>
                <a:lnTo>
                  <a:pt x="812912" y="23247"/>
                </a:lnTo>
                <a:lnTo>
                  <a:pt x="813033" y="23827"/>
                </a:lnTo>
                <a:lnTo>
                  <a:pt x="813196" y="24355"/>
                </a:lnTo>
                <a:lnTo>
                  <a:pt x="813399" y="24832"/>
                </a:lnTo>
                <a:lnTo>
                  <a:pt x="813638" y="25262"/>
                </a:lnTo>
                <a:lnTo>
                  <a:pt x="813910" y="25646"/>
                </a:lnTo>
                <a:lnTo>
                  <a:pt x="814212" y="25988"/>
                </a:lnTo>
                <a:lnTo>
                  <a:pt x="814541" y="26290"/>
                </a:lnTo>
                <a:lnTo>
                  <a:pt x="814893" y="26554"/>
                </a:lnTo>
                <a:lnTo>
                  <a:pt x="815266" y="26782"/>
                </a:lnTo>
                <a:lnTo>
                  <a:pt x="815656" y="26979"/>
                </a:lnTo>
                <a:lnTo>
                  <a:pt x="816060" y="27145"/>
                </a:lnTo>
                <a:lnTo>
                  <a:pt x="816475" y="27283"/>
                </a:lnTo>
                <a:lnTo>
                  <a:pt x="816897" y="27397"/>
                </a:lnTo>
                <a:lnTo>
                  <a:pt x="817325" y="27487"/>
                </a:lnTo>
                <a:lnTo>
                  <a:pt x="817753" y="27558"/>
                </a:lnTo>
                <a:lnTo>
                  <a:pt x="818180" y="27611"/>
                </a:lnTo>
                <a:lnTo>
                  <a:pt x="818601" y="27649"/>
                </a:lnTo>
                <a:lnTo>
                  <a:pt x="819015" y="27675"/>
                </a:lnTo>
                <a:lnTo>
                  <a:pt x="819417" y="27690"/>
                </a:lnTo>
                <a:lnTo>
                  <a:pt x="819804" y="27698"/>
                </a:lnTo>
                <a:lnTo>
                  <a:pt x="820174" y="27701"/>
                </a:lnTo>
                <a:lnTo>
                  <a:pt x="820523" y="27702"/>
                </a:lnTo>
                <a:lnTo>
                  <a:pt x="829201" y="27702"/>
                </a:lnTo>
                <a:lnTo>
                  <a:pt x="829201" y="122048"/>
                </a:lnTo>
                <a:lnTo>
                  <a:pt x="820717" y="122048"/>
                </a:lnTo>
                <a:lnTo>
                  <a:pt x="820322" y="122049"/>
                </a:lnTo>
                <a:lnTo>
                  <a:pt x="819913" y="122052"/>
                </a:lnTo>
                <a:lnTo>
                  <a:pt x="819491" y="122060"/>
                </a:lnTo>
                <a:lnTo>
                  <a:pt x="819060" y="122076"/>
                </a:lnTo>
                <a:lnTo>
                  <a:pt x="818622" y="122102"/>
                </a:lnTo>
                <a:lnTo>
                  <a:pt x="818180" y="122141"/>
                </a:lnTo>
                <a:lnTo>
                  <a:pt x="817737" y="122196"/>
                </a:lnTo>
                <a:lnTo>
                  <a:pt x="817296" y="122269"/>
                </a:lnTo>
                <a:lnTo>
                  <a:pt x="816860" y="122363"/>
                </a:lnTo>
                <a:lnTo>
                  <a:pt x="816431" y="122480"/>
                </a:lnTo>
                <a:lnTo>
                  <a:pt x="816012" y="122623"/>
                </a:lnTo>
                <a:lnTo>
                  <a:pt x="815607" y="122795"/>
                </a:lnTo>
                <a:lnTo>
                  <a:pt x="815218" y="122998"/>
                </a:lnTo>
                <a:lnTo>
                  <a:pt x="814848" y="123234"/>
                </a:lnTo>
                <a:lnTo>
                  <a:pt x="814500" y="123507"/>
                </a:lnTo>
                <a:lnTo>
                  <a:pt x="814176" y="123818"/>
                </a:lnTo>
                <a:lnTo>
                  <a:pt x="813879" y="124172"/>
                </a:lnTo>
                <a:lnTo>
                  <a:pt x="813613" y="124569"/>
                </a:lnTo>
                <a:lnTo>
                  <a:pt x="813380" y="125013"/>
                </a:lnTo>
                <a:lnTo>
                  <a:pt x="813183" y="125506"/>
                </a:lnTo>
                <a:lnTo>
                  <a:pt x="813025" y="126051"/>
                </a:lnTo>
                <a:lnTo>
                  <a:pt x="812909" y="126650"/>
                </a:lnTo>
                <a:lnTo>
                  <a:pt x="812837" y="127307"/>
                </a:lnTo>
                <a:lnTo>
                  <a:pt x="812812" y="128023"/>
                </a:lnTo>
                <a:lnTo>
                  <a:pt x="812838" y="128717"/>
                </a:lnTo>
                <a:lnTo>
                  <a:pt x="812912" y="129352"/>
                </a:lnTo>
                <a:lnTo>
                  <a:pt x="813033" y="129932"/>
                </a:lnTo>
                <a:lnTo>
                  <a:pt x="813196" y="130460"/>
                </a:lnTo>
                <a:lnTo>
                  <a:pt x="813399" y="130937"/>
                </a:lnTo>
                <a:lnTo>
                  <a:pt x="813638" y="131367"/>
                </a:lnTo>
                <a:lnTo>
                  <a:pt x="813910" y="131752"/>
                </a:lnTo>
                <a:lnTo>
                  <a:pt x="814212" y="132093"/>
                </a:lnTo>
                <a:lnTo>
                  <a:pt x="814541" y="132395"/>
                </a:lnTo>
                <a:lnTo>
                  <a:pt x="814893" y="132659"/>
                </a:lnTo>
                <a:lnTo>
                  <a:pt x="815266" y="132888"/>
                </a:lnTo>
                <a:lnTo>
                  <a:pt x="815656" y="133084"/>
                </a:lnTo>
                <a:lnTo>
                  <a:pt x="816060" y="133250"/>
                </a:lnTo>
                <a:lnTo>
                  <a:pt x="816475" y="133389"/>
                </a:lnTo>
                <a:lnTo>
                  <a:pt x="816897" y="133502"/>
                </a:lnTo>
                <a:lnTo>
                  <a:pt x="817325" y="133593"/>
                </a:lnTo>
                <a:lnTo>
                  <a:pt x="817753" y="133664"/>
                </a:lnTo>
                <a:lnTo>
                  <a:pt x="818180" y="133717"/>
                </a:lnTo>
                <a:lnTo>
                  <a:pt x="818601" y="133755"/>
                </a:lnTo>
                <a:lnTo>
                  <a:pt x="819015" y="133780"/>
                </a:lnTo>
                <a:lnTo>
                  <a:pt x="819417" y="133796"/>
                </a:lnTo>
                <a:lnTo>
                  <a:pt x="819804" y="133804"/>
                </a:lnTo>
                <a:lnTo>
                  <a:pt x="820174" y="133807"/>
                </a:lnTo>
                <a:lnTo>
                  <a:pt x="820523" y="133807"/>
                </a:lnTo>
                <a:lnTo>
                  <a:pt x="851179" y="133807"/>
                </a:lnTo>
                <a:lnTo>
                  <a:pt x="851527" y="133807"/>
                </a:lnTo>
                <a:lnTo>
                  <a:pt x="851897" y="133804"/>
                </a:lnTo>
                <a:lnTo>
                  <a:pt x="852285" y="133796"/>
                </a:lnTo>
                <a:lnTo>
                  <a:pt x="852687" y="133780"/>
                </a:lnTo>
                <a:lnTo>
                  <a:pt x="853100" y="133755"/>
                </a:lnTo>
                <a:lnTo>
                  <a:pt x="853522" y="133717"/>
                </a:lnTo>
                <a:lnTo>
                  <a:pt x="853948" y="133664"/>
                </a:lnTo>
                <a:lnTo>
                  <a:pt x="854377" y="133593"/>
                </a:lnTo>
                <a:lnTo>
                  <a:pt x="854804" y="133502"/>
                </a:lnTo>
                <a:lnTo>
                  <a:pt x="855226" y="133389"/>
                </a:lnTo>
                <a:lnTo>
                  <a:pt x="855641" y="133250"/>
                </a:lnTo>
                <a:lnTo>
                  <a:pt x="856046" y="133084"/>
                </a:lnTo>
                <a:lnTo>
                  <a:pt x="856436" y="132888"/>
                </a:lnTo>
                <a:lnTo>
                  <a:pt x="856808" y="132659"/>
                </a:lnTo>
                <a:lnTo>
                  <a:pt x="857161" y="132395"/>
                </a:lnTo>
                <a:lnTo>
                  <a:pt x="857490" y="132093"/>
                </a:lnTo>
                <a:lnTo>
                  <a:pt x="857792" y="131752"/>
                </a:lnTo>
                <a:lnTo>
                  <a:pt x="858064" y="131367"/>
                </a:lnTo>
                <a:lnTo>
                  <a:pt x="858303" y="130937"/>
                </a:lnTo>
                <a:lnTo>
                  <a:pt x="858505" y="130460"/>
                </a:lnTo>
                <a:lnTo>
                  <a:pt x="858668" y="129932"/>
                </a:lnTo>
                <a:lnTo>
                  <a:pt x="858789" y="129352"/>
                </a:lnTo>
                <a:lnTo>
                  <a:pt x="858864" y="128717"/>
                </a:lnTo>
                <a:lnTo>
                  <a:pt x="858889" y="128023"/>
                </a:lnTo>
                <a:lnTo>
                  <a:pt x="858865" y="127307"/>
                </a:lnTo>
                <a:lnTo>
                  <a:pt x="858793" y="126650"/>
                </a:lnTo>
                <a:lnTo>
                  <a:pt x="858676" y="126051"/>
                </a:lnTo>
                <a:lnTo>
                  <a:pt x="858518" y="125506"/>
                </a:lnTo>
                <a:lnTo>
                  <a:pt x="858321" y="125013"/>
                </a:lnTo>
                <a:lnTo>
                  <a:pt x="858088" y="124569"/>
                </a:lnTo>
                <a:lnTo>
                  <a:pt x="857822" y="124172"/>
                </a:lnTo>
                <a:lnTo>
                  <a:pt x="857526" y="123818"/>
                </a:lnTo>
                <a:lnTo>
                  <a:pt x="857202" y="123507"/>
                </a:lnTo>
                <a:lnTo>
                  <a:pt x="856853" y="123234"/>
                </a:lnTo>
                <a:lnTo>
                  <a:pt x="856483" y="122998"/>
                </a:lnTo>
                <a:lnTo>
                  <a:pt x="856094" y="122795"/>
                </a:lnTo>
                <a:lnTo>
                  <a:pt x="855689" y="122623"/>
                </a:lnTo>
                <a:lnTo>
                  <a:pt x="855271" y="122480"/>
                </a:lnTo>
                <a:lnTo>
                  <a:pt x="854842" y="122363"/>
                </a:lnTo>
                <a:lnTo>
                  <a:pt x="854405" y="122269"/>
                </a:lnTo>
                <a:lnTo>
                  <a:pt x="853964" y="122196"/>
                </a:lnTo>
                <a:lnTo>
                  <a:pt x="853522" y="122141"/>
                </a:lnTo>
                <a:lnTo>
                  <a:pt x="853080" y="122102"/>
                </a:lnTo>
                <a:lnTo>
                  <a:pt x="852642" y="122076"/>
                </a:lnTo>
                <a:lnTo>
                  <a:pt x="852210" y="122060"/>
                </a:lnTo>
                <a:lnTo>
                  <a:pt x="851788" y="122052"/>
                </a:lnTo>
                <a:lnTo>
                  <a:pt x="851379" y="122049"/>
                </a:lnTo>
                <a:lnTo>
                  <a:pt x="850985" y="122048"/>
                </a:lnTo>
                <a:lnTo>
                  <a:pt x="842501" y="122048"/>
                </a:lnTo>
                <a:lnTo>
                  <a:pt x="842501" y="87974"/>
                </a:lnTo>
                <a:lnTo>
                  <a:pt x="842573" y="85629"/>
                </a:lnTo>
                <a:lnTo>
                  <a:pt x="842787" y="83407"/>
                </a:lnTo>
                <a:lnTo>
                  <a:pt x="843133" y="81305"/>
                </a:lnTo>
                <a:lnTo>
                  <a:pt x="843603" y="79321"/>
                </a:lnTo>
                <a:lnTo>
                  <a:pt x="844189" y="77454"/>
                </a:lnTo>
                <a:lnTo>
                  <a:pt x="844884" y="75701"/>
                </a:lnTo>
                <a:lnTo>
                  <a:pt x="845678" y="74060"/>
                </a:lnTo>
                <a:lnTo>
                  <a:pt x="846564" y="72529"/>
                </a:lnTo>
                <a:lnTo>
                  <a:pt x="847533" y="71107"/>
                </a:lnTo>
                <a:lnTo>
                  <a:pt x="848579" y="69791"/>
                </a:lnTo>
                <a:lnTo>
                  <a:pt x="849692" y="68579"/>
                </a:lnTo>
                <a:lnTo>
                  <a:pt x="850864" y="67470"/>
                </a:lnTo>
                <a:lnTo>
                  <a:pt x="852087" y="66461"/>
                </a:lnTo>
                <a:lnTo>
                  <a:pt x="853353" y="65550"/>
                </a:lnTo>
                <a:lnTo>
                  <a:pt x="854655" y="64735"/>
                </a:lnTo>
                <a:lnTo>
                  <a:pt x="855983" y="64015"/>
                </a:lnTo>
                <a:lnTo>
                  <a:pt x="857330" y="63387"/>
                </a:lnTo>
                <a:lnTo>
                  <a:pt x="858688" y="62849"/>
                </a:lnTo>
                <a:lnTo>
                  <a:pt x="860048" y="62399"/>
                </a:lnTo>
                <a:lnTo>
                  <a:pt x="861402" y="62036"/>
                </a:lnTo>
                <a:lnTo>
                  <a:pt x="862743" y="61757"/>
                </a:lnTo>
                <a:lnTo>
                  <a:pt x="864062" y="61560"/>
                </a:lnTo>
                <a:lnTo>
                  <a:pt x="865351" y="61443"/>
                </a:lnTo>
                <a:lnTo>
                  <a:pt x="866602" y="61405"/>
                </a:lnTo>
                <a:lnTo>
                  <a:pt x="867841" y="61433"/>
                </a:lnTo>
                <a:lnTo>
                  <a:pt x="869003" y="61518"/>
                </a:lnTo>
                <a:lnTo>
                  <a:pt x="870091" y="61659"/>
                </a:lnTo>
                <a:lnTo>
                  <a:pt x="871107" y="61858"/>
                </a:lnTo>
                <a:lnTo>
                  <a:pt x="872052" y="62114"/>
                </a:lnTo>
                <a:lnTo>
                  <a:pt x="872931" y="62428"/>
                </a:lnTo>
                <a:lnTo>
                  <a:pt x="873743" y="62800"/>
                </a:lnTo>
                <a:lnTo>
                  <a:pt x="874491" y="63231"/>
                </a:lnTo>
                <a:lnTo>
                  <a:pt x="875178" y="63720"/>
                </a:lnTo>
                <a:lnTo>
                  <a:pt x="875806" y="64269"/>
                </a:lnTo>
                <a:lnTo>
                  <a:pt x="876376" y="64877"/>
                </a:lnTo>
                <a:lnTo>
                  <a:pt x="876891" y="65545"/>
                </a:lnTo>
                <a:lnTo>
                  <a:pt x="877353" y="66273"/>
                </a:lnTo>
                <a:lnTo>
                  <a:pt x="877763" y="67062"/>
                </a:lnTo>
                <a:lnTo>
                  <a:pt x="878125" y="67911"/>
                </a:lnTo>
                <a:lnTo>
                  <a:pt x="878439" y="68822"/>
                </a:lnTo>
                <a:lnTo>
                  <a:pt x="878709" y="69794"/>
                </a:lnTo>
                <a:lnTo>
                  <a:pt x="878936" y="70828"/>
                </a:lnTo>
                <a:lnTo>
                  <a:pt x="879122" y="71924"/>
                </a:lnTo>
                <a:lnTo>
                  <a:pt x="879270" y="73082"/>
                </a:lnTo>
                <a:lnTo>
                  <a:pt x="879381" y="74304"/>
                </a:lnTo>
                <a:lnTo>
                  <a:pt x="879458" y="75588"/>
                </a:lnTo>
                <a:lnTo>
                  <a:pt x="879502" y="76936"/>
                </a:lnTo>
                <a:lnTo>
                  <a:pt x="879517" y="78348"/>
                </a:lnTo>
                <a:lnTo>
                  <a:pt x="879517" y="122048"/>
                </a:lnTo>
                <a:lnTo>
                  <a:pt x="872001" y="122048"/>
                </a:lnTo>
                <a:lnTo>
                  <a:pt x="871606" y="122049"/>
                </a:lnTo>
                <a:lnTo>
                  <a:pt x="871197" y="122052"/>
                </a:lnTo>
                <a:lnTo>
                  <a:pt x="870775" y="122060"/>
                </a:lnTo>
                <a:lnTo>
                  <a:pt x="870344" y="122076"/>
                </a:lnTo>
                <a:lnTo>
                  <a:pt x="869906" y="122102"/>
                </a:lnTo>
                <a:lnTo>
                  <a:pt x="869464" y="122141"/>
                </a:lnTo>
                <a:lnTo>
                  <a:pt x="869021" y="122196"/>
                </a:lnTo>
                <a:lnTo>
                  <a:pt x="868580" y="122269"/>
                </a:lnTo>
                <a:lnTo>
                  <a:pt x="868143" y="122363"/>
                </a:lnTo>
                <a:lnTo>
                  <a:pt x="867715" y="122480"/>
                </a:lnTo>
                <a:lnTo>
                  <a:pt x="867296" y="122623"/>
                </a:lnTo>
                <a:lnTo>
                  <a:pt x="866891" y="122795"/>
                </a:lnTo>
                <a:lnTo>
                  <a:pt x="866502" y="122998"/>
                </a:lnTo>
                <a:lnTo>
                  <a:pt x="866132" y="123234"/>
                </a:lnTo>
                <a:lnTo>
                  <a:pt x="865783" y="123507"/>
                </a:lnTo>
                <a:lnTo>
                  <a:pt x="865460" y="123818"/>
                </a:lnTo>
                <a:lnTo>
                  <a:pt x="865163" y="124172"/>
                </a:lnTo>
                <a:lnTo>
                  <a:pt x="864897" y="124569"/>
                </a:lnTo>
                <a:lnTo>
                  <a:pt x="864664" y="125013"/>
                </a:lnTo>
                <a:lnTo>
                  <a:pt x="864467" y="125506"/>
                </a:lnTo>
                <a:lnTo>
                  <a:pt x="864309" y="126051"/>
                </a:lnTo>
                <a:lnTo>
                  <a:pt x="864193" y="126650"/>
                </a:lnTo>
                <a:lnTo>
                  <a:pt x="864121" y="127307"/>
                </a:lnTo>
                <a:lnTo>
                  <a:pt x="864096" y="128023"/>
                </a:lnTo>
                <a:lnTo>
                  <a:pt x="864123" y="128717"/>
                </a:lnTo>
                <a:lnTo>
                  <a:pt x="864200" y="129352"/>
                </a:lnTo>
                <a:lnTo>
                  <a:pt x="864325" y="129932"/>
                </a:lnTo>
                <a:lnTo>
                  <a:pt x="864494" y="130460"/>
                </a:lnTo>
                <a:lnTo>
                  <a:pt x="864704" y="130937"/>
                </a:lnTo>
                <a:lnTo>
                  <a:pt x="864951" y="131367"/>
                </a:lnTo>
                <a:lnTo>
                  <a:pt x="865233" y="131752"/>
                </a:lnTo>
                <a:lnTo>
                  <a:pt x="865545" y="132093"/>
                </a:lnTo>
                <a:lnTo>
                  <a:pt x="865885" y="132395"/>
                </a:lnTo>
                <a:lnTo>
                  <a:pt x="866249" y="132659"/>
                </a:lnTo>
                <a:lnTo>
                  <a:pt x="866634" y="132888"/>
                </a:lnTo>
                <a:lnTo>
                  <a:pt x="867036" y="133084"/>
                </a:lnTo>
                <a:lnTo>
                  <a:pt x="867452" y="133250"/>
                </a:lnTo>
                <a:lnTo>
                  <a:pt x="867879" y="133389"/>
                </a:lnTo>
                <a:lnTo>
                  <a:pt x="868313" y="133502"/>
                </a:lnTo>
                <a:lnTo>
                  <a:pt x="868751" y="133593"/>
                </a:lnTo>
                <a:lnTo>
                  <a:pt x="869190" y="133664"/>
                </a:lnTo>
                <a:lnTo>
                  <a:pt x="869626" y="133717"/>
                </a:lnTo>
                <a:lnTo>
                  <a:pt x="870057" y="133755"/>
                </a:lnTo>
                <a:lnTo>
                  <a:pt x="870477" y="133780"/>
                </a:lnTo>
                <a:lnTo>
                  <a:pt x="870886" y="133796"/>
                </a:lnTo>
                <a:lnTo>
                  <a:pt x="871278" y="133804"/>
                </a:lnTo>
                <a:lnTo>
                  <a:pt x="871651" y="133807"/>
                </a:lnTo>
                <a:lnTo>
                  <a:pt x="872001" y="133807"/>
                </a:lnTo>
                <a:lnTo>
                  <a:pt x="901498" y="133807"/>
                </a:lnTo>
                <a:lnTo>
                  <a:pt x="901846" y="133807"/>
                </a:lnTo>
                <a:lnTo>
                  <a:pt x="902216" y="133804"/>
                </a:lnTo>
                <a:lnTo>
                  <a:pt x="902604" y="133796"/>
                </a:lnTo>
                <a:lnTo>
                  <a:pt x="903006" y="133780"/>
                </a:lnTo>
                <a:lnTo>
                  <a:pt x="903419" y="133755"/>
                </a:lnTo>
                <a:lnTo>
                  <a:pt x="903841" y="133717"/>
                </a:lnTo>
                <a:lnTo>
                  <a:pt x="904267" y="133664"/>
                </a:lnTo>
                <a:lnTo>
                  <a:pt x="904696" y="133593"/>
                </a:lnTo>
                <a:lnTo>
                  <a:pt x="905123" y="133502"/>
                </a:lnTo>
                <a:lnTo>
                  <a:pt x="905545" y="133389"/>
                </a:lnTo>
                <a:lnTo>
                  <a:pt x="905960" y="133250"/>
                </a:lnTo>
                <a:lnTo>
                  <a:pt x="906365" y="133084"/>
                </a:lnTo>
                <a:lnTo>
                  <a:pt x="906755" y="132888"/>
                </a:lnTo>
                <a:lnTo>
                  <a:pt x="907127" y="132659"/>
                </a:lnTo>
                <a:lnTo>
                  <a:pt x="907480" y="132395"/>
                </a:lnTo>
                <a:lnTo>
                  <a:pt x="907809" y="132093"/>
                </a:lnTo>
                <a:lnTo>
                  <a:pt x="908111" y="131752"/>
                </a:lnTo>
                <a:lnTo>
                  <a:pt x="908383" y="131367"/>
                </a:lnTo>
                <a:lnTo>
                  <a:pt x="908622" y="130937"/>
                </a:lnTo>
                <a:lnTo>
                  <a:pt x="908824" y="130460"/>
                </a:lnTo>
                <a:lnTo>
                  <a:pt x="908987" y="129932"/>
                </a:lnTo>
                <a:lnTo>
                  <a:pt x="909108" y="129352"/>
                </a:lnTo>
                <a:lnTo>
                  <a:pt x="909183" y="128717"/>
                </a:lnTo>
                <a:lnTo>
                  <a:pt x="909208" y="128023"/>
                </a:lnTo>
                <a:lnTo>
                  <a:pt x="909184" y="127307"/>
                </a:lnTo>
                <a:lnTo>
                  <a:pt x="909112" y="126650"/>
                </a:lnTo>
                <a:lnTo>
                  <a:pt x="908995" y="126051"/>
                </a:lnTo>
                <a:lnTo>
                  <a:pt x="908837" y="125506"/>
                </a:lnTo>
                <a:lnTo>
                  <a:pt x="908640" y="125013"/>
                </a:lnTo>
                <a:lnTo>
                  <a:pt x="908407" y="124569"/>
                </a:lnTo>
                <a:close/>
                <a:moveTo>
                  <a:pt x="705951" y="124488"/>
                </a:moveTo>
                <a:lnTo>
                  <a:pt x="705679" y="124104"/>
                </a:lnTo>
                <a:lnTo>
                  <a:pt x="705377" y="123762"/>
                </a:lnTo>
                <a:lnTo>
                  <a:pt x="705048" y="123460"/>
                </a:lnTo>
                <a:lnTo>
                  <a:pt x="704696" y="123196"/>
                </a:lnTo>
                <a:lnTo>
                  <a:pt x="704323" y="122967"/>
                </a:lnTo>
                <a:lnTo>
                  <a:pt x="703933" y="122771"/>
                </a:lnTo>
                <a:lnTo>
                  <a:pt x="703529" y="122605"/>
                </a:lnTo>
                <a:lnTo>
                  <a:pt x="703114" y="122466"/>
                </a:lnTo>
                <a:lnTo>
                  <a:pt x="702691" y="122353"/>
                </a:lnTo>
                <a:lnTo>
                  <a:pt x="702264" y="122262"/>
                </a:lnTo>
                <a:lnTo>
                  <a:pt x="701836" y="122192"/>
                </a:lnTo>
                <a:lnTo>
                  <a:pt x="701409" y="122138"/>
                </a:lnTo>
                <a:lnTo>
                  <a:pt x="700987" y="122100"/>
                </a:lnTo>
                <a:lnTo>
                  <a:pt x="700574" y="122075"/>
                </a:lnTo>
                <a:lnTo>
                  <a:pt x="700172" y="122059"/>
                </a:lnTo>
                <a:lnTo>
                  <a:pt x="699785" y="122051"/>
                </a:lnTo>
                <a:lnTo>
                  <a:pt x="699415" y="122048"/>
                </a:lnTo>
                <a:lnTo>
                  <a:pt x="699066" y="122048"/>
                </a:lnTo>
                <a:lnTo>
                  <a:pt x="690388" y="122048"/>
                </a:lnTo>
                <a:lnTo>
                  <a:pt x="690388" y="23845"/>
                </a:lnTo>
                <a:lnTo>
                  <a:pt x="690382" y="23119"/>
                </a:lnTo>
                <a:lnTo>
                  <a:pt x="690361" y="22434"/>
                </a:lnTo>
                <a:lnTo>
                  <a:pt x="690325" y="21790"/>
                </a:lnTo>
                <a:lnTo>
                  <a:pt x="690272" y="21184"/>
                </a:lnTo>
                <a:lnTo>
                  <a:pt x="690199" y="20618"/>
                </a:lnTo>
                <a:lnTo>
                  <a:pt x="690105" y="20089"/>
                </a:lnTo>
                <a:lnTo>
                  <a:pt x="689988" y="19596"/>
                </a:lnTo>
                <a:lnTo>
                  <a:pt x="689845" y="19140"/>
                </a:lnTo>
                <a:lnTo>
                  <a:pt x="689676" y="18718"/>
                </a:lnTo>
                <a:lnTo>
                  <a:pt x="689479" y="18330"/>
                </a:lnTo>
                <a:lnTo>
                  <a:pt x="689251" y="17975"/>
                </a:lnTo>
                <a:lnTo>
                  <a:pt x="688991" y="17652"/>
                </a:lnTo>
                <a:lnTo>
                  <a:pt x="688696" y="17360"/>
                </a:lnTo>
                <a:lnTo>
                  <a:pt x="688366" y="17098"/>
                </a:lnTo>
                <a:lnTo>
                  <a:pt x="687997" y="16865"/>
                </a:lnTo>
                <a:lnTo>
                  <a:pt x="687590" y="16661"/>
                </a:lnTo>
                <a:lnTo>
                  <a:pt x="687140" y="16485"/>
                </a:lnTo>
                <a:lnTo>
                  <a:pt x="686647" y="16335"/>
                </a:lnTo>
                <a:lnTo>
                  <a:pt x="686109" y="16210"/>
                </a:lnTo>
                <a:lnTo>
                  <a:pt x="685524" y="16110"/>
                </a:lnTo>
                <a:lnTo>
                  <a:pt x="684891" y="16034"/>
                </a:lnTo>
                <a:lnTo>
                  <a:pt x="684206" y="15981"/>
                </a:lnTo>
                <a:lnTo>
                  <a:pt x="683469" y="15950"/>
                </a:lnTo>
                <a:lnTo>
                  <a:pt x="682678" y="15940"/>
                </a:lnTo>
                <a:lnTo>
                  <a:pt x="668604" y="15940"/>
                </a:lnTo>
                <a:lnTo>
                  <a:pt x="668210" y="15940"/>
                </a:lnTo>
                <a:lnTo>
                  <a:pt x="667800" y="15943"/>
                </a:lnTo>
                <a:lnTo>
                  <a:pt x="667378" y="15951"/>
                </a:lnTo>
                <a:lnTo>
                  <a:pt x="666947" y="15967"/>
                </a:lnTo>
                <a:lnTo>
                  <a:pt x="666509" y="15994"/>
                </a:lnTo>
                <a:lnTo>
                  <a:pt x="666067" y="16033"/>
                </a:lnTo>
                <a:lnTo>
                  <a:pt x="665624" y="16088"/>
                </a:lnTo>
                <a:lnTo>
                  <a:pt x="665183" y="16161"/>
                </a:lnTo>
                <a:lnTo>
                  <a:pt x="664747" y="16255"/>
                </a:lnTo>
                <a:lnTo>
                  <a:pt x="664318" y="16372"/>
                </a:lnTo>
                <a:lnTo>
                  <a:pt x="663900" y="16515"/>
                </a:lnTo>
                <a:lnTo>
                  <a:pt x="663495" y="16687"/>
                </a:lnTo>
                <a:lnTo>
                  <a:pt x="663106" y="16890"/>
                </a:lnTo>
                <a:lnTo>
                  <a:pt x="662735" y="17126"/>
                </a:lnTo>
                <a:lnTo>
                  <a:pt x="662387" y="17399"/>
                </a:lnTo>
                <a:lnTo>
                  <a:pt x="662063" y="17711"/>
                </a:lnTo>
                <a:lnTo>
                  <a:pt x="661767" y="18064"/>
                </a:lnTo>
                <a:lnTo>
                  <a:pt x="661501" y="18462"/>
                </a:lnTo>
                <a:lnTo>
                  <a:pt x="661268" y="18906"/>
                </a:lnTo>
                <a:lnTo>
                  <a:pt x="661071" y="19399"/>
                </a:lnTo>
                <a:lnTo>
                  <a:pt x="660913" y="19945"/>
                </a:lnTo>
                <a:lnTo>
                  <a:pt x="660796" y="20544"/>
                </a:lnTo>
                <a:lnTo>
                  <a:pt x="660724" y="21201"/>
                </a:lnTo>
                <a:lnTo>
                  <a:pt x="660700" y="21918"/>
                </a:lnTo>
                <a:lnTo>
                  <a:pt x="660725" y="22611"/>
                </a:lnTo>
                <a:lnTo>
                  <a:pt x="660800" y="23247"/>
                </a:lnTo>
                <a:lnTo>
                  <a:pt x="660920" y="23827"/>
                </a:lnTo>
                <a:lnTo>
                  <a:pt x="661083" y="24355"/>
                </a:lnTo>
                <a:lnTo>
                  <a:pt x="661286" y="24832"/>
                </a:lnTo>
                <a:lnTo>
                  <a:pt x="661525" y="25262"/>
                </a:lnTo>
                <a:lnTo>
                  <a:pt x="661797" y="25646"/>
                </a:lnTo>
                <a:lnTo>
                  <a:pt x="662099" y="25988"/>
                </a:lnTo>
                <a:lnTo>
                  <a:pt x="662428" y="26290"/>
                </a:lnTo>
                <a:lnTo>
                  <a:pt x="662780" y="26554"/>
                </a:lnTo>
                <a:lnTo>
                  <a:pt x="663153" y="26782"/>
                </a:lnTo>
                <a:lnTo>
                  <a:pt x="663543" y="26979"/>
                </a:lnTo>
                <a:lnTo>
                  <a:pt x="663947" y="27145"/>
                </a:lnTo>
                <a:lnTo>
                  <a:pt x="664362" y="27283"/>
                </a:lnTo>
                <a:lnTo>
                  <a:pt x="664785" y="27397"/>
                </a:lnTo>
                <a:lnTo>
                  <a:pt x="665212" y="27487"/>
                </a:lnTo>
                <a:lnTo>
                  <a:pt x="665641" y="27558"/>
                </a:lnTo>
                <a:lnTo>
                  <a:pt x="666067" y="27611"/>
                </a:lnTo>
                <a:lnTo>
                  <a:pt x="666489" y="27649"/>
                </a:lnTo>
                <a:lnTo>
                  <a:pt x="666902" y="27675"/>
                </a:lnTo>
                <a:lnTo>
                  <a:pt x="667304" y="27690"/>
                </a:lnTo>
                <a:lnTo>
                  <a:pt x="667692" y="27698"/>
                </a:lnTo>
                <a:lnTo>
                  <a:pt x="668061" y="27701"/>
                </a:lnTo>
                <a:lnTo>
                  <a:pt x="668410" y="27702"/>
                </a:lnTo>
                <a:lnTo>
                  <a:pt x="677085" y="27702"/>
                </a:lnTo>
                <a:lnTo>
                  <a:pt x="677085" y="58322"/>
                </a:lnTo>
                <a:lnTo>
                  <a:pt x="676282" y="57636"/>
                </a:lnTo>
                <a:lnTo>
                  <a:pt x="675464" y="56976"/>
                </a:lnTo>
                <a:lnTo>
                  <a:pt x="674630" y="56343"/>
                </a:lnTo>
                <a:lnTo>
                  <a:pt x="673782" y="55737"/>
                </a:lnTo>
                <a:lnTo>
                  <a:pt x="672920" y="55158"/>
                </a:lnTo>
                <a:lnTo>
                  <a:pt x="672044" y="54606"/>
                </a:lnTo>
                <a:lnTo>
                  <a:pt x="671155" y="54082"/>
                </a:lnTo>
                <a:lnTo>
                  <a:pt x="670253" y="53586"/>
                </a:lnTo>
                <a:lnTo>
                  <a:pt x="669340" y="53118"/>
                </a:lnTo>
                <a:lnTo>
                  <a:pt x="668415" y="52678"/>
                </a:lnTo>
                <a:lnTo>
                  <a:pt x="667478" y="52267"/>
                </a:lnTo>
                <a:lnTo>
                  <a:pt x="666532" y="51885"/>
                </a:lnTo>
                <a:lnTo>
                  <a:pt x="665575" y="51532"/>
                </a:lnTo>
                <a:lnTo>
                  <a:pt x="664608" y="51208"/>
                </a:lnTo>
                <a:lnTo>
                  <a:pt x="663633" y="50914"/>
                </a:lnTo>
                <a:lnTo>
                  <a:pt x="662649" y="50650"/>
                </a:lnTo>
                <a:lnTo>
                  <a:pt x="661657" y="50416"/>
                </a:lnTo>
                <a:lnTo>
                  <a:pt x="660658" y="50213"/>
                </a:lnTo>
                <a:lnTo>
                  <a:pt x="659651" y="50040"/>
                </a:lnTo>
                <a:lnTo>
                  <a:pt x="658638" y="49897"/>
                </a:lnTo>
                <a:lnTo>
                  <a:pt x="657619" y="49787"/>
                </a:lnTo>
                <a:lnTo>
                  <a:pt x="656594" y="49707"/>
                </a:lnTo>
                <a:lnTo>
                  <a:pt x="655565" y="49659"/>
                </a:lnTo>
                <a:lnTo>
                  <a:pt x="654531" y="49643"/>
                </a:lnTo>
                <a:lnTo>
                  <a:pt x="651918" y="49737"/>
                </a:lnTo>
                <a:lnTo>
                  <a:pt x="649338" y="50017"/>
                </a:lnTo>
                <a:lnTo>
                  <a:pt x="646799" y="50477"/>
                </a:lnTo>
                <a:lnTo>
                  <a:pt x="644306" y="51112"/>
                </a:lnTo>
                <a:lnTo>
                  <a:pt x="641867" y="51917"/>
                </a:lnTo>
                <a:lnTo>
                  <a:pt x="639489" y="52886"/>
                </a:lnTo>
                <a:lnTo>
                  <a:pt x="637179" y="54013"/>
                </a:lnTo>
                <a:lnTo>
                  <a:pt x="634944" y="55295"/>
                </a:lnTo>
                <a:lnTo>
                  <a:pt x="632790" y="56725"/>
                </a:lnTo>
                <a:lnTo>
                  <a:pt x="630725" y="58298"/>
                </a:lnTo>
                <a:lnTo>
                  <a:pt x="628755" y="60010"/>
                </a:lnTo>
                <a:lnTo>
                  <a:pt x="626888" y="61853"/>
                </a:lnTo>
                <a:lnTo>
                  <a:pt x="625131" y="63824"/>
                </a:lnTo>
                <a:lnTo>
                  <a:pt x="623490" y="65918"/>
                </a:lnTo>
                <a:lnTo>
                  <a:pt x="621972" y="68128"/>
                </a:lnTo>
                <a:lnTo>
                  <a:pt x="620584" y="70449"/>
                </a:lnTo>
                <a:lnTo>
                  <a:pt x="619334" y="72877"/>
                </a:lnTo>
                <a:lnTo>
                  <a:pt x="618228" y="75405"/>
                </a:lnTo>
                <a:lnTo>
                  <a:pt x="617273" y="78030"/>
                </a:lnTo>
                <a:lnTo>
                  <a:pt x="616476" y="80745"/>
                </a:lnTo>
                <a:lnTo>
                  <a:pt x="615844" y="83544"/>
                </a:lnTo>
                <a:lnTo>
                  <a:pt x="615384" y="86424"/>
                </a:lnTo>
                <a:lnTo>
                  <a:pt x="615103" y="89378"/>
                </a:lnTo>
                <a:lnTo>
                  <a:pt x="615008" y="92402"/>
                </a:lnTo>
                <a:lnTo>
                  <a:pt x="615097" y="95353"/>
                </a:lnTo>
                <a:lnTo>
                  <a:pt x="615361" y="98245"/>
                </a:lnTo>
                <a:lnTo>
                  <a:pt x="615793" y="101072"/>
                </a:lnTo>
                <a:lnTo>
                  <a:pt x="616388" y="103828"/>
                </a:lnTo>
                <a:lnTo>
                  <a:pt x="617138" y="106507"/>
                </a:lnTo>
                <a:lnTo>
                  <a:pt x="618038" y="109102"/>
                </a:lnTo>
                <a:lnTo>
                  <a:pt x="619082" y="111609"/>
                </a:lnTo>
                <a:lnTo>
                  <a:pt x="620263" y="114022"/>
                </a:lnTo>
                <a:lnTo>
                  <a:pt x="621576" y="116334"/>
                </a:lnTo>
                <a:lnTo>
                  <a:pt x="623013" y="118539"/>
                </a:lnTo>
                <a:lnTo>
                  <a:pt x="624569" y="120632"/>
                </a:lnTo>
                <a:lnTo>
                  <a:pt x="626238" y="122607"/>
                </a:lnTo>
                <a:lnTo>
                  <a:pt x="628013" y="124457"/>
                </a:lnTo>
                <a:lnTo>
                  <a:pt x="629889" y="126178"/>
                </a:lnTo>
                <a:lnTo>
                  <a:pt x="631858" y="127763"/>
                </a:lnTo>
                <a:lnTo>
                  <a:pt x="633915" y="129205"/>
                </a:lnTo>
                <a:lnTo>
                  <a:pt x="636055" y="130501"/>
                </a:lnTo>
                <a:lnTo>
                  <a:pt x="638269" y="131642"/>
                </a:lnTo>
                <a:lnTo>
                  <a:pt x="640553" y="132624"/>
                </a:lnTo>
                <a:lnTo>
                  <a:pt x="642900" y="133441"/>
                </a:lnTo>
                <a:lnTo>
                  <a:pt x="645304" y="134087"/>
                </a:lnTo>
                <a:lnTo>
                  <a:pt x="647758" y="134555"/>
                </a:lnTo>
                <a:lnTo>
                  <a:pt x="650258" y="134840"/>
                </a:lnTo>
                <a:lnTo>
                  <a:pt x="652795" y="134937"/>
                </a:lnTo>
                <a:lnTo>
                  <a:pt x="654130" y="134910"/>
                </a:lnTo>
                <a:lnTo>
                  <a:pt x="655438" y="134831"/>
                </a:lnTo>
                <a:lnTo>
                  <a:pt x="656717" y="134702"/>
                </a:lnTo>
                <a:lnTo>
                  <a:pt x="657968" y="134525"/>
                </a:lnTo>
                <a:lnTo>
                  <a:pt x="659191" y="134303"/>
                </a:lnTo>
                <a:lnTo>
                  <a:pt x="660386" y="134036"/>
                </a:lnTo>
                <a:lnTo>
                  <a:pt x="661553" y="133728"/>
                </a:lnTo>
                <a:lnTo>
                  <a:pt x="662691" y="133380"/>
                </a:lnTo>
                <a:lnTo>
                  <a:pt x="663802" y="132995"/>
                </a:lnTo>
                <a:lnTo>
                  <a:pt x="664884" y="132575"/>
                </a:lnTo>
                <a:lnTo>
                  <a:pt x="665938" y="132121"/>
                </a:lnTo>
                <a:lnTo>
                  <a:pt x="666964" y="131636"/>
                </a:lnTo>
                <a:lnTo>
                  <a:pt x="667962" y="131121"/>
                </a:lnTo>
                <a:lnTo>
                  <a:pt x="668932" y="130580"/>
                </a:lnTo>
                <a:lnTo>
                  <a:pt x="669874" y="130014"/>
                </a:lnTo>
                <a:lnTo>
                  <a:pt x="670788" y="129425"/>
                </a:lnTo>
                <a:lnTo>
                  <a:pt x="671673" y="128815"/>
                </a:lnTo>
                <a:lnTo>
                  <a:pt x="672531" y="128186"/>
                </a:lnTo>
                <a:lnTo>
                  <a:pt x="673360" y="127541"/>
                </a:lnTo>
                <a:lnTo>
                  <a:pt x="674161" y="126882"/>
                </a:lnTo>
                <a:lnTo>
                  <a:pt x="674934" y="126209"/>
                </a:lnTo>
                <a:lnTo>
                  <a:pt x="675679" y="125527"/>
                </a:lnTo>
                <a:lnTo>
                  <a:pt x="676396" y="124837"/>
                </a:lnTo>
                <a:lnTo>
                  <a:pt x="677085" y="124140"/>
                </a:lnTo>
                <a:lnTo>
                  <a:pt x="677086" y="124989"/>
                </a:lnTo>
                <a:lnTo>
                  <a:pt x="677090" y="125794"/>
                </a:lnTo>
                <a:lnTo>
                  <a:pt x="677100" y="126556"/>
                </a:lnTo>
                <a:lnTo>
                  <a:pt x="677121" y="127276"/>
                </a:lnTo>
                <a:lnTo>
                  <a:pt x="677155" y="127954"/>
                </a:lnTo>
                <a:lnTo>
                  <a:pt x="677206" y="128591"/>
                </a:lnTo>
                <a:lnTo>
                  <a:pt x="677277" y="129187"/>
                </a:lnTo>
                <a:lnTo>
                  <a:pt x="677371" y="129744"/>
                </a:lnTo>
                <a:lnTo>
                  <a:pt x="677492" y="130261"/>
                </a:lnTo>
                <a:lnTo>
                  <a:pt x="677643" y="130741"/>
                </a:lnTo>
                <a:lnTo>
                  <a:pt x="677828" y="131182"/>
                </a:lnTo>
                <a:lnTo>
                  <a:pt x="678049" y="131587"/>
                </a:lnTo>
                <a:lnTo>
                  <a:pt x="678311" y="131955"/>
                </a:lnTo>
                <a:lnTo>
                  <a:pt x="678616" y="132288"/>
                </a:lnTo>
                <a:lnTo>
                  <a:pt x="678968" y="132586"/>
                </a:lnTo>
                <a:lnTo>
                  <a:pt x="679371" y="132850"/>
                </a:lnTo>
                <a:lnTo>
                  <a:pt x="679827" y="133080"/>
                </a:lnTo>
                <a:lnTo>
                  <a:pt x="680339" y="133277"/>
                </a:lnTo>
                <a:lnTo>
                  <a:pt x="680912" y="133442"/>
                </a:lnTo>
                <a:lnTo>
                  <a:pt x="681549" y="133575"/>
                </a:lnTo>
                <a:lnTo>
                  <a:pt x="682253" y="133678"/>
                </a:lnTo>
                <a:lnTo>
                  <a:pt x="683026" y="133750"/>
                </a:lnTo>
                <a:lnTo>
                  <a:pt x="683874" y="133793"/>
                </a:lnTo>
                <a:lnTo>
                  <a:pt x="684799" y="133807"/>
                </a:lnTo>
                <a:lnTo>
                  <a:pt x="698872" y="133807"/>
                </a:lnTo>
                <a:lnTo>
                  <a:pt x="699266" y="133807"/>
                </a:lnTo>
                <a:lnTo>
                  <a:pt x="699676" y="133804"/>
                </a:lnTo>
                <a:lnTo>
                  <a:pt x="700098" y="133795"/>
                </a:lnTo>
                <a:lnTo>
                  <a:pt x="700529" y="133780"/>
                </a:lnTo>
                <a:lnTo>
                  <a:pt x="700967" y="133753"/>
                </a:lnTo>
                <a:lnTo>
                  <a:pt x="701409" y="133714"/>
                </a:lnTo>
                <a:lnTo>
                  <a:pt x="701852" y="133659"/>
                </a:lnTo>
                <a:lnTo>
                  <a:pt x="702293" y="133586"/>
                </a:lnTo>
                <a:lnTo>
                  <a:pt x="702729" y="133492"/>
                </a:lnTo>
                <a:lnTo>
                  <a:pt x="703158" y="133375"/>
                </a:lnTo>
                <a:lnTo>
                  <a:pt x="703576" y="133232"/>
                </a:lnTo>
                <a:lnTo>
                  <a:pt x="703981" y="133060"/>
                </a:lnTo>
                <a:lnTo>
                  <a:pt x="704371" y="132858"/>
                </a:lnTo>
                <a:lnTo>
                  <a:pt x="704741" y="132621"/>
                </a:lnTo>
                <a:lnTo>
                  <a:pt x="705089" y="132348"/>
                </a:lnTo>
                <a:lnTo>
                  <a:pt x="705413" y="132037"/>
                </a:lnTo>
                <a:lnTo>
                  <a:pt x="705709" y="131684"/>
                </a:lnTo>
                <a:lnTo>
                  <a:pt x="705975" y="131286"/>
                </a:lnTo>
                <a:lnTo>
                  <a:pt x="706208" y="130842"/>
                </a:lnTo>
                <a:lnTo>
                  <a:pt x="706405" y="130349"/>
                </a:lnTo>
                <a:lnTo>
                  <a:pt x="706563" y="129804"/>
                </a:lnTo>
                <a:lnTo>
                  <a:pt x="706680" y="129205"/>
                </a:lnTo>
                <a:lnTo>
                  <a:pt x="706752" y="128548"/>
                </a:lnTo>
                <a:lnTo>
                  <a:pt x="706777" y="127832"/>
                </a:lnTo>
                <a:lnTo>
                  <a:pt x="706751" y="127139"/>
                </a:lnTo>
                <a:lnTo>
                  <a:pt x="706676" y="126503"/>
                </a:lnTo>
                <a:lnTo>
                  <a:pt x="706556" y="125923"/>
                </a:lnTo>
                <a:lnTo>
                  <a:pt x="706393" y="125395"/>
                </a:lnTo>
                <a:lnTo>
                  <a:pt x="706190" y="124918"/>
                </a:lnTo>
                <a:lnTo>
                  <a:pt x="705951" y="124488"/>
                </a:lnTo>
                <a:close/>
                <a:moveTo>
                  <a:pt x="675498" y="105144"/>
                </a:moveTo>
                <a:lnTo>
                  <a:pt x="674933" y="106650"/>
                </a:lnTo>
                <a:lnTo>
                  <a:pt x="674286" y="108146"/>
                </a:lnTo>
                <a:lnTo>
                  <a:pt x="673558" y="109622"/>
                </a:lnTo>
                <a:lnTo>
                  <a:pt x="672748" y="111069"/>
                </a:lnTo>
                <a:lnTo>
                  <a:pt x="671859" y="112479"/>
                </a:lnTo>
                <a:lnTo>
                  <a:pt x="670892" y="113841"/>
                </a:lnTo>
                <a:lnTo>
                  <a:pt x="669848" y="115148"/>
                </a:lnTo>
                <a:lnTo>
                  <a:pt x="668727" y="116388"/>
                </a:lnTo>
                <a:lnTo>
                  <a:pt x="667531" y="117554"/>
                </a:lnTo>
                <a:lnTo>
                  <a:pt x="666261" y="118637"/>
                </a:lnTo>
                <a:lnTo>
                  <a:pt x="664918" y="119626"/>
                </a:lnTo>
                <a:lnTo>
                  <a:pt x="663503" y="120513"/>
                </a:lnTo>
                <a:lnTo>
                  <a:pt x="662017" y="121289"/>
                </a:lnTo>
                <a:lnTo>
                  <a:pt x="660462" y="121945"/>
                </a:lnTo>
                <a:lnTo>
                  <a:pt x="658838" y="122470"/>
                </a:lnTo>
                <a:lnTo>
                  <a:pt x="657147" y="122857"/>
                </a:lnTo>
                <a:lnTo>
                  <a:pt x="655389" y="123096"/>
                </a:lnTo>
                <a:lnTo>
                  <a:pt x="653566" y="123178"/>
                </a:lnTo>
                <a:lnTo>
                  <a:pt x="651866" y="123107"/>
                </a:lnTo>
                <a:lnTo>
                  <a:pt x="650193" y="122899"/>
                </a:lnTo>
                <a:lnTo>
                  <a:pt x="648551" y="122557"/>
                </a:lnTo>
                <a:lnTo>
                  <a:pt x="646942" y="122086"/>
                </a:lnTo>
                <a:lnTo>
                  <a:pt x="645372" y="121491"/>
                </a:lnTo>
                <a:lnTo>
                  <a:pt x="643845" y="120775"/>
                </a:lnTo>
                <a:lnTo>
                  <a:pt x="642364" y="119944"/>
                </a:lnTo>
                <a:lnTo>
                  <a:pt x="640935" y="119001"/>
                </a:lnTo>
                <a:lnTo>
                  <a:pt x="639560" y="117952"/>
                </a:lnTo>
                <a:lnTo>
                  <a:pt x="638244" y="116799"/>
                </a:lnTo>
                <a:lnTo>
                  <a:pt x="636991" y="115549"/>
                </a:lnTo>
                <a:lnTo>
                  <a:pt x="635805" y="114205"/>
                </a:lnTo>
                <a:lnTo>
                  <a:pt x="634691" y="112772"/>
                </a:lnTo>
                <a:lnTo>
                  <a:pt x="633652" y="111255"/>
                </a:lnTo>
                <a:lnTo>
                  <a:pt x="632692" y="109656"/>
                </a:lnTo>
                <a:lnTo>
                  <a:pt x="631816" y="107982"/>
                </a:lnTo>
                <a:lnTo>
                  <a:pt x="631028" y="106237"/>
                </a:lnTo>
                <a:lnTo>
                  <a:pt x="630332" y="104424"/>
                </a:lnTo>
                <a:lnTo>
                  <a:pt x="629731" y="102549"/>
                </a:lnTo>
                <a:lnTo>
                  <a:pt x="629231" y="100615"/>
                </a:lnTo>
                <a:lnTo>
                  <a:pt x="628834" y="98628"/>
                </a:lnTo>
                <a:lnTo>
                  <a:pt x="628546" y="96591"/>
                </a:lnTo>
                <a:lnTo>
                  <a:pt x="628370" y="94509"/>
                </a:lnTo>
                <a:lnTo>
                  <a:pt x="628311" y="92387"/>
                </a:lnTo>
                <a:lnTo>
                  <a:pt x="628380" y="90109"/>
                </a:lnTo>
                <a:lnTo>
                  <a:pt x="628584" y="87897"/>
                </a:lnTo>
                <a:lnTo>
                  <a:pt x="628917" y="85752"/>
                </a:lnTo>
                <a:lnTo>
                  <a:pt x="629373" y="83678"/>
                </a:lnTo>
                <a:lnTo>
                  <a:pt x="629946" y="81677"/>
                </a:lnTo>
                <a:lnTo>
                  <a:pt x="630630" y="79753"/>
                </a:lnTo>
                <a:lnTo>
                  <a:pt x="631420" y="77908"/>
                </a:lnTo>
                <a:lnTo>
                  <a:pt x="632309" y="76145"/>
                </a:lnTo>
                <a:lnTo>
                  <a:pt x="633292" y="74466"/>
                </a:lnTo>
                <a:lnTo>
                  <a:pt x="634363" y="72876"/>
                </a:lnTo>
                <a:lnTo>
                  <a:pt x="635516" y="71375"/>
                </a:lnTo>
                <a:lnTo>
                  <a:pt x="636745" y="69969"/>
                </a:lnTo>
                <a:lnTo>
                  <a:pt x="638044" y="68658"/>
                </a:lnTo>
                <a:lnTo>
                  <a:pt x="639408" y="67447"/>
                </a:lnTo>
                <a:lnTo>
                  <a:pt x="640830" y="66337"/>
                </a:lnTo>
                <a:lnTo>
                  <a:pt x="642305" y="65332"/>
                </a:lnTo>
                <a:lnTo>
                  <a:pt x="643827" y="64435"/>
                </a:lnTo>
                <a:lnTo>
                  <a:pt x="645390" y="63648"/>
                </a:lnTo>
                <a:lnTo>
                  <a:pt x="646988" y="62975"/>
                </a:lnTo>
                <a:lnTo>
                  <a:pt x="648616" y="62417"/>
                </a:lnTo>
                <a:lnTo>
                  <a:pt x="650267" y="61979"/>
                </a:lnTo>
                <a:lnTo>
                  <a:pt x="651935" y="61662"/>
                </a:lnTo>
                <a:lnTo>
                  <a:pt x="653615" y="61470"/>
                </a:lnTo>
                <a:lnTo>
                  <a:pt x="655301" y="61405"/>
                </a:lnTo>
                <a:lnTo>
                  <a:pt x="656828" y="61460"/>
                </a:lnTo>
                <a:lnTo>
                  <a:pt x="658322" y="61623"/>
                </a:lnTo>
                <a:lnTo>
                  <a:pt x="659780" y="61889"/>
                </a:lnTo>
                <a:lnTo>
                  <a:pt x="661199" y="62252"/>
                </a:lnTo>
                <a:lnTo>
                  <a:pt x="662577" y="62709"/>
                </a:lnTo>
                <a:lnTo>
                  <a:pt x="663910" y="63254"/>
                </a:lnTo>
                <a:lnTo>
                  <a:pt x="665196" y="63883"/>
                </a:lnTo>
                <a:lnTo>
                  <a:pt x="666433" y="64591"/>
                </a:lnTo>
                <a:lnTo>
                  <a:pt x="667616" y="65373"/>
                </a:lnTo>
                <a:lnTo>
                  <a:pt x="668743" y="66224"/>
                </a:lnTo>
                <a:lnTo>
                  <a:pt x="669812" y="67140"/>
                </a:lnTo>
                <a:lnTo>
                  <a:pt x="670820" y="68116"/>
                </a:lnTo>
                <a:lnTo>
                  <a:pt x="671763" y="69148"/>
                </a:lnTo>
                <a:lnTo>
                  <a:pt x="672640" y="70229"/>
                </a:lnTo>
                <a:lnTo>
                  <a:pt x="673446" y="71356"/>
                </a:lnTo>
                <a:lnTo>
                  <a:pt x="674179" y="72524"/>
                </a:lnTo>
                <a:lnTo>
                  <a:pt x="674837" y="73728"/>
                </a:lnTo>
                <a:lnTo>
                  <a:pt x="675417" y="74963"/>
                </a:lnTo>
                <a:lnTo>
                  <a:pt x="675915" y="76225"/>
                </a:lnTo>
                <a:lnTo>
                  <a:pt x="676328" y="77509"/>
                </a:lnTo>
                <a:lnTo>
                  <a:pt x="676655" y="78810"/>
                </a:lnTo>
                <a:lnTo>
                  <a:pt x="676892" y="80123"/>
                </a:lnTo>
                <a:lnTo>
                  <a:pt x="677037" y="81443"/>
                </a:lnTo>
                <a:lnTo>
                  <a:pt x="677085" y="82767"/>
                </a:lnTo>
                <a:lnTo>
                  <a:pt x="677085" y="96403"/>
                </a:lnTo>
                <a:lnTo>
                  <a:pt x="677040" y="97779"/>
                </a:lnTo>
                <a:lnTo>
                  <a:pt x="676906" y="99199"/>
                </a:lnTo>
                <a:lnTo>
                  <a:pt x="676683" y="100655"/>
                </a:lnTo>
                <a:lnTo>
                  <a:pt x="676374" y="102137"/>
                </a:lnTo>
                <a:lnTo>
                  <a:pt x="675978" y="103637"/>
                </a:lnTo>
                <a:lnTo>
                  <a:pt x="675498" y="105144"/>
                </a:lnTo>
                <a:close/>
                <a:moveTo>
                  <a:pt x="1409244" y="85502"/>
                </a:moveTo>
                <a:lnTo>
                  <a:pt x="1408909" y="85053"/>
                </a:lnTo>
                <a:lnTo>
                  <a:pt x="1408539" y="84655"/>
                </a:lnTo>
                <a:lnTo>
                  <a:pt x="1408139" y="84303"/>
                </a:lnTo>
                <a:lnTo>
                  <a:pt x="1407713" y="83995"/>
                </a:lnTo>
                <a:lnTo>
                  <a:pt x="1407267" y="83728"/>
                </a:lnTo>
                <a:lnTo>
                  <a:pt x="1406804" y="83499"/>
                </a:lnTo>
                <a:lnTo>
                  <a:pt x="1406328" y="83305"/>
                </a:lnTo>
                <a:lnTo>
                  <a:pt x="1405846" y="83143"/>
                </a:lnTo>
                <a:lnTo>
                  <a:pt x="1405360" y="83011"/>
                </a:lnTo>
                <a:lnTo>
                  <a:pt x="1404876" y="82905"/>
                </a:lnTo>
                <a:lnTo>
                  <a:pt x="1404397" y="82822"/>
                </a:lnTo>
                <a:lnTo>
                  <a:pt x="1403930" y="82760"/>
                </a:lnTo>
                <a:lnTo>
                  <a:pt x="1403477" y="82716"/>
                </a:lnTo>
                <a:lnTo>
                  <a:pt x="1403044" y="82686"/>
                </a:lnTo>
                <a:lnTo>
                  <a:pt x="1402635" y="82668"/>
                </a:lnTo>
                <a:lnTo>
                  <a:pt x="1402255" y="82659"/>
                </a:lnTo>
                <a:lnTo>
                  <a:pt x="1401908" y="82655"/>
                </a:lnTo>
                <a:lnTo>
                  <a:pt x="1401599" y="82655"/>
                </a:lnTo>
                <a:lnTo>
                  <a:pt x="1332579" y="82655"/>
                </a:lnTo>
                <a:lnTo>
                  <a:pt x="1332270" y="82655"/>
                </a:lnTo>
                <a:lnTo>
                  <a:pt x="1331923" y="82659"/>
                </a:lnTo>
                <a:lnTo>
                  <a:pt x="1331542" y="82668"/>
                </a:lnTo>
                <a:lnTo>
                  <a:pt x="1331134" y="82686"/>
                </a:lnTo>
                <a:lnTo>
                  <a:pt x="1330701" y="82716"/>
                </a:lnTo>
                <a:lnTo>
                  <a:pt x="1330248" y="82760"/>
                </a:lnTo>
                <a:lnTo>
                  <a:pt x="1329780" y="82822"/>
                </a:lnTo>
                <a:lnTo>
                  <a:pt x="1329302" y="82905"/>
                </a:lnTo>
                <a:lnTo>
                  <a:pt x="1328818" y="83011"/>
                </a:lnTo>
                <a:lnTo>
                  <a:pt x="1328332" y="83143"/>
                </a:lnTo>
                <a:lnTo>
                  <a:pt x="1327849" y="83305"/>
                </a:lnTo>
                <a:lnTo>
                  <a:pt x="1327374" y="83499"/>
                </a:lnTo>
                <a:lnTo>
                  <a:pt x="1326911" y="83728"/>
                </a:lnTo>
                <a:lnTo>
                  <a:pt x="1326464" y="83995"/>
                </a:lnTo>
                <a:lnTo>
                  <a:pt x="1326039" y="84303"/>
                </a:lnTo>
                <a:lnTo>
                  <a:pt x="1325639" y="84655"/>
                </a:lnTo>
                <a:lnTo>
                  <a:pt x="1325269" y="85053"/>
                </a:lnTo>
                <a:lnTo>
                  <a:pt x="1324934" y="85502"/>
                </a:lnTo>
                <a:lnTo>
                  <a:pt x="1324638" y="86004"/>
                </a:lnTo>
                <a:lnTo>
                  <a:pt x="1324386" y="86561"/>
                </a:lnTo>
                <a:lnTo>
                  <a:pt x="1324182" y="87176"/>
                </a:lnTo>
                <a:lnTo>
                  <a:pt x="1324030" y="87853"/>
                </a:lnTo>
                <a:lnTo>
                  <a:pt x="1323936" y="88595"/>
                </a:lnTo>
                <a:lnTo>
                  <a:pt x="1323904" y="89404"/>
                </a:lnTo>
                <a:lnTo>
                  <a:pt x="1323940" y="90212"/>
                </a:lnTo>
                <a:lnTo>
                  <a:pt x="1324046" y="90954"/>
                </a:lnTo>
                <a:lnTo>
                  <a:pt x="1324216" y="91631"/>
                </a:lnTo>
                <a:lnTo>
                  <a:pt x="1324445" y="92246"/>
                </a:lnTo>
                <a:lnTo>
                  <a:pt x="1324728" y="92803"/>
                </a:lnTo>
                <a:lnTo>
                  <a:pt x="1325061" y="93304"/>
                </a:lnTo>
                <a:lnTo>
                  <a:pt x="1325437" y="93752"/>
                </a:lnTo>
                <a:lnTo>
                  <a:pt x="1325853" y="94151"/>
                </a:lnTo>
                <a:lnTo>
                  <a:pt x="1326303" y="94503"/>
                </a:lnTo>
                <a:lnTo>
                  <a:pt x="1326782" y="94811"/>
                </a:lnTo>
                <a:lnTo>
                  <a:pt x="1327286" y="95078"/>
                </a:lnTo>
                <a:lnTo>
                  <a:pt x="1327808" y="95307"/>
                </a:lnTo>
                <a:lnTo>
                  <a:pt x="1328344" y="95500"/>
                </a:lnTo>
                <a:lnTo>
                  <a:pt x="1328890" y="95662"/>
                </a:lnTo>
                <a:lnTo>
                  <a:pt x="1329439" y="95794"/>
                </a:lnTo>
                <a:lnTo>
                  <a:pt x="1329987" y="95900"/>
                </a:lnTo>
                <a:lnTo>
                  <a:pt x="1330530" y="95982"/>
                </a:lnTo>
                <a:lnTo>
                  <a:pt x="1331061" y="96044"/>
                </a:lnTo>
                <a:lnTo>
                  <a:pt x="1331576" y="96089"/>
                </a:lnTo>
                <a:lnTo>
                  <a:pt x="1332070" y="96119"/>
                </a:lnTo>
                <a:lnTo>
                  <a:pt x="1332538" y="96137"/>
                </a:lnTo>
                <a:lnTo>
                  <a:pt x="1332975" y="96146"/>
                </a:lnTo>
                <a:lnTo>
                  <a:pt x="1333376" y="96149"/>
                </a:lnTo>
                <a:lnTo>
                  <a:pt x="1333735" y="96150"/>
                </a:lnTo>
                <a:lnTo>
                  <a:pt x="1400443" y="96150"/>
                </a:lnTo>
                <a:lnTo>
                  <a:pt x="1400802" y="96149"/>
                </a:lnTo>
                <a:lnTo>
                  <a:pt x="1401203" y="96146"/>
                </a:lnTo>
                <a:lnTo>
                  <a:pt x="1401640" y="96137"/>
                </a:lnTo>
                <a:lnTo>
                  <a:pt x="1402108" y="96119"/>
                </a:lnTo>
                <a:lnTo>
                  <a:pt x="1402602" y="96089"/>
                </a:lnTo>
                <a:lnTo>
                  <a:pt x="1403117" y="96044"/>
                </a:lnTo>
                <a:lnTo>
                  <a:pt x="1403648" y="95982"/>
                </a:lnTo>
                <a:lnTo>
                  <a:pt x="1404191" y="95900"/>
                </a:lnTo>
                <a:lnTo>
                  <a:pt x="1404739" y="95794"/>
                </a:lnTo>
                <a:lnTo>
                  <a:pt x="1405288" y="95662"/>
                </a:lnTo>
                <a:lnTo>
                  <a:pt x="1405834" y="95500"/>
                </a:lnTo>
                <a:lnTo>
                  <a:pt x="1406370" y="95307"/>
                </a:lnTo>
                <a:lnTo>
                  <a:pt x="1406892" y="95078"/>
                </a:lnTo>
                <a:lnTo>
                  <a:pt x="1407396" y="94811"/>
                </a:lnTo>
                <a:lnTo>
                  <a:pt x="1407875" y="94503"/>
                </a:lnTo>
                <a:lnTo>
                  <a:pt x="1408325" y="94151"/>
                </a:lnTo>
                <a:lnTo>
                  <a:pt x="1408741" y="93752"/>
                </a:lnTo>
                <a:lnTo>
                  <a:pt x="1409117" y="93304"/>
                </a:lnTo>
                <a:lnTo>
                  <a:pt x="1409450" y="92803"/>
                </a:lnTo>
                <a:lnTo>
                  <a:pt x="1409733" y="92246"/>
                </a:lnTo>
                <a:lnTo>
                  <a:pt x="1409962" y="91631"/>
                </a:lnTo>
                <a:lnTo>
                  <a:pt x="1410132" y="90954"/>
                </a:lnTo>
                <a:lnTo>
                  <a:pt x="1410238" y="90212"/>
                </a:lnTo>
                <a:lnTo>
                  <a:pt x="1410274" y="89404"/>
                </a:lnTo>
                <a:lnTo>
                  <a:pt x="1410242" y="88595"/>
                </a:lnTo>
                <a:lnTo>
                  <a:pt x="1410148" y="87853"/>
                </a:lnTo>
                <a:lnTo>
                  <a:pt x="1409996" y="87176"/>
                </a:lnTo>
                <a:lnTo>
                  <a:pt x="1409792" y="86561"/>
                </a:lnTo>
                <a:lnTo>
                  <a:pt x="1409540" y="86004"/>
                </a:lnTo>
                <a:lnTo>
                  <a:pt x="1409244" y="85502"/>
                </a:lnTo>
                <a:close/>
                <a:moveTo>
                  <a:pt x="99512" y="124569"/>
                </a:moveTo>
                <a:lnTo>
                  <a:pt x="99248" y="124172"/>
                </a:lnTo>
                <a:lnTo>
                  <a:pt x="98946" y="123818"/>
                </a:lnTo>
                <a:lnTo>
                  <a:pt x="98606" y="123507"/>
                </a:lnTo>
                <a:lnTo>
                  <a:pt x="98228" y="123234"/>
                </a:lnTo>
                <a:lnTo>
                  <a:pt x="97813" y="122998"/>
                </a:lnTo>
                <a:lnTo>
                  <a:pt x="97361" y="122795"/>
                </a:lnTo>
                <a:lnTo>
                  <a:pt x="96873" y="122623"/>
                </a:lnTo>
                <a:lnTo>
                  <a:pt x="96350" y="122480"/>
                </a:lnTo>
                <a:lnTo>
                  <a:pt x="95791" y="122363"/>
                </a:lnTo>
                <a:lnTo>
                  <a:pt x="95198" y="122269"/>
                </a:lnTo>
                <a:lnTo>
                  <a:pt x="94571" y="122196"/>
                </a:lnTo>
                <a:lnTo>
                  <a:pt x="93910" y="122141"/>
                </a:lnTo>
                <a:lnTo>
                  <a:pt x="93215" y="122102"/>
                </a:lnTo>
                <a:lnTo>
                  <a:pt x="92489" y="122076"/>
                </a:lnTo>
                <a:lnTo>
                  <a:pt x="91730" y="122060"/>
                </a:lnTo>
                <a:lnTo>
                  <a:pt x="90939" y="122052"/>
                </a:lnTo>
                <a:lnTo>
                  <a:pt x="90117" y="122049"/>
                </a:lnTo>
                <a:lnTo>
                  <a:pt x="89265" y="122048"/>
                </a:lnTo>
                <a:lnTo>
                  <a:pt x="89265" y="75459"/>
                </a:lnTo>
                <a:lnTo>
                  <a:pt x="89264" y="74886"/>
                </a:lnTo>
                <a:lnTo>
                  <a:pt x="89255" y="74142"/>
                </a:lnTo>
                <a:lnTo>
                  <a:pt x="89232" y="73244"/>
                </a:lnTo>
                <a:lnTo>
                  <a:pt x="89186" y="72209"/>
                </a:lnTo>
                <a:lnTo>
                  <a:pt x="89110" y="71056"/>
                </a:lnTo>
                <a:lnTo>
                  <a:pt x="88997" y="69800"/>
                </a:lnTo>
                <a:lnTo>
                  <a:pt x="88839" y="68461"/>
                </a:lnTo>
                <a:lnTo>
                  <a:pt x="88630" y="67054"/>
                </a:lnTo>
                <a:lnTo>
                  <a:pt x="88360" y="65598"/>
                </a:lnTo>
                <a:lnTo>
                  <a:pt x="88024" y="64110"/>
                </a:lnTo>
                <a:lnTo>
                  <a:pt x="87613" y="62607"/>
                </a:lnTo>
                <a:lnTo>
                  <a:pt x="87120" y="61107"/>
                </a:lnTo>
                <a:lnTo>
                  <a:pt x="86538" y="59627"/>
                </a:lnTo>
                <a:lnTo>
                  <a:pt x="85859" y="58184"/>
                </a:lnTo>
                <a:lnTo>
                  <a:pt x="85076" y="56796"/>
                </a:lnTo>
                <a:lnTo>
                  <a:pt x="84181" y="55480"/>
                </a:lnTo>
                <a:lnTo>
                  <a:pt x="83167" y="54254"/>
                </a:lnTo>
                <a:lnTo>
                  <a:pt x="82026" y="53135"/>
                </a:lnTo>
                <a:lnTo>
                  <a:pt x="80751" y="52141"/>
                </a:lnTo>
                <a:lnTo>
                  <a:pt x="79335" y="51288"/>
                </a:lnTo>
                <a:lnTo>
                  <a:pt x="77770" y="50594"/>
                </a:lnTo>
                <a:lnTo>
                  <a:pt x="76048" y="50077"/>
                </a:lnTo>
                <a:lnTo>
                  <a:pt x="74163" y="49754"/>
                </a:lnTo>
                <a:lnTo>
                  <a:pt x="72106" y="49643"/>
                </a:lnTo>
                <a:lnTo>
                  <a:pt x="71372" y="49656"/>
                </a:lnTo>
                <a:lnTo>
                  <a:pt x="70618" y="49697"/>
                </a:lnTo>
                <a:lnTo>
                  <a:pt x="69847" y="49765"/>
                </a:lnTo>
                <a:lnTo>
                  <a:pt x="69059" y="49863"/>
                </a:lnTo>
                <a:lnTo>
                  <a:pt x="68257" y="49992"/>
                </a:lnTo>
                <a:lnTo>
                  <a:pt x="67443" y="50152"/>
                </a:lnTo>
                <a:lnTo>
                  <a:pt x="66619" y="50345"/>
                </a:lnTo>
                <a:lnTo>
                  <a:pt x="65787" y="50571"/>
                </a:lnTo>
                <a:lnTo>
                  <a:pt x="64949" y="50833"/>
                </a:lnTo>
                <a:lnTo>
                  <a:pt x="64106" y="51130"/>
                </a:lnTo>
                <a:lnTo>
                  <a:pt x="63262" y="51464"/>
                </a:lnTo>
                <a:lnTo>
                  <a:pt x="62418" y="51836"/>
                </a:lnTo>
                <a:lnTo>
                  <a:pt x="61576" y="52248"/>
                </a:lnTo>
                <a:lnTo>
                  <a:pt x="60738" y="52699"/>
                </a:lnTo>
                <a:lnTo>
                  <a:pt x="59906" y="53192"/>
                </a:lnTo>
                <a:lnTo>
                  <a:pt x="59082" y="53728"/>
                </a:lnTo>
                <a:lnTo>
                  <a:pt x="58268" y="54307"/>
                </a:lnTo>
                <a:lnTo>
                  <a:pt x="57466" y="54930"/>
                </a:lnTo>
                <a:lnTo>
                  <a:pt x="56678" y="55600"/>
                </a:lnTo>
                <a:lnTo>
                  <a:pt x="55906" y="56316"/>
                </a:lnTo>
                <a:lnTo>
                  <a:pt x="55152" y="57079"/>
                </a:lnTo>
                <a:lnTo>
                  <a:pt x="54419" y="57892"/>
                </a:lnTo>
                <a:lnTo>
                  <a:pt x="53707" y="58755"/>
                </a:lnTo>
                <a:lnTo>
                  <a:pt x="53020" y="59669"/>
                </a:lnTo>
                <a:lnTo>
                  <a:pt x="52645" y="58866"/>
                </a:lnTo>
                <a:lnTo>
                  <a:pt x="52245" y="58095"/>
                </a:lnTo>
                <a:lnTo>
                  <a:pt x="51821" y="57357"/>
                </a:lnTo>
                <a:lnTo>
                  <a:pt x="51372" y="56651"/>
                </a:lnTo>
                <a:lnTo>
                  <a:pt x="50900" y="55978"/>
                </a:lnTo>
                <a:lnTo>
                  <a:pt x="50405" y="55337"/>
                </a:lnTo>
                <a:lnTo>
                  <a:pt x="49888" y="54730"/>
                </a:lnTo>
                <a:lnTo>
                  <a:pt x="49349" y="54157"/>
                </a:lnTo>
                <a:lnTo>
                  <a:pt x="48790" y="53616"/>
                </a:lnTo>
                <a:lnTo>
                  <a:pt x="48211" y="53110"/>
                </a:lnTo>
                <a:lnTo>
                  <a:pt x="47612" y="52637"/>
                </a:lnTo>
                <a:lnTo>
                  <a:pt x="46995" y="52198"/>
                </a:lnTo>
                <a:lnTo>
                  <a:pt x="46359" y="51793"/>
                </a:lnTo>
                <a:lnTo>
                  <a:pt x="45706" y="51423"/>
                </a:lnTo>
                <a:lnTo>
                  <a:pt x="45037" y="51087"/>
                </a:lnTo>
                <a:lnTo>
                  <a:pt x="44351" y="50786"/>
                </a:lnTo>
                <a:lnTo>
                  <a:pt x="43650" y="50519"/>
                </a:lnTo>
                <a:lnTo>
                  <a:pt x="42934" y="50288"/>
                </a:lnTo>
                <a:lnTo>
                  <a:pt x="42204" y="50091"/>
                </a:lnTo>
                <a:lnTo>
                  <a:pt x="41461" y="49930"/>
                </a:lnTo>
                <a:lnTo>
                  <a:pt x="40704" y="49805"/>
                </a:lnTo>
                <a:lnTo>
                  <a:pt x="39936" y="49715"/>
                </a:lnTo>
                <a:lnTo>
                  <a:pt x="39157" y="49661"/>
                </a:lnTo>
                <a:lnTo>
                  <a:pt x="38367" y="49643"/>
                </a:lnTo>
                <a:lnTo>
                  <a:pt x="37598" y="49657"/>
                </a:lnTo>
                <a:lnTo>
                  <a:pt x="36833" y="49699"/>
                </a:lnTo>
                <a:lnTo>
                  <a:pt x="36073" y="49767"/>
                </a:lnTo>
                <a:lnTo>
                  <a:pt x="35318" y="49863"/>
                </a:lnTo>
                <a:lnTo>
                  <a:pt x="34568" y="49984"/>
                </a:lnTo>
                <a:lnTo>
                  <a:pt x="33824" y="50131"/>
                </a:lnTo>
                <a:lnTo>
                  <a:pt x="33086" y="50303"/>
                </a:lnTo>
                <a:lnTo>
                  <a:pt x="32355" y="50500"/>
                </a:lnTo>
                <a:lnTo>
                  <a:pt x="31630" y="50721"/>
                </a:lnTo>
                <a:lnTo>
                  <a:pt x="30912" y="50966"/>
                </a:lnTo>
                <a:lnTo>
                  <a:pt x="30201" y="51233"/>
                </a:lnTo>
                <a:lnTo>
                  <a:pt x="29499" y="51524"/>
                </a:lnTo>
                <a:lnTo>
                  <a:pt x="28804" y="51836"/>
                </a:lnTo>
                <a:lnTo>
                  <a:pt x="28117" y="52170"/>
                </a:lnTo>
                <a:lnTo>
                  <a:pt x="27440" y="52525"/>
                </a:lnTo>
                <a:lnTo>
                  <a:pt x="26771" y="52901"/>
                </a:lnTo>
                <a:lnTo>
                  <a:pt x="26112" y="53296"/>
                </a:lnTo>
                <a:lnTo>
                  <a:pt x="25462" y="53711"/>
                </a:lnTo>
                <a:lnTo>
                  <a:pt x="24822" y="54146"/>
                </a:lnTo>
                <a:lnTo>
                  <a:pt x="24193" y="54599"/>
                </a:lnTo>
                <a:lnTo>
                  <a:pt x="23575" y="55070"/>
                </a:lnTo>
                <a:lnTo>
                  <a:pt x="22967" y="55558"/>
                </a:lnTo>
                <a:lnTo>
                  <a:pt x="22371" y="56064"/>
                </a:lnTo>
                <a:lnTo>
                  <a:pt x="21787" y="56586"/>
                </a:lnTo>
                <a:lnTo>
                  <a:pt x="21721" y="55889"/>
                </a:lnTo>
                <a:lnTo>
                  <a:pt x="21620" y="55250"/>
                </a:lnTo>
                <a:lnTo>
                  <a:pt x="21487" y="54667"/>
                </a:lnTo>
                <a:lnTo>
                  <a:pt x="21323" y="54137"/>
                </a:lnTo>
                <a:lnTo>
                  <a:pt x="21129" y="53657"/>
                </a:lnTo>
                <a:lnTo>
                  <a:pt x="20907" y="53225"/>
                </a:lnTo>
                <a:lnTo>
                  <a:pt x="20659" y="52839"/>
                </a:lnTo>
                <a:lnTo>
                  <a:pt x="20387" y="52495"/>
                </a:lnTo>
                <a:lnTo>
                  <a:pt x="20092" y="52192"/>
                </a:lnTo>
                <a:lnTo>
                  <a:pt x="19776" y="51927"/>
                </a:lnTo>
                <a:lnTo>
                  <a:pt x="19441" y="51697"/>
                </a:lnTo>
                <a:lnTo>
                  <a:pt x="19087" y="51499"/>
                </a:lnTo>
                <a:lnTo>
                  <a:pt x="18718" y="51332"/>
                </a:lnTo>
                <a:lnTo>
                  <a:pt x="18334" y="51193"/>
                </a:lnTo>
                <a:lnTo>
                  <a:pt x="17938" y="51079"/>
                </a:lnTo>
                <a:lnTo>
                  <a:pt x="17530" y="50988"/>
                </a:lnTo>
                <a:lnTo>
                  <a:pt x="17113" y="50917"/>
                </a:lnTo>
                <a:lnTo>
                  <a:pt x="16689" y="50864"/>
                </a:lnTo>
                <a:lnTo>
                  <a:pt x="16258" y="50825"/>
                </a:lnTo>
                <a:lnTo>
                  <a:pt x="15823" y="50800"/>
                </a:lnTo>
                <a:lnTo>
                  <a:pt x="15386" y="50784"/>
                </a:lnTo>
                <a:lnTo>
                  <a:pt x="14947" y="50776"/>
                </a:lnTo>
                <a:lnTo>
                  <a:pt x="14509" y="50773"/>
                </a:lnTo>
                <a:lnTo>
                  <a:pt x="14073" y="50773"/>
                </a:lnTo>
                <a:lnTo>
                  <a:pt x="7905" y="50773"/>
                </a:lnTo>
                <a:lnTo>
                  <a:pt x="7533" y="50773"/>
                </a:lnTo>
                <a:lnTo>
                  <a:pt x="7142" y="50776"/>
                </a:lnTo>
                <a:lnTo>
                  <a:pt x="6735" y="50784"/>
                </a:lnTo>
                <a:lnTo>
                  <a:pt x="6315" y="50799"/>
                </a:lnTo>
                <a:lnTo>
                  <a:pt x="5886" y="50825"/>
                </a:lnTo>
                <a:lnTo>
                  <a:pt x="5449" y="50863"/>
                </a:lnTo>
                <a:lnTo>
                  <a:pt x="5010" y="50916"/>
                </a:lnTo>
                <a:lnTo>
                  <a:pt x="4570" y="50987"/>
                </a:lnTo>
                <a:lnTo>
                  <a:pt x="4133" y="51078"/>
                </a:lnTo>
                <a:lnTo>
                  <a:pt x="3701" y="51191"/>
                </a:lnTo>
                <a:lnTo>
                  <a:pt x="3279" y="51330"/>
                </a:lnTo>
                <a:lnTo>
                  <a:pt x="2868" y="51496"/>
                </a:lnTo>
                <a:lnTo>
                  <a:pt x="2472" y="51692"/>
                </a:lnTo>
                <a:lnTo>
                  <a:pt x="2095" y="51921"/>
                </a:lnTo>
                <a:lnTo>
                  <a:pt x="1739" y="52186"/>
                </a:lnTo>
                <a:lnTo>
                  <a:pt x="1407" y="52487"/>
                </a:lnTo>
                <a:lnTo>
                  <a:pt x="1102" y="52829"/>
                </a:lnTo>
                <a:lnTo>
                  <a:pt x="828" y="53214"/>
                </a:lnTo>
                <a:lnTo>
                  <a:pt x="588" y="53644"/>
                </a:lnTo>
                <a:lnTo>
                  <a:pt x="385" y="54122"/>
                </a:lnTo>
                <a:lnTo>
                  <a:pt x="221" y="54649"/>
                </a:lnTo>
                <a:lnTo>
                  <a:pt x="100" y="55230"/>
                </a:lnTo>
                <a:lnTo>
                  <a:pt x="26" y="55866"/>
                </a:lnTo>
                <a:lnTo>
                  <a:pt x="0" y="56560"/>
                </a:lnTo>
                <a:lnTo>
                  <a:pt x="21" y="57276"/>
                </a:lnTo>
                <a:lnTo>
                  <a:pt x="84" y="57932"/>
                </a:lnTo>
                <a:lnTo>
                  <a:pt x="188" y="58532"/>
                </a:lnTo>
                <a:lnTo>
                  <a:pt x="332" y="59077"/>
                </a:lnTo>
                <a:lnTo>
                  <a:pt x="517" y="59570"/>
                </a:lnTo>
                <a:lnTo>
                  <a:pt x="741" y="60014"/>
                </a:lnTo>
                <a:lnTo>
                  <a:pt x="1005" y="60411"/>
                </a:lnTo>
                <a:lnTo>
                  <a:pt x="1307" y="60764"/>
                </a:lnTo>
                <a:lnTo>
                  <a:pt x="1648" y="61076"/>
                </a:lnTo>
                <a:lnTo>
                  <a:pt x="2026" y="61349"/>
                </a:lnTo>
                <a:lnTo>
                  <a:pt x="2441" y="61585"/>
                </a:lnTo>
                <a:lnTo>
                  <a:pt x="2893" y="61788"/>
                </a:lnTo>
                <a:lnTo>
                  <a:pt x="3381" y="61959"/>
                </a:lnTo>
                <a:lnTo>
                  <a:pt x="3905" y="62103"/>
                </a:lnTo>
                <a:lnTo>
                  <a:pt x="4463" y="62220"/>
                </a:lnTo>
                <a:lnTo>
                  <a:pt x="5057" y="62313"/>
                </a:lnTo>
                <a:lnTo>
                  <a:pt x="5684" y="62386"/>
                </a:lnTo>
                <a:lnTo>
                  <a:pt x="6346" y="62441"/>
                </a:lnTo>
                <a:lnTo>
                  <a:pt x="7040" y="62481"/>
                </a:lnTo>
                <a:lnTo>
                  <a:pt x="7767" y="62507"/>
                </a:lnTo>
                <a:lnTo>
                  <a:pt x="8526" y="62523"/>
                </a:lnTo>
                <a:lnTo>
                  <a:pt x="9316" y="62531"/>
                </a:lnTo>
                <a:lnTo>
                  <a:pt x="10138" y="62534"/>
                </a:lnTo>
                <a:lnTo>
                  <a:pt x="10990" y="62535"/>
                </a:lnTo>
                <a:lnTo>
                  <a:pt x="10990" y="122048"/>
                </a:lnTo>
                <a:lnTo>
                  <a:pt x="10138" y="122049"/>
                </a:lnTo>
                <a:lnTo>
                  <a:pt x="9316" y="122052"/>
                </a:lnTo>
                <a:lnTo>
                  <a:pt x="8526" y="122060"/>
                </a:lnTo>
                <a:lnTo>
                  <a:pt x="7767" y="122076"/>
                </a:lnTo>
                <a:lnTo>
                  <a:pt x="7040" y="122102"/>
                </a:lnTo>
                <a:lnTo>
                  <a:pt x="6346" y="122141"/>
                </a:lnTo>
                <a:lnTo>
                  <a:pt x="5684" y="122196"/>
                </a:lnTo>
                <a:lnTo>
                  <a:pt x="5057" y="122269"/>
                </a:lnTo>
                <a:lnTo>
                  <a:pt x="4463" y="122363"/>
                </a:lnTo>
                <a:lnTo>
                  <a:pt x="3905" y="122480"/>
                </a:lnTo>
                <a:lnTo>
                  <a:pt x="3381" y="122623"/>
                </a:lnTo>
                <a:lnTo>
                  <a:pt x="2893" y="122795"/>
                </a:lnTo>
                <a:lnTo>
                  <a:pt x="2441" y="122998"/>
                </a:lnTo>
                <a:lnTo>
                  <a:pt x="2026" y="123234"/>
                </a:lnTo>
                <a:lnTo>
                  <a:pt x="1648" y="123507"/>
                </a:lnTo>
                <a:lnTo>
                  <a:pt x="1307" y="123818"/>
                </a:lnTo>
                <a:lnTo>
                  <a:pt x="1005" y="124172"/>
                </a:lnTo>
                <a:lnTo>
                  <a:pt x="741" y="124569"/>
                </a:lnTo>
                <a:lnTo>
                  <a:pt x="517" y="125013"/>
                </a:lnTo>
                <a:lnTo>
                  <a:pt x="332" y="125506"/>
                </a:lnTo>
                <a:lnTo>
                  <a:pt x="188" y="126051"/>
                </a:lnTo>
                <a:lnTo>
                  <a:pt x="84" y="126650"/>
                </a:lnTo>
                <a:lnTo>
                  <a:pt x="21" y="127307"/>
                </a:lnTo>
                <a:lnTo>
                  <a:pt x="0" y="128023"/>
                </a:lnTo>
                <a:lnTo>
                  <a:pt x="27" y="128717"/>
                </a:lnTo>
                <a:lnTo>
                  <a:pt x="104" y="129352"/>
                </a:lnTo>
                <a:lnTo>
                  <a:pt x="229" y="129932"/>
                </a:lnTo>
                <a:lnTo>
                  <a:pt x="398" y="130460"/>
                </a:lnTo>
                <a:lnTo>
                  <a:pt x="608" y="130937"/>
                </a:lnTo>
                <a:lnTo>
                  <a:pt x="856" y="131367"/>
                </a:lnTo>
                <a:lnTo>
                  <a:pt x="1137" y="131752"/>
                </a:lnTo>
                <a:lnTo>
                  <a:pt x="1450" y="132093"/>
                </a:lnTo>
                <a:lnTo>
                  <a:pt x="1790" y="132395"/>
                </a:lnTo>
                <a:lnTo>
                  <a:pt x="2154" y="132659"/>
                </a:lnTo>
                <a:lnTo>
                  <a:pt x="2539" y="132888"/>
                </a:lnTo>
                <a:lnTo>
                  <a:pt x="2941" y="133084"/>
                </a:lnTo>
                <a:lnTo>
                  <a:pt x="3357" y="133250"/>
                </a:lnTo>
                <a:lnTo>
                  <a:pt x="3784" y="133389"/>
                </a:lnTo>
                <a:lnTo>
                  <a:pt x="4218" y="133502"/>
                </a:lnTo>
                <a:lnTo>
                  <a:pt x="4656" y="133593"/>
                </a:lnTo>
                <a:lnTo>
                  <a:pt x="5095" y="133664"/>
                </a:lnTo>
                <a:lnTo>
                  <a:pt x="5531" y="133717"/>
                </a:lnTo>
                <a:lnTo>
                  <a:pt x="5962" y="133755"/>
                </a:lnTo>
                <a:lnTo>
                  <a:pt x="6382" y="133780"/>
                </a:lnTo>
                <a:lnTo>
                  <a:pt x="6790" y="133796"/>
                </a:lnTo>
                <a:lnTo>
                  <a:pt x="7182" y="133804"/>
                </a:lnTo>
                <a:lnTo>
                  <a:pt x="7555" y="133807"/>
                </a:lnTo>
                <a:lnTo>
                  <a:pt x="7905" y="133807"/>
                </a:lnTo>
                <a:lnTo>
                  <a:pt x="24873" y="133807"/>
                </a:lnTo>
                <a:lnTo>
                  <a:pt x="25245" y="133807"/>
                </a:lnTo>
                <a:lnTo>
                  <a:pt x="25636" y="133804"/>
                </a:lnTo>
                <a:lnTo>
                  <a:pt x="26042" y="133796"/>
                </a:lnTo>
                <a:lnTo>
                  <a:pt x="26462" y="133780"/>
                </a:lnTo>
                <a:lnTo>
                  <a:pt x="26891" y="133755"/>
                </a:lnTo>
                <a:lnTo>
                  <a:pt x="27327" y="133717"/>
                </a:lnTo>
                <a:lnTo>
                  <a:pt x="27767" y="133664"/>
                </a:lnTo>
                <a:lnTo>
                  <a:pt x="28206" y="133593"/>
                </a:lnTo>
                <a:lnTo>
                  <a:pt x="28644" y="133502"/>
                </a:lnTo>
                <a:lnTo>
                  <a:pt x="29075" y="133389"/>
                </a:lnTo>
                <a:lnTo>
                  <a:pt x="29497" y="133250"/>
                </a:lnTo>
                <a:lnTo>
                  <a:pt x="29908" y="133084"/>
                </a:lnTo>
                <a:lnTo>
                  <a:pt x="30303" y="132888"/>
                </a:lnTo>
                <a:lnTo>
                  <a:pt x="30681" y="132659"/>
                </a:lnTo>
                <a:lnTo>
                  <a:pt x="31037" y="132395"/>
                </a:lnTo>
                <a:lnTo>
                  <a:pt x="31368" y="132093"/>
                </a:lnTo>
                <a:lnTo>
                  <a:pt x="31673" y="131752"/>
                </a:lnTo>
                <a:lnTo>
                  <a:pt x="31946" y="131367"/>
                </a:lnTo>
                <a:lnTo>
                  <a:pt x="32186" y="130937"/>
                </a:lnTo>
                <a:lnTo>
                  <a:pt x="32390" y="130460"/>
                </a:lnTo>
                <a:lnTo>
                  <a:pt x="32553" y="129932"/>
                </a:lnTo>
                <a:lnTo>
                  <a:pt x="32674" y="129352"/>
                </a:lnTo>
                <a:lnTo>
                  <a:pt x="32749" y="128717"/>
                </a:lnTo>
                <a:lnTo>
                  <a:pt x="32774" y="128023"/>
                </a:lnTo>
                <a:lnTo>
                  <a:pt x="32753" y="127307"/>
                </a:lnTo>
                <a:lnTo>
                  <a:pt x="32691" y="126650"/>
                </a:lnTo>
                <a:lnTo>
                  <a:pt x="32587" y="126051"/>
                </a:lnTo>
                <a:lnTo>
                  <a:pt x="32442" y="125506"/>
                </a:lnTo>
                <a:lnTo>
                  <a:pt x="32258" y="125013"/>
                </a:lnTo>
                <a:lnTo>
                  <a:pt x="32033" y="124569"/>
                </a:lnTo>
                <a:lnTo>
                  <a:pt x="31770" y="124172"/>
                </a:lnTo>
                <a:lnTo>
                  <a:pt x="31468" y="123818"/>
                </a:lnTo>
                <a:lnTo>
                  <a:pt x="31128" y="123507"/>
                </a:lnTo>
                <a:lnTo>
                  <a:pt x="30750" y="123234"/>
                </a:lnTo>
                <a:lnTo>
                  <a:pt x="30335" y="122998"/>
                </a:lnTo>
                <a:lnTo>
                  <a:pt x="29883" y="122795"/>
                </a:lnTo>
                <a:lnTo>
                  <a:pt x="29395" y="122623"/>
                </a:lnTo>
                <a:lnTo>
                  <a:pt x="28872" y="122480"/>
                </a:lnTo>
                <a:lnTo>
                  <a:pt x="28313" y="122363"/>
                </a:lnTo>
                <a:lnTo>
                  <a:pt x="27720" y="122269"/>
                </a:lnTo>
                <a:lnTo>
                  <a:pt x="27092" y="122196"/>
                </a:lnTo>
                <a:lnTo>
                  <a:pt x="26431" y="122141"/>
                </a:lnTo>
                <a:lnTo>
                  <a:pt x="25737" y="122102"/>
                </a:lnTo>
                <a:lnTo>
                  <a:pt x="25010" y="122076"/>
                </a:lnTo>
                <a:lnTo>
                  <a:pt x="24251" y="122060"/>
                </a:lnTo>
                <a:lnTo>
                  <a:pt x="23461" y="122052"/>
                </a:lnTo>
                <a:lnTo>
                  <a:pt x="22639" y="122049"/>
                </a:lnTo>
                <a:lnTo>
                  <a:pt x="21787" y="122048"/>
                </a:lnTo>
                <a:lnTo>
                  <a:pt x="21787" y="87574"/>
                </a:lnTo>
                <a:lnTo>
                  <a:pt x="21827" y="85476"/>
                </a:lnTo>
                <a:lnTo>
                  <a:pt x="21947" y="83463"/>
                </a:lnTo>
                <a:lnTo>
                  <a:pt x="22142" y="81534"/>
                </a:lnTo>
                <a:lnTo>
                  <a:pt x="22409" y="79691"/>
                </a:lnTo>
                <a:lnTo>
                  <a:pt x="22745" y="77934"/>
                </a:lnTo>
                <a:lnTo>
                  <a:pt x="23145" y="76263"/>
                </a:lnTo>
                <a:lnTo>
                  <a:pt x="23608" y="74678"/>
                </a:lnTo>
                <a:lnTo>
                  <a:pt x="24129" y="73181"/>
                </a:lnTo>
                <a:lnTo>
                  <a:pt x="24705" y="71771"/>
                </a:lnTo>
                <a:lnTo>
                  <a:pt x="25332" y="70449"/>
                </a:lnTo>
                <a:lnTo>
                  <a:pt x="26007" y="69215"/>
                </a:lnTo>
                <a:lnTo>
                  <a:pt x="26727" y="68070"/>
                </a:lnTo>
                <a:lnTo>
                  <a:pt x="27488" y="67014"/>
                </a:lnTo>
                <a:lnTo>
                  <a:pt x="28287" y="66047"/>
                </a:lnTo>
                <a:lnTo>
                  <a:pt x="29120" y="65171"/>
                </a:lnTo>
                <a:lnTo>
                  <a:pt x="29984" y="64385"/>
                </a:lnTo>
                <a:lnTo>
                  <a:pt x="30875" y="63690"/>
                </a:lnTo>
                <a:lnTo>
                  <a:pt x="31791" y="63087"/>
                </a:lnTo>
                <a:lnTo>
                  <a:pt x="32727" y="62574"/>
                </a:lnTo>
                <a:lnTo>
                  <a:pt x="33680" y="62155"/>
                </a:lnTo>
                <a:lnTo>
                  <a:pt x="34647" y="61827"/>
                </a:lnTo>
                <a:lnTo>
                  <a:pt x="35624" y="61593"/>
                </a:lnTo>
                <a:lnTo>
                  <a:pt x="36608" y="61452"/>
                </a:lnTo>
                <a:lnTo>
                  <a:pt x="37596" y="61405"/>
                </a:lnTo>
                <a:lnTo>
                  <a:pt x="38141" y="61423"/>
                </a:lnTo>
                <a:lnTo>
                  <a:pt x="38667" y="61477"/>
                </a:lnTo>
                <a:lnTo>
                  <a:pt x="39175" y="61570"/>
                </a:lnTo>
                <a:lnTo>
                  <a:pt x="39664" y="61706"/>
                </a:lnTo>
                <a:lnTo>
                  <a:pt x="40132" y="61885"/>
                </a:lnTo>
                <a:lnTo>
                  <a:pt x="40581" y="62112"/>
                </a:lnTo>
                <a:lnTo>
                  <a:pt x="41009" y="62389"/>
                </a:lnTo>
                <a:lnTo>
                  <a:pt x="41416" y="62717"/>
                </a:lnTo>
                <a:lnTo>
                  <a:pt x="41801" y="63101"/>
                </a:lnTo>
                <a:lnTo>
                  <a:pt x="42165" y="63542"/>
                </a:lnTo>
                <a:lnTo>
                  <a:pt x="42506" y="64043"/>
                </a:lnTo>
                <a:lnTo>
                  <a:pt x="42825" y="64606"/>
                </a:lnTo>
                <a:lnTo>
                  <a:pt x="43121" y="65235"/>
                </a:lnTo>
                <a:lnTo>
                  <a:pt x="43393" y="65931"/>
                </a:lnTo>
                <a:lnTo>
                  <a:pt x="43641" y="66698"/>
                </a:lnTo>
                <a:lnTo>
                  <a:pt x="43865" y="67538"/>
                </a:lnTo>
                <a:lnTo>
                  <a:pt x="44064" y="68453"/>
                </a:lnTo>
                <a:lnTo>
                  <a:pt x="44238" y="69446"/>
                </a:lnTo>
                <a:lnTo>
                  <a:pt x="44387" y="70520"/>
                </a:lnTo>
                <a:lnTo>
                  <a:pt x="44509" y="71678"/>
                </a:lnTo>
                <a:lnTo>
                  <a:pt x="44605" y="72921"/>
                </a:lnTo>
                <a:lnTo>
                  <a:pt x="44674" y="74253"/>
                </a:lnTo>
                <a:lnTo>
                  <a:pt x="44716" y="75675"/>
                </a:lnTo>
                <a:lnTo>
                  <a:pt x="44730" y="77192"/>
                </a:lnTo>
                <a:lnTo>
                  <a:pt x="44730" y="122048"/>
                </a:lnTo>
                <a:lnTo>
                  <a:pt x="44266" y="122049"/>
                </a:lnTo>
                <a:lnTo>
                  <a:pt x="43793" y="122052"/>
                </a:lnTo>
                <a:lnTo>
                  <a:pt x="43314" y="122060"/>
                </a:lnTo>
                <a:lnTo>
                  <a:pt x="42829" y="122076"/>
                </a:lnTo>
                <a:lnTo>
                  <a:pt x="42344" y="122102"/>
                </a:lnTo>
                <a:lnTo>
                  <a:pt x="41859" y="122141"/>
                </a:lnTo>
                <a:lnTo>
                  <a:pt x="41378" y="122196"/>
                </a:lnTo>
                <a:lnTo>
                  <a:pt x="40902" y="122269"/>
                </a:lnTo>
                <a:lnTo>
                  <a:pt x="40436" y="122363"/>
                </a:lnTo>
                <a:lnTo>
                  <a:pt x="39980" y="122480"/>
                </a:lnTo>
                <a:lnTo>
                  <a:pt x="39539" y="122623"/>
                </a:lnTo>
                <a:lnTo>
                  <a:pt x="39114" y="122795"/>
                </a:lnTo>
                <a:lnTo>
                  <a:pt x="38708" y="122998"/>
                </a:lnTo>
                <a:lnTo>
                  <a:pt x="38324" y="123234"/>
                </a:lnTo>
                <a:lnTo>
                  <a:pt x="37964" y="123507"/>
                </a:lnTo>
                <a:lnTo>
                  <a:pt x="37631" y="123818"/>
                </a:lnTo>
                <a:lnTo>
                  <a:pt x="37328" y="124172"/>
                </a:lnTo>
                <a:lnTo>
                  <a:pt x="37056" y="124569"/>
                </a:lnTo>
                <a:lnTo>
                  <a:pt x="36819" y="125013"/>
                </a:lnTo>
                <a:lnTo>
                  <a:pt x="36620" y="125506"/>
                </a:lnTo>
                <a:lnTo>
                  <a:pt x="36460" y="126051"/>
                </a:lnTo>
                <a:lnTo>
                  <a:pt x="36343" y="126650"/>
                </a:lnTo>
                <a:lnTo>
                  <a:pt x="36270" y="127307"/>
                </a:lnTo>
                <a:lnTo>
                  <a:pt x="36246" y="128023"/>
                </a:lnTo>
                <a:lnTo>
                  <a:pt x="36272" y="128717"/>
                </a:lnTo>
                <a:lnTo>
                  <a:pt x="36350" y="129352"/>
                </a:lnTo>
                <a:lnTo>
                  <a:pt x="36475" y="129932"/>
                </a:lnTo>
                <a:lnTo>
                  <a:pt x="36644" y="130460"/>
                </a:lnTo>
                <a:lnTo>
                  <a:pt x="36854" y="130937"/>
                </a:lnTo>
                <a:lnTo>
                  <a:pt x="37101" y="131367"/>
                </a:lnTo>
                <a:lnTo>
                  <a:pt x="37383" y="131752"/>
                </a:lnTo>
                <a:lnTo>
                  <a:pt x="37695" y="132093"/>
                </a:lnTo>
                <a:lnTo>
                  <a:pt x="38035" y="132395"/>
                </a:lnTo>
                <a:lnTo>
                  <a:pt x="38399" y="132659"/>
                </a:lnTo>
                <a:lnTo>
                  <a:pt x="38784" y="132888"/>
                </a:lnTo>
                <a:lnTo>
                  <a:pt x="39186" y="133084"/>
                </a:lnTo>
                <a:lnTo>
                  <a:pt x="39602" y="133250"/>
                </a:lnTo>
                <a:lnTo>
                  <a:pt x="40029" y="133389"/>
                </a:lnTo>
                <a:lnTo>
                  <a:pt x="40464" y="133502"/>
                </a:lnTo>
                <a:lnTo>
                  <a:pt x="40902" y="133593"/>
                </a:lnTo>
                <a:lnTo>
                  <a:pt x="41341" y="133664"/>
                </a:lnTo>
                <a:lnTo>
                  <a:pt x="41777" y="133717"/>
                </a:lnTo>
                <a:lnTo>
                  <a:pt x="42207" y="133755"/>
                </a:lnTo>
                <a:lnTo>
                  <a:pt x="42628" y="133780"/>
                </a:lnTo>
                <a:lnTo>
                  <a:pt x="43036" y="133796"/>
                </a:lnTo>
                <a:lnTo>
                  <a:pt x="43428" y="133804"/>
                </a:lnTo>
                <a:lnTo>
                  <a:pt x="43800" y="133807"/>
                </a:lnTo>
                <a:lnTo>
                  <a:pt x="44150" y="133807"/>
                </a:lnTo>
                <a:lnTo>
                  <a:pt x="58609" y="133807"/>
                </a:lnTo>
                <a:lnTo>
                  <a:pt x="58981" y="133807"/>
                </a:lnTo>
                <a:lnTo>
                  <a:pt x="59372" y="133804"/>
                </a:lnTo>
                <a:lnTo>
                  <a:pt x="59779" y="133796"/>
                </a:lnTo>
                <a:lnTo>
                  <a:pt x="60199" y="133780"/>
                </a:lnTo>
                <a:lnTo>
                  <a:pt x="60628" y="133755"/>
                </a:lnTo>
                <a:lnTo>
                  <a:pt x="61064" y="133717"/>
                </a:lnTo>
                <a:lnTo>
                  <a:pt x="61504" y="133664"/>
                </a:lnTo>
                <a:lnTo>
                  <a:pt x="61943" y="133593"/>
                </a:lnTo>
                <a:lnTo>
                  <a:pt x="62381" y="133502"/>
                </a:lnTo>
                <a:lnTo>
                  <a:pt x="62812" y="133389"/>
                </a:lnTo>
                <a:lnTo>
                  <a:pt x="63235" y="133250"/>
                </a:lnTo>
                <a:lnTo>
                  <a:pt x="63646" y="133084"/>
                </a:lnTo>
                <a:lnTo>
                  <a:pt x="64041" y="132888"/>
                </a:lnTo>
                <a:lnTo>
                  <a:pt x="64419" y="132659"/>
                </a:lnTo>
                <a:lnTo>
                  <a:pt x="64775" y="132395"/>
                </a:lnTo>
                <a:lnTo>
                  <a:pt x="65107" y="132093"/>
                </a:lnTo>
                <a:lnTo>
                  <a:pt x="65411" y="131752"/>
                </a:lnTo>
                <a:lnTo>
                  <a:pt x="65685" y="131367"/>
                </a:lnTo>
                <a:lnTo>
                  <a:pt x="65925" y="130937"/>
                </a:lnTo>
                <a:lnTo>
                  <a:pt x="66129" y="130460"/>
                </a:lnTo>
                <a:lnTo>
                  <a:pt x="66292" y="129932"/>
                </a:lnTo>
                <a:lnTo>
                  <a:pt x="66413" y="129352"/>
                </a:lnTo>
                <a:lnTo>
                  <a:pt x="66488" y="128717"/>
                </a:lnTo>
                <a:lnTo>
                  <a:pt x="66513" y="128023"/>
                </a:lnTo>
                <a:lnTo>
                  <a:pt x="66492" y="127307"/>
                </a:lnTo>
                <a:lnTo>
                  <a:pt x="66430" y="126650"/>
                </a:lnTo>
                <a:lnTo>
                  <a:pt x="66326" y="126051"/>
                </a:lnTo>
                <a:lnTo>
                  <a:pt x="66181" y="125506"/>
                </a:lnTo>
                <a:lnTo>
                  <a:pt x="65997" y="125013"/>
                </a:lnTo>
                <a:lnTo>
                  <a:pt x="65773" y="124569"/>
                </a:lnTo>
                <a:lnTo>
                  <a:pt x="65509" y="124172"/>
                </a:lnTo>
                <a:lnTo>
                  <a:pt x="65207" y="123818"/>
                </a:lnTo>
                <a:lnTo>
                  <a:pt x="64867" y="123507"/>
                </a:lnTo>
                <a:lnTo>
                  <a:pt x="64489" y="123234"/>
                </a:lnTo>
                <a:lnTo>
                  <a:pt x="64074" y="122998"/>
                </a:lnTo>
                <a:lnTo>
                  <a:pt x="63622" y="122795"/>
                </a:lnTo>
                <a:lnTo>
                  <a:pt x="63134" y="122623"/>
                </a:lnTo>
                <a:lnTo>
                  <a:pt x="62611" y="122480"/>
                </a:lnTo>
                <a:lnTo>
                  <a:pt x="62052" y="122363"/>
                </a:lnTo>
                <a:lnTo>
                  <a:pt x="61459" y="122269"/>
                </a:lnTo>
                <a:lnTo>
                  <a:pt x="60831" y="122196"/>
                </a:lnTo>
                <a:lnTo>
                  <a:pt x="60170" y="122141"/>
                </a:lnTo>
                <a:lnTo>
                  <a:pt x="59476" y="122102"/>
                </a:lnTo>
                <a:lnTo>
                  <a:pt x="58749" y="122076"/>
                </a:lnTo>
                <a:lnTo>
                  <a:pt x="57990" y="122060"/>
                </a:lnTo>
                <a:lnTo>
                  <a:pt x="57200" y="122052"/>
                </a:lnTo>
                <a:lnTo>
                  <a:pt x="56378" y="122049"/>
                </a:lnTo>
                <a:lnTo>
                  <a:pt x="55526" y="122048"/>
                </a:lnTo>
                <a:lnTo>
                  <a:pt x="55526" y="87589"/>
                </a:lnTo>
                <a:lnTo>
                  <a:pt x="55567" y="85489"/>
                </a:lnTo>
                <a:lnTo>
                  <a:pt x="55686" y="83474"/>
                </a:lnTo>
                <a:lnTo>
                  <a:pt x="55881" y="81544"/>
                </a:lnTo>
                <a:lnTo>
                  <a:pt x="56148" y="79700"/>
                </a:lnTo>
                <a:lnTo>
                  <a:pt x="56484" y="77941"/>
                </a:lnTo>
                <a:lnTo>
                  <a:pt x="56885" y="76269"/>
                </a:lnTo>
                <a:lnTo>
                  <a:pt x="57347" y="74684"/>
                </a:lnTo>
                <a:lnTo>
                  <a:pt x="57868" y="73185"/>
                </a:lnTo>
                <a:lnTo>
                  <a:pt x="58444" y="71774"/>
                </a:lnTo>
                <a:lnTo>
                  <a:pt x="59071" y="70452"/>
                </a:lnTo>
                <a:lnTo>
                  <a:pt x="59746" y="69217"/>
                </a:lnTo>
                <a:lnTo>
                  <a:pt x="60466" y="68072"/>
                </a:lnTo>
                <a:lnTo>
                  <a:pt x="61227" y="67015"/>
                </a:lnTo>
                <a:lnTo>
                  <a:pt x="62026" y="66049"/>
                </a:lnTo>
                <a:lnTo>
                  <a:pt x="62859" y="65172"/>
                </a:lnTo>
                <a:lnTo>
                  <a:pt x="63723" y="64386"/>
                </a:lnTo>
                <a:lnTo>
                  <a:pt x="64615" y="63691"/>
                </a:lnTo>
                <a:lnTo>
                  <a:pt x="65530" y="63087"/>
                </a:lnTo>
                <a:lnTo>
                  <a:pt x="66466" y="62575"/>
                </a:lnTo>
                <a:lnTo>
                  <a:pt x="67419" y="62155"/>
                </a:lnTo>
                <a:lnTo>
                  <a:pt x="68386" y="61827"/>
                </a:lnTo>
                <a:lnTo>
                  <a:pt x="69363" y="61593"/>
                </a:lnTo>
                <a:lnTo>
                  <a:pt x="70348" y="61452"/>
                </a:lnTo>
                <a:lnTo>
                  <a:pt x="71335" y="61405"/>
                </a:lnTo>
                <a:lnTo>
                  <a:pt x="71880" y="61423"/>
                </a:lnTo>
                <a:lnTo>
                  <a:pt x="72407" y="61477"/>
                </a:lnTo>
                <a:lnTo>
                  <a:pt x="72914" y="61570"/>
                </a:lnTo>
                <a:lnTo>
                  <a:pt x="73403" y="61706"/>
                </a:lnTo>
                <a:lnTo>
                  <a:pt x="73871" y="61885"/>
                </a:lnTo>
                <a:lnTo>
                  <a:pt x="74320" y="62112"/>
                </a:lnTo>
                <a:lnTo>
                  <a:pt x="74748" y="62389"/>
                </a:lnTo>
                <a:lnTo>
                  <a:pt x="75155" y="62717"/>
                </a:lnTo>
                <a:lnTo>
                  <a:pt x="75540" y="63101"/>
                </a:lnTo>
                <a:lnTo>
                  <a:pt x="75904" y="63542"/>
                </a:lnTo>
                <a:lnTo>
                  <a:pt x="76246" y="64043"/>
                </a:lnTo>
                <a:lnTo>
                  <a:pt x="76564" y="64606"/>
                </a:lnTo>
                <a:lnTo>
                  <a:pt x="76860" y="65235"/>
                </a:lnTo>
                <a:lnTo>
                  <a:pt x="77132" y="65931"/>
                </a:lnTo>
                <a:lnTo>
                  <a:pt x="77381" y="66698"/>
                </a:lnTo>
                <a:lnTo>
                  <a:pt x="77604" y="67538"/>
                </a:lnTo>
                <a:lnTo>
                  <a:pt x="77804" y="68453"/>
                </a:lnTo>
                <a:lnTo>
                  <a:pt x="77978" y="69446"/>
                </a:lnTo>
                <a:lnTo>
                  <a:pt x="78126" y="70520"/>
                </a:lnTo>
                <a:lnTo>
                  <a:pt x="78248" y="71678"/>
                </a:lnTo>
                <a:lnTo>
                  <a:pt x="78344" y="72921"/>
                </a:lnTo>
                <a:lnTo>
                  <a:pt x="78413" y="74253"/>
                </a:lnTo>
                <a:lnTo>
                  <a:pt x="78455" y="75675"/>
                </a:lnTo>
                <a:lnTo>
                  <a:pt x="78469" y="77192"/>
                </a:lnTo>
                <a:lnTo>
                  <a:pt x="78469" y="122048"/>
                </a:lnTo>
                <a:lnTo>
                  <a:pt x="78005" y="122049"/>
                </a:lnTo>
                <a:lnTo>
                  <a:pt x="77532" y="122052"/>
                </a:lnTo>
                <a:lnTo>
                  <a:pt x="77052" y="122060"/>
                </a:lnTo>
                <a:lnTo>
                  <a:pt x="76568" y="122076"/>
                </a:lnTo>
                <a:lnTo>
                  <a:pt x="76082" y="122102"/>
                </a:lnTo>
                <a:lnTo>
                  <a:pt x="75597" y="122141"/>
                </a:lnTo>
                <a:lnTo>
                  <a:pt x="75115" y="122196"/>
                </a:lnTo>
                <a:lnTo>
                  <a:pt x="74640" y="122269"/>
                </a:lnTo>
                <a:lnTo>
                  <a:pt x="74174" y="122363"/>
                </a:lnTo>
                <a:lnTo>
                  <a:pt x="73718" y="122480"/>
                </a:lnTo>
                <a:lnTo>
                  <a:pt x="73277" y="122623"/>
                </a:lnTo>
                <a:lnTo>
                  <a:pt x="72852" y="122795"/>
                </a:lnTo>
                <a:lnTo>
                  <a:pt x="72447" y="122998"/>
                </a:lnTo>
                <a:lnTo>
                  <a:pt x="72062" y="123234"/>
                </a:lnTo>
                <a:lnTo>
                  <a:pt x="71703" y="123507"/>
                </a:lnTo>
                <a:lnTo>
                  <a:pt x="71370" y="123818"/>
                </a:lnTo>
                <a:lnTo>
                  <a:pt x="71066" y="124172"/>
                </a:lnTo>
                <a:lnTo>
                  <a:pt x="70795" y="124569"/>
                </a:lnTo>
                <a:lnTo>
                  <a:pt x="70558" y="125013"/>
                </a:lnTo>
                <a:lnTo>
                  <a:pt x="70359" y="125506"/>
                </a:lnTo>
                <a:lnTo>
                  <a:pt x="70199" y="126051"/>
                </a:lnTo>
                <a:lnTo>
                  <a:pt x="70082" y="126650"/>
                </a:lnTo>
                <a:lnTo>
                  <a:pt x="70009" y="127307"/>
                </a:lnTo>
                <a:lnTo>
                  <a:pt x="69985" y="128023"/>
                </a:lnTo>
                <a:lnTo>
                  <a:pt x="70011" y="128717"/>
                </a:lnTo>
                <a:lnTo>
                  <a:pt x="70089" y="129352"/>
                </a:lnTo>
                <a:lnTo>
                  <a:pt x="70214" y="129932"/>
                </a:lnTo>
                <a:lnTo>
                  <a:pt x="70383" y="130460"/>
                </a:lnTo>
                <a:lnTo>
                  <a:pt x="70593" y="130937"/>
                </a:lnTo>
                <a:lnTo>
                  <a:pt x="70840" y="131367"/>
                </a:lnTo>
                <a:lnTo>
                  <a:pt x="71122" y="131752"/>
                </a:lnTo>
                <a:lnTo>
                  <a:pt x="71434" y="132093"/>
                </a:lnTo>
                <a:lnTo>
                  <a:pt x="71774" y="132395"/>
                </a:lnTo>
                <a:lnTo>
                  <a:pt x="72138" y="132659"/>
                </a:lnTo>
                <a:lnTo>
                  <a:pt x="72522" y="132888"/>
                </a:lnTo>
                <a:lnTo>
                  <a:pt x="72924" y="133084"/>
                </a:lnTo>
                <a:lnTo>
                  <a:pt x="73340" y="133250"/>
                </a:lnTo>
                <a:lnTo>
                  <a:pt x="73767" y="133389"/>
                </a:lnTo>
                <a:lnTo>
                  <a:pt x="74201" y="133502"/>
                </a:lnTo>
                <a:lnTo>
                  <a:pt x="74640" y="133593"/>
                </a:lnTo>
                <a:lnTo>
                  <a:pt x="75079" y="133664"/>
                </a:lnTo>
                <a:lnTo>
                  <a:pt x="75515" y="133717"/>
                </a:lnTo>
                <a:lnTo>
                  <a:pt x="75945" y="133755"/>
                </a:lnTo>
                <a:lnTo>
                  <a:pt x="76366" y="133780"/>
                </a:lnTo>
                <a:lnTo>
                  <a:pt x="76774" y="133796"/>
                </a:lnTo>
                <a:lnTo>
                  <a:pt x="77166" y="133804"/>
                </a:lnTo>
                <a:lnTo>
                  <a:pt x="77539" y="133807"/>
                </a:lnTo>
                <a:lnTo>
                  <a:pt x="77889" y="133807"/>
                </a:lnTo>
                <a:lnTo>
                  <a:pt x="92348" y="133807"/>
                </a:lnTo>
                <a:lnTo>
                  <a:pt x="92720" y="133807"/>
                </a:lnTo>
                <a:lnTo>
                  <a:pt x="93111" y="133804"/>
                </a:lnTo>
                <a:lnTo>
                  <a:pt x="93518" y="133796"/>
                </a:lnTo>
                <a:lnTo>
                  <a:pt x="93938" y="133780"/>
                </a:lnTo>
                <a:lnTo>
                  <a:pt x="94367" y="133755"/>
                </a:lnTo>
                <a:lnTo>
                  <a:pt x="94803" y="133717"/>
                </a:lnTo>
                <a:lnTo>
                  <a:pt x="95243" y="133664"/>
                </a:lnTo>
                <a:lnTo>
                  <a:pt x="95683" y="133593"/>
                </a:lnTo>
                <a:lnTo>
                  <a:pt x="96120" y="133502"/>
                </a:lnTo>
                <a:lnTo>
                  <a:pt x="96551" y="133389"/>
                </a:lnTo>
                <a:lnTo>
                  <a:pt x="96974" y="133250"/>
                </a:lnTo>
                <a:lnTo>
                  <a:pt x="97385" y="133084"/>
                </a:lnTo>
                <a:lnTo>
                  <a:pt x="97780" y="132888"/>
                </a:lnTo>
                <a:lnTo>
                  <a:pt x="98158" y="132659"/>
                </a:lnTo>
                <a:lnTo>
                  <a:pt x="98514" y="132395"/>
                </a:lnTo>
                <a:lnTo>
                  <a:pt x="98846" y="132093"/>
                </a:lnTo>
                <a:lnTo>
                  <a:pt x="99150" y="131752"/>
                </a:lnTo>
                <a:lnTo>
                  <a:pt x="99424" y="131367"/>
                </a:lnTo>
                <a:lnTo>
                  <a:pt x="99664" y="130937"/>
                </a:lnTo>
                <a:lnTo>
                  <a:pt x="99868" y="130460"/>
                </a:lnTo>
                <a:lnTo>
                  <a:pt x="100032" y="129932"/>
                </a:lnTo>
                <a:lnTo>
                  <a:pt x="100152" y="129352"/>
                </a:lnTo>
                <a:lnTo>
                  <a:pt x="100227" y="128717"/>
                </a:lnTo>
                <a:lnTo>
                  <a:pt x="100253" y="128023"/>
                </a:lnTo>
                <a:lnTo>
                  <a:pt x="100232" y="127307"/>
                </a:lnTo>
                <a:lnTo>
                  <a:pt x="100169" y="126650"/>
                </a:lnTo>
                <a:lnTo>
                  <a:pt x="100065" y="126051"/>
                </a:lnTo>
                <a:lnTo>
                  <a:pt x="99921" y="125506"/>
                </a:lnTo>
                <a:lnTo>
                  <a:pt x="99736" y="125013"/>
                </a:lnTo>
                <a:lnTo>
                  <a:pt x="99512" y="124569"/>
                </a:lnTo>
                <a:close/>
                <a:moveTo>
                  <a:pt x="301112" y="124569"/>
                </a:moveTo>
                <a:lnTo>
                  <a:pt x="300846" y="124172"/>
                </a:lnTo>
                <a:lnTo>
                  <a:pt x="300550" y="123818"/>
                </a:lnTo>
                <a:lnTo>
                  <a:pt x="300226" y="123507"/>
                </a:lnTo>
                <a:lnTo>
                  <a:pt x="299878" y="123234"/>
                </a:lnTo>
                <a:lnTo>
                  <a:pt x="299507" y="122998"/>
                </a:lnTo>
                <a:lnTo>
                  <a:pt x="299118" y="122795"/>
                </a:lnTo>
                <a:lnTo>
                  <a:pt x="298713" y="122623"/>
                </a:lnTo>
                <a:lnTo>
                  <a:pt x="298295" y="122480"/>
                </a:lnTo>
                <a:lnTo>
                  <a:pt x="297866" y="122363"/>
                </a:lnTo>
                <a:lnTo>
                  <a:pt x="297430" y="122269"/>
                </a:lnTo>
                <a:lnTo>
                  <a:pt x="296989" y="122196"/>
                </a:lnTo>
                <a:lnTo>
                  <a:pt x="296546" y="122141"/>
                </a:lnTo>
                <a:lnTo>
                  <a:pt x="296104" y="122102"/>
                </a:lnTo>
                <a:lnTo>
                  <a:pt x="295666" y="122076"/>
                </a:lnTo>
                <a:lnTo>
                  <a:pt x="295235" y="122060"/>
                </a:lnTo>
                <a:lnTo>
                  <a:pt x="294813" y="122052"/>
                </a:lnTo>
                <a:lnTo>
                  <a:pt x="294403" y="122049"/>
                </a:lnTo>
                <a:lnTo>
                  <a:pt x="294009" y="122048"/>
                </a:lnTo>
                <a:lnTo>
                  <a:pt x="285525" y="122048"/>
                </a:lnTo>
                <a:lnTo>
                  <a:pt x="285525" y="77386"/>
                </a:lnTo>
                <a:lnTo>
                  <a:pt x="285474" y="75013"/>
                </a:lnTo>
                <a:lnTo>
                  <a:pt x="285323" y="72754"/>
                </a:lnTo>
                <a:lnTo>
                  <a:pt x="285073" y="70610"/>
                </a:lnTo>
                <a:lnTo>
                  <a:pt x="284726" y="68578"/>
                </a:lnTo>
                <a:lnTo>
                  <a:pt x="284285" y="66657"/>
                </a:lnTo>
                <a:lnTo>
                  <a:pt x="283751" y="64846"/>
                </a:lnTo>
                <a:lnTo>
                  <a:pt x="283126" y="63144"/>
                </a:lnTo>
                <a:lnTo>
                  <a:pt x="282412" y="61549"/>
                </a:lnTo>
                <a:lnTo>
                  <a:pt x="281611" y="60061"/>
                </a:lnTo>
                <a:lnTo>
                  <a:pt x="280725" y="58677"/>
                </a:lnTo>
                <a:lnTo>
                  <a:pt x="279756" y="57398"/>
                </a:lnTo>
                <a:lnTo>
                  <a:pt x="278705" y="56221"/>
                </a:lnTo>
                <a:lnTo>
                  <a:pt x="277576" y="55145"/>
                </a:lnTo>
                <a:lnTo>
                  <a:pt x="276369" y="54170"/>
                </a:lnTo>
                <a:lnTo>
                  <a:pt x="275086" y="53293"/>
                </a:lnTo>
                <a:lnTo>
                  <a:pt x="273730" y="52513"/>
                </a:lnTo>
                <a:lnTo>
                  <a:pt x="272302" y="51831"/>
                </a:lnTo>
                <a:lnTo>
                  <a:pt x="270805" y="51243"/>
                </a:lnTo>
                <a:lnTo>
                  <a:pt x="269239" y="50749"/>
                </a:lnTo>
                <a:lnTo>
                  <a:pt x="267608" y="50347"/>
                </a:lnTo>
                <a:lnTo>
                  <a:pt x="265913" y="50037"/>
                </a:lnTo>
                <a:lnTo>
                  <a:pt x="264156" y="49817"/>
                </a:lnTo>
                <a:lnTo>
                  <a:pt x="262339" y="49686"/>
                </a:lnTo>
                <a:lnTo>
                  <a:pt x="260464" y="49643"/>
                </a:lnTo>
                <a:lnTo>
                  <a:pt x="258871" y="49676"/>
                </a:lnTo>
                <a:lnTo>
                  <a:pt x="257323" y="49774"/>
                </a:lnTo>
                <a:lnTo>
                  <a:pt x="255820" y="49932"/>
                </a:lnTo>
                <a:lnTo>
                  <a:pt x="254362" y="50146"/>
                </a:lnTo>
                <a:lnTo>
                  <a:pt x="252950" y="50411"/>
                </a:lnTo>
                <a:lnTo>
                  <a:pt x="251583" y="50725"/>
                </a:lnTo>
                <a:lnTo>
                  <a:pt x="250263" y="51082"/>
                </a:lnTo>
                <a:lnTo>
                  <a:pt x="248989" y="51479"/>
                </a:lnTo>
                <a:lnTo>
                  <a:pt x="247762" y="51911"/>
                </a:lnTo>
                <a:lnTo>
                  <a:pt x="246582" y="52375"/>
                </a:lnTo>
                <a:lnTo>
                  <a:pt x="245450" y="52866"/>
                </a:lnTo>
                <a:lnTo>
                  <a:pt x="244365" y="53380"/>
                </a:lnTo>
                <a:lnTo>
                  <a:pt x="243329" y="53913"/>
                </a:lnTo>
                <a:lnTo>
                  <a:pt x="242341" y="54461"/>
                </a:lnTo>
                <a:lnTo>
                  <a:pt x="241402" y="55020"/>
                </a:lnTo>
                <a:lnTo>
                  <a:pt x="240513" y="55586"/>
                </a:lnTo>
                <a:lnTo>
                  <a:pt x="239673" y="56154"/>
                </a:lnTo>
                <a:lnTo>
                  <a:pt x="238882" y="56721"/>
                </a:lnTo>
                <a:lnTo>
                  <a:pt x="238142" y="57283"/>
                </a:lnTo>
                <a:lnTo>
                  <a:pt x="237452" y="57835"/>
                </a:lnTo>
                <a:lnTo>
                  <a:pt x="236814" y="58373"/>
                </a:lnTo>
                <a:lnTo>
                  <a:pt x="236226" y="58893"/>
                </a:lnTo>
                <a:lnTo>
                  <a:pt x="235690" y="59391"/>
                </a:lnTo>
                <a:lnTo>
                  <a:pt x="235206" y="59863"/>
                </a:lnTo>
                <a:lnTo>
                  <a:pt x="235205" y="59106"/>
                </a:lnTo>
                <a:lnTo>
                  <a:pt x="235201" y="58383"/>
                </a:lnTo>
                <a:lnTo>
                  <a:pt x="235191" y="57694"/>
                </a:lnTo>
                <a:lnTo>
                  <a:pt x="235170" y="57039"/>
                </a:lnTo>
                <a:lnTo>
                  <a:pt x="235136" y="56417"/>
                </a:lnTo>
                <a:lnTo>
                  <a:pt x="235085" y="55829"/>
                </a:lnTo>
                <a:lnTo>
                  <a:pt x="235014" y="55274"/>
                </a:lnTo>
                <a:lnTo>
                  <a:pt x="234920" y="54753"/>
                </a:lnTo>
                <a:lnTo>
                  <a:pt x="234799" y="54264"/>
                </a:lnTo>
                <a:lnTo>
                  <a:pt x="234648" y="53809"/>
                </a:lnTo>
                <a:lnTo>
                  <a:pt x="234463" y="53385"/>
                </a:lnTo>
                <a:lnTo>
                  <a:pt x="234242" y="52995"/>
                </a:lnTo>
                <a:lnTo>
                  <a:pt x="233980" y="52636"/>
                </a:lnTo>
                <a:lnTo>
                  <a:pt x="233675" y="52310"/>
                </a:lnTo>
                <a:lnTo>
                  <a:pt x="233323" y="52015"/>
                </a:lnTo>
                <a:lnTo>
                  <a:pt x="232921" y="51753"/>
                </a:lnTo>
                <a:lnTo>
                  <a:pt x="232466" y="51522"/>
                </a:lnTo>
                <a:lnTo>
                  <a:pt x="231953" y="51322"/>
                </a:lnTo>
                <a:lnTo>
                  <a:pt x="231380" y="51153"/>
                </a:lnTo>
                <a:lnTo>
                  <a:pt x="230744" y="51016"/>
                </a:lnTo>
                <a:lnTo>
                  <a:pt x="230040" y="50909"/>
                </a:lnTo>
                <a:lnTo>
                  <a:pt x="229267" y="50833"/>
                </a:lnTo>
                <a:lnTo>
                  <a:pt x="228420" y="50788"/>
                </a:lnTo>
                <a:lnTo>
                  <a:pt x="227495" y="50773"/>
                </a:lnTo>
                <a:lnTo>
                  <a:pt x="213422" y="50773"/>
                </a:lnTo>
                <a:lnTo>
                  <a:pt x="213028" y="50773"/>
                </a:lnTo>
                <a:lnTo>
                  <a:pt x="212618" y="50776"/>
                </a:lnTo>
                <a:lnTo>
                  <a:pt x="212196" y="50784"/>
                </a:lnTo>
                <a:lnTo>
                  <a:pt x="211765" y="50800"/>
                </a:lnTo>
                <a:lnTo>
                  <a:pt x="211327" y="50827"/>
                </a:lnTo>
                <a:lnTo>
                  <a:pt x="210885" y="50866"/>
                </a:lnTo>
                <a:lnTo>
                  <a:pt x="210442" y="50921"/>
                </a:lnTo>
                <a:lnTo>
                  <a:pt x="210001" y="50994"/>
                </a:lnTo>
                <a:lnTo>
                  <a:pt x="209565" y="51088"/>
                </a:lnTo>
                <a:lnTo>
                  <a:pt x="209136" y="51205"/>
                </a:lnTo>
                <a:lnTo>
                  <a:pt x="208718" y="51348"/>
                </a:lnTo>
                <a:lnTo>
                  <a:pt x="208312" y="51520"/>
                </a:lnTo>
                <a:lnTo>
                  <a:pt x="207923" y="51723"/>
                </a:lnTo>
                <a:lnTo>
                  <a:pt x="207553" y="51959"/>
                </a:lnTo>
                <a:lnTo>
                  <a:pt x="207205" y="52232"/>
                </a:lnTo>
                <a:lnTo>
                  <a:pt x="206881" y="52544"/>
                </a:lnTo>
                <a:lnTo>
                  <a:pt x="206585" y="52897"/>
                </a:lnTo>
                <a:lnTo>
                  <a:pt x="206319" y="53295"/>
                </a:lnTo>
                <a:lnTo>
                  <a:pt x="206086" y="53739"/>
                </a:lnTo>
                <a:lnTo>
                  <a:pt x="205889" y="54232"/>
                </a:lnTo>
                <a:lnTo>
                  <a:pt x="205731" y="54778"/>
                </a:lnTo>
                <a:lnTo>
                  <a:pt x="205614" y="55377"/>
                </a:lnTo>
                <a:lnTo>
                  <a:pt x="205542" y="56034"/>
                </a:lnTo>
                <a:lnTo>
                  <a:pt x="205517" y="56751"/>
                </a:lnTo>
                <a:lnTo>
                  <a:pt x="205543" y="57444"/>
                </a:lnTo>
                <a:lnTo>
                  <a:pt x="205618" y="58080"/>
                </a:lnTo>
                <a:lnTo>
                  <a:pt x="205738" y="58660"/>
                </a:lnTo>
                <a:lnTo>
                  <a:pt x="205901" y="59188"/>
                </a:lnTo>
                <a:lnTo>
                  <a:pt x="206104" y="59665"/>
                </a:lnTo>
                <a:lnTo>
                  <a:pt x="206343" y="60095"/>
                </a:lnTo>
                <a:lnTo>
                  <a:pt x="206615" y="60479"/>
                </a:lnTo>
                <a:lnTo>
                  <a:pt x="206917" y="60821"/>
                </a:lnTo>
                <a:lnTo>
                  <a:pt x="207246" y="61123"/>
                </a:lnTo>
                <a:lnTo>
                  <a:pt x="207598" y="61387"/>
                </a:lnTo>
                <a:lnTo>
                  <a:pt x="207971" y="61616"/>
                </a:lnTo>
                <a:lnTo>
                  <a:pt x="208361" y="61812"/>
                </a:lnTo>
                <a:lnTo>
                  <a:pt x="208765" y="61978"/>
                </a:lnTo>
                <a:lnTo>
                  <a:pt x="209180" y="62116"/>
                </a:lnTo>
                <a:lnTo>
                  <a:pt x="209603" y="62230"/>
                </a:lnTo>
                <a:lnTo>
                  <a:pt x="210030" y="62321"/>
                </a:lnTo>
                <a:lnTo>
                  <a:pt x="210458" y="62391"/>
                </a:lnTo>
                <a:lnTo>
                  <a:pt x="210885" y="62444"/>
                </a:lnTo>
                <a:lnTo>
                  <a:pt x="211307" y="62482"/>
                </a:lnTo>
                <a:lnTo>
                  <a:pt x="211720" y="62508"/>
                </a:lnTo>
                <a:lnTo>
                  <a:pt x="212122" y="62523"/>
                </a:lnTo>
                <a:lnTo>
                  <a:pt x="212509" y="62531"/>
                </a:lnTo>
                <a:lnTo>
                  <a:pt x="212879" y="62534"/>
                </a:lnTo>
                <a:lnTo>
                  <a:pt x="213228" y="62535"/>
                </a:lnTo>
                <a:lnTo>
                  <a:pt x="221906" y="62535"/>
                </a:lnTo>
                <a:lnTo>
                  <a:pt x="221906" y="122048"/>
                </a:lnTo>
                <a:lnTo>
                  <a:pt x="213422" y="122048"/>
                </a:lnTo>
                <a:lnTo>
                  <a:pt x="213028" y="122049"/>
                </a:lnTo>
                <a:lnTo>
                  <a:pt x="212618" y="122052"/>
                </a:lnTo>
                <a:lnTo>
                  <a:pt x="212196" y="122060"/>
                </a:lnTo>
                <a:lnTo>
                  <a:pt x="211765" y="122076"/>
                </a:lnTo>
                <a:lnTo>
                  <a:pt x="211327" y="122102"/>
                </a:lnTo>
                <a:lnTo>
                  <a:pt x="210885" y="122141"/>
                </a:lnTo>
                <a:lnTo>
                  <a:pt x="210442" y="122196"/>
                </a:lnTo>
                <a:lnTo>
                  <a:pt x="210001" y="122269"/>
                </a:lnTo>
                <a:lnTo>
                  <a:pt x="209565" y="122363"/>
                </a:lnTo>
                <a:lnTo>
                  <a:pt x="209136" y="122480"/>
                </a:lnTo>
                <a:lnTo>
                  <a:pt x="208718" y="122623"/>
                </a:lnTo>
                <a:lnTo>
                  <a:pt x="208312" y="122795"/>
                </a:lnTo>
                <a:lnTo>
                  <a:pt x="207923" y="122998"/>
                </a:lnTo>
                <a:lnTo>
                  <a:pt x="207553" y="123234"/>
                </a:lnTo>
                <a:lnTo>
                  <a:pt x="207205" y="123507"/>
                </a:lnTo>
                <a:lnTo>
                  <a:pt x="206881" y="123818"/>
                </a:lnTo>
                <a:lnTo>
                  <a:pt x="206585" y="124172"/>
                </a:lnTo>
                <a:lnTo>
                  <a:pt x="206319" y="124569"/>
                </a:lnTo>
                <a:lnTo>
                  <a:pt x="206086" y="125013"/>
                </a:lnTo>
                <a:lnTo>
                  <a:pt x="205889" y="125506"/>
                </a:lnTo>
                <a:lnTo>
                  <a:pt x="205731" y="126051"/>
                </a:lnTo>
                <a:lnTo>
                  <a:pt x="205614" y="126650"/>
                </a:lnTo>
                <a:lnTo>
                  <a:pt x="205542" y="127307"/>
                </a:lnTo>
                <a:lnTo>
                  <a:pt x="205517" y="128023"/>
                </a:lnTo>
                <a:lnTo>
                  <a:pt x="205543" y="128717"/>
                </a:lnTo>
                <a:lnTo>
                  <a:pt x="205618" y="129352"/>
                </a:lnTo>
                <a:lnTo>
                  <a:pt x="205738" y="129932"/>
                </a:lnTo>
                <a:lnTo>
                  <a:pt x="205901" y="130460"/>
                </a:lnTo>
                <a:lnTo>
                  <a:pt x="206104" y="130937"/>
                </a:lnTo>
                <a:lnTo>
                  <a:pt x="206343" y="131367"/>
                </a:lnTo>
                <a:lnTo>
                  <a:pt x="206615" y="131752"/>
                </a:lnTo>
                <a:lnTo>
                  <a:pt x="206917" y="132093"/>
                </a:lnTo>
                <a:lnTo>
                  <a:pt x="207246" y="132395"/>
                </a:lnTo>
                <a:lnTo>
                  <a:pt x="207598" y="132659"/>
                </a:lnTo>
                <a:lnTo>
                  <a:pt x="207971" y="132888"/>
                </a:lnTo>
                <a:lnTo>
                  <a:pt x="208361" y="133084"/>
                </a:lnTo>
                <a:lnTo>
                  <a:pt x="208765" y="133250"/>
                </a:lnTo>
                <a:lnTo>
                  <a:pt x="209180" y="133389"/>
                </a:lnTo>
                <a:lnTo>
                  <a:pt x="209603" y="133502"/>
                </a:lnTo>
                <a:lnTo>
                  <a:pt x="210030" y="133593"/>
                </a:lnTo>
                <a:lnTo>
                  <a:pt x="210458" y="133664"/>
                </a:lnTo>
                <a:lnTo>
                  <a:pt x="210885" y="133717"/>
                </a:lnTo>
                <a:lnTo>
                  <a:pt x="211307" y="133755"/>
                </a:lnTo>
                <a:lnTo>
                  <a:pt x="211720" y="133780"/>
                </a:lnTo>
                <a:lnTo>
                  <a:pt x="212122" y="133796"/>
                </a:lnTo>
                <a:lnTo>
                  <a:pt x="212509" y="133804"/>
                </a:lnTo>
                <a:lnTo>
                  <a:pt x="212879" y="133807"/>
                </a:lnTo>
                <a:lnTo>
                  <a:pt x="213228" y="133807"/>
                </a:lnTo>
                <a:lnTo>
                  <a:pt x="243884" y="133807"/>
                </a:lnTo>
                <a:lnTo>
                  <a:pt x="244233" y="133807"/>
                </a:lnTo>
                <a:lnTo>
                  <a:pt x="244602" y="133804"/>
                </a:lnTo>
                <a:lnTo>
                  <a:pt x="244990" y="133796"/>
                </a:lnTo>
                <a:lnTo>
                  <a:pt x="245392" y="133780"/>
                </a:lnTo>
                <a:lnTo>
                  <a:pt x="245805" y="133755"/>
                </a:lnTo>
                <a:lnTo>
                  <a:pt x="246227" y="133717"/>
                </a:lnTo>
                <a:lnTo>
                  <a:pt x="246653" y="133664"/>
                </a:lnTo>
                <a:lnTo>
                  <a:pt x="247082" y="133593"/>
                </a:lnTo>
                <a:lnTo>
                  <a:pt x="247509" y="133502"/>
                </a:lnTo>
                <a:lnTo>
                  <a:pt x="247932" y="133389"/>
                </a:lnTo>
                <a:lnTo>
                  <a:pt x="248347" y="133250"/>
                </a:lnTo>
                <a:lnTo>
                  <a:pt x="248751" y="133084"/>
                </a:lnTo>
                <a:lnTo>
                  <a:pt x="249141" y="132888"/>
                </a:lnTo>
                <a:lnTo>
                  <a:pt x="249514" y="132659"/>
                </a:lnTo>
                <a:lnTo>
                  <a:pt x="249866" y="132395"/>
                </a:lnTo>
                <a:lnTo>
                  <a:pt x="250195" y="132093"/>
                </a:lnTo>
                <a:lnTo>
                  <a:pt x="250497" y="131752"/>
                </a:lnTo>
                <a:lnTo>
                  <a:pt x="250769" y="131367"/>
                </a:lnTo>
                <a:lnTo>
                  <a:pt x="251008" y="130937"/>
                </a:lnTo>
                <a:lnTo>
                  <a:pt x="251211" y="130460"/>
                </a:lnTo>
                <a:lnTo>
                  <a:pt x="251374" y="129932"/>
                </a:lnTo>
                <a:lnTo>
                  <a:pt x="251494" y="129352"/>
                </a:lnTo>
                <a:lnTo>
                  <a:pt x="251569" y="128717"/>
                </a:lnTo>
                <a:lnTo>
                  <a:pt x="251594" y="128023"/>
                </a:lnTo>
                <a:lnTo>
                  <a:pt x="251570" y="127307"/>
                </a:lnTo>
                <a:lnTo>
                  <a:pt x="251498" y="126650"/>
                </a:lnTo>
                <a:lnTo>
                  <a:pt x="251381" y="126051"/>
                </a:lnTo>
                <a:lnTo>
                  <a:pt x="251223" y="125506"/>
                </a:lnTo>
                <a:lnTo>
                  <a:pt x="251026" y="125013"/>
                </a:lnTo>
                <a:lnTo>
                  <a:pt x="250793" y="124569"/>
                </a:lnTo>
                <a:lnTo>
                  <a:pt x="250527" y="124172"/>
                </a:lnTo>
                <a:lnTo>
                  <a:pt x="250231" y="123818"/>
                </a:lnTo>
                <a:lnTo>
                  <a:pt x="249907" y="123507"/>
                </a:lnTo>
                <a:lnTo>
                  <a:pt x="249559" y="123234"/>
                </a:lnTo>
                <a:lnTo>
                  <a:pt x="249188" y="122998"/>
                </a:lnTo>
                <a:lnTo>
                  <a:pt x="248799" y="122795"/>
                </a:lnTo>
                <a:lnTo>
                  <a:pt x="248394" y="122623"/>
                </a:lnTo>
                <a:lnTo>
                  <a:pt x="247976" y="122480"/>
                </a:lnTo>
                <a:lnTo>
                  <a:pt x="247547" y="122363"/>
                </a:lnTo>
                <a:lnTo>
                  <a:pt x="247111" y="122269"/>
                </a:lnTo>
                <a:lnTo>
                  <a:pt x="246670" y="122196"/>
                </a:lnTo>
                <a:lnTo>
                  <a:pt x="246227" y="122141"/>
                </a:lnTo>
                <a:lnTo>
                  <a:pt x="245785" y="122102"/>
                </a:lnTo>
                <a:lnTo>
                  <a:pt x="245347" y="122076"/>
                </a:lnTo>
                <a:lnTo>
                  <a:pt x="244916" y="122060"/>
                </a:lnTo>
                <a:lnTo>
                  <a:pt x="244494" y="122052"/>
                </a:lnTo>
                <a:lnTo>
                  <a:pt x="244084" y="122049"/>
                </a:lnTo>
                <a:lnTo>
                  <a:pt x="243690" y="122048"/>
                </a:lnTo>
                <a:lnTo>
                  <a:pt x="235206" y="122048"/>
                </a:lnTo>
                <a:lnTo>
                  <a:pt x="235206" y="87959"/>
                </a:lnTo>
                <a:lnTo>
                  <a:pt x="235279" y="85616"/>
                </a:lnTo>
                <a:lnTo>
                  <a:pt x="235492" y="83396"/>
                </a:lnTo>
                <a:lnTo>
                  <a:pt x="235838" y="81295"/>
                </a:lnTo>
                <a:lnTo>
                  <a:pt x="236308" y="79313"/>
                </a:lnTo>
                <a:lnTo>
                  <a:pt x="236894" y="77446"/>
                </a:lnTo>
                <a:lnTo>
                  <a:pt x="237589" y="75694"/>
                </a:lnTo>
                <a:lnTo>
                  <a:pt x="238383" y="74055"/>
                </a:lnTo>
                <a:lnTo>
                  <a:pt x="239269" y="72525"/>
                </a:lnTo>
                <a:lnTo>
                  <a:pt x="240239" y="71103"/>
                </a:lnTo>
                <a:lnTo>
                  <a:pt x="241284" y="69788"/>
                </a:lnTo>
                <a:lnTo>
                  <a:pt x="242397" y="68577"/>
                </a:lnTo>
                <a:lnTo>
                  <a:pt x="243569" y="67468"/>
                </a:lnTo>
                <a:lnTo>
                  <a:pt x="244792" y="66459"/>
                </a:lnTo>
                <a:lnTo>
                  <a:pt x="246059" y="65549"/>
                </a:lnTo>
                <a:lnTo>
                  <a:pt x="247360" y="64735"/>
                </a:lnTo>
                <a:lnTo>
                  <a:pt x="248688" y="64014"/>
                </a:lnTo>
                <a:lnTo>
                  <a:pt x="250035" y="63387"/>
                </a:lnTo>
                <a:lnTo>
                  <a:pt x="251393" y="62849"/>
                </a:lnTo>
                <a:lnTo>
                  <a:pt x="252753" y="62399"/>
                </a:lnTo>
                <a:lnTo>
                  <a:pt x="254108" y="62036"/>
                </a:lnTo>
                <a:lnTo>
                  <a:pt x="255449" y="61757"/>
                </a:lnTo>
                <a:lnTo>
                  <a:pt x="256768" y="61560"/>
                </a:lnTo>
                <a:lnTo>
                  <a:pt x="258057" y="61443"/>
                </a:lnTo>
                <a:lnTo>
                  <a:pt x="259308" y="61405"/>
                </a:lnTo>
                <a:lnTo>
                  <a:pt x="260546" y="61433"/>
                </a:lnTo>
                <a:lnTo>
                  <a:pt x="261708" y="61518"/>
                </a:lnTo>
                <a:lnTo>
                  <a:pt x="262796" y="61659"/>
                </a:lnTo>
                <a:lnTo>
                  <a:pt x="263812" y="61858"/>
                </a:lnTo>
                <a:lnTo>
                  <a:pt x="264758" y="62114"/>
                </a:lnTo>
                <a:lnTo>
                  <a:pt x="265636" y="62428"/>
                </a:lnTo>
                <a:lnTo>
                  <a:pt x="266448" y="62800"/>
                </a:lnTo>
                <a:lnTo>
                  <a:pt x="267197" y="63231"/>
                </a:lnTo>
                <a:lnTo>
                  <a:pt x="267884" y="63720"/>
                </a:lnTo>
                <a:lnTo>
                  <a:pt x="268511" y="64269"/>
                </a:lnTo>
                <a:lnTo>
                  <a:pt x="269081" y="64877"/>
                </a:lnTo>
                <a:lnTo>
                  <a:pt x="269596" y="65545"/>
                </a:lnTo>
                <a:lnTo>
                  <a:pt x="270058" y="66273"/>
                </a:lnTo>
                <a:lnTo>
                  <a:pt x="270468" y="67062"/>
                </a:lnTo>
                <a:lnTo>
                  <a:pt x="270830" y="67911"/>
                </a:lnTo>
                <a:lnTo>
                  <a:pt x="271144" y="68822"/>
                </a:lnTo>
                <a:lnTo>
                  <a:pt x="271414" y="69794"/>
                </a:lnTo>
                <a:lnTo>
                  <a:pt x="271641" y="70828"/>
                </a:lnTo>
                <a:lnTo>
                  <a:pt x="271827" y="71924"/>
                </a:lnTo>
                <a:lnTo>
                  <a:pt x="271975" y="73082"/>
                </a:lnTo>
                <a:lnTo>
                  <a:pt x="272086" y="74304"/>
                </a:lnTo>
                <a:lnTo>
                  <a:pt x="272163" y="75588"/>
                </a:lnTo>
                <a:lnTo>
                  <a:pt x="272208" y="76936"/>
                </a:lnTo>
                <a:lnTo>
                  <a:pt x="272222" y="78348"/>
                </a:lnTo>
                <a:lnTo>
                  <a:pt x="272222" y="122048"/>
                </a:lnTo>
                <a:lnTo>
                  <a:pt x="264706" y="122048"/>
                </a:lnTo>
                <a:lnTo>
                  <a:pt x="264312" y="122049"/>
                </a:lnTo>
                <a:lnTo>
                  <a:pt x="263902" y="122052"/>
                </a:lnTo>
                <a:lnTo>
                  <a:pt x="263480" y="122060"/>
                </a:lnTo>
                <a:lnTo>
                  <a:pt x="263049" y="122076"/>
                </a:lnTo>
                <a:lnTo>
                  <a:pt x="262611" y="122102"/>
                </a:lnTo>
                <a:lnTo>
                  <a:pt x="262169" y="122141"/>
                </a:lnTo>
                <a:lnTo>
                  <a:pt x="261726" y="122196"/>
                </a:lnTo>
                <a:lnTo>
                  <a:pt x="261285" y="122269"/>
                </a:lnTo>
                <a:lnTo>
                  <a:pt x="260849" y="122363"/>
                </a:lnTo>
                <a:lnTo>
                  <a:pt x="260420" y="122480"/>
                </a:lnTo>
                <a:lnTo>
                  <a:pt x="260002" y="122623"/>
                </a:lnTo>
                <a:lnTo>
                  <a:pt x="259596" y="122795"/>
                </a:lnTo>
                <a:lnTo>
                  <a:pt x="259207" y="122998"/>
                </a:lnTo>
                <a:lnTo>
                  <a:pt x="258837" y="123234"/>
                </a:lnTo>
                <a:lnTo>
                  <a:pt x="258489" y="123507"/>
                </a:lnTo>
                <a:lnTo>
                  <a:pt x="258165" y="123818"/>
                </a:lnTo>
                <a:lnTo>
                  <a:pt x="257869" y="124172"/>
                </a:lnTo>
                <a:lnTo>
                  <a:pt x="257602" y="124569"/>
                </a:lnTo>
                <a:lnTo>
                  <a:pt x="257370" y="125013"/>
                </a:lnTo>
                <a:lnTo>
                  <a:pt x="257173" y="125506"/>
                </a:lnTo>
                <a:lnTo>
                  <a:pt x="257014" y="126051"/>
                </a:lnTo>
                <a:lnTo>
                  <a:pt x="256898" y="126650"/>
                </a:lnTo>
                <a:lnTo>
                  <a:pt x="256826" y="127307"/>
                </a:lnTo>
                <a:lnTo>
                  <a:pt x="256801" y="128023"/>
                </a:lnTo>
                <a:lnTo>
                  <a:pt x="256828" y="128717"/>
                </a:lnTo>
                <a:lnTo>
                  <a:pt x="256905" y="129352"/>
                </a:lnTo>
                <a:lnTo>
                  <a:pt x="257030" y="129932"/>
                </a:lnTo>
                <a:lnTo>
                  <a:pt x="257199" y="130460"/>
                </a:lnTo>
                <a:lnTo>
                  <a:pt x="257409" y="130937"/>
                </a:lnTo>
                <a:lnTo>
                  <a:pt x="257657" y="131367"/>
                </a:lnTo>
                <a:lnTo>
                  <a:pt x="257938" y="131752"/>
                </a:lnTo>
                <a:lnTo>
                  <a:pt x="258251" y="132093"/>
                </a:lnTo>
                <a:lnTo>
                  <a:pt x="258590" y="132395"/>
                </a:lnTo>
                <a:lnTo>
                  <a:pt x="258954" y="132659"/>
                </a:lnTo>
                <a:lnTo>
                  <a:pt x="259339" y="132888"/>
                </a:lnTo>
                <a:lnTo>
                  <a:pt x="259741" y="133084"/>
                </a:lnTo>
                <a:lnTo>
                  <a:pt x="260157" y="133250"/>
                </a:lnTo>
                <a:lnTo>
                  <a:pt x="260584" y="133389"/>
                </a:lnTo>
                <a:lnTo>
                  <a:pt x="261018" y="133502"/>
                </a:lnTo>
                <a:lnTo>
                  <a:pt x="261456" y="133593"/>
                </a:lnTo>
                <a:lnTo>
                  <a:pt x="261895" y="133664"/>
                </a:lnTo>
                <a:lnTo>
                  <a:pt x="262332" y="133717"/>
                </a:lnTo>
                <a:lnTo>
                  <a:pt x="262762" y="133755"/>
                </a:lnTo>
                <a:lnTo>
                  <a:pt x="263183" y="133780"/>
                </a:lnTo>
                <a:lnTo>
                  <a:pt x="263591" y="133796"/>
                </a:lnTo>
                <a:lnTo>
                  <a:pt x="263983" y="133804"/>
                </a:lnTo>
                <a:lnTo>
                  <a:pt x="264356" y="133807"/>
                </a:lnTo>
                <a:lnTo>
                  <a:pt x="264706" y="133807"/>
                </a:lnTo>
                <a:lnTo>
                  <a:pt x="294203" y="133807"/>
                </a:lnTo>
                <a:lnTo>
                  <a:pt x="294552" y="133807"/>
                </a:lnTo>
                <a:lnTo>
                  <a:pt x="294921" y="133804"/>
                </a:lnTo>
                <a:lnTo>
                  <a:pt x="295309" y="133796"/>
                </a:lnTo>
                <a:lnTo>
                  <a:pt x="295711" y="133780"/>
                </a:lnTo>
                <a:lnTo>
                  <a:pt x="296124" y="133755"/>
                </a:lnTo>
                <a:lnTo>
                  <a:pt x="296546" y="133717"/>
                </a:lnTo>
                <a:lnTo>
                  <a:pt x="296972" y="133664"/>
                </a:lnTo>
                <a:lnTo>
                  <a:pt x="297401" y="133593"/>
                </a:lnTo>
                <a:lnTo>
                  <a:pt x="297828" y="133502"/>
                </a:lnTo>
                <a:lnTo>
                  <a:pt x="298251" y="133389"/>
                </a:lnTo>
                <a:lnTo>
                  <a:pt x="298666" y="133250"/>
                </a:lnTo>
                <a:lnTo>
                  <a:pt x="299070" y="133084"/>
                </a:lnTo>
                <a:lnTo>
                  <a:pt x="299460" y="132888"/>
                </a:lnTo>
                <a:lnTo>
                  <a:pt x="299833" y="132659"/>
                </a:lnTo>
                <a:lnTo>
                  <a:pt x="300185" y="132395"/>
                </a:lnTo>
                <a:lnTo>
                  <a:pt x="300514" y="132093"/>
                </a:lnTo>
                <a:lnTo>
                  <a:pt x="300816" y="131752"/>
                </a:lnTo>
                <a:lnTo>
                  <a:pt x="301088" y="131367"/>
                </a:lnTo>
                <a:lnTo>
                  <a:pt x="301327" y="130937"/>
                </a:lnTo>
                <a:lnTo>
                  <a:pt x="301530" y="130460"/>
                </a:lnTo>
                <a:lnTo>
                  <a:pt x="301693" y="129932"/>
                </a:lnTo>
                <a:lnTo>
                  <a:pt x="301813" y="129352"/>
                </a:lnTo>
                <a:lnTo>
                  <a:pt x="301888" y="128717"/>
                </a:lnTo>
                <a:lnTo>
                  <a:pt x="301913" y="128023"/>
                </a:lnTo>
                <a:lnTo>
                  <a:pt x="301889" y="127307"/>
                </a:lnTo>
                <a:lnTo>
                  <a:pt x="301817" y="126650"/>
                </a:lnTo>
                <a:lnTo>
                  <a:pt x="301700" y="126051"/>
                </a:lnTo>
                <a:lnTo>
                  <a:pt x="301542" y="125506"/>
                </a:lnTo>
                <a:lnTo>
                  <a:pt x="301345" y="125013"/>
                </a:lnTo>
                <a:lnTo>
                  <a:pt x="301112" y="124569"/>
                </a:lnTo>
                <a:close/>
                <a:moveTo>
                  <a:pt x="604993" y="125013"/>
                </a:moveTo>
                <a:lnTo>
                  <a:pt x="604760" y="124569"/>
                </a:lnTo>
                <a:lnTo>
                  <a:pt x="604494" y="124172"/>
                </a:lnTo>
                <a:lnTo>
                  <a:pt x="604197" y="123818"/>
                </a:lnTo>
                <a:lnTo>
                  <a:pt x="603873" y="123507"/>
                </a:lnTo>
                <a:lnTo>
                  <a:pt x="603525" y="123234"/>
                </a:lnTo>
                <a:lnTo>
                  <a:pt x="603155" y="122998"/>
                </a:lnTo>
                <a:lnTo>
                  <a:pt x="602766" y="122795"/>
                </a:lnTo>
                <a:lnTo>
                  <a:pt x="602361" y="122623"/>
                </a:lnTo>
                <a:lnTo>
                  <a:pt x="601942" y="122480"/>
                </a:lnTo>
                <a:lnTo>
                  <a:pt x="601513" y="122363"/>
                </a:lnTo>
                <a:lnTo>
                  <a:pt x="601077" y="122269"/>
                </a:lnTo>
                <a:lnTo>
                  <a:pt x="600636" y="122196"/>
                </a:lnTo>
                <a:lnTo>
                  <a:pt x="600193" y="122141"/>
                </a:lnTo>
                <a:lnTo>
                  <a:pt x="599751" y="122102"/>
                </a:lnTo>
                <a:lnTo>
                  <a:pt x="599313" y="122076"/>
                </a:lnTo>
                <a:lnTo>
                  <a:pt x="598882" y="122060"/>
                </a:lnTo>
                <a:lnTo>
                  <a:pt x="598460" y="122052"/>
                </a:lnTo>
                <a:lnTo>
                  <a:pt x="598050" y="122049"/>
                </a:lnTo>
                <a:lnTo>
                  <a:pt x="597656" y="122048"/>
                </a:lnTo>
                <a:lnTo>
                  <a:pt x="589172" y="122048"/>
                </a:lnTo>
                <a:lnTo>
                  <a:pt x="589172" y="77386"/>
                </a:lnTo>
                <a:lnTo>
                  <a:pt x="589121" y="75013"/>
                </a:lnTo>
                <a:lnTo>
                  <a:pt x="588970" y="72754"/>
                </a:lnTo>
                <a:lnTo>
                  <a:pt x="588720" y="70610"/>
                </a:lnTo>
                <a:lnTo>
                  <a:pt x="588373" y="68578"/>
                </a:lnTo>
                <a:lnTo>
                  <a:pt x="587932" y="66657"/>
                </a:lnTo>
                <a:lnTo>
                  <a:pt x="587398" y="64846"/>
                </a:lnTo>
                <a:lnTo>
                  <a:pt x="586773" y="63144"/>
                </a:lnTo>
                <a:lnTo>
                  <a:pt x="586059" y="61549"/>
                </a:lnTo>
                <a:lnTo>
                  <a:pt x="585258" y="60061"/>
                </a:lnTo>
                <a:lnTo>
                  <a:pt x="584372" y="58677"/>
                </a:lnTo>
                <a:lnTo>
                  <a:pt x="583403" y="57398"/>
                </a:lnTo>
                <a:lnTo>
                  <a:pt x="582353" y="56221"/>
                </a:lnTo>
                <a:lnTo>
                  <a:pt x="581223" y="55145"/>
                </a:lnTo>
                <a:lnTo>
                  <a:pt x="580016" y="54170"/>
                </a:lnTo>
                <a:lnTo>
                  <a:pt x="578733" y="53293"/>
                </a:lnTo>
                <a:lnTo>
                  <a:pt x="577377" y="52513"/>
                </a:lnTo>
                <a:lnTo>
                  <a:pt x="575949" y="51831"/>
                </a:lnTo>
                <a:lnTo>
                  <a:pt x="574452" y="51243"/>
                </a:lnTo>
                <a:lnTo>
                  <a:pt x="572887" y="50749"/>
                </a:lnTo>
                <a:lnTo>
                  <a:pt x="571256" y="50347"/>
                </a:lnTo>
                <a:lnTo>
                  <a:pt x="569561" y="50037"/>
                </a:lnTo>
                <a:lnTo>
                  <a:pt x="567804" y="49817"/>
                </a:lnTo>
                <a:lnTo>
                  <a:pt x="565986" y="49686"/>
                </a:lnTo>
                <a:lnTo>
                  <a:pt x="564111" y="49643"/>
                </a:lnTo>
                <a:lnTo>
                  <a:pt x="562519" y="49676"/>
                </a:lnTo>
                <a:lnTo>
                  <a:pt x="560971" y="49774"/>
                </a:lnTo>
                <a:lnTo>
                  <a:pt x="559468" y="49932"/>
                </a:lnTo>
                <a:lnTo>
                  <a:pt x="558010" y="50146"/>
                </a:lnTo>
                <a:lnTo>
                  <a:pt x="556597" y="50411"/>
                </a:lnTo>
                <a:lnTo>
                  <a:pt x="555231" y="50725"/>
                </a:lnTo>
                <a:lnTo>
                  <a:pt x="553910" y="51082"/>
                </a:lnTo>
                <a:lnTo>
                  <a:pt x="552636" y="51479"/>
                </a:lnTo>
                <a:lnTo>
                  <a:pt x="551409" y="51911"/>
                </a:lnTo>
                <a:lnTo>
                  <a:pt x="550229" y="52375"/>
                </a:lnTo>
                <a:lnTo>
                  <a:pt x="549097" y="52866"/>
                </a:lnTo>
                <a:lnTo>
                  <a:pt x="548013" y="53380"/>
                </a:lnTo>
                <a:lnTo>
                  <a:pt x="546976" y="53913"/>
                </a:lnTo>
                <a:lnTo>
                  <a:pt x="545989" y="54461"/>
                </a:lnTo>
                <a:lnTo>
                  <a:pt x="545050" y="55020"/>
                </a:lnTo>
                <a:lnTo>
                  <a:pt x="544160" y="55586"/>
                </a:lnTo>
                <a:lnTo>
                  <a:pt x="543320" y="56154"/>
                </a:lnTo>
                <a:lnTo>
                  <a:pt x="542530" y="56721"/>
                </a:lnTo>
                <a:lnTo>
                  <a:pt x="541789" y="57283"/>
                </a:lnTo>
                <a:lnTo>
                  <a:pt x="541100" y="57835"/>
                </a:lnTo>
                <a:lnTo>
                  <a:pt x="540461" y="58373"/>
                </a:lnTo>
                <a:lnTo>
                  <a:pt x="539873" y="58893"/>
                </a:lnTo>
                <a:lnTo>
                  <a:pt x="539337" y="59391"/>
                </a:lnTo>
                <a:lnTo>
                  <a:pt x="538853" y="59863"/>
                </a:lnTo>
                <a:lnTo>
                  <a:pt x="538853" y="59106"/>
                </a:lnTo>
                <a:lnTo>
                  <a:pt x="538849" y="58383"/>
                </a:lnTo>
                <a:lnTo>
                  <a:pt x="538838" y="57694"/>
                </a:lnTo>
                <a:lnTo>
                  <a:pt x="538817" y="57039"/>
                </a:lnTo>
                <a:lnTo>
                  <a:pt x="538783" y="56417"/>
                </a:lnTo>
                <a:lnTo>
                  <a:pt x="538733" y="55829"/>
                </a:lnTo>
                <a:lnTo>
                  <a:pt x="538662" y="55274"/>
                </a:lnTo>
                <a:lnTo>
                  <a:pt x="538568" y="54753"/>
                </a:lnTo>
                <a:lnTo>
                  <a:pt x="538447" y="54264"/>
                </a:lnTo>
                <a:lnTo>
                  <a:pt x="538295" y="53809"/>
                </a:lnTo>
                <a:lnTo>
                  <a:pt x="538111" y="53385"/>
                </a:lnTo>
                <a:lnTo>
                  <a:pt x="537889" y="52995"/>
                </a:lnTo>
                <a:lnTo>
                  <a:pt x="537628" y="52636"/>
                </a:lnTo>
                <a:lnTo>
                  <a:pt x="537323" y="52310"/>
                </a:lnTo>
                <a:lnTo>
                  <a:pt x="536971" y="52015"/>
                </a:lnTo>
                <a:lnTo>
                  <a:pt x="536569" y="51753"/>
                </a:lnTo>
                <a:lnTo>
                  <a:pt x="536113" y="51522"/>
                </a:lnTo>
                <a:lnTo>
                  <a:pt x="535600" y="51322"/>
                </a:lnTo>
                <a:lnTo>
                  <a:pt x="535027" y="51153"/>
                </a:lnTo>
                <a:lnTo>
                  <a:pt x="534391" y="51016"/>
                </a:lnTo>
                <a:lnTo>
                  <a:pt x="533688" y="50909"/>
                </a:lnTo>
                <a:lnTo>
                  <a:pt x="532914" y="50833"/>
                </a:lnTo>
                <a:lnTo>
                  <a:pt x="532067" y="50788"/>
                </a:lnTo>
                <a:lnTo>
                  <a:pt x="531143" y="50773"/>
                </a:lnTo>
                <a:lnTo>
                  <a:pt x="517069" y="50773"/>
                </a:lnTo>
                <a:lnTo>
                  <a:pt x="516675" y="50773"/>
                </a:lnTo>
                <a:lnTo>
                  <a:pt x="516266" y="50776"/>
                </a:lnTo>
                <a:lnTo>
                  <a:pt x="515844" y="50784"/>
                </a:lnTo>
                <a:lnTo>
                  <a:pt x="515412" y="50800"/>
                </a:lnTo>
                <a:lnTo>
                  <a:pt x="514974" y="50827"/>
                </a:lnTo>
                <a:lnTo>
                  <a:pt x="514532" y="50866"/>
                </a:lnTo>
                <a:lnTo>
                  <a:pt x="514089" y="50921"/>
                </a:lnTo>
                <a:lnTo>
                  <a:pt x="513648" y="50994"/>
                </a:lnTo>
                <a:lnTo>
                  <a:pt x="513212" y="51088"/>
                </a:lnTo>
                <a:lnTo>
                  <a:pt x="512783" y="51205"/>
                </a:lnTo>
                <a:lnTo>
                  <a:pt x="512365" y="51348"/>
                </a:lnTo>
                <a:lnTo>
                  <a:pt x="511960" y="51520"/>
                </a:lnTo>
                <a:lnTo>
                  <a:pt x="511571" y="51723"/>
                </a:lnTo>
                <a:lnTo>
                  <a:pt x="511201" y="51959"/>
                </a:lnTo>
                <a:lnTo>
                  <a:pt x="510852" y="52232"/>
                </a:lnTo>
                <a:lnTo>
                  <a:pt x="510528" y="52544"/>
                </a:lnTo>
                <a:lnTo>
                  <a:pt x="510232" y="52897"/>
                </a:lnTo>
                <a:lnTo>
                  <a:pt x="509966" y="53295"/>
                </a:lnTo>
                <a:lnTo>
                  <a:pt x="509733" y="53739"/>
                </a:lnTo>
                <a:lnTo>
                  <a:pt x="509536" y="54232"/>
                </a:lnTo>
                <a:lnTo>
                  <a:pt x="509378" y="54778"/>
                </a:lnTo>
                <a:lnTo>
                  <a:pt x="509261" y="55377"/>
                </a:lnTo>
                <a:lnTo>
                  <a:pt x="509189" y="56034"/>
                </a:lnTo>
                <a:lnTo>
                  <a:pt x="509165" y="56751"/>
                </a:lnTo>
                <a:lnTo>
                  <a:pt x="509190" y="57444"/>
                </a:lnTo>
                <a:lnTo>
                  <a:pt x="509265" y="58080"/>
                </a:lnTo>
                <a:lnTo>
                  <a:pt x="509385" y="58660"/>
                </a:lnTo>
                <a:lnTo>
                  <a:pt x="509549" y="59188"/>
                </a:lnTo>
                <a:lnTo>
                  <a:pt x="509751" y="59665"/>
                </a:lnTo>
                <a:lnTo>
                  <a:pt x="509990" y="60095"/>
                </a:lnTo>
                <a:lnTo>
                  <a:pt x="510262" y="60479"/>
                </a:lnTo>
                <a:lnTo>
                  <a:pt x="510564" y="60821"/>
                </a:lnTo>
                <a:lnTo>
                  <a:pt x="510893" y="61123"/>
                </a:lnTo>
                <a:lnTo>
                  <a:pt x="511246" y="61387"/>
                </a:lnTo>
                <a:lnTo>
                  <a:pt x="511618" y="61616"/>
                </a:lnTo>
                <a:lnTo>
                  <a:pt x="512008" y="61812"/>
                </a:lnTo>
                <a:lnTo>
                  <a:pt x="512412" y="61978"/>
                </a:lnTo>
                <a:lnTo>
                  <a:pt x="512827" y="62116"/>
                </a:lnTo>
                <a:lnTo>
                  <a:pt x="513250" y="62230"/>
                </a:lnTo>
                <a:lnTo>
                  <a:pt x="513677" y="62321"/>
                </a:lnTo>
                <a:lnTo>
                  <a:pt x="514106" y="62391"/>
                </a:lnTo>
                <a:lnTo>
                  <a:pt x="514532" y="62444"/>
                </a:lnTo>
                <a:lnTo>
                  <a:pt x="514954" y="62482"/>
                </a:lnTo>
                <a:lnTo>
                  <a:pt x="515367" y="62508"/>
                </a:lnTo>
                <a:lnTo>
                  <a:pt x="515769" y="62523"/>
                </a:lnTo>
                <a:lnTo>
                  <a:pt x="516157" y="62531"/>
                </a:lnTo>
                <a:lnTo>
                  <a:pt x="516526" y="62534"/>
                </a:lnTo>
                <a:lnTo>
                  <a:pt x="516875" y="62535"/>
                </a:lnTo>
                <a:lnTo>
                  <a:pt x="525553" y="62535"/>
                </a:lnTo>
                <a:lnTo>
                  <a:pt x="525553" y="122048"/>
                </a:lnTo>
                <a:lnTo>
                  <a:pt x="517069" y="122048"/>
                </a:lnTo>
                <a:lnTo>
                  <a:pt x="516675" y="122049"/>
                </a:lnTo>
                <a:lnTo>
                  <a:pt x="516266" y="122052"/>
                </a:lnTo>
                <a:lnTo>
                  <a:pt x="515844" y="122060"/>
                </a:lnTo>
                <a:lnTo>
                  <a:pt x="515412" y="122076"/>
                </a:lnTo>
                <a:lnTo>
                  <a:pt x="514974" y="122102"/>
                </a:lnTo>
                <a:lnTo>
                  <a:pt x="514532" y="122141"/>
                </a:lnTo>
                <a:lnTo>
                  <a:pt x="514089" y="122196"/>
                </a:lnTo>
                <a:lnTo>
                  <a:pt x="513648" y="122269"/>
                </a:lnTo>
                <a:lnTo>
                  <a:pt x="513212" y="122363"/>
                </a:lnTo>
                <a:lnTo>
                  <a:pt x="512783" y="122480"/>
                </a:lnTo>
                <a:lnTo>
                  <a:pt x="512365" y="122623"/>
                </a:lnTo>
                <a:lnTo>
                  <a:pt x="511960" y="122795"/>
                </a:lnTo>
                <a:lnTo>
                  <a:pt x="511571" y="122998"/>
                </a:lnTo>
                <a:lnTo>
                  <a:pt x="511201" y="123234"/>
                </a:lnTo>
                <a:lnTo>
                  <a:pt x="510852" y="123507"/>
                </a:lnTo>
                <a:lnTo>
                  <a:pt x="510528" y="123818"/>
                </a:lnTo>
                <a:lnTo>
                  <a:pt x="510232" y="124172"/>
                </a:lnTo>
                <a:lnTo>
                  <a:pt x="509966" y="124569"/>
                </a:lnTo>
                <a:lnTo>
                  <a:pt x="509733" y="125013"/>
                </a:lnTo>
                <a:lnTo>
                  <a:pt x="509536" y="125506"/>
                </a:lnTo>
                <a:lnTo>
                  <a:pt x="509378" y="126051"/>
                </a:lnTo>
                <a:lnTo>
                  <a:pt x="509261" y="126650"/>
                </a:lnTo>
                <a:lnTo>
                  <a:pt x="509189" y="127307"/>
                </a:lnTo>
                <a:lnTo>
                  <a:pt x="509165" y="128023"/>
                </a:lnTo>
                <a:lnTo>
                  <a:pt x="509190" y="128717"/>
                </a:lnTo>
                <a:lnTo>
                  <a:pt x="509265" y="129352"/>
                </a:lnTo>
                <a:lnTo>
                  <a:pt x="509385" y="129932"/>
                </a:lnTo>
                <a:lnTo>
                  <a:pt x="509549" y="130460"/>
                </a:lnTo>
                <a:lnTo>
                  <a:pt x="509751" y="130937"/>
                </a:lnTo>
                <a:lnTo>
                  <a:pt x="509990" y="131367"/>
                </a:lnTo>
                <a:lnTo>
                  <a:pt x="510262" y="131752"/>
                </a:lnTo>
                <a:lnTo>
                  <a:pt x="510564" y="132093"/>
                </a:lnTo>
                <a:lnTo>
                  <a:pt x="510893" y="132395"/>
                </a:lnTo>
                <a:lnTo>
                  <a:pt x="511246" y="132659"/>
                </a:lnTo>
                <a:lnTo>
                  <a:pt x="511618" y="132888"/>
                </a:lnTo>
                <a:lnTo>
                  <a:pt x="512008" y="133084"/>
                </a:lnTo>
                <a:lnTo>
                  <a:pt x="512412" y="133250"/>
                </a:lnTo>
                <a:lnTo>
                  <a:pt x="512827" y="133389"/>
                </a:lnTo>
                <a:lnTo>
                  <a:pt x="513250" y="133502"/>
                </a:lnTo>
                <a:lnTo>
                  <a:pt x="513677" y="133593"/>
                </a:lnTo>
                <a:lnTo>
                  <a:pt x="514106" y="133664"/>
                </a:lnTo>
                <a:lnTo>
                  <a:pt x="514532" y="133717"/>
                </a:lnTo>
                <a:lnTo>
                  <a:pt x="514954" y="133755"/>
                </a:lnTo>
                <a:lnTo>
                  <a:pt x="515367" y="133780"/>
                </a:lnTo>
                <a:lnTo>
                  <a:pt x="515769" y="133796"/>
                </a:lnTo>
                <a:lnTo>
                  <a:pt x="516157" y="133804"/>
                </a:lnTo>
                <a:lnTo>
                  <a:pt x="516526" y="133807"/>
                </a:lnTo>
                <a:lnTo>
                  <a:pt x="516875" y="133807"/>
                </a:lnTo>
                <a:lnTo>
                  <a:pt x="547531" y="133807"/>
                </a:lnTo>
                <a:lnTo>
                  <a:pt x="547880" y="133807"/>
                </a:lnTo>
                <a:lnTo>
                  <a:pt x="548250" y="133804"/>
                </a:lnTo>
                <a:lnTo>
                  <a:pt x="548637" y="133796"/>
                </a:lnTo>
                <a:lnTo>
                  <a:pt x="549039" y="133780"/>
                </a:lnTo>
                <a:lnTo>
                  <a:pt x="549453" y="133755"/>
                </a:lnTo>
                <a:lnTo>
                  <a:pt x="549874" y="133717"/>
                </a:lnTo>
                <a:lnTo>
                  <a:pt x="550301" y="133664"/>
                </a:lnTo>
                <a:lnTo>
                  <a:pt x="550729" y="133593"/>
                </a:lnTo>
                <a:lnTo>
                  <a:pt x="551156" y="133502"/>
                </a:lnTo>
                <a:lnTo>
                  <a:pt x="551579" y="133389"/>
                </a:lnTo>
                <a:lnTo>
                  <a:pt x="551994" y="133250"/>
                </a:lnTo>
                <a:lnTo>
                  <a:pt x="552398" y="133084"/>
                </a:lnTo>
                <a:lnTo>
                  <a:pt x="552788" y="132888"/>
                </a:lnTo>
                <a:lnTo>
                  <a:pt x="553161" y="132659"/>
                </a:lnTo>
                <a:lnTo>
                  <a:pt x="553513" y="132395"/>
                </a:lnTo>
                <a:lnTo>
                  <a:pt x="553842" y="132093"/>
                </a:lnTo>
                <a:lnTo>
                  <a:pt x="554144" y="131752"/>
                </a:lnTo>
                <a:lnTo>
                  <a:pt x="554416" y="131367"/>
                </a:lnTo>
                <a:lnTo>
                  <a:pt x="554655" y="130937"/>
                </a:lnTo>
                <a:lnTo>
                  <a:pt x="554858" y="130460"/>
                </a:lnTo>
                <a:lnTo>
                  <a:pt x="555021" y="129932"/>
                </a:lnTo>
                <a:lnTo>
                  <a:pt x="555142" y="129352"/>
                </a:lnTo>
                <a:lnTo>
                  <a:pt x="555216" y="128717"/>
                </a:lnTo>
                <a:lnTo>
                  <a:pt x="555242" y="128023"/>
                </a:lnTo>
                <a:lnTo>
                  <a:pt x="555217" y="127307"/>
                </a:lnTo>
                <a:lnTo>
                  <a:pt x="555145" y="126650"/>
                </a:lnTo>
                <a:lnTo>
                  <a:pt x="555029" y="126051"/>
                </a:lnTo>
                <a:lnTo>
                  <a:pt x="554871" y="125506"/>
                </a:lnTo>
                <a:lnTo>
                  <a:pt x="554674" y="125013"/>
                </a:lnTo>
                <a:lnTo>
                  <a:pt x="554441" y="124569"/>
                </a:lnTo>
                <a:lnTo>
                  <a:pt x="554175" y="124172"/>
                </a:lnTo>
                <a:lnTo>
                  <a:pt x="553878" y="123818"/>
                </a:lnTo>
                <a:lnTo>
                  <a:pt x="553554" y="123507"/>
                </a:lnTo>
                <a:lnTo>
                  <a:pt x="553206" y="123234"/>
                </a:lnTo>
                <a:lnTo>
                  <a:pt x="552836" y="122998"/>
                </a:lnTo>
                <a:lnTo>
                  <a:pt x="552447" y="122795"/>
                </a:lnTo>
                <a:lnTo>
                  <a:pt x="552042" y="122623"/>
                </a:lnTo>
                <a:lnTo>
                  <a:pt x="551623" y="122480"/>
                </a:lnTo>
                <a:lnTo>
                  <a:pt x="551194" y="122363"/>
                </a:lnTo>
                <a:lnTo>
                  <a:pt x="550758" y="122269"/>
                </a:lnTo>
                <a:lnTo>
                  <a:pt x="550317" y="122196"/>
                </a:lnTo>
                <a:lnTo>
                  <a:pt x="549874" y="122141"/>
                </a:lnTo>
                <a:lnTo>
                  <a:pt x="549432" y="122102"/>
                </a:lnTo>
                <a:lnTo>
                  <a:pt x="548994" y="122076"/>
                </a:lnTo>
                <a:lnTo>
                  <a:pt x="548563" y="122060"/>
                </a:lnTo>
                <a:lnTo>
                  <a:pt x="548141" y="122052"/>
                </a:lnTo>
                <a:lnTo>
                  <a:pt x="547731" y="122049"/>
                </a:lnTo>
                <a:lnTo>
                  <a:pt x="547337" y="122048"/>
                </a:lnTo>
                <a:lnTo>
                  <a:pt x="538853" y="122048"/>
                </a:lnTo>
                <a:lnTo>
                  <a:pt x="538853" y="87959"/>
                </a:lnTo>
                <a:lnTo>
                  <a:pt x="538926" y="85616"/>
                </a:lnTo>
                <a:lnTo>
                  <a:pt x="539140" y="83396"/>
                </a:lnTo>
                <a:lnTo>
                  <a:pt x="539485" y="81295"/>
                </a:lnTo>
                <a:lnTo>
                  <a:pt x="539956" y="79313"/>
                </a:lnTo>
                <a:lnTo>
                  <a:pt x="540542" y="77446"/>
                </a:lnTo>
                <a:lnTo>
                  <a:pt x="541236" y="75694"/>
                </a:lnTo>
                <a:lnTo>
                  <a:pt x="542030" y="74055"/>
                </a:lnTo>
                <a:lnTo>
                  <a:pt x="542916" y="72525"/>
                </a:lnTo>
                <a:lnTo>
                  <a:pt x="543886" y="71103"/>
                </a:lnTo>
                <a:lnTo>
                  <a:pt x="544931" y="69788"/>
                </a:lnTo>
                <a:lnTo>
                  <a:pt x="546044" y="68577"/>
                </a:lnTo>
                <a:lnTo>
                  <a:pt x="547216" y="67468"/>
                </a:lnTo>
                <a:lnTo>
                  <a:pt x="548440" y="66459"/>
                </a:lnTo>
                <a:lnTo>
                  <a:pt x="549706" y="65549"/>
                </a:lnTo>
                <a:lnTo>
                  <a:pt x="551007" y="64735"/>
                </a:lnTo>
                <a:lnTo>
                  <a:pt x="552336" y="64014"/>
                </a:lnTo>
                <a:lnTo>
                  <a:pt x="553683" y="63387"/>
                </a:lnTo>
                <a:lnTo>
                  <a:pt x="555040" y="62849"/>
                </a:lnTo>
                <a:lnTo>
                  <a:pt x="556400" y="62399"/>
                </a:lnTo>
                <a:lnTo>
                  <a:pt x="557755" y="62036"/>
                </a:lnTo>
                <a:lnTo>
                  <a:pt x="559096" y="61757"/>
                </a:lnTo>
                <a:lnTo>
                  <a:pt x="560415" y="61560"/>
                </a:lnTo>
                <a:lnTo>
                  <a:pt x="561704" y="61443"/>
                </a:lnTo>
                <a:lnTo>
                  <a:pt x="562955" y="61405"/>
                </a:lnTo>
                <a:lnTo>
                  <a:pt x="564193" y="61433"/>
                </a:lnTo>
                <a:lnTo>
                  <a:pt x="565355" y="61518"/>
                </a:lnTo>
                <a:lnTo>
                  <a:pt x="566443" y="61659"/>
                </a:lnTo>
                <a:lnTo>
                  <a:pt x="567459" y="61858"/>
                </a:lnTo>
                <a:lnTo>
                  <a:pt x="568405" y="62114"/>
                </a:lnTo>
                <a:lnTo>
                  <a:pt x="569283" y="62428"/>
                </a:lnTo>
                <a:lnTo>
                  <a:pt x="570095" y="62800"/>
                </a:lnTo>
                <a:lnTo>
                  <a:pt x="570844" y="63231"/>
                </a:lnTo>
                <a:lnTo>
                  <a:pt x="571531" y="63720"/>
                </a:lnTo>
                <a:lnTo>
                  <a:pt x="572159" y="64269"/>
                </a:lnTo>
                <a:lnTo>
                  <a:pt x="572729" y="64877"/>
                </a:lnTo>
                <a:lnTo>
                  <a:pt x="573244" y="65545"/>
                </a:lnTo>
                <a:lnTo>
                  <a:pt x="573705" y="66273"/>
                </a:lnTo>
                <a:lnTo>
                  <a:pt x="574116" y="67062"/>
                </a:lnTo>
                <a:lnTo>
                  <a:pt x="574477" y="67911"/>
                </a:lnTo>
                <a:lnTo>
                  <a:pt x="574792" y="68822"/>
                </a:lnTo>
                <a:lnTo>
                  <a:pt x="575061" y="69794"/>
                </a:lnTo>
                <a:lnTo>
                  <a:pt x="575288" y="70828"/>
                </a:lnTo>
                <a:lnTo>
                  <a:pt x="575475" y="71924"/>
                </a:lnTo>
                <a:lnTo>
                  <a:pt x="575622" y="73082"/>
                </a:lnTo>
                <a:lnTo>
                  <a:pt x="575734" y="74304"/>
                </a:lnTo>
                <a:lnTo>
                  <a:pt x="575810" y="75588"/>
                </a:lnTo>
                <a:lnTo>
                  <a:pt x="575855" y="76936"/>
                </a:lnTo>
                <a:lnTo>
                  <a:pt x="575869" y="78348"/>
                </a:lnTo>
                <a:lnTo>
                  <a:pt x="575869" y="122048"/>
                </a:lnTo>
                <a:lnTo>
                  <a:pt x="568353" y="122048"/>
                </a:lnTo>
                <a:lnTo>
                  <a:pt x="567959" y="122049"/>
                </a:lnTo>
                <a:lnTo>
                  <a:pt x="567549" y="122052"/>
                </a:lnTo>
                <a:lnTo>
                  <a:pt x="567128" y="122060"/>
                </a:lnTo>
                <a:lnTo>
                  <a:pt x="566696" y="122076"/>
                </a:lnTo>
                <a:lnTo>
                  <a:pt x="566258" y="122102"/>
                </a:lnTo>
                <a:lnTo>
                  <a:pt x="565816" y="122141"/>
                </a:lnTo>
                <a:lnTo>
                  <a:pt x="565373" y="122196"/>
                </a:lnTo>
                <a:lnTo>
                  <a:pt x="564932" y="122269"/>
                </a:lnTo>
                <a:lnTo>
                  <a:pt x="564496" y="122363"/>
                </a:lnTo>
                <a:lnTo>
                  <a:pt x="564067" y="122480"/>
                </a:lnTo>
                <a:lnTo>
                  <a:pt x="563649" y="122623"/>
                </a:lnTo>
                <a:lnTo>
                  <a:pt x="563244" y="122795"/>
                </a:lnTo>
                <a:lnTo>
                  <a:pt x="562855" y="122998"/>
                </a:lnTo>
                <a:lnTo>
                  <a:pt x="562484" y="123234"/>
                </a:lnTo>
                <a:lnTo>
                  <a:pt x="562136" y="123507"/>
                </a:lnTo>
                <a:lnTo>
                  <a:pt x="561812" y="123818"/>
                </a:lnTo>
                <a:lnTo>
                  <a:pt x="561516" y="124172"/>
                </a:lnTo>
                <a:lnTo>
                  <a:pt x="561250" y="124569"/>
                </a:lnTo>
                <a:lnTo>
                  <a:pt x="561017" y="125013"/>
                </a:lnTo>
                <a:lnTo>
                  <a:pt x="560820" y="125506"/>
                </a:lnTo>
                <a:lnTo>
                  <a:pt x="560662" y="126051"/>
                </a:lnTo>
                <a:lnTo>
                  <a:pt x="560545" y="126650"/>
                </a:lnTo>
                <a:lnTo>
                  <a:pt x="560473" y="127307"/>
                </a:lnTo>
                <a:lnTo>
                  <a:pt x="560449" y="128023"/>
                </a:lnTo>
                <a:lnTo>
                  <a:pt x="560475" y="128717"/>
                </a:lnTo>
                <a:lnTo>
                  <a:pt x="560553" y="129352"/>
                </a:lnTo>
                <a:lnTo>
                  <a:pt x="560678" y="129932"/>
                </a:lnTo>
                <a:lnTo>
                  <a:pt x="560847" y="130460"/>
                </a:lnTo>
                <a:lnTo>
                  <a:pt x="561057" y="130937"/>
                </a:lnTo>
                <a:lnTo>
                  <a:pt x="561304" y="131367"/>
                </a:lnTo>
                <a:lnTo>
                  <a:pt x="561586" y="131752"/>
                </a:lnTo>
                <a:lnTo>
                  <a:pt x="561898" y="132093"/>
                </a:lnTo>
                <a:lnTo>
                  <a:pt x="562238" y="132395"/>
                </a:lnTo>
                <a:lnTo>
                  <a:pt x="562602" y="132659"/>
                </a:lnTo>
                <a:lnTo>
                  <a:pt x="562986" y="132888"/>
                </a:lnTo>
                <a:lnTo>
                  <a:pt x="563388" y="133084"/>
                </a:lnTo>
                <a:lnTo>
                  <a:pt x="563804" y="133250"/>
                </a:lnTo>
                <a:lnTo>
                  <a:pt x="564231" y="133389"/>
                </a:lnTo>
                <a:lnTo>
                  <a:pt x="564665" y="133502"/>
                </a:lnTo>
                <a:lnTo>
                  <a:pt x="565104" y="133593"/>
                </a:lnTo>
                <a:lnTo>
                  <a:pt x="565543" y="133664"/>
                </a:lnTo>
                <a:lnTo>
                  <a:pt x="565979" y="133717"/>
                </a:lnTo>
                <a:lnTo>
                  <a:pt x="566409" y="133755"/>
                </a:lnTo>
                <a:lnTo>
                  <a:pt x="566830" y="133780"/>
                </a:lnTo>
                <a:lnTo>
                  <a:pt x="567238" y="133796"/>
                </a:lnTo>
                <a:lnTo>
                  <a:pt x="567630" y="133804"/>
                </a:lnTo>
                <a:lnTo>
                  <a:pt x="568003" y="133807"/>
                </a:lnTo>
                <a:lnTo>
                  <a:pt x="568353" y="133807"/>
                </a:lnTo>
                <a:lnTo>
                  <a:pt x="597850" y="133807"/>
                </a:lnTo>
                <a:lnTo>
                  <a:pt x="598199" y="133807"/>
                </a:lnTo>
                <a:lnTo>
                  <a:pt x="598569" y="133804"/>
                </a:lnTo>
                <a:lnTo>
                  <a:pt x="598956" y="133796"/>
                </a:lnTo>
                <a:lnTo>
                  <a:pt x="599358" y="133780"/>
                </a:lnTo>
                <a:lnTo>
                  <a:pt x="599772" y="133755"/>
                </a:lnTo>
                <a:lnTo>
                  <a:pt x="600193" y="133717"/>
                </a:lnTo>
                <a:lnTo>
                  <a:pt x="600620" y="133664"/>
                </a:lnTo>
                <a:lnTo>
                  <a:pt x="601048" y="133593"/>
                </a:lnTo>
                <a:lnTo>
                  <a:pt x="601475" y="133502"/>
                </a:lnTo>
                <a:lnTo>
                  <a:pt x="601898" y="133389"/>
                </a:lnTo>
                <a:lnTo>
                  <a:pt x="602313" y="133250"/>
                </a:lnTo>
                <a:lnTo>
                  <a:pt x="602717" y="133084"/>
                </a:lnTo>
                <a:lnTo>
                  <a:pt x="603107" y="132888"/>
                </a:lnTo>
                <a:lnTo>
                  <a:pt x="603480" y="132659"/>
                </a:lnTo>
                <a:lnTo>
                  <a:pt x="603832" y="132395"/>
                </a:lnTo>
                <a:lnTo>
                  <a:pt x="604161" y="132093"/>
                </a:lnTo>
                <a:lnTo>
                  <a:pt x="604463" y="131752"/>
                </a:lnTo>
                <a:lnTo>
                  <a:pt x="604735" y="131367"/>
                </a:lnTo>
                <a:lnTo>
                  <a:pt x="604974" y="130937"/>
                </a:lnTo>
                <a:lnTo>
                  <a:pt x="605177" y="130460"/>
                </a:lnTo>
                <a:lnTo>
                  <a:pt x="605340" y="129932"/>
                </a:lnTo>
                <a:lnTo>
                  <a:pt x="605461" y="129352"/>
                </a:lnTo>
                <a:lnTo>
                  <a:pt x="605535" y="128717"/>
                </a:lnTo>
                <a:lnTo>
                  <a:pt x="605561" y="128023"/>
                </a:lnTo>
                <a:lnTo>
                  <a:pt x="605536" y="127307"/>
                </a:lnTo>
                <a:lnTo>
                  <a:pt x="605464" y="126650"/>
                </a:lnTo>
                <a:lnTo>
                  <a:pt x="605348" y="126051"/>
                </a:lnTo>
                <a:lnTo>
                  <a:pt x="605190" y="125506"/>
                </a:lnTo>
                <a:lnTo>
                  <a:pt x="604993" y="125013"/>
                </a:lnTo>
                <a:close/>
                <a:moveTo>
                  <a:pt x="1106209" y="58104"/>
                </a:moveTo>
                <a:lnTo>
                  <a:pt x="1105948" y="57448"/>
                </a:lnTo>
                <a:lnTo>
                  <a:pt x="1105628" y="56785"/>
                </a:lnTo>
                <a:lnTo>
                  <a:pt x="1105245" y="56121"/>
                </a:lnTo>
                <a:lnTo>
                  <a:pt x="1104793" y="55461"/>
                </a:lnTo>
                <a:lnTo>
                  <a:pt x="1104267" y="54811"/>
                </a:lnTo>
                <a:lnTo>
                  <a:pt x="1103663" y="54175"/>
                </a:lnTo>
                <a:lnTo>
                  <a:pt x="1102976" y="53559"/>
                </a:lnTo>
                <a:lnTo>
                  <a:pt x="1102201" y="52969"/>
                </a:lnTo>
                <a:lnTo>
                  <a:pt x="1101332" y="52409"/>
                </a:lnTo>
                <a:lnTo>
                  <a:pt x="1100365" y="51886"/>
                </a:lnTo>
                <a:lnTo>
                  <a:pt x="1099295" y="51404"/>
                </a:lnTo>
                <a:lnTo>
                  <a:pt x="1098117" y="50969"/>
                </a:lnTo>
                <a:lnTo>
                  <a:pt x="1096827" y="50586"/>
                </a:lnTo>
                <a:lnTo>
                  <a:pt x="1095418" y="50261"/>
                </a:lnTo>
                <a:lnTo>
                  <a:pt x="1093886" y="49999"/>
                </a:lnTo>
                <a:lnTo>
                  <a:pt x="1092227" y="49805"/>
                </a:lnTo>
                <a:lnTo>
                  <a:pt x="1090435" y="49684"/>
                </a:lnTo>
                <a:lnTo>
                  <a:pt x="1088505" y="49643"/>
                </a:lnTo>
                <a:lnTo>
                  <a:pt x="1087263" y="49661"/>
                </a:lnTo>
                <a:lnTo>
                  <a:pt x="1085997" y="49718"/>
                </a:lnTo>
                <a:lnTo>
                  <a:pt x="1084708" y="49816"/>
                </a:lnTo>
                <a:lnTo>
                  <a:pt x="1083399" y="49956"/>
                </a:lnTo>
                <a:lnTo>
                  <a:pt x="1082071" y="50142"/>
                </a:lnTo>
                <a:lnTo>
                  <a:pt x="1080727" y="50375"/>
                </a:lnTo>
                <a:lnTo>
                  <a:pt x="1079367" y="50658"/>
                </a:lnTo>
                <a:lnTo>
                  <a:pt x="1077994" y="50993"/>
                </a:lnTo>
                <a:lnTo>
                  <a:pt x="1076609" y="51382"/>
                </a:lnTo>
                <a:lnTo>
                  <a:pt x="1075215" y="51828"/>
                </a:lnTo>
                <a:lnTo>
                  <a:pt x="1073814" y="52332"/>
                </a:lnTo>
                <a:lnTo>
                  <a:pt x="1072406" y="52897"/>
                </a:lnTo>
                <a:lnTo>
                  <a:pt x="1070995" y="53526"/>
                </a:lnTo>
                <a:lnTo>
                  <a:pt x="1069581" y="54220"/>
                </a:lnTo>
                <a:lnTo>
                  <a:pt x="1068167" y="54982"/>
                </a:lnTo>
                <a:lnTo>
                  <a:pt x="1066755" y="55814"/>
                </a:lnTo>
                <a:lnTo>
                  <a:pt x="1065346" y="56718"/>
                </a:lnTo>
                <a:lnTo>
                  <a:pt x="1063942" y="57697"/>
                </a:lnTo>
                <a:lnTo>
                  <a:pt x="1062545" y="58752"/>
                </a:lnTo>
                <a:lnTo>
                  <a:pt x="1061157" y="59887"/>
                </a:lnTo>
                <a:lnTo>
                  <a:pt x="1059780" y="61103"/>
                </a:lnTo>
                <a:lnTo>
                  <a:pt x="1058415" y="62403"/>
                </a:lnTo>
                <a:lnTo>
                  <a:pt x="1057065" y="63788"/>
                </a:lnTo>
                <a:lnTo>
                  <a:pt x="1055731" y="65262"/>
                </a:lnTo>
                <a:lnTo>
                  <a:pt x="1055731" y="58707"/>
                </a:lnTo>
                <a:lnTo>
                  <a:pt x="1055725" y="57978"/>
                </a:lnTo>
                <a:lnTo>
                  <a:pt x="1055705" y="57290"/>
                </a:lnTo>
                <a:lnTo>
                  <a:pt x="1055669" y="56642"/>
                </a:lnTo>
                <a:lnTo>
                  <a:pt x="1055615" y="56035"/>
                </a:lnTo>
                <a:lnTo>
                  <a:pt x="1055542" y="55466"/>
                </a:lnTo>
                <a:lnTo>
                  <a:pt x="1055448" y="54934"/>
                </a:lnTo>
                <a:lnTo>
                  <a:pt x="1055330" y="54440"/>
                </a:lnTo>
                <a:lnTo>
                  <a:pt x="1055188" y="53981"/>
                </a:lnTo>
                <a:lnTo>
                  <a:pt x="1055019" y="53558"/>
                </a:lnTo>
                <a:lnTo>
                  <a:pt x="1054821" y="53169"/>
                </a:lnTo>
                <a:lnTo>
                  <a:pt x="1054593" y="52812"/>
                </a:lnTo>
                <a:lnTo>
                  <a:pt x="1054332" y="52488"/>
                </a:lnTo>
                <a:lnTo>
                  <a:pt x="1054038" y="52195"/>
                </a:lnTo>
                <a:lnTo>
                  <a:pt x="1053707" y="51933"/>
                </a:lnTo>
                <a:lnTo>
                  <a:pt x="1053339" y="51700"/>
                </a:lnTo>
                <a:lnTo>
                  <a:pt x="1052931" y="51495"/>
                </a:lnTo>
                <a:lnTo>
                  <a:pt x="1052481" y="51318"/>
                </a:lnTo>
                <a:lnTo>
                  <a:pt x="1051988" y="51168"/>
                </a:lnTo>
                <a:lnTo>
                  <a:pt x="1051450" y="51043"/>
                </a:lnTo>
                <a:lnTo>
                  <a:pt x="1050865" y="50943"/>
                </a:lnTo>
                <a:lnTo>
                  <a:pt x="1050231" y="50867"/>
                </a:lnTo>
                <a:lnTo>
                  <a:pt x="1049546" y="50814"/>
                </a:lnTo>
                <a:lnTo>
                  <a:pt x="1048809" y="50783"/>
                </a:lnTo>
                <a:lnTo>
                  <a:pt x="1048018" y="50773"/>
                </a:lnTo>
                <a:lnTo>
                  <a:pt x="1026811" y="50773"/>
                </a:lnTo>
                <a:lnTo>
                  <a:pt x="1026440" y="50773"/>
                </a:lnTo>
                <a:lnTo>
                  <a:pt x="1026051" y="50776"/>
                </a:lnTo>
                <a:lnTo>
                  <a:pt x="1025649" y="50784"/>
                </a:lnTo>
                <a:lnTo>
                  <a:pt x="1025235" y="50799"/>
                </a:lnTo>
                <a:lnTo>
                  <a:pt x="1024813" y="50825"/>
                </a:lnTo>
                <a:lnTo>
                  <a:pt x="1024386" y="50863"/>
                </a:lnTo>
                <a:lnTo>
                  <a:pt x="1023956" y="50916"/>
                </a:lnTo>
                <a:lnTo>
                  <a:pt x="1023526" y="50987"/>
                </a:lnTo>
                <a:lnTo>
                  <a:pt x="1023100" y="51078"/>
                </a:lnTo>
                <a:lnTo>
                  <a:pt x="1022680" y="51191"/>
                </a:lnTo>
                <a:lnTo>
                  <a:pt x="1022270" y="51330"/>
                </a:lnTo>
                <a:lnTo>
                  <a:pt x="1021871" y="51496"/>
                </a:lnTo>
                <a:lnTo>
                  <a:pt x="1021487" y="51692"/>
                </a:lnTo>
                <a:lnTo>
                  <a:pt x="1021122" y="51921"/>
                </a:lnTo>
                <a:lnTo>
                  <a:pt x="1020777" y="52186"/>
                </a:lnTo>
                <a:lnTo>
                  <a:pt x="1020457" y="52487"/>
                </a:lnTo>
                <a:lnTo>
                  <a:pt x="1020163" y="52829"/>
                </a:lnTo>
                <a:lnTo>
                  <a:pt x="1019898" y="53214"/>
                </a:lnTo>
                <a:lnTo>
                  <a:pt x="1019667" y="53644"/>
                </a:lnTo>
                <a:lnTo>
                  <a:pt x="1019471" y="54122"/>
                </a:lnTo>
                <a:lnTo>
                  <a:pt x="1019313" y="54649"/>
                </a:lnTo>
                <a:lnTo>
                  <a:pt x="1019197" y="55230"/>
                </a:lnTo>
                <a:lnTo>
                  <a:pt x="1019125" y="55866"/>
                </a:lnTo>
                <a:lnTo>
                  <a:pt x="1019100" y="56560"/>
                </a:lnTo>
                <a:lnTo>
                  <a:pt x="1019124" y="57276"/>
                </a:lnTo>
                <a:lnTo>
                  <a:pt x="1019193" y="57932"/>
                </a:lnTo>
                <a:lnTo>
                  <a:pt x="1019305" y="58532"/>
                </a:lnTo>
                <a:lnTo>
                  <a:pt x="1019457" y="59077"/>
                </a:lnTo>
                <a:lnTo>
                  <a:pt x="1019647" y="59570"/>
                </a:lnTo>
                <a:lnTo>
                  <a:pt x="1019871" y="60014"/>
                </a:lnTo>
                <a:lnTo>
                  <a:pt x="1020128" y="60411"/>
                </a:lnTo>
                <a:lnTo>
                  <a:pt x="1020414" y="60764"/>
                </a:lnTo>
                <a:lnTo>
                  <a:pt x="1020727" y="61076"/>
                </a:lnTo>
                <a:lnTo>
                  <a:pt x="1021064" y="61349"/>
                </a:lnTo>
                <a:lnTo>
                  <a:pt x="1021422" y="61585"/>
                </a:lnTo>
                <a:lnTo>
                  <a:pt x="1021799" y="61788"/>
                </a:lnTo>
                <a:lnTo>
                  <a:pt x="1022192" y="61959"/>
                </a:lnTo>
                <a:lnTo>
                  <a:pt x="1022599" y="62103"/>
                </a:lnTo>
                <a:lnTo>
                  <a:pt x="1023016" y="62220"/>
                </a:lnTo>
                <a:lnTo>
                  <a:pt x="1023441" y="62313"/>
                </a:lnTo>
                <a:lnTo>
                  <a:pt x="1023872" y="62386"/>
                </a:lnTo>
                <a:lnTo>
                  <a:pt x="1024305" y="62441"/>
                </a:lnTo>
                <a:lnTo>
                  <a:pt x="1024738" y="62481"/>
                </a:lnTo>
                <a:lnTo>
                  <a:pt x="1025169" y="62507"/>
                </a:lnTo>
                <a:lnTo>
                  <a:pt x="1025594" y="62523"/>
                </a:lnTo>
                <a:lnTo>
                  <a:pt x="1026011" y="62531"/>
                </a:lnTo>
                <a:lnTo>
                  <a:pt x="1026418" y="62534"/>
                </a:lnTo>
                <a:lnTo>
                  <a:pt x="1026811" y="62535"/>
                </a:lnTo>
                <a:lnTo>
                  <a:pt x="1042428" y="62535"/>
                </a:lnTo>
                <a:lnTo>
                  <a:pt x="1042428" y="122048"/>
                </a:lnTo>
                <a:lnTo>
                  <a:pt x="1026811" y="122048"/>
                </a:lnTo>
                <a:lnTo>
                  <a:pt x="1026440" y="122048"/>
                </a:lnTo>
                <a:lnTo>
                  <a:pt x="1026051" y="122051"/>
                </a:lnTo>
                <a:lnTo>
                  <a:pt x="1025649" y="122059"/>
                </a:lnTo>
                <a:lnTo>
                  <a:pt x="1025235" y="122075"/>
                </a:lnTo>
                <a:lnTo>
                  <a:pt x="1024813" y="122100"/>
                </a:lnTo>
                <a:lnTo>
                  <a:pt x="1024386" y="122138"/>
                </a:lnTo>
                <a:lnTo>
                  <a:pt x="1023956" y="122192"/>
                </a:lnTo>
                <a:lnTo>
                  <a:pt x="1023526" y="122262"/>
                </a:lnTo>
                <a:lnTo>
                  <a:pt x="1023100" y="122353"/>
                </a:lnTo>
                <a:lnTo>
                  <a:pt x="1022680" y="122466"/>
                </a:lnTo>
                <a:lnTo>
                  <a:pt x="1022270" y="122605"/>
                </a:lnTo>
                <a:lnTo>
                  <a:pt x="1021871" y="122771"/>
                </a:lnTo>
                <a:lnTo>
                  <a:pt x="1021487" y="122967"/>
                </a:lnTo>
                <a:lnTo>
                  <a:pt x="1021122" y="123196"/>
                </a:lnTo>
                <a:lnTo>
                  <a:pt x="1020777" y="123460"/>
                </a:lnTo>
                <a:lnTo>
                  <a:pt x="1020457" y="123762"/>
                </a:lnTo>
                <a:lnTo>
                  <a:pt x="1020163" y="124104"/>
                </a:lnTo>
                <a:lnTo>
                  <a:pt x="1019898" y="124488"/>
                </a:lnTo>
                <a:lnTo>
                  <a:pt x="1019667" y="124918"/>
                </a:lnTo>
                <a:lnTo>
                  <a:pt x="1019471" y="125395"/>
                </a:lnTo>
                <a:lnTo>
                  <a:pt x="1019313" y="125923"/>
                </a:lnTo>
                <a:lnTo>
                  <a:pt x="1019197" y="126503"/>
                </a:lnTo>
                <a:lnTo>
                  <a:pt x="1019125" y="127139"/>
                </a:lnTo>
                <a:lnTo>
                  <a:pt x="1019100" y="127832"/>
                </a:lnTo>
                <a:lnTo>
                  <a:pt x="1019124" y="128548"/>
                </a:lnTo>
                <a:lnTo>
                  <a:pt x="1019193" y="129205"/>
                </a:lnTo>
                <a:lnTo>
                  <a:pt x="1019305" y="129804"/>
                </a:lnTo>
                <a:lnTo>
                  <a:pt x="1019457" y="130349"/>
                </a:lnTo>
                <a:lnTo>
                  <a:pt x="1019647" y="130842"/>
                </a:lnTo>
                <a:lnTo>
                  <a:pt x="1019871" y="131286"/>
                </a:lnTo>
                <a:lnTo>
                  <a:pt x="1020128" y="131684"/>
                </a:lnTo>
                <a:lnTo>
                  <a:pt x="1020414" y="132037"/>
                </a:lnTo>
                <a:lnTo>
                  <a:pt x="1020727" y="132348"/>
                </a:lnTo>
                <a:lnTo>
                  <a:pt x="1021064" y="132621"/>
                </a:lnTo>
                <a:lnTo>
                  <a:pt x="1021422" y="132858"/>
                </a:lnTo>
                <a:lnTo>
                  <a:pt x="1021799" y="133060"/>
                </a:lnTo>
                <a:lnTo>
                  <a:pt x="1022192" y="133232"/>
                </a:lnTo>
                <a:lnTo>
                  <a:pt x="1022599" y="133375"/>
                </a:lnTo>
                <a:lnTo>
                  <a:pt x="1023016" y="133492"/>
                </a:lnTo>
                <a:lnTo>
                  <a:pt x="1023441" y="133586"/>
                </a:lnTo>
                <a:lnTo>
                  <a:pt x="1023872" y="133659"/>
                </a:lnTo>
                <a:lnTo>
                  <a:pt x="1024305" y="133714"/>
                </a:lnTo>
                <a:lnTo>
                  <a:pt x="1024738" y="133753"/>
                </a:lnTo>
                <a:lnTo>
                  <a:pt x="1025169" y="133780"/>
                </a:lnTo>
                <a:lnTo>
                  <a:pt x="1025594" y="133795"/>
                </a:lnTo>
                <a:lnTo>
                  <a:pt x="1026011" y="133804"/>
                </a:lnTo>
                <a:lnTo>
                  <a:pt x="1026418" y="133807"/>
                </a:lnTo>
                <a:lnTo>
                  <a:pt x="1026811" y="133807"/>
                </a:lnTo>
                <a:lnTo>
                  <a:pt x="1077130" y="133807"/>
                </a:lnTo>
                <a:lnTo>
                  <a:pt x="1077502" y="133807"/>
                </a:lnTo>
                <a:lnTo>
                  <a:pt x="1077893" y="133804"/>
                </a:lnTo>
                <a:lnTo>
                  <a:pt x="1078300" y="133796"/>
                </a:lnTo>
                <a:lnTo>
                  <a:pt x="1078719" y="133780"/>
                </a:lnTo>
                <a:lnTo>
                  <a:pt x="1079149" y="133755"/>
                </a:lnTo>
                <a:lnTo>
                  <a:pt x="1079585" y="133717"/>
                </a:lnTo>
                <a:lnTo>
                  <a:pt x="1080024" y="133664"/>
                </a:lnTo>
                <a:lnTo>
                  <a:pt x="1080464" y="133593"/>
                </a:lnTo>
                <a:lnTo>
                  <a:pt x="1080901" y="133502"/>
                </a:lnTo>
                <a:lnTo>
                  <a:pt x="1081333" y="133389"/>
                </a:lnTo>
                <a:lnTo>
                  <a:pt x="1081756" y="133250"/>
                </a:lnTo>
                <a:lnTo>
                  <a:pt x="1082166" y="133084"/>
                </a:lnTo>
                <a:lnTo>
                  <a:pt x="1082562" y="132888"/>
                </a:lnTo>
                <a:lnTo>
                  <a:pt x="1082939" y="132659"/>
                </a:lnTo>
                <a:lnTo>
                  <a:pt x="1083296" y="132395"/>
                </a:lnTo>
                <a:lnTo>
                  <a:pt x="1083627" y="132093"/>
                </a:lnTo>
                <a:lnTo>
                  <a:pt x="1083932" y="131752"/>
                </a:lnTo>
                <a:lnTo>
                  <a:pt x="1084206" y="131367"/>
                </a:lnTo>
                <a:lnTo>
                  <a:pt x="1084446" y="130937"/>
                </a:lnTo>
                <a:lnTo>
                  <a:pt x="1084649" y="130460"/>
                </a:lnTo>
                <a:lnTo>
                  <a:pt x="1084813" y="129932"/>
                </a:lnTo>
                <a:lnTo>
                  <a:pt x="1084934" y="129352"/>
                </a:lnTo>
                <a:lnTo>
                  <a:pt x="1085009" y="128717"/>
                </a:lnTo>
                <a:lnTo>
                  <a:pt x="1085034" y="128023"/>
                </a:lnTo>
                <a:lnTo>
                  <a:pt x="1085009" y="127307"/>
                </a:lnTo>
                <a:lnTo>
                  <a:pt x="1084934" y="126650"/>
                </a:lnTo>
                <a:lnTo>
                  <a:pt x="1084813" y="126051"/>
                </a:lnTo>
                <a:lnTo>
                  <a:pt x="1084649" y="125506"/>
                </a:lnTo>
                <a:lnTo>
                  <a:pt x="1084446" y="125013"/>
                </a:lnTo>
                <a:lnTo>
                  <a:pt x="1084206" y="124569"/>
                </a:lnTo>
                <a:lnTo>
                  <a:pt x="1083932" y="124172"/>
                </a:lnTo>
                <a:lnTo>
                  <a:pt x="1083627" y="123818"/>
                </a:lnTo>
                <a:lnTo>
                  <a:pt x="1083296" y="123507"/>
                </a:lnTo>
                <a:lnTo>
                  <a:pt x="1082939" y="123234"/>
                </a:lnTo>
                <a:lnTo>
                  <a:pt x="1082562" y="122998"/>
                </a:lnTo>
                <a:lnTo>
                  <a:pt x="1082166" y="122795"/>
                </a:lnTo>
                <a:lnTo>
                  <a:pt x="1081756" y="122623"/>
                </a:lnTo>
                <a:lnTo>
                  <a:pt x="1081333" y="122480"/>
                </a:lnTo>
                <a:lnTo>
                  <a:pt x="1080901" y="122363"/>
                </a:lnTo>
                <a:lnTo>
                  <a:pt x="1080464" y="122269"/>
                </a:lnTo>
                <a:lnTo>
                  <a:pt x="1080024" y="122196"/>
                </a:lnTo>
                <a:lnTo>
                  <a:pt x="1079585" y="122141"/>
                </a:lnTo>
                <a:lnTo>
                  <a:pt x="1079149" y="122102"/>
                </a:lnTo>
                <a:lnTo>
                  <a:pt x="1078719" y="122076"/>
                </a:lnTo>
                <a:lnTo>
                  <a:pt x="1078300" y="122060"/>
                </a:lnTo>
                <a:lnTo>
                  <a:pt x="1077893" y="122052"/>
                </a:lnTo>
                <a:lnTo>
                  <a:pt x="1077502" y="122049"/>
                </a:lnTo>
                <a:lnTo>
                  <a:pt x="1077130" y="122048"/>
                </a:lnTo>
                <a:lnTo>
                  <a:pt x="1055731" y="122048"/>
                </a:lnTo>
                <a:lnTo>
                  <a:pt x="1055731" y="97974"/>
                </a:lnTo>
                <a:lnTo>
                  <a:pt x="1055790" y="95716"/>
                </a:lnTo>
                <a:lnTo>
                  <a:pt x="1055968" y="93461"/>
                </a:lnTo>
                <a:lnTo>
                  <a:pt x="1056265" y="91218"/>
                </a:lnTo>
                <a:lnTo>
                  <a:pt x="1056682" y="88995"/>
                </a:lnTo>
                <a:lnTo>
                  <a:pt x="1057217" y="86800"/>
                </a:lnTo>
                <a:lnTo>
                  <a:pt x="1057873" y="84642"/>
                </a:lnTo>
                <a:lnTo>
                  <a:pt x="1058648" y="82528"/>
                </a:lnTo>
                <a:lnTo>
                  <a:pt x="1059544" y="80467"/>
                </a:lnTo>
                <a:lnTo>
                  <a:pt x="1060560" y="78468"/>
                </a:lnTo>
                <a:lnTo>
                  <a:pt x="1061697" y="76537"/>
                </a:lnTo>
                <a:lnTo>
                  <a:pt x="1062955" y="74685"/>
                </a:lnTo>
                <a:lnTo>
                  <a:pt x="1064334" y="72918"/>
                </a:lnTo>
                <a:lnTo>
                  <a:pt x="1065834" y="71245"/>
                </a:lnTo>
                <a:lnTo>
                  <a:pt x="1067457" y="69674"/>
                </a:lnTo>
                <a:lnTo>
                  <a:pt x="1069201" y="68214"/>
                </a:lnTo>
                <a:lnTo>
                  <a:pt x="1071068" y="66873"/>
                </a:lnTo>
                <a:lnTo>
                  <a:pt x="1073057" y="65659"/>
                </a:lnTo>
                <a:lnTo>
                  <a:pt x="1075169" y="64580"/>
                </a:lnTo>
                <a:lnTo>
                  <a:pt x="1077404" y="63644"/>
                </a:lnTo>
                <a:lnTo>
                  <a:pt x="1079762" y="62860"/>
                </a:lnTo>
                <a:lnTo>
                  <a:pt x="1082243" y="62236"/>
                </a:lnTo>
                <a:lnTo>
                  <a:pt x="1084849" y="61780"/>
                </a:lnTo>
                <a:lnTo>
                  <a:pt x="1087578" y="61500"/>
                </a:lnTo>
                <a:lnTo>
                  <a:pt x="1090432" y="61405"/>
                </a:lnTo>
                <a:lnTo>
                  <a:pt x="1090473" y="61979"/>
                </a:lnTo>
                <a:lnTo>
                  <a:pt x="1090544" y="62544"/>
                </a:lnTo>
                <a:lnTo>
                  <a:pt x="1090647" y="63098"/>
                </a:lnTo>
                <a:lnTo>
                  <a:pt x="1090779" y="63640"/>
                </a:lnTo>
                <a:lnTo>
                  <a:pt x="1090941" y="64169"/>
                </a:lnTo>
                <a:lnTo>
                  <a:pt x="1091132" y="64683"/>
                </a:lnTo>
                <a:lnTo>
                  <a:pt x="1091351" y="65181"/>
                </a:lnTo>
                <a:lnTo>
                  <a:pt x="1091597" y="65662"/>
                </a:lnTo>
                <a:lnTo>
                  <a:pt x="1091870" y="66123"/>
                </a:lnTo>
                <a:lnTo>
                  <a:pt x="1092169" y="66565"/>
                </a:lnTo>
                <a:lnTo>
                  <a:pt x="1092494" y="66985"/>
                </a:lnTo>
                <a:lnTo>
                  <a:pt x="1092843" y="67383"/>
                </a:lnTo>
                <a:lnTo>
                  <a:pt x="1093216" y="67756"/>
                </a:lnTo>
                <a:lnTo>
                  <a:pt x="1093613" y="68104"/>
                </a:lnTo>
                <a:lnTo>
                  <a:pt x="1094033" y="68425"/>
                </a:lnTo>
                <a:lnTo>
                  <a:pt x="1094475" y="68718"/>
                </a:lnTo>
                <a:lnTo>
                  <a:pt x="1094938" y="68982"/>
                </a:lnTo>
                <a:lnTo>
                  <a:pt x="1095421" y="69215"/>
                </a:lnTo>
                <a:lnTo>
                  <a:pt x="1095925" y="69415"/>
                </a:lnTo>
                <a:lnTo>
                  <a:pt x="1096448" y="69583"/>
                </a:lnTo>
                <a:lnTo>
                  <a:pt x="1096990" y="69715"/>
                </a:lnTo>
                <a:lnTo>
                  <a:pt x="1097551" y="69811"/>
                </a:lnTo>
                <a:lnTo>
                  <a:pt x="1098128" y="69870"/>
                </a:lnTo>
                <a:lnTo>
                  <a:pt x="1098722" y="69890"/>
                </a:lnTo>
                <a:lnTo>
                  <a:pt x="1099250" y="69874"/>
                </a:lnTo>
                <a:lnTo>
                  <a:pt x="1099773" y="69826"/>
                </a:lnTo>
                <a:lnTo>
                  <a:pt x="1100288" y="69747"/>
                </a:lnTo>
                <a:lnTo>
                  <a:pt x="1100795" y="69637"/>
                </a:lnTo>
                <a:lnTo>
                  <a:pt x="1101292" y="69497"/>
                </a:lnTo>
                <a:lnTo>
                  <a:pt x="1101777" y="69326"/>
                </a:lnTo>
                <a:lnTo>
                  <a:pt x="1102250" y="69126"/>
                </a:lnTo>
                <a:lnTo>
                  <a:pt x="1102707" y="68897"/>
                </a:lnTo>
                <a:lnTo>
                  <a:pt x="1103149" y="68639"/>
                </a:lnTo>
                <a:lnTo>
                  <a:pt x="1103573" y="68352"/>
                </a:lnTo>
                <a:lnTo>
                  <a:pt x="1103978" y="68038"/>
                </a:lnTo>
                <a:lnTo>
                  <a:pt x="1104362" y="67696"/>
                </a:lnTo>
                <a:lnTo>
                  <a:pt x="1104725" y="67327"/>
                </a:lnTo>
                <a:lnTo>
                  <a:pt x="1105063" y="66931"/>
                </a:lnTo>
                <a:lnTo>
                  <a:pt x="1105377" y="66509"/>
                </a:lnTo>
                <a:lnTo>
                  <a:pt x="1105664" y="66062"/>
                </a:lnTo>
                <a:lnTo>
                  <a:pt x="1105923" y="65588"/>
                </a:lnTo>
                <a:lnTo>
                  <a:pt x="1106152" y="65090"/>
                </a:lnTo>
                <a:lnTo>
                  <a:pt x="1106350" y="64567"/>
                </a:lnTo>
                <a:lnTo>
                  <a:pt x="1106516" y="64020"/>
                </a:lnTo>
                <a:lnTo>
                  <a:pt x="1106647" y="63450"/>
                </a:lnTo>
                <a:lnTo>
                  <a:pt x="1106743" y="62856"/>
                </a:lnTo>
                <a:lnTo>
                  <a:pt x="1106801" y="62239"/>
                </a:lnTo>
                <a:lnTo>
                  <a:pt x="1106821" y="61599"/>
                </a:lnTo>
                <a:lnTo>
                  <a:pt x="1106808" y="61096"/>
                </a:lnTo>
                <a:lnTo>
                  <a:pt x="1106766" y="60554"/>
                </a:lnTo>
                <a:lnTo>
                  <a:pt x="1106690" y="59978"/>
                </a:lnTo>
                <a:lnTo>
                  <a:pt x="1106575" y="59374"/>
                </a:lnTo>
                <a:lnTo>
                  <a:pt x="1106417" y="58748"/>
                </a:lnTo>
                <a:lnTo>
                  <a:pt x="1106209" y="58104"/>
                </a:lnTo>
                <a:close/>
                <a:moveTo>
                  <a:pt x="1617748" y="124569"/>
                </a:moveTo>
                <a:lnTo>
                  <a:pt x="1617485" y="124172"/>
                </a:lnTo>
                <a:lnTo>
                  <a:pt x="1617182" y="123818"/>
                </a:lnTo>
                <a:lnTo>
                  <a:pt x="1616842" y="123507"/>
                </a:lnTo>
                <a:lnTo>
                  <a:pt x="1616464" y="123234"/>
                </a:lnTo>
                <a:lnTo>
                  <a:pt x="1616049" y="122998"/>
                </a:lnTo>
                <a:lnTo>
                  <a:pt x="1615598" y="122795"/>
                </a:lnTo>
                <a:lnTo>
                  <a:pt x="1615110" y="122623"/>
                </a:lnTo>
                <a:lnTo>
                  <a:pt x="1614586" y="122480"/>
                </a:lnTo>
                <a:lnTo>
                  <a:pt x="1614028" y="122363"/>
                </a:lnTo>
                <a:lnTo>
                  <a:pt x="1613434" y="122269"/>
                </a:lnTo>
                <a:lnTo>
                  <a:pt x="1612807" y="122196"/>
                </a:lnTo>
                <a:lnTo>
                  <a:pt x="1612146" y="122141"/>
                </a:lnTo>
                <a:lnTo>
                  <a:pt x="1611452" y="122102"/>
                </a:lnTo>
                <a:lnTo>
                  <a:pt x="1610725" y="122076"/>
                </a:lnTo>
                <a:lnTo>
                  <a:pt x="1609966" y="122060"/>
                </a:lnTo>
                <a:lnTo>
                  <a:pt x="1609175" y="122052"/>
                </a:lnTo>
                <a:lnTo>
                  <a:pt x="1608354" y="122049"/>
                </a:lnTo>
                <a:lnTo>
                  <a:pt x="1607501" y="122048"/>
                </a:lnTo>
                <a:lnTo>
                  <a:pt x="1607501" y="75459"/>
                </a:lnTo>
                <a:lnTo>
                  <a:pt x="1607500" y="74886"/>
                </a:lnTo>
                <a:lnTo>
                  <a:pt x="1607492" y="74142"/>
                </a:lnTo>
                <a:lnTo>
                  <a:pt x="1607468" y="73244"/>
                </a:lnTo>
                <a:lnTo>
                  <a:pt x="1607422" y="72209"/>
                </a:lnTo>
                <a:lnTo>
                  <a:pt x="1607346" y="71056"/>
                </a:lnTo>
                <a:lnTo>
                  <a:pt x="1607233" y="69800"/>
                </a:lnTo>
                <a:lnTo>
                  <a:pt x="1607076" y="68461"/>
                </a:lnTo>
                <a:lnTo>
                  <a:pt x="1606866" y="67054"/>
                </a:lnTo>
                <a:lnTo>
                  <a:pt x="1606597" y="65598"/>
                </a:lnTo>
                <a:lnTo>
                  <a:pt x="1606260" y="64110"/>
                </a:lnTo>
                <a:lnTo>
                  <a:pt x="1605849" y="62607"/>
                </a:lnTo>
                <a:lnTo>
                  <a:pt x="1605357" y="61107"/>
                </a:lnTo>
                <a:lnTo>
                  <a:pt x="1604774" y="59627"/>
                </a:lnTo>
                <a:lnTo>
                  <a:pt x="1604095" y="58184"/>
                </a:lnTo>
                <a:lnTo>
                  <a:pt x="1603312" y="56796"/>
                </a:lnTo>
                <a:lnTo>
                  <a:pt x="1602417" y="55480"/>
                </a:lnTo>
                <a:lnTo>
                  <a:pt x="1601403" y="54254"/>
                </a:lnTo>
                <a:lnTo>
                  <a:pt x="1600262" y="53135"/>
                </a:lnTo>
                <a:lnTo>
                  <a:pt x="1598988" y="52141"/>
                </a:lnTo>
                <a:lnTo>
                  <a:pt x="1597571" y="51288"/>
                </a:lnTo>
                <a:lnTo>
                  <a:pt x="1596006" y="50594"/>
                </a:lnTo>
                <a:lnTo>
                  <a:pt x="1594284" y="50077"/>
                </a:lnTo>
                <a:lnTo>
                  <a:pt x="1592399" y="49754"/>
                </a:lnTo>
                <a:lnTo>
                  <a:pt x="1590342" y="49643"/>
                </a:lnTo>
                <a:lnTo>
                  <a:pt x="1589608" y="49656"/>
                </a:lnTo>
                <a:lnTo>
                  <a:pt x="1588855" y="49697"/>
                </a:lnTo>
                <a:lnTo>
                  <a:pt x="1588083" y="49765"/>
                </a:lnTo>
                <a:lnTo>
                  <a:pt x="1587295" y="49863"/>
                </a:lnTo>
                <a:lnTo>
                  <a:pt x="1586493" y="49992"/>
                </a:lnTo>
                <a:lnTo>
                  <a:pt x="1585679" y="50152"/>
                </a:lnTo>
                <a:lnTo>
                  <a:pt x="1584855" y="50345"/>
                </a:lnTo>
                <a:lnTo>
                  <a:pt x="1584023" y="50571"/>
                </a:lnTo>
                <a:lnTo>
                  <a:pt x="1583185" y="50833"/>
                </a:lnTo>
                <a:lnTo>
                  <a:pt x="1582343" y="51130"/>
                </a:lnTo>
                <a:lnTo>
                  <a:pt x="1581499" y="51464"/>
                </a:lnTo>
                <a:lnTo>
                  <a:pt x="1580654" y="51836"/>
                </a:lnTo>
                <a:lnTo>
                  <a:pt x="1579812" y="52248"/>
                </a:lnTo>
                <a:lnTo>
                  <a:pt x="1578974" y="52699"/>
                </a:lnTo>
                <a:lnTo>
                  <a:pt x="1578142" y="53192"/>
                </a:lnTo>
                <a:lnTo>
                  <a:pt x="1577318" y="53728"/>
                </a:lnTo>
                <a:lnTo>
                  <a:pt x="1576504" y="54307"/>
                </a:lnTo>
                <a:lnTo>
                  <a:pt x="1575702" y="54930"/>
                </a:lnTo>
                <a:lnTo>
                  <a:pt x="1574914" y="55600"/>
                </a:lnTo>
                <a:lnTo>
                  <a:pt x="1574142" y="56316"/>
                </a:lnTo>
                <a:lnTo>
                  <a:pt x="1573389" y="57079"/>
                </a:lnTo>
                <a:lnTo>
                  <a:pt x="1572655" y="57892"/>
                </a:lnTo>
                <a:lnTo>
                  <a:pt x="1571943" y="58755"/>
                </a:lnTo>
                <a:lnTo>
                  <a:pt x="1571256" y="59669"/>
                </a:lnTo>
                <a:lnTo>
                  <a:pt x="1570881" y="58866"/>
                </a:lnTo>
                <a:lnTo>
                  <a:pt x="1570482" y="58095"/>
                </a:lnTo>
                <a:lnTo>
                  <a:pt x="1570057" y="57357"/>
                </a:lnTo>
                <a:lnTo>
                  <a:pt x="1569608" y="56651"/>
                </a:lnTo>
                <a:lnTo>
                  <a:pt x="1569136" y="55978"/>
                </a:lnTo>
                <a:lnTo>
                  <a:pt x="1568641" y="55337"/>
                </a:lnTo>
                <a:lnTo>
                  <a:pt x="1568124" y="54730"/>
                </a:lnTo>
                <a:lnTo>
                  <a:pt x="1567586" y="54157"/>
                </a:lnTo>
                <a:lnTo>
                  <a:pt x="1567027" y="53616"/>
                </a:lnTo>
                <a:lnTo>
                  <a:pt x="1566447" y="53110"/>
                </a:lnTo>
                <a:lnTo>
                  <a:pt x="1565849" y="52637"/>
                </a:lnTo>
                <a:lnTo>
                  <a:pt x="1565231" y="52198"/>
                </a:lnTo>
                <a:lnTo>
                  <a:pt x="1564596" y="51793"/>
                </a:lnTo>
                <a:lnTo>
                  <a:pt x="1563943" y="51423"/>
                </a:lnTo>
                <a:lnTo>
                  <a:pt x="1563273" y="51087"/>
                </a:lnTo>
                <a:lnTo>
                  <a:pt x="1562587" y="50786"/>
                </a:lnTo>
                <a:lnTo>
                  <a:pt x="1561886" y="50519"/>
                </a:lnTo>
                <a:lnTo>
                  <a:pt x="1561170" y="50288"/>
                </a:lnTo>
                <a:lnTo>
                  <a:pt x="1560440" y="50091"/>
                </a:lnTo>
                <a:lnTo>
                  <a:pt x="1559697" y="49930"/>
                </a:lnTo>
                <a:lnTo>
                  <a:pt x="1558941" y="49805"/>
                </a:lnTo>
                <a:lnTo>
                  <a:pt x="1558173" y="49715"/>
                </a:lnTo>
                <a:lnTo>
                  <a:pt x="1557393" y="49661"/>
                </a:lnTo>
                <a:lnTo>
                  <a:pt x="1556603" y="49643"/>
                </a:lnTo>
                <a:lnTo>
                  <a:pt x="1555834" y="49657"/>
                </a:lnTo>
                <a:lnTo>
                  <a:pt x="1555069" y="49699"/>
                </a:lnTo>
                <a:lnTo>
                  <a:pt x="1554309" y="49767"/>
                </a:lnTo>
                <a:lnTo>
                  <a:pt x="1553554" y="49863"/>
                </a:lnTo>
                <a:lnTo>
                  <a:pt x="1552804" y="49984"/>
                </a:lnTo>
                <a:lnTo>
                  <a:pt x="1552061" y="50131"/>
                </a:lnTo>
                <a:lnTo>
                  <a:pt x="1551323" y="50303"/>
                </a:lnTo>
                <a:lnTo>
                  <a:pt x="1550591" y="50500"/>
                </a:lnTo>
                <a:lnTo>
                  <a:pt x="1549866" y="50721"/>
                </a:lnTo>
                <a:lnTo>
                  <a:pt x="1549148" y="50966"/>
                </a:lnTo>
                <a:lnTo>
                  <a:pt x="1548438" y="51233"/>
                </a:lnTo>
                <a:lnTo>
                  <a:pt x="1547735" y="51524"/>
                </a:lnTo>
                <a:lnTo>
                  <a:pt x="1547040" y="51836"/>
                </a:lnTo>
                <a:lnTo>
                  <a:pt x="1546354" y="52170"/>
                </a:lnTo>
                <a:lnTo>
                  <a:pt x="1545676" y="52525"/>
                </a:lnTo>
                <a:lnTo>
                  <a:pt x="1545007" y="52901"/>
                </a:lnTo>
                <a:lnTo>
                  <a:pt x="1544348" y="53296"/>
                </a:lnTo>
                <a:lnTo>
                  <a:pt x="1543698" y="53711"/>
                </a:lnTo>
                <a:lnTo>
                  <a:pt x="1543059" y="54146"/>
                </a:lnTo>
                <a:lnTo>
                  <a:pt x="1542430" y="54599"/>
                </a:lnTo>
                <a:lnTo>
                  <a:pt x="1541811" y="55070"/>
                </a:lnTo>
                <a:lnTo>
                  <a:pt x="1541204" y="55558"/>
                </a:lnTo>
                <a:lnTo>
                  <a:pt x="1540607" y="56064"/>
                </a:lnTo>
                <a:lnTo>
                  <a:pt x="1540023" y="56586"/>
                </a:lnTo>
                <a:lnTo>
                  <a:pt x="1539957" y="55889"/>
                </a:lnTo>
                <a:lnTo>
                  <a:pt x="1539857" y="55250"/>
                </a:lnTo>
                <a:lnTo>
                  <a:pt x="1539723" y="54667"/>
                </a:lnTo>
                <a:lnTo>
                  <a:pt x="1539559" y="54137"/>
                </a:lnTo>
                <a:lnTo>
                  <a:pt x="1539365" y="53657"/>
                </a:lnTo>
                <a:lnTo>
                  <a:pt x="1539143" y="53225"/>
                </a:lnTo>
                <a:lnTo>
                  <a:pt x="1538896" y="52839"/>
                </a:lnTo>
                <a:lnTo>
                  <a:pt x="1538623" y="52495"/>
                </a:lnTo>
                <a:lnTo>
                  <a:pt x="1538328" y="52192"/>
                </a:lnTo>
                <a:lnTo>
                  <a:pt x="1538012" y="51927"/>
                </a:lnTo>
                <a:lnTo>
                  <a:pt x="1537677" y="51697"/>
                </a:lnTo>
                <a:lnTo>
                  <a:pt x="1537324" y="51499"/>
                </a:lnTo>
                <a:lnTo>
                  <a:pt x="1536954" y="51332"/>
                </a:lnTo>
                <a:lnTo>
                  <a:pt x="1536571" y="51193"/>
                </a:lnTo>
                <a:lnTo>
                  <a:pt x="1536174" y="51079"/>
                </a:lnTo>
                <a:lnTo>
                  <a:pt x="1535767" y="50988"/>
                </a:lnTo>
                <a:lnTo>
                  <a:pt x="1535350" y="50917"/>
                </a:lnTo>
                <a:lnTo>
                  <a:pt x="1534925" y="50864"/>
                </a:lnTo>
                <a:lnTo>
                  <a:pt x="1534495" y="50825"/>
                </a:lnTo>
                <a:lnTo>
                  <a:pt x="1534060" y="50800"/>
                </a:lnTo>
                <a:lnTo>
                  <a:pt x="1533622" y="50784"/>
                </a:lnTo>
                <a:lnTo>
                  <a:pt x="1533183" y="50776"/>
                </a:lnTo>
                <a:lnTo>
                  <a:pt x="1532745" y="50773"/>
                </a:lnTo>
                <a:lnTo>
                  <a:pt x="1532310" y="50773"/>
                </a:lnTo>
                <a:lnTo>
                  <a:pt x="1526141" y="50773"/>
                </a:lnTo>
                <a:lnTo>
                  <a:pt x="1525769" y="50773"/>
                </a:lnTo>
                <a:lnTo>
                  <a:pt x="1525378" y="50776"/>
                </a:lnTo>
                <a:lnTo>
                  <a:pt x="1524971" y="50784"/>
                </a:lnTo>
                <a:lnTo>
                  <a:pt x="1524551" y="50799"/>
                </a:lnTo>
                <a:lnTo>
                  <a:pt x="1524122" y="50825"/>
                </a:lnTo>
                <a:lnTo>
                  <a:pt x="1523686" y="50863"/>
                </a:lnTo>
                <a:lnTo>
                  <a:pt x="1523246" y="50916"/>
                </a:lnTo>
                <a:lnTo>
                  <a:pt x="1522806" y="50987"/>
                </a:lnTo>
                <a:lnTo>
                  <a:pt x="1522369" y="51078"/>
                </a:lnTo>
                <a:lnTo>
                  <a:pt x="1521938" y="51191"/>
                </a:lnTo>
                <a:lnTo>
                  <a:pt x="1521515" y="51330"/>
                </a:lnTo>
                <a:lnTo>
                  <a:pt x="1521104" y="51496"/>
                </a:lnTo>
                <a:lnTo>
                  <a:pt x="1520709" y="51692"/>
                </a:lnTo>
                <a:lnTo>
                  <a:pt x="1520331" y="51921"/>
                </a:lnTo>
                <a:lnTo>
                  <a:pt x="1519975" y="52186"/>
                </a:lnTo>
                <a:lnTo>
                  <a:pt x="1519643" y="52487"/>
                </a:lnTo>
                <a:lnTo>
                  <a:pt x="1519339" y="52829"/>
                </a:lnTo>
                <a:lnTo>
                  <a:pt x="1519065" y="53214"/>
                </a:lnTo>
                <a:lnTo>
                  <a:pt x="1518825" y="53644"/>
                </a:lnTo>
                <a:lnTo>
                  <a:pt x="1518621" y="54122"/>
                </a:lnTo>
                <a:lnTo>
                  <a:pt x="1518457" y="54649"/>
                </a:lnTo>
                <a:lnTo>
                  <a:pt x="1518337" y="55230"/>
                </a:lnTo>
                <a:lnTo>
                  <a:pt x="1518262" y="55866"/>
                </a:lnTo>
                <a:lnTo>
                  <a:pt x="1518236" y="56560"/>
                </a:lnTo>
                <a:lnTo>
                  <a:pt x="1518257" y="57276"/>
                </a:lnTo>
                <a:lnTo>
                  <a:pt x="1518320" y="57932"/>
                </a:lnTo>
                <a:lnTo>
                  <a:pt x="1518424" y="58532"/>
                </a:lnTo>
                <a:lnTo>
                  <a:pt x="1518569" y="59077"/>
                </a:lnTo>
                <a:lnTo>
                  <a:pt x="1518753" y="59570"/>
                </a:lnTo>
                <a:lnTo>
                  <a:pt x="1518978" y="60014"/>
                </a:lnTo>
                <a:lnTo>
                  <a:pt x="1519241" y="60411"/>
                </a:lnTo>
                <a:lnTo>
                  <a:pt x="1519544" y="60764"/>
                </a:lnTo>
                <a:lnTo>
                  <a:pt x="1519884" y="61076"/>
                </a:lnTo>
                <a:lnTo>
                  <a:pt x="1520262" y="61349"/>
                </a:lnTo>
                <a:lnTo>
                  <a:pt x="1520677" y="61585"/>
                </a:lnTo>
                <a:lnTo>
                  <a:pt x="1521129" y="61788"/>
                </a:lnTo>
                <a:lnTo>
                  <a:pt x="1521617" y="61959"/>
                </a:lnTo>
                <a:lnTo>
                  <a:pt x="1522141" y="62103"/>
                </a:lnTo>
                <a:lnTo>
                  <a:pt x="1522700" y="62220"/>
                </a:lnTo>
                <a:lnTo>
                  <a:pt x="1523293" y="62313"/>
                </a:lnTo>
                <a:lnTo>
                  <a:pt x="1523921" y="62386"/>
                </a:lnTo>
                <a:lnTo>
                  <a:pt x="1524582" y="62441"/>
                </a:lnTo>
                <a:lnTo>
                  <a:pt x="1525276" y="62481"/>
                </a:lnTo>
                <a:lnTo>
                  <a:pt x="1526003" y="62507"/>
                </a:lnTo>
                <a:lnTo>
                  <a:pt x="1526762" y="62523"/>
                </a:lnTo>
                <a:lnTo>
                  <a:pt x="1527553" y="62531"/>
                </a:lnTo>
                <a:lnTo>
                  <a:pt x="1528374" y="62534"/>
                </a:lnTo>
                <a:lnTo>
                  <a:pt x="1529227" y="62535"/>
                </a:lnTo>
                <a:lnTo>
                  <a:pt x="1529227" y="122048"/>
                </a:lnTo>
                <a:lnTo>
                  <a:pt x="1528374" y="122049"/>
                </a:lnTo>
                <a:lnTo>
                  <a:pt x="1527553" y="122052"/>
                </a:lnTo>
                <a:lnTo>
                  <a:pt x="1526762" y="122060"/>
                </a:lnTo>
                <a:lnTo>
                  <a:pt x="1526003" y="122076"/>
                </a:lnTo>
                <a:lnTo>
                  <a:pt x="1525276" y="122102"/>
                </a:lnTo>
                <a:lnTo>
                  <a:pt x="1524582" y="122141"/>
                </a:lnTo>
                <a:lnTo>
                  <a:pt x="1523921" y="122196"/>
                </a:lnTo>
                <a:lnTo>
                  <a:pt x="1523293" y="122269"/>
                </a:lnTo>
                <a:lnTo>
                  <a:pt x="1522700" y="122363"/>
                </a:lnTo>
                <a:lnTo>
                  <a:pt x="1522141" y="122480"/>
                </a:lnTo>
                <a:lnTo>
                  <a:pt x="1521617" y="122623"/>
                </a:lnTo>
                <a:lnTo>
                  <a:pt x="1521129" y="122795"/>
                </a:lnTo>
                <a:lnTo>
                  <a:pt x="1520677" y="122998"/>
                </a:lnTo>
                <a:lnTo>
                  <a:pt x="1520262" y="123234"/>
                </a:lnTo>
                <a:lnTo>
                  <a:pt x="1519884" y="123507"/>
                </a:lnTo>
                <a:lnTo>
                  <a:pt x="1519544" y="123818"/>
                </a:lnTo>
                <a:lnTo>
                  <a:pt x="1519241" y="124172"/>
                </a:lnTo>
                <a:lnTo>
                  <a:pt x="1518978" y="124569"/>
                </a:lnTo>
                <a:lnTo>
                  <a:pt x="1518753" y="125013"/>
                </a:lnTo>
                <a:lnTo>
                  <a:pt x="1518569" y="125506"/>
                </a:lnTo>
                <a:lnTo>
                  <a:pt x="1518424" y="126051"/>
                </a:lnTo>
                <a:lnTo>
                  <a:pt x="1518320" y="126650"/>
                </a:lnTo>
                <a:lnTo>
                  <a:pt x="1518257" y="127307"/>
                </a:lnTo>
                <a:lnTo>
                  <a:pt x="1518236" y="128023"/>
                </a:lnTo>
                <a:lnTo>
                  <a:pt x="1518263" y="128717"/>
                </a:lnTo>
                <a:lnTo>
                  <a:pt x="1518340" y="129352"/>
                </a:lnTo>
                <a:lnTo>
                  <a:pt x="1518465" y="129932"/>
                </a:lnTo>
                <a:lnTo>
                  <a:pt x="1518635" y="130460"/>
                </a:lnTo>
                <a:lnTo>
                  <a:pt x="1518845" y="130937"/>
                </a:lnTo>
                <a:lnTo>
                  <a:pt x="1519092" y="131367"/>
                </a:lnTo>
                <a:lnTo>
                  <a:pt x="1519374" y="131752"/>
                </a:lnTo>
                <a:lnTo>
                  <a:pt x="1519686" y="132093"/>
                </a:lnTo>
                <a:lnTo>
                  <a:pt x="1520026" y="132395"/>
                </a:lnTo>
                <a:lnTo>
                  <a:pt x="1520390" y="132659"/>
                </a:lnTo>
                <a:lnTo>
                  <a:pt x="1520775" y="132888"/>
                </a:lnTo>
                <a:lnTo>
                  <a:pt x="1521177" y="133084"/>
                </a:lnTo>
                <a:lnTo>
                  <a:pt x="1521593" y="133250"/>
                </a:lnTo>
                <a:lnTo>
                  <a:pt x="1522020" y="133389"/>
                </a:lnTo>
                <a:lnTo>
                  <a:pt x="1522454" y="133502"/>
                </a:lnTo>
                <a:lnTo>
                  <a:pt x="1522893" y="133593"/>
                </a:lnTo>
                <a:lnTo>
                  <a:pt x="1523332" y="133664"/>
                </a:lnTo>
                <a:lnTo>
                  <a:pt x="1523768" y="133717"/>
                </a:lnTo>
                <a:lnTo>
                  <a:pt x="1524198" y="133755"/>
                </a:lnTo>
                <a:lnTo>
                  <a:pt x="1524619" y="133780"/>
                </a:lnTo>
                <a:lnTo>
                  <a:pt x="1525027" y="133796"/>
                </a:lnTo>
                <a:lnTo>
                  <a:pt x="1525419" y="133804"/>
                </a:lnTo>
                <a:lnTo>
                  <a:pt x="1525791" y="133807"/>
                </a:lnTo>
                <a:lnTo>
                  <a:pt x="1526141" y="133807"/>
                </a:lnTo>
                <a:lnTo>
                  <a:pt x="1543109" y="133807"/>
                </a:lnTo>
                <a:lnTo>
                  <a:pt x="1543481" y="133807"/>
                </a:lnTo>
                <a:lnTo>
                  <a:pt x="1543872" y="133804"/>
                </a:lnTo>
                <a:lnTo>
                  <a:pt x="1544279" y="133796"/>
                </a:lnTo>
                <a:lnTo>
                  <a:pt x="1544698" y="133780"/>
                </a:lnTo>
                <a:lnTo>
                  <a:pt x="1545128" y="133755"/>
                </a:lnTo>
                <a:lnTo>
                  <a:pt x="1545564" y="133717"/>
                </a:lnTo>
                <a:lnTo>
                  <a:pt x="1546003" y="133664"/>
                </a:lnTo>
                <a:lnTo>
                  <a:pt x="1546443" y="133593"/>
                </a:lnTo>
                <a:lnTo>
                  <a:pt x="1546880" y="133502"/>
                </a:lnTo>
                <a:lnTo>
                  <a:pt x="1547311" y="133389"/>
                </a:lnTo>
                <a:lnTo>
                  <a:pt x="1547734" y="133250"/>
                </a:lnTo>
                <a:lnTo>
                  <a:pt x="1548144" y="133084"/>
                </a:lnTo>
                <a:lnTo>
                  <a:pt x="1548540" y="132888"/>
                </a:lnTo>
                <a:lnTo>
                  <a:pt x="1548917" y="132659"/>
                </a:lnTo>
                <a:lnTo>
                  <a:pt x="1549273" y="132395"/>
                </a:lnTo>
                <a:lnTo>
                  <a:pt x="1549605" y="132093"/>
                </a:lnTo>
                <a:lnTo>
                  <a:pt x="1549909" y="131752"/>
                </a:lnTo>
                <a:lnTo>
                  <a:pt x="1550183" y="131367"/>
                </a:lnTo>
                <a:lnTo>
                  <a:pt x="1550423" y="130937"/>
                </a:lnTo>
                <a:lnTo>
                  <a:pt x="1550626" y="130460"/>
                </a:lnTo>
                <a:lnTo>
                  <a:pt x="1550790" y="129932"/>
                </a:lnTo>
                <a:lnTo>
                  <a:pt x="1550910" y="129352"/>
                </a:lnTo>
                <a:lnTo>
                  <a:pt x="1550985" y="128717"/>
                </a:lnTo>
                <a:lnTo>
                  <a:pt x="1551011" y="128023"/>
                </a:lnTo>
                <a:lnTo>
                  <a:pt x="1550990" y="127307"/>
                </a:lnTo>
                <a:lnTo>
                  <a:pt x="1550927" y="126650"/>
                </a:lnTo>
                <a:lnTo>
                  <a:pt x="1550823" y="126051"/>
                </a:lnTo>
                <a:lnTo>
                  <a:pt x="1550679" y="125506"/>
                </a:lnTo>
                <a:lnTo>
                  <a:pt x="1550494" y="125013"/>
                </a:lnTo>
                <a:lnTo>
                  <a:pt x="1550270" y="124569"/>
                </a:lnTo>
                <a:lnTo>
                  <a:pt x="1550006" y="124172"/>
                </a:lnTo>
                <a:lnTo>
                  <a:pt x="1549704" y="123818"/>
                </a:lnTo>
                <a:lnTo>
                  <a:pt x="1549364" y="123507"/>
                </a:lnTo>
                <a:lnTo>
                  <a:pt x="1548986" y="123234"/>
                </a:lnTo>
                <a:lnTo>
                  <a:pt x="1548571" y="122998"/>
                </a:lnTo>
                <a:lnTo>
                  <a:pt x="1548119" y="122795"/>
                </a:lnTo>
                <a:lnTo>
                  <a:pt x="1547631" y="122623"/>
                </a:lnTo>
                <a:lnTo>
                  <a:pt x="1547108" y="122480"/>
                </a:lnTo>
                <a:lnTo>
                  <a:pt x="1546549" y="122363"/>
                </a:lnTo>
                <a:lnTo>
                  <a:pt x="1545956" y="122269"/>
                </a:lnTo>
                <a:lnTo>
                  <a:pt x="1545329" y="122196"/>
                </a:lnTo>
                <a:lnTo>
                  <a:pt x="1544668" y="122141"/>
                </a:lnTo>
                <a:lnTo>
                  <a:pt x="1543973" y="122102"/>
                </a:lnTo>
                <a:lnTo>
                  <a:pt x="1543247" y="122076"/>
                </a:lnTo>
                <a:lnTo>
                  <a:pt x="1542488" y="122060"/>
                </a:lnTo>
                <a:lnTo>
                  <a:pt x="1541697" y="122052"/>
                </a:lnTo>
                <a:lnTo>
                  <a:pt x="1540875" y="122049"/>
                </a:lnTo>
                <a:lnTo>
                  <a:pt x="1540023" y="122048"/>
                </a:lnTo>
                <a:lnTo>
                  <a:pt x="1540023" y="87574"/>
                </a:lnTo>
                <a:lnTo>
                  <a:pt x="1540064" y="85476"/>
                </a:lnTo>
                <a:lnTo>
                  <a:pt x="1540183" y="83463"/>
                </a:lnTo>
                <a:lnTo>
                  <a:pt x="1540378" y="81534"/>
                </a:lnTo>
                <a:lnTo>
                  <a:pt x="1540645" y="79691"/>
                </a:lnTo>
                <a:lnTo>
                  <a:pt x="1540981" y="77934"/>
                </a:lnTo>
                <a:lnTo>
                  <a:pt x="1541382" y="76263"/>
                </a:lnTo>
                <a:lnTo>
                  <a:pt x="1541844" y="74678"/>
                </a:lnTo>
                <a:lnTo>
                  <a:pt x="1542365" y="73181"/>
                </a:lnTo>
                <a:lnTo>
                  <a:pt x="1542941" y="71771"/>
                </a:lnTo>
                <a:lnTo>
                  <a:pt x="1543568" y="70449"/>
                </a:lnTo>
                <a:lnTo>
                  <a:pt x="1544244" y="69215"/>
                </a:lnTo>
                <a:lnTo>
                  <a:pt x="1544963" y="68070"/>
                </a:lnTo>
                <a:lnTo>
                  <a:pt x="1545724" y="67014"/>
                </a:lnTo>
                <a:lnTo>
                  <a:pt x="1546523" y="66047"/>
                </a:lnTo>
                <a:lnTo>
                  <a:pt x="1547356" y="65171"/>
                </a:lnTo>
                <a:lnTo>
                  <a:pt x="1548220" y="64385"/>
                </a:lnTo>
                <a:lnTo>
                  <a:pt x="1549112" y="63690"/>
                </a:lnTo>
                <a:lnTo>
                  <a:pt x="1550027" y="63087"/>
                </a:lnTo>
                <a:lnTo>
                  <a:pt x="1550963" y="62574"/>
                </a:lnTo>
                <a:lnTo>
                  <a:pt x="1551916" y="62155"/>
                </a:lnTo>
                <a:lnTo>
                  <a:pt x="1552883" y="61827"/>
                </a:lnTo>
                <a:lnTo>
                  <a:pt x="1553861" y="61593"/>
                </a:lnTo>
                <a:lnTo>
                  <a:pt x="1554845" y="61452"/>
                </a:lnTo>
                <a:lnTo>
                  <a:pt x="1555832" y="61405"/>
                </a:lnTo>
                <a:lnTo>
                  <a:pt x="1556377" y="61423"/>
                </a:lnTo>
                <a:lnTo>
                  <a:pt x="1556904" y="61477"/>
                </a:lnTo>
                <a:lnTo>
                  <a:pt x="1557412" y="61570"/>
                </a:lnTo>
                <a:lnTo>
                  <a:pt x="1557900" y="61706"/>
                </a:lnTo>
                <a:lnTo>
                  <a:pt x="1558369" y="61885"/>
                </a:lnTo>
                <a:lnTo>
                  <a:pt x="1558817" y="62112"/>
                </a:lnTo>
                <a:lnTo>
                  <a:pt x="1559245" y="62389"/>
                </a:lnTo>
                <a:lnTo>
                  <a:pt x="1559652" y="62717"/>
                </a:lnTo>
                <a:lnTo>
                  <a:pt x="1560038" y="63101"/>
                </a:lnTo>
                <a:lnTo>
                  <a:pt x="1560401" y="63542"/>
                </a:lnTo>
                <a:lnTo>
                  <a:pt x="1560743" y="64043"/>
                </a:lnTo>
                <a:lnTo>
                  <a:pt x="1561062" y="64606"/>
                </a:lnTo>
                <a:lnTo>
                  <a:pt x="1561357" y="65235"/>
                </a:lnTo>
                <a:lnTo>
                  <a:pt x="1561629" y="65931"/>
                </a:lnTo>
                <a:lnTo>
                  <a:pt x="1561878" y="66698"/>
                </a:lnTo>
                <a:lnTo>
                  <a:pt x="1562102" y="67538"/>
                </a:lnTo>
                <a:lnTo>
                  <a:pt x="1562301" y="68453"/>
                </a:lnTo>
                <a:lnTo>
                  <a:pt x="1562475" y="69446"/>
                </a:lnTo>
                <a:lnTo>
                  <a:pt x="1562623" y="70520"/>
                </a:lnTo>
                <a:lnTo>
                  <a:pt x="1562745" y="71678"/>
                </a:lnTo>
                <a:lnTo>
                  <a:pt x="1562841" y="72921"/>
                </a:lnTo>
                <a:lnTo>
                  <a:pt x="1562910" y="74253"/>
                </a:lnTo>
                <a:lnTo>
                  <a:pt x="1562952" y="75675"/>
                </a:lnTo>
                <a:lnTo>
                  <a:pt x="1562966" y="77192"/>
                </a:lnTo>
                <a:lnTo>
                  <a:pt x="1562966" y="122048"/>
                </a:lnTo>
                <a:lnTo>
                  <a:pt x="1562503" y="122049"/>
                </a:lnTo>
                <a:lnTo>
                  <a:pt x="1562030" y="122052"/>
                </a:lnTo>
                <a:lnTo>
                  <a:pt x="1561550" y="122060"/>
                </a:lnTo>
                <a:lnTo>
                  <a:pt x="1561066" y="122076"/>
                </a:lnTo>
                <a:lnTo>
                  <a:pt x="1560580" y="122102"/>
                </a:lnTo>
                <a:lnTo>
                  <a:pt x="1560095" y="122141"/>
                </a:lnTo>
                <a:lnTo>
                  <a:pt x="1559614" y="122196"/>
                </a:lnTo>
                <a:lnTo>
                  <a:pt x="1559139" y="122269"/>
                </a:lnTo>
                <a:lnTo>
                  <a:pt x="1558672" y="122363"/>
                </a:lnTo>
                <a:lnTo>
                  <a:pt x="1558217" y="122480"/>
                </a:lnTo>
                <a:lnTo>
                  <a:pt x="1557775" y="122623"/>
                </a:lnTo>
                <a:lnTo>
                  <a:pt x="1557350" y="122795"/>
                </a:lnTo>
                <a:lnTo>
                  <a:pt x="1556945" y="122998"/>
                </a:lnTo>
                <a:lnTo>
                  <a:pt x="1556560" y="123234"/>
                </a:lnTo>
                <a:lnTo>
                  <a:pt x="1556201" y="123507"/>
                </a:lnTo>
                <a:lnTo>
                  <a:pt x="1555868" y="123818"/>
                </a:lnTo>
                <a:lnTo>
                  <a:pt x="1555564" y="124172"/>
                </a:lnTo>
                <a:lnTo>
                  <a:pt x="1555292" y="124569"/>
                </a:lnTo>
                <a:lnTo>
                  <a:pt x="1555056" y="125013"/>
                </a:lnTo>
                <a:lnTo>
                  <a:pt x="1554856" y="125506"/>
                </a:lnTo>
                <a:lnTo>
                  <a:pt x="1554696" y="126051"/>
                </a:lnTo>
                <a:lnTo>
                  <a:pt x="1554579" y="126650"/>
                </a:lnTo>
                <a:lnTo>
                  <a:pt x="1554507" y="127307"/>
                </a:lnTo>
                <a:lnTo>
                  <a:pt x="1554482" y="128023"/>
                </a:lnTo>
                <a:lnTo>
                  <a:pt x="1554508" y="128717"/>
                </a:lnTo>
                <a:lnTo>
                  <a:pt x="1554586" y="129352"/>
                </a:lnTo>
                <a:lnTo>
                  <a:pt x="1554711" y="129932"/>
                </a:lnTo>
                <a:lnTo>
                  <a:pt x="1554880" y="130460"/>
                </a:lnTo>
                <a:lnTo>
                  <a:pt x="1555090" y="130937"/>
                </a:lnTo>
                <a:lnTo>
                  <a:pt x="1555338" y="131367"/>
                </a:lnTo>
                <a:lnTo>
                  <a:pt x="1555619" y="131752"/>
                </a:lnTo>
                <a:lnTo>
                  <a:pt x="1555932" y="132093"/>
                </a:lnTo>
                <a:lnTo>
                  <a:pt x="1556272" y="132395"/>
                </a:lnTo>
                <a:lnTo>
                  <a:pt x="1556636" y="132659"/>
                </a:lnTo>
                <a:lnTo>
                  <a:pt x="1557020" y="132888"/>
                </a:lnTo>
                <a:lnTo>
                  <a:pt x="1557423" y="133084"/>
                </a:lnTo>
                <a:lnTo>
                  <a:pt x="1557839" y="133250"/>
                </a:lnTo>
                <a:lnTo>
                  <a:pt x="1558266" y="133389"/>
                </a:lnTo>
                <a:lnTo>
                  <a:pt x="1558700" y="133502"/>
                </a:lnTo>
                <a:lnTo>
                  <a:pt x="1559138" y="133593"/>
                </a:lnTo>
                <a:lnTo>
                  <a:pt x="1559577" y="133664"/>
                </a:lnTo>
                <a:lnTo>
                  <a:pt x="1560013" y="133717"/>
                </a:lnTo>
                <a:lnTo>
                  <a:pt x="1560443" y="133755"/>
                </a:lnTo>
                <a:lnTo>
                  <a:pt x="1560864" y="133780"/>
                </a:lnTo>
                <a:lnTo>
                  <a:pt x="1561272" y="133796"/>
                </a:lnTo>
                <a:lnTo>
                  <a:pt x="1561664" y="133804"/>
                </a:lnTo>
                <a:lnTo>
                  <a:pt x="1562037" y="133807"/>
                </a:lnTo>
                <a:lnTo>
                  <a:pt x="1562386" y="133807"/>
                </a:lnTo>
                <a:lnTo>
                  <a:pt x="1576845" y="133807"/>
                </a:lnTo>
                <a:lnTo>
                  <a:pt x="1577217" y="133807"/>
                </a:lnTo>
                <a:lnTo>
                  <a:pt x="1577608" y="133804"/>
                </a:lnTo>
                <a:lnTo>
                  <a:pt x="1578015" y="133796"/>
                </a:lnTo>
                <a:lnTo>
                  <a:pt x="1578435" y="133780"/>
                </a:lnTo>
                <a:lnTo>
                  <a:pt x="1578864" y="133755"/>
                </a:lnTo>
                <a:lnTo>
                  <a:pt x="1579300" y="133717"/>
                </a:lnTo>
                <a:lnTo>
                  <a:pt x="1579740" y="133664"/>
                </a:lnTo>
                <a:lnTo>
                  <a:pt x="1580180" y="133593"/>
                </a:lnTo>
                <a:lnTo>
                  <a:pt x="1580617" y="133502"/>
                </a:lnTo>
                <a:lnTo>
                  <a:pt x="1581049" y="133389"/>
                </a:lnTo>
                <a:lnTo>
                  <a:pt x="1581471" y="133250"/>
                </a:lnTo>
                <a:lnTo>
                  <a:pt x="1581882" y="133084"/>
                </a:lnTo>
                <a:lnTo>
                  <a:pt x="1582278" y="132888"/>
                </a:lnTo>
                <a:lnTo>
                  <a:pt x="1582655" y="132659"/>
                </a:lnTo>
                <a:lnTo>
                  <a:pt x="1583011" y="132395"/>
                </a:lnTo>
                <a:lnTo>
                  <a:pt x="1583343" y="132093"/>
                </a:lnTo>
                <a:lnTo>
                  <a:pt x="1583647" y="131752"/>
                </a:lnTo>
                <a:lnTo>
                  <a:pt x="1583921" y="131367"/>
                </a:lnTo>
                <a:lnTo>
                  <a:pt x="1584162" y="130937"/>
                </a:lnTo>
                <a:lnTo>
                  <a:pt x="1584365" y="130460"/>
                </a:lnTo>
                <a:lnTo>
                  <a:pt x="1584529" y="129932"/>
                </a:lnTo>
                <a:lnTo>
                  <a:pt x="1584649" y="129352"/>
                </a:lnTo>
                <a:lnTo>
                  <a:pt x="1584724" y="128717"/>
                </a:lnTo>
                <a:lnTo>
                  <a:pt x="1584750" y="128023"/>
                </a:lnTo>
                <a:lnTo>
                  <a:pt x="1584729" y="127307"/>
                </a:lnTo>
                <a:lnTo>
                  <a:pt x="1584666" y="126650"/>
                </a:lnTo>
                <a:lnTo>
                  <a:pt x="1584562" y="126051"/>
                </a:lnTo>
                <a:lnTo>
                  <a:pt x="1584418" y="125506"/>
                </a:lnTo>
                <a:lnTo>
                  <a:pt x="1584233" y="125013"/>
                </a:lnTo>
                <a:lnTo>
                  <a:pt x="1584009" y="124569"/>
                </a:lnTo>
                <a:lnTo>
                  <a:pt x="1583745" y="124172"/>
                </a:lnTo>
                <a:lnTo>
                  <a:pt x="1583443" y="123818"/>
                </a:lnTo>
                <a:lnTo>
                  <a:pt x="1583103" y="123507"/>
                </a:lnTo>
                <a:lnTo>
                  <a:pt x="1582725" y="123234"/>
                </a:lnTo>
                <a:lnTo>
                  <a:pt x="1582310" y="122998"/>
                </a:lnTo>
                <a:lnTo>
                  <a:pt x="1581858" y="122795"/>
                </a:lnTo>
                <a:lnTo>
                  <a:pt x="1581371" y="122623"/>
                </a:lnTo>
                <a:lnTo>
                  <a:pt x="1580847" y="122480"/>
                </a:lnTo>
                <a:lnTo>
                  <a:pt x="1580288" y="122363"/>
                </a:lnTo>
                <a:lnTo>
                  <a:pt x="1579695" y="122269"/>
                </a:lnTo>
                <a:lnTo>
                  <a:pt x="1579068" y="122196"/>
                </a:lnTo>
                <a:lnTo>
                  <a:pt x="1578407" y="122141"/>
                </a:lnTo>
                <a:lnTo>
                  <a:pt x="1577713" y="122102"/>
                </a:lnTo>
                <a:lnTo>
                  <a:pt x="1576986" y="122076"/>
                </a:lnTo>
                <a:lnTo>
                  <a:pt x="1576227" y="122060"/>
                </a:lnTo>
                <a:lnTo>
                  <a:pt x="1575436" y="122052"/>
                </a:lnTo>
                <a:lnTo>
                  <a:pt x="1574615" y="122049"/>
                </a:lnTo>
                <a:lnTo>
                  <a:pt x="1573762" y="122048"/>
                </a:lnTo>
                <a:lnTo>
                  <a:pt x="1573762" y="87589"/>
                </a:lnTo>
                <a:lnTo>
                  <a:pt x="1573803" y="85489"/>
                </a:lnTo>
                <a:lnTo>
                  <a:pt x="1573922" y="83474"/>
                </a:lnTo>
                <a:lnTo>
                  <a:pt x="1574117" y="81544"/>
                </a:lnTo>
                <a:lnTo>
                  <a:pt x="1574384" y="79700"/>
                </a:lnTo>
                <a:lnTo>
                  <a:pt x="1574720" y="77941"/>
                </a:lnTo>
                <a:lnTo>
                  <a:pt x="1575121" y="76269"/>
                </a:lnTo>
                <a:lnTo>
                  <a:pt x="1575583" y="74684"/>
                </a:lnTo>
                <a:lnTo>
                  <a:pt x="1576104" y="73185"/>
                </a:lnTo>
                <a:lnTo>
                  <a:pt x="1576680" y="71774"/>
                </a:lnTo>
                <a:lnTo>
                  <a:pt x="1577307" y="70452"/>
                </a:lnTo>
                <a:lnTo>
                  <a:pt x="1577983" y="69217"/>
                </a:lnTo>
                <a:lnTo>
                  <a:pt x="1578703" y="68072"/>
                </a:lnTo>
                <a:lnTo>
                  <a:pt x="1579464" y="67015"/>
                </a:lnTo>
                <a:lnTo>
                  <a:pt x="1580262" y="66049"/>
                </a:lnTo>
                <a:lnTo>
                  <a:pt x="1581096" y="65172"/>
                </a:lnTo>
                <a:lnTo>
                  <a:pt x="1581960" y="64386"/>
                </a:lnTo>
                <a:lnTo>
                  <a:pt x="1582851" y="63691"/>
                </a:lnTo>
                <a:lnTo>
                  <a:pt x="1583766" y="63087"/>
                </a:lnTo>
                <a:lnTo>
                  <a:pt x="1584702" y="62575"/>
                </a:lnTo>
                <a:lnTo>
                  <a:pt x="1585656" y="62155"/>
                </a:lnTo>
                <a:lnTo>
                  <a:pt x="1586623" y="61827"/>
                </a:lnTo>
                <a:lnTo>
                  <a:pt x="1587600" y="61593"/>
                </a:lnTo>
                <a:lnTo>
                  <a:pt x="1588584" y="61452"/>
                </a:lnTo>
                <a:lnTo>
                  <a:pt x="1589571" y="61405"/>
                </a:lnTo>
                <a:lnTo>
                  <a:pt x="1590116" y="61423"/>
                </a:lnTo>
                <a:lnTo>
                  <a:pt x="1590643" y="61477"/>
                </a:lnTo>
                <a:lnTo>
                  <a:pt x="1591151" y="61570"/>
                </a:lnTo>
                <a:lnTo>
                  <a:pt x="1591639" y="61706"/>
                </a:lnTo>
                <a:lnTo>
                  <a:pt x="1592108" y="61885"/>
                </a:lnTo>
                <a:lnTo>
                  <a:pt x="1592556" y="62112"/>
                </a:lnTo>
                <a:lnTo>
                  <a:pt x="1592984" y="62389"/>
                </a:lnTo>
                <a:lnTo>
                  <a:pt x="1593391" y="62717"/>
                </a:lnTo>
                <a:lnTo>
                  <a:pt x="1593777" y="63101"/>
                </a:lnTo>
                <a:lnTo>
                  <a:pt x="1594140" y="63542"/>
                </a:lnTo>
                <a:lnTo>
                  <a:pt x="1594482" y="64043"/>
                </a:lnTo>
                <a:lnTo>
                  <a:pt x="1594801" y="64606"/>
                </a:lnTo>
                <a:lnTo>
                  <a:pt x="1595096" y="65235"/>
                </a:lnTo>
                <a:lnTo>
                  <a:pt x="1595369" y="65931"/>
                </a:lnTo>
                <a:lnTo>
                  <a:pt x="1595617" y="66698"/>
                </a:lnTo>
                <a:lnTo>
                  <a:pt x="1595841" y="67538"/>
                </a:lnTo>
                <a:lnTo>
                  <a:pt x="1596040" y="68453"/>
                </a:lnTo>
                <a:lnTo>
                  <a:pt x="1596214" y="69446"/>
                </a:lnTo>
                <a:lnTo>
                  <a:pt x="1596362" y="70520"/>
                </a:lnTo>
                <a:lnTo>
                  <a:pt x="1596485" y="71678"/>
                </a:lnTo>
                <a:lnTo>
                  <a:pt x="1596580" y="72921"/>
                </a:lnTo>
                <a:lnTo>
                  <a:pt x="1596649" y="74253"/>
                </a:lnTo>
                <a:lnTo>
                  <a:pt x="1596691" y="75675"/>
                </a:lnTo>
                <a:lnTo>
                  <a:pt x="1596705" y="77192"/>
                </a:lnTo>
                <a:lnTo>
                  <a:pt x="1596705" y="122048"/>
                </a:lnTo>
                <a:lnTo>
                  <a:pt x="1596241" y="122049"/>
                </a:lnTo>
                <a:lnTo>
                  <a:pt x="1595768" y="122052"/>
                </a:lnTo>
                <a:lnTo>
                  <a:pt x="1595288" y="122060"/>
                </a:lnTo>
                <a:lnTo>
                  <a:pt x="1594804" y="122076"/>
                </a:lnTo>
                <a:lnTo>
                  <a:pt x="1594318" y="122102"/>
                </a:lnTo>
                <a:lnTo>
                  <a:pt x="1593833" y="122141"/>
                </a:lnTo>
                <a:lnTo>
                  <a:pt x="1593352" y="122196"/>
                </a:lnTo>
                <a:lnTo>
                  <a:pt x="1592876" y="122269"/>
                </a:lnTo>
                <a:lnTo>
                  <a:pt x="1592410" y="122363"/>
                </a:lnTo>
                <a:lnTo>
                  <a:pt x="1591955" y="122480"/>
                </a:lnTo>
                <a:lnTo>
                  <a:pt x="1591513" y="122623"/>
                </a:lnTo>
                <a:lnTo>
                  <a:pt x="1591089" y="122795"/>
                </a:lnTo>
                <a:lnTo>
                  <a:pt x="1590683" y="122998"/>
                </a:lnTo>
                <a:lnTo>
                  <a:pt x="1590299" y="123234"/>
                </a:lnTo>
                <a:lnTo>
                  <a:pt x="1589939" y="123507"/>
                </a:lnTo>
                <a:lnTo>
                  <a:pt x="1589606" y="123818"/>
                </a:lnTo>
                <a:lnTo>
                  <a:pt x="1589303" y="124172"/>
                </a:lnTo>
                <a:lnTo>
                  <a:pt x="1589031" y="124569"/>
                </a:lnTo>
                <a:lnTo>
                  <a:pt x="1588794" y="125013"/>
                </a:lnTo>
                <a:lnTo>
                  <a:pt x="1588595" y="125506"/>
                </a:lnTo>
                <a:lnTo>
                  <a:pt x="1588435" y="126051"/>
                </a:lnTo>
                <a:lnTo>
                  <a:pt x="1588318" y="126650"/>
                </a:lnTo>
                <a:lnTo>
                  <a:pt x="1588246" y="127307"/>
                </a:lnTo>
                <a:lnTo>
                  <a:pt x="1588221" y="128023"/>
                </a:lnTo>
                <a:lnTo>
                  <a:pt x="1588248" y="128717"/>
                </a:lnTo>
                <a:lnTo>
                  <a:pt x="1588325" y="129352"/>
                </a:lnTo>
                <a:lnTo>
                  <a:pt x="1588450" y="129932"/>
                </a:lnTo>
                <a:lnTo>
                  <a:pt x="1588619" y="130460"/>
                </a:lnTo>
                <a:lnTo>
                  <a:pt x="1588829" y="130937"/>
                </a:lnTo>
                <a:lnTo>
                  <a:pt x="1589076" y="131367"/>
                </a:lnTo>
                <a:lnTo>
                  <a:pt x="1589358" y="131752"/>
                </a:lnTo>
                <a:lnTo>
                  <a:pt x="1589670" y="132093"/>
                </a:lnTo>
                <a:lnTo>
                  <a:pt x="1590010" y="132395"/>
                </a:lnTo>
                <a:lnTo>
                  <a:pt x="1590374" y="132659"/>
                </a:lnTo>
                <a:lnTo>
                  <a:pt x="1590759" y="132888"/>
                </a:lnTo>
                <a:lnTo>
                  <a:pt x="1591161" y="133084"/>
                </a:lnTo>
                <a:lnTo>
                  <a:pt x="1591577" y="133250"/>
                </a:lnTo>
                <a:lnTo>
                  <a:pt x="1592004" y="133389"/>
                </a:lnTo>
                <a:lnTo>
                  <a:pt x="1592438" y="133502"/>
                </a:lnTo>
                <a:lnTo>
                  <a:pt x="1592876" y="133593"/>
                </a:lnTo>
                <a:lnTo>
                  <a:pt x="1593315" y="133664"/>
                </a:lnTo>
                <a:lnTo>
                  <a:pt x="1593751" y="133717"/>
                </a:lnTo>
                <a:lnTo>
                  <a:pt x="1594181" y="133755"/>
                </a:lnTo>
                <a:lnTo>
                  <a:pt x="1594602" y="133780"/>
                </a:lnTo>
                <a:lnTo>
                  <a:pt x="1595011" y="133796"/>
                </a:lnTo>
                <a:lnTo>
                  <a:pt x="1595403" y="133804"/>
                </a:lnTo>
                <a:lnTo>
                  <a:pt x="1595776" y="133807"/>
                </a:lnTo>
                <a:lnTo>
                  <a:pt x="1596126" y="133807"/>
                </a:lnTo>
                <a:lnTo>
                  <a:pt x="1610584" y="133807"/>
                </a:lnTo>
                <a:lnTo>
                  <a:pt x="1610956" y="133807"/>
                </a:lnTo>
                <a:lnTo>
                  <a:pt x="1611347" y="133804"/>
                </a:lnTo>
                <a:lnTo>
                  <a:pt x="1611754" y="133796"/>
                </a:lnTo>
                <a:lnTo>
                  <a:pt x="1612174" y="133780"/>
                </a:lnTo>
                <a:lnTo>
                  <a:pt x="1612603" y="133755"/>
                </a:lnTo>
                <a:lnTo>
                  <a:pt x="1613039" y="133717"/>
                </a:lnTo>
                <a:lnTo>
                  <a:pt x="1613479" y="133664"/>
                </a:lnTo>
                <a:lnTo>
                  <a:pt x="1613919" y="133593"/>
                </a:lnTo>
                <a:lnTo>
                  <a:pt x="1614356" y="133502"/>
                </a:lnTo>
                <a:lnTo>
                  <a:pt x="1614788" y="133389"/>
                </a:lnTo>
                <a:lnTo>
                  <a:pt x="1615210" y="133250"/>
                </a:lnTo>
                <a:lnTo>
                  <a:pt x="1615621" y="133084"/>
                </a:lnTo>
                <a:lnTo>
                  <a:pt x="1616017" y="132888"/>
                </a:lnTo>
                <a:lnTo>
                  <a:pt x="1616394" y="132659"/>
                </a:lnTo>
                <a:lnTo>
                  <a:pt x="1616750" y="132395"/>
                </a:lnTo>
                <a:lnTo>
                  <a:pt x="1617082" y="132093"/>
                </a:lnTo>
                <a:lnTo>
                  <a:pt x="1617387" y="131752"/>
                </a:lnTo>
                <a:lnTo>
                  <a:pt x="1617661" y="131367"/>
                </a:lnTo>
                <a:lnTo>
                  <a:pt x="1617901" y="130937"/>
                </a:lnTo>
                <a:lnTo>
                  <a:pt x="1618104" y="130460"/>
                </a:lnTo>
                <a:lnTo>
                  <a:pt x="1618268" y="129932"/>
                </a:lnTo>
                <a:lnTo>
                  <a:pt x="1618389" y="129352"/>
                </a:lnTo>
                <a:lnTo>
                  <a:pt x="1618463" y="128717"/>
                </a:lnTo>
                <a:lnTo>
                  <a:pt x="1618489" y="128023"/>
                </a:lnTo>
                <a:lnTo>
                  <a:pt x="1618468" y="127307"/>
                </a:lnTo>
                <a:lnTo>
                  <a:pt x="1618405" y="126650"/>
                </a:lnTo>
                <a:lnTo>
                  <a:pt x="1618301" y="126051"/>
                </a:lnTo>
                <a:lnTo>
                  <a:pt x="1618157" y="125506"/>
                </a:lnTo>
                <a:lnTo>
                  <a:pt x="1617972" y="125013"/>
                </a:lnTo>
                <a:lnTo>
                  <a:pt x="1617748" y="124569"/>
                </a:lnTo>
                <a:close/>
                <a:moveTo>
                  <a:pt x="494199" y="109621"/>
                </a:moveTo>
                <a:lnTo>
                  <a:pt x="493912" y="109261"/>
                </a:lnTo>
                <a:lnTo>
                  <a:pt x="493598" y="108941"/>
                </a:lnTo>
                <a:lnTo>
                  <a:pt x="493261" y="108659"/>
                </a:lnTo>
                <a:lnTo>
                  <a:pt x="492904" y="108412"/>
                </a:lnTo>
                <a:lnTo>
                  <a:pt x="492533" y="108198"/>
                </a:lnTo>
                <a:lnTo>
                  <a:pt x="492151" y="108014"/>
                </a:lnTo>
                <a:lnTo>
                  <a:pt x="491763" y="107859"/>
                </a:lnTo>
                <a:lnTo>
                  <a:pt x="491374" y="107730"/>
                </a:lnTo>
                <a:lnTo>
                  <a:pt x="490987" y="107623"/>
                </a:lnTo>
                <a:lnTo>
                  <a:pt x="490607" y="107539"/>
                </a:lnTo>
                <a:lnTo>
                  <a:pt x="490239" y="107472"/>
                </a:lnTo>
                <a:lnTo>
                  <a:pt x="489886" y="107423"/>
                </a:lnTo>
                <a:lnTo>
                  <a:pt x="489554" y="107387"/>
                </a:lnTo>
                <a:lnTo>
                  <a:pt x="489246" y="107363"/>
                </a:lnTo>
                <a:lnTo>
                  <a:pt x="488967" y="107349"/>
                </a:lnTo>
                <a:lnTo>
                  <a:pt x="488720" y="107341"/>
                </a:lnTo>
                <a:lnTo>
                  <a:pt x="488512" y="107339"/>
                </a:lnTo>
                <a:lnTo>
                  <a:pt x="488345" y="107338"/>
                </a:lnTo>
                <a:lnTo>
                  <a:pt x="487921" y="107341"/>
                </a:lnTo>
                <a:lnTo>
                  <a:pt x="487516" y="107352"/>
                </a:lnTo>
                <a:lnTo>
                  <a:pt x="487130" y="107370"/>
                </a:lnTo>
                <a:lnTo>
                  <a:pt x="486762" y="107398"/>
                </a:lnTo>
                <a:lnTo>
                  <a:pt x="486411" y="107436"/>
                </a:lnTo>
                <a:lnTo>
                  <a:pt x="486076" y="107486"/>
                </a:lnTo>
                <a:lnTo>
                  <a:pt x="485757" y="107548"/>
                </a:lnTo>
                <a:lnTo>
                  <a:pt x="485452" y="107624"/>
                </a:lnTo>
                <a:lnTo>
                  <a:pt x="485162" y="107715"/>
                </a:lnTo>
                <a:lnTo>
                  <a:pt x="484885" y="107822"/>
                </a:lnTo>
                <a:lnTo>
                  <a:pt x="484620" y="107945"/>
                </a:lnTo>
                <a:lnTo>
                  <a:pt x="484368" y="108087"/>
                </a:lnTo>
                <a:lnTo>
                  <a:pt x="484126" y="108248"/>
                </a:lnTo>
                <a:lnTo>
                  <a:pt x="483895" y="108429"/>
                </a:lnTo>
                <a:lnTo>
                  <a:pt x="483673" y="108631"/>
                </a:lnTo>
                <a:lnTo>
                  <a:pt x="483460" y="108855"/>
                </a:lnTo>
                <a:lnTo>
                  <a:pt x="483255" y="109103"/>
                </a:lnTo>
                <a:lnTo>
                  <a:pt x="483057" y="109376"/>
                </a:lnTo>
                <a:lnTo>
                  <a:pt x="482866" y="109674"/>
                </a:lnTo>
                <a:lnTo>
                  <a:pt x="482681" y="110000"/>
                </a:lnTo>
                <a:lnTo>
                  <a:pt x="482500" y="110353"/>
                </a:lnTo>
                <a:lnTo>
                  <a:pt x="482324" y="110734"/>
                </a:lnTo>
                <a:lnTo>
                  <a:pt x="482152" y="111146"/>
                </a:lnTo>
                <a:lnTo>
                  <a:pt x="481982" y="111589"/>
                </a:lnTo>
                <a:lnTo>
                  <a:pt x="481420" y="112777"/>
                </a:lnTo>
                <a:lnTo>
                  <a:pt x="480799" y="113883"/>
                </a:lnTo>
                <a:lnTo>
                  <a:pt x="480124" y="114910"/>
                </a:lnTo>
                <a:lnTo>
                  <a:pt x="479398" y="115861"/>
                </a:lnTo>
                <a:lnTo>
                  <a:pt x="478628" y="116739"/>
                </a:lnTo>
                <a:lnTo>
                  <a:pt x="477818" y="117546"/>
                </a:lnTo>
                <a:lnTo>
                  <a:pt x="476973" y="118286"/>
                </a:lnTo>
                <a:lnTo>
                  <a:pt x="476097" y="118960"/>
                </a:lnTo>
                <a:lnTo>
                  <a:pt x="475197" y="119572"/>
                </a:lnTo>
                <a:lnTo>
                  <a:pt x="474275" y="120125"/>
                </a:lnTo>
                <a:lnTo>
                  <a:pt x="473338" y="120621"/>
                </a:lnTo>
                <a:lnTo>
                  <a:pt x="472390" y="121063"/>
                </a:lnTo>
                <a:lnTo>
                  <a:pt x="471436" y="121454"/>
                </a:lnTo>
                <a:lnTo>
                  <a:pt x="470480" y="121796"/>
                </a:lnTo>
                <a:lnTo>
                  <a:pt x="469529" y="122092"/>
                </a:lnTo>
                <a:lnTo>
                  <a:pt x="468586" y="122346"/>
                </a:lnTo>
                <a:lnTo>
                  <a:pt x="467656" y="122559"/>
                </a:lnTo>
                <a:lnTo>
                  <a:pt x="466744" y="122735"/>
                </a:lnTo>
                <a:lnTo>
                  <a:pt x="465856" y="122877"/>
                </a:lnTo>
                <a:lnTo>
                  <a:pt x="464996" y="122986"/>
                </a:lnTo>
                <a:lnTo>
                  <a:pt x="464168" y="123066"/>
                </a:lnTo>
                <a:lnTo>
                  <a:pt x="463378" y="123120"/>
                </a:lnTo>
                <a:lnTo>
                  <a:pt x="462631" y="123151"/>
                </a:lnTo>
                <a:lnTo>
                  <a:pt x="461931" y="123160"/>
                </a:lnTo>
                <a:lnTo>
                  <a:pt x="460124" y="123110"/>
                </a:lnTo>
                <a:lnTo>
                  <a:pt x="458322" y="122961"/>
                </a:lnTo>
                <a:lnTo>
                  <a:pt x="456531" y="122713"/>
                </a:lnTo>
                <a:lnTo>
                  <a:pt x="454754" y="122369"/>
                </a:lnTo>
                <a:lnTo>
                  <a:pt x="452997" y="121929"/>
                </a:lnTo>
                <a:lnTo>
                  <a:pt x="451264" y="121394"/>
                </a:lnTo>
                <a:lnTo>
                  <a:pt x="449561" y="120766"/>
                </a:lnTo>
                <a:lnTo>
                  <a:pt x="447893" y="120045"/>
                </a:lnTo>
                <a:lnTo>
                  <a:pt x="446264" y="119233"/>
                </a:lnTo>
                <a:lnTo>
                  <a:pt x="444680" y="118332"/>
                </a:lnTo>
                <a:lnTo>
                  <a:pt x="443145" y="117341"/>
                </a:lnTo>
                <a:lnTo>
                  <a:pt x="441664" y="116263"/>
                </a:lnTo>
                <a:lnTo>
                  <a:pt x="440242" y="115098"/>
                </a:lnTo>
                <a:lnTo>
                  <a:pt x="438885" y="113847"/>
                </a:lnTo>
                <a:lnTo>
                  <a:pt x="437597" y="112513"/>
                </a:lnTo>
                <a:lnTo>
                  <a:pt x="436383" y="111095"/>
                </a:lnTo>
                <a:lnTo>
                  <a:pt x="435247" y="109596"/>
                </a:lnTo>
                <a:lnTo>
                  <a:pt x="434196" y="108016"/>
                </a:lnTo>
                <a:lnTo>
                  <a:pt x="433234" y="106356"/>
                </a:lnTo>
                <a:lnTo>
                  <a:pt x="432365" y="104617"/>
                </a:lnTo>
                <a:lnTo>
                  <a:pt x="431595" y="102802"/>
                </a:lnTo>
                <a:lnTo>
                  <a:pt x="430929" y="100910"/>
                </a:lnTo>
                <a:lnTo>
                  <a:pt x="430371" y="98943"/>
                </a:lnTo>
                <a:lnTo>
                  <a:pt x="429927" y="96903"/>
                </a:lnTo>
                <a:lnTo>
                  <a:pt x="487380" y="96903"/>
                </a:lnTo>
                <a:lnTo>
                  <a:pt x="487884" y="96902"/>
                </a:lnTo>
                <a:lnTo>
                  <a:pt x="488382" y="96899"/>
                </a:lnTo>
                <a:lnTo>
                  <a:pt x="488873" y="96889"/>
                </a:lnTo>
                <a:lnTo>
                  <a:pt x="489356" y="96870"/>
                </a:lnTo>
                <a:lnTo>
                  <a:pt x="489830" y="96838"/>
                </a:lnTo>
                <a:lnTo>
                  <a:pt x="490292" y="96792"/>
                </a:lnTo>
                <a:lnTo>
                  <a:pt x="490742" y="96726"/>
                </a:lnTo>
                <a:lnTo>
                  <a:pt x="491178" y="96639"/>
                </a:lnTo>
                <a:lnTo>
                  <a:pt x="491598" y="96527"/>
                </a:lnTo>
                <a:lnTo>
                  <a:pt x="492002" y="96387"/>
                </a:lnTo>
                <a:lnTo>
                  <a:pt x="492387" y="96216"/>
                </a:lnTo>
                <a:lnTo>
                  <a:pt x="492753" y="96012"/>
                </a:lnTo>
                <a:lnTo>
                  <a:pt x="493098" y="95770"/>
                </a:lnTo>
                <a:lnTo>
                  <a:pt x="493420" y="95487"/>
                </a:lnTo>
                <a:lnTo>
                  <a:pt x="493718" y="95162"/>
                </a:lnTo>
                <a:lnTo>
                  <a:pt x="493991" y="94790"/>
                </a:lnTo>
                <a:lnTo>
                  <a:pt x="494237" y="94369"/>
                </a:lnTo>
                <a:lnTo>
                  <a:pt x="494455" y="93894"/>
                </a:lnTo>
                <a:lnTo>
                  <a:pt x="494643" y="93365"/>
                </a:lnTo>
                <a:lnTo>
                  <a:pt x="494800" y="92776"/>
                </a:lnTo>
                <a:lnTo>
                  <a:pt x="494925" y="92126"/>
                </a:lnTo>
                <a:lnTo>
                  <a:pt x="495016" y="91410"/>
                </a:lnTo>
                <a:lnTo>
                  <a:pt x="495071" y="90626"/>
                </a:lnTo>
                <a:lnTo>
                  <a:pt x="495090" y="89772"/>
                </a:lnTo>
                <a:lnTo>
                  <a:pt x="495026" y="87041"/>
                </a:lnTo>
                <a:lnTo>
                  <a:pt x="494833" y="84349"/>
                </a:lnTo>
                <a:lnTo>
                  <a:pt x="494511" y="81703"/>
                </a:lnTo>
                <a:lnTo>
                  <a:pt x="494060" y="79109"/>
                </a:lnTo>
                <a:lnTo>
                  <a:pt x="493480" y="76576"/>
                </a:lnTo>
                <a:lnTo>
                  <a:pt x="492771" y="74109"/>
                </a:lnTo>
                <a:lnTo>
                  <a:pt x="491932" y="71715"/>
                </a:lnTo>
                <a:lnTo>
                  <a:pt x="490963" y="69401"/>
                </a:lnTo>
                <a:lnTo>
                  <a:pt x="489865" y="67175"/>
                </a:lnTo>
                <a:lnTo>
                  <a:pt x="488636" y="65042"/>
                </a:lnTo>
                <a:lnTo>
                  <a:pt x="487277" y="63010"/>
                </a:lnTo>
                <a:lnTo>
                  <a:pt x="485788" y="61086"/>
                </a:lnTo>
                <a:lnTo>
                  <a:pt x="484169" y="59277"/>
                </a:lnTo>
                <a:lnTo>
                  <a:pt x="482418" y="57588"/>
                </a:lnTo>
                <a:lnTo>
                  <a:pt x="480537" y="56028"/>
                </a:lnTo>
                <a:lnTo>
                  <a:pt x="478525" y="54603"/>
                </a:lnTo>
                <a:lnTo>
                  <a:pt x="476381" y="53320"/>
                </a:lnTo>
                <a:lnTo>
                  <a:pt x="474106" y="52186"/>
                </a:lnTo>
                <a:lnTo>
                  <a:pt x="471700" y="51207"/>
                </a:lnTo>
                <a:lnTo>
                  <a:pt x="469162" y="50391"/>
                </a:lnTo>
                <a:lnTo>
                  <a:pt x="466492" y="49745"/>
                </a:lnTo>
                <a:lnTo>
                  <a:pt x="463690" y="49274"/>
                </a:lnTo>
                <a:lnTo>
                  <a:pt x="460755" y="48987"/>
                </a:lnTo>
                <a:lnTo>
                  <a:pt x="457689" y="48890"/>
                </a:lnTo>
                <a:lnTo>
                  <a:pt x="454845" y="48989"/>
                </a:lnTo>
                <a:lnTo>
                  <a:pt x="452053" y="49283"/>
                </a:lnTo>
                <a:lnTo>
                  <a:pt x="449320" y="49765"/>
                </a:lnTo>
                <a:lnTo>
                  <a:pt x="446652" y="50428"/>
                </a:lnTo>
                <a:lnTo>
                  <a:pt x="444054" y="51267"/>
                </a:lnTo>
                <a:lnTo>
                  <a:pt x="441533" y="52274"/>
                </a:lnTo>
                <a:lnTo>
                  <a:pt x="439095" y="53443"/>
                </a:lnTo>
                <a:lnTo>
                  <a:pt x="436746" y="54768"/>
                </a:lnTo>
                <a:lnTo>
                  <a:pt x="434491" y="56242"/>
                </a:lnTo>
                <a:lnTo>
                  <a:pt x="432338" y="57860"/>
                </a:lnTo>
                <a:lnTo>
                  <a:pt x="430293" y="59613"/>
                </a:lnTo>
                <a:lnTo>
                  <a:pt x="428360" y="61497"/>
                </a:lnTo>
                <a:lnTo>
                  <a:pt x="426547" y="63504"/>
                </a:lnTo>
                <a:lnTo>
                  <a:pt x="424860" y="65628"/>
                </a:lnTo>
                <a:lnTo>
                  <a:pt x="423304" y="67863"/>
                </a:lnTo>
                <a:lnTo>
                  <a:pt x="421887" y="70202"/>
                </a:lnTo>
                <a:lnTo>
                  <a:pt x="420613" y="72639"/>
                </a:lnTo>
                <a:lnTo>
                  <a:pt x="419489" y="75167"/>
                </a:lnTo>
                <a:lnTo>
                  <a:pt x="418521" y="77780"/>
                </a:lnTo>
                <a:lnTo>
                  <a:pt x="417716" y="80472"/>
                </a:lnTo>
                <a:lnTo>
                  <a:pt x="417079" y="83235"/>
                </a:lnTo>
                <a:lnTo>
                  <a:pt x="416616" y="86064"/>
                </a:lnTo>
                <a:lnTo>
                  <a:pt x="416334" y="88952"/>
                </a:lnTo>
                <a:lnTo>
                  <a:pt x="416239" y="91893"/>
                </a:lnTo>
                <a:lnTo>
                  <a:pt x="416339" y="94815"/>
                </a:lnTo>
                <a:lnTo>
                  <a:pt x="416636" y="97688"/>
                </a:lnTo>
                <a:lnTo>
                  <a:pt x="417124" y="100506"/>
                </a:lnTo>
                <a:lnTo>
                  <a:pt x="417796" y="103261"/>
                </a:lnTo>
                <a:lnTo>
                  <a:pt x="418647" y="105946"/>
                </a:lnTo>
                <a:lnTo>
                  <a:pt x="419670" y="108556"/>
                </a:lnTo>
                <a:lnTo>
                  <a:pt x="420859" y="111084"/>
                </a:lnTo>
                <a:lnTo>
                  <a:pt x="422208" y="113522"/>
                </a:lnTo>
                <a:lnTo>
                  <a:pt x="423711" y="115864"/>
                </a:lnTo>
                <a:lnTo>
                  <a:pt x="425362" y="118104"/>
                </a:lnTo>
                <a:lnTo>
                  <a:pt x="427155" y="120234"/>
                </a:lnTo>
                <a:lnTo>
                  <a:pt x="429083" y="122248"/>
                </a:lnTo>
                <a:lnTo>
                  <a:pt x="431141" y="124140"/>
                </a:lnTo>
                <a:lnTo>
                  <a:pt x="433323" y="125902"/>
                </a:lnTo>
                <a:lnTo>
                  <a:pt x="435621" y="127529"/>
                </a:lnTo>
                <a:lnTo>
                  <a:pt x="438031" y="129012"/>
                </a:lnTo>
                <a:lnTo>
                  <a:pt x="440546" y="130346"/>
                </a:lnTo>
                <a:lnTo>
                  <a:pt x="443160" y="131524"/>
                </a:lnTo>
                <a:lnTo>
                  <a:pt x="445867" y="132539"/>
                </a:lnTo>
                <a:lnTo>
                  <a:pt x="448660" y="133384"/>
                </a:lnTo>
                <a:lnTo>
                  <a:pt x="451535" y="134054"/>
                </a:lnTo>
                <a:lnTo>
                  <a:pt x="454483" y="134540"/>
                </a:lnTo>
                <a:lnTo>
                  <a:pt x="457501" y="134837"/>
                </a:lnTo>
                <a:lnTo>
                  <a:pt x="460580" y="134937"/>
                </a:lnTo>
                <a:lnTo>
                  <a:pt x="463677" y="134849"/>
                </a:lnTo>
                <a:lnTo>
                  <a:pt x="466605" y="134593"/>
                </a:lnTo>
                <a:lnTo>
                  <a:pt x="469370" y="134181"/>
                </a:lnTo>
                <a:lnTo>
                  <a:pt x="471973" y="133629"/>
                </a:lnTo>
                <a:lnTo>
                  <a:pt x="474418" y="132947"/>
                </a:lnTo>
                <a:lnTo>
                  <a:pt x="476709" y="132149"/>
                </a:lnTo>
                <a:lnTo>
                  <a:pt x="478848" y="131248"/>
                </a:lnTo>
                <a:lnTo>
                  <a:pt x="480838" y="130257"/>
                </a:lnTo>
                <a:lnTo>
                  <a:pt x="482683" y="129189"/>
                </a:lnTo>
                <a:lnTo>
                  <a:pt x="484386" y="128057"/>
                </a:lnTo>
                <a:lnTo>
                  <a:pt x="485950" y="126874"/>
                </a:lnTo>
                <a:lnTo>
                  <a:pt x="487379" y="125653"/>
                </a:lnTo>
                <a:lnTo>
                  <a:pt x="488675" y="124406"/>
                </a:lnTo>
                <a:lnTo>
                  <a:pt x="489841" y="123148"/>
                </a:lnTo>
                <a:lnTo>
                  <a:pt x="490881" y="121890"/>
                </a:lnTo>
                <a:lnTo>
                  <a:pt x="491799" y="120646"/>
                </a:lnTo>
                <a:lnTo>
                  <a:pt x="492596" y="119429"/>
                </a:lnTo>
                <a:lnTo>
                  <a:pt x="493277" y="118251"/>
                </a:lnTo>
                <a:lnTo>
                  <a:pt x="493844" y="117126"/>
                </a:lnTo>
                <a:lnTo>
                  <a:pt x="494301" y="116067"/>
                </a:lnTo>
                <a:lnTo>
                  <a:pt x="494651" y="115086"/>
                </a:lnTo>
                <a:lnTo>
                  <a:pt x="494897" y="114197"/>
                </a:lnTo>
                <a:lnTo>
                  <a:pt x="495042" y="113412"/>
                </a:lnTo>
                <a:lnTo>
                  <a:pt x="495090" y="112747"/>
                </a:lnTo>
                <a:lnTo>
                  <a:pt x="495062" y="112100"/>
                </a:lnTo>
                <a:lnTo>
                  <a:pt x="494980" y="111505"/>
                </a:lnTo>
                <a:lnTo>
                  <a:pt x="494848" y="110963"/>
                </a:lnTo>
                <a:lnTo>
                  <a:pt x="494671" y="110469"/>
                </a:lnTo>
                <a:lnTo>
                  <a:pt x="494453" y="110023"/>
                </a:lnTo>
                <a:lnTo>
                  <a:pt x="494199" y="109621"/>
                </a:lnTo>
                <a:close/>
                <a:moveTo>
                  <a:pt x="432878" y="77053"/>
                </a:moveTo>
                <a:lnTo>
                  <a:pt x="433669" y="75539"/>
                </a:lnTo>
                <a:lnTo>
                  <a:pt x="434534" y="74080"/>
                </a:lnTo>
                <a:lnTo>
                  <a:pt x="435469" y="72679"/>
                </a:lnTo>
                <a:lnTo>
                  <a:pt x="436471" y="71339"/>
                </a:lnTo>
                <a:lnTo>
                  <a:pt x="437539" y="70063"/>
                </a:lnTo>
                <a:lnTo>
                  <a:pt x="438668" y="68853"/>
                </a:lnTo>
                <a:lnTo>
                  <a:pt x="439856" y="67714"/>
                </a:lnTo>
                <a:lnTo>
                  <a:pt x="441101" y="66649"/>
                </a:lnTo>
                <a:lnTo>
                  <a:pt x="442399" y="65660"/>
                </a:lnTo>
                <a:lnTo>
                  <a:pt x="443747" y="64750"/>
                </a:lnTo>
                <a:lnTo>
                  <a:pt x="445144" y="63923"/>
                </a:lnTo>
                <a:lnTo>
                  <a:pt x="446585" y="63182"/>
                </a:lnTo>
                <a:lnTo>
                  <a:pt x="448068" y="62529"/>
                </a:lnTo>
                <a:lnTo>
                  <a:pt x="449590" y="61968"/>
                </a:lnTo>
                <a:lnTo>
                  <a:pt x="451148" y="61503"/>
                </a:lnTo>
                <a:lnTo>
                  <a:pt x="452740" y="61135"/>
                </a:lnTo>
                <a:lnTo>
                  <a:pt x="454363" y="60869"/>
                </a:lnTo>
                <a:lnTo>
                  <a:pt x="456013" y="60707"/>
                </a:lnTo>
                <a:lnTo>
                  <a:pt x="457689" y="60652"/>
                </a:lnTo>
                <a:lnTo>
                  <a:pt x="458951" y="60678"/>
                </a:lnTo>
                <a:lnTo>
                  <a:pt x="460228" y="60758"/>
                </a:lnTo>
                <a:lnTo>
                  <a:pt x="461515" y="60898"/>
                </a:lnTo>
                <a:lnTo>
                  <a:pt x="462806" y="61101"/>
                </a:lnTo>
                <a:lnTo>
                  <a:pt x="464096" y="61372"/>
                </a:lnTo>
                <a:lnTo>
                  <a:pt x="465379" y="61716"/>
                </a:lnTo>
                <a:lnTo>
                  <a:pt x="466651" y="62136"/>
                </a:lnTo>
                <a:lnTo>
                  <a:pt x="467907" y="62638"/>
                </a:lnTo>
                <a:lnTo>
                  <a:pt x="469140" y="63225"/>
                </a:lnTo>
                <a:lnTo>
                  <a:pt x="470346" y="63902"/>
                </a:lnTo>
                <a:lnTo>
                  <a:pt x="471519" y="64674"/>
                </a:lnTo>
                <a:lnTo>
                  <a:pt x="472654" y="65545"/>
                </a:lnTo>
                <a:lnTo>
                  <a:pt x="473746" y="66520"/>
                </a:lnTo>
                <a:lnTo>
                  <a:pt x="474790" y="67602"/>
                </a:lnTo>
                <a:lnTo>
                  <a:pt x="475780" y="68797"/>
                </a:lnTo>
                <a:lnTo>
                  <a:pt x="476711" y="70108"/>
                </a:lnTo>
                <a:lnTo>
                  <a:pt x="477577" y="71541"/>
                </a:lnTo>
                <a:lnTo>
                  <a:pt x="478375" y="73099"/>
                </a:lnTo>
                <a:lnTo>
                  <a:pt x="479097" y="74788"/>
                </a:lnTo>
                <a:lnTo>
                  <a:pt x="479739" y="76610"/>
                </a:lnTo>
                <a:lnTo>
                  <a:pt x="480296" y="78572"/>
                </a:lnTo>
                <a:lnTo>
                  <a:pt x="480762" y="80677"/>
                </a:lnTo>
                <a:lnTo>
                  <a:pt x="481133" y="82930"/>
                </a:lnTo>
                <a:lnTo>
                  <a:pt x="481402" y="85335"/>
                </a:lnTo>
                <a:lnTo>
                  <a:pt x="430121" y="85335"/>
                </a:lnTo>
                <a:lnTo>
                  <a:pt x="430503" y="83594"/>
                </a:lnTo>
                <a:lnTo>
                  <a:pt x="430973" y="81892"/>
                </a:lnTo>
                <a:lnTo>
                  <a:pt x="431527" y="80233"/>
                </a:lnTo>
                <a:lnTo>
                  <a:pt x="432163" y="78619"/>
                </a:lnTo>
                <a:lnTo>
                  <a:pt x="432878" y="77053"/>
                </a:lnTo>
                <a:close/>
                <a:moveTo>
                  <a:pt x="1000278" y="109621"/>
                </a:moveTo>
                <a:lnTo>
                  <a:pt x="999991" y="109261"/>
                </a:lnTo>
                <a:lnTo>
                  <a:pt x="999677" y="108941"/>
                </a:lnTo>
                <a:lnTo>
                  <a:pt x="999339" y="108659"/>
                </a:lnTo>
                <a:lnTo>
                  <a:pt x="998983" y="108412"/>
                </a:lnTo>
                <a:lnTo>
                  <a:pt x="998611" y="108198"/>
                </a:lnTo>
                <a:lnTo>
                  <a:pt x="998230" y="108014"/>
                </a:lnTo>
                <a:lnTo>
                  <a:pt x="997842" y="107859"/>
                </a:lnTo>
                <a:lnTo>
                  <a:pt x="997453" y="107730"/>
                </a:lnTo>
                <a:lnTo>
                  <a:pt x="997066" y="107623"/>
                </a:lnTo>
                <a:lnTo>
                  <a:pt x="996686" y="107539"/>
                </a:lnTo>
                <a:lnTo>
                  <a:pt x="996318" y="107472"/>
                </a:lnTo>
                <a:lnTo>
                  <a:pt x="995965" y="107423"/>
                </a:lnTo>
                <a:lnTo>
                  <a:pt x="995633" y="107387"/>
                </a:lnTo>
                <a:lnTo>
                  <a:pt x="995325" y="107363"/>
                </a:lnTo>
                <a:lnTo>
                  <a:pt x="995045" y="107349"/>
                </a:lnTo>
                <a:lnTo>
                  <a:pt x="994799" y="107341"/>
                </a:lnTo>
                <a:lnTo>
                  <a:pt x="994590" y="107339"/>
                </a:lnTo>
                <a:lnTo>
                  <a:pt x="994423" y="107338"/>
                </a:lnTo>
                <a:lnTo>
                  <a:pt x="993999" y="107341"/>
                </a:lnTo>
                <a:lnTo>
                  <a:pt x="993595" y="107352"/>
                </a:lnTo>
                <a:lnTo>
                  <a:pt x="993209" y="107370"/>
                </a:lnTo>
                <a:lnTo>
                  <a:pt x="992841" y="107398"/>
                </a:lnTo>
                <a:lnTo>
                  <a:pt x="992489" y="107436"/>
                </a:lnTo>
                <a:lnTo>
                  <a:pt x="992155" y="107486"/>
                </a:lnTo>
                <a:lnTo>
                  <a:pt x="991835" y="107548"/>
                </a:lnTo>
                <a:lnTo>
                  <a:pt x="991531" y="107624"/>
                </a:lnTo>
                <a:lnTo>
                  <a:pt x="991241" y="107715"/>
                </a:lnTo>
                <a:lnTo>
                  <a:pt x="990964" y="107822"/>
                </a:lnTo>
                <a:lnTo>
                  <a:pt x="990699" y="107945"/>
                </a:lnTo>
                <a:lnTo>
                  <a:pt x="990447" y="108087"/>
                </a:lnTo>
                <a:lnTo>
                  <a:pt x="990205" y="108248"/>
                </a:lnTo>
                <a:lnTo>
                  <a:pt x="989974" y="108429"/>
                </a:lnTo>
                <a:lnTo>
                  <a:pt x="989752" y="108631"/>
                </a:lnTo>
                <a:lnTo>
                  <a:pt x="989539" y="108855"/>
                </a:lnTo>
                <a:lnTo>
                  <a:pt x="989334" y="109103"/>
                </a:lnTo>
                <a:lnTo>
                  <a:pt x="989136" y="109376"/>
                </a:lnTo>
                <a:lnTo>
                  <a:pt x="988945" y="109674"/>
                </a:lnTo>
                <a:lnTo>
                  <a:pt x="988760" y="110000"/>
                </a:lnTo>
                <a:lnTo>
                  <a:pt x="988579" y="110353"/>
                </a:lnTo>
                <a:lnTo>
                  <a:pt x="988403" y="110734"/>
                </a:lnTo>
                <a:lnTo>
                  <a:pt x="988230" y="111146"/>
                </a:lnTo>
                <a:lnTo>
                  <a:pt x="988060" y="111589"/>
                </a:lnTo>
                <a:lnTo>
                  <a:pt x="987499" y="112777"/>
                </a:lnTo>
                <a:lnTo>
                  <a:pt x="986878" y="113883"/>
                </a:lnTo>
                <a:lnTo>
                  <a:pt x="986202" y="114910"/>
                </a:lnTo>
                <a:lnTo>
                  <a:pt x="985477" y="115861"/>
                </a:lnTo>
                <a:lnTo>
                  <a:pt x="984707" y="116739"/>
                </a:lnTo>
                <a:lnTo>
                  <a:pt x="983897" y="117546"/>
                </a:lnTo>
                <a:lnTo>
                  <a:pt x="983052" y="118286"/>
                </a:lnTo>
                <a:lnTo>
                  <a:pt x="982176" y="118960"/>
                </a:lnTo>
                <a:lnTo>
                  <a:pt x="981275" y="119572"/>
                </a:lnTo>
                <a:lnTo>
                  <a:pt x="980354" y="120125"/>
                </a:lnTo>
                <a:lnTo>
                  <a:pt x="979416" y="120621"/>
                </a:lnTo>
                <a:lnTo>
                  <a:pt x="978468" y="121063"/>
                </a:lnTo>
                <a:lnTo>
                  <a:pt x="977514" y="121454"/>
                </a:lnTo>
                <a:lnTo>
                  <a:pt x="976559" y="121796"/>
                </a:lnTo>
                <a:lnTo>
                  <a:pt x="975607" y="122092"/>
                </a:lnTo>
                <a:lnTo>
                  <a:pt x="974664" y="122346"/>
                </a:lnTo>
                <a:lnTo>
                  <a:pt x="973735" y="122559"/>
                </a:lnTo>
                <a:lnTo>
                  <a:pt x="972823" y="122735"/>
                </a:lnTo>
                <a:lnTo>
                  <a:pt x="971935" y="122877"/>
                </a:lnTo>
                <a:lnTo>
                  <a:pt x="971074" y="122986"/>
                </a:lnTo>
                <a:lnTo>
                  <a:pt x="970247" y="123066"/>
                </a:lnTo>
                <a:lnTo>
                  <a:pt x="969457" y="123120"/>
                </a:lnTo>
                <a:lnTo>
                  <a:pt x="968709" y="123151"/>
                </a:lnTo>
                <a:lnTo>
                  <a:pt x="968009" y="123160"/>
                </a:lnTo>
                <a:lnTo>
                  <a:pt x="966203" y="123110"/>
                </a:lnTo>
                <a:lnTo>
                  <a:pt x="964401" y="122961"/>
                </a:lnTo>
                <a:lnTo>
                  <a:pt x="962609" y="122713"/>
                </a:lnTo>
                <a:lnTo>
                  <a:pt x="960833" y="122369"/>
                </a:lnTo>
                <a:lnTo>
                  <a:pt x="959075" y="121929"/>
                </a:lnTo>
                <a:lnTo>
                  <a:pt x="957343" y="121394"/>
                </a:lnTo>
                <a:lnTo>
                  <a:pt x="955640" y="120766"/>
                </a:lnTo>
                <a:lnTo>
                  <a:pt x="953972" y="120045"/>
                </a:lnTo>
                <a:lnTo>
                  <a:pt x="952343" y="119233"/>
                </a:lnTo>
                <a:lnTo>
                  <a:pt x="950758" y="118332"/>
                </a:lnTo>
                <a:lnTo>
                  <a:pt x="949223" y="117341"/>
                </a:lnTo>
                <a:lnTo>
                  <a:pt x="947743" y="116263"/>
                </a:lnTo>
                <a:lnTo>
                  <a:pt x="946321" y="115098"/>
                </a:lnTo>
                <a:lnTo>
                  <a:pt x="944964" y="113847"/>
                </a:lnTo>
                <a:lnTo>
                  <a:pt x="943676" y="112513"/>
                </a:lnTo>
                <a:lnTo>
                  <a:pt x="942461" y="111095"/>
                </a:lnTo>
                <a:lnTo>
                  <a:pt x="941326" y="109596"/>
                </a:lnTo>
                <a:lnTo>
                  <a:pt x="940275" y="108016"/>
                </a:lnTo>
                <a:lnTo>
                  <a:pt x="939312" y="106356"/>
                </a:lnTo>
                <a:lnTo>
                  <a:pt x="938444" y="104617"/>
                </a:lnTo>
                <a:lnTo>
                  <a:pt x="937674" y="102802"/>
                </a:lnTo>
                <a:lnTo>
                  <a:pt x="937008" y="100910"/>
                </a:lnTo>
                <a:lnTo>
                  <a:pt x="936450" y="98943"/>
                </a:lnTo>
                <a:lnTo>
                  <a:pt x="936006" y="96903"/>
                </a:lnTo>
                <a:lnTo>
                  <a:pt x="993459" y="96903"/>
                </a:lnTo>
                <a:lnTo>
                  <a:pt x="993962" y="96902"/>
                </a:lnTo>
                <a:lnTo>
                  <a:pt x="994461" y="96899"/>
                </a:lnTo>
                <a:lnTo>
                  <a:pt x="994952" y="96889"/>
                </a:lnTo>
                <a:lnTo>
                  <a:pt x="995435" y="96870"/>
                </a:lnTo>
                <a:lnTo>
                  <a:pt x="995909" y="96838"/>
                </a:lnTo>
                <a:lnTo>
                  <a:pt x="996371" y="96792"/>
                </a:lnTo>
                <a:lnTo>
                  <a:pt x="996821" y="96726"/>
                </a:lnTo>
                <a:lnTo>
                  <a:pt x="997257" y="96639"/>
                </a:lnTo>
                <a:lnTo>
                  <a:pt x="997677" y="96527"/>
                </a:lnTo>
                <a:lnTo>
                  <a:pt x="998081" y="96387"/>
                </a:lnTo>
                <a:lnTo>
                  <a:pt x="998466" y="96216"/>
                </a:lnTo>
                <a:lnTo>
                  <a:pt x="998832" y="96012"/>
                </a:lnTo>
                <a:lnTo>
                  <a:pt x="999176" y="95770"/>
                </a:lnTo>
                <a:lnTo>
                  <a:pt x="999498" y="95487"/>
                </a:lnTo>
                <a:lnTo>
                  <a:pt x="999797" y="95162"/>
                </a:lnTo>
                <a:lnTo>
                  <a:pt x="1000069" y="94790"/>
                </a:lnTo>
                <a:lnTo>
                  <a:pt x="1000316" y="94369"/>
                </a:lnTo>
                <a:lnTo>
                  <a:pt x="1000533" y="93894"/>
                </a:lnTo>
                <a:lnTo>
                  <a:pt x="1000722" y="93365"/>
                </a:lnTo>
                <a:lnTo>
                  <a:pt x="1000879" y="92776"/>
                </a:lnTo>
                <a:lnTo>
                  <a:pt x="1001004" y="92126"/>
                </a:lnTo>
                <a:lnTo>
                  <a:pt x="1001095" y="91410"/>
                </a:lnTo>
                <a:lnTo>
                  <a:pt x="1001150" y="90626"/>
                </a:lnTo>
                <a:lnTo>
                  <a:pt x="1001169" y="89772"/>
                </a:lnTo>
                <a:lnTo>
                  <a:pt x="1001105" y="87041"/>
                </a:lnTo>
                <a:lnTo>
                  <a:pt x="1000912" y="84349"/>
                </a:lnTo>
                <a:lnTo>
                  <a:pt x="1000590" y="81703"/>
                </a:lnTo>
                <a:lnTo>
                  <a:pt x="1000139" y="79109"/>
                </a:lnTo>
                <a:lnTo>
                  <a:pt x="999559" y="76576"/>
                </a:lnTo>
                <a:lnTo>
                  <a:pt x="998850" y="74109"/>
                </a:lnTo>
                <a:lnTo>
                  <a:pt x="998011" y="71715"/>
                </a:lnTo>
                <a:lnTo>
                  <a:pt x="997042" y="69401"/>
                </a:lnTo>
                <a:lnTo>
                  <a:pt x="995943" y="67175"/>
                </a:lnTo>
                <a:lnTo>
                  <a:pt x="994715" y="65042"/>
                </a:lnTo>
                <a:lnTo>
                  <a:pt x="993356" y="63010"/>
                </a:lnTo>
                <a:lnTo>
                  <a:pt x="991867" y="61086"/>
                </a:lnTo>
                <a:lnTo>
                  <a:pt x="990247" y="59277"/>
                </a:lnTo>
                <a:lnTo>
                  <a:pt x="988497" y="57588"/>
                </a:lnTo>
                <a:lnTo>
                  <a:pt x="986616" y="56028"/>
                </a:lnTo>
                <a:lnTo>
                  <a:pt x="984603" y="54603"/>
                </a:lnTo>
                <a:lnTo>
                  <a:pt x="982460" y="53320"/>
                </a:lnTo>
                <a:lnTo>
                  <a:pt x="980185" y="52186"/>
                </a:lnTo>
                <a:lnTo>
                  <a:pt x="977779" y="51207"/>
                </a:lnTo>
                <a:lnTo>
                  <a:pt x="975240" y="50391"/>
                </a:lnTo>
                <a:lnTo>
                  <a:pt x="972570" y="49745"/>
                </a:lnTo>
                <a:lnTo>
                  <a:pt x="969768" y="49274"/>
                </a:lnTo>
                <a:lnTo>
                  <a:pt x="966834" y="48987"/>
                </a:lnTo>
                <a:lnTo>
                  <a:pt x="963767" y="48890"/>
                </a:lnTo>
                <a:lnTo>
                  <a:pt x="960924" y="48989"/>
                </a:lnTo>
                <a:lnTo>
                  <a:pt x="958132" y="49283"/>
                </a:lnTo>
                <a:lnTo>
                  <a:pt x="955399" y="49765"/>
                </a:lnTo>
                <a:lnTo>
                  <a:pt x="952731" y="50428"/>
                </a:lnTo>
                <a:lnTo>
                  <a:pt x="950133" y="51267"/>
                </a:lnTo>
                <a:lnTo>
                  <a:pt x="947612" y="52274"/>
                </a:lnTo>
                <a:lnTo>
                  <a:pt x="945173" y="53443"/>
                </a:lnTo>
                <a:lnTo>
                  <a:pt x="942824" y="54768"/>
                </a:lnTo>
                <a:lnTo>
                  <a:pt x="940570" y="56242"/>
                </a:lnTo>
                <a:lnTo>
                  <a:pt x="938417" y="57860"/>
                </a:lnTo>
                <a:lnTo>
                  <a:pt x="936371" y="59613"/>
                </a:lnTo>
                <a:lnTo>
                  <a:pt x="934439" y="61497"/>
                </a:lnTo>
                <a:lnTo>
                  <a:pt x="932626" y="63504"/>
                </a:lnTo>
                <a:lnTo>
                  <a:pt x="930939" y="65628"/>
                </a:lnTo>
                <a:lnTo>
                  <a:pt x="929383" y="67863"/>
                </a:lnTo>
                <a:lnTo>
                  <a:pt x="927965" y="70202"/>
                </a:lnTo>
                <a:lnTo>
                  <a:pt x="926692" y="72639"/>
                </a:lnTo>
                <a:lnTo>
                  <a:pt x="925568" y="75167"/>
                </a:lnTo>
                <a:lnTo>
                  <a:pt x="924600" y="77780"/>
                </a:lnTo>
                <a:lnTo>
                  <a:pt x="923795" y="80472"/>
                </a:lnTo>
                <a:lnTo>
                  <a:pt x="923158" y="83235"/>
                </a:lnTo>
                <a:lnTo>
                  <a:pt x="922695" y="86064"/>
                </a:lnTo>
                <a:lnTo>
                  <a:pt x="922413" y="88952"/>
                </a:lnTo>
                <a:lnTo>
                  <a:pt x="922318" y="91893"/>
                </a:lnTo>
                <a:lnTo>
                  <a:pt x="922418" y="94815"/>
                </a:lnTo>
                <a:lnTo>
                  <a:pt x="922715" y="97688"/>
                </a:lnTo>
                <a:lnTo>
                  <a:pt x="923203" y="100506"/>
                </a:lnTo>
                <a:lnTo>
                  <a:pt x="923875" y="103261"/>
                </a:lnTo>
                <a:lnTo>
                  <a:pt x="924726" y="105946"/>
                </a:lnTo>
                <a:lnTo>
                  <a:pt x="925749" y="108556"/>
                </a:lnTo>
                <a:lnTo>
                  <a:pt x="926938" y="111084"/>
                </a:lnTo>
                <a:lnTo>
                  <a:pt x="928287" y="113522"/>
                </a:lnTo>
                <a:lnTo>
                  <a:pt x="929790" y="115864"/>
                </a:lnTo>
                <a:lnTo>
                  <a:pt x="931441" y="118104"/>
                </a:lnTo>
                <a:lnTo>
                  <a:pt x="933234" y="120234"/>
                </a:lnTo>
                <a:lnTo>
                  <a:pt x="935162" y="122248"/>
                </a:lnTo>
                <a:lnTo>
                  <a:pt x="937220" y="124140"/>
                </a:lnTo>
                <a:lnTo>
                  <a:pt x="939401" y="125902"/>
                </a:lnTo>
                <a:lnTo>
                  <a:pt x="941700" y="127529"/>
                </a:lnTo>
                <a:lnTo>
                  <a:pt x="944110" y="129012"/>
                </a:lnTo>
                <a:lnTo>
                  <a:pt x="946625" y="130346"/>
                </a:lnTo>
                <a:lnTo>
                  <a:pt x="949239" y="131524"/>
                </a:lnTo>
                <a:lnTo>
                  <a:pt x="951946" y="132539"/>
                </a:lnTo>
                <a:lnTo>
                  <a:pt x="954739" y="133384"/>
                </a:lnTo>
                <a:lnTo>
                  <a:pt x="957613" y="134054"/>
                </a:lnTo>
                <a:lnTo>
                  <a:pt x="960562" y="134540"/>
                </a:lnTo>
                <a:lnTo>
                  <a:pt x="963579" y="134837"/>
                </a:lnTo>
                <a:lnTo>
                  <a:pt x="966659" y="134937"/>
                </a:lnTo>
                <a:lnTo>
                  <a:pt x="969755" y="134849"/>
                </a:lnTo>
                <a:lnTo>
                  <a:pt x="972684" y="134593"/>
                </a:lnTo>
                <a:lnTo>
                  <a:pt x="975449" y="134181"/>
                </a:lnTo>
                <a:lnTo>
                  <a:pt x="978052" y="133629"/>
                </a:lnTo>
                <a:lnTo>
                  <a:pt x="980497" y="132947"/>
                </a:lnTo>
                <a:lnTo>
                  <a:pt x="982788" y="132149"/>
                </a:lnTo>
                <a:lnTo>
                  <a:pt x="984926" y="131248"/>
                </a:lnTo>
                <a:lnTo>
                  <a:pt x="986917" y="130257"/>
                </a:lnTo>
                <a:lnTo>
                  <a:pt x="988762" y="129189"/>
                </a:lnTo>
                <a:lnTo>
                  <a:pt x="990465" y="128057"/>
                </a:lnTo>
                <a:lnTo>
                  <a:pt x="992029" y="126874"/>
                </a:lnTo>
                <a:lnTo>
                  <a:pt x="993457" y="125653"/>
                </a:lnTo>
                <a:lnTo>
                  <a:pt x="994753" y="124406"/>
                </a:lnTo>
                <a:lnTo>
                  <a:pt x="995920" y="123148"/>
                </a:lnTo>
                <a:lnTo>
                  <a:pt x="996960" y="121890"/>
                </a:lnTo>
                <a:lnTo>
                  <a:pt x="997877" y="120646"/>
                </a:lnTo>
                <a:lnTo>
                  <a:pt x="998675" y="119429"/>
                </a:lnTo>
                <a:lnTo>
                  <a:pt x="999356" y="118251"/>
                </a:lnTo>
                <a:lnTo>
                  <a:pt x="999923" y="117126"/>
                </a:lnTo>
                <a:lnTo>
                  <a:pt x="1000380" y="116067"/>
                </a:lnTo>
                <a:lnTo>
                  <a:pt x="1000730" y="115086"/>
                </a:lnTo>
                <a:lnTo>
                  <a:pt x="1000976" y="114197"/>
                </a:lnTo>
                <a:lnTo>
                  <a:pt x="1001121" y="113412"/>
                </a:lnTo>
                <a:lnTo>
                  <a:pt x="1001169" y="112747"/>
                </a:lnTo>
                <a:lnTo>
                  <a:pt x="1001141" y="112100"/>
                </a:lnTo>
                <a:lnTo>
                  <a:pt x="1001058" y="111505"/>
                </a:lnTo>
                <a:lnTo>
                  <a:pt x="1000926" y="110963"/>
                </a:lnTo>
                <a:lnTo>
                  <a:pt x="1000750" y="110469"/>
                </a:lnTo>
                <a:lnTo>
                  <a:pt x="1000532" y="110023"/>
                </a:lnTo>
                <a:lnTo>
                  <a:pt x="1000278" y="109621"/>
                </a:lnTo>
                <a:close/>
                <a:moveTo>
                  <a:pt x="938957" y="77053"/>
                </a:moveTo>
                <a:lnTo>
                  <a:pt x="939748" y="75539"/>
                </a:lnTo>
                <a:lnTo>
                  <a:pt x="940612" y="74080"/>
                </a:lnTo>
                <a:lnTo>
                  <a:pt x="941547" y="72679"/>
                </a:lnTo>
                <a:lnTo>
                  <a:pt x="942550" y="71339"/>
                </a:lnTo>
                <a:lnTo>
                  <a:pt x="943617" y="70063"/>
                </a:lnTo>
                <a:lnTo>
                  <a:pt x="944747" y="68853"/>
                </a:lnTo>
                <a:lnTo>
                  <a:pt x="945935" y="67714"/>
                </a:lnTo>
                <a:lnTo>
                  <a:pt x="947180" y="66649"/>
                </a:lnTo>
                <a:lnTo>
                  <a:pt x="948478" y="65660"/>
                </a:lnTo>
                <a:lnTo>
                  <a:pt x="949826" y="64750"/>
                </a:lnTo>
                <a:lnTo>
                  <a:pt x="951222" y="63923"/>
                </a:lnTo>
                <a:lnTo>
                  <a:pt x="952663" y="63182"/>
                </a:lnTo>
                <a:lnTo>
                  <a:pt x="954146" y="62529"/>
                </a:lnTo>
                <a:lnTo>
                  <a:pt x="955669" y="61968"/>
                </a:lnTo>
                <a:lnTo>
                  <a:pt x="957227" y="61503"/>
                </a:lnTo>
                <a:lnTo>
                  <a:pt x="958819" y="61135"/>
                </a:lnTo>
                <a:lnTo>
                  <a:pt x="960442" y="60869"/>
                </a:lnTo>
                <a:lnTo>
                  <a:pt x="962092" y="60707"/>
                </a:lnTo>
                <a:lnTo>
                  <a:pt x="963767" y="60652"/>
                </a:lnTo>
                <a:lnTo>
                  <a:pt x="965030" y="60678"/>
                </a:lnTo>
                <a:lnTo>
                  <a:pt x="966307" y="60758"/>
                </a:lnTo>
                <a:lnTo>
                  <a:pt x="967593" y="60898"/>
                </a:lnTo>
                <a:lnTo>
                  <a:pt x="968884" y="61101"/>
                </a:lnTo>
                <a:lnTo>
                  <a:pt x="970174" y="61372"/>
                </a:lnTo>
                <a:lnTo>
                  <a:pt x="971458" y="61716"/>
                </a:lnTo>
                <a:lnTo>
                  <a:pt x="972730" y="62136"/>
                </a:lnTo>
                <a:lnTo>
                  <a:pt x="973985" y="62638"/>
                </a:lnTo>
                <a:lnTo>
                  <a:pt x="975219" y="63225"/>
                </a:lnTo>
                <a:lnTo>
                  <a:pt x="976424" y="63902"/>
                </a:lnTo>
                <a:lnTo>
                  <a:pt x="977597" y="64674"/>
                </a:lnTo>
                <a:lnTo>
                  <a:pt x="978733" y="65545"/>
                </a:lnTo>
                <a:lnTo>
                  <a:pt x="979825" y="66520"/>
                </a:lnTo>
                <a:lnTo>
                  <a:pt x="980869" y="67602"/>
                </a:lnTo>
                <a:lnTo>
                  <a:pt x="981858" y="68797"/>
                </a:lnTo>
                <a:lnTo>
                  <a:pt x="982789" y="70108"/>
                </a:lnTo>
                <a:lnTo>
                  <a:pt x="983656" y="71541"/>
                </a:lnTo>
                <a:lnTo>
                  <a:pt x="984453" y="73099"/>
                </a:lnTo>
                <a:lnTo>
                  <a:pt x="985176" y="74788"/>
                </a:lnTo>
                <a:lnTo>
                  <a:pt x="985818" y="76610"/>
                </a:lnTo>
                <a:lnTo>
                  <a:pt x="986375" y="78572"/>
                </a:lnTo>
                <a:lnTo>
                  <a:pt x="986841" y="80677"/>
                </a:lnTo>
                <a:lnTo>
                  <a:pt x="987212" y="82930"/>
                </a:lnTo>
                <a:lnTo>
                  <a:pt x="987481" y="85335"/>
                </a:lnTo>
                <a:lnTo>
                  <a:pt x="936200" y="85335"/>
                </a:lnTo>
                <a:lnTo>
                  <a:pt x="936582" y="83594"/>
                </a:lnTo>
                <a:lnTo>
                  <a:pt x="937051" y="81892"/>
                </a:lnTo>
                <a:lnTo>
                  <a:pt x="937605" y="80233"/>
                </a:lnTo>
                <a:lnTo>
                  <a:pt x="938242" y="78619"/>
                </a:lnTo>
                <a:lnTo>
                  <a:pt x="938957" y="77053"/>
                </a:lnTo>
                <a:close/>
                <a:moveTo>
                  <a:pt x="1202709" y="109621"/>
                </a:moveTo>
                <a:lnTo>
                  <a:pt x="1202423" y="109261"/>
                </a:lnTo>
                <a:lnTo>
                  <a:pt x="1202109" y="108941"/>
                </a:lnTo>
                <a:lnTo>
                  <a:pt x="1201771" y="108659"/>
                </a:lnTo>
                <a:lnTo>
                  <a:pt x="1201414" y="108412"/>
                </a:lnTo>
                <a:lnTo>
                  <a:pt x="1201043" y="108198"/>
                </a:lnTo>
                <a:lnTo>
                  <a:pt x="1200661" y="108014"/>
                </a:lnTo>
                <a:lnTo>
                  <a:pt x="1200274" y="107859"/>
                </a:lnTo>
                <a:lnTo>
                  <a:pt x="1199884" y="107730"/>
                </a:lnTo>
                <a:lnTo>
                  <a:pt x="1199497" y="107623"/>
                </a:lnTo>
                <a:lnTo>
                  <a:pt x="1199118" y="107539"/>
                </a:lnTo>
                <a:lnTo>
                  <a:pt x="1198749" y="107472"/>
                </a:lnTo>
                <a:lnTo>
                  <a:pt x="1198397" y="107423"/>
                </a:lnTo>
                <a:lnTo>
                  <a:pt x="1198064" y="107387"/>
                </a:lnTo>
                <a:lnTo>
                  <a:pt x="1197756" y="107363"/>
                </a:lnTo>
                <a:lnTo>
                  <a:pt x="1197477" y="107349"/>
                </a:lnTo>
                <a:lnTo>
                  <a:pt x="1197231" y="107341"/>
                </a:lnTo>
                <a:lnTo>
                  <a:pt x="1197022" y="107339"/>
                </a:lnTo>
                <a:lnTo>
                  <a:pt x="1196855" y="107338"/>
                </a:lnTo>
                <a:lnTo>
                  <a:pt x="1196431" y="107341"/>
                </a:lnTo>
                <a:lnTo>
                  <a:pt x="1196026" y="107352"/>
                </a:lnTo>
                <a:lnTo>
                  <a:pt x="1195640" y="107370"/>
                </a:lnTo>
                <a:lnTo>
                  <a:pt x="1195272" y="107398"/>
                </a:lnTo>
                <a:lnTo>
                  <a:pt x="1194921" y="107436"/>
                </a:lnTo>
                <a:lnTo>
                  <a:pt x="1194586" y="107486"/>
                </a:lnTo>
                <a:lnTo>
                  <a:pt x="1194267" y="107548"/>
                </a:lnTo>
                <a:lnTo>
                  <a:pt x="1193963" y="107624"/>
                </a:lnTo>
                <a:lnTo>
                  <a:pt x="1193672" y="107715"/>
                </a:lnTo>
                <a:lnTo>
                  <a:pt x="1193395" y="107822"/>
                </a:lnTo>
                <a:lnTo>
                  <a:pt x="1193131" y="107945"/>
                </a:lnTo>
                <a:lnTo>
                  <a:pt x="1192878" y="108087"/>
                </a:lnTo>
                <a:lnTo>
                  <a:pt x="1192637" y="108248"/>
                </a:lnTo>
                <a:lnTo>
                  <a:pt x="1192405" y="108429"/>
                </a:lnTo>
                <a:lnTo>
                  <a:pt x="1192183" y="108631"/>
                </a:lnTo>
                <a:lnTo>
                  <a:pt x="1191970" y="108855"/>
                </a:lnTo>
                <a:lnTo>
                  <a:pt x="1191765" y="109103"/>
                </a:lnTo>
                <a:lnTo>
                  <a:pt x="1191568" y="109376"/>
                </a:lnTo>
                <a:lnTo>
                  <a:pt x="1191377" y="109674"/>
                </a:lnTo>
                <a:lnTo>
                  <a:pt x="1191191" y="110000"/>
                </a:lnTo>
                <a:lnTo>
                  <a:pt x="1191011" y="110353"/>
                </a:lnTo>
                <a:lnTo>
                  <a:pt x="1190835" y="110734"/>
                </a:lnTo>
                <a:lnTo>
                  <a:pt x="1190662" y="111146"/>
                </a:lnTo>
                <a:lnTo>
                  <a:pt x="1190492" y="111589"/>
                </a:lnTo>
                <a:lnTo>
                  <a:pt x="1189930" y="112777"/>
                </a:lnTo>
                <a:lnTo>
                  <a:pt x="1189309" y="113883"/>
                </a:lnTo>
                <a:lnTo>
                  <a:pt x="1188634" y="114910"/>
                </a:lnTo>
                <a:lnTo>
                  <a:pt x="1187909" y="115861"/>
                </a:lnTo>
                <a:lnTo>
                  <a:pt x="1187139" y="116739"/>
                </a:lnTo>
                <a:lnTo>
                  <a:pt x="1186328" y="117546"/>
                </a:lnTo>
                <a:lnTo>
                  <a:pt x="1185483" y="118286"/>
                </a:lnTo>
                <a:lnTo>
                  <a:pt x="1184608" y="118960"/>
                </a:lnTo>
                <a:lnTo>
                  <a:pt x="1183707" y="119572"/>
                </a:lnTo>
                <a:lnTo>
                  <a:pt x="1182785" y="120125"/>
                </a:lnTo>
                <a:lnTo>
                  <a:pt x="1181848" y="120621"/>
                </a:lnTo>
                <a:lnTo>
                  <a:pt x="1180900" y="121063"/>
                </a:lnTo>
                <a:lnTo>
                  <a:pt x="1179946" y="121454"/>
                </a:lnTo>
                <a:lnTo>
                  <a:pt x="1178991" y="121796"/>
                </a:lnTo>
                <a:lnTo>
                  <a:pt x="1178039" y="122092"/>
                </a:lnTo>
                <a:lnTo>
                  <a:pt x="1177096" y="122346"/>
                </a:lnTo>
                <a:lnTo>
                  <a:pt x="1176166" y="122559"/>
                </a:lnTo>
                <a:lnTo>
                  <a:pt x="1175255" y="122735"/>
                </a:lnTo>
                <a:lnTo>
                  <a:pt x="1174366" y="122877"/>
                </a:lnTo>
                <a:lnTo>
                  <a:pt x="1173506" y="122986"/>
                </a:lnTo>
                <a:lnTo>
                  <a:pt x="1172678" y="123066"/>
                </a:lnTo>
                <a:lnTo>
                  <a:pt x="1171888" y="123120"/>
                </a:lnTo>
                <a:lnTo>
                  <a:pt x="1171141" y="123151"/>
                </a:lnTo>
                <a:lnTo>
                  <a:pt x="1170441" y="123160"/>
                </a:lnTo>
                <a:lnTo>
                  <a:pt x="1168634" y="123110"/>
                </a:lnTo>
                <a:lnTo>
                  <a:pt x="1166833" y="122961"/>
                </a:lnTo>
                <a:lnTo>
                  <a:pt x="1165041" y="122713"/>
                </a:lnTo>
                <a:lnTo>
                  <a:pt x="1163264" y="122369"/>
                </a:lnTo>
                <a:lnTo>
                  <a:pt x="1161507" y="121929"/>
                </a:lnTo>
                <a:lnTo>
                  <a:pt x="1159774" y="121394"/>
                </a:lnTo>
                <a:lnTo>
                  <a:pt x="1158072" y="120766"/>
                </a:lnTo>
                <a:lnTo>
                  <a:pt x="1156403" y="120045"/>
                </a:lnTo>
                <a:lnTo>
                  <a:pt x="1154774" y="119233"/>
                </a:lnTo>
                <a:lnTo>
                  <a:pt x="1153190" y="118332"/>
                </a:lnTo>
                <a:lnTo>
                  <a:pt x="1151655" y="117341"/>
                </a:lnTo>
                <a:lnTo>
                  <a:pt x="1150174" y="116263"/>
                </a:lnTo>
                <a:lnTo>
                  <a:pt x="1148753" y="115098"/>
                </a:lnTo>
                <a:lnTo>
                  <a:pt x="1147395" y="113847"/>
                </a:lnTo>
                <a:lnTo>
                  <a:pt x="1146107" y="112513"/>
                </a:lnTo>
                <a:lnTo>
                  <a:pt x="1144893" y="111095"/>
                </a:lnTo>
                <a:lnTo>
                  <a:pt x="1143758" y="109596"/>
                </a:lnTo>
                <a:lnTo>
                  <a:pt x="1142706" y="108016"/>
                </a:lnTo>
                <a:lnTo>
                  <a:pt x="1141744" y="106356"/>
                </a:lnTo>
                <a:lnTo>
                  <a:pt x="1140875" y="104617"/>
                </a:lnTo>
                <a:lnTo>
                  <a:pt x="1140105" y="102802"/>
                </a:lnTo>
                <a:lnTo>
                  <a:pt x="1139439" y="100910"/>
                </a:lnTo>
                <a:lnTo>
                  <a:pt x="1138881" y="98943"/>
                </a:lnTo>
                <a:lnTo>
                  <a:pt x="1138437" y="96903"/>
                </a:lnTo>
                <a:lnTo>
                  <a:pt x="1195890" y="96903"/>
                </a:lnTo>
                <a:lnTo>
                  <a:pt x="1196394" y="96902"/>
                </a:lnTo>
                <a:lnTo>
                  <a:pt x="1196892" y="96899"/>
                </a:lnTo>
                <a:lnTo>
                  <a:pt x="1197384" y="96889"/>
                </a:lnTo>
                <a:lnTo>
                  <a:pt x="1197867" y="96870"/>
                </a:lnTo>
                <a:lnTo>
                  <a:pt x="1198340" y="96838"/>
                </a:lnTo>
                <a:lnTo>
                  <a:pt x="1198803" y="96792"/>
                </a:lnTo>
                <a:lnTo>
                  <a:pt x="1199252" y="96726"/>
                </a:lnTo>
                <a:lnTo>
                  <a:pt x="1199688" y="96639"/>
                </a:lnTo>
                <a:lnTo>
                  <a:pt x="1200109" y="96527"/>
                </a:lnTo>
                <a:lnTo>
                  <a:pt x="1200512" y="96387"/>
                </a:lnTo>
                <a:lnTo>
                  <a:pt x="1200898" y="96216"/>
                </a:lnTo>
                <a:lnTo>
                  <a:pt x="1201263" y="96012"/>
                </a:lnTo>
                <a:lnTo>
                  <a:pt x="1201608" y="95770"/>
                </a:lnTo>
                <a:lnTo>
                  <a:pt x="1201930" y="95487"/>
                </a:lnTo>
                <a:lnTo>
                  <a:pt x="1202228" y="95162"/>
                </a:lnTo>
                <a:lnTo>
                  <a:pt x="1202501" y="94790"/>
                </a:lnTo>
                <a:lnTo>
                  <a:pt x="1202747" y="94369"/>
                </a:lnTo>
                <a:lnTo>
                  <a:pt x="1202965" y="93894"/>
                </a:lnTo>
                <a:lnTo>
                  <a:pt x="1203153" y="93365"/>
                </a:lnTo>
                <a:lnTo>
                  <a:pt x="1203310" y="92776"/>
                </a:lnTo>
                <a:lnTo>
                  <a:pt x="1203435" y="92126"/>
                </a:lnTo>
                <a:lnTo>
                  <a:pt x="1203526" y="91410"/>
                </a:lnTo>
                <a:lnTo>
                  <a:pt x="1203582" y="90626"/>
                </a:lnTo>
                <a:lnTo>
                  <a:pt x="1203601" y="89772"/>
                </a:lnTo>
                <a:lnTo>
                  <a:pt x="1203536" y="87041"/>
                </a:lnTo>
                <a:lnTo>
                  <a:pt x="1203343" y="84349"/>
                </a:lnTo>
                <a:lnTo>
                  <a:pt x="1203021" y="81703"/>
                </a:lnTo>
                <a:lnTo>
                  <a:pt x="1202571" y="79109"/>
                </a:lnTo>
                <a:lnTo>
                  <a:pt x="1201991" y="76576"/>
                </a:lnTo>
                <a:lnTo>
                  <a:pt x="1201281" y="74109"/>
                </a:lnTo>
                <a:lnTo>
                  <a:pt x="1200442" y="71715"/>
                </a:lnTo>
                <a:lnTo>
                  <a:pt x="1199474" y="69401"/>
                </a:lnTo>
                <a:lnTo>
                  <a:pt x="1198375" y="67175"/>
                </a:lnTo>
                <a:lnTo>
                  <a:pt x="1197146" y="65042"/>
                </a:lnTo>
                <a:lnTo>
                  <a:pt x="1195788" y="63010"/>
                </a:lnTo>
                <a:lnTo>
                  <a:pt x="1194299" y="61086"/>
                </a:lnTo>
                <a:lnTo>
                  <a:pt x="1192679" y="59277"/>
                </a:lnTo>
                <a:lnTo>
                  <a:pt x="1190929" y="57588"/>
                </a:lnTo>
                <a:lnTo>
                  <a:pt x="1189047" y="56028"/>
                </a:lnTo>
                <a:lnTo>
                  <a:pt x="1187035" y="54603"/>
                </a:lnTo>
                <a:lnTo>
                  <a:pt x="1184892" y="53320"/>
                </a:lnTo>
                <a:lnTo>
                  <a:pt x="1182617" y="52186"/>
                </a:lnTo>
                <a:lnTo>
                  <a:pt x="1180210" y="51207"/>
                </a:lnTo>
                <a:lnTo>
                  <a:pt x="1177672" y="50391"/>
                </a:lnTo>
                <a:lnTo>
                  <a:pt x="1175002" y="49745"/>
                </a:lnTo>
                <a:lnTo>
                  <a:pt x="1172200" y="49274"/>
                </a:lnTo>
                <a:lnTo>
                  <a:pt x="1169266" y="48987"/>
                </a:lnTo>
                <a:lnTo>
                  <a:pt x="1166199" y="48890"/>
                </a:lnTo>
                <a:lnTo>
                  <a:pt x="1163355" y="48989"/>
                </a:lnTo>
                <a:lnTo>
                  <a:pt x="1160564" y="49283"/>
                </a:lnTo>
                <a:lnTo>
                  <a:pt x="1157831" y="49765"/>
                </a:lnTo>
                <a:lnTo>
                  <a:pt x="1155162" y="50428"/>
                </a:lnTo>
                <a:lnTo>
                  <a:pt x="1152564" y="51267"/>
                </a:lnTo>
                <a:lnTo>
                  <a:pt x="1150043" y="52274"/>
                </a:lnTo>
                <a:lnTo>
                  <a:pt x="1147605" y="53443"/>
                </a:lnTo>
                <a:lnTo>
                  <a:pt x="1145256" y="54768"/>
                </a:lnTo>
                <a:lnTo>
                  <a:pt x="1143002" y="56242"/>
                </a:lnTo>
                <a:lnTo>
                  <a:pt x="1140849" y="57860"/>
                </a:lnTo>
                <a:lnTo>
                  <a:pt x="1138803" y="59613"/>
                </a:lnTo>
                <a:lnTo>
                  <a:pt x="1136870" y="61497"/>
                </a:lnTo>
                <a:lnTo>
                  <a:pt x="1135058" y="63504"/>
                </a:lnTo>
                <a:lnTo>
                  <a:pt x="1133370" y="65628"/>
                </a:lnTo>
                <a:lnTo>
                  <a:pt x="1131815" y="67863"/>
                </a:lnTo>
                <a:lnTo>
                  <a:pt x="1130397" y="70202"/>
                </a:lnTo>
                <a:lnTo>
                  <a:pt x="1129123" y="72639"/>
                </a:lnTo>
                <a:lnTo>
                  <a:pt x="1127999" y="75167"/>
                </a:lnTo>
                <a:lnTo>
                  <a:pt x="1127032" y="77780"/>
                </a:lnTo>
                <a:lnTo>
                  <a:pt x="1126226" y="80472"/>
                </a:lnTo>
                <a:lnTo>
                  <a:pt x="1125589" y="83235"/>
                </a:lnTo>
                <a:lnTo>
                  <a:pt x="1125127" y="86064"/>
                </a:lnTo>
                <a:lnTo>
                  <a:pt x="1124845" y="88952"/>
                </a:lnTo>
                <a:lnTo>
                  <a:pt x="1124749" y="91893"/>
                </a:lnTo>
                <a:lnTo>
                  <a:pt x="1124850" y="94815"/>
                </a:lnTo>
                <a:lnTo>
                  <a:pt x="1125147" y="97688"/>
                </a:lnTo>
                <a:lnTo>
                  <a:pt x="1125635" y="100506"/>
                </a:lnTo>
                <a:lnTo>
                  <a:pt x="1126307" y="103261"/>
                </a:lnTo>
                <a:lnTo>
                  <a:pt x="1127157" y="105946"/>
                </a:lnTo>
                <a:lnTo>
                  <a:pt x="1128180" y="108556"/>
                </a:lnTo>
                <a:lnTo>
                  <a:pt x="1129369" y="111084"/>
                </a:lnTo>
                <a:lnTo>
                  <a:pt x="1130719" y="113522"/>
                </a:lnTo>
                <a:lnTo>
                  <a:pt x="1132222" y="115864"/>
                </a:lnTo>
                <a:lnTo>
                  <a:pt x="1133873" y="118104"/>
                </a:lnTo>
                <a:lnTo>
                  <a:pt x="1135665" y="120234"/>
                </a:lnTo>
                <a:lnTo>
                  <a:pt x="1137594" y="122248"/>
                </a:lnTo>
                <a:lnTo>
                  <a:pt x="1139652" y="124140"/>
                </a:lnTo>
                <a:lnTo>
                  <a:pt x="1141833" y="125902"/>
                </a:lnTo>
                <a:lnTo>
                  <a:pt x="1144132" y="127529"/>
                </a:lnTo>
                <a:lnTo>
                  <a:pt x="1146541" y="129012"/>
                </a:lnTo>
                <a:lnTo>
                  <a:pt x="1149056" y="130346"/>
                </a:lnTo>
                <a:lnTo>
                  <a:pt x="1151670" y="131524"/>
                </a:lnTo>
                <a:lnTo>
                  <a:pt x="1154377" y="132539"/>
                </a:lnTo>
                <a:lnTo>
                  <a:pt x="1157171" y="133384"/>
                </a:lnTo>
                <a:lnTo>
                  <a:pt x="1160045" y="134054"/>
                </a:lnTo>
                <a:lnTo>
                  <a:pt x="1162994" y="134540"/>
                </a:lnTo>
                <a:lnTo>
                  <a:pt x="1166011" y="134837"/>
                </a:lnTo>
                <a:lnTo>
                  <a:pt x="1169091" y="134937"/>
                </a:lnTo>
                <a:lnTo>
                  <a:pt x="1172187" y="134849"/>
                </a:lnTo>
                <a:lnTo>
                  <a:pt x="1175116" y="134593"/>
                </a:lnTo>
                <a:lnTo>
                  <a:pt x="1177880" y="134181"/>
                </a:lnTo>
                <a:lnTo>
                  <a:pt x="1180483" y="133629"/>
                </a:lnTo>
                <a:lnTo>
                  <a:pt x="1182929" y="132947"/>
                </a:lnTo>
                <a:lnTo>
                  <a:pt x="1185219" y="132149"/>
                </a:lnTo>
                <a:lnTo>
                  <a:pt x="1187358" y="131248"/>
                </a:lnTo>
                <a:lnTo>
                  <a:pt x="1189348" y="130257"/>
                </a:lnTo>
                <a:lnTo>
                  <a:pt x="1191194" y="129189"/>
                </a:lnTo>
                <a:lnTo>
                  <a:pt x="1192897" y="128057"/>
                </a:lnTo>
                <a:lnTo>
                  <a:pt x="1194461" y="126874"/>
                </a:lnTo>
                <a:lnTo>
                  <a:pt x="1195889" y="125653"/>
                </a:lnTo>
                <a:lnTo>
                  <a:pt x="1197185" y="124406"/>
                </a:lnTo>
                <a:lnTo>
                  <a:pt x="1198351" y="123148"/>
                </a:lnTo>
                <a:lnTo>
                  <a:pt x="1199392" y="121890"/>
                </a:lnTo>
                <a:lnTo>
                  <a:pt x="1200309" y="120646"/>
                </a:lnTo>
                <a:lnTo>
                  <a:pt x="1201106" y="119429"/>
                </a:lnTo>
                <a:lnTo>
                  <a:pt x="1201787" y="118251"/>
                </a:lnTo>
                <a:lnTo>
                  <a:pt x="1202354" y="117126"/>
                </a:lnTo>
                <a:lnTo>
                  <a:pt x="1202812" y="116067"/>
                </a:lnTo>
                <a:lnTo>
                  <a:pt x="1203161" y="115086"/>
                </a:lnTo>
                <a:lnTo>
                  <a:pt x="1203408" y="114197"/>
                </a:lnTo>
                <a:lnTo>
                  <a:pt x="1203553" y="113412"/>
                </a:lnTo>
                <a:lnTo>
                  <a:pt x="1203600" y="112747"/>
                </a:lnTo>
                <a:lnTo>
                  <a:pt x="1203572" y="112100"/>
                </a:lnTo>
                <a:lnTo>
                  <a:pt x="1203490" y="111505"/>
                </a:lnTo>
                <a:lnTo>
                  <a:pt x="1203358" y="110963"/>
                </a:lnTo>
                <a:lnTo>
                  <a:pt x="1203181" y="110469"/>
                </a:lnTo>
                <a:lnTo>
                  <a:pt x="1202963" y="110023"/>
                </a:lnTo>
                <a:lnTo>
                  <a:pt x="1202709" y="109621"/>
                </a:lnTo>
                <a:close/>
                <a:moveTo>
                  <a:pt x="1141388" y="77053"/>
                </a:moveTo>
                <a:lnTo>
                  <a:pt x="1142179" y="75539"/>
                </a:lnTo>
                <a:lnTo>
                  <a:pt x="1143044" y="74080"/>
                </a:lnTo>
                <a:lnTo>
                  <a:pt x="1143979" y="72679"/>
                </a:lnTo>
                <a:lnTo>
                  <a:pt x="1144981" y="71339"/>
                </a:lnTo>
                <a:lnTo>
                  <a:pt x="1146049" y="70063"/>
                </a:lnTo>
                <a:lnTo>
                  <a:pt x="1147178" y="68853"/>
                </a:lnTo>
                <a:lnTo>
                  <a:pt x="1148367" y="67714"/>
                </a:lnTo>
                <a:lnTo>
                  <a:pt x="1149611" y="66649"/>
                </a:lnTo>
                <a:lnTo>
                  <a:pt x="1150909" y="65660"/>
                </a:lnTo>
                <a:lnTo>
                  <a:pt x="1152258" y="64750"/>
                </a:lnTo>
                <a:lnTo>
                  <a:pt x="1153654" y="63923"/>
                </a:lnTo>
                <a:lnTo>
                  <a:pt x="1155095" y="63182"/>
                </a:lnTo>
                <a:lnTo>
                  <a:pt x="1156578" y="62529"/>
                </a:lnTo>
                <a:lnTo>
                  <a:pt x="1158100" y="61968"/>
                </a:lnTo>
                <a:lnTo>
                  <a:pt x="1159659" y="61503"/>
                </a:lnTo>
                <a:lnTo>
                  <a:pt x="1161251" y="61135"/>
                </a:lnTo>
                <a:lnTo>
                  <a:pt x="1162873" y="60869"/>
                </a:lnTo>
                <a:lnTo>
                  <a:pt x="1164524" y="60707"/>
                </a:lnTo>
                <a:lnTo>
                  <a:pt x="1166199" y="60652"/>
                </a:lnTo>
                <a:lnTo>
                  <a:pt x="1167461" y="60678"/>
                </a:lnTo>
                <a:lnTo>
                  <a:pt x="1168738" y="60758"/>
                </a:lnTo>
                <a:lnTo>
                  <a:pt x="1170025" y="60898"/>
                </a:lnTo>
                <a:lnTo>
                  <a:pt x="1171316" y="61101"/>
                </a:lnTo>
                <a:lnTo>
                  <a:pt x="1172606" y="61372"/>
                </a:lnTo>
                <a:lnTo>
                  <a:pt x="1173890" y="61716"/>
                </a:lnTo>
                <a:lnTo>
                  <a:pt x="1175162" y="62136"/>
                </a:lnTo>
                <a:lnTo>
                  <a:pt x="1176417" y="62638"/>
                </a:lnTo>
                <a:lnTo>
                  <a:pt x="1177650" y="63225"/>
                </a:lnTo>
                <a:lnTo>
                  <a:pt x="1178856" y="63902"/>
                </a:lnTo>
                <a:lnTo>
                  <a:pt x="1180029" y="64674"/>
                </a:lnTo>
                <a:lnTo>
                  <a:pt x="1181164" y="65545"/>
                </a:lnTo>
                <a:lnTo>
                  <a:pt x="1182256" y="66520"/>
                </a:lnTo>
                <a:lnTo>
                  <a:pt x="1183300" y="67602"/>
                </a:lnTo>
                <a:lnTo>
                  <a:pt x="1184290" y="68797"/>
                </a:lnTo>
                <a:lnTo>
                  <a:pt x="1185221" y="70108"/>
                </a:lnTo>
                <a:lnTo>
                  <a:pt x="1186088" y="71541"/>
                </a:lnTo>
                <a:lnTo>
                  <a:pt x="1186885" y="73099"/>
                </a:lnTo>
                <a:lnTo>
                  <a:pt x="1187607" y="74788"/>
                </a:lnTo>
                <a:lnTo>
                  <a:pt x="1188249" y="76610"/>
                </a:lnTo>
                <a:lnTo>
                  <a:pt x="1188806" y="78572"/>
                </a:lnTo>
                <a:lnTo>
                  <a:pt x="1189273" y="80677"/>
                </a:lnTo>
                <a:lnTo>
                  <a:pt x="1189643" y="82930"/>
                </a:lnTo>
                <a:lnTo>
                  <a:pt x="1189912" y="85335"/>
                </a:lnTo>
                <a:lnTo>
                  <a:pt x="1138631" y="85335"/>
                </a:lnTo>
                <a:lnTo>
                  <a:pt x="1139013" y="83594"/>
                </a:lnTo>
                <a:lnTo>
                  <a:pt x="1139483" y="81892"/>
                </a:lnTo>
                <a:lnTo>
                  <a:pt x="1140037" y="80233"/>
                </a:lnTo>
                <a:lnTo>
                  <a:pt x="1140673" y="78619"/>
                </a:lnTo>
                <a:lnTo>
                  <a:pt x="1141388" y="77053"/>
                </a:lnTo>
                <a:close/>
                <a:moveTo>
                  <a:pt x="188879" y="124569"/>
                </a:moveTo>
                <a:lnTo>
                  <a:pt x="188605" y="124172"/>
                </a:lnTo>
                <a:lnTo>
                  <a:pt x="188301" y="123818"/>
                </a:lnTo>
                <a:lnTo>
                  <a:pt x="187969" y="123507"/>
                </a:lnTo>
                <a:lnTo>
                  <a:pt x="187613" y="123234"/>
                </a:lnTo>
                <a:lnTo>
                  <a:pt x="187236" y="122998"/>
                </a:lnTo>
                <a:lnTo>
                  <a:pt x="186840" y="122795"/>
                </a:lnTo>
                <a:lnTo>
                  <a:pt x="186430" y="122623"/>
                </a:lnTo>
                <a:lnTo>
                  <a:pt x="186007" y="122480"/>
                </a:lnTo>
                <a:lnTo>
                  <a:pt x="185576" y="122363"/>
                </a:lnTo>
                <a:lnTo>
                  <a:pt x="185138" y="122269"/>
                </a:lnTo>
                <a:lnTo>
                  <a:pt x="184699" y="122196"/>
                </a:lnTo>
                <a:lnTo>
                  <a:pt x="184259" y="122141"/>
                </a:lnTo>
                <a:lnTo>
                  <a:pt x="183823" y="122102"/>
                </a:lnTo>
                <a:lnTo>
                  <a:pt x="183393" y="122076"/>
                </a:lnTo>
                <a:lnTo>
                  <a:pt x="182973" y="122060"/>
                </a:lnTo>
                <a:lnTo>
                  <a:pt x="182566" y="122052"/>
                </a:lnTo>
                <a:lnTo>
                  <a:pt x="182175" y="122049"/>
                </a:lnTo>
                <a:lnTo>
                  <a:pt x="181803" y="122048"/>
                </a:lnTo>
                <a:lnTo>
                  <a:pt x="161560" y="122048"/>
                </a:lnTo>
                <a:lnTo>
                  <a:pt x="161560" y="58678"/>
                </a:lnTo>
                <a:lnTo>
                  <a:pt x="161554" y="57952"/>
                </a:lnTo>
                <a:lnTo>
                  <a:pt x="161534" y="57267"/>
                </a:lnTo>
                <a:lnTo>
                  <a:pt x="161498" y="56623"/>
                </a:lnTo>
                <a:lnTo>
                  <a:pt x="161444" y="56018"/>
                </a:lnTo>
                <a:lnTo>
                  <a:pt x="161371" y="55451"/>
                </a:lnTo>
                <a:lnTo>
                  <a:pt x="161277" y="54922"/>
                </a:lnTo>
                <a:lnTo>
                  <a:pt x="161160" y="54429"/>
                </a:lnTo>
                <a:lnTo>
                  <a:pt x="161018" y="53973"/>
                </a:lnTo>
                <a:lnTo>
                  <a:pt x="160849" y="53551"/>
                </a:lnTo>
                <a:lnTo>
                  <a:pt x="160651" y="53163"/>
                </a:lnTo>
                <a:lnTo>
                  <a:pt x="160423" y="52808"/>
                </a:lnTo>
                <a:lnTo>
                  <a:pt x="160163" y="52485"/>
                </a:lnTo>
                <a:lnTo>
                  <a:pt x="159868" y="52193"/>
                </a:lnTo>
                <a:lnTo>
                  <a:pt x="159538" y="51931"/>
                </a:lnTo>
                <a:lnTo>
                  <a:pt x="159170" y="51698"/>
                </a:lnTo>
                <a:lnTo>
                  <a:pt x="158762" y="51494"/>
                </a:lnTo>
                <a:lnTo>
                  <a:pt x="158312" y="51318"/>
                </a:lnTo>
                <a:lnTo>
                  <a:pt x="157820" y="51168"/>
                </a:lnTo>
                <a:lnTo>
                  <a:pt x="157282" y="51043"/>
                </a:lnTo>
                <a:lnTo>
                  <a:pt x="156697" y="50943"/>
                </a:lnTo>
                <a:lnTo>
                  <a:pt x="156063" y="50867"/>
                </a:lnTo>
                <a:lnTo>
                  <a:pt x="155378" y="50814"/>
                </a:lnTo>
                <a:lnTo>
                  <a:pt x="154641" y="50783"/>
                </a:lnTo>
                <a:lnTo>
                  <a:pt x="153850" y="50773"/>
                </a:lnTo>
                <a:lnTo>
                  <a:pt x="126474" y="50773"/>
                </a:lnTo>
                <a:lnTo>
                  <a:pt x="126102" y="50773"/>
                </a:lnTo>
                <a:lnTo>
                  <a:pt x="125711" y="50776"/>
                </a:lnTo>
                <a:lnTo>
                  <a:pt x="125304" y="50784"/>
                </a:lnTo>
                <a:lnTo>
                  <a:pt x="124884" y="50799"/>
                </a:lnTo>
                <a:lnTo>
                  <a:pt x="124455" y="50825"/>
                </a:lnTo>
                <a:lnTo>
                  <a:pt x="124019" y="50863"/>
                </a:lnTo>
                <a:lnTo>
                  <a:pt x="123579" y="50916"/>
                </a:lnTo>
                <a:lnTo>
                  <a:pt x="123139" y="50987"/>
                </a:lnTo>
                <a:lnTo>
                  <a:pt x="122702" y="51078"/>
                </a:lnTo>
                <a:lnTo>
                  <a:pt x="122270" y="51191"/>
                </a:lnTo>
                <a:lnTo>
                  <a:pt x="121848" y="51330"/>
                </a:lnTo>
                <a:lnTo>
                  <a:pt x="121437" y="51496"/>
                </a:lnTo>
                <a:lnTo>
                  <a:pt x="121041" y="51692"/>
                </a:lnTo>
                <a:lnTo>
                  <a:pt x="120664" y="51921"/>
                </a:lnTo>
                <a:lnTo>
                  <a:pt x="120308" y="52186"/>
                </a:lnTo>
                <a:lnTo>
                  <a:pt x="119976" y="52487"/>
                </a:lnTo>
                <a:lnTo>
                  <a:pt x="119672" y="52829"/>
                </a:lnTo>
                <a:lnTo>
                  <a:pt x="119398" y="53214"/>
                </a:lnTo>
                <a:lnTo>
                  <a:pt x="119157" y="53644"/>
                </a:lnTo>
                <a:lnTo>
                  <a:pt x="118954" y="54122"/>
                </a:lnTo>
                <a:lnTo>
                  <a:pt x="118790" y="54649"/>
                </a:lnTo>
                <a:lnTo>
                  <a:pt x="118670" y="55230"/>
                </a:lnTo>
                <a:lnTo>
                  <a:pt x="118595" y="55866"/>
                </a:lnTo>
                <a:lnTo>
                  <a:pt x="118569" y="56560"/>
                </a:lnTo>
                <a:lnTo>
                  <a:pt x="118595" y="57276"/>
                </a:lnTo>
                <a:lnTo>
                  <a:pt x="118670" y="57932"/>
                </a:lnTo>
                <a:lnTo>
                  <a:pt x="118790" y="58532"/>
                </a:lnTo>
                <a:lnTo>
                  <a:pt x="118954" y="59077"/>
                </a:lnTo>
                <a:lnTo>
                  <a:pt x="119157" y="59570"/>
                </a:lnTo>
                <a:lnTo>
                  <a:pt x="119398" y="60014"/>
                </a:lnTo>
                <a:lnTo>
                  <a:pt x="119672" y="60411"/>
                </a:lnTo>
                <a:lnTo>
                  <a:pt x="119976" y="60764"/>
                </a:lnTo>
                <a:lnTo>
                  <a:pt x="120308" y="61076"/>
                </a:lnTo>
                <a:lnTo>
                  <a:pt x="120664" y="61349"/>
                </a:lnTo>
                <a:lnTo>
                  <a:pt x="121041" y="61585"/>
                </a:lnTo>
                <a:lnTo>
                  <a:pt x="121437" y="61788"/>
                </a:lnTo>
                <a:lnTo>
                  <a:pt x="121848" y="61959"/>
                </a:lnTo>
                <a:lnTo>
                  <a:pt x="122270" y="62103"/>
                </a:lnTo>
                <a:lnTo>
                  <a:pt x="122702" y="62220"/>
                </a:lnTo>
                <a:lnTo>
                  <a:pt x="123139" y="62313"/>
                </a:lnTo>
                <a:lnTo>
                  <a:pt x="123579" y="62386"/>
                </a:lnTo>
                <a:lnTo>
                  <a:pt x="124019" y="62441"/>
                </a:lnTo>
                <a:lnTo>
                  <a:pt x="124455" y="62481"/>
                </a:lnTo>
                <a:lnTo>
                  <a:pt x="124884" y="62507"/>
                </a:lnTo>
                <a:lnTo>
                  <a:pt x="125304" y="62523"/>
                </a:lnTo>
                <a:lnTo>
                  <a:pt x="125711" y="62531"/>
                </a:lnTo>
                <a:lnTo>
                  <a:pt x="126102" y="62534"/>
                </a:lnTo>
                <a:lnTo>
                  <a:pt x="126474" y="62535"/>
                </a:lnTo>
                <a:lnTo>
                  <a:pt x="148258" y="62535"/>
                </a:lnTo>
                <a:lnTo>
                  <a:pt x="148258" y="122048"/>
                </a:lnTo>
                <a:lnTo>
                  <a:pt x="124929" y="122048"/>
                </a:lnTo>
                <a:lnTo>
                  <a:pt x="124535" y="122049"/>
                </a:lnTo>
                <a:lnTo>
                  <a:pt x="124126" y="122052"/>
                </a:lnTo>
                <a:lnTo>
                  <a:pt x="123705" y="122060"/>
                </a:lnTo>
                <a:lnTo>
                  <a:pt x="123273" y="122076"/>
                </a:lnTo>
                <a:lnTo>
                  <a:pt x="122835" y="122102"/>
                </a:lnTo>
                <a:lnTo>
                  <a:pt x="122394" y="122141"/>
                </a:lnTo>
                <a:lnTo>
                  <a:pt x="121951" y="122196"/>
                </a:lnTo>
                <a:lnTo>
                  <a:pt x="121510" y="122269"/>
                </a:lnTo>
                <a:lnTo>
                  <a:pt x="121073" y="122363"/>
                </a:lnTo>
                <a:lnTo>
                  <a:pt x="120645" y="122480"/>
                </a:lnTo>
                <a:lnTo>
                  <a:pt x="120226" y="122623"/>
                </a:lnTo>
                <a:lnTo>
                  <a:pt x="119821" y="122795"/>
                </a:lnTo>
                <a:lnTo>
                  <a:pt x="119432" y="122998"/>
                </a:lnTo>
                <a:lnTo>
                  <a:pt x="119061" y="123234"/>
                </a:lnTo>
                <a:lnTo>
                  <a:pt x="118713" y="123507"/>
                </a:lnTo>
                <a:lnTo>
                  <a:pt x="118389" y="123818"/>
                </a:lnTo>
                <a:lnTo>
                  <a:pt x="118093" y="124172"/>
                </a:lnTo>
                <a:lnTo>
                  <a:pt x="117826" y="124569"/>
                </a:lnTo>
                <a:lnTo>
                  <a:pt x="117593" y="125013"/>
                </a:lnTo>
                <a:lnTo>
                  <a:pt x="117396" y="125506"/>
                </a:lnTo>
                <a:lnTo>
                  <a:pt x="117238" y="126051"/>
                </a:lnTo>
                <a:lnTo>
                  <a:pt x="117121" y="126650"/>
                </a:lnTo>
                <a:lnTo>
                  <a:pt x="117049" y="127307"/>
                </a:lnTo>
                <a:lnTo>
                  <a:pt x="117025" y="128023"/>
                </a:lnTo>
                <a:lnTo>
                  <a:pt x="117050" y="128717"/>
                </a:lnTo>
                <a:lnTo>
                  <a:pt x="117125" y="129352"/>
                </a:lnTo>
                <a:lnTo>
                  <a:pt x="117246" y="129932"/>
                </a:lnTo>
                <a:lnTo>
                  <a:pt x="117410" y="130460"/>
                </a:lnTo>
                <a:lnTo>
                  <a:pt x="117613" y="130937"/>
                </a:lnTo>
                <a:lnTo>
                  <a:pt x="117853" y="131367"/>
                </a:lnTo>
                <a:lnTo>
                  <a:pt x="118127" y="131752"/>
                </a:lnTo>
                <a:lnTo>
                  <a:pt x="118432" y="132093"/>
                </a:lnTo>
                <a:lnTo>
                  <a:pt x="118763" y="132395"/>
                </a:lnTo>
                <a:lnTo>
                  <a:pt x="119120" y="132659"/>
                </a:lnTo>
                <a:lnTo>
                  <a:pt x="119497" y="132888"/>
                </a:lnTo>
                <a:lnTo>
                  <a:pt x="119893" y="133084"/>
                </a:lnTo>
                <a:lnTo>
                  <a:pt x="120303" y="133250"/>
                </a:lnTo>
                <a:lnTo>
                  <a:pt x="120726" y="133389"/>
                </a:lnTo>
                <a:lnTo>
                  <a:pt x="121158" y="133502"/>
                </a:lnTo>
                <a:lnTo>
                  <a:pt x="121595" y="133593"/>
                </a:lnTo>
                <a:lnTo>
                  <a:pt x="122035" y="133664"/>
                </a:lnTo>
                <a:lnTo>
                  <a:pt x="122474" y="133717"/>
                </a:lnTo>
                <a:lnTo>
                  <a:pt x="122910" y="133755"/>
                </a:lnTo>
                <a:lnTo>
                  <a:pt x="123340" y="133780"/>
                </a:lnTo>
                <a:lnTo>
                  <a:pt x="123759" y="133796"/>
                </a:lnTo>
                <a:lnTo>
                  <a:pt x="124166" y="133804"/>
                </a:lnTo>
                <a:lnTo>
                  <a:pt x="124557" y="133807"/>
                </a:lnTo>
                <a:lnTo>
                  <a:pt x="124929" y="133807"/>
                </a:lnTo>
                <a:lnTo>
                  <a:pt x="181803" y="133807"/>
                </a:lnTo>
                <a:lnTo>
                  <a:pt x="182175" y="133807"/>
                </a:lnTo>
                <a:lnTo>
                  <a:pt x="182566" y="133804"/>
                </a:lnTo>
                <a:lnTo>
                  <a:pt x="182973" y="133796"/>
                </a:lnTo>
                <a:lnTo>
                  <a:pt x="183393" y="133780"/>
                </a:lnTo>
                <a:lnTo>
                  <a:pt x="183823" y="133755"/>
                </a:lnTo>
                <a:lnTo>
                  <a:pt x="184259" y="133717"/>
                </a:lnTo>
                <a:lnTo>
                  <a:pt x="184699" y="133664"/>
                </a:lnTo>
                <a:lnTo>
                  <a:pt x="185138" y="133593"/>
                </a:lnTo>
                <a:lnTo>
                  <a:pt x="185576" y="133502"/>
                </a:lnTo>
                <a:lnTo>
                  <a:pt x="186007" y="133389"/>
                </a:lnTo>
                <a:lnTo>
                  <a:pt x="186430" y="133250"/>
                </a:lnTo>
                <a:lnTo>
                  <a:pt x="186840" y="133084"/>
                </a:lnTo>
                <a:lnTo>
                  <a:pt x="187236" y="132888"/>
                </a:lnTo>
                <a:lnTo>
                  <a:pt x="187613" y="132659"/>
                </a:lnTo>
                <a:lnTo>
                  <a:pt x="187969" y="132395"/>
                </a:lnTo>
                <a:lnTo>
                  <a:pt x="188301" y="132093"/>
                </a:lnTo>
                <a:lnTo>
                  <a:pt x="188605" y="131752"/>
                </a:lnTo>
                <a:lnTo>
                  <a:pt x="188879" y="131367"/>
                </a:lnTo>
                <a:lnTo>
                  <a:pt x="189119" y="130937"/>
                </a:lnTo>
                <a:lnTo>
                  <a:pt x="189323" y="130460"/>
                </a:lnTo>
                <a:lnTo>
                  <a:pt x="189486" y="129932"/>
                </a:lnTo>
                <a:lnTo>
                  <a:pt x="189607" y="129352"/>
                </a:lnTo>
                <a:lnTo>
                  <a:pt x="189682" y="128717"/>
                </a:lnTo>
                <a:lnTo>
                  <a:pt x="189707" y="128023"/>
                </a:lnTo>
                <a:lnTo>
                  <a:pt x="189682" y="127307"/>
                </a:lnTo>
                <a:lnTo>
                  <a:pt x="189607" y="126650"/>
                </a:lnTo>
                <a:lnTo>
                  <a:pt x="189486" y="126051"/>
                </a:lnTo>
                <a:lnTo>
                  <a:pt x="189323" y="125506"/>
                </a:lnTo>
                <a:lnTo>
                  <a:pt x="189119" y="125013"/>
                </a:lnTo>
                <a:lnTo>
                  <a:pt x="188879" y="124569"/>
                </a:lnTo>
                <a:close/>
                <a:moveTo>
                  <a:pt x="495090" y="112746"/>
                </a:moveTo>
                <a:lnTo>
                  <a:pt x="495090" y="112747"/>
                </a:lnTo>
                <a:lnTo>
                  <a:pt x="495090" y="112748"/>
                </a:lnTo>
                <a:lnTo>
                  <a:pt x="495090" y="112746"/>
                </a:lnTo>
                <a:close/>
                <a:moveTo>
                  <a:pt x="1001169" y="112747"/>
                </a:moveTo>
                <a:lnTo>
                  <a:pt x="1001169" y="112748"/>
                </a:lnTo>
                <a:lnTo>
                  <a:pt x="1001169" y="112746"/>
                </a:lnTo>
                <a:lnTo>
                  <a:pt x="1001169" y="112747"/>
                </a:lnTo>
                <a:close/>
                <a:moveTo>
                  <a:pt x="1203600" y="112747"/>
                </a:moveTo>
                <a:lnTo>
                  <a:pt x="1203601" y="112748"/>
                </a:lnTo>
                <a:lnTo>
                  <a:pt x="1203601" y="112746"/>
                </a:lnTo>
                <a:lnTo>
                  <a:pt x="1203600" y="112747"/>
                </a:lnTo>
                <a:close/>
                <a:moveTo>
                  <a:pt x="393555" y="155357"/>
                </a:moveTo>
                <a:lnTo>
                  <a:pt x="393201" y="154908"/>
                </a:lnTo>
                <a:lnTo>
                  <a:pt x="392811" y="154509"/>
                </a:lnTo>
                <a:lnTo>
                  <a:pt x="392389" y="154157"/>
                </a:lnTo>
                <a:lnTo>
                  <a:pt x="391940" y="153849"/>
                </a:lnTo>
                <a:lnTo>
                  <a:pt x="391470" y="153582"/>
                </a:lnTo>
                <a:lnTo>
                  <a:pt x="390983" y="153353"/>
                </a:lnTo>
                <a:lnTo>
                  <a:pt x="390484" y="153159"/>
                </a:lnTo>
                <a:lnTo>
                  <a:pt x="389977" y="152998"/>
                </a:lnTo>
                <a:lnTo>
                  <a:pt x="389469" y="152865"/>
                </a:lnTo>
                <a:lnTo>
                  <a:pt x="388963" y="152759"/>
                </a:lnTo>
                <a:lnTo>
                  <a:pt x="388464" y="152677"/>
                </a:lnTo>
                <a:lnTo>
                  <a:pt x="387977" y="152615"/>
                </a:lnTo>
                <a:lnTo>
                  <a:pt x="387507" y="152570"/>
                </a:lnTo>
                <a:lnTo>
                  <a:pt x="387060" y="152541"/>
                </a:lnTo>
                <a:lnTo>
                  <a:pt x="386639" y="152523"/>
                </a:lnTo>
                <a:lnTo>
                  <a:pt x="386249" y="152513"/>
                </a:lnTo>
                <a:lnTo>
                  <a:pt x="385896" y="152510"/>
                </a:lnTo>
                <a:lnTo>
                  <a:pt x="385585" y="152509"/>
                </a:lnTo>
                <a:lnTo>
                  <a:pt x="324278" y="152509"/>
                </a:lnTo>
                <a:lnTo>
                  <a:pt x="323966" y="152510"/>
                </a:lnTo>
                <a:lnTo>
                  <a:pt x="323613" y="152513"/>
                </a:lnTo>
                <a:lnTo>
                  <a:pt x="323224" y="152523"/>
                </a:lnTo>
                <a:lnTo>
                  <a:pt x="322803" y="152541"/>
                </a:lnTo>
                <a:lnTo>
                  <a:pt x="322355" y="152570"/>
                </a:lnTo>
                <a:lnTo>
                  <a:pt x="321886" y="152615"/>
                </a:lnTo>
                <a:lnTo>
                  <a:pt x="321399" y="152677"/>
                </a:lnTo>
                <a:lnTo>
                  <a:pt x="320900" y="152759"/>
                </a:lnTo>
                <a:lnTo>
                  <a:pt x="320394" y="152865"/>
                </a:lnTo>
                <a:lnTo>
                  <a:pt x="319885" y="152998"/>
                </a:lnTo>
                <a:lnTo>
                  <a:pt x="319379" y="153159"/>
                </a:lnTo>
                <a:lnTo>
                  <a:pt x="318879" y="153353"/>
                </a:lnTo>
                <a:lnTo>
                  <a:pt x="318392" y="153582"/>
                </a:lnTo>
                <a:lnTo>
                  <a:pt x="317922" y="153849"/>
                </a:lnTo>
                <a:lnTo>
                  <a:pt x="317474" y="154157"/>
                </a:lnTo>
                <a:lnTo>
                  <a:pt x="317052" y="154509"/>
                </a:lnTo>
                <a:lnTo>
                  <a:pt x="316662" y="154908"/>
                </a:lnTo>
                <a:lnTo>
                  <a:pt x="316307" y="155357"/>
                </a:lnTo>
                <a:lnTo>
                  <a:pt x="315995" y="155858"/>
                </a:lnTo>
                <a:lnTo>
                  <a:pt x="315728" y="156415"/>
                </a:lnTo>
                <a:lnTo>
                  <a:pt x="315512" y="157031"/>
                </a:lnTo>
                <a:lnTo>
                  <a:pt x="315351" y="157708"/>
                </a:lnTo>
                <a:lnTo>
                  <a:pt x="315252" y="158449"/>
                </a:lnTo>
                <a:lnTo>
                  <a:pt x="315217" y="159258"/>
                </a:lnTo>
                <a:lnTo>
                  <a:pt x="315252" y="160067"/>
                </a:lnTo>
                <a:lnTo>
                  <a:pt x="315351" y="160808"/>
                </a:lnTo>
                <a:lnTo>
                  <a:pt x="315512" y="161485"/>
                </a:lnTo>
                <a:lnTo>
                  <a:pt x="315728" y="162100"/>
                </a:lnTo>
                <a:lnTo>
                  <a:pt x="315995" y="162657"/>
                </a:lnTo>
                <a:lnTo>
                  <a:pt x="316307" y="163158"/>
                </a:lnTo>
                <a:lnTo>
                  <a:pt x="316662" y="163607"/>
                </a:lnTo>
                <a:lnTo>
                  <a:pt x="317052" y="164005"/>
                </a:lnTo>
                <a:lnTo>
                  <a:pt x="317474" y="164357"/>
                </a:lnTo>
                <a:lnTo>
                  <a:pt x="317922" y="164665"/>
                </a:lnTo>
                <a:lnTo>
                  <a:pt x="318392" y="164932"/>
                </a:lnTo>
                <a:lnTo>
                  <a:pt x="318879" y="165161"/>
                </a:lnTo>
                <a:lnTo>
                  <a:pt x="319379" y="165355"/>
                </a:lnTo>
                <a:lnTo>
                  <a:pt x="319885" y="165516"/>
                </a:lnTo>
                <a:lnTo>
                  <a:pt x="320394" y="165648"/>
                </a:lnTo>
                <a:lnTo>
                  <a:pt x="320900" y="165754"/>
                </a:lnTo>
                <a:lnTo>
                  <a:pt x="321399" y="165837"/>
                </a:lnTo>
                <a:lnTo>
                  <a:pt x="321886" y="165899"/>
                </a:lnTo>
                <a:lnTo>
                  <a:pt x="322355" y="165943"/>
                </a:lnTo>
                <a:lnTo>
                  <a:pt x="322803" y="165973"/>
                </a:lnTo>
                <a:lnTo>
                  <a:pt x="323224" y="165991"/>
                </a:lnTo>
                <a:lnTo>
                  <a:pt x="323613" y="166000"/>
                </a:lnTo>
                <a:lnTo>
                  <a:pt x="323966" y="166004"/>
                </a:lnTo>
                <a:lnTo>
                  <a:pt x="324278" y="166004"/>
                </a:lnTo>
                <a:lnTo>
                  <a:pt x="385585" y="166004"/>
                </a:lnTo>
                <a:lnTo>
                  <a:pt x="385896" y="166004"/>
                </a:lnTo>
                <a:lnTo>
                  <a:pt x="386249" y="166000"/>
                </a:lnTo>
                <a:lnTo>
                  <a:pt x="386639" y="165991"/>
                </a:lnTo>
                <a:lnTo>
                  <a:pt x="387060" y="165973"/>
                </a:lnTo>
                <a:lnTo>
                  <a:pt x="387507" y="165943"/>
                </a:lnTo>
                <a:lnTo>
                  <a:pt x="387977" y="165899"/>
                </a:lnTo>
                <a:lnTo>
                  <a:pt x="388464" y="165837"/>
                </a:lnTo>
                <a:lnTo>
                  <a:pt x="388963" y="165754"/>
                </a:lnTo>
                <a:lnTo>
                  <a:pt x="389469" y="165648"/>
                </a:lnTo>
                <a:lnTo>
                  <a:pt x="389977" y="165516"/>
                </a:lnTo>
                <a:lnTo>
                  <a:pt x="390484" y="165355"/>
                </a:lnTo>
                <a:lnTo>
                  <a:pt x="390983" y="165161"/>
                </a:lnTo>
                <a:lnTo>
                  <a:pt x="391470" y="164932"/>
                </a:lnTo>
                <a:lnTo>
                  <a:pt x="391940" y="164665"/>
                </a:lnTo>
                <a:lnTo>
                  <a:pt x="392389" y="164357"/>
                </a:lnTo>
                <a:lnTo>
                  <a:pt x="392811" y="164005"/>
                </a:lnTo>
                <a:lnTo>
                  <a:pt x="393201" y="163607"/>
                </a:lnTo>
                <a:lnTo>
                  <a:pt x="393555" y="163158"/>
                </a:lnTo>
                <a:lnTo>
                  <a:pt x="393868" y="162657"/>
                </a:lnTo>
                <a:lnTo>
                  <a:pt x="394135" y="162100"/>
                </a:lnTo>
                <a:lnTo>
                  <a:pt x="394351" y="161485"/>
                </a:lnTo>
                <a:lnTo>
                  <a:pt x="394511" y="160808"/>
                </a:lnTo>
                <a:lnTo>
                  <a:pt x="394611" y="160067"/>
                </a:lnTo>
                <a:lnTo>
                  <a:pt x="394645" y="159258"/>
                </a:lnTo>
                <a:lnTo>
                  <a:pt x="394611" y="158449"/>
                </a:lnTo>
                <a:lnTo>
                  <a:pt x="394511" y="157708"/>
                </a:lnTo>
                <a:lnTo>
                  <a:pt x="394351" y="157031"/>
                </a:lnTo>
                <a:lnTo>
                  <a:pt x="394135" y="156415"/>
                </a:lnTo>
                <a:lnTo>
                  <a:pt x="393868" y="155858"/>
                </a:lnTo>
                <a:lnTo>
                  <a:pt x="393555" y="155357"/>
                </a:lnTo>
                <a:close/>
                <a:moveTo>
                  <a:pt x="798418" y="155357"/>
                </a:moveTo>
                <a:lnTo>
                  <a:pt x="798064" y="154908"/>
                </a:lnTo>
                <a:lnTo>
                  <a:pt x="797674" y="154509"/>
                </a:lnTo>
                <a:lnTo>
                  <a:pt x="797252" y="154157"/>
                </a:lnTo>
                <a:lnTo>
                  <a:pt x="796803" y="153849"/>
                </a:lnTo>
                <a:lnTo>
                  <a:pt x="796333" y="153582"/>
                </a:lnTo>
                <a:lnTo>
                  <a:pt x="795846" y="153353"/>
                </a:lnTo>
                <a:lnTo>
                  <a:pt x="795347" y="153159"/>
                </a:lnTo>
                <a:lnTo>
                  <a:pt x="794841" y="152998"/>
                </a:lnTo>
                <a:lnTo>
                  <a:pt x="794332" y="152865"/>
                </a:lnTo>
                <a:lnTo>
                  <a:pt x="793826" y="152759"/>
                </a:lnTo>
                <a:lnTo>
                  <a:pt x="793327" y="152677"/>
                </a:lnTo>
                <a:lnTo>
                  <a:pt x="792840" y="152615"/>
                </a:lnTo>
                <a:lnTo>
                  <a:pt x="792370" y="152570"/>
                </a:lnTo>
                <a:lnTo>
                  <a:pt x="791923" y="152541"/>
                </a:lnTo>
                <a:lnTo>
                  <a:pt x="791502" y="152523"/>
                </a:lnTo>
                <a:lnTo>
                  <a:pt x="791112" y="152513"/>
                </a:lnTo>
                <a:lnTo>
                  <a:pt x="790759" y="152510"/>
                </a:lnTo>
                <a:lnTo>
                  <a:pt x="790448" y="152509"/>
                </a:lnTo>
                <a:lnTo>
                  <a:pt x="729141" y="152509"/>
                </a:lnTo>
                <a:lnTo>
                  <a:pt x="728829" y="152510"/>
                </a:lnTo>
                <a:lnTo>
                  <a:pt x="728476" y="152513"/>
                </a:lnTo>
                <a:lnTo>
                  <a:pt x="728087" y="152523"/>
                </a:lnTo>
                <a:lnTo>
                  <a:pt x="727666" y="152541"/>
                </a:lnTo>
                <a:lnTo>
                  <a:pt x="727218" y="152570"/>
                </a:lnTo>
                <a:lnTo>
                  <a:pt x="726749" y="152615"/>
                </a:lnTo>
                <a:lnTo>
                  <a:pt x="726262" y="152677"/>
                </a:lnTo>
                <a:lnTo>
                  <a:pt x="725763" y="152759"/>
                </a:lnTo>
                <a:lnTo>
                  <a:pt x="725257" y="152865"/>
                </a:lnTo>
                <a:lnTo>
                  <a:pt x="724748" y="152998"/>
                </a:lnTo>
                <a:lnTo>
                  <a:pt x="724242" y="153159"/>
                </a:lnTo>
                <a:lnTo>
                  <a:pt x="723743" y="153353"/>
                </a:lnTo>
                <a:lnTo>
                  <a:pt x="723255" y="153582"/>
                </a:lnTo>
                <a:lnTo>
                  <a:pt x="722785" y="153849"/>
                </a:lnTo>
                <a:lnTo>
                  <a:pt x="722337" y="154157"/>
                </a:lnTo>
                <a:lnTo>
                  <a:pt x="721915" y="154509"/>
                </a:lnTo>
                <a:lnTo>
                  <a:pt x="721525" y="154908"/>
                </a:lnTo>
                <a:lnTo>
                  <a:pt x="721171" y="155357"/>
                </a:lnTo>
                <a:lnTo>
                  <a:pt x="720858" y="155858"/>
                </a:lnTo>
                <a:lnTo>
                  <a:pt x="720591" y="156415"/>
                </a:lnTo>
                <a:lnTo>
                  <a:pt x="720375" y="157031"/>
                </a:lnTo>
                <a:lnTo>
                  <a:pt x="720215" y="157708"/>
                </a:lnTo>
                <a:lnTo>
                  <a:pt x="720115" y="158449"/>
                </a:lnTo>
                <a:lnTo>
                  <a:pt x="720080" y="159258"/>
                </a:lnTo>
                <a:lnTo>
                  <a:pt x="720115" y="160067"/>
                </a:lnTo>
                <a:lnTo>
                  <a:pt x="720215" y="160808"/>
                </a:lnTo>
                <a:lnTo>
                  <a:pt x="720375" y="161485"/>
                </a:lnTo>
                <a:lnTo>
                  <a:pt x="720591" y="162100"/>
                </a:lnTo>
                <a:lnTo>
                  <a:pt x="720858" y="162657"/>
                </a:lnTo>
                <a:lnTo>
                  <a:pt x="721171" y="163158"/>
                </a:lnTo>
                <a:lnTo>
                  <a:pt x="721525" y="163607"/>
                </a:lnTo>
                <a:lnTo>
                  <a:pt x="721915" y="164005"/>
                </a:lnTo>
                <a:lnTo>
                  <a:pt x="722337" y="164357"/>
                </a:lnTo>
                <a:lnTo>
                  <a:pt x="722785" y="164665"/>
                </a:lnTo>
                <a:lnTo>
                  <a:pt x="723255" y="164932"/>
                </a:lnTo>
                <a:lnTo>
                  <a:pt x="723743" y="165161"/>
                </a:lnTo>
                <a:lnTo>
                  <a:pt x="724242" y="165355"/>
                </a:lnTo>
                <a:lnTo>
                  <a:pt x="724748" y="165516"/>
                </a:lnTo>
                <a:lnTo>
                  <a:pt x="725257" y="165648"/>
                </a:lnTo>
                <a:lnTo>
                  <a:pt x="725763" y="165754"/>
                </a:lnTo>
                <a:lnTo>
                  <a:pt x="726262" y="165837"/>
                </a:lnTo>
                <a:lnTo>
                  <a:pt x="726749" y="165899"/>
                </a:lnTo>
                <a:lnTo>
                  <a:pt x="727218" y="165943"/>
                </a:lnTo>
                <a:lnTo>
                  <a:pt x="727666" y="165973"/>
                </a:lnTo>
                <a:lnTo>
                  <a:pt x="728087" y="165991"/>
                </a:lnTo>
                <a:lnTo>
                  <a:pt x="728476" y="166000"/>
                </a:lnTo>
                <a:lnTo>
                  <a:pt x="728829" y="166004"/>
                </a:lnTo>
                <a:lnTo>
                  <a:pt x="729141" y="166004"/>
                </a:lnTo>
                <a:lnTo>
                  <a:pt x="790448" y="166004"/>
                </a:lnTo>
                <a:lnTo>
                  <a:pt x="790759" y="166004"/>
                </a:lnTo>
                <a:lnTo>
                  <a:pt x="791112" y="166000"/>
                </a:lnTo>
                <a:lnTo>
                  <a:pt x="791502" y="165991"/>
                </a:lnTo>
                <a:lnTo>
                  <a:pt x="791923" y="165973"/>
                </a:lnTo>
                <a:lnTo>
                  <a:pt x="792370" y="165943"/>
                </a:lnTo>
                <a:lnTo>
                  <a:pt x="792840" y="165899"/>
                </a:lnTo>
                <a:lnTo>
                  <a:pt x="793327" y="165837"/>
                </a:lnTo>
                <a:lnTo>
                  <a:pt x="793826" y="165754"/>
                </a:lnTo>
                <a:lnTo>
                  <a:pt x="794332" y="165648"/>
                </a:lnTo>
                <a:lnTo>
                  <a:pt x="794841" y="165516"/>
                </a:lnTo>
                <a:lnTo>
                  <a:pt x="795347" y="165355"/>
                </a:lnTo>
                <a:lnTo>
                  <a:pt x="795846" y="165161"/>
                </a:lnTo>
                <a:lnTo>
                  <a:pt x="796333" y="164932"/>
                </a:lnTo>
                <a:lnTo>
                  <a:pt x="796803" y="164665"/>
                </a:lnTo>
                <a:lnTo>
                  <a:pt x="797252" y="164357"/>
                </a:lnTo>
                <a:lnTo>
                  <a:pt x="797674" y="164005"/>
                </a:lnTo>
                <a:lnTo>
                  <a:pt x="798064" y="163607"/>
                </a:lnTo>
                <a:lnTo>
                  <a:pt x="798418" y="163158"/>
                </a:lnTo>
                <a:lnTo>
                  <a:pt x="798731" y="162657"/>
                </a:lnTo>
                <a:lnTo>
                  <a:pt x="798998" y="162100"/>
                </a:lnTo>
                <a:lnTo>
                  <a:pt x="799214" y="161485"/>
                </a:lnTo>
                <a:lnTo>
                  <a:pt x="799374" y="160808"/>
                </a:lnTo>
                <a:lnTo>
                  <a:pt x="799474" y="160067"/>
                </a:lnTo>
                <a:lnTo>
                  <a:pt x="799508" y="159258"/>
                </a:lnTo>
                <a:lnTo>
                  <a:pt x="799474" y="158449"/>
                </a:lnTo>
                <a:lnTo>
                  <a:pt x="799374" y="157708"/>
                </a:lnTo>
                <a:lnTo>
                  <a:pt x="799214" y="157031"/>
                </a:lnTo>
                <a:lnTo>
                  <a:pt x="798998" y="156415"/>
                </a:lnTo>
                <a:lnTo>
                  <a:pt x="798731" y="155858"/>
                </a:lnTo>
                <a:lnTo>
                  <a:pt x="798418" y="155357"/>
                </a:lnTo>
                <a:close/>
                <a:moveTo>
                  <a:pt x="1679821" y="23115"/>
                </a:moveTo>
                <a:lnTo>
                  <a:pt x="1679562" y="22546"/>
                </a:lnTo>
                <a:lnTo>
                  <a:pt x="1679269" y="22000"/>
                </a:lnTo>
                <a:lnTo>
                  <a:pt x="1678942" y="21476"/>
                </a:lnTo>
                <a:lnTo>
                  <a:pt x="1678583" y="20976"/>
                </a:lnTo>
                <a:lnTo>
                  <a:pt x="1678193" y="20501"/>
                </a:lnTo>
                <a:lnTo>
                  <a:pt x="1677773" y="20054"/>
                </a:lnTo>
                <a:lnTo>
                  <a:pt x="1677326" y="19634"/>
                </a:lnTo>
                <a:lnTo>
                  <a:pt x="1676852" y="19244"/>
                </a:lnTo>
                <a:lnTo>
                  <a:pt x="1676352" y="18885"/>
                </a:lnTo>
                <a:lnTo>
                  <a:pt x="1675828" y="18557"/>
                </a:lnTo>
                <a:lnTo>
                  <a:pt x="1675282" y="18264"/>
                </a:lnTo>
                <a:lnTo>
                  <a:pt x="1674714" y="18005"/>
                </a:lnTo>
                <a:lnTo>
                  <a:pt x="1674126" y="17782"/>
                </a:lnTo>
                <a:lnTo>
                  <a:pt x="1673519" y="17597"/>
                </a:lnTo>
                <a:lnTo>
                  <a:pt x="1672894" y="17450"/>
                </a:lnTo>
                <a:lnTo>
                  <a:pt x="1672254" y="17344"/>
                </a:lnTo>
                <a:lnTo>
                  <a:pt x="1671599" y="17280"/>
                </a:lnTo>
                <a:lnTo>
                  <a:pt x="1670930" y="17258"/>
                </a:lnTo>
                <a:lnTo>
                  <a:pt x="1670262" y="17280"/>
                </a:lnTo>
                <a:lnTo>
                  <a:pt x="1669606" y="17344"/>
                </a:lnTo>
                <a:lnTo>
                  <a:pt x="1668966" y="17450"/>
                </a:lnTo>
                <a:lnTo>
                  <a:pt x="1668341" y="17597"/>
                </a:lnTo>
                <a:lnTo>
                  <a:pt x="1667734" y="17782"/>
                </a:lnTo>
                <a:lnTo>
                  <a:pt x="1667146" y="18005"/>
                </a:lnTo>
                <a:lnTo>
                  <a:pt x="1666577" y="18264"/>
                </a:lnTo>
                <a:lnTo>
                  <a:pt x="1666031" y="18557"/>
                </a:lnTo>
                <a:lnTo>
                  <a:pt x="1665507" y="18885"/>
                </a:lnTo>
                <a:lnTo>
                  <a:pt x="1665007" y="19244"/>
                </a:lnTo>
                <a:lnTo>
                  <a:pt x="1664533" y="19634"/>
                </a:lnTo>
                <a:lnTo>
                  <a:pt x="1664085" y="20054"/>
                </a:lnTo>
                <a:lnTo>
                  <a:pt x="1663666" y="20501"/>
                </a:lnTo>
                <a:lnTo>
                  <a:pt x="1663276" y="20976"/>
                </a:lnTo>
                <a:lnTo>
                  <a:pt x="1662916" y="21476"/>
                </a:lnTo>
                <a:lnTo>
                  <a:pt x="1662589" y="22000"/>
                </a:lnTo>
                <a:lnTo>
                  <a:pt x="1662296" y="22546"/>
                </a:lnTo>
                <a:lnTo>
                  <a:pt x="1662037" y="23115"/>
                </a:lnTo>
                <a:lnTo>
                  <a:pt x="1661814" y="23703"/>
                </a:lnTo>
                <a:lnTo>
                  <a:pt x="1661629" y="24310"/>
                </a:lnTo>
                <a:lnTo>
                  <a:pt x="1661483" y="24934"/>
                </a:lnTo>
                <a:lnTo>
                  <a:pt x="1661377" y="25575"/>
                </a:lnTo>
                <a:lnTo>
                  <a:pt x="1661312" y="26230"/>
                </a:lnTo>
                <a:lnTo>
                  <a:pt x="1661290" y="26899"/>
                </a:lnTo>
                <a:lnTo>
                  <a:pt x="1661312" y="27567"/>
                </a:lnTo>
                <a:lnTo>
                  <a:pt x="1661377" y="28222"/>
                </a:lnTo>
                <a:lnTo>
                  <a:pt x="1661483" y="28863"/>
                </a:lnTo>
                <a:lnTo>
                  <a:pt x="1661629" y="29487"/>
                </a:lnTo>
                <a:lnTo>
                  <a:pt x="1661814" y="30094"/>
                </a:lnTo>
                <a:lnTo>
                  <a:pt x="1662037" y="30682"/>
                </a:lnTo>
                <a:lnTo>
                  <a:pt x="1662296" y="31251"/>
                </a:lnTo>
                <a:lnTo>
                  <a:pt x="1662589" y="31797"/>
                </a:lnTo>
                <a:lnTo>
                  <a:pt x="1662916" y="32321"/>
                </a:lnTo>
                <a:lnTo>
                  <a:pt x="1663276" y="32821"/>
                </a:lnTo>
                <a:lnTo>
                  <a:pt x="1663666" y="33296"/>
                </a:lnTo>
                <a:lnTo>
                  <a:pt x="1664085" y="33743"/>
                </a:lnTo>
                <a:lnTo>
                  <a:pt x="1664533" y="34163"/>
                </a:lnTo>
                <a:lnTo>
                  <a:pt x="1665007" y="34553"/>
                </a:lnTo>
                <a:lnTo>
                  <a:pt x="1665507" y="34912"/>
                </a:lnTo>
                <a:lnTo>
                  <a:pt x="1666031" y="35240"/>
                </a:lnTo>
                <a:lnTo>
                  <a:pt x="1666577" y="35533"/>
                </a:lnTo>
                <a:lnTo>
                  <a:pt x="1667146" y="35792"/>
                </a:lnTo>
                <a:lnTo>
                  <a:pt x="1667734" y="36015"/>
                </a:lnTo>
                <a:lnTo>
                  <a:pt x="1668341" y="36200"/>
                </a:lnTo>
                <a:lnTo>
                  <a:pt x="1668966" y="36347"/>
                </a:lnTo>
                <a:lnTo>
                  <a:pt x="1669606" y="36453"/>
                </a:lnTo>
                <a:lnTo>
                  <a:pt x="1670262" y="36518"/>
                </a:lnTo>
                <a:lnTo>
                  <a:pt x="1670930" y="36539"/>
                </a:lnTo>
                <a:lnTo>
                  <a:pt x="1671599" y="36518"/>
                </a:lnTo>
                <a:lnTo>
                  <a:pt x="1672254" y="36453"/>
                </a:lnTo>
                <a:lnTo>
                  <a:pt x="1672894" y="36347"/>
                </a:lnTo>
                <a:lnTo>
                  <a:pt x="1673519" y="36200"/>
                </a:lnTo>
                <a:lnTo>
                  <a:pt x="1674126" y="36015"/>
                </a:lnTo>
                <a:lnTo>
                  <a:pt x="1674714" y="35792"/>
                </a:lnTo>
                <a:lnTo>
                  <a:pt x="1675282" y="35533"/>
                </a:lnTo>
                <a:lnTo>
                  <a:pt x="1675828" y="35240"/>
                </a:lnTo>
                <a:lnTo>
                  <a:pt x="1676352" y="34912"/>
                </a:lnTo>
                <a:lnTo>
                  <a:pt x="1676852" y="34553"/>
                </a:lnTo>
                <a:lnTo>
                  <a:pt x="1677326" y="34163"/>
                </a:lnTo>
                <a:lnTo>
                  <a:pt x="1677773" y="33743"/>
                </a:lnTo>
                <a:lnTo>
                  <a:pt x="1678193" y="33296"/>
                </a:lnTo>
                <a:lnTo>
                  <a:pt x="1678583" y="32821"/>
                </a:lnTo>
                <a:lnTo>
                  <a:pt x="1678942" y="32321"/>
                </a:lnTo>
                <a:lnTo>
                  <a:pt x="1679269" y="31797"/>
                </a:lnTo>
                <a:lnTo>
                  <a:pt x="1679562" y="31251"/>
                </a:lnTo>
                <a:lnTo>
                  <a:pt x="1679821" y="30682"/>
                </a:lnTo>
                <a:lnTo>
                  <a:pt x="1680044" y="30094"/>
                </a:lnTo>
                <a:lnTo>
                  <a:pt x="1680229" y="29487"/>
                </a:lnTo>
                <a:lnTo>
                  <a:pt x="1680375" y="28863"/>
                </a:lnTo>
                <a:lnTo>
                  <a:pt x="1680481" y="28222"/>
                </a:lnTo>
                <a:lnTo>
                  <a:pt x="1680546" y="27567"/>
                </a:lnTo>
                <a:lnTo>
                  <a:pt x="1680568" y="26899"/>
                </a:lnTo>
                <a:lnTo>
                  <a:pt x="1680546" y="26230"/>
                </a:lnTo>
                <a:lnTo>
                  <a:pt x="1680481" y="25575"/>
                </a:lnTo>
                <a:lnTo>
                  <a:pt x="1680375" y="24934"/>
                </a:lnTo>
                <a:lnTo>
                  <a:pt x="1680229" y="24310"/>
                </a:lnTo>
                <a:lnTo>
                  <a:pt x="1680044" y="23703"/>
                </a:lnTo>
                <a:lnTo>
                  <a:pt x="1679821" y="23115"/>
                </a:lnTo>
                <a:close/>
                <a:moveTo>
                  <a:pt x="3198058" y="23115"/>
                </a:moveTo>
                <a:lnTo>
                  <a:pt x="3197799" y="22546"/>
                </a:lnTo>
                <a:lnTo>
                  <a:pt x="3197506" y="22000"/>
                </a:lnTo>
                <a:lnTo>
                  <a:pt x="3197179" y="21476"/>
                </a:lnTo>
                <a:lnTo>
                  <a:pt x="3196820" y="20976"/>
                </a:lnTo>
                <a:lnTo>
                  <a:pt x="3196430" y="20501"/>
                </a:lnTo>
                <a:lnTo>
                  <a:pt x="3196010" y="20054"/>
                </a:lnTo>
                <a:lnTo>
                  <a:pt x="3195563" y="19634"/>
                </a:lnTo>
                <a:lnTo>
                  <a:pt x="3195089" y="19244"/>
                </a:lnTo>
                <a:lnTo>
                  <a:pt x="3194589" y="18885"/>
                </a:lnTo>
                <a:lnTo>
                  <a:pt x="3194065" y="18557"/>
                </a:lnTo>
                <a:lnTo>
                  <a:pt x="3193519" y="18264"/>
                </a:lnTo>
                <a:lnTo>
                  <a:pt x="3192951" y="18005"/>
                </a:lnTo>
                <a:lnTo>
                  <a:pt x="3192362" y="17782"/>
                </a:lnTo>
                <a:lnTo>
                  <a:pt x="3191756" y="17597"/>
                </a:lnTo>
                <a:lnTo>
                  <a:pt x="3191131" y="17450"/>
                </a:lnTo>
                <a:lnTo>
                  <a:pt x="3190491" y="17344"/>
                </a:lnTo>
                <a:lnTo>
                  <a:pt x="3189836" y="17280"/>
                </a:lnTo>
                <a:lnTo>
                  <a:pt x="3189167" y="17258"/>
                </a:lnTo>
                <a:lnTo>
                  <a:pt x="3188499" y="17280"/>
                </a:lnTo>
                <a:lnTo>
                  <a:pt x="3187843" y="17344"/>
                </a:lnTo>
                <a:lnTo>
                  <a:pt x="3187202" y="17450"/>
                </a:lnTo>
                <a:lnTo>
                  <a:pt x="3186578" y="17597"/>
                </a:lnTo>
                <a:lnTo>
                  <a:pt x="3185971" y="17782"/>
                </a:lnTo>
                <a:lnTo>
                  <a:pt x="3185382" y="18005"/>
                </a:lnTo>
                <a:lnTo>
                  <a:pt x="3184814" y="18264"/>
                </a:lnTo>
                <a:lnTo>
                  <a:pt x="3184268" y="18557"/>
                </a:lnTo>
                <a:lnTo>
                  <a:pt x="3183744" y="18885"/>
                </a:lnTo>
                <a:lnTo>
                  <a:pt x="3183244" y="19244"/>
                </a:lnTo>
                <a:lnTo>
                  <a:pt x="3182769" y="19634"/>
                </a:lnTo>
                <a:lnTo>
                  <a:pt x="3182322" y="20054"/>
                </a:lnTo>
                <a:lnTo>
                  <a:pt x="3181902" y="20501"/>
                </a:lnTo>
                <a:lnTo>
                  <a:pt x="3181512" y="20976"/>
                </a:lnTo>
                <a:lnTo>
                  <a:pt x="3181153" y="21476"/>
                </a:lnTo>
                <a:lnTo>
                  <a:pt x="3180826" y="22000"/>
                </a:lnTo>
                <a:lnTo>
                  <a:pt x="3180533" y="22546"/>
                </a:lnTo>
                <a:lnTo>
                  <a:pt x="3180274" y="23115"/>
                </a:lnTo>
                <a:lnTo>
                  <a:pt x="3180051" y="23703"/>
                </a:lnTo>
                <a:lnTo>
                  <a:pt x="3179866" y="24310"/>
                </a:lnTo>
                <a:lnTo>
                  <a:pt x="3179720" y="24934"/>
                </a:lnTo>
                <a:lnTo>
                  <a:pt x="3179614" y="25575"/>
                </a:lnTo>
                <a:lnTo>
                  <a:pt x="3179549" y="26230"/>
                </a:lnTo>
                <a:lnTo>
                  <a:pt x="3179527" y="26899"/>
                </a:lnTo>
                <a:lnTo>
                  <a:pt x="3179549" y="27567"/>
                </a:lnTo>
                <a:lnTo>
                  <a:pt x="3179614" y="28222"/>
                </a:lnTo>
                <a:lnTo>
                  <a:pt x="3179720" y="28863"/>
                </a:lnTo>
                <a:lnTo>
                  <a:pt x="3179866" y="29487"/>
                </a:lnTo>
                <a:lnTo>
                  <a:pt x="3180051" y="30094"/>
                </a:lnTo>
                <a:lnTo>
                  <a:pt x="3180274" y="30682"/>
                </a:lnTo>
                <a:lnTo>
                  <a:pt x="3180533" y="31251"/>
                </a:lnTo>
                <a:lnTo>
                  <a:pt x="3180826" y="31797"/>
                </a:lnTo>
                <a:lnTo>
                  <a:pt x="3181153" y="32321"/>
                </a:lnTo>
                <a:lnTo>
                  <a:pt x="3181512" y="32821"/>
                </a:lnTo>
                <a:lnTo>
                  <a:pt x="3181902" y="33296"/>
                </a:lnTo>
                <a:lnTo>
                  <a:pt x="3182322" y="33743"/>
                </a:lnTo>
                <a:lnTo>
                  <a:pt x="3182769" y="34163"/>
                </a:lnTo>
                <a:lnTo>
                  <a:pt x="3183244" y="34553"/>
                </a:lnTo>
                <a:lnTo>
                  <a:pt x="3183744" y="34912"/>
                </a:lnTo>
                <a:lnTo>
                  <a:pt x="3184268" y="35240"/>
                </a:lnTo>
                <a:lnTo>
                  <a:pt x="3184814" y="35533"/>
                </a:lnTo>
                <a:lnTo>
                  <a:pt x="3185382" y="35792"/>
                </a:lnTo>
                <a:lnTo>
                  <a:pt x="3185971" y="36015"/>
                </a:lnTo>
                <a:lnTo>
                  <a:pt x="3186578" y="36200"/>
                </a:lnTo>
                <a:lnTo>
                  <a:pt x="3187202" y="36347"/>
                </a:lnTo>
                <a:lnTo>
                  <a:pt x="3187843" y="36453"/>
                </a:lnTo>
                <a:lnTo>
                  <a:pt x="3188499" y="36518"/>
                </a:lnTo>
                <a:lnTo>
                  <a:pt x="3189167" y="36539"/>
                </a:lnTo>
                <a:lnTo>
                  <a:pt x="3189836" y="36518"/>
                </a:lnTo>
                <a:lnTo>
                  <a:pt x="3190491" y="36453"/>
                </a:lnTo>
                <a:lnTo>
                  <a:pt x="3191131" y="36347"/>
                </a:lnTo>
                <a:lnTo>
                  <a:pt x="3191756" y="36200"/>
                </a:lnTo>
                <a:lnTo>
                  <a:pt x="3192362" y="36015"/>
                </a:lnTo>
                <a:lnTo>
                  <a:pt x="3192951" y="35792"/>
                </a:lnTo>
                <a:lnTo>
                  <a:pt x="3193519" y="35533"/>
                </a:lnTo>
                <a:lnTo>
                  <a:pt x="3194065" y="35240"/>
                </a:lnTo>
                <a:lnTo>
                  <a:pt x="3194589" y="34912"/>
                </a:lnTo>
                <a:lnTo>
                  <a:pt x="3195089" y="34553"/>
                </a:lnTo>
                <a:lnTo>
                  <a:pt x="3195563" y="34163"/>
                </a:lnTo>
                <a:lnTo>
                  <a:pt x="3196010" y="33743"/>
                </a:lnTo>
                <a:lnTo>
                  <a:pt x="3196430" y="33296"/>
                </a:lnTo>
                <a:lnTo>
                  <a:pt x="3196820" y="32821"/>
                </a:lnTo>
                <a:lnTo>
                  <a:pt x="3197179" y="32321"/>
                </a:lnTo>
                <a:lnTo>
                  <a:pt x="3197506" y="31797"/>
                </a:lnTo>
                <a:lnTo>
                  <a:pt x="3197799" y="31251"/>
                </a:lnTo>
                <a:lnTo>
                  <a:pt x="3198058" y="30682"/>
                </a:lnTo>
                <a:lnTo>
                  <a:pt x="3198280" y="30094"/>
                </a:lnTo>
                <a:lnTo>
                  <a:pt x="3198466" y="29487"/>
                </a:lnTo>
                <a:lnTo>
                  <a:pt x="3198612" y="28863"/>
                </a:lnTo>
                <a:lnTo>
                  <a:pt x="3198718" y="28222"/>
                </a:lnTo>
                <a:lnTo>
                  <a:pt x="3198783" y="27567"/>
                </a:lnTo>
                <a:lnTo>
                  <a:pt x="3198805" y="26899"/>
                </a:lnTo>
                <a:lnTo>
                  <a:pt x="3198783" y="26230"/>
                </a:lnTo>
                <a:lnTo>
                  <a:pt x="3198718" y="25575"/>
                </a:lnTo>
                <a:lnTo>
                  <a:pt x="3198612" y="24934"/>
                </a:lnTo>
                <a:lnTo>
                  <a:pt x="3198466" y="24310"/>
                </a:lnTo>
                <a:lnTo>
                  <a:pt x="3198280" y="23703"/>
                </a:lnTo>
                <a:lnTo>
                  <a:pt x="3198058" y="23115"/>
                </a:lnTo>
                <a:close/>
                <a:moveTo>
                  <a:pt x="1906724" y="142654"/>
                </a:moveTo>
                <a:lnTo>
                  <a:pt x="1906642" y="142390"/>
                </a:lnTo>
                <a:lnTo>
                  <a:pt x="1906543" y="142139"/>
                </a:lnTo>
                <a:lnTo>
                  <a:pt x="1906428" y="141898"/>
                </a:lnTo>
                <a:lnTo>
                  <a:pt x="1906297" y="141667"/>
                </a:lnTo>
                <a:lnTo>
                  <a:pt x="1906148" y="141444"/>
                </a:lnTo>
                <a:lnTo>
                  <a:pt x="1905982" y="141227"/>
                </a:lnTo>
                <a:lnTo>
                  <a:pt x="1905798" y="141014"/>
                </a:lnTo>
                <a:lnTo>
                  <a:pt x="1905596" y="140804"/>
                </a:lnTo>
                <a:lnTo>
                  <a:pt x="1905376" y="140596"/>
                </a:lnTo>
                <a:lnTo>
                  <a:pt x="1905137" y="140388"/>
                </a:lnTo>
                <a:lnTo>
                  <a:pt x="1904878" y="140178"/>
                </a:lnTo>
                <a:lnTo>
                  <a:pt x="1904601" y="139964"/>
                </a:lnTo>
                <a:lnTo>
                  <a:pt x="1904303" y="139746"/>
                </a:lnTo>
                <a:lnTo>
                  <a:pt x="1903986" y="139521"/>
                </a:lnTo>
                <a:lnTo>
                  <a:pt x="1903648" y="139288"/>
                </a:lnTo>
                <a:lnTo>
                  <a:pt x="1903289" y="139046"/>
                </a:lnTo>
                <a:lnTo>
                  <a:pt x="1902910" y="138792"/>
                </a:lnTo>
                <a:lnTo>
                  <a:pt x="1902508" y="138525"/>
                </a:lnTo>
                <a:lnTo>
                  <a:pt x="1902086" y="138244"/>
                </a:lnTo>
                <a:lnTo>
                  <a:pt x="1899175" y="136171"/>
                </a:lnTo>
                <a:lnTo>
                  <a:pt x="1896419" y="134006"/>
                </a:lnTo>
                <a:lnTo>
                  <a:pt x="1893814" y="131754"/>
                </a:lnTo>
                <a:lnTo>
                  <a:pt x="1891357" y="129421"/>
                </a:lnTo>
                <a:lnTo>
                  <a:pt x="1889047" y="127013"/>
                </a:lnTo>
                <a:lnTo>
                  <a:pt x="1886880" y="124536"/>
                </a:lnTo>
                <a:lnTo>
                  <a:pt x="1884853" y="121996"/>
                </a:lnTo>
                <a:lnTo>
                  <a:pt x="1882964" y="119398"/>
                </a:lnTo>
                <a:lnTo>
                  <a:pt x="1881210" y="116749"/>
                </a:lnTo>
                <a:lnTo>
                  <a:pt x="1879589" y="114054"/>
                </a:lnTo>
                <a:lnTo>
                  <a:pt x="1878098" y="111319"/>
                </a:lnTo>
                <a:lnTo>
                  <a:pt x="1876734" y="108551"/>
                </a:lnTo>
                <a:lnTo>
                  <a:pt x="1875494" y="105754"/>
                </a:lnTo>
                <a:lnTo>
                  <a:pt x="1874377" y="102935"/>
                </a:lnTo>
                <a:lnTo>
                  <a:pt x="1873378" y="100099"/>
                </a:lnTo>
                <a:lnTo>
                  <a:pt x="1872496" y="97253"/>
                </a:lnTo>
                <a:lnTo>
                  <a:pt x="1871728" y="94402"/>
                </a:lnTo>
                <a:lnTo>
                  <a:pt x="1871071" y="91553"/>
                </a:lnTo>
                <a:lnTo>
                  <a:pt x="1870522" y="88710"/>
                </a:lnTo>
                <a:lnTo>
                  <a:pt x="1870079" y="85881"/>
                </a:lnTo>
                <a:lnTo>
                  <a:pt x="1869739" y="83070"/>
                </a:lnTo>
                <a:lnTo>
                  <a:pt x="1869500" y="80284"/>
                </a:lnTo>
                <a:lnTo>
                  <a:pt x="1869358" y="77528"/>
                </a:lnTo>
                <a:lnTo>
                  <a:pt x="1869311" y="74809"/>
                </a:lnTo>
                <a:lnTo>
                  <a:pt x="1869350" y="72361"/>
                </a:lnTo>
                <a:lnTo>
                  <a:pt x="1869470" y="69842"/>
                </a:lnTo>
                <a:lnTo>
                  <a:pt x="1869677" y="67259"/>
                </a:lnTo>
                <a:lnTo>
                  <a:pt x="1869974" y="64620"/>
                </a:lnTo>
                <a:lnTo>
                  <a:pt x="1870366" y="61932"/>
                </a:lnTo>
                <a:lnTo>
                  <a:pt x="1870860" y="59201"/>
                </a:lnTo>
                <a:lnTo>
                  <a:pt x="1871459" y="56436"/>
                </a:lnTo>
                <a:lnTo>
                  <a:pt x="1872168" y="53644"/>
                </a:lnTo>
                <a:lnTo>
                  <a:pt x="1872992" y="50831"/>
                </a:lnTo>
                <a:lnTo>
                  <a:pt x="1873936" y="48006"/>
                </a:lnTo>
                <a:lnTo>
                  <a:pt x="1875005" y="45175"/>
                </a:lnTo>
                <a:lnTo>
                  <a:pt x="1876204" y="42346"/>
                </a:lnTo>
                <a:lnTo>
                  <a:pt x="1877537" y="39526"/>
                </a:lnTo>
                <a:lnTo>
                  <a:pt x="1879010" y="36722"/>
                </a:lnTo>
                <a:lnTo>
                  <a:pt x="1880627" y="33942"/>
                </a:lnTo>
                <a:lnTo>
                  <a:pt x="1882393" y="31193"/>
                </a:lnTo>
                <a:lnTo>
                  <a:pt x="1884313" y="28482"/>
                </a:lnTo>
                <a:lnTo>
                  <a:pt x="1886392" y="25816"/>
                </a:lnTo>
                <a:lnTo>
                  <a:pt x="1888634" y="23204"/>
                </a:lnTo>
                <a:lnTo>
                  <a:pt x="1891045" y="20651"/>
                </a:lnTo>
                <a:lnTo>
                  <a:pt x="1893630" y="18165"/>
                </a:lnTo>
                <a:lnTo>
                  <a:pt x="1896392" y="15754"/>
                </a:lnTo>
                <a:lnTo>
                  <a:pt x="1899337" y="13425"/>
                </a:lnTo>
                <a:lnTo>
                  <a:pt x="1902471" y="11185"/>
                </a:lnTo>
                <a:lnTo>
                  <a:pt x="1902848" y="10927"/>
                </a:lnTo>
                <a:lnTo>
                  <a:pt x="1903206" y="10681"/>
                </a:lnTo>
                <a:lnTo>
                  <a:pt x="1903547" y="10446"/>
                </a:lnTo>
                <a:lnTo>
                  <a:pt x="1903871" y="10221"/>
                </a:lnTo>
                <a:lnTo>
                  <a:pt x="1904177" y="10004"/>
                </a:lnTo>
                <a:lnTo>
                  <a:pt x="1904466" y="9793"/>
                </a:lnTo>
                <a:lnTo>
                  <a:pt x="1904738" y="9587"/>
                </a:lnTo>
                <a:lnTo>
                  <a:pt x="1904993" y="9385"/>
                </a:lnTo>
                <a:lnTo>
                  <a:pt x="1905231" y="9185"/>
                </a:lnTo>
                <a:lnTo>
                  <a:pt x="1905452" y="8985"/>
                </a:lnTo>
                <a:lnTo>
                  <a:pt x="1905657" y="8784"/>
                </a:lnTo>
                <a:lnTo>
                  <a:pt x="1905846" y="8581"/>
                </a:lnTo>
                <a:lnTo>
                  <a:pt x="1906019" y="8374"/>
                </a:lnTo>
                <a:lnTo>
                  <a:pt x="1906176" y="8161"/>
                </a:lnTo>
                <a:lnTo>
                  <a:pt x="1906317" y="7941"/>
                </a:lnTo>
                <a:lnTo>
                  <a:pt x="1906443" y="7713"/>
                </a:lnTo>
                <a:lnTo>
                  <a:pt x="1906553" y="7474"/>
                </a:lnTo>
                <a:lnTo>
                  <a:pt x="1906648" y="7224"/>
                </a:lnTo>
                <a:lnTo>
                  <a:pt x="1906728" y="6962"/>
                </a:lnTo>
                <a:lnTo>
                  <a:pt x="1906793" y="6684"/>
                </a:lnTo>
                <a:lnTo>
                  <a:pt x="1906843" y="6390"/>
                </a:lnTo>
                <a:lnTo>
                  <a:pt x="1906879" y="6079"/>
                </a:lnTo>
                <a:lnTo>
                  <a:pt x="1906900" y="5749"/>
                </a:lnTo>
                <a:lnTo>
                  <a:pt x="1906907" y="5399"/>
                </a:lnTo>
                <a:lnTo>
                  <a:pt x="1906902" y="5194"/>
                </a:lnTo>
                <a:lnTo>
                  <a:pt x="1906885" y="4968"/>
                </a:lnTo>
                <a:lnTo>
                  <a:pt x="1906856" y="4724"/>
                </a:lnTo>
                <a:lnTo>
                  <a:pt x="1906812" y="4463"/>
                </a:lnTo>
                <a:lnTo>
                  <a:pt x="1906754" y="4189"/>
                </a:lnTo>
                <a:lnTo>
                  <a:pt x="1906678" y="3905"/>
                </a:lnTo>
                <a:lnTo>
                  <a:pt x="1906584" y="3612"/>
                </a:lnTo>
                <a:lnTo>
                  <a:pt x="1906471" y="3314"/>
                </a:lnTo>
                <a:lnTo>
                  <a:pt x="1906337" y="3013"/>
                </a:lnTo>
                <a:lnTo>
                  <a:pt x="1906182" y="2712"/>
                </a:lnTo>
                <a:lnTo>
                  <a:pt x="1906002" y="2414"/>
                </a:lnTo>
                <a:lnTo>
                  <a:pt x="1905798" y="2121"/>
                </a:lnTo>
                <a:lnTo>
                  <a:pt x="1905568" y="1836"/>
                </a:lnTo>
                <a:lnTo>
                  <a:pt x="1905310" y="1562"/>
                </a:lnTo>
                <a:lnTo>
                  <a:pt x="1905024" y="1302"/>
                </a:lnTo>
                <a:lnTo>
                  <a:pt x="1904707" y="1057"/>
                </a:lnTo>
                <a:lnTo>
                  <a:pt x="1904359" y="831"/>
                </a:lnTo>
                <a:lnTo>
                  <a:pt x="1903978" y="627"/>
                </a:lnTo>
                <a:lnTo>
                  <a:pt x="1903563" y="446"/>
                </a:lnTo>
                <a:lnTo>
                  <a:pt x="1903113" y="293"/>
                </a:lnTo>
                <a:lnTo>
                  <a:pt x="1902625" y="169"/>
                </a:lnTo>
                <a:lnTo>
                  <a:pt x="1902100" y="77"/>
                </a:lnTo>
                <a:lnTo>
                  <a:pt x="1901535" y="20"/>
                </a:lnTo>
                <a:lnTo>
                  <a:pt x="1900929" y="0"/>
                </a:lnTo>
                <a:lnTo>
                  <a:pt x="1900060" y="132"/>
                </a:lnTo>
                <a:lnTo>
                  <a:pt x="1898871" y="529"/>
                </a:lnTo>
                <a:lnTo>
                  <a:pt x="1897394" y="1190"/>
                </a:lnTo>
                <a:lnTo>
                  <a:pt x="1895661" y="2114"/>
                </a:lnTo>
                <a:lnTo>
                  <a:pt x="1893703" y="3300"/>
                </a:lnTo>
                <a:lnTo>
                  <a:pt x="1891552" y="4748"/>
                </a:lnTo>
                <a:lnTo>
                  <a:pt x="1889241" y="6457"/>
                </a:lnTo>
                <a:lnTo>
                  <a:pt x="1886799" y="8426"/>
                </a:lnTo>
                <a:lnTo>
                  <a:pt x="1884260" y="10656"/>
                </a:lnTo>
                <a:lnTo>
                  <a:pt x="1881655" y="13144"/>
                </a:lnTo>
                <a:lnTo>
                  <a:pt x="1879015" y="15891"/>
                </a:lnTo>
                <a:lnTo>
                  <a:pt x="1876373" y="18895"/>
                </a:lnTo>
                <a:lnTo>
                  <a:pt x="1873760" y="22157"/>
                </a:lnTo>
                <a:lnTo>
                  <a:pt x="1871208" y="25675"/>
                </a:lnTo>
                <a:lnTo>
                  <a:pt x="1868748" y="29448"/>
                </a:lnTo>
                <a:lnTo>
                  <a:pt x="1866413" y="33477"/>
                </a:lnTo>
                <a:lnTo>
                  <a:pt x="1864233" y="37760"/>
                </a:lnTo>
                <a:lnTo>
                  <a:pt x="1862241" y="42297"/>
                </a:lnTo>
                <a:lnTo>
                  <a:pt x="1860469" y="47087"/>
                </a:lnTo>
                <a:lnTo>
                  <a:pt x="1858948" y="52129"/>
                </a:lnTo>
                <a:lnTo>
                  <a:pt x="1857709" y="57423"/>
                </a:lnTo>
                <a:lnTo>
                  <a:pt x="1856786" y="62968"/>
                </a:lnTo>
                <a:lnTo>
                  <a:pt x="1856208" y="68764"/>
                </a:lnTo>
                <a:lnTo>
                  <a:pt x="1856009" y="74809"/>
                </a:lnTo>
                <a:lnTo>
                  <a:pt x="1856054" y="77647"/>
                </a:lnTo>
                <a:lnTo>
                  <a:pt x="1856187" y="80427"/>
                </a:lnTo>
                <a:lnTo>
                  <a:pt x="1856403" y="83147"/>
                </a:lnTo>
                <a:lnTo>
                  <a:pt x="1856697" y="85805"/>
                </a:lnTo>
                <a:lnTo>
                  <a:pt x="1857064" y="88402"/>
                </a:lnTo>
                <a:lnTo>
                  <a:pt x="1857500" y="90935"/>
                </a:lnTo>
                <a:lnTo>
                  <a:pt x="1857999" y="93405"/>
                </a:lnTo>
                <a:lnTo>
                  <a:pt x="1858558" y="95811"/>
                </a:lnTo>
                <a:lnTo>
                  <a:pt x="1859171" y="98150"/>
                </a:lnTo>
                <a:lnTo>
                  <a:pt x="1859833" y="100423"/>
                </a:lnTo>
                <a:lnTo>
                  <a:pt x="1860540" y="102629"/>
                </a:lnTo>
                <a:lnTo>
                  <a:pt x="1861287" y="104766"/>
                </a:lnTo>
                <a:lnTo>
                  <a:pt x="1862069" y="106834"/>
                </a:lnTo>
                <a:lnTo>
                  <a:pt x="1862881" y="108832"/>
                </a:lnTo>
                <a:lnTo>
                  <a:pt x="1863719" y="110759"/>
                </a:lnTo>
                <a:lnTo>
                  <a:pt x="1864578" y="112613"/>
                </a:lnTo>
                <a:lnTo>
                  <a:pt x="1865453" y="114395"/>
                </a:lnTo>
                <a:lnTo>
                  <a:pt x="1866339" y="116103"/>
                </a:lnTo>
                <a:lnTo>
                  <a:pt x="1867232" y="117735"/>
                </a:lnTo>
                <a:lnTo>
                  <a:pt x="1868126" y="119293"/>
                </a:lnTo>
                <a:lnTo>
                  <a:pt x="1869018" y="120773"/>
                </a:lnTo>
                <a:lnTo>
                  <a:pt x="1869901" y="122176"/>
                </a:lnTo>
                <a:lnTo>
                  <a:pt x="1870773" y="123501"/>
                </a:lnTo>
                <a:lnTo>
                  <a:pt x="1871626" y="124746"/>
                </a:lnTo>
                <a:lnTo>
                  <a:pt x="1872925" y="126488"/>
                </a:lnTo>
                <a:lnTo>
                  <a:pt x="1874261" y="128192"/>
                </a:lnTo>
                <a:lnTo>
                  <a:pt x="1875629" y="129855"/>
                </a:lnTo>
                <a:lnTo>
                  <a:pt x="1877023" y="131475"/>
                </a:lnTo>
                <a:lnTo>
                  <a:pt x="1878437" y="133048"/>
                </a:lnTo>
                <a:lnTo>
                  <a:pt x="1879864" y="134570"/>
                </a:lnTo>
                <a:lnTo>
                  <a:pt x="1881299" y="136038"/>
                </a:lnTo>
                <a:lnTo>
                  <a:pt x="1882736" y="137449"/>
                </a:lnTo>
                <a:lnTo>
                  <a:pt x="1884168" y="138800"/>
                </a:lnTo>
                <a:lnTo>
                  <a:pt x="1885589" y="140088"/>
                </a:lnTo>
                <a:lnTo>
                  <a:pt x="1886993" y="141309"/>
                </a:lnTo>
                <a:lnTo>
                  <a:pt x="1888374" y="142460"/>
                </a:lnTo>
                <a:lnTo>
                  <a:pt x="1889726" y="143537"/>
                </a:lnTo>
                <a:lnTo>
                  <a:pt x="1891043" y="144538"/>
                </a:lnTo>
                <a:lnTo>
                  <a:pt x="1892318" y="145459"/>
                </a:lnTo>
                <a:lnTo>
                  <a:pt x="1893546" y="146297"/>
                </a:lnTo>
                <a:lnTo>
                  <a:pt x="1894721" y="147048"/>
                </a:lnTo>
                <a:lnTo>
                  <a:pt x="1895835" y="147710"/>
                </a:lnTo>
                <a:lnTo>
                  <a:pt x="1896884" y="148279"/>
                </a:lnTo>
                <a:lnTo>
                  <a:pt x="1897862" y="148752"/>
                </a:lnTo>
                <a:lnTo>
                  <a:pt x="1898761" y="149126"/>
                </a:lnTo>
                <a:lnTo>
                  <a:pt x="1899576" y="149397"/>
                </a:lnTo>
                <a:lnTo>
                  <a:pt x="1900301" y="149562"/>
                </a:lnTo>
                <a:lnTo>
                  <a:pt x="1900929" y="149617"/>
                </a:lnTo>
                <a:lnTo>
                  <a:pt x="1901535" y="149598"/>
                </a:lnTo>
                <a:lnTo>
                  <a:pt x="1902100" y="149541"/>
                </a:lnTo>
                <a:lnTo>
                  <a:pt x="1902625" y="149449"/>
                </a:lnTo>
                <a:lnTo>
                  <a:pt x="1903113" y="149325"/>
                </a:lnTo>
                <a:lnTo>
                  <a:pt x="1903563" y="149171"/>
                </a:lnTo>
                <a:lnTo>
                  <a:pt x="1903978" y="148991"/>
                </a:lnTo>
                <a:lnTo>
                  <a:pt x="1904359" y="148787"/>
                </a:lnTo>
                <a:lnTo>
                  <a:pt x="1904707" y="148561"/>
                </a:lnTo>
                <a:lnTo>
                  <a:pt x="1905024" y="148316"/>
                </a:lnTo>
                <a:lnTo>
                  <a:pt x="1905310" y="148056"/>
                </a:lnTo>
                <a:lnTo>
                  <a:pt x="1905568" y="147782"/>
                </a:lnTo>
                <a:lnTo>
                  <a:pt x="1905798" y="147497"/>
                </a:lnTo>
                <a:lnTo>
                  <a:pt x="1906002" y="147205"/>
                </a:lnTo>
                <a:lnTo>
                  <a:pt x="1906182" y="146907"/>
                </a:lnTo>
                <a:lnTo>
                  <a:pt x="1906337" y="146606"/>
                </a:lnTo>
                <a:lnTo>
                  <a:pt x="1906471" y="146305"/>
                </a:lnTo>
                <a:lnTo>
                  <a:pt x="1906584" y="146007"/>
                </a:lnTo>
                <a:lnTo>
                  <a:pt x="1906678" y="145714"/>
                </a:lnTo>
                <a:lnTo>
                  <a:pt x="1906754" y="145429"/>
                </a:lnTo>
                <a:lnTo>
                  <a:pt x="1906812" y="145155"/>
                </a:lnTo>
                <a:lnTo>
                  <a:pt x="1906856" y="144894"/>
                </a:lnTo>
                <a:lnTo>
                  <a:pt x="1906885" y="144650"/>
                </a:lnTo>
                <a:lnTo>
                  <a:pt x="1906902" y="144423"/>
                </a:lnTo>
                <a:lnTo>
                  <a:pt x="1906907" y="144219"/>
                </a:lnTo>
                <a:lnTo>
                  <a:pt x="1906900" y="143868"/>
                </a:lnTo>
                <a:lnTo>
                  <a:pt x="1906878" y="143538"/>
                </a:lnTo>
                <a:lnTo>
                  <a:pt x="1906842" y="143227"/>
                </a:lnTo>
                <a:lnTo>
                  <a:pt x="1906791" y="142933"/>
                </a:lnTo>
                <a:lnTo>
                  <a:pt x="1906724" y="142654"/>
                </a:lnTo>
                <a:close/>
                <a:moveTo>
                  <a:pt x="2516408" y="106874"/>
                </a:moveTo>
                <a:lnTo>
                  <a:pt x="2516346" y="106444"/>
                </a:lnTo>
                <a:lnTo>
                  <a:pt x="2516264" y="106023"/>
                </a:lnTo>
                <a:lnTo>
                  <a:pt x="2516158" y="105611"/>
                </a:lnTo>
                <a:lnTo>
                  <a:pt x="2516026" y="105211"/>
                </a:lnTo>
                <a:lnTo>
                  <a:pt x="2515864" y="104825"/>
                </a:lnTo>
                <a:lnTo>
                  <a:pt x="2515670" y="104456"/>
                </a:lnTo>
                <a:lnTo>
                  <a:pt x="2515441" y="104104"/>
                </a:lnTo>
                <a:lnTo>
                  <a:pt x="2515174" y="103773"/>
                </a:lnTo>
                <a:lnTo>
                  <a:pt x="2514866" y="103463"/>
                </a:lnTo>
                <a:lnTo>
                  <a:pt x="2514514" y="103178"/>
                </a:lnTo>
                <a:lnTo>
                  <a:pt x="2514115" y="102918"/>
                </a:lnTo>
                <a:lnTo>
                  <a:pt x="2513667" y="102687"/>
                </a:lnTo>
                <a:lnTo>
                  <a:pt x="2513165" y="102486"/>
                </a:lnTo>
                <a:lnTo>
                  <a:pt x="2512608" y="102317"/>
                </a:lnTo>
                <a:lnTo>
                  <a:pt x="2511993" y="102182"/>
                </a:lnTo>
                <a:lnTo>
                  <a:pt x="2511316" y="102083"/>
                </a:lnTo>
                <a:lnTo>
                  <a:pt x="2510574" y="102022"/>
                </a:lnTo>
                <a:lnTo>
                  <a:pt x="2509765" y="102001"/>
                </a:lnTo>
                <a:lnTo>
                  <a:pt x="2509002" y="102022"/>
                </a:lnTo>
                <a:lnTo>
                  <a:pt x="2508300" y="102083"/>
                </a:lnTo>
                <a:lnTo>
                  <a:pt x="2507658" y="102181"/>
                </a:lnTo>
                <a:lnTo>
                  <a:pt x="2507071" y="102316"/>
                </a:lnTo>
                <a:lnTo>
                  <a:pt x="2506539" y="102484"/>
                </a:lnTo>
                <a:lnTo>
                  <a:pt x="2506058" y="102684"/>
                </a:lnTo>
                <a:lnTo>
                  <a:pt x="2505626" y="102914"/>
                </a:lnTo>
                <a:lnTo>
                  <a:pt x="2505239" y="103171"/>
                </a:lnTo>
                <a:lnTo>
                  <a:pt x="2504897" y="103453"/>
                </a:lnTo>
                <a:lnTo>
                  <a:pt x="2504595" y="103759"/>
                </a:lnTo>
                <a:lnTo>
                  <a:pt x="2504331" y="104085"/>
                </a:lnTo>
                <a:lnTo>
                  <a:pt x="2504103" y="104431"/>
                </a:lnTo>
                <a:lnTo>
                  <a:pt x="2503908" y="104795"/>
                </a:lnTo>
                <a:lnTo>
                  <a:pt x="2503744" y="105173"/>
                </a:lnTo>
                <a:lnTo>
                  <a:pt x="2503608" y="105563"/>
                </a:lnTo>
                <a:lnTo>
                  <a:pt x="2503497" y="105965"/>
                </a:lnTo>
                <a:lnTo>
                  <a:pt x="2503409" y="106375"/>
                </a:lnTo>
                <a:lnTo>
                  <a:pt x="2503341" y="106792"/>
                </a:lnTo>
                <a:lnTo>
                  <a:pt x="2503290" y="107214"/>
                </a:lnTo>
                <a:lnTo>
                  <a:pt x="2503255" y="107637"/>
                </a:lnTo>
                <a:lnTo>
                  <a:pt x="2503232" y="108062"/>
                </a:lnTo>
                <a:lnTo>
                  <a:pt x="2503219" y="108484"/>
                </a:lnTo>
                <a:lnTo>
                  <a:pt x="2503212" y="108903"/>
                </a:lnTo>
                <a:lnTo>
                  <a:pt x="2503211" y="109315"/>
                </a:lnTo>
                <a:lnTo>
                  <a:pt x="2503132" y="110756"/>
                </a:lnTo>
                <a:lnTo>
                  <a:pt x="2502948" y="112095"/>
                </a:lnTo>
                <a:lnTo>
                  <a:pt x="2502667" y="113338"/>
                </a:lnTo>
                <a:lnTo>
                  <a:pt x="2502296" y="114486"/>
                </a:lnTo>
                <a:lnTo>
                  <a:pt x="2501842" y="115545"/>
                </a:lnTo>
                <a:lnTo>
                  <a:pt x="2501314" y="116517"/>
                </a:lnTo>
                <a:lnTo>
                  <a:pt x="2500718" y="117405"/>
                </a:lnTo>
                <a:lnTo>
                  <a:pt x="2500063" y="118214"/>
                </a:lnTo>
                <a:lnTo>
                  <a:pt x="2499355" y="118947"/>
                </a:lnTo>
                <a:lnTo>
                  <a:pt x="2498603" y="119606"/>
                </a:lnTo>
                <a:lnTo>
                  <a:pt x="2497813" y="120197"/>
                </a:lnTo>
                <a:lnTo>
                  <a:pt x="2496994" y="120722"/>
                </a:lnTo>
                <a:lnTo>
                  <a:pt x="2496153" y="121185"/>
                </a:lnTo>
                <a:lnTo>
                  <a:pt x="2495297" y="121590"/>
                </a:lnTo>
                <a:lnTo>
                  <a:pt x="2494435" y="121939"/>
                </a:lnTo>
                <a:lnTo>
                  <a:pt x="2493572" y="122236"/>
                </a:lnTo>
                <a:lnTo>
                  <a:pt x="2492718" y="122485"/>
                </a:lnTo>
                <a:lnTo>
                  <a:pt x="2491879" y="122690"/>
                </a:lnTo>
                <a:lnTo>
                  <a:pt x="2491064" y="122854"/>
                </a:lnTo>
                <a:lnTo>
                  <a:pt x="2490279" y="122980"/>
                </a:lnTo>
                <a:lnTo>
                  <a:pt x="2489532" y="123072"/>
                </a:lnTo>
                <a:lnTo>
                  <a:pt x="2488831" y="123133"/>
                </a:lnTo>
                <a:lnTo>
                  <a:pt x="2488183" y="123167"/>
                </a:lnTo>
                <a:lnTo>
                  <a:pt x="2487596" y="123178"/>
                </a:lnTo>
                <a:lnTo>
                  <a:pt x="2485817" y="123127"/>
                </a:lnTo>
                <a:lnTo>
                  <a:pt x="2484186" y="122978"/>
                </a:lnTo>
                <a:lnTo>
                  <a:pt x="2482696" y="122738"/>
                </a:lnTo>
                <a:lnTo>
                  <a:pt x="2481342" y="122414"/>
                </a:lnTo>
                <a:lnTo>
                  <a:pt x="2480117" y="122012"/>
                </a:lnTo>
                <a:lnTo>
                  <a:pt x="2479014" y="121538"/>
                </a:lnTo>
                <a:lnTo>
                  <a:pt x="2478028" y="121000"/>
                </a:lnTo>
                <a:lnTo>
                  <a:pt x="2477150" y="120404"/>
                </a:lnTo>
                <a:lnTo>
                  <a:pt x="2476376" y="119756"/>
                </a:lnTo>
                <a:lnTo>
                  <a:pt x="2475698" y="119064"/>
                </a:lnTo>
                <a:lnTo>
                  <a:pt x="2475111" y="118333"/>
                </a:lnTo>
                <a:lnTo>
                  <a:pt x="2474607" y="117570"/>
                </a:lnTo>
                <a:lnTo>
                  <a:pt x="2474181" y="116783"/>
                </a:lnTo>
                <a:lnTo>
                  <a:pt x="2473826" y="115977"/>
                </a:lnTo>
                <a:lnTo>
                  <a:pt x="2473535" y="115159"/>
                </a:lnTo>
                <a:lnTo>
                  <a:pt x="2473302" y="114336"/>
                </a:lnTo>
                <a:lnTo>
                  <a:pt x="2473120" y="113514"/>
                </a:lnTo>
                <a:lnTo>
                  <a:pt x="2472984" y="112700"/>
                </a:lnTo>
                <a:lnTo>
                  <a:pt x="2472886" y="111901"/>
                </a:lnTo>
                <a:lnTo>
                  <a:pt x="2472821" y="111122"/>
                </a:lnTo>
                <a:lnTo>
                  <a:pt x="2472781" y="110372"/>
                </a:lnTo>
                <a:lnTo>
                  <a:pt x="2472761" y="109656"/>
                </a:lnTo>
                <a:lnTo>
                  <a:pt x="2472753" y="108981"/>
                </a:lnTo>
                <a:lnTo>
                  <a:pt x="2472752" y="108353"/>
                </a:lnTo>
                <a:lnTo>
                  <a:pt x="2472752" y="62535"/>
                </a:lnTo>
                <a:lnTo>
                  <a:pt x="2504367" y="62535"/>
                </a:lnTo>
                <a:lnTo>
                  <a:pt x="2504738" y="62534"/>
                </a:lnTo>
                <a:lnTo>
                  <a:pt x="2505126" y="62531"/>
                </a:lnTo>
                <a:lnTo>
                  <a:pt x="2505529" y="62523"/>
                </a:lnTo>
                <a:lnTo>
                  <a:pt x="2505943" y="62508"/>
                </a:lnTo>
                <a:lnTo>
                  <a:pt x="2506365" y="62482"/>
                </a:lnTo>
                <a:lnTo>
                  <a:pt x="2506792" y="62444"/>
                </a:lnTo>
                <a:lnTo>
                  <a:pt x="2507222" y="62391"/>
                </a:lnTo>
                <a:lnTo>
                  <a:pt x="2507652" y="62321"/>
                </a:lnTo>
                <a:lnTo>
                  <a:pt x="2508079" y="62230"/>
                </a:lnTo>
                <a:lnTo>
                  <a:pt x="2508499" y="62116"/>
                </a:lnTo>
                <a:lnTo>
                  <a:pt x="2508909" y="61978"/>
                </a:lnTo>
                <a:lnTo>
                  <a:pt x="2509308" y="61812"/>
                </a:lnTo>
                <a:lnTo>
                  <a:pt x="2509692" y="61616"/>
                </a:lnTo>
                <a:lnTo>
                  <a:pt x="2510058" y="61387"/>
                </a:lnTo>
                <a:lnTo>
                  <a:pt x="2510402" y="61123"/>
                </a:lnTo>
                <a:lnTo>
                  <a:pt x="2510723" y="60821"/>
                </a:lnTo>
                <a:lnTo>
                  <a:pt x="2511018" y="60479"/>
                </a:lnTo>
                <a:lnTo>
                  <a:pt x="2511282" y="60095"/>
                </a:lnTo>
                <a:lnTo>
                  <a:pt x="2511514" y="59665"/>
                </a:lnTo>
                <a:lnTo>
                  <a:pt x="2511710" y="59188"/>
                </a:lnTo>
                <a:lnTo>
                  <a:pt x="2511868" y="58660"/>
                </a:lnTo>
                <a:lnTo>
                  <a:pt x="2511984" y="58080"/>
                </a:lnTo>
                <a:lnTo>
                  <a:pt x="2512056" y="57444"/>
                </a:lnTo>
                <a:lnTo>
                  <a:pt x="2512080" y="56751"/>
                </a:lnTo>
                <a:lnTo>
                  <a:pt x="2512057" y="56034"/>
                </a:lnTo>
                <a:lnTo>
                  <a:pt x="2511988" y="55377"/>
                </a:lnTo>
                <a:lnTo>
                  <a:pt x="2511876" y="54778"/>
                </a:lnTo>
                <a:lnTo>
                  <a:pt x="2511723" y="54232"/>
                </a:lnTo>
                <a:lnTo>
                  <a:pt x="2511534" y="53739"/>
                </a:lnTo>
                <a:lnTo>
                  <a:pt x="2511309" y="53295"/>
                </a:lnTo>
                <a:lnTo>
                  <a:pt x="2511053" y="52897"/>
                </a:lnTo>
                <a:lnTo>
                  <a:pt x="2510767" y="52544"/>
                </a:lnTo>
                <a:lnTo>
                  <a:pt x="2510454" y="52232"/>
                </a:lnTo>
                <a:lnTo>
                  <a:pt x="2510117" y="51959"/>
                </a:lnTo>
                <a:lnTo>
                  <a:pt x="2509758" y="51723"/>
                </a:lnTo>
                <a:lnTo>
                  <a:pt x="2509381" y="51520"/>
                </a:lnTo>
                <a:lnTo>
                  <a:pt x="2508988" y="51348"/>
                </a:lnTo>
                <a:lnTo>
                  <a:pt x="2508581" y="51205"/>
                </a:lnTo>
                <a:lnTo>
                  <a:pt x="2508164" y="51088"/>
                </a:lnTo>
                <a:lnTo>
                  <a:pt x="2507738" y="50994"/>
                </a:lnTo>
                <a:lnTo>
                  <a:pt x="2507308" y="50921"/>
                </a:lnTo>
                <a:lnTo>
                  <a:pt x="2506874" y="50866"/>
                </a:lnTo>
                <a:lnTo>
                  <a:pt x="2506441" y="50827"/>
                </a:lnTo>
                <a:lnTo>
                  <a:pt x="2506010" y="50800"/>
                </a:lnTo>
                <a:lnTo>
                  <a:pt x="2505585" y="50784"/>
                </a:lnTo>
                <a:lnTo>
                  <a:pt x="2505167" y="50776"/>
                </a:lnTo>
                <a:lnTo>
                  <a:pt x="2504760" y="50773"/>
                </a:lnTo>
                <a:lnTo>
                  <a:pt x="2504367" y="50773"/>
                </a:lnTo>
                <a:lnTo>
                  <a:pt x="2472752" y="50773"/>
                </a:lnTo>
                <a:lnTo>
                  <a:pt x="2472752" y="34965"/>
                </a:lnTo>
                <a:lnTo>
                  <a:pt x="2472751" y="34505"/>
                </a:lnTo>
                <a:lnTo>
                  <a:pt x="2472748" y="34040"/>
                </a:lnTo>
                <a:lnTo>
                  <a:pt x="2472739" y="33573"/>
                </a:lnTo>
                <a:lnTo>
                  <a:pt x="2472722" y="33107"/>
                </a:lnTo>
                <a:lnTo>
                  <a:pt x="2472693" y="32643"/>
                </a:lnTo>
                <a:lnTo>
                  <a:pt x="2472649" y="32184"/>
                </a:lnTo>
                <a:lnTo>
                  <a:pt x="2472589" y="31731"/>
                </a:lnTo>
                <a:lnTo>
                  <a:pt x="2472509" y="31287"/>
                </a:lnTo>
                <a:lnTo>
                  <a:pt x="2472406" y="30853"/>
                </a:lnTo>
                <a:lnTo>
                  <a:pt x="2472278" y="30433"/>
                </a:lnTo>
                <a:lnTo>
                  <a:pt x="2472121" y="30027"/>
                </a:lnTo>
                <a:lnTo>
                  <a:pt x="2471932" y="29638"/>
                </a:lnTo>
                <a:lnTo>
                  <a:pt x="2471710" y="29269"/>
                </a:lnTo>
                <a:lnTo>
                  <a:pt x="2471450" y="28920"/>
                </a:lnTo>
                <a:lnTo>
                  <a:pt x="2471151" y="28595"/>
                </a:lnTo>
                <a:lnTo>
                  <a:pt x="2470809" y="28295"/>
                </a:lnTo>
                <a:lnTo>
                  <a:pt x="2470422" y="28023"/>
                </a:lnTo>
                <a:lnTo>
                  <a:pt x="2469986" y="27780"/>
                </a:lnTo>
                <a:lnTo>
                  <a:pt x="2469498" y="27569"/>
                </a:lnTo>
                <a:lnTo>
                  <a:pt x="2468957" y="27391"/>
                </a:lnTo>
                <a:lnTo>
                  <a:pt x="2468359" y="27250"/>
                </a:lnTo>
                <a:lnTo>
                  <a:pt x="2467701" y="27146"/>
                </a:lnTo>
                <a:lnTo>
                  <a:pt x="2466981" y="27082"/>
                </a:lnTo>
                <a:lnTo>
                  <a:pt x="2466195" y="27060"/>
                </a:lnTo>
                <a:lnTo>
                  <a:pt x="2465386" y="27081"/>
                </a:lnTo>
                <a:lnTo>
                  <a:pt x="2464645" y="27142"/>
                </a:lnTo>
                <a:lnTo>
                  <a:pt x="2463968" y="27242"/>
                </a:lnTo>
                <a:lnTo>
                  <a:pt x="2463353" y="27378"/>
                </a:lnTo>
                <a:lnTo>
                  <a:pt x="2462796" y="27549"/>
                </a:lnTo>
                <a:lnTo>
                  <a:pt x="2462295" y="27753"/>
                </a:lnTo>
                <a:lnTo>
                  <a:pt x="2461847" y="27988"/>
                </a:lnTo>
                <a:lnTo>
                  <a:pt x="2461448" y="28253"/>
                </a:lnTo>
                <a:lnTo>
                  <a:pt x="2461096" y="28545"/>
                </a:lnTo>
                <a:lnTo>
                  <a:pt x="2460788" y="28862"/>
                </a:lnTo>
                <a:lnTo>
                  <a:pt x="2460521" y="29203"/>
                </a:lnTo>
                <a:lnTo>
                  <a:pt x="2460292" y="29567"/>
                </a:lnTo>
                <a:lnTo>
                  <a:pt x="2460099" y="29950"/>
                </a:lnTo>
                <a:lnTo>
                  <a:pt x="2459937" y="30351"/>
                </a:lnTo>
                <a:lnTo>
                  <a:pt x="2459805" y="30769"/>
                </a:lnTo>
                <a:lnTo>
                  <a:pt x="2459699" y="31202"/>
                </a:lnTo>
                <a:lnTo>
                  <a:pt x="2459617" y="31647"/>
                </a:lnTo>
                <a:lnTo>
                  <a:pt x="2459555" y="32103"/>
                </a:lnTo>
                <a:lnTo>
                  <a:pt x="2459510" y="32568"/>
                </a:lnTo>
                <a:lnTo>
                  <a:pt x="2459480" y="33041"/>
                </a:lnTo>
                <a:lnTo>
                  <a:pt x="2459462" y="33518"/>
                </a:lnTo>
                <a:lnTo>
                  <a:pt x="2459453" y="34000"/>
                </a:lnTo>
                <a:lnTo>
                  <a:pt x="2459450" y="34483"/>
                </a:lnTo>
                <a:lnTo>
                  <a:pt x="2459449" y="34965"/>
                </a:lnTo>
                <a:lnTo>
                  <a:pt x="2459449" y="50773"/>
                </a:lnTo>
                <a:lnTo>
                  <a:pt x="2442675" y="50773"/>
                </a:lnTo>
                <a:lnTo>
                  <a:pt x="2442281" y="50773"/>
                </a:lnTo>
                <a:lnTo>
                  <a:pt x="2441871" y="50776"/>
                </a:lnTo>
                <a:lnTo>
                  <a:pt x="2441450" y="50784"/>
                </a:lnTo>
                <a:lnTo>
                  <a:pt x="2441018" y="50800"/>
                </a:lnTo>
                <a:lnTo>
                  <a:pt x="2440580" y="50827"/>
                </a:lnTo>
                <a:lnTo>
                  <a:pt x="2440138" y="50866"/>
                </a:lnTo>
                <a:lnTo>
                  <a:pt x="2439695" y="50921"/>
                </a:lnTo>
                <a:lnTo>
                  <a:pt x="2439254" y="50994"/>
                </a:lnTo>
                <a:lnTo>
                  <a:pt x="2438818" y="51088"/>
                </a:lnTo>
                <a:lnTo>
                  <a:pt x="2438389" y="51205"/>
                </a:lnTo>
                <a:lnTo>
                  <a:pt x="2437971" y="51348"/>
                </a:lnTo>
                <a:lnTo>
                  <a:pt x="2437566" y="51520"/>
                </a:lnTo>
                <a:lnTo>
                  <a:pt x="2437177" y="51723"/>
                </a:lnTo>
                <a:lnTo>
                  <a:pt x="2436807" y="51959"/>
                </a:lnTo>
                <a:lnTo>
                  <a:pt x="2436458" y="52232"/>
                </a:lnTo>
                <a:lnTo>
                  <a:pt x="2436134" y="52544"/>
                </a:lnTo>
                <a:lnTo>
                  <a:pt x="2435838" y="52897"/>
                </a:lnTo>
                <a:lnTo>
                  <a:pt x="2435572" y="53295"/>
                </a:lnTo>
                <a:lnTo>
                  <a:pt x="2435339" y="53739"/>
                </a:lnTo>
                <a:lnTo>
                  <a:pt x="2435142" y="54232"/>
                </a:lnTo>
                <a:lnTo>
                  <a:pt x="2434984" y="54778"/>
                </a:lnTo>
                <a:lnTo>
                  <a:pt x="2434867" y="55377"/>
                </a:lnTo>
                <a:lnTo>
                  <a:pt x="2434795" y="56034"/>
                </a:lnTo>
                <a:lnTo>
                  <a:pt x="2434771" y="56751"/>
                </a:lnTo>
                <a:lnTo>
                  <a:pt x="2434795" y="57444"/>
                </a:lnTo>
                <a:lnTo>
                  <a:pt x="2434867" y="58080"/>
                </a:lnTo>
                <a:lnTo>
                  <a:pt x="2434983" y="58660"/>
                </a:lnTo>
                <a:lnTo>
                  <a:pt x="2435141" y="59188"/>
                </a:lnTo>
                <a:lnTo>
                  <a:pt x="2435337" y="59665"/>
                </a:lnTo>
                <a:lnTo>
                  <a:pt x="2435569" y="60095"/>
                </a:lnTo>
                <a:lnTo>
                  <a:pt x="2435833" y="60479"/>
                </a:lnTo>
                <a:lnTo>
                  <a:pt x="2436127" y="60821"/>
                </a:lnTo>
                <a:lnTo>
                  <a:pt x="2436448" y="61123"/>
                </a:lnTo>
                <a:lnTo>
                  <a:pt x="2436792" y="61387"/>
                </a:lnTo>
                <a:lnTo>
                  <a:pt x="2437158" y="61616"/>
                </a:lnTo>
                <a:lnTo>
                  <a:pt x="2437542" y="61812"/>
                </a:lnTo>
                <a:lnTo>
                  <a:pt x="2437940" y="61978"/>
                </a:lnTo>
                <a:lnTo>
                  <a:pt x="2438351" y="62116"/>
                </a:lnTo>
                <a:lnTo>
                  <a:pt x="2438771" y="62230"/>
                </a:lnTo>
                <a:lnTo>
                  <a:pt x="2439197" y="62321"/>
                </a:lnTo>
                <a:lnTo>
                  <a:pt x="2439626" y="62391"/>
                </a:lnTo>
                <a:lnTo>
                  <a:pt x="2440056" y="62444"/>
                </a:lnTo>
                <a:lnTo>
                  <a:pt x="2440484" y="62482"/>
                </a:lnTo>
                <a:lnTo>
                  <a:pt x="2440906" y="62508"/>
                </a:lnTo>
                <a:lnTo>
                  <a:pt x="2441320" y="62523"/>
                </a:lnTo>
                <a:lnTo>
                  <a:pt x="2441722" y="62531"/>
                </a:lnTo>
                <a:lnTo>
                  <a:pt x="2442110" y="62534"/>
                </a:lnTo>
                <a:lnTo>
                  <a:pt x="2442481" y="62535"/>
                </a:lnTo>
                <a:lnTo>
                  <a:pt x="2459449" y="62535"/>
                </a:lnTo>
                <a:lnTo>
                  <a:pt x="2459449" y="109509"/>
                </a:lnTo>
                <a:lnTo>
                  <a:pt x="2459517" y="111760"/>
                </a:lnTo>
                <a:lnTo>
                  <a:pt x="2459715" y="113893"/>
                </a:lnTo>
                <a:lnTo>
                  <a:pt x="2460040" y="115910"/>
                </a:lnTo>
                <a:lnTo>
                  <a:pt x="2460485" y="117812"/>
                </a:lnTo>
                <a:lnTo>
                  <a:pt x="2461046" y="119602"/>
                </a:lnTo>
                <a:lnTo>
                  <a:pt x="2461717" y="121282"/>
                </a:lnTo>
                <a:lnTo>
                  <a:pt x="2462493" y="122853"/>
                </a:lnTo>
                <a:lnTo>
                  <a:pt x="2463369" y="124318"/>
                </a:lnTo>
                <a:lnTo>
                  <a:pt x="2464339" y="125679"/>
                </a:lnTo>
                <a:lnTo>
                  <a:pt x="2465398" y="126938"/>
                </a:lnTo>
                <a:lnTo>
                  <a:pt x="2466541" y="128096"/>
                </a:lnTo>
                <a:lnTo>
                  <a:pt x="2467763" y="129156"/>
                </a:lnTo>
                <a:lnTo>
                  <a:pt x="2469058" y="130120"/>
                </a:lnTo>
                <a:lnTo>
                  <a:pt x="2470420" y="130989"/>
                </a:lnTo>
                <a:lnTo>
                  <a:pt x="2471846" y="131766"/>
                </a:lnTo>
                <a:lnTo>
                  <a:pt x="2473329" y="132453"/>
                </a:lnTo>
                <a:lnTo>
                  <a:pt x="2474865" y="133051"/>
                </a:lnTo>
                <a:lnTo>
                  <a:pt x="2476447" y="133564"/>
                </a:lnTo>
                <a:lnTo>
                  <a:pt x="2478071" y="133992"/>
                </a:lnTo>
                <a:lnTo>
                  <a:pt x="2479731" y="134337"/>
                </a:lnTo>
                <a:lnTo>
                  <a:pt x="2481423" y="134603"/>
                </a:lnTo>
                <a:lnTo>
                  <a:pt x="2483140" y="134790"/>
                </a:lnTo>
                <a:lnTo>
                  <a:pt x="2484878" y="134900"/>
                </a:lnTo>
                <a:lnTo>
                  <a:pt x="2486631" y="134937"/>
                </a:lnTo>
                <a:lnTo>
                  <a:pt x="2488420" y="134894"/>
                </a:lnTo>
                <a:lnTo>
                  <a:pt x="2490216" y="134764"/>
                </a:lnTo>
                <a:lnTo>
                  <a:pt x="2492012" y="134547"/>
                </a:lnTo>
                <a:lnTo>
                  <a:pt x="2493799" y="134243"/>
                </a:lnTo>
                <a:lnTo>
                  <a:pt x="2495571" y="133852"/>
                </a:lnTo>
                <a:lnTo>
                  <a:pt x="2497320" y="133374"/>
                </a:lnTo>
                <a:lnTo>
                  <a:pt x="2499038" y="132807"/>
                </a:lnTo>
                <a:lnTo>
                  <a:pt x="2500720" y="132153"/>
                </a:lnTo>
                <a:lnTo>
                  <a:pt x="2502356" y="131410"/>
                </a:lnTo>
                <a:lnTo>
                  <a:pt x="2503940" y="130579"/>
                </a:lnTo>
                <a:lnTo>
                  <a:pt x="2505465" y="129659"/>
                </a:lnTo>
                <a:lnTo>
                  <a:pt x="2506923" y="128650"/>
                </a:lnTo>
                <a:lnTo>
                  <a:pt x="2508306" y="127551"/>
                </a:lnTo>
                <a:lnTo>
                  <a:pt x="2509608" y="126363"/>
                </a:lnTo>
                <a:lnTo>
                  <a:pt x="2510821" y="125086"/>
                </a:lnTo>
                <a:lnTo>
                  <a:pt x="2511937" y="123718"/>
                </a:lnTo>
                <a:lnTo>
                  <a:pt x="2512950" y="122260"/>
                </a:lnTo>
                <a:lnTo>
                  <a:pt x="2513851" y="120712"/>
                </a:lnTo>
                <a:lnTo>
                  <a:pt x="2514634" y="119073"/>
                </a:lnTo>
                <a:lnTo>
                  <a:pt x="2515291" y="117343"/>
                </a:lnTo>
                <a:lnTo>
                  <a:pt x="2515815" y="115522"/>
                </a:lnTo>
                <a:lnTo>
                  <a:pt x="2516198" y="113610"/>
                </a:lnTo>
                <a:lnTo>
                  <a:pt x="2516434" y="111605"/>
                </a:lnTo>
                <a:lnTo>
                  <a:pt x="2516514" y="109509"/>
                </a:lnTo>
                <a:lnTo>
                  <a:pt x="2516513" y="109073"/>
                </a:lnTo>
                <a:lnTo>
                  <a:pt x="2516510" y="108634"/>
                </a:lnTo>
                <a:lnTo>
                  <a:pt x="2516501" y="108192"/>
                </a:lnTo>
                <a:lnTo>
                  <a:pt x="2516483" y="107750"/>
                </a:lnTo>
                <a:lnTo>
                  <a:pt x="2516453" y="107310"/>
                </a:lnTo>
                <a:lnTo>
                  <a:pt x="2516408" y="106874"/>
                </a:lnTo>
                <a:close/>
                <a:moveTo>
                  <a:pt x="1819349" y="124569"/>
                </a:moveTo>
                <a:lnTo>
                  <a:pt x="1819083" y="124172"/>
                </a:lnTo>
                <a:lnTo>
                  <a:pt x="1818786" y="123818"/>
                </a:lnTo>
                <a:lnTo>
                  <a:pt x="1818463" y="123507"/>
                </a:lnTo>
                <a:lnTo>
                  <a:pt x="1818114" y="123234"/>
                </a:lnTo>
                <a:lnTo>
                  <a:pt x="1817744" y="122998"/>
                </a:lnTo>
                <a:lnTo>
                  <a:pt x="1817355" y="122795"/>
                </a:lnTo>
                <a:lnTo>
                  <a:pt x="1816950" y="122623"/>
                </a:lnTo>
                <a:lnTo>
                  <a:pt x="1816531" y="122480"/>
                </a:lnTo>
                <a:lnTo>
                  <a:pt x="1816103" y="122363"/>
                </a:lnTo>
                <a:lnTo>
                  <a:pt x="1815666" y="122269"/>
                </a:lnTo>
                <a:lnTo>
                  <a:pt x="1815225" y="122196"/>
                </a:lnTo>
                <a:lnTo>
                  <a:pt x="1814782" y="122141"/>
                </a:lnTo>
                <a:lnTo>
                  <a:pt x="1814341" y="122102"/>
                </a:lnTo>
                <a:lnTo>
                  <a:pt x="1813903" y="122076"/>
                </a:lnTo>
                <a:lnTo>
                  <a:pt x="1813471" y="122060"/>
                </a:lnTo>
                <a:lnTo>
                  <a:pt x="1813049" y="122052"/>
                </a:lnTo>
                <a:lnTo>
                  <a:pt x="1812640" y="122049"/>
                </a:lnTo>
                <a:lnTo>
                  <a:pt x="1812245" y="122048"/>
                </a:lnTo>
                <a:lnTo>
                  <a:pt x="1803761" y="122048"/>
                </a:lnTo>
                <a:lnTo>
                  <a:pt x="1803761" y="77386"/>
                </a:lnTo>
                <a:lnTo>
                  <a:pt x="1803711" y="75013"/>
                </a:lnTo>
                <a:lnTo>
                  <a:pt x="1803559" y="72754"/>
                </a:lnTo>
                <a:lnTo>
                  <a:pt x="1803309" y="70610"/>
                </a:lnTo>
                <a:lnTo>
                  <a:pt x="1802963" y="68578"/>
                </a:lnTo>
                <a:lnTo>
                  <a:pt x="1802521" y="66657"/>
                </a:lnTo>
                <a:lnTo>
                  <a:pt x="1801987" y="64846"/>
                </a:lnTo>
                <a:lnTo>
                  <a:pt x="1801362" y="63144"/>
                </a:lnTo>
                <a:lnTo>
                  <a:pt x="1800648" y="61549"/>
                </a:lnTo>
                <a:lnTo>
                  <a:pt x="1799848" y="60061"/>
                </a:lnTo>
                <a:lnTo>
                  <a:pt x="1798962" y="58677"/>
                </a:lnTo>
                <a:lnTo>
                  <a:pt x="1797992" y="57398"/>
                </a:lnTo>
                <a:lnTo>
                  <a:pt x="1796942" y="56221"/>
                </a:lnTo>
                <a:lnTo>
                  <a:pt x="1795812" y="55145"/>
                </a:lnTo>
                <a:lnTo>
                  <a:pt x="1794605" y="54170"/>
                </a:lnTo>
                <a:lnTo>
                  <a:pt x="1793323" y="53293"/>
                </a:lnTo>
                <a:lnTo>
                  <a:pt x="1791966" y="52513"/>
                </a:lnTo>
                <a:lnTo>
                  <a:pt x="1790539" y="51831"/>
                </a:lnTo>
                <a:lnTo>
                  <a:pt x="1789041" y="51243"/>
                </a:lnTo>
                <a:lnTo>
                  <a:pt x="1787476" y="50749"/>
                </a:lnTo>
                <a:lnTo>
                  <a:pt x="1785845" y="50347"/>
                </a:lnTo>
                <a:lnTo>
                  <a:pt x="1784150" y="50037"/>
                </a:lnTo>
                <a:lnTo>
                  <a:pt x="1782393" y="49817"/>
                </a:lnTo>
                <a:lnTo>
                  <a:pt x="1780576" y="49686"/>
                </a:lnTo>
                <a:lnTo>
                  <a:pt x="1778700" y="49643"/>
                </a:lnTo>
                <a:lnTo>
                  <a:pt x="1777108" y="49676"/>
                </a:lnTo>
                <a:lnTo>
                  <a:pt x="1775560" y="49774"/>
                </a:lnTo>
                <a:lnTo>
                  <a:pt x="1774057" y="49932"/>
                </a:lnTo>
                <a:lnTo>
                  <a:pt x="1772599" y="50146"/>
                </a:lnTo>
                <a:lnTo>
                  <a:pt x="1771186" y="50411"/>
                </a:lnTo>
                <a:lnTo>
                  <a:pt x="1769820" y="50725"/>
                </a:lnTo>
                <a:lnTo>
                  <a:pt x="1768499" y="51082"/>
                </a:lnTo>
                <a:lnTo>
                  <a:pt x="1767226" y="51479"/>
                </a:lnTo>
                <a:lnTo>
                  <a:pt x="1765999" y="51911"/>
                </a:lnTo>
                <a:lnTo>
                  <a:pt x="1764819" y="52375"/>
                </a:lnTo>
                <a:lnTo>
                  <a:pt x="1763686" y="52866"/>
                </a:lnTo>
                <a:lnTo>
                  <a:pt x="1762602" y="53380"/>
                </a:lnTo>
                <a:lnTo>
                  <a:pt x="1761566" y="53913"/>
                </a:lnTo>
                <a:lnTo>
                  <a:pt x="1760578" y="54461"/>
                </a:lnTo>
                <a:lnTo>
                  <a:pt x="1759639" y="55020"/>
                </a:lnTo>
                <a:lnTo>
                  <a:pt x="1758749" y="55586"/>
                </a:lnTo>
                <a:lnTo>
                  <a:pt x="1757909" y="56154"/>
                </a:lnTo>
                <a:lnTo>
                  <a:pt x="1757119" y="56721"/>
                </a:lnTo>
                <a:lnTo>
                  <a:pt x="1756379" y="57283"/>
                </a:lnTo>
                <a:lnTo>
                  <a:pt x="1755689" y="57835"/>
                </a:lnTo>
                <a:lnTo>
                  <a:pt x="1755050" y="58373"/>
                </a:lnTo>
                <a:lnTo>
                  <a:pt x="1754463" y="58893"/>
                </a:lnTo>
                <a:lnTo>
                  <a:pt x="1753927" y="59391"/>
                </a:lnTo>
                <a:lnTo>
                  <a:pt x="1753442" y="59863"/>
                </a:lnTo>
                <a:lnTo>
                  <a:pt x="1753442" y="59106"/>
                </a:lnTo>
                <a:lnTo>
                  <a:pt x="1753438" y="58383"/>
                </a:lnTo>
                <a:lnTo>
                  <a:pt x="1753427" y="57694"/>
                </a:lnTo>
                <a:lnTo>
                  <a:pt x="1753407" y="57039"/>
                </a:lnTo>
                <a:lnTo>
                  <a:pt x="1753373" y="56417"/>
                </a:lnTo>
                <a:lnTo>
                  <a:pt x="1753322" y="55829"/>
                </a:lnTo>
                <a:lnTo>
                  <a:pt x="1753251" y="55274"/>
                </a:lnTo>
                <a:lnTo>
                  <a:pt x="1753157" y="54753"/>
                </a:lnTo>
                <a:lnTo>
                  <a:pt x="1753036" y="54264"/>
                </a:lnTo>
                <a:lnTo>
                  <a:pt x="1752885" y="53809"/>
                </a:lnTo>
                <a:lnTo>
                  <a:pt x="1752700" y="53385"/>
                </a:lnTo>
                <a:lnTo>
                  <a:pt x="1752479" y="52995"/>
                </a:lnTo>
                <a:lnTo>
                  <a:pt x="1752217" y="52636"/>
                </a:lnTo>
                <a:lnTo>
                  <a:pt x="1751912" y="52310"/>
                </a:lnTo>
                <a:lnTo>
                  <a:pt x="1751560" y="52015"/>
                </a:lnTo>
                <a:lnTo>
                  <a:pt x="1751158" y="51753"/>
                </a:lnTo>
                <a:lnTo>
                  <a:pt x="1750702" y="51522"/>
                </a:lnTo>
                <a:lnTo>
                  <a:pt x="1750190" y="51322"/>
                </a:lnTo>
                <a:lnTo>
                  <a:pt x="1749617" y="51153"/>
                </a:lnTo>
                <a:lnTo>
                  <a:pt x="1748980" y="51016"/>
                </a:lnTo>
                <a:lnTo>
                  <a:pt x="1748277" y="50909"/>
                </a:lnTo>
                <a:lnTo>
                  <a:pt x="1747503" y="50833"/>
                </a:lnTo>
                <a:lnTo>
                  <a:pt x="1746656" y="50788"/>
                </a:lnTo>
                <a:lnTo>
                  <a:pt x="1745732" y="50773"/>
                </a:lnTo>
                <a:lnTo>
                  <a:pt x="1731659" y="50773"/>
                </a:lnTo>
                <a:lnTo>
                  <a:pt x="1731264" y="50773"/>
                </a:lnTo>
                <a:lnTo>
                  <a:pt x="1730855" y="50776"/>
                </a:lnTo>
                <a:lnTo>
                  <a:pt x="1730433" y="50784"/>
                </a:lnTo>
                <a:lnTo>
                  <a:pt x="1730002" y="50800"/>
                </a:lnTo>
                <a:lnTo>
                  <a:pt x="1729564" y="50827"/>
                </a:lnTo>
                <a:lnTo>
                  <a:pt x="1729122" y="50866"/>
                </a:lnTo>
                <a:lnTo>
                  <a:pt x="1728679" y="50921"/>
                </a:lnTo>
                <a:lnTo>
                  <a:pt x="1728238" y="50994"/>
                </a:lnTo>
                <a:lnTo>
                  <a:pt x="1727801" y="51088"/>
                </a:lnTo>
                <a:lnTo>
                  <a:pt x="1727373" y="51205"/>
                </a:lnTo>
                <a:lnTo>
                  <a:pt x="1726954" y="51348"/>
                </a:lnTo>
                <a:lnTo>
                  <a:pt x="1726549" y="51520"/>
                </a:lnTo>
                <a:lnTo>
                  <a:pt x="1726160" y="51723"/>
                </a:lnTo>
                <a:lnTo>
                  <a:pt x="1725790" y="51959"/>
                </a:lnTo>
                <a:lnTo>
                  <a:pt x="1725441" y="52232"/>
                </a:lnTo>
                <a:lnTo>
                  <a:pt x="1725118" y="52544"/>
                </a:lnTo>
                <a:lnTo>
                  <a:pt x="1724821" y="52897"/>
                </a:lnTo>
                <a:lnTo>
                  <a:pt x="1724555" y="53295"/>
                </a:lnTo>
                <a:lnTo>
                  <a:pt x="1724322" y="53739"/>
                </a:lnTo>
                <a:lnTo>
                  <a:pt x="1724125" y="54232"/>
                </a:lnTo>
                <a:lnTo>
                  <a:pt x="1723967" y="54778"/>
                </a:lnTo>
                <a:lnTo>
                  <a:pt x="1723851" y="55377"/>
                </a:lnTo>
                <a:lnTo>
                  <a:pt x="1723779" y="56034"/>
                </a:lnTo>
                <a:lnTo>
                  <a:pt x="1723754" y="56751"/>
                </a:lnTo>
                <a:lnTo>
                  <a:pt x="1723780" y="57444"/>
                </a:lnTo>
                <a:lnTo>
                  <a:pt x="1723854" y="58080"/>
                </a:lnTo>
                <a:lnTo>
                  <a:pt x="1723975" y="58660"/>
                </a:lnTo>
                <a:lnTo>
                  <a:pt x="1724138" y="59188"/>
                </a:lnTo>
                <a:lnTo>
                  <a:pt x="1724341" y="59665"/>
                </a:lnTo>
                <a:lnTo>
                  <a:pt x="1724579" y="60095"/>
                </a:lnTo>
                <a:lnTo>
                  <a:pt x="1724852" y="60479"/>
                </a:lnTo>
                <a:lnTo>
                  <a:pt x="1725154" y="60821"/>
                </a:lnTo>
                <a:lnTo>
                  <a:pt x="1725482" y="61123"/>
                </a:lnTo>
                <a:lnTo>
                  <a:pt x="1725835" y="61387"/>
                </a:lnTo>
                <a:lnTo>
                  <a:pt x="1726208" y="61616"/>
                </a:lnTo>
                <a:lnTo>
                  <a:pt x="1726598" y="61812"/>
                </a:lnTo>
                <a:lnTo>
                  <a:pt x="1727002" y="61978"/>
                </a:lnTo>
                <a:lnTo>
                  <a:pt x="1727417" y="62116"/>
                </a:lnTo>
                <a:lnTo>
                  <a:pt x="1727839" y="62230"/>
                </a:lnTo>
                <a:lnTo>
                  <a:pt x="1728267" y="62321"/>
                </a:lnTo>
                <a:lnTo>
                  <a:pt x="1728695" y="62391"/>
                </a:lnTo>
                <a:lnTo>
                  <a:pt x="1729122" y="62444"/>
                </a:lnTo>
                <a:lnTo>
                  <a:pt x="1729543" y="62482"/>
                </a:lnTo>
                <a:lnTo>
                  <a:pt x="1729957" y="62508"/>
                </a:lnTo>
                <a:lnTo>
                  <a:pt x="1730359" y="62523"/>
                </a:lnTo>
                <a:lnTo>
                  <a:pt x="1730746" y="62531"/>
                </a:lnTo>
                <a:lnTo>
                  <a:pt x="1731116" y="62534"/>
                </a:lnTo>
                <a:lnTo>
                  <a:pt x="1731464" y="62535"/>
                </a:lnTo>
                <a:lnTo>
                  <a:pt x="1740143" y="62535"/>
                </a:lnTo>
                <a:lnTo>
                  <a:pt x="1740143" y="122048"/>
                </a:lnTo>
                <a:lnTo>
                  <a:pt x="1731659" y="122048"/>
                </a:lnTo>
                <a:lnTo>
                  <a:pt x="1731264" y="122049"/>
                </a:lnTo>
                <a:lnTo>
                  <a:pt x="1730855" y="122052"/>
                </a:lnTo>
                <a:lnTo>
                  <a:pt x="1730433" y="122060"/>
                </a:lnTo>
                <a:lnTo>
                  <a:pt x="1730002" y="122076"/>
                </a:lnTo>
                <a:lnTo>
                  <a:pt x="1729564" y="122102"/>
                </a:lnTo>
                <a:lnTo>
                  <a:pt x="1729122" y="122141"/>
                </a:lnTo>
                <a:lnTo>
                  <a:pt x="1728679" y="122196"/>
                </a:lnTo>
                <a:lnTo>
                  <a:pt x="1728238" y="122269"/>
                </a:lnTo>
                <a:lnTo>
                  <a:pt x="1727801" y="122363"/>
                </a:lnTo>
                <a:lnTo>
                  <a:pt x="1727373" y="122480"/>
                </a:lnTo>
                <a:lnTo>
                  <a:pt x="1726954" y="122623"/>
                </a:lnTo>
                <a:lnTo>
                  <a:pt x="1726549" y="122795"/>
                </a:lnTo>
                <a:lnTo>
                  <a:pt x="1726160" y="122998"/>
                </a:lnTo>
                <a:lnTo>
                  <a:pt x="1725790" y="123234"/>
                </a:lnTo>
                <a:lnTo>
                  <a:pt x="1725441" y="123507"/>
                </a:lnTo>
                <a:lnTo>
                  <a:pt x="1725118" y="123818"/>
                </a:lnTo>
                <a:lnTo>
                  <a:pt x="1724821" y="124172"/>
                </a:lnTo>
                <a:lnTo>
                  <a:pt x="1724555" y="124569"/>
                </a:lnTo>
                <a:lnTo>
                  <a:pt x="1724322" y="125013"/>
                </a:lnTo>
                <a:lnTo>
                  <a:pt x="1724125" y="125506"/>
                </a:lnTo>
                <a:lnTo>
                  <a:pt x="1723967" y="126051"/>
                </a:lnTo>
                <a:lnTo>
                  <a:pt x="1723851" y="126650"/>
                </a:lnTo>
                <a:lnTo>
                  <a:pt x="1723779" y="127307"/>
                </a:lnTo>
                <a:lnTo>
                  <a:pt x="1723754" y="128023"/>
                </a:lnTo>
                <a:lnTo>
                  <a:pt x="1723780" y="128717"/>
                </a:lnTo>
                <a:lnTo>
                  <a:pt x="1723854" y="129352"/>
                </a:lnTo>
                <a:lnTo>
                  <a:pt x="1723975" y="129932"/>
                </a:lnTo>
                <a:lnTo>
                  <a:pt x="1724138" y="130460"/>
                </a:lnTo>
                <a:lnTo>
                  <a:pt x="1724341" y="130937"/>
                </a:lnTo>
                <a:lnTo>
                  <a:pt x="1724579" y="131367"/>
                </a:lnTo>
                <a:lnTo>
                  <a:pt x="1724852" y="131752"/>
                </a:lnTo>
                <a:lnTo>
                  <a:pt x="1725154" y="132093"/>
                </a:lnTo>
                <a:lnTo>
                  <a:pt x="1725482" y="132395"/>
                </a:lnTo>
                <a:lnTo>
                  <a:pt x="1725835" y="132659"/>
                </a:lnTo>
                <a:lnTo>
                  <a:pt x="1726208" y="132888"/>
                </a:lnTo>
                <a:lnTo>
                  <a:pt x="1726598" y="133084"/>
                </a:lnTo>
                <a:lnTo>
                  <a:pt x="1727002" y="133250"/>
                </a:lnTo>
                <a:lnTo>
                  <a:pt x="1727417" y="133389"/>
                </a:lnTo>
                <a:lnTo>
                  <a:pt x="1727839" y="133502"/>
                </a:lnTo>
                <a:lnTo>
                  <a:pt x="1728267" y="133593"/>
                </a:lnTo>
                <a:lnTo>
                  <a:pt x="1728695" y="133664"/>
                </a:lnTo>
                <a:lnTo>
                  <a:pt x="1729122" y="133717"/>
                </a:lnTo>
                <a:lnTo>
                  <a:pt x="1729543" y="133755"/>
                </a:lnTo>
                <a:lnTo>
                  <a:pt x="1729957" y="133780"/>
                </a:lnTo>
                <a:lnTo>
                  <a:pt x="1730359" y="133796"/>
                </a:lnTo>
                <a:lnTo>
                  <a:pt x="1730746" y="133804"/>
                </a:lnTo>
                <a:lnTo>
                  <a:pt x="1731116" y="133807"/>
                </a:lnTo>
                <a:lnTo>
                  <a:pt x="1731464" y="133807"/>
                </a:lnTo>
                <a:lnTo>
                  <a:pt x="1762121" y="133807"/>
                </a:lnTo>
                <a:lnTo>
                  <a:pt x="1762469" y="133807"/>
                </a:lnTo>
                <a:lnTo>
                  <a:pt x="1762839" y="133804"/>
                </a:lnTo>
                <a:lnTo>
                  <a:pt x="1763226" y="133796"/>
                </a:lnTo>
                <a:lnTo>
                  <a:pt x="1763628" y="133780"/>
                </a:lnTo>
                <a:lnTo>
                  <a:pt x="1764042" y="133755"/>
                </a:lnTo>
                <a:lnTo>
                  <a:pt x="1764463" y="133717"/>
                </a:lnTo>
                <a:lnTo>
                  <a:pt x="1764890" y="133664"/>
                </a:lnTo>
                <a:lnTo>
                  <a:pt x="1765319" y="133593"/>
                </a:lnTo>
                <a:lnTo>
                  <a:pt x="1765746" y="133502"/>
                </a:lnTo>
                <a:lnTo>
                  <a:pt x="1766168" y="133389"/>
                </a:lnTo>
                <a:lnTo>
                  <a:pt x="1766583" y="133250"/>
                </a:lnTo>
                <a:lnTo>
                  <a:pt x="1766987" y="133084"/>
                </a:lnTo>
                <a:lnTo>
                  <a:pt x="1767377" y="132888"/>
                </a:lnTo>
                <a:lnTo>
                  <a:pt x="1767750" y="132659"/>
                </a:lnTo>
                <a:lnTo>
                  <a:pt x="1768103" y="132395"/>
                </a:lnTo>
                <a:lnTo>
                  <a:pt x="1768432" y="132093"/>
                </a:lnTo>
                <a:lnTo>
                  <a:pt x="1768734" y="131752"/>
                </a:lnTo>
                <a:lnTo>
                  <a:pt x="1769006" y="131367"/>
                </a:lnTo>
                <a:lnTo>
                  <a:pt x="1769245" y="130937"/>
                </a:lnTo>
                <a:lnTo>
                  <a:pt x="1769447" y="130460"/>
                </a:lnTo>
                <a:lnTo>
                  <a:pt x="1769610" y="129932"/>
                </a:lnTo>
                <a:lnTo>
                  <a:pt x="1769731" y="129352"/>
                </a:lnTo>
                <a:lnTo>
                  <a:pt x="1769805" y="128717"/>
                </a:lnTo>
                <a:lnTo>
                  <a:pt x="1769831" y="128023"/>
                </a:lnTo>
                <a:lnTo>
                  <a:pt x="1769806" y="127307"/>
                </a:lnTo>
                <a:lnTo>
                  <a:pt x="1769734" y="126650"/>
                </a:lnTo>
                <a:lnTo>
                  <a:pt x="1769618" y="126051"/>
                </a:lnTo>
                <a:lnTo>
                  <a:pt x="1769460" y="125506"/>
                </a:lnTo>
                <a:lnTo>
                  <a:pt x="1769263" y="125013"/>
                </a:lnTo>
                <a:lnTo>
                  <a:pt x="1769030" y="124569"/>
                </a:lnTo>
                <a:lnTo>
                  <a:pt x="1768764" y="124172"/>
                </a:lnTo>
                <a:lnTo>
                  <a:pt x="1768467" y="123818"/>
                </a:lnTo>
                <a:lnTo>
                  <a:pt x="1768144" y="123507"/>
                </a:lnTo>
                <a:lnTo>
                  <a:pt x="1767795" y="123234"/>
                </a:lnTo>
                <a:lnTo>
                  <a:pt x="1767425" y="122998"/>
                </a:lnTo>
                <a:lnTo>
                  <a:pt x="1767036" y="122795"/>
                </a:lnTo>
                <a:lnTo>
                  <a:pt x="1766631" y="122623"/>
                </a:lnTo>
                <a:lnTo>
                  <a:pt x="1766212" y="122480"/>
                </a:lnTo>
                <a:lnTo>
                  <a:pt x="1765784" y="122363"/>
                </a:lnTo>
                <a:lnTo>
                  <a:pt x="1765347" y="122269"/>
                </a:lnTo>
                <a:lnTo>
                  <a:pt x="1764906" y="122196"/>
                </a:lnTo>
                <a:lnTo>
                  <a:pt x="1764463" y="122141"/>
                </a:lnTo>
                <a:lnTo>
                  <a:pt x="1764022" y="122102"/>
                </a:lnTo>
                <a:lnTo>
                  <a:pt x="1763584" y="122076"/>
                </a:lnTo>
                <a:lnTo>
                  <a:pt x="1763152" y="122060"/>
                </a:lnTo>
                <a:lnTo>
                  <a:pt x="1762730" y="122052"/>
                </a:lnTo>
                <a:lnTo>
                  <a:pt x="1762321" y="122049"/>
                </a:lnTo>
                <a:lnTo>
                  <a:pt x="1761926" y="122048"/>
                </a:lnTo>
                <a:lnTo>
                  <a:pt x="1753442" y="122048"/>
                </a:lnTo>
                <a:lnTo>
                  <a:pt x="1753442" y="87959"/>
                </a:lnTo>
                <a:lnTo>
                  <a:pt x="1753515" y="85616"/>
                </a:lnTo>
                <a:lnTo>
                  <a:pt x="1753729" y="83396"/>
                </a:lnTo>
                <a:lnTo>
                  <a:pt x="1754075" y="81295"/>
                </a:lnTo>
                <a:lnTo>
                  <a:pt x="1754545" y="79313"/>
                </a:lnTo>
                <a:lnTo>
                  <a:pt x="1755131" y="77446"/>
                </a:lnTo>
                <a:lnTo>
                  <a:pt x="1755825" y="75694"/>
                </a:lnTo>
                <a:lnTo>
                  <a:pt x="1756620" y="74055"/>
                </a:lnTo>
                <a:lnTo>
                  <a:pt x="1757506" y="72525"/>
                </a:lnTo>
                <a:lnTo>
                  <a:pt x="1758475" y="71103"/>
                </a:lnTo>
                <a:lnTo>
                  <a:pt x="1759521" y="69788"/>
                </a:lnTo>
                <a:lnTo>
                  <a:pt x="1760633" y="68577"/>
                </a:lnTo>
                <a:lnTo>
                  <a:pt x="1761806" y="67468"/>
                </a:lnTo>
                <a:lnTo>
                  <a:pt x="1763029" y="66459"/>
                </a:lnTo>
                <a:lnTo>
                  <a:pt x="1764295" y="65549"/>
                </a:lnTo>
                <a:lnTo>
                  <a:pt x="1765597" y="64735"/>
                </a:lnTo>
                <a:lnTo>
                  <a:pt x="1766925" y="64014"/>
                </a:lnTo>
                <a:lnTo>
                  <a:pt x="1768272" y="63387"/>
                </a:lnTo>
                <a:lnTo>
                  <a:pt x="1769630" y="62849"/>
                </a:lnTo>
                <a:lnTo>
                  <a:pt x="1770990" y="62399"/>
                </a:lnTo>
                <a:lnTo>
                  <a:pt x="1772344" y="62036"/>
                </a:lnTo>
                <a:lnTo>
                  <a:pt x="1773685" y="61757"/>
                </a:lnTo>
                <a:lnTo>
                  <a:pt x="1775004" y="61560"/>
                </a:lnTo>
                <a:lnTo>
                  <a:pt x="1776293" y="61443"/>
                </a:lnTo>
                <a:lnTo>
                  <a:pt x="1777544" y="61405"/>
                </a:lnTo>
                <a:lnTo>
                  <a:pt x="1778783" y="61433"/>
                </a:lnTo>
                <a:lnTo>
                  <a:pt x="1779945" y="61518"/>
                </a:lnTo>
                <a:lnTo>
                  <a:pt x="1781033" y="61659"/>
                </a:lnTo>
                <a:lnTo>
                  <a:pt x="1782048" y="61858"/>
                </a:lnTo>
                <a:lnTo>
                  <a:pt x="1782994" y="62114"/>
                </a:lnTo>
                <a:lnTo>
                  <a:pt x="1783872" y="62428"/>
                </a:lnTo>
                <a:lnTo>
                  <a:pt x="1784685" y="62800"/>
                </a:lnTo>
                <a:lnTo>
                  <a:pt x="1785433" y="63231"/>
                </a:lnTo>
                <a:lnTo>
                  <a:pt x="1786120" y="63720"/>
                </a:lnTo>
                <a:lnTo>
                  <a:pt x="1786748" y="64269"/>
                </a:lnTo>
                <a:lnTo>
                  <a:pt x="1787318" y="64877"/>
                </a:lnTo>
                <a:lnTo>
                  <a:pt x="1787833" y="65545"/>
                </a:lnTo>
                <a:lnTo>
                  <a:pt x="1788294" y="66273"/>
                </a:lnTo>
                <a:lnTo>
                  <a:pt x="1788705" y="67062"/>
                </a:lnTo>
                <a:lnTo>
                  <a:pt x="1789066" y="67911"/>
                </a:lnTo>
                <a:lnTo>
                  <a:pt x="1789381" y="68822"/>
                </a:lnTo>
                <a:lnTo>
                  <a:pt x="1789651" y="69794"/>
                </a:lnTo>
                <a:lnTo>
                  <a:pt x="1789878" y="70828"/>
                </a:lnTo>
                <a:lnTo>
                  <a:pt x="1790064" y="71924"/>
                </a:lnTo>
                <a:lnTo>
                  <a:pt x="1790212" y="73082"/>
                </a:lnTo>
                <a:lnTo>
                  <a:pt x="1790323" y="74304"/>
                </a:lnTo>
                <a:lnTo>
                  <a:pt x="1790400" y="75588"/>
                </a:lnTo>
                <a:lnTo>
                  <a:pt x="1790444" y="76936"/>
                </a:lnTo>
                <a:lnTo>
                  <a:pt x="1790459" y="78348"/>
                </a:lnTo>
                <a:lnTo>
                  <a:pt x="1790459" y="122048"/>
                </a:lnTo>
                <a:lnTo>
                  <a:pt x="1782943" y="122048"/>
                </a:lnTo>
                <a:lnTo>
                  <a:pt x="1782548" y="122049"/>
                </a:lnTo>
                <a:lnTo>
                  <a:pt x="1782139" y="122052"/>
                </a:lnTo>
                <a:lnTo>
                  <a:pt x="1781717" y="122060"/>
                </a:lnTo>
                <a:lnTo>
                  <a:pt x="1781285" y="122076"/>
                </a:lnTo>
                <a:lnTo>
                  <a:pt x="1780847" y="122102"/>
                </a:lnTo>
                <a:lnTo>
                  <a:pt x="1780406" y="122141"/>
                </a:lnTo>
                <a:lnTo>
                  <a:pt x="1779963" y="122196"/>
                </a:lnTo>
                <a:lnTo>
                  <a:pt x="1779522" y="122269"/>
                </a:lnTo>
                <a:lnTo>
                  <a:pt x="1779085" y="122363"/>
                </a:lnTo>
                <a:lnTo>
                  <a:pt x="1778657" y="122480"/>
                </a:lnTo>
                <a:lnTo>
                  <a:pt x="1778238" y="122623"/>
                </a:lnTo>
                <a:lnTo>
                  <a:pt x="1777833" y="122795"/>
                </a:lnTo>
                <a:lnTo>
                  <a:pt x="1777444" y="122998"/>
                </a:lnTo>
                <a:lnTo>
                  <a:pt x="1777074" y="123234"/>
                </a:lnTo>
                <a:lnTo>
                  <a:pt x="1776725" y="123507"/>
                </a:lnTo>
                <a:lnTo>
                  <a:pt x="1776402" y="123818"/>
                </a:lnTo>
                <a:lnTo>
                  <a:pt x="1776105" y="124172"/>
                </a:lnTo>
                <a:lnTo>
                  <a:pt x="1775839" y="124569"/>
                </a:lnTo>
                <a:lnTo>
                  <a:pt x="1775606" y="125013"/>
                </a:lnTo>
                <a:lnTo>
                  <a:pt x="1775409" y="125506"/>
                </a:lnTo>
                <a:lnTo>
                  <a:pt x="1775251" y="126051"/>
                </a:lnTo>
                <a:lnTo>
                  <a:pt x="1775135" y="126650"/>
                </a:lnTo>
                <a:lnTo>
                  <a:pt x="1775063" y="127307"/>
                </a:lnTo>
                <a:lnTo>
                  <a:pt x="1775038" y="128023"/>
                </a:lnTo>
                <a:lnTo>
                  <a:pt x="1775065" y="128717"/>
                </a:lnTo>
                <a:lnTo>
                  <a:pt x="1775142" y="129352"/>
                </a:lnTo>
                <a:lnTo>
                  <a:pt x="1775267" y="129932"/>
                </a:lnTo>
                <a:lnTo>
                  <a:pt x="1775436" y="130460"/>
                </a:lnTo>
                <a:lnTo>
                  <a:pt x="1775646" y="130937"/>
                </a:lnTo>
                <a:lnTo>
                  <a:pt x="1775893" y="131367"/>
                </a:lnTo>
                <a:lnTo>
                  <a:pt x="1776175" y="131752"/>
                </a:lnTo>
                <a:lnTo>
                  <a:pt x="1776487" y="132093"/>
                </a:lnTo>
                <a:lnTo>
                  <a:pt x="1776827" y="132395"/>
                </a:lnTo>
                <a:lnTo>
                  <a:pt x="1777191" y="132659"/>
                </a:lnTo>
                <a:lnTo>
                  <a:pt x="1777575" y="132888"/>
                </a:lnTo>
                <a:lnTo>
                  <a:pt x="1777978" y="133084"/>
                </a:lnTo>
                <a:lnTo>
                  <a:pt x="1778394" y="133250"/>
                </a:lnTo>
                <a:lnTo>
                  <a:pt x="1778820" y="133389"/>
                </a:lnTo>
                <a:lnTo>
                  <a:pt x="1779255" y="133502"/>
                </a:lnTo>
                <a:lnTo>
                  <a:pt x="1779693" y="133593"/>
                </a:lnTo>
                <a:lnTo>
                  <a:pt x="1780132" y="133664"/>
                </a:lnTo>
                <a:lnTo>
                  <a:pt x="1780568" y="133717"/>
                </a:lnTo>
                <a:lnTo>
                  <a:pt x="1780998" y="133755"/>
                </a:lnTo>
                <a:lnTo>
                  <a:pt x="1781419" y="133780"/>
                </a:lnTo>
                <a:lnTo>
                  <a:pt x="1781828" y="133796"/>
                </a:lnTo>
                <a:lnTo>
                  <a:pt x="1782220" y="133804"/>
                </a:lnTo>
                <a:lnTo>
                  <a:pt x="1782592" y="133807"/>
                </a:lnTo>
                <a:lnTo>
                  <a:pt x="1782943" y="133807"/>
                </a:lnTo>
                <a:lnTo>
                  <a:pt x="1812440" y="133807"/>
                </a:lnTo>
                <a:lnTo>
                  <a:pt x="1812788" y="133807"/>
                </a:lnTo>
                <a:lnTo>
                  <a:pt x="1813158" y="133804"/>
                </a:lnTo>
                <a:lnTo>
                  <a:pt x="1813545" y="133796"/>
                </a:lnTo>
                <a:lnTo>
                  <a:pt x="1813947" y="133780"/>
                </a:lnTo>
                <a:lnTo>
                  <a:pt x="1814361" y="133755"/>
                </a:lnTo>
                <a:lnTo>
                  <a:pt x="1814782" y="133717"/>
                </a:lnTo>
                <a:lnTo>
                  <a:pt x="1815209" y="133664"/>
                </a:lnTo>
                <a:lnTo>
                  <a:pt x="1815638" y="133593"/>
                </a:lnTo>
                <a:lnTo>
                  <a:pt x="1816065" y="133502"/>
                </a:lnTo>
                <a:lnTo>
                  <a:pt x="1816487" y="133389"/>
                </a:lnTo>
                <a:lnTo>
                  <a:pt x="1816902" y="133250"/>
                </a:lnTo>
                <a:lnTo>
                  <a:pt x="1817306" y="133084"/>
                </a:lnTo>
                <a:lnTo>
                  <a:pt x="1817696" y="132888"/>
                </a:lnTo>
                <a:lnTo>
                  <a:pt x="1818069" y="132659"/>
                </a:lnTo>
                <a:lnTo>
                  <a:pt x="1818422" y="132395"/>
                </a:lnTo>
                <a:lnTo>
                  <a:pt x="1818751" y="132093"/>
                </a:lnTo>
                <a:lnTo>
                  <a:pt x="1819053" y="131752"/>
                </a:lnTo>
                <a:lnTo>
                  <a:pt x="1819325" y="131367"/>
                </a:lnTo>
                <a:lnTo>
                  <a:pt x="1819564" y="130937"/>
                </a:lnTo>
                <a:lnTo>
                  <a:pt x="1819766" y="130460"/>
                </a:lnTo>
                <a:lnTo>
                  <a:pt x="1819929" y="129932"/>
                </a:lnTo>
                <a:lnTo>
                  <a:pt x="1820050" y="129352"/>
                </a:lnTo>
                <a:lnTo>
                  <a:pt x="1820124" y="128717"/>
                </a:lnTo>
                <a:lnTo>
                  <a:pt x="1820150" y="128023"/>
                </a:lnTo>
                <a:lnTo>
                  <a:pt x="1820125" y="127307"/>
                </a:lnTo>
                <a:lnTo>
                  <a:pt x="1820053" y="126650"/>
                </a:lnTo>
                <a:lnTo>
                  <a:pt x="1819937" y="126051"/>
                </a:lnTo>
                <a:lnTo>
                  <a:pt x="1819779" y="125506"/>
                </a:lnTo>
                <a:lnTo>
                  <a:pt x="1819582" y="125013"/>
                </a:lnTo>
                <a:lnTo>
                  <a:pt x="1819349" y="124569"/>
                </a:lnTo>
                <a:close/>
                <a:moveTo>
                  <a:pt x="2021781" y="124569"/>
                </a:moveTo>
                <a:lnTo>
                  <a:pt x="2021514" y="124172"/>
                </a:lnTo>
                <a:lnTo>
                  <a:pt x="2021218" y="123818"/>
                </a:lnTo>
                <a:lnTo>
                  <a:pt x="2020894" y="123507"/>
                </a:lnTo>
                <a:lnTo>
                  <a:pt x="2020546" y="123234"/>
                </a:lnTo>
                <a:lnTo>
                  <a:pt x="2020176" y="122998"/>
                </a:lnTo>
                <a:lnTo>
                  <a:pt x="2019787" y="122795"/>
                </a:lnTo>
                <a:lnTo>
                  <a:pt x="2019381" y="122623"/>
                </a:lnTo>
                <a:lnTo>
                  <a:pt x="2018963" y="122480"/>
                </a:lnTo>
                <a:lnTo>
                  <a:pt x="2018534" y="122363"/>
                </a:lnTo>
                <a:lnTo>
                  <a:pt x="2018098" y="122269"/>
                </a:lnTo>
                <a:lnTo>
                  <a:pt x="2017657" y="122196"/>
                </a:lnTo>
                <a:lnTo>
                  <a:pt x="2017214" y="122141"/>
                </a:lnTo>
                <a:lnTo>
                  <a:pt x="2016772" y="122102"/>
                </a:lnTo>
                <a:lnTo>
                  <a:pt x="2016334" y="122076"/>
                </a:lnTo>
                <a:lnTo>
                  <a:pt x="2015903" y="122060"/>
                </a:lnTo>
                <a:lnTo>
                  <a:pt x="2015481" y="122052"/>
                </a:lnTo>
                <a:lnTo>
                  <a:pt x="2015071" y="122049"/>
                </a:lnTo>
                <a:lnTo>
                  <a:pt x="2014677" y="122048"/>
                </a:lnTo>
                <a:lnTo>
                  <a:pt x="2006193" y="122048"/>
                </a:lnTo>
                <a:lnTo>
                  <a:pt x="2006193" y="77386"/>
                </a:lnTo>
                <a:lnTo>
                  <a:pt x="2006142" y="75013"/>
                </a:lnTo>
                <a:lnTo>
                  <a:pt x="2005991" y="72754"/>
                </a:lnTo>
                <a:lnTo>
                  <a:pt x="2005741" y="70610"/>
                </a:lnTo>
                <a:lnTo>
                  <a:pt x="2005394" y="68578"/>
                </a:lnTo>
                <a:lnTo>
                  <a:pt x="2004953" y="66657"/>
                </a:lnTo>
                <a:lnTo>
                  <a:pt x="2004419" y="64846"/>
                </a:lnTo>
                <a:lnTo>
                  <a:pt x="2003794" y="63144"/>
                </a:lnTo>
                <a:lnTo>
                  <a:pt x="2003080" y="61549"/>
                </a:lnTo>
                <a:lnTo>
                  <a:pt x="2002279" y="60061"/>
                </a:lnTo>
                <a:lnTo>
                  <a:pt x="2001393" y="58677"/>
                </a:lnTo>
                <a:lnTo>
                  <a:pt x="2000424" y="57398"/>
                </a:lnTo>
                <a:lnTo>
                  <a:pt x="1999374" y="56221"/>
                </a:lnTo>
                <a:lnTo>
                  <a:pt x="1998244" y="55145"/>
                </a:lnTo>
                <a:lnTo>
                  <a:pt x="1997037" y="54170"/>
                </a:lnTo>
                <a:lnTo>
                  <a:pt x="1995754" y="53293"/>
                </a:lnTo>
                <a:lnTo>
                  <a:pt x="1994398" y="52513"/>
                </a:lnTo>
                <a:lnTo>
                  <a:pt x="1992970" y="51831"/>
                </a:lnTo>
                <a:lnTo>
                  <a:pt x="1991473" y="51243"/>
                </a:lnTo>
                <a:lnTo>
                  <a:pt x="1989908" y="50749"/>
                </a:lnTo>
                <a:lnTo>
                  <a:pt x="1988276" y="50347"/>
                </a:lnTo>
                <a:lnTo>
                  <a:pt x="1986581" y="50037"/>
                </a:lnTo>
                <a:lnTo>
                  <a:pt x="1984824" y="49817"/>
                </a:lnTo>
                <a:lnTo>
                  <a:pt x="1983007" y="49686"/>
                </a:lnTo>
                <a:lnTo>
                  <a:pt x="1981132" y="49643"/>
                </a:lnTo>
                <a:lnTo>
                  <a:pt x="1979540" y="49676"/>
                </a:lnTo>
                <a:lnTo>
                  <a:pt x="1977992" y="49774"/>
                </a:lnTo>
                <a:lnTo>
                  <a:pt x="1976488" y="49932"/>
                </a:lnTo>
                <a:lnTo>
                  <a:pt x="1975030" y="50146"/>
                </a:lnTo>
                <a:lnTo>
                  <a:pt x="1973618" y="50411"/>
                </a:lnTo>
                <a:lnTo>
                  <a:pt x="1972251" y="50725"/>
                </a:lnTo>
                <a:lnTo>
                  <a:pt x="1970931" y="51082"/>
                </a:lnTo>
                <a:lnTo>
                  <a:pt x="1969657" y="51479"/>
                </a:lnTo>
                <a:lnTo>
                  <a:pt x="1968430" y="51911"/>
                </a:lnTo>
                <a:lnTo>
                  <a:pt x="1967250" y="52375"/>
                </a:lnTo>
                <a:lnTo>
                  <a:pt x="1966118" y="52866"/>
                </a:lnTo>
                <a:lnTo>
                  <a:pt x="1965034" y="53380"/>
                </a:lnTo>
                <a:lnTo>
                  <a:pt x="1963997" y="53913"/>
                </a:lnTo>
                <a:lnTo>
                  <a:pt x="1963010" y="54461"/>
                </a:lnTo>
                <a:lnTo>
                  <a:pt x="1962071" y="55020"/>
                </a:lnTo>
                <a:lnTo>
                  <a:pt x="1961181" y="55586"/>
                </a:lnTo>
                <a:lnTo>
                  <a:pt x="1960341" y="56154"/>
                </a:lnTo>
                <a:lnTo>
                  <a:pt x="1959550" y="56721"/>
                </a:lnTo>
                <a:lnTo>
                  <a:pt x="1958810" y="57283"/>
                </a:lnTo>
                <a:lnTo>
                  <a:pt x="1958121" y="57835"/>
                </a:lnTo>
                <a:lnTo>
                  <a:pt x="1957482" y="58373"/>
                </a:lnTo>
                <a:lnTo>
                  <a:pt x="1956894" y="58893"/>
                </a:lnTo>
                <a:lnTo>
                  <a:pt x="1956358" y="59391"/>
                </a:lnTo>
                <a:lnTo>
                  <a:pt x="1955874" y="59863"/>
                </a:lnTo>
                <a:lnTo>
                  <a:pt x="1955873" y="59106"/>
                </a:lnTo>
                <a:lnTo>
                  <a:pt x="1955870" y="58383"/>
                </a:lnTo>
                <a:lnTo>
                  <a:pt x="1955859" y="57694"/>
                </a:lnTo>
                <a:lnTo>
                  <a:pt x="1955838" y="57039"/>
                </a:lnTo>
                <a:lnTo>
                  <a:pt x="1955804" y="56417"/>
                </a:lnTo>
                <a:lnTo>
                  <a:pt x="1955754" y="55829"/>
                </a:lnTo>
                <a:lnTo>
                  <a:pt x="1955683" y="55274"/>
                </a:lnTo>
                <a:lnTo>
                  <a:pt x="1955588" y="54753"/>
                </a:lnTo>
                <a:lnTo>
                  <a:pt x="1955467" y="54264"/>
                </a:lnTo>
                <a:lnTo>
                  <a:pt x="1955316" y="53809"/>
                </a:lnTo>
                <a:lnTo>
                  <a:pt x="1955132" y="53385"/>
                </a:lnTo>
                <a:lnTo>
                  <a:pt x="1954910" y="52995"/>
                </a:lnTo>
                <a:lnTo>
                  <a:pt x="1954649" y="52636"/>
                </a:lnTo>
                <a:lnTo>
                  <a:pt x="1954344" y="52310"/>
                </a:lnTo>
                <a:lnTo>
                  <a:pt x="1953992" y="52015"/>
                </a:lnTo>
                <a:lnTo>
                  <a:pt x="1953589" y="51753"/>
                </a:lnTo>
                <a:lnTo>
                  <a:pt x="1953134" y="51522"/>
                </a:lnTo>
                <a:lnTo>
                  <a:pt x="1952621" y="51322"/>
                </a:lnTo>
                <a:lnTo>
                  <a:pt x="1952048" y="51153"/>
                </a:lnTo>
                <a:lnTo>
                  <a:pt x="1951412" y="51016"/>
                </a:lnTo>
                <a:lnTo>
                  <a:pt x="1950709" y="50909"/>
                </a:lnTo>
                <a:lnTo>
                  <a:pt x="1949935" y="50833"/>
                </a:lnTo>
                <a:lnTo>
                  <a:pt x="1949088" y="50788"/>
                </a:lnTo>
                <a:lnTo>
                  <a:pt x="1948164" y="50773"/>
                </a:lnTo>
                <a:lnTo>
                  <a:pt x="1934090" y="50773"/>
                </a:lnTo>
                <a:lnTo>
                  <a:pt x="1933696" y="50773"/>
                </a:lnTo>
                <a:lnTo>
                  <a:pt x="1933286" y="50776"/>
                </a:lnTo>
                <a:lnTo>
                  <a:pt x="1932865" y="50784"/>
                </a:lnTo>
                <a:lnTo>
                  <a:pt x="1932433" y="50800"/>
                </a:lnTo>
                <a:lnTo>
                  <a:pt x="1931995" y="50827"/>
                </a:lnTo>
                <a:lnTo>
                  <a:pt x="1931553" y="50866"/>
                </a:lnTo>
                <a:lnTo>
                  <a:pt x="1931110" y="50921"/>
                </a:lnTo>
                <a:lnTo>
                  <a:pt x="1930669" y="50994"/>
                </a:lnTo>
                <a:lnTo>
                  <a:pt x="1930233" y="51088"/>
                </a:lnTo>
                <a:lnTo>
                  <a:pt x="1929804" y="51205"/>
                </a:lnTo>
                <a:lnTo>
                  <a:pt x="1929386" y="51348"/>
                </a:lnTo>
                <a:lnTo>
                  <a:pt x="1928981" y="51520"/>
                </a:lnTo>
                <a:lnTo>
                  <a:pt x="1928592" y="51723"/>
                </a:lnTo>
                <a:lnTo>
                  <a:pt x="1928221" y="51959"/>
                </a:lnTo>
                <a:lnTo>
                  <a:pt x="1927873" y="52232"/>
                </a:lnTo>
                <a:lnTo>
                  <a:pt x="1927549" y="52544"/>
                </a:lnTo>
                <a:lnTo>
                  <a:pt x="1927253" y="52897"/>
                </a:lnTo>
                <a:lnTo>
                  <a:pt x="1926987" y="53295"/>
                </a:lnTo>
                <a:lnTo>
                  <a:pt x="1926754" y="53739"/>
                </a:lnTo>
                <a:lnTo>
                  <a:pt x="1926557" y="54232"/>
                </a:lnTo>
                <a:lnTo>
                  <a:pt x="1926399" y="54778"/>
                </a:lnTo>
                <a:lnTo>
                  <a:pt x="1926282" y="55377"/>
                </a:lnTo>
                <a:lnTo>
                  <a:pt x="1926210" y="56034"/>
                </a:lnTo>
                <a:lnTo>
                  <a:pt x="1926186" y="56751"/>
                </a:lnTo>
                <a:lnTo>
                  <a:pt x="1926211" y="57444"/>
                </a:lnTo>
                <a:lnTo>
                  <a:pt x="1926286" y="58080"/>
                </a:lnTo>
                <a:lnTo>
                  <a:pt x="1926406" y="58660"/>
                </a:lnTo>
                <a:lnTo>
                  <a:pt x="1926569" y="59188"/>
                </a:lnTo>
                <a:lnTo>
                  <a:pt x="1926772" y="59665"/>
                </a:lnTo>
                <a:lnTo>
                  <a:pt x="1927011" y="60095"/>
                </a:lnTo>
                <a:lnTo>
                  <a:pt x="1927283" y="60479"/>
                </a:lnTo>
                <a:lnTo>
                  <a:pt x="1927585" y="60821"/>
                </a:lnTo>
                <a:lnTo>
                  <a:pt x="1927914" y="61123"/>
                </a:lnTo>
                <a:lnTo>
                  <a:pt x="1928266" y="61387"/>
                </a:lnTo>
                <a:lnTo>
                  <a:pt x="1928639" y="61616"/>
                </a:lnTo>
                <a:lnTo>
                  <a:pt x="1929029" y="61812"/>
                </a:lnTo>
                <a:lnTo>
                  <a:pt x="1929433" y="61978"/>
                </a:lnTo>
                <a:lnTo>
                  <a:pt x="1929848" y="62116"/>
                </a:lnTo>
                <a:lnTo>
                  <a:pt x="1930271" y="62230"/>
                </a:lnTo>
                <a:lnTo>
                  <a:pt x="1930698" y="62321"/>
                </a:lnTo>
                <a:lnTo>
                  <a:pt x="1931127" y="62391"/>
                </a:lnTo>
                <a:lnTo>
                  <a:pt x="1931553" y="62444"/>
                </a:lnTo>
                <a:lnTo>
                  <a:pt x="1931975" y="62482"/>
                </a:lnTo>
                <a:lnTo>
                  <a:pt x="1932388" y="62508"/>
                </a:lnTo>
                <a:lnTo>
                  <a:pt x="1932790" y="62523"/>
                </a:lnTo>
                <a:lnTo>
                  <a:pt x="1933178" y="62531"/>
                </a:lnTo>
                <a:lnTo>
                  <a:pt x="1933547" y="62534"/>
                </a:lnTo>
                <a:lnTo>
                  <a:pt x="1933896" y="62535"/>
                </a:lnTo>
                <a:lnTo>
                  <a:pt x="1942574" y="62535"/>
                </a:lnTo>
                <a:lnTo>
                  <a:pt x="1942574" y="122048"/>
                </a:lnTo>
                <a:lnTo>
                  <a:pt x="1934090" y="122048"/>
                </a:lnTo>
                <a:lnTo>
                  <a:pt x="1933696" y="122049"/>
                </a:lnTo>
                <a:lnTo>
                  <a:pt x="1933286" y="122052"/>
                </a:lnTo>
                <a:lnTo>
                  <a:pt x="1932865" y="122060"/>
                </a:lnTo>
                <a:lnTo>
                  <a:pt x="1932433" y="122076"/>
                </a:lnTo>
                <a:lnTo>
                  <a:pt x="1931995" y="122102"/>
                </a:lnTo>
                <a:lnTo>
                  <a:pt x="1931553" y="122141"/>
                </a:lnTo>
                <a:lnTo>
                  <a:pt x="1931110" y="122196"/>
                </a:lnTo>
                <a:lnTo>
                  <a:pt x="1930669" y="122269"/>
                </a:lnTo>
                <a:lnTo>
                  <a:pt x="1930233" y="122363"/>
                </a:lnTo>
                <a:lnTo>
                  <a:pt x="1929804" y="122480"/>
                </a:lnTo>
                <a:lnTo>
                  <a:pt x="1929386" y="122623"/>
                </a:lnTo>
                <a:lnTo>
                  <a:pt x="1928981" y="122795"/>
                </a:lnTo>
                <a:lnTo>
                  <a:pt x="1928592" y="122998"/>
                </a:lnTo>
                <a:lnTo>
                  <a:pt x="1928221" y="123234"/>
                </a:lnTo>
                <a:lnTo>
                  <a:pt x="1927873" y="123507"/>
                </a:lnTo>
                <a:lnTo>
                  <a:pt x="1927549" y="123818"/>
                </a:lnTo>
                <a:lnTo>
                  <a:pt x="1927253" y="124172"/>
                </a:lnTo>
                <a:lnTo>
                  <a:pt x="1926987" y="124569"/>
                </a:lnTo>
                <a:lnTo>
                  <a:pt x="1926754" y="125013"/>
                </a:lnTo>
                <a:lnTo>
                  <a:pt x="1926557" y="125506"/>
                </a:lnTo>
                <a:lnTo>
                  <a:pt x="1926399" y="126051"/>
                </a:lnTo>
                <a:lnTo>
                  <a:pt x="1926282" y="126650"/>
                </a:lnTo>
                <a:lnTo>
                  <a:pt x="1926210" y="127307"/>
                </a:lnTo>
                <a:lnTo>
                  <a:pt x="1926186" y="128023"/>
                </a:lnTo>
                <a:lnTo>
                  <a:pt x="1926211" y="128717"/>
                </a:lnTo>
                <a:lnTo>
                  <a:pt x="1926286" y="129352"/>
                </a:lnTo>
                <a:lnTo>
                  <a:pt x="1926406" y="129932"/>
                </a:lnTo>
                <a:lnTo>
                  <a:pt x="1926569" y="130460"/>
                </a:lnTo>
                <a:lnTo>
                  <a:pt x="1926772" y="130937"/>
                </a:lnTo>
                <a:lnTo>
                  <a:pt x="1927011" y="131367"/>
                </a:lnTo>
                <a:lnTo>
                  <a:pt x="1927283" y="131752"/>
                </a:lnTo>
                <a:lnTo>
                  <a:pt x="1927585" y="132093"/>
                </a:lnTo>
                <a:lnTo>
                  <a:pt x="1927914" y="132395"/>
                </a:lnTo>
                <a:lnTo>
                  <a:pt x="1928266" y="132659"/>
                </a:lnTo>
                <a:lnTo>
                  <a:pt x="1928639" y="132888"/>
                </a:lnTo>
                <a:lnTo>
                  <a:pt x="1929029" y="133084"/>
                </a:lnTo>
                <a:lnTo>
                  <a:pt x="1929433" y="133250"/>
                </a:lnTo>
                <a:lnTo>
                  <a:pt x="1929848" y="133389"/>
                </a:lnTo>
                <a:lnTo>
                  <a:pt x="1930271" y="133502"/>
                </a:lnTo>
                <a:lnTo>
                  <a:pt x="1930698" y="133593"/>
                </a:lnTo>
                <a:lnTo>
                  <a:pt x="1931127" y="133664"/>
                </a:lnTo>
                <a:lnTo>
                  <a:pt x="1931553" y="133717"/>
                </a:lnTo>
                <a:lnTo>
                  <a:pt x="1931975" y="133755"/>
                </a:lnTo>
                <a:lnTo>
                  <a:pt x="1932388" y="133780"/>
                </a:lnTo>
                <a:lnTo>
                  <a:pt x="1932790" y="133796"/>
                </a:lnTo>
                <a:lnTo>
                  <a:pt x="1933178" y="133804"/>
                </a:lnTo>
                <a:lnTo>
                  <a:pt x="1933547" y="133807"/>
                </a:lnTo>
                <a:lnTo>
                  <a:pt x="1933896" y="133807"/>
                </a:lnTo>
                <a:lnTo>
                  <a:pt x="1964552" y="133807"/>
                </a:lnTo>
                <a:lnTo>
                  <a:pt x="1964901" y="133807"/>
                </a:lnTo>
                <a:lnTo>
                  <a:pt x="1965271" y="133804"/>
                </a:lnTo>
                <a:lnTo>
                  <a:pt x="1965658" y="133796"/>
                </a:lnTo>
                <a:lnTo>
                  <a:pt x="1966060" y="133780"/>
                </a:lnTo>
                <a:lnTo>
                  <a:pt x="1966473" y="133755"/>
                </a:lnTo>
                <a:lnTo>
                  <a:pt x="1966895" y="133717"/>
                </a:lnTo>
                <a:lnTo>
                  <a:pt x="1967322" y="133664"/>
                </a:lnTo>
                <a:lnTo>
                  <a:pt x="1967750" y="133593"/>
                </a:lnTo>
                <a:lnTo>
                  <a:pt x="1968177" y="133502"/>
                </a:lnTo>
                <a:lnTo>
                  <a:pt x="1968600" y="133389"/>
                </a:lnTo>
                <a:lnTo>
                  <a:pt x="1969015" y="133250"/>
                </a:lnTo>
                <a:lnTo>
                  <a:pt x="1969419" y="133084"/>
                </a:lnTo>
                <a:lnTo>
                  <a:pt x="1969809" y="132888"/>
                </a:lnTo>
                <a:lnTo>
                  <a:pt x="1970182" y="132659"/>
                </a:lnTo>
                <a:lnTo>
                  <a:pt x="1970534" y="132395"/>
                </a:lnTo>
                <a:lnTo>
                  <a:pt x="1970863" y="132093"/>
                </a:lnTo>
                <a:lnTo>
                  <a:pt x="1971165" y="131752"/>
                </a:lnTo>
                <a:lnTo>
                  <a:pt x="1971437" y="131367"/>
                </a:lnTo>
                <a:lnTo>
                  <a:pt x="1971676" y="130937"/>
                </a:lnTo>
                <a:lnTo>
                  <a:pt x="1971879" y="130460"/>
                </a:lnTo>
                <a:lnTo>
                  <a:pt x="1972042" y="129932"/>
                </a:lnTo>
                <a:lnTo>
                  <a:pt x="1972162" y="129352"/>
                </a:lnTo>
                <a:lnTo>
                  <a:pt x="1972237" y="128717"/>
                </a:lnTo>
                <a:lnTo>
                  <a:pt x="1972263" y="128023"/>
                </a:lnTo>
                <a:lnTo>
                  <a:pt x="1972238" y="127307"/>
                </a:lnTo>
                <a:lnTo>
                  <a:pt x="1972166" y="126650"/>
                </a:lnTo>
                <a:lnTo>
                  <a:pt x="1972050" y="126051"/>
                </a:lnTo>
                <a:lnTo>
                  <a:pt x="1971891" y="125506"/>
                </a:lnTo>
                <a:lnTo>
                  <a:pt x="1971694" y="125013"/>
                </a:lnTo>
                <a:lnTo>
                  <a:pt x="1971462" y="124569"/>
                </a:lnTo>
                <a:lnTo>
                  <a:pt x="1971195" y="124172"/>
                </a:lnTo>
                <a:lnTo>
                  <a:pt x="1970899" y="123818"/>
                </a:lnTo>
                <a:lnTo>
                  <a:pt x="1970575" y="123507"/>
                </a:lnTo>
                <a:lnTo>
                  <a:pt x="1970227" y="123234"/>
                </a:lnTo>
                <a:lnTo>
                  <a:pt x="1969857" y="122998"/>
                </a:lnTo>
                <a:lnTo>
                  <a:pt x="1969468" y="122795"/>
                </a:lnTo>
                <a:lnTo>
                  <a:pt x="1969062" y="122623"/>
                </a:lnTo>
                <a:lnTo>
                  <a:pt x="1968644" y="122480"/>
                </a:lnTo>
                <a:lnTo>
                  <a:pt x="1968215" y="122363"/>
                </a:lnTo>
                <a:lnTo>
                  <a:pt x="1967779" y="122269"/>
                </a:lnTo>
                <a:lnTo>
                  <a:pt x="1967338" y="122196"/>
                </a:lnTo>
                <a:lnTo>
                  <a:pt x="1966895" y="122141"/>
                </a:lnTo>
                <a:lnTo>
                  <a:pt x="1966453" y="122102"/>
                </a:lnTo>
                <a:lnTo>
                  <a:pt x="1966015" y="122076"/>
                </a:lnTo>
                <a:lnTo>
                  <a:pt x="1965584" y="122060"/>
                </a:lnTo>
                <a:lnTo>
                  <a:pt x="1965162" y="122052"/>
                </a:lnTo>
                <a:lnTo>
                  <a:pt x="1964752" y="122049"/>
                </a:lnTo>
                <a:lnTo>
                  <a:pt x="1964358" y="122048"/>
                </a:lnTo>
                <a:lnTo>
                  <a:pt x="1955874" y="122048"/>
                </a:lnTo>
                <a:lnTo>
                  <a:pt x="1955874" y="87959"/>
                </a:lnTo>
                <a:lnTo>
                  <a:pt x="1955947" y="85616"/>
                </a:lnTo>
                <a:lnTo>
                  <a:pt x="1956160" y="83396"/>
                </a:lnTo>
                <a:lnTo>
                  <a:pt x="1956506" y="81295"/>
                </a:lnTo>
                <a:lnTo>
                  <a:pt x="1956976" y="79313"/>
                </a:lnTo>
                <a:lnTo>
                  <a:pt x="1957563" y="77446"/>
                </a:lnTo>
                <a:lnTo>
                  <a:pt x="1958257" y="75694"/>
                </a:lnTo>
                <a:lnTo>
                  <a:pt x="1959051" y="74055"/>
                </a:lnTo>
                <a:lnTo>
                  <a:pt x="1959937" y="72525"/>
                </a:lnTo>
                <a:lnTo>
                  <a:pt x="1960907" y="71103"/>
                </a:lnTo>
                <a:lnTo>
                  <a:pt x="1961952" y="69788"/>
                </a:lnTo>
                <a:lnTo>
                  <a:pt x="1963065" y="68577"/>
                </a:lnTo>
                <a:lnTo>
                  <a:pt x="1964237" y="67468"/>
                </a:lnTo>
                <a:lnTo>
                  <a:pt x="1965460" y="66459"/>
                </a:lnTo>
                <a:lnTo>
                  <a:pt x="1966727" y="65549"/>
                </a:lnTo>
                <a:lnTo>
                  <a:pt x="1968028" y="64735"/>
                </a:lnTo>
                <a:lnTo>
                  <a:pt x="1969356" y="64014"/>
                </a:lnTo>
                <a:lnTo>
                  <a:pt x="1970704" y="63387"/>
                </a:lnTo>
                <a:lnTo>
                  <a:pt x="1972061" y="62849"/>
                </a:lnTo>
                <a:lnTo>
                  <a:pt x="1973421" y="62399"/>
                </a:lnTo>
                <a:lnTo>
                  <a:pt x="1974776" y="62036"/>
                </a:lnTo>
                <a:lnTo>
                  <a:pt x="1976117" y="61757"/>
                </a:lnTo>
                <a:lnTo>
                  <a:pt x="1977436" y="61560"/>
                </a:lnTo>
                <a:lnTo>
                  <a:pt x="1978725" y="61443"/>
                </a:lnTo>
                <a:lnTo>
                  <a:pt x="1979976" y="61405"/>
                </a:lnTo>
                <a:lnTo>
                  <a:pt x="1981214" y="61433"/>
                </a:lnTo>
                <a:lnTo>
                  <a:pt x="1982376" y="61518"/>
                </a:lnTo>
                <a:lnTo>
                  <a:pt x="1983464" y="61659"/>
                </a:lnTo>
                <a:lnTo>
                  <a:pt x="1984480" y="61858"/>
                </a:lnTo>
                <a:lnTo>
                  <a:pt x="1985426" y="62114"/>
                </a:lnTo>
                <a:lnTo>
                  <a:pt x="1986304" y="62428"/>
                </a:lnTo>
                <a:lnTo>
                  <a:pt x="1987116" y="62800"/>
                </a:lnTo>
                <a:lnTo>
                  <a:pt x="1987865" y="63231"/>
                </a:lnTo>
                <a:lnTo>
                  <a:pt x="1988552" y="63720"/>
                </a:lnTo>
                <a:lnTo>
                  <a:pt x="1989179" y="64269"/>
                </a:lnTo>
                <a:lnTo>
                  <a:pt x="1989750" y="64877"/>
                </a:lnTo>
                <a:lnTo>
                  <a:pt x="1990264" y="65545"/>
                </a:lnTo>
                <a:lnTo>
                  <a:pt x="1990726" y="66273"/>
                </a:lnTo>
                <a:lnTo>
                  <a:pt x="1991137" y="67062"/>
                </a:lnTo>
                <a:lnTo>
                  <a:pt x="1991498" y="67911"/>
                </a:lnTo>
                <a:lnTo>
                  <a:pt x="1991813" y="68822"/>
                </a:lnTo>
                <a:lnTo>
                  <a:pt x="1992082" y="69794"/>
                </a:lnTo>
                <a:lnTo>
                  <a:pt x="1992309" y="70828"/>
                </a:lnTo>
                <a:lnTo>
                  <a:pt x="1992495" y="71924"/>
                </a:lnTo>
                <a:lnTo>
                  <a:pt x="1992643" y="73082"/>
                </a:lnTo>
                <a:lnTo>
                  <a:pt x="1992754" y="74304"/>
                </a:lnTo>
                <a:lnTo>
                  <a:pt x="1992831" y="75588"/>
                </a:lnTo>
                <a:lnTo>
                  <a:pt x="1992876" y="76936"/>
                </a:lnTo>
                <a:lnTo>
                  <a:pt x="1992890" y="78348"/>
                </a:lnTo>
                <a:lnTo>
                  <a:pt x="1992890" y="122048"/>
                </a:lnTo>
                <a:lnTo>
                  <a:pt x="1985374" y="122048"/>
                </a:lnTo>
                <a:lnTo>
                  <a:pt x="1984980" y="122049"/>
                </a:lnTo>
                <a:lnTo>
                  <a:pt x="1984570" y="122052"/>
                </a:lnTo>
                <a:lnTo>
                  <a:pt x="1984148" y="122060"/>
                </a:lnTo>
                <a:lnTo>
                  <a:pt x="1983717" y="122076"/>
                </a:lnTo>
                <a:lnTo>
                  <a:pt x="1983279" y="122102"/>
                </a:lnTo>
                <a:lnTo>
                  <a:pt x="1982837" y="122141"/>
                </a:lnTo>
                <a:lnTo>
                  <a:pt x="1982394" y="122196"/>
                </a:lnTo>
                <a:lnTo>
                  <a:pt x="1981953" y="122269"/>
                </a:lnTo>
                <a:lnTo>
                  <a:pt x="1981517" y="122363"/>
                </a:lnTo>
                <a:lnTo>
                  <a:pt x="1981088" y="122480"/>
                </a:lnTo>
                <a:lnTo>
                  <a:pt x="1980670" y="122623"/>
                </a:lnTo>
                <a:lnTo>
                  <a:pt x="1980265" y="122795"/>
                </a:lnTo>
                <a:lnTo>
                  <a:pt x="1979876" y="122998"/>
                </a:lnTo>
                <a:lnTo>
                  <a:pt x="1979505" y="123234"/>
                </a:lnTo>
                <a:lnTo>
                  <a:pt x="1979157" y="123507"/>
                </a:lnTo>
                <a:lnTo>
                  <a:pt x="1978833" y="123818"/>
                </a:lnTo>
                <a:lnTo>
                  <a:pt x="1978537" y="124172"/>
                </a:lnTo>
                <a:lnTo>
                  <a:pt x="1978271" y="124569"/>
                </a:lnTo>
                <a:lnTo>
                  <a:pt x="1978038" y="125013"/>
                </a:lnTo>
                <a:lnTo>
                  <a:pt x="1977841" y="125506"/>
                </a:lnTo>
                <a:lnTo>
                  <a:pt x="1977683" y="126051"/>
                </a:lnTo>
                <a:lnTo>
                  <a:pt x="1977566" y="126650"/>
                </a:lnTo>
                <a:lnTo>
                  <a:pt x="1977494" y="127307"/>
                </a:lnTo>
                <a:lnTo>
                  <a:pt x="1977470" y="128023"/>
                </a:lnTo>
                <a:lnTo>
                  <a:pt x="1977496" y="128717"/>
                </a:lnTo>
                <a:lnTo>
                  <a:pt x="1977574" y="129352"/>
                </a:lnTo>
                <a:lnTo>
                  <a:pt x="1977698" y="129932"/>
                </a:lnTo>
                <a:lnTo>
                  <a:pt x="1977868" y="130460"/>
                </a:lnTo>
                <a:lnTo>
                  <a:pt x="1978077" y="130937"/>
                </a:lnTo>
                <a:lnTo>
                  <a:pt x="1978325" y="131367"/>
                </a:lnTo>
                <a:lnTo>
                  <a:pt x="1978606" y="131752"/>
                </a:lnTo>
                <a:lnTo>
                  <a:pt x="1978919" y="132093"/>
                </a:lnTo>
                <a:lnTo>
                  <a:pt x="1979259" y="132395"/>
                </a:lnTo>
                <a:lnTo>
                  <a:pt x="1979622" y="132659"/>
                </a:lnTo>
                <a:lnTo>
                  <a:pt x="1980007" y="132888"/>
                </a:lnTo>
                <a:lnTo>
                  <a:pt x="1980409" y="133084"/>
                </a:lnTo>
                <a:lnTo>
                  <a:pt x="1980825" y="133250"/>
                </a:lnTo>
                <a:lnTo>
                  <a:pt x="1981252" y="133389"/>
                </a:lnTo>
                <a:lnTo>
                  <a:pt x="1981686" y="133502"/>
                </a:lnTo>
                <a:lnTo>
                  <a:pt x="1982125" y="133593"/>
                </a:lnTo>
                <a:lnTo>
                  <a:pt x="1982563" y="133664"/>
                </a:lnTo>
                <a:lnTo>
                  <a:pt x="1983000" y="133717"/>
                </a:lnTo>
                <a:lnTo>
                  <a:pt x="1983430" y="133755"/>
                </a:lnTo>
                <a:lnTo>
                  <a:pt x="1983851" y="133780"/>
                </a:lnTo>
                <a:lnTo>
                  <a:pt x="1984259" y="133796"/>
                </a:lnTo>
                <a:lnTo>
                  <a:pt x="1984651" y="133804"/>
                </a:lnTo>
                <a:lnTo>
                  <a:pt x="1985024" y="133807"/>
                </a:lnTo>
                <a:lnTo>
                  <a:pt x="1985374" y="133807"/>
                </a:lnTo>
                <a:lnTo>
                  <a:pt x="2014871" y="133807"/>
                </a:lnTo>
                <a:lnTo>
                  <a:pt x="2015220" y="133807"/>
                </a:lnTo>
                <a:lnTo>
                  <a:pt x="2015590" y="133804"/>
                </a:lnTo>
                <a:lnTo>
                  <a:pt x="2015977" y="133796"/>
                </a:lnTo>
                <a:lnTo>
                  <a:pt x="2016379" y="133780"/>
                </a:lnTo>
                <a:lnTo>
                  <a:pt x="2016792" y="133755"/>
                </a:lnTo>
                <a:lnTo>
                  <a:pt x="2017214" y="133717"/>
                </a:lnTo>
                <a:lnTo>
                  <a:pt x="2017641" y="133664"/>
                </a:lnTo>
                <a:lnTo>
                  <a:pt x="2018069" y="133593"/>
                </a:lnTo>
                <a:lnTo>
                  <a:pt x="2018496" y="133502"/>
                </a:lnTo>
                <a:lnTo>
                  <a:pt x="2018919" y="133389"/>
                </a:lnTo>
                <a:lnTo>
                  <a:pt x="2019334" y="133250"/>
                </a:lnTo>
                <a:lnTo>
                  <a:pt x="2019738" y="133084"/>
                </a:lnTo>
                <a:lnTo>
                  <a:pt x="2020128" y="132888"/>
                </a:lnTo>
                <a:lnTo>
                  <a:pt x="2020501" y="132659"/>
                </a:lnTo>
                <a:lnTo>
                  <a:pt x="2020853" y="132395"/>
                </a:lnTo>
                <a:lnTo>
                  <a:pt x="2021182" y="132093"/>
                </a:lnTo>
                <a:lnTo>
                  <a:pt x="2021484" y="131752"/>
                </a:lnTo>
                <a:lnTo>
                  <a:pt x="2021756" y="131367"/>
                </a:lnTo>
                <a:lnTo>
                  <a:pt x="2021995" y="130937"/>
                </a:lnTo>
                <a:lnTo>
                  <a:pt x="2022198" y="130460"/>
                </a:lnTo>
                <a:lnTo>
                  <a:pt x="2022361" y="129932"/>
                </a:lnTo>
                <a:lnTo>
                  <a:pt x="2022481" y="129352"/>
                </a:lnTo>
                <a:lnTo>
                  <a:pt x="2022556" y="128717"/>
                </a:lnTo>
                <a:lnTo>
                  <a:pt x="2022582" y="128023"/>
                </a:lnTo>
                <a:lnTo>
                  <a:pt x="2022557" y="127307"/>
                </a:lnTo>
                <a:lnTo>
                  <a:pt x="2022485" y="126650"/>
                </a:lnTo>
                <a:lnTo>
                  <a:pt x="2022369" y="126051"/>
                </a:lnTo>
                <a:lnTo>
                  <a:pt x="2022210" y="125506"/>
                </a:lnTo>
                <a:lnTo>
                  <a:pt x="2022013" y="125013"/>
                </a:lnTo>
                <a:lnTo>
                  <a:pt x="2021781" y="124569"/>
                </a:lnTo>
                <a:close/>
                <a:moveTo>
                  <a:pt x="2225043" y="124569"/>
                </a:moveTo>
                <a:lnTo>
                  <a:pt x="2224779" y="124172"/>
                </a:lnTo>
                <a:lnTo>
                  <a:pt x="2224477" y="123818"/>
                </a:lnTo>
                <a:lnTo>
                  <a:pt x="2224137" y="123507"/>
                </a:lnTo>
                <a:lnTo>
                  <a:pt x="2223759" y="123234"/>
                </a:lnTo>
                <a:lnTo>
                  <a:pt x="2223344" y="122998"/>
                </a:lnTo>
                <a:lnTo>
                  <a:pt x="2222892" y="122795"/>
                </a:lnTo>
                <a:lnTo>
                  <a:pt x="2222404" y="122623"/>
                </a:lnTo>
                <a:lnTo>
                  <a:pt x="2221881" y="122480"/>
                </a:lnTo>
                <a:lnTo>
                  <a:pt x="2221322" y="122363"/>
                </a:lnTo>
                <a:lnTo>
                  <a:pt x="2220729" y="122269"/>
                </a:lnTo>
                <a:lnTo>
                  <a:pt x="2220102" y="122196"/>
                </a:lnTo>
                <a:lnTo>
                  <a:pt x="2219441" y="122141"/>
                </a:lnTo>
                <a:lnTo>
                  <a:pt x="2218746" y="122102"/>
                </a:lnTo>
                <a:lnTo>
                  <a:pt x="2218020" y="122076"/>
                </a:lnTo>
                <a:lnTo>
                  <a:pt x="2217261" y="122060"/>
                </a:lnTo>
                <a:lnTo>
                  <a:pt x="2216470" y="122052"/>
                </a:lnTo>
                <a:lnTo>
                  <a:pt x="2215649" y="122049"/>
                </a:lnTo>
                <a:lnTo>
                  <a:pt x="2214796" y="122048"/>
                </a:lnTo>
                <a:lnTo>
                  <a:pt x="2214796" y="75459"/>
                </a:lnTo>
                <a:lnTo>
                  <a:pt x="2214795" y="74886"/>
                </a:lnTo>
                <a:lnTo>
                  <a:pt x="2214786" y="74142"/>
                </a:lnTo>
                <a:lnTo>
                  <a:pt x="2214763" y="73244"/>
                </a:lnTo>
                <a:lnTo>
                  <a:pt x="2214717" y="72209"/>
                </a:lnTo>
                <a:lnTo>
                  <a:pt x="2214641" y="71056"/>
                </a:lnTo>
                <a:lnTo>
                  <a:pt x="2214528" y="69800"/>
                </a:lnTo>
                <a:lnTo>
                  <a:pt x="2214370" y="68461"/>
                </a:lnTo>
                <a:lnTo>
                  <a:pt x="2214161" y="67054"/>
                </a:lnTo>
                <a:lnTo>
                  <a:pt x="2213891" y="65598"/>
                </a:lnTo>
                <a:lnTo>
                  <a:pt x="2213555" y="64110"/>
                </a:lnTo>
                <a:lnTo>
                  <a:pt x="2213144" y="62607"/>
                </a:lnTo>
                <a:lnTo>
                  <a:pt x="2212651" y="61107"/>
                </a:lnTo>
                <a:lnTo>
                  <a:pt x="2212069" y="59627"/>
                </a:lnTo>
                <a:lnTo>
                  <a:pt x="2211390" y="58184"/>
                </a:lnTo>
                <a:lnTo>
                  <a:pt x="2210607" y="56796"/>
                </a:lnTo>
                <a:lnTo>
                  <a:pt x="2209712" y="55480"/>
                </a:lnTo>
                <a:lnTo>
                  <a:pt x="2208698" y="54254"/>
                </a:lnTo>
                <a:lnTo>
                  <a:pt x="2207557" y="53135"/>
                </a:lnTo>
                <a:lnTo>
                  <a:pt x="2206282" y="52141"/>
                </a:lnTo>
                <a:lnTo>
                  <a:pt x="2204866" y="51288"/>
                </a:lnTo>
                <a:lnTo>
                  <a:pt x="2203301" y="50594"/>
                </a:lnTo>
                <a:lnTo>
                  <a:pt x="2201579" y="50077"/>
                </a:lnTo>
                <a:lnTo>
                  <a:pt x="2199694" y="49754"/>
                </a:lnTo>
                <a:lnTo>
                  <a:pt x="2197637" y="49643"/>
                </a:lnTo>
                <a:lnTo>
                  <a:pt x="2196903" y="49656"/>
                </a:lnTo>
                <a:lnTo>
                  <a:pt x="2196149" y="49697"/>
                </a:lnTo>
                <a:lnTo>
                  <a:pt x="2195378" y="49765"/>
                </a:lnTo>
                <a:lnTo>
                  <a:pt x="2194590" y="49863"/>
                </a:lnTo>
                <a:lnTo>
                  <a:pt x="2193788" y="49992"/>
                </a:lnTo>
                <a:lnTo>
                  <a:pt x="2192974" y="50152"/>
                </a:lnTo>
                <a:lnTo>
                  <a:pt x="2192150" y="50345"/>
                </a:lnTo>
                <a:lnTo>
                  <a:pt x="2191318" y="50571"/>
                </a:lnTo>
                <a:lnTo>
                  <a:pt x="2190480" y="50833"/>
                </a:lnTo>
                <a:lnTo>
                  <a:pt x="2189637" y="51130"/>
                </a:lnTo>
                <a:lnTo>
                  <a:pt x="2188793" y="51464"/>
                </a:lnTo>
                <a:lnTo>
                  <a:pt x="2187949" y="51836"/>
                </a:lnTo>
                <a:lnTo>
                  <a:pt x="2187107" y="52248"/>
                </a:lnTo>
                <a:lnTo>
                  <a:pt x="2186269" y="52699"/>
                </a:lnTo>
                <a:lnTo>
                  <a:pt x="2185437" y="53192"/>
                </a:lnTo>
                <a:lnTo>
                  <a:pt x="2184613" y="53728"/>
                </a:lnTo>
                <a:lnTo>
                  <a:pt x="2183799" y="54307"/>
                </a:lnTo>
                <a:lnTo>
                  <a:pt x="2182997" y="54930"/>
                </a:lnTo>
                <a:lnTo>
                  <a:pt x="2182209" y="55600"/>
                </a:lnTo>
                <a:lnTo>
                  <a:pt x="2181437" y="56316"/>
                </a:lnTo>
                <a:lnTo>
                  <a:pt x="2180683" y="57079"/>
                </a:lnTo>
                <a:lnTo>
                  <a:pt x="2179950" y="57892"/>
                </a:lnTo>
                <a:lnTo>
                  <a:pt x="2179238" y="58755"/>
                </a:lnTo>
                <a:lnTo>
                  <a:pt x="2178551" y="59669"/>
                </a:lnTo>
                <a:lnTo>
                  <a:pt x="2178176" y="58866"/>
                </a:lnTo>
                <a:lnTo>
                  <a:pt x="2177776" y="58095"/>
                </a:lnTo>
                <a:lnTo>
                  <a:pt x="2177352" y="57357"/>
                </a:lnTo>
                <a:lnTo>
                  <a:pt x="2176903" y="56651"/>
                </a:lnTo>
                <a:lnTo>
                  <a:pt x="2176431" y="55978"/>
                </a:lnTo>
                <a:lnTo>
                  <a:pt x="2175936" y="55337"/>
                </a:lnTo>
                <a:lnTo>
                  <a:pt x="2175419" y="54730"/>
                </a:lnTo>
                <a:lnTo>
                  <a:pt x="2174880" y="54157"/>
                </a:lnTo>
                <a:lnTo>
                  <a:pt x="2174321" y="53616"/>
                </a:lnTo>
                <a:lnTo>
                  <a:pt x="2173742" y="53110"/>
                </a:lnTo>
                <a:lnTo>
                  <a:pt x="2173143" y="52637"/>
                </a:lnTo>
                <a:lnTo>
                  <a:pt x="2172526" y="52198"/>
                </a:lnTo>
                <a:lnTo>
                  <a:pt x="2171890" y="51793"/>
                </a:lnTo>
                <a:lnTo>
                  <a:pt x="2171237" y="51423"/>
                </a:lnTo>
                <a:lnTo>
                  <a:pt x="2170568" y="51087"/>
                </a:lnTo>
                <a:lnTo>
                  <a:pt x="2169882" y="50786"/>
                </a:lnTo>
                <a:lnTo>
                  <a:pt x="2169181" y="50519"/>
                </a:lnTo>
                <a:lnTo>
                  <a:pt x="2168465" y="50288"/>
                </a:lnTo>
                <a:lnTo>
                  <a:pt x="2167735" y="50091"/>
                </a:lnTo>
                <a:lnTo>
                  <a:pt x="2166992" y="49930"/>
                </a:lnTo>
                <a:lnTo>
                  <a:pt x="2166236" y="49805"/>
                </a:lnTo>
                <a:lnTo>
                  <a:pt x="2165467" y="49715"/>
                </a:lnTo>
                <a:lnTo>
                  <a:pt x="2164688" y="49661"/>
                </a:lnTo>
                <a:lnTo>
                  <a:pt x="2163898" y="49643"/>
                </a:lnTo>
                <a:lnTo>
                  <a:pt x="2163129" y="49657"/>
                </a:lnTo>
                <a:lnTo>
                  <a:pt x="2162364" y="49699"/>
                </a:lnTo>
                <a:lnTo>
                  <a:pt x="2161604" y="49767"/>
                </a:lnTo>
                <a:lnTo>
                  <a:pt x="2160849" y="49863"/>
                </a:lnTo>
                <a:lnTo>
                  <a:pt x="2160099" y="49984"/>
                </a:lnTo>
                <a:lnTo>
                  <a:pt x="2159355" y="50131"/>
                </a:lnTo>
                <a:lnTo>
                  <a:pt x="2158617" y="50303"/>
                </a:lnTo>
                <a:lnTo>
                  <a:pt x="2157886" y="50500"/>
                </a:lnTo>
                <a:lnTo>
                  <a:pt x="2157161" y="50721"/>
                </a:lnTo>
                <a:lnTo>
                  <a:pt x="2156443" y="50966"/>
                </a:lnTo>
                <a:lnTo>
                  <a:pt x="2155733" y="51233"/>
                </a:lnTo>
                <a:lnTo>
                  <a:pt x="2155030" y="51524"/>
                </a:lnTo>
                <a:lnTo>
                  <a:pt x="2154335" y="51836"/>
                </a:lnTo>
                <a:lnTo>
                  <a:pt x="2153648" y="52170"/>
                </a:lnTo>
                <a:lnTo>
                  <a:pt x="2152971" y="52525"/>
                </a:lnTo>
                <a:lnTo>
                  <a:pt x="2152302" y="52901"/>
                </a:lnTo>
                <a:lnTo>
                  <a:pt x="2151643" y="53296"/>
                </a:lnTo>
                <a:lnTo>
                  <a:pt x="2150993" y="53711"/>
                </a:lnTo>
                <a:lnTo>
                  <a:pt x="2150354" y="54146"/>
                </a:lnTo>
                <a:lnTo>
                  <a:pt x="2149724" y="54599"/>
                </a:lnTo>
                <a:lnTo>
                  <a:pt x="2149106" y="55070"/>
                </a:lnTo>
                <a:lnTo>
                  <a:pt x="2148498" y="55558"/>
                </a:lnTo>
                <a:lnTo>
                  <a:pt x="2147902" y="56064"/>
                </a:lnTo>
                <a:lnTo>
                  <a:pt x="2147318" y="56586"/>
                </a:lnTo>
                <a:lnTo>
                  <a:pt x="2147252" y="55889"/>
                </a:lnTo>
                <a:lnTo>
                  <a:pt x="2147151" y="55250"/>
                </a:lnTo>
                <a:lnTo>
                  <a:pt x="2147018" y="54667"/>
                </a:lnTo>
                <a:lnTo>
                  <a:pt x="2146854" y="54137"/>
                </a:lnTo>
                <a:lnTo>
                  <a:pt x="2146660" y="53657"/>
                </a:lnTo>
                <a:lnTo>
                  <a:pt x="2146438" y="53225"/>
                </a:lnTo>
                <a:lnTo>
                  <a:pt x="2146190" y="52839"/>
                </a:lnTo>
                <a:lnTo>
                  <a:pt x="2145918" y="52495"/>
                </a:lnTo>
                <a:lnTo>
                  <a:pt x="2145623" y="52192"/>
                </a:lnTo>
                <a:lnTo>
                  <a:pt x="2145307" y="51927"/>
                </a:lnTo>
                <a:lnTo>
                  <a:pt x="2144972" y="51697"/>
                </a:lnTo>
                <a:lnTo>
                  <a:pt x="2144618" y="51499"/>
                </a:lnTo>
                <a:lnTo>
                  <a:pt x="2144249" y="51332"/>
                </a:lnTo>
                <a:lnTo>
                  <a:pt x="2143865" y="51193"/>
                </a:lnTo>
                <a:lnTo>
                  <a:pt x="2143469" y="51079"/>
                </a:lnTo>
                <a:lnTo>
                  <a:pt x="2143061" y="50988"/>
                </a:lnTo>
                <a:lnTo>
                  <a:pt x="2142645" y="50917"/>
                </a:lnTo>
                <a:lnTo>
                  <a:pt x="2142220" y="50864"/>
                </a:lnTo>
                <a:lnTo>
                  <a:pt x="2141789" y="50825"/>
                </a:lnTo>
                <a:lnTo>
                  <a:pt x="2141354" y="50800"/>
                </a:lnTo>
                <a:lnTo>
                  <a:pt x="2140917" y="50784"/>
                </a:lnTo>
                <a:lnTo>
                  <a:pt x="2140478" y="50776"/>
                </a:lnTo>
                <a:lnTo>
                  <a:pt x="2140040" y="50773"/>
                </a:lnTo>
                <a:lnTo>
                  <a:pt x="2139605" y="50773"/>
                </a:lnTo>
                <a:lnTo>
                  <a:pt x="2133436" y="50773"/>
                </a:lnTo>
                <a:lnTo>
                  <a:pt x="2133064" y="50773"/>
                </a:lnTo>
                <a:lnTo>
                  <a:pt x="2132673" y="50776"/>
                </a:lnTo>
                <a:lnTo>
                  <a:pt x="2132266" y="50784"/>
                </a:lnTo>
                <a:lnTo>
                  <a:pt x="2131846" y="50799"/>
                </a:lnTo>
                <a:lnTo>
                  <a:pt x="2131417" y="50825"/>
                </a:lnTo>
                <a:lnTo>
                  <a:pt x="2130981" y="50863"/>
                </a:lnTo>
                <a:lnTo>
                  <a:pt x="2130541" y="50916"/>
                </a:lnTo>
                <a:lnTo>
                  <a:pt x="2130101" y="50987"/>
                </a:lnTo>
                <a:lnTo>
                  <a:pt x="2129664" y="51078"/>
                </a:lnTo>
                <a:lnTo>
                  <a:pt x="2129232" y="51191"/>
                </a:lnTo>
                <a:lnTo>
                  <a:pt x="2128810" y="51330"/>
                </a:lnTo>
                <a:lnTo>
                  <a:pt x="2128399" y="51496"/>
                </a:lnTo>
                <a:lnTo>
                  <a:pt x="2128003" y="51692"/>
                </a:lnTo>
                <a:lnTo>
                  <a:pt x="2127626" y="51921"/>
                </a:lnTo>
                <a:lnTo>
                  <a:pt x="2127270" y="52186"/>
                </a:lnTo>
                <a:lnTo>
                  <a:pt x="2126938" y="52487"/>
                </a:lnTo>
                <a:lnTo>
                  <a:pt x="2126633" y="52829"/>
                </a:lnTo>
                <a:lnTo>
                  <a:pt x="2126360" y="53214"/>
                </a:lnTo>
                <a:lnTo>
                  <a:pt x="2126119" y="53644"/>
                </a:lnTo>
                <a:lnTo>
                  <a:pt x="2125916" y="54122"/>
                </a:lnTo>
                <a:lnTo>
                  <a:pt x="2125752" y="54649"/>
                </a:lnTo>
                <a:lnTo>
                  <a:pt x="2125631" y="55230"/>
                </a:lnTo>
                <a:lnTo>
                  <a:pt x="2125557" y="55866"/>
                </a:lnTo>
                <a:lnTo>
                  <a:pt x="2125531" y="56560"/>
                </a:lnTo>
                <a:lnTo>
                  <a:pt x="2125552" y="57276"/>
                </a:lnTo>
                <a:lnTo>
                  <a:pt x="2125615" y="57932"/>
                </a:lnTo>
                <a:lnTo>
                  <a:pt x="2125719" y="58532"/>
                </a:lnTo>
                <a:lnTo>
                  <a:pt x="2125863" y="59077"/>
                </a:lnTo>
                <a:lnTo>
                  <a:pt x="2126048" y="59570"/>
                </a:lnTo>
                <a:lnTo>
                  <a:pt x="2126272" y="60014"/>
                </a:lnTo>
                <a:lnTo>
                  <a:pt x="2126536" y="60411"/>
                </a:lnTo>
                <a:lnTo>
                  <a:pt x="2126838" y="60764"/>
                </a:lnTo>
                <a:lnTo>
                  <a:pt x="2127179" y="61076"/>
                </a:lnTo>
                <a:lnTo>
                  <a:pt x="2127557" y="61349"/>
                </a:lnTo>
                <a:lnTo>
                  <a:pt x="2127972" y="61585"/>
                </a:lnTo>
                <a:lnTo>
                  <a:pt x="2128424" y="61788"/>
                </a:lnTo>
                <a:lnTo>
                  <a:pt x="2128912" y="61959"/>
                </a:lnTo>
                <a:lnTo>
                  <a:pt x="2129436" y="62103"/>
                </a:lnTo>
                <a:lnTo>
                  <a:pt x="2129994" y="62220"/>
                </a:lnTo>
                <a:lnTo>
                  <a:pt x="2130588" y="62313"/>
                </a:lnTo>
                <a:lnTo>
                  <a:pt x="2131215" y="62386"/>
                </a:lnTo>
                <a:lnTo>
                  <a:pt x="2131877" y="62441"/>
                </a:lnTo>
                <a:lnTo>
                  <a:pt x="2132571" y="62481"/>
                </a:lnTo>
                <a:lnTo>
                  <a:pt x="2133298" y="62507"/>
                </a:lnTo>
                <a:lnTo>
                  <a:pt x="2134057" y="62523"/>
                </a:lnTo>
                <a:lnTo>
                  <a:pt x="2134847" y="62531"/>
                </a:lnTo>
                <a:lnTo>
                  <a:pt x="2135669" y="62534"/>
                </a:lnTo>
                <a:lnTo>
                  <a:pt x="2136522" y="62535"/>
                </a:lnTo>
                <a:lnTo>
                  <a:pt x="2136522" y="122048"/>
                </a:lnTo>
                <a:lnTo>
                  <a:pt x="2135669" y="122049"/>
                </a:lnTo>
                <a:lnTo>
                  <a:pt x="2134847" y="122052"/>
                </a:lnTo>
                <a:lnTo>
                  <a:pt x="2134057" y="122060"/>
                </a:lnTo>
                <a:lnTo>
                  <a:pt x="2133298" y="122076"/>
                </a:lnTo>
                <a:lnTo>
                  <a:pt x="2132571" y="122102"/>
                </a:lnTo>
                <a:lnTo>
                  <a:pt x="2131877" y="122141"/>
                </a:lnTo>
                <a:lnTo>
                  <a:pt x="2131215" y="122196"/>
                </a:lnTo>
                <a:lnTo>
                  <a:pt x="2130588" y="122269"/>
                </a:lnTo>
                <a:lnTo>
                  <a:pt x="2129994" y="122363"/>
                </a:lnTo>
                <a:lnTo>
                  <a:pt x="2129436" y="122480"/>
                </a:lnTo>
                <a:lnTo>
                  <a:pt x="2128912" y="122623"/>
                </a:lnTo>
                <a:lnTo>
                  <a:pt x="2128424" y="122795"/>
                </a:lnTo>
                <a:lnTo>
                  <a:pt x="2127972" y="122998"/>
                </a:lnTo>
                <a:lnTo>
                  <a:pt x="2127557" y="123234"/>
                </a:lnTo>
                <a:lnTo>
                  <a:pt x="2127179" y="123507"/>
                </a:lnTo>
                <a:lnTo>
                  <a:pt x="2126838" y="123818"/>
                </a:lnTo>
                <a:lnTo>
                  <a:pt x="2126536" y="124172"/>
                </a:lnTo>
                <a:lnTo>
                  <a:pt x="2126272" y="124569"/>
                </a:lnTo>
                <a:lnTo>
                  <a:pt x="2126048" y="125013"/>
                </a:lnTo>
                <a:lnTo>
                  <a:pt x="2125863" y="125506"/>
                </a:lnTo>
                <a:lnTo>
                  <a:pt x="2125719" y="126051"/>
                </a:lnTo>
                <a:lnTo>
                  <a:pt x="2125615" y="126650"/>
                </a:lnTo>
                <a:lnTo>
                  <a:pt x="2125552" y="127307"/>
                </a:lnTo>
                <a:lnTo>
                  <a:pt x="2125531" y="128023"/>
                </a:lnTo>
                <a:lnTo>
                  <a:pt x="2125558" y="128717"/>
                </a:lnTo>
                <a:lnTo>
                  <a:pt x="2125635" y="129352"/>
                </a:lnTo>
                <a:lnTo>
                  <a:pt x="2125760" y="129932"/>
                </a:lnTo>
                <a:lnTo>
                  <a:pt x="2125929" y="130460"/>
                </a:lnTo>
                <a:lnTo>
                  <a:pt x="2126139" y="130937"/>
                </a:lnTo>
                <a:lnTo>
                  <a:pt x="2126387" y="131367"/>
                </a:lnTo>
                <a:lnTo>
                  <a:pt x="2126668" y="131752"/>
                </a:lnTo>
                <a:lnTo>
                  <a:pt x="2126981" y="132093"/>
                </a:lnTo>
                <a:lnTo>
                  <a:pt x="2127321" y="132395"/>
                </a:lnTo>
                <a:lnTo>
                  <a:pt x="2127685" y="132659"/>
                </a:lnTo>
                <a:lnTo>
                  <a:pt x="2128070" y="132888"/>
                </a:lnTo>
                <a:lnTo>
                  <a:pt x="2128472" y="133084"/>
                </a:lnTo>
                <a:lnTo>
                  <a:pt x="2128888" y="133250"/>
                </a:lnTo>
                <a:lnTo>
                  <a:pt x="2129315" y="133389"/>
                </a:lnTo>
                <a:lnTo>
                  <a:pt x="2129749" y="133502"/>
                </a:lnTo>
                <a:lnTo>
                  <a:pt x="2130187" y="133593"/>
                </a:lnTo>
                <a:lnTo>
                  <a:pt x="2130626" y="133664"/>
                </a:lnTo>
                <a:lnTo>
                  <a:pt x="2131062" y="133717"/>
                </a:lnTo>
                <a:lnTo>
                  <a:pt x="2131493" y="133755"/>
                </a:lnTo>
                <a:lnTo>
                  <a:pt x="2131913" y="133780"/>
                </a:lnTo>
                <a:lnTo>
                  <a:pt x="2132321" y="133796"/>
                </a:lnTo>
                <a:lnTo>
                  <a:pt x="2132713" y="133804"/>
                </a:lnTo>
                <a:lnTo>
                  <a:pt x="2133086" y="133807"/>
                </a:lnTo>
                <a:lnTo>
                  <a:pt x="2133436" y="133807"/>
                </a:lnTo>
                <a:lnTo>
                  <a:pt x="2150404" y="133807"/>
                </a:lnTo>
                <a:lnTo>
                  <a:pt x="2150776" y="133807"/>
                </a:lnTo>
                <a:lnTo>
                  <a:pt x="2151167" y="133804"/>
                </a:lnTo>
                <a:lnTo>
                  <a:pt x="2151574" y="133796"/>
                </a:lnTo>
                <a:lnTo>
                  <a:pt x="2151993" y="133780"/>
                </a:lnTo>
                <a:lnTo>
                  <a:pt x="2152422" y="133755"/>
                </a:lnTo>
                <a:lnTo>
                  <a:pt x="2152858" y="133717"/>
                </a:lnTo>
                <a:lnTo>
                  <a:pt x="2153298" y="133664"/>
                </a:lnTo>
                <a:lnTo>
                  <a:pt x="2153738" y="133593"/>
                </a:lnTo>
                <a:lnTo>
                  <a:pt x="2154175" y="133502"/>
                </a:lnTo>
                <a:lnTo>
                  <a:pt x="2154606" y="133389"/>
                </a:lnTo>
                <a:lnTo>
                  <a:pt x="2155028" y="133250"/>
                </a:lnTo>
                <a:lnTo>
                  <a:pt x="2155439" y="133084"/>
                </a:lnTo>
                <a:lnTo>
                  <a:pt x="2155834" y="132888"/>
                </a:lnTo>
                <a:lnTo>
                  <a:pt x="2156212" y="132659"/>
                </a:lnTo>
                <a:lnTo>
                  <a:pt x="2156568" y="132395"/>
                </a:lnTo>
                <a:lnTo>
                  <a:pt x="2156899" y="132093"/>
                </a:lnTo>
                <a:lnTo>
                  <a:pt x="2157204" y="131752"/>
                </a:lnTo>
                <a:lnTo>
                  <a:pt x="2157477" y="131367"/>
                </a:lnTo>
                <a:lnTo>
                  <a:pt x="2157717" y="130937"/>
                </a:lnTo>
                <a:lnTo>
                  <a:pt x="2157921" y="130460"/>
                </a:lnTo>
                <a:lnTo>
                  <a:pt x="2158084" y="129932"/>
                </a:lnTo>
                <a:lnTo>
                  <a:pt x="2158205" y="129352"/>
                </a:lnTo>
                <a:lnTo>
                  <a:pt x="2158280" y="128717"/>
                </a:lnTo>
                <a:lnTo>
                  <a:pt x="2158305" y="128023"/>
                </a:lnTo>
                <a:lnTo>
                  <a:pt x="2158284" y="127307"/>
                </a:lnTo>
                <a:lnTo>
                  <a:pt x="2158222" y="126650"/>
                </a:lnTo>
                <a:lnTo>
                  <a:pt x="2158118" y="126051"/>
                </a:lnTo>
                <a:lnTo>
                  <a:pt x="2157973" y="125506"/>
                </a:lnTo>
                <a:lnTo>
                  <a:pt x="2157789" y="125013"/>
                </a:lnTo>
                <a:lnTo>
                  <a:pt x="2157564" y="124569"/>
                </a:lnTo>
                <a:lnTo>
                  <a:pt x="2157301" y="124172"/>
                </a:lnTo>
                <a:lnTo>
                  <a:pt x="2156999" y="123818"/>
                </a:lnTo>
                <a:lnTo>
                  <a:pt x="2156659" y="123507"/>
                </a:lnTo>
                <a:lnTo>
                  <a:pt x="2156281" y="123234"/>
                </a:lnTo>
                <a:lnTo>
                  <a:pt x="2155866" y="122998"/>
                </a:lnTo>
                <a:lnTo>
                  <a:pt x="2155414" y="122795"/>
                </a:lnTo>
                <a:lnTo>
                  <a:pt x="2154926" y="122623"/>
                </a:lnTo>
                <a:lnTo>
                  <a:pt x="2154403" y="122480"/>
                </a:lnTo>
                <a:lnTo>
                  <a:pt x="2153844" y="122363"/>
                </a:lnTo>
                <a:lnTo>
                  <a:pt x="2153251" y="122269"/>
                </a:lnTo>
                <a:lnTo>
                  <a:pt x="2152623" y="122196"/>
                </a:lnTo>
                <a:lnTo>
                  <a:pt x="2151962" y="122141"/>
                </a:lnTo>
                <a:lnTo>
                  <a:pt x="2151268" y="122102"/>
                </a:lnTo>
                <a:lnTo>
                  <a:pt x="2150541" y="122076"/>
                </a:lnTo>
                <a:lnTo>
                  <a:pt x="2149782" y="122060"/>
                </a:lnTo>
                <a:lnTo>
                  <a:pt x="2148992" y="122052"/>
                </a:lnTo>
                <a:lnTo>
                  <a:pt x="2148170" y="122049"/>
                </a:lnTo>
                <a:lnTo>
                  <a:pt x="2147318" y="122048"/>
                </a:lnTo>
                <a:lnTo>
                  <a:pt x="2147318" y="87574"/>
                </a:lnTo>
                <a:lnTo>
                  <a:pt x="2147358" y="85476"/>
                </a:lnTo>
                <a:lnTo>
                  <a:pt x="2147478" y="83463"/>
                </a:lnTo>
                <a:lnTo>
                  <a:pt x="2147673" y="81534"/>
                </a:lnTo>
                <a:lnTo>
                  <a:pt x="2147940" y="79691"/>
                </a:lnTo>
                <a:lnTo>
                  <a:pt x="2148276" y="77934"/>
                </a:lnTo>
                <a:lnTo>
                  <a:pt x="2148676" y="76263"/>
                </a:lnTo>
                <a:lnTo>
                  <a:pt x="2149139" y="74678"/>
                </a:lnTo>
                <a:lnTo>
                  <a:pt x="2149660" y="73181"/>
                </a:lnTo>
                <a:lnTo>
                  <a:pt x="2150236" y="71771"/>
                </a:lnTo>
                <a:lnTo>
                  <a:pt x="2150863" y="70449"/>
                </a:lnTo>
                <a:lnTo>
                  <a:pt x="2151538" y="69215"/>
                </a:lnTo>
                <a:lnTo>
                  <a:pt x="2152258" y="68070"/>
                </a:lnTo>
                <a:lnTo>
                  <a:pt x="2153019" y="67014"/>
                </a:lnTo>
                <a:lnTo>
                  <a:pt x="2153818" y="66047"/>
                </a:lnTo>
                <a:lnTo>
                  <a:pt x="2154651" y="65171"/>
                </a:lnTo>
                <a:lnTo>
                  <a:pt x="2155515" y="64385"/>
                </a:lnTo>
                <a:lnTo>
                  <a:pt x="2156407" y="63690"/>
                </a:lnTo>
                <a:lnTo>
                  <a:pt x="2157322" y="63087"/>
                </a:lnTo>
                <a:lnTo>
                  <a:pt x="2158258" y="62574"/>
                </a:lnTo>
                <a:lnTo>
                  <a:pt x="2159211" y="62155"/>
                </a:lnTo>
                <a:lnTo>
                  <a:pt x="2160178" y="61827"/>
                </a:lnTo>
                <a:lnTo>
                  <a:pt x="2161155" y="61593"/>
                </a:lnTo>
                <a:lnTo>
                  <a:pt x="2162139" y="61452"/>
                </a:lnTo>
                <a:lnTo>
                  <a:pt x="2163127" y="61405"/>
                </a:lnTo>
                <a:lnTo>
                  <a:pt x="2163672" y="61423"/>
                </a:lnTo>
                <a:lnTo>
                  <a:pt x="2164199" y="61477"/>
                </a:lnTo>
                <a:lnTo>
                  <a:pt x="2164706" y="61570"/>
                </a:lnTo>
                <a:lnTo>
                  <a:pt x="2165195" y="61706"/>
                </a:lnTo>
                <a:lnTo>
                  <a:pt x="2165663" y="61885"/>
                </a:lnTo>
                <a:lnTo>
                  <a:pt x="2166112" y="62112"/>
                </a:lnTo>
                <a:lnTo>
                  <a:pt x="2166540" y="62389"/>
                </a:lnTo>
                <a:lnTo>
                  <a:pt x="2166947" y="62717"/>
                </a:lnTo>
                <a:lnTo>
                  <a:pt x="2167332" y="63101"/>
                </a:lnTo>
                <a:lnTo>
                  <a:pt x="2167696" y="63542"/>
                </a:lnTo>
                <a:lnTo>
                  <a:pt x="2168037" y="64043"/>
                </a:lnTo>
                <a:lnTo>
                  <a:pt x="2168356" y="64606"/>
                </a:lnTo>
                <a:lnTo>
                  <a:pt x="2168652" y="65235"/>
                </a:lnTo>
                <a:lnTo>
                  <a:pt x="2168924" y="65931"/>
                </a:lnTo>
                <a:lnTo>
                  <a:pt x="2169172" y="66698"/>
                </a:lnTo>
                <a:lnTo>
                  <a:pt x="2169396" y="67538"/>
                </a:lnTo>
                <a:lnTo>
                  <a:pt x="2169596" y="68453"/>
                </a:lnTo>
                <a:lnTo>
                  <a:pt x="2169769" y="69446"/>
                </a:lnTo>
                <a:lnTo>
                  <a:pt x="2169918" y="70520"/>
                </a:lnTo>
                <a:lnTo>
                  <a:pt x="2170040" y="71678"/>
                </a:lnTo>
                <a:lnTo>
                  <a:pt x="2170136" y="72921"/>
                </a:lnTo>
                <a:lnTo>
                  <a:pt x="2170205" y="74253"/>
                </a:lnTo>
                <a:lnTo>
                  <a:pt x="2170247" y="75675"/>
                </a:lnTo>
                <a:lnTo>
                  <a:pt x="2170261" y="77192"/>
                </a:lnTo>
                <a:lnTo>
                  <a:pt x="2170261" y="122048"/>
                </a:lnTo>
                <a:lnTo>
                  <a:pt x="2169797" y="122049"/>
                </a:lnTo>
                <a:lnTo>
                  <a:pt x="2169324" y="122052"/>
                </a:lnTo>
                <a:lnTo>
                  <a:pt x="2168845" y="122060"/>
                </a:lnTo>
                <a:lnTo>
                  <a:pt x="2168361" y="122076"/>
                </a:lnTo>
                <a:lnTo>
                  <a:pt x="2167875" y="122102"/>
                </a:lnTo>
                <a:lnTo>
                  <a:pt x="2167390" y="122141"/>
                </a:lnTo>
                <a:lnTo>
                  <a:pt x="2166909" y="122196"/>
                </a:lnTo>
                <a:lnTo>
                  <a:pt x="2166433" y="122269"/>
                </a:lnTo>
                <a:lnTo>
                  <a:pt x="2165967" y="122363"/>
                </a:lnTo>
                <a:lnTo>
                  <a:pt x="2165512" y="122480"/>
                </a:lnTo>
                <a:lnTo>
                  <a:pt x="2165070" y="122623"/>
                </a:lnTo>
                <a:lnTo>
                  <a:pt x="2164645" y="122795"/>
                </a:lnTo>
                <a:lnTo>
                  <a:pt x="2164239" y="122998"/>
                </a:lnTo>
                <a:lnTo>
                  <a:pt x="2163855" y="123234"/>
                </a:lnTo>
                <a:lnTo>
                  <a:pt x="2163495" y="123507"/>
                </a:lnTo>
                <a:lnTo>
                  <a:pt x="2163162" y="123818"/>
                </a:lnTo>
                <a:lnTo>
                  <a:pt x="2162859" y="124172"/>
                </a:lnTo>
                <a:lnTo>
                  <a:pt x="2162587" y="124569"/>
                </a:lnTo>
                <a:lnTo>
                  <a:pt x="2162350" y="125013"/>
                </a:lnTo>
                <a:lnTo>
                  <a:pt x="2162151" y="125506"/>
                </a:lnTo>
                <a:lnTo>
                  <a:pt x="2161991" y="126051"/>
                </a:lnTo>
                <a:lnTo>
                  <a:pt x="2161874" y="126650"/>
                </a:lnTo>
                <a:lnTo>
                  <a:pt x="2161801" y="127307"/>
                </a:lnTo>
                <a:lnTo>
                  <a:pt x="2161777" y="128023"/>
                </a:lnTo>
                <a:lnTo>
                  <a:pt x="2161803" y="128717"/>
                </a:lnTo>
                <a:lnTo>
                  <a:pt x="2161881" y="129352"/>
                </a:lnTo>
                <a:lnTo>
                  <a:pt x="2162006" y="129932"/>
                </a:lnTo>
                <a:lnTo>
                  <a:pt x="2162175" y="130460"/>
                </a:lnTo>
                <a:lnTo>
                  <a:pt x="2162385" y="130937"/>
                </a:lnTo>
                <a:lnTo>
                  <a:pt x="2162632" y="131367"/>
                </a:lnTo>
                <a:lnTo>
                  <a:pt x="2162914" y="131752"/>
                </a:lnTo>
                <a:lnTo>
                  <a:pt x="2163227" y="132093"/>
                </a:lnTo>
                <a:lnTo>
                  <a:pt x="2163566" y="132395"/>
                </a:lnTo>
                <a:lnTo>
                  <a:pt x="2163930" y="132659"/>
                </a:lnTo>
                <a:lnTo>
                  <a:pt x="2164315" y="132888"/>
                </a:lnTo>
                <a:lnTo>
                  <a:pt x="2164717" y="133084"/>
                </a:lnTo>
                <a:lnTo>
                  <a:pt x="2165134" y="133250"/>
                </a:lnTo>
                <a:lnTo>
                  <a:pt x="2165560" y="133389"/>
                </a:lnTo>
                <a:lnTo>
                  <a:pt x="2165995" y="133502"/>
                </a:lnTo>
                <a:lnTo>
                  <a:pt x="2166433" y="133593"/>
                </a:lnTo>
                <a:lnTo>
                  <a:pt x="2166872" y="133664"/>
                </a:lnTo>
                <a:lnTo>
                  <a:pt x="2167308" y="133717"/>
                </a:lnTo>
                <a:lnTo>
                  <a:pt x="2167738" y="133755"/>
                </a:lnTo>
                <a:lnTo>
                  <a:pt x="2168159" y="133780"/>
                </a:lnTo>
                <a:lnTo>
                  <a:pt x="2168567" y="133796"/>
                </a:lnTo>
                <a:lnTo>
                  <a:pt x="2168959" y="133804"/>
                </a:lnTo>
                <a:lnTo>
                  <a:pt x="2169331" y="133807"/>
                </a:lnTo>
                <a:lnTo>
                  <a:pt x="2169681" y="133807"/>
                </a:lnTo>
                <a:lnTo>
                  <a:pt x="2184140" y="133807"/>
                </a:lnTo>
                <a:lnTo>
                  <a:pt x="2184512" y="133807"/>
                </a:lnTo>
                <a:lnTo>
                  <a:pt x="2184903" y="133804"/>
                </a:lnTo>
                <a:lnTo>
                  <a:pt x="2185310" y="133796"/>
                </a:lnTo>
                <a:lnTo>
                  <a:pt x="2185730" y="133780"/>
                </a:lnTo>
                <a:lnTo>
                  <a:pt x="2186159" y="133755"/>
                </a:lnTo>
                <a:lnTo>
                  <a:pt x="2186595" y="133717"/>
                </a:lnTo>
                <a:lnTo>
                  <a:pt x="2187035" y="133664"/>
                </a:lnTo>
                <a:lnTo>
                  <a:pt x="2187475" y="133593"/>
                </a:lnTo>
                <a:lnTo>
                  <a:pt x="2187912" y="133502"/>
                </a:lnTo>
                <a:lnTo>
                  <a:pt x="2188343" y="133389"/>
                </a:lnTo>
                <a:lnTo>
                  <a:pt x="2188766" y="133250"/>
                </a:lnTo>
                <a:lnTo>
                  <a:pt x="2189177" y="133084"/>
                </a:lnTo>
                <a:lnTo>
                  <a:pt x="2189572" y="132888"/>
                </a:lnTo>
                <a:lnTo>
                  <a:pt x="2189950" y="132659"/>
                </a:lnTo>
                <a:lnTo>
                  <a:pt x="2190306" y="132395"/>
                </a:lnTo>
                <a:lnTo>
                  <a:pt x="2190638" y="132093"/>
                </a:lnTo>
                <a:lnTo>
                  <a:pt x="2190942" y="131752"/>
                </a:lnTo>
                <a:lnTo>
                  <a:pt x="2191216" y="131367"/>
                </a:lnTo>
                <a:lnTo>
                  <a:pt x="2191456" y="130937"/>
                </a:lnTo>
                <a:lnTo>
                  <a:pt x="2191660" y="130460"/>
                </a:lnTo>
                <a:lnTo>
                  <a:pt x="2191823" y="129932"/>
                </a:lnTo>
                <a:lnTo>
                  <a:pt x="2191944" y="129352"/>
                </a:lnTo>
                <a:lnTo>
                  <a:pt x="2192019" y="128717"/>
                </a:lnTo>
                <a:lnTo>
                  <a:pt x="2192045" y="128023"/>
                </a:lnTo>
                <a:lnTo>
                  <a:pt x="2192024" y="127307"/>
                </a:lnTo>
                <a:lnTo>
                  <a:pt x="2191961" y="126650"/>
                </a:lnTo>
                <a:lnTo>
                  <a:pt x="2191857" y="126051"/>
                </a:lnTo>
                <a:lnTo>
                  <a:pt x="2191713" y="125506"/>
                </a:lnTo>
                <a:lnTo>
                  <a:pt x="2191528" y="125013"/>
                </a:lnTo>
                <a:lnTo>
                  <a:pt x="2191304" y="124569"/>
                </a:lnTo>
                <a:lnTo>
                  <a:pt x="2191040" y="124172"/>
                </a:lnTo>
                <a:lnTo>
                  <a:pt x="2190738" y="123818"/>
                </a:lnTo>
                <a:lnTo>
                  <a:pt x="2190398" y="123507"/>
                </a:lnTo>
                <a:lnTo>
                  <a:pt x="2190020" y="123234"/>
                </a:lnTo>
                <a:lnTo>
                  <a:pt x="2189605" y="122998"/>
                </a:lnTo>
                <a:lnTo>
                  <a:pt x="2189153" y="122795"/>
                </a:lnTo>
                <a:lnTo>
                  <a:pt x="2188665" y="122623"/>
                </a:lnTo>
                <a:lnTo>
                  <a:pt x="2188142" y="122480"/>
                </a:lnTo>
                <a:lnTo>
                  <a:pt x="2187583" y="122363"/>
                </a:lnTo>
                <a:lnTo>
                  <a:pt x="2186990" y="122269"/>
                </a:lnTo>
                <a:lnTo>
                  <a:pt x="2186363" y="122196"/>
                </a:lnTo>
                <a:lnTo>
                  <a:pt x="2185701" y="122141"/>
                </a:lnTo>
                <a:lnTo>
                  <a:pt x="2185007" y="122102"/>
                </a:lnTo>
                <a:lnTo>
                  <a:pt x="2184281" y="122076"/>
                </a:lnTo>
                <a:lnTo>
                  <a:pt x="2183522" y="122060"/>
                </a:lnTo>
                <a:lnTo>
                  <a:pt x="2182731" y="122052"/>
                </a:lnTo>
                <a:lnTo>
                  <a:pt x="2181909" y="122049"/>
                </a:lnTo>
                <a:lnTo>
                  <a:pt x="2181057" y="122048"/>
                </a:lnTo>
                <a:lnTo>
                  <a:pt x="2181057" y="87589"/>
                </a:lnTo>
                <a:lnTo>
                  <a:pt x="2181098" y="85489"/>
                </a:lnTo>
                <a:lnTo>
                  <a:pt x="2181217" y="83474"/>
                </a:lnTo>
                <a:lnTo>
                  <a:pt x="2181412" y="81544"/>
                </a:lnTo>
                <a:lnTo>
                  <a:pt x="2181679" y="79700"/>
                </a:lnTo>
                <a:lnTo>
                  <a:pt x="2182015" y="77941"/>
                </a:lnTo>
                <a:lnTo>
                  <a:pt x="2182416" y="76269"/>
                </a:lnTo>
                <a:lnTo>
                  <a:pt x="2182878" y="74684"/>
                </a:lnTo>
                <a:lnTo>
                  <a:pt x="2183399" y="73185"/>
                </a:lnTo>
                <a:lnTo>
                  <a:pt x="2183975" y="71774"/>
                </a:lnTo>
                <a:lnTo>
                  <a:pt x="2184602" y="70452"/>
                </a:lnTo>
                <a:lnTo>
                  <a:pt x="2185277" y="69217"/>
                </a:lnTo>
                <a:lnTo>
                  <a:pt x="2185997" y="68072"/>
                </a:lnTo>
                <a:lnTo>
                  <a:pt x="2186758" y="67015"/>
                </a:lnTo>
                <a:lnTo>
                  <a:pt x="2187557" y="66049"/>
                </a:lnTo>
                <a:lnTo>
                  <a:pt x="2188390" y="65172"/>
                </a:lnTo>
                <a:lnTo>
                  <a:pt x="2189254" y="64386"/>
                </a:lnTo>
                <a:lnTo>
                  <a:pt x="2190146" y="63691"/>
                </a:lnTo>
                <a:lnTo>
                  <a:pt x="2191061" y="63087"/>
                </a:lnTo>
                <a:lnTo>
                  <a:pt x="2191997" y="62575"/>
                </a:lnTo>
                <a:lnTo>
                  <a:pt x="2192950" y="62155"/>
                </a:lnTo>
                <a:lnTo>
                  <a:pt x="2193917" y="61827"/>
                </a:lnTo>
                <a:lnTo>
                  <a:pt x="2194895" y="61593"/>
                </a:lnTo>
                <a:lnTo>
                  <a:pt x="2195879" y="61452"/>
                </a:lnTo>
                <a:lnTo>
                  <a:pt x="2196866" y="61405"/>
                </a:lnTo>
                <a:lnTo>
                  <a:pt x="2197411" y="61423"/>
                </a:lnTo>
                <a:lnTo>
                  <a:pt x="2197938" y="61477"/>
                </a:lnTo>
                <a:lnTo>
                  <a:pt x="2198445" y="61570"/>
                </a:lnTo>
                <a:lnTo>
                  <a:pt x="2198934" y="61706"/>
                </a:lnTo>
                <a:lnTo>
                  <a:pt x="2199403" y="61885"/>
                </a:lnTo>
                <a:lnTo>
                  <a:pt x="2199851" y="62112"/>
                </a:lnTo>
                <a:lnTo>
                  <a:pt x="2200279" y="62389"/>
                </a:lnTo>
                <a:lnTo>
                  <a:pt x="2200686" y="62717"/>
                </a:lnTo>
                <a:lnTo>
                  <a:pt x="2201071" y="63101"/>
                </a:lnTo>
                <a:lnTo>
                  <a:pt x="2201435" y="63542"/>
                </a:lnTo>
                <a:lnTo>
                  <a:pt x="2201777" y="64043"/>
                </a:lnTo>
                <a:lnTo>
                  <a:pt x="2202095" y="64606"/>
                </a:lnTo>
                <a:lnTo>
                  <a:pt x="2202391" y="65235"/>
                </a:lnTo>
                <a:lnTo>
                  <a:pt x="2202663" y="65931"/>
                </a:lnTo>
                <a:lnTo>
                  <a:pt x="2202912" y="66698"/>
                </a:lnTo>
                <a:lnTo>
                  <a:pt x="2203136" y="67538"/>
                </a:lnTo>
                <a:lnTo>
                  <a:pt x="2203335" y="68453"/>
                </a:lnTo>
                <a:lnTo>
                  <a:pt x="2203509" y="69446"/>
                </a:lnTo>
                <a:lnTo>
                  <a:pt x="2203657" y="70520"/>
                </a:lnTo>
                <a:lnTo>
                  <a:pt x="2203779" y="71678"/>
                </a:lnTo>
                <a:lnTo>
                  <a:pt x="2203875" y="72921"/>
                </a:lnTo>
                <a:lnTo>
                  <a:pt x="2203944" y="74253"/>
                </a:lnTo>
                <a:lnTo>
                  <a:pt x="2203986" y="75675"/>
                </a:lnTo>
                <a:lnTo>
                  <a:pt x="2204000" y="77192"/>
                </a:lnTo>
                <a:lnTo>
                  <a:pt x="2204000" y="122048"/>
                </a:lnTo>
                <a:lnTo>
                  <a:pt x="2203536" y="122049"/>
                </a:lnTo>
                <a:lnTo>
                  <a:pt x="2203063" y="122052"/>
                </a:lnTo>
                <a:lnTo>
                  <a:pt x="2202583" y="122060"/>
                </a:lnTo>
                <a:lnTo>
                  <a:pt x="2202099" y="122076"/>
                </a:lnTo>
                <a:lnTo>
                  <a:pt x="2201613" y="122102"/>
                </a:lnTo>
                <a:lnTo>
                  <a:pt x="2201128" y="122141"/>
                </a:lnTo>
                <a:lnTo>
                  <a:pt x="2200647" y="122196"/>
                </a:lnTo>
                <a:lnTo>
                  <a:pt x="2200171" y="122269"/>
                </a:lnTo>
                <a:lnTo>
                  <a:pt x="2199705" y="122363"/>
                </a:lnTo>
                <a:lnTo>
                  <a:pt x="2199249" y="122480"/>
                </a:lnTo>
                <a:lnTo>
                  <a:pt x="2198808" y="122623"/>
                </a:lnTo>
                <a:lnTo>
                  <a:pt x="2198383" y="122795"/>
                </a:lnTo>
                <a:lnTo>
                  <a:pt x="2197978" y="122998"/>
                </a:lnTo>
                <a:lnTo>
                  <a:pt x="2197594" y="123234"/>
                </a:lnTo>
                <a:lnTo>
                  <a:pt x="2197234" y="123507"/>
                </a:lnTo>
                <a:lnTo>
                  <a:pt x="2196901" y="123818"/>
                </a:lnTo>
                <a:lnTo>
                  <a:pt x="2196597" y="124172"/>
                </a:lnTo>
                <a:lnTo>
                  <a:pt x="2196326" y="124569"/>
                </a:lnTo>
                <a:lnTo>
                  <a:pt x="2196089" y="125013"/>
                </a:lnTo>
                <a:lnTo>
                  <a:pt x="2195890" y="125506"/>
                </a:lnTo>
                <a:lnTo>
                  <a:pt x="2195730" y="126051"/>
                </a:lnTo>
                <a:lnTo>
                  <a:pt x="2195613" y="126650"/>
                </a:lnTo>
                <a:lnTo>
                  <a:pt x="2195540" y="127307"/>
                </a:lnTo>
                <a:lnTo>
                  <a:pt x="2195516" y="128023"/>
                </a:lnTo>
                <a:lnTo>
                  <a:pt x="2195542" y="128717"/>
                </a:lnTo>
                <a:lnTo>
                  <a:pt x="2195620" y="129352"/>
                </a:lnTo>
                <a:lnTo>
                  <a:pt x="2195745" y="129932"/>
                </a:lnTo>
                <a:lnTo>
                  <a:pt x="2195914" y="130460"/>
                </a:lnTo>
                <a:lnTo>
                  <a:pt x="2196124" y="130937"/>
                </a:lnTo>
                <a:lnTo>
                  <a:pt x="2196371" y="131367"/>
                </a:lnTo>
                <a:lnTo>
                  <a:pt x="2196653" y="131752"/>
                </a:lnTo>
                <a:lnTo>
                  <a:pt x="2196965" y="132093"/>
                </a:lnTo>
                <a:lnTo>
                  <a:pt x="2197305" y="132395"/>
                </a:lnTo>
                <a:lnTo>
                  <a:pt x="2197669" y="132659"/>
                </a:lnTo>
                <a:lnTo>
                  <a:pt x="2198053" y="132888"/>
                </a:lnTo>
                <a:lnTo>
                  <a:pt x="2198455" y="133084"/>
                </a:lnTo>
                <a:lnTo>
                  <a:pt x="2198872" y="133250"/>
                </a:lnTo>
                <a:lnTo>
                  <a:pt x="2199298" y="133389"/>
                </a:lnTo>
                <a:lnTo>
                  <a:pt x="2199733" y="133502"/>
                </a:lnTo>
                <a:lnTo>
                  <a:pt x="2200171" y="133593"/>
                </a:lnTo>
                <a:lnTo>
                  <a:pt x="2200610" y="133664"/>
                </a:lnTo>
                <a:lnTo>
                  <a:pt x="2201046" y="133717"/>
                </a:lnTo>
                <a:lnTo>
                  <a:pt x="2201476" y="133755"/>
                </a:lnTo>
                <a:lnTo>
                  <a:pt x="2201897" y="133780"/>
                </a:lnTo>
                <a:lnTo>
                  <a:pt x="2202305" y="133796"/>
                </a:lnTo>
                <a:lnTo>
                  <a:pt x="2202698" y="133804"/>
                </a:lnTo>
                <a:lnTo>
                  <a:pt x="2203070" y="133807"/>
                </a:lnTo>
                <a:lnTo>
                  <a:pt x="2203420" y="133807"/>
                </a:lnTo>
                <a:lnTo>
                  <a:pt x="2217879" y="133807"/>
                </a:lnTo>
                <a:lnTo>
                  <a:pt x="2218251" y="133807"/>
                </a:lnTo>
                <a:lnTo>
                  <a:pt x="2218642" y="133804"/>
                </a:lnTo>
                <a:lnTo>
                  <a:pt x="2219049" y="133796"/>
                </a:lnTo>
                <a:lnTo>
                  <a:pt x="2219469" y="133780"/>
                </a:lnTo>
                <a:lnTo>
                  <a:pt x="2219898" y="133755"/>
                </a:lnTo>
                <a:lnTo>
                  <a:pt x="2220334" y="133717"/>
                </a:lnTo>
                <a:lnTo>
                  <a:pt x="2220774" y="133664"/>
                </a:lnTo>
                <a:lnTo>
                  <a:pt x="2221214" y="133593"/>
                </a:lnTo>
                <a:lnTo>
                  <a:pt x="2221651" y="133502"/>
                </a:lnTo>
                <a:lnTo>
                  <a:pt x="2222083" y="133389"/>
                </a:lnTo>
                <a:lnTo>
                  <a:pt x="2222505" y="133250"/>
                </a:lnTo>
                <a:lnTo>
                  <a:pt x="2222916" y="133084"/>
                </a:lnTo>
                <a:lnTo>
                  <a:pt x="2223311" y="132888"/>
                </a:lnTo>
                <a:lnTo>
                  <a:pt x="2223689" y="132659"/>
                </a:lnTo>
                <a:lnTo>
                  <a:pt x="2224045" y="132395"/>
                </a:lnTo>
                <a:lnTo>
                  <a:pt x="2224377" y="132093"/>
                </a:lnTo>
                <a:lnTo>
                  <a:pt x="2224681" y="131752"/>
                </a:lnTo>
                <a:lnTo>
                  <a:pt x="2224955" y="131367"/>
                </a:lnTo>
                <a:lnTo>
                  <a:pt x="2225196" y="130937"/>
                </a:lnTo>
                <a:lnTo>
                  <a:pt x="2225399" y="130460"/>
                </a:lnTo>
                <a:lnTo>
                  <a:pt x="2225563" y="129932"/>
                </a:lnTo>
                <a:lnTo>
                  <a:pt x="2225683" y="129352"/>
                </a:lnTo>
                <a:lnTo>
                  <a:pt x="2225758" y="128717"/>
                </a:lnTo>
                <a:lnTo>
                  <a:pt x="2225784" y="128023"/>
                </a:lnTo>
                <a:lnTo>
                  <a:pt x="2225763" y="127307"/>
                </a:lnTo>
                <a:lnTo>
                  <a:pt x="2225700" y="126650"/>
                </a:lnTo>
                <a:lnTo>
                  <a:pt x="2225596" y="126051"/>
                </a:lnTo>
                <a:lnTo>
                  <a:pt x="2225452" y="125506"/>
                </a:lnTo>
                <a:lnTo>
                  <a:pt x="2225267" y="125013"/>
                </a:lnTo>
                <a:lnTo>
                  <a:pt x="2225043" y="124569"/>
                </a:lnTo>
                <a:close/>
                <a:moveTo>
                  <a:pt x="2731122" y="124569"/>
                </a:moveTo>
                <a:lnTo>
                  <a:pt x="2730858" y="124172"/>
                </a:lnTo>
                <a:lnTo>
                  <a:pt x="2730556" y="123818"/>
                </a:lnTo>
                <a:lnTo>
                  <a:pt x="2730216" y="123507"/>
                </a:lnTo>
                <a:lnTo>
                  <a:pt x="2729838" y="123234"/>
                </a:lnTo>
                <a:lnTo>
                  <a:pt x="2729423" y="122998"/>
                </a:lnTo>
                <a:lnTo>
                  <a:pt x="2728971" y="122795"/>
                </a:lnTo>
                <a:lnTo>
                  <a:pt x="2728483" y="122623"/>
                </a:lnTo>
                <a:lnTo>
                  <a:pt x="2727960" y="122480"/>
                </a:lnTo>
                <a:lnTo>
                  <a:pt x="2727401" y="122363"/>
                </a:lnTo>
                <a:lnTo>
                  <a:pt x="2726808" y="122269"/>
                </a:lnTo>
                <a:lnTo>
                  <a:pt x="2726181" y="122196"/>
                </a:lnTo>
                <a:lnTo>
                  <a:pt x="2725520" y="122141"/>
                </a:lnTo>
                <a:lnTo>
                  <a:pt x="2724825" y="122102"/>
                </a:lnTo>
                <a:lnTo>
                  <a:pt x="2724099" y="122076"/>
                </a:lnTo>
                <a:lnTo>
                  <a:pt x="2723340" y="122060"/>
                </a:lnTo>
                <a:lnTo>
                  <a:pt x="2722549" y="122052"/>
                </a:lnTo>
                <a:lnTo>
                  <a:pt x="2721727" y="122049"/>
                </a:lnTo>
                <a:lnTo>
                  <a:pt x="2720875" y="122048"/>
                </a:lnTo>
                <a:lnTo>
                  <a:pt x="2720875" y="75459"/>
                </a:lnTo>
                <a:lnTo>
                  <a:pt x="2720874" y="74886"/>
                </a:lnTo>
                <a:lnTo>
                  <a:pt x="2720865" y="74142"/>
                </a:lnTo>
                <a:lnTo>
                  <a:pt x="2720842" y="73244"/>
                </a:lnTo>
                <a:lnTo>
                  <a:pt x="2720796" y="72209"/>
                </a:lnTo>
                <a:lnTo>
                  <a:pt x="2720720" y="71056"/>
                </a:lnTo>
                <a:lnTo>
                  <a:pt x="2720607" y="69800"/>
                </a:lnTo>
                <a:lnTo>
                  <a:pt x="2720449" y="68461"/>
                </a:lnTo>
                <a:lnTo>
                  <a:pt x="2720240" y="67054"/>
                </a:lnTo>
                <a:lnTo>
                  <a:pt x="2719970" y="65598"/>
                </a:lnTo>
                <a:lnTo>
                  <a:pt x="2719634" y="64110"/>
                </a:lnTo>
                <a:lnTo>
                  <a:pt x="2719223" y="62607"/>
                </a:lnTo>
                <a:lnTo>
                  <a:pt x="2718730" y="61107"/>
                </a:lnTo>
                <a:lnTo>
                  <a:pt x="2718148" y="59627"/>
                </a:lnTo>
                <a:lnTo>
                  <a:pt x="2717469" y="58184"/>
                </a:lnTo>
                <a:lnTo>
                  <a:pt x="2716686" y="56796"/>
                </a:lnTo>
                <a:lnTo>
                  <a:pt x="2715791" y="55480"/>
                </a:lnTo>
                <a:lnTo>
                  <a:pt x="2714777" y="54254"/>
                </a:lnTo>
                <a:lnTo>
                  <a:pt x="2713636" y="53135"/>
                </a:lnTo>
                <a:lnTo>
                  <a:pt x="2712361" y="52141"/>
                </a:lnTo>
                <a:lnTo>
                  <a:pt x="2710945" y="51288"/>
                </a:lnTo>
                <a:lnTo>
                  <a:pt x="2709380" y="50594"/>
                </a:lnTo>
                <a:lnTo>
                  <a:pt x="2707658" y="50077"/>
                </a:lnTo>
                <a:lnTo>
                  <a:pt x="2705773" y="49754"/>
                </a:lnTo>
                <a:lnTo>
                  <a:pt x="2703716" y="49643"/>
                </a:lnTo>
                <a:lnTo>
                  <a:pt x="2702982" y="49656"/>
                </a:lnTo>
                <a:lnTo>
                  <a:pt x="2702228" y="49697"/>
                </a:lnTo>
                <a:lnTo>
                  <a:pt x="2701457" y="49765"/>
                </a:lnTo>
                <a:lnTo>
                  <a:pt x="2700669" y="49863"/>
                </a:lnTo>
                <a:lnTo>
                  <a:pt x="2699867" y="49992"/>
                </a:lnTo>
                <a:lnTo>
                  <a:pt x="2699053" y="50152"/>
                </a:lnTo>
                <a:lnTo>
                  <a:pt x="2698229" y="50345"/>
                </a:lnTo>
                <a:lnTo>
                  <a:pt x="2697397" y="50571"/>
                </a:lnTo>
                <a:lnTo>
                  <a:pt x="2696559" y="50833"/>
                </a:lnTo>
                <a:lnTo>
                  <a:pt x="2695716" y="51130"/>
                </a:lnTo>
                <a:lnTo>
                  <a:pt x="2694872" y="51464"/>
                </a:lnTo>
                <a:lnTo>
                  <a:pt x="2694028" y="51836"/>
                </a:lnTo>
                <a:lnTo>
                  <a:pt x="2693186" y="52248"/>
                </a:lnTo>
                <a:lnTo>
                  <a:pt x="2692348" y="52699"/>
                </a:lnTo>
                <a:lnTo>
                  <a:pt x="2691516" y="53192"/>
                </a:lnTo>
                <a:lnTo>
                  <a:pt x="2690692" y="53728"/>
                </a:lnTo>
                <a:lnTo>
                  <a:pt x="2689878" y="54307"/>
                </a:lnTo>
                <a:lnTo>
                  <a:pt x="2689076" y="54930"/>
                </a:lnTo>
                <a:lnTo>
                  <a:pt x="2688288" y="55600"/>
                </a:lnTo>
                <a:lnTo>
                  <a:pt x="2687516" y="56316"/>
                </a:lnTo>
                <a:lnTo>
                  <a:pt x="2686762" y="57079"/>
                </a:lnTo>
                <a:lnTo>
                  <a:pt x="2686029" y="57892"/>
                </a:lnTo>
                <a:lnTo>
                  <a:pt x="2685317" y="58755"/>
                </a:lnTo>
                <a:lnTo>
                  <a:pt x="2684630" y="59669"/>
                </a:lnTo>
                <a:lnTo>
                  <a:pt x="2684255" y="58866"/>
                </a:lnTo>
                <a:lnTo>
                  <a:pt x="2683855" y="58095"/>
                </a:lnTo>
                <a:lnTo>
                  <a:pt x="2683431" y="57357"/>
                </a:lnTo>
                <a:lnTo>
                  <a:pt x="2682982" y="56651"/>
                </a:lnTo>
                <a:lnTo>
                  <a:pt x="2682510" y="55978"/>
                </a:lnTo>
                <a:lnTo>
                  <a:pt x="2682015" y="55337"/>
                </a:lnTo>
                <a:lnTo>
                  <a:pt x="2681498" y="54730"/>
                </a:lnTo>
                <a:lnTo>
                  <a:pt x="2680959" y="54157"/>
                </a:lnTo>
                <a:lnTo>
                  <a:pt x="2680400" y="53616"/>
                </a:lnTo>
                <a:lnTo>
                  <a:pt x="2679821" y="53110"/>
                </a:lnTo>
                <a:lnTo>
                  <a:pt x="2679222" y="52637"/>
                </a:lnTo>
                <a:lnTo>
                  <a:pt x="2678605" y="52198"/>
                </a:lnTo>
                <a:lnTo>
                  <a:pt x="2677969" y="51793"/>
                </a:lnTo>
                <a:lnTo>
                  <a:pt x="2677316" y="51423"/>
                </a:lnTo>
                <a:lnTo>
                  <a:pt x="2676647" y="51087"/>
                </a:lnTo>
                <a:lnTo>
                  <a:pt x="2675961" y="50786"/>
                </a:lnTo>
                <a:lnTo>
                  <a:pt x="2675260" y="50519"/>
                </a:lnTo>
                <a:lnTo>
                  <a:pt x="2674544" y="50288"/>
                </a:lnTo>
                <a:lnTo>
                  <a:pt x="2673814" y="50091"/>
                </a:lnTo>
                <a:lnTo>
                  <a:pt x="2673071" y="49930"/>
                </a:lnTo>
                <a:lnTo>
                  <a:pt x="2672315" y="49805"/>
                </a:lnTo>
                <a:lnTo>
                  <a:pt x="2671546" y="49715"/>
                </a:lnTo>
                <a:lnTo>
                  <a:pt x="2670767" y="49661"/>
                </a:lnTo>
                <a:lnTo>
                  <a:pt x="2669977" y="49643"/>
                </a:lnTo>
                <a:lnTo>
                  <a:pt x="2669208" y="49657"/>
                </a:lnTo>
                <a:lnTo>
                  <a:pt x="2668443" y="49699"/>
                </a:lnTo>
                <a:lnTo>
                  <a:pt x="2667683" y="49767"/>
                </a:lnTo>
                <a:lnTo>
                  <a:pt x="2666928" y="49863"/>
                </a:lnTo>
                <a:lnTo>
                  <a:pt x="2666178" y="49984"/>
                </a:lnTo>
                <a:lnTo>
                  <a:pt x="2665434" y="50131"/>
                </a:lnTo>
                <a:lnTo>
                  <a:pt x="2664696" y="50303"/>
                </a:lnTo>
                <a:lnTo>
                  <a:pt x="2663965" y="50500"/>
                </a:lnTo>
                <a:lnTo>
                  <a:pt x="2663240" y="50721"/>
                </a:lnTo>
                <a:lnTo>
                  <a:pt x="2662522" y="50966"/>
                </a:lnTo>
                <a:lnTo>
                  <a:pt x="2661811" y="51233"/>
                </a:lnTo>
                <a:lnTo>
                  <a:pt x="2661109" y="51524"/>
                </a:lnTo>
                <a:lnTo>
                  <a:pt x="2660414" y="51836"/>
                </a:lnTo>
                <a:lnTo>
                  <a:pt x="2659727" y="52170"/>
                </a:lnTo>
                <a:lnTo>
                  <a:pt x="2659050" y="52525"/>
                </a:lnTo>
                <a:lnTo>
                  <a:pt x="2658381" y="52901"/>
                </a:lnTo>
                <a:lnTo>
                  <a:pt x="2657722" y="53296"/>
                </a:lnTo>
                <a:lnTo>
                  <a:pt x="2657072" y="53711"/>
                </a:lnTo>
                <a:lnTo>
                  <a:pt x="2656433" y="54146"/>
                </a:lnTo>
                <a:lnTo>
                  <a:pt x="2655803" y="54599"/>
                </a:lnTo>
                <a:lnTo>
                  <a:pt x="2655185" y="55070"/>
                </a:lnTo>
                <a:lnTo>
                  <a:pt x="2654577" y="55558"/>
                </a:lnTo>
                <a:lnTo>
                  <a:pt x="2653981" y="56064"/>
                </a:lnTo>
                <a:lnTo>
                  <a:pt x="2653397" y="56586"/>
                </a:lnTo>
                <a:lnTo>
                  <a:pt x="2653331" y="55889"/>
                </a:lnTo>
                <a:lnTo>
                  <a:pt x="2653230" y="55250"/>
                </a:lnTo>
                <a:lnTo>
                  <a:pt x="2653097" y="54667"/>
                </a:lnTo>
                <a:lnTo>
                  <a:pt x="2652933" y="54137"/>
                </a:lnTo>
                <a:lnTo>
                  <a:pt x="2652739" y="53657"/>
                </a:lnTo>
                <a:lnTo>
                  <a:pt x="2652517" y="53225"/>
                </a:lnTo>
                <a:lnTo>
                  <a:pt x="2652269" y="52839"/>
                </a:lnTo>
                <a:lnTo>
                  <a:pt x="2651997" y="52495"/>
                </a:lnTo>
                <a:lnTo>
                  <a:pt x="2651702" y="52192"/>
                </a:lnTo>
                <a:lnTo>
                  <a:pt x="2651386" y="51927"/>
                </a:lnTo>
                <a:lnTo>
                  <a:pt x="2651051" y="51697"/>
                </a:lnTo>
                <a:lnTo>
                  <a:pt x="2650697" y="51499"/>
                </a:lnTo>
                <a:lnTo>
                  <a:pt x="2650328" y="51332"/>
                </a:lnTo>
                <a:lnTo>
                  <a:pt x="2649944" y="51193"/>
                </a:lnTo>
                <a:lnTo>
                  <a:pt x="2649548" y="51079"/>
                </a:lnTo>
                <a:lnTo>
                  <a:pt x="2649140" y="50988"/>
                </a:lnTo>
                <a:lnTo>
                  <a:pt x="2648724" y="50917"/>
                </a:lnTo>
                <a:lnTo>
                  <a:pt x="2648299" y="50864"/>
                </a:lnTo>
                <a:lnTo>
                  <a:pt x="2647868" y="50825"/>
                </a:lnTo>
                <a:lnTo>
                  <a:pt x="2647433" y="50800"/>
                </a:lnTo>
                <a:lnTo>
                  <a:pt x="2646996" y="50784"/>
                </a:lnTo>
                <a:lnTo>
                  <a:pt x="2646557" y="50776"/>
                </a:lnTo>
                <a:lnTo>
                  <a:pt x="2646119" y="50773"/>
                </a:lnTo>
                <a:lnTo>
                  <a:pt x="2645683" y="50773"/>
                </a:lnTo>
                <a:lnTo>
                  <a:pt x="2639515" y="50773"/>
                </a:lnTo>
                <a:lnTo>
                  <a:pt x="2639143" y="50773"/>
                </a:lnTo>
                <a:lnTo>
                  <a:pt x="2638752" y="50776"/>
                </a:lnTo>
                <a:lnTo>
                  <a:pt x="2638345" y="50784"/>
                </a:lnTo>
                <a:lnTo>
                  <a:pt x="2637925" y="50799"/>
                </a:lnTo>
                <a:lnTo>
                  <a:pt x="2637496" y="50825"/>
                </a:lnTo>
                <a:lnTo>
                  <a:pt x="2637060" y="50863"/>
                </a:lnTo>
                <a:lnTo>
                  <a:pt x="2636620" y="50916"/>
                </a:lnTo>
                <a:lnTo>
                  <a:pt x="2636180" y="50987"/>
                </a:lnTo>
                <a:lnTo>
                  <a:pt x="2635743" y="51078"/>
                </a:lnTo>
                <a:lnTo>
                  <a:pt x="2635311" y="51191"/>
                </a:lnTo>
                <a:lnTo>
                  <a:pt x="2634889" y="51330"/>
                </a:lnTo>
                <a:lnTo>
                  <a:pt x="2634478" y="51496"/>
                </a:lnTo>
                <a:lnTo>
                  <a:pt x="2634082" y="51692"/>
                </a:lnTo>
                <a:lnTo>
                  <a:pt x="2633705" y="51921"/>
                </a:lnTo>
                <a:lnTo>
                  <a:pt x="2633349" y="52186"/>
                </a:lnTo>
                <a:lnTo>
                  <a:pt x="2633017" y="52487"/>
                </a:lnTo>
                <a:lnTo>
                  <a:pt x="2632712" y="52829"/>
                </a:lnTo>
                <a:lnTo>
                  <a:pt x="2632438" y="53214"/>
                </a:lnTo>
                <a:lnTo>
                  <a:pt x="2632198" y="53644"/>
                </a:lnTo>
                <a:lnTo>
                  <a:pt x="2631995" y="54122"/>
                </a:lnTo>
                <a:lnTo>
                  <a:pt x="2631831" y="54649"/>
                </a:lnTo>
                <a:lnTo>
                  <a:pt x="2631710" y="55230"/>
                </a:lnTo>
                <a:lnTo>
                  <a:pt x="2631636" y="55866"/>
                </a:lnTo>
                <a:lnTo>
                  <a:pt x="2631610" y="56560"/>
                </a:lnTo>
                <a:lnTo>
                  <a:pt x="2631631" y="57276"/>
                </a:lnTo>
                <a:lnTo>
                  <a:pt x="2631694" y="57932"/>
                </a:lnTo>
                <a:lnTo>
                  <a:pt x="2631798" y="58532"/>
                </a:lnTo>
                <a:lnTo>
                  <a:pt x="2631942" y="59077"/>
                </a:lnTo>
                <a:lnTo>
                  <a:pt x="2632127" y="59570"/>
                </a:lnTo>
                <a:lnTo>
                  <a:pt x="2632351" y="60014"/>
                </a:lnTo>
                <a:lnTo>
                  <a:pt x="2632615" y="60411"/>
                </a:lnTo>
                <a:lnTo>
                  <a:pt x="2632917" y="60764"/>
                </a:lnTo>
                <a:lnTo>
                  <a:pt x="2633258" y="61076"/>
                </a:lnTo>
                <a:lnTo>
                  <a:pt x="2633636" y="61349"/>
                </a:lnTo>
                <a:lnTo>
                  <a:pt x="2634051" y="61585"/>
                </a:lnTo>
                <a:lnTo>
                  <a:pt x="2634503" y="61788"/>
                </a:lnTo>
                <a:lnTo>
                  <a:pt x="2634991" y="61959"/>
                </a:lnTo>
                <a:lnTo>
                  <a:pt x="2635515" y="62103"/>
                </a:lnTo>
                <a:lnTo>
                  <a:pt x="2636073" y="62220"/>
                </a:lnTo>
                <a:lnTo>
                  <a:pt x="2636667" y="62313"/>
                </a:lnTo>
                <a:lnTo>
                  <a:pt x="2637294" y="62386"/>
                </a:lnTo>
                <a:lnTo>
                  <a:pt x="2637956" y="62441"/>
                </a:lnTo>
                <a:lnTo>
                  <a:pt x="2638650" y="62481"/>
                </a:lnTo>
                <a:lnTo>
                  <a:pt x="2639377" y="62507"/>
                </a:lnTo>
                <a:lnTo>
                  <a:pt x="2640136" y="62523"/>
                </a:lnTo>
                <a:lnTo>
                  <a:pt x="2640926" y="62531"/>
                </a:lnTo>
                <a:lnTo>
                  <a:pt x="2641748" y="62534"/>
                </a:lnTo>
                <a:lnTo>
                  <a:pt x="2642601" y="62535"/>
                </a:lnTo>
                <a:lnTo>
                  <a:pt x="2642601" y="122048"/>
                </a:lnTo>
                <a:lnTo>
                  <a:pt x="2641748" y="122049"/>
                </a:lnTo>
                <a:lnTo>
                  <a:pt x="2640926" y="122052"/>
                </a:lnTo>
                <a:lnTo>
                  <a:pt x="2640136" y="122060"/>
                </a:lnTo>
                <a:lnTo>
                  <a:pt x="2639377" y="122076"/>
                </a:lnTo>
                <a:lnTo>
                  <a:pt x="2638650" y="122102"/>
                </a:lnTo>
                <a:lnTo>
                  <a:pt x="2637956" y="122141"/>
                </a:lnTo>
                <a:lnTo>
                  <a:pt x="2637294" y="122196"/>
                </a:lnTo>
                <a:lnTo>
                  <a:pt x="2636667" y="122269"/>
                </a:lnTo>
                <a:lnTo>
                  <a:pt x="2636073" y="122363"/>
                </a:lnTo>
                <a:lnTo>
                  <a:pt x="2635515" y="122480"/>
                </a:lnTo>
                <a:lnTo>
                  <a:pt x="2634991" y="122623"/>
                </a:lnTo>
                <a:lnTo>
                  <a:pt x="2634503" y="122795"/>
                </a:lnTo>
                <a:lnTo>
                  <a:pt x="2634051" y="122998"/>
                </a:lnTo>
                <a:lnTo>
                  <a:pt x="2633636" y="123234"/>
                </a:lnTo>
                <a:lnTo>
                  <a:pt x="2633258" y="123507"/>
                </a:lnTo>
                <a:lnTo>
                  <a:pt x="2632917" y="123818"/>
                </a:lnTo>
                <a:lnTo>
                  <a:pt x="2632615" y="124172"/>
                </a:lnTo>
                <a:lnTo>
                  <a:pt x="2632351" y="124569"/>
                </a:lnTo>
                <a:lnTo>
                  <a:pt x="2632127" y="125013"/>
                </a:lnTo>
                <a:lnTo>
                  <a:pt x="2631942" y="125506"/>
                </a:lnTo>
                <a:lnTo>
                  <a:pt x="2631798" y="126051"/>
                </a:lnTo>
                <a:lnTo>
                  <a:pt x="2631694" y="126650"/>
                </a:lnTo>
                <a:lnTo>
                  <a:pt x="2631631" y="127307"/>
                </a:lnTo>
                <a:lnTo>
                  <a:pt x="2631610" y="128023"/>
                </a:lnTo>
                <a:lnTo>
                  <a:pt x="2631637" y="128717"/>
                </a:lnTo>
                <a:lnTo>
                  <a:pt x="2631714" y="129352"/>
                </a:lnTo>
                <a:lnTo>
                  <a:pt x="2631839" y="129932"/>
                </a:lnTo>
                <a:lnTo>
                  <a:pt x="2632008" y="130460"/>
                </a:lnTo>
                <a:lnTo>
                  <a:pt x="2632218" y="130937"/>
                </a:lnTo>
                <a:lnTo>
                  <a:pt x="2632466" y="131367"/>
                </a:lnTo>
                <a:lnTo>
                  <a:pt x="2632747" y="131752"/>
                </a:lnTo>
                <a:lnTo>
                  <a:pt x="2633060" y="132093"/>
                </a:lnTo>
                <a:lnTo>
                  <a:pt x="2633400" y="132395"/>
                </a:lnTo>
                <a:lnTo>
                  <a:pt x="2633764" y="132659"/>
                </a:lnTo>
                <a:lnTo>
                  <a:pt x="2634149" y="132888"/>
                </a:lnTo>
                <a:lnTo>
                  <a:pt x="2634551" y="133084"/>
                </a:lnTo>
                <a:lnTo>
                  <a:pt x="2634967" y="133250"/>
                </a:lnTo>
                <a:lnTo>
                  <a:pt x="2635394" y="133389"/>
                </a:lnTo>
                <a:lnTo>
                  <a:pt x="2635828" y="133502"/>
                </a:lnTo>
                <a:lnTo>
                  <a:pt x="2636266" y="133593"/>
                </a:lnTo>
                <a:lnTo>
                  <a:pt x="2636705" y="133664"/>
                </a:lnTo>
                <a:lnTo>
                  <a:pt x="2637141" y="133717"/>
                </a:lnTo>
                <a:lnTo>
                  <a:pt x="2637572" y="133755"/>
                </a:lnTo>
                <a:lnTo>
                  <a:pt x="2637992" y="133780"/>
                </a:lnTo>
                <a:lnTo>
                  <a:pt x="2638400" y="133796"/>
                </a:lnTo>
                <a:lnTo>
                  <a:pt x="2638792" y="133804"/>
                </a:lnTo>
                <a:lnTo>
                  <a:pt x="2639165" y="133807"/>
                </a:lnTo>
                <a:lnTo>
                  <a:pt x="2639515" y="133807"/>
                </a:lnTo>
                <a:lnTo>
                  <a:pt x="2656483" y="133807"/>
                </a:lnTo>
                <a:lnTo>
                  <a:pt x="2656855" y="133807"/>
                </a:lnTo>
                <a:lnTo>
                  <a:pt x="2657246" y="133804"/>
                </a:lnTo>
                <a:lnTo>
                  <a:pt x="2657653" y="133796"/>
                </a:lnTo>
                <a:lnTo>
                  <a:pt x="2658072" y="133780"/>
                </a:lnTo>
                <a:lnTo>
                  <a:pt x="2658501" y="133755"/>
                </a:lnTo>
                <a:lnTo>
                  <a:pt x="2658937" y="133717"/>
                </a:lnTo>
                <a:lnTo>
                  <a:pt x="2659377" y="133664"/>
                </a:lnTo>
                <a:lnTo>
                  <a:pt x="2659817" y="133593"/>
                </a:lnTo>
                <a:lnTo>
                  <a:pt x="2660254" y="133502"/>
                </a:lnTo>
                <a:lnTo>
                  <a:pt x="2660685" y="133389"/>
                </a:lnTo>
                <a:lnTo>
                  <a:pt x="2661107" y="133250"/>
                </a:lnTo>
                <a:lnTo>
                  <a:pt x="2661518" y="133084"/>
                </a:lnTo>
                <a:lnTo>
                  <a:pt x="2661913" y="132888"/>
                </a:lnTo>
                <a:lnTo>
                  <a:pt x="2662291" y="132659"/>
                </a:lnTo>
                <a:lnTo>
                  <a:pt x="2662647" y="132395"/>
                </a:lnTo>
                <a:lnTo>
                  <a:pt x="2662978" y="132093"/>
                </a:lnTo>
                <a:lnTo>
                  <a:pt x="2663283" y="131752"/>
                </a:lnTo>
                <a:lnTo>
                  <a:pt x="2663556" y="131367"/>
                </a:lnTo>
                <a:lnTo>
                  <a:pt x="2663796" y="130937"/>
                </a:lnTo>
                <a:lnTo>
                  <a:pt x="2664000" y="130460"/>
                </a:lnTo>
                <a:lnTo>
                  <a:pt x="2664163" y="129932"/>
                </a:lnTo>
                <a:lnTo>
                  <a:pt x="2664284" y="129352"/>
                </a:lnTo>
                <a:lnTo>
                  <a:pt x="2664359" y="128717"/>
                </a:lnTo>
                <a:lnTo>
                  <a:pt x="2664384" y="128023"/>
                </a:lnTo>
                <a:lnTo>
                  <a:pt x="2664363" y="127307"/>
                </a:lnTo>
                <a:lnTo>
                  <a:pt x="2664301" y="126650"/>
                </a:lnTo>
                <a:lnTo>
                  <a:pt x="2664197" y="126051"/>
                </a:lnTo>
                <a:lnTo>
                  <a:pt x="2664052" y="125506"/>
                </a:lnTo>
                <a:lnTo>
                  <a:pt x="2663868" y="125013"/>
                </a:lnTo>
                <a:lnTo>
                  <a:pt x="2663643" y="124569"/>
                </a:lnTo>
                <a:lnTo>
                  <a:pt x="2663380" y="124172"/>
                </a:lnTo>
                <a:lnTo>
                  <a:pt x="2663078" y="123818"/>
                </a:lnTo>
                <a:lnTo>
                  <a:pt x="2662738" y="123507"/>
                </a:lnTo>
                <a:lnTo>
                  <a:pt x="2662360" y="123234"/>
                </a:lnTo>
                <a:lnTo>
                  <a:pt x="2661945" y="122998"/>
                </a:lnTo>
                <a:lnTo>
                  <a:pt x="2661493" y="122795"/>
                </a:lnTo>
                <a:lnTo>
                  <a:pt x="2661005" y="122623"/>
                </a:lnTo>
                <a:lnTo>
                  <a:pt x="2660482" y="122480"/>
                </a:lnTo>
                <a:lnTo>
                  <a:pt x="2659923" y="122363"/>
                </a:lnTo>
                <a:lnTo>
                  <a:pt x="2659330" y="122269"/>
                </a:lnTo>
                <a:lnTo>
                  <a:pt x="2658702" y="122196"/>
                </a:lnTo>
                <a:lnTo>
                  <a:pt x="2658041" y="122141"/>
                </a:lnTo>
                <a:lnTo>
                  <a:pt x="2657347" y="122102"/>
                </a:lnTo>
                <a:lnTo>
                  <a:pt x="2656620" y="122076"/>
                </a:lnTo>
                <a:lnTo>
                  <a:pt x="2655861" y="122060"/>
                </a:lnTo>
                <a:lnTo>
                  <a:pt x="2655071" y="122052"/>
                </a:lnTo>
                <a:lnTo>
                  <a:pt x="2654249" y="122049"/>
                </a:lnTo>
                <a:lnTo>
                  <a:pt x="2653397" y="122048"/>
                </a:lnTo>
                <a:lnTo>
                  <a:pt x="2653397" y="87574"/>
                </a:lnTo>
                <a:lnTo>
                  <a:pt x="2653437" y="85476"/>
                </a:lnTo>
                <a:lnTo>
                  <a:pt x="2653557" y="83463"/>
                </a:lnTo>
                <a:lnTo>
                  <a:pt x="2653752" y="81534"/>
                </a:lnTo>
                <a:lnTo>
                  <a:pt x="2654019" y="79691"/>
                </a:lnTo>
                <a:lnTo>
                  <a:pt x="2654355" y="77934"/>
                </a:lnTo>
                <a:lnTo>
                  <a:pt x="2654755" y="76263"/>
                </a:lnTo>
                <a:lnTo>
                  <a:pt x="2655218" y="74678"/>
                </a:lnTo>
                <a:lnTo>
                  <a:pt x="2655739" y="73181"/>
                </a:lnTo>
                <a:lnTo>
                  <a:pt x="2656315" y="71771"/>
                </a:lnTo>
                <a:lnTo>
                  <a:pt x="2656942" y="70449"/>
                </a:lnTo>
                <a:lnTo>
                  <a:pt x="2657617" y="69215"/>
                </a:lnTo>
                <a:lnTo>
                  <a:pt x="2658337" y="68070"/>
                </a:lnTo>
                <a:lnTo>
                  <a:pt x="2659098" y="67014"/>
                </a:lnTo>
                <a:lnTo>
                  <a:pt x="2659897" y="66047"/>
                </a:lnTo>
                <a:lnTo>
                  <a:pt x="2660730" y="65171"/>
                </a:lnTo>
                <a:lnTo>
                  <a:pt x="2661594" y="64385"/>
                </a:lnTo>
                <a:lnTo>
                  <a:pt x="2662486" y="63690"/>
                </a:lnTo>
                <a:lnTo>
                  <a:pt x="2663401" y="63087"/>
                </a:lnTo>
                <a:lnTo>
                  <a:pt x="2664337" y="62574"/>
                </a:lnTo>
                <a:lnTo>
                  <a:pt x="2665290" y="62155"/>
                </a:lnTo>
                <a:lnTo>
                  <a:pt x="2666257" y="61827"/>
                </a:lnTo>
                <a:lnTo>
                  <a:pt x="2667234" y="61593"/>
                </a:lnTo>
                <a:lnTo>
                  <a:pt x="2668218" y="61452"/>
                </a:lnTo>
                <a:lnTo>
                  <a:pt x="2669206" y="61405"/>
                </a:lnTo>
                <a:lnTo>
                  <a:pt x="2669751" y="61423"/>
                </a:lnTo>
                <a:lnTo>
                  <a:pt x="2670278" y="61477"/>
                </a:lnTo>
                <a:lnTo>
                  <a:pt x="2670785" y="61570"/>
                </a:lnTo>
                <a:lnTo>
                  <a:pt x="2671274" y="61706"/>
                </a:lnTo>
                <a:lnTo>
                  <a:pt x="2671742" y="61885"/>
                </a:lnTo>
                <a:lnTo>
                  <a:pt x="2672191" y="62112"/>
                </a:lnTo>
                <a:lnTo>
                  <a:pt x="2672619" y="62389"/>
                </a:lnTo>
                <a:lnTo>
                  <a:pt x="2673026" y="62717"/>
                </a:lnTo>
                <a:lnTo>
                  <a:pt x="2673411" y="63101"/>
                </a:lnTo>
                <a:lnTo>
                  <a:pt x="2673775" y="63542"/>
                </a:lnTo>
                <a:lnTo>
                  <a:pt x="2674116" y="64043"/>
                </a:lnTo>
                <a:lnTo>
                  <a:pt x="2674435" y="64606"/>
                </a:lnTo>
                <a:lnTo>
                  <a:pt x="2674731" y="65235"/>
                </a:lnTo>
                <a:lnTo>
                  <a:pt x="2675003" y="65931"/>
                </a:lnTo>
                <a:lnTo>
                  <a:pt x="2675251" y="66698"/>
                </a:lnTo>
                <a:lnTo>
                  <a:pt x="2675475" y="67538"/>
                </a:lnTo>
                <a:lnTo>
                  <a:pt x="2675674" y="68453"/>
                </a:lnTo>
                <a:lnTo>
                  <a:pt x="2675848" y="69446"/>
                </a:lnTo>
                <a:lnTo>
                  <a:pt x="2675997" y="70520"/>
                </a:lnTo>
                <a:lnTo>
                  <a:pt x="2676119" y="71678"/>
                </a:lnTo>
                <a:lnTo>
                  <a:pt x="2676215" y="72921"/>
                </a:lnTo>
                <a:lnTo>
                  <a:pt x="2676284" y="74253"/>
                </a:lnTo>
                <a:lnTo>
                  <a:pt x="2676326" y="75675"/>
                </a:lnTo>
                <a:lnTo>
                  <a:pt x="2676340" y="77192"/>
                </a:lnTo>
                <a:lnTo>
                  <a:pt x="2676340" y="122048"/>
                </a:lnTo>
                <a:lnTo>
                  <a:pt x="2675876" y="122049"/>
                </a:lnTo>
                <a:lnTo>
                  <a:pt x="2675403" y="122052"/>
                </a:lnTo>
                <a:lnTo>
                  <a:pt x="2674924" y="122060"/>
                </a:lnTo>
                <a:lnTo>
                  <a:pt x="2674440" y="122076"/>
                </a:lnTo>
                <a:lnTo>
                  <a:pt x="2673954" y="122102"/>
                </a:lnTo>
                <a:lnTo>
                  <a:pt x="2673469" y="122141"/>
                </a:lnTo>
                <a:lnTo>
                  <a:pt x="2672988" y="122196"/>
                </a:lnTo>
                <a:lnTo>
                  <a:pt x="2672512" y="122269"/>
                </a:lnTo>
                <a:lnTo>
                  <a:pt x="2672046" y="122363"/>
                </a:lnTo>
                <a:lnTo>
                  <a:pt x="2671591" y="122480"/>
                </a:lnTo>
                <a:lnTo>
                  <a:pt x="2671149" y="122623"/>
                </a:lnTo>
                <a:lnTo>
                  <a:pt x="2670724" y="122795"/>
                </a:lnTo>
                <a:lnTo>
                  <a:pt x="2670318" y="122998"/>
                </a:lnTo>
                <a:lnTo>
                  <a:pt x="2669934" y="123234"/>
                </a:lnTo>
                <a:lnTo>
                  <a:pt x="2669574" y="123507"/>
                </a:lnTo>
                <a:lnTo>
                  <a:pt x="2669241" y="123818"/>
                </a:lnTo>
                <a:lnTo>
                  <a:pt x="2668938" y="124172"/>
                </a:lnTo>
                <a:lnTo>
                  <a:pt x="2668666" y="124569"/>
                </a:lnTo>
                <a:lnTo>
                  <a:pt x="2668429" y="125013"/>
                </a:lnTo>
                <a:lnTo>
                  <a:pt x="2668230" y="125506"/>
                </a:lnTo>
                <a:lnTo>
                  <a:pt x="2668070" y="126051"/>
                </a:lnTo>
                <a:lnTo>
                  <a:pt x="2667953" y="126650"/>
                </a:lnTo>
                <a:lnTo>
                  <a:pt x="2667880" y="127307"/>
                </a:lnTo>
                <a:lnTo>
                  <a:pt x="2667856" y="128023"/>
                </a:lnTo>
                <a:lnTo>
                  <a:pt x="2667882" y="128717"/>
                </a:lnTo>
                <a:lnTo>
                  <a:pt x="2667960" y="129352"/>
                </a:lnTo>
                <a:lnTo>
                  <a:pt x="2668085" y="129932"/>
                </a:lnTo>
                <a:lnTo>
                  <a:pt x="2668254" y="130460"/>
                </a:lnTo>
                <a:lnTo>
                  <a:pt x="2668464" y="130937"/>
                </a:lnTo>
                <a:lnTo>
                  <a:pt x="2668711" y="131367"/>
                </a:lnTo>
                <a:lnTo>
                  <a:pt x="2668993" y="131752"/>
                </a:lnTo>
                <a:lnTo>
                  <a:pt x="2669305" y="132093"/>
                </a:lnTo>
                <a:lnTo>
                  <a:pt x="2669645" y="132395"/>
                </a:lnTo>
                <a:lnTo>
                  <a:pt x="2670009" y="132659"/>
                </a:lnTo>
                <a:lnTo>
                  <a:pt x="2670394" y="132888"/>
                </a:lnTo>
                <a:lnTo>
                  <a:pt x="2670796" y="133084"/>
                </a:lnTo>
                <a:lnTo>
                  <a:pt x="2671212" y="133250"/>
                </a:lnTo>
                <a:lnTo>
                  <a:pt x="2671639" y="133389"/>
                </a:lnTo>
                <a:lnTo>
                  <a:pt x="2672074" y="133502"/>
                </a:lnTo>
                <a:lnTo>
                  <a:pt x="2672512" y="133593"/>
                </a:lnTo>
                <a:lnTo>
                  <a:pt x="2672951" y="133664"/>
                </a:lnTo>
                <a:lnTo>
                  <a:pt x="2673387" y="133717"/>
                </a:lnTo>
                <a:lnTo>
                  <a:pt x="2673817" y="133755"/>
                </a:lnTo>
                <a:lnTo>
                  <a:pt x="2674238" y="133780"/>
                </a:lnTo>
                <a:lnTo>
                  <a:pt x="2674646" y="133796"/>
                </a:lnTo>
                <a:lnTo>
                  <a:pt x="2675038" y="133804"/>
                </a:lnTo>
                <a:lnTo>
                  <a:pt x="2675410" y="133807"/>
                </a:lnTo>
                <a:lnTo>
                  <a:pt x="2675760" y="133807"/>
                </a:lnTo>
                <a:lnTo>
                  <a:pt x="2690219" y="133807"/>
                </a:lnTo>
                <a:lnTo>
                  <a:pt x="2690591" y="133807"/>
                </a:lnTo>
                <a:lnTo>
                  <a:pt x="2690982" y="133804"/>
                </a:lnTo>
                <a:lnTo>
                  <a:pt x="2691389" y="133796"/>
                </a:lnTo>
                <a:lnTo>
                  <a:pt x="2691809" y="133780"/>
                </a:lnTo>
                <a:lnTo>
                  <a:pt x="2692238" y="133755"/>
                </a:lnTo>
                <a:lnTo>
                  <a:pt x="2692674" y="133717"/>
                </a:lnTo>
                <a:lnTo>
                  <a:pt x="2693114" y="133664"/>
                </a:lnTo>
                <a:lnTo>
                  <a:pt x="2693554" y="133593"/>
                </a:lnTo>
                <a:lnTo>
                  <a:pt x="2693991" y="133502"/>
                </a:lnTo>
                <a:lnTo>
                  <a:pt x="2694422" y="133389"/>
                </a:lnTo>
                <a:lnTo>
                  <a:pt x="2694845" y="133250"/>
                </a:lnTo>
                <a:lnTo>
                  <a:pt x="2695256" y="133084"/>
                </a:lnTo>
                <a:lnTo>
                  <a:pt x="2695651" y="132888"/>
                </a:lnTo>
                <a:lnTo>
                  <a:pt x="2696029" y="132659"/>
                </a:lnTo>
                <a:lnTo>
                  <a:pt x="2696385" y="132395"/>
                </a:lnTo>
                <a:lnTo>
                  <a:pt x="2696717" y="132093"/>
                </a:lnTo>
                <a:lnTo>
                  <a:pt x="2697021" y="131752"/>
                </a:lnTo>
                <a:lnTo>
                  <a:pt x="2697295" y="131367"/>
                </a:lnTo>
                <a:lnTo>
                  <a:pt x="2697535" y="130937"/>
                </a:lnTo>
                <a:lnTo>
                  <a:pt x="2697739" y="130460"/>
                </a:lnTo>
                <a:lnTo>
                  <a:pt x="2697902" y="129932"/>
                </a:lnTo>
                <a:lnTo>
                  <a:pt x="2698023" y="129352"/>
                </a:lnTo>
                <a:lnTo>
                  <a:pt x="2698098" y="128717"/>
                </a:lnTo>
                <a:lnTo>
                  <a:pt x="2698124" y="128023"/>
                </a:lnTo>
                <a:lnTo>
                  <a:pt x="2698103" y="127307"/>
                </a:lnTo>
                <a:lnTo>
                  <a:pt x="2698040" y="126650"/>
                </a:lnTo>
                <a:lnTo>
                  <a:pt x="2697936" y="126051"/>
                </a:lnTo>
                <a:lnTo>
                  <a:pt x="2697792" y="125506"/>
                </a:lnTo>
                <a:lnTo>
                  <a:pt x="2697607" y="125013"/>
                </a:lnTo>
                <a:lnTo>
                  <a:pt x="2697383" y="124569"/>
                </a:lnTo>
                <a:lnTo>
                  <a:pt x="2697119" y="124172"/>
                </a:lnTo>
                <a:lnTo>
                  <a:pt x="2696817" y="123818"/>
                </a:lnTo>
                <a:lnTo>
                  <a:pt x="2696477" y="123507"/>
                </a:lnTo>
                <a:lnTo>
                  <a:pt x="2696099" y="123234"/>
                </a:lnTo>
                <a:lnTo>
                  <a:pt x="2695684" y="122998"/>
                </a:lnTo>
                <a:lnTo>
                  <a:pt x="2695232" y="122795"/>
                </a:lnTo>
                <a:lnTo>
                  <a:pt x="2694744" y="122623"/>
                </a:lnTo>
                <a:lnTo>
                  <a:pt x="2694221" y="122480"/>
                </a:lnTo>
                <a:lnTo>
                  <a:pt x="2693662" y="122363"/>
                </a:lnTo>
                <a:lnTo>
                  <a:pt x="2693069" y="122269"/>
                </a:lnTo>
                <a:lnTo>
                  <a:pt x="2692441" y="122196"/>
                </a:lnTo>
                <a:lnTo>
                  <a:pt x="2691780" y="122141"/>
                </a:lnTo>
                <a:lnTo>
                  <a:pt x="2691086" y="122102"/>
                </a:lnTo>
                <a:lnTo>
                  <a:pt x="2690359" y="122076"/>
                </a:lnTo>
                <a:lnTo>
                  <a:pt x="2689601" y="122060"/>
                </a:lnTo>
                <a:lnTo>
                  <a:pt x="2688810" y="122052"/>
                </a:lnTo>
                <a:lnTo>
                  <a:pt x="2687988" y="122049"/>
                </a:lnTo>
                <a:lnTo>
                  <a:pt x="2687136" y="122048"/>
                </a:lnTo>
                <a:lnTo>
                  <a:pt x="2687136" y="87589"/>
                </a:lnTo>
                <a:lnTo>
                  <a:pt x="2687177" y="85489"/>
                </a:lnTo>
                <a:lnTo>
                  <a:pt x="2687296" y="83474"/>
                </a:lnTo>
                <a:lnTo>
                  <a:pt x="2687491" y="81544"/>
                </a:lnTo>
                <a:lnTo>
                  <a:pt x="2687758" y="79700"/>
                </a:lnTo>
                <a:lnTo>
                  <a:pt x="2688094" y="77941"/>
                </a:lnTo>
                <a:lnTo>
                  <a:pt x="2688495" y="76269"/>
                </a:lnTo>
                <a:lnTo>
                  <a:pt x="2688957" y="74684"/>
                </a:lnTo>
                <a:lnTo>
                  <a:pt x="2689478" y="73185"/>
                </a:lnTo>
                <a:lnTo>
                  <a:pt x="2690054" y="71774"/>
                </a:lnTo>
                <a:lnTo>
                  <a:pt x="2690681" y="70452"/>
                </a:lnTo>
                <a:lnTo>
                  <a:pt x="2691356" y="69217"/>
                </a:lnTo>
                <a:lnTo>
                  <a:pt x="2692076" y="68072"/>
                </a:lnTo>
                <a:lnTo>
                  <a:pt x="2692837" y="67015"/>
                </a:lnTo>
                <a:lnTo>
                  <a:pt x="2693636" y="66049"/>
                </a:lnTo>
                <a:lnTo>
                  <a:pt x="2694469" y="65172"/>
                </a:lnTo>
                <a:lnTo>
                  <a:pt x="2695333" y="64386"/>
                </a:lnTo>
                <a:lnTo>
                  <a:pt x="2696225" y="63691"/>
                </a:lnTo>
                <a:lnTo>
                  <a:pt x="2697140" y="63087"/>
                </a:lnTo>
                <a:lnTo>
                  <a:pt x="2698076" y="62575"/>
                </a:lnTo>
                <a:lnTo>
                  <a:pt x="2699029" y="62155"/>
                </a:lnTo>
                <a:lnTo>
                  <a:pt x="2699996" y="61827"/>
                </a:lnTo>
                <a:lnTo>
                  <a:pt x="2700974" y="61593"/>
                </a:lnTo>
                <a:lnTo>
                  <a:pt x="2701958" y="61452"/>
                </a:lnTo>
                <a:lnTo>
                  <a:pt x="2702945" y="61405"/>
                </a:lnTo>
                <a:lnTo>
                  <a:pt x="2703490" y="61423"/>
                </a:lnTo>
                <a:lnTo>
                  <a:pt x="2704017" y="61477"/>
                </a:lnTo>
                <a:lnTo>
                  <a:pt x="2704524" y="61570"/>
                </a:lnTo>
                <a:lnTo>
                  <a:pt x="2705013" y="61706"/>
                </a:lnTo>
                <a:lnTo>
                  <a:pt x="2705481" y="61885"/>
                </a:lnTo>
                <a:lnTo>
                  <a:pt x="2705930" y="62112"/>
                </a:lnTo>
                <a:lnTo>
                  <a:pt x="2706358" y="62389"/>
                </a:lnTo>
                <a:lnTo>
                  <a:pt x="2706765" y="62717"/>
                </a:lnTo>
                <a:lnTo>
                  <a:pt x="2707150" y="63101"/>
                </a:lnTo>
                <a:lnTo>
                  <a:pt x="2707514" y="63542"/>
                </a:lnTo>
                <a:lnTo>
                  <a:pt x="2707856" y="64043"/>
                </a:lnTo>
                <a:lnTo>
                  <a:pt x="2708174" y="64606"/>
                </a:lnTo>
                <a:lnTo>
                  <a:pt x="2708470" y="65235"/>
                </a:lnTo>
                <a:lnTo>
                  <a:pt x="2708742" y="65931"/>
                </a:lnTo>
                <a:lnTo>
                  <a:pt x="2708991" y="66698"/>
                </a:lnTo>
                <a:lnTo>
                  <a:pt x="2709215" y="67538"/>
                </a:lnTo>
                <a:lnTo>
                  <a:pt x="2709414" y="68453"/>
                </a:lnTo>
                <a:lnTo>
                  <a:pt x="2709588" y="69446"/>
                </a:lnTo>
                <a:lnTo>
                  <a:pt x="2709736" y="70520"/>
                </a:lnTo>
                <a:lnTo>
                  <a:pt x="2709858" y="71678"/>
                </a:lnTo>
                <a:lnTo>
                  <a:pt x="2709954" y="72921"/>
                </a:lnTo>
                <a:lnTo>
                  <a:pt x="2710023" y="74253"/>
                </a:lnTo>
                <a:lnTo>
                  <a:pt x="2710065" y="75675"/>
                </a:lnTo>
                <a:lnTo>
                  <a:pt x="2710079" y="77192"/>
                </a:lnTo>
                <a:lnTo>
                  <a:pt x="2710079" y="122048"/>
                </a:lnTo>
                <a:lnTo>
                  <a:pt x="2709615" y="122049"/>
                </a:lnTo>
                <a:lnTo>
                  <a:pt x="2709142" y="122052"/>
                </a:lnTo>
                <a:lnTo>
                  <a:pt x="2708662" y="122060"/>
                </a:lnTo>
                <a:lnTo>
                  <a:pt x="2708178" y="122076"/>
                </a:lnTo>
                <a:lnTo>
                  <a:pt x="2707692" y="122102"/>
                </a:lnTo>
                <a:lnTo>
                  <a:pt x="2707207" y="122141"/>
                </a:lnTo>
                <a:lnTo>
                  <a:pt x="2706725" y="122196"/>
                </a:lnTo>
                <a:lnTo>
                  <a:pt x="2706250" y="122269"/>
                </a:lnTo>
                <a:lnTo>
                  <a:pt x="2705784" y="122363"/>
                </a:lnTo>
                <a:lnTo>
                  <a:pt x="2705328" y="122480"/>
                </a:lnTo>
                <a:lnTo>
                  <a:pt x="2704887" y="122623"/>
                </a:lnTo>
                <a:lnTo>
                  <a:pt x="2704462" y="122795"/>
                </a:lnTo>
                <a:lnTo>
                  <a:pt x="2704057" y="122998"/>
                </a:lnTo>
                <a:lnTo>
                  <a:pt x="2703673" y="123234"/>
                </a:lnTo>
                <a:lnTo>
                  <a:pt x="2703313" y="123507"/>
                </a:lnTo>
                <a:lnTo>
                  <a:pt x="2702980" y="123818"/>
                </a:lnTo>
                <a:lnTo>
                  <a:pt x="2702676" y="124172"/>
                </a:lnTo>
                <a:lnTo>
                  <a:pt x="2702405" y="124569"/>
                </a:lnTo>
                <a:lnTo>
                  <a:pt x="2702168" y="125013"/>
                </a:lnTo>
                <a:lnTo>
                  <a:pt x="2701969" y="125506"/>
                </a:lnTo>
                <a:lnTo>
                  <a:pt x="2701809" y="126051"/>
                </a:lnTo>
                <a:lnTo>
                  <a:pt x="2701692" y="126650"/>
                </a:lnTo>
                <a:lnTo>
                  <a:pt x="2701619" y="127307"/>
                </a:lnTo>
                <a:lnTo>
                  <a:pt x="2701595" y="128023"/>
                </a:lnTo>
                <a:lnTo>
                  <a:pt x="2701621" y="128717"/>
                </a:lnTo>
                <a:lnTo>
                  <a:pt x="2701699" y="129352"/>
                </a:lnTo>
                <a:lnTo>
                  <a:pt x="2701824" y="129932"/>
                </a:lnTo>
                <a:lnTo>
                  <a:pt x="2701993" y="130460"/>
                </a:lnTo>
                <a:lnTo>
                  <a:pt x="2702203" y="130937"/>
                </a:lnTo>
                <a:lnTo>
                  <a:pt x="2702450" y="131367"/>
                </a:lnTo>
                <a:lnTo>
                  <a:pt x="2702732" y="131752"/>
                </a:lnTo>
                <a:lnTo>
                  <a:pt x="2703044" y="132093"/>
                </a:lnTo>
                <a:lnTo>
                  <a:pt x="2703384" y="132395"/>
                </a:lnTo>
                <a:lnTo>
                  <a:pt x="2703748" y="132659"/>
                </a:lnTo>
                <a:lnTo>
                  <a:pt x="2704132" y="132888"/>
                </a:lnTo>
                <a:lnTo>
                  <a:pt x="2704534" y="133084"/>
                </a:lnTo>
                <a:lnTo>
                  <a:pt x="2704950" y="133250"/>
                </a:lnTo>
                <a:lnTo>
                  <a:pt x="2705377" y="133389"/>
                </a:lnTo>
                <a:lnTo>
                  <a:pt x="2705812" y="133502"/>
                </a:lnTo>
                <a:lnTo>
                  <a:pt x="2706250" y="133593"/>
                </a:lnTo>
                <a:lnTo>
                  <a:pt x="2706689" y="133664"/>
                </a:lnTo>
                <a:lnTo>
                  <a:pt x="2707125" y="133717"/>
                </a:lnTo>
                <a:lnTo>
                  <a:pt x="2707555" y="133755"/>
                </a:lnTo>
                <a:lnTo>
                  <a:pt x="2707976" y="133780"/>
                </a:lnTo>
                <a:lnTo>
                  <a:pt x="2708384" y="133796"/>
                </a:lnTo>
                <a:lnTo>
                  <a:pt x="2708777" y="133804"/>
                </a:lnTo>
                <a:lnTo>
                  <a:pt x="2709149" y="133807"/>
                </a:lnTo>
                <a:lnTo>
                  <a:pt x="2709499" y="133807"/>
                </a:lnTo>
                <a:lnTo>
                  <a:pt x="2723958" y="133807"/>
                </a:lnTo>
                <a:lnTo>
                  <a:pt x="2724330" y="133807"/>
                </a:lnTo>
                <a:lnTo>
                  <a:pt x="2724721" y="133804"/>
                </a:lnTo>
                <a:lnTo>
                  <a:pt x="2725128" y="133796"/>
                </a:lnTo>
                <a:lnTo>
                  <a:pt x="2725548" y="133780"/>
                </a:lnTo>
                <a:lnTo>
                  <a:pt x="2725977" y="133755"/>
                </a:lnTo>
                <a:lnTo>
                  <a:pt x="2726413" y="133717"/>
                </a:lnTo>
                <a:lnTo>
                  <a:pt x="2726853" y="133664"/>
                </a:lnTo>
                <a:lnTo>
                  <a:pt x="2727293" y="133593"/>
                </a:lnTo>
                <a:lnTo>
                  <a:pt x="2727730" y="133502"/>
                </a:lnTo>
                <a:lnTo>
                  <a:pt x="2728161" y="133389"/>
                </a:lnTo>
                <a:lnTo>
                  <a:pt x="2728584" y="133250"/>
                </a:lnTo>
                <a:lnTo>
                  <a:pt x="2728995" y="133084"/>
                </a:lnTo>
                <a:lnTo>
                  <a:pt x="2729390" y="132888"/>
                </a:lnTo>
                <a:lnTo>
                  <a:pt x="2729768" y="132659"/>
                </a:lnTo>
                <a:lnTo>
                  <a:pt x="2730124" y="132395"/>
                </a:lnTo>
                <a:lnTo>
                  <a:pt x="2730456" y="132093"/>
                </a:lnTo>
                <a:lnTo>
                  <a:pt x="2730760" y="131752"/>
                </a:lnTo>
                <a:lnTo>
                  <a:pt x="2731034" y="131367"/>
                </a:lnTo>
                <a:lnTo>
                  <a:pt x="2731274" y="130937"/>
                </a:lnTo>
                <a:lnTo>
                  <a:pt x="2731478" y="130460"/>
                </a:lnTo>
                <a:lnTo>
                  <a:pt x="2731642" y="129932"/>
                </a:lnTo>
                <a:lnTo>
                  <a:pt x="2731762" y="129352"/>
                </a:lnTo>
                <a:lnTo>
                  <a:pt x="2731837" y="128717"/>
                </a:lnTo>
                <a:lnTo>
                  <a:pt x="2731863" y="128023"/>
                </a:lnTo>
                <a:lnTo>
                  <a:pt x="2731842" y="127307"/>
                </a:lnTo>
                <a:lnTo>
                  <a:pt x="2731779" y="126650"/>
                </a:lnTo>
                <a:lnTo>
                  <a:pt x="2731675" y="126051"/>
                </a:lnTo>
                <a:lnTo>
                  <a:pt x="2731531" y="125506"/>
                </a:lnTo>
                <a:lnTo>
                  <a:pt x="2731346" y="125013"/>
                </a:lnTo>
                <a:lnTo>
                  <a:pt x="2731122" y="124569"/>
                </a:lnTo>
                <a:close/>
                <a:moveTo>
                  <a:pt x="3135985" y="124569"/>
                </a:moveTo>
                <a:lnTo>
                  <a:pt x="3135721" y="124172"/>
                </a:lnTo>
                <a:lnTo>
                  <a:pt x="3135419" y="123818"/>
                </a:lnTo>
                <a:lnTo>
                  <a:pt x="3135079" y="123507"/>
                </a:lnTo>
                <a:lnTo>
                  <a:pt x="3134701" y="123234"/>
                </a:lnTo>
                <a:lnTo>
                  <a:pt x="3134286" y="122998"/>
                </a:lnTo>
                <a:lnTo>
                  <a:pt x="3133834" y="122795"/>
                </a:lnTo>
                <a:lnTo>
                  <a:pt x="3133347" y="122623"/>
                </a:lnTo>
                <a:lnTo>
                  <a:pt x="3132823" y="122480"/>
                </a:lnTo>
                <a:lnTo>
                  <a:pt x="3132264" y="122363"/>
                </a:lnTo>
                <a:lnTo>
                  <a:pt x="3131671" y="122269"/>
                </a:lnTo>
                <a:lnTo>
                  <a:pt x="3131044" y="122196"/>
                </a:lnTo>
                <a:lnTo>
                  <a:pt x="3130383" y="122141"/>
                </a:lnTo>
                <a:lnTo>
                  <a:pt x="3129689" y="122102"/>
                </a:lnTo>
                <a:lnTo>
                  <a:pt x="3128962" y="122076"/>
                </a:lnTo>
                <a:lnTo>
                  <a:pt x="3128203" y="122060"/>
                </a:lnTo>
                <a:lnTo>
                  <a:pt x="3127412" y="122052"/>
                </a:lnTo>
                <a:lnTo>
                  <a:pt x="3126591" y="122049"/>
                </a:lnTo>
                <a:lnTo>
                  <a:pt x="3125738" y="122048"/>
                </a:lnTo>
                <a:lnTo>
                  <a:pt x="3125738" y="75459"/>
                </a:lnTo>
                <a:lnTo>
                  <a:pt x="3125737" y="74886"/>
                </a:lnTo>
                <a:lnTo>
                  <a:pt x="3125728" y="74142"/>
                </a:lnTo>
                <a:lnTo>
                  <a:pt x="3125705" y="73244"/>
                </a:lnTo>
                <a:lnTo>
                  <a:pt x="3125659" y="72209"/>
                </a:lnTo>
                <a:lnTo>
                  <a:pt x="3125583" y="71056"/>
                </a:lnTo>
                <a:lnTo>
                  <a:pt x="3125470" y="69800"/>
                </a:lnTo>
                <a:lnTo>
                  <a:pt x="3125313" y="68461"/>
                </a:lnTo>
                <a:lnTo>
                  <a:pt x="3125103" y="67054"/>
                </a:lnTo>
                <a:lnTo>
                  <a:pt x="3124833" y="65598"/>
                </a:lnTo>
                <a:lnTo>
                  <a:pt x="3124497" y="64110"/>
                </a:lnTo>
                <a:lnTo>
                  <a:pt x="3124086" y="62607"/>
                </a:lnTo>
                <a:lnTo>
                  <a:pt x="3123593" y="61107"/>
                </a:lnTo>
                <a:lnTo>
                  <a:pt x="3123011" y="59627"/>
                </a:lnTo>
                <a:lnTo>
                  <a:pt x="3122332" y="58184"/>
                </a:lnTo>
                <a:lnTo>
                  <a:pt x="3121549" y="56796"/>
                </a:lnTo>
                <a:lnTo>
                  <a:pt x="3120654" y="55480"/>
                </a:lnTo>
                <a:lnTo>
                  <a:pt x="3119640" y="54254"/>
                </a:lnTo>
                <a:lnTo>
                  <a:pt x="3118499" y="53135"/>
                </a:lnTo>
                <a:lnTo>
                  <a:pt x="3117224" y="52141"/>
                </a:lnTo>
                <a:lnTo>
                  <a:pt x="3115808" y="51288"/>
                </a:lnTo>
                <a:lnTo>
                  <a:pt x="3114243" y="50594"/>
                </a:lnTo>
                <a:lnTo>
                  <a:pt x="3112521" y="50077"/>
                </a:lnTo>
                <a:lnTo>
                  <a:pt x="3110636" y="49754"/>
                </a:lnTo>
                <a:lnTo>
                  <a:pt x="3108579" y="49643"/>
                </a:lnTo>
                <a:lnTo>
                  <a:pt x="3107845" y="49656"/>
                </a:lnTo>
                <a:lnTo>
                  <a:pt x="3107092" y="49697"/>
                </a:lnTo>
                <a:lnTo>
                  <a:pt x="3106320" y="49765"/>
                </a:lnTo>
                <a:lnTo>
                  <a:pt x="3105532" y="49863"/>
                </a:lnTo>
                <a:lnTo>
                  <a:pt x="3104730" y="49992"/>
                </a:lnTo>
                <a:lnTo>
                  <a:pt x="3103916" y="50152"/>
                </a:lnTo>
                <a:lnTo>
                  <a:pt x="3103092" y="50345"/>
                </a:lnTo>
                <a:lnTo>
                  <a:pt x="3102260" y="50571"/>
                </a:lnTo>
                <a:lnTo>
                  <a:pt x="3101422" y="50833"/>
                </a:lnTo>
                <a:lnTo>
                  <a:pt x="3100580" y="51130"/>
                </a:lnTo>
                <a:lnTo>
                  <a:pt x="3099735" y="51464"/>
                </a:lnTo>
                <a:lnTo>
                  <a:pt x="3098891" y="51836"/>
                </a:lnTo>
                <a:lnTo>
                  <a:pt x="3098049" y="52248"/>
                </a:lnTo>
                <a:lnTo>
                  <a:pt x="3097211" y="52699"/>
                </a:lnTo>
                <a:lnTo>
                  <a:pt x="3096379" y="53192"/>
                </a:lnTo>
                <a:lnTo>
                  <a:pt x="3095555" y="53728"/>
                </a:lnTo>
                <a:lnTo>
                  <a:pt x="3094741" y="54307"/>
                </a:lnTo>
                <a:lnTo>
                  <a:pt x="3093939" y="54930"/>
                </a:lnTo>
                <a:lnTo>
                  <a:pt x="3093151" y="55600"/>
                </a:lnTo>
                <a:lnTo>
                  <a:pt x="3092379" y="56316"/>
                </a:lnTo>
                <a:lnTo>
                  <a:pt x="3091626" y="57079"/>
                </a:lnTo>
                <a:lnTo>
                  <a:pt x="3090892" y="57892"/>
                </a:lnTo>
                <a:lnTo>
                  <a:pt x="3090180" y="58755"/>
                </a:lnTo>
                <a:lnTo>
                  <a:pt x="3089493" y="59669"/>
                </a:lnTo>
                <a:lnTo>
                  <a:pt x="3089118" y="58866"/>
                </a:lnTo>
                <a:lnTo>
                  <a:pt x="3088719" y="58095"/>
                </a:lnTo>
                <a:lnTo>
                  <a:pt x="3088294" y="57357"/>
                </a:lnTo>
                <a:lnTo>
                  <a:pt x="3087845" y="56651"/>
                </a:lnTo>
                <a:lnTo>
                  <a:pt x="3087373" y="55978"/>
                </a:lnTo>
                <a:lnTo>
                  <a:pt x="3086878" y="55337"/>
                </a:lnTo>
                <a:lnTo>
                  <a:pt x="3086361" y="54730"/>
                </a:lnTo>
                <a:lnTo>
                  <a:pt x="3085823" y="54157"/>
                </a:lnTo>
                <a:lnTo>
                  <a:pt x="3085263" y="53616"/>
                </a:lnTo>
                <a:lnTo>
                  <a:pt x="3084684" y="53110"/>
                </a:lnTo>
                <a:lnTo>
                  <a:pt x="3084085" y="52637"/>
                </a:lnTo>
                <a:lnTo>
                  <a:pt x="3083468" y="52198"/>
                </a:lnTo>
                <a:lnTo>
                  <a:pt x="3082832" y="51793"/>
                </a:lnTo>
                <a:lnTo>
                  <a:pt x="3082180" y="51423"/>
                </a:lnTo>
                <a:lnTo>
                  <a:pt x="3081510" y="51087"/>
                </a:lnTo>
                <a:lnTo>
                  <a:pt x="3080824" y="50786"/>
                </a:lnTo>
                <a:lnTo>
                  <a:pt x="3080123" y="50519"/>
                </a:lnTo>
                <a:lnTo>
                  <a:pt x="3079407" y="50288"/>
                </a:lnTo>
                <a:lnTo>
                  <a:pt x="3078677" y="50091"/>
                </a:lnTo>
                <a:lnTo>
                  <a:pt x="3077934" y="49930"/>
                </a:lnTo>
                <a:lnTo>
                  <a:pt x="3077178" y="49805"/>
                </a:lnTo>
                <a:lnTo>
                  <a:pt x="3076410" y="49715"/>
                </a:lnTo>
                <a:lnTo>
                  <a:pt x="3075630" y="49661"/>
                </a:lnTo>
                <a:lnTo>
                  <a:pt x="3074840" y="49643"/>
                </a:lnTo>
                <a:lnTo>
                  <a:pt x="3074071" y="49657"/>
                </a:lnTo>
                <a:lnTo>
                  <a:pt x="3073306" y="49699"/>
                </a:lnTo>
                <a:lnTo>
                  <a:pt x="3072546" y="49767"/>
                </a:lnTo>
                <a:lnTo>
                  <a:pt x="3071791" y="49863"/>
                </a:lnTo>
                <a:lnTo>
                  <a:pt x="3071041" y="49984"/>
                </a:lnTo>
                <a:lnTo>
                  <a:pt x="3070297" y="50131"/>
                </a:lnTo>
                <a:lnTo>
                  <a:pt x="3069559" y="50303"/>
                </a:lnTo>
                <a:lnTo>
                  <a:pt x="3068828" y="50500"/>
                </a:lnTo>
                <a:lnTo>
                  <a:pt x="3068103" y="50721"/>
                </a:lnTo>
                <a:lnTo>
                  <a:pt x="3067385" y="50966"/>
                </a:lnTo>
                <a:lnTo>
                  <a:pt x="3066675" y="51233"/>
                </a:lnTo>
                <a:lnTo>
                  <a:pt x="3065972" y="51524"/>
                </a:lnTo>
                <a:lnTo>
                  <a:pt x="3065277" y="51836"/>
                </a:lnTo>
                <a:lnTo>
                  <a:pt x="3064591" y="52170"/>
                </a:lnTo>
                <a:lnTo>
                  <a:pt x="3063913" y="52525"/>
                </a:lnTo>
                <a:lnTo>
                  <a:pt x="3063244" y="52901"/>
                </a:lnTo>
                <a:lnTo>
                  <a:pt x="3062585" y="53296"/>
                </a:lnTo>
                <a:lnTo>
                  <a:pt x="3061935" y="53711"/>
                </a:lnTo>
                <a:lnTo>
                  <a:pt x="3061296" y="54146"/>
                </a:lnTo>
                <a:lnTo>
                  <a:pt x="3060666" y="54599"/>
                </a:lnTo>
                <a:lnTo>
                  <a:pt x="3060048" y="55070"/>
                </a:lnTo>
                <a:lnTo>
                  <a:pt x="3059440" y="55558"/>
                </a:lnTo>
                <a:lnTo>
                  <a:pt x="3058844" y="56064"/>
                </a:lnTo>
                <a:lnTo>
                  <a:pt x="3058260" y="56586"/>
                </a:lnTo>
                <a:lnTo>
                  <a:pt x="3058194" y="55889"/>
                </a:lnTo>
                <a:lnTo>
                  <a:pt x="3058094" y="55250"/>
                </a:lnTo>
                <a:lnTo>
                  <a:pt x="3057960" y="54667"/>
                </a:lnTo>
                <a:lnTo>
                  <a:pt x="3057796" y="54137"/>
                </a:lnTo>
                <a:lnTo>
                  <a:pt x="3057602" y="53657"/>
                </a:lnTo>
                <a:lnTo>
                  <a:pt x="3057380" y="53225"/>
                </a:lnTo>
                <a:lnTo>
                  <a:pt x="3057133" y="52839"/>
                </a:lnTo>
                <a:lnTo>
                  <a:pt x="3056860" y="52495"/>
                </a:lnTo>
                <a:lnTo>
                  <a:pt x="3056565" y="52192"/>
                </a:lnTo>
                <a:lnTo>
                  <a:pt x="3056249" y="51927"/>
                </a:lnTo>
                <a:lnTo>
                  <a:pt x="3055914" y="51697"/>
                </a:lnTo>
                <a:lnTo>
                  <a:pt x="3055561" y="51499"/>
                </a:lnTo>
                <a:lnTo>
                  <a:pt x="3055191" y="51332"/>
                </a:lnTo>
                <a:lnTo>
                  <a:pt x="3054808" y="51193"/>
                </a:lnTo>
                <a:lnTo>
                  <a:pt x="3054411" y="51079"/>
                </a:lnTo>
                <a:lnTo>
                  <a:pt x="3054004" y="50988"/>
                </a:lnTo>
                <a:lnTo>
                  <a:pt x="3053587" y="50917"/>
                </a:lnTo>
                <a:lnTo>
                  <a:pt x="3053162" y="50864"/>
                </a:lnTo>
                <a:lnTo>
                  <a:pt x="3052732" y="50825"/>
                </a:lnTo>
                <a:lnTo>
                  <a:pt x="3052297" y="50800"/>
                </a:lnTo>
                <a:lnTo>
                  <a:pt x="3051859" y="50784"/>
                </a:lnTo>
                <a:lnTo>
                  <a:pt x="3051420" y="50776"/>
                </a:lnTo>
                <a:lnTo>
                  <a:pt x="3050982" y="50773"/>
                </a:lnTo>
                <a:lnTo>
                  <a:pt x="3050547" y="50773"/>
                </a:lnTo>
                <a:lnTo>
                  <a:pt x="3044378" y="50773"/>
                </a:lnTo>
                <a:lnTo>
                  <a:pt x="3044006" y="50773"/>
                </a:lnTo>
                <a:lnTo>
                  <a:pt x="3043615" y="50776"/>
                </a:lnTo>
                <a:lnTo>
                  <a:pt x="3043208" y="50784"/>
                </a:lnTo>
                <a:lnTo>
                  <a:pt x="3042788" y="50799"/>
                </a:lnTo>
                <a:lnTo>
                  <a:pt x="3042359" y="50825"/>
                </a:lnTo>
                <a:lnTo>
                  <a:pt x="3041923" y="50863"/>
                </a:lnTo>
                <a:lnTo>
                  <a:pt x="3041483" y="50916"/>
                </a:lnTo>
                <a:lnTo>
                  <a:pt x="3041043" y="50987"/>
                </a:lnTo>
                <a:lnTo>
                  <a:pt x="3040606" y="51078"/>
                </a:lnTo>
                <a:lnTo>
                  <a:pt x="3040174" y="51191"/>
                </a:lnTo>
                <a:lnTo>
                  <a:pt x="3039752" y="51330"/>
                </a:lnTo>
                <a:lnTo>
                  <a:pt x="3039341" y="51496"/>
                </a:lnTo>
                <a:lnTo>
                  <a:pt x="3038945" y="51692"/>
                </a:lnTo>
                <a:lnTo>
                  <a:pt x="3038568" y="51921"/>
                </a:lnTo>
                <a:lnTo>
                  <a:pt x="3038212" y="52186"/>
                </a:lnTo>
                <a:lnTo>
                  <a:pt x="3037880" y="52487"/>
                </a:lnTo>
                <a:lnTo>
                  <a:pt x="3037576" y="52829"/>
                </a:lnTo>
                <a:lnTo>
                  <a:pt x="3037302" y="53214"/>
                </a:lnTo>
                <a:lnTo>
                  <a:pt x="3037061" y="53644"/>
                </a:lnTo>
                <a:lnTo>
                  <a:pt x="3036858" y="54122"/>
                </a:lnTo>
                <a:lnTo>
                  <a:pt x="3036694" y="54649"/>
                </a:lnTo>
                <a:lnTo>
                  <a:pt x="3036574" y="55230"/>
                </a:lnTo>
                <a:lnTo>
                  <a:pt x="3036499" y="55866"/>
                </a:lnTo>
                <a:lnTo>
                  <a:pt x="3036473" y="56560"/>
                </a:lnTo>
                <a:lnTo>
                  <a:pt x="3036494" y="57276"/>
                </a:lnTo>
                <a:lnTo>
                  <a:pt x="3036557" y="57932"/>
                </a:lnTo>
                <a:lnTo>
                  <a:pt x="3036661" y="58532"/>
                </a:lnTo>
                <a:lnTo>
                  <a:pt x="3036805" y="59077"/>
                </a:lnTo>
                <a:lnTo>
                  <a:pt x="3036990" y="59570"/>
                </a:lnTo>
                <a:lnTo>
                  <a:pt x="3037215" y="60014"/>
                </a:lnTo>
                <a:lnTo>
                  <a:pt x="3037478" y="60411"/>
                </a:lnTo>
                <a:lnTo>
                  <a:pt x="3037780" y="60764"/>
                </a:lnTo>
                <a:lnTo>
                  <a:pt x="3038121" y="61076"/>
                </a:lnTo>
                <a:lnTo>
                  <a:pt x="3038499" y="61349"/>
                </a:lnTo>
                <a:lnTo>
                  <a:pt x="3038914" y="61585"/>
                </a:lnTo>
                <a:lnTo>
                  <a:pt x="3039366" y="61788"/>
                </a:lnTo>
                <a:lnTo>
                  <a:pt x="3039854" y="61959"/>
                </a:lnTo>
                <a:lnTo>
                  <a:pt x="3040378" y="62103"/>
                </a:lnTo>
                <a:lnTo>
                  <a:pt x="3040937" y="62220"/>
                </a:lnTo>
                <a:lnTo>
                  <a:pt x="3041530" y="62313"/>
                </a:lnTo>
                <a:lnTo>
                  <a:pt x="3042158" y="62386"/>
                </a:lnTo>
                <a:lnTo>
                  <a:pt x="3042819" y="62441"/>
                </a:lnTo>
                <a:lnTo>
                  <a:pt x="3043513" y="62481"/>
                </a:lnTo>
                <a:lnTo>
                  <a:pt x="3044240" y="62507"/>
                </a:lnTo>
                <a:lnTo>
                  <a:pt x="3044999" y="62523"/>
                </a:lnTo>
                <a:lnTo>
                  <a:pt x="3045790" y="62531"/>
                </a:lnTo>
                <a:lnTo>
                  <a:pt x="3046611" y="62534"/>
                </a:lnTo>
                <a:lnTo>
                  <a:pt x="3047464" y="62535"/>
                </a:lnTo>
                <a:lnTo>
                  <a:pt x="3047464" y="122048"/>
                </a:lnTo>
                <a:lnTo>
                  <a:pt x="3046611" y="122049"/>
                </a:lnTo>
                <a:lnTo>
                  <a:pt x="3045790" y="122052"/>
                </a:lnTo>
                <a:lnTo>
                  <a:pt x="3044999" y="122060"/>
                </a:lnTo>
                <a:lnTo>
                  <a:pt x="3044240" y="122076"/>
                </a:lnTo>
                <a:lnTo>
                  <a:pt x="3043513" y="122102"/>
                </a:lnTo>
                <a:lnTo>
                  <a:pt x="3042819" y="122141"/>
                </a:lnTo>
                <a:lnTo>
                  <a:pt x="3042158" y="122196"/>
                </a:lnTo>
                <a:lnTo>
                  <a:pt x="3041530" y="122269"/>
                </a:lnTo>
                <a:lnTo>
                  <a:pt x="3040937" y="122363"/>
                </a:lnTo>
                <a:lnTo>
                  <a:pt x="3040378" y="122480"/>
                </a:lnTo>
                <a:lnTo>
                  <a:pt x="3039854" y="122623"/>
                </a:lnTo>
                <a:lnTo>
                  <a:pt x="3039366" y="122795"/>
                </a:lnTo>
                <a:lnTo>
                  <a:pt x="3038914" y="122998"/>
                </a:lnTo>
                <a:lnTo>
                  <a:pt x="3038499" y="123234"/>
                </a:lnTo>
                <a:lnTo>
                  <a:pt x="3038121" y="123507"/>
                </a:lnTo>
                <a:lnTo>
                  <a:pt x="3037780" y="123818"/>
                </a:lnTo>
                <a:lnTo>
                  <a:pt x="3037478" y="124172"/>
                </a:lnTo>
                <a:lnTo>
                  <a:pt x="3037215" y="124569"/>
                </a:lnTo>
                <a:lnTo>
                  <a:pt x="3036990" y="125013"/>
                </a:lnTo>
                <a:lnTo>
                  <a:pt x="3036805" y="125506"/>
                </a:lnTo>
                <a:lnTo>
                  <a:pt x="3036661" y="126051"/>
                </a:lnTo>
                <a:lnTo>
                  <a:pt x="3036557" y="126650"/>
                </a:lnTo>
                <a:lnTo>
                  <a:pt x="3036494" y="127307"/>
                </a:lnTo>
                <a:lnTo>
                  <a:pt x="3036473" y="128023"/>
                </a:lnTo>
                <a:lnTo>
                  <a:pt x="3036500" y="128717"/>
                </a:lnTo>
                <a:lnTo>
                  <a:pt x="3036577" y="129352"/>
                </a:lnTo>
                <a:lnTo>
                  <a:pt x="3036702" y="129932"/>
                </a:lnTo>
                <a:lnTo>
                  <a:pt x="3036871" y="130460"/>
                </a:lnTo>
                <a:lnTo>
                  <a:pt x="3037081" y="130937"/>
                </a:lnTo>
                <a:lnTo>
                  <a:pt x="3037329" y="131367"/>
                </a:lnTo>
                <a:lnTo>
                  <a:pt x="3037611" y="131752"/>
                </a:lnTo>
                <a:lnTo>
                  <a:pt x="3037923" y="132093"/>
                </a:lnTo>
                <a:lnTo>
                  <a:pt x="3038263" y="132395"/>
                </a:lnTo>
                <a:lnTo>
                  <a:pt x="3038627" y="132659"/>
                </a:lnTo>
                <a:lnTo>
                  <a:pt x="3039012" y="132888"/>
                </a:lnTo>
                <a:lnTo>
                  <a:pt x="3039414" y="133084"/>
                </a:lnTo>
                <a:lnTo>
                  <a:pt x="3039830" y="133250"/>
                </a:lnTo>
                <a:lnTo>
                  <a:pt x="3040257" y="133389"/>
                </a:lnTo>
                <a:lnTo>
                  <a:pt x="3040691" y="133502"/>
                </a:lnTo>
                <a:lnTo>
                  <a:pt x="3041130" y="133593"/>
                </a:lnTo>
                <a:lnTo>
                  <a:pt x="3041568" y="133664"/>
                </a:lnTo>
                <a:lnTo>
                  <a:pt x="3042005" y="133717"/>
                </a:lnTo>
                <a:lnTo>
                  <a:pt x="3042435" y="133755"/>
                </a:lnTo>
                <a:lnTo>
                  <a:pt x="3042856" y="133780"/>
                </a:lnTo>
                <a:lnTo>
                  <a:pt x="3043264" y="133796"/>
                </a:lnTo>
                <a:lnTo>
                  <a:pt x="3043656" y="133804"/>
                </a:lnTo>
                <a:lnTo>
                  <a:pt x="3044028" y="133807"/>
                </a:lnTo>
                <a:lnTo>
                  <a:pt x="3044378" y="133807"/>
                </a:lnTo>
                <a:lnTo>
                  <a:pt x="3061346" y="133807"/>
                </a:lnTo>
                <a:lnTo>
                  <a:pt x="3061718" y="133807"/>
                </a:lnTo>
                <a:lnTo>
                  <a:pt x="3062109" y="133804"/>
                </a:lnTo>
                <a:lnTo>
                  <a:pt x="3062516" y="133796"/>
                </a:lnTo>
                <a:lnTo>
                  <a:pt x="3062935" y="133780"/>
                </a:lnTo>
                <a:lnTo>
                  <a:pt x="3063365" y="133755"/>
                </a:lnTo>
                <a:lnTo>
                  <a:pt x="3063800" y="133717"/>
                </a:lnTo>
                <a:lnTo>
                  <a:pt x="3064240" y="133664"/>
                </a:lnTo>
                <a:lnTo>
                  <a:pt x="3064680" y="133593"/>
                </a:lnTo>
                <a:lnTo>
                  <a:pt x="3065117" y="133502"/>
                </a:lnTo>
                <a:lnTo>
                  <a:pt x="3065548" y="133389"/>
                </a:lnTo>
                <a:lnTo>
                  <a:pt x="3065971" y="133250"/>
                </a:lnTo>
                <a:lnTo>
                  <a:pt x="3066381" y="133084"/>
                </a:lnTo>
                <a:lnTo>
                  <a:pt x="3066777" y="132888"/>
                </a:lnTo>
                <a:lnTo>
                  <a:pt x="3067154" y="132659"/>
                </a:lnTo>
                <a:lnTo>
                  <a:pt x="3067510" y="132395"/>
                </a:lnTo>
                <a:lnTo>
                  <a:pt x="3067842" y="132093"/>
                </a:lnTo>
                <a:lnTo>
                  <a:pt x="3068146" y="131752"/>
                </a:lnTo>
                <a:lnTo>
                  <a:pt x="3068420" y="131367"/>
                </a:lnTo>
                <a:lnTo>
                  <a:pt x="3068660" y="130937"/>
                </a:lnTo>
                <a:lnTo>
                  <a:pt x="3068863" y="130460"/>
                </a:lnTo>
                <a:lnTo>
                  <a:pt x="3069027" y="129932"/>
                </a:lnTo>
                <a:lnTo>
                  <a:pt x="3069147" y="129352"/>
                </a:lnTo>
                <a:lnTo>
                  <a:pt x="3069222" y="128717"/>
                </a:lnTo>
                <a:lnTo>
                  <a:pt x="3069247" y="128023"/>
                </a:lnTo>
                <a:lnTo>
                  <a:pt x="3069226" y="127307"/>
                </a:lnTo>
                <a:lnTo>
                  <a:pt x="3069164" y="126650"/>
                </a:lnTo>
                <a:lnTo>
                  <a:pt x="3069060" y="126051"/>
                </a:lnTo>
                <a:lnTo>
                  <a:pt x="3068916" y="125506"/>
                </a:lnTo>
                <a:lnTo>
                  <a:pt x="3068731" y="125013"/>
                </a:lnTo>
                <a:lnTo>
                  <a:pt x="3068507" y="124569"/>
                </a:lnTo>
                <a:lnTo>
                  <a:pt x="3068243" y="124172"/>
                </a:lnTo>
                <a:lnTo>
                  <a:pt x="3067941" y="123818"/>
                </a:lnTo>
                <a:lnTo>
                  <a:pt x="3067601" y="123507"/>
                </a:lnTo>
                <a:lnTo>
                  <a:pt x="3067223" y="123234"/>
                </a:lnTo>
                <a:lnTo>
                  <a:pt x="3066808" y="122998"/>
                </a:lnTo>
                <a:lnTo>
                  <a:pt x="3066356" y="122795"/>
                </a:lnTo>
                <a:lnTo>
                  <a:pt x="3065868" y="122623"/>
                </a:lnTo>
                <a:lnTo>
                  <a:pt x="3065345" y="122480"/>
                </a:lnTo>
                <a:lnTo>
                  <a:pt x="3064786" y="122363"/>
                </a:lnTo>
                <a:lnTo>
                  <a:pt x="3064193" y="122269"/>
                </a:lnTo>
                <a:lnTo>
                  <a:pt x="3063565" y="122196"/>
                </a:lnTo>
                <a:lnTo>
                  <a:pt x="3062904" y="122141"/>
                </a:lnTo>
                <a:lnTo>
                  <a:pt x="3062210" y="122102"/>
                </a:lnTo>
                <a:lnTo>
                  <a:pt x="3061483" y="122076"/>
                </a:lnTo>
                <a:lnTo>
                  <a:pt x="3060725" y="122060"/>
                </a:lnTo>
                <a:lnTo>
                  <a:pt x="3059934" y="122052"/>
                </a:lnTo>
                <a:lnTo>
                  <a:pt x="3059112" y="122049"/>
                </a:lnTo>
                <a:lnTo>
                  <a:pt x="3058260" y="122048"/>
                </a:lnTo>
                <a:lnTo>
                  <a:pt x="3058260" y="87574"/>
                </a:lnTo>
                <a:lnTo>
                  <a:pt x="3058301" y="85476"/>
                </a:lnTo>
                <a:lnTo>
                  <a:pt x="3058420" y="83463"/>
                </a:lnTo>
                <a:lnTo>
                  <a:pt x="3058615" y="81534"/>
                </a:lnTo>
                <a:lnTo>
                  <a:pt x="3058882" y="79691"/>
                </a:lnTo>
                <a:lnTo>
                  <a:pt x="3059218" y="77934"/>
                </a:lnTo>
                <a:lnTo>
                  <a:pt x="3059619" y="76263"/>
                </a:lnTo>
                <a:lnTo>
                  <a:pt x="3060081" y="74678"/>
                </a:lnTo>
                <a:lnTo>
                  <a:pt x="3060602" y="73181"/>
                </a:lnTo>
                <a:lnTo>
                  <a:pt x="3061178" y="71771"/>
                </a:lnTo>
                <a:lnTo>
                  <a:pt x="3061805" y="70449"/>
                </a:lnTo>
                <a:lnTo>
                  <a:pt x="3062480" y="69215"/>
                </a:lnTo>
                <a:lnTo>
                  <a:pt x="3063200" y="68070"/>
                </a:lnTo>
                <a:lnTo>
                  <a:pt x="3063961" y="67014"/>
                </a:lnTo>
                <a:lnTo>
                  <a:pt x="3064760" y="66047"/>
                </a:lnTo>
                <a:lnTo>
                  <a:pt x="3065593" y="65171"/>
                </a:lnTo>
                <a:lnTo>
                  <a:pt x="3066457" y="64385"/>
                </a:lnTo>
                <a:lnTo>
                  <a:pt x="3067349" y="63690"/>
                </a:lnTo>
                <a:lnTo>
                  <a:pt x="3068264" y="63087"/>
                </a:lnTo>
                <a:lnTo>
                  <a:pt x="3069200" y="62574"/>
                </a:lnTo>
                <a:lnTo>
                  <a:pt x="3070153" y="62155"/>
                </a:lnTo>
                <a:lnTo>
                  <a:pt x="3071120" y="61827"/>
                </a:lnTo>
                <a:lnTo>
                  <a:pt x="3072098" y="61593"/>
                </a:lnTo>
                <a:lnTo>
                  <a:pt x="3073082" y="61452"/>
                </a:lnTo>
                <a:lnTo>
                  <a:pt x="3074069" y="61405"/>
                </a:lnTo>
                <a:lnTo>
                  <a:pt x="3074614" y="61423"/>
                </a:lnTo>
                <a:lnTo>
                  <a:pt x="3075141" y="61477"/>
                </a:lnTo>
                <a:lnTo>
                  <a:pt x="3075648" y="61570"/>
                </a:lnTo>
                <a:lnTo>
                  <a:pt x="3076137" y="61706"/>
                </a:lnTo>
                <a:lnTo>
                  <a:pt x="3076605" y="61885"/>
                </a:lnTo>
                <a:lnTo>
                  <a:pt x="3077054" y="62112"/>
                </a:lnTo>
                <a:lnTo>
                  <a:pt x="3077482" y="62389"/>
                </a:lnTo>
                <a:lnTo>
                  <a:pt x="3077889" y="62717"/>
                </a:lnTo>
                <a:lnTo>
                  <a:pt x="3078274" y="63101"/>
                </a:lnTo>
                <a:lnTo>
                  <a:pt x="3078638" y="63542"/>
                </a:lnTo>
                <a:lnTo>
                  <a:pt x="3078980" y="64043"/>
                </a:lnTo>
                <a:lnTo>
                  <a:pt x="3079298" y="64606"/>
                </a:lnTo>
                <a:lnTo>
                  <a:pt x="3079594" y="65235"/>
                </a:lnTo>
                <a:lnTo>
                  <a:pt x="3079866" y="65931"/>
                </a:lnTo>
                <a:lnTo>
                  <a:pt x="3080115" y="66698"/>
                </a:lnTo>
                <a:lnTo>
                  <a:pt x="3080339" y="67538"/>
                </a:lnTo>
                <a:lnTo>
                  <a:pt x="3080538" y="68453"/>
                </a:lnTo>
                <a:lnTo>
                  <a:pt x="3080712" y="69446"/>
                </a:lnTo>
                <a:lnTo>
                  <a:pt x="3080860" y="70520"/>
                </a:lnTo>
                <a:lnTo>
                  <a:pt x="3080982" y="71678"/>
                </a:lnTo>
                <a:lnTo>
                  <a:pt x="3081078" y="72921"/>
                </a:lnTo>
                <a:lnTo>
                  <a:pt x="3081147" y="74253"/>
                </a:lnTo>
                <a:lnTo>
                  <a:pt x="3081189" y="75675"/>
                </a:lnTo>
                <a:lnTo>
                  <a:pt x="3081203" y="77192"/>
                </a:lnTo>
                <a:lnTo>
                  <a:pt x="3081203" y="122048"/>
                </a:lnTo>
                <a:lnTo>
                  <a:pt x="3080739" y="122049"/>
                </a:lnTo>
                <a:lnTo>
                  <a:pt x="3080267" y="122052"/>
                </a:lnTo>
                <a:lnTo>
                  <a:pt x="3079787" y="122060"/>
                </a:lnTo>
                <a:lnTo>
                  <a:pt x="3079303" y="122076"/>
                </a:lnTo>
                <a:lnTo>
                  <a:pt x="3078817" y="122102"/>
                </a:lnTo>
                <a:lnTo>
                  <a:pt x="3078332" y="122141"/>
                </a:lnTo>
                <a:lnTo>
                  <a:pt x="3077851" y="122196"/>
                </a:lnTo>
                <a:lnTo>
                  <a:pt x="3077376" y="122269"/>
                </a:lnTo>
                <a:lnTo>
                  <a:pt x="3076909" y="122363"/>
                </a:lnTo>
                <a:lnTo>
                  <a:pt x="3076454" y="122480"/>
                </a:lnTo>
                <a:lnTo>
                  <a:pt x="3076012" y="122623"/>
                </a:lnTo>
                <a:lnTo>
                  <a:pt x="3075587" y="122795"/>
                </a:lnTo>
                <a:lnTo>
                  <a:pt x="3075182" y="122998"/>
                </a:lnTo>
                <a:lnTo>
                  <a:pt x="3074797" y="123234"/>
                </a:lnTo>
                <a:lnTo>
                  <a:pt x="3074438" y="123507"/>
                </a:lnTo>
                <a:lnTo>
                  <a:pt x="3074104" y="123818"/>
                </a:lnTo>
                <a:lnTo>
                  <a:pt x="3073801" y="124172"/>
                </a:lnTo>
                <a:lnTo>
                  <a:pt x="3073529" y="124569"/>
                </a:lnTo>
                <a:lnTo>
                  <a:pt x="3073293" y="125013"/>
                </a:lnTo>
                <a:lnTo>
                  <a:pt x="3073093" y="125506"/>
                </a:lnTo>
                <a:lnTo>
                  <a:pt x="3072933" y="126051"/>
                </a:lnTo>
                <a:lnTo>
                  <a:pt x="3072816" y="126650"/>
                </a:lnTo>
                <a:lnTo>
                  <a:pt x="3072743" y="127307"/>
                </a:lnTo>
                <a:lnTo>
                  <a:pt x="3072719" y="128023"/>
                </a:lnTo>
                <a:lnTo>
                  <a:pt x="3072745" y="128717"/>
                </a:lnTo>
                <a:lnTo>
                  <a:pt x="3072823" y="129352"/>
                </a:lnTo>
                <a:lnTo>
                  <a:pt x="3072948" y="129932"/>
                </a:lnTo>
                <a:lnTo>
                  <a:pt x="3073117" y="130460"/>
                </a:lnTo>
                <a:lnTo>
                  <a:pt x="3073327" y="130937"/>
                </a:lnTo>
                <a:lnTo>
                  <a:pt x="3073575" y="131367"/>
                </a:lnTo>
                <a:lnTo>
                  <a:pt x="3073856" y="131752"/>
                </a:lnTo>
                <a:lnTo>
                  <a:pt x="3074169" y="132093"/>
                </a:lnTo>
                <a:lnTo>
                  <a:pt x="3074509" y="132395"/>
                </a:lnTo>
                <a:lnTo>
                  <a:pt x="3074873" y="132659"/>
                </a:lnTo>
                <a:lnTo>
                  <a:pt x="3075257" y="132888"/>
                </a:lnTo>
                <a:lnTo>
                  <a:pt x="3075659" y="133084"/>
                </a:lnTo>
                <a:lnTo>
                  <a:pt x="3076076" y="133250"/>
                </a:lnTo>
                <a:lnTo>
                  <a:pt x="3076503" y="133389"/>
                </a:lnTo>
                <a:lnTo>
                  <a:pt x="3076937" y="133502"/>
                </a:lnTo>
                <a:lnTo>
                  <a:pt x="3077375" y="133593"/>
                </a:lnTo>
                <a:lnTo>
                  <a:pt x="3077814" y="133664"/>
                </a:lnTo>
                <a:lnTo>
                  <a:pt x="3078250" y="133717"/>
                </a:lnTo>
                <a:lnTo>
                  <a:pt x="3078680" y="133755"/>
                </a:lnTo>
                <a:lnTo>
                  <a:pt x="3079101" y="133780"/>
                </a:lnTo>
                <a:lnTo>
                  <a:pt x="3079509" y="133796"/>
                </a:lnTo>
                <a:lnTo>
                  <a:pt x="3079901" y="133804"/>
                </a:lnTo>
                <a:lnTo>
                  <a:pt x="3080274" y="133807"/>
                </a:lnTo>
                <a:lnTo>
                  <a:pt x="3080623" y="133807"/>
                </a:lnTo>
                <a:lnTo>
                  <a:pt x="3095082" y="133807"/>
                </a:lnTo>
                <a:lnTo>
                  <a:pt x="3095454" y="133807"/>
                </a:lnTo>
                <a:lnTo>
                  <a:pt x="3095845" y="133804"/>
                </a:lnTo>
                <a:lnTo>
                  <a:pt x="3096252" y="133796"/>
                </a:lnTo>
                <a:lnTo>
                  <a:pt x="3096672" y="133780"/>
                </a:lnTo>
                <a:lnTo>
                  <a:pt x="3097101" y="133755"/>
                </a:lnTo>
                <a:lnTo>
                  <a:pt x="3097537" y="133717"/>
                </a:lnTo>
                <a:lnTo>
                  <a:pt x="3097977" y="133664"/>
                </a:lnTo>
                <a:lnTo>
                  <a:pt x="3098417" y="133593"/>
                </a:lnTo>
                <a:lnTo>
                  <a:pt x="3098854" y="133502"/>
                </a:lnTo>
                <a:lnTo>
                  <a:pt x="3099285" y="133389"/>
                </a:lnTo>
                <a:lnTo>
                  <a:pt x="3099708" y="133250"/>
                </a:lnTo>
                <a:lnTo>
                  <a:pt x="3100119" y="133084"/>
                </a:lnTo>
                <a:lnTo>
                  <a:pt x="3100514" y="132888"/>
                </a:lnTo>
                <a:lnTo>
                  <a:pt x="3100892" y="132659"/>
                </a:lnTo>
                <a:lnTo>
                  <a:pt x="3101248" y="132395"/>
                </a:lnTo>
                <a:lnTo>
                  <a:pt x="3101580" y="132093"/>
                </a:lnTo>
                <a:lnTo>
                  <a:pt x="3101884" y="131752"/>
                </a:lnTo>
                <a:lnTo>
                  <a:pt x="3102158" y="131367"/>
                </a:lnTo>
                <a:lnTo>
                  <a:pt x="3102398" y="130937"/>
                </a:lnTo>
                <a:lnTo>
                  <a:pt x="3102602" y="130460"/>
                </a:lnTo>
                <a:lnTo>
                  <a:pt x="3102766" y="129932"/>
                </a:lnTo>
                <a:lnTo>
                  <a:pt x="3102886" y="129352"/>
                </a:lnTo>
                <a:lnTo>
                  <a:pt x="3102961" y="128717"/>
                </a:lnTo>
                <a:lnTo>
                  <a:pt x="3102987" y="128023"/>
                </a:lnTo>
                <a:lnTo>
                  <a:pt x="3102966" y="127307"/>
                </a:lnTo>
                <a:lnTo>
                  <a:pt x="3102903" y="126650"/>
                </a:lnTo>
                <a:lnTo>
                  <a:pt x="3102799" y="126051"/>
                </a:lnTo>
                <a:lnTo>
                  <a:pt x="3102655" y="125506"/>
                </a:lnTo>
                <a:lnTo>
                  <a:pt x="3102470" y="125013"/>
                </a:lnTo>
                <a:lnTo>
                  <a:pt x="3102246" y="124569"/>
                </a:lnTo>
                <a:lnTo>
                  <a:pt x="3101982" y="124172"/>
                </a:lnTo>
                <a:lnTo>
                  <a:pt x="3101680" y="123818"/>
                </a:lnTo>
                <a:lnTo>
                  <a:pt x="3101340" y="123507"/>
                </a:lnTo>
                <a:lnTo>
                  <a:pt x="3100962" y="123234"/>
                </a:lnTo>
                <a:lnTo>
                  <a:pt x="3100547" y="122998"/>
                </a:lnTo>
                <a:lnTo>
                  <a:pt x="3100095" y="122795"/>
                </a:lnTo>
                <a:lnTo>
                  <a:pt x="3099607" y="122623"/>
                </a:lnTo>
                <a:lnTo>
                  <a:pt x="3099084" y="122480"/>
                </a:lnTo>
                <a:lnTo>
                  <a:pt x="3098525" y="122363"/>
                </a:lnTo>
                <a:lnTo>
                  <a:pt x="3097932" y="122269"/>
                </a:lnTo>
                <a:lnTo>
                  <a:pt x="3097305" y="122196"/>
                </a:lnTo>
                <a:lnTo>
                  <a:pt x="3096644" y="122141"/>
                </a:lnTo>
                <a:lnTo>
                  <a:pt x="3095949" y="122102"/>
                </a:lnTo>
                <a:lnTo>
                  <a:pt x="3095223" y="122076"/>
                </a:lnTo>
                <a:lnTo>
                  <a:pt x="3094464" y="122060"/>
                </a:lnTo>
                <a:lnTo>
                  <a:pt x="3093673" y="122052"/>
                </a:lnTo>
                <a:lnTo>
                  <a:pt x="3092851" y="122049"/>
                </a:lnTo>
                <a:lnTo>
                  <a:pt x="3091999" y="122048"/>
                </a:lnTo>
                <a:lnTo>
                  <a:pt x="3091999" y="87589"/>
                </a:lnTo>
                <a:lnTo>
                  <a:pt x="3092040" y="85489"/>
                </a:lnTo>
                <a:lnTo>
                  <a:pt x="3092159" y="83474"/>
                </a:lnTo>
                <a:lnTo>
                  <a:pt x="3092354" y="81544"/>
                </a:lnTo>
                <a:lnTo>
                  <a:pt x="3092621" y="79700"/>
                </a:lnTo>
                <a:lnTo>
                  <a:pt x="3092957" y="77941"/>
                </a:lnTo>
                <a:lnTo>
                  <a:pt x="3093358" y="76269"/>
                </a:lnTo>
                <a:lnTo>
                  <a:pt x="3093820" y="74684"/>
                </a:lnTo>
                <a:lnTo>
                  <a:pt x="3094341" y="73185"/>
                </a:lnTo>
                <a:lnTo>
                  <a:pt x="3094917" y="71774"/>
                </a:lnTo>
                <a:lnTo>
                  <a:pt x="3095544" y="70452"/>
                </a:lnTo>
                <a:lnTo>
                  <a:pt x="3096220" y="69217"/>
                </a:lnTo>
                <a:lnTo>
                  <a:pt x="3096939" y="68072"/>
                </a:lnTo>
                <a:lnTo>
                  <a:pt x="3097701" y="67015"/>
                </a:lnTo>
                <a:lnTo>
                  <a:pt x="3098499" y="66049"/>
                </a:lnTo>
                <a:lnTo>
                  <a:pt x="3099332" y="65172"/>
                </a:lnTo>
                <a:lnTo>
                  <a:pt x="3100196" y="64386"/>
                </a:lnTo>
                <a:lnTo>
                  <a:pt x="3101088" y="63691"/>
                </a:lnTo>
                <a:lnTo>
                  <a:pt x="3102003" y="63087"/>
                </a:lnTo>
                <a:lnTo>
                  <a:pt x="3102939" y="62575"/>
                </a:lnTo>
                <a:lnTo>
                  <a:pt x="3103893" y="62155"/>
                </a:lnTo>
                <a:lnTo>
                  <a:pt x="3104859" y="61827"/>
                </a:lnTo>
                <a:lnTo>
                  <a:pt x="3105837" y="61593"/>
                </a:lnTo>
                <a:lnTo>
                  <a:pt x="3106821" y="61452"/>
                </a:lnTo>
                <a:lnTo>
                  <a:pt x="3107808" y="61405"/>
                </a:lnTo>
                <a:lnTo>
                  <a:pt x="3108353" y="61423"/>
                </a:lnTo>
                <a:lnTo>
                  <a:pt x="3108880" y="61477"/>
                </a:lnTo>
                <a:lnTo>
                  <a:pt x="3109388" y="61570"/>
                </a:lnTo>
                <a:lnTo>
                  <a:pt x="3109876" y="61706"/>
                </a:lnTo>
                <a:lnTo>
                  <a:pt x="3110345" y="61885"/>
                </a:lnTo>
                <a:lnTo>
                  <a:pt x="3110793" y="62112"/>
                </a:lnTo>
                <a:lnTo>
                  <a:pt x="3111221" y="62389"/>
                </a:lnTo>
                <a:lnTo>
                  <a:pt x="3111628" y="62717"/>
                </a:lnTo>
                <a:lnTo>
                  <a:pt x="3112014" y="63101"/>
                </a:lnTo>
                <a:lnTo>
                  <a:pt x="3112377" y="63542"/>
                </a:lnTo>
                <a:lnTo>
                  <a:pt x="3112719" y="64043"/>
                </a:lnTo>
                <a:lnTo>
                  <a:pt x="3113038" y="64606"/>
                </a:lnTo>
                <a:lnTo>
                  <a:pt x="3113333" y="65235"/>
                </a:lnTo>
                <a:lnTo>
                  <a:pt x="3113606" y="65931"/>
                </a:lnTo>
                <a:lnTo>
                  <a:pt x="3113854" y="66698"/>
                </a:lnTo>
                <a:lnTo>
                  <a:pt x="3114078" y="67538"/>
                </a:lnTo>
                <a:lnTo>
                  <a:pt x="3114277" y="68453"/>
                </a:lnTo>
                <a:lnTo>
                  <a:pt x="3114451" y="69446"/>
                </a:lnTo>
                <a:lnTo>
                  <a:pt x="3114599" y="70520"/>
                </a:lnTo>
                <a:lnTo>
                  <a:pt x="3114721" y="71678"/>
                </a:lnTo>
                <a:lnTo>
                  <a:pt x="3114817" y="72921"/>
                </a:lnTo>
                <a:lnTo>
                  <a:pt x="3114886" y="74253"/>
                </a:lnTo>
                <a:lnTo>
                  <a:pt x="3114928" y="75675"/>
                </a:lnTo>
                <a:lnTo>
                  <a:pt x="3114942" y="77192"/>
                </a:lnTo>
                <a:lnTo>
                  <a:pt x="3114942" y="122048"/>
                </a:lnTo>
                <a:lnTo>
                  <a:pt x="3114478" y="122049"/>
                </a:lnTo>
                <a:lnTo>
                  <a:pt x="3114005" y="122052"/>
                </a:lnTo>
                <a:lnTo>
                  <a:pt x="3113525" y="122060"/>
                </a:lnTo>
                <a:lnTo>
                  <a:pt x="3113041" y="122076"/>
                </a:lnTo>
                <a:lnTo>
                  <a:pt x="3112555" y="122102"/>
                </a:lnTo>
                <a:lnTo>
                  <a:pt x="3112070" y="122141"/>
                </a:lnTo>
                <a:lnTo>
                  <a:pt x="3111589" y="122196"/>
                </a:lnTo>
                <a:lnTo>
                  <a:pt x="3111113" y="122269"/>
                </a:lnTo>
                <a:lnTo>
                  <a:pt x="3110647" y="122363"/>
                </a:lnTo>
                <a:lnTo>
                  <a:pt x="3110192" y="122480"/>
                </a:lnTo>
                <a:lnTo>
                  <a:pt x="3109750" y="122623"/>
                </a:lnTo>
                <a:lnTo>
                  <a:pt x="3109325" y="122795"/>
                </a:lnTo>
                <a:lnTo>
                  <a:pt x="3108920" y="122998"/>
                </a:lnTo>
                <a:lnTo>
                  <a:pt x="3108536" y="123234"/>
                </a:lnTo>
                <a:lnTo>
                  <a:pt x="3108176" y="123507"/>
                </a:lnTo>
                <a:lnTo>
                  <a:pt x="3107843" y="123818"/>
                </a:lnTo>
                <a:lnTo>
                  <a:pt x="3107540" y="124172"/>
                </a:lnTo>
                <a:lnTo>
                  <a:pt x="3107268" y="124569"/>
                </a:lnTo>
                <a:lnTo>
                  <a:pt x="3107031" y="125013"/>
                </a:lnTo>
                <a:lnTo>
                  <a:pt x="3106832" y="125506"/>
                </a:lnTo>
                <a:lnTo>
                  <a:pt x="3106672" y="126051"/>
                </a:lnTo>
                <a:lnTo>
                  <a:pt x="3106555" y="126650"/>
                </a:lnTo>
                <a:lnTo>
                  <a:pt x="3106483" y="127307"/>
                </a:lnTo>
                <a:lnTo>
                  <a:pt x="3106458" y="128023"/>
                </a:lnTo>
                <a:lnTo>
                  <a:pt x="3106485" y="128717"/>
                </a:lnTo>
                <a:lnTo>
                  <a:pt x="3106562" y="129352"/>
                </a:lnTo>
                <a:lnTo>
                  <a:pt x="3106687" y="129932"/>
                </a:lnTo>
                <a:lnTo>
                  <a:pt x="3106856" y="130460"/>
                </a:lnTo>
                <a:lnTo>
                  <a:pt x="3107066" y="130937"/>
                </a:lnTo>
                <a:lnTo>
                  <a:pt x="3107313" y="131367"/>
                </a:lnTo>
                <a:lnTo>
                  <a:pt x="3107595" y="131752"/>
                </a:lnTo>
                <a:lnTo>
                  <a:pt x="3107907" y="132093"/>
                </a:lnTo>
                <a:lnTo>
                  <a:pt x="3108247" y="132395"/>
                </a:lnTo>
                <a:lnTo>
                  <a:pt x="3108611" y="132659"/>
                </a:lnTo>
                <a:lnTo>
                  <a:pt x="3108995" y="132888"/>
                </a:lnTo>
                <a:lnTo>
                  <a:pt x="3109398" y="133084"/>
                </a:lnTo>
                <a:lnTo>
                  <a:pt x="3109814" y="133250"/>
                </a:lnTo>
                <a:lnTo>
                  <a:pt x="3110240" y="133389"/>
                </a:lnTo>
                <a:lnTo>
                  <a:pt x="3110675" y="133502"/>
                </a:lnTo>
                <a:lnTo>
                  <a:pt x="3111113" y="133593"/>
                </a:lnTo>
                <a:lnTo>
                  <a:pt x="3111552" y="133664"/>
                </a:lnTo>
                <a:lnTo>
                  <a:pt x="3111988" y="133717"/>
                </a:lnTo>
                <a:lnTo>
                  <a:pt x="3112418" y="133755"/>
                </a:lnTo>
                <a:lnTo>
                  <a:pt x="3112839" y="133780"/>
                </a:lnTo>
                <a:lnTo>
                  <a:pt x="3113248" y="133796"/>
                </a:lnTo>
                <a:lnTo>
                  <a:pt x="3113640" y="133804"/>
                </a:lnTo>
                <a:lnTo>
                  <a:pt x="3114012" y="133807"/>
                </a:lnTo>
                <a:lnTo>
                  <a:pt x="3114363" y="133807"/>
                </a:lnTo>
                <a:lnTo>
                  <a:pt x="3128821" y="133807"/>
                </a:lnTo>
                <a:lnTo>
                  <a:pt x="3129193" y="133807"/>
                </a:lnTo>
                <a:lnTo>
                  <a:pt x="3129584" y="133804"/>
                </a:lnTo>
                <a:lnTo>
                  <a:pt x="3129991" y="133796"/>
                </a:lnTo>
                <a:lnTo>
                  <a:pt x="3130411" y="133780"/>
                </a:lnTo>
                <a:lnTo>
                  <a:pt x="3130840" y="133755"/>
                </a:lnTo>
                <a:lnTo>
                  <a:pt x="3131276" y="133717"/>
                </a:lnTo>
                <a:lnTo>
                  <a:pt x="3131716" y="133664"/>
                </a:lnTo>
                <a:lnTo>
                  <a:pt x="3132156" y="133593"/>
                </a:lnTo>
                <a:lnTo>
                  <a:pt x="3132593" y="133502"/>
                </a:lnTo>
                <a:lnTo>
                  <a:pt x="3133025" y="133389"/>
                </a:lnTo>
                <a:lnTo>
                  <a:pt x="3133447" y="133250"/>
                </a:lnTo>
                <a:lnTo>
                  <a:pt x="3133858" y="133084"/>
                </a:lnTo>
                <a:lnTo>
                  <a:pt x="3134254" y="132888"/>
                </a:lnTo>
                <a:lnTo>
                  <a:pt x="3134631" y="132659"/>
                </a:lnTo>
                <a:lnTo>
                  <a:pt x="3134987" y="132395"/>
                </a:lnTo>
                <a:lnTo>
                  <a:pt x="3135319" y="132093"/>
                </a:lnTo>
                <a:lnTo>
                  <a:pt x="3135624" y="131752"/>
                </a:lnTo>
                <a:lnTo>
                  <a:pt x="3135897" y="131367"/>
                </a:lnTo>
                <a:lnTo>
                  <a:pt x="3136138" y="130937"/>
                </a:lnTo>
                <a:lnTo>
                  <a:pt x="3136341" y="130460"/>
                </a:lnTo>
                <a:lnTo>
                  <a:pt x="3136505" y="129932"/>
                </a:lnTo>
                <a:lnTo>
                  <a:pt x="3136626" y="129352"/>
                </a:lnTo>
                <a:lnTo>
                  <a:pt x="3136700" y="128717"/>
                </a:lnTo>
                <a:lnTo>
                  <a:pt x="3136726" y="128023"/>
                </a:lnTo>
                <a:lnTo>
                  <a:pt x="3136705" y="127307"/>
                </a:lnTo>
                <a:lnTo>
                  <a:pt x="3136642" y="126650"/>
                </a:lnTo>
                <a:lnTo>
                  <a:pt x="3136538" y="126051"/>
                </a:lnTo>
                <a:lnTo>
                  <a:pt x="3136394" y="125506"/>
                </a:lnTo>
                <a:lnTo>
                  <a:pt x="3136209" y="125013"/>
                </a:lnTo>
                <a:lnTo>
                  <a:pt x="3135985" y="124569"/>
                </a:lnTo>
                <a:close/>
                <a:moveTo>
                  <a:pt x="2619984" y="110023"/>
                </a:moveTo>
                <a:lnTo>
                  <a:pt x="2619730" y="109621"/>
                </a:lnTo>
                <a:lnTo>
                  <a:pt x="2619443" y="109261"/>
                </a:lnTo>
                <a:lnTo>
                  <a:pt x="2619129" y="108941"/>
                </a:lnTo>
                <a:lnTo>
                  <a:pt x="2618792" y="108659"/>
                </a:lnTo>
                <a:lnTo>
                  <a:pt x="2618435" y="108412"/>
                </a:lnTo>
                <a:lnTo>
                  <a:pt x="2618064" y="108198"/>
                </a:lnTo>
                <a:lnTo>
                  <a:pt x="2617682" y="108014"/>
                </a:lnTo>
                <a:lnTo>
                  <a:pt x="2617294" y="107859"/>
                </a:lnTo>
                <a:lnTo>
                  <a:pt x="2616905" y="107730"/>
                </a:lnTo>
                <a:lnTo>
                  <a:pt x="2616518" y="107623"/>
                </a:lnTo>
                <a:lnTo>
                  <a:pt x="2616138" y="107539"/>
                </a:lnTo>
                <a:lnTo>
                  <a:pt x="2615770" y="107472"/>
                </a:lnTo>
                <a:lnTo>
                  <a:pt x="2615417" y="107423"/>
                </a:lnTo>
                <a:lnTo>
                  <a:pt x="2615085" y="107387"/>
                </a:lnTo>
                <a:lnTo>
                  <a:pt x="2614777" y="107363"/>
                </a:lnTo>
                <a:lnTo>
                  <a:pt x="2614497" y="107349"/>
                </a:lnTo>
                <a:lnTo>
                  <a:pt x="2614251" y="107341"/>
                </a:lnTo>
                <a:lnTo>
                  <a:pt x="2614042" y="107339"/>
                </a:lnTo>
                <a:lnTo>
                  <a:pt x="2613876" y="107338"/>
                </a:lnTo>
                <a:lnTo>
                  <a:pt x="2613452" y="107341"/>
                </a:lnTo>
                <a:lnTo>
                  <a:pt x="2613047" y="107352"/>
                </a:lnTo>
                <a:lnTo>
                  <a:pt x="2612661" y="107370"/>
                </a:lnTo>
                <a:lnTo>
                  <a:pt x="2612293" y="107398"/>
                </a:lnTo>
                <a:lnTo>
                  <a:pt x="2611942" y="107436"/>
                </a:lnTo>
                <a:lnTo>
                  <a:pt x="2611607" y="107486"/>
                </a:lnTo>
                <a:lnTo>
                  <a:pt x="2611288" y="107548"/>
                </a:lnTo>
                <a:lnTo>
                  <a:pt x="2610983" y="107624"/>
                </a:lnTo>
                <a:lnTo>
                  <a:pt x="2610693" y="107715"/>
                </a:lnTo>
                <a:lnTo>
                  <a:pt x="2610416" y="107822"/>
                </a:lnTo>
                <a:lnTo>
                  <a:pt x="2610151" y="107945"/>
                </a:lnTo>
                <a:lnTo>
                  <a:pt x="2609899" y="108087"/>
                </a:lnTo>
                <a:lnTo>
                  <a:pt x="2609657" y="108248"/>
                </a:lnTo>
                <a:lnTo>
                  <a:pt x="2609426" y="108429"/>
                </a:lnTo>
                <a:lnTo>
                  <a:pt x="2609204" y="108631"/>
                </a:lnTo>
                <a:lnTo>
                  <a:pt x="2608991" y="108855"/>
                </a:lnTo>
                <a:lnTo>
                  <a:pt x="2608786" y="109103"/>
                </a:lnTo>
                <a:lnTo>
                  <a:pt x="2608588" y="109376"/>
                </a:lnTo>
                <a:lnTo>
                  <a:pt x="2608397" y="109674"/>
                </a:lnTo>
                <a:lnTo>
                  <a:pt x="2608212" y="110000"/>
                </a:lnTo>
                <a:lnTo>
                  <a:pt x="2608031" y="110353"/>
                </a:lnTo>
                <a:lnTo>
                  <a:pt x="2607855" y="110734"/>
                </a:lnTo>
                <a:lnTo>
                  <a:pt x="2607682" y="111146"/>
                </a:lnTo>
                <a:lnTo>
                  <a:pt x="2607513" y="111589"/>
                </a:lnTo>
                <a:lnTo>
                  <a:pt x="2606951" y="112777"/>
                </a:lnTo>
                <a:lnTo>
                  <a:pt x="2606330" y="113883"/>
                </a:lnTo>
                <a:lnTo>
                  <a:pt x="2605654" y="114910"/>
                </a:lnTo>
                <a:lnTo>
                  <a:pt x="2604929" y="115861"/>
                </a:lnTo>
                <a:lnTo>
                  <a:pt x="2604159" y="116739"/>
                </a:lnTo>
                <a:lnTo>
                  <a:pt x="2603349" y="117546"/>
                </a:lnTo>
                <a:lnTo>
                  <a:pt x="2602504" y="118286"/>
                </a:lnTo>
                <a:lnTo>
                  <a:pt x="2601628" y="118960"/>
                </a:lnTo>
                <a:lnTo>
                  <a:pt x="2600727" y="119572"/>
                </a:lnTo>
                <a:lnTo>
                  <a:pt x="2599806" y="120125"/>
                </a:lnTo>
                <a:lnTo>
                  <a:pt x="2598869" y="120621"/>
                </a:lnTo>
                <a:lnTo>
                  <a:pt x="2597920" y="121063"/>
                </a:lnTo>
                <a:lnTo>
                  <a:pt x="2596966" y="121454"/>
                </a:lnTo>
                <a:lnTo>
                  <a:pt x="2596011" y="121796"/>
                </a:lnTo>
                <a:lnTo>
                  <a:pt x="2595059" y="122092"/>
                </a:lnTo>
                <a:lnTo>
                  <a:pt x="2594116" y="122346"/>
                </a:lnTo>
                <a:lnTo>
                  <a:pt x="2593187" y="122559"/>
                </a:lnTo>
                <a:lnTo>
                  <a:pt x="2592275" y="122735"/>
                </a:lnTo>
                <a:lnTo>
                  <a:pt x="2591387" y="122877"/>
                </a:lnTo>
                <a:lnTo>
                  <a:pt x="2590526" y="122986"/>
                </a:lnTo>
                <a:lnTo>
                  <a:pt x="2589699" y="123066"/>
                </a:lnTo>
                <a:lnTo>
                  <a:pt x="2588909" y="123120"/>
                </a:lnTo>
                <a:lnTo>
                  <a:pt x="2588161" y="123151"/>
                </a:lnTo>
                <a:lnTo>
                  <a:pt x="2587461" y="123160"/>
                </a:lnTo>
                <a:lnTo>
                  <a:pt x="2585655" y="123110"/>
                </a:lnTo>
                <a:lnTo>
                  <a:pt x="2583853" y="122961"/>
                </a:lnTo>
                <a:lnTo>
                  <a:pt x="2582062" y="122713"/>
                </a:lnTo>
                <a:lnTo>
                  <a:pt x="2580285" y="122369"/>
                </a:lnTo>
                <a:lnTo>
                  <a:pt x="2578527" y="121929"/>
                </a:lnTo>
                <a:lnTo>
                  <a:pt x="2576795" y="121394"/>
                </a:lnTo>
                <a:lnTo>
                  <a:pt x="2575092" y="120766"/>
                </a:lnTo>
                <a:lnTo>
                  <a:pt x="2573424" y="120045"/>
                </a:lnTo>
                <a:lnTo>
                  <a:pt x="2571795" y="119233"/>
                </a:lnTo>
                <a:lnTo>
                  <a:pt x="2570211" y="118332"/>
                </a:lnTo>
                <a:lnTo>
                  <a:pt x="2568676" y="117341"/>
                </a:lnTo>
                <a:lnTo>
                  <a:pt x="2567195" y="116263"/>
                </a:lnTo>
                <a:lnTo>
                  <a:pt x="2565773" y="115098"/>
                </a:lnTo>
                <a:lnTo>
                  <a:pt x="2564416" y="113847"/>
                </a:lnTo>
                <a:lnTo>
                  <a:pt x="2563128" y="112513"/>
                </a:lnTo>
                <a:lnTo>
                  <a:pt x="2561914" y="111095"/>
                </a:lnTo>
                <a:lnTo>
                  <a:pt x="2560778" y="109596"/>
                </a:lnTo>
                <a:lnTo>
                  <a:pt x="2559727" y="108016"/>
                </a:lnTo>
                <a:lnTo>
                  <a:pt x="2558765" y="106356"/>
                </a:lnTo>
                <a:lnTo>
                  <a:pt x="2557896" y="104617"/>
                </a:lnTo>
                <a:lnTo>
                  <a:pt x="2557126" y="102802"/>
                </a:lnTo>
                <a:lnTo>
                  <a:pt x="2556460" y="100910"/>
                </a:lnTo>
                <a:lnTo>
                  <a:pt x="2555902" y="98943"/>
                </a:lnTo>
                <a:lnTo>
                  <a:pt x="2555458" y="96903"/>
                </a:lnTo>
                <a:lnTo>
                  <a:pt x="2612911" y="96903"/>
                </a:lnTo>
                <a:lnTo>
                  <a:pt x="2613414" y="96902"/>
                </a:lnTo>
                <a:lnTo>
                  <a:pt x="2613913" y="96899"/>
                </a:lnTo>
                <a:lnTo>
                  <a:pt x="2614404" y="96889"/>
                </a:lnTo>
                <a:lnTo>
                  <a:pt x="2614887" y="96870"/>
                </a:lnTo>
                <a:lnTo>
                  <a:pt x="2615361" y="96838"/>
                </a:lnTo>
                <a:lnTo>
                  <a:pt x="2615823" y="96792"/>
                </a:lnTo>
                <a:lnTo>
                  <a:pt x="2616273" y="96726"/>
                </a:lnTo>
                <a:lnTo>
                  <a:pt x="2616709" y="96639"/>
                </a:lnTo>
                <a:lnTo>
                  <a:pt x="2617129" y="96527"/>
                </a:lnTo>
                <a:lnTo>
                  <a:pt x="2617533" y="96387"/>
                </a:lnTo>
                <a:lnTo>
                  <a:pt x="2617918" y="96216"/>
                </a:lnTo>
                <a:lnTo>
                  <a:pt x="2618284" y="96012"/>
                </a:lnTo>
                <a:lnTo>
                  <a:pt x="2618628" y="95770"/>
                </a:lnTo>
                <a:lnTo>
                  <a:pt x="2618951" y="95487"/>
                </a:lnTo>
                <a:lnTo>
                  <a:pt x="2619249" y="95162"/>
                </a:lnTo>
                <a:lnTo>
                  <a:pt x="2619522" y="94790"/>
                </a:lnTo>
                <a:lnTo>
                  <a:pt x="2619768" y="94369"/>
                </a:lnTo>
                <a:lnTo>
                  <a:pt x="2619986" y="93894"/>
                </a:lnTo>
                <a:lnTo>
                  <a:pt x="2620174" y="93365"/>
                </a:lnTo>
                <a:lnTo>
                  <a:pt x="2620331" y="92776"/>
                </a:lnTo>
                <a:lnTo>
                  <a:pt x="2620456" y="92126"/>
                </a:lnTo>
                <a:lnTo>
                  <a:pt x="2620547" y="91410"/>
                </a:lnTo>
                <a:lnTo>
                  <a:pt x="2620602" y="90626"/>
                </a:lnTo>
                <a:lnTo>
                  <a:pt x="2620621" y="89772"/>
                </a:lnTo>
                <a:lnTo>
                  <a:pt x="2620557" y="87041"/>
                </a:lnTo>
                <a:lnTo>
                  <a:pt x="2620364" y="84349"/>
                </a:lnTo>
                <a:lnTo>
                  <a:pt x="2620042" y="81703"/>
                </a:lnTo>
                <a:lnTo>
                  <a:pt x="2619591" y="79109"/>
                </a:lnTo>
                <a:lnTo>
                  <a:pt x="2619011" y="76576"/>
                </a:lnTo>
                <a:lnTo>
                  <a:pt x="2618302" y="74109"/>
                </a:lnTo>
                <a:lnTo>
                  <a:pt x="2617463" y="71715"/>
                </a:lnTo>
                <a:lnTo>
                  <a:pt x="2616494" y="69401"/>
                </a:lnTo>
                <a:lnTo>
                  <a:pt x="2615396" y="67175"/>
                </a:lnTo>
                <a:lnTo>
                  <a:pt x="2614167" y="65042"/>
                </a:lnTo>
                <a:lnTo>
                  <a:pt x="2612808" y="63010"/>
                </a:lnTo>
                <a:lnTo>
                  <a:pt x="2611319" y="61086"/>
                </a:lnTo>
                <a:lnTo>
                  <a:pt x="2609700" y="59277"/>
                </a:lnTo>
                <a:lnTo>
                  <a:pt x="2607949" y="57588"/>
                </a:lnTo>
                <a:lnTo>
                  <a:pt x="2606068" y="56028"/>
                </a:lnTo>
                <a:lnTo>
                  <a:pt x="2604056" y="54603"/>
                </a:lnTo>
                <a:lnTo>
                  <a:pt x="2601912" y="53320"/>
                </a:lnTo>
                <a:lnTo>
                  <a:pt x="2599637" y="52186"/>
                </a:lnTo>
                <a:lnTo>
                  <a:pt x="2597231" y="51207"/>
                </a:lnTo>
                <a:lnTo>
                  <a:pt x="2594693" y="50391"/>
                </a:lnTo>
                <a:lnTo>
                  <a:pt x="2592023" y="49745"/>
                </a:lnTo>
                <a:lnTo>
                  <a:pt x="2589220" y="49274"/>
                </a:lnTo>
                <a:lnTo>
                  <a:pt x="2586286" y="48987"/>
                </a:lnTo>
                <a:lnTo>
                  <a:pt x="2583219" y="48890"/>
                </a:lnTo>
                <a:lnTo>
                  <a:pt x="2580376" y="48989"/>
                </a:lnTo>
                <a:lnTo>
                  <a:pt x="2577584" y="49283"/>
                </a:lnTo>
                <a:lnTo>
                  <a:pt x="2574851" y="49765"/>
                </a:lnTo>
                <a:lnTo>
                  <a:pt x="2572183" y="50428"/>
                </a:lnTo>
                <a:lnTo>
                  <a:pt x="2569585" y="51267"/>
                </a:lnTo>
                <a:lnTo>
                  <a:pt x="2567064" y="52274"/>
                </a:lnTo>
                <a:lnTo>
                  <a:pt x="2564626" y="53443"/>
                </a:lnTo>
                <a:lnTo>
                  <a:pt x="2562276" y="54768"/>
                </a:lnTo>
                <a:lnTo>
                  <a:pt x="2560022" y="56242"/>
                </a:lnTo>
                <a:lnTo>
                  <a:pt x="2557869" y="57860"/>
                </a:lnTo>
                <a:lnTo>
                  <a:pt x="2555823" y="59613"/>
                </a:lnTo>
                <a:lnTo>
                  <a:pt x="2553891" y="61497"/>
                </a:lnTo>
                <a:lnTo>
                  <a:pt x="2552078" y="63504"/>
                </a:lnTo>
                <a:lnTo>
                  <a:pt x="2550391" y="65628"/>
                </a:lnTo>
                <a:lnTo>
                  <a:pt x="2548835" y="67863"/>
                </a:lnTo>
                <a:lnTo>
                  <a:pt x="2547418" y="70202"/>
                </a:lnTo>
                <a:lnTo>
                  <a:pt x="2546144" y="72639"/>
                </a:lnTo>
                <a:lnTo>
                  <a:pt x="2545020" y="75167"/>
                </a:lnTo>
                <a:lnTo>
                  <a:pt x="2544052" y="77780"/>
                </a:lnTo>
                <a:lnTo>
                  <a:pt x="2543247" y="80472"/>
                </a:lnTo>
                <a:lnTo>
                  <a:pt x="2542610" y="83235"/>
                </a:lnTo>
                <a:lnTo>
                  <a:pt x="2542147" y="86064"/>
                </a:lnTo>
                <a:lnTo>
                  <a:pt x="2541865" y="88952"/>
                </a:lnTo>
                <a:lnTo>
                  <a:pt x="2541770" y="91893"/>
                </a:lnTo>
                <a:lnTo>
                  <a:pt x="2541870" y="94815"/>
                </a:lnTo>
                <a:lnTo>
                  <a:pt x="2542167" y="97688"/>
                </a:lnTo>
                <a:lnTo>
                  <a:pt x="2542655" y="100506"/>
                </a:lnTo>
                <a:lnTo>
                  <a:pt x="2543327" y="103261"/>
                </a:lnTo>
                <a:lnTo>
                  <a:pt x="2544178" y="105946"/>
                </a:lnTo>
                <a:lnTo>
                  <a:pt x="2545201" y="108556"/>
                </a:lnTo>
                <a:lnTo>
                  <a:pt x="2546390" y="111084"/>
                </a:lnTo>
                <a:lnTo>
                  <a:pt x="2547739" y="113522"/>
                </a:lnTo>
                <a:lnTo>
                  <a:pt x="2549242" y="115864"/>
                </a:lnTo>
                <a:lnTo>
                  <a:pt x="2550893" y="118104"/>
                </a:lnTo>
                <a:lnTo>
                  <a:pt x="2552686" y="120234"/>
                </a:lnTo>
                <a:lnTo>
                  <a:pt x="2554614" y="122248"/>
                </a:lnTo>
                <a:lnTo>
                  <a:pt x="2556672" y="124140"/>
                </a:lnTo>
                <a:lnTo>
                  <a:pt x="2558854" y="125902"/>
                </a:lnTo>
                <a:lnTo>
                  <a:pt x="2561152" y="127529"/>
                </a:lnTo>
                <a:lnTo>
                  <a:pt x="2563562" y="129012"/>
                </a:lnTo>
                <a:lnTo>
                  <a:pt x="2566077" y="130346"/>
                </a:lnTo>
                <a:lnTo>
                  <a:pt x="2568691" y="131524"/>
                </a:lnTo>
                <a:lnTo>
                  <a:pt x="2571398" y="132539"/>
                </a:lnTo>
                <a:lnTo>
                  <a:pt x="2574191" y="133384"/>
                </a:lnTo>
                <a:lnTo>
                  <a:pt x="2577065" y="134054"/>
                </a:lnTo>
                <a:lnTo>
                  <a:pt x="2580014" y="134540"/>
                </a:lnTo>
                <a:lnTo>
                  <a:pt x="2583032" y="134837"/>
                </a:lnTo>
                <a:lnTo>
                  <a:pt x="2586111" y="134937"/>
                </a:lnTo>
                <a:lnTo>
                  <a:pt x="2589207" y="134849"/>
                </a:lnTo>
                <a:lnTo>
                  <a:pt x="2592136" y="134593"/>
                </a:lnTo>
                <a:lnTo>
                  <a:pt x="2594901" y="134181"/>
                </a:lnTo>
                <a:lnTo>
                  <a:pt x="2597504" y="133629"/>
                </a:lnTo>
                <a:lnTo>
                  <a:pt x="2599949" y="132947"/>
                </a:lnTo>
                <a:lnTo>
                  <a:pt x="2602240" y="132149"/>
                </a:lnTo>
                <a:lnTo>
                  <a:pt x="2604379" y="131248"/>
                </a:lnTo>
                <a:lnTo>
                  <a:pt x="2606369" y="130257"/>
                </a:lnTo>
                <a:lnTo>
                  <a:pt x="2608214" y="129189"/>
                </a:lnTo>
                <a:lnTo>
                  <a:pt x="2609917" y="128057"/>
                </a:lnTo>
                <a:lnTo>
                  <a:pt x="2611481" y="126874"/>
                </a:lnTo>
                <a:lnTo>
                  <a:pt x="2612910" y="125653"/>
                </a:lnTo>
                <a:lnTo>
                  <a:pt x="2614205" y="124406"/>
                </a:lnTo>
                <a:lnTo>
                  <a:pt x="2615372" y="123148"/>
                </a:lnTo>
                <a:lnTo>
                  <a:pt x="2616412" y="121890"/>
                </a:lnTo>
                <a:lnTo>
                  <a:pt x="2617329" y="120646"/>
                </a:lnTo>
                <a:lnTo>
                  <a:pt x="2618127" y="119429"/>
                </a:lnTo>
                <a:lnTo>
                  <a:pt x="2618808" y="118251"/>
                </a:lnTo>
                <a:lnTo>
                  <a:pt x="2619375" y="117126"/>
                </a:lnTo>
                <a:lnTo>
                  <a:pt x="2619832" y="116067"/>
                </a:lnTo>
                <a:lnTo>
                  <a:pt x="2620182" y="115086"/>
                </a:lnTo>
                <a:lnTo>
                  <a:pt x="2620428" y="114197"/>
                </a:lnTo>
                <a:lnTo>
                  <a:pt x="2620573" y="113412"/>
                </a:lnTo>
                <a:lnTo>
                  <a:pt x="2620621" y="112747"/>
                </a:lnTo>
                <a:lnTo>
                  <a:pt x="2620593" y="112100"/>
                </a:lnTo>
                <a:lnTo>
                  <a:pt x="2620510" y="111505"/>
                </a:lnTo>
                <a:lnTo>
                  <a:pt x="2620379" y="110963"/>
                </a:lnTo>
                <a:lnTo>
                  <a:pt x="2620202" y="110469"/>
                </a:lnTo>
                <a:lnTo>
                  <a:pt x="2619984" y="110023"/>
                </a:lnTo>
                <a:close/>
                <a:moveTo>
                  <a:pt x="2557694" y="78619"/>
                </a:moveTo>
                <a:lnTo>
                  <a:pt x="2558409" y="77053"/>
                </a:lnTo>
                <a:lnTo>
                  <a:pt x="2559200" y="75539"/>
                </a:lnTo>
                <a:lnTo>
                  <a:pt x="2560064" y="74080"/>
                </a:lnTo>
                <a:lnTo>
                  <a:pt x="2560999" y="72679"/>
                </a:lnTo>
                <a:lnTo>
                  <a:pt x="2562002" y="71339"/>
                </a:lnTo>
                <a:lnTo>
                  <a:pt x="2563069" y="70063"/>
                </a:lnTo>
                <a:lnTo>
                  <a:pt x="2564199" y="68853"/>
                </a:lnTo>
                <a:lnTo>
                  <a:pt x="2565387" y="67714"/>
                </a:lnTo>
                <a:lnTo>
                  <a:pt x="2566632" y="66649"/>
                </a:lnTo>
                <a:lnTo>
                  <a:pt x="2567930" y="65660"/>
                </a:lnTo>
                <a:lnTo>
                  <a:pt x="2569278" y="64750"/>
                </a:lnTo>
                <a:lnTo>
                  <a:pt x="2570674" y="63923"/>
                </a:lnTo>
                <a:lnTo>
                  <a:pt x="2572116" y="63182"/>
                </a:lnTo>
                <a:lnTo>
                  <a:pt x="2573599" y="62529"/>
                </a:lnTo>
                <a:lnTo>
                  <a:pt x="2575121" y="61968"/>
                </a:lnTo>
                <a:lnTo>
                  <a:pt x="2576679" y="61503"/>
                </a:lnTo>
                <a:lnTo>
                  <a:pt x="2578271" y="61135"/>
                </a:lnTo>
                <a:lnTo>
                  <a:pt x="2579894" y="60869"/>
                </a:lnTo>
                <a:lnTo>
                  <a:pt x="2581544" y="60707"/>
                </a:lnTo>
                <a:lnTo>
                  <a:pt x="2583219" y="60652"/>
                </a:lnTo>
                <a:lnTo>
                  <a:pt x="2584482" y="60678"/>
                </a:lnTo>
                <a:lnTo>
                  <a:pt x="2585759" y="60758"/>
                </a:lnTo>
                <a:lnTo>
                  <a:pt x="2587046" y="60898"/>
                </a:lnTo>
                <a:lnTo>
                  <a:pt x="2588336" y="61101"/>
                </a:lnTo>
                <a:lnTo>
                  <a:pt x="2589626" y="61372"/>
                </a:lnTo>
                <a:lnTo>
                  <a:pt x="2590910" y="61716"/>
                </a:lnTo>
                <a:lnTo>
                  <a:pt x="2592182" y="62136"/>
                </a:lnTo>
                <a:lnTo>
                  <a:pt x="2593437" y="62638"/>
                </a:lnTo>
                <a:lnTo>
                  <a:pt x="2594671" y="63225"/>
                </a:lnTo>
                <a:lnTo>
                  <a:pt x="2595876" y="63902"/>
                </a:lnTo>
                <a:lnTo>
                  <a:pt x="2597050" y="64674"/>
                </a:lnTo>
                <a:lnTo>
                  <a:pt x="2598185" y="65545"/>
                </a:lnTo>
                <a:lnTo>
                  <a:pt x="2599277" y="66520"/>
                </a:lnTo>
                <a:lnTo>
                  <a:pt x="2600321" y="67602"/>
                </a:lnTo>
                <a:lnTo>
                  <a:pt x="2601311" y="68797"/>
                </a:lnTo>
                <a:lnTo>
                  <a:pt x="2602242" y="70108"/>
                </a:lnTo>
                <a:lnTo>
                  <a:pt x="2603108" y="71541"/>
                </a:lnTo>
                <a:lnTo>
                  <a:pt x="2603905" y="73099"/>
                </a:lnTo>
                <a:lnTo>
                  <a:pt x="2604628" y="74788"/>
                </a:lnTo>
                <a:lnTo>
                  <a:pt x="2605270" y="76610"/>
                </a:lnTo>
                <a:lnTo>
                  <a:pt x="2605827" y="78572"/>
                </a:lnTo>
                <a:lnTo>
                  <a:pt x="2606293" y="80677"/>
                </a:lnTo>
                <a:lnTo>
                  <a:pt x="2606664" y="82930"/>
                </a:lnTo>
                <a:lnTo>
                  <a:pt x="2606933" y="85335"/>
                </a:lnTo>
                <a:lnTo>
                  <a:pt x="2555652" y="85335"/>
                </a:lnTo>
                <a:lnTo>
                  <a:pt x="2556034" y="83594"/>
                </a:lnTo>
                <a:lnTo>
                  <a:pt x="2556503" y="81892"/>
                </a:lnTo>
                <a:lnTo>
                  <a:pt x="2557058" y="80233"/>
                </a:lnTo>
                <a:lnTo>
                  <a:pt x="2557694" y="78619"/>
                </a:lnTo>
                <a:close/>
                <a:moveTo>
                  <a:pt x="2827679" y="92218"/>
                </a:moveTo>
                <a:lnTo>
                  <a:pt x="2827680" y="92255"/>
                </a:lnTo>
                <a:lnTo>
                  <a:pt x="2827680" y="92184"/>
                </a:lnTo>
                <a:lnTo>
                  <a:pt x="2827679" y="92218"/>
                </a:lnTo>
                <a:close/>
                <a:moveTo>
                  <a:pt x="1707116" y="124569"/>
                </a:moveTo>
                <a:lnTo>
                  <a:pt x="1706842" y="124172"/>
                </a:lnTo>
                <a:lnTo>
                  <a:pt x="1706538" y="123818"/>
                </a:lnTo>
                <a:lnTo>
                  <a:pt x="1706206" y="123507"/>
                </a:lnTo>
                <a:lnTo>
                  <a:pt x="1705850" y="123234"/>
                </a:lnTo>
                <a:lnTo>
                  <a:pt x="1705473" y="122998"/>
                </a:lnTo>
                <a:lnTo>
                  <a:pt x="1705077" y="122795"/>
                </a:lnTo>
                <a:lnTo>
                  <a:pt x="1704666" y="122623"/>
                </a:lnTo>
                <a:lnTo>
                  <a:pt x="1704244" y="122480"/>
                </a:lnTo>
                <a:lnTo>
                  <a:pt x="1703812" y="122363"/>
                </a:lnTo>
                <a:lnTo>
                  <a:pt x="1703375" y="122269"/>
                </a:lnTo>
                <a:lnTo>
                  <a:pt x="1702935" y="122196"/>
                </a:lnTo>
                <a:lnTo>
                  <a:pt x="1702496" y="122141"/>
                </a:lnTo>
                <a:lnTo>
                  <a:pt x="1702059" y="122102"/>
                </a:lnTo>
                <a:lnTo>
                  <a:pt x="1701630" y="122076"/>
                </a:lnTo>
                <a:lnTo>
                  <a:pt x="1701210" y="122060"/>
                </a:lnTo>
                <a:lnTo>
                  <a:pt x="1700803" y="122052"/>
                </a:lnTo>
                <a:lnTo>
                  <a:pt x="1700412" y="122049"/>
                </a:lnTo>
                <a:lnTo>
                  <a:pt x="1700039" y="122048"/>
                </a:lnTo>
                <a:lnTo>
                  <a:pt x="1679797" y="122048"/>
                </a:lnTo>
                <a:lnTo>
                  <a:pt x="1679797" y="58678"/>
                </a:lnTo>
                <a:lnTo>
                  <a:pt x="1679791" y="57952"/>
                </a:lnTo>
                <a:lnTo>
                  <a:pt x="1679770" y="57267"/>
                </a:lnTo>
                <a:lnTo>
                  <a:pt x="1679734" y="56623"/>
                </a:lnTo>
                <a:lnTo>
                  <a:pt x="1679681" y="56018"/>
                </a:lnTo>
                <a:lnTo>
                  <a:pt x="1679608" y="55451"/>
                </a:lnTo>
                <a:lnTo>
                  <a:pt x="1679514" y="54922"/>
                </a:lnTo>
                <a:lnTo>
                  <a:pt x="1679397" y="54429"/>
                </a:lnTo>
                <a:lnTo>
                  <a:pt x="1679254" y="53973"/>
                </a:lnTo>
                <a:lnTo>
                  <a:pt x="1679086" y="53551"/>
                </a:lnTo>
                <a:lnTo>
                  <a:pt x="1678888" y="53163"/>
                </a:lnTo>
                <a:lnTo>
                  <a:pt x="1678660" y="52808"/>
                </a:lnTo>
                <a:lnTo>
                  <a:pt x="1678400" y="52485"/>
                </a:lnTo>
                <a:lnTo>
                  <a:pt x="1678105" y="52193"/>
                </a:lnTo>
                <a:lnTo>
                  <a:pt x="1677775" y="51931"/>
                </a:lnTo>
                <a:lnTo>
                  <a:pt x="1677406" y="51698"/>
                </a:lnTo>
                <a:lnTo>
                  <a:pt x="1676999" y="51494"/>
                </a:lnTo>
                <a:lnTo>
                  <a:pt x="1676549" y="51318"/>
                </a:lnTo>
                <a:lnTo>
                  <a:pt x="1676056" y="51168"/>
                </a:lnTo>
                <a:lnTo>
                  <a:pt x="1675518" y="51043"/>
                </a:lnTo>
                <a:lnTo>
                  <a:pt x="1674934" y="50943"/>
                </a:lnTo>
                <a:lnTo>
                  <a:pt x="1674300" y="50867"/>
                </a:lnTo>
                <a:lnTo>
                  <a:pt x="1673615" y="50814"/>
                </a:lnTo>
                <a:lnTo>
                  <a:pt x="1672878" y="50783"/>
                </a:lnTo>
                <a:lnTo>
                  <a:pt x="1672087" y="50773"/>
                </a:lnTo>
                <a:lnTo>
                  <a:pt x="1644710" y="50773"/>
                </a:lnTo>
                <a:lnTo>
                  <a:pt x="1644338" y="50773"/>
                </a:lnTo>
                <a:lnTo>
                  <a:pt x="1643947" y="50776"/>
                </a:lnTo>
                <a:lnTo>
                  <a:pt x="1643541" y="50784"/>
                </a:lnTo>
                <a:lnTo>
                  <a:pt x="1643121" y="50799"/>
                </a:lnTo>
                <a:lnTo>
                  <a:pt x="1642691" y="50825"/>
                </a:lnTo>
                <a:lnTo>
                  <a:pt x="1642255" y="50863"/>
                </a:lnTo>
                <a:lnTo>
                  <a:pt x="1641816" y="50916"/>
                </a:lnTo>
                <a:lnTo>
                  <a:pt x="1641376" y="50987"/>
                </a:lnTo>
                <a:lnTo>
                  <a:pt x="1640939" y="51078"/>
                </a:lnTo>
                <a:lnTo>
                  <a:pt x="1640507" y="51191"/>
                </a:lnTo>
                <a:lnTo>
                  <a:pt x="1640084" y="51330"/>
                </a:lnTo>
                <a:lnTo>
                  <a:pt x="1639674" y="51496"/>
                </a:lnTo>
                <a:lnTo>
                  <a:pt x="1639278" y="51692"/>
                </a:lnTo>
                <a:lnTo>
                  <a:pt x="1638901" y="51921"/>
                </a:lnTo>
                <a:lnTo>
                  <a:pt x="1638544" y="52186"/>
                </a:lnTo>
                <a:lnTo>
                  <a:pt x="1638213" y="52487"/>
                </a:lnTo>
                <a:lnTo>
                  <a:pt x="1637908" y="52829"/>
                </a:lnTo>
                <a:lnTo>
                  <a:pt x="1637634" y="53214"/>
                </a:lnTo>
                <a:lnTo>
                  <a:pt x="1637394" y="53644"/>
                </a:lnTo>
                <a:lnTo>
                  <a:pt x="1637191" y="54122"/>
                </a:lnTo>
                <a:lnTo>
                  <a:pt x="1637027" y="54649"/>
                </a:lnTo>
                <a:lnTo>
                  <a:pt x="1636906" y="55230"/>
                </a:lnTo>
                <a:lnTo>
                  <a:pt x="1636832" y="55866"/>
                </a:lnTo>
                <a:lnTo>
                  <a:pt x="1636806" y="56560"/>
                </a:lnTo>
                <a:lnTo>
                  <a:pt x="1636832" y="57276"/>
                </a:lnTo>
                <a:lnTo>
                  <a:pt x="1636906" y="57932"/>
                </a:lnTo>
                <a:lnTo>
                  <a:pt x="1637027" y="58532"/>
                </a:lnTo>
                <a:lnTo>
                  <a:pt x="1637191" y="59077"/>
                </a:lnTo>
                <a:lnTo>
                  <a:pt x="1637394" y="59570"/>
                </a:lnTo>
                <a:lnTo>
                  <a:pt x="1637634" y="60014"/>
                </a:lnTo>
                <a:lnTo>
                  <a:pt x="1637908" y="60411"/>
                </a:lnTo>
                <a:lnTo>
                  <a:pt x="1638213" y="60764"/>
                </a:lnTo>
                <a:lnTo>
                  <a:pt x="1638544" y="61076"/>
                </a:lnTo>
                <a:lnTo>
                  <a:pt x="1638901" y="61349"/>
                </a:lnTo>
                <a:lnTo>
                  <a:pt x="1639278" y="61585"/>
                </a:lnTo>
                <a:lnTo>
                  <a:pt x="1639674" y="61788"/>
                </a:lnTo>
                <a:lnTo>
                  <a:pt x="1640084" y="61959"/>
                </a:lnTo>
                <a:lnTo>
                  <a:pt x="1640507" y="62103"/>
                </a:lnTo>
                <a:lnTo>
                  <a:pt x="1640939" y="62220"/>
                </a:lnTo>
                <a:lnTo>
                  <a:pt x="1641376" y="62313"/>
                </a:lnTo>
                <a:lnTo>
                  <a:pt x="1641816" y="62386"/>
                </a:lnTo>
                <a:lnTo>
                  <a:pt x="1642255" y="62441"/>
                </a:lnTo>
                <a:lnTo>
                  <a:pt x="1642691" y="62481"/>
                </a:lnTo>
                <a:lnTo>
                  <a:pt x="1643121" y="62507"/>
                </a:lnTo>
                <a:lnTo>
                  <a:pt x="1643541" y="62523"/>
                </a:lnTo>
                <a:lnTo>
                  <a:pt x="1643947" y="62531"/>
                </a:lnTo>
                <a:lnTo>
                  <a:pt x="1644338" y="62534"/>
                </a:lnTo>
                <a:lnTo>
                  <a:pt x="1644710" y="62535"/>
                </a:lnTo>
                <a:lnTo>
                  <a:pt x="1666494" y="62535"/>
                </a:lnTo>
                <a:lnTo>
                  <a:pt x="1666494" y="122048"/>
                </a:lnTo>
                <a:lnTo>
                  <a:pt x="1643166" y="122048"/>
                </a:lnTo>
                <a:lnTo>
                  <a:pt x="1642772" y="122049"/>
                </a:lnTo>
                <a:lnTo>
                  <a:pt x="1642363" y="122052"/>
                </a:lnTo>
                <a:lnTo>
                  <a:pt x="1641941" y="122060"/>
                </a:lnTo>
                <a:lnTo>
                  <a:pt x="1641510" y="122076"/>
                </a:lnTo>
                <a:lnTo>
                  <a:pt x="1641072" y="122102"/>
                </a:lnTo>
                <a:lnTo>
                  <a:pt x="1640630" y="122141"/>
                </a:lnTo>
                <a:lnTo>
                  <a:pt x="1640187" y="122196"/>
                </a:lnTo>
                <a:lnTo>
                  <a:pt x="1639746" y="122269"/>
                </a:lnTo>
                <a:lnTo>
                  <a:pt x="1639310" y="122363"/>
                </a:lnTo>
                <a:lnTo>
                  <a:pt x="1638881" y="122480"/>
                </a:lnTo>
                <a:lnTo>
                  <a:pt x="1638463" y="122623"/>
                </a:lnTo>
                <a:lnTo>
                  <a:pt x="1638058" y="122795"/>
                </a:lnTo>
                <a:lnTo>
                  <a:pt x="1637668" y="122998"/>
                </a:lnTo>
                <a:lnTo>
                  <a:pt x="1637298" y="123234"/>
                </a:lnTo>
                <a:lnTo>
                  <a:pt x="1636950" y="123507"/>
                </a:lnTo>
                <a:lnTo>
                  <a:pt x="1636626" y="123818"/>
                </a:lnTo>
                <a:lnTo>
                  <a:pt x="1636329" y="124172"/>
                </a:lnTo>
                <a:lnTo>
                  <a:pt x="1636063" y="124569"/>
                </a:lnTo>
                <a:lnTo>
                  <a:pt x="1635830" y="125013"/>
                </a:lnTo>
                <a:lnTo>
                  <a:pt x="1635633" y="125506"/>
                </a:lnTo>
                <a:lnTo>
                  <a:pt x="1635475" y="126051"/>
                </a:lnTo>
                <a:lnTo>
                  <a:pt x="1635358" y="126650"/>
                </a:lnTo>
                <a:lnTo>
                  <a:pt x="1635286" y="127307"/>
                </a:lnTo>
                <a:lnTo>
                  <a:pt x="1635261" y="128023"/>
                </a:lnTo>
                <a:lnTo>
                  <a:pt x="1635287" y="128717"/>
                </a:lnTo>
                <a:lnTo>
                  <a:pt x="1635362" y="129352"/>
                </a:lnTo>
                <a:lnTo>
                  <a:pt x="1635483" y="129932"/>
                </a:lnTo>
                <a:lnTo>
                  <a:pt x="1635646" y="130460"/>
                </a:lnTo>
                <a:lnTo>
                  <a:pt x="1635850" y="130937"/>
                </a:lnTo>
                <a:lnTo>
                  <a:pt x="1636090" y="131367"/>
                </a:lnTo>
                <a:lnTo>
                  <a:pt x="1636364" y="131752"/>
                </a:lnTo>
                <a:lnTo>
                  <a:pt x="1636668" y="132093"/>
                </a:lnTo>
                <a:lnTo>
                  <a:pt x="1637000" y="132395"/>
                </a:lnTo>
                <a:lnTo>
                  <a:pt x="1637356" y="132659"/>
                </a:lnTo>
                <a:lnTo>
                  <a:pt x="1637734" y="132888"/>
                </a:lnTo>
                <a:lnTo>
                  <a:pt x="1638129" y="133084"/>
                </a:lnTo>
                <a:lnTo>
                  <a:pt x="1638540" y="133250"/>
                </a:lnTo>
                <a:lnTo>
                  <a:pt x="1638963" y="133389"/>
                </a:lnTo>
                <a:lnTo>
                  <a:pt x="1639394" y="133502"/>
                </a:lnTo>
                <a:lnTo>
                  <a:pt x="1639831" y="133593"/>
                </a:lnTo>
                <a:lnTo>
                  <a:pt x="1640271" y="133664"/>
                </a:lnTo>
                <a:lnTo>
                  <a:pt x="1640711" y="133717"/>
                </a:lnTo>
                <a:lnTo>
                  <a:pt x="1641147" y="133755"/>
                </a:lnTo>
                <a:lnTo>
                  <a:pt x="1641576" y="133780"/>
                </a:lnTo>
                <a:lnTo>
                  <a:pt x="1641996" y="133796"/>
                </a:lnTo>
                <a:lnTo>
                  <a:pt x="1642403" y="133804"/>
                </a:lnTo>
                <a:lnTo>
                  <a:pt x="1642794" y="133807"/>
                </a:lnTo>
                <a:lnTo>
                  <a:pt x="1643166" y="133807"/>
                </a:lnTo>
                <a:lnTo>
                  <a:pt x="1700039" y="133807"/>
                </a:lnTo>
                <a:lnTo>
                  <a:pt x="1700412" y="133807"/>
                </a:lnTo>
                <a:lnTo>
                  <a:pt x="1700803" y="133804"/>
                </a:lnTo>
                <a:lnTo>
                  <a:pt x="1701210" y="133796"/>
                </a:lnTo>
                <a:lnTo>
                  <a:pt x="1701630" y="133780"/>
                </a:lnTo>
                <a:lnTo>
                  <a:pt x="1702059" y="133755"/>
                </a:lnTo>
                <a:lnTo>
                  <a:pt x="1702496" y="133717"/>
                </a:lnTo>
                <a:lnTo>
                  <a:pt x="1702935" y="133664"/>
                </a:lnTo>
                <a:lnTo>
                  <a:pt x="1703375" y="133593"/>
                </a:lnTo>
                <a:lnTo>
                  <a:pt x="1703812" y="133502"/>
                </a:lnTo>
                <a:lnTo>
                  <a:pt x="1704244" y="133389"/>
                </a:lnTo>
                <a:lnTo>
                  <a:pt x="1704666" y="133250"/>
                </a:lnTo>
                <a:lnTo>
                  <a:pt x="1705077" y="133084"/>
                </a:lnTo>
                <a:lnTo>
                  <a:pt x="1705473" y="132888"/>
                </a:lnTo>
                <a:lnTo>
                  <a:pt x="1705850" y="132659"/>
                </a:lnTo>
                <a:lnTo>
                  <a:pt x="1706206" y="132395"/>
                </a:lnTo>
                <a:lnTo>
                  <a:pt x="1706538" y="132093"/>
                </a:lnTo>
                <a:lnTo>
                  <a:pt x="1706842" y="131752"/>
                </a:lnTo>
                <a:lnTo>
                  <a:pt x="1707116" y="131367"/>
                </a:lnTo>
                <a:lnTo>
                  <a:pt x="1707356" y="130937"/>
                </a:lnTo>
                <a:lnTo>
                  <a:pt x="1707559" y="130460"/>
                </a:lnTo>
                <a:lnTo>
                  <a:pt x="1707723" y="129932"/>
                </a:lnTo>
                <a:lnTo>
                  <a:pt x="1707844" y="129352"/>
                </a:lnTo>
                <a:lnTo>
                  <a:pt x="1707918" y="128717"/>
                </a:lnTo>
                <a:lnTo>
                  <a:pt x="1707944" y="128023"/>
                </a:lnTo>
                <a:lnTo>
                  <a:pt x="1707918" y="127307"/>
                </a:lnTo>
                <a:lnTo>
                  <a:pt x="1707844" y="126650"/>
                </a:lnTo>
                <a:lnTo>
                  <a:pt x="1707723" y="126051"/>
                </a:lnTo>
                <a:lnTo>
                  <a:pt x="1707559" y="125506"/>
                </a:lnTo>
                <a:lnTo>
                  <a:pt x="1707356" y="125013"/>
                </a:lnTo>
                <a:lnTo>
                  <a:pt x="1707116" y="124569"/>
                </a:lnTo>
                <a:close/>
                <a:moveTo>
                  <a:pt x="3225353" y="124569"/>
                </a:moveTo>
                <a:lnTo>
                  <a:pt x="3225079" y="124172"/>
                </a:lnTo>
                <a:lnTo>
                  <a:pt x="3224775" y="123818"/>
                </a:lnTo>
                <a:lnTo>
                  <a:pt x="3224443" y="123507"/>
                </a:lnTo>
                <a:lnTo>
                  <a:pt x="3224087" y="123234"/>
                </a:lnTo>
                <a:lnTo>
                  <a:pt x="3223709" y="122998"/>
                </a:lnTo>
                <a:lnTo>
                  <a:pt x="3223314" y="122795"/>
                </a:lnTo>
                <a:lnTo>
                  <a:pt x="3222903" y="122623"/>
                </a:lnTo>
                <a:lnTo>
                  <a:pt x="3222481" y="122480"/>
                </a:lnTo>
                <a:lnTo>
                  <a:pt x="3222049" y="122363"/>
                </a:lnTo>
                <a:lnTo>
                  <a:pt x="3221612" y="122269"/>
                </a:lnTo>
                <a:lnTo>
                  <a:pt x="3221172" y="122196"/>
                </a:lnTo>
                <a:lnTo>
                  <a:pt x="3220732" y="122141"/>
                </a:lnTo>
                <a:lnTo>
                  <a:pt x="3220296" y="122102"/>
                </a:lnTo>
                <a:lnTo>
                  <a:pt x="3219867" y="122076"/>
                </a:lnTo>
                <a:lnTo>
                  <a:pt x="3219447" y="122060"/>
                </a:lnTo>
                <a:lnTo>
                  <a:pt x="3219040" y="122052"/>
                </a:lnTo>
                <a:lnTo>
                  <a:pt x="3218649" y="122049"/>
                </a:lnTo>
                <a:lnTo>
                  <a:pt x="3218276" y="122048"/>
                </a:lnTo>
                <a:lnTo>
                  <a:pt x="3198034" y="122048"/>
                </a:lnTo>
                <a:lnTo>
                  <a:pt x="3198034" y="58678"/>
                </a:lnTo>
                <a:lnTo>
                  <a:pt x="3198028" y="57952"/>
                </a:lnTo>
                <a:lnTo>
                  <a:pt x="3198007" y="57267"/>
                </a:lnTo>
                <a:lnTo>
                  <a:pt x="3197971" y="56623"/>
                </a:lnTo>
                <a:lnTo>
                  <a:pt x="3197918" y="56018"/>
                </a:lnTo>
                <a:lnTo>
                  <a:pt x="3197845" y="55451"/>
                </a:lnTo>
                <a:lnTo>
                  <a:pt x="3197751" y="54922"/>
                </a:lnTo>
                <a:lnTo>
                  <a:pt x="3197634" y="54429"/>
                </a:lnTo>
                <a:lnTo>
                  <a:pt x="3197491" y="53973"/>
                </a:lnTo>
                <a:lnTo>
                  <a:pt x="3197322" y="53551"/>
                </a:lnTo>
                <a:lnTo>
                  <a:pt x="3197125" y="53163"/>
                </a:lnTo>
                <a:lnTo>
                  <a:pt x="3196897" y="52808"/>
                </a:lnTo>
                <a:lnTo>
                  <a:pt x="3196637" y="52485"/>
                </a:lnTo>
                <a:lnTo>
                  <a:pt x="3196342" y="52193"/>
                </a:lnTo>
                <a:lnTo>
                  <a:pt x="3196012" y="51931"/>
                </a:lnTo>
                <a:lnTo>
                  <a:pt x="3195643" y="51698"/>
                </a:lnTo>
                <a:lnTo>
                  <a:pt x="3195235" y="51494"/>
                </a:lnTo>
                <a:lnTo>
                  <a:pt x="3194786" y="51318"/>
                </a:lnTo>
                <a:lnTo>
                  <a:pt x="3194293" y="51168"/>
                </a:lnTo>
                <a:lnTo>
                  <a:pt x="3193755" y="51043"/>
                </a:lnTo>
                <a:lnTo>
                  <a:pt x="3193170" y="50943"/>
                </a:lnTo>
                <a:lnTo>
                  <a:pt x="3192537" y="50867"/>
                </a:lnTo>
                <a:lnTo>
                  <a:pt x="3191852" y="50814"/>
                </a:lnTo>
                <a:lnTo>
                  <a:pt x="3191115" y="50783"/>
                </a:lnTo>
                <a:lnTo>
                  <a:pt x="3190323" y="50773"/>
                </a:lnTo>
                <a:lnTo>
                  <a:pt x="3162947" y="50773"/>
                </a:lnTo>
                <a:lnTo>
                  <a:pt x="3162575" y="50773"/>
                </a:lnTo>
                <a:lnTo>
                  <a:pt x="3162184" y="50776"/>
                </a:lnTo>
                <a:lnTo>
                  <a:pt x="3161777" y="50784"/>
                </a:lnTo>
                <a:lnTo>
                  <a:pt x="3161358" y="50799"/>
                </a:lnTo>
                <a:lnTo>
                  <a:pt x="3160928" y="50825"/>
                </a:lnTo>
                <a:lnTo>
                  <a:pt x="3160492" y="50863"/>
                </a:lnTo>
                <a:lnTo>
                  <a:pt x="3160053" y="50916"/>
                </a:lnTo>
                <a:lnTo>
                  <a:pt x="3159613" y="50987"/>
                </a:lnTo>
                <a:lnTo>
                  <a:pt x="3159176" y="51078"/>
                </a:lnTo>
                <a:lnTo>
                  <a:pt x="3158744" y="51191"/>
                </a:lnTo>
                <a:lnTo>
                  <a:pt x="3158321" y="51330"/>
                </a:lnTo>
                <a:lnTo>
                  <a:pt x="3157911" y="51496"/>
                </a:lnTo>
                <a:lnTo>
                  <a:pt x="3157515" y="51692"/>
                </a:lnTo>
                <a:lnTo>
                  <a:pt x="3157138" y="51921"/>
                </a:lnTo>
                <a:lnTo>
                  <a:pt x="3156781" y="52186"/>
                </a:lnTo>
                <a:lnTo>
                  <a:pt x="3156450" y="52487"/>
                </a:lnTo>
                <a:lnTo>
                  <a:pt x="3156145" y="52829"/>
                </a:lnTo>
                <a:lnTo>
                  <a:pt x="3155871" y="53214"/>
                </a:lnTo>
                <a:lnTo>
                  <a:pt x="3155631" y="53644"/>
                </a:lnTo>
                <a:lnTo>
                  <a:pt x="3155428" y="54122"/>
                </a:lnTo>
                <a:lnTo>
                  <a:pt x="3155264" y="54649"/>
                </a:lnTo>
                <a:lnTo>
                  <a:pt x="3155143" y="55230"/>
                </a:lnTo>
                <a:lnTo>
                  <a:pt x="3155068" y="55866"/>
                </a:lnTo>
                <a:lnTo>
                  <a:pt x="3155043" y="56560"/>
                </a:lnTo>
                <a:lnTo>
                  <a:pt x="3155068" y="57276"/>
                </a:lnTo>
                <a:lnTo>
                  <a:pt x="3155143" y="57932"/>
                </a:lnTo>
                <a:lnTo>
                  <a:pt x="3155264" y="58532"/>
                </a:lnTo>
                <a:lnTo>
                  <a:pt x="3155428" y="59077"/>
                </a:lnTo>
                <a:lnTo>
                  <a:pt x="3155631" y="59570"/>
                </a:lnTo>
                <a:lnTo>
                  <a:pt x="3155871" y="60014"/>
                </a:lnTo>
                <a:lnTo>
                  <a:pt x="3156145" y="60411"/>
                </a:lnTo>
                <a:lnTo>
                  <a:pt x="3156450" y="60764"/>
                </a:lnTo>
                <a:lnTo>
                  <a:pt x="3156781" y="61076"/>
                </a:lnTo>
                <a:lnTo>
                  <a:pt x="3157138" y="61349"/>
                </a:lnTo>
                <a:lnTo>
                  <a:pt x="3157515" y="61585"/>
                </a:lnTo>
                <a:lnTo>
                  <a:pt x="3157911" y="61788"/>
                </a:lnTo>
                <a:lnTo>
                  <a:pt x="3158321" y="61959"/>
                </a:lnTo>
                <a:lnTo>
                  <a:pt x="3158744" y="62103"/>
                </a:lnTo>
                <a:lnTo>
                  <a:pt x="3159176" y="62220"/>
                </a:lnTo>
                <a:lnTo>
                  <a:pt x="3159613" y="62313"/>
                </a:lnTo>
                <a:lnTo>
                  <a:pt x="3160053" y="62386"/>
                </a:lnTo>
                <a:lnTo>
                  <a:pt x="3160492" y="62441"/>
                </a:lnTo>
                <a:lnTo>
                  <a:pt x="3160928" y="62481"/>
                </a:lnTo>
                <a:lnTo>
                  <a:pt x="3161358" y="62507"/>
                </a:lnTo>
                <a:lnTo>
                  <a:pt x="3161777" y="62523"/>
                </a:lnTo>
                <a:lnTo>
                  <a:pt x="3162184" y="62531"/>
                </a:lnTo>
                <a:lnTo>
                  <a:pt x="3162575" y="62534"/>
                </a:lnTo>
                <a:lnTo>
                  <a:pt x="3162947" y="62535"/>
                </a:lnTo>
                <a:lnTo>
                  <a:pt x="3184731" y="62535"/>
                </a:lnTo>
                <a:lnTo>
                  <a:pt x="3184731" y="122048"/>
                </a:lnTo>
                <a:lnTo>
                  <a:pt x="3161403" y="122048"/>
                </a:lnTo>
                <a:lnTo>
                  <a:pt x="3161009" y="122049"/>
                </a:lnTo>
                <a:lnTo>
                  <a:pt x="3160600" y="122052"/>
                </a:lnTo>
                <a:lnTo>
                  <a:pt x="3160178" y="122060"/>
                </a:lnTo>
                <a:lnTo>
                  <a:pt x="3159747" y="122076"/>
                </a:lnTo>
                <a:lnTo>
                  <a:pt x="3159309" y="122102"/>
                </a:lnTo>
                <a:lnTo>
                  <a:pt x="3158867" y="122141"/>
                </a:lnTo>
                <a:lnTo>
                  <a:pt x="3158424" y="122196"/>
                </a:lnTo>
                <a:lnTo>
                  <a:pt x="3157983" y="122269"/>
                </a:lnTo>
                <a:lnTo>
                  <a:pt x="3157547" y="122363"/>
                </a:lnTo>
                <a:lnTo>
                  <a:pt x="3157118" y="122480"/>
                </a:lnTo>
                <a:lnTo>
                  <a:pt x="3156700" y="122623"/>
                </a:lnTo>
                <a:lnTo>
                  <a:pt x="3156295" y="122795"/>
                </a:lnTo>
                <a:lnTo>
                  <a:pt x="3155905" y="122998"/>
                </a:lnTo>
                <a:lnTo>
                  <a:pt x="3155535" y="123234"/>
                </a:lnTo>
                <a:lnTo>
                  <a:pt x="3155187" y="123507"/>
                </a:lnTo>
                <a:lnTo>
                  <a:pt x="3154863" y="123818"/>
                </a:lnTo>
                <a:lnTo>
                  <a:pt x="3154566" y="124172"/>
                </a:lnTo>
                <a:lnTo>
                  <a:pt x="3154300" y="124569"/>
                </a:lnTo>
                <a:lnTo>
                  <a:pt x="3154067" y="125013"/>
                </a:lnTo>
                <a:lnTo>
                  <a:pt x="3153870" y="125506"/>
                </a:lnTo>
                <a:lnTo>
                  <a:pt x="3153712" y="126051"/>
                </a:lnTo>
                <a:lnTo>
                  <a:pt x="3153595" y="126650"/>
                </a:lnTo>
                <a:lnTo>
                  <a:pt x="3153523" y="127307"/>
                </a:lnTo>
                <a:lnTo>
                  <a:pt x="3153498" y="128023"/>
                </a:lnTo>
                <a:lnTo>
                  <a:pt x="3153524" y="128717"/>
                </a:lnTo>
                <a:lnTo>
                  <a:pt x="3153599" y="129352"/>
                </a:lnTo>
                <a:lnTo>
                  <a:pt x="3153719" y="129932"/>
                </a:lnTo>
                <a:lnTo>
                  <a:pt x="3153883" y="130460"/>
                </a:lnTo>
                <a:lnTo>
                  <a:pt x="3154087" y="130937"/>
                </a:lnTo>
                <a:lnTo>
                  <a:pt x="3154327" y="131367"/>
                </a:lnTo>
                <a:lnTo>
                  <a:pt x="3154601" y="131752"/>
                </a:lnTo>
                <a:lnTo>
                  <a:pt x="3154905" y="132093"/>
                </a:lnTo>
                <a:lnTo>
                  <a:pt x="3155237" y="132395"/>
                </a:lnTo>
                <a:lnTo>
                  <a:pt x="3155593" y="132659"/>
                </a:lnTo>
                <a:lnTo>
                  <a:pt x="3155971" y="132888"/>
                </a:lnTo>
                <a:lnTo>
                  <a:pt x="3156366" y="133084"/>
                </a:lnTo>
                <a:lnTo>
                  <a:pt x="3156777" y="133250"/>
                </a:lnTo>
                <a:lnTo>
                  <a:pt x="3157200" y="133389"/>
                </a:lnTo>
                <a:lnTo>
                  <a:pt x="3157631" y="133502"/>
                </a:lnTo>
                <a:lnTo>
                  <a:pt x="3158068" y="133593"/>
                </a:lnTo>
                <a:lnTo>
                  <a:pt x="3158508" y="133664"/>
                </a:lnTo>
                <a:lnTo>
                  <a:pt x="3158948" y="133717"/>
                </a:lnTo>
                <a:lnTo>
                  <a:pt x="3159384" y="133755"/>
                </a:lnTo>
                <a:lnTo>
                  <a:pt x="3159813" y="133780"/>
                </a:lnTo>
                <a:lnTo>
                  <a:pt x="3160233" y="133796"/>
                </a:lnTo>
                <a:lnTo>
                  <a:pt x="3160640" y="133804"/>
                </a:lnTo>
                <a:lnTo>
                  <a:pt x="3161031" y="133807"/>
                </a:lnTo>
                <a:lnTo>
                  <a:pt x="3161403" y="133807"/>
                </a:lnTo>
                <a:lnTo>
                  <a:pt x="3218276" y="133807"/>
                </a:lnTo>
                <a:lnTo>
                  <a:pt x="3218649" y="133807"/>
                </a:lnTo>
                <a:lnTo>
                  <a:pt x="3219040" y="133804"/>
                </a:lnTo>
                <a:lnTo>
                  <a:pt x="3219447" y="133796"/>
                </a:lnTo>
                <a:lnTo>
                  <a:pt x="3219867" y="133780"/>
                </a:lnTo>
                <a:lnTo>
                  <a:pt x="3220296" y="133755"/>
                </a:lnTo>
                <a:lnTo>
                  <a:pt x="3220732" y="133717"/>
                </a:lnTo>
                <a:lnTo>
                  <a:pt x="3221172" y="133664"/>
                </a:lnTo>
                <a:lnTo>
                  <a:pt x="3221612" y="133593"/>
                </a:lnTo>
                <a:lnTo>
                  <a:pt x="3222049" y="133502"/>
                </a:lnTo>
                <a:lnTo>
                  <a:pt x="3222481" y="133389"/>
                </a:lnTo>
                <a:lnTo>
                  <a:pt x="3222903" y="133250"/>
                </a:lnTo>
                <a:lnTo>
                  <a:pt x="3223314" y="133084"/>
                </a:lnTo>
                <a:lnTo>
                  <a:pt x="3223709" y="132888"/>
                </a:lnTo>
                <a:lnTo>
                  <a:pt x="3224087" y="132659"/>
                </a:lnTo>
                <a:lnTo>
                  <a:pt x="3224443" y="132395"/>
                </a:lnTo>
                <a:lnTo>
                  <a:pt x="3224775" y="132093"/>
                </a:lnTo>
                <a:lnTo>
                  <a:pt x="3225079" y="131752"/>
                </a:lnTo>
                <a:lnTo>
                  <a:pt x="3225353" y="131367"/>
                </a:lnTo>
                <a:lnTo>
                  <a:pt x="3225593" y="130937"/>
                </a:lnTo>
                <a:lnTo>
                  <a:pt x="3225796" y="130460"/>
                </a:lnTo>
                <a:lnTo>
                  <a:pt x="3225960" y="129932"/>
                </a:lnTo>
                <a:lnTo>
                  <a:pt x="3226080" y="129352"/>
                </a:lnTo>
                <a:lnTo>
                  <a:pt x="3226155" y="128717"/>
                </a:lnTo>
                <a:lnTo>
                  <a:pt x="3226181" y="128023"/>
                </a:lnTo>
                <a:lnTo>
                  <a:pt x="3226155" y="127307"/>
                </a:lnTo>
                <a:lnTo>
                  <a:pt x="3226080" y="126650"/>
                </a:lnTo>
                <a:lnTo>
                  <a:pt x="3225960" y="126051"/>
                </a:lnTo>
                <a:lnTo>
                  <a:pt x="3225796" y="125506"/>
                </a:lnTo>
                <a:lnTo>
                  <a:pt x="3225593" y="125013"/>
                </a:lnTo>
                <a:lnTo>
                  <a:pt x="3225353" y="124569"/>
                </a:lnTo>
                <a:close/>
                <a:moveTo>
                  <a:pt x="2122972" y="124488"/>
                </a:moveTo>
                <a:lnTo>
                  <a:pt x="2122700" y="124104"/>
                </a:lnTo>
                <a:lnTo>
                  <a:pt x="2122398" y="123762"/>
                </a:lnTo>
                <a:lnTo>
                  <a:pt x="2122069" y="123460"/>
                </a:lnTo>
                <a:lnTo>
                  <a:pt x="2121716" y="123196"/>
                </a:lnTo>
                <a:lnTo>
                  <a:pt x="2121344" y="122967"/>
                </a:lnTo>
                <a:lnTo>
                  <a:pt x="2120954" y="122771"/>
                </a:lnTo>
                <a:lnTo>
                  <a:pt x="2120549" y="122605"/>
                </a:lnTo>
                <a:lnTo>
                  <a:pt x="2120135" y="122466"/>
                </a:lnTo>
                <a:lnTo>
                  <a:pt x="2119712" y="122353"/>
                </a:lnTo>
                <a:lnTo>
                  <a:pt x="2119285" y="122262"/>
                </a:lnTo>
                <a:lnTo>
                  <a:pt x="2118856" y="122192"/>
                </a:lnTo>
                <a:lnTo>
                  <a:pt x="2118430" y="122138"/>
                </a:lnTo>
                <a:lnTo>
                  <a:pt x="2118008" y="122100"/>
                </a:lnTo>
                <a:lnTo>
                  <a:pt x="2117595" y="122075"/>
                </a:lnTo>
                <a:lnTo>
                  <a:pt x="2117193" y="122059"/>
                </a:lnTo>
                <a:lnTo>
                  <a:pt x="2116805" y="122051"/>
                </a:lnTo>
                <a:lnTo>
                  <a:pt x="2116436" y="122048"/>
                </a:lnTo>
                <a:lnTo>
                  <a:pt x="2116087" y="122048"/>
                </a:lnTo>
                <a:lnTo>
                  <a:pt x="2107409" y="122048"/>
                </a:lnTo>
                <a:lnTo>
                  <a:pt x="2107409" y="58678"/>
                </a:lnTo>
                <a:lnTo>
                  <a:pt x="2107402" y="57952"/>
                </a:lnTo>
                <a:lnTo>
                  <a:pt x="2107382" y="57267"/>
                </a:lnTo>
                <a:lnTo>
                  <a:pt x="2107346" y="56623"/>
                </a:lnTo>
                <a:lnTo>
                  <a:pt x="2107293" y="56018"/>
                </a:lnTo>
                <a:lnTo>
                  <a:pt x="2107220" y="55451"/>
                </a:lnTo>
                <a:lnTo>
                  <a:pt x="2107126" y="54922"/>
                </a:lnTo>
                <a:lnTo>
                  <a:pt x="2107008" y="54429"/>
                </a:lnTo>
                <a:lnTo>
                  <a:pt x="2106866" y="53973"/>
                </a:lnTo>
                <a:lnTo>
                  <a:pt x="2106697" y="53551"/>
                </a:lnTo>
                <a:lnTo>
                  <a:pt x="2106500" y="53163"/>
                </a:lnTo>
                <a:lnTo>
                  <a:pt x="2106272" y="52808"/>
                </a:lnTo>
                <a:lnTo>
                  <a:pt x="2106011" y="52485"/>
                </a:lnTo>
                <a:lnTo>
                  <a:pt x="2105717" y="52193"/>
                </a:lnTo>
                <a:lnTo>
                  <a:pt x="2105386" y="51931"/>
                </a:lnTo>
                <a:lnTo>
                  <a:pt x="2105018" y="51698"/>
                </a:lnTo>
                <a:lnTo>
                  <a:pt x="2104610" y="51494"/>
                </a:lnTo>
                <a:lnTo>
                  <a:pt x="2104161" y="51318"/>
                </a:lnTo>
                <a:lnTo>
                  <a:pt x="2103668" y="51168"/>
                </a:lnTo>
                <a:lnTo>
                  <a:pt x="2103130" y="51043"/>
                </a:lnTo>
                <a:lnTo>
                  <a:pt x="2102545" y="50943"/>
                </a:lnTo>
                <a:lnTo>
                  <a:pt x="2101911" y="50867"/>
                </a:lnTo>
                <a:lnTo>
                  <a:pt x="2101227" y="50814"/>
                </a:lnTo>
                <a:lnTo>
                  <a:pt x="2100490" y="50783"/>
                </a:lnTo>
                <a:lnTo>
                  <a:pt x="2099698" y="50773"/>
                </a:lnTo>
                <a:lnTo>
                  <a:pt x="2085625" y="50773"/>
                </a:lnTo>
                <a:lnTo>
                  <a:pt x="2085230" y="50773"/>
                </a:lnTo>
                <a:lnTo>
                  <a:pt x="2084821" y="50776"/>
                </a:lnTo>
                <a:lnTo>
                  <a:pt x="2084399" y="50784"/>
                </a:lnTo>
                <a:lnTo>
                  <a:pt x="2083968" y="50800"/>
                </a:lnTo>
                <a:lnTo>
                  <a:pt x="2083530" y="50827"/>
                </a:lnTo>
                <a:lnTo>
                  <a:pt x="2083088" y="50866"/>
                </a:lnTo>
                <a:lnTo>
                  <a:pt x="2082645" y="50921"/>
                </a:lnTo>
                <a:lnTo>
                  <a:pt x="2082204" y="50994"/>
                </a:lnTo>
                <a:lnTo>
                  <a:pt x="2081768" y="51088"/>
                </a:lnTo>
                <a:lnTo>
                  <a:pt x="2081339" y="51205"/>
                </a:lnTo>
                <a:lnTo>
                  <a:pt x="2080920" y="51348"/>
                </a:lnTo>
                <a:lnTo>
                  <a:pt x="2080515" y="51520"/>
                </a:lnTo>
                <a:lnTo>
                  <a:pt x="2080126" y="51723"/>
                </a:lnTo>
                <a:lnTo>
                  <a:pt x="2079756" y="51959"/>
                </a:lnTo>
                <a:lnTo>
                  <a:pt x="2079408" y="52232"/>
                </a:lnTo>
                <a:lnTo>
                  <a:pt x="2079084" y="52544"/>
                </a:lnTo>
                <a:lnTo>
                  <a:pt x="2078787" y="52897"/>
                </a:lnTo>
                <a:lnTo>
                  <a:pt x="2078521" y="53295"/>
                </a:lnTo>
                <a:lnTo>
                  <a:pt x="2078288" y="53739"/>
                </a:lnTo>
                <a:lnTo>
                  <a:pt x="2078091" y="54232"/>
                </a:lnTo>
                <a:lnTo>
                  <a:pt x="2077933" y="54778"/>
                </a:lnTo>
                <a:lnTo>
                  <a:pt x="2077817" y="55377"/>
                </a:lnTo>
                <a:lnTo>
                  <a:pt x="2077745" y="56034"/>
                </a:lnTo>
                <a:lnTo>
                  <a:pt x="2077720" y="56751"/>
                </a:lnTo>
                <a:lnTo>
                  <a:pt x="2077746" y="57444"/>
                </a:lnTo>
                <a:lnTo>
                  <a:pt x="2077820" y="58080"/>
                </a:lnTo>
                <a:lnTo>
                  <a:pt x="2077941" y="58660"/>
                </a:lnTo>
                <a:lnTo>
                  <a:pt x="2078104" y="59188"/>
                </a:lnTo>
                <a:lnTo>
                  <a:pt x="2078307" y="59665"/>
                </a:lnTo>
                <a:lnTo>
                  <a:pt x="2078546" y="60095"/>
                </a:lnTo>
                <a:lnTo>
                  <a:pt x="2078818" y="60479"/>
                </a:lnTo>
                <a:lnTo>
                  <a:pt x="2079120" y="60821"/>
                </a:lnTo>
                <a:lnTo>
                  <a:pt x="2079449" y="61123"/>
                </a:lnTo>
                <a:lnTo>
                  <a:pt x="2079801" y="61387"/>
                </a:lnTo>
                <a:lnTo>
                  <a:pt x="2080174" y="61616"/>
                </a:lnTo>
                <a:lnTo>
                  <a:pt x="2080564" y="61812"/>
                </a:lnTo>
                <a:lnTo>
                  <a:pt x="2080968" y="61978"/>
                </a:lnTo>
                <a:lnTo>
                  <a:pt x="2081383" y="62116"/>
                </a:lnTo>
                <a:lnTo>
                  <a:pt x="2081806" y="62230"/>
                </a:lnTo>
                <a:lnTo>
                  <a:pt x="2082233" y="62321"/>
                </a:lnTo>
                <a:lnTo>
                  <a:pt x="2082661" y="62391"/>
                </a:lnTo>
                <a:lnTo>
                  <a:pt x="2083088" y="62444"/>
                </a:lnTo>
                <a:lnTo>
                  <a:pt x="2083509" y="62482"/>
                </a:lnTo>
                <a:lnTo>
                  <a:pt x="2083923" y="62508"/>
                </a:lnTo>
                <a:lnTo>
                  <a:pt x="2084325" y="62523"/>
                </a:lnTo>
                <a:lnTo>
                  <a:pt x="2084712" y="62531"/>
                </a:lnTo>
                <a:lnTo>
                  <a:pt x="2085082" y="62534"/>
                </a:lnTo>
                <a:lnTo>
                  <a:pt x="2085431" y="62535"/>
                </a:lnTo>
                <a:lnTo>
                  <a:pt x="2094106" y="62535"/>
                </a:lnTo>
                <a:lnTo>
                  <a:pt x="2094106" y="103558"/>
                </a:lnTo>
                <a:lnTo>
                  <a:pt x="2094026" y="105644"/>
                </a:lnTo>
                <a:lnTo>
                  <a:pt x="2093795" y="107580"/>
                </a:lnTo>
                <a:lnTo>
                  <a:pt x="2093423" y="109371"/>
                </a:lnTo>
                <a:lnTo>
                  <a:pt x="2092921" y="111022"/>
                </a:lnTo>
                <a:lnTo>
                  <a:pt x="2092299" y="112538"/>
                </a:lnTo>
                <a:lnTo>
                  <a:pt x="2091570" y="113926"/>
                </a:lnTo>
                <a:lnTo>
                  <a:pt x="2090743" y="115191"/>
                </a:lnTo>
                <a:lnTo>
                  <a:pt x="2089829" y="116338"/>
                </a:lnTo>
                <a:lnTo>
                  <a:pt x="2088840" y="117373"/>
                </a:lnTo>
                <a:lnTo>
                  <a:pt x="2087786" y="118301"/>
                </a:lnTo>
                <a:lnTo>
                  <a:pt x="2086678" y="119128"/>
                </a:lnTo>
                <a:lnTo>
                  <a:pt x="2085527" y="119859"/>
                </a:lnTo>
                <a:lnTo>
                  <a:pt x="2084344" y="120500"/>
                </a:lnTo>
                <a:lnTo>
                  <a:pt x="2083140" y="121057"/>
                </a:lnTo>
                <a:lnTo>
                  <a:pt x="2081926" y="121534"/>
                </a:lnTo>
                <a:lnTo>
                  <a:pt x="2080711" y="121938"/>
                </a:lnTo>
                <a:lnTo>
                  <a:pt x="2079509" y="122273"/>
                </a:lnTo>
                <a:lnTo>
                  <a:pt x="2078328" y="122546"/>
                </a:lnTo>
                <a:lnTo>
                  <a:pt x="2077181" y="122762"/>
                </a:lnTo>
                <a:lnTo>
                  <a:pt x="2076078" y="122927"/>
                </a:lnTo>
                <a:lnTo>
                  <a:pt x="2075029" y="123045"/>
                </a:lnTo>
                <a:lnTo>
                  <a:pt x="2074047" y="123122"/>
                </a:lnTo>
                <a:lnTo>
                  <a:pt x="2073141" y="123165"/>
                </a:lnTo>
                <a:lnTo>
                  <a:pt x="2072322" y="123178"/>
                </a:lnTo>
                <a:lnTo>
                  <a:pt x="2070496" y="123145"/>
                </a:lnTo>
                <a:lnTo>
                  <a:pt x="2068822" y="123049"/>
                </a:lnTo>
                <a:lnTo>
                  <a:pt x="2067294" y="122893"/>
                </a:lnTo>
                <a:lnTo>
                  <a:pt x="2065905" y="122679"/>
                </a:lnTo>
                <a:lnTo>
                  <a:pt x="2064647" y="122410"/>
                </a:lnTo>
                <a:lnTo>
                  <a:pt x="2063516" y="122089"/>
                </a:lnTo>
                <a:lnTo>
                  <a:pt x="2062503" y="121719"/>
                </a:lnTo>
                <a:lnTo>
                  <a:pt x="2061603" y="121302"/>
                </a:lnTo>
                <a:lnTo>
                  <a:pt x="2060808" y="120842"/>
                </a:lnTo>
                <a:lnTo>
                  <a:pt x="2060113" y="120342"/>
                </a:lnTo>
                <a:lnTo>
                  <a:pt x="2059510" y="119804"/>
                </a:lnTo>
                <a:lnTo>
                  <a:pt x="2058994" y="119230"/>
                </a:lnTo>
                <a:lnTo>
                  <a:pt x="2058556" y="118625"/>
                </a:lnTo>
                <a:lnTo>
                  <a:pt x="2058191" y="117991"/>
                </a:lnTo>
                <a:lnTo>
                  <a:pt x="2057893" y="117330"/>
                </a:lnTo>
                <a:lnTo>
                  <a:pt x="2057654" y="116645"/>
                </a:lnTo>
                <a:lnTo>
                  <a:pt x="2057468" y="115940"/>
                </a:lnTo>
                <a:lnTo>
                  <a:pt x="2057328" y="115217"/>
                </a:lnTo>
                <a:lnTo>
                  <a:pt x="2057227" y="114479"/>
                </a:lnTo>
                <a:lnTo>
                  <a:pt x="2057160" y="113729"/>
                </a:lnTo>
                <a:lnTo>
                  <a:pt x="2057119" y="112969"/>
                </a:lnTo>
                <a:lnTo>
                  <a:pt x="2057098" y="112203"/>
                </a:lnTo>
                <a:lnTo>
                  <a:pt x="2057091" y="111433"/>
                </a:lnTo>
                <a:lnTo>
                  <a:pt x="2057090" y="110663"/>
                </a:lnTo>
                <a:lnTo>
                  <a:pt x="2057090" y="58678"/>
                </a:lnTo>
                <a:lnTo>
                  <a:pt x="2057083" y="57952"/>
                </a:lnTo>
                <a:lnTo>
                  <a:pt x="2057063" y="57267"/>
                </a:lnTo>
                <a:lnTo>
                  <a:pt x="2057027" y="56623"/>
                </a:lnTo>
                <a:lnTo>
                  <a:pt x="2056974" y="56018"/>
                </a:lnTo>
                <a:lnTo>
                  <a:pt x="2056901" y="55451"/>
                </a:lnTo>
                <a:lnTo>
                  <a:pt x="2056807" y="54922"/>
                </a:lnTo>
                <a:lnTo>
                  <a:pt x="2056689" y="54429"/>
                </a:lnTo>
                <a:lnTo>
                  <a:pt x="2056547" y="53973"/>
                </a:lnTo>
                <a:lnTo>
                  <a:pt x="2056378" y="53551"/>
                </a:lnTo>
                <a:lnTo>
                  <a:pt x="2056181" y="53163"/>
                </a:lnTo>
                <a:lnTo>
                  <a:pt x="2055953" y="52808"/>
                </a:lnTo>
                <a:lnTo>
                  <a:pt x="2055692" y="52485"/>
                </a:lnTo>
                <a:lnTo>
                  <a:pt x="2055398" y="52193"/>
                </a:lnTo>
                <a:lnTo>
                  <a:pt x="2055067" y="51931"/>
                </a:lnTo>
                <a:lnTo>
                  <a:pt x="2054699" y="51698"/>
                </a:lnTo>
                <a:lnTo>
                  <a:pt x="2054291" y="51494"/>
                </a:lnTo>
                <a:lnTo>
                  <a:pt x="2053842" y="51318"/>
                </a:lnTo>
                <a:lnTo>
                  <a:pt x="2053349" y="51168"/>
                </a:lnTo>
                <a:lnTo>
                  <a:pt x="2052811" y="51043"/>
                </a:lnTo>
                <a:lnTo>
                  <a:pt x="2052226" y="50943"/>
                </a:lnTo>
                <a:lnTo>
                  <a:pt x="2051592" y="50867"/>
                </a:lnTo>
                <a:lnTo>
                  <a:pt x="2050908" y="50814"/>
                </a:lnTo>
                <a:lnTo>
                  <a:pt x="2050171" y="50783"/>
                </a:lnTo>
                <a:lnTo>
                  <a:pt x="2049379" y="50773"/>
                </a:lnTo>
                <a:lnTo>
                  <a:pt x="2035306" y="50773"/>
                </a:lnTo>
                <a:lnTo>
                  <a:pt x="2034911" y="50773"/>
                </a:lnTo>
                <a:lnTo>
                  <a:pt x="2034502" y="50776"/>
                </a:lnTo>
                <a:lnTo>
                  <a:pt x="2034080" y="50784"/>
                </a:lnTo>
                <a:lnTo>
                  <a:pt x="2033649" y="50800"/>
                </a:lnTo>
                <a:lnTo>
                  <a:pt x="2033211" y="50827"/>
                </a:lnTo>
                <a:lnTo>
                  <a:pt x="2032769" y="50866"/>
                </a:lnTo>
                <a:lnTo>
                  <a:pt x="2032326" y="50921"/>
                </a:lnTo>
                <a:lnTo>
                  <a:pt x="2031885" y="50994"/>
                </a:lnTo>
                <a:lnTo>
                  <a:pt x="2031449" y="51088"/>
                </a:lnTo>
                <a:lnTo>
                  <a:pt x="2031020" y="51205"/>
                </a:lnTo>
                <a:lnTo>
                  <a:pt x="2030601" y="51348"/>
                </a:lnTo>
                <a:lnTo>
                  <a:pt x="2030196" y="51520"/>
                </a:lnTo>
                <a:lnTo>
                  <a:pt x="2029807" y="51723"/>
                </a:lnTo>
                <a:lnTo>
                  <a:pt x="2029437" y="51959"/>
                </a:lnTo>
                <a:lnTo>
                  <a:pt x="2029089" y="52232"/>
                </a:lnTo>
                <a:lnTo>
                  <a:pt x="2028765" y="52544"/>
                </a:lnTo>
                <a:lnTo>
                  <a:pt x="2028468" y="52897"/>
                </a:lnTo>
                <a:lnTo>
                  <a:pt x="2028202" y="53295"/>
                </a:lnTo>
                <a:lnTo>
                  <a:pt x="2027969" y="53739"/>
                </a:lnTo>
                <a:lnTo>
                  <a:pt x="2027772" y="54232"/>
                </a:lnTo>
                <a:lnTo>
                  <a:pt x="2027614" y="54778"/>
                </a:lnTo>
                <a:lnTo>
                  <a:pt x="2027498" y="55377"/>
                </a:lnTo>
                <a:lnTo>
                  <a:pt x="2027426" y="56034"/>
                </a:lnTo>
                <a:lnTo>
                  <a:pt x="2027401" y="56751"/>
                </a:lnTo>
                <a:lnTo>
                  <a:pt x="2027427" y="57444"/>
                </a:lnTo>
                <a:lnTo>
                  <a:pt x="2027501" y="58080"/>
                </a:lnTo>
                <a:lnTo>
                  <a:pt x="2027622" y="58660"/>
                </a:lnTo>
                <a:lnTo>
                  <a:pt x="2027785" y="59188"/>
                </a:lnTo>
                <a:lnTo>
                  <a:pt x="2027988" y="59665"/>
                </a:lnTo>
                <a:lnTo>
                  <a:pt x="2028227" y="60095"/>
                </a:lnTo>
                <a:lnTo>
                  <a:pt x="2028499" y="60479"/>
                </a:lnTo>
                <a:lnTo>
                  <a:pt x="2028801" y="60821"/>
                </a:lnTo>
                <a:lnTo>
                  <a:pt x="2029130" y="61123"/>
                </a:lnTo>
                <a:lnTo>
                  <a:pt x="2029482" y="61387"/>
                </a:lnTo>
                <a:lnTo>
                  <a:pt x="2029855" y="61616"/>
                </a:lnTo>
                <a:lnTo>
                  <a:pt x="2030245" y="61812"/>
                </a:lnTo>
                <a:lnTo>
                  <a:pt x="2030649" y="61978"/>
                </a:lnTo>
                <a:lnTo>
                  <a:pt x="2031064" y="62116"/>
                </a:lnTo>
                <a:lnTo>
                  <a:pt x="2031487" y="62230"/>
                </a:lnTo>
                <a:lnTo>
                  <a:pt x="2031914" y="62321"/>
                </a:lnTo>
                <a:lnTo>
                  <a:pt x="2032342" y="62391"/>
                </a:lnTo>
                <a:lnTo>
                  <a:pt x="2032769" y="62444"/>
                </a:lnTo>
                <a:lnTo>
                  <a:pt x="2033190" y="62482"/>
                </a:lnTo>
                <a:lnTo>
                  <a:pt x="2033604" y="62508"/>
                </a:lnTo>
                <a:lnTo>
                  <a:pt x="2034006" y="62523"/>
                </a:lnTo>
                <a:lnTo>
                  <a:pt x="2034393" y="62531"/>
                </a:lnTo>
                <a:lnTo>
                  <a:pt x="2034763" y="62534"/>
                </a:lnTo>
                <a:lnTo>
                  <a:pt x="2035112" y="62535"/>
                </a:lnTo>
                <a:lnTo>
                  <a:pt x="2043790" y="62535"/>
                </a:lnTo>
                <a:lnTo>
                  <a:pt x="2043790" y="111819"/>
                </a:lnTo>
                <a:lnTo>
                  <a:pt x="2043858" y="114059"/>
                </a:lnTo>
                <a:lnTo>
                  <a:pt x="2044060" y="116159"/>
                </a:lnTo>
                <a:lnTo>
                  <a:pt x="2044389" y="118122"/>
                </a:lnTo>
                <a:lnTo>
                  <a:pt x="2044840" y="119953"/>
                </a:lnTo>
                <a:lnTo>
                  <a:pt x="2045408" y="121655"/>
                </a:lnTo>
                <a:lnTo>
                  <a:pt x="2046088" y="123233"/>
                </a:lnTo>
                <a:lnTo>
                  <a:pt x="2046873" y="124690"/>
                </a:lnTo>
                <a:lnTo>
                  <a:pt x="2047759" y="126032"/>
                </a:lnTo>
                <a:lnTo>
                  <a:pt x="2048740" y="127260"/>
                </a:lnTo>
                <a:lnTo>
                  <a:pt x="2049811" y="128381"/>
                </a:lnTo>
                <a:lnTo>
                  <a:pt x="2050966" y="129397"/>
                </a:lnTo>
                <a:lnTo>
                  <a:pt x="2052199" y="130313"/>
                </a:lnTo>
                <a:lnTo>
                  <a:pt x="2053506" y="131132"/>
                </a:lnTo>
                <a:lnTo>
                  <a:pt x="2054881" y="131859"/>
                </a:lnTo>
                <a:lnTo>
                  <a:pt x="2056318" y="132498"/>
                </a:lnTo>
                <a:lnTo>
                  <a:pt x="2057812" y="133053"/>
                </a:lnTo>
                <a:lnTo>
                  <a:pt x="2059358" y="133527"/>
                </a:lnTo>
                <a:lnTo>
                  <a:pt x="2060950" y="133925"/>
                </a:lnTo>
                <a:lnTo>
                  <a:pt x="2062583" y="134251"/>
                </a:lnTo>
                <a:lnTo>
                  <a:pt x="2064250" y="134509"/>
                </a:lnTo>
                <a:lnTo>
                  <a:pt x="2065948" y="134702"/>
                </a:lnTo>
                <a:lnTo>
                  <a:pt x="2067670" y="134835"/>
                </a:lnTo>
                <a:lnTo>
                  <a:pt x="2069411" y="134912"/>
                </a:lnTo>
                <a:lnTo>
                  <a:pt x="2071166" y="134937"/>
                </a:lnTo>
                <a:lnTo>
                  <a:pt x="2072154" y="134927"/>
                </a:lnTo>
                <a:lnTo>
                  <a:pt x="2073142" y="134896"/>
                </a:lnTo>
                <a:lnTo>
                  <a:pt x="2074129" y="134844"/>
                </a:lnTo>
                <a:lnTo>
                  <a:pt x="2075115" y="134769"/>
                </a:lnTo>
                <a:lnTo>
                  <a:pt x="2076099" y="134672"/>
                </a:lnTo>
                <a:lnTo>
                  <a:pt x="2077082" y="134551"/>
                </a:lnTo>
                <a:lnTo>
                  <a:pt x="2078063" y="134407"/>
                </a:lnTo>
                <a:lnTo>
                  <a:pt x="2079042" y="134237"/>
                </a:lnTo>
                <a:lnTo>
                  <a:pt x="2080018" y="134042"/>
                </a:lnTo>
                <a:lnTo>
                  <a:pt x="2080991" y="133822"/>
                </a:lnTo>
                <a:lnTo>
                  <a:pt x="2081960" y="133574"/>
                </a:lnTo>
                <a:lnTo>
                  <a:pt x="2082926" y="133299"/>
                </a:lnTo>
                <a:lnTo>
                  <a:pt x="2083888" y="132995"/>
                </a:lnTo>
                <a:lnTo>
                  <a:pt x="2084845" y="132663"/>
                </a:lnTo>
                <a:lnTo>
                  <a:pt x="2085798" y="132302"/>
                </a:lnTo>
                <a:lnTo>
                  <a:pt x="2086746" y="131910"/>
                </a:lnTo>
                <a:lnTo>
                  <a:pt x="2087688" y="131487"/>
                </a:lnTo>
                <a:lnTo>
                  <a:pt x="2088625" y="131033"/>
                </a:lnTo>
                <a:lnTo>
                  <a:pt x="2089555" y="130547"/>
                </a:lnTo>
                <a:lnTo>
                  <a:pt x="2090480" y="130028"/>
                </a:lnTo>
                <a:lnTo>
                  <a:pt x="2091397" y="129476"/>
                </a:lnTo>
                <a:lnTo>
                  <a:pt x="2092307" y="128890"/>
                </a:lnTo>
                <a:lnTo>
                  <a:pt x="2093211" y="128268"/>
                </a:lnTo>
                <a:lnTo>
                  <a:pt x="2094106" y="127611"/>
                </a:lnTo>
                <a:lnTo>
                  <a:pt x="2094150" y="128354"/>
                </a:lnTo>
                <a:lnTo>
                  <a:pt x="2094232" y="129035"/>
                </a:lnTo>
                <a:lnTo>
                  <a:pt x="2094351" y="129656"/>
                </a:lnTo>
                <a:lnTo>
                  <a:pt x="2094504" y="130222"/>
                </a:lnTo>
                <a:lnTo>
                  <a:pt x="2094689" y="130733"/>
                </a:lnTo>
                <a:lnTo>
                  <a:pt x="2094905" y="131193"/>
                </a:lnTo>
                <a:lnTo>
                  <a:pt x="2095149" y="131605"/>
                </a:lnTo>
                <a:lnTo>
                  <a:pt x="2095421" y="131971"/>
                </a:lnTo>
                <a:lnTo>
                  <a:pt x="2095716" y="132295"/>
                </a:lnTo>
                <a:lnTo>
                  <a:pt x="2096035" y="132577"/>
                </a:lnTo>
                <a:lnTo>
                  <a:pt x="2096375" y="132822"/>
                </a:lnTo>
                <a:lnTo>
                  <a:pt x="2096734" y="133033"/>
                </a:lnTo>
                <a:lnTo>
                  <a:pt x="2097109" y="133211"/>
                </a:lnTo>
                <a:lnTo>
                  <a:pt x="2097500" y="133359"/>
                </a:lnTo>
                <a:lnTo>
                  <a:pt x="2097904" y="133480"/>
                </a:lnTo>
                <a:lnTo>
                  <a:pt x="2098320" y="133578"/>
                </a:lnTo>
                <a:lnTo>
                  <a:pt x="2098745" y="133653"/>
                </a:lnTo>
                <a:lnTo>
                  <a:pt x="2099177" y="133710"/>
                </a:lnTo>
                <a:lnTo>
                  <a:pt x="2099615" y="133751"/>
                </a:lnTo>
                <a:lnTo>
                  <a:pt x="2100056" y="133778"/>
                </a:lnTo>
                <a:lnTo>
                  <a:pt x="2100499" y="133795"/>
                </a:lnTo>
                <a:lnTo>
                  <a:pt x="2100942" y="133804"/>
                </a:lnTo>
                <a:lnTo>
                  <a:pt x="2101383" y="133807"/>
                </a:lnTo>
                <a:lnTo>
                  <a:pt x="2101819" y="133807"/>
                </a:lnTo>
                <a:lnTo>
                  <a:pt x="2115893" y="133807"/>
                </a:lnTo>
                <a:lnTo>
                  <a:pt x="2116287" y="133807"/>
                </a:lnTo>
                <a:lnTo>
                  <a:pt x="2116696" y="133804"/>
                </a:lnTo>
                <a:lnTo>
                  <a:pt x="2117118" y="133795"/>
                </a:lnTo>
                <a:lnTo>
                  <a:pt x="2117550" y="133780"/>
                </a:lnTo>
                <a:lnTo>
                  <a:pt x="2117988" y="133753"/>
                </a:lnTo>
                <a:lnTo>
                  <a:pt x="2118430" y="133714"/>
                </a:lnTo>
                <a:lnTo>
                  <a:pt x="2118872" y="133659"/>
                </a:lnTo>
                <a:lnTo>
                  <a:pt x="2119313" y="133586"/>
                </a:lnTo>
                <a:lnTo>
                  <a:pt x="2119750" y="133492"/>
                </a:lnTo>
                <a:lnTo>
                  <a:pt x="2120179" y="133375"/>
                </a:lnTo>
                <a:lnTo>
                  <a:pt x="2120597" y="133232"/>
                </a:lnTo>
                <a:lnTo>
                  <a:pt x="2121002" y="133060"/>
                </a:lnTo>
                <a:lnTo>
                  <a:pt x="2121391" y="132858"/>
                </a:lnTo>
                <a:lnTo>
                  <a:pt x="2121761" y="132621"/>
                </a:lnTo>
                <a:lnTo>
                  <a:pt x="2122110" y="132348"/>
                </a:lnTo>
                <a:lnTo>
                  <a:pt x="2122434" y="132037"/>
                </a:lnTo>
                <a:lnTo>
                  <a:pt x="2122730" y="131684"/>
                </a:lnTo>
                <a:lnTo>
                  <a:pt x="2122996" y="131286"/>
                </a:lnTo>
                <a:lnTo>
                  <a:pt x="2123229" y="130842"/>
                </a:lnTo>
                <a:lnTo>
                  <a:pt x="2123426" y="130349"/>
                </a:lnTo>
                <a:lnTo>
                  <a:pt x="2123584" y="129804"/>
                </a:lnTo>
                <a:lnTo>
                  <a:pt x="2123701" y="129205"/>
                </a:lnTo>
                <a:lnTo>
                  <a:pt x="2123773" y="128548"/>
                </a:lnTo>
                <a:lnTo>
                  <a:pt x="2123797" y="127832"/>
                </a:lnTo>
                <a:lnTo>
                  <a:pt x="2123772" y="127139"/>
                </a:lnTo>
                <a:lnTo>
                  <a:pt x="2123697" y="126503"/>
                </a:lnTo>
                <a:lnTo>
                  <a:pt x="2123577" y="125923"/>
                </a:lnTo>
                <a:lnTo>
                  <a:pt x="2123413" y="125395"/>
                </a:lnTo>
                <a:lnTo>
                  <a:pt x="2123211" y="124918"/>
                </a:lnTo>
                <a:lnTo>
                  <a:pt x="2122972" y="124488"/>
                </a:lnTo>
                <a:close/>
                <a:moveTo>
                  <a:pt x="2620621" y="112747"/>
                </a:moveTo>
                <a:lnTo>
                  <a:pt x="2620621" y="112748"/>
                </a:lnTo>
                <a:lnTo>
                  <a:pt x="2620621" y="112746"/>
                </a:lnTo>
                <a:lnTo>
                  <a:pt x="2620621" y="112747"/>
                </a:lnTo>
                <a:close/>
                <a:moveTo>
                  <a:pt x="2825572" y="78187"/>
                </a:moveTo>
                <a:lnTo>
                  <a:pt x="2824680" y="75592"/>
                </a:lnTo>
                <a:lnTo>
                  <a:pt x="2823646" y="73083"/>
                </a:lnTo>
                <a:lnTo>
                  <a:pt x="2822475" y="70667"/>
                </a:lnTo>
                <a:lnTo>
                  <a:pt x="2821173" y="68350"/>
                </a:lnTo>
                <a:lnTo>
                  <a:pt x="2819748" y="66139"/>
                </a:lnTo>
                <a:lnTo>
                  <a:pt x="2818203" y="64038"/>
                </a:lnTo>
                <a:lnTo>
                  <a:pt x="2816546" y="62056"/>
                </a:lnTo>
                <a:lnTo>
                  <a:pt x="2814783" y="60196"/>
                </a:lnTo>
                <a:lnTo>
                  <a:pt x="2812920" y="58466"/>
                </a:lnTo>
                <a:lnTo>
                  <a:pt x="2810962" y="56873"/>
                </a:lnTo>
                <a:lnTo>
                  <a:pt x="2808915" y="55420"/>
                </a:lnTo>
                <a:lnTo>
                  <a:pt x="2806787" y="54116"/>
                </a:lnTo>
                <a:lnTo>
                  <a:pt x="2804582" y="52966"/>
                </a:lnTo>
                <a:lnTo>
                  <a:pt x="2802307" y="51976"/>
                </a:lnTo>
                <a:lnTo>
                  <a:pt x="2799967" y="51153"/>
                </a:lnTo>
                <a:lnTo>
                  <a:pt x="2797569" y="50501"/>
                </a:lnTo>
                <a:lnTo>
                  <a:pt x="2795120" y="50029"/>
                </a:lnTo>
                <a:lnTo>
                  <a:pt x="2792624" y="49740"/>
                </a:lnTo>
                <a:lnTo>
                  <a:pt x="2790087" y="49643"/>
                </a:lnTo>
                <a:lnTo>
                  <a:pt x="2788934" y="49661"/>
                </a:lnTo>
                <a:lnTo>
                  <a:pt x="2787787" y="49715"/>
                </a:lnTo>
                <a:lnTo>
                  <a:pt x="2786647" y="49804"/>
                </a:lnTo>
                <a:lnTo>
                  <a:pt x="2785515" y="49928"/>
                </a:lnTo>
                <a:lnTo>
                  <a:pt x="2784393" y="50086"/>
                </a:lnTo>
                <a:lnTo>
                  <a:pt x="2783279" y="50279"/>
                </a:lnTo>
                <a:lnTo>
                  <a:pt x="2782176" y="50505"/>
                </a:lnTo>
                <a:lnTo>
                  <a:pt x="2781083" y="50764"/>
                </a:lnTo>
                <a:lnTo>
                  <a:pt x="2780001" y="51057"/>
                </a:lnTo>
                <a:lnTo>
                  <a:pt x="2778932" y="51381"/>
                </a:lnTo>
                <a:lnTo>
                  <a:pt x="2777875" y="51738"/>
                </a:lnTo>
                <a:lnTo>
                  <a:pt x="2776832" y="52126"/>
                </a:lnTo>
                <a:lnTo>
                  <a:pt x="2775803" y="52545"/>
                </a:lnTo>
                <a:lnTo>
                  <a:pt x="2774788" y="52995"/>
                </a:lnTo>
                <a:lnTo>
                  <a:pt x="2773789" y="53476"/>
                </a:lnTo>
                <a:lnTo>
                  <a:pt x="2772806" y="53986"/>
                </a:lnTo>
                <a:lnTo>
                  <a:pt x="2771840" y="54525"/>
                </a:lnTo>
                <a:lnTo>
                  <a:pt x="2770891" y="55094"/>
                </a:lnTo>
                <a:lnTo>
                  <a:pt x="2769960" y="55691"/>
                </a:lnTo>
                <a:lnTo>
                  <a:pt x="2769048" y="56317"/>
                </a:lnTo>
                <a:lnTo>
                  <a:pt x="2768155" y="56970"/>
                </a:lnTo>
                <a:lnTo>
                  <a:pt x="2767283" y="57651"/>
                </a:lnTo>
                <a:lnTo>
                  <a:pt x="2766431" y="58358"/>
                </a:lnTo>
                <a:lnTo>
                  <a:pt x="2765600" y="59093"/>
                </a:lnTo>
                <a:lnTo>
                  <a:pt x="2765598" y="58405"/>
                </a:lnTo>
                <a:lnTo>
                  <a:pt x="2765588" y="57749"/>
                </a:lnTo>
                <a:lnTo>
                  <a:pt x="2765569" y="57122"/>
                </a:lnTo>
                <a:lnTo>
                  <a:pt x="2765538" y="56525"/>
                </a:lnTo>
                <a:lnTo>
                  <a:pt x="2765491" y="55959"/>
                </a:lnTo>
                <a:lnTo>
                  <a:pt x="2765425" y="55422"/>
                </a:lnTo>
                <a:lnTo>
                  <a:pt x="2765339" y="54915"/>
                </a:lnTo>
                <a:lnTo>
                  <a:pt x="2765229" y="54438"/>
                </a:lnTo>
                <a:lnTo>
                  <a:pt x="2765092" y="53991"/>
                </a:lnTo>
                <a:lnTo>
                  <a:pt x="2764925" y="53573"/>
                </a:lnTo>
                <a:lnTo>
                  <a:pt x="2764726" y="53185"/>
                </a:lnTo>
                <a:lnTo>
                  <a:pt x="2764492" y="52825"/>
                </a:lnTo>
                <a:lnTo>
                  <a:pt x="2764219" y="52496"/>
                </a:lnTo>
                <a:lnTo>
                  <a:pt x="2763906" y="52195"/>
                </a:lnTo>
                <a:lnTo>
                  <a:pt x="2763548" y="51924"/>
                </a:lnTo>
                <a:lnTo>
                  <a:pt x="2763144" y="51681"/>
                </a:lnTo>
                <a:lnTo>
                  <a:pt x="2762691" y="51467"/>
                </a:lnTo>
                <a:lnTo>
                  <a:pt x="2762185" y="51282"/>
                </a:lnTo>
                <a:lnTo>
                  <a:pt x="2761624" y="51126"/>
                </a:lnTo>
                <a:lnTo>
                  <a:pt x="2761004" y="50999"/>
                </a:lnTo>
                <a:lnTo>
                  <a:pt x="2760324" y="50900"/>
                </a:lnTo>
                <a:lnTo>
                  <a:pt x="2759580" y="50829"/>
                </a:lnTo>
                <a:lnTo>
                  <a:pt x="2758770" y="50787"/>
                </a:lnTo>
                <a:lnTo>
                  <a:pt x="2757890" y="50773"/>
                </a:lnTo>
                <a:lnTo>
                  <a:pt x="2743816" y="50773"/>
                </a:lnTo>
                <a:lnTo>
                  <a:pt x="2743422" y="50773"/>
                </a:lnTo>
                <a:lnTo>
                  <a:pt x="2743013" y="50776"/>
                </a:lnTo>
                <a:lnTo>
                  <a:pt x="2742591" y="50784"/>
                </a:lnTo>
                <a:lnTo>
                  <a:pt x="2742159" y="50800"/>
                </a:lnTo>
                <a:lnTo>
                  <a:pt x="2741721" y="50827"/>
                </a:lnTo>
                <a:lnTo>
                  <a:pt x="2741279" y="50866"/>
                </a:lnTo>
                <a:lnTo>
                  <a:pt x="2740836" y="50921"/>
                </a:lnTo>
                <a:lnTo>
                  <a:pt x="2740395" y="50994"/>
                </a:lnTo>
                <a:lnTo>
                  <a:pt x="2739959" y="51088"/>
                </a:lnTo>
                <a:lnTo>
                  <a:pt x="2739530" y="51205"/>
                </a:lnTo>
                <a:lnTo>
                  <a:pt x="2739112" y="51348"/>
                </a:lnTo>
                <a:lnTo>
                  <a:pt x="2738707" y="51520"/>
                </a:lnTo>
                <a:lnTo>
                  <a:pt x="2738318" y="51723"/>
                </a:lnTo>
                <a:lnTo>
                  <a:pt x="2737948" y="51959"/>
                </a:lnTo>
                <a:lnTo>
                  <a:pt x="2737599" y="52232"/>
                </a:lnTo>
                <a:lnTo>
                  <a:pt x="2737275" y="52544"/>
                </a:lnTo>
                <a:lnTo>
                  <a:pt x="2736979" y="52897"/>
                </a:lnTo>
                <a:lnTo>
                  <a:pt x="2736713" y="53295"/>
                </a:lnTo>
                <a:lnTo>
                  <a:pt x="2736480" y="53739"/>
                </a:lnTo>
                <a:lnTo>
                  <a:pt x="2736283" y="54232"/>
                </a:lnTo>
                <a:lnTo>
                  <a:pt x="2736125" y="54778"/>
                </a:lnTo>
                <a:lnTo>
                  <a:pt x="2736008" y="55377"/>
                </a:lnTo>
                <a:lnTo>
                  <a:pt x="2735936" y="56034"/>
                </a:lnTo>
                <a:lnTo>
                  <a:pt x="2735912" y="56751"/>
                </a:lnTo>
                <a:lnTo>
                  <a:pt x="2735937" y="57444"/>
                </a:lnTo>
                <a:lnTo>
                  <a:pt x="2736012" y="58080"/>
                </a:lnTo>
                <a:lnTo>
                  <a:pt x="2736132" y="58660"/>
                </a:lnTo>
                <a:lnTo>
                  <a:pt x="2736296" y="59188"/>
                </a:lnTo>
                <a:lnTo>
                  <a:pt x="2736498" y="59665"/>
                </a:lnTo>
                <a:lnTo>
                  <a:pt x="2736737" y="60095"/>
                </a:lnTo>
                <a:lnTo>
                  <a:pt x="2737009" y="60479"/>
                </a:lnTo>
                <a:lnTo>
                  <a:pt x="2737311" y="60821"/>
                </a:lnTo>
                <a:lnTo>
                  <a:pt x="2737640" y="61123"/>
                </a:lnTo>
                <a:lnTo>
                  <a:pt x="2737992" y="61387"/>
                </a:lnTo>
                <a:lnTo>
                  <a:pt x="2738365" y="61616"/>
                </a:lnTo>
                <a:lnTo>
                  <a:pt x="2738755" y="61812"/>
                </a:lnTo>
                <a:lnTo>
                  <a:pt x="2739159" y="61978"/>
                </a:lnTo>
                <a:lnTo>
                  <a:pt x="2739574" y="62116"/>
                </a:lnTo>
                <a:lnTo>
                  <a:pt x="2739997" y="62230"/>
                </a:lnTo>
                <a:lnTo>
                  <a:pt x="2740424" y="62321"/>
                </a:lnTo>
                <a:lnTo>
                  <a:pt x="2740853" y="62391"/>
                </a:lnTo>
                <a:lnTo>
                  <a:pt x="2741279" y="62444"/>
                </a:lnTo>
                <a:lnTo>
                  <a:pt x="2741701" y="62482"/>
                </a:lnTo>
                <a:lnTo>
                  <a:pt x="2742114" y="62508"/>
                </a:lnTo>
                <a:lnTo>
                  <a:pt x="2742516" y="62523"/>
                </a:lnTo>
                <a:lnTo>
                  <a:pt x="2742904" y="62531"/>
                </a:lnTo>
                <a:lnTo>
                  <a:pt x="2743273" y="62534"/>
                </a:lnTo>
                <a:lnTo>
                  <a:pt x="2743622" y="62535"/>
                </a:lnTo>
                <a:lnTo>
                  <a:pt x="2752300" y="62535"/>
                </a:lnTo>
                <a:lnTo>
                  <a:pt x="2752300" y="164789"/>
                </a:lnTo>
                <a:lnTo>
                  <a:pt x="2743816" y="164789"/>
                </a:lnTo>
                <a:lnTo>
                  <a:pt x="2743422" y="164790"/>
                </a:lnTo>
                <a:lnTo>
                  <a:pt x="2743013" y="164793"/>
                </a:lnTo>
                <a:lnTo>
                  <a:pt x="2742591" y="164801"/>
                </a:lnTo>
                <a:lnTo>
                  <a:pt x="2742159" y="164817"/>
                </a:lnTo>
                <a:lnTo>
                  <a:pt x="2741721" y="164843"/>
                </a:lnTo>
                <a:lnTo>
                  <a:pt x="2741279" y="164883"/>
                </a:lnTo>
                <a:lnTo>
                  <a:pt x="2740836" y="164937"/>
                </a:lnTo>
                <a:lnTo>
                  <a:pt x="2740395" y="165010"/>
                </a:lnTo>
                <a:lnTo>
                  <a:pt x="2739959" y="165104"/>
                </a:lnTo>
                <a:lnTo>
                  <a:pt x="2739530" y="165221"/>
                </a:lnTo>
                <a:lnTo>
                  <a:pt x="2739112" y="165364"/>
                </a:lnTo>
                <a:lnTo>
                  <a:pt x="2738707" y="165536"/>
                </a:lnTo>
                <a:lnTo>
                  <a:pt x="2738318" y="165739"/>
                </a:lnTo>
                <a:lnTo>
                  <a:pt x="2737948" y="165975"/>
                </a:lnTo>
                <a:lnTo>
                  <a:pt x="2737599" y="166248"/>
                </a:lnTo>
                <a:lnTo>
                  <a:pt x="2737275" y="166560"/>
                </a:lnTo>
                <a:lnTo>
                  <a:pt x="2736979" y="166913"/>
                </a:lnTo>
                <a:lnTo>
                  <a:pt x="2736713" y="167310"/>
                </a:lnTo>
                <a:lnTo>
                  <a:pt x="2736480" y="167754"/>
                </a:lnTo>
                <a:lnTo>
                  <a:pt x="2736283" y="168247"/>
                </a:lnTo>
                <a:lnTo>
                  <a:pt x="2736125" y="168792"/>
                </a:lnTo>
                <a:lnTo>
                  <a:pt x="2736008" y="169392"/>
                </a:lnTo>
                <a:lnTo>
                  <a:pt x="2735936" y="170048"/>
                </a:lnTo>
                <a:lnTo>
                  <a:pt x="2735912" y="170764"/>
                </a:lnTo>
                <a:lnTo>
                  <a:pt x="2735937" y="171458"/>
                </a:lnTo>
                <a:lnTo>
                  <a:pt x="2736012" y="172093"/>
                </a:lnTo>
                <a:lnTo>
                  <a:pt x="2736132" y="172673"/>
                </a:lnTo>
                <a:lnTo>
                  <a:pt x="2736296" y="173201"/>
                </a:lnTo>
                <a:lnTo>
                  <a:pt x="2736498" y="173678"/>
                </a:lnTo>
                <a:lnTo>
                  <a:pt x="2736737" y="174108"/>
                </a:lnTo>
                <a:lnTo>
                  <a:pt x="2737009" y="174493"/>
                </a:lnTo>
                <a:lnTo>
                  <a:pt x="2737311" y="174835"/>
                </a:lnTo>
                <a:lnTo>
                  <a:pt x="2737640" y="175136"/>
                </a:lnTo>
                <a:lnTo>
                  <a:pt x="2737992" y="175400"/>
                </a:lnTo>
                <a:lnTo>
                  <a:pt x="2738365" y="175629"/>
                </a:lnTo>
                <a:lnTo>
                  <a:pt x="2738755" y="175825"/>
                </a:lnTo>
                <a:lnTo>
                  <a:pt x="2739159" y="175991"/>
                </a:lnTo>
                <a:lnTo>
                  <a:pt x="2739574" y="176130"/>
                </a:lnTo>
                <a:lnTo>
                  <a:pt x="2739997" y="176243"/>
                </a:lnTo>
                <a:lnTo>
                  <a:pt x="2740424" y="176334"/>
                </a:lnTo>
                <a:lnTo>
                  <a:pt x="2740853" y="176405"/>
                </a:lnTo>
                <a:lnTo>
                  <a:pt x="2741279" y="176458"/>
                </a:lnTo>
                <a:lnTo>
                  <a:pt x="2741701" y="176496"/>
                </a:lnTo>
                <a:lnTo>
                  <a:pt x="2742114" y="176521"/>
                </a:lnTo>
                <a:lnTo>
                  <a:pt x="2742516" y="176537"/>
                </a:lnTo>
                <a:lnTo>
                  <a:pt x="2742904" y="176545"/>
                </a:lnTo>
                <a:lnTo>
                  <a:pt x="2743273" y="176548"/>
                </a:lnTo>
                <a:lnTo>
                  <a:pt x="2743622" y="176548"/>
                </a:lnTo>
                <a:lnTo>
                  <a:pt x="2774278" y="176548"/>
                </a:lnTo>
                <a:lnTo>
                  <a:pt x="2774627" y="176548"/>
                </a:lnTo>
                <a:lnTo>
                  <a:pt x="2774997" y="176545"/>
                </a:lnTo>
                <a:lnTo>
                  <a:pt x="2775384" y="176537"/>
                </a:lnTo>
                <a:lnTo>
                  <a:pt x="2775786" y="176521"/>
                </a:lnTo>
                <a:lnTo>
                  <a:pt x="2776200" y="176496"/>
                </a:lnTo>
                <a:lnTo>
                  <a:pt x="2776621" y="176458"/>
                </a:lnTo>
                <a:lnTo>
                  <a:pt x="2777048" y="176405"/>
                </a:lnTo>
                <a:lnTo>
                  <a:pt x="2777476" y="176334"/>
                </a:lnTo>
                <a:lnTo>
                  <a:pt x="2777903" y="176243"/>
                </a:lnTo>
                <a:lnTo>
                  <a:pt x="2778326" y="176130"/>
                </a:lnTo>
                <a:lnTo>
                  <a:pt x="2778741" y="175991"/>
                </a:lnTo>
                <a:lnTo>
                  <a:pt x="2779145" y="175825"/>
                </a:lnTo>
                <a:lnTo>
                  <a:pt x="2779535" y="175629"/>
                </a:lnTo>
                <a:lnTo>
                  <a:pt x="2779908" y="175400"/>
                </a:lnTo>
                <a:lnTo>
                  <a:pt x="2780260" y="175136"/>
                </a:lnTo>
                <a:lnTo>
                  <a:pt x="2780589" y="174835"/>
                </a:lnTo>
                <a:lnTo>
                  <a:pt x="2780891" y="174493"/>
                </a:lnTo>
                <a:lnTo>
                  <a:pt x="2781163" y="174108"/>
                </a:lnTo>
                <a:lnTo>
                  <a:pt x="2781402" y="173678"/>
                </a:lnTo>
                <a:lnTo>
                  <a:pt x="2781605" y="173201"/>
                </a:lnTo>
                <a:lnTo>
                  <a:pt x="2781768" y="172673"/>
                </a:lnTo>
                <a:lnTo>
                  <a:pt x="2781889" y="172093"/>
                </a:lnTo>
                <a:lnTo>
                  <a:pt x="2781963" y="171458"/>
                </a:lnTo>
                <a:lnTo>
                  <a:pt x="2781989" y="170764"/>
                </a:lnTo>
                <a:lnTo>
                  <a:pt x="2781964" y="170048"/>
                </a:lnTo>
                <a:lnTo>
                  <a:pt x="2781892" y="169392"/>
                </a:lnTo>
                <a:lnTo>
                  <a:pt x="2781776" y="168792"/>
                </a:lnTo>
                <a:lnTo>
                  <a:pt x="2781618" y="168247"/>
                </a:lnTo>
                <a:lnTo>
                  <a:pt x="2781421" y="167754"/>
                </a:lnTo>
                <a:lnTo>
                  <a:pt x="2781188" y="167310"/>
                </a:lnTo>
                <a:lnTo>
                  <a:pt x="2780922" y="166913"/>
                </a:lnTo>
                <a:lnTo>
                  <a:pt x="2780625" y="166560"/>
                </a:lnTo>
                <a:lnTo>
                  <a:pt x="2780301" y="166248"/>
                </a:lnTo>
                <a:lnTo>
                  <a:pt x="2779953" y="165975"/>
                </a:lnTo>
                <a:lnTo>
                  <a:pt x="2779583" y="165739"/>
                </a:lnTo>
                <a:lnTo>
                  <a:pt x="2779194" y="165536"/>
                </a:lnTo>
                <a:lnTo>
                  <a:pt x="2778789" y="165364"/>
                </a:lnTo>
                <a:lnTo>
                  <a:pt x="2778370" y="165221"/>
                </a:lnTo>
                <a:lnTo>
                  <a:pt x="2777941" y="165104"/>
                </a:lnTo>
                <a:lnTo>
                  <a:pt x="2777505" y="165010"/>
                </a:lnTo>
                <a:lnTo>
                  <a:pt x="2777064" y="164937"/>
                </a:lnTo>
                <a:lnTo>
                  <a:pt x="2776621" y="164883"/>
                </a:lnTo>
                <a:lnTo>
                  <a:pt x="2776179" y="164843"/>
                </a:lnTo>
                <a:lnTo>
                  <a:pt x="2775741" y="164817"/>
                </a:lnTo>
                <a:lnTo>
                  <a:pt x="2775310" y="164801"/>
                </a:lnTo>
                <a:lnTo>
                  <a:pt x="2774888" y="164793"/>
                </a:lnTo>
                <a:lnTo>
                  <a:pt x="2774478" y="164790"/>
                </a:lnTo>
                <a:lnTo>
                  <a:pt x="2774084" y="164789"/>
                </a:lnTo>
                <a:lnTo>
                  <a:pt x="2765600" y="164789"/>
                </a:lnTo>
                <a:lnTo>
                  <a:pt x="2765600" y="125105"/>
                </a:lnTo>
                <a:lnTo>
                  <a:pt x="2766590" y="126084"/>
                </a:lnTo>
                <a:lnTo>
                  <a:pt x="2767583" y="127000"/>
                </a:lnTo>
                <a:lnTo>
                  <a:pt x="2768578" y="127853"/>
                </a:lnTo>
                <a:lnTo>
                  <a:pt x="2769573" y="128645"/>
                </a:lnTo>
                <a:lnTo>
                  <a:pt x="2770568" y="129380"/>
                </a:lnTo>
                <a:lnTo>
                  <a:pt x="2771562" y="130058"/>
                </a:lnTo>
                <a:lnTo>
                  <a:pt x="2772553" y="130682"/>
                </a:lnTo>
                <a:lnTo>
                  <a:pt x="2773541" y="131254"/>
                </a:lnTo>
                <a:lnTo>
                  <a:pt x="2774524" y="131775"/>
                </a:lnTo>
                <a:lnTo>
                  <a:pt x="2775501" y="132248"/>
                </a:lnTo>
                <a:lnTo>
                  <a:pt x="2776472" y="132675"/>
                </a:lnTo>
                <a:lnTo>
                  <a:pt x="2777434" y="133058"/>
                </a:lnTo>
                <a:lnTo>
                  <a:pt x="2778388" y="133399"/>
                </a:lnTo>
                <a:lnTo>
                  <a:pt x="2779331" y="133699"/>
                </a:lnTo>
                <a:lnTo>
                  <a:pt x="2780263" y="133961"/>
                </a:lnTo>
                <a:lnTo>
                  <a:pt x="2781183" y="134188"/>
                </a:lnTo>
                <a:lnTo>
                  <a:pt x="2782089" y="134380"/>
                </a:lnTo>
                <a:lnTo>
                  <a:pt x="2782981" y="134540"/>
                </a:lnTo>
                <a:lnTo>
                  <a:pt x="2783857" y="134669"/>
                </a:lnTo>
                <a:lnTo>
                  <a:pt x="2784717" y="134771"/>
                </a:lnTo>
                <a:lnTo>
                  <a:pt x="2785558" y="134847"/>
                </a:lnTo>
                <a:lnTo>
                  <a:pt x="2786381" y="134898"/>
                </a:lnTo>
                <a:lnTo>
                  <a:pt x="2787184" y="134928"/>
                </a:lnTo>
                <a:lnTo>
                  <a:pt x="2787966" y="134937"/>
                </a:lnTo>
                <a:lnTo>
                  <a:pt x="2790580" y="134842"/>
                </a:lnTo>
                <a:lnTo>
                  <a:pt x="2793162" y="134563"/>
                </a:lnTo>
                <a:lnTo>
                  <a:pt x="2795706" y="134103"/>
                </a:lnTo>
                <a:lnTo>
                  <a:pt x="2798204" y="133468"/>
                </a:lnTo>
                <a:lnTo>
                  <a:pt x="2800650" y="132663"/>
                </a:lnTo>
                <a:lnTo>
                  <a:pt x="2803037" y="131695"/>
                </a:lnTo>
                <a:lnTo>
                  <a:pt x="2805356" y="130567"/>
                </a:lnTo>
                <a:lnTo>
                  <a:pt x="2807602" y="129286"/>
                </a:lnTo>
                <a:lnTo>
                  <a:pt x="2809766" y="127856"/>
                </a:lnTo>
                <a:lnTo>
                  <a:pt x="2811843" y="126283"/>
                </a:lnTo>
                <a:lnTo>
                  <a:pt x="2813824" y="124572"/>
                </a:lnTo>
                <a:lnTo>
                  <a:pt x="2815703" y="122728"/>
                </a:lnTo>
                <a:lnTo>
                  <a:pt x="2817473" y="120758"/>
                </a:lnTo>
                <a:lnTo>
                  <a:pt x="2819126" y="118665"/>
                </a:lnTo>
                <a:lnTo>
                  <a:pt x="2820655" y="116455"/>
                </a:lnTo>
                <a:lnTo>
                  <a:pt x="2822054" y="114134"/>
                </a:lnTo>
                <a:lnTo>
                  <a:pt x="2823314" y="111706"/>
                </a:lnTo>
                <a:lnTo>
                  <a:pt x="2824430" y="109178"/>
                </a:lnTo>
                <a:lnTo>
                  <a:pt x="2825394" y="106554"/>
                </a:lnTo>
                <a:lnTo>
                  <a:pt x="2826198" y="103840"/>
                </a:lnTo>
                <a:lnTo>
                  <a:pt x="2826836" y="101040"/>
                </a:lnTo>
                <a:lnTo>
                  <a:pt x="2827300" y="98161"/>
                </a:lnTo>
                <a:lnTo>
                  <a:pt x="2827584" y="95207"/>
                </a:lnTo>
                <a:lnTo>
                  <a:pt x="2827679" y="92218"/>
                </a:lnTo>
                <a:lnTo>
                  <a:pt x="2827592" y="89316"/>
                </a:lnTo>
                <a:lnTo>
                  <a:pt x="2827331" y="86434"/>
                </a:lnTo>
                <a:lnTo>
                  <a:pt x="2826903" y="83615"/>
                </a:lnTo>
                <a:lnTo>
                  <a:pt x="2826315" y="80864"/>
                </a:lnTo>
                <a:lnTo>
                  <a:pt x="2825572" y="78187"/>
                </a:lnTo>
                <a:close/>
                <a:moveTo>
                  <a:pt x="2813316" y="100896"/>
                </a:moveTo>
                <a:lnTo>
                  <a:pt x="2812743" y="102897"/>
                </a:lnTo>
                <a:lnTo>
                  <a:pt x="2812058" y="104822"/>
                </a:lnTo>
                <a:lnTo>
                  <a:pt x="2811269" y="106668"/>
                </a:lnTo>
                <a:lnTo>
                  <a:pt x="2810379" y="108432"/>
                </a:lnTo>
                <a:lnTo>
                  <a:pt x="2809396" y="110111"/>
                </a:lnTo>
                <a:lnTo>
                  <a:pt x="2808325" y="111702"/>
                </a:lnTo>
                <a:lnTo>
                  <a:pt x="2807173" y="113203"/>
                </a:lnTo>
                <a:lnTo>
                  <a:pt x="2805944" y="114610"/>
                </a:lnTo>
                <a:lnTo>
                  <a:pt x="2804644" y="115921"/>
                </a:lnTo>
                <a:lnTo>
                  <a:pt x="2803280" y="117133"/>
                </a:lnTo>
                <a:lnTo>
                  <a:pt x="2801858" y="118243"/>
                </a:lnTo>
                <a:lnTo>
                  <a:pt x="2800383" y="119249"/>
                </a:lnTo>
                <a:lnTo>
                  <a:pt x="2798861" y="120146"/>
                </a:lnTo>
                <a:lnTo>
                  <a:pt x="2797298" y="120934"/>
                </a:lnTo>
                <a:lnTo>
                  <a:pt x="2795700" y="121607"/>
                </a:lnTo>
                <a:lnTo>
                  <a:pt x="2794073" y="122165"/>
                </a:lnTo>
                <a:lnTo>
                  <a:pt x="2792422" y="122604"/>
                </a:lnTo>
                <a:lnTo>
                  <a:pt x="2790753" y="122921"/>
                </a:lnTo>
                <a:lnTo>
                  <a:pt x="2789073" y="123113"/>
                </a:lnTo>
                <a:lnTo>
                  <a:pt x="2787387" y="123178"/>
                </a:lnTo>
                <a:lnTo>
                  <a:pt x="2785550" y="123091"/>
                </a:lnTo>
                <a:lnTo>
                  <a:pt x="2783799" y="122839"/>
                </a:lnTo>
                <a:lnTo>
                  <a:pt x="2782133" y="122432"/>
                </a:lnTo>
                <a:lnTo>
                  <a:pt x="2780551" y="121880"/>
                </a:lnTo>
                <a:lnTo>
                  <a:pt x="2779053" y="121195"/>
                </a:lnTo>
                <a:lnTo>
                  <a:pt x="2777638" y="120386"/>
                </a:lnTo>
                <a:lnTo>
                  <a:pt x="2776306" y="119465"/>
                </a:lnTo>
                <a:lnTo>
                  <a:pt x="2775055" y="118443"/>
                </a:lnTo>
                <a:lnTo>
                  <a:pt x="2773885" y="117330"/>
                </a:lnTo>
                <a:lnTo>
                  <a:pt x="2772795" y="116136"/>
                </a:lnTo>
                <a:lnTo>
                  <a:pt x="2771785" y="114873"/>
                </a:lnTo>
                <a:lnTo>
                  <a:pt x="2770854" y="113551"/>
                </a:lnTo>
                <a:lnTo>
                  <a:pt x="2770001" y="112181"/>
                </a:lnTo>
                <a:lnTo>
                  <a:pt x="2769226" y="110774"/>
                </a:lnTo>
                <a:lnTo>
                  <a:pt x="2768528" y="109340"/>
                </a:lnTo>
                <a:lnTo>
                  <a:pt x="2767907" y="107890"/>
                </a:lnTo>
                <a:lnTo>
                  <a:pt x="2767361" y="106434"/>
                </a:lnTo>
                <a:lnTo>
                  <a:pt x="2766890" y="104984"/>
                </a:lnTo>
                <a:lnTo>
                  <a:pt x="2766493" y="103550"/>
                </a:lnTo>
                <a:lnTo>
                  <a:pt x="2766170" y="102142"/>
                </a:lnTo>
                <a:lnTo>
                  <a:pt x="2765919" y="100772"/>
                </a:lnTo>
                <a:lnTo>
                  <a:pt x="2765742" y="99451"/>
                </a:lnTo>
                <a:lnTo>
                  <a:pt x="2765635" y="98188"/>
                </a:lnTo>
                <a:lnTo>
                  <a:pt x="2765600" y="96994"/>
                </a:lnTo>
                <a:lnTo>
                  <a:pt x="2765600" y="82943"/>
                </a:lnTo>
                <a:lnTo>
                  <a:pt x="2765658" y="81535"/>
                </a:lnTo>
                <a:lnTo>
                  <a:pt x="2765827" y="80142"/>
                </a:lnTo>
                <a:lnTo>
                  <a:pt x="2766104" y="78768"/>
                </a:lnTo>
                <a:lnTo>
                  <a:pt x="2766485" y="77418"/>
                </a:lnTo>
                <a:lnTo>
                  <a:pt x="2766964" y="76095"/>
                </a:lnTo>
                <a:lnTo>
                  <a:pt x="2767537" y="74803"/>
                </a:lnTo>
                <a:lnTo>
                  <a:pt x="2768201" y="73547"/>
                </a:lnTo>
                <a:lnTo>
                  <a:pt x="2768950" y="72329"/>
                </a:lnTo>
                <a:lnTo>
                  <a:pt x="2769779" y="71155"/>
                </a:lnTo>
                <a:lnTo>
                  <a:pt x="2770686" y="70027"/>
                </a:lnTo>
                <a:lnTo>
                  <a:pt x="2771664" y="68951"/>
                </a:lnTo>
                <a:lnTo>
                  <a:pt x="2772710" y="67930"/>
                </a:lnTo>
                <a:lnTo>
                  <a:pt x="2773820" y="66968"/>
                </a:lnTo>
                <a:lnTo>
                  <a:pt x="2774988" y="66068"/>
                </a:lnTo>
                <a:lnTo>
                  <a:pt x="2776211" y="65236"/>
                </a:lnTo>
                <a:lnTo>
                  <a:pt x="2777483" y="64474"/>
                </a:lnTo>
                <a:lnTo>
                  <a:pt x="2778801" y="63787"/>
                </a:lnTo>
                <a:lnTo>
                  <a:pt x="2780160" y="63179"/>
                </a:lnTo>
                <a:lnTo>
                  <a:pt x="2781556" y="62653"/>
                </a:lnTo>
                <a:lnTo>
                  <a:pt x="2782984" y="62214"/>
                </a:lnTo>
                <a:lnTo>
                  <a:pt x="2784439" y="61866"/>
                </a:lnTo>
                <a:lnTo>
                  <a:pt x="2785918" y="61613"/>
                </a:lnTo>
                <a:lnTo>
                  <a:pt x="2787416" y="61458"/>
                </a:lnTo>
                <a:lnTo>
                  <a:pt x="2788928" y="61405"/>
                </a:lnTo>
                <a:lnTo>
                  <a:pt x="2790695" y="61478"/>
                </a:lnTo>
                <a:lnTo>
                  <a:pt x="2792426" y="61692"/>
                </a:lnTo>
                <a:lnTo>
                  <a:pt x="2794118" y="62043"/>
                </a:lnTo>
                <a:lnTo>
                  <a:pt x="2795768" y="62525"/>
                </a:lnTo>
                <a:lnTo>
                  <a:pt x="2797371" y="63135"/>
                </a:lnTo>
                <a:lnTo>
                  <a:pt x="2798924" y="63866"/>
                </a:lnTo>
                <a:lnTo>
                  <a:pt x="2800424" y="64715"/>
                </a:lnTo>
                <a:lnTo>
                  <a:pt x="2801867" y="65675"/>
                </a:lnTo>
                <a:lnTo>
                  <a:pt x="2803251" y="66743"/>
                </a:lnTo>
                <a:lnTo>
                  <a:pt x="2804570" y="67913"/>
                </a:lnTo>
                <a:lnTo>
                  <a:pt x="2805822" y="69180"/>
                </a:lnTo>
                <a:lnTo>
                  <a:pt x="2807003" y="70539"/>
                </a:lnTo>
                <a:lnTo>
                  <a:pt x="2808110" y="71986"/>
                </a:lnTo>
                <a:lnTo>
                  <a:pt x="2809139" y="73515"/>
                </a:lnTo>
                <a:lnTo>
                  <a:pt x="2810087" y="75122"/>
                </a:lnTo>
                <a:lnTo>
                  <a:pt x="2810950" y="76801"/>
                </a:lnTo>
                <a:lnTo>
                  <a:pt x="2811725" y="78548"/>
                </a:lnTo>
                <a:lnTo>
                  <a:pt x="2812408" y="80357"/>
                </a:lnTo>
                <a:lnTo>
                  <a:pt x="2812995" y="82225"/>
                </a:lnTo>
                <a:lnTo>
                  <a:pt x="2813483" y="84145"/>
                </a:lnTo>
                <a:lnTo>
                  <a:pt x="2813869" y="86113"/>
                </a:lnTo>
                <a:lnTo>
                  <a:pt x="2814149" y="88124"/>
                </a:lnTo>
                <a:lnTo>
                  <a:pt x="2814320" y="90173"/>
                </a:lnTo>
                <a:lnTo>
                  <a:pt x="2814377" y="92218"/>
                </a:lnTo>
                <a:lnTo>
                  <a:pt x="2814308" y="94462"/>
                </a:lnTo>
                <a:lnTo>
                  <a:pt x="2814104" y="96676"/>
                </a:lnTo>
                <a:lnTo>
                  <a:pt x="2813771" y="98821"/>
                </a:lnTo>
                <a:lnTo>
                  <a:pt x="2813316" y="100896"/>
                </a:lnTo>
                <a:close/>
                <a:moveTo>
                  <a:pt x="2292918" y="121013"/>
                </a:moveTo>
                <a:lnTo>
                  <a:pt x="2292469" y="119860"/>
                </a:lnTo>
                <a:lnTo>
                  <a:pt x="2291962" y="118762"/>
                </a:lnTo>
                <a:lnTo>
                  <a:pt x="2291399" y="117718"/>
                </a:lnTo>
                <a:lnTo>
                  <a:pt x="2290783" y="116732"/>
                </a:lnTo>
                <a:lnTo>
                  <a:pt x="2290118" y="115805"/>
                </a:lnTo>
                <a:lnTo>
                  <a:pt x="2289405" y="114937"/>
                </a:lnTo>
                <a:lnTo>
                  <a:pt x="2288649" y="114130"/>
                </a:lnTo>
                <a:lnTo>
                  <a:pt x="2287851" y="113386"/>
                </a:lnTo>
                <a:lnTo>
                  <a:pt x="2287015" y="112706"/>
                </a:lnTo>
                <a:lnTo>
                  <a:pt x="2286142" y="112092"/>
                </a:lnTo>
                <a:lnTo>
                  <a:pt x="2285238" y="111544"/>
                </a:lnTo>
                <a:lnTo>
                  <a:pt x="2284303" y="111065"/>
                </a:lnTo>
                <a:lnTo>
                  <a:pt x="2283341" y="110656"/>
                </a:lnTo>
                <a:lnTo>
                  <a:pt x="2282355" y="110318"/>
                </a:lnTo>
                <a:lnTo>
                  <a:pt x="2281347" y="110053"/>
                </a:lnTo>
                <a:lnTo>
                  <a:pt x="2280321" y="109861"/>
                </a:lnTo>
                <a:lnTo>
                  <a:pt x="2279280" y="109745"/>
                </a:lnTo>
                <a:lnTo>
                  <a:pt x="2278225" y="109706"/>
                </a:lnTo>
                <a:lnTo>
                  <a:pt x="2277278" y="109736"/>
                </a:lnTo>
                <a:lnTo>
                  <a:pt x="2276366" y="109824"/>
                </a:lnTo>
                <a:lnTo>
                  <a:pt x="2275488" y="109967"/>
                </a:lnTo>
                <a:lnTo>
                  <a:pt x="2274647" y="110164"/>
                </a:lnTo>
                <a:lnTo>
                  <a:pt x="2273842" y="110411"/>
                </a:lnTo>
                <a:lnTo>
                  <a:pt x="2273073" y="110707"/>
                </a:lnTo>
                <a:lnTo>
                  <a:pt x="2272341" y="111049"/>
                </a:lnTo>
                <a:lnTo>
                  <a:pt x="2271648" y="111435"/>
                </a:lnTo>
                <a:lnTo>
                  <a:pt x="2270992" y="111863"/>
                </a:lnTo>
                <a:lnTo>
                  <a:pt x="2270375" y="112330"/>
                </a:lnTo>
                <a:lnTo>
                  <a:pt x="2269797" y="112833"/>
                </a:lnTo>
                <a:lnTo>
                  <a:pt x="2269259" y="113371"/>
                </a:lnTo>
                <a:lnTo>
                  <a:pt x="2268761" y="113941"/>
                </a:lnTo>
                <a:lnTo>
                  <a:pt x="2268304" y="114541"/>
                </a:lnTo>
                <a:lnTo>
                  <a:pt x="2267888" y="115169"/>
                </a:lnTo>
                <a:lnTo>
                  <a:pt x="2267513" y="115821"/>
                </a:lnTo>
                <a:lnTo>
                  <a:pt x="2267181" y="116496"/>
                </a:lnTo>
                <a:lnTo>
                  <a:pt x="2266892" y="117192"/>
                </a:lnTo>
                <a:lnTo>
                  <a:pt x="2266645" y="117906"/>
                </a:lnTo>
                <a:lnTo>
                  <a:pt x="2266442" y="118635"/>
                </a:lnTo>
                <a:lnTo>
                  <a:pt x="2266284" y="119378"/>
                </a:lnTo>
                <a:lnTo>
                  <a:pt x="2266170" y="120131"/>
                </a:lnTo>
                <a:lnTo>
                  <a:pt x="2266101" y="120894"/>
                </a:lnTo>
                <a:lnTo>
                  <a:pt x="2266078" y="121663"/>
                </a:lnTo>
                <a:lnTo>
                  <a:pt x="2266107" y="122565"/>
                </a:lnTo>
                <a:lnTo>
                  <a:pt x="2266192" y="123440"/>
                </a:lnTo>
                <a:lnTo>
                  <a:pt x="2266331" y="124288"/>
                </a:lnTo>
                <a:lnTo>
                  <a:pt x="2266522" y="125106"/>
                </a:lnTo>
                <a:lnTo>
                  <a:pt x="2266763" y="125894"/>
                </a:lnTo>
                <a:lnTo>
                  <a:pt x="2267051" y="126651"/>
                </a:lnTo>
                <a:lnTo>
                  <a:pt x="2267385" y="127375"/>
                </a:lnTo>
                <a:lnTo>
                  <a:pt x="2267763" y="128067"/>
                </a:lnTo>
                <a:lnTo>
                  <a:pt x="2268182" y="128724"/>
                </a:lnTo>
                <a:lnTo>
                  <a:pt x="2268641" y="129347"/>
                </a:lnTo>
                <a:lnTo>
                  <a:pt x="2269137" y="129933"/>
                </a:lnTo>
                <a:lnTo>
                  <a:pt x="2269668" y="130482"/>
                </a:lnTo>
                <a:lnTo>
                  <a:pt x="2270233" y="130993"/>
                </a:lnTo>
                <a:lnTo>
                  <a:pt x="2270828" y="131465"/>
                </a:lnTo>
                <a:lnTo>
                  <a:pt x="2271453" y="131896"/>
                </a:lnTo>
                <a:lnTo>
                  <a:pt x="2272104" y="132286"/>
                </a:lnTo>
                <a:lnTo>
                  <a:pt x="2272780" y="132635"/>
                </a:lnTo>
                <a:lnTo>
                  <a:pt x="2273479" y="132940"/>
                </a:lnTo>
                <a:lnTo>
                  <a:pt x="2274198" y="133201"/>
                </a:lnTo>
                <a:lnTo>
                  <a:pt x="2274936" y="133416"/>
                </a:lnTo>
                <a:lnTo>
                  <a:pt x="2275690" y="133586"/>
                </a:lnTo>
                <a:lnTo>
                  <a:pt x="2276459" y="133708"/>
                </a:lnTo>
                <a:lnTo>
                  <a:pt x="2277240" y="133782"/>
                </a:lnTo>
                <a:lnTo>
                  <a:pt x="2278031" y="133807"/>
                </a:lnTo>
                <a:lnTo>
                  <a:pt x="2278176" y="133806"/>
                </a:lnTo>
                <a:lnTo>
                  <a:pt x="2278324" y="133803"/>
                </a:lnTo>
                <a:lnTo>
                  <a:pt x="2278473" y="133798"/>
                </a:lnTo>
                <a:lnTo>
                  <a:pt x="2278624" y="133791"/>
                </a:lnTo>
                <a:lnTo>
                  <a:pt x="2278777" y="133782"/>
                </a:lnTo>
                <a:lnTo>
                  <a:pt x="2278931" y="133771"/>
                </a:lnTo>
                <a:lnTo>
                  <a:pt x="2279087" y="133758"/>
                </a:lnTo>
                <a:lnTo>
                  <a:pt x="2279244" y="133743"/>
                </a:lnTo>
                <a:lnTo>
                  <a:pt x="2279403" y="133726"/>
                </a:lnTo>
                <a:lnTo>
                  <a:pt x="2279563" y="133707"/>
                </a:lnTo>
                <a:lnTo>
                  <a:pt x="2279724" y="133686"/>
                </a:lnTo>
                <a:lnTo>
                  <a:pt x="2279886" y="133663"/>
                </a:lnTo>
                <a:lnTo>
                  <a:pt x="2280049" y="133638"/>
                </a:lnTo>
                <a:lnTo>
                  <a:pt x="2280214" y="133611"/>
                </a:lnTo>
                <a:lnTo>
                  <a:pt x="2280379" y="133582"/>
                </a:lnTo>
                <a:lnTo>
                  <a:pt x="2280544" y="133551"/>
                </a:lnTo>
                <a:lnTo>
                  <a:pt x="2280711" y="133518"/>
                </a:lnTo>
                <a:lnTo>
                  <a:pt x="2280878" y="133483"/>
                </a:lnTo>
                <a:lnTo>
                  <a:pt x="2281045" y="133446"/>
                </a:lnTo>
                <a:lnTo>
                  <a:pt x="2281213" y="133407"/>
                </a:lnTo>
                <a:lnTo>
                  <a:pt x="2281381" y="133366"/>
                </a:lnTo>
                <a:lnTo>
                  <a:pt x="2281550" y="133323"/>
                </a:lnTo>
                <a:lnTo>
                  <a:pt x="2281719" y="133278"/>
                </a:lnTo>
                <a:lnTo>
                  <a:pt x="2281887" y="133231"/>
                </a:lnTo>
                <a:lnTo>
                  <a:pt x="2281495" y="134679"/>
                </a:lnTo>
                <a:lnTo>
                  <a:pt x="2281043" y="136038"/>
                </a:lnTo>
                <a:lnTo>
                  <a:pt x="2280539" y="137310"/>
                </a:lnTo>
                <a:lnTo>
                  <a:pt x="2279987" y="138499"/>
                </a:lnTo>
                <a:lnTo>
                  <a:pt x="2279393" y="139606"/>
                </a:lnTo>
                <a:lnTo>
                  <a:pt x="2278763" y="140635"/>
                </a:lnTo>
                <a:lnTo>
                  <a:pt x="2278103" y="141589"/>
                </a:lnTo>
                <a:lnTo>
                  <a:pt x="2277417" y="142471"/>
                </a:lnTo>
                <a:lnTo>
                  <a:pt x="2276712" y="143283"/>
                </a:lnTo>
                <a:lnTo>
                  <a:pt x="2275993" y="144028"/>
                </a:lnTo>
                <a:lnTo>
                  <a:pt x="2275266" y="144709"/>
                </a:lnTo>
                <a:lnTo>
                  <a:pt x="2274536" y="145329"/>
                </a:lnTo>
                <a:lnTo>
                  <a:pt x="2273810" y="145891"/>
                </a:lnTo>
                <a:lnTo>
                  <a:pt x="2273092" y="146397"/>
                </a:lnTo>
                <a:lnTo>
                  <a:pt x="2272388" y="146851"/>
                </a:lnTo>
                <a:lnTo>
                  <a:pt x="2271704" y="147256"/>
                </a:lnTo>
                <a:lnTo>
                  <a:pt x="2271045" y="147613"/>
                </a:lnTo>
                <a:lnTo>
                  <a:pt x="2270418" y="147926"/>
                </a:lnTo>
                <a:lnTo>
                  <a:pt x="2269827" y="148198"/>
                </a:lnTo>
                <a:lnTo>
                  <a:pt x="2269279" y="148432"/>
                </a:lnTo>
                <a:lnTo>
                  <a:pt x="2268778" y="148630"/>
                </a:lnTo>
                <a:lnTo>
                  <a:pt x="2268331" y="148796"/>
                </a:lnTo>
                <a:lnTo>
                  <a:pt x="2267943" y="148932"/>
                </a:lnTo>
                <a:lnTo>
                  <a:pt x="2267620" y="149041"/>
                </a:lnTo>
                <a:lnTo>
                  <a:pt x="2267371" y="149115"/>
                </a:lnTo>
                <a:lnTo>
                  <a:pt x="2267109" y="149194"/>
                </a:lnTo>
                <a:lnTo>
                  <a:pt x="2266835" y="149280"/>
                </a:lnTo>
                <a:lnTo>
                  <a:pt x="2266551" y="149373"/>
                </a:lnTo>
                <a:lnTo>
                  <a:pt x="2266260" y="149474"/>
                </a:lnTo>
                <a:lnTo>
                  <a:pt x="2265963" y="149585"/>
                </a:lnTo>
                <a:lnTo>
                  <a:pt x="2265664" y="149707"/>
                </a:lnTo>
                <a:lnTo>
                  <a:pt x="2265364" y="149840"/>
                </a:lnTo>
                <a:lnTo>
                  <a:pt x="2265065" y="149985"/>
                </a:lnTo>
                <a:lnTo>
                  <a:pt x="2264770" y="150145"/>
                </a:lnTo>
                <a:lnTo>
                  <a:pt x="2264480" y="150319"/>
                </a:lnTo>
                <a:lnTo>
                  <a:pt x="2264198" y="150510"/>
                </a:lnTo>
                <a:lnTo>
                  <a:pt x="2263926" y="150717"/>
                </a:lnTo>
                <a:lnTo>
                  <a:pt x="2263667" y="150943"/>
                </a:lnTo>
                <a:lnTo>
                  <a:pt x="2263422" y="151188"/>
                </a:lnTo>
                <a:lnTo>
                  <a:pt x="2263193" y="151454"/>
                </a:lnTo>
                <a:lnTo>
                  <a:pt x="2262983" y="151740"/>
                </a:lnTo>
                <a:lnTo>
                  <a:pt x="2262794" y="152050"/>
                </a:lnTo>
                <a:lnTo>
                  <a:pt x="2262628" y="152383"/>
                </a:lnTo>
                <a:lnTo>
                  <a:pt x="2262488" y="152740"/>
                </a:lnTo>
                <a:lnTo>
                  <a:pt x="2262375" y="153124"/>
                </a:lnTo>
                <a:lnTo>
                  <a:pt x="2262291" y="153534"/>
                </a:lnTo>
                <a:lnTo>
                  <a:pt x="2262239" y="153972"/>
                </a:lnTo>
                <a:lnTo>
                  <a:pt x="2262222" y="154439"/>
                </a:lnTo>
                <a:lnTo>
                  <a:pt x="2262237" y="154803"/>
                </a:lnTo>
                <a:lnTo>
                  <a:pt x="2262280" y="155168"/>
                </a:lnTo>
                <a:lnTo>
                  <a:pt x="2262352" y="155535"/>
                </a:lnTo>
                <a:lnTo>
                  <a:pt x="2262451" y="155900"/>
                </a:lnTo>
                <a:lnTo>
                  <a:pt x="2262576" y="156264"/>
                </a:lnTo>
                <a:lnTo>
                  <a:pt x="2262725" y="156623"/>
                </a:lnTo>
                <a:lnTo>
                  <a:pt x="2262897" y="156977"/>
                </a:lnTo>
                <a:lnTo>
                  <a:pt x="2263093" y="157324"/>
                </a:lnTo>
                <a:lnTo>
                  <a:pt x="2263309" y="157662"/>
                </a:lnTo>
                <a:lnTo>
                  <a:pt x="2263546" y="157990"/>
                </a:lnTo>
                <a:lnTo>
                  <a:pt x="2263803" y="158306"/>
                </a:lnTo>
                <a:lnTo>
                  <a:pt x="2264077" y="158608"/>
                </a:lnTo>
                <a:lnTo>
                  <a:pt x="2264369" y="158896"/>
                </a:lnTo>
                <a:lnTo>
                  <a:pt x="2264676" y="159167"/>
                </a:lnTo>
                <a:lnTo>
                  <a:pt x="2264999" y="159419"/>
                </a:lnTo>
                <a:lnTo>
                  <a:pt x="2265335" y="159652"/>
                </a:lnTo>
                <a:lnTo>
                  <a:pt x="2265684" y="159863"/>
                </a:lnTo>
                <a:lnTo>
                  <a:pt x="2266044" y="160051"/>
                </a:lnTo>
                <a:lnTo>
                  <a:pt x="2266415" y="160215"/>
                </a:lnTo>
                <a:lnTo>
                  <a:pt x="2266796" y="160352"/>
                </a:lnTo>
                <a:lnTo>
                  <a:pt x="2267185" y="160462"/>
                </a:lnTo>
                <a:lnTo>
                  <a:pt x="2267581" y="160542"/>
                </a:lnTo>
                <a:lnTo>
                  <a:pt x="2267983" y="160592"/>
                </a:lnTo>
                <a:lnTo>
                  <a:pt x="2268391" y="160609"/>
                </a:lnTo>
                <a:lnTo>
                  <a:pt x="2269230" y="160554"/>
                </a:lnTo>
                <a:lnTo>
                  <a:pt x="2270195" y="160391"/>
                </a:lnTo>
                <a:lnTo>
                  <a:pt x="2271272" y="160120"/>
                </a:lnTo>
                <a:lnTo>
                  <a:pt x="2272446" y="159739"/>
                </a:lnTo>
                <a:lnTo>
                  <a:pt x="2273704" y="159249"/>
                </a:lnTo>
                <a:lnTo>
                  <a:pt x="2275030" y="158650"/>
                </a:lnTo>
                <a:lnTo>
                  <a:pt x="2276410" y="157942"/>
                </a:lnTo>
                <a:lnTo>
                  <a:pt x="2277830" y="157124"/>
                </a:lnTo>
                <a:lnTo>
                  <a:pt x="2279276" y="156196"/>
                </a:lnTo>
                <a:lnTo>
                  <a:pt x="2280732" y="155158"/>
                </a:lnTo>
                <a:lnTo>
                  <a:pt x="2282186" y="154010"/>
                </a:lnTo>
                <a:lnTo>
                  <a:pt x="2283621" y="152752"/>
                </a:lnTo>
                <a:lnTo>
                  <a:pt x="2285025" y="151383"/>
                </a:lnTo>
                <a:lnTo>
                  <a:pt x="2286382" y="149904"/>
                </a:lnTo>
                <a:lnTo>
                  <a:pt x="2287677" y="148313"/>
                </a:lnTo>
                <a:lnTo>
                  <a:pt x="2288898" y="146612"/>
                </a:lnTo>
                <a:lnTo>
                  <a:pt x="2290029" y="144800"/>
                </a:lnTo>
                <a:lnTo>
                  <a:pt x="2291056" y="142876"/>
                </a:lnTo>
                <a:lnTo>
                  <a:pt x="2291964" y="140841"/>
                </a:lnTo>
                <a:lnTo>
                  <a:pt x="2292740" y="138695"/>
                </a:lnTo>
                <a:lnTo>
                  <a:pt x="2293368" y="136436"/>
                </a:lnTo>
                <a:lnTo>
                  <a:pt x="2293835" y="134066"/>
                </a:lnTo>
                <a:lnTo>
                  <a:pt x="2294125" y="131583"/>
                </a:lnTo>
                <a:lnTo>
                  <a:pt x="2294225" y="128988"/>
                </a:lnTo>
                <a:lnTo>
                  <a:pt x="2294186" y="127540"/>
                </a:lnTo>
                <a:lnTo>
                  <a:pt x="2294072" y="126138"/>
                </a:lnTo>
                <a:lnTo>
                  <a:pt x="2293886" y="124783"/>
                </a:lnTo>
                <a:lnTo>
                  <a:pt x="2293629" y="123476"/>
                </a:lnTo>
                <a:lnTo>
                  <a:pt x="2293305" y="122219"/>
                </a:lnTo>
                <a:lnTo>
                  <a:pt x="2292918" y="121013"/>
                </a:lnTo>
                <a:close/>
                <a:moveTo>
                  <a:pt x="2900213" y="121013"/>
                </a:moveTo>
                <a:lnTo>
                  <a:pt x="2899764" y="119860"/>
                </a:lnTo>
                <a:lnTo>
                  <a:pt x="2899257" y="118762"/>
                </a:lnTo>
                <a:lnTo>
                  <a:pt x="2898694" y="117718"/>
                </a:lnTo>
                <a:lnTo>
                  <a:pt x="2898078" y="116732"/>
                </a:lnTo>
                <a:lnTo>
                  <a:pt x="2897413" y="115805"/>
                </a:lnTo>
                <a:lnTo>
                  <a:pt x="2896701" y="114937"/>
                </a:lnTo>
                <a:lnTo>
                  <a:pt x="2895944" y="114130"/>
                </a:lnTo>
                <a:lnTo>
                  <a:pt x="2895146" y="113386"/>
                </a:lnTo>
                <a:lnTo>
                  <a:pt x="2894310" y="112706"/>
                </a:lnTo>
                <a:lnTo>
                  <a:pt x="2893438" y="112092"/>
                </a:lnTo>
                <a:lnTo>
                  <a:pt x="2892533" y="111544"/>
                </a:lnTo>
                <a:lnTo>
                  <a:pt x="2891598" y="111065"/>
                </a:lnTo>
                <a:lnTo>
                  <a:pt x="2890636" y="110656"/>
                </a:lnTo>
                <a:lnTo>
                  <a:pt x="2889650" y="110318"/>
                </a:lnTo>
                <a:lnTo>
                  <a:pt x="2888643" y="110053"/>
                </a:lnTo>
                <a:lnTo>
                  <a:pt x="2887616" y="109861"/>
                </a:lnTo>
                <a:lnTo>
                  <a:pt x="2886575" y="109745"/>
                </a:lnTo>
                <a:lnTo>
                  <a:pt x="2885520" y="109706"/>
                </a:lnTo>
                <a:lnTo>
                  <a:pt x="2884573" y="109736"/>
                </a:lnTo>
                <a:lnTo>
                  <a:pt x="2883661" y="109824"/>
                </a:lnTo>
                <a:lnTo>
                  <a:pt x="2882783" y="109967"/>
                </a:lnTo>
                <a:lnTo>
                  <a:pt x="2881942" y="110164"/>
                </a:lnTo>
                <a:lnTo>
                  <a:pt x="2881137" y="110411"/>
                </a:lnTo>
                <a:lnTo>
                  <a:pt x="2880368" y="110707"/>
                </a:lnTo>
                <a:lnTo>
                  <a:pt x="2879637" y="111049"/>
                </a:lnTo>
                <a:lnTo>
                  <a:pt x="2878943" y="111435"/>
                </a:lnTo>
                <a:lnTo>
                  <a:pt x="2878287" y="111863"/>
                </a:lnTo>
                <a:lnTo>
                  <a:pt x="2877670" y="112330"/>
                </a:lnTo>
                <a:lnTo>
                  <a:pt x="2877092" y="112833"/>
                </a:lnTo>
                <a:lnTo>
                  <a:pt x="2876554" y="113371"/>
                </a:lnTo>
                <a:lnTo>
                  <a:pt x="2876056" y="113941"/>
                </a:lnTo>
                <a:lnTo>
                  <a:pt x="2875599" y="114541"/>
                </a:lnTo>
                <a:lnTo>
                  <a:pt x="2875183" y="115169"/>
                </a:lnTo>
                <a:lnTo>
                  <a:pt x="2874808" y="115821"/>
                </a:lnTo>
                <a:lnTo>
                  <a:pt x="2874476" y="116496"/>
                </a:lnTo>
                <a:lnTo>
                  <a:pt x="2874187" y="117192"/>
                </a:lnTo>
                <a:lnTo>
                  <a:pt x="2873940" y="117906"/>
                </a:lnTo>
                <a:lnTo>
                  <a:pt x="2873738" y="118635"/>
                </a:lnTo>
                <a:lnTo>
                  <a:pt x="2873579" y="119378"/>
                </a:lnTo>
                <a:lnTo>
                  <a:pt x="2873465" y="120131"/>
                </a:lnTo>
                <a:lnTo>
                  <a:pt x="2873396" y="120894"/>
                </a:lnTo>
                <a:lnTo>
                  <a:pt x="2873373" y="121663"/>
                </a:lnTo>
                <a:lnTo>
                  <a:pt x="2873402" y="122565"/>
                </a:lnTo>
                <a:lnTo>
                  <a:pt x="2873487" y="123440"/>
                </a:lnTo>
                <a:lnTo>
                  <a:pt x="2873626" y="124288"/>
                </a:lnTo>
                <a:lnTo>
                  <a:pt x="2873817" y="125106"/>
                </a:lnTo>
                <a:lnTo>
                  <a:pt x="2874058" y="125894"/>
                </a:lnTo>
                <a:lnTo>
                  <a:pt x="2874346" y="126651"/>
                </a:lnTo>
                <a:lnTo>
                  <a:pt x="2874680" y="127375"/>
                </a:lnTo>
                <a:lnTo>
                  <a:pt x="2875058" y="128067"/>
                </a:lnTo>
                <a:lnTo>
                  <a:pt x="2875477" y="128724"/>
                </a:lnTo>
                <a:lnTo>
                  <a:pt x="2875936" y="129347"/>
                </a:lnTo>
                <a:lnTo>
                  <a:pt x="2876432" y="129933"/>
                </a:lnTo>
                <a:lnTo>
                  <a:pt x="2876963" y="130482"/>
                </a:lnTo>
                <a:lnTo>
                  <a:pt x="2877528" y="130993"/>
                </a:lnTo>
                <a:lnTo>
                  <a:pt x="2878123" y="131465"/>
                </a:lnTo>
                <a:lnTo>
                  <a:pt x="2878748" y="131896"/>
                </a:lnTo>
                <a:lnTo>
                  <a:pt x="2879399" y="132286"/>
                </a:lnTo>
                <a:lnTo>
                  <a:pt x="2880075" y="132635"/>
                </a:lnTo>
                <a:lnTo>
                  <a:pt x="2880774" y="132940"/>
                </a:lnTo>
                <a:lnTo>
                  <a:pt x="2881493" y="133201"/>
                </a:lnTo>
                <a:lnTo>
                  <a:pt x="2882231" y="133416"/>
                </a:lnTo>
                <a:lnTo>
                  <a:pt x="2882985" y="133586"/>
                </a:lnTo>
                <a:lnTo>
                  <a:pt x="2883754" y="133708"/>
                </a:lnTo>
                <a:lnTo>
                  <a:pt x="2884535" y="133782"/>
                </a:lnTo>
                <a:lnTo>
                  <a:pt x="2885326" y="133807"/>
                </a:lnTo>
                <a:lnTo>
                  <a:pt x="2885471" y="133806"/>
                </a:lnTo>
                <a:lnTo>
                  <a:pt x="2885619" y="133803"/>
                </a:lnTo>
                <a:lnTo>
                  <a:pt x="2885768" y="133798"/>
                </a:lnTo>
                <a:lnTo>
                  <a:pt x="2885919" y="133791"/>
                </a:lnTo>
                <a:lnTo>
                  <a:pt x="2886072" y="133782"/>
                </a:lnTo>
                <a:lnTo>
                  <a:pt x="2886226" y="133771"/>
                </a:lnTo>
                <a:lnTo>
                  <a:pt x="2886382" y="133758"/>
                </a:lnTo>
                <a:lnTo>
                  <a:pt x="2886539" y="133743"/>
                </a:lnTo>
                <a:lnTo>
                  <a:pt x="2886698" y="133726"/>
                </a:lnTo>
                <a:lnTo>
                  <a:pt x="2886858" y="133707"/>
                </a:lnTo>
                <a:lnTo>
                  <a:pt x="2887019" y="133686"/>
                </a:lnTo>
                <a:lnTo>
                  <a:pt x="2887181" y="133663"/>
                </a:lnTo>
                <a:lnTo>
                  <a:pt x="2887345" y="133638"/>
                </a:lnTo>
                <a:lnTo>
                  <a:pt x="2887509" y="133611"/>
                </a:lnTo>
                <a:lnTo>
                  <a:pt x="2887674" y="133582"/>
                </a:lnTo>
                <a:lnTo>
                  <a:pt x="2887839" y="133551"/>
                </a:lnTo>
                <a:lnTo>
                  <a:pt x="2888006" y="133518"/>
                </a:lnTo>
                <a:lnTo>
                  <a:pt x="2888173" y="133483"/>
                </a:lnTo>
                <a:lnTo>
                  <a:pt x="2888340" y="133446"/>
                </a:lnTo>
                <a:lnTo>
                  <a:pt x="2888508" y="133407"/>
                </a:lnTo>
                <a:lnTo>
                  <a:pt x="2888677" y="133366"/>
                </a:lnTo>
                <a:lnTo>
                  <a:pt x="2888845" y="133323"/>
                </a:lnTo>
                <a:lnTo>
                  <a:pt x="2889014" y="133278"/>
                </a:lnTo>
                <a:lnTo>
                  <a:pt x="2889182" y="133231"/>
                </a:lnTo>
                <a:lnTo>
                  <a:pt x="2888790" y="134679"/>
                </a:lnTo>
                <a:lnTo>
                  <a:pt x="2888338" y="136038"/>
                </a:lnTo>
                <a:lnTo>
                  <a:pt x="2887834" y="137310"/>
                </a:lnTo>
                <a:lnTo>
                  <a:pt x="2887282" y="138499"/>
                </a:lnTo>
                <a:lnTo>
                  <a:pt x="2886688" y="139606"/>
                </a:lnTo>
                <a:lnTo>
                  <a:pt x="2886058" y="140635"/>
                </a:lnTo>
                <a:lnTo>
                  <a:pt x="2885398" y="141589"/>
                </a:lnTo>
                <a:lnTo>
                  <a:pt x="2884712" y="142471"/>
                </a:lnTo>
                <a:lnTo>
                  <a:pt x="2884007" y="143283"/>
                </a:lnTo>
                <a:lnTo>
                  <a:pt x="2883288" y="144028"/>
                </a:lnTo>
                <a:lnTo>
                  <a:pt x="2882561" y="144709"/>
                </a:lnTo>
                <a:lnTo>
                  <a:pt x="2881831" y="145329"/>
                </a:lnTo>
                <a:lnTo>
                  <a:pt x="2881105" y="145891"/>
                </a:lnTo>
                <a:lnTo>
                  <a:pt x="2880387" y="146397"/>
                </a:lnTo>
                <a:lnTo>
                  <a:pt x="2879683" y="146851"/>
                </a:lnTo>
                <a:lnTo>
                  <a:pt x="2878999" y="147256"/>
                </a:lnTo>
                <a:lnTo>
                  <a:pt x="2878340" y="147613"/>
                </a:lnTo>
                <a:lnTo>
                  <a:pt x="2877713" y="147926"/>
                </a:lnTo>
                <a:lnTo>
                  <a:pt x="2877122" y="148198"/>
                </a:lnTo>
                <a:lnTo>
                  <a:pt x="2876574" y="148432"/>
                </a:lnTo>
                <a:lnTo>
                  <a:pt x="2876073" y="148630"/>
                </a:lnTo>
                <a:lnTo>
                  <a:pt x="2875626" y="148796"/>
                </a:lnTo>
                <a:lnTo>
                  <a:pt x="2875238" y="148932"/>
                </a:lnTo>
                <a:lnTo>
                  <a:pt x="2874915" y="149041"/>
                </a:lnTo>
                <a:lnTo>
                  <a:pt x="2874666" y="149115"/>
                </a:lnTo>
                <a:lnTo>
                  <a:pt x="2874404" y="149194"/>
                </a:lnTo>
                <a:lnTo>
                  <a:pt x="2874130" y="149280"/>
                </a:lnTo>
                <a:lnTo>
                  <a:pt x="2873846" y="149373"/>
                </a:lnTo>
                <a:lnTo>
                  <a:pt x="2873555" y="149474"/>
                </a:lnTo>
                <a:lnTo>
                  <a:pt x="2873259" y="149585"/>
                </a:lnTo>
                <a:lnTo>
                  <a:pt x="2872959" y="149707"/>
                </a:lnTo>
                <a:lnTo>
                  <a:pt x="2872659" y="149840"/>
                </a:lnTo>
                <a:lnTo>
                  <a:pt x="2872360" y="149985"/>
                </a:lnTo>
                <a:lnTo>
                  <a:pt x="2872065" y="150145"/>
                </a:lnTo>
                <a:lnTo>
                  <a:pt x="2871775" y="150319"/>
                </a:lnTo>
                <a:lnTo>
                  <a:pt x="2871493" y="150510"/>
                </a:lnTo>
                <a:lnTo>
                  <a:pt x="2871221" y="150717"/>
                </a:lnTo>
                <a:lnTo>
                  <a:pt x="2870962" y="150943"/>
                </a:lnTo>
                <a:lnTo>
                  <a:pt x="2870717" y="151188"/>
                </a:lnTo>
                <a:lnTo>
                  <a:pt x="2870488" y="151454"/>
                </a:lnTo>
                <a:lnTo>
                  <a:pt x="2870278" y="151740"/>
                </a:lnTo>
                <a:lnTo>
                  <a:pt x="2870089" y="152050"/>
                </a:lnTo>
                <a:lnTo>
                  <a:pt x="2869923" y="152383"/>
                </a:lnTo>
                <a:lnTo>
                  <a:pt x="2869783" y="152740"/>
                </a:lnTo>
                <a:lnTo>
                  <a:pt x="2869670" y="153124"/>
                </a:lnTo>
                <a:lnTo>
                  <a:pt x="2869586" y="153534"/>
                </a:lnTo>
                <a:lnTo>
                  <a:pt x="2869534" y="153972"/>
                </a:lnTo>
                <a:lnTo>
                  <a:pt x="2869517" y="154439"/>
                </a:lnTo>
                <a:lnTo>
                  <a:pt x="2869532" y="154803"/>
                </a:lnTo>
                <a:lnTo>
                  <a:pt x="2869576" y="155168"/>
                </a:lnTo>
                <a:lnTo>
                  <a:pt x="2869647" y="155535"/>
                </a:lnTo>
                <a:lnTo>
                  <a:pt x="2869746" y="155900"/>
                </a:lnTo>
                <a:lnTo>
                  <a:pt x="2869871" y="156264"/>
                </a:lnTo>
                <a:lnTo>
                  <a:pt x="2870020" y="156623"/>
                </a:lnTo>
                <a:lnTo>
                  <a:pt x="2870193" y="156977"/>
                </a:lnTo>
                <a:lnTo>
                  <a:pt x="2870388" y="157324"/>
                </a:lnTo>
                <a:lnTo>
                  <a:pt x="2870605" y="157662"/>
                </a:lnTo>
                <a:lnTo>
                  <a:pt x="2870842" y="157990"/>
                </a:lnTo>
                <a:lnTo>
                  <a:pt x="2871098" y="158306"/>
                </a:lnTo>
                <a:lnTo>
                  <a:pt x="2871372" y="158608"/>
                </a:lnTo>
                <a:lnTo>
                  <a:pt x="2871664" y="158896"/>
                </a:lnTo>
                <a:lnTo>
                  <a:pt x="2871971" y="159167"/>
                </a:lnTo>
                <a:lnTo>
                  <a:pt x="2872294" y="159419"/>
                </a:lnTo>
                <a:lnTo>
                  <a:pt x="2872630" y="159652"/>
                </a:lnTo>
                <a:lnTo>
                  <a:pt x="2872979" y="159863"/>
                </a:lnTo>
                <a:lnTo>
                  <a:pt x="2873339" y="160051"/>
                </a:lnTo>
                <a:lnTo>
                  <a:pt x="2873710" y="160215"/>
                </a:lnTo>
                <a:lnTo>
                  <a:pt x="2874091" y="160352"/>
                </a:lnTo>
                <a:lnTo>
                  <a:pt x="2874480" y="160462"/>
                </a:lnTo>
                <a:lnTo>
                  <a:pt x="2874876" y="160542"/>
                </a:lnTo>
                <a:lnTo>
                  <a:pt x="2875278" y="160592"/>
                </a:lnTo>
                <a:lnTo>
                  <a:pt x="2875686" y="160609"/>
                </a:lnTo>
                <a:lnTo>
                  <a:pt x="2876525" y="160554"/>
                </a:lnTo>
                <a:lnTo>
                  <a:pt x="2877490" y="160391"/>
                </a:lnTo>
                <a:lnTo>
                  <a:pt x="2878567" y="160120"/>
                </a:lnTo>
                <a:lnTo>
                  <a:pt x="2879741" y="159739"/>
                </a:lnTo>
                <a:lnTo>
                  <a:pt x="2880999" y="159249"/>
                </a:lnTo>
                <a:lnTo>
                  <a:pt x="2882325" y="158650"/>
                </a:lnTo>
                <a:lnTo>
                  <a:pt x="2883705" y="157942"/>
                </a:lnTo>
                <a:lnTo>
                  <a:pt x="2885125" y="157124"/>
                </a:lnTo>
                <a:lnTo>
                  <a:pt x="2886571" y="156196"/>
                </a:lnTo>
                <a:lnTo>
                  <a:pt x="2888027" y="155158"/>
                </a:lnTo>
                <a:lnTo>
                  <a:pt x="2889481" y="154010"/>
                </a:lnTo>
                <a:lnTo>
                  <a:pt x="2890916" y="152752"/>
                </a:lnTo>
                <a:lnTo>
                  <a:pt x="2892320" y="151383"/>
                </a:lnTo>
                <a:lnTo>
                  <a:pt x="2893677" y="149904"/>
                </a:lnTo>
                <a:lnTo>
                  <a:pt x="2894973" y="148313"/>
                </a:lnTo>
                <a:lnTo>
                  <a:pt x="2896193" y="146612"/>
                </a:lnTo>
                <a:lnTo>
                  <a:pt x="2897324" y="144800"/>
                </a:lnTo>
                <a:lnTo>
                  <a:pt x="2898351" y="142876"/>
                </a:lnTo>
                <a:lnTo>
                  <a:pt x="2899259" y="140841"/>
                </a:lnTo>
                <a:lnTo>
                  <a:pt x="2900035" y="138695"/>
                </a:lnTo>
                <a:lnTo>
                  <a:pt x="2900663" y="136436"/>
                </a:lnTo>
                <a:lnTo>
                  <a:pt x="2901130" y="134066"/>
                </a:lnTo>
                <a:lnTo>
                  <a:pt x="2901420" y="131583"/>
                </a:lnTo>
                <a:lnTo>
                  <a:pt x="2901520" y="128988"/>
                </a:lnTo>
                <a:lnTo>
                  <a:pt x="2901482" y="127540"/>
                </a:lnTo>
                <a:lnTo>
                  <a:pt x="2901367" y="126138"/>
                </a:lnTo>
                <a:lnTo>
                  <a:pt x="2901181" y="124783"/>
                </a:lnTo>
                <a:lnTo>
                  <a:pt x="2900924" y="123476"/>
                </a:lnTo>
                <a:lnTo>
                  <a:pt x="2900601" y="122219"/>
                </a:lnTo>
                <a:lnTo>
                  <a:pt x="2900213" y="121013"/>
                </a:lnTo>
                <a:close/>
                <a:moveTo>
                  <a:pt x="4925501" y="58683"/>
                </a:moveTo>
                <a:lnTo>
                  <a:pt x="4925001" y="56213"/>
                </a:lnTo>
                <a:lnTo>
                  <a:pt x="4924443" y="53808"/>
                </a:lnTo>
                <a:lnTo>
                  <a:pt x="4923830" y="51469"/>
                </a:lnTo>
                <a:lnTo>
                  <a:pt x="4923168" y="49196"/>
                </a:lnTo>
                <a:lnTo>
                  <a:pt x="4922461" y="46990"/>
                </a:lnTo>
                <a:lnTo>
                  <a:pt x="4921715" y="44853"/>
                </a:lnTo>
                <a:lnTo>
                  <a:pt x="4920933" y="42785"/>
                </a:lnTo>
                <a:lnTo>
                  <a:pt x="4920121" y="40787"/>
                </a:lnTo>
                <a:lnTo>
                  <a:pt x="4919283" y="38860"/>
                </a:lnTo>
                <a:lnTo>
                  <a:pt x="4918424" y="37006"/>
                </a:lnTo>
                <a:lnTo>
                  <a:pt x="4917549" y="35224"/>
                </a:lnTo>
                <a:lnTo>
                  <a:pt x="4916663" y="33517"/>
                </a:lnTo>
                <a:lnTo>
                  <a:pt x="4915771" y="31884"/>
                </a:lnTo>
                <a:lnTo>
                  <a:pt x="4914876" y="30327"/>
                </a:lnTo>
                <a:lnTo>
                  <a:pt x="4913985" y="28846"/>
                </a:lnTo>
                <a:lnTo>
                  <a:pt x="4913101" y="27443"/>
                </a:lnTo>
                <a:lnTo>
                  <a:pt x="4912230" y="26119"/>
                </a:lnTo>
                <a:lnTo>
                  <a:pt x="4911376" y="24874"/>
                </a:lnTo>
                <a:lnTo>
                  <a:pt x="4910078" y="23132"/>
                </a:lnTo>
                <a:lnTo>
                  <a:pt x="4908741" y="21428"/>
                </a:lnTo>
                <a:lnTo>
                  <a:pt x="4907373" y="19764"/>
                </a:lnTo>
                <a:lnTo>
                  <a:pt x="4905979" y="18144"/>
                </a:lnTo>
                <a:lnTo>
                  <a:pt x="4904564" y="16571"/>
                </a:lnTo>
                <a:lnTo>
                  <a:pt x="4903137" y="15049"/>
                </a:lnTo>
                <a:lnTo>
                  <a:pt x="4901701" y="13580"/>
                </a:lnTo>
                <a:lnTo>
                  <a:pt x="4900265" y="12169"/>
                </a:lnTo>
                <a:lnTo>
                  <a:pt x="4898833" y="10818"/>
                </a:lnTo>
                <a:lnTo>
                  <a:pt x="4897412" y="9530"/>
                </a:lnTo>
                <a:lnTo>
                  <a:pt x="4896008" y="8309"/>
                </a:lnTo>
                <a:lnTo>
                  <a:pt x="4894626" y="7158"/>
                </a:lnTo>
                <a:lnTo>
                  <a:pt x="4893274" y="6081"/>
                </a:lnTo>
                <a:lnTo>
                  <a:pt x="4891957" y="5080"/>
                </a:lnTo>
                <a:lnTo>
                  <a:pt x="4890682" y="4159"/>
                </a:lnTo>
                <a:lnTo>
                  <a:pt x="4889454" y="3321"/>
                </a:lnTo>
                <a:lnTo>
                  <a:pt x="4888279" y="2569"/>
                </a:lnTo>
                <a:lnTo>
                  <a:pt x="4887165" y="1907"/>
                </a:lnTo>
                <a:lnTo>
                  <a:pt x="4886116" y="1338"/>
                </a:lnTo>
                <a:lnTo>
                  <a:pt x="4885138" y="865"/>
                </a:lnTo>
                <a:lnTo>
                  <a:pt x="4884239" y="491"/>
                </a:lnTo>
                <a:lnTo>
                  <a:pt x="4883424" y="221"/>
                </a:lnTo>
                <a:lnTo>
                  <a:pt x="4882699" y="56"/>
                </a:lnTo>
                <a:lnTo>
                  <a:pt x="4882071" y="0"/>
                </a:lnTo>
                <a:lnTo>
                  <a:pt x="4881487" y="20"/>
                </a:lnTo>
                <a:lnTo>
                  <a:pt x="4880941" y="77"/>
                </a:lnTo>
                <a:lnTo>
                  <a:pt x="4880430" y="169"/>
                </a:lnTo>
                <a:lnTo>
                  <a:pt x="4879955" y="293"/>
                </a:lnTo>
                <a:lnTo>
                  <a:pt x="4879513" y="446"/>
                </a:lnTo>
                <a:lnTo>
                  <a:pt x="4879104" y="627"/>
                </a:lnTo>
                <a:lnTo>
                  <a:pt x="4878727" y="831"/>
                </a:lnTo>
                <a:lnTo>
                  <a:pt x="4878380" y="1057"/>
                </a:lnTo>
                <a:lnTo>
                  <a:pt x="4878063" y="1302"/>
                </a:lnTo>
                <a:lnTo>
                  <a:pt x="4877774" y="1562"/>
                </a:lnTo>
                <a:lnTo>
                  <a:pt x="4877512" y="1836"/>
                </a:lnTo>
                <a:lnTo>
                  <a:pt x="4877276" y="2121"/>
                </a:lnTo>
                <a:lnTo>
                  <a:pt x="4877066" y="2414"/>
                </a:lnTo>
                <a:lnTo>
                  <a:pt x="4876879" y="2712"/>
                </a:lnTo>
                <a:lnTo>
                  <a:pt x="4876716" y="3013"/>
                </a:lnTo>
                <a:lnTo>
                  <a:pt x="4876574" y="3314"/>
                </a:lnTo>
                <a:lnTo>
                  <a:pt x="4876453" y="3612"/>
                </a:lnTo>
                <a:lnTo>
                  <a:pt x="4876352" y="3905"/>
                </a:lnTo>
                <a:lnTo>
                  <a:pt x="4876269" y="4189"/>
                </a:lnTo>
                <a:lnTo>
                  <a:pt x="4876204" y="4463"/>
                </a:lnTo>
                <a:lnTo>
                  <a:pt x="4876155" y="4724"/>
                </a:lnTo>
                <a:lnTo>
                  <a:pt x="4876121" y="4968"/>
                </a:lnTo>
                <a:lnTo>
                  <a:pt x="4876102" y="5194"/>
                </a:lnTo>
                <a:lnTo>
                  <a:pt x="4876096" y="5399"/>
                </a:lnTo>
                <a:lnTo>
                  <a:pt x="4876107" y="5752"/>
                </a:lnTo>
                <a:lnTo>
                  <a:pt x="4876138" y="6090"/>
                </a:lnTo>
                <a:lnTo>
                  <a:pt x="4876189" y="6412"/>
                </a:lnTo>
                <a:lnTo>
                  <a:pt x="4876257" y="6720"/>
                </a:lnTo>
                <a:lnTo>
                  <a:pt x="4876342" y="7012"/>
                </a:lnTo>
                <a:lnTo>
                  <a:pt x="4876442" y="7291"/>
                </a:lnTo>
                <a:lnTo>
                  <a:pt x="4876556" y="7555"/>
                </a:lnTo>
                <a:lnTo>
                  <a:pt x="4876681" y="7805"/>
                </a:lnTo>
                <a:lnTo>
                  <a:pt x="4876818" y="8042"/>
                </a:lnTo>
                <a:lnTo>
                  <a:pt x="4876963" y="8266"/>
                </a:lnTo>
                <a:lnTo>
                  <a:pt x="4877117" y="8478"/>
                </a:lnTo>
                <a:lnTo>
                  <a:pt x="4877277" y="8677"/>
                </a:lnTo>
                <a:lnTo>
                  <a:pt x="4877441" y="8864"/>
                </a:lnTo>
                <a:lnTo>
                  <a:pt x="4877610" y="9039"/>
                </a:lnTo>
                <a:lnTo>
                  <a:pt x="4877781" y="9203"/>
                </a:lnTo>
                <a:lnTo>
                  <a:pt x="4877952" y="9355"/>
                </a:lnTo>
                <a:lnTo>
                  <a:pt x="4878123" y="9497"/>
                </a:lnTo>
                <a:lnTo>
                  <a:pt x="4878291" y="9629"/>
                </a:lnTo>
                <a:lnTo>
                  <a:pt x="4878456" y="9751"/>
                </a:lnTo>
                <a:lnTo>
                  <a:pt x="4878616" y="9863"/>
                </a:lnTo>
                <a:lnTo>
                  <a:pt x="4878770" y="9965"/>
                </a:lnTo>
                <a:lnTo>
                  <a:pt x="4878916" y="10059"/>
                </a:lnTo>
                <a:lnTo>
                  <a:pt x="4879053" y="10144"/>
                </a:lnTo>
                <a:lnTo>
                  <a:pt x="4879179" y="10220"/>
                </a:lnTo>
                <a:lnTo>
                  <a:pt x="4882983" y="12897"/>
                </a:lnTo>
                <a:lnTo>
                  <a:pt x="4886500" y="15667"/>
                </a:lnTo>
                <a:lnTo>
                  <a:pt x="4889740" y="18515"/>
                </a:lnTo>
                <a:lnTo>
                  <a:pt x="4892714" y="21431"/>
                </a:lnTo>
                <a:lnTo>
                  <a:pt x="4895433" y="24402"/>
                </a:lnTo>
                <a:lnTo>
                  <a:pt x="4897910" y="27416"/>
                </a:lnTo>
                <a:lnTo>
                  <a:pt x="4900154" y="30460"/>
                </a:lnTo>
                <a:lnTo>
                  <a:pt x="4902178" y="33521"/>
                </a:lnTo>
                <a:lnTo>
                  <a:pt x="4903993" y="36588"/>
                </a:lnTo>
                <a:lnTo>
                  <a:pt x="4905609" y="39647"/>
                </a:lnTo>
                <a:lnTo>
                  <a:pt x="4907038" y="42688"/>
                </a:lnTo>
                <a:lnTo>
                  <a:pt x="4908291" y="45696"/>
                </a:lnTo>
                <a:lnTo>
                  <a:pt x="4909379" y="48661"/>
                </a:lnTo>
                <a:lnTo>
                  <a:pt x="4910314" y="51568"/>
                </a:lnTo>
                <a:lnTo>
                  <a:pt x="4911106" y="54407"/>
                </a:lnTo>
                <a:lnTo>
                  <a:pt x="4911768" y="57165"/>
                </a:lnTo>
                <a:lnTo>
                  <a:pt x="4912310" y="59828"/>
                </a:lnTo>
                <a:lnTo>
                  <a:pt x="4912743" y="62386"/>
                </a:lnTo>
                <a:lnTo>
                  <a:pt x="4913079" y="64825"/>
                </a:lnTo>
                <a:lnTo>
                  <a:pt x="4913328" y="67133"/>
                </a:lnTo>
                <a:lnTo>
                  <a:pt x="4913503" y="69298"/>
                </a:lnTo>
                <a:lnTo>
                  <a:pt x="4913614" y="71307"/>
                </a:lnTo>
                <a:lnTo>
                  <a:pt x="4913672" y="73148"/>
                </a:lnTo>
                <a:lnTo>
                  <a:pt x="4913689" y="74809"/>
                </a:lnTo>
                <a:lnTo>
                  <a:pt x="4913651" y="77257"/>
                </a:lnTo>
                <a:lnTo>
                  <a:pt x="4913533" y="79776"/>
                </a:lnTo>
                <a:lnTo>
                  <a:pt x="4913331" y="82359"/>
                </a:lnTo>
                <a:lnTo>
                  <a:pt x="4913040" y="84999"/>
                </a:lnTo>
                <a:lnTo>
                  <a:pt x="4912654" y="87687"/>
                </a:lnTo>
                <a:lnTo>
                  <a:pt x="4912167" y="90418"/>
                </a:lnTo>
                <a:lnTo>
                  <a:pt x="4911576" y="93183"/>
                </a:lnTo>
                <a:lnTo>
                  <a:pt x="4910875" y="95976"/>
                </a:lnTo>
                <a:lnTo>
                  <a:pt x="4910059" y="98788"/>
                </a:lnTo>
                <a:lnTo>
                  <a:pt x="4909123" y="101614"/>
                </a:lnTo>
                <a:lnTo>
                  <a:pt x="4908061" y="104445"/>
                </a:lnTo>
                <a:lnTo>
                  <a:pt x="4906869" y="107274"/>
                </a:lnTo>
                <a:lnTo>
                  <a:pt x="4905541" y="110094"/>
                </a:lnTo>
                <a:lnTo>
                  <a:pt x="4904072" y="112898"/>
                </a:lnTo>
                <a:lnTo>
                  <a:pt x="4902458" y="115678"/>
                </a:lnTo>
                <a:lnTo>
                  <a:pt x="4900693" y="118427"/>
                </a:lnTo>
                <a:lnTo>
                  <a:pt x="4898772" y="121138"/>
                </a:lnTo>
                <a:lnTo>
                  <a:pt x="4896690" y="123804"/>
                </a:lnTo>
                <a:lnTo>
                  <a:pt x="4894442" y="126417"/>
                </a:lnTo>
                <a:lnTo>
                  <a:pt x="4892022" y="128970"/>
                </a:lnTo>
                <a:lnTo>
                  <a:pt x="4889426" y="131455"/>
                </a:lnTo>
                <a:lnTo>
                  <a:pt x="4886649" y="133866"/>
                </a:lnTo>
                <a:lnTo>
                  <a:pt x="4883685" y="136195"/>
                </a:lnTo>
                <a:lnTo>
                  <a:pt x="4880529" y="138435"/>
                </a:lnTo>
                <a:lnTo>
                  <a:pt x="4880175" y="138671"/>
                </a:lnTo>
                <a:lnTo>
                  <a:pt x="4879834" y="138899"/>
                </a:lnTo>
                <a:lnTo>
                  <a:pt x="4879508" y="139119"/>
                </a:lnTo>
                <a:lnTo>
                  <a:pt x="4879197" y="139333"/>
                </a:lnTo>
                <a:lnTo>
                  <a:pt x="4878899" y="139541"/>
                </a:lnTo>
                <a:lnTo>
                  <a:pt x="4878616" y="139746"/>
                </a:lnTo>
                <a:lnTo>
                  <a:pt x="4878348" y="139948"/>
                </a:lnTo>
                <a:lnTo>
                  <a:pt x="4878094" y="140150"/>
                </a:lnTo>
                <a:lnTo>
                  <a:pt x="4877856" y="140351"/>
                </a:lnTo>
                <a:lnTo>
                  <a:pt x="4877631" y="140553"/>
                </a:lnTo>
                <a:lnTo>
                  <a:pt x="4877422" y="140758"/>
                </a:lnTo>
                <a:lnTo>
                  <a:pt x="4877228" y="140966"/>
                </a:lnTo>
                <a:lnTo>
                  <a:pt x="4877049" y="141180"/>
                </a:lnTo>
                <a:lnTo>
                  <a:pt x="4876885" y="141399"/>
                </a:lnTo>
                <a:lnTo>
                  <a:pt x="4876736" y="141627"/>
                </a:lnTo>
                <a:lnTo>
                  <a:pt x="4876603" y="141863"/>
                </a:lnTo>
                <a:lnTo>
                  <a:pt x="4876484" y="142109"/>
                </a:lnTo>
                <a:lnTo>
                  <a:pt x="4876382" y="142366"/>
                </a:lnTo>
                <a:lnTo>
                  <a:pt x="4876295" y="142636"/>
                </a:lnTo>
                <a:lnTo>
                  <a:pt x="4876223" y="142920"/>
                </a:lnTo>
                <a:lnTo>
                  <a:pt x="4876168" y="143219"/>
                </a:lnTo>
                <a:lnTo>
                  <a:pt x="4876128" y="143534"/>
                </a:lnTo>
                <a:lnTo>
                  <a:pt x="4876104" y="143867"/>
                </a:lnTo>
                <a:lnTo>
                  <a:pt x="4876096" y="144219"/>
                </a:lnTo>
                <a:lnTo>
                  <a:pt x="4876102" y="144423"/>
                </a:lnTo>
                <a:lnTo>
                  <a:pt x="4876121" y="144650"/>
                </a:lnTo>
                <a:lnTo>
                  <a:pt x="4876155" y="144894"/>
                </a:lnTo>
                <a:lnTo>
                  <a:pt x="4876204" y="145155"/>
                </a:lnTo>
                <a:lnTo>
                  <a:pt x="4876269" y="145429"/>
                </a:lnTo>
                <a:lnTo>
                  <a:pt x="4876352" y="145714"/>
                </a:lnTo>
                <a:lnTo>
                  <a:pt x="4876453" y="146007"/>
                </a:lnTo>
                <a:lnTo>
                  <a:pt x="4876574" y="146305"/>
                </a:lnTo>
                <a:lnTo>
                  <a:pt x="4876716" y="146606"/>
                </a:lnTo>
                <a:lnTo>
                  <a:pt x="4876879" y="146907"/>
                </a:lnTo>
                <a:lnTo>
                  <a:pt x="4877066" y="147205"/>
                </a:lnTo>
                <a:lnTo>
                  <a:pt x="4877276" y="147497"/>
                </a:lnTo>
                <a:lnTo>
                  <a:pt x="4877512" y="147782"/>
                </a:lnTo>
                <a:lnTo>
                  <a:pt x="4877774" y="148056"/>
                </a:lnTo>
                <a:lnTo>
                  <a:pt x="4878063" y="148316"/>
                </a:lnTo>
                <a:lnTo>
                  <a:pt x="4878380" y="148561"/>
                </a:lnTo>
                <a:lnTo>
                  <a:pt x="4878727" y="148787"/>
                </a:lnTo>
                <a:lnTo>
                  <a:pt x="4879104" y="148991"/>
                </a:lnTo>
                <a:lnTo>
                  <a:pt x="4879513" y="149171"/>
                </a:lnTo>
                <a:lnTo>
                  <a:pt x="4879955" y="149325"/>
                </a:lnTo>
                <a:lnTo>
                  <a:pt x="4880430" y="149449"/>
                </a:lnTo>
                <a:lnTo>
                  <a:pt x="4880941" y="149541"/>
                </a:lnTo>
                <a:lnTo>
                  <a:pt x="4881487" y="149598"/>
                </a:lnTo>
                <a:lnTo>
                  <a:pt x="4882071" y="149617"/>
                </a:lnTo>
                <a:lnTo>
                  <a:pt x="4882940" y="149485"/>
                </a:lnTo>
                <a:lnTo>
                  <a:pt x="4884129" y="149088"/>
                </a:lnTo>
                <a:lnTo>
                  <a:pt x="4885606" y="148427"/>
                </a:lnTo>
                <a:lnTo>
                  <a:pt x="4887340" y="147504"/>
                </a:lnTo>
                <a:lnTo>
                  <a:pt x="4889298" y="146318"/>
                </a:lnTo>
                <a:lnTo>
                  <a:pt x="4891449" y="144870"/>
                </a:lnTo>
                <a:lnTo>
                  <a:pt x="4893761" y="143161"/>
                </a:lnTo>
                <a:lnTo>
                  <a:pt x="4896202" y="141192"/>
                </a:lnTo>
                <a:lnTo>
                  <a:pt x="4898741" y="138962"/>
                </a:lnTo>
                <a:lnTo>
                  <a:pt x="4901347" y="136474"/>
                </a:lnTo>
                <a:lnTo>
                  <a:pt x="4903986" y="133728"/>
                </a:lnTo>
                <a:lnTo>
                  <a:pt x="4906628" y="130723"/>
                </a:lnTo>
                <a:lnTo>
                  <a:pt x="4909241" y="127462"/>
                </a:lnTo>
                <a:lnTo>
                  <a:pt x="4911793" y="123944"/>
                </a:lnTo>
                <a:lnTo>
                  <a:pt x="4914253" y="120170"/>
                </a:lnTo>
                <a:lnTo>
                  <a:pt x="4916588" y="116142"/>
                </a:lnTo>
                <a:lnTo>
                  <a:pt x="4918767" y="111858"/>
                </a:lnTo>
                <a:lnTo>
                  <a:pt x="4920759" y="107322"/>
                </a:lnTo>
                <a:lnTo>
                  <a:pt x="4922531" y="102532"/>
                </a:lnTo>
                <a:lnTo>
                  <a:pt x="4924052" y="97489"/>
                </a:lnTo>
                <a:lnTo>
                  <a:pt x="4925291" y="92195"/>
                </a:lnTo>
                <a:lnTo>
                  <a:pt x="4926214" y="86650"/>
                </a:lnTo>
                <a:lnTo>
                  <a:pt x="4926792" y="80854"/>
                </a:lnTo>
                <a:lnTo>
                  <a:pt x="4926991" y="74809"/>
                </a:lnTo>
                <a:lnTo>
                  <a:pt x="4926946" y="71970"/>
                </a:lnTo>
                <a:lnTo>
                  <a:pt x="4926813" y="69191"/>
                </a:lnTo>
                <a:lnTo>
                  <a:pt x="4926597" y="66472"/>
                </a:lnTo>
                <a:lnTo>
                  <a:pt x="4926303" y="63813"/>
                </a:lnTo>
                <a:lnTo>
                  <a:pt x="4925936" y="61217"/>
                </a:lnTo>
                <a:lnTo>
                  <a:pt x="4925501" y="58683"/>
                </a:lnTo>
                <a:close/>
                <a:moveTo>
                  <a:pt x="3944880" y="124569"/>
                </a:moveTo>
                <a:lnTo>
                  <a:pt x="3944614" y="124172"/>
                </a:lnTo>
                <a:lnTo>
                  <a:pt x="3944318" y="123818"/>
                </a:lnTo>
                <a:lnTo>
                  <a:pt x="3943994" y="123507"/>
                </a:lnTo>
                <a:lnTo>
                  <a:pt x="3943646" y="123234"/>
                </a:lnTo>
                <a:lnTo>
                  <a:pt x="3943275" y="122998"/>
                </a:lnTo>
                <a:lnTo>
                  <a:pt x="3942886" y="122795"/>
                </a:lnTo>
                <a:lnTo>
                  <a:pt x="3942481" y="122623"/>
                </a:lnTo>
                <a:lnTo>
                  <a:pt x="3942063" y="122480"/>
                </a:lnTo>
                <a:lnTo>
                  <a:pt x="3941634" y="122363"/>
                </a:lnTo>
                <a:lnTo>
                  <a:pt x="3941198" y="122269"/>
                </a:lnTo>
                <a:lnTo>
                  <a:pt x="3940757" y="122196"/>
                </a:lnTo>
                <a:lnTo>
                  <a:pt x="3940314" y="122141"/>
                </a:lnTo>
                <a:lnTo>
                  <a:pt x="3939872" y="122102"/>
                </a:lnTo>
                <a:lnTo>
                  <a:pt x="3939434" y="122076"/>
                </a:lnTo>
                <a:lnTo>
                  <a:pt x="3939003" y="122060"/>
                </a:lnTo>
                <a:lnTo>
                  <a:pt x="3938581" y="122052"/>
                </a:lnTo>
                <a:lnTo>
                  <a:pt x="3938171" y="122049"/>
                </a:lnTo>
                <a:lnTo>
                  <a:pt x="3937777" y="122048"/>
                </a:lnTo>
                <a:lnTo>
                  <a:pt x="3929293" y="122048"/>
                </a:lnTo>
                <a:lnTo>
                  <a:pt x="3929293" y="77386"/>
                </a:lnTo>
                <a:lnTo>
                  <a:pt x="3929242" y="75013"/>
                </a:lnTo>
                <a:lnTo>
                  <a:pt x="3929091" y="72754"/>
                </a:lnTo>
                <a:lnTo>
                  <a:pt x="3928841" y="70610"/>
                </a:lnTo>
                <a:lnTo>
                  <a:pt x="3928494" y="68578"/>
                </a:lnTo>
                <a:lnTo>
                  <a:pt x="3928053" y="66657"/>
                </a:lnTo>
                <a:lnTo>
                  <a:pt x="3927519" y="64846"/>
                </a:lnTo>
                <a:lnTo>
                  <a:pt x="3926894" y="63144"/>
                </a:lnTo>
                <a:lnTo>
                  <a:pt x="3926180" y="61549"/>
                </a:lnTo>
                <a:lnTo>
                  <a:pt x="3925379" y="60061"/>
                </a:lnTo>
                <a:lnTo>
                  <a:pt x="3924493" y="58677"/>
                </a:lnTo>
                <a:lnTo>
                  <a:pt x="3923524" y="57398"/>
                </a:lnTo>
                <a:lnTo>
                  <a:pt x="3922473" y="56221"/>
                </a:lnTo>
                <a:lnTo>
                  <a:pt x="3921344" y="55145"/>
                </a:lnTo>
                <a:lnTo>
                  <a:pt x="3920137" y="54170"/>
                </a:lnTo>
                <a:lnTo>
                  <a:pt x="3918854" y="53293"/>
                </a:lnTo>
                <a:lnTo>
                  <a:pt x="3917498" y="52513"/>
                </a:lnTo>
                <a:lnTo>
                  <a:pt x="3916070" y="51831"/>
                </a:lnTo>
                <a:lnTo>
                  <a:pt x="3914573" y="51243"/>
                </a:lnTo>
                <a:lnTo>
                  <a:pt x="3913007" y="50749"/>
                </a:lnTo>
                <a:lnTo>
                  <a:pt x="3911376" y="50347"/>
                </a:lnTo>
                <a:lnTo>
                  <a:pt x="3909681" y="50037"/>
                </a:lnTo>
                <a:lnTo>
                  <a:pt x="3907924" y="49817"/>
                </a:lnTo>
                <a:lnTo>
                  <a:pt x="3906107" y="49686"/>
                </a:lnTo>
                <a:lnTo>
                  <a:pt x="3904232" y="49643"/>
                </a:lnTo>
                <a:lnTo>
                  <a:pt x="3902639" y="49676"/>
                </a:lnTo>
                <a:lnTo>
                  <a:pt x="3901091" y="49774"/>
                </a:lnTo>
                <a:lnTo>
                  <a:pt x="3899588" y="49932"/>
                </a:lnTo>
                <a:lnTo>
                  <a:pt x="3898130" y="50146"/>
                </a:lnTo>
                <a:lnTo>
                  <a:pt x="3896718" y="50411"/>
                </a:lnTo>
                <a:lnTo>
                  <a:pt x="3895351" y="50725"/>
                </a:lnTo>
                <a:lnTo>
                  <a:pt x="3894031" y="51082"/>
                </a:lnTo>
                <a:lnTo>
                  <a:pt x="3892757" y="51479"/>
                </a:lnTo>
                <a:lnTo>
                  <a:pt x="3891530" y="51911"/>
                </a:lnTo>
                <a:lnTo>
                  <a:pt x="3890350" y="52375"/>
                </a:lnTo>
                <a:lnTo>
                  <a:pt x="3889218" y="52866"/>
                </a:lnTo>
                <a:lnTo>
                  <a:pt x="3888133" y="53380"/>
                </a:lnTo>
                <a:lnTo>
                  <a:pt x="3887097" y="53913"/>
                </a:lnTo>
                <a:lnTo>
                  <a:pt x="3886109" y="54461"/>
                </a:lnTo>
                <a:lnTo>
                  <a:pt x="3885171" y="55020"/>
                </a:lnTo>
                <a:lnTo>
                  <a:pt x="3884281" y="55586"/>
                </a:lnTo>
                <a:lnTo>
                  <a:pt x="3883441" y="56154"/>
                </a:lnTo>
                <a:lnTo>
                  <a:pt x="3882650" y="56721"/>
                </a:lnTo>
                <a:lnTo>
                  <a:pt x="3881910" y="57283"/>
                </a:lnTo>
                <a:lnTo>
                  <a:pt x="3881221" y="57835"/>
                </a:lnTo>
                <a:lnTo>
                  <a:pt x="3880582" y="58373"/>
                </a:lnTo>
                <a:lnTo>
                  <a:pt x="3879994" y="58893"/>
                </a:lnTo>
                <a:lnTo>
                  <a:pt x="3879458" y="59391"/>
                </a:lnTo>
                <a:lnTo>
                  <a:pt x="3878974" y="59863"/>
                </a:lnTo>
                <a:lnTo>
                  <a:pt x="3878974" y="23845"/>
                </a:lnTo>
                <a:lnTo>
                  <a:pt x="3878968" y="23119"/>
                </a:lnTo>
                <a:lnTo>
                  <a:pt x="3878947" y="22434"/>
                </a:lnTo>
                <a:lnTo>
                  <a:pt x="3878911" y="21790"/>
                </a:lnTo>
                <a:lnTo>
                  <a:pt x="3878858" y="21184"/>
                </a:lnTo>
                <a:lnTo>
                  <a:pt x="3878785" y="20618"/>
                </a:lnTo>
                <a:lnTo>
                  <a:pt x="3878691" y="20089"/>
                </a:lnTo>
                <a:lnTo>
                  <a:pt x="3878574" y="19596"/>
                </a:lnTo>
                <a:lnTo>
                  <a:pt x="3878431" y="19140"/>
                </a:lnTo>
                <a:lnTo>
                  <a:pt x="3878262" y="18718"/>
                </a:lnTo>
                <a:lnTo>
                  <a:pt x="3878065" y="18330"/>
                </a:lnTo>
                <a:lnTo>
                  <a:pt x="3877837" y="17975"/>
                </a:lnTo>
                <a:lnTo>
                  <a:pt x="3877577" y="17652"/>
                </a:lnTo>
                <a:lnTo>
                  <a:pt x="3877282" y="17360"/>
                </a:lnTo>
                <a:lnTo>
                  <a:pt x="3876952" y="17098"/>
                </a:lnTo>
                <a:lnTo>
                  <a:pt x="3876583" y="16865"/>
                </a:lnTo>
                <a:lnTo>
                  <a:pt x="3876175" y="16661"/>
                </a:lnTo>
                <a:lnTo>
                  <a:pt x="3875726" y="16485"/>
                </a:lnTo>
                <a:lnTo>
                  <a:pt x="3875233" y="16335"/>
                </a:lnTo>
                <a:lnTo>
                  <a:pt x="3874695" y="16210"/>
                </a:lnTo>
                <a:lnTo>
                  <a:pt x="3874110" y="16110"/>
                </a:lnTo>
                <a:lnTo>
                  <a:pt x="3873477" y="16034"/>
                </a:lnTo>
                <a:lnTo>
                  <a:pt x="3872792" y="15981"/>
                </a:lnTo>
                <a:lnTo>
                  <a:pt x="3872055" y="15950"/>
                </a:lnTo>
                <a:lnTo>
                  <a:pt x="3871263" y="15940"/>
                </a:lnTo>
                <a:lnTo>
                  <a:pt x="3857190" y="15940"/>
                </a:lnTo>
                <a:lnTo>
                  <a:pt x="3856796" y="15940"/>
                </a:lnTo>
                <a:lnTo>
                  <a:pt x="3856386" y="15943"/>
                </a:lnTo>
                <a:lnTo>
                  <a:pt x="3855964" y="15951"/>
                </a:lnTo>
                <a:lnTo>
                  <a:pt x="3855533" y="15967"/>
                </a:lnTo>
                <a:lnTo>
                  <a:pt x="3855095" y="15994"/>
                </a:lnTo>
                <a:lnTo>
                  <a:pt x="3854653" y="16033"/>
                </a:lnTo>
                <a:lnTo>
                  <a:pt x="3854210" y="16088"/>
                </a:lnTo>
                <a:lnTo>
                  <a:pt x="3853769" y="16161"/>
                </a:lnTo>
                <a:lnTo>
                  <a:pt x="3853333" y="16255"/>
                </a:lnTo>
                <a:lnTo>
                  <a:pt x="3852904" y="16372"/>
                </a:lnTo>
                <a:lnTo>
                  <a:pt x="3852486" y="16515"/>
                </a:lnTo>
                <a:lnTo>
                  <a:pt x="3852081" y="16687"/>
                </a:lnTo>
                <a:lnTo>
                  <a:pt x="3851691" y="16890"/>
                </a:lnTo>
                <a:lnTo>
                  <a:pt x="3851321" y="17126"/>
                </a:lnTo>
                <a:lnTo>
                  <a:pt x="3850973" y="17399"/>
                </a:lnTo>
                <a:lnTo>
                  <a:pt x="3850649" y="17711"/>
                </a:lnTo>
                <a:lnTo>
                  <a:pt x="3850353" y="18064"/>
                </a:lnTo>
                <a:lnTo>
                  <a:pt x="3850087" y="18462"/>
                </a:lnTo>
                <a:lnTo>
                  <a:pt x="3849854" y="18906"/>
                </a:lnTo>
                <a:lnTo>
                  <a:pt x="3849657" y="19399"/>
                </a:lnTo>
                <a:lnTo>
                  <a:pt x="3849499" y="19945"/>
                </a:lnTo>
                <a:lnTo>
                  <a:pt x="3849382" y="20544"/>
                </a:lnTo>
                <a:lnTo>
                  <a:pt x="3849310" y="21201"/>
                </a:lnTo>
                <a:lnTo>
                  <a:pt x="3849285" y="21918"/>
                </a:lnTo>
                <a:lnTo>
                  <a:pt x="3849311" y="22611"/>
                </a:lnTo>
                <a:lnTo>
                  <a:pt x="3849386" y="23247"/>
                </a:lnTo>
                <a:lnTo>
                  <a:pt x="3849506" y="23827"/>
                </a:lnTo>
                <a:lnTo>
                  <a:pt x="3849669" y="24355"/>
                </a:lnTo>
                <a:lnTo>
                  <a:pt x="3849872" y="24832"/>
                </a:lnTo>
                <a:lnTo>
                  <a:pt x="3850111" y="25262"/>
                </a:lnTo>
                <a:lnTo>
                  <a:pt x="3850383" y="25646"/>
                </a:lnTo>
                <a:lnTo>
                  <a:pt x="3850685" y="25988"/>
                </a:lnTo>
                <a:lnTo>
                  <a:pt x="3851014" y="26290"/>
                </a:lnTo>
                <a:lnTo>
                  <a:pt x="3851366" y="26554"/>
                </a:lnTo>
                <a:lnTo>
                  <a:pt x="3851739" y="26782"/>
                </a:lnTo>
                <a:lnTo>
                  <a:pt x="3852129" y="26979"/>
                </a:lnTo>
                <a:lnTo>
                  <a:pt x="3852533" y="27145"/>
                </a:lnTo>
                <a:lnTo>
                  <a:pt x="3852948" y="27283"/>
                </a:lnTo>
                <a:lnTo>
                  <a:pt x="3853371" y="27397"/>
                </a:lnTo>
                <a:lnTo>
                  <a:pt x="3853798" y="27487"/>
                </a:lnTo>
                <a:lnTo>
                  <a:pt x="3854226" y="27558"/>
                </a:lnTo>
                <a:lnTo>
                  <a:pt x="3854653" y="27611"/>
                </a:lnTo>
                <a:lnTo>
                  <a:pt x="3855075" y="27649"/>
                </a:lnTo>
                <a:lnTo>
                  <a:pt x="3855488" y="27675"/>
                </a:lnTo>
                <a:lnTo>
                  <a:pt x="3855890" y="27690"/>
                </a:lnTo>
                <a:lnTo>
                  <a:pt x="3856277" y="27698"/>
                </a:lnTo>
                <a:lnTo>
                  <a:pt x="3856647" y="27701"/>
                </a:lnTo>
                <a:lnTo>
                  <a:pt x="3856996" y="27702"/>
                </a:lnTo>
                <a:lnTo>
                  <a:pt x="3865674" y="27702"/>
                </a:lnTo>
                <a:lnTo>
                  <a:pt x="3865674" y="122048"/>
                </a:lnTo>
                <a:lnTo>
                  <a:pt x="3857190" y="122048"/>
                </a:lnTo>
                <a:lnTo>
                  <a:pt x="3856796" y="122049"/>
                </a:lnTo>
                <a:lnTo>
                  <a:pt x="3856386" y="122052"/>
                </a:lnTo>
                <a:lnTo>
                  <a:pt x="3855964" y="122060"/>
                </a:lnTo>
                <a:lnTo>
                  <a:pt x="3855533" y="122076"/>
                </a:lnTo>
                <a:lnTo>
                  <a:pt x="3855095" y="122102"/>
                </a:lnTo>
                <a:lnTo>
                  <a:pt x="3854653" y="122141"/>
                </a:lnTo>
                <a:lnTo>
                  <a:pt x="3854210" y="122196"/>
                </a:lnTo>
                <a:lnTo>
                  <a:pt x="3853769" y="122269"/>
                </a:lnTo>
                <a:lnTo>
                  <a:pt x="3853333" y="122363"/>
                </a:lnTo>
                <a:lnTo>
                  <a:pt x="3852904" y="122480"/>
                </a:lnTo>
                <a:lnTo>
                  <a:pt x="3852486" y="122623"/>
                </a:lnTo>
                <a:lnTo>
                  <a:pt x="3852081" y="122795"/>
                </a:lnTo>
                <a:lnTo>
                  <a:pt x="3851691" y="122998"/>
                </a:lnTo>
                <a:lnTo>
                  <a:pt x="3851321" y="123234"/>
                </a:lnTo>
                <a:lnTo>
                  <a:pt x="3850973" y="123507"/>
                </a:lnTo>
                <a:lnTo>
                  <a:pt x="3850649" y="123818"/>
                </a:lnTo>
                <a:lnTo>
                  <a:pt x="3850353" y="124172"/>
                </a:lnTo>
                <a:lnTo>
                  <a:pt x="3850087" y="124569"/>
                </a:lnTo>
                <a:lnTo>
                  <a:pt x="3849854" y="125013"/>
                </a:lnTo>
                <a:lnTo>
                  <a:pt x="3849657" y="125506"/>
                </a:lnTo>
                <a:lnTo>
                  <a:pt x="3849499" y="126051"/>
                </a:lnTo>
                <a:lnTo>
                  <a:pt x="3849382" y="126650"/>
                </a:lnTo>
                <a:lnTo>
                  <a:pt x="3849310" y="127307"/>
                </a:lnTo>
                <a:lnTo>
                  <a:pt x="3849285" y="128023"/>
                </a:lnTo>
                <a:lnTo>
                  <a:pt x="3849311" y="128717"/>
                </a:lnTo>
                <a:lnTo>
                  <a:pt x="3849386" y="129352"/>
                </a:lnTo>
                <a:lnTo>
                  <a:pt x="3849506" y="129932"/>
                </a:lnTo>
                <a:lnTo>
                  <a:pt x="3849669" y="130460"/>
                </a:lnTo>
                <a:lnTo>
                  <a:pt x="3849872" y="130937"/>
                </a:lnTo>
                <a:lnTo>
                  <a:pt x="3850111" y="131367"/>
                </a:lnTo>
                <a:lnTo>
                  <a:pt x="3850383" y="131752"/>
                </a:lnTo>
                <a:lnTo>
                  <a:pt x="3850685" y="132093"/>
                </a:lnTo>
                <a:lnTo>
                  <a:pt x="3851014" y="132395"/>
                </a:lnTo>
                <a:lnTo>
                  <a:pt x="3851366" y="132659"/>
                </a:lnTo>
                <a:lnTo>
                  <a:pt x="3851739" y="132888"/>
                </a:lnTo>
                <a:lnTo>
                  <a:pt x="3852129" y="133084"/>
                </a:lnTo>
                <a:lnTo>
                  <a:pt x="3852533" y="133250"/>
                </a:lnTo>
                <a:lnTo>
                  <a:pt x="3852948" y="133389"/>
                </a:lnTo>
                <a:lnTo>
                  <a:pt x="3853371" y="133502"/>
                </a:lnTo>
                <a:lnTo>
                  <a:pt x="3853798" y="133593"/>
                </a:lnTo>
                <a:lnTo>
                  <a:pt x="3854226" y="133664"/>
                </a:lnTo>
                <a:lnTo>
                  <a:pt x="3854653" y="133717"/>
                </a:lnTo>
                <a:lnTo>
                  <a:pt x="3855075" y="133755"/>
                </a:lnTo>
                <a:lnTo>
                  <a:pt x="3855488" y="133780"/>
                </a:lnTo>
                <a:lnTo>
                  <a:pt x="3855890" y="133796"/>
                </a:lnTo>
                <a:lnTo>
                  <a:pt x="3856277" y="133804"/>
                </a:lnTo>
                <a:lnTo>
                  <a:pt x="3856647" y="133807"/>
                </a:lnTo>
                <a:lnTo>
                  <a:pt x="3856996" y="133807"/>
                </a:lnTo>
                <a:lnTo>
                  <a:pt x="3887652" y="133807"/>
                </a:lnTo>
                <a:lnTo>
                  <a:pt x="3888001" y="133807"/>
                </a:lnTo>
                <a:lnTo>
                  <a:pt x="3888370" y="133804"/>
                </a:lnTo>
                <a:lnTo>
                  <a:pt x="3888758" y="133796"/>
                </a:lnTo>
                <a:lnTo>
                  <a:pt x="3889160" y="133780"/>
                </a:lnTo>
                <a:lnTo>
                  <a:pt x="3889573" y="133755"/>
                </a:lnTo>
                <a:lnTo>
                  <a:pt x="3889995" y="133717"/>
                </a:lnTo>
                <a:lnTo>
                  <a:pt x="3890422" y="133664"/>
                </a:lnTo>
                <a:lnTo>
                  <a:pt x="3890850" y="133593"/>
                </a:lnTo>
                <a:lnTo>
                  <a:pt x="3891277" y="133502"/>
                </a:lnTo>
                <a:lnTo>
                  <a:pt x="3891700" y="133389"/>
                </a:lnTo>
                <a:lnTo>
                  <a:pt x="3892115" y="133250"/>
                </a:lnTo>
                <a:lnTo>
                  <a:pt x="3892519" y="133084"/>
                </a:lnTo>
                <a:lnTo>
                  <a:pt x="3892909" y="132888"/>
                </a:lnTo>
                <a:lnTo>
                  <a:pt x="3893282" y="132659"/>
                </a:lnTo>
                <a:lnTo>
                  <a:pt x="3893634" y="132395"/>
                </a:lnTo>
                <a:lnTo>
                  <a:pt x="3893963" y="132093"/>
                </a:lnTo>
                <a:lnTo>
                  <a:pt x="3894265" y="131752"/>
                </a:lnTo>
                <a:lnTo>
                  <a:pt x="3894537" y="131367"/>
                </a:lnTo>
                <a:lnTo>
                  <a:pt x="3894776" y="130937"/>
                </a:lnTo>
                <a:lnTo>
                  <a:pt x="3894979" y="130460"/>
                </a:lnTo>
                <a:lnTo>
                  <a:pt x="3895142" y="129932"/>
                </a:lnTo>
                <a:lnTo>
                  <a:pt x="3895262" y="129352"/>
                </a:lnTo>
                <a:lnTo>
                  <a:pt x="3895337" y="128717"/>
                </a:lnTo>
                <a:lnTo>
                  <a:pt x="3895362" y="128023"/>
                </a:lnTo>
                <a:lnTo>
                  <a:pt x="3895338" y="127307"/>
                </a:lnTo>
                <a:lnTo>
                  <a:pt x="3895266" y="126650"/>
                </a:lnTo>
                <a:lnTo>
                  <a:pt x="3895149" y="126051"/>
                </a:lnTo>
                <a:lnTo>
                  <a:pt x="3894991" y="125506"/>
                </a:lnTo>
                <a:lnTo>
                  <a:pt x="3894794" y="125013"/>
                </a:lnTo>
                <a:lnTo>
                  <a:pt x="3894561" y="124569"/>
                </a:lnTo>
                <a:lnTo>
                  <a:pt x="3894295" y="124172"/>
                </a:lnTo>
                <a:lnTo>
                  <a:pt x="3893999" y="123818"/>
                </a:lnTo>
                <a:lnTo>
                  <a:pt x="3893675" y="123507"/>
                </a:lnTo>
                <a:lnTo>
                  <a:pt x="3893327" y="123234"/>
                </a:lnTo>
                <a:lnTo>
                  <a:pt x="3892956" y="122998"/>
                </a:lnTo>
                <a:lnTo>
                  <a:pt x="3892567" y="122795"/>
                </a:lnTo>
                <a:lnTo>
                  <a:pt x="3892162" y="122623"/>
                </a:lnTo>
                <a:lnTo>
                  <a:pt x="3891744" y="122480"/>
                </a:lnTo>
                <a:lnTo>
                  <a:pt x="3891315" y="122363"/>
                </a:lnTo>
                <a:lnTo>
                  <a:pt x="3890879" y="122269"/>
                </a:lnTo>
                <a:lnTo>
                  <a:pt x="3890438" y="122196"/>
                </a:lnTo>
                <a:lnTo>
                  <a:pt x="3889995" y="122141"/>
                </a:lnTo>
                <a:lnTo>
                  <a:pt x="3889553" y="122102"/>
                </a:lnTo>
                <a:lnTo>
                  <a:pt x="3889115" y="122076"/>
                </a:lnTo>
                <a:lnTo>
                  <a:pt x="3888684" y="122060"/>
                </a:lnTo>
                <a:lnTo>
                  <a:pt x="3888262" y="122052"/>
                </a:lnTo>
                <a:lnTo>
                  <a:pt x="3887852" y="122049"/>
                </a:lnTo>
                <a:lnTo>
                  <a:pt x="3887458" y="122048"/>
                </a:lnTo>
                <a:lnTo>
                  <a:pt x="3878974" y="122048"/>
                </a:lnTo>
                <a:lnTo>
                  <a:pt x="3878974" y="87974"/>
                </a:lnTo>
                <a:lnTo>
                  <a:pt x="3879047" y="85629"/>
                </a:lnTo>
                <a:lnTo>
                  <a:pt x="3879260" y="83407"/>
                </a:lnTo>
                <a:lnTo>
                  <a:pt x="3879606" y="81305"/>
                </a:lnTo>
                <a:lnTo>
                  <a:pt x="3880076" y="79321"/>
                </a:lnTo>
                <a:lnTo>
                  <a:pt x="3880663" y="77454"/>
                </a:lnTo>
                <a:lnTo>
                  <a:pt x="3881357" y="75701"/>
                </a:lnTo>
                <a:lnTo>
                  <a:pt x="3882151" y="74060"/>
                </a:lnTo>
                <a:lnTo>
                  <a:pt x="3883037" y="72529"/>
                </a:lnTo>
                <a:lnTo>
                  <a:pt x="3884007" y="71107"/>
                </a:lnTo>
                <a:lnTo>
                  <a:pt x="3885052" y="69791"/>
                </a:lnTo>
                <a:lnTo>
                  <a:pt x="3886165" y="68579"/>
                </a:lnTo>
                <a:lnTo>
                  <a:pt x="3887337" y="67470"/>
                </a:lnTo>
                <a:lnTo>
                  <a:pt x="3888560" y="66461"/>
                </a:lnTo>
                <a:lnTo>
                  <a:pt x="3889827" y="65550"/>
                </a:lnTo>
                <a:lnTo>
                  <a:pt x="3891128" y="64735"/>
                </a:lnTo>
                <a:lnTo>
                  <a:pt x="3892456" y="64015"/>
                </a:lnTo>
                <a:lnTo>
                  <a:pt x="3893803" y="63387"/>
                </a:lnTo>
                <a:lnTo>
                  <a:pt x="3895161" y="62849"/>
                </a:lnTo>
                <a:lnTo>
                  <a:pt x="3896521" y="62399"/>
                </a:lnTo>
                <a:lnTo>
                  <a:pt x="3897876" y="62036"/>
                </a:lnTo>
                <a:lnTo>
                  <a:pt x="3899217" y="61757"/>
                </a:lnTo>
                <a:lnTo>
                  <a:pt x="3900536" y="61560"/>
                </a:lnTo>
                <a:lnTo>
                  <a:pt x="3901825" y="61443"/>
                </a:lnTo>
                <a:lnTo>
                  <a:pt x="3903076" y="61405"/>
                </a:lnTo>
                <a:lnTo>
                  <a:pt x="3904314" y="61433"/>
                </a:lnTo>
                <a:lnTo>
                  <a:pt x="3905476" y="61518"/>
                </a:lnTo>
                <a:lnTo>
                  <a:pt x="3906564" y="61659"/>
                </a:lnTo>
                <a:lnTo>
                  <a:pt x="3907580" y="61858"/>
                </a:lnTo>
                <a:lnTo>
                  <a:pt x="3908526" y="62114"/>
                </a:lnTo>
                <a:lnTo>
                  <a:pt x="3909404" y="62428"/>
                </a:lnTo>
                <a:lnTo>
                  <a:pt x="3910216" y="62800"/>
                </a:lnTo>
                <a:lnTo>
                  <a:pt x="3910965" y="63231"/>
                </a:lnTo>
                <a:lnTo>
                  <a:pt x="3911652" y="63720"/>
                </a:lnTo>
                <a:lnTo>
                  <a:pt x="3912279" y="64269"/>
                </a:lnTo>
                <a:lnTo>
                  <a:pt x="3912849" y="64877"/>
                </a:lnTo>
                <a:lnTo>
                  <a:pt x="3913364" y="65545"/>
                </a:lnTo>
                <a:lnTo>
                  <a:pt x="3913826" y="66273"/>
                </a:lnTo>
                <a:lnTo>
                  <a:pt x="3914236" y="67062"/>
                </a:lnTo>
                <a:lnTo>
                  <a:pt x="3914598" y="67911"/>
                </a:lnTo>
                <a:lnTo>
                  <a:pt x="3914912" y="68822"/>
                </a:lnTo>
                <a:lnTo>
                  <a:pt x="3915182" y="69794"/>
                </a:lnTo>
                <a:lnTo>
                  <a:pt x="3915409" y="70828"/>
                </a:lnTo>
                <a:lnTo>
                  <a:pt x="3915595" y="71924"/>
                </a:lnTo>
                <a:lnTo>
                  <a:pt x="3915743" y="73082"/>
                </a:lnTo>
                <a:lnTo>
                  <a:pt x="3915854" y="74304"/>
                </a:lnTo>
                <a:lnTo>
                  <a:pt x="3915931" y="75588"/>
                </a:lnTo>
                <a:lnTo>
                  <a:pt x="3915976" y="76936"/>
                </a:lnTo>
                <a:lnTo>
                  <a:pt x="3915990" y="78348"/>
                </a:lnTo>
                <a:lnTo>
                  <a:pt x="3915990" y="122048"/>
                </a:lnTo>
                <a:lnTo>
                  <a:pt x="3908474" y="122048"/>
                </a:lnTo>
                <a:lnTo>
                  <a:pt x="3908080" y="122049"/>
                </a:lnTo>
                <a:lnTo>
                  <a:pt x="3907670" y="122052"/>
                </a:lnTo>
                <a:lnTo>
                  <a:pt x="3907248" y="122060"/>
                </a:lnTo>
                <a:lnTo>
                  <a:pt x="3906817" y="122076"/>
                </a:lnTo>
                <a:lnTo>
                  <a:pt x="3906379" y="122102"/>
                </a:lnTo>
                <a:lnTo>
                  <a:pt x="3905937" y="122141"/>
                </a:lnTo>
                <a:lnTo>
                  <a:pt x="3905494" y="122196"/>
                </a:lnTo>
                <a:lnTo>
                  <a:pt x="3905053" y="122269"/>
                </a:lnTo>
                <a:lnTo>
                  <a:pt x="3904617" y="122363"/>
                </a:lnTo>
                <a:lnTo>
                  <a:pt x="3904188" y="122480"/>
                </a:lnTo>
                <a:lnTo>
                  <a:pt x="3903770" y="122623"/>
                </a:lnTo>
                <a:lnTo>
                  <a:pt x="3903364" y="122795"/>
                </a:lnTo>
                <a:lnTo>
                  <a:pt x="3902975" y="122998"/>
                </a:lnTo>
                <a:lnTo>
                  <a:pt x="3902605" y="123234"/>
                </a:lnTo>
                <a:lnTo>
                  <a:pt x="3902257" y="123507"/>
                </a:lnTo>
                <a:lnTo>
                  <a:pt x="3901933" y="123818"/>
                </a:lnTo>
                <a:lnTo>
                  <a:pt x="3901637" y="124172"/>
                </a:lnTo>
                <a:lnTo>
                  <a:pt x="3901371" y="124569"/>
                </a:lnTo>
                <a:lnTo>
                  <a:pt x="3901138" y="125013"/>
                </a:lnTo>
                <a:lnTo>
                  <a:pt x="3900941" y="125506"/>
                </a:lnTo>
                <a:lnTo>
                  <a:pt x="3900782" y="126051"/>
                </a:lnTo>
                <a:lnTo>
                  <a:pt x="3900666" y="126650"/>
                </a:lnTo>
                <a:lnTo>
                  <a:pt x="3900594" y="127307"/>
                </a:lnTo>
                <a:lnTo>
                  <a:pt x="3900569" y="128023"/>
                </a:lnTo>
                <a:lnTo>
                  <a:pt x="3900596" y="128717"/>
                </a:lnTo>
                <a:lnTo>
                  <a:pt x="3900673" y="129352"/>
                </a:lnTo>
                <a:lnTo>
                  <a:pt x="3900798" y="129932"/>
                </a:lnTo>
                <a:lnTo>
                  <a:pt x="3900967" y="130460"/>
                </a:lnTo>
                <a:lnTo>
                  <a:pt x="3901177" y="130937"/>
                </a:lnTo>
                <a:lnTo>
                  <a:pt x="3901425" y="131367"/>
                </a:lnTo>
                <a:lnTo>
                  <a:pt x="3901706" y="131752"/>
                </a:lnTo>
                <a:lnTo>
                  <a:pt x="3902019" y="132093"/>
                </a:lnTo>
                <a:lnTo>
                  <a:pt x="3902358" y="132395"/>
                </a:lnTo>
                <a:lnTo>
                  <a:pt x="3902722" y="132659"/>
                </a:lnTo>
                <a:lnTo>
                  <a:pt x="3903107" y="132888"/>
                </a:lnTo>
                <a:lnTo>
                  <a:pt x="3903509" y="133084"/>
                </a:lnTo>
                <a:lnTo>
                  <a:pt x="3903925" y="133250"/>
                </a:lnTo>
                <a:lnTo>
                  <a:pt x="3904352" y="133389"/>
                </a:lnTo>
                <a:lnTo>
                  <a:pt x="3904786" y="133502"/>
                </a:lnTo>
                <a:lnTo>
                  <a:pt x="3905224" y="133593"/>
                </a:lnTo>
                <a:lnTo>
                  <a:pt x="3905663" y="133664"/>
                </a:lnTo>
                <a:lnTo>
                  <a:pt x="3906100" y="133717"/>
                </a:lnTo>
                <a:lnTo>
                  <a:pt x="3906530" y="133755"/>
                </a:lnTo>
                <a:lnTo>
                  <a:pt x="3906951" y="133780"/>
                </a:lnTo>
                <a:lnTo>
                  <a:pt x="3907359" y="133796"/>
                </a:lnTo>
                <a:lnTo>
                  <a:pt x="3907751" y="133804"/>
                </a:lnTo>
                <a:lnTo>
                  <a:pt x="3908124" y="133807"/>
                </a:lnTo>
                <a:lnTo>
                  <a:pt x="3908474" y="133807"/>
                </a:lnTo>
                <a:lnTo>
                  <a:pt x="3937971" y="133807"/>
                </a:lnTo>
                <a:lnTo>
                  <a:pt x="3938320" y="133807"/>
                </a:lnTo>
                <a:lnTo>
                  <a:pt x="3938689" y="133804"/>
                </a:lnTo>
                <a:lnTo>
                  <a:pt x="3939077" y="133796"/>
                </a:lnTo>
                <a:lnTo>
                  <a:pt x="3939479" y="133780"/>
                </a:lnTo>
                <a:lnTo>
                  <a:pt x="3939892" y="133755"/>
                </a:lnTo>
                <a:lnTo>
                  <a:pt x="3940314" y="133717"/>
                </a:lnTo>
                <a:lnTo>
                  <a:pt x="3940741" y="133664"/>
                </a:lnTo>
                <a:lnTo>
                  <a:pt x="3941169" y="133593"/>
                </a:lnTo>
                <a:lnTo>
                  <a:pt x="3941596" y="133502"/>
                </a:lnTo>
                <a:lnTo>
                  <a:pt x="3942019" y="133389"/>
                </a:lnTo>
                <a:lnTo>
                  <a:pt x="3942434" y="133250"/>
                </a:lnTo>
                <a:lnTo>
                  <a:pt x="3942838" y="133084"/>
                </a:lnTo>
                <a:lnTo>
                  <a:pt x="3943228" y="132888"/>
                </a:lnTo>
                <a:lnTo>
                  <a:pt x="3943601" y="132659"/>
                </a:lnTo>
                <a:lnTo>
                  <a:pt x="3943953" y="132395"/>
                </a:lnTo>
                <a:lnTo>
                  <a:pt x="3944282" y="132093"/>
                </a:lnTo>
                <a:lnTo>
                  <a:pt x="3944584" y="131752"/>
                </a:lnTo>
                <a:lnTo>
                  <a:pt x="3944856" y="131367"/>
                </a:lnTo>
                <a:lnTo>
                  <a:pt x="3945095" y="130937"/>
                </a:lnTo>
                <a:lnTo>
                  <a:pt x="3945298" y="130460"/>
                </a:lnTo>
                <a:lnTo>
                  <a:pt x="3945461" y="129932"/>
                </a:lnTo>
                <a:lnTo>
                  <a:pt x="3945581" y="129352"/>
                </a:lnTo>
                <a:lnTo>
                  <a:pt x="3945656" y="128717"/>
                </a:lnTo>
                <a:lnTo>
                  <a:pt x="3945681" y="128023"/>
                </a:lnTo>
                <a:lnTo>
                  <a:pt x="3945657" y="127307"/>
                </a:lnTo>
                <a:lnTo>
                  <a:pt x="3945585" y="126650"/>
                </a:lnTo>
                <a:lnTo>
                  <a:pt x="3945468" y="126051"/>
                </a:lnTo>
                <a:lnTo>
                  <a:pt x="3945310" y="125506"/>
                </a:lnTo>
                <a:lnTo>
                  <a:pt x="3945113" y="125013"/>
                </a:lnTo>
                <a:lnTo>
                  <a:pt x="3944880" y="124569"/>
                </a:lnTo>
                <a:close/>
                <a:moveTo>
                  <a:pt x="4440597" y="90380"/>
                </a:moveTo>
                <a:lnTo>
                  <a:pt x="4440479" y="90075"/>
                </a:lnTo>
                <a:lnTo>
                  <a:pt x="4440350" y="89785"/>
                </a:lnTo>
                <a:lnTo>
                  <a:pt x="4440212" y="89512"/>
                </a:lnTo>
                <a:lnTo>
                  <a:pt x="4440066" y="89255"/>
                </a:lnTo>
                <a:lnTo>
                  <a:pt x="4439915" y="89014"/>
                </a:lnTo>
                <a:lnTo>
                  <a:pt x="4439759" y="88789"/>
                </a:lnTo>
                <a:lnTo>
                  <a:pt x="4439602" y="88580"/>
                </a:lnTo>
                <a:lnTo>
                  <a:pt x="4439445" y="88387"/>
                </a:lnTo>
                <a:lnTo>
                  <a:pt x="4439289" y="88210"/>
                </a:lnTo>
                <a:lnTo>
                  <a:pt x="4439136" y="88050"/>
                </a:lnTo>
                <a:lnTo>
                  <a:pt x="4438989" y="87905"/>
                </a:lnTo>
                <a:lnTo>
                  <a:pt x="4438849" y="87776"/>
                </a:lnTo>
                <a:lnTo>
                  <a:pt x="4438718" y="87664"/>
                </a:lnTo>
                <a:lnTo>
                  <a:pt x="4438598" y="87567"/>
                </a:lnTo>
                <a:lnTo>
                  <a:pt x="4438491" y="87487"/>
                </a:lnTo>
                <a:lnTo>
                  <a:pt x="4438398" y="87422"/>
                </a:lnTo>
                <a:lnTo>
                  <a:pt x="4438322" y="87374"/>
                </a:lnTo>
                <a:lnTo>
                  <a:pt x="4438264" y="87342"/>
                </a:lnTo>
                <a:lnTo>
                  <a:pt x="4437619" y="86916"/>
                </a:lnTo>
                <a:lnTo>
                  <a:pt x="4436896" y="86462"/>
                </a:lnTo>
                <a:lnTo>
                  <a:pt x="4436100" y="85981"/>
                </a:lnTo>
                <a:lnTo>
                  <a:pt x="4435239" y="85477"/>
                </a:lnTo>
                <a:lnTo>
                  <a:pt x="4434321" y="84952"/>
                </a:lnTo>
                <a:lnTo>
                  <a:pt x="4433351" y="84410"/>
                </a:lnTo>
                <a:lnTo>
                  <a:pt x="4432338" y="83854"/>
                </a:lnTo>
                <a:lnTo>
                  <a:pt x="4431289" y="83286"/>
                </a:lnTo>
                <a:lnTo>
                  <a:pt x="4430209" y="82709"/>
                </a:lnTo>
                <a:lnTo>
                  <a:pt x="4429108" y="82126"/>
                </a:lnTo>
                <a:lnTo>
                  <a:pt x="4427991" y="81540"/>
                </a:lnTo>
                <a:lnTo>
                  <a:pt x="4426866" y="80955"/>
                </a:lnTo>
                <a:lnTo>
                  <a:pt x="4425741" y="80372"/>
                </a:lnTo>
                <a:lnTo>
                  <a:pt x="4424621" y="79796"/>
                </a:lnTo>
                <a:lnTo>
                  <a:pt x="4423514" y="79228"/>
                </a:lnTo>
                <a:lnTo>
                  <a:pt x="4422428" y="78672"/>
                </a:lnTo>
                <a:lnTo>
                  <a:pt x="4421369" y="78131"/>
                </a:lnTo>
                <a:lnTo>
                  <a:pt x="4420345" y="77608"/>
                </a:lnTo>
                <a:lnTo>
                  <a:pt x="4419363" y="77105"/>
                </a:lnTo>
                <a:lnTo>
                  <a:pt x="4418429" y="76626"/>
                </a:lnTo>
                <a:lnTo>
                  <a:pt x="4417551" y="76173"/>
                </a:lnTo>
                <a:lnTo>
                  <a:pt x="4416736" y="75750"/>
                </a:lnTo>
                <a:lnTo>
                  <a:pt x="4415991" y="75359"/>
                </a:lnTo>
                <a:lnTo>
                  <a:pt x="4415324" y="75003"/>
                </a:lnTo>
                <a:lnTo>
                  <a:pt x="4436145" y="63626"/>
                </a:lnTo>
                <a:lnTo>
                  <a:pt x="4436435" y="63458"/>
                </a:lnTo>
                <a:lnTo>
                  <a:pt x="4436726" y="63288"/>
                </a:lnTo>
                <a:lnTo>
                  <a:pt x="4437016" y="63116"/>
                </a:lnTo>
                <a:lnTo>
                  <a:pt x="4437305" y="62942"/>
                </a:lnTo>
                <a:lnTo>
                  <a:pt x="4437592" y="62763"/>
                </a:lnTo>
                <a:lnTo>
                  <a:pt x="4437874" y="62579"/>
                </a:lnTo>
                <a:lnTo>
                  <a:pt x="4438151" y="62389"/>
                </a:lnTo>
                <a:lnTo>
                  <a:pt x="4438422" y="62192"/>
                </a:lnTo>
                <a:lnTo>
                  <a:pt x="4438686" y="61987"/>
                </a:lnTo>
                <a:lnTo>
                  <a:pt x="4438942" y="61773"/>
                </a:lnTo>
                <a:lnTo>
                  <a:pt x="4439187" y="61549"/>
                </a:lnTo>
                <a:lnTo>
                  <a:pt x="4439422" y="61314"/>
                </a:lnTo>
                <a:lnTo>
                  <a:pt x="4439645" y="61067"/>
                </a:lnTo>
                <a:lnTo>
                  <a:pt x="4439854" y="60807"/>
                </a:lnTo>
                <a:lnTo>
                  <a:pt x="4440049" y="60533"/>
                </a:lnTo>
                <a:lnTo>
                  <a:pt x="4440229" y="60243"/>
                </a:lnTo>
                <a:lnTo>
                  <a:pt x="4440391" y="59938"/>
                </a:lnTo>
                <a:lnTo>
                  <a:pt x="4440536" y="59615"/>
                </a:lnTo>
                <a:lnTo>
                  <a:pt x="4440662" y="59275"/>
                </a:lnTo>
                <a:lnTo>
                  <a:pt x="4440768" y="58915"/>
                </a:lnTo>
                <a:lnTo>
                  <a:pt x="4440852" y="58535"/>
                </a:lnTo>
                <a:lnTo>
                  <a:pt x="4440913" y="58135"/>
                </a:lnTo>
                <a:lnTo>
                  <a:pt x="4440951" y="57712"/>
                </a:lnTo>
                <a:lnTo>
                  <a:pt x="4440964" y="57266"/>
                </a:lnTo>
                <a:lnTo>
                  <a:pt x="4440964" y="57145"/>
                </a:lnTo>
                <a:lnTo>
                  <a:pt x="4440960" y="56979"/>
                </a:lnTo>
                <a:lnTo>
                  <a:pt x="4440949" y="56771"/>
                </a:lnTo>
                <a:lnTo>
                  <a:pt x="4440928" y="56527"/>
                </a:lnTo>
                <a:lnTo>
                  <a:pt x="4440894" y="56250"/>
                </a:lnTo>
                <a:lnTo>
                  <a:pt x="4440844" y="55946"/>
                </a:lnTo>
                <a:lnTo>
                  <a:pt x="4440773" y="55619"/>
                </a:lnTo>
                <a:lnTo>
                  <a:pt x="4440679" y="55273"/>
                </a:lnTo>
                <a:lnTo>
                  <a:pt x="4440558" y="54913"/>
                </a:lnTo>
                <a:lnTo>
                  <a:pt x="4440406" y="54544"/>
                </a:lnTo>
                <a:lnTo>
                  <a:pt x="4440222" y="54170"/>
                </a:lnTo>
                <a:lnTo>
                  <a:pt x="4440000" y="53795"/>
                </a:lnTo>
                <a:lnTo>
                  <a:pt x="4439739" y="53424"/>
                </a:lnTo>
                <a:lnTo>
                  <a:pt x="4439434" y="53062"/>
                </a:lnTo>
                <a:lnTo>
                  <a:pt x="4439082" y="52712"/>
                </a:lnTo>
                <a:lnTo>
                  <a:pt x="4438680" y="52381"/>
                </a:lnTo>
                <a:lnTo>
                  <a:pt x="4438224" y="52071"/>
                </a:lnTo>
                <a:lnTo>
                  <a:pt x="4437711" y="51788"/>
                </a:lnTo>
                <a:lnTo>
                  <a:pt x="4437138" y="51536"/>
                </a:lnTo>
                <a:lnTo>
                  <a:pt x="4436502" y="51320"/>
                </a:lnTo>
                <a:lnTo>
                  <a:pt x="4435799" y="51144"/>
                </a:lnTo>
                <a:lnTo>
                  <a:pt x="4435025" y="51013"/>
                </a:lnTo>
                <a:lnTo>
                  <a:pt x="4434178" y="50931"/>
                </a:lnTo>
                <a:lnTo>
                  <a:pt x="4433254" y="50902"/>
                </a:lnTo>
                <a:lnTo>
                  <a:pt x="4409346" y="64785"/>
                </a:lnTo>
                <a:lnTo>
                  <a:pt x="4409393" y="64120"/>
                </a:lnTo>
                <a:lnTo>
                  <a:pt x="4409438" y="63380"/>
                </a:lnTo>
                <a:lnTo>
                  <a:pt x="4409482" y="62573"/>
                </a:lnTo>
                <a:lnTo>
                  <a:pt x="4409523" y="61705"/>
                </a:lnTo>
                <a:lnTo>
                  <a:pt x="4409562" y="60782"/>
                </a:lnTo>
                <a:lnTo>
                  <a:pt x="4409599" y="59811"/>
                </a:lnTo>
                <a:lnTo>
                  <a:pt x="4409634" y="58799"/>
                </a:lnTo>
                <a:lnTo>
                  <a:pt x="4409667" y="57751"/>
                </a:lnTo>
                <a:lnTo>
                  <a:pt x="4409699" y="56674"/>
                </a:lnTo>
                <a:lnTo>
                  <a:pt x="4409728" y="55576"/>
                </a:lnTo>
                <a:lnTo>
                  <a:pt x="4409755" y="54461"/>
                </a:lnTo>
                <a:lnTo>
                  <a:pt x="4409780" y="53337"/>
                </a:lnTo>
                <a:lnTo>
                  <a:pt x="4409803" y="52209"/>
                </a:lnTo>
                <a:lnTo>
                  <a:pt x="4409825" y="51086"/>
                </a:lnTo>
                <a:lnTo>
                  <a:pt x="4409844" y="49972"/>
                </a:lnTo>
                <a:lnTo>
                  <a:pt x="4409861" y="48874"/>
                </a:lnTo>
                <a:lnTo>
                  <a:pt x="4409876" y="47799"/>
                </a:lnTo>
                <a:lnTo>
                  <a:pt x="4409889" y="46754"/>
                </a:lnTo>
                <a:lnTo>
                  <a:pt x="4409900" y="45744"/>
                </a:lnTo>
                <a:lnTo>
                  <a:pt x="4409909" y="44776"/>
                </a:lnTo>
                <a:lnTo>
                  <a:pt x="4409916" y="43857"/>
                </a:lnTo>
                <a:lnTo>
                  <a:pt x="4409921" y="42993"/>
                </a:lnTo>
                <a:lnTo>
                  <a:pt x="4409924" y="42190"/>
                </a:lnTo>
                <a:lnTo>
                  <a:pt x="4409925" y="41455"/>
                </a:lnTo>
                <a:lnTo>
                  <a:pt x="4409925" y="41215"/>
                </a:lnTo>
                <a:lnTo>
                  <a:pt x="4409922" y="40931"/>
                </a:lnTo>
                <a:lnTo>
                  <a:pt x="4409913" y="40609"/>
                </a:lnTo>
                <a:lnTo>
                  <a:pt x="4409896" y="40253"/>
                </a:lnTo>
                <a:lnTo>
                  <a:pt x="4409868" y="39867"/>
                </a:lnTo>
                <a:lnTo>
                  <a:pt x="4409826" y="39458"/>
                </a:lnTo>
                <a:lnTo>
                  <a:pt x="4409768" y="39028"/>
                </a:lnTo>
                <a:lnTo>
                  <a:pt x="4409690" y="38584"/>
                </a:lnTo>
                <a:lnTo>
                  <a:pt x="4409590" y="38130"/>
                </a:lnTo>
                <a:lnTo>
                  <a:pt x="4409465" y="37671"/>
                </a:lnTo>
                <a:lnTo>
                  <a:pt x="4409313" y="37211"/>
                </a:lnTo>
                <a:lnTo>
                  <a:pt x="4409130" y="36755"/>
                </a:lnTo>
                <a:lnTo>
                  <a:pt x="4408914" y="36308"/>
                </a:lnTo>
                <a:lnTo>
                  <a:pt x="4408662" y="35875"/>
                </a:lnTo>
                <a:lnTo>
                  <a:pt x="4408372" y="35461"/>
                </a:lnTo>
                <a:lnTo>
                  <a:pt x="4408040" y="35070"/>
                </a:lnTo>
                <a:lnTo>
                  <a:pt x="4407664" y="34707"/>
                </a:lnTo>
                <a:lnTo>
                  <a:pt x="4407241" y="34378"/>
                </a:lnTo>
                <a:lnTo>
                  <a:pt x="4406768" y="34085"/>
                </a:lnTo>
                <a:lnTo>
                  <a:pt x="4406243" y="33836"/>
                </a:lnTo>
                <a:lnTo>
                  <a:pt x="4405663" y="33633"/>
                </a:lnTo>
                <a:lnTo>
                  <a:pt x="4405024" y="33482"/>
                </a:lnTo>
                <a:lnTo>
                  <a:pt x="4404325" y="33389"/>
                </a:lnTo>
                <a:lnTo>
                  <a:pt x="4403562" y="33356"/>
                </a:lnTo>
                <a:lnTo>
                  <a:pt x="4402800" y="33389"/>
                </a:lnTo>
                <a:lnTo>
                  <a:pt x="4402101" y="33482"/>
                </a:lnTo>
                <a:lnTo>
                  <a:pt x="4401462" y="33633"/>
                </a:lnTo>
                <a:lnTo>
                  <a:pt x="4400882" y="33836"/>
                </a:lnTo>
                <a:lnTo>
                  <a:pt x="4400357" y="34085"/>
                </a:lnTo>
                <a:lnTo>
                  <a:pt x="4399884" y="34378"/>
                </a:lnTo>
                <a:lnTo>
                  <a:pt x="4399461" y="34707"/>
                </a:lnTo>
                <a:lnTo>
                  <a:pt x="4399085" y="35070"/>
                </a:lnTo>
                <a:lnTo>
                  <a:pt x="4398753" y="35461"/>
                </a:lnTo>
                <a:lnTo>
                  <a:pt x="4398462" y="35875"/>
                </a:lnTo>
                <a:lnTo>
                  <a:pt x="4398211" y="36308"/>
                </a:lnTo>
                <a:lnTo>
                  <a:pt x="4397995" y="36755"/>
                </a:lnTo>
                <a:lnTo>
                  <a:pt x="4397812" y="37211"/>
                </a:lnTo>
                <a:lnTo>
                  <a:pt x="4397660" y="37671"/>
                </a:lnTo>
                <a:lnTo>
                  <a:pt x="4397535" y="38130"/>
                </a:lnTo>
                <a:lnTo>
                  <a:pt x="4397435" y="38584"/>
                </a:lnTo>
                <a:lnTo>
                  <a:pt x="4397357" y="39028"/>
                </a:lnTo>
                <a:lnTo>
                  <a:pt x="4397299" y="39458"/>
                </a:lnTo>
                <a:lnTo>
                  <a:pt x="4397257" y="39867"/>
                </a:lnTo>
                <a:lnTo>
                  <a:pt x="4397229" y="40253"/>
                </a:lnTo>
                <a:lnTo>
                  <a:pt x="4397212" y="40609"/>
                </a:lnTo>
                <a:lnTo>
                  <a:pt x="4397203" y="40931"/>
                </a:lnTo>
                <a:lnTo>
                  <a:pt x="4397200" y="41215"/>
                </a:lnTo>
                <a:lnTo>
                  <a:pt x="4397199" y="41455"/>
                </a:lnTo>
                <a:lnTo>
                  <a:pt x="4397200" y="42190"/>
                </a:lnTo>
                <a:lnTo>
                  <a:pt x="4397203" y="42993"/>
                </a:lnTo>
                <a:lnTo>
                  <a:pt x="4397208" y="43857"/>
                </a:lnTo>
                <a:lnTo>
                  <a:pt x="4397216" y="44776"/>
                </a:lnTo>
                <a:lnTo>
                  <a:pt x="4397225" y="45744"/>
                </a:lnTo>
                <a:lnTo>
                  <a:pt x="4397236" y="46754"/>
                </a:lnTo>
                <a:lnTo>
                  <a:pt x="4397249" y="47799"/>
                </a:lnTo>
                <a:lnTo>
                  <a:pt x="4397264" y="48874"/>
                </a:lnTo>
                <a:lnTo>
                  <a:pt x="4397281" y="49972"/>
                </a:lnTo>
                <a:lnTo>
                  <a:pt x="4397300" y="51086"/>
                </a:lnTo>
                <a:lnTo>
                  <a:pt x="4397321" y="52209"/>
                </a:lnTo>
                <a:lnTo>
                  <a:pt x="4397345" y="53337"/>
                </a:lnTo>
                <a:lnTo>
                  <a:pt x="4397370" y="54461"/>
                </a:lnTo>
                <a:lnTo>
                  <a:pt x="4397397" y="55576"/>
                </a:lnTo>
                <a:lnTo>
                  <a:pt x="4397426" y="56674"/>
                </a:lnTo>
                <a:lnTo>
                  <a:pt x="4397457" y="57751"/>
                </a:lnTo>
                <a:lnTo>
                  <a:pt x="4397491" y="58799"/>
                </a:lnTo>
                <a:lnTo>
                  <a:pt x="4397526" y="59811"/>
                </a:lnTo>
                <a:lnTo>
                  <a:pt x="4397563" y="60782"/>
                </a:lnTo>
                <a:lnTo>
                  <a:pt x="4397602" y="61705"/>
                </a:lnTo>
                <a:lnTo>
                  <a:pt x="4397643" y="62573"/>
                </a:lnTo>
                <a:lnTo>
                  <a:pt x="4397687" y="63380"/>
                </a:lnTo>
                <a:lnTo>
                  <a:pt x="4397732" y="64120"/>
                </a:lnTo>
                <a:lnTo>
                  <a:pt x="4397779" y="64785"/>
                </a:lnTo>
                <a:lnTo>
                  <a:pt x="4376957" y="52638"/>
                </a:lnTo>
                <a:lnTo>
                  <a:pt x="4376631" y="52430"/>
                </a:lnTo>
                <a:lnTo>
                  <a:pt x="4376328" y="52239"/>
                </a:lnTo>
                <a:lnTo>
                  <a:pt x="4376046" y="52065"/>
                </a:lnTo>
                <a:lnTo>
                  <a:pt x="4375785" y="51907"/>
                </a:lnTo>
                <a:lnTo>
                  <a:pt x="4375541" y="51763"/>
                </a:lnTo>
                <a:lnTo>
                  <a:pt x="4375315" y="51634"/>
                </a:lnTo>
                <a:lnTo>
                  <a:pt x="4375104" y="51519"/>
                </a:lnTo>
                <a:lnTo>
                  <a:pt x="4374907" y="51416"/>
                </a:lnTo>
                <a:lnTo>
                  <a:pt x="4374723" y="51326"/>
                </a:lnTo>
                <a:lnTo>
                  <a:pt x="4374550" y="51247"/>
                </a:lnTo>
                <a:lnTo>
                  <a:pt x="4374387" y="51178"/>
                </a:lnTo>
                <a:lnTo>
                  <a:pt x="4374233" y="51119"/>
                </a:lnTo>
                <a:lnTo>
                  <a:pt x="4374086" y="51069"/>
                </a:lnTo>
                <a:lnTo>
                  <a:pt x="4373944" y="51028"/>
                </a:lnTo>
                <a:lnTo>
                  <a:pt x="4373807" y="50994"/>
                </a:lnTo>
                <a:lnTo>
                  <a:pt x="4373672" y="50966"/>
                </a:lnTo>
                <a:lnTo>
                  <a:pt x="4373539" y="50945"/>
                </a:lnTo>
                <a:lnTo>
                  <a:pt x="4373405" y="50929"/>
                </a:lnTo>
                <a:lnTo>
                  <a:pt x="4373270" y="50918"/>
                </a:lnTo>
                <a:lnTo>
                  <a:pt x="4373132" y="50910"/>
                </a:lnTo>
                <a:lnTo>
                  <a:pt x="4372990" y="50906"/>
                </a:lnTo>
                <a:lnTo>
                  <a:pt x="4372842" y="50903"/>
                </a:lnTo>
                <a:lnTo>
                  <a:pt x="4372687" y="50902"/>
                </a:lnTo>
                <a:lnTo>
                  <a:pt x="4372524" y="50902"/>
                </a:lnTo>
                <a:lnTo>
                  <a:pt x="4372049" y="50920"/>
                </a:lnTo>
                <a:lnTo>
                  <a:pt x="4371588" y="50972"/>
                </a:lnTo>
                <a:lnTo>
                  <a:pt x="4371143" y="51057"/>
                </a:lnTo>
                <a:lnTo>
                  <a:pt x="4370713" y="51173"/>
                </a:lnTo>
                <a:lnTo>
                  <a:pt x="4370300" y="51318"/>
                </a:lnTo>
                <a:lnTo>
                  <a:pt x="4369903" y="51490"/>
                </a:lnTo>
                <a:lnTo>
                  <a:pt x="4369523" y="51688"/>
                </a:lnTo>
                <a:lnTo>
                  <a:pt x="4369160" y="51909"/>
                </a:lnTo>
                <a:lnTo>
                  <a:pt x="4368816" y="52153"/>
                </a:lnTo>
                <a:lnTo>
                  <a:pt x="4368490" y="52417"/>
                </a:lnTo>
                <a:lnTo>
                  <a:pt x="4368183" y="52700"/>
                </a:lnTo>
                <a:lnTo>
                  <a:pt x="4367896" y="52999"/>
                </a:lnTo>
                <a:lnTo>
                  <a:pt x="4367629" y="53314"/>
                </a:lnTo>
                <a:lnTo>
                  <a:pt x="4367383" y="53642"/>
                </a:lnTo>
                <a:lnTo>
                  <a:pt x="4367157" y="53981"/>
                </a:lnTo>
                <a:lnTo>
                  <a:pt x="4366953" y="54331"/>
                </a:lnTo>
                <a:lnTo>
                  <a:pt x="4366772" y="54688"/>
                </a:lnTo>
                <a:lnTo>
                  <a:pt x="4366613" y="55051"/>
                </a:lnTo>
                <a:lnTo>
                  <a:pt x="4366477" y="55419"/>
                </a:lnTo>
                <a:lnTo>
                  <a:pt x="4366364" y="55790"/>
                </a:lnTo>
                <a:lnTo>
                  <a:pt x="4366276" y="56162"/>
                </a:lnTo>
                <a:lnTo>
                  <a:pt x="4366212" y="56533"/>
                </a:lnTo>
                <a:lnTo>
                  <a:pt x="4366174" y="56901"/>
                </a:lnTo>
                <a:lnTo>
                  <a:pt x="4366161" y="57266"/>
                </a:lnTo>
                <a:lnTo>
                  <a:pt x="4366172" y="57711"/>
                </a:lnTo>
                <a:lnTo>
                  <a:pt x="4366204" y="58131"/>
                </a:lnTo>
                <a:lnTo>
                  <a:pt x="4366257" y="58527"/>
                </a:lnTo>
                <a:lnTo>
                  <a:pt x="4366329" y="58901"/>
                </a:lnTo>
                <a:lnTo>
                  <a:pt x="4366421" y="59253"/>
                </a:lnTo>
                <a:lnTo>
                  <a:pt x="4366531" y="59585"/>
                </a:lnTo>
                <a:lnTo>
                  <a:pt x="4366659" y="59898"/>
                </a:lnTo>
                <a:lnTo>
                  <a:pt x="4366803" y="60193"/>
                </a:lnTo>
                <a:lnTo>
                  <a:pt x="4366964" y="60471"/>
                </a:lnTo>
                <a:lnTo>
                  <a:pt x="4367140" y="60734"/>
                </a:lnTo>
                <a:lnTo>
                  <a:pt x="4367330" y="60982"/>
                </a:lnTo>
                <a:lnTo>
                  <a:pt x="4367535" y="61217"/>
                </a:lnTo>
                <a:lnTo>
                  <a:pt x="4367752" y="61441"/>
                </a:lnTo>
                <a:lnTo>
                  <a:pt x="4367981" y="61653"/>
                </a:lnTo>
                <a:lnTo>
                  <a:pt x="4368223" y="61855"/>
                </a:lnTo>
                <a:lnTo>
                  <a:pt x="4368475" y="62049"/>
                </a:lnTo>
                <a:lnTo>
                  <a:pt x="4368736" y="62236"/>
                </a:lnTo>
                <a:lnTo>
                  <a:pt x="4369008" y="62416"/>
                </a:lnTo>
                <a:lnTo>
                  <a:pt x="4369288" y="62592"/>
                </a:lnTo>
                <a:lnTo>
                  <a:pt x="4369575" y="62763"/>
                </a:lnTo>
                <a:lnTo>
                  <a:pt x="4369870" y="62932"/>
                </a:lnTo>
                <a:lnTo>
                  <a:pt x="4370171" y="63100"/>
                </a:lnTo>
                <a:lnTo>
                  <a:pt x="4370477" y="63267"/>
                </a:lnTo>
                <a:lnTo>
                  <a:pt x="4370788" y="63435"/>
                </a:lnTo>
                <a:lnTo>
                  <a:pt x="4391801" y="74809"/>
                </a:lnTo>
                <a:lnTo>
                  <a:pt x="4370979" y="86185"/>
                </a:lnTo>
                <a:lnTo>
                  <a:pt x="4370690" y="86353"/>
                </a:lnTo>
                <a:lnTo>
                  <a:pt x="4370399" y="86521"/>
                </a:lnTo>
                <a:lnTo>
                  <a:pt x="4370108" y="86688"/>
                </a:lnTo>
                <a:lnTo>
                  <a:pt x="4369820" y="86858"/>
                </a:lnTo>
                <a:lnTo>
                  <a:pt x="4369533" y="87030"/>
                </a:lnTo>
                <a:lnTo>
                  <a:pt x="4369251" y="87207"/>
                </a:lnTo>
                <a:lnTo>
                  <a:pt x="4368974" y="87389"/>
                </a:lnTo>
                <a:lnTo>
                  <a:pt x="4368702" y="87578"/>
                </a:lnTo>
                <a:lnTo>
                  <a:pt x="4368439" y="87775"/>
                </a:lnTo>
                <a:lnTo>
                  <a:pt x="4368183" y="87982"/>
                </a:lnTo>
                <a:lnTo>
                  <a:pt x="4367938" y="88198"/>
                </a:lnTo>
                <a:lnTo>
                  <a:pt x="4367703" y="88427"/>
                </a:lnTo>
                <a:lnTo>
                  <a:pt x="4367480" y="88669"/>
                </a:lnTo>
                <a:lnTo>
                  <a:pt x="4367271" y="88925"/>
                </a:lnTo>
                <a:lnTo>
                  <a:pt x="4367076" y="89196"/>
                </a:lnTo>
                <a:lnTo>
                  <a:pt x="4366896" y="89485"/>
                </a:lnTo>
                <a:lnTo>
                  <a:pt x="4366733" y="89791"/>
                </a:lnTo>
                <a:lnTo>
                  <a:pt x="4366589" y="90117"/>
                </a:lnTo>
                <a:lnTo>
                  <a:pt x="4366463" y="90464"/>
                </a:lnTo>
                <a:lnTo>
                  <a:pt x="4366357" y="90832"/>
                </a:lnTo>
                <a:lnTo>
                  <a:pt x="4366273" y="91223"/>
                </a:lnTo>
                <a:lnTo>
                  <a:pt x="4366211" y="91639"/>
                </a:lnTo>
                <a:lnTo>
                  <a:pt x="4366174" y="92081"/>
                </a:lnTo>
                <a:lnTo>
                  <a:pt x="4366161" y="92549"/>
                </a:lnTo>
                <a:lnTo>
                  <a:pt x="4366161" y="92670"/>
                </a:lnTo>
                <a:lnTo>
                  <a:pt x="4366165" y="92836"/>
                </a:lnTo>
                <a:lnTo>
                  <a:pt x="4366176" y="93043"/>
                </a:lnTo>
                <a:lnTo>
                  <a:pt x="4366196" y="93288"/>
                </a:lnTo>
                <a:lnTo>
                  <a:pt x="4366230" y="93564"/>
                </a:lnTo>
                <a:lnTo>
                  <a:pt x="4366281" y="93868"/>
                </a:lnTo>
                <a:lnTo>
                  <a:pt x="4366352" y="94195"/>
                </a:lnTo>
                <a:lnTo>
                  <a:pt x="4366446" y="94540"/>
                </a:lnTo>
                <a:lnTo>
                  <a:pt x="4366567" y="94900"/>
                </a:lnTo>
                <a:lnTo>
                  <a:pt x="4366719" y="95269"/>
                </a:lnTo>
                <a:lnTo>
                  <a:pt x="4366903" y="95643"/>
                </a:lnTo>
                <a:lnTo>
                  <a:pt x="4367125" y="96018"/>
                </a:lnTo>
                <a:lnTo>
                  <a:pt x="4367386" y="96389"/>
                </a:lnTo>
                <a:lnTo>
                  <a:pt x="4367691" y="96751"/>
                </a:lnTo>
                <a:lnTo>
                  <a:pt x="4368043" y="97100"/>
                </a:lnTo>
                <a:lnTo>
                  <a:pt x="4368445" y="97432"/>
                </a:lnTo>
                <a:lnTo>
                  <a:pt x="4368901" y="97741"/>
                </a:lnTo>
                <a:lnTo>
                  <a:pt x="4369414" y="98024"/>
                </a:lnTo>
                <a:lnTo>
                  <a:pt x="4369986" y="98276"/>
                </a:lnTo>
                <a:lnTo>
                  <a:pt x="4370623" y="98492"/>
                </a:lnTo>
                <a:lnTo>
                  <a:pt x="4371326" y="98668"/>
                </a:lnTo>
                <a:lnTo>
                  <a:pt x="4372100" y="98799"/>
                </a:lnTo>
                <a:lnTo>
                  <a:pt x="4372947" y="98881"/>
                </a:lnTo>
                <a:lnTo>
                  <a:pt x="4373871" y="98909"/>
                </a:lnTo>
                <a:lnTo>
                  <a:pt x="4397779" y="85029"/>
                </a:lnTo>
                <a:lnTo>
                  <a:pt x="4397732" y="85695"/>
                </a:lnTo>
                <a:lnTo>
                  <a:pt x="4397687" y="86434"/>
                </a:lnTo>
                <a:lnTo>
                  <a:pt x="4397643" y="87242"/>
                </a:lnTo>
                <a:lnTo>
                  <a:pt x="4397602" y="88110"/>
                </a:lnTo>
                <a:lnTo>
                  <a:pt x="4397563" y="89032"/>
                </a:lnTo>
                <a:lnTo>
                  <a:pt x="4397526" y="90003"/>
                </a:lnTo>
                <a:lnTo>
                  <a:pt x="4397491" y="91015"/>
                </a:lnTo>
                <a:lnTo>
                  <a:pt x="4397457" y="92063"/>
                </a:lnTo>
                <a:lnTo>
                  <a:pt x="4397426" y="93139"/>
                </a:lnTo>
                <a:lnTo>
                  <a:pt x="4397397" y="94238"/>
                </a:lnTo>
                <a:lnTo>
                  <a:pt x="4397370" y="95353"/>
                </a:lnTo>
                <a:lnTo>
                  <a:pt x="4397345" y="96477"/>
                </a:lnTo>
                <a:lnTo>
                  <a:pt x="4397321" y="97604"/>
                </a:lnTo>
                <a:lnTo>
                  <a:pt x="4397300" y="98728"/>
                </a:lnTo>
                <a:lnTo>
                  <a:pt x="4397281" y="99841"/>
                </a:lnTo>
                <a:lnTo>
                  <a:pt x="4397264" y="100939"/>
                </a:lnTo>
                <a:lnTo>
                  <a:pt x="4397249" y="102014"/>
                </a:lnTo>
                <a:lnTo>
                  <a:pt x="4397236" y="103059"/>
                </a:lnTo>
                <a:lnTo>
                  <a:pt x="4397225" y="104069"/>
                </a:lnTo>
                <a:lnTo>
                  <a:pt x="4397216" y="105037"/>
                </a:lnTo>
                <a:lnTo>
                  <a:pt x="4397208" y="105956"/>
                </a:lnTo>
                <a:lnTo>
                  <a:pt x="4397203" y="106821"/>
                </a:lnTo>
                <a:lnTo>
                  <a:pt x="4397200" y="107624"/>
                </a:lnTo>
                <a:lnTo>
                  <a:pt x="4397199" y="108359"/>
                </a:lnTo>
                <a:lnTo>
                  <a:pt x="4397200" y="108599"/>
                </a:lnTo>
                <a:lnTo>
                  <a:pt x="4397203" y="108883"/>
                </a:lnTo>
                <a:lnTo>
                  <a:pt x="4397212" y="109205"/>
                </a:lnTo>
                <a:lnTo>
                  <a:pt x="4397229" y="109561"/>
                </a:lnTo>
                <a:lnTo>
                  <a:pt x="4397257" y="109947"/>
                </a:lnTo>
                <a:lnTo>
                  <a:pt x="4397299" y="110356"/>
                </a:lnTo>
                <a:lnTo>
                  <a:pt x="4397357" y="110786"/>
                </a:lnTo>
                <a:lnTo>
                  <a:pt x="4397435" y="111230"/>
                </a:lnTo>
                <a:lnTo>
                  <a:pt x="4397535" y="111684"/>
                </a:lnTo>
                <a:lnTo>
                  <a:pt x="4397660" y="112143"/>
                </a:lnTo>
                <a:lnTo>
                  <a:pt x="4397812" y="112603"/>
                </a:lnTo>
                <a:lnTo>
                  <a:pt x="4397995" y="113058"/>
                </a:lnTo>
                <a:lnTo>
                  <a:pt x="4398211" y="113505"/>
                </a:lnTo>
                <a:lnTo>
                  <a:pt x="4398462" y="113937"/>
                </a:lnTo>
                <a:lnTo>
                  <a:pt x="4398753" y="114351"/>
                </a:lnTo>
                <a:lnTo>
                  <a:pt x="4399085" y="114742"/>
                </a:lnTo>
                <a:lnTo>
                  <a:pt x="4399461" y="115105"/>
                </a:lnTo>
                <a:lnTo>
                  <a:pt x="4399884" y="115434"/>
                </a:lnTo>
                <a:lnTo>
                  <a:pt x="4400357" y="115726"/>
                </a:lnTo>
                <a:lnTo>
                  <a:pt x="4400882" y="115976"/>
                </a:lnTo>
                <a:lnTo>
                  <a:pt x="4401462" y="116179"/>
                </a:lnTo>
                <a:lnTo>
                  <a:pt x="4402101" y="116329"/>
                </a:lnTo>
                <a:lnTo>
                  <a:pt x="4402800" y="116423"/>
                </a:lnTo>
                <a:lnTo>
                  <a:pt x="4403562" y="116455"/>
                </a:lnTo>
                <a:lnTo>
                  <a:pt x="4404325" y="116423"/>
                </a:lnTo>
                <a:lnTo>
                  <a:pt x="4405024" y="116329"/>
                </a:lnTo>
                <a:lnTo>
                  <a:pt x="4405663" y="116179"/>
                </a:lnTo>
                <a:lnTo>
                  <a:pt x="4406243" y="115976"/>
                </a:lnTo>
                <a:lnTo>
                  <a:pt x="4406768" y="115726"/>
                </a:lnTo>
                <a:lnTo>
                  <a:pt x="4407241" y="115434"/>
                </a:lnTo>
                <a:lnTo>
                  <a:pt x="4407664" y="115105"/>
                </a:lnTo>
                <a:lnTo>
                  <a:pt x="4408040" y="114742"/>
                </a:lnTo>
                <a:lnTo>
                  <a:pt x="4408372" y="114351"/>
                </a:lnTo>
                <a:lnTo>
                  <a:pt x="4408662" y="113937"/>
                </a:lnTo>
                <a:lnTo>
                  <a:pt x="4408914" y="113505"/>
                </a:lnTo>
                <a:lnTo>
                  <a:pt x="4409130" y="113058"/>
                </a:lnTo>
                <a:lnTo>
                  <a:pt x="4409313" y="112603"/>
                </a:lnTo>
                <a:lnTo>
                  <a:pt x="4409465" y="112143"/>
                </a:lnTo>
                <a:lnTo>
                  <a:pt x="4409590" y="111684"/>
                </a:lnTo>
                <a:lnTo>
                  <a:pt x="4409690" y="111230"/>
                </a:lnTo>
                <a:lnTo>
                  <a:pt x="4409768" y="110786"/>
                </a:lnTo>
                <a:lnTo>
                  <a:pt x="4409826" y="110356"/>
                </a:lnTo>
                <a:lnTo>
                  <a:pt x="4409868" y="109947"/>
                </a:lnTo>
                <a:lnTo>
                  <a:pt x="4409896" y="109561"/>
                </a:lnTo>
                <a:lnTo>
                  <a:pt x="4409913" y="109205"/>
                </a:lnTo>
                <a:lnTo>
                  <a:pt x="4409922" y="108883"/>
                </a:lnTo>
                <a:lnTo>
                  <a:pt x="4409925" y="108599"/>
                </a:lnTo>
                <a:lnTo>
                  <a:pt x="4409925" y="108359"/>
                </a:lnTo>
                <a:lnTo>
                  <a:pt x="4409924" y="107624"/>
                </a:lnTo>
                <a:lnTo>
                  <a:pt x="4409921" y="106821"/>
                </a:lnTo>
                <a:lnTo>
                  <a:pt x="4409916" y="105956"/>
                </a:lnTo>
                <a:lnTo>
                  <a:pt x="4409909" y="105037"/>
                </a:lnTo>
                <a:lnTo>
                  <a:pt x="4409900" y="104069"/>
                </a:lnTo>
                <a:lnTo>
                  <a:pt x="4409889" y="103059"/>
                </a:lnTo>
                <a:lnTo>
                  <a:pt x="4409876" y="102014"/>
                </a:lnTo>
                <a:lnTo>
                  <a:pt x="4409861" y="100939"/>
                </a:lnTo>
                <a:lnTo>
                  <a:pt x="4409844" y="99841"/>
                </a:lnTo>
                <a:lnTo>
                  <a:pt x="4409825" y="98728"/>
                </a:lnTo>
                <a:lnTo>
                  <a:pt x="4409803" y="97604"/>
                </a:lnTo>
                <a:lnTo>
                  <a:pt x="4409780" y="96477"/>
                </a:lnTo>
                <a:lnTo>
                  <a:pt x="4409755" y="95353"/>
                </a:lnTo>
                <a:lnTo>
                  <a:pt x="4409728" y="94238"/>
                </a:lnTo>
                <a:lnTo>
                  <a:pt x="4409699" y="93139"/>
                </a:lnTo>
                <a:lnTo>
                  <a:pt x="4409667" y="92063"/>
                </a:lnTo>
                <a:lnTo>
                  <a:pt x="4409634" y="91015"/>
                </a:lnTo>
                <a:lnTo>
                  <a:pt x="4409599" y="90003"/>
                </a:lnTo>
                <a:lnTo>
                  <a:pt x="4409562" y="89032"/>
                </a:lnTo>
                <a:lnTo>
                  <a:pt x="4409523" y="88110"/>
                </a:lnTo>
                <a:lnTo>
                  <a:pt x="4409482" y="87242"/>
                </a:lnTo>
                <a:lnTo>
                  <a:pt x="4409438" y="86434"/>
                </a:lnTo>
                <a:lnTo>
                  <a:pt x="4409393" y="85695"/>
                </a:lnTo>
                <a:lnTo>
                  <a:pt x="4409346" y="85029"/>
                </a:lnTo>
                <a:lnTo>
                  <a:pt x="4410721" y="85796"/>
                </a:lnTo>
                <a:lnTo>
                  <a:pt x="4411915" y="86464"/>
                </a:lnTo>
                <a:lnTo>
                  <a:pt x="4412948" y="87043"/>
                </a:lnTo>
                <a:lnTo>
                  <a:pt x="4413835" y="87542"/>
                </a:lnTo>
                <a:lnTo>
                  <a:pt x="4414594" y="87972"/>
                </a:lnTo>
                <a:lnTo>
                  <a:pt x="4415242" y="88342"/>
                </a:lnTo>
                <a:lnTo>
                  <a:pt x="4415795" y="88662"/>
                </a:lnTo>
                <a:lnTo>
                  <a:pt x="4416273" y="88942"/>
                </a:lnTo>
                <a:lnTo>
                  <a:pt x="4416690" y="89190"/>
                </a:lnTo>
                <a:lnTo>
                  <a:pt x="4417065" y="89418"/>
                </a:lnTo>
                <a:lnTo>
                  <a:pt x="4417415" y="89634"/>
                </a:lnTo>
                <a:lnTo>
                  <a:pt x="4417757" y="89848"/>
                </a:lnTo>
                <a:lnTo>
                  <a:pt x="4418108" y="90071"/>
                </a:lnTo>
                <a:lnTo>
                  <a:pt x="4418484" y="90311"/>
                </a:lnTo>
                <a:lnTo>
                  <a:pt x="4418905" y="90579"/>
                </a:lnTo>
                <a:lnTo>
                  <a:pt x="4419385" y="90884"/>
                </a:lnTo>
                <a:lnTo>
                  <a:pt x="4419944" y="91236"/>
                </a:lnTo>
                <a:lnTo>
                  <a:pt x="4420597" y="91644"/>
                </a:lnTo>
                <a:lnTo>
                  <a:pt x="4421362" y="92119"/>
                </a:lnTo>
                <a:lnTo>
                  <a:pt x="4422256" y="92669"/>
                </a:lnTo>
                <a:lnTo>
                  <a:pt x="4423297" y="93306"/>
                </a:lnTo>
                <a:lnTo>
                  <a:pt x="4424501" y="94038"/>
                </a:lnTo>
                <a:lnTo>
                  <a:pt x="4425885" y="94874"/>
                </a:lnTo>
                <a:lnTo>
                  <a:pt x="4427467" y="95826"/>
                </a:lnTo>
                <a:lnTo>
                  <a:pt x="4428093" y="96196"/>
                </a:lnTo>
                <a:lnTo>
                  <a:pt x="4428672" y="96535"/>
                </a:lnTo>
                <a:lnTo>
                  <a:pt x="4429206" y="96844"/>
                </a:lnTo>
                <a:lnTo>
                  <a:pt x="4429697" y="97125"/>
                </a:lnTo>
                <a:lnTo>
                  <a:pt x="4430148" y="97380"/>
                </a:lnTo>
                <a:lnTo>
                  <a:pt x="4430562" y="97609"/>
                </a:lnTo>
                <a:lnTo>
                  <a:pt x="4430941" y="97814"/>
                </a:lnTo>
                <a:lnTo>
                  <a:pt x="4431288" y="97996"/>
                </a:lnTo>
                <a:lnTo>
                  <a:pt x="4431606" y="98157"/>
                </a:lnTo>
                <a:lnTo>
                  <a:pt x="4431897" y="98297"/>
                </a:lnTo>
                <a:lnTo>
                  <a:pt x="4432164" y="98419"/>
                </a:lnTo>
                <a:lnTo>
                  <a:pt x="4432409" y="98524"/>
                </a:lnTo>
                <a:lnTo>
                  <a:pt x="4432635" y="98613"/>
                </a:lnTo>
                <a:lnTo>
                  <a:pt x="4432844" y="98686"/>
                </a:lnTo>
                <a:lnTo>
                  <a:pt x="4433039" y="98747"/>
                </a:lnTo>
                <a:lnTo>
                  <a:pt x="4433224" y="98795"/>
                </a:lnTo>
                <a:lnTo>
                  <a:pt x="4433399" y="98833"/>
                </a:lnTo>
                <a:lnTo>
                  <a:pt x="4433568" y="98861"/>
                </a:lnTo>
                <a:lnTo>
                  <a:pt x="4433734" y="98882"/>
                </a:lnTo>
                <a:lnTo>
                  <a:pt x="4433899" y="98895"/>
                </a:lnTo>
                <a:lnTo>
                  <a:pt x="4434066" y="98903"/>
                </a:lnTo>
                <a:lnTo>
                  <a:pt x="4434236" y="98908"/>
                </a:lnTo>
                <a:lnTo>
                  <a:pt x="4434414" y="98909"/>
                </a:lnTo>
                <a:lnTo>
                  <a:pt x="4434601" y="98909"/>
                </a:lnTo>
                <a:lnTo>
                  <a:pt x="4435076" y="98892"/>
                </a:lnTo>
                <a:lnTo>
                  <a:pt x="4435536" y="98839"/>
                </a:lnTo>
                <a:lnTo>
                  <a:pt x="4435982" y="98755"/>
                </a:lnTo>
                <a:lnTo>
                  <a:pt x="4436412" y="98639"/>
                </a:lnTo>
                <a:lnTo>
                  <a:pt x="4436825" y="98494"/>
                </a:lnTo>
                <a:lnTo>
                  <a:pt x="4437222" y="98322"/>
                </a:lnTo>
                <a:lnTo>
                  <a:pt x="4437602" y="98125"/>
                </a:lnTo>
                <a:lnTo>
                  <a:pt x="4437965" y="97903"/>
                </a:lnTo>
                <a:lnTo>
                  <a:pt x="4438309" y="97659"/>
                </a:lnTo>
                <a:lnTo>
                  <a:pt x="4438635" y="97395"/>
                </a:lnTo>
                <a:lnTo>
                  <a:pt x="4438942" y="97113"/>
                </a:lnTo>
                <a:lnTo>
                  <a:pt x="4439229" y="96814"/>
                </a:lnTo>
                <a:lnTo>
                  <a:pt x="4439496" y="96499"/>
                </a:lnTo>
                <a:lnTo>
                  <a:pt x="4439742" y="96171"/>
                </a:lnTo>
                <a:lnTo>
                  <a:pt x="4439968" y="95832"/>
                </a:lnTo>
                <a:lnTo>
                  <a:pt x="4440171" y="95483"/>
                </a:lnTo>
                <a:lnTo>
                  <a:pt x="4440353" y="95126"/>
                </a:lnTo>
                <a:lnTo>
                  <a:pt x="4440512" y="94763"/>
                </a:lnTo>
                <a:lnTo>
                  <a:pt x="4440648" y="94395"/>
                </a:lnTo>
                <a:lnTo>
                  <a:pt x="4440761" y="94024"/>
                </a:lnTo>
                <a:lnTo>
                  <a:pt x="4440849" y="93652"/>
                </a:lnTo>
                <a:lnTo>
                  <a:pt x="4440913" y="93281"/>
                </a:lnTo>
                <a:lnTo>
                  <a:pt x="4440951" y="92913"/>
                </a:lnTo>
                <a:lnTo>
                  <a:pt x="4440964" y="92549"/>
                </a:lnTo>
                <a:lnTo>
                  <a:pt x="4440952" y="92147"/>
                </a:lnTo>
                <a:lnTo>
                  <a:pt x="4440918" y="91762"/>
                </a:lnTo>
                <a:lnTo>
                  <a:pt x="4440864" y="91392"/>
                </a:lnTo>
                <a:lnTo>
                  <a:pt x="4440791" y="91039"/>
                </a:lnTo>
                <a:lnTo>
                  <a:pt x="4440701" y="90701"/>
                </a:lnTo>
                <a:lnTo>
                  <a:pt x="4440597" y="90380"/>
                </a:lnTo>
                <a:close/>
                <a:moveTo>
                  <a:pt x="3742424" y="124488"/>
                </a:moveTo>
                <a:lnTo>
                  <a:pt x="3742152" y="124104"/>
                </a:lnTo>
                <a:lnTo>
                  <a:pt x="3741850" y="123762"/>
                </a:lnTo>
                <a:lnTo>
                  <a:pt x="3741522" y="123460"/>
                </a:lnTo>
                <a:lnTo>
                  <a:pt x="3741169" y="123196"/>
                </a:lnTo>
                <a:lnTo>
                  <a:pt x="3740796" y="122967"/>
                </a:lnTo>
                <a:lnTo>
                  <a:pt x="3740406" y="122771"/>
                </a:lnTo>
                <a:lnTo>
                  <a:pt x="3740002" y="122605"/>
                </a:lnTo>
                <a:lnTo>
                  <a:pt x="3739587" y="122466"/>
                </a:lnTo>
                <a:lnTo>
                  <a:pt x="3739165" y="122353"/>
                </a:lnTo>
                <a:lnTo>
                  <a:pt x="3738737" y="122262"/>
                </a:lnTo>
                <a:lnTo>
                  <a:pt x="3738309" y="122192"/>
                </a:lnTo>
                <a:lnTo>
                  <a:pt x="3737882" y="122138"/>
                </a:lnTo>
                <a:lnTo>
                  <a:pt x="3737461" y="122100"/>
                </a:lnTo>
                <a:lnTo>
                  <a:pt x="3737047" y="122075"/>
                </a:lnTo>
                <a:lnTo>
                  <a:pt x="3736645" y="122059"/>
                </a:lnTo>
                <a:lnTo>
                  <a:pt x="3736258" y="122051"/>
                </a:lnTo>
                <a:lnTo>
                  <a:pt x="3735888" y="122048"/>
                </a:lnTo>
                <a:lnTo>
                  <a:pt x="3735539" y="122048"/>
                </a:lnTo>
                <a:lnTo>
                  <a:pt x="3726861" y="122048"/>
                </a:lnTo>
                <a:lnTo>
                  <a:pt x="3726861" y="23845"/>
                </a:lnTo>
                <a:lnTo>
                  <a:pt x="3726855" y="23119"/>
                </a:lnTo>
                <a:lnTo>
                  <a:pt x="3726835" y="22434"/>
                </a:lnTo>
                <a:lnTo>
                  <a:pt x="3726799" y="21790"/>
                </a:lnTo>
                <a:lnTo>
                  <a:pt x="3726745" y="21184"/>
                </a:lnTo>
                <a:lnTo>
                  <a:pt x="3726672" y="20618"/>
                </a:lnTo>
                <a:lnTo>
                  <a:pt x="3726578" y="20089"/>
                </a:lnTo>
                <a:lnTo>
                  <a:pt x="3726461" y="19596"/>
                </a:lnTo>
                <a:lnTo>
                  <a:pt x="3726319" y="19140"/>
                </a:lnTo>
                <a:lnTo>
                  <a:pt x="3726150" y="18718"/>
                </a:lnTo>
                <a:lnTo>
                  <a:pt x="3725952" y="18330"/>
                </a:lnTo>
                <a:lnTo>
                  <a:pt x="3725724" y="17975"/>
                </a:lnTo>
                <a:lnTo>
                  <a:pt x="3725464" y="17652"/>
                </a:lnTo>
                <a:lnTo>
                  <a:pt x="3725169" y="17360"/>
                </a:lnTo>
                <a:lnTo>
                  <a:pt x="3724839" y="17098"/>
                </a:lnTo>
                <a:lnTo>
                  <a:pt x="3724471" y="16865"/>
                </a:lnTo>
                <a:lnTo>
                  <a:pt x="3724063" y="16661"/>
                </a:lnTo>
                <a:lnTo>
                  <a:pt x="3723613" y="16485"/>
                </a:lnTo>
                <a:lnTo>
                  <a:pt x="3723121" y="16335"/>
                </a:lnTo>
                <a:lnTo>
                  <a:pt x="3722583" y="16210"/>
                </a:lnTo>
                <a:lnTo>
                  <a:pt x="3721998" y="16110"/>
                </a:lnTo>
                <a:lnTo>
                  <a:pt x="3721364" y="16034"/>
                </a:lnTo>
                <a:lnTo>
                  <a:pt x="3720679" y="15981"/>
                </a:lnTo>
                <a:lnTo>
                  <a:pt x="3719942" y="15950"/>
                </a:lnTo>
                <a:lnTo>
                  <a:pt x="3719151" y="15940"/>
                </a:lnTo>
                <a:lnTo>
                  <a:pt x="3705077" y="15940"/>
                </a:lnTo>
                <a:lnTo>
                  <a:pt x="3704683" y="15940"/>
                </a:lnTo>
                <a:lnTo>
                  <a:pt x="3704274" y="15943"/>
                </a:lnTo>
                <a:lnTo>
                  <a:pt x="3703852" y="15951"/>
                </a:lnTo>
                <a:lnTo>
                  <a:pt x="3703420" y="15967"/>
                </a:lnTo>
                <a:lnTo>
                  <a:pt x="3702982" y="15994"/>
                </a:lnTo>
                <a:lnTo>
                  <a:pt x="3702540" y="16033"/>
                </a:lnTo>
                <a:lnTo>
                  <a:pt x="3702098" y="16088"/>
                </a:lnTo>
                <a:lnTo>
                  <a:pt x="3701657" y="16161"/>
                </a:lnTo>
                <a:lnTo>
                  <a:pt x="3701220" y="16255"/>
                </a:lnTo>
                <a:lnTo>
                  <a:pt x="3700792" y="16372"/>
                </a:lnTo>
                <a:lnTo>
                  <a:pt x="3700373" y="16515"/>
                </a:lnTo>
                <a:lnTo>
                  <a:pt x="3699968" y="16687"/>
                </a:lnTo>
                <a:lnTo>
                  <a:pt x="3699579" y="16890"/>
                </a:lnTo>
                <a:lnTo>
                  <a:pt x="3699209" y="17126"/>
                </a:lnTo>
                <a:lnTo>
                  <a:pt x="3698860" y="17399"/>
                </a:lnTo>
                <a:lnTo>
                  <a:pt x="3698536" y="17711"/>
                </a:lnTo>
                <a:lnTo>
                  <a:pt x="3698240" y="18064"/>
                </a:lnTo>
                <a:lnTo>
                  <a:pt x="3697974" y="18462"/>
                </a:lnTo>
                <a:lnTo>
                  <a:pt x="3697741" y="18906"/>
                </a:lnTo>
                <a:lnTo>
                  <a:pt x="3697544" y="19399"/>
                </a:lnTo>
                <a:lnTo>
                  <a:pt x="3697386" y="19945"/>
                </a:lnTo>
                <a:lnTo>
                  <a:pt x="3697269" y="20544"/>
                </a:lnTo>
                <a:lnTo>
                  <a:pt x="3697198" y="21201"/>
                </a:lnTo>
                <a:lnTo>
                  <a:pt x="3697173" y="21918"/>
                </a:lnTo>
                <a:lnTo>
                  <a:pt x="3697198" y="22611"/>
                </a:lnTo>
                <a:lnTo>
                  <a:pt x="3697273" y="23247"/>
                </a:lnTo>
                <a:lnTo>
                  <a:pt x="3697394" y="23827"/>
                </a:lnTo>
                <a:lnTo>
                  <a:pt x="3697557" y="24355"/>
                </a:lnTo>
                <a:lnTo>
                  <a:pt x="3697759" y="24832"/>
                </a:lnTo>
                <a:lnTo>
                  <a:pt x="3697998" y="25262"/>
                </a:lnTo>
                <a:lnTo>
                  <a:pt x="3698270" y="25646"/>
                </a:lnTo>
                <a:lnTo>
                  <a:pt x="3698572" y="25988"/>
                </a:lnTo>
                <a:lnTo>
                  <a:pt x="3698901" y="26290"/>
                </a:lnTo>
                <a:lnTo>
                  <a:pt x="3699254" y="26554"/>
                </a:lnTo>
                <a:lnTo>
                  <a:pt x="3699626" y="26782"/>
                </a:lnTo>
                <a:lnTo>
                  <a:pt x="3700016" y="26979"/>
                </a:lnTo>
                <a:lnTo>
                  <a:pt x="3700421" y="27145"/>
                </a:lnTo>
                <a:lnTo>
                  <a:pt x="3700836" y="27283"/>
                </a:lnTo>
                <a:lnTo>
                  <a:pt x="3701258" y="27397"/>
                </a:lnTo>
                <a:lnTo>
                  <a:pt x="3701685" y="27487"/>
                </a:lnTo>
                <a:lnTo>
                  <a:pt x="3702114" y="27558"/>
                </a:lnTo>
                <a:lnTo>
                  <a:pt x="3702540" y="27611"/>
                </a:lnTo>
                <a:lnTo>
                  <a:pt x="3702962" y="27649"/>
                </a:lnTo>
                <a:lnTo>
                  <a:pt x="3703375" y="27675"/>
                </a:lnTo>
                <a:lnTo>
                  <a:pt x="3703777" y="27690"/>
                </a:lnTo>
                <a:lnTo>
                  <a:pt x="3704165" y="27698"/>
                </a:lnTo>
                <a:lnTo>
                  <a:pt x="3704535" y="27701"/>
                </a:lnTo>
                <a:lnTo>
                  <a:pt x="3704883" y="27702"/>
                </a:lnTo>
                <a:lnTo>
                  <a:pt x="3713559" y="27702"/>
                </a:lnTo>
                <a:lnTo>
                  <a:pt x="3713559" y="58322"/>
                </a:lnTo>
                <a:lnTo>
                  <a:pt x="3712756" y="57636"/>
                </a:lnTo>
                <a:lnTo>
                  <a:pt x="3711937" y="56976"/>
                </a:lnTo>
                <a:lnTo>
                  <a:pt x="3711103" y="56343"/>
                </a:lnTo>
                <a:lnTo>
                  <a:pt x="3710255" y="55737"/>
                </a:lnTo>
                <a:lnTo>
                  <a:pt x="3709393" y="55158"/>
                </a:lnTo>
                <a:lnTo>
                  <a:pt x="3708517" y="54606"/>
                </a:lnTo>
                <a:lnTo>
                  <a:pt x="3707628" y="54082"/>
                </a:lnTo>
                <a:lnTo>
                  <a:pt x="3706727" y="53586"/>
                </a:lnTo>
                <a:lnTo>
                  <a:pt x="3705813" y="53118"/>
                </a:lnTo>
                <a:lnTo>
                  <a:pt x="3704888" y="52678"/>
                </a:lnTo>
                <a:lnTo>
                  <a:pt x="3703952" y="52267"/>
                </a:lnTo>
                <a:lnTo>
                  <a:pt x="3703005" y="51885"/>
                </a:lnTo>
                <a:lnTo>
                  <a:pt x="3702048" y="51532"/>
                </a:lnTo>
                <a:lnTo>
                  <a:pt x="3701082" y="51208"/>
                </a:lnTo>
                <a:lnTo>
                  <a:pt x="3700106" y="50914"/>
                </a:lnTo>
                <a:lnTo>
                  <a:pt x="3699123" y="50650"/>
                </a:lnTo>
                <a:lnTo>
                  <a:pt x="3698131" y="50416"/>
                </a:lnTo>
                <a:lnTo>
                  <a:pt x="3697131" y="50213"/>
                </a:lnTo>
                <a:lnTo>
                  <a:pt x="3696125" y="50040"/>
                </a:lnTo>
                <a:lnTo>
                  <a:pt x="3695111" y="49897"/>
                </a:lnTo>
                <a:lnTo>
                  <a:pt x="3694092" y="49787"/>
                </a:lnTo>
                <a:lnTo>
                  <a:pt x="3693068" y="49707"/>
                </a:lnTo>
                <a:lnTo>
                  <a:pt x="3692038" y="49659"/>
                </a:lnTo>
                <a:lnTo>
                  <a:pt x="3691004" y="49643"/>
                </a:lnTo>
                <a:lnTo>
                  <a:pt x="3688391" y="49737"/>
                </a:lnTo>
                <a:lnTo>
                  <a:pt x="3685812" y="50017"/>
                </a:lnTo>
                <a:lnTo>
                  <a:pt x="3683272" y="50477"/>
                </a:lnTo>
                <a:lnTo>
                  <a:pt x="3680779" y="51112"/>
                </a:lnTo>
                <a:lnTo>
                  <a:pt x="3678340" y="51917"/>
                </a:lnTo>
                <a:lnTo>
                  <a:pt x="3675962" y="52886"/>
                </a:lnTo>
                <a:lnTo>
                  <a:pt x="3673652" y="54013"/>
                </a:lnTo>
                <a:lnTo>
                  <a:pt x="3671417" y="55295"/>
                </a:lnTo>
                <a:lnTo>
                  <a:pt x="3669263" y="56725"/>
                </a:lnTo>
                <a:lnTo>
                  <a:pt x="3667198" y="58298"/>
                </a:lnTo>
                <a:lnTo>
                  <a:pt x="3665229" y="60010"/>
                </a:lnTo>
                <a:lnTo>
                  <a:pt x="3663362" y="61853"/>
                </a:lnTo>
                <a:lnTo>
                  <a:pt x="3661604" y="63824"/>
                </a:lnTo>
                <a:lnTo>
                  <a:pt x="3659963" y="65918"/>
                </a:lnTo>
                <a:lnTo>
                  <a:pt x="3658445" y="68128"/>
                </a:lnTo>
                <a:lnTo>
                  <a:pt x="3657058" y="70449"/>
                </a:lnTo>
                <a:lnTo>
                  <a:pt x="3655807" y="72877"/>
                </a:lnTo>
                <a:lnTo>
                  <a:pt x="3654701" y="75405"/>
                </a:lnTo>
                <a:lnTo>
                  <a:pt x="3653746" y="78030"/>
                </a:lnTo>
                <a:lnTo>
                  <a:pt x="3652949" y="80745"/>
                </a:lnTo>
                <a:lnTo>
                  <a:pt x="3652318" y="83544"/>
                </a:lnTo>
                <a:lnTo>
                  <a:pt x="3651858" y="86424"/>
                </a:lnTo>
                <a:lnTo>
                  <a:pt x="3651577" y="89378"/>
                </a:lnTo>
                <a:lnTo>
                  <a:pt x="3651481" y="92402"/>
                </a:lnTo>
                <a:lnTo>
                  <a:pt x="3651571" y="95353"/>
                </a:lnTo>
                <a:lnTo>
                  <a:pt x="3651835" y="98245"/>
                </a:lnTo>
                <a:lnTo>
                  <a:pt x="3652267" y="101072"/>
                </a:lnTo>
                <a:lnTo>
                  <a:pt x="3652861" y="103828"/>
                </a:lnTo>
                <a:lnTo>
                  <a:pt x="3653612" y="106507"/>
                </a:lnTo>
                <a:lnTo>
                  <a:pt x="3654512" y="109102"/>
                </a:lnTo>
                <a:lnTo>
                  <a:pt x="3655555" y="111609"/>
                </a:lnTo>
                <a:lnTo>
                  <a:pt x="3656737" y="114022"/>
                </a:lnTo>
                <a:lnTo>
                  <a:pt x="3658049" y="116334"/>
                </a:lnTo>
                <a:lnTo>
                  <a:pt x="3659486" y="118539"/>
                </a:lnTo>
                <a:lnTo>
                  <a:pt x="3661042" y="120632"/>
                </a:lnTo>
                <a:lnTo>
                  <a:pt x="3662711" y="122607"/>
                </a:lnTo>
                <a:lnTo>
                  <a:pt x="3664486" y="124457"/>
                </a:lnTo>
                <a:lnTo>
                  <a:pt x="3666362" y="126178"/>
                </a:lnTo>
                <a:lnTo>
                  <a:pt x="3668331" y="127763"/>
                </a:lnTo>
                <a:lnTo>
                  <a:pt x="3670389" y="129205"/>
                </a:lnTo>
                <a:lnTo>
                  <a:pt x="3672528" y="130501"/>
                </a:lnTo>
                <a:lnTo>
                  <a:pt x="3674742" y="131642"/>
                </a:lnTo>
                <a:lnTo>
                  <a:pt x="3677026" y="132624"/>
                </a:lnTo>
                <a:lnTo>
                  <a:pt x="3679373" y="133441"/>
                </a:lnTo>
                <a:lnTo>
                  <a:pt x="3681777" y="134087"/>
                </a:lnTo>
                <a:lnTo>
                  <a:pt x="3684232" y="134555"/>
                </a:lnTo>
                <a:lnTo>
                  <a:pt x="3686731" y="134840"/>
                </a:lnTo>
                <a:lnTo>
                  <a:pt x="3689268" y="134937"/>
                </a:lnTo>
                <a:lnTo>
                  <a:pt x="3690604" y="134910"/>
                </a:lnTo>
                <a:lnTo>
                  <a:pt x="3691911" y="134831"/>
                </a:lnTo>
                <a:lnTo>
                  <a:pt x="3693190" y="134702"/>
                </a:lnTo>
                <a:lnTo>
                  <a:pt x="3694441" y="134525"/>
                </a:lnTo>
                <a:lnTo>
                  <a:pt x="3695664" y="134303"/>
                </a:lnTo>
                <a:lnTo>
                  <a:pt x="3696859" y="134036"/>
                </a:lnTo>
                <a:lnTo>
                  <a:pt x="3698026" y="133728"/>
                </a:lnTo>
                <a:lnTo>
                  <a:pt x="3699165" y="133380"/>
                </a:lnTo>
                <a:lnTo>
                  <a:pt x="3700275" y="132995"/>
                </a:lnTo>
                <a:lnTo>
                  <a:pt x="3701357" y="132575"/>
                </a:lnTo>
                <a:lnTo>
                  <a:pt x="3702412" y="132121"/>
                </a:lnTo>
                <a:lnTo>
                  <a:pt x="3703438" y="131636"/>
                </a:lnTo>
                <a:lnTo>
                  <a:pt x="3704436" y="131121"/>
                </a:lnTo>
                <a:lnTo>
                  <a:pt x="3705406" y="130580"/>
                </a:lnTo>
                <a:lnTo>
                  <a:pt x="3706347" y="130014"/>
                </a:lnTo>
                <a:lnTo>
                  <a:pt x="3707261" y="129425"/>
                </a:lnTo>
                <a:lnTo>
                  <a:pt x="3708147" y="128815"/>
                </a:lnTo>
                <a:lnTo>
                  <a:pt x="3709004" y="128186"/>
                </a:lnTo>
                <a:lnTo>
                  <a:pt x="3709833" y="127541"/>
                </a:lnTo>
                <a:lnTo>
                  <a:pt x="3710635" y="126882"/>
                </a:lnTo>
                <a:lnTo>
                  <a:pt x="3711408" y="126209"/>
                </a:lnTo>
                <a:lnTo>
                  <a:pt x="3712153" y="125527"/>
                </a:lnTo>
                <a:lnTo>
                  <a:pt x="3712870" y="124837"/>
                </a:lnTo>
                <a:lnTo>
                  <a:pt x="3713559" y="124140"/>
                </a:lnTo>
                <a:lnTo>
                  <a:pt x="3713559" y="124989"/>
                </a:lnTo>
                <a:lnTo>
                  <a:pt x="3713563" y="125794"/>
                </a:lnTo>
                <a:lnTo>
                  <a:pt x="3713574" y="126556"/>
                </a:lnTo>
                <a:lnTo>
                  <a:pt x="3713594" y="127276"/>
                </a:lnTo>
                <a:lnTo>
                  <a:pt x="3713628" y="127954"/>
                </a:lnTo>
                <a:lnTo>
                  <a:pt x="3713679" y="128591"/>
                </a:lnTo>
                <a:lnTo>
                  <a:pt x="3713750" y="129187"/>
                </a:lnTo>
                <a:lnTo>
                  <a:pt x="3713844" y="129744"/>
                </a:lnTo>
                <a:lnTo>
                  <a:pt x="3713965" y="130261"/>
                </a:lnTo>
                <a:lnTo>
                  <a:pt x="3714117" y="130741"/>
                </a:lnTo>
                <a:lnTo>
                  <a:pt x="3714301" y="131182"/>
                </a:lnTo>
                <a:lnTo>
                  <a:pt x="3714523" y="131587"/>
                </a:lnTo>
                <a:lnTo>
                  <a:pt x="3714784" y="131955"/>
                </a:lnTo>
                <a:lnTo>
                  <a:pt x="3715090" y="132288"/>
                </a:lnTo>
                <a:lnTo>
                  <a:pt x="3715442" y="132586"/>
                </a:lnTo>
                <a:lnTo>
                  <a:pt x="3715844" y="132850"/>
                </a:lnTo>
                <a:lnTo>
                  <a:pt x="3716300" y="133080"/>
                </a:lnTo>
                <a:lnTo>
                  <a:pt x="3716813" y="133277"/>
                </a:lnTo>
                <a:lnTo>
                  <a:pt x="3717386" y="133442"/>
                </a:lnTo>
                <a:lnTo>
                  <a:pt x="3718022" y="133575"/>
                </a:lnTo>
                <a:lnTo>
                  <a:pt x="3718726" y="133678"/>
                </a:lnTo>
                <a:lnTo>
                  <a:pt x="3719500" y="133750"/>
                </a:lnTo>
                <a:lnTo>
                  <a:pt x="3720347" y="133793"/>
                </a:lnTo>
                <a:lnTo>
                  <a:pt x="3721272" y="133807"/>
                </a:lnTo>
                <a:lnTo>
                  <a:pt x="3735345" y="133807"/>
                </a:lnTo>
                <a:lnTo>
                  <a:pt x="3735740" y="133807"/>
                </a:lnTo>
                <a:lnTo>
                  <a:pt x="3736149" y="133804"/>
                </a:lnTo>
                <a:lnTo>
                  <a:pt x="3736571" y="133795"/>
                </a:lnTo>
                <a:lnTo>
                  <a:pt x="3737002" y="133780"/>
                </a:lnTo>
                <a:lnTo>
                  <a:pt x="3737440" y="133753"/>
                </a:lnTo>
                <a:lnTo>
                  <a:pt x="3737882" y="133714"/>
                </a:lnTo>
                <a:lnTo>
                  <a:pt x="3738325" y="133659"/>
                </a:lnTo>
                <a:lnTo>
                  <a:pt x="3738766" y="133586"/>
                </a:lnTo>
                <a:lnTo>
                  <a:pt x="3739202" y="133492"/>
                </a:lnTo>
                <a:lnTo>
                  <a:pt x="3739631" y="133375"/>
                </a:lnTo>
                <a:lnTo>
                  <a:pt x="3740050" y="133232"/>
                </a:lnTo>
                <a:lnTo>
                  <a:pt x="3740455" y="133060"/>
                </a:lnTo>
                <a:lnTo>
                  <a:pt x="3740844" y="132858"/>
                </a:lnTo>
                <a:lnTo>
                  <a:pt x="3741214" y="132621"/>
                </a:lnTo>
                <a:lnTo>
                  <a:pt x="3741562" y="132348"/>
                </a:lnTo>
                <a:lnTo>
                  <a:pt x="3741886" y="132037"/>
                </a:lnTo>
                <a:lnTo>
                  <a:pt x="3742183" y="131684"/>
                </a:lnTo>
                <a:lnTo>
                  <a:pt x="3742449" y="131286"/>
                </a:lnTo>
                <a:lnTo>
                  <a:pt x="3742682" y="130842"/>
                </a:lnTo>
                <a:lnTo>
                  <a:pt x="3742879" y="130349"/>
                </a:lnTo>
                <a:lnTo>
                  <a:pt x="3743037" y="129804"/>
                </a:lnTo>
                <a:lnTo>
                  <a:pt x="3743153" y="129205"/>
                </a:lnTo>
                <a:lnTo>
                  <a:pt x="3743225" y="128548"/>
                </a:lnTo>
                <a:lnTo>
                  <a:pt x="3743250" y="127832"/>
                </a:lnTo>
                <a:lnTo>
                  <a:pt x="3743224" y="127139"/>
                </a:lnTo>
                <a:lnTo>
                  <a:pt x="3743150" y="126503"/>
                </a:lnTo>
                <a:lnTo>
                  <a:pt x="3743029" y="125923"/>
                </a:lnTo>
                <a:lnTo>
                  <a:pt x="3742866" y="125395"/>
                </a:lnTo>
                <a:lnTo>
                  <a:pt x="3742663" y="124918"/>
                </a:lnTo>
                <a:lnTo>
                  <a:pt x="3742424" y="124488"/>
                </a:lnTo>
                <a:close/>
                <a:moveTo>
                  <a:pt x="3711971" y="105144"/>
                </a:moveTo>
                <a:lnTo>
                  <a:pt x="3711407" y="106650"/>
                </a:lnTo>
                <a:lnTo>
                  <a:pt x="3710760" y="108146"/>
                </a:lnTo>
                <a:lnTo>
                  <a:pt x="3710031" y="109622"/>
                </a:lnTo>
                <a:lnTo>
                  <a:pt x="3709221" y="111069"/>
                </a:lnTo>
                <a:lnTo>
                  <a:pt x="3708333" y="112479"/>
                </a:lnTo>
                <a:lnTo>
                  <a:pt x="3707365" y="113841"/>
                </a:lnTo>
                <a:lnTo>
                  <a:pt x="3706321" y="115148"/>
                </a:lnTo>
                <a:lnTo>
                  <a:pt x="3705200" y="116388"/>
                </a:lnTo>
                <a:lnTo>
                  <a:pt x="3704004" y="117554"/>
                </a:lnTo>
                <a:lnTo>
                  <a:pt x="3702734" y="118637"/>
                </a:lnTo>
                <a:lnTo>
                  <a:pt x="3701391" y="119626"/>
                </a:lnTo>
                <a:lnTo>
                  <a:pt x="3699976" y="120513"/>
                </a:lnTo>
                <a:lnTo>
                  <a:pt x="3698491" y="121289"/>
                </a:lnTo>
                <a:lnTo>
                  <a:pt x="3696936" y="121945"/>
                </a:lnTo>
                <a:lnTo>
                  <a:pt x="3695312" y="122470"/>
                </a:lnTo>
                <a:lnTo>
                  <a:pt x="3693620" y="122857"/>
                </a:lnTo>
                <a:lnTo>
                  <a:pt x="3691862" y="123096"/>
                </a:lnTo>
                <a:lnTo>
                  <a:pt x="3690039" y="123178"/>
                </a:lnTo>
                <a:lnTo>
                  <a:pt x="3688340" y="123107"/>
                </a:lnTo>
                <a:lnTo>
                  <a:pt x="3686667" y="122899"/>
                </a:lnTo>
                <a:lnTo>
                  <a:pt x="3685024" y="122557"/>
                </a:lnTo>
                <a:lnTo>
                  <a:pt x="3683416" y="122086"/>
                </a:lnTo>
                <a:lnTo>
                  <a:pt x="3681846" y="121491"/>
                </a:lnTo>
                <a:lnTo>
                  <a:pt x="3680318" y="120775"/>
                </a:lnTo>
                <a:lnTo>
                  <a:pt x="3678838" y="119944"/>
                </a:lnTo>
                <a:lnTo>
                  <a:pt x="3677408" y="119001"/>
                </a:lnTo>
                <a:lnTo>
                  <a:pt x="3676033" y="117952"/>
                </a:lnTo>
                <a:lnTo>
                  <a:pt x="3674717" y="116799"/>
                </a:lnTo>
                <a:lnTo>
                  <a:pt x="3673464" y="115549"/>
                </a:lnTo>
                <a:lnTo>
                  <a:pt x="3672279" y="114205"/>
                </a:lnTo>
                <a:lnTo>
                  <a:pt x="3671164" y="112772"/>
                </a:lnTo>
                <a:lnTo>
                  <a:pt x="3670125" y="111255"/>
                </a:lnTo>
                <a:lnTo>
                  <a:pt x="3669166" y="109656"/>
                </a:lnTo>
                <a:lnTo>
                  <a:pt x="3668290" y="107982"/>
                </a:lnTo>
                <a:lnTo>
                  <a:pt x="3667502" y="106237"/>
                </a:lnTo>
                <a:lnTo>
                  <a:pt x="3666805" y="104424"/>
                </a:lnTo>
                <a:lnTo>
                  <a:pt x="3666205" y="102549"/>
                </a:lnTo>
                <a:lnTo>
                  <a:pt x="3665704" y="100615"/>
                </a:lnTo>
                <a:lnTo>
                  <a:pt x="3665308" y="98628"/>
                </a:lnTo>
                <a:lnTo>
                  <a:pt x="3665020" y="96591"/>
                </a:lnTo>
                <a:lnTo>
                  <a:pt x="3664844" y="94509"/>
                </a:lnTo>
                <a:lnTo>
                  <a:pt x="3664784" y="92387"/>
                </a:lnTo>
                <a:lnTo>
                  <a:pt x="3664853" y="90109"/>
                </a:lnTo>
                <a:lnTo>
                  <a:pt x="3665057" y="87897"/>
                </a:lnTo>
                <a:lnTo>
                  <a:pt x="3665390" y="85752"/>
                </a:lnTo>
                <a:lnTo>
                  <a:pt x="3665846" y="83678"/>
                </a:lnTo>
                <a:lnTo>
                  <a:pt x="3666419" y="81677"/>
                </a:lnTo>
                <a:lnTo>
                  <a:pt x="3667103" y="79753"/>
                </a:lnTo>
                <a:lnTo>
                  <a:pt x="3667893" y="77908"/>
                </a:lnTo>
                <a:lnTo>
                  <a:pt x="3668782" y="76145"/>
                </a:lnTo>
                <a:lnTo>
                  <a:pt x="3669765" y="74466"/>
                </a:lnTo>
                <a:lnTo>
                  <a:pt x="3670836" y="72876"/>
                </a:lnTo>
                <a:lnTo>
                  <a:pt x="3671989" y="71375"/>
                </a:lnTo>
                <a:lnTo>
                  <a:pt x="3673218" y="69969"/>
                </a:lnTo>
                <a:lnTo>
                  <a:pt x="3674517" y="68658"/>
                </a:lnTo>
                <a:lnTo>
                  <a:pt x="3675881" y="67447"/>
                </a:lnTo>
                <a:lnTo>
                  <a:pt x="3677303" y="66337"/>
                </a:lnTo>
                <a:lnTo>
                  <a:pt x="3678779" y="65332"/>
                </a:lnTo>
                <a:lnTo>
                  <a:pt x="3680300" y="64435"/>
                </a:lnTo>
                <a:lnTo>
                  <a:pt x="3681863" y="63648"/>
                </a:lnTo>
                <a:lnTo>
                  <a:pt x="3683462" y="62975"/>
                </a:lnTo>
                <a:lnTo>
                  <a:pt x="3685089" y="62417"/>
                </a:lnTo>
                <a:lnTo>
                  <a:pt x="3686740" y="61979"/>
                </a:lnTo>
                <a:lnTo>
                  <a:pt x="3688408" y="61662"/>
                </a:lnTo>
                <a:lnTo>
                  <a:pt x="3690089" y="61470"/>
                </a:lnTo>
                <a:lnTo>
                  <a:pt x="3691775" y="61405"/>
                </a:lnTo>
                <a:lnTo>
                  <a:pt x="3693301" y="61460"/>
                </a:lnTo>
                <a:lnTo>
                  <a:pt x="3694795" y="61623"/>
                </a:lnTo>
                <a:lnTo>
                  <a:pt x="3696253" y="61889"/>
                </a:lnTo>
                <a:lnTo>
                  <a:pt x="3697672" y="62252"/>
                </a:lnTo>
                <a:lnTo>
                  <a:pt x="3699050" y="62709"/>
                </a:lnTo>
                <a:lnTo>
                  <a:pt x="3700383" y="63254"/>
                </a:lnTo>
                <a:lnTo>
                  <a:pt x="3701670" y="63883"/>
                </a:lnTo>
                <a:lnTo>
                  <a:pt x="3702906" y="64591"/>
                </a:lnTo>
                <a:lnTo>
                  <a:pt x="3704089" y="65373"/>
                </a:lnTo>
                <a:lnTo>
                  <a:pt x="3705217" y="66224"/>
                </a:lnTo>
                <a:lnTo>
                  <a:pt x="3706286" y="67140"/>
                </a:lnTo>
                <a:lnTo>
                  <a:pt x="3707293" y="68116"/>
                </a:lnTo>
                <a:lnTo>
                  <a:pt x="3708237" y="69148"/>
                </a:lnTo>
                <a:lnTo>
                  <a:pt x="3709113" y="70229"/>
                </a:lnTo>
                <a:lnTo>
                  <a:pt x="3709919" y="71356"/>
                </a:lnTo>
                <a:lnTo>
                  <a:pt x="3710653" y="72524"/>
                </a:lnTo>
                <a:lnTo>
                  <a:pt x="3711310" y="73728"/>
                </a:lnTo>
                <a:lnTo>
                  <a:pt x="3711890" y="74963"/>
                </a:lnTo>
                <a:lnTo>
                  <a:pt x="3712388" y="76225"/>
                </a:lnTo>
                <a:lnTo>
                  <a:pt x="3712802" y="77509"/>
                </a:lnTo>
                <a:lnTo>
                  <a:pt x="3713129" y="78810"/>
                </a:lnTo>
                <a:lnTo>
                  <a:pt x="3713366" y="80123"/>
                </a:lnTo>
                <a:lnTo>
                  <a:pt x="3713510" y="81443"/>
                </a:lnTo>
                <a:lnTo>
                  <a:pt x="3713559" y="82767"/>
                </a:lnTo>
                <a:lnTo>
                  <a:pt x="3713559" y="96403"/>
                </a:lnTo>
                <a:lnTo>
                  <a:pt x="3713514" y="97779"/>
                </a:lnTo>
                <a:lnTo>
                  <a:pt x="3713379" y="99199"/>
                </a:lnTo>
                <a:lnTo>
                  <a:pt x="3713157" y="100655"/>
                </a:lnTo>
                <a:lnTo>
                  <a:pt x="3712847" y="102137"/>
                </a:lnTo>
                <a:lnTo>
                  <a:pt x="3712452" y="103637"/>
                </a:lnTo>
                <a:lnTo>
                  <a:pt x="3711971" y="105144"/>
                </a:lnTo>
                <a:close/>
                <a:moveTo>
                  <a:pt x="3337818" y="125013"/>
                </a:moveTo>
                <a:lnTo>
                  <a:pt x="3337585" y="124569"/>
                </a:lnTo>
                <a:lnTo>
                  <a:pt x="3337319" y="124172"/>
                </a:lnTo>
                <a:lnTo>
                  <a:pt x="3337023" y="123818"/>
                </a:lnTo>
                <a:lnTo>
                  <a:pt x="3336699" y="123507"/>
                </a:lnTo>
                <a:lnTo>
                  <a:pt x="3336351" y="123234"/>
                </a:lnTo>
                <a:lnTo>
                  <a:pt x="3335980" y="122998"/>
                </a:lnTo>
                <a:lnTo>
                  <a:pt x="3335591" y="122795"/>
                </a:lnTo>
                <a:lnTo>
                  <a:pt x="3335186" y="122623"/>
                </a:lnTo>
                <a:lnTo>
                  <a:pt x="3334768" y="122480"/>
                </a:lnTo>
                <a:lnTo>
                  <a:pt x="3334339" y="122363"/>
                </a:lnTo>
                <a:lnTo>
                  <a:pt x="3333903" y="122269"/>
                </a:lnTo>
                <a:lnTo>
                  <a:pt x="3333462" y="122196"/>
                </a:lnTo>
                <a:lnTo>
                  <a:pt x="3333019" y="122141"/>
                </a:lnTo>
                <a:lnTo>
                  <a:pt x="3332577" y="122102"/>
                </a:lnTo>
                <a:lnTo>
                  <a:pt x="3332139" y="122076"/>
                </a:lnTo>
                <a:lnTo>
                  <a:pt x="3331708" y="122060"/>
                </a:lnTo>
                <a:lnTo>
                  <a:pt x="3331286" y="122052"/>
                </a:lnTo>
                <a:lnTo>
                  <a:pt x="3330876" y="122049"/>
                </a:lnTo>
                <a:lnTo>
                  <a:pt x="3330482" y="122048"/>
                </a:lnTo>
                <a:lnTo>
                  <a:pt x="3321998" y="122048"/>
                </a:lnTo>
                <a:lnTo>
                  <a:pt x="3321998" y="77386"/>
                </a:lnTo>
                <a:lnTo>
                  <a:pt x="3321947" y="75013"/>
                </a:lnTo>
                <a:lnTo>
                  <a:pt x="3321796" y="72754"/>
                </a:lnTo>
                <a:lnTo>
                  <a:pt x="3321546" y="70610"/>
                </a:lnTo>
                <a:lnTo>
                  <a:pt x="3321199" y="68578"/>
                </a:lnTo>
                <a:lnTo>
                  <a:pt x="3320758" y="66657"/>
                </a:lnTo>
                <a:lnTo>
                  <a:pt x="3320224" y="64846"/>
                </a:lnTo>
                <a:lnTo>
                  <a:pt x="3319599" y="63144"/>
                </a:lnTo>
                <a:lnTo>
                  <a:pt x="3318885" y="61549"/>
                </a:lnTo>
                <a:lnTo>
                  <a:pt x="3318084" y="60061"/>
                </a:lnTo>
                <a:lnTo>
                  <a:pt x="3317198" y="58677"/>
                </a:lnTo>
                <a:lnTo>
                  <a:pt x="3316229" y="57398"/>
                </a:lnTo>
                <a:lnTo>
                  <a:pt x="3315178" y="56221"/>
                </a:lnTo>
                <a:lnTo>
                  <a:pt x="3314049" y="55145"/>
                </a:lnTo>
                <a:lnTo>
                  <a:pt x="3312842" y="54170"/>
                </a:lnTo>
                <a:lnTo>
                  <a:pt x="3311559" y="53293"/>
                </a:lnTo>
                <a:lnTo>
                  <a:pt x="3310203" y="52513"/>
                </a:lnTo>
                <a:lnTo>
                  <a:pt x="3308775" y="51831"/>
                </a:lnTo>
                <a:lnTo>
                  <a:pt x="3307278" y="51243"/>
                </a:lnTo>
                <a:lnTo>
                  <a:pt x="3305712" y="50749"/>
                </a:lnTo>
                <a:lnTo>
                  <a:pt x="3304081" y="50347"/>
                </a:lnTo>
                <a:lnTo>
                  <a:pt x="3302386" y="50037"/>
                </a:lnTo>
                <a:lnTo>
                  <a:pt x="3300629" y="49817"/>
                </a:lnTo>
                <a:lnTo>
                  <a:pt x="3298812" y="49686"/>
                </a:lnTo>
                <a:lnTo>
                  <a:pt x="3296937" y="49643"/>
                </a:lnTo>
                <a:lnTo>
                  <a:pt x="3295344" y="49676"/>
                </a:lnTo>
                <a:lnTo>
                  <a:pt x="3293796" y="49774"/>
                </a:lnTo>
                <a:lnTo>
                  <a:pt x="3292293" y="49932"/>
                </a:lnTo>
                <a:lnTo>
                  <a:pt x="3290835" y="50146"/>
                </a:lnTo>
                <a:lnTo>
                  <a:pt x="3289423" y="50411"/>
                </a:lnTo>
                <a:lnTo>
                  <a:pt x="3288056" y="50725"/>
                </a:lnTo>
                <a:lnTo>
                  <a:pt x="3286736" y="51082"/>
                </a:lnTo>
                <a:lnTo>
                  <a:pt x="3285462" y="51479"/>
                </a:lnTo>
                <a:lnTo>
                  <a:pt x="3284235" y="51911"/>
                </a:lnTo>
                <a:lnTo>
                  <a:pt x="3283055" y="52375"/>
                </a:lnTo>
                <a:lnTo>
                  <a:pt x="3281923" y="52866"/>
                </a:lnTo>
                <a:lnTo>
                  <a:pt x="3280838" y="53380"/>
                </a:lnTo>
                <a:lnTo>
                  <a:pt x="3279802" y="53913"/>
                </a:lnTo>
                <a:lnTo>
                  <a:pt x="3278814" y="54461"/>
                </a:lnTo>
                <a:lnTo>
                  <a:pt x="3277875" y="55020"/>
                </a:lnTo>
                <a:lnTo>
                  <a:pt x="3276986" y="55586"/>
                </a:lnTo>
                <a:lnTo>
                  <a:pt x="3276146" y="56154"/>
                </a:lnTo>
                <a:lnTo>
                  <a:pt x="3275355" y="56721"/>
                </a:lnTo>
                <a:lnTo>
                  <a:pt x="3274615" y="57283"/>
                </a:lnTo>
                <a:lnTo>
                  <a:pt x="3273925" y="57835"/>
                </a:lnTo>
                <a:lnTo>
                  <a:pt x="3273287" y="58373"/>
                </a:lnTo>
                <a:lnTo>
                  <a:pt x="3272699" y="58893"/>
                </a:lnTo>
                <a:lnTo>
                  <a:pt x="3272163" y="59391"/>
                </a:lnTo>
                <a:lnTo>
                  <a:pt x="3271679" y="59863"/>
                </a:lnTo>
                <a:lnTo>
                  <a:pt x="3271678" y="59106"/>
                </a:lnTo>
                <a:lnTo>
                  <a:pt x="3271674" y="58383"/>
                </a:lnTo>
                <a:lnTo>
                  <a:pt x="3271664" y="57694"/>
                </a:lnTo>
                <a:lnTo>
                  <a:pt x="3271643" y="57039"/>
                </a:lnTo>
                <a:lnTo>
                  <a:pt x="3271609" y="56417"/>
                </a:lnTo>
                <a:lnTo>
                  <a:pt x="3271558" y="55829"/>
                </a:lnTo>
                <a:lnTo>
                  <a:pt x="3271487" y="55274"/>
                </a:lnTo>
                <a:lnTo>
                  <a:pt x="3271393" y="54753"/>
                </a:lnTo>
                <a:lnTo>
                  <a:pt x="3271272" y="54264"/>
                </a:lnTo>
                <a:lnTo>
                  <a:pt x="3271121" y="53809"/>
                </a:lnTo>
                <a:lnTo>
                  <a:pt x="3270936" y="53385"/>
                </a:lnTo>
                <a:lnTo>
                  <a:pt x="3270715" y="52995"/>
                </a:lnTo>
                <a:lnTo>
                  <a:pt x="3270453" y="52636"/>
                </a:lnTo>
                <a:lnTo>
                  <a:pt x="3270148" y="52310"/>
                </a:lnTo>
                <a:lnTo>
                  <a:pt x="3269796" y="52015"/>
                </a:lnTo>
                <a:lnTo>
                  <a:pt x="3269394" y="51753"/>
                </a:lnTo>
                <a:lnTo>
                  <a:pt x="3268939" y="51522"/>
                </a:lnTo>
                <a:lnTo>
                  <a:pt x="3268426" y="51322"/>
                </a:lnTo>
                <a:lnTo>
                  <a:pt x="3267853" y="51153"/>
                </a:lnTo>
                <a:lnTo>
                  <a:pt x="3267217" y="51016"/>
                </a:lnTo>
                <a:lnTo>
                  <a:pt x="3266513" y="50909"/>
                </a:lnTo>
                <a:lnTo>
                  <a:pt x="3265740" y="50833"/>
                </a:lnTo>
                <a:lnTo>
                  <a:pt x="3264893" y="50788"/>
                </a:lnTo>
                <a:lnTo>
                  <a:pt x="3263968" y="50773"/>
                </a:lnTo>
                <a:lnTo>
                  <a:pt x="3249895" y="50773"/>
                </a:lnTo>
                <a:lnTo>
                  <a:pt x="3249501" y="50773"/>
                </a:lnTo>
                <a:lnTo>
                  <a:pt x="3249091" y="50776"/>
                </a:lnTo>
                <a:lnTo>
                  <a:pt x="3248669" y="50784"/>
                </a:lnTo>
                <a:lnTo>
                  <a:pt x="3248238" y="50800"/>
                </a:lnTo>
                <a:lnTo>
                  <a:pt x="3247800" y="50827"/>
                </a:lnTo>
                <a:lnTo>
                  <a:pt x="3247358" y="50866"/>
                </a:lnTo>
                <a:lnTo>
                  <a:pt x="3246915" y="50921"/>
                </a:lnTo>
                <a:lnTo>
                  <a:pt x="3246474" y="50994"/>
                </a:lnTo>
                <a:lnTo>
                  <a:pt x="3246038" y="51088"/>
                </a:lnTo>
                <a:lnTo>
                  <a:pt x="3245609" y="51205"/>
                </a:lnTo>
                <a:lnTo>
                  <a:pt x="3245191" y="51348"/>
                </a:lnTo>
                <a:lnTo>
                  <a:pt x="3244785" y="51520"/>
                </a:lnTo>
                <a:lnTo>
                  <a:pt x="3244396" y="51723"/>
                </a:lnTo>
                <a:lnTo>
                  <a:pt x="3244026" y="51959"/>
                </a:lnTo>
                <a:lnTo>
                  <a:pt x="3243678" y="52232"/>
                </a:lnTo>
                <a:lnTo>
                  <a:pt x="3243354" y="52544"/>
                </a:lnTo>
                <a:lnTo>
                  <a:pt x="3243058" y="52897"/>
                </a:lnTo>
                <a:lnTo>
                  <a:pt x="3242792" y="53295"/>
                </a:lnTo>
                <a:lnTo>
                  <a:pt x="3242559" y="53739"/>
                </a:lnTo>
                <a:lnTo>
                  <a:pt x="3242362" y="54232"/>
                </a:lnTo>
                <a:lnTo>
                  <a:pt x="3242204" y="54778"/>
                </a:lnTo>
                <a:lnTo>
                  <a:pt x="3242087" y="55377"/>
                </a:lnTo>
                <a:lnTo>
                  <a:pt x="3242015" y="56034"/>
                </a:lnTo>
                <a:lnTo>
                  <a:pt x="3241990" y="56751"/>
                </a:lnTo>
                <a:lnTo>
                  <a:pt x="3242016" y="57444"/>
                </a:lnTo>
                <a:lnTo>
                  <a:pt x="3242091" y="58080"/>
                </a:lnTo>
                <a:lnTo>
                  <a:pt x="3242211" y="58660"/>
                </a:lnTo>
                <a:lnTo>
                  <a:pt x="3242374" y="59188"/>
                </a:lnTo>
                <a:lnTo>
                  <a:pt x="3242577" y="59665"/>
                </a:lnTo>
                <a:lnTo>
                  <a:pt x="3242816" y="60095"/>
                </a:lnTo>
                <a:lnTo>
                  <a:pt x="3243088" y="60479"/>
                </a:lnTo>
                <a:lnTo>
                  <a:pt x="3243390" y="60821"/>
                </a:lnTo>
                <a:lnTo>
                  <a:pt x="3243719" y="61123"/>
                </a:lnTo>
                <a:lnTo>
                  <a:pt x="3244071" y="61387"/>
                </a:lnTo>
                <a:lnTo>
                  <a:pt x="3244444" y="61616"/>
                </a:lnTo>
                <a:lnTo>
                  <a:pt x="3244834" y="61812"/>
                </a:lnTo>
                <a:lnTo>
                  <a:pt x="3245238" y="61978"/>
                </a:lnTo>
                <a:lnTo>
                  <a:pt x="3245653" y="62116"/>
                </a:lnTo>
                <a:lnTo>
                  <a:pt x="3246076" y="62230"/>
                </a:lnTo>
                <a:lnTo>
                  <a:pt x="3246503" y="62321"/>
                </a:lnTo>
                <a:lnTo>
                  <a:pt x="3246931" y="62391"/>
                </a:lnTo>
                <a:lnTo>
                  <a:pt x="3247358" y="62444"/>
                </a:lnTo>
                <a:lnTo>
                  <a:pt x="3247780" y="62482"/>
                </a:lnTo>
                <a:lnTo>
                  <a:pt x="3248193" y="62508"/>
                </a:lnTo>
                <a:lnTo>
                  <a:pt x="3248595" y="62523"/>
                </a:lnTo>
                <a:lnTo>
                  <a:pt x="3248982" y="62531"/>
                </a:lnTo>
                <a:lnTo>
                  <a:pt x="3249352" y="62534"/>
                </a:lnTo>
                <a:lnTo>
                  <a:pt x="3249701" y="62535"/>
                </a:lnTo>
                <a:lnTo>
                  <a:pt x="3258379" y="62535"/>
                </a:lnTo>
                <a:lnTo>
                  <a:pt x="3258379" y="122048"/>
                </a:lnTo>
                <a:lnTo>
                  <a:pt x="3249895" y="122048"/>
                </a:lnTo>
                <a:lnTo>
                  <a:pt x="3249501" y="122049"/>
                </a:lnTo>
                <a:lnTo>
                  <a:pt x="3249091" y="122052"/>
                </a:lnTo>
                <a:lnTo>
                  <a:pt x="3248669" y="122060"/>
                </a:lnTo>
                <a:lnTo>
                  <a:pt x="3248238" y="122076"/>
                </a:lnTo>
                <a:lnTo>
                  <a:pt x="3247800" y="122102"/>
                </a:lnTo>
                <a:lnTo>
                  <a:pt x="3247358" y="122141"/>
                </a:lnTo>
                <a:lnTo>
                  <a:pt x="3246915" y="122196"/>
                </a:lnTo>
                <a:lnTo>
                  <a:pt x="3246474" y="122269"/>
                </a:lnTo>
                <a:lnTo>
                  <a:pt x="3246038" y="122363"/>
                </a:lnTo>
                <a:lnTo>
                  <a:pt x="3245609" y="122480"/>
                </a:lnTo>
                <a:lnTo>
                  <a:pt x="3245191" y="122623"/>
                </a:lnTo>
                <a:lnTo>
                  <a:pt x="3244785" y="122795"/>
                </a:lnTo>
                <a:lnTo>
                  <a:pt x="3244396" y="122998"/>
                </a:lnTo>
                <a:lnTo>
                  <a:pt x="3244026" y="123234"/>
                </a:lnTo>
                <a:lnTo>
                  <a:pt x="3243678" y="123507"/>
                </a:lnTo>
                <a:lnTo>
                  <a:pt x="3243354" y="123818"/>
                </a:lnTo>
                <a:lnTo>
                  <a:pt x="3243058" y="124172"/>
                </a:lnTo>
                <a:lnTo>
                  <a:pt x="3242792" y="124569"/>
                </a:lnTo>
                <a:lnTo>
                  <a:pt x="3242559" y="125013"/>
                </a:lnTo>
                <a:lnTo>
                  <a:pt x="3242362" y="125506"/>
                </a:lnTo>
                <a:lnTo>
                  <a:pt x="3242204" y="126051"/>
                </a:lnTo>
                <a:lnTo>
                  <a:pt x="3242087" y="126650"/>
                </a:lnTo>
                <a:lnTo>
                  <a:pt x="3242015" y="127307"/>
                </a:lnTo>
                <a:lnTo>
                  <a:pt x="3241990" y="128023"/>
                </a:lnTo>
                <a:lnTo>
                  <a:pt x="3242016" y="128717"/>
                </a:lnTo>
                <a:lnTo>
                  <a:pt x="3242091" y="129352"/>
                </a:lnTo>
                <a:lnTo>
                  <a:pt x="3242211" y="129932"/>
                </a:lnTo>
                <a:lnTo>
                  <a:pt x="3242374" y="130460"/>
                </a:lnTo>
                <a:lnTo>
                  <a:pt x="3242577" y="130937"/>
                </a:lnTo>
                <a:lnTo>
                  <a:pt x="3242816" y="131367"/>
                </a:lnTo>
                <a:lnTo>
                  <a:pt x="3243088" y="131752"/>
                </a:lnTo>
                <a:lnTo>
                  <a:pt x="3243390" y="132093"/>
                </a:lnTo>
                <a:lnTo>
                  <a:pt x="3243719" y="132395"/>
                </a:lnTo>
                <a:lnTo>
                  <a:pt x="3244071" y="132659"/>
                </a:lnTo>
                <a:lnTo>
                  <a:pt x="3244444" y="132888"/>
                </a:lnTo>
                <a:lnTo>
                  <a:pt x="3244834" y="133084"/>
                </a:lnTo>
                <a:lnTo>
                  <a:pt x="3245238" y="133250"/>
                </a:lnTo>
                <a:lnTo>
                  <a:pt x="3245653" y="133389"/>
                </a:lnTo>
                <a:lnTo>
                  <a:pt x="3246076" y="133502"/>
                </a:lnTo>
                <a:lnTo>
                  <a:pt x="3246503" y="133593"/>
                </a:lnTo>
                <a:lnTo>
                  <a:pt x="3246931" y="133664"/>
                </a:lnTo>
                <a:lnTo>
                  <a:pt x="3247358" y="133717"/>
                </a:lnTo>
                <a:lnTo>
                  <a:pt x="3247780" y="133755"/>
                </a:lnTo>
                <a:lnTo>
                  <a:pt x="3248193" y="133780"/>
                </a:lnTo>
                <a:lnTo>
                  <a:pt x="3248595" y="133796"/>
                </a:lnTo>
                <a:lnTo>
                  <a:pt x="3248982" y="133804"/>
                </a:lnTo>
                <a:lnTo>
                  <a:pt x="3249352" y="133807"/>
                </a:lnTo>
                <a:lnTo>
                  <a:pt x="3249701" y="133807"/>
                </a:lnTo>
                <a:lnTo>
                  <a:pt x="3280357" y="133807"/>
                </a:lnTo>
                <a:lnTo>
                  <a:pt x="3280706" y="133807"/>
                </a:lnTo>
                <a:lnTo>
                  <a:pt x="3281075" y="133804"/>
                </a:lnTo>
                <a:lnTo>
                  <a:pt x="3281463" y="133796"/>
                </a:lnTo>
                <a:lnTo>
                  <a:pt x="3281865" y="133780"/>
                </a:lnTo>
                <a:lnTo>
                  <a:pt x="3282278" y="133755"/>
                </a:lnTo>
                <a:lnTo>
                  <a:pt x="3282700" y="133717"/>
                </a:lnTo>
                <a:lnTo>
                  <a:pt x="3283126" y="133664"/>
                </a:lnTo>
                <a:lnTo>
                  <a:pt x="3283555" y="133593"/>
                </a:lnTo>
                <a:lnTo>
                  <a:pt x="3283982" y="133502"/>
                </a:lnTo>
                <a:lnTo>
                  <a:pt x="3284405" y="133389"/>
                </a:lnTo>
                <a:lnTo>
                  <a:pt x="3284820" y="133250"/>
                </a:lnTo>
                <a:lnTo>
                  <a:pt x="3285224" y="133084"/>
                </a:lnTo>
                <a:lnTo>
                  <a:pt x="3285614" y="132888"/>
                </a:lnTo>
                <a:lnTo>
                  <a:pt x="3285987" y="132659"/>
                </a:lnTo>
                <a:lnTo>
                  <a:pt x="3286339" y="132395"/>
                </a:lnTo>
                <a:lnTo>
                  <a:pt x="3286668" y="132093"/>
                </a:lnTo>
                <a:lnTo>
                  <a:pt x="3286970" y="131752"/>
                </a:lnTo>
                <a:lnTo>
                  <a:pt x="3287242" y="131367"/>
                </a:lnTo>
                <a:lnTo>
                  <a:pt x="3287481" y="130937"/>
                </a:lnTo>
                <a:lnTo>
                  <a:pt x="3287684" y="130460"/>
                </a:lnTo>
                <a:lnTo>
                  <a:pt x="3287847" y="129932"/>
                </a:lnTo>
                <a:lnTo>
                  <a:pt x="3287967" y="129352"/>
                </a:lnTo>
                <a:lnTo>
                  <a:pt x="3288042" y="128717"/>
                </a:lnTo>
                <a:lnTo>
                  <a:pt x="3288067" y="128023"/>
                </a:lnTo>
                <a:lnTo>
                  <a:pt x="3288043" y="127307"/>
                </a:lnTo>
                <a:lnTo>
                  <a:pt x="3287971" y="126650"/>
                </a:lnTo>
                <a:lnTo>
                  <a:pt x="3287854" y="126051"/>
                </a:lnTo>
                <a:lnTo>
                  <a:pt x="3287696" y="125506"/>
                </a:lnTo>
                <a:lnTo>
                  <a:pt x="3287499" y="125013"/>
                </a:lnTo>
                <a:lnTo>
                  <a:pt x="3287266" y="124569"/>
                </a:lnTo>
                <a:lnTo>
                  <a:pt x="3287000" y="124172"/>
                </a:lnTo>
                <a:lnTo>
                  <a:pt x="3286704" y="123818"/>
                </a:lnTo>
                <a:lnTo>
                  <a:pt x="3286380" y="123507"/>
                </a:lnTo>
                <a:lnTo>
                  <a:pt x="3286032" y="123234"/>
                </a:lnTo>
                <a:lnTo>
                  <a:pt x="3285661" y="122998"/>
                </a:lnTo>
                <a:lnTo>
                  <a:pt x="3285272" y="122795"/>
                </a:lnTo>
                <a:lnTo>
                  <a:pt x="3284867" y="122623"/>
                </a:lnTo>
                <a:lnTo>
                  <a:pt x="3284449" y="122480"/>
                </a:lnTo>
                <a:lnTo>
                  <a:pt x="3284020" y="122363"/>
                </a:lnTo>
                <a:lnTo>
                  <a:pt x="3283584" y="122269"/>
                </a:lnTo>
                <a:lnTo>
                  <a:pt x="3283143" y="122196"/>
                </a:lnTo>
                <a:lnTo>
                  <a:pt x="3282700" y="122141"/>
                </a:lnTo>
                <a:lnTo>
                  <a:pt x="3282258" y="122102"/>
                </a:lnTo>
                <a:lnTo>
                  <a:pt x="3281820" y="122076"/>
                </a:lnTo>
                <a:lnTo>
                  <a:pt x="3281389" y="122060"/>
                </a:lnTo>
                <a:lnTo>
                  <a:pt x="3280967" y="122052"/>
                </a:lnTo>
                <a:lnTo>
                  <a:pt x="3280557" y="122049"/>
                </a:lnTo>
                <a:lnTo>
                  <a:pt x="3280163" y="122048"/>
                </a:lnTo>
                <a:lnTo>
                  <a:pt x="3271679" y="122048"/>
                </a:lnTo>
                <a:lnTo>
                  <a:pt x="3271679" y="87959"/>
                </a:lnTo>
                <a:lnTo>
                  <a:pt x="3271752" y="85616"/>
                </a:lnTo>
                <a:lnTo>
                  <a:pt x="3271965" y="83396"/>
                </a:lnTo>
                <a:lnTo>
                  <a:pt x="3272311" y="81295"/>
                </a:lnTo>
                <a:lnTo>
                  <a:pt x="3272781" y="79313"/>
                </a:lnTo>
                <a:lnTo>
                  <a:pt x="3273367" y="77446"/>
                </a:lnTo>
                <a:lnTo>
                  <a:pt x="3274062" y="75694"/>
                </a:lnTo>
                <a:lnTo>
                  <a:pt x="3274856" y="74055"/>
                </a:lnTo>
                <a:lnTo>
                  <a:pt x="3275742" y="72525"/>
                </a:lnTo>
                <a:lnTo>
                  <a:pt x="3276712" y="71103"/>
                </a:lnTo>
                <a:lnTo>
                  <a:pt x="3277757" y="69788"/>
                </a:lnTo>
                <a:lnTo>
                  <a:pt x="3278870" y="68577"/>
                </a:lnTo>
                <a:lnTo>
                  <a:pt x="3280042" y="67468"/>
                </a:lnTo>
                <a:lnTo>
                  <a:pt x="3281265" y="66459"/>
                </a:lnTo>
                <a:lnTo>
                  <a:pt x="3282532" y="65549"/>
                </a:lnTo>
                <a:lnTo>
                  <a:pt x="3283833" y="64735"/>
                </a:lnTo>
                <a:lnTo>
                  <a:pt x="3285161" y="64014"/>
                </a:lnTo>
                <a:lnTo>
                  <a:pt x="3286508" y="63387"/>
                </a:lnTo>
                <a:lnTo>
                  <a:pt x="3287866" y="62849"/>
                </a:lnTo>
                <a:lnTo>
                  <a:pt x="3289226" y="62399"/>
                </a:lnTo>
                <a:lnTo>
                  <a:pt x="3290581" y="62036"/>
                </a:lnTo>
                <a:lnTo>
                  <a:pt x="3291922" y="61757"/>
                </a:lnTo>
                <a:lnTo>
                  <a:pt x="3293241" y="61560"/>
                </a:lnTo>
                <a:lnTo>
                  <a:pt x="3294530" y="61443"/>
                </a:lnTo>
                <a:lnTo>
                  <a:pt x="3295781" y="61405"/>
                </a:lnTo>
                <a:lnTo>
                  <a:pt x="3297019" y="61433"/>
                </a:lnTo>
                <a:lnTo>
                  <a:pt x="3298181" y="61518"/>
                </a:lnTo>
                <a:lnTo>
                  <a:pt x="3299269" y="61659"/>
                </a:lnTo>
                <a:lnTo>
                  <a:pt x="3300285" y="61858"/>
                </a:lnTo>
                <a:lnTo>
                  <a:pt x="3301231" y="62114"/>
                </a:lnTo>
                <a:lnTo>
                  <a:pt x="3302109" y="62428"/>
                </a:lnTo>
                <a:lnTo>
                  <a:pt x="3302921" y="62800"/>
                </a:lnTo>
                <a:lnTo>
                  <a:pt x="3303670" y="63231"/>
                </a:lnTo>
                <a:lnTo>
                  <a:pt x="3304357" y="63720"/>
                </a:lnTo>
                <a:lnTo>
                  <a:pt x="3304984" y="64269"/>
                </a:lnTo>
                <a:lnTo>
                  <a:pt x="3305554" y="64877"/>
                </a:lnTo>
                <a:lnTo>
                  <a:pt x="3306069" y="65545"/>
                </a:lnTo>
                <a:lnTo>
                  <a:pt x="3306531" y="66273"/>
                </a:lnTo>
                <a:lnTo>
                  <a:pt x="3306941" y="67062"/>
                </a:lnTo>
                <a:lnTo>
                  <a:pt x="3307303" y="67911"/>
                </a:lnTo>
                <a:lnTo>
                  <a:pt x="3307617" y="68822"/>
                </a:lnTo>
                <a:lnTo>
                  <a:pt x="3307887" y="69794"/>
                </a:lnTo>
                <a:lnTo>
                  <a:pt x="3308114" y="70828"/>
                </a:lnTo>
                <a:lnTo>
                  <a:pt x="3308300" y="71924"/>
                </a:lnTo>
                <a:lnTo>
                  <a:pt x="3308448" y="73082"/>
                </a:lnTo>
                <a:lnTo>
                  <a:pt x="3308559" y="74304"/>
                </a:lnTo>
                <a:lnTo>
                  <a:pt x="3308636" y="75588"/>
                </a:lnTo>
                <a:lnTo>
                  <a:pt x="3308681" y="76936"/>
                </a:lnTo>
                <a:lnTo>
                  <a:pt x="3308695" y="78348"/>
                </a:lnTo>
                <a:lnTo>
                  <a:pt x="3308695" y="122048"/>
                </a:lnTo>
                <a:lnTo>
                  <a:pt x="3301179" y="122048"/>
                </a:lnTo>
                <a:lnTo>
                  <a:pt x="3300785" y="122049"/>
                </a:lnTo>
                <a:lnTo>
                  <a:pt x="3300375" y="122052"/>
                </a:lnTo>
                <a:lnTo>
                  <a:pt x="3299953" y="122060"/>
                </a:lnTo>
                <a:lnTo>
                  <a:pt x="3299522" y="122076"/>
                </a:lnTo>
                <a:lnTo>
                  <a:pt x="3299084" y="122102"/>
                </a:lnTo>
                <a:lnTo>
                  <a:pt x="3298642" y="122141"/>
                </a:lnTo>
                <a:lnTo>
                  <a:pt x="3298199" y="122196"/>
                </a:lnTo>
                <a:lnTo>
                  <a:pt x="3297758" y="122269"/>
                </a:lnTo>
                <a:lnTo>
                  <a:pt x="3297322" y="122363"/>
                </a:lnTo>
                <a:lnTo>
                  <a:pt x="3296893" y="122480"/>
                </a:lnTo>
                <a:lnTo>
                  <a:pt x="3296475" y="122623"/>
                </a:lnTo>
                <a:lnTo>
                  <a:pt x="3296069" y="122795"/>
                </a:lnTo>
                <a:lnTo>
                  <a:pt x="3295680" y="122998"/>
                </a:lnTo>
                <a:lnTo>
                  <a:pt x="3295310" y="123234"/>
                </a:lnTo>
                <a:lnTo>
                  <a:pt x="3294962" y="123507"/>
                </a:lnTo>
                <a:lnTo>
                  <a:pt x="3294638" y="123818"/>
                </a:lnTo>
                <a:lnTo>
                  <a:pt x="3294342" y="124172"/>
                </a:lnTo>
                <a:lnTo>
                  <a:pt x="3294075" y="124569"/>
                </a:lnTo>
                <a:lnTo>
                  <a:pt x="3293843" y="125013"/>
                </a:lnTo>
                <a:lnTo>
                  <a:pt x="3293646" y="125506"/>
                </a:lnTo>
                <a:lnTo>
                  <a:pt x="3293487" y="126051"/>
                </a:lnTo>
                <a:lnTo>
                  <a:pt x="3293371" y="126650"/>
                </a:lnTo>
                <a:lnTo>
                  <a:pt x="3293299" y="127307"/>
                </a:lnTo>
                <a:lnTo>
                  <a:pt x="3293274" y="128023"/>
                </a:lnTo>
                <a:lnTo>
                  <a:pt x="3293301" y="128717"/>
                </a:lnTo>
                <a:lnTo>
                  <a:pt x="3293378" y="129352"/>
                </a:lnTo>
                <a:lnTo>
                  <a:pt x="3293503" y="129932"/>
                </a:lnTo>
                <a:lnTo>
                  <a:pt x="3293672" y="130460"/>
                </a:lnTo>
                <a:lnTo>
                  <a:pt x="3293882" y="130937"/>
                </a:lnTo>
                <a:lnTo>
                  <a:pt x="3294130" y="131367"/>
                </a:lnTo>
                <a:lnTo>
                  <a:pt x="3294411" y="131752"/>
                </a:lnTo>
                <a:lnTo>
                  <a:pt x="3294724" y="132093"/>
                </a:lnTo>
                <a:lnTo>
                  <a:pt x="3295063" y="132395"/>
                </a:lnTo>
                <a:lnTo>
                  <a:pt x="3295427" y="132659"/>
                </a:lnTo>
                <a:lnTo>
                  <a:pt x="3295812" y="132888"/>
                </a:lnTo>
                <a:lnTo>
                  <a:pt x="3296214" y="133084"/>
                </a:lnTo>
                <a:lnTo>
                  <a:pt x="3296630" y="133250"/>
                </a:lnTo>
                <a:lnTo>
                  <a:pt x="3297057" y="133389"/>
                </a:lnTo>
                <a:lnTo>
                  <a:pt x="3297491" y="133502"/>
                </a:lnTo>
                <a:lnTo>
                  <a:pt x="3297929" y="133593"/>
                </a:lnTo>
                <a:lnTo>
                  <a:pt x="3298368" y="133664"/>
                </a:lnTo>
                <a:lnTo>
                  <a:pt x="3298805" y="133717"/>
                </a:lnTo>
                <a:lnTo>
                  <a:pt x="3299235" y="133755"/>
                </a:lnTo>
                <a:lnTo>
                  <a:pt x="3299656" y="133780"/>
                </a:lnTo>
                <a:lnTo>
                  <a:pt x="3300064" y="133796"/>
                </a:lnTo>
                <a:lnTo>
                  <a:pt x="3300456" y="133804"/>
                </a:lnTo>
                <a:lnTo>
                  <a:pt x="3300829" y="133807"/>
                </a:lnTo>
                <a:lnTo>
                  <a:pt x="3301179" y="133807"/>
                </a:lnTo>
                <a:lnTo>
                  <a:pt x="3330676" y="133807"/>
                </a:lnTo>
                <a:lnTo>
                  <a:pt x="3331025" y="133807"/>
                </a:lnTo>
                <a:lnTo>
                  <a:pt x="3331394" y="133804"/>
                </a:lnTo>
                <a:lnTo>
                  <a:pt x="3331782" y="133796"/>
                </a:lnTo>
                <a:lnTo>
                  <a:pt x="3332184" y="133780"/>
                </a:lnTo>
                <a:lnTo>
                  <a:pt x="3332597" y="133755"/>
                </a:lnTo>
                <a:lnTo>
                  <a:pt x="3333019" y="133717"/>
                </a:lnTo>
                <a:lnTo>
                  <a:pt x="3333445" y="133664"/>
                </a:lnTo>
                <a:lnTo>
                  <a:pt x="3333874" y="133593"/>
                </a:lnTo>
                <a:lnTo>
                  <a:pt x="3334301" y="133502"/>
                </a:lnTo>
                <a:lnTo>
                  <a:pt x="3334724" y="133389"/>
                </a:lnTo>
                <a:lnTo>
                  <a:pt x="3335139" y="133250"/>
                </a:lnTo>
                <a:lnTo>
                  <a:pt x="3335543" y="133084"/>
                </a:lnTo>
                <a:lnTo>
                  <a:pt x="3335933" y="132888"/>
                </a:lnTo>
                <a:lnTo>
                  <a:pt x="3336306" y="132659"/>
                </a:lnTo>
                <a:lnTo>
                  <a:pt x="3336658" y="132395"/>
                </a:lnTo>
                <a:lnTo>
                  <a:pt x="3336987" y="132093"/>
                </a:lnTo>
                <a:lnTo>
                  <a:pt x="3337289" y="131752"/>
                </a:lnTo>
                <a:lnTo>
                  <a:pt x="3337561" y="131367"/>
                </a:lnTo>
                <a:lnTo>
                  <a:pt x="3337800" y="130937"/>
                </a:lnTo>
                <a:lnTo>
                  <a:pt x="3338003" y="130460"/>
                </a:lnTo>
                <a:lnTo>
                  <a:pt x="3338166" y="129932"/>
                </a:lnTo>
                <a:lnTo>
                  <a:pt x="3338286" y="129352"/>
                </a:lnTo>
                <a:lnTo>
                  <a:pt x="3338361" y="128717"/>
                </a:lnTo>
                <a:lnTo>
                  <a:pt x="3338386" y="128023"/>
                </a:lnTo>
                <a:lnTo>
                  <a:pt x="3338362" y="127307"/>
                </a:lnTo>
                <a:lnTo>
                  <a:pt x="3338290" y="126650"/>
                </a:lnTo>
                <a:lnTo>
                  <a:pt x="3338173" y="126051"/>
                </a:lnTo>
                <a:lnTo>
                  <a:pt x="3338015" y="125506"/>
                </a:lnTo>
                <a:lnTo>
                  <a:pt x="3337818" y="125013"/>
                </a:lnTo>
                <a:close/>
                <a:moveTo>
                  <a:pt x="3641233" y="124569"/>
                </a:moveTo>
                <a:lnTo>
                  <a:pt x="3640967" y="124172"/>
                </a:lnTo>
                <a:lnTo>
                  <a:pt x="3640670" y="123818"/>
                </a:lnTo>
                <a:lnTo>
                  <a:pt x="3640346" y="123507"/>
                </a:lnTo>
                <a:lnTo>
                  <a:pt x="3639998" y="123234"/>
                </a:lnTo>
                <a:lnTo>
                  <a:pt x="3639628" y="122998"/>
                </a:lnTo>
                <a:lnTo>
                  <a:pt x="3639239" y="122795"/>
                </a:lnTo>
                <a:lnTo>
                  <a:pt x="3638834" y="122623"/>
                </a:lnTo>
                <a:lnTo>
                  <a:pt x="3638415" y="122480"/>
                </a:lnTo>
                <a:lnTo>
                  <a:pt x="3637986" y="122363"/>
                </a:lnTo>
                <a:lnTo>
                  <a:pt x="3637550" y="122269"/>
                </a:lnTo>
                <a:lnTo>
                  <a:pt x="3637109" y="122196"/>
                </a:lnTo>
                <a:lnTo>
                  <a:pt x="3636666" y="122141"/>
                </a:lnTo>
                <a:lnTo>
                  <a:pt x="3636224" y="122102"/>
                </a:lnTo>
                <a:lnTo>
                  <a:pt x="3635786" y="122076"/>
                </a:lnTo>
                <a:lnTo>
                  <a:pt x="3635355" y="122060"/>
                </a:lnTo>
                <a:lnTo>
                  <a:pt x="3634933" y="122052"/>
                </a:lnTo>
                <a:lnTo>
                  <a:pt x="3634524" y="122049"/>
                </a:lnTo>
                <a:lnTo>
                  <a:pt x="3634129" y="122048"/>
                </a:lnTo>
                <a:lnTo>
                  <a:pt x="3625645" y="122048"/>
                </a:lnTo>
                <a:lnTo>
                  <a:pt x="3625645" y="77386"/>
                </a:lnTo>
                <a:lnTo>
                  <a:pt x="3625594" y="75013"/>
                </a:lnTo>
                <a:lnTo>
                  <a:pt x="3625443" y="72754"/>
                </a:lnTo>
                <a:lnTo>
                  <a:pt x="3625193" y="70610"/>
                </a:lnTo>
                <a:lnTo>
                  <a:pt x="3624846" y="68578"/>
                </a:lnTo>
                <a:lnTo>
                  <a:pt x="3624405" y="66657"/>
                </a:lnTo>
                <a:lnTo>
                  <a:pt x="3623871" y="64846"/>
                </a:lnTo>
                <a:lnTo>
                  <a:pt x="3623246" y="63144"/>
                </a:lnTo>
                <a:lnTo>
                  <a:pt x="3622532" y="61549"/>
                </a:lnTo>
                <a:lnTo>
                  <a:pt x="3621731" y="60061"/>
                </a:lnTo>
                <a:lnTo>
                  <a:pt x="3620845" y="58677"/>
                </a:lnTo>
                <a:lnTo>
                  <a:pt x="3619876" y="57398"/>
                </a:lnTo>
                <a:lnTo>
                  <a:pt x="3618826" y="56221"/>
                </a:lnTo>
                <a:lnTo>
                  <a:pt x="3617696" y="55145"/>
                </a:lnTo>
                <a:lnTo>
                  <a:pt x="3616489" y="54170"/>
                </a:lnTo>
                <a:lnTo>
                  <a:pt x="3615206" y="53293"/>
                </a:lnTo>
                <a:lnTo>
                  <a:pt x="3613850" y="52513"/>
                </a:lnTo>
                <a:lnTo>
                  <a:pt x="3612422" y="51831"/>
                </a:lnTo>
                <a:lnTo>
                  <a:pt x="3610925" y="51243"/>
                </a:lnTo>
                <a:lnTo>
                  <a:pt x="3609360" y="50749"/>
                </a:lnTo>
                <a:lnTo>
                  <a:pt x="3607729" y="50347"/>
                </a:lnTo>
                <a:lnTo>
                  <a:pt x="3606034" y="50037"/>
                </a:lnTo>
                <a:lnTo>
                  <a:pt x="3604277" y="49817"/>
                </a:lnTo>
                <a:lnTo>
                  <a:pt x="3602459" y="49686"/>
                </a:lnTo>
                <a:lnTo>
                  <a:pt x="3600584" y="49643"/>
                </a:lnTo>
                <a:lnTo>
                  <a:pt x="3598992" y="49676"/>
                </a:lnTo>
                <a:lnTo>
                  <a:pt x="3597444" y="49774"/>
                </a:lnTo>
                <a:lnTo>
                  <a:pt x="3595941" y="49932"/>
                </a:lnTo>
                <a:lnTo>
                  <a:pt x="3594483" y="50146"/>
                </a:lnTo>
                <a:lnTo>
                  <a:pt x="3593070" y="50411"/>
                </a:lnTo>
                <a:lnTo>
                  <a:pt x="3591704" y="50725"/>
                </a:lnTo>
                <a:lnTo>
                  <a:pt x="3590383" y="51082"/>
                </a:lnTo>
                <a:lnTo>
                  <a:pt x="3589109" y="51479"/>
                </a:lnTo>
                <a:lnTo>
                  <a:pt x="3587882" y="51911"/>
                </a:lnTo>
                <a:lnTo>
                  <a:pt x="3586703" y="52375"/>
                </a:lnTo>
                <a:lnTo>
                  <a:pt x="3585570" y="52866"/>
                </a:lnTo>
                <a:lnTo>
                  <a:pt x="3584486" y="53380"/>
                </a:lnTo>
                <a:lnTo>
                  <a:pt x="3583449" y="53913"/>
                </a:lnTo>
                <a:lnTo>
                  <a:pt x="3582462" y="54461"/>
                </a:lnTo>
                <a:lnTo>
                  <a:pt x="3581523" y="55020"/>
                </a:lnTo>
                <a:lnTo>
                  <a:pt x="3580633" y="55586"/>
                </a:lnTo>
                <a:lnTo>
                  <a:pt x="3579793" y="56154"/>
                </a:lnTo>
                <a:lnTo>
                  <a:pt x="3579003" y="56721"/>
                </a:lnTo>
                <a:lnTo>
                  <a:pt x="3578262" y="57283"/>
                </a:lnTo>
                <a:lnTo>
                  <a:pt x="3577573" y="57835"/>
                </a:lnTo>
                <a:lnTo>
                  <a:pt x="3576934" y="58373"/>
                </a:lnTo>
                <a:lnTo>
                  <a:pt x="3576346" y="58893"/>
                </a:lnTo>
                <a:lnTo>
                  <a:pt x="3575810" y="59391"/>
                </a:lnTo>
                <a:lnTo>
                  <a:pt x="3575326" y="59863"/>
                </a:lnTo>
                <a:lnTo>
                  <a:pt x="3575326" y="59106"/>
                </a:lnTo>
                <a:lnTo>
                  <a:pt x="3575322" y="58383"/>
                </a:lnTo>
                <a:lnTo>
                  <a:pt x="3575311" y="57694"/>
                </a:lnTo>
                <a:lnTo>
                  <a:pt x="3575290" y="57039"/>
                </a:lnTo>
                <a:lnTo>
                  <a:pt x="3575256" y="56417"/>
                </a:lnTo>
                <a:lnTo>
                  <a:pt x="3575206" y="55829"/>
                </a:lnTo>
                <a:lnTo>
                  <a:pt x="3575135" y="55274"/>
                </a:lnTo>
                <a:lnTo>
                  <a:pt x="3575041" y="54753"/>
                </a:lnTo>
                <a:lnTo>
                  <a:pt x="3574920" y="54264"/>
                </a:lnTo>
                <a:lnTo>
                  <a:pt x="3574768" y="53809"/>
                </a:lnTo>
                <a:lnTo>
                  <a:pt x="3574584" y="53385"/>
                </a:lnTo>
                <a:lnTo>
                  <a:pt x="3574362" y="52995"/>
                </a:lnTo>
                <a:lnTo>
                  <a:pt x="3574101" y="52636"/>
                </a:lnTo>
                <a:lnTo>
                  <a:pt x="3573796" y="52310"/>
                </a:lnTo>
                <a:lnTo>
                  <a:pt x="3573444" y="52015"/>
                </a:lnTo>
                <a:lnTo>
                  <a:pt x="3573042" y="51753"/>
                </a:lnTo>
                <a:lnTo>
                  <a:pt x="3572586" y="51522"/>
                </a:lnTo>
                <a:lnTo>
                  <a:pt x="3572073" y="51322"/>
                </a:lnTo>
                <a:lnTo>
                  <a:pt x="3571501" y="51153"/>
                </a:lnTo>
                <a:lnTo>
                  <a:pt x="3570864" y="51016"/>
                </a:lnTo>
                <a:lnTo>
                  <a:pt x="3570161" y="50909"/>
                </a:lnTo>
                <a:lnTo>
                  <a:pt x="3569387" y="50833"/>
                </a:lnTo>
                <a:lnTo>
                  <a:pt x="3568540" y="50788"/>
                </a:lnTo>
                <a:lnTo>
                  <a:pt x="3567616" y="50773"/>
                </a:lnTo>
                <a:lnTo>
                  <a:pt x="3553542" y="50773"/>
                </a:lnTo>
                <a:lnTo>
                  <a:pt x="3553148" y="50773"/>
                </a:lnTo>
                <a:lnTo>
                  <a:pt x="3552739" y="50776"/>
                </a:lnTo>
                <a:lnTo>
                  <a:pt x="3552317" y="50784"/>
                </a:lnTo>
                <a:lnTo>
                  <a:pt x="3551885" y="50800"/>
                </a:lnTo>
                <a:lnTo>
                  <a:pt x="3551447" y="50827"/>
                </a:lnTo>
                <a:lnTo>
                  <a:pt x="3551005" y="50866"/>
                </a:lnTo>
                <a:lnTo>
                  <a:pt x="3550563" y="50921"/>
                </a:lnTo>
                <a:lnTo>
                  <a:pt x="3550122" y="50994"/>
                </a:lnTo>
                <a:lnTo>
                  <a:pt x="3549685" y="51088"/>
                </a:lnTo>
                <a:lnTo>
                  <a:pt x="3549256" y="51205"/>
                </a:lnTo>
                <a:lnTo>
                  <a:pt x="3548838" y="51348"/>
                </a:lnTo>
                <a:lnTo>
                  <a:pt x="3548433" y="51520"/>
                </a:lnTo>
                <a:lnTo>
                  <a:pt x="3548044" y="51723"/>
                </a:lnTo>
                <a:lnTo>
                  <a:pt x="3547674" y="51959"/>
                </a:lnTo>
                <a:lnTo>
                  <a:pt x="3547325" y="52232"/>
                </a:lnTo>
                <a:lnTo>
                  <a:pt x="3547001" y="52544"/>
                </a:lnTo>
                <a:lnTo>
                  <a:pt x="3546705" y="52897"/>
                </a:lnTo>
                <a:lnTo>
                  <a:pt x="3546439" y="53295"/>
                </a:lnTo>
                <a:lnTo>
                  <a:pt x="3546206" y="53739"/>
                </a:lnTo>
                <a:lnTo>
                  <a:pt x="3546009" y="54232"/>
                </a:lnTo>
                <a:lnTo>
                  <a:pt x="3545851" y="54778"/>
                </a:lnTo>
                <a:lnTo>
                  <a:pt x="3545734" y="55377"/>
                </a:lnTo>
                <a:lnTo>
                  <a:pt x="3545662" y="56034"/>
                </a:lnTo>
                <a:lnTo>
                  <a:pt x="3545638" y="56751"/>
                </a:lnTo>
                <a:lnTo>
                  <a:pt x="3545663" y="57444"/>
                </a:lnTo>
                <a:lnTo>
                  <a:pt x="3545738" y="58080"/>
                </a:lnTo>
                <a:lnTo>
                  <a:pt x="3545858" y="58660"/>
                </a:lnTo>
                <a:lnTo>
                  <a:pt x="3546022" y="59188"/>
                </a:lnTo>
                <a:lnTo>
                  <a:pt x="3546224" y="59665"/>
                </a:lnTo>
                <a:lnTo>
                  <a:pt x="3546463" y="60095"/>
                </a:lnTo>
                <a:lnTo>
                  <a:pt x="3546735" y="60479"/>
                </a:lnTo>
                <a:lnTo>
                  <a:pt x="3547037" y="60821"/>
                </a:lnTo>
                <a:lnTo>
                  <a:pt x="3547366" y="61123"/>
                </a:lnTo>
                <a:lnTo>
                  <a:pt x="3547719" y="61387"/>
                </a:lnTo>
                <a:lnTo>
                  <a:pt x="3548091" y="61616"/>
                </a:lnTo>
                <a:lnTo>
                  <a:pt x="3548481" y="61812"/>
                </a:lnTo>
                <a:lnTo>
                  <a:pt x="3548886" y="61978"/>
                </a:lnTo>
                <a:lnTo>
                  <a:pt x="3549300" y="62116"/>
                </a:lnTo>
                <a:lnTo>
                  <a:pt x="3549723" y="62230"/>
                </a:lnTo>
                <a:lnTo>
                  <a:pt x="3550150" y="62321"/>
                </a:lnTo>
                <a:lnTo>
                  <a:pt x="3550579" y="62391"/>
                </a:lnTo>
                <a:lnTo>
                  <a:pt x="3551005" y="62444"/>
                </a:lnTo>
                <a:lnTo>
                  <a:pt x="3551427" y="62482"/>
                </a:lnTo>
                <a:lnTo>
                  <a:pt x="3551840" y="62508"/>
                </a:lnTo>
                <a:lnTo>
                  <a:pt x="3552242" y="62523"/>
                </a:lnTo>
                <a:lnTo>
                  <a:pt x="3552630" y="62531"/>
                </a:lnTo>
                <a:lnTo>
                  <a:pt x="3552999" y="62534"/>
                </a:lnTo>
                <a:lnTo>
                  <a:pt x="3553348" y="62535"/>
                </a:lnTo>
                <a:lnTo>
                  <a:pt x="3562026" y="62535"/>
                </a:lnTo>
                <a:lnTo>
                  <a:pt x="3562026" y="122048"/>
                </a:lnTo>
                <a:lnTo>
                  <a:pt x="3553542" y="122048"/>
                </a:lnTo>
                <a:lnTo>
                  <a:pt x="3553148" y="122049"/>
                </a:lnTo>
                <a:lnTo>
                  <a:pt x="3552739" y="122052"/>
                </a:lnTo>
                <a:lnTo>
                  <a:pt x="3552317" y="122060"/>
                </a:lnTo>
                <a:lnTo>
                  <a:pt x="3551885" y="122076"/>
                </a:lnTo>
                <a:lnTo>
                  <a:pt x="3551447" y="122102"/>
                </a:lnTo>
                <a:lnTo>
                  <a:pt x="3551005" y="122141"/>
                </a:lnTo>
                <a:lnTo>
                  <a:pt x="3550563" y="122196"/>
                </a:lnTo>
                <a:lnTo>
                  <a:pt x="3550122" y="122269"/>
                </a:lnTo>
                <a:lnTo>
                  <a:pt x="3549685" y="122363"/>
                </a:lnTo>
                <a:lnTo>
                  <a:pt x="3549256" y="122480"/>
                </a:lnTo>
                <a:lnTo>
                  <a:pt x="3548838" y="122623"/>
                </a:lnTo>
                <a:lnTo>
                  <a:pt x="3548433" y="122795"/>
                </a:lnTo>
                <a:lnTo>
                  <a:pt x="3548044" y="122998"/>
                </a:lnTo>
                <a:lnTo>
                  <a:pt x="3547674" y="123234"/>
                </a:lnTo>
                <a:lnTo>
                  <a:pt x="3547325" y="123507"/>
                </a:lnTo>
                <a:lnTo>
                  <a:pt x="3547001" y="123818"/>
                </a:lnTo>
                <a:lnTo>
                  <a:pt x="3546705" y="124172"/>
                </a:lnTo>
                <a:lnTo>
                  <a:pt x="3546439" y="124569"/>
                </a:lnTo>
                <a:lnTo>
                  <a:pt x="3546206" y="125013"/>
                </a:lnTo>
                <a:lnTo>
                  <a:pt x="3546009" y="125506"/>
                </a:lnTo>
                <a:lnTo>
                  <a:pt x="3545851" y="126051"/>
                </a:lnTo>
                <a:lnTo>
                  <a:pt x="3545734" y="126650"/>
                </a:lnTo>
                <a:lnTo>
                  <a:pt x="3545662" y="127307"/>
                </a:lnTo>
                <a:lnTo>
                  <a:pt x="3545638" y="128023"/>
                </a:lnTo>
                <a:lnTo>
                  <a:pt x="3545663" y="128717"/>
                </a:lnTo>
                <a:lnTo>
                  <a:pt x="3545738" y="129352"/>
                </a:lnTo>
                <a:lnTo>
                  <a:pt x="3545858" y="129932"/>
                </a:lnTo>
                <a:lnTo>
                  <a:pt x="3546022" y="130460"/>
                </a:lnTo>
                <a:lnTo>
                  <a:pt x="3546224" y="130937"/>
                </a:lnTo>
                <a:lnTo>
                  <a:pt x="3546463" y="131367"/>
                </a:lnTo>
                <a:lnTo>
                  <a:pt x="3546735" y="131752"/>
                </a:lnTo>
                <a:lnTo>
                  <a:pt x="3547037" y="132093"/>
                </a:lnTo>
                <a:lnTo>
                  <a:pt x="3547366" y="132395"/>
                </a:lnTo>
                <a:lnTo>
                  <a:pt x="3547719" y="132659"/>
                </a:lnTo>
                <a:lnTo>
                  <a:pt x="3548091" y="132888"/>
                </a:lnTo>
                <a:lnTo>
                  <a:pt x="3548481" y="133084"/>
                </a:lnTo>
                <a:lnTo>
                  <a:pt x="3548886" y="133250"/>
                </a:lnTo>
                <a:lnTo>
                  <a:pt x="3549300" y="133389"/>
                </a:lnTo>
                <a:lnTo>
                  <a:pt x="3549723" y="133502"/>
                </a:lnTo>
                <a:lnTo>
                  <a:pt x="3550150" y="133593"/>
                </a:lnTo>
                <a:lnTo>
                  <a:pt x="3550579" y="133664"/>
                </a:lnTo>
                <a:lnTo>
                  <a:pt x="3551005" y="133717"/>
                </a:lnTo>
                <a:lnTo>
                  <a:pt x="3551427" y="133755"/>
                </a:lnTo>
                <a:lnTo>
                  <a:pt x="3551840" y="133780"/>
                </a:lnTo>
                <a:lnTo>
                  <a:pt x="3552242" y="133796"/>
                </a:lnTo>
                <a:lnTo>
                  <a:pt x="3552630" y="133804"/>
                </a:lnTo>
                <a:lnTo>
                  <a:pt x="3552999" y="133807"/>
                </a:lnTo>
                <a:lnTo>
                  <a:pt x="3553348" y="133807"/>
                </a:lnTo>
                <a:lnTo>
                  <a:pt x="3584004" y="133807"/>
                </a:lnTo>
                <a:lnTo>
                  <a:pt x="3584353" y="133807"/>
                </a:lnTo>
                <a:lnTo>
                  <a:pt x="3584723" y="133804"/>
                </a:lnTo>
                <a:lnTo>
                  <a:pt x="3585110" y="133796"/>
                </a:lnTo>
                <a:lnTo>
                  <a:pt x="3585512" y="133780"/>
                </a:lnTo>
                <a:lnTo>
                  <a:pt x="3585926" y="133755"/>
                </a:lnTo>
                <a:lnTo>
                  <a:pt x="3586347" y="133717"/>
                </a:lnTo>
                <a:lnTo>
                  <a:pt x="3586774" y="133664"/>
                </a:lnTo>
                <a:lnTo>
                  <a:pt x="3587202" y="133593"/>
                </a:lnTo>
                <a:lnTo>
                  <a:pt x="3587629" y="133502"/>
                </a:lnTo>
                <a:lnTo>
                  <a:pt x="3588052" y="133389"/>
                </a:lnTo>
                <a:lnTo>
                  <a:pt x="3588467" y="133250"/>
                </a:lnTo>
                <a:lnTo>
                  <a:pt x="3588871" y="133084"/>
                </a:lnTo>
                <a:lnTo>
                  <a:pt x="3589261" y="132888"/>
                </a:lnTo>
                <a:lnTo>
                  <a:pt x="3589634" y="132659"/>
                </a:lnTo>
                <a:lnTo>
                  <a:pt x="3589986" y="132395"/>
                </a:lnTo>
                <a:lnTo>
                  <a:pt x="3590315" y="132093"/>
                </a:lnTo>
                <a:lnTo>
                  <a:pt x="3590617" y="131752"/>
                </a:lnTo>
                <a:lnTo>
                  <a:pt x="3590889" y="131367"/>
                </a:lnTo>
                <a:lnTo>
                  <a:pt x="3591128" y="130937"/>
                </a:lnTo>
                <a:lnTo>
                  <a:pt x="3591331" y="130460"/>
                </a:lnTo>
                <a:lnTo>
                  <a:pt x="3591494" y="129932"/>
                </a:lnTo>
                <a:lnTo>
                  <a:pt x="3591615" y="129352"/>
                </a:lnTo>
                <a:lnTo>
                  <a:pt x="3591689" y="128717"/>
                </a:lnTo>
                <a:lnTo>
                  <a:pt x="3591715" y="128023"/>
                </a:lnTo>
                <a:lnTo>
                  <a:pt x="3591690" y="127307"/>
                </a:lnTo>
                <a:lnTo>
                  <a:pt x="3591618" y="126650"/>
                </a:lnTo>
                <a:lnTo>
                  <a:pt x="3591502" y="126051"/>
                </a:lnTo>
                <a:lnTo>
                  <a:pt x="3591344" y="125506"/>
                </a:lnTo>
                <a:lnTo>
                  <a:pt x="3591147" y="125013"/>
                </a:lnTo>
                <a:lnTo>
                  <a:pt x="3590914" y="124569"/>
                </a:lnTo>
                <a:lnTo>
                  <a:pt x="3590648" y="124172"/>
                </a:lnTo>
                <a:lnTo>
                  <a:pt x="3590351" y="123818"/>
                </a:lnTo>
                <a:lnTo>
                  <a:pt x="3590027" y="123507"/>
                </a:lnTo>
                <a:lnTo>
                  <a:pt x="3589679" y="123234"/>
                </a:lnTo>
                <a:lnTo>
                  <a:pt x="3589309" y="122998"/>
                </a:lnTo>
                <a:lnTo>
                  <a:pt x="3588920" y="122795"/>
                </a:lnTo>
                <a:lnTo>
                  <a:pt x="3588515" y="122623"/>
                </a:lnTo>
                <a:lnTo>
                  <a:pt x="3588096" y="122480"/>
                </a:lnTo>
                <a:lnTo>
                  <a:pt x="3587667" y="122363"/>
                </a:lnTo>
                <a:lnTo>
                  <a:pt x="3587231" y="122269"/>
                </a:lnTo>
                <a:lnTo>
                  <a:pt x="3586790" y="122196"/>
                </a:lnTo>
                <a:lnTo>
                  <a:pt x="3586347" y="122141"/>
                </a:lnTo>
                <a:lnTo>
                  <a:pt x="3585905" y="122102"/>
                </a:lnTo>
                <a:lnTo>
                  <a:pt x="3585467" y="122076"/>
                </a:lnTo>
                <a:lnTo>
                  <a:pt x="3585036" y="122060"/>
                </a:lnTo>
                <a:lnTo>
                  <a:pt x="3584614" y="122052"/>
                </a:lnTo>
                <a:lnTo>
                  <a:pt x="3584205" y="122049"/>
                </a:lnTo>
                <a:lnTo>
                  <a:pt x="3583810" y="122048"/>
                </a:lnTo>
                <a:lnTo>
                  <a:pt x="3575326" y="122048"/>
                </a:lnTo>
                <a:lnTo>
                  <a:pt x="3575326" y="87959"/>
                </a:lnTo>
                <a:lnTo>
                  <a:pt x="3575399" y="85616"/>
                </a:lnTo>
                <a:lnTo>
                  <a:pt x="3575613" y="83396"/>
                </a:lnTo>
                <a:lnTo>
                  <a:pt x="3575958" y="81295"/>
                </a:lnTo>
                <a:lnTo>
                  <a:pt x="3576429" y="79313"/>
                </a:lnTo>
                <a:lnTo>
                  <a:pt x="3577015" y="77446"/>
                </a:lnTo>
                <a:lnTo>
                  <a:pt x="3577709" y="75694"/>
                </a:lnTo>
                <a:lnTo>
                  <a:pt x="3578503" y="74055"/>
                </a:lnTo>
                <a:lnTo>
                  <a:pt x="3579389" y="72525"/>
                </a:lnTo>
                <a:lnTo>
                  <a:pt x="3580359" y="71103"/>
                </a:lnTo>
                <a:lnTo>
                  <a:pt x="3581404" y="69788"/>
                </a:lnTo>
                <a:lnTo>
                  <a:pt x="3582517" y="68577"/>
                </a:lnTo>
                <a:lnTo>
                  <a:pt x="3583689" y="67468"/>
                </a:lnTo>
                <a:lnTo>
                  <a:pt x="3584913" y="66459"/>
                </a:lnTo>
                <a:lnTo>
                  <a:pt x="3586179" y="65549"/>
                </a:lnTo>
                <a:lnTo>
                  <a:pt x="3587480" y="64735"/>
                </a:lnTo>
                <a:lnTo>
                  <a:pt x="3588809" y="64014"/>
                </a:lnTo>
                <a:lnTo>
                  <a:pt x="3590156" y="63387"/>
                </a:lnTo>
                <a:lnTo>
                  <a:pt x="3591513" y="62849"/>
                </a:lnTo>
                <a:lnTo>
                  <a:pt x="3592874" y="62399"/>
                </a:lnTo>
                <a:lnTo>
                  <a:pt x="3594228" y="62036"/>
                </a:lnTo>
                <a:lnTo>
                  <a:pt x="3595569" y="61757"/>
                </a:lnTo>
                <a:lnTo>
                  <a:pt x="3596888" y="61560"/>
                </a:lnTo>
                <a:lnTo>
                  <a:pt x="3598177" y="61443"/>
                </a:lnTo>
                <a:lnTo>
                  <a:pt x="3599428" y="61405"/>
                </a:lnTo>
                <a:lnTo>
                  <a:pt x="3600666" y="61433"/>
                </a:lnTo>
                <a:lnTo>
                  <a:pt x="3601828" y="61518"/>
                </a:lnTo>
                <a:lnTo>
                  <a:pt x="3602916" y="61659"/>
                </a:lnTo>
                <a:lnTo>
                  <a:pt x="3603932" y="61858"/>
                </a:lnTo>
                <a:lnTo>
                  <a:pt x="3604878" y="62114"/>
                </a:lnTo>
                <a:lnTo>
                  <a:pt x="3605756" y="62428"/>
                </a:lnTo>
                <a:lnTo>
                  <a:pt x="3606568" y="62800"/>
                </a:lnTo>
                <a:lnTo>
                  <a:pt x="3607317" y="63231"/>
                </a:lnTo>
                <a:lnTo>
                  <a:pt x="3608004" y="63720"/>
                </a:lnTo>
                <a:lnTo>
                  <a:pt x="3608632" y="64269"/>
                </a:lnTo>
                <a:lnTo>
                  <a:pt x="3609202" y="64877"/>
                </a:lnTo>
                <a:lnTo>
                  <a:pt x="3609717" y="65545"/>
                </a:lnTo>
                <a:lnTo>
                  <a:pt x="3610178" y="66273"/>
                </a:lnTo>
                <a:lnTo>
                  <a:pt x="3610589" y="67062"/>
                </a:lnTo>
                <a:lnTo>
                  <a:pt x="3610950" y="67911"/>
                </a:lnTo>
                <a:lnTo>
                  <a:pt x="3611265" y="68822"/>
                </a:lnTo>
                <a:lnTo>
                  <a:pt x="3611534" y="69794"/>
                </a:lnTo>
                <a:lnTo>
                  <a:pt x="3611761" y="70828"/>
                </a:lnTo>
                <a:lnTo>
                  <a:pt x="3611948" y="71924"/>
                </a:lnTo>
                <a:lnTo>
                  <a:pt x="3612095" y="73082"/>
                </a:lnTo>
                <a:lnTo>
                  <a:pt x="3612207" y="74304"/>
                </a:lnTo>
                <a:lnTo>
                  <a:pt x="3612284" y="75588"/>
                </a:lnTo>
                <a:lnTo>
                  <a:pt x="3612328" y="76936"/>
                </a:lnTo>
                <a:lnTo>
                  <a:pt x="3612342" y="78348"/>
                </a:lnTo>
                <a:lnTo>
                  <a:pt x="3612342" y="122048"/>
                </a:lnTo>
                <a:lnTo>
                  <a:pt x="3604826" y="122048"/>
                </a:lnTo>
                <a:lnTo>
                  <a:pt x="3604432" y="122049"/>
                </a:lnTo>
                <a:lnTo>
                  <a:pt x="3604022" y="122052"/>
                </a:lnTo>
                <a:lnTo>
                  <a:pt x="3603601" y="122060"/>
                </a:lnTo>
                <a:lnTo>
                  <a:pt x="3603169" y="122076"/>
                </a:lnTo>
                <a:lnTo>
                  <a:pt x="3602731" y="122102"/>
                </a:lnTo>
                <a:lnTo>
                  <a:pt x="3602289" y="122141"/>
                </a:lnTo>
                <a:lnTo>
                  <a:pt x="3601846" y="122196"/>
                </a:lnTo>
                <a:lnTo>
                  <a:pt x="3601405" y="122269"/>
                </a:lnTo>
                <a:lnTo>
                  <a:pt x="3600969" y="122363"/>
                </a:lnTo>
                <a:lnTo>
                  <a:pt x="3600540" y="122480"/>
                </a:lnTo>
                <a:lnTo>
                  <a:pt x="3600122" y="122623"/>
                </a:lnTo>
                <a:lnTo>
                  <a:pt x="3599717" y="122795"/>
                </a:lnTo>
                <a:lnTo>
                  <a:pt x="3599328" y="122998"/>
                </a:lnTo>
                <a:lnTo>
                  <a:pt x="3598958" y="123234"/>
                </a:lnTo>
                <a:lnTo>
                  <a:pt x="3598609" y="123507"/>
                </a:lnTo>
                <a:lnTo>
                  <a:pt x="3598285" y="123818"/>
                </a:lnTo>
                <a:lnTo>
                  <a:pt x="3597989" y="124172"/>
                </a:lnTo>
                <a:lnTo>
                  <a:pt x="3597723" y="124569"/>
                </a:lnTo>
                <a:lnTo>
                  <a:pt x="3597490" y="125013"/>
                </a:lnTo>
                <a:lnTo>
                  <a:pt x="3597293" y="125506"/>
                </a:lnTo>
                <a:lnTo>
                  <a:pt x="3597135" y="126051"/>
                </a:lnTo>
                <a:lnTo>
                  <a:pt x="3597018" y="126650"/>
                </a:lnTo>
                <a:lnTo>
                  <a:pt x="3596946" y="127307"/>
                </a:lnTo>
                <a:lnTo>
                  <a:pt x="3596922" y="128023"/>
                </a:lnTo>
                <a:lnTo>
                  <a:pt x="3596948" y="128717"/>
                </a:lnTo>
                <a:lnTo>
                  <a:pt x="3597026" y="129352"/>
                </a:lnTo>
                <a:lnTo>
                  <a:pt x="3597151" y="129932"/>
                </a:lnTo>
                <a:lnTo>
                  <a:pt x="3597320" y="130460"/>
                </a:lnTo>
                <a:lnTo>
                  <a:pt x="3597530" y="130937"/>
                </a:lnTo>
                <a:lnTo>
                  <a:pt x="3597777" y="131367"/>
                </a:lnTo>
                <a:lnTo>
                  <a:pt x="3598059" y="131752"/>
                </a:lnTo>
                <a:lnTo>
                  <a:pt x="3598371" y="132093"/>
                </a:lnTo>
                <a:lnTo>
                  <a:pt x="3598711" y="132395"/>
                </a:lnTo>
                <a:lnTo>
                  <a:pt x="3599075" y="132659"/>
                </a:lnTo>
                <a:lnTo>
                  <a:pt x="3599459" y="132888"/>
                </a:lnTo>
                <a:lnTo>
                  <a:pt x="3599861" y="133084"/>
                </a:lnTo>
                <a:lnTo>
                  <a:pt x="3600277" y="133250"/>
                </a:lnTo>
                <a:lnTo>
                  <a:pt x="3600704" y="133389"/>
                </a:lnTo>
                <a:lnTo>
                  <a:pt x="3601138" y="133502"/>
                </a:lnTo>
                <a:lnTo>
                  <a:pt x="3601577" y="133593"/>
                </a:lnTo>
                <a:lnTo>
                  <a:pt x="3602016" y="133664"/>
                </a:lnTo>
                <a:lnTo>
                  <a:pt x="3602452" y="133717"/>
                </a:lnTo>
                <a:lnTo>
                  <a:pt x="3602882" y="133755"/>
                </a:lnTo>
                <a:lnTo>
                  <a:pt x="3603303" y="133780"/>
                </a:lnTo>
                <a:lnTo>
                  <a:pt x="3603711" y="133796"/>
                </a:lnTo>
                <a:lnTo>
                  <a:pt x="3604103" y="133804"/>
                </a:lnTo>
                <a:lnTo>
                  <a:pt x="3604476" y="133807"/>
                </a:lnTo>
                <a:lnTo>
                  <a:pt x="3604826" y="133807"/>
                </a:lnTo>
                <a:lnTo>
                  <a:pt x="3634323" y="133807"/>
                </a:lnTo>
                <a:lnTo>
                  <a:pt x="3634672" y="133807"/>
                </a:lnTo>
                <a:lnTo>
                  <a:pt x="3635042" y="133804"/>
                </a:lnTo>
                <a:lnTo>
                  <a:pt x="3635429" y="133796"/>
                </a:lnTo>
                <a:lnTo>
                  <a:pt x="3635831" y="133780"/>
                </a:lnTo>
                <a:lnTo>
                  <a:pt x="3636245" y="133755"/>
                </a:lnTo>
                <a:lnTo>
                  <a:pt x="3636666" y="133717"/>
                </a:lnTo>
                <a:lnTo>
                  <a:pt x="3637093" y="133664"/>
                </a:lnTo>
                <a:lnTo>
                  <a:pt x="3637521" y="133593"/>
                </a:lnTo>
                <a:lnTo>
                  <a:pt x="3637948" y="133502"/>
                </a:lnTo>
                <a:lnTo>
                  <a:pt x="3638371" y="133389"/>
                </a:lnTo>
                <a:lnTo>
                  <a:pt x="3638786" y="133250"/>
                </a:lnTo>
                <a:lnTo>
                  <a:pt x="3639190" y="133084"/>
                </a:lnTo>
                <a:lnTo>
                  <a:pt x="3639580" y="132888"/>
                </a:lnTo>
                <a:lnTo>
                  <a:pt x="3639953" y="132659"/>
                </a:lnTo>
                <a:lnTo>
                  <a:pt x="3640305" y="132395"/>
                </a:lnTo>
                <a:lnTo>
                  <a:pt x="3640634" y="132093"/>
                </a:lnTo>
                <a:lnTo>
                  <a:pt x="3640936" y="131752"/>
                </a:lnTo>
                <a:lnTo>
                  <a:pt x="3641208" y="131367"/>
                </a:lnTo>
                <a:lnTo>
                  <a:pt x="3641447" y="130937"/>
                </a:lnTo>
                <a:lnTo>
                  <a:pt x="3641650" y="130460"/>
                </a:lnTo>
                <a:lnTo>
                  <a:pt x="3641813" y="129932"/>
                </a:lnTo>
                <a:lnTo>
                  <a:pt x="3641934" y="129352"/>
                </a:lnTo>
                <a:lnTo>
                  <a:pt x="3642008" y="128717"/>
                </a:lnTo>
                <a:lnTo>
                  <a:pt x="3642034" y="128023"/>
                </a:lnTo>
                <a:lnTo>
                  <a:pt x="3642009" y="127307"/>
                </a:lnTo>
                <a:lnTo>
                  <a:pt x="3641937" y="126650"/>
                </a:lnTo>
                <a:lnTo>
                  <a:pt x="3641821" y="126051"/>
                </a:lnTo>
                <a:lnTo>
                  <a:pt x="3641663" y="125506"/>
                </a:lnTo>
                <a:lnTo>
                  <a:pt x="3641466" y="125013"/>
                </a:lnTo>
                <a:lnTo>
                  <a:pt x="3641233" y="124569"/>
                </a:lnTo>
                <a:close/>
                <a:moveTo>
                  <a:pt x="4142683" y="58104"/>
                </a:moveTo>
                <a:lnTo>
                  <a:pt x="4142421" y="57448"/>
                </a:lnTo>
                <a:lnTo>
                  <a:pt x="4142102" y="56785"/>
                </a:lnTo>
                <a:lnTo>
                  <a:pt x="4141718" y="56121"/>
                </a:lnTo>
                <a:lnTo>
                  <a:pt x="4141266" y="55461"/>
                </a:lnTo>
                <a:lnTo>
                  <a:pt x="4140741" y="54811"/>
                </a:lnTo>
                <a:lnTo>
                  <a:pt x="4140137" y="54175"/>
                </a:lnTo>
                <a:lnTo>
                  <a:pt x="4139450" y="53559"/>
                </a:lnTo>
                <a:lnTo>
                  <a:pt x="4138674" y="52969"/>
                </a:lnTo>
                <a:lnTo>
                  <a:pt x="4137805" y="52409"/>
                </a:lnTo>
                <a:lnTo>
                  <a:pt x="4136839" y="51886"/>
                </a:lnTo>
                <a:lnTo>
                  <a:pt x="4135769" y="51404"/>
                </a:lnTo>
                <a:lnTo>
                  <a:pt x="4134591" y="50969"/>
                </a:lnTo>
                <a:lnTo>
                  <a:pt x="4133300" y="50586"/>
                </a:lnTo>
                <a:lnTo>
                  <a:pt x="4131891" y="50261"/>
                </a:lnTo>
                <a:lnTo>
                  <a:pt x="4130360" y="49999"/>
                </a:lnTo>
                <a:lnTo>
                  <a:pt x="4128700" y="49805"/>
                </a:lnTo>
                <a:lnTo>
                  <a:pt x="4126909" y="49684"/>
                </a:lnTo>
                <a:lnTo>
                  <a:pt x="4124979" y="49643"/>
                </a:lnTo>
                <a:lnTo>
                  <a:pt x="4123737" y="49661"/>
                </a:lnTo>
                <a:lnTo>
                  <a:pt x="4122471" y="49718"/>
                </a:lnTo>
                <a:lnTo>
                  <a:pt x="4121182" y="49816"/>
                </a:lnTo>
                <a:lnTo>
                  <a:pt x="4119873" y="49956"/>
                </a:lnTo>
                <a:lnTo>
                  <a:pt x="4118545" y="50142"/>
                </a:lnTo>
                <a:lnTo>
                  <a:pt x="4117200" y="50375"/>
                </a:lnTo>
                <a:lnTo>
                  <a:pt x="4115840" y="50658"/>
                </a:lnTo>
                <a:lnTo>
                  <a:pt x="4114467" y="50993"/>
                </a:lnTo>
                <a:lnTo>
                  <a:pt x="4113083" y="51382"/>
                </a:lnTo>
                <a:lnTo>
                  <a:pt x="4111689" y="51828"/>
                </a:lnTo>
                <a:lnTo>
                  <a:pt x="4110287" y="52332"/>
                </a:lnTo>
                <a:lnTo>
                  <a:pt x="4108880" y="52897"/>
                </a:lnTo>
                <a:lnTo>
                  <a:pt x="4107468" y="53526"/>
                </a:lnTo>
                <a:lnTo>
                  <a:pt x="4106055" y="54220"/>
                </a:lnTo>
                <a:lnTo>
                  <a:pt x="4104641" y="54982"/>
                </a:lnTo>
                <a:lnTo>
                  <a:pt x="4103228" y="55814"/>
                </a:lnTo>
                <a:lnTo>
                  <a:pt x="4101819" y="56718"/>
                </a:lnTo>
                <a:lnTo>
                  <a:pt x="4100415" y="57697"/>
                </a:lnTo>
                <a:lnTo>
                  <a:pt x="4099019" y="58752"/>
                </a:lnTo>
                <a:lnTo>
                  <a:pt x="4097631" y="59887"/>
                </a:lnTo>
                <a:lnTo>
                  <a:pt x="4096254" y="61103"/>
                </a:lnTo>
                <a:lnTo>
                  <a:pt x="4094889" y="62403"/>
                </a:lnTo>
                <a:lnTo>
                  <a:pt x="4093539" y="63788"/>
                </a:lnTo>
                <a:lnTo>
                  <a:pt x="4092205" y="65262"/>
                </a:lnTo>
                <a:lnTo>
                  <a:pt x="4092205" y="58707"/>
                </a:lnTo>
                <a:lnTo>
                  <a:pt x="4092198" y="57978"/>
                </a:lnTo>
                <a:lnTo>
                  <a:pt x="4092178" y="57290"/>
                </a:lnTo>
                <a:lnTo>
                  <a:pt x="4092142" y="56642"/>
                </a:lnTo>
                <a:lnTo>
                  <a:pt x="4092088" y="56035"/>
                </a:lnTo>
                <a:lnTo>
                  <a:pt x="4092015" y="55466"/>
                </a:lnTo>
                <a:lnTo>
                  <a:pt x="4091921" y="54934"/>
                </a:lnTo>
                <a:lnTo>
                  <a:pt x="4091804" y="54440"/>
                </a:lnTo>
                <a:lnTo>
                  <a:pt x="4091661" y="53981"/>
                </a:lnTo>
                <a:lnTo>
                  <a:pt x="4091492" y="53558"/>
                </a:lnTo>
                <a:lnTo>
                  <a:pt x="4091295" y="53169"/>
                </a:lnTo>
                <a:lnTo>
                  <a:pt x="4091066" y="52812"/>
                </a:lnTo>
                <a:lnTo>
                  <a:pt x="4090806" y="52488"/>
                </a:lnTo>
                <a:lnTo>
                  <a:pt x="4090511" y="52195"/>
                </a:lnTo>
                <a:lnTo>
                  <a:pt x="4090181" y="51933"/>
                </a:lnTo>
                <a:lnTo>
                  <a:pt x="4089812" y="51700"/>
                </a:lnTo>
                <a:lnTo>
                  <a:pt x="4089404" y="51495"/>
                </a:lnTo>
                <a:lnTo>
                  <a:pt x="4088955" y="51318"/>
                </a:lnTo>
                <a:lnTo>
                  <a:pt x="4088462" y="51168"/>
                </a:lnTo>
                <a:lnTo>
                  <a:pt x="4087924" y="51043"/>
                </a:lnTo>
                <a:lnTo>
                  <a:pt x="4087338" y="50943"/>
                </a:lnTo>
                <a:lnTo>
                  <a:pt x="4086705" y="50867"/>
                </a:lnTo>
                <a:lnTo>
                  <a:pt x="4086020" y="50814"/>
                </a:lnTo>
                <a:lnTo>
                  <a:pt x="4085283" y="50783"/>
                </a:lnTo>
                <a:lnTo>
                  <a:pt x="4084491" y="50773"/>
                </a:lnTo>
                <a:lnTo>
                  <a:pt x="4063284" y="50773"/>
                </a:lnTo>
                <a:lnTo>
                  <a:pt x="4062913" y="50773"/>
                </a:lnTo>
                <a:lnTo>
                  <a:pt x="4062525" y="50776"/>
                </a:lnTo>
                <a:lnTo>
                  <a:pt x="4062123" y="50784"/>
                </a:lnTo>
                <a:lnTo>
                  <a:pt x="4061709" y="50799"/>
                </a:lnTo>
                <a:lnTo>
                  <a:pt x="4061287" y="50825"/>
                </a:lnTo>
                <a:lnTo>
                  <a:pt x="4060859" y="50863"/>
                </a:lnTo>
                <a:lnTo>
                  <a:pt x="4060429" y="50916"/>
                </a:lnTo>
                <a:lnTo>
                  <a:pt x="4060000" y="50987"/>
                </a:lnTo>
                <a:lnTo>
                  <a:pt x="4059574" y="51078"/>
                </a:lnTo>
                <a:lnTo>
                  <a:pt x="4059154" y="51191"/>
                </a:lnTo>
                <a:lnTo>
                  <a:pt x="4058743" y="51330"/>
                </a:lnTo>
                <a:lnTo>
                  <a:pt x="4058345" y="51496"/>
                </a:lnTo>
                <a:lnTo>
                  <a:pt x="4057961" y="51692"/>
                </a:lnTo>
                <a:lnTo>
                  <a:pt x="4057595" y="51921"/>
                </a:lnTo>
                <a:lnTo>
                  <a:pt x="4057251" y="52186"/>
                </a:lnTo>
                <a:lnTo>
                  <a:pt x="4056930" y="52487"/>
                </a:lnTo>
                <a:lnTo>
                  <a:pt x="4056636" y="52829"/>
                </a:lnTo>
                <a:lnTo>
                  <a:pt x="4056372" y="53214"/>
                </a:lnTo>
                <a:lnTo>
                  <a:pt x="4056140" y="53644"/>
                </a:lnTo>
                <a:lnTo>
                  <a:pt x="4055944" y="54122"/>
                </a:lnTo>
                <a:lnTo>
                  <a:pt x="4055786" y="54649"/>
                </a:lnTo>
                <a:lnTo>
                  <a:pt x="4055670" y="55230"/>
                </a:lnTo>
                <a:lnTo>
                  <a:pt x="4055598" y="55866"/>
                </a:lnTo>
                <a:lnTo>
                  <a:pt x="4055574" y="56560"/>
                </a:lnTo>
                <a:lnTo>
                  <a:pt x="4055597" y="57276"/>
                </a:lnTo>
                <a:lnTo>
                  <a:pt x="4055667" y="57932"/>
                </a:lnTo>
                <a:lnTo>
                  <a:pt x="4055779" y="58532"/>
                </a:lnTo>
                <a:lnTo>
                  <a:pt x="4055931" y="59077"/>
                </a:lnTo>
                <a:lnTo>
                  <a:pt x="4056120" y="59570"/>
                </a:lnTo>
                <a:lnTo>
                  <a:pt x="4056345" y="60014"/>
                </a:lnTo>
                <a:lnTo>
                  <a:pt x="4056602" y="60411"/>
                </a:lnTo>
                <a:lnTo>
                  <a:pt x="4056888" y="60764"/>
                </a:lnTo>
                <a:lnTo>
                  <a:pt x="4057200" y="61076"/>
                </a:lnTo>
                <a:lnTo>
                  <a:pt x="4057537" y="61349"/>
                </a:lnTo>
                <a:lnTo>
                  <a:pt x="4057896" y="61585"/>
                </a:lnTo>
                <a:lnTo>
                  <a:pt x="4058273" y="61788"/>
                </a:lnTo>
                <a:lnTo>
                  <a:pt x="4058666" y="61959"/>
                </a:lnTo>
                <a:lnTo>
                  <a:pt x="4059072" y="62103"/>
                </a:lnTo>
                <a:lnTo>
                  <a:pt x="4059490" y="62220"/>
                </a:lnTo>
                <a:lnTo>
                  <a:pt x="4059915" y="62313"/>
                </a:lnTo>
                <a:lnTo>
                  <a:pt x="4060346" y="62386"/>
                </a:lnTo>
                <a:lnTo>
                  <a:pt x="4060779" y="62441"/>
                </a:lnTo>
                <a:lnTo>
                  <a:pt x="4061212" y="62481"/>
                </a:lnTo>
                <a:lnTo>
                  <a:pt x="4061643" y="62507"/>
                </a:lnTo>
                <a:lnTo>
                  <a:pt x="4062068" y="62523"/>
                </a:lnTo>
                <a:lnTo>
                  <a:pt x="4062485" y="62531"/>
                </a:lnTo>
                <a:lnTo>
                  <a:pt x="4062891" y="62534"/>
                </a:lnTo>
                <a:lnTo>
                  <a:pt x="4063284" y="62535"/>
                </a:lnTo>
                <a:lnTo>
                  <a:pt x="4078902" y="62535"/>
                </a:lnTo>
                <a:lnTo>
                  <a:pt x="4078902" y="122048"/>
                </a:lnTo>
                <a:lnTo>
                  <a:pt x="4063284" y="122048"/>
                </a:lnTo>
                <a:lnTo>
                  <a:pt x="4062913" y="122048"/>
                </a:lnTo>
                <a:lnTo>
                  <a:pt x="4062525" y="122051"/>
                </a:lnTo>
                <a:lnTo>
                  <a:pt x="4062123" y="122059"/>
                </a:lnTo>
                <a:lnTo>
                  <a:pt x="4061709" y="122075"/>
                </a:lnTo>
                <a:lnTo>
                  <a:pt x="4061287" y="122100"/>
                </a:lnTo>
                <a:lnTo>
                  <a:pt x="4060859" y="122138"/>
                </a:lnTo>
                <a:lnTo>
                  <a:pt x="4060429" y="122192"/>
                </a:lnTo>
                <a:lnTo>
                  <a:pt x="4060000" y="122262"/>
                </a:lnTo>
                <a:lnTo>
                  <a:pt x="4059574" y="122353"/>
                </a:lnTo>
                <a:lnTo>
                  <a:pt x="4059154" y="122466"/>
                </a:lnTo>
                <a:lnTo>
                  <a:pt x="4058743" y="122605"/>
                </a:lnTo>
                <a:lnTo>
                  <a:pt x="4058345" y="122771"/>
                </a:lnTo>
                <a:lnTo>
                  <a:pt x="4057961" y="122967"/>
                </a:lnTo>
                <a:lnTo>
                  <a:pt x="4057595" y="123196"/>
                </a:lnTo>
                <a:lnTo>
                  <a:pt x="4057251" y="123460"/>
                </a:lnTo>
                <a:lnTo>
                  <a:pt x="4056930" y="123762"/>
                </a:lnTo>
                <a:lnTo>
                  <a:pt x="4056636" y="124104"/>
                </a:lnTo>
                <a:lnTo>
                  <a:pt x="4056372" y="124488"/>
                </a:lnTo>
                <a:lnTo>
                  <a:pt x="4056140" y="124918"/>
                </a:lnTo>
                <a:lnTo>
                  <a:pt x="4055944" y="125395"/>
                </a:lnTo>
                <a:lnTo>
                  <a:pt x="4055786" y="125923"/>
                </a:lnTo>
                <a:lnTo>
                  <a:pt x="4055670" y="126503"/>
                </a:lnTo>
                <a:lnTo>
                  <a:pt x="4055598" y="127139"/>
                </a:lnTo>
                <a:lnTo>
                  <a:pt x="4055574" y="127832"/>
                </a:lnTo>
                <a:lnTo>
                  <a:pt x="4055597" y="128548"/>
                </a:lnTo>
                <a:lnTo>
                  <a:pt x="4055667" y="129205"/>
                </a:lnTo>
                <a:lnTo>
                  <a:pt x="4055779" y="129804"/>
                </a:lnTo>
                <a:lnTo>
                  <a:pt x="4055931" y="130349"/>
                </a:lnTo>
                <a:lnTo>
                  <a:pt x="4056120" y="130842"/>
                </a:lnTo>
                <a:lnTo>
                  <a:pt x="4056345" y="131286"/>
                </a:lnTo>
                <a:lnTo>
                  <a:pt x="4056602" y="131684"/>
                </a:lnTo>
                <a:lnTo>
                  <a:pt x="4056888" y="132037"/>
                </a:lnTo>
                <a:lnTo>
                  <a:pt x="4057200" y="132348"/>
                </a:lnTo>
                <a:lnTo>
                  <a:pt x="4057537" y="132621"/>
                </a:lnTo>
                <a:lnTo>
                  <a:pt x="4057896" y="132858"/>
                </a:lnTo>
                <a:lnTo>
                  <a:pt x="4058273" y="133060"/>
                </a:lnTo>
                <a:lnTo>
                  <a:pt x="4058666" y="133232"/>
                </a:lnTo>
                <a:lnTo>
                  <a:pt x="4059072" y="133375"/>
                </a:lnTo>
                <a:lnTo>
                  <a:pt x="4059490" y="133492"/>
                </a:lnTo>
                <a:lnTo>
                  <a:pt x="4059915" y="133586"/>
                </a:lnTo>
                <a:lnTo>
                  <a:pt x="4060346" y="133659"/>
                </a:lnTo>
                <a:lnTo>
                  <a:pt x="4060779" y="133714"/>
                </a:lnTo>
                <a:lnTo>
                  <a:pt x="4061212" y="133753"/>
                </a:lnTo>
                <a:lnTo>
                  <a:pt x="4061643" y="133780"/>
                </a:lnTo>
                <a:lnTo>
                  <a:pt x="4062068" y="133795"/>
                </a:lnTo>
                <a:lnTo>
                  <a:pt x="4062485" y="133804"/>
                </a:lnTo>
                <a:lnTo>
                  <a:pt x="4062891" y="133807"/>
                </a:lnTo>
                <a:lnTo>
                  <a:pt x="4063284" y="133807"/>
                </a:lnTo>
                <a:lnTo>
                  <a:pt x="4113603" y="133807"/>
                </a:lnTo>
                <a:lnTo>
                  <a:pt x="4113975" y="133807"/>
                </a:lnTo>
                <a:lnTo>
                  <a:pt x="4114366" y="133804"/>
                </a:lnTo>
                <a:lnTo>
                  <a:pt x="4114773" y="133796"/>
                </a:lnTo>
                <a:lnTo>
                  <a:pt x="4115193" y="133780"/>
                </a:lnTo>
                <a:lnTo>
                  <a:pt x="4115622" y="133755"/>
                </a:lnTo>
                <a:lnTo>
                  <a:pt x="4116058" y="133717"/>
                </a:lnTo>
                <a:lnTo>
                  <a:pt x="4116498" y="133664"/>
                </a:lnTo>
                <a:lnTo>
                  <a:pt x="4116938" y="133593"/>
                </a:lnTo>
                <a:lnTo>
                  <a:pt x="4117375" y="133502"/>
                </a:lnTo>
                <a:lnTo>
                  <a:pt x="4117806" y="133389"/>
                </a:lnTo>
                <a:lnTo>
                  <a:pt x="4118229" y="133250"/>
                </a:lnTo>
                <a:lnTo>
                  <a:pt x="4118640" y="133084"/>
                </a:lnTo>
                <a:lnTo>
                  <a:pt x="4119035" y="132888"/>
                </a:lnTo>
                <a:lnTo>
                  <a:pt x="4119413" y="132659"/>
                </a:lnTo>
                <a:lnTo>
                  <a:pt x="4119769" y="132395"/>
                </a:lnTo>
                <a:lnTo>
                  <a:pt x="4120101" y="132093"/>
                </a:lnTo>
                <a:lnTo>
                  <a:pt x="4120405" y="131752"/>
                </a:lnTo>
                <a:lnTo>
                  <a:pt x="4120679" y="131367"/>
                </a:lnTo>
                <a:lnTo>
                  <a:pt x="4120919" y="130937"/>
                </a:lnTo>
                <a:lnTo>
                  <a:pt x="4121123" y="130460"/>
                </a:lnTo>
                <a:lnTo>
                  <a:pt x="4121287" y="129932"/>
                </a:lnTo>
                <a:lnTo>
                  <a:pt x="4121407" y="129352"/>
                </a:lnTo>
                <a:lnTo>
                  <a:pt x="4121482" y="128717"/>
                </a:lnTo>
                <a:lnTo>
                  <a:pt x="4121508" y="128023"/>
                </a:lnTo>
                <a:lnTo>
                  <a:pt x="4121482" y="127307"/>
                </a:lnTo>
                <a:lnTo>
                  <a:pt x="4121407" y="126650"/>
                </a:lnTo>
                <a:lnTo>
                  <a:pt x="4121287" y="126051"/>
                </a:lnTo>
                <a:lnTo>
                  <a:pt x="4121123" y="125506"/>
                </a:lnTo>
                <a:lnTo>
                  <a:pt x="4120919" y="125013"/>
                </a:lnTo>
                <a:lnTo>
                  <a:pt x="4120679" y="124569"/>
                </a:lnTo>
                <a:lnTo>
                  <a:pt x="4120405" y="124172"/>
                </a:lnTo>
                <a:lnTo>
                  <a:pt x="4120101" y="123818"/>
                </a:lnTo>
                <a:lnTo>
                  <a:pt x="4119769" y="123507"/>
                </a:lnTo>
                <a:lnTo>
                  <a:pt x="4119413" y="123234"/>
                </a:lnTo>
                <a:lnTo>
                  <a:pt x="4119035" y="122998"/>
                </a:lnTo>
                <a:lnTo>
                  <a:pt x="4118640" y="122795"/>
                </a:lnTo>
                <a:lnTo>
                  <a:pt x="4118229" y="122623"/>
                </a:lnTo>
                <a:lnTo>
                  <a:pt x="4117806" y="122480"/>
                </a:lnTo>
                <a:lnTo>
                  <a:pt x="4117375" y="122363"/>
                </a:lnTo>
                <a:lnTo>
                  <a:pt x="4116938" y="122269"/>
                </a:lnTo>
                <a:lnTo>
                  <a:pt x="4116498" y="122196"/>
                </a:lnTo>
                <a:lnTo>
                  <a:pt x="4116058" y="122141"/>
                </a:lnTo>
                <a:lnTo>
                  <a:pt x="4115622" y="122102"/>
                </a:lnTo>
                <a:lnTo>
                  <a:pt x="4115193" y="122076"/>
                </a:lnTo>
                <a:lnTo>
                  <a:pt x="4114773" y="122060"/>
                </a:lnTo>
                <a:lnTo>
                  <a:pt x="4114366" y="122052"/>
                </a:lnTo>
                <a:lnTo>
                  <a:pt x="4113975" y="122049"/>
                </a:lnTo>
                <a:lnTo>
                  <a:pt x="4113603" y="122048"/>
                </a:lnTo>
                <a:lnTo>
                  <a:pt x="4092205" y="122048"/>
                </a:lnTo>
                <a:lnTo>
                  <a:pt x="4092205" y="97974"/>
                </a:lnTo>
                <a:lnTo>
                  <a:pt x="4092264" y="95716"/>
                </a:lnTo>
                <a:lnTo>
                  <a:pt x="4092442" y="93461"/>
                </a:lnTo>
                <a:lnTo>
                  <a:pt x="4092739" y="91218"/>
                </a:lnTo>
                <a:lnTo>
                  <a:pt x="4093155" y="88995"/>
                </a:lnTo>
                <a:lnTo>
                  <a:pt x="4093691" y="86800"/>
                </a:lnTo>
                <a:lnTo>
                  <a:pt x="4094346" y="84642"/>
                </a:lnTo>
                <a:lnTo>
                  <a:pt x="4095122" y="82528"/>
                </a:lnTo>
                <a:lnTo>
                  <a:pt x="4096017" y="80467"/>
                </a:lnTo>
                <a:lnTo>
                  <a:pt x="4097033" y="78468"/>
                </a:lnTo>
                <a:lnTo>
                  <a:pt x="4098170" y="76537"/>
                </a:lnTo>
                <a:lnTo>
                  <a:pt x="4099428" y="74685"/>
                </a:lnTo>
                <a:lnTo>
                  <a:pt x="4100807" y="72918"/>
                </a:lnTo>
                <a:lnTo>
                  <a:pt x="4102308" y="71245"/>
                </a:lnTo>
                <a:lnTo>
                  <a:pt x="4103930" y="69674"/>
                </a:lnTo>
                <a:lnTo>
                  <a:pt x="4105674" y="68214"/>
                </a:lnTo>
                <a:lnTo>
                  <a:pt x="4107541" y="66873"/>
                </a:lnTo>
                <a:lnTo>
                  <a:pt x="4109530" y="65659"/>
                </a:lnTo>
                <a:lnTo>
                  <a:pt x="4111642" y="64580"/>
                </a:lnTo>
                <a:lnTo>
                  <a:pt x="4113877" y="63644"/>
                </a:lnTo>
                <a:lnTo>
                  <a:pt x="4116235" y="62860"/>
                </a:lnTo>
                <a:lnTo>
                  <a:pt x="4118717" y="62236"/>
                </a:lnTo>
                <a:lnTo>
                  <a:pt x="4121322" y="61780"/>
                </a:lnTo>
                <a:lnTo>
                  <a:pt x="4124052" y="61500"/>
                </a:lnTo>
                <a:lnTo>
                  <a:pt x="4126906" y="61405"/>
                </a:lnTo>
                <a:lnTo>
                  <a:pt x="4126946" y="61979"/>
                </a:lnTo>
                <a:lnTo>
                  <a:pt x="4127018" y="62544"/>
                </a:lnTo>
                <a:lnTo>
                  <a:pt x="4127120" y="63098"/>
                </a:lnTo>
                <a:lnTo>
                  <a:pt x="4127253" y="63640"/>
                </a:lnTo>
                <a:lnTo>
                  <a:pt x="4127415" y="64169"/>
                </a:lnTo>
                <a:lnTo>
                  <a:pt x="4127605" y="64683"/>
                </a:lnTo>
                <a:lnTo>
                  <a:pt x="4127824" y="65181"/>
                </a:lnTo>
                <a:lnTo>
                  <a:pt x="4128071" y="65662"/>
                </a:lnTo>
                <a:lnTo>
                  <a:pt x="4128344" y="66123"/>
                </a:lnTo>
                <a:lnTo>
                  <a:pt x="4128643" y="66565"/>
                </a:lnTo>
                <a:lnTo>
                  <a:pt x="4128967" y="66985"/>
                </a:lnTo>
                <a:lnTo>
                  <a:pt x="4129317" y="67383"/>
                </a:lnTo>
                <a:lnTo>
                  <a:pt x="4129690" y="67756"/>
                </a:lnTo>
                <a:lnTo>
                  <a:pt x="4130087" y="68104"/>
                </a:lnTo>
                <a:lnTo>
                  <a:pt x="4130506" y="68425"/>
                </a:lnTo>
                <a:lnTo>
                  <a:pt x="4130948" y="68718"/>
                </a:lnTo>
                <a:lnTo>
                  <a:pt x="4131411" y="68982"/>
                </a:lnTo>
                <a:lnTo>
                  <a:pt x="4131895" y="69215"/>
                </a:lnTo>
                <a:lnTo>
                  <a:pt x="4132399" y="69415"/>
                </a:lnTo>
                <a:lnTo>
                  <a:pt x="4132922" y="69583"/>
                </a:lnTo>
                <a:lnTo>
                  <a:pt x="4133464" y="69715"/>
                </a:lnTo>
                <a:lnTo>
                  <a:pt x="4134024" y="69811"/>
                </a:lnTo>
                <a:lnTo>
                  <a:pt x="4134602" y="69870"/>
                </a:lnTo>
                <a:lnTo>
                  <a:pt x="4135196" y="69890"/>
                </a:lnTo>
                <a:lnTo>
                  <a:pt x="4135724" y="69874"/>
                </a:lnTo>
                <a:lnTo>
                  <a:pt x="4136246" y="69826"/>
                </a:lnTo>
                <a:lnTo>
                  <a:pt x="4136762" y="69747"/>
                </a:lnTo>
                <a:lnTo>
                  <a:pt x="4137269" y="69637"/>
                </a:lnTo>
                <a:lnTo>
                  <a:pt x="4137765" y="69497"/>
                </a:lnTo>
                <a:lnTo>
                  <a:pt x="4138251" y="69326"/>
                </a:lnTo>
                <a:lnTo>
                  <a:pt x="4138723" y="69126"/>
                </a:lnTo>
                <a:lnTo>
                  <a:pt x="4139181" y="68897"/>
                </a:lnTo>
                <a:lnTo>
                  <a:pt x="4139622" y="68639"/>
                </a:lnTo>
                <a:lnTo>
                  <a:pt x="4140046" y="68352"/>
                </a:lnTo>
                <a:lnTo>
                  <a:pt x="4140451" y="68038"/>
                </a:lnTo>
                <a:lnTo>
                  <a:pt x="4140836" y="67696"/>
                </a:lnTo>
                <a:lnTo>
                  <a:pt x="4141198" y="67327"/>
                </a:lnTo>
                <a:lnTo>
                  <a:pt x="4141537" y="66931"/>
                </a:lnTo>
                <a:lnTo>
                  <a:pt x="4141850" y="66509"/>
                </a:lnTo>
                <a:lnTo>
                  <a:pt x="4142137" y="66062"/>
                </a:lnTo>
                <a:lnTo>
                  <a:pt x="4142396" y="65588"/>
                </a:lnTo>
                <a:lnTo>
                  <a:pt x="4142626" y="65090"/>
                </a:lnTo>
                <a:lnTo>
                  <a:pt x="4142824" y="64567"/>
                </a:lnTo>
                <a:lnTo>
                  <a:pt x="4142989" y="64020"/>
                </a:lnTo>
                <a:lnTo>
                  <a:pt x="4143120" y="63450"/>
                </a:lnTo>
                <a:lnTo>
                  <a:pt x="4143216" y="62856"/>
                </a:lnTo>
                <a:lnTo>
                  <a:pt x="4143275" y="62239"/>
                </a:lnTo>
                <a:lnTo>
                  <a:pt x="4143294" y="61599"/>
                </a:lnTo>
                <a:lnTo>
                  <a:pt x="4143282" y="61096"/>
                </a:lnTo>
                <a:lnTo>
                  <a:pt x="4143240" y="60554"/>
                </a:lnTo>
                <a:lnTo>
                  <a:pt x="4143164" y="59978"/>
                </a:lnTo>
                <a:lnTo>
                  <a:pt x="4143049" y="59374"/>
                </a:lnTo>
                <a:lnTo>
                  <a:pt x="4142890" y="58748"/>
                </a:lnTo>
                <a:lnTo>
                  <a:pt x="4142683" y="58104"/>
                </a:lnTo>
                <a:close/>
                <a:moveTo>
                  <a:pt x="4653391" y="124569"/>
                </a:moveTo>
                <a:lnTo>
                  <a:pt x="4653125" y="124172"/>
                </a:lnTo>
                <a:lnTo>
                  <a:pt x="4652828" y="123818"/>
                </a:lnTo>
                <a:lnTo>
                  <a:pt x="4652504" y="123507"/>
                </a:lnTo>
                <a:lnTo>
                  <a:pt x="4652156" y="123234"/>
                </a:lnTo>
                <a:lnTo>
                  <a:pt x="4651786" y="122998"/>
                </a:lnTo>
                <a:lnTo>
                  <a:pt x="4651397" y="122795"/>
                </a:lnTo>
                <a:lnTo>
                  <a:pt x="4650992" y="122623"/>
                </a:lnTo>
                <a:lnTo>
                  <a:pt x="4650573" y="122480"/>
                </a:lnTo>
                <a:lnTo>
                  <a:pt x="4650144" y="122363"/>
                </a:lnTo>
                <a:lnTo>
                  <a:pt x="4649708" y="122269"/>
                </a:lnTo>
                <a:lnTo>
                  <a:pt x="4649267" y="122196"/>
                </a:lnTo>
                <a:lnTo>
                  <a:pt x="4648824" y="122141"/>
                </a:lnTo>
                <a:lnTo>
                  <a:pt x="4648382" y="122102"/>
                </a:lnTo>
                <a:lnTo>
                  <a:pt x="4647944" y="122076"/>
                </a:lnTo>
                <a:lnTo>
                  <a:pt x="4647513" y="122060"/>
                </a:lnTo>
                <a:lnTo>
                  <a:pt x="4647091" y="122052"/>
                </a:lnTo>
                <a:lnTo>
                  <a:pt x="4646681" y="122049"/>
                </a:lnTo>
                <a:lnTo>
                  <a:pt x="4646287" y="122048"/>
                </a:lnTo>
                <a:lnTo>
                  <a:pt x="4637803" y="122048"/>
                </a:lnTo>
                <a:lnTo>
                  <a:pt x="4637803" y="77386"/>
                </a:lnTo>
                <a:lnTo>
                  <a:pt x="4637752" y="75013"/>
                </a:lnTo>
                <a:lnTo>
                  <a:pt x="4637601" y="72754"/>
                </a:lnTo>
                <a:lnTo>
                  <a:pt x="4637351" y="70610"/>
                </a:lnTo>
                <a:lnTo>
                  <a:pt x="4637004" y="68578"/>
                </a:lnTo>
                <a:lnTo>
                  <a:pt x="4636563" y="66657"/>
                </a:lnTo>
                <a:lnTo>
                  <a:pt x="4636029" y="64846"/>
                </a:lnTo>
                <a:lnTo>
                  <a:pt x="4635404" y="63144"/>
                </a:lnTo>
                <a:lnTo>
                  <a:pt x="4634690" y="61549"/>
                </a:lnTo>
                <a:lnTo>
                  <a:pt x="4633889" y="60061"/>
                </a:lnTo>
                <a:lnTo>
                  <a:pt x="4633003" y="58677"/>
                </a:lnTo>
                <a:lnTo>
                  <a:pt x="4632034" y="57398"/>
                </a:lnTo>
                <a:lnTo>
                  <a:pt x="4630984" y="56221"/>
                </a:lnTo>
                <a:lnTo>
                  <a:pt x="4629854" y="55145"/>
                </a:lnTo>
                <a:lnTo>
                  <a:pt x="4628647" y="54170"/>
                </a:lnTo>
                <a:lnTo>
                  <a:pt x="4627364" y="53293"/>
                </a:lnTo>
                <a:lnTo>
                  <a:pt x="4626008" y="52513"/>
                </a:lnTo>
                <a:lnTo>
                  <a:pt x="4624580" y="51831"/>
                </a:lnTo>
                <a:lnTo>
                  <a:pt x="4623083" y="51243"/>
                </a:lnTo>
                <a:lnTo>
                  <a:pt x="4621518" y="50749"/>
                </a:lnTo>
                <a:lnTo>
                  <a:pt x="4619887" y="50347"/>
                </a:lnTo>
                <a:lnTo>
                  <a:pt x="4618192" y="50037"/>
                </a:lnTo>
                <a:lnTo>
                  <a:pt x="4616435" y="49817"/>
                </a:lnTo>
                <a:lnTo>
                  <a:pt x="4614617" y="49686"/>
                </a:lnTo>
                <a:lnTo>
                  <a:pt x="4612742" y="49643"/>
                </a:lnTo>
                <a:lnTo>
                  <a:pt x="4611150" y="49676"/>
                </a:lnTo>
                <a:lnTo>
                  <a:pt x="4609602" y="49774"/>
                </a:lnTo>
                <a:lnTo>
                  <a:pt x="4608099" y="49932"/>
                </a:lnTo>
                <a:lnTo>
                  <a:pt x="4606641" y="50146"/>
                </a:lnTo>
                <a:lnTo>
                  <a:pt x="4605228" y="50411"/>
                </a:lnTo>
                <a:lnTo>
                  <a:pt x="4603862" y="50725"/>
                </a:lnTo>
                <a:lnTo>
                  <a:pt x="4602541" y="51082"/>
                </a:lnTo>
                <a:lnTo>
                  <a:pt x="4601267" y="51479"/>
                </a:lnTo>
                <a:lnTo>
                  <a:pt x="4600040" y="51911"/>
                </a:lnTo>
                <a:lnTo>
                  <a:pt x="4598860" y="52375"/>
                </a:lnTo>
                <a:lnTo>
                  <a:pt x="4597728" y="52866"/>
                </a:lnTo>
                <a:lnTo>
                  <a:pt x="4596644" y="53380"/>
                </a:lnTo>
                <a:lnTo>
                  <a:pt x="4595607" y="53913"/>
                </a:lnTo>
                <a:lnTo>
                  <a:pt x="4594620" y="54461"/>
                </a:lnTo>
                <a:lnTo>
                  <a:pt x="4593681" y="55020"/>
                </a:lnTo>
                <a:lnTo>
                  <a:pt x="4592791" y="55586"/>
                </a:lnTo>
                <a:lnTo>
                  <a:pt x="4591951" y="56154"/>
                </a:lnTo>
                <a:lnTo>
                  <a:pt x="4591161" y="56721"/>
                </a:lnTo>
                <a:lnTo>
                  <a:pt x="4590420" y="57283"/>
                </a:lnTo>
                <a:lnTo>
                  <a:pt x="4589731" y="57835"/>
                </a:lnTo>
                <a:lnTo>
                  <a:pt x="4589092" y="58373"/>
                </a:lnTo>
                <a:lnTo>
                  <a:pt x="4588504" y="58893"/>
                </a:lnTo>
                <a:lnTo>
                  <a:pt x="4587968" y="59391"/>
                </a:lnTo>
                <a:lnTo>
                  <a:pt x="4587484" y="59863"/>
                </a:lnTo>
                <a:lnTo>
                  <a:pt x="4587484" y="59106"/>
                </a:lnTo>
                <a:lnTo>
                  <a:pt x="4587480" y="58383"/>
                </a:lnTo>
                <a:lnTo>
                  <a:pt x="4587469" y="57694"/>
                </a:lnTo>
                <a:lnTo>
                  <a:pt x="4587448" y="57039"/>
                </a:lnTo>
                <a:lnTo>
                  <a:pt x="4587414" y="56417"/>
                </a:lnTo>
                <a:lnTo>
                  <a:pt x="4587364" y="55829"/>
                </a:lnTo>
                <a:lnTo>
                  <a:pt x="4587293" y="55274"/>
                </a:lnTo>
                <a:lnTo>
                  <a:pt x="4587199" y="54753"/>
                </a:lnTo>
                <a:lnTo>
                  <a:pt x="4587078" y="54264"/>
                </a:lnTo>
                <a:lnTo>
                  <a:pt x="4586926" y="53809"/>
                </a:lnTo>
                <a:lnTo>
                  <a:pt x="4586742" y="53385"/>
                </a:lnTo>
                <a:lnTo>
                  <a:pt x="4586520" y="52995"/>
                </a:lnTo>
                <a:lnTo>
                  <a:pt x="4586259" y="52636"/>
                </a:lnTo>
                <a:lnTo>
                  <a:pt x="4585954" y="52310"/>
                </a:lnTo>
                <a:lnTo>
                  <a:pt x="4585602" y="52015"/>
                </a:lnTo>
                <a:lnTo>
                  <a:pt x="4585200" y="51753"/>
                </a:lnTo>
                <a:lnTo>
                  <a:pt x="4584744" y="51522"/>
                </a:lnTo>
                <a:lnTo>
                  <a:pt x="4584231" y="51322"/>
                </a:lnTo>
                <a:lnTo>
                  <a:pt x="4583658" y="51153"/>
                </a:lnTo>
                <a:lnTo>
                  <a:pt x="4583022" y="51016"/>
                </a:lnTo>
                <a:lnTo>
                  <a:pt x="4582319" y="50909"/>
                </a:lnTo>
                <a:lnTo>
                  <a:pt x="4581545" y="50833"/>
                </a:lnTo>
                <a:lnTo>
                  <a:pt x="4580698" y="50788"/>
                </a:lnTo>
                <a:lnTo>
                  <a:pt x="4579774" y="50773"/>
                </a:lnTo>
                <a:lnTo>
                  <a:pt x="4565700" y="50773"/>
                </a:lnTo>
                <a:lnTo>
                  <a:pt x="4565306" y="50773"/>
                </a:lnTo>
                <a:lnTo>
                  <a:pt x="4564897" y="50776"/>
                </a:lnTo>
                <a:lnTo>
                  <a:pt x="4564475" y="50784"/>
                </a:lnTo>
                <a:lnTo>
                  <a:pt x="4564043" y="50800"/>
                </a:lnTo>
                <a:lnTo>
                  <a:pt x="4563605" y="50827"/>
                </a:lnTo>
                <a:lnTo>
                  <a:pt x="4563163" y="50866"/>
                </a:lnTo>
                <a:lnTo>
                  <a:pt x="4562720" y="50921"/>
                </a:lnTo>
                <a:lnTo>
                  <a:pt x="4562279" y="50994"/>
                </a:lnTo>
                <a:lnTo>
                  <a:pt x="4561843" y="51088"/>
                </a:lnTo>
                <a:lnTo>
                  <a:pt x="4561414" y="51205"/>
                </a:lnTo>
                <a:lnTo>
                  <a:pt x="4560996" y="51348"/>
                </a:lnTo>
                <a:lnTo>
                  <a:pt x="4560591" y="51520"/>
                </a:lnTo>
                <a:lnTo>
                  <a:pt x="4560202" y="51723"/>
                </a:lnTo>
                <a:lnTo>
                  <a:pt x="4559832" y="51959"/>
                </a:lnTo>
                <a:lnTo>
                  <a:pt x="4559483" y="52232"/>
                </a:lnTo>
                <a:lnTo>
                  <a:pt x="4559159" y="52544"/>
                </a:lnTo>
                <a:lnTo>
                  <a:pt x="4558863" y="52897"/>
                </a:lnTo>
                <a:lnTo>
                  <a:pt x="4558597" y="53295"/>
                </a:lnTo>
                <a:lnTo>
                  <a:pt x="4558364" y="53739"/>
                </a:lnTo>
                <a:lnTo>
                  <a:pt x="4558167" y="54232"/>
                </a:lnTo>
                <a:lnTo>
                  <a:pt x="4558009" y="54778"/>
                </a:lnTo>
                <a:lnTo>
                  <a:pt x="4557892" y="55377"/>
                </a:lnTo>
                <a:lnTo>
                  <a:pt x="4557820" y="56034"/>
                </a:lnTo>
                <a:lnTo>
                  <a:pt x="4557796" y="56751"/>
                </a:lnTo>
                <a:lnTo>
                  <a:pt x="4557821" y="57444"/>
                </a:lnTo>
                <a:lnTo>
                  <a:pt x="4557896" y="58080"/>
                </a:lnTo>
                <a:lnTo>
                  <a:pt x="4558016" y="58660"/>
                </a:lnTo>
                <a:lnTo>
                  <a:pt x="4558180" y="59188"/>
                </a:lnTo>
                <a:lnTo>
                  <a:pt x="4558382" y="59665"/>
                </a:lnTo>
                <a:lnTo>
                  <a:pt x="4558621" y="60095"/>
                </a:lnTo>
                <a:lnTo>
                  <a:pt x="4558893" y="60479"/>
                </a:lnTo>
                <a:lnTo>
                  <a:pt x="4559195" y="60821"/>
                </a:lnTo>
                <a:lnTo>
                  <a:pt x="4559524" y="61123"/>
                </a:lnTo>
                <a:lnTo>
                  <a:pt x="4559876" y="61387"/>
                </a:lnTo>
                <a:lnTo>
                  <a:pt x="4560249" y="61616"/>
                </a:lnTo>
                <a:lnTo>
                  <a:pt x="4560639" y="61812"/>
                </a:lnTo>
                <a:lnTo>
                  <a:pt x="4561043" y="61978"/>
                </a:lnTo>
                <a:lnTo>
                  <a:pt x="4561458" y="62116"/>
                </a:lnTo>
                <a:lnTo>
                  <a:pt x="4561881" y="62230"/>
                </a:lnTo>
                <a:lnTo>
                  <a:pt x="4562308" y="62321"/>
                </a:lnTo>
                <a:lnTo>
                  <a:pt x="4562737" y="62391"/>
                </a:lnTo>
                <a:lnTo>
                  <a:pt x="4563163" y="62444"/>
                </a:lnTo>
                <a:lnTo>
                  <a:pt x="4563585" y="62482"/>
                </a:lnTo>
                <a:lnTo>
                  <a:pt x="4563998" y="62508"/>
                </a:lnTo>
                <a:lnTo>
                  <a:pt x="4564400" y="62523"/>
                </a:lnTo>
                <a:lnTo>
                  <a:pt x="4564788" y="62531"/>
                </a:lnTo>
                <a:lnTo>
                  <a:pt x="4565157" y="62534"/>
                </a:lnTo>
                <a:lnTo>
                  <a:pt x="4565506" y="62535"/>
                </a:lnTo>
                <a:lnTo>
                  <a:pt x="4574184" y="62535"/>
                </a:lnTo>
                <a:lnTo>
                  <a:pt x="4574184" y="122048"/>
                </a:lnTo>
                <a:lnTo>
                  <a:pt x="4565700" y="122048"/>
                </a:lnTo>
                <a:lnTo>
                  <a:pt x="4565306" y="122049"/>
                </a:lnTo>
                <a:lnTo>
                  <a:pt x="4564897" y="122052"/>
                </a:lnTo>
                <a:lnTo>
                  <a:pt x="4564475" y="122060"/>
                </a:lnTo>
                <a:lnTo>
                  <a:pt x="4564043" y="122076"/>
                </a:lnTo>
                <a:lnTo>
                  <a:pt x="4563605" y="122102"/>
                </a:lnTo>
                <a:lnTo>
                  <a:pt x="4563163" y="122141"/>
                </a:lnTo>
                <a:lnTo>
                  <a:pt x="4562720" y="122196"/>
                </a:lnTo>
                <a:lnTo>
                  <a:pt x="4562279" y="122269"/>
                </a:lnTo>
                <a:lnTo>
                  <a:pt x="4561843" y="122363"/>
                </a:lnTo>
                <a:lnTo>
                  <a:pt x="4561414" y="122480"/>
                </a:lnTo>
                <a:lnTo>
                  <a:pt x="4560996" y="122623"/>
                </a:lnTo>
                <a:lnTo>
                  <a:pt x="4560591" y="122795"/>
                </a:lnTo>
                <a:lnTo>
                  <a:pt x="4560202" y="122998"/>
                </a:lnTo>
                <a:lnTo>
                  <a:pt x="4559832" y="123234"/>
                </a:lnTo>
                <a:lnTo>
                  <a:pt x="4559483" y="123507"/>
                </a:lnTo>
                <a:lnTo>
                  <a:pt x="4559159" y="123818"/>
                </a:lnTo>
                <a:lnTo>
                  <a:pt x="4558863" y="124172"/>
                </a:lnTo>
                <a:lnTo>
                  <a:pt x="4558597" y="124569"/>
                </a:lnTo>
                <a:lnTo>
                  <a:pt x="4558364" y="125013"/>
                </a:lnTo>
                <a:lnTo>
                  <a:pt x="4558167" y="125506"/>
                </a:lnTo>
                <a:lnTo>
                  <a:pt x="4558009" y="126051"/>
                </a:lnTo>
                <a:lnTo>
                  <a:pt x="4557892" y="126650"/>
                </a:lnTo>
                <a:lnTo>
                  <a:pt x="4557820" y="127307"/>
                </a:lnTo>
                <a:lnTo>
                  <a:pt x="4557796" y="128023"/>
                </a:lnTo>
                <a:lnTo>
                  <a:pt x="4557821" y="128717"/>
                </a:lnTo>
                <a:lnTo>
                  <a:pt x="4557896" y="129352"/>
                </a:lnTo>
                <a:lnTo>
                  <a:pt x="4558016" y="129932"/>
                </a:lnTo>
                <a:lnTo>
                  <a:pt x="4558180" y="130460"/>
                </a:lnTo>
                <a:lnTo>
                  <a:pt x="4558382" y="130937"/>
                </a:lnTo>
                <a:lnTo>
                  <a:pt x="4558621" y="131367"/>
                </a:lnTo>
                <a:lnTo>
                  <a:pt x="4558893" y="131752"/>
                </a:lnTo>
                <a:lnTo>
                  <a:pt x="4559195" y="132093"/>
                </a:lnTo>
                <a:lnTo>
                  <a:pt x="4559524" y="132395"/>
                </a:lnTo>
                <a:lnTo>
                  <a:pt x="4559876" y="132659"/>
                </a:lnTo>
                <a:lnTo>
                  <a:pt x="4560249" y="132888"/>
                </a:lnTo>
                <a:lnTo>
                  <a:pt x="4560639" y="133084"/>
                </a:lnTo>
                <a:lnTo>
                  <a:pt x="4561043" y="133250"/>
                </a:lnTo>
                <a:lnTo>
                  <a:pt x="4561458" y="133389"/>
                </a:lnTo>
                <a:lnTo>
                  <a:pt x="4561881" y="133502"/>
                </a:lnTo>
                <a:lnTo>
                  <a:pt x="4562308" y="133593"/>
                </a:lnTo>
                <a:lnTo>
                  <a:pt x="4562737" y="133664"/>
                </a:lnTo>
                <a:lnTo>
                  <a:pt x="4563163" y="133717"/>
                </a:lnTo>
                <a:lnTo>
                  <a:pt x="4563585" y="133755"/>
                </a:lnTo>
                <a:lnTo>
                  <a:pt x="4563998" y="133780"/>
                </a:lnTo>
                <a:lnTo>
                  <a:pt x="4564400" y="133796"/>
                </a:lnTo>
                <a:lnTo>
                  <a:pt x="4564788" y="133804"/>
                </a:lnTo>
                <a:lnTo>
                  <a:pt x="4565157" y="133807"/>
                </a:lnTo>
                <a:lnTo>
                  <a:pt x="4565506" y="133807"/>
                </a:lnTo>
                <a:lnTo>
                  <a:pt x="4596162" y="133807"/>
                </a:lnTo>
                <a:lnTo>
                  <a:pt x="4596511" y="133807"/>
                </a:lnTo>
                <a:lnTo>
                  <a:pt x="4596881" y="133804"/>
                </a:lnTo>
                <a:lnTo>
                  <a:pt x="4597268" y="133796"/>
                </a:lnTo>
                <a:lnTo>
                  <a:pt x="4597670" y="133780"/>
                </a:lnTo>
                <a:lnTo>
                  <a:pt x="4598084" y="133755"/>
                </a:lnTo>
                <a:lnTo>
                  <a:pt x="4598505" y="133717"/>
                </a:lnTo>
                <a:lnTo>
                  <a:pt x="4598932" y="133664"/>
                </a:lnTo>
                <a:lnTo>
                  <a:pt x="4599360" y="133593"/>
                </a:lnTo>
                <a:lnTo>
                  <a:pt x="4599787" y="133502"/>
                </a:lnTo>
                <a:lnTo>
                  <a:pt x="4600210" y="133389"/>
                </a:lnTo>
                <a:lnTo>
                  <a:pt x="4600625" y="133250"/>
                </a:lnTo>
                <a:lnTo>
                  <a:pt x="4601029" y="133084"/>
                </a:lnTo>
                <a:lnTo>
                  <a:pt x="4601419" y="132888"/>
                </a:lnTo>
                <a:lnTo>
                  <a:pt x="4601792" y="132659"/>
                </a:lnTo>
                <a:lnTo>
                  <a:pt x="4602144" y="132395"/>
                </a:lnTo>
                <a:lnTo>
                  <a:pt x="4602473" y="132093"/>
                </a:lnTo>
                <a:lnTo>
                  <a:pt x="4602775" y="131752"/>
                </a:lnTo>
                <a:lnTo>
                  <a:pt x="4603047" y="131367"/>
                </a:lnTo>
                <a:lnTo>
                  <a:pt x="4603286" y="130937"/>
                </a:lnTo>
                <a:lnTo>
                  <a:pt x="4603489" y="130460"/>
                </a:lnTo>
                <a:lnTo>
                  <a:pt x="4603652" y="129932"/>
                </a:lnTo>
                <a:lnTo>
                  <a:pt x="4603773" y="129352"/>
                </a:lnTo>
                <a:lnTo>
                  <a:pt x="4603847" y="128717"/>
                </a:lnTo>
                <a:lnTo>
                  <a:pt x="4603873" y="128023"/>
                </a:lnTo>
                <a:lnTo>
                  <a:pt x="4603848" y="127307"/>
                </a:lnTo>
                <a:lnTo>
                  <a:pt x="4603776" y="126650"/>
                </a:lnTo>
                <a:lnTo>
                  <a:pt x="4603660" y="126051"/>
                </a:lnTo>
                <a:lnTo>
                  <a:pt x="4603502" y="125506"/>
                </a:lnTo>
                <a:lnTo>
                  <a:pt x="4603305" y="125013"/>
                </a:lnTo>
                <a:lnTo>
                  <a:pt x="4603072" y="124569"/>
                </a:lnTo>
                <a:lnTo>
                  <a:pt x="4602806" y="124172"/>
                </a:lnTo>
                <a:lnTo>
                  <a:pt x="4602509" y="123818"/>
                </a:lnTo>
                <a:lnTo>
                  <a:pt x="4602185" y="123507"/>
                </a:lnTo>
                <a:lnTo>
                  <a:pt x="4601837" y="123234"/>
                </a:lnTo>
                <a:lnTo>
                  <a:pt x="4601467" y="122998"/>
                </a:lnTo>
                <a:lnTo>
                  <a:pt x="4601078" y="122795"/>
                </a:lnTo>
                <a:lnTo>
                  <a:pt x="4600673" y="122623"/>
                </a:lnTo>
                <a:lnTo>
                  <a:pt x="4600254" y="122480"/>
                </a:lnTo>
                <a:lnTo>
                  <a:pt x="4599825" y="122363"/>
                </a:lnTo>
                <a:lnTo>
                  <a:pt x="4599389" y="122269"/>
                </a:lnTo>
                <a:lnTo>
                  <a:pt x="4598948" y="122196"/>
                </a:lnTo>
                <a:lnTo>
                  <a:pt x="4598505" y="122141"/>
                </a:lnTo>
                <a:lnTo>
                  <a:pt x="4598063" y="122102"/>
                </a:lnTo>
                <a:lnTo>
                  <a:pt x="4597625" y="122076"/>
                </a:lnTo>
                <a:lnTo>
                  <a:pt x="4597194" y="122060"/>
                </a:lnTo>
                <a:lnTo>
                  <a:pt x="4596772" y="122052"/>
                </a:lnTo>
                <a:lnTo>
                  <a:pt x="4596362" y="122049"/>
                </a:lnTo>
                <a:lnTo>
                  <a:pt x="4595968" y="122048"/>
                </a:lnTo>
                <a:lnTo>
                  <a:pt x="4587484" y="122048"/>
                </a:lnTo>
                <a:lnTo>
                  <a:pt x="4587484" y="87959"/>
                </a:lnTo>
                <a:lnTo>
                  <a:pt x="4587557" y="85616"/>
                </a:lnTo>
                <a:lnTo>
                  <a:pt x="4587771" y="83396"/>
                </a:lnTo>
                <a:lnTo>
                  <a:pt x="4588116" y="81295"/>
                </a:lnTo>
                <a:lnTo>
                  <a:pt x="4588586" y="79313"/>
                </a:lnTo>
                <a:lnTo>
                  <a:pt x="4589173" y="77446"/>
                </a:lnTo>
                <a:lnTo>
                  <a:pt x="4589867" y="75694"/>
                </a:lnTo>
                <a:lnTo>
                  <a:pt x="4590661" y="74055"/>
                </a:lnTo>
                <a:lnTo>
                  <a:pt x="4591547" y="72525"/>
                </a:lnTo>
                <a:lnTo>
                  <a:pt x="4592517" y="71103"/>
                </a:lnTo>
                <a:lnTo>
                  <a:pt x="4593562" y="69788"/>
                </a:lnTo>
                <a:lnTo>
                  <a:pt x="4594675" y="68577"/>
                </a:lnTo>
                <a:lnTo>
                  <a:pt x="4595847" y="67468"/>
                </a:lnTo>
                <a:lnTo>
                  <a:pt x="4597071" y="66459"/>
                </a:lnTo>
                <a:lnTo>
                  <a:pt x="4598337" y="65549"/>
                </a:lnTo>
                <a:lnTo>
                  <a:pt x="4599638" y="64735"/>
                </a:lnTo>
                <a:lnTo>
                  <a:pt x="4600967" y="64014"/>
                </a:lnTo>
                <a:lnTo>
                  <a:pt x="4602314" y="63387"/>
                </a:lnTo>
                <a:lnTo>
                  <a:pt x="4603671" y="62849"/>
                </a:lnTo>
                <a:lnTo>
                  <a:pt x="4605031" y="62399"/>
                </a:lnTo>
                <a:lnTo>
                  <a:pt x="4606386" y="62036"/>
                </a:lnTo>
                <a:lnTo>
                  <a:pt x="4607727" y="61757"/>
                </a:lnTo>
                <a:lnTo>
                  <a:pt x="4609046" y="61560"/>
                </a:lnTo>
                <a:lnTo>
                  <a:pt x="4610335" y="61443"/>
                </a:lnTo>
                <a:lnTo>
                  <a:pt x="4611586" y="61405"/>
                </a:lnTo>
                <a:lnTo>
                  <a:pt x="4612824" y="61433"/>
                </a:lnTo>
                <a:lnTo>
                  <a:pt x="4613986" y="61518"/>
                </a:lnTo>
                <a:lnTo>
                  <a:pt x="4615074" y="61659"/>
                </a:lnTo>
                <a:lnTo>
                  <a:pt x="4616090" y="61858"/>
                </a:lnTo>
                <a:lnTo>
                  <a:pt x="4617036" y="62114"/>
                </a:lnTo>
                <a:lnTo>
                  <a:pt x="4617914" y="62428"/>
                </a:lnTo>
                <a:lnTo>
                  <a:pt x="4618726" y="62800"/>
                </a:lnTo>
                <a:lnTo>
                  <a:pt x="4619475" y="63231"/>
                </a:lnTo>
                <a:lnTo>
                  <a:pt x="4620162" y="63720"/>
                </a:lnTo>
                <a:lnTo>
                  <a:pt x="4620790" y="64269"/>
                </a:lnTo>
                <a:lnTo>
                  <a:pt x="4621360" y="64877"/>
                </a:lnTo>
                <a:lnTo>
                  <a:pt x="4621875" y="65545"/>
                </a:lnTo>
                <a:lnTo>
                  <a:pt x="4622336" y="66273"/>
                </a:lnTo>
                <a:lnTo>
                  <a:pt x="4622747" y="67062"/>
                </a:lnTo>
                <a:lnTo>
                  <a:pt x="4623108" y="67911"/>
                </a:lnTo>
                <a:lnTo>
                  <a:pt x="4623423" y="68822"/>
                </a:lnTo>
                <a:lnTo>
                  <a:pt x="4623692" y="69794"/>
                </a:lnTo>
                <a:lnTo>
                  <a:pt x="4623919" y="70828"/>
                </a:lnTo>
                <a:lnTo>
                  <a:pt x="4624106" y="71924"/>
                </a:lnTo>
                <a:lnTo>
                  <a:pt x="4624253" y="73082"/>
                </a:lnTo>
                <a:lnTo>
                  <a:pt x="4624365" y="74304"/>
                </a:lnTo>
                <a:lnTo>
                  <a:pt x="4624441" y="75588"/>
                </a:lnTo>
                <a:lnTo>
                  <a:pt x="4624486" y="76936"/>
                </a:lnTo>
                <a:lnTo>
                  <a:pt x="4624500" y="78348"/>
                </a:lnTo>
                <a:lnTo>
                  <a:pt x="4624500" y="122048"/>
                </a:lnTo>
                <a:lnTo>
                  <a:pt x="4616984" y="122048"/>
                </a:lnTo>
                <a:lnTo>
                  <a:pt x="4616590" y="122049"/>
                </a:lnTo>
                <a:lnTo>
                  <a:pt x="4616180" y="122052"/>
                </a:lnTo>
                <a:lnTo>
                  <a:pt x="4615759" y="122060"/>
                </a:lnTo>
                <a:lnTo>
                  <a:pt x="4615327" y="122076"/>
                </a:lnTo>
                <a:lnTo>
                  <a:pt x="4614889" y="122102"/>
                </a:lnTo>
                <a:lnTo>
                  <a:pt x="4614447" y="122141"/>
                </a:lnTo>
                <a:lnTo>
                  <a:pt x="4614004" y="122196"/>
                </a:lnTo>
                <a:lnTo>
                  <a:pt x="4613563" y="122269"/>
                </a:lnTo>
                <a:lnTo>
                  <a:pt x="4613127" y="122363"/>
                </a:lnTo>
                <a:lnTo>
                  <a:pt x="4612698" y="122480"/>
                </a:lnTo>
                <a:lnTo>
                  <a:pt x="4612280" y="122623"/>
                </a:lnTo>
                <a:lnTo>
                  <a:pt x="4611875" y="122795"/>
                </a:lnTo>
                <a:lnTo>
                  <a:pt x="4611486" y="122998"/>
                </a:lnTo>
                <a:lnTo>
                  <a:pt x="4611115" y="123234"/>
                </a:lnTo>
                <a:lnTo>
                  <a:pt x="4610767" y="123507"/>
                </a:lnTo>
                <a:lnTo>
                  <a:pt x="4610443" y="123818"/>
                </a:lnTo>
                <a:lnTo>
                  <a:pt x="4610147" y="124172"/>
                </a:lnTo>
                <a:lnTo>
                  <a:pt x="4609881" y="124569"/>
                </a:lnTo>
                <a:lnTo>
                  <a:pt x="4609648" y="125013"/>
                </a:lnTo>
                <a:lnTo>
                  <a:pt x="4609451" y="125506"/>
                </a:lnTo>
                <a:lnTo>
                  <a:pt x="4609293" y="126051"/>
                </a:lnTo>
                <a:lnTo>
                  <a:pt x="4609176" y="126650"/>
                </a:lnTo>
                <a:lnTo>
                  <a:pt x="4609104" y="127307"/>
                </a:lnTo>
                <a:lnTo>
                  <a:pt x="4609080" y="128023"/>
                </a:lnTo>
                <a:lnTo>
                  <a:pt x="4609106" y="128717"/>
                </a:lnTo>
                <a:lnTo>
                  <a:pt x="4609184" y="129352"/>
                </a:lnTo>
                <a:lnTo>
                  <a:pt x="4609309" y="129932"/>
                </a:lnTo>
                <a:lnTo>
                  <a:pt x="4609478" y="130460"/>
                </a:lnTo>
                <a:lnTo>
                  <a:pt x="4609688" y="130937"/>
                </a:lnTo>
                <a:lnTo>
                  <a:pt x="4609935" y="131367"/>
                </a:lnTo>
                <a:lnTo>
                  <a:pt x="4610217" y="131752"/>
                </a:lnTo>
                <a:lnTo>
                  <a:pt x="4610529" y="132093"/>
                </a:lnTo>
                <a:lnTo>
                  <a:pt x="4610869" y="132395"/>
                </a:lnTo>
                <a:lnTo>
                  <a:pt x="4611233" y="132659"/>
                </a:lnTo>
                <a:lnTo>
                  <a:pt x="4611617" y="132888"/>
                </a:lnTo>
                <a:lnTo>
                  <a:pt x="4612019" y="133084"/>
                </a:lnTo>
                <a:lnTo>
                  <a:pt x="4612435" y="133250"/>
                </a:lnTo>
                <a:lnTo>
                  <a:pt x="4612862" y="133389"/>
                </a:lnTo>
                <a:lnTo>
                  <a:pt x="4613296" y="133502"/>
                </a:lnTo>
                <a:lnTo>
                  <a:pt x="4613735" y="133593"/>
                </a:lnTo>
                <a:lnTo>
                  <a:pt x="4614174" y="133664"/>
                </a:lnTo>
                <a:lnTo>
                  <a:pt x="4614610" y="133717"/>
                </a:lnTo>
                <a:lnTo>
                  <a:pt x="4615040" y="133755"/>
                </a:lnTo>
                <a:lnTo>
                  <a:pt x="4615461" y="133780"/>
                </a:lnTo>
                <a:lnTo>
                  <a:pt x="4615869" y="133796"/>
                </a:lnTo>
                <a:lnTo>
                  <a:pt x="4616261" y="133804"/>
                </a:lnTo>
                <a:lnTo>
                  <a:pt x="4616634" y="133807"/>
                </a:lnTo>
                <a:lnTo>
                  <a:pt x="4616984" y="133807"/>
                </a:lnTo>
                <a:lnTo>
                  <a:pt x="4646481" y="133807"/>
                </a:lnTo>
                <a:lnTo>
                  <a:pt x="4646830" y="133807"/>
                </a:lnTo>
                <a:lnTo>
                  <a:pt x="4647200" y="133804"/>
                </a:lnTo>
                <a:lnTo>
                  <a:pt x="4647587" y="133796"/>
                </a:lnTo>
                <a:lnTo>
                  <a:pt x="4647989" y="133780"/>
                </a:lnTo>
                <a:lnTo>
                  <a:pt x="4648403" y="133755"/>
                </a:lnTo>
                <a:lnTo>
                  <a:pt x="4648824" y="133717"/>
                </a:lnTo>
                <a:lnTo>
                  <a:pt x="4649251" y="133664"/>
                </a:lnTo>
                <a:lnTo>
                  <a:pt x="4649679" y="133593"/>
                </a:lnTo>
                <a:lnTo>
                  <a:pt x="4650106" y="133502"/>
                </a:lnTo>
                <a:lnTo>
                  <a:pt x="4650529" y="133389"/>
                </a:lnTo>
                <a:lnTo>
                  <a:pt x="4650944" y="133250"/>
                </a:lnTo>
                <a:lnTo>
                  <a:pt x="4651348" y="133084"/>
                </a:lnTo>
                <a:lnTo>
                  <a:pt x="4651738" y="132888"/>
                </a:lnTo>
                <a:lnTo>
                  <a:pt x="4652111" y="132659"/>
                </a:lnTo>
                <a:lnTo>
                  <a:pt x="4652463" y="132395"/>
                </a:lnTo>
                <a:lnTo>
                  <a:pt x="4652792" y="132093"/>
                </a:lnTo>
                <a:lnTo>
                  <a:pt x="4653094" y="131752"/>
                </a:lnTo>
                <a:lnTo>
                  <a:pt x="4653366" y="131367"/>
                </a:lnTo>
                <a:lnTo>
                  <a:pt x="4653605" y="130937"/>
                </a:lnTo>
                <a:lnTo>
                  <a:pt x="4653808" y="130460"/>
                </a:lnTo>
                <a:lnTo>
                  <a:pt x="4653971" y="129932"/>
                </a:lnTo>
                <a:lnTo>
                  <a:pt x="4654092" y="129352"/>
                </a:lnTo>
                <a:lnTo>
                  <a:pt x="4654166" y="128717"/>
                </a:lnTo>
                <a:lnTo>
                  <a:pt x="4654192" y="128023"/>
                </a:lnTo>
                <a:lnTo>
                  <a:pt x="4654167" y="127307"/>
                </a:lnTo>
                <a:lnTo>
                  <a:pt x="4654095" y="126650"/>
                </a:lnTo>
                <a:lnTo>
                  <a:pt x="4653979" y="126051"/>
                </a:lnTo>
                <a:lnTo>
                  <a:pt x="4653820" y="125506"/>
                </a:lnTo>
                <a:lnTo>
                  <a:pt x="4653624" y="125013"/>
                </a:lnTo>
                <a:lnTo>
                  <a:pt x="4653391" y="124569"/>
                </a:lnTo>
                <a:close/>
                <a:moveTo>
                  <a:pt x="4856653" y="124569"/>
                </a:moveTo>
                <a:lnTo>
                  <a:pt x="4856390" y="124172"/>
                </a:lnTo>
                <a:lnTo>
                  <a:pt x="4856088" y="123818"/>
                </a:lnTo>
                <a:lnTo>
                  <a:pt x="4855747" y="123507"/>
                </a:lnTo>
                <a:lnTo>
                  <a:pt x="4855369" y="123234"/>
                </a:lnTo>
                <a:lnTo>
                  <a:pt x="4854954" y="122998"/>
                </a:lnTo>
                <a:lnTo>
                  <a:pt x="4854503" y="122795"/>
                </a:lnTo>
                <a:lnTo>
                  <a:pt x="4854015" y="122623"/>
                </a:lnTo>
                <a:lnTo>
                  <a:pt x="4853491" y="122480"/>
                </a:lnTo>
                <a:lnTo>
                  <a:pt x="4852933" y="122363"/>
                </a:lnTo>
                <a:lnTo>
                  <a:pt x="4852339" y="122269"/>
                </a:lnTo>
                <a:lnTo>
                  <a:pt x="4851712" y="122196"/>
                </a:lnTo>
                <a:lnTo>
                  <a:pt x="4851051" y="122141"/>
                </a:lnTo>
                <a:lnTo>
                  <a:pt x="4850357" y="122102"/>
                </a:lnTo>
                <a:lnTo>
                  <a:pt x="4849630" y="122076"/>
                </a:lnTo>
                <a:lnTo>
                  <a:pt x="4848871" y="122060"/>
                </a:lnTo>
                <a:lnTo>
                  <a:pt x="4848081" y="122052"/>
                </a:lnTo>
                <a:lnTo>
                  <a:pt x="4847259" y="122049"/>
                </a:lnTo>
                <a:lnTo>
                  <a:pt x="4846407" y="122048"/>
                </a:lnTo>
                <a:lnTo>
                  <a:pt x="4846407" y="75459"/>
                </a:lnTo>
                <a:lnTo>
                  <a:pt x="4846405" y="74886"/>
                </a:lnTo>
                <a:lnTo>
                  <a:pt x="4846397" y="74142"/>
                </a:lnTo>
                <a:lnTo>
                  <a:pt x="4846373" y="73244"/>
                </a:lnTo>
                <a:lnTo>
                  <a:pt x="4846327" y="72209"/>
                </a:lnTo>
                <a:lnTo>
                  <a:pt x="4846251" y="71056"/>
                </a:lnTo>
                <a:lnTo>
                  <a:pt x="4846138" y="69800"/>
                </a:lnTo>
                <a:lnTo>
                  <a:pt x="4845981" y="68461"/>
                </a:lnTo>
                <a:lnTo>
                  <a:pt x="4845771" y="67054"/>
                </a:lnTo>
                <a:lnTo>
                  <a:pt x="4845502" y="65598"/>
                </a:lnTo>
                <a:lnTo>
                  <a:pt x="4845165" y="64110"/>
                </a:lnTo>
                <a:lnTo>
                  <a:pt x="4844754" y="62607"/>
                </a:lnTo>
                <a:lnTo>
                  <a:pt x="4844262" y="61107"/>
                </a:lnTo>
                <a:lnTo>
                  <a:pt x="4843679" y="59627"/>
                </a:lnTo>
                <a:lnTo>
                  <a:pt x="4843000" y="58184"/>
                </a:lnTo>
                <a:lnTo>
                  <a:pt x="4842217" y="56796"/>
                </a:lnTo>
                <a:lnTo>
                  <a:pt x="4841322" y="55480"/>
                </a:lnTo>
                <a:lnTo>
                  <a:pt x="4840308" y="54254"/>
                </a:lnTo>
                <a:lnTo>
                  <a:pt x="4839167" y="53135"/>
                </a:lnTo>
                <a:lnTo>
                  <a:pt x="4837893" y="52141"/>
                </a:lnTo>
                <a:lnTo>
                  <a:pt x="4836476" y="51288"/>
                </a:lnTo>
                <a:lnTo>
                  <a:pt x="4834911" y="50594"/>
                </a:lnTo>
                <a:lnTo>
                  <a:pt x="4833189" y="50077"/>
                </a:lnTo>
                <a:lnTo>
                  <a:pt x="4831304" y="49754"/>
                </a:lnTo>
                <a:lnTo>
                  <a:pt x="4829247" y="49643"/>
                </a:lnTo>
                <a:lnTo>
                  <a:pt x="4828514" y="49656"/>
                </a:lnTo>
                <a:lnTo>
                  <a:pt x="4827760" y="49697"/>
                </a:lnTo>
                <a:lnTo>
                  <a:pt x="4826988" y="49765"/>
                </a:lnTo>
                <a:lnTo>
                  <a:pt x="4826200" y="49863"/>
                </a:lnTo>
                <a:lnTo>
                  <a:pt x="4825398" y="49992"/>
                </a:lnTo>
                <a:lnTo>
                  <a:pt x="4824584" y="50152"/>
                </a:lnTo>
                <a:lnTo>
                  <a:pt x="4823760" y="50345"/>
                </a:lnTo>
                <a:lnTo>
                  <a:pt x="4822928" y="50571"/>
                </a:lnTo>
                <a:lnTo>
                  <a:pt x="4822090" y="50833"/>
                </a:lnTo>
                <a:lnTo>
                  <a:pt x="4821248" y="51130"/>
                </a:lnTo>
                <a:lnTo>
                  <a:pt x="4820404" y="51464"/>
                </a:lnTo>
                <a:lnTo>
                  <a:pt x="4819560" y="51836"/>
                </a:lnTo>
                <a:lnTo>
                  <a:pt x="4818717" y="52248"/>
                </a:lnTo>
                <a:lnTo>
                  <a:pt x="4817879" y="52699"/>
                </a:lnTo>
                <a:lnTo>
                  <a:pt x="4817047" y="53192"/>
                </a:lnTo>
                <a:lnTo>
                  <a:pt x="4816223" y="53728"/>
                </a:lnTo>
                <a:lnTo>
                  <a:pt x="4815409" y="54307"/>
                </a:lnTo>
                <a:lnTo>
                  <a:pt x="4814607" y="54930"/>
                </a:lnTo>
                <a:lnTo>
                  <a:pt x="4813819" y="55600"/>
                </a:lnTo>
                <a:lnTo>
                  <a:pt x="4813047" y="56316"/>
                </a:lnTo>
                <a:lnTo>
                  <a:pt x="4812294" y="57079"/>
                </a:lnTo>
                <a:lnTo>
                  <a:pt x="4811560" y="57892"/>
                </a:lnTo>
                <a:lnTo>
                  <a:pt x="4810848" y="58755"/>
                </a:lnTo>
                <a:lnTo>
                  <a:pt x="4810161" y="59669"/>
                </a:lnTo>
                <a:lnTo>
                  <a:pt x="4809787" y="58866"/>
                </a:lnTo>
                <a:lnTo>
                  <a:pt x="4809387" y="58095"/>
                </a:lnTo>
                <a:lnTo>
                  <a:pt x="4808962" y="57357"/>
                </a:lnTo>
                <a:lnTo>
                  <a:pt x="4808513" y="56651"/>
                </a:lnTo>
                <a:lnTo>
                  <a:pt x="4808041" y="55978"/>
                </a:lnTo>
                <a:lnTo>
                  <a:pt x="4807546" y="55337"/>
                </a:lnTo>
                <a:lnTo>
                  <a:pt x="4807029" y="54730"/>
                </a:lnTo>
                <a:lnTo>
                  <a:pt x="4806491" y="54157"/>
                </a:lnTo>
                <a:lnTo>
                  <a:pt x="4805932" y="53616"/>
                </a:lnTo>
                <a:lnTo>
                  <a:pt x="4805352" y="53110"/>
                </a:lnTo>
                <a:lnTo>
                  <a:pt x="4804754" y="52637"/>
                </a:lnTo>
                <a:lnTo>
                  <a:pt x="4804136" y="52198"/>
                </a:lnTo>
                <a:lnTo>
                  <a:pt x="4803501" y="51793"/>
                </a:lnTo>
                <a:lnTo>
                  <a:pt x="4802848" y="51423"/>
                </a:lnTo>
                <a:lnTo>
                  <a:pt x="4802178" y="51087"/>
                </a:lnTo>
                <a:lnTo>
                  <a:pt x="4801492" y="50786"/>
                </a:lnTo>
                <a:lnTo>
                  <a:pt x="4800791" y="50519"/>
                </a:lnTo>
                <a:lnTo>
                  <a:pt x="4800075" y="50288"/>
                </a:lnTo>
                <a:lnTo>
                  <a:pt x="4799345" y="50091"/>
                </a:lnTo>
                <a:lnTo>
                  <a:pt x="4798602" y="49930"/>
                </a:lnTo>
                <a:lnTo>
                  <a:pt x="4797846" y="49805"/>
                </a:lnTo>
                <a:lnTo>
                  <a:pt x="4797078" y="49715"/>
                </a:lnTo>
                <a:lnTo>
                  <a:pt x="4796298" y="49661"/>
                </a:lnTo>
                <a:lnTo>
                  <a:pt x="4795508" y="49643"/>
                </a:lnTo>
                <a:lnTo>
                  <a:pt x="4794739" y="49657"/>
                </a:lnTo>
                <a:lnTo>
                  <a:pt x="4793974" y="49699"/>
                </a:lnTo>
                <a:lnTo>
                  <a:pt x="4793214" y="49767"/>
                </a:lnTo>
                <a:lnTo>
                  <a:pt x="4792459" y="49863"/>
                </a:lnTo>
                <a:lnTo>
                  <a:pt x="4791710" y="49984"/>
                </a:lnTo>
                <a:lnTo>
                  <a:pt x="4790966" y="50131"/>
                </a:lnTo>
                <a:lnTo>
                  <a:pt x="4790228" y="50303"/>
                </a:lnTo>
                <a:lnTo>
                  <a:pt x="4789496" y="50500"/>
                </a:lnTo>
                <a:lnTo>
                  <a:pt x="4788771" y="50721"/>
                </a:lnTo>
                <a:lnTo>
                  <a:pt x="4788053" y="50966"/>
                </a:lnTo>
                <a:lnTo>
                  <a:pt x="4787343" y="51233"/>
                </a:lnTo>
                <a:lnTo>
                  <a:pt x="4786640" y="51524"/>
                </a:lnTo>
                <a:lnTo>
                  <a:pt x="4785945" y="51836"/>
                </a:lnTo>
                <a:lnTo>
                  <a:pt x="4785259" y="52170"/>
                </a:lnTo>
                <a:lnTo>
                  <a:pt x="4784581" y="52525"/>
                </a:lnTo>
                <a:lnTo>
                  <a:pt x="4783912" y="52901"/>
                </a:lnTo>
                <a:lnTo>
                  <a:pt x="4783253" y="53296"/>
                </a:lnTo>
                <a:lnTo>
                  <a:pt x="4782603" y="53711"/>
                </a:lnTo>
                <a:lnTo>
                  <a:pt x="4781964" y="54146"/>
                </a:lnTo>
                <a:lnTo>
                  <a:pt x="4781335" y="54599"/>
                </a:lnTo>
                <a:lnTo>
                  <a:pt x="4780716" y="55070"/>
                </a:lnTo>
                <a:lnTo>
                  <a:pt x="4780109" y="55558"/>
                </a:lnTo>
                <a:lnTo>
                  <a:pt x="4779513" y="56064"/>
                </a:lnTo>
                <a:lnTo>
                  <a:pt x="4778928" y="56586"/>
                </a:lnTo>
                <a:lnTo>
                  <a:pt x="4778862" y="55889"/>
                </a:lnTo>
                <a:lnTo>
                  <a:pt x="4778762" y="55250"/>
                </a:lnTo>
                <a:lnTo>
                  <a:pt x="4778628" y="54667"/>
                </a:lnTo>
                <a:lnTo>
                  <a:pt x="4778464" y="54137"/>
                </a:lnTo>
                <a:lnTo>
                  <a:pt x="4778270" y="53657"/>
                </a:lnTo>
                <a:lnTo>
                  <a:pt x="4778049" y="53225"/>
                </a:lnTo>
                <a:lnTo>
                  <a:pt x="4777801" y="52839"/>
                </a:lnTo>
                <a:lnTo>
                  <a:pt x="4777529" y="52495"/>
                </a:lnTo>
                <a:lnTo>
                  <a:pt x="4777234" y="52192"/>
                </a:lnTo>
                <a:lnTo>
                  <a:pt x="4776917" y="51927"/>
                </a:lnTo>
                <a:lnTo>
                  <a:pt x="4776582" y="51697"/>
                </a:lnTo>
                <a:lnTo>
                  <a:pt x="4776229" y="51499"/>
                </a:lnTo>
                <a:lnTo>
                  <a:pt x="4775859" y="51332"/>
                </a:lnTo>
                <a:lnTo>
                  <a:pt x="4775476" y="51193"/>
                </a:lnTo>
                <a:lnTo>
                  <a:pt x="4775079" y="51079"/>
                </a:lnTo>
                <a:lnTo>
                  <a:pt x="4774672" y="50988"/>
                </a:lnTo>
                <a:lnTo>
                  <a:pt x="4774255" y="50917"/>
                </a:lnTo>
                <a:lnTo>
                  <a:pt x="4773830" y="50864"/>
                </a:lnTo>
                <a:lnTo>
                  <a:pt x="4773400" y="50825"/>
                </a:lnTo>
                <a:lnTo>
                  <a:pt x="4772965" y="50800"/>
                </a:lnTo>
                <a:lnTo>
                  <a:pt x="4772527" y="50784"/>
                </a:lnTo>
                <a:lnTo>
                  <a:pt x="4772088" y="50776"/>
                </a:lnTo>
                <a:lnTo>
                  <a:pt x="4771650" y="50773"/>
                </a:lnTo>
                <a:lnTo>
                  <a:pt x="4771215" y="50773"/>
                </a:lnTo>
                <a:lnTo>
                  <a:pt x="4765046" y="50773"/>
                </a:lnTo>
                <a:lnTo>
                  <a:pt x="4764674" y="50773"/>
                </a:lnTo>
                <a:lnTo>
                  <a:pt x="4764283" y="50776"/>
                </a:lnTo>
                <a:lnTo>
                  <a:pt x="4763876" y="50784"/>
                </a:lnTo>
                <a:lnTo>
                  <a:pt x="4763456" y="50799"/>
                </a:lnTo>
                <a:lnTo>
                  <a:pt x="4763027" y="50825"/>
                </a:lnTo>
                <a:lnTo>
                  <a:pt x="4762591" y="50863"/>
                </a:lnTo>
                <a:lnTo>
                  <a:pt x="4762151" y="50916"/>
                </a:lnTo>
                <a:lnTo>
                  <a:pt x="4761711" y="50987"/>
                </a:lnTo>
                <a:lnTo>
                  <a:pt x="4761274" y="51078"/>
                </a:lnTo>
                <a:lnTo>
                  <a:pt x="4760843" y="51191"/>
                </a:lnTo>
                <a:lnTo>
                  <a:pt x="4760420" y="51330"/>
                </a:lnTo>
                <a:lnTo>
                  <a:pt x="4760009" y="51496"/>
                </a:lnTo>
                <a:lnTo>
                  <a:pt x="4759614" y="51692"/>
                </a:lnTo>
                <a:lnTo>
                  <a:pt x="4759236" y="51921"/>
                </a:lnTo>
                <a:lnTo>
                  <a:pt x="4758880" y="52186"/>
                </a:lnTo>
                <a:lnTo>
                  <a:pt x="4758548" y="52487"/>
                </a:lnTo>
                <a:lnTo>
                  <a:pt x="4758244" y="52829"/>
                </a:lnTo>
                <a:lnTo>
                  <a:pt x="4757970" y="53214"/>
                </a:lnTo>
                <a:lnTo>
                  <a:pt x="4757730" y="53644"/>
                </a:lnTo>
                <a:lnTo>
                  <a:pt x="4757526" y="54122"/>
                </a:lnTo>
                <a:lnTo>
                  <a:pt x="4757362" y="54649"/>
                </a:lnTo>
                <a:lnTo>
                  <a:pt x="4757242" y="55230"/>
                </a:lnTo>
                <a:lnTo>
                  <a:pt x="4757167" y="55866"/>
                </a:lnTo>
                <a:lnTo>
                  <a:pt x="4757141" y="56560"/>
                </a:lnTo>
                <a:lnTo>
                  <a:pt x="4757162" y="57276"/>
                </a:lnTo>
                <a:lnTo>
                  <a:pt x="4757225" y="57932"/>
                </a:lnTo>
                <a:lnTo>
                  <a:pt x="4757329" y="58532"/>
                </a:lnTo>
                <a:lnTo>
                  <a:pt x="4757474" y="59077"/>
                </a:lnTo>
                <a:lnTo>
                  <a:pt x="4757658" y="59570"/>
                </a:lnTo>
                <a:lnTo>
                  <a:pt x="4757883" y="60014"/>
                </a:lnTo>
                <a:lnTo>
                  <a:pt x="4758146" y="60411"/>
                </a:lnTo>
                <a:lnTo>
                  <a:pt x="4758449" y="60764"/>
                </a:lnTo>
                <a:lnTo>
                  <a:pt x="4758789" y="61076"/>
                </a:lnTo>
                <a:lnTo>
                  <a:pt x="4759167" y="61349"/>
                </a:lnTo>
                <a:lnTo>
                  <a:pt x="4759582" y="61585"/>
                </a:lnTo>
                <a:lnTo>
                  <a:pt x="4760034" y="61788"/>
                </a:lnTo>
                <a:lnTo>
                  <a:pt x="4760522" y="61959"/>
                </a:lnTo>
                <a:lnTo>
                  <a:pt x="4761046" y="62103"/>
                </a:lnTo>
                <a:lnTo>
                  <a:pt x="4761605" y="62220"/>
                </a:lnTo>
                <a:lnTo>
                  <a:pt x="4762198" y="62313"/>
                </a:lnTo>
                <a:lnTo>
                  <a:pt x="4762826" y="62386"/>
                </a:lnTo>
                <a:lnTo>
                  <a:pt x="4763487" y="62441"/>
                </a:lnTo>
                <a:lnTo>
                  <a:pt x="4764181" y="62481"/>
                </a:lnTo>
                <a:lnTo>
                  <a:pt x="4764908" y="62507"/>
                </a:lnTo>
                <a:lnTo>
                  <a:pt x="4765667" y="62523"/>
                </a:lnTo>
                <a:lnTo>
                  <a:pt x="4766458" y="62531"/>
                </a:lnTo>
                <a:lnTo>
                  <a:pt x="4767280" y="62534"/>
                </a:lnTo>
                <a:lnTo>
                  <a:pt x="4768132" y="62535"/>
                </a:lnTo>
                <a:lnTo>
                  <a:pt x="4768132" y="122048"/>
                </a:lnTo>
                <a:lnTo>
                  <a:pt x="4767280" y="122049"/>
                </a:lnTo>
                <a:lnTo>
                  <a:pt x="4766458" y="122052"/>
                </a:lnTo>
                <a:lnTo>
                  <a:pt x="4765667" y="122060"/>
                </a:lnTo>
                <a:lnTo>
                  <a:pt x="4764908" y="122076"/>
                </a:lnTo>
                <a:lnTo>
                  <a:pt x="4764181" y="122102"/>
                </a:lnTo>
                <a:lnTo>
                  <a:pt x="4763487" y="122141"/>
                </a:lnTo>
                <a:lnTo>
                  <a:pt x="4762826" y="122196"/>
                </a:lnTo>
                <a:lnTo>
                  <a:pt x="4762198" y="122269"/>
                </a:lnTo>
                <a:lnTo>
                  <a:pt x="4761605" y="122363"/>
                </a:lnTo>
                <a:lnTo>
                  <a:pt x="4761046" y="122480"/>
                </a:lnTo>
                <a:lnTo>
                  <a:pt x="4760522" y="122623"/>
                </a:lnTo>
                <a:lnTo>
                  <a:pt x="4760034" y="122795"/>
                </a:lnTo>
                <a:lnTo>
                  <a:pt x="4759582" y="122998"/>
                </a:lnTo>
                <a:lnTo>
                  <a:pt x="4759167" y="123234"/>
                </a:lnTo>
                <a:lnTo>
                  <a:pt x="4758789" y="123507"/>
                </a:lnTo>
                <a:lnTo>
                  <a:pt x="4758449" y="123818"/>
                </a:lnTo>
                <a:lnTo>
                  <a:pt x="4758146" y="124172"/>
                </a:lnTo>
                <a:lnTo>
                  <a:pt x="4757883" y="124569"/>
                </a:lnTo>
                <a:lnTo>
                  <a:pt x="4757658" y="125013"/>
                </a:lnTo>
                <a:lnTo>
                  <a:pt x="4757474" y="125506"/>
                </a:lnTo>
                <a:lnTo>
                  <a:pt x="4757329" y="126051"/>
                </a:lnTo>
                <a:lnTo>
                  <a:pt x="4757225" y="126650"/>
                </a:lnTo>
                <a:lnTo>
                  <a:pt x="4757162" y="127307"/>
                </a:lnTo>
                <a:lnTo>
                  <a:pt x="4757141" y="128023"/>
                </a:lnTo>
                <a:lnTo>
                  <a:pt x="4757168" y="128717"/>
                </a:lnTo>
                <a:lnTo>
                  <a:pt x="4757245" y="129352"/>
                </a:lnTo>
                <a:lnTo>
                  <a:pt x="4757370" y="129932"/>
                </a:lnTo>
                <a:lnTo>
                  <a:pt x="4757540" y="130460"/>
                </a:lnTo>
                <a:lnTo>
                  <a:pt x="4757750" y="130937"/>
                </a:lnTo>
                <a:lnTo>
                  <a:pt x="4757997" y="131367"/>
                </a:lnTo>
                <a:lnTo>
                  <a:pt x="4758279" y="131752"/>
                </a:lnTo>
                <a:lnTo>
                  <a:pt x="4758591" y="132093"/>
                </a:lnTo>
                <a:lnTo>
                  <a:pt x="4758931" y="132395"/>
                </a:lnTo>
                <a:lnTo>
                  <a:pt x="4759295" y="132659"/>
                </a:lnTo>
                <a:lnTo>
                  <a:pt x="4759680" y="132888"/>
                </a:lnTo>
                <a:lnTo>
                  <a:pt x="4760082" y="133084"/>
                </a:lnTo>
                <a:lnTo>
                  <a:pt x="4760498" y="133250"/>
                </a:lnTo>
                <a:lnTo>
                  <a:pt x="4760925" y="133389"/>
                </a:lnTo>
                <a:lnTo>
                  <a:pt x="4761359" y="133502"/>
                </a:lnTo>
                <a:lnTo>
                  <a:pt x="4761798" y="133593"/>
                </a:lnTo>
                <a:lnTo>
                  <a:pt x="4762237" y="133664"/>
                </a:lnTo>
                <a:lnTo>
                  <a:pt x="4762673" y="133717"/>
                </a:lnTo>
                <a:lnTo>
                  <a:pt x="4763103" y="133755"/>
                </a:lnTo>
                <a:lnTo>
                  <a:pt x="4763524" y="133780"/>
                </a:lnTo>
                <a:lnTo>
                  <a:pt x="4763932" y="133796"/>
                </a:lnTo>
                <a:lnTo>
                  <a:pt x="4764324" y="133804"/>
                </a:lnTo>
                <a:lnTo>
                  <a:pt x="4764696" y="133807"/>
                </a:lnTo>
                <a:lnTo>
                  <a:pt x="4765046" y="133807"/>
                </a:lnTo>
                <a:lnTo>
                  <a:pt x="4782014" y="133807"/>
                </a:lnTo>
                <a:lnTo>
                  <a:pt x="4782386" y="133807"/>
                </a:lnTo>
                <a:lnTo>
                  <a:pt x="4782777" y="133804"/>
                </a:lnTo>
                <a:lnTo>
                  <a:pt x="4783184" y="133796"/>
                </a:lnTo>
                <a:lnTo>
                  <a:pt x="4783603" y="133780"/>
                </a:lnTo>
                <a:lnTo>
                  <a:pt x="4784033" y="133755"/>
                </a:lnTo>
                <a:lnTo>
                  <a:pt x="4784469" y="133717"/>
                </a:lnTo>
                <a:lnTo>
                  <a:pt x="4784908" y="133664"/>
                </a:lnTo>
                <a:lnTo>
                  <a:pt x="4785348" y="133593"/>
                </a:lnTo>
                <a:lnTo>
                  <a:pt x="4785785" y="133502"/>
                </a:lnTo>
                <a:lnTo>
                  <a:pt x="4786216" y="133389"/>
                </a:lnTo>
                <a:lnTo>
                  <a:pt x="4786639" y="133250"/>
                </a:lnTo>
                <a:lnTo>
                  <a:pt x="4787049" y="133084"/>
                </a:lnTo>
                <a:lnTo>
                  <a:pt x="4787445" y="132888"/>
                </a:lnTo>
                <a:lnTo>
                  <a:pt x="4787822" y="132659"/>
                </a:lnTo>
                <a:lnTo>
                  <a:pt x="4788178" y="132395"/>
                </a:lnTo>
                <a:lnTo>
                  <a:pt x="4788510" y="132093"/>
                </a:lnTo>
                <a:lnTo>
                  <a:pt x="4788814" y="131752"/>
                </a:lnTo>
                <a:lnTo>
                  <a:pt x="4789088" y="131367"/>
                </a:lnTo>
                <a:lnTo>
                  <a:pt x="4789328" y="130937"/>
                </a:lnTo>
                <a:lnTo>
                  <a:pt x="4789531" y="130460"/>
                </a:lnTo>
                <a:lnTo>
                  <a:pt x="4789695" y="129932"/>
                </a:lnTo>
                <a:lnTo>
                  <a:pt x="4789815" y="129352"/>
                </a:lnTo>
                <a:lnTo>
                  <a:pt x="4789890" y="128717"/>
                </a:lnTo>
                <a:lnTo>
                  <a:pt x="4789916" y="128023"/>
                </a:lnTo>
                <a:lnTo>
                  <a:pt x="4789895" y="127307"/>
                </a:lnTo>
                <a:lnTo>
                  <a:pt x="4789832" y="126650"/>
                </a:lnTo>
                <a:lnTo>
                  <a:pt x="4789728" y="126051"/>
                </a:lnTo>
                <a:lnTo>
                  <a:pt x="4789584" y="125506"/>
                </a:lnTo>
                <a:lnTo>
                  <a:pt x="4789399" y="125013"/>
                </a:lnTo>
                <a:lnTo>
                  <a:pt x="4789175" y="124569"/>
                </a:lnTo>
                <a:lnTo>
                  <a:pt x="4788911" y="124172"/>
                </a:lnTo>
                <a:lnTo>
                  <a:pt x="4788609" y="123818"/>
                </a:lnTo>
                <a:lnTo>
                  <a:pt x="4788269" y="123507"/>
                </a:lnTo>
                <a:lnTo>
                  <a:pt x="4787891" y="123234"/>
                </a:lnTo>
                <a:lnTo>
                  <a:pt x="4787476" y="122998"/>
                </a:lnTo>
                <a:lnTo>
                  <a:pt x="4787024" y="122795"/>
                </a:lnTo>
                <a:lnTo>
                  <a:pt x="4786536" y="122623"/>
                </a:lnTo>
                <a:lnTo>
                  <a:pt x="4786013" y="122480"/>
                </a:lnTo>
                <a:lnTo>
                  <a:pt x="4785454" y="122363"/>
                </a:lnTo>
                <a:lnTo>
                  <a:pt x="4784861" y="122269"/>
                </a:lnTo>
                <a:lnTo>
                  <a:pt x="4784234" y="122196"/>
                </a:lnTo>
                <a:lnTo>
                  <a:pt x="4783573" y="122141"/>
                </a:lnTo>
                <a:lnTo>
                  <a:pt x="4782878" y="122102"/>
                </a:lnTo>
                <a:lnTo>
                  <a:pt x="4782152" y="122076"/>
                </a:lnTo>
                <a:lnTo>
                  <a:pt x="4781393" y="122060"/>
                </a:lnTo>
                <a:lnTo>
                  <a:pt x="4780602" y="122052"/>
                </a:lnTo>
                <a:lnTo>
                  <a:pt x="4779780" y="122049"/>
                </a:lnTo>
                <a:lnTo>
                  <a:pt x="4778928" y="122048"/>
                </a:lnTo>
                <a:lnTo>
                  <a:pt x="4778928" y="87574"/>
                </a:lnTo>
                <a:lnTo>
                  <a:pt x="4778969" y="85476"/>
                </a:lnTo>
                <a:lnTo>
                  <a:pt x="4779088" y="83463"/>
                </a:lnTo>
                <a:lnTo>
                  <a:pt x="4779283" y="81534"/>
                </a:lnTo>
                <a:lnTo>
                  <a:pt x="4779550" y="79691"/>
                </a:lnTo>
                <a:lnTo>
                  <a:pt x="4779886" y="77934"/>
                </a:lnTo>
                <a:lnTo>
                  <a:pt x="4780287" y="76263"/>
                </a:lnTo>
                <a:lnTo>
                  <a:pt x="4780749" y="74678"/>
                </a:lnTo>
                <a:lnTo>
                  <a:pt x="4781270" y="73181"/>
                </a:lnTo>
                <a:lnTo>
                  <a:pt x="4781846" y="71771"/>
                </a:lnTo>
                <a:lnTo>
                  <a:pt x="4782473" y="70449"/>
                </a:lnTo>
                <a:lnTo>
                  <a:pt x="4783149" y="69215"/>
                </a:lnTo>
                <a:lnTo>
                  <a:pt x="4783869" y="68070"/>
                </a:lnTo>
                <a:lnTo>
                  <a:pt x="4784630" y="67014"/>
                </a:lnTo>
                <a:lnTo>
                  <a:pt x="4785428" y="66047"/>
                </a:lnTo>
                <a:lnTo>
                  <a:pt x="4786261" y="65171"/>
                </a:lnTo>
                <a:lnTo>
                  <a:pt x="4787125" y="64385"/>
                </a:lnTo>
                <a:lnTo>
                  <a:pt x="4788017" y="63690"/>
                </a:lnTo>
                <a:lnTo>
                  <a:pt x="4788932" y="63087"/>
                </a:lnTo>
                <a:lnTo>
                  <a:pt x="4789868" y="62574"/>
                </a:lnTo>
                <a:lnTo>
                  <a:pt x="4790822" y="62155"/>
                </a:lnTo>
                <a:lnTo>
                  <a:pt x="4791789" y="61827"/>
                </a:lnTo>
                <a:lnTo>
                  <a:pt x="4792766" y="61593"/>
                </a:lnTo>
                <a:lnTo>
                  <a:pt x="4793750" y="61452"/>
                </a:lnTo>
                <a:lnTo>
                  <a:pt x="4794737" y="61405"/>
                </a:lnTo>
                <a:lnTo>
                  <a:pt x="4795282" y="61423"/>
                </a:lnTo>
                <a:lnTo>
                  <a:pt x="4795809" y="61477"/>
                </a:lnTo>
                <a:lnTo>
                  <a:pt x="4796317" y="61570"/>
                </a:lnTo>
                <a:lnTo>
                  <a:pt x="4796805" y="61706"/>
                </a:lnTo>
                <a:lnTo>
                  <a:pt x="4797274" y="61885"/>
                </a:lnTo>
                <a:lnTo>
                  <a:pt x="4797722" y="62112"/>
                </a:lnTo>
                <a:lnTo>
                  <a:pt x="4798150" y="62389"/>
                </a:lnTo>
                <a:lnTo>
                  <a:pt x="4798557" y="62717"/>
                </a:lnTo>
                <a:lnTo>
                  <a:pt x="4798943" y="63101"/>
                </a:lnTo>
                <a:lnTo>
                  <a:pt x="4799306" y="63542"/>
                </a:lnTo>
                <a:lnTo>
                  <a:pt x="4799648" y="64043"/>
                </a:lnTo>
                <a:lnTo>
                  <a:pt x="4799967" y="64606"/>
                </a:lnTo>
                <a:lnTo>
                  <a:pt x="4800262" y="65235"/>
                </a:lnTo>
                <a:lnTo>
                  <a:pt x="4800535" y="65931"/>
                </a:lnTo>
                <a:lnTo>
                  <a:pt x="4800783" y="66698"/>
                </a:lnTo>
                <a:lnTo>
                  <a:pt x="4801007" y="67538"/>
                </a:lnTo>
                <a:lnTo>
                  <a:pt x="4801206" y="68453"/>
                </a:lnTo>
                <a:lnTo>
                  <a:pt x="4801380" y="69446"/>
                </a:lnTo>
                <a:lnTo>
                  <a:pt x="4801528" y="70520"/>
                </a:lnTo>
                <a:lnTo>
                  <a:pt x="4801650" y="71678"/>
                </a:lnTo>
                <a:lnTo>
                  <a:pt x="4801746" y="72921"/>
                </a:lnTo>
                <a:lnTo>
                  <a:pt x="4801815" y="74253"/>
                </a:lnTo>
                <a:lnTo>
                  <a:pt x="4801857" y="75675"/>
                </a:lnTo>
                <a:lnTo>
                  <a:pt x="4801871" y="77192"/>
                </a:lnTo>
                <a:lnTo>
                  <a:pt x="4801871" y="122048"/>
                </a:lnTo>
                <a:lnTo>
                  <a:pt x="4801408" y="122049"/>
                </a:lnTo>
                <a:lnTo>
                  <a:pt x="4800935" y="122052"/>
                </a:lnTo>
                <a:lnTo>
                  <a:pt x="4800455" y="122060"/>
                </a:lnTo>
                <a:lnTo>
                  <a:pt x="4799971" y="122076"/>
                </a:lnTo>
                <a:lnTo>
                  <a:pt x="4799485" y="122102"/>
                </a:lnTo>
                <a:lnTo>
                  <a:pt x="4799000" y="122141"/>
                </a:lnTo>
                <a:lnTo>
                  <a:pt x="4798519" y="122196"/>
                </a:lnTo>
                <a:lnTo>
                  <a:pt x="4798044" y="122269"/>
                </a:lnTo>
                <a:lnTo>
                  <a:pt x="4797577" y="122363"/>
                </a:lnTo>
                <a:lnTo>
                  <a:pt x="4797122" y="122480"/>
                </a:lnTo>
                <a:lnTo>
                  <a:pt x="4796680" y="122623"/>
                </a:lnTo>
                <a:lnTo>
                  <a:pt x="4796256" y="122795"/>
                </a:lnTo>
                <a:lnTo>
                  <a:pt x="4795850" y="122998"/>
                </a:lnTo>
                <a:lnTo>
                  <a:pt x="4795466" y="123234"/>
                </a:lnTo>
                <a:lnTo>
                  <a:pt x="4795106" y="123507"/>
                </a:lnTo>
                <a:lnTo>
                  <a:pt x="4794773" y="123818"/>
                </a:lnTo>
                <a:lnTo>
                  <a:pt x="4794469" y="124172"/>
                </a:lnTo>
                <a:lnTo>
                  <a:pt x="4794198" y="124569"/>
                </a:lnTo>
                <a:lnTo>
                  <a:pt x="4793961" y="125013"/>
                </a:lnTo>
                <a:lnTo>
                  <a:pt x="4793761" y="125506"/>
                </a:lnTo>
                <a:lnTo>
                  <a:pt x="4793601" y="126051"/>
                </a:lnTo>
                <a:lnTo>
                  <a:pt x="4793484" y="126650"/>
                </a:lnTo>
                <a:lnTo>
                  <a:pt x="4793412" y="127307"/>
                </a:lnTo>
                <a:lnTo>
                  <a:pt x="4793387" y="128023"/>
                </a:lnTo>
                <a:lnTo>
                  <a:pt x="4793414" y="128717"/>
                </a:lnTo>
                <a:lnTo>
                  <a:pt x="4793491" y="129352"/>
                </a:lnTo>
                <a:lnTo>
                  <a:pt x="4793616" y="129932"/>
                </a:lnTo>
                <a:lnTo>
                  <a:pt x="4793785" y="130460"/>
                </a:lnTo>
                <a:lnTo>
                  <a:pt x="4793995" y="130937"/>
                </a:lnTo>
                <a:lnTo>
                  <a:pt x="4794243" y="131367"/>
                </a:lnTo>
                <a:lnTo>
                  <a:pt x="4794524" y="131752"/>
                </a:lnTo>
                <a:lnTo>
                  <a:pt x="4794837" y="132093"/>
                </a:lnTo>
                <a:lnTo>
                  <a:pt x="4795177" y="132395"/>
                </a:lnTo>
                <a:lnTo>
                  <a:pt x="4795541" y="132659"/>
                </a:lnTo>
                <a:lnTo>
                  <a:pt x="4795926" y="132888"/>
                </a:lnTo>
                <a:lnTo>
                  <a:pt x="4796328" y="133084"/>
                </a:lnTo>
                <a:lnTo>
                  <a:pt x="4796744" y="133250"/>
                </a:lnTo>
                <a:lnTo>
                  <a:pt x="4797171" y="133389"/>
                </a:lnTo>
                <a:lnTo>
                  <a:pt x="4797605" y="133502"/>
                </a:lnTo>
                <a:lnTo>
                  <a:pt x="4798043" y="133593"/>
                </a:lnTo>
                <a:lnTo>
                  <a:pt x="4798482" y="133664"/>
                </a:lnTo>
                <a:lnTo>
                  <a:pt x="4798918" y="133717"/>
                </a:lnTo>
                <a:lnTo>
                  <a:pt x="4799349" y="133755"/>
                </a:lnTo>
                <a:lnTo>
                  <a:pt x="4799769" y="133780"/>
                </a:lnTo>
                <a:lnTo>
                  <a:pt x="4800177" y="133796"/>
                </a:lnTo>
                <a:lnTo>
                  <a:pt x="4800569" y="133804"/>
                </a:lnTo>
                <a:lnTo>
                  <a:pt x="4800942" y="133807"/>
                </a:lnTo>
                <a:lnTo>
                  <a:pt x="4801292" y="133807"/>
                </a:lnTo>
                <a:lnTo>
                  <a:pt x="4815750" y="133807"/>
                </a:lnTo>
                <a:lnTo>
                  <a:pt x="4816122" y="133807"/>
                </a:lnTo>
                <a:lnTo>
                  <a:pt x="4816513" y="133804"/>
                </a:lnTo>
                <a:lnTo>
                  <a:pt x="4816920" y="133796"/>
                </a:lnTo>
                <a:lnTo>
                  <a:pt x="4817340" y="133780"/>
                </a:lnTo>
                <a:lnTo>
                  <a:pt x="4817769" y="133755"/>
                </a:lnTo>
                <a:lnTo>
                  <a:pt x="4818205" y="133717"/>
                </a:lnTo>
                <a:lnTo>
                  <a:pt x="4818645" y="133664"/>
                </a:lnTo>
                <a:lnTo>
                  <a:pt x="4819085" y="133593"/>
                </a:lnTo>
                <a:lnTo>
                  <a:pt x="4819522" y="133502"/>
                </a:lnTo>
                <a:lnTo>
                  <a:pt x="4819954" y="133389"/>
                </a:lnTo>
                <a:lnTo>
                  <a:pt x="4820376" y="133250"/>
                </a:lnTo>
                <a:lnTo>
                  <a:pt x="4820787" y="133084"/>
                </a:lnTo>
                <a:lnTo>
                  <a:pt x="4821183" y="132888"/>
                </a:lnTo>
                <a:lnTo>
                  <a:pt x="4821560" y="132659"/>
                </a:lnTo>
                <a:lnTo>
                  <a:pt x="4821916" y="132395"/>
                </a:lnTo>
                <a:lnTo>
                  <a:pt x="4822248" y="132093"/>
                </a:lnTo>
                <a:lnTo>
                  <a:pt x="4822553" y="131752"/>
                </a:lnTo>
                <a:lnTo>
                  <a:pt x="4822826" y="131367"/>
                </a:lnTo>
                <a:lnTo>
                  <a:pt x="4823067" y="130937"/>
                </a:lnTo>
                <a:lnTo>
                  <a:pt x="4823270" y="130460"/>
                </a:lnTo>
                <a:lnTo>
                  <a:pt x="4823434" y="129932"/>
                </a:lnTo>
                <a:lnTo>
                  <a:pt x="4823555" y="129352"/>
                </a:lnTo>
                <a:lnTo>
                  <a:pt x="4823629" y="128717"/>
                </a:lnTo>
                <a:lnTo>
                  <a:pt x="4823655" y="128023"/>
                </a:lnTo>
                <a:lnTo>
                  <a:pt x="4823634" y="127307"/>
                </a:lnTo>
                <a:lnTo>
                  <a:pt x="4823571" y="126650"/>
                </a:lnTo>
                <a:lnTo>
                  <a:pt x="4823467" y="126051"/>
                </a:lnTo>
                <a:lnTo>
                  <a:pt x="4823323" y="125506"/>
                </a:lnTo>
                <a:lnTo>
                  <a:pt x="4823138" y="125013"/>
                </a:lnTo>
                <a:lnTo>
                  <a:pt x="4822914" y="124569"/>
                </a:lnTo>
                <a:lnTo>
                  <a:pt x="4822651" y="124172"/>
                </a:lnTo>
                <a:lnTo>
                  <a:pt x="4822348" y="123818"/>
                </a:lnTo>
                <a:lnTo>
                  <a:pt x="4822008" y="123507"/>
                </a:lnTo>
                <a:lnTo>
                  <a:pt x="4821630" y="123234"/>
                </a:lnTo>
                <a:lnTo>
                  <a:pt x="4821215" y="122998"/>
                </a:lnTo>
                <a:lnTo>
                  <a:pt x="4820763" y="122795"/>
                </a:lnTo>
                <a:lnTo>
                  <a:pt x="4820276" y="122623"/>
                </a:lnTo>
                <a:lnTo>
                  <a:pt x="4819752" y="122480"/>
                </a:lnTo>
                <a:lnTo>
                  <a:pt x="4819194" y="122363"/>
                </a:lnTo>
                <a:lnTo>
                  <a:pt x="4818600" y="122269"/>
                </a:lnTo>
                <a:lnTo>
                  <a:pt x="4817973" y="122196"/>
                </a:lnTo>
                <a:lnTo>
                  <a:pt x="4817312" y="122141"/>
                </a:lnTo>
                <a:lnTo>
                  <a:pt x="4816618" y="122102"/>
                </a:lnTo>
                <a:lnTo>
                  <a:pt x="4815891" y="122076"/>
                </a:lnTo>
                <a:lnTo>
                  <a:pt x="4815132" y="122060"/>
                </a:lnTo>
                <a:lnTo>
                  <a:pt x="4814341" y="122052"/>
                </a:lnTo>
                <a:lnTo>
                  <a:pt x="4813520" y="122049"/>
                </a:lnTo>
                <a:lnTo>
                  <a:pt x="4812667" y="122048"/>
                </a:lnTo>
                <a:lnTo>
                  <a:pt x="4812667" y="87589"/>
                </a:lnTo>
                <a:lnTo>
                  <a:pt x="4812708" y="85489"/>
                </a:lnTo>
                <a:lnTo>
                  <a:pt x="4812827" y="83474"/>
                </a:lnTo>
                <a:lnTo>
                  <a:pt x="4813022" y="81544"/>
                </a:lnTo>
                <a:lnTo>
                  <a:pt x="4813289" y="79700"/>
                </a:lnTo>
                <a:lnTo>
                  <a:pt x="4813625" y="77941"/>
                </a:lnTo>
                <a:lnTo>
                  <a:pt x="4814026" y="76269"/>
                </a:lnTo>
                <a:lnTo>
                  <a:pt x="4814489" y="74684"/>
                </a:lnTo>
                <a:lnTo>
                  <a:pt x="4815009" y="73185"/>
                </a:lnTo>
                <a:lnTo>
                  <a:pt x="4815585" y="71774"/>
                </a:lnTo>
                <a:lnTo>
                  <a:pt x="4816213" y="70452"/>
                </a:lnTo>
                <a:lnTo>
                  <a:pt x="4816888" y="69217"/>
                </a:lnTo>
                <a:lnTo>
                  <a:pt x="4817608" y="68072"/>
                </a:lnTo>
                <a:lnTo>
                  <a:pt x="4818369" y="67015"/>
                </a:lnTo>
                <a:lnTo>
                  <a:pt x="4819168" y="66049"/>
                </a:lnTo>
                <a:lnTo>
                  <a:pt x="4820001" y="65172"/>
                </a:lnTo>
                <a:lnTo>
                  <a:pt x="4820865" y="64386"/>
                </a:lnTo>
                <a:lnTo>
                  <a:pt x="4821756" y="63691"/>
                </a:lnTo>
                <a:lnTo>
                  <a:pt x="4822672" y="63087"/>
                </a:lnTo>
                <a:lnTo>
                  <a:pt x="4823608" y="62575"/>
                </a:lnTo>
                <a:lnTo>
                  <a:pt x="4824561" y="62155"/>
                </a:lnTo>
                <a:lnTo>
                  <a:pt x="4825528" y="61827"/>
                </a:lnTo>
                <a:lnTo>
                  <a:pt x="4826505" y="61593"/>
                </a:lnTo>
                <a:lnTo>
                  <a:pt x="4827489" y="61452"/>
                </a:lnTo>
                <a:lnTo>
                  <a:pt x="4828476" y="61405"/>
                </a:lnTo>
                <a:lnTo>
                  <a:pt x="4829021" y="61423"/>
                </a:lnTo>
                <a:lnTo>
                  <a:pt x="4829548" y="61477"/>
                </a:lnTo>
                <a:lnTo>
                  <a:pt x="4830056" y="61570"/>
                </a:lnTo>
                <a:lnTo>
                  <a:pt x="4830544" y="61706"/>
                </a:lnTo>
                <a:lnTo>
                  <a:pt x="4831013" y="61885"/>
                </a:lnTo>
                <a:lnTo>
                  <a:pt x="4831461" y="62112"/>
                </a:lnTo>
                <a:lnTo>
                  <a:pt x="4831889" y="62389"/>
                </a:lnTo>
                <a:lnTo>
                  <a:pt x="4832296" y="62717"/>
                </a:lnTo>
                <a:lnTo>
                  <a:pt x="4832682" y="63101"/>
                </a:lnTo>
                <a:lnTo>
                  <a:pt x="4833046" y="63542"/>
                </a:lnTo>
                <a:lnTo>
                  <a:pt x="4833387" y="64043"/>
                </a:lnTo>
                <a:lnTo>
                  <a:pt x="4833706" y="64606"/>
                </a:lnTo>
                <a:lnTo>
                  <a:pt x="4834002" y="65235"/>
                </a:lnTo>
                <a:lnTo>
                  <a:pt x="4834274" y="65931"/>
                </a:lnTo>
                <a:lnTo>
                  <a:pt x="4834522" y="66698"/>
                </a:lnTo>
                <a:lnTo>
                  <a:pt x="4834746" y="67538"/>
                </a:lnTo>
                <a:lnTo>
                  <a:pt x="4834945" y="68453"/>
                </a:lnTo>
                <a:lnTo>
                  <a:pt x="4835119" y="69446"/>
                </a:lnTo>
                <a:lnTo>
                  <a:pt x="4835267" y="70520"/>
                </a:lnTo>
                <a:lnTo>
                  <a:pt x="4835390" y="71678"/>
                </a:lnTo>
                <a:lnTo>
                  <a:pt x="4835486" y="72921"/>
                </a:lnTo>
                <a:lnTo>
                  <a:pt x="4835555" y="74253"/>
                </a:lnTo>
                <a:lnTo>
                  <a:pt x="4835596" y="75675"/>
                </a:lnTo>
                <a:lnTo>
                  <a:pt x="4835610" y="77192"/>
                </a:lnTo>
                <a:lnTo>
                  <a:pt x="4835610" y="122048"/>
                </a:lnTo>
                <a:lnTo>
                  <a:pt x="4835146" y="122049"/>
                </a:lnTo>
                <a:lnTo>
                  <a:pt x="4834673" y="122052"/>
                </a:lnTo>
                <a:lnTo>
                  <a:pt x="4834193" y="122060"/>
                </a:lnTo>
                <a:lnTo>
                  <a:pt x="4833709" y="122076"/>
                </a:lnTo>
                <a:lnTo>
                  <a:pt x="4833223" y="122102"/>
                </a:lnTo>
                <a:lnTo>
                  <a:pt x="4832738" y="122141"/>
                </a:lnTo>
                <a:lnTo>
                  <a:pt x="4832257" y="122196"/>
                </a:lnTo>
                <a:lnTo>
                  <a:pt x="4831782" y="122269"/>
                </a:lnTo>
                <a:lnTo>
                  <a:pt x="4831315" y="122363"/>
                </a:lnTo>
                <a:lnTo>
                  <a:pt x="4830860" y="122480"/>
                </a:lnTo>
                <a:lnTo>
                  <a:pt x="4830418" y="122623"/>
                </a:lnTo>
                <a:lnTo>
                  <a:pt x="4829994" y="122795"/>
                </a:lnTo>
                <a:lnTo>
                  <a:pt x="4829588" y="122998"/>
                </a:lnTo>
                <a:lnTo>
                  <a:pt x="4829204" y="123234"/>
                </a:lnTo>
                <a:lnTo>
                  <a:pt x="4828844" y="123507"/>
                </a:lnTo>
                <a:lnTo>
                  <a:pt x="4828511" y="123818"/>
                </a:lnTo>
                <a:lnTo>
                  <a:pt x="4828208" y="124172"/>
                </a:lnTo>
                <a:lnTo>
                  <a:pt x="4827936" y="124569"/>
                </a:lnTo>
                <a:lnTo>
                  <a:pt x="4827700" y="125013"/>
                </a:lnTo>
                <a:lnTo>
                  <a:pt x="4827500" y="125506"/>
                </a:lnTo>
                <a:lnTo>
                  <a:pt x="4827340" y="126051"/>
                </a:lnTo>
                <a:lnTo>
                  <a:pt x="4827223" y="126650"/>
                </a:lnTo>
                <a:lnTo>
                  <a:pt x="4827151" y="127307"/>
                </a:lnTo>
                <a:lnTo>
                  <a:pt x="4827126" y="128023"/>
                </a:lnTo>
                <a:lnTo>
                  <a:pt x="4827153" y="128717"/>
                </a:lnTo>
                <a:lnTo>
                  <a:pt x="4827230" y="129352"/>
                </a:lnTo>
                <a:lnTo>
                  <a:pt x="4827355" y="129932"/>
                </a:lnTo>
                <a:lnTo>
                  <a:pt x="4827524" y="130460"/>
                </a:lnTo>
                <a:lnTo>
                  <a:pt x="4827734" y="130937"/>
                </a:lnTo>
                <a:lnTo>
                  <a:pt x="4827981" y="131367"/>
                </a:lnTo>
                <a:lnTo>
                  <a:pt x="4828263" y="131752"/>
                </a:lnTo>
                <a:lnTo>
                  <a:pt x="4828575" y="132093"/>
                </a:lnTo>
                <a:lnTo>
                  <a:pt x="4828915" y="132395"/>
                </a:lnTo>
                <a:lnTo>
                  <a:pt x="4829279" y="132659"/>
                </a:lnTo>
                <a:lnTo>
                  <a:pt x="4829664" y="132888"/>
                </a:lnTo>
                <a:lnTo>
                  <a:pt x="4830066" y="133084"/>
                </a:lnTo>
                <a:lnTo>
                  <a:pt x="4830482" y="133250"/>
                </a:lnTo>
                <a:lnTo>
                  <a:pt x="4830909" y="133389"/>
                </a:lnTo>
                <a:lnTo>
                  <a:pt x="4831343" y="133502"/>
                </a:lnTo>
                <a:lnTo>
                  <a:pt x="4831781" y="133593"/>
                </a:lnTo>
                <a:lnTo>
                  <a:pt x="4832220" y="133664"/>
                </a:lnTo>
                <a:lnTo>
                  <a:pt x="4832656" y="133717"/>
                </a:lnTo>
                <a:lnTo>
                  <a:pt x="4833087" y="133755"/>
                </a:lnTo>
                <a:lnTo>
                  <a:pt x="4833507" y="133780"/>
                </a:lnTo>
                <a:lnTo>
                  <a:pt x="4833916" y="133796"/>
                </a:lnTo>
                <a:lnTo>
                  <a:pt x="4834308" y="133804"/>
                </a:lnTo>
                <a:lnTo>
                  <a:pt x="4834681" y="133807"/>
                </a:lnTo>
                <a:lnTo>
                  <a:pt x="4835031" y="133807"/>
                </a:lnTo>
                <a:lnTo>
                  <a:pt x="4849490" y="133807"/>
                </a:lnTo>
                <a:lnTo>
                  <a:pt x="4849862" y="133807"/>
                </a:lnTo>
                <a:lnTo>
                  <a:pt x="4850253" y="133804"/>
                </a:lnTo>
                <a:lnTo>
                  <a:pt x="4850659" y="133796"/>
                </a:lnTo>
                <a:lnTo>
                  <a:pt x="4851079" y="133780"/>
                </a:lnTo>
                <a:lnTo>
                  <a:pt x="4851509" y="133755"/>
                </a:lnTo>
                <a:lnTo>
                  <a:pt x="4851945" y="133717"/>
                </a:lnTo>
                <a:lnTo>
                  <a:pt x="4852384" y="133664"/>
                </a:lnTo>
                <a:lnTo>
                  <a:pt x="4852824" y="133593"/>
                </a:lnTo>
                <a:lnTo>
                  <a:pt x="4853261" y="133502"/>
                </a:lnTo>
                <a:lnTo>
                  <a:pt x="4853693" y="133389"/>
                </a:lnTo>
                <a:lnTo>
                  <a:pt x="4854116" y="133250"/>
                </a:lnTo>
                <a:lnTo>
                  <a:pt x="4854526" y="133084"/>
                </a:lnTo>
                <a:lnTo>
                  <a:pt x="4854922" y="132888"/>
                </a:lnTo>
                <a:lnTo>
                  <a:pt x="4855299" y="132659"/>
                </a:lnTo>
                <a:lnTo>
                  <a:pt x="4855655" y="132395"/>
                </a:lnTo>
                <a:lnTo>
                  <a:pt x="4855987" y="132093"/>
                </a:lnTo>
                <a:lnTo>
                  <a:pt x="4856292" y="131752"/>
                </a:lnTo>
                <a:lnTo>
                  <a:pt x="4856566" y="131367"/>
                </a:lnTo>
                <a:lnTo>
                  <a:pt x="4856806" y="130937"/>
                </a:lnTo>
                <a:lnTo>
                  <a:pt x="4857009" y="130460"/>
                </a:lnTo>
                <a:lnTo>
                  <a:pt x="4857173" y="129932"/>
                </a:lnTo>
                <a:lnTo>
                  <a:pt x="4857294" y="129352"/>
                </a:lnTo>
                <a:lnTo>
                  <a:pt x="4857368" y="128717"/>
                </a:lnTo>
                <a:lnTo>
                  <a:pt x="4857394" y="128023"/>
                </a:lnTo>
                <a:lnTo>
                  <a:pt x="4857373" y="127307"/>
                </a:lnTo>
                <a:lnTo>
                  <a:pt x="4857310" y="126650"/>
                </a:lnTo>
                <a:lnTo>
                  <a:pt x="4857207" y="126051"/>
                </a:lnTo>
                <a:lnTo>
                  <a:pt x="4857062" y="125506"/>
                </a:lnTo>
                <a:lnTo>
                  <a:pt x="4856877" y="125013"/>
                </a:lnTo>
                <a:lnTo>
                  <a:pt x="4856653" y="124569"/>
                </a:lnTo>
                <a:close/>
                <a:moveTo>
                  <a:pt x="3530672" y="109621"/>
                </a:moveTo>
                <a:lnTo>
                  <a:pt x="3530386" y="109261"/>
                </a:lnTo>
                <a:lnTo>
                  <a:pt x="3530072" y="108941"/>
                </a:lnTo>
                <a:lnTo>
                  <a:pt x="3529734" y="108659"/>
                </a:lnTo>
                <a:lnTo>
                  <a:pt x="3529377" y="108412"/>
                </a:lnTo>
                <a:lnTo>
                  <a:pt x="3529006" y="108198"/>
                </a:lnTo>
                <a:lnTo>
                  <a:pt x="3528624" y="108014"/>
                </a:lnTo>
                <a:lnTo>
                  <a:pt x="3528237" y="107859"/>
                </a:lnTo>
                <a:lnTo>
                  <a:pt x="3527847" y="107730"/>
                </a:lnTo>
                <a:lnTo>
                  <a:pt x="3527460" y="107623"/>
                </a:lnTo>
                <a:lnTo>
                  <a:pt x="3527081" y="107539"/>
                </a:lnTo>
                <a:lnTo>
                  <a:pt x="3526712" y="107472"/>
                </a:lnTo>
                <a:lnTo>
                  <a:pt x="3526360" y="107423"/>
                </a:lnTo>
                <a:lnTo>
                  <a:pt x="3526027" y="107387"/>
                </a:lnTo>
                <a:lnTo>
                  <a:pt x="3525719" y="107363"/>
                </a:lnTo>
                <a:lnTo>
                  <a:pt x="3525440" y="107349"/>
                </a:lnTo>
                <a:lnTo>
                  <a:pt x="3525194" y="107341"/>
                </a:lnTo>
                <a:lnTo>
                  <a:pt x="3524985" y="107339"/>
                </a:lnTo>
                <a:lnTo>
                  <a:pt x="3524818" y="107338"/>
                </a:lnTo>
                <a:lnTo>
                  <a:pt x="3524394" y="107341"/>
                </a:lnTo>
                <a:lnTo>
                  <a:pt x="3523989" y="107352"/>
                </a:lnTo>
                <a:lnTo>
                  <a:pt x="3523603" y="107370"/>
                </a:lnTo>
                <a:lnTo>
                  <a:pt x="3523235" y="107398"/>
                </a:lnTo>
                <a:lnTo>
                  <a:pt x="3522884" y="107436"/>
                </a:lnTo>
                <a:lnTo>
                  <a:pt x="3522549" y="107486"/>
                </a:lnTo>
                <a:lnTo>
                  <a:pt x="3522230" y="107548"/>
                </a:lnTo>
                <a:lnTo>
                  <a:pt x="3521926" y="107624"/>
                </a:lnTo>
                <a:lnTo>
                  <a:pt x="3521635" y="107715"/>
                </a:lnTo>
                <a:lnTo>
                  <a:pt x="3521358" y="107822"/>
                </a:lnTo>
                <a:lnTo>
                  <a:pt x="3521094" y="107945"/>
                </a:lnTo>
                <a:lnTo>
                  <a:pt x="3520841" y="108087"/>
                </a:lnTo>
                <a:lnTo>
                  <a:pt x="3520599" y="108248"/>
                </a:lnTo>
                <a:lnTo>
                  <a:pt x="3520368" y="108429"/>
                </a:lnTo>
                <a:lnTo>
                  <a:pt x="3520146" y="108631"/>
                </a:lnTo>
                <a:lnTo>
                  <a:pt x="3519933" y="108855"/>
                </a:lnTo>
                <a:lnTo>
                  <a:pt x="3519728" y="109103"/>
                </a:lnTo>
                <a:lnTo>
                  <a:pt x="3519531" y="109376"/>
                </a:lnTo>
                <a:lnTo>
                  <a:pt x="3519339" y="109674"/>
                </a:lnTo>
                <a:lnTo>
                  <a:pt x="3519154" y="110000"/>
                </a:lnTo>
                <a:lnTo>
                  <a:pt x="3518974" y="110353"/>
                </a:lnTo>
                <a:lnTo>
                  <a:pt x="3518797" y="110734"/>
                </a:lnTo>
                <a:lnTo>
                  <a:pt x="3518625" y="111146"/>
                </a:lnTo>
                <a:lnTo>
                  <a:pt x="3518455" y="111589"/>
                </a:lnTo>
                <a:lnTo>
                  <a:pt x="3517893" y="112777"/>
                </a:lnTo>
                <a:lnTo>
                  <a:pt x="3517272" y="113883"/>
                </a:lnTo>
                <a:lnTo>
                  <a:pt x="3516597" y="114910"/>
                </a:lnTo>
                <a:lnTo>
                  <a:pt x="3515872" y="115861"/>
                </a:lnTo>
                <a:lnTo>
                  <a:pt x="3515102" y="116739"/>
                </a:lnTo>
                <a:lnTo>
                  <a:pt x="3514291" y="117546"/>
                </a:lnTo>
                <a:lnTo>
                  <a:pt x="3513446" y="118286"/>
                </a:lnTo>
                <a:lnTo>
                  <a:pt x="3512571" y="118960"/>
                </a:lnTo>
                <a:lnTo>
                  <a:pt x="3511670" y="119572"/>
                </a:lnTo>
                <a:lnTo>
                  <a:pt x="3510748" y="120125"/>
                </a:lnTo>
                <a:lnTo>
                  <a:pt x="3509811" y="120621"/>
                </a:lnTo>
                <a:lnTo>
                  <a:pt x="3508863" y="121063"/>
                </a:lnTo>
                <a:lnTo>
                  <a:pt x="3507909" y="121454"/>
                </a:lnTo>
                <a:lnTo>
                  <a:pt x="3506953" y="121796"/>
                </a:lnTo>
                <a:lnTo>
                  <a:pt x="3506002" y="122092"/>
                </a:lnTo>
                <a:lnTo>
                  <a:pt x="3505059" y="122346"/>
                </a:lnTo>
                <a:lnTo>
                  <a:pt x="3504129" y="122559"/>
                </a:lnTo>
                <a:lnTo>
                  <a:pt x="3503218" y="122735"/>
                </a:lnTo>
                <a:lnTo>
                  <a:pt x="3502329" y="122877"/>
                </a:lnTo>
                <a:lnTo>
                  <a:pt x="3501469" y="122986"/>
                </a:lnTo>
                <a:lnTo>
                  <a:pt x="3500641" y="123066"/>
                </a:lnTo>
                <a:lnTo>
                  <a:pt x="3499851" y="123120"/>
                </a:lnTo>
                <a:lnTo>
                  <a:pt x="3499104" y="123151"/>
                </a:lnTo>
                <a:lnTo>
                  <a:pt x="3498404" y="123160"/>
                </a:lnTo>
                <a:lnTo>
                  <a:pt x="3496597" y="123110"/>
                </a:lnTo>
                <a:lnTo>
                  <a:pt x="3494796" y="122961"/>
                </a:lnTo>
                <a:lnTo>
                  <a:pt x="3493004" y="122713"/>
                </a:lnTo>
                <a:lnTo>
                  <a:pt x="3491227" y="122369"/>
                </a:lnTo>
                <a:lnTo>
                  <a:pt x="3489470" y="121929"/>
                </a:lnTo>
                <a:lnTo>
                  <a:pt x="3487737" y="121394"/>
                </a:lnTo>
                <a:lnTo>
                  <a:pt x="3486035" y="120766"/>
                </a:lnTo>
                <a:lnTo>
                  <a:pt x="3484366" y="120045"/>
                </a:lnTo>
                <a:lnTo>
                  <a:pt x="3482737" y="119233"/>
                </a:lnTo>
                <a:lnTo>
                  <a:pt x="3481153" y="118332"/>
                </a:lnTo>
                <a:lnTo>
                  <a:pt x="3479618" y="117341"/>
                </a:lnTo>
                <a:lnTo>
                  <a:pt x="3478137" y="116263"/>
                </a:lnTo>
                <a:lnTo>
                  <a:pt x="3476716" y="115098"/>
                </a:lnTo>
                <a:lnTo>
                  <a:pt x="3475358" y="113847"/>
                </a:lnTo>
                <a:lnTo>
                  <a:pt x="3474070" y="112513"/>
                </a:lnTo>
                <a:lnTo>
                  <a:pt x="3472856" y="111095"/>
                </a:lnTo>
                <a:lnTo>
                  <a:pt x="3471721" y="109596"/>
                </a:lnTo>
                <a:lnTo>
                  <a:pt x="3470669" y="108016"/>
                </a:lnTo>
                <a:lnTo>
                  <a:pt x="3469707" y="106356"/>
                </a:lnTo>
                <a:lnTo>
                  <a:pt x="3468838" y="104617"/>
                </a:lnTo>
                <a:lnTo>
                  <a:pt x="3468068" y="102802"/>
                </a:lnTo>
                <a:lnTo>
                  <a:pt x="3467402" y="100910"/>
                </a:lnTo>
                <a:lnTo>
                  <a:pt x="3466844" y="98943"/>
                </a:lnTo>
                <a:lnTo>
                  <a:pt x="3466400" y="96903"/>
                </a:lnTo>
                <a:lnTo>
                  <a:pt x="3523853" y="96903"/>
                </a:lnTo>
                <a:lnTo>
                  <a:pt x="3524357" y="96902"/>
                </a:lnTo>
                <a:lnTo>
                  <a:pt x="3524855" y="96899"/>
                </a:lnTo>
                <a:lnTo>
                  <a:pt x="3525347" y="96889"/>
                </a:lnTo>
                <a:lnTo>
                  <a:pt x="3525830" y="96870"/>
                </a:lnTo>
                <a:lnTo>
                  <a:pt x="3526303" y="96838"/>
                </a:lnTo>
                <a:lnTo>
                  <a:pt x="3526766" y="96792"/>
                </a:lnTo>
                <a:lnTo>
                  <a:pt x="3527215" y="96726"/>
                </a:lnTo>
                <a:lnTo>
                  <a:pt x="3527651" y="96639"/>
                </a:lnTo>
                <a:lnTo>
                  <a:pt x="3528072" y="96527"/>
                </a:lnTo>
                <a:lnTo>
                  <a:pt x="3528475" y="96387"/>
                </a:lnTo>
                <a:lnTo>
                  <a:pt x="3528861" y="96216"/>
                </a:lnTo>
                <a:lnTo>
                  <a:pt x="3529226" y="96012"/>
                </a:lnTo>
                <a:lnTo>
                  <a:pt x="3529571" y="95770"/>
                </a:lnTo>
                <a:lnTo>
                  <a:pt x="3529893" y="95487"/>
                </a:lnTo>
                <a:lnTo>
                  <a:pt x="3530191" y="95162"/>
                </a:lnTo>
                <a:lnTo>
                  <a:pt x="3530464" y="94790"/>
                </a:lnTo>
                <a:lnTo>
                  <a:pt x="3530710" y="94369"/>
                </a:lnTo>
                <a:lnTo>
                  <a:pt x="3530928" y="93894"/>
                </a:lnTo>
                <a:lnTo>
                  <a:pt x="3531116" y="93365"/>
                </a:lnTo>
                <a:lnTo>
                  <a:pt x="3531273" y="92776"/>
                </a:lnTo>
                <a:lnTo>
                  <a:pt x="3531398" y="92126"/>
                </a:lnTo>
                <a:lnTo>
                  <a:pt x="3531489" y="91410"/>
                </a:lnTo>
                <a:lnTo>
                  <a:pt x="3531545" y="90626"/>
                </a:lnTo>
                <a:lnTo>
                  <a:pt x="3531563" y="89772"/>
                </a:lnTo>
                <a:lnTo>
                  <a:pt x="3531499" y="87041"/>
                </a:lnTo>
                <a:lnTo>
                  <a:pt x="3531306" y="84349"/>
                </a:lnTo>
                <a:lnTo>
                  <a:pt x="3530984" y="81703"/>
                </a:lnTo>
                <a:lnTo>
                  <a:pt x="3530534" y="79109"/>
                </a:lnTo>
                <a:lnTo>
                  <a:pt x="3529953" y="76576"/>
                </a:lnTo>
                <a:lnTo>
                  <a:pt x="3529244" y="74109"/>
                </a:lnTo>
                <a:lnTo>
                  <a:pt x="3528405" y="71715"/>
                </a:lnTo>
                <a:lnTo>
                  <a:pt x="3527436" y="69401"/>
                </a:lnTo>
                <a:lnTo>
                  <a:pt x="3526338" y="67175"/>
                </a:lnTo>
                <a:lnTo>
                  <a:pt x="3525109" y="65042"/>
                </a:lnTo>
                <a:lnTo>
                  <a:pt x="3523751" y="63010"/>
                </a:lnTo>
                <a:lnTo>
                  <a:pt x="3522262" y="61086"/>
                </a:lnTo>
                <a:lnTo>
                  <a:pt x="3520642" y="59277"/>
                </a:lnTo>
                <a:lnTo>
                  <a:pt x="3518892" y="57588"/>
                </a:lnTo>
                <a:lnTo>
                  <a:pt x="3517010" y="56028"/>
                </a:lnTo>
                <a:lnTo>
                  <a:pt x="3514998" y="54603"/>
                </a:lnTo>
                <a:lnTo>
                  <a:pt x="3512855" y="53320"/>
                </a:lnTo>
                <a:lnTo>
                  <a:pt x="3510580" y="52186"/>
                </a:lnTo>
                <a:lnTo>
                  <a:pt x="3508173" y="51207"/>
                </a:lnTo>
                <a:lnTo>
                  <a:pt x="3505635" y="50391"/>
                </a:lnTo>
                <a:lnTo>
                  <a:pt x="3502965" y="49745"/>
                </a:lnTo>
                <a:lnTo>
                  <a:pt x="3500163" y="49274"/>
                </a:lnTo>
                <a:lnTo>
                  <a:pt x="3497229" y="48987"/>
                </a:lnTo>
                <a:lnTo>
                  <a:pt x="3494162" y="48890"/>
                </a:lnTo>
                <a:lnTo>
                  <a:pt x="3491318" y="48989"/>
                </a:lnTo>
                <a:lnTo>
                  <a:pt x="3488527" y="49283"/>
                </a:lnTo>
                <a:lnTo>
                  <a:pt x="3485794" y="49765"/>
                </a:lnTo>
                <a:lnTo>
                  <a:pt x="3483125" y="50428"/>
                </a:lnTo>
                <a:lnTo>
                  <a:pt x="3480527" y="51267"/>
                </a:lnTo>
                <a:lnTo>
                  <a:pt x="3478006" y="52274"/>
                </a:lnTo>
                <a:lnTo>
                  <a:pt x="3475568" y="53443"/>
                </a:lnTo>
                <a:lnTo>
                  <a:pt x="3473219" y="54768"/>
                </a:lnTo>
                <a:lnTo>
                  <a:pt x="3470965" y="56242"/>
                </a:lnTo>
                <a:lnTo>
                  <a:pt x="3468812" y="57860"/>
                </a:lnTo>
                <a:lnTo>
                  <a:pt x="3466766" y="59613"/>
                </a:lnTo>
                <a:lnTo>
                  <a:pt x="3464833" y="61497"/>
                </a:lnTo>
                <a:lnTo>
                  <a:pt x="3463021" y="63504"/>
                </a:lnTo>
                <a:lnTo>
                  <a:pt x="3461333" y="65628"/>
                </a:lnTo>
                <a:lnTo>
                  <a:pt x="3459778" y="67863"/>
                </a:lnTo>
                <a:lnTo>
                  <a:pt x="3458360" y="70202"/>
                </a:lnTo>
                <a:lnTo>
                  <a:pt x="3457086" y="72639"/>
                </a:lnTo>
                <a:lnTo>
                  <a:pt x="3455962" y="75167"/>
                </a:lnTo>
                <a:lnTo>
                  <a:pt x="3454995" y="77780"/>
                </a:lnTo>
                <a:lnTo>
                  <a:pt x="3454189" y="80472"/>
                </a:lnTo>
                <a:lnTo>
                  <a:pt x="3453552" y="83235"/>
                </a:lnTo>
                <a:lnTo>
                  <a:pt x="3453090" y="86064"/>
                </a:lnTo>
                <a:lnTo>
                  <a:pt x="3452808" y="88952"/>
                </a:lnTo>
                <a:lnTo>
                  <a:pt x="3452712" y="91893"/>
                </a:lnTo>
                <a:lnTo>
                  <a:pt x="3452813" y="94815"/>
                </a:lnTo>
                <a:lnTo>
                  <a:pt x="3453110" y="97688"/>
                </a:lnTo>
                <a:lnTo>
                  <a:pt x="3453597" y="100506"/>
                </a:lnTo>
                <a:lnTo>
                  <a:pt x="3454270" y="103261"/>
                </a:lnTo>
                <a:lnTo>
                  <a:pt x="3455120" y="105946"/>
                </a:lnTo>
                <a:lnTo>
                  <a:pt x="3456143" y="108556"/>
                </a:lnTo>
                <a:lnTo>
                  <a:pt x="3457332" y="111084"/>
                </a:lnTo>
                <a:lnTo>
                  <a:pt x="3458682" y="113522"/>
                </a:lnTo>
                <a:lnTo>
                  <a:pt x="3460185" y="115864"/>
                </a:lnTo>
                <a:lnTo>
                  <a:pt x="3461836" y="118104"/>
                </a:lnTo>
                <a:lnTo>
                  <a:pt x="3463628" y="120234"/>
                </a:lnTo>
                <a:lnTo>
                  <a:pt x="3465557" y="122248"/>
                </a:lnTo>
                <a:lnTo>
                  <a:pt x="3467615" y="124140"/>
                </a:lnTo>
                <a:lnTo>
                  <a:pt x="3469796" y="125902"/>
                </a:lnTo>
                <a:lnTo>
                  <a:pt x="3472095" y="127529"/>
                </a:lnTo>
                <a:lnTo>
                  <a:pt x="3474504" y="129012"/>
                </a:lnTo>
                <a:lnTo>
                  <a:pt x="3477019" y="130346"/>
                </a:lnTo>
                <a:lnTo>
                  <a:pt x="3479633" y="131524"/>
                </a:lnTo>
                <a:lnTo>
                  <a:pt x="3482340" y="132539"/>
                </a:lnTo>
                <a:lnTo>
                  <a:pt x="3485134" y="133384"/>
                </a:lnTo>
                <a:lnTo>
                  <a:pt x="3488008" y="134054"/>
                </a:lnTo>
                <a:lnTo>
                  <a:pt x="3490957" y="134540"/>
                </a:lnTo>
                <a:lnTo>
                  <a:pt x="3493974" y="134837"/>
                </a:lnTo>
                <a:lnTo>
                  <a:pt x="3497054" y="134937"/>
                </a:lnTo>
                <a:lnTo>
                  <a:pt x="3500150" y="134849"/>
                </a:lnTo>
                <a:lnTo>
                  <a:pt x="3503079" y="134593"/>
                </a:lnTo>
                <a:lnTo>
                  <a:pt x="3505843" y="134181"/>
                </a:lnTo>
                <a:lnTo>
                  <a:pt x="3508446" y="133629"/>
                </a:lnTo>
                <a:lnTo>
                  <a:pt x="3510892" y="132947"/>
                </a:lnTo>
                <a:lnTo>
                  <a:pt x="3513182" y="132149"/>
                </a:lnTo>
                <a:lnTo>
                  <a:pt x="3515321" y="131248"/>
                </a:lnTo>
                <a:lnTo>
                  <a:pt x="3517311" y="130257"/>
                </a:lnTo>
                <a:lnTo>
                  <a:pt x="3519156" y="129189"/>
                </a:lnTo>
                <a:lnTo>
                  <a:pt x="3520859" y="128057"/>
                </a:lnTo>
                <a:lnTo>
                  <a:pt x="3522424" y="126874"/>
                </a:lnTo>
                <a:lnTo>
                  <a:pt x="3523852" y="125653"/>
                </a:lnTo>
                <a:lnTo>
                  <a:pt x="3525148" y="124406"/>
                </a:lnTo>
                <a:lnTo>
                  <a:pt x="3526314" y="123148"/>
                </a:lnTo>
                <a:lnTo>
                  <a:pt x="3527355" y="121890"/>
                </a:lnTo>
                <a:lnTo>
                  <a:pt x="3528272" y="120646"/>
                </a:lnTo>
                <a:lnTo>
                  <a:pt x="3529069" y="119429"/>
                </a:lnTo>
                <a:lnTo>
                  <a:pt x="3529750" y="118251"/>
                </a:lnTo>
                <a:lnTo>
                  <a:pt x="3530317" y="117126"/>
                </a:lnTo>
                <a:lnTo>
                  <a:pt x="3530774" y="116067"/>
                </a:lnTo>
                <a:lnTo>
                  <a:pt x="3531124" y="115086"/>
                </a:lnTo>
                <a:lnTo>
                  <a:pt x="3531370" y="114197"/>
                </a:lnTo>
                <a:lnTo>
                  <a:pt x="3531516" y="113412"/>
                </a:lnTo>
                <a:lnTo>
                  <a:pt x="3531563" y="112747"/>
                </a:lnTo>
                <a:lnTo>
                  <a:pt x="3531535" y="112100"/>
                </a:lnTo>
                <a:lnTo>
                  <a:pt x="3531453" y="111505"/>
                </a:lnTo>
                <a:lnTo>
                  <a:pt x="3531321" y="110963"/>
                </a:lnTo>
                <a:lnTo>
                  <a:pt x="3531144" y="110469"/>
                </a:lnTo>
                <a:lnTo>
                  <a:pt x="3530926" y="110023"/>
                </a:lnTo>
                <a:lnTo>
                  <a:pt x="3530672" y="109621"/>
                </a:lnTo>
                <a:close/>
                <a:moveTo>
                  <a:pt x="3469351" y="77053"/>
                </a:moveTo>
                <a:lnTo>
                  <a:pt x="3470142" y="75539"/>
                </a:lnTo>
                <a:lnTo>
                  <a:pt x="3471007" y="74080"/>
                </a:lnTo>
                <a:lnTo>
                  <a:pt x="3471942" y="72679"/>
                </a:lnTo>
                <a:lnTo>
                  <a:pt x="3472944" y="71339"/>
                </a:lnTo>
                <a:lnTo>
                  <a:pt x="3474012" y="70063"/>
                </a:lnTo>
                <a:lnTo>
                  <a:pt x="3475141" y="68853"/>
                </a:lnTo>
                <a:lnTo>
                  <a:pt x="3476330" y="67714"/>
                </a:lnTo>
                <a:lnTo>
                  <a:pt x="3477574" y="66649"/>
                </a:lnTo>
                <a:lnTo>
                  <a:pt x="3478872" y="65660"/>
                </a:lnTo>
                <a:lnTo>
                  <a:pt x="3480221" y="64750"/>
                </a:lnTo>
                <a:lnTo>
                  <a:pt x="3481617" y="63923"/>
                </a:lnTo>
                <a:lnTo>
                  <a:pt x="3483058" y="63182"/>
                </a:lnTo>
                <a:lnTo>
                  <a:pt x="3484541" y="62529"/>
                </a:lnTo>
                <a:lnTo>
                  <a:pt x="3486063" y="61968"/>
                </a:lnTo>
                <a:lnTo>
                  <a:pt x="3487622" y="61503"/>
                </a:lnTo>
                <a:lnTo>
                  <a:pt x="3489214" y="61135"/>
                </a:lnTo>
                <a:lnTo>
                  <a:pt x="3490836" y="60869"/>
                </a:lnTo>
                <a:lnTo>
                  <a:pt x="3492487" y="60707"/>
                </a:lnTo>
                <a:lnTo>
                  <a:pt x="3494162" y="60652"/>
                </a:lnTo>
                <a:lnTo>
                  <a:pt x="3495424" y="60678"/>
                </a:lnTo>
                <a:lnTo>
                  <a:pt x="3496701" y="60758"/>
                </a:lnTo>
                <a:lnTo>
                  <a:pt x="3497988" y="60898"/>
                </a:lnTo>
                <a:lnTo>
                  <a:pt x="3499279" y="61101"/>
                </a:lnTo>
                <a:lnTo>
                  <a:pt x="3500569" y="61372"/>
                </a:lnTo>
                <a:lnTo>
                  <a:pt x="3501852" y="61716"/>
                </a:lnTo>
                <a:lnTo>
                  <a:pt x="3503125" y="62136"/>
                </a:lnTo>
                <a:lnTo>
                  <a:pt x="3504380" y="62638"/>
                </a:lnTo>
                <a:lnTo>
                  <a:pt x="3505613" y="63225"/>
                </a:lnTo>
                <a:lnTo>
                  <a:pt x="3506819" y="63902"/>
                </a:lnTo>
                <a:lnTo>
                  <a:pt x="3507992" y="64674"/>
                </a:lnTo>
                <a:lnTo>
                  <a:pt x="3509127" y="65545"/>
                </a:lnTo>
                <a:lnTo>
                  <a:pt x="3510219" y="66520"/>
                </a:lnTo>
                <a:lnTo>
                  <a:pt x="3511263" y="67602"/>
                </a:lnTo>
                <a:lnTo>
                  <a:pt x="3512253" y="68797"/>
                </a:lnTo>
                <a:lnTo>
                  <a:pt x="3513184" y="70108"/>
                </a:lnTo>
                <a:lnTo>
                  <a:pt x="3514051" y="71541"/>
                </a:lnTo>
                <a:lnTo>
                  <a:pt x="3514848" y="73099"/>
                </a:lnTo>
                <a:lnTo>
                  <a:pt x="3515570" y="74788"/>
                </a:lnTo>
                <a:lnTo>
                  <a:pt x="3516212" y="76610"/>
                </a:lnTo>
                <a:lnTo>
                  <a:pt x="3516769" y="78572"/>
                </a:lnTo>
                <a:lnTo>
                  <a:pt x="3517236" y="80677"/>
                </a:lnTo>
                <a:lnTo>
                  <a:pt x="3517606" y="82930"/>
                </a:lnTo>
                <a:lnTo>
                  <a:pt x="3517875" y="85335"/>
                </a:lnTo>
                <a:lnTo>
                  <a:pt x="3466594" y="85335"/>
                </a:lnTo>
                <a:lnTo>
                  <a:pt x="3466976" y="83594"/>
                </a:lnTo>
                <a:lnTo>
                  <a:pt x="3467446" y="81892"/>
                </a:lnTo>
                <a:lnTo>
                  <a:pt x="3468000" y="80233"/>
                </a:lnTo>
                <a:lnTo>
                  <a:pt x="3468636" y="78619"/>
                </a:lnTo>
                <a:lnTo>
                  <a:pt x="3469351" y="77053"/>
                </a:lnTo>
                <a:close/>
                <a:moveTo>
                  <a:pt x="4036751" y="109621"/>
                </a:moveTo>
                <a:lnTo>
                  <a:pt x="4036464" y="109261"/>
                </a:lnTo>
                <a:lnTo>
                  <a:pt x="4036150" y="108941"/>
                </a:lnTo>
                <a:lnTo>
                  <a:pt x="4035813" y="108659"/>
                </a:lnTo>
                <a:lnTo>
                  <a:pt x="4035456" y="108412"/>
                </a:lnTo>
                <a:lnTo>
                  <a:pt x="4035085" y="108198"/>
                </a:lnTo>
                <a:lnTo>
                  <a:pt x="4034703" y="108014"/>
                </a:lnTo>
                <a:lnTo>
                  <a:pt x="4034315" y="107859"/>
                </a:lnTo>
                <a:lnTo>
                  <a:pt x="4033926" y="107730"/>
                </a:lnTo>
                <a:lnTo>
                  <a:pt x="4033539" y="107623"/>
                </a:lnTo>
                <a:lnTo>
                  <a:pt x="4033159" y="107539"/>
                </a:lnTo>
                <a:lnTo>
                  <a:pt x="4032791" y="107472"/>
                </a:lnTo>
                <a:lnTo>
                  <a:pt x="4032438" y="107423"/>
                </a:lnTo>
                <a:lnTo>
                  <a:pt x="4032106" y="107387"/>
                </a:lnTo>
                <a:lnTo>
                  <a:pt x="4031798" y="107363"/>
                </a:lnTo>
                <a:lnTo>
                  <a:pt x="4031518" y="107349"/>
                </a:lnTo>
                <a:lnTo>
                  <a:pt x="4031272" y="107341"/>
                </a:lnTo>
                <a:lnTo>
                  <a:pt x="4031064" y="107339"/>
                </a:lnTo>
                <a:lnTo>
                  <a:pt x="4030897" y="107338"/>
                </a:lnTo>
                <a:lnTo>
                  <a:pt x="4030473" y="107341"/>
                </a:lnTo>
                <a:lnTo>
                  <a:pt x="4030068" y="107352"/>
                </a:lnTo>
                <a:lnTo>
                  <a:pt x="4029682" y="107370"/>
                </a:lnTo>
                <a:lnTo>
                  <a:pt x="4029314" y="107398"/>
                </a:lnTo>
                <a:lnTo>
                  <a:pt x="4028963" y="107436"/>
                </a:lnTo>
                <a:lnTo>
                  <a:pt x="4028628" y="107486"/>
                </a:lnTo>
                <a:lnTo>
                  <a:pt x="4028309" y="107548"/>
                </a:lnTo>
                <a:lnTo>
                  <a:pt x="4028004" y="107624"/>
                </a:lnTo>
                <a:lnTo>
                  <a:pt x="4027714" y="107715"/>
                </a:lnTo>
                <a:lnTo>
                  <a:pt x="4027437" y="107822"/>
                </a:lnTo>
                <a:lnTo>
                  <a:pt x="4027172" y="107945"/>
                </a:lnTo>
                <a:lnTo>
                  <a:pt x="4026920" y="108087"/>
                </a:lnTo>
                <a:lnTo>
                  <a:pt x="4026678" y="108248"/>
                </a:lnTo>
                <a:lnTo>
                  <a:pt x="4026447" y="108429"/>
                </a:lnTo>
                <a:lnTo>
                  <a:pt x="4026225" y="108631"/>
                </a:lnTo>
                <a:lnTo>
                  <a:pt x="4026012" y="108855"/>
                </a:lnTo>
                <a:lnTo>
                  <a:pt x="4025807" y="109103"/>
                </a:lnTo>
                <a:lnTo>
                  <a:pt x="4025609" y="109376"/>
                </a:lnTo>
                <a:lnTo>
                  <a:pt x="4025418" y="109674"/>
                </a:lnTo>
                <a:lnTo>
                  <a:pt x="4025233" y="110000"/>
                </a:lnTo>
                <a:lnTo>
                  <a:pt x="4025052" y="110353"/>
                </a:lnTo>
                <a:lnTo>
                  <a:pt x="4024876" y="110734"/>
                </a:lnTo>
                <a:lnTo>
                  <a:pt x="4024704" y="111146"/>
                </a:lnTo>
                <a:lnTo>
                  <a:pt x="4024534" y="111589"/>
                </a:lnTo>
                <a:lnTo>
                  <a:pt x="4023972" y="112777"/>
                </a:lnTo>
                <a:lnTo>
                  <a:pt x="4023351" y="113883"/>
                </a:lnTo>
                <a:lnTo>
                  <a:pt x="4022676" y="114910"/>
                </a:lnTo>
                <a:lnTo>
                  <a:pt x="4021950" y="115861"/>
                </a:lnTo>
                <a:lnTo>
                  <a:pt x="4021180" y="116739"/>
                </a:lnTo>
                <a:lnTo>
                  <a:pt x="4020370" y="117546"/>
                </a:lnTo>
                <a:lnTo>
                  <a:pt x="4019525" y="118286"/>
                </a:lnTo>
                <a:lnTo>
                  <a:pt x="4018649" y="118960"/>
                </a:lnTo>
                <a:lnTo>
                  <a:pt x="4017748" y="119572"/>
                </a:lnTo>
                <a:lnTo>
                  <a:pt x="4016827" y="120125"/>
                </a:lnTo>
                <a:lnTo>
                  <a:pt x="4015890" y="120621"/>
                </a:lnTo>
                <a:lnTo>
                  <a:pt x="4014942" y="121063"/>
                </a:lnTo>
                <a:lnTo>
                  <a:pt x="4013987" y="121454"/>
                </a:lnTo>
                <a:lnTo>
                  <a:pt x="4013032" y="121796"/>
                </a:lnTo>
                <a:lnTo>
                  <a:pt x="4012081" y="122092"/>
                </a:lnTo>
                <a:lnTo>
                  <a:pt x="4011137" y="122346"/>
                </a:lnTo>
                <a:lnTo>
                  <a:pt x="4010208" y="122559"/>
                </a:lnTo>
                <a:lnTo>
                  <a:pt x="4009296" y="122735"/>
                </a:lnTo>
                <a:lnTo>
                  <a:pt x="4008408" y="122877"/>
                </a:lnTo>
                <a:lnTo>
                  <a:pt x="4007548" y="122986"/>
                </a:lnTo>
                <a:lnTo>
                  <a:pt x="4006720" y="123066"/>
                </a:lnTo>
                <a:lnTo>
                  <a:pt x="4005930" y="123120"/>
                </a:lnTo>
                <a:lnTo>
                  <a:pt x="4005183" y="123151"/>
                </a:lnTo>
                <a:lnTo>
                  <a:pt x="4004483" y="123160"/>
                </a:lnTo>
                <a:lnTo>
                  <a:pt x="4002676" y="123110"/>
                </a:lnTo>
                <a:lnTo>
                  <a:pt x="4000874" y="122961"/>
                </a:lnTo>
                <a:lnTo>
                  <a:pt x="3999083" y="122713"/>
                </a:lnTo>
                <a:lnTo>
                  <a:pt x="3997306" y="122369"/>
                </a:lnTo>
                <a:lnTo>
                  <a:pt x="3995549" y="121929"/>
                </a:lnTo>
                <a:lnTo>
                  <a:pt x="3993816" y="121394"/>
                </a:lnTo>
                <a:lnTo>
                  <a:pt x="3992113" y="120766"/>
                </a:lnTo>
                <a:lnTo>
                  <a:pt x="3990445" y="120045"/>
                </a:lnTo>
                <a:lnTo>
                  <a:pt x="3988816" y="119233"/>
                </a:lnTo>
                <a:lnTo>
                  <a:pt x="3987232" y="118332"/>
                </a:lnTo>
                <a:lnTo>
                  <a:pt x="3985697" y="117341"/>
                </a:lnTo>
                <a:lnTo>
                  <a:pt x="3984216" y="116263"/>
                </a:lnTo>
                <a:lnTo>
                  <a:pt x="3982794" y="115098"/>
                </a:lnTo>
                <a:lnTo>
                  <a:pt x="3981437" y="113847"/>
                </a:lnTo>
                <a:lnTo>
                  <a:pt x="3980149" y="112513"/>
                </a:lnTo>
                <a:lnTo>
                  <a:pt x="3978935" y="111095"/>
                </a:lnTo>
                <a:lnTo>
                  <a:pt x="3977799" y="109596"/>
                </a:lnTo>
                <a:lnTo>
                  <a:pt x="3976748" y="108016"/>
                </a:lnTo>
                <a:lnTo>
                  <a:pt x="3975786" y="106356"/>
                </a:lnTo>
                <a:lnTo>
                  <a:pt x="3974917" y="104617"/>
                </a:lnTo>
                <a:lnTo>
                  <a:pt x="3974147" y="102802"/>
                </a:lnTo>
                <a:lnTo>
                  <a:pt x="3973481" y="100910"/>
                </a:lnTo>
                <a:lnTo>
                  <a:pt x="3972923" y="98943"/>
                </a:lnTo>
                <a:lnTo>
                  <a:pt x="3972479" y="96903"/>
                </a:lnTo>
                <a:lnTo>
                  <a:pt x="4029932" y="96903"/>
                </a:lnTo>
                <a:lnTo>
                  <a:pt x="4030436" y="96902"/>
                </a:lnTo>
                <a:lnTo>
                  <a:pt x="4030934" y="96899"/>
                </a:lnTo>
                <a:lnTo>
                  <a:pt x="4031425" y="96889"/>
                </a:lnTo>
                <a:lnTo>
                  <a:pt x="4031908" y="96870"/>
                </a:lnTo>
                <a:lnTo>
                  <a:pt x="4032382" y="96838"/>
                </a:lnTo>
                <a:lnTo>
                  <a:pt x="4032844" y="96792"/>
                </a:lnTo>
                <a:lnTo>
                  <a:pt x="4033294" y="96726"/>
                </a:lnTo>
                <a:lnTo>
                  <a:pt x="4033730" y="96639"/>
                </a:lnTo>
                <a:lnTo>
                  <a:pt x="4034150" y="96527"/>
                </a:lnTo>
                <a:lnTo>
                  <a:pt x="4034554" y="96387"/>
                </a:lnTo>
                <a:lnTo>
                  <a:pt x="4034939" y="96216"/>
                </a:lnTo>
                <a:lnTo>
                  <a:pt x="4035305" y="96012"/>
                </a:lnTo>
                <a:lnTo>
                  <a:pt x="4035650" y="95770"/>
                </a:lnTo>
                <a:lnTo>
                  <a:pt x="4035972" y="95487"/>
                </a:lnTo>
                <a:lnTo>
                  <a:pt x="4036270" y="95162"/>
                </a:lnTo>
                <a:lnTo>
                  <a:pt x="4036543" y="94790"/>
                </a:lnTo>
                <a:lnTo>
                  <a:pt x="4036789" y="94369"/>
                </a:lnTo>
                <a:lnTo>
                  <a:pt x="4037007" y="93894"/>
                </a:lnTo>
                <a:lnTo>
                  <a:pt x="4037195" y="93365"/>
                </a:lnTo>
                <a:lnTo>
                  <a:pt x="4037352" y="92776"/>
                </a:lnTo>
                <a:lnTo>
                  <a:pt x="4037477" y="92126"/>
                </a:lnTo>
                <a:lnTo>
                  <a:pt x="4037568" y="91410"/>
                </a:lnTo>
                <a:lnTo>
                  <a:pt x="4037623" y="90626"/>
                </a:lnTo>
                <a:lnTo>
                  <a:pt x="4037642" y="89772"/>
                </a:lnTo>
                <a:lnTo>
                  <a:pt x="4037578" y="87041"/>
                </a:lnTo>
                <a:lnTo>
                  <a:pt x="4037385" y="84349"/>
                </a:lnTo>
                <a:lnTo>
                  <a:pt x="4037063" y="81703"/>
                </a:lnTo>
                <a:lnTo>
                  <a:pt x="4036612" y="79109"/>
                </a:lnTo>
                <a:lnTo>
                  <a:pt x="4036032" y="76576"/>
                </a:lnTo>
                <a:lnTo>
                  <a:pt x="4035323" y="74109"/>
                </a:lnTo>
                <a:lnTo>
                  <a:pt x="4034484" y="71715"/>
                </a:lnTo>
                <a:lnTo>
                  <a:pt x="4033515" y="69401"/>
                </a:lnTo>
                <a:lnTo>
                  <a:pt x="4032417" y="67175"/>
                </a:lnTo>
                <a:lnTo>
                  <a:pt x="4031188" y="65042"/>
                </a:lnTo>
                <a:lnTo>
                  <a:pt x="4029829" y="63010"/>
                </a:lnTo>
                <a:lnTo>
                  <a:pt x="4028340" y="61086"/>
                </a:lnTo>
                <a:lnTo>
                  <a:pt x="4026721" y="59277"/>
                </a:lnTo>
                <a:lnTo>
                  <a:pt x="4024970" y="57588"/>
                </a:lnTo>
                <a:lnTo>
                  <a:pt x="4023089" y="56028"/>
                </a:lnTo>
                <a:lnTo>
                  <a:pt x="4021077" y="54603"/>
                </a:lnTo>
                <a:lnTo>
                  <a:pt x="4018933" y="53320"/>
                </a:lnTo>
                <a:lnTo>
                  <a:pt x="4016658" y="52186"/>
                </a:lnTo>
                <a:lnTo>
                  <a:pt x="4014252" y="51207"/>
                </a:lnTo>
                <a:lnTo>
                  <a:pt x="4011714" y="50391"/>
                </a:lnTo>
                <a:lnTo>
                  <a:pt x="4009044" y="49745"/>
                </a:lnTo>
                <a:lnTo>
                  <a:pt x="4006242" y="49274"/>
                </a:lnTo>
                <a:lnTo>
                  <a:pt x="4003307" y="48987"/>
                </a:lnTo>
                <a:lnTo>
                  <a:pt x="4000240" y="48890"/>
                </a:lnTo>
                <a:lnTo>
                  <a:pt x="3997397" y="48989"/>
                </a:lnTo>
                <a:lnTo>
                  <a:pt x="3994605" y="49283"/>
                </a:lnTo>
                <a:lnTo>
                  <a:pt x="3991872" y="49765"/>
                </a:lnTo>
                <a:lnTo>
                  <a:pt x="3989204" y="50428"/>
                </a:lnTo>
                <a:lnTo>
                  <a:pt x="3986606" y="51267"/>
                </a:lnTo>
                <a:lnTo>
                  <a:pt x="3984085" y="52274"/>
                </a:lnTo>
                <a:lnTo>
                  <a:pt x="3981647" y="53443"/>
                </a:lnTo>
                <a:lnTo>
                  <a:pt x="3979297" y="54768"/>
                </a:lnTo>
                <a:lnTo>
                  <a:pt x="3977043" y="56242"/>
                </a:lnTo>
                <a:lnTo>
                  <a:pt x="3974890" y="57860"/>
                </a:lnTo>
                <a:lnTo>
                  <a:pt x="3972844" y="59613"/>
                </a:lnTo>
                <a:lnTo>
                  <a:pt x="3970912" y="61497"/>
                </a:lnTo>
                <a:lnTo>
                  <a:pt x="3969099" y="63504"/>
                </a:lnTo>
                <a:lnTo>
                  <a:pt x="3967412" y="65628"/>
                </a:lnTo>
                <a:lnTo>
                  <a:pt x="3965856" y="67863"/>
                </a:lnTo>
                <a:lnTo>
                  <a:pt x="3964439" y="70202"/>
                </a:lnTo>
                <a:lnTo>
                  <a:pt x="3963165" y="72639"/>
                </a:lnTo>
                <a:lnTo>
                  <a:pt x="3962041" y="75167"/>
                </a:lnTo>
                <a:lnTo>
                  <a:pt x="3961073" y="77780"/>
                </a:lnTo>
                <a:lnTo>
                  <a:pt x="3960268" y="80472"/>
                </a:lnTo>
                <a:lnTo>
                  <a:pt x="3959631" y="83235"/>
                </a:lnTo>
                <a:lnTo>
                  <a:pt x="3959168" y="86064"/>
                </a:lnTo>
                <a:lnTo>
                  <a:pt x="3958886" y="88952"/>
                </a:lnTo>
                <a:lnTo>
                  <a:pt x="3958791" y="91893"/>
                </a:lnTo>
                <a:lnTo>
                  <a:pt x="3958891" y="94815"/>
                </a:lnTo>
                <a:lnTo>
                  <a:pt x="3959188" y="97688"/>
                </a:lnTo>
                <a:lnTo>
                  <a:pt x="3959676" y="100506"/>
                </a:lnTo>
                <a:lnTo>
                  <a:pt x="3960348" y="103261"/>
                </a:lnTo>
                <a:lnTo>
                  <a:pt x="3961199" y="105946"/>
                </a:lnTo>
                <a:lnTo>
                  <a:pt x="3962222" y="108556"/>
                </a:lnTo>
                <a:lnTo>
                  <a:pt x="3963411" y="111084"/>
                </a:lnTo>
                <a:lnTo>
                  <a:pt x="3964760" y="113522"/>
                </a:lnTo>
                <a:lnTo>
                  <a:pt x="3966263" y="115864"/>
                </a:lnTo>
                <a:lnTo>
                  <a:pt x="3967914" y="118104"/>
                </a:lnTo>
                <a:lnTo>
                  <a:pt x="3969707" y="120234"/>
                </a:lnTo>
                <a:lnTo>
                  <a:pt x="3971635" y="122248"/>
                </a:lnTo>
                <a:lnTo>
                  <a:pt x="3973693" y="124140"/>
                </a:lnTo>
                <a:lnTo>
                  <a:pt x="3975875" y="125902"/>
                </a:lnTo>
                <a:lnTo>
                  <a:pt x="3978173" y="127529"/>
                </a:lnTo>
                <a:lnTo>
                  <a:pt x="3980583" y="129012"/>
                </a:lnTo>
                <a:lnTo>
                  <a:pt x="3983098" y="130346"/>
                </a:lnTo>
                <a:lnTo>
                  <a:pt x="3985712" y="131524"/>
                </a:lnTo>
                <a:lnTo>
                  <a:pt x="3988419" y="132539"/>
                </a:lnTo>
                <a:lnTo>
                  <a:pt x="3991212" y="133384"/>
                </a:lnTo>
                <a:lnTo>
                  <a:pt x="3994087" y="134054"/>
                </a:lnTo>
                <a:lnTo>
                  <a:pt x="3997035" y="134540"/>
                </a:lnTo>
                <a:lnTo>
                  <a:pt x="4000053" y="134837"/>
                </a:lnTo>
                <a:lnTo>
                  <a:pt x="4003132" y="134937"/>
                </a:lnTo>
                <a:lnTo>
                  <a:pt x="4006229" y="134849"/>
                </a:lnTo>
                <a:lnTo>
                  <a:pt x="4009157" y="134593"/>
                </a:lnTo>
                <a:lnTo>
                  <a:pt x="4011922" y="134181"/>
                </a:lnTo>
                <a:lnTo>
                  <a:pt x="4014525" y="133629"/>
                </a:lnTo>
                <a:lnTo>
                  <a:pt x="4016970" y="132947"/>
                </a:lnTo>
                <a:lnTo>
                  <a:pt x="4019261" y="132149"/>
                </a:lnTo>
                <a:lnTo>
                  <a:pt x="4021400" y="131248"/>
                </a:lnTo>
                <a:lnTo>
                  <a:pt x="4023390" y="130257"/>
                </a:lnTo>
                <a:lnTo>
                  <a:pt x="4025235" y="129189"/>
                </a:lnTo>
                <a:lnTo>
                  <a:pt x="4026938" y="128057"/>
                </a:lnTo>
                <a:lnTo>
                  <a:pt x="4028502" y="126874"/>
                </a:lnTo>
                <a:lnTo>
                  <a:pt x="4029931" y="125653"/>
                </a:lnTo>
                <a:lnTo>
                  <a:pt x="4031227" y="124406"/>
                </a:lnTo>
                <a:lnTo>
                  <a:pt x="4032393" y="123148"/>
                </a:lnTo>
                <a:lnTo>
                  <a:pt x="4033433" y="121890"/>
                </a:lnTo>
                <a:lnTo>
                  <a:pt x="4034351" y="120646"/>
                </a:lnTo>
                <a:lnTo>
                  <a:pt x="4035148" y="119429"/>
                </a:lnTo>
                <a:lnTo>
                  <a:pt x="4035829" y="118251"/>
                </a:lnTo>
                <a:lnTo>
                  <a:pt x="4036396" y="117126"/>
                </a:lnTo>
                <a:lnTo>
                  <a:pt x="4036853" y="116067"/>
                </a:lnTo>
                <a:lnTo>
                  <a:pt x="4037203" y="115086"/>
                </a:lnTo>
                <a:lnTo>
                  <a:pt x="4037449" y="114197"/>
                </a:lnTo>
                <a:lnTo>
                  <a:pt x="4037594" y="113412"/>
                </a:lnTo>
                <a:lnTo>
                  <a:pt x="4037642" y="112747"/>
                </a:lnTo>
                <a:lnTo>
                  <a:pt x="4037614" y="112100"/>
                </a:lnTo>
                <a:lnTo>
                  <a:pt x="4037532" y="111505"/>
                </a:lnTo>
                <a:lnTo>
                  <a:pt x="4037400" y="110963"/>
                </a:lnTo>
                <a:lnTo>
                  <a:pt x="4037223" y="110469"/>
                </a:lnTo>
                <a:lnTo>
                  <a:pt x="4037005" y="110023"/>
                </a:lnTo>
                <a:lnTo>
                  <a:pt x="4036751" y="109621"/>
                </a:lnTo>
                <a:close/>
                <a:moveTo>
                  <a:pt x="3975430" y="77053"/>
                </a:moveTo>
                <a:lnTo>
                  <a:pt x="3976221" y="75539"/>
                </a:lnTo>
                <a:lnTo>
                  <a:pt x="3977086" y="74080"/>
                </a:lnTo>
                <a:lnTo>
                  <a:pt x="3978021" y="72679"/>
                </a:lnTo>
                <a:lnTo>
                  <a:pt x="3979023" y="71339"/>
                </a:lnTo>
                <a:lnTo>
                  <a:pt x="3980090" y="70063"/>
                </a:lnTo>
                <a:lnTo>
                  <a:pt x="3981220" y="68853"/>
                </a:lnTo>
                <a:lnTo>
                  <a:pt x="3982408" y="67714"/>
                </a:lnTo>
                <a:lnTo>
                  <a:pt x="3983653" y="66649"/>
                </a:lnTo>
                <a:lnTo>
                  <a:pt x="3984951" y="65660"/>
                </a:lnTo>
                <a:lnTo>
                  <a:pt x="3986299" y="64750"/>
                </a:lnTo>
                <a:lnTo>
                  <a:pt x="3987696" y="63923"/>
                </a:lnTo>
                <a:lnTo>
                  <a:pt x="3989137" y="63182"/>
                </a:lnTo>
                <a:lnTo>
                  <a:pt x="3990620" y="62529"/>
                </a:lnTo>
                <a:lnTo>
                  <a:pt x="3992142" y="61968"/>
                </a:lnTo>
                <a:lnTo>
                  <a:pt x="3993700" y="61503"/>
                </a:lnTo>
                <a:lnTo>
                  <a:pt x="3995292" y="61135"/>
                </a:lnTo>
                <a:lnTo>
                  <a:pt x="3996915" y="60869"/>
                </a:lnTo>
                <a:lnTo>
                  <a:pt x="3998565" y="60707"/>
                </a:lnTo>
                <a:lnTo>
                  <a:pt x="4000240" y="60652"/>
                </a:lnTo>
                <a:lnTo>
                  <a:pt x="4001503" y="60678"/>
                </a:lnTo>
                <a:lnTo>
                  <a:pt x="4002780" y="60758"/>
                </a:lnTo>
                <a:lnTo>
                  <a:pt x="4004067" y="60898"/>
                </a:lnTo>
                <a:lnTo>
                  <a:pt x="4005358" y="61101"/>
                </a:lnTo>
                <a:lnTo>
                  <a:pt x="4006648" y="61372"/>
                </a:lnTo>
                <a:lnTo>
                  <a:pt x="4007931" y="61716"/>
                </a:lnTo>
                <a:lnTo>
                  <a:pt x="4009203" y="62136"/>
                </a:lnTo>
                <a:lnTo>
                  <a:pt x="4010459" y="62638"/>
                </a:lnTo>
                <a:lnTo>
                  <a:pt x="4011692" y="63225"/>
                </a:lnTo>
                <a:lnTo>
                  <a:pt x="4012898" y="63902"/>
                </a:lnTo>
                <a:lnTo>
                  <a:pt x="4014071" y="64674"/>
                </a:lnTo>
                <a:lnTo>
                  <a:pt x="4015206" y="65545"/>
                </a:lnTo>
                <a:lnTo>
                  <a:pt x="4016298" y="66520"/>
                </a:lnTo>
                <a:lnTo>
                  <a:pt x="4017342" y="67602"/>
                </a:lnTo>
                <a:lnTo>
                  <a:pt x="4018332" y="68797"/>
                </a:lnTo>
                <a:lnTo>
                  <a:pt x="4019263" y="70108"/>
                </a:lnTo>
                <a:lnTo>
                  <a:pt x="4020129" y="71541"/>
                </a:lnTo>
                <a:lnTo>
                  <a:pt x="4020926" y="73099"/>
                </a:lnTo>
                <a:lnTo>
                  <a:pt x="4021649" y="74788"/>
                </a:lnTo>
                <a:lnTo>
                  <a:pt x="4022291" y="76610"/>
                </a:lnTo>
                <a:lnTo>
                  <a:pt x="4022848" y="78572"/>
                </a:lnTo>
                <a:lnTo>
                  <a:pt x="4023314" y="80677"/>
                </a:lnTo>
                <a:lnTo>
                  <a:pt x="4023685" y="82930"/>
                </a:lnTo>
                <a:lnTo>
                  <a:pt x="4023954" y="85335"/>
                </a:lnTo>
                <a:lnTo>
                  <a:pt x="3972673" y="85335"/>
                </a:lnTo>
                <a:lnTo>
                  <a:pt x="3973055" y="83594"/>
                </a:lnTo>
                <a:lnTo>
                  <a:pt x="3973525" y="81892"/>
                </a:lnTo>
                <a:lnTo>
                  <a:pt x="3974079" y="80233"/>
                </a:lnTo>
                <a:lnTo>
                  <a:pt x="3974715" y="78619"/>
                </a:lnTo>
                <a:lnTo>
                  <a:pt x="3975430" y="77053"/>
                </a:lnTo>
                <a:close/>
                <a:moveTo>
                  <a:pt x="4239437" y="110023"/>
                </a:moveTo>
                <a:lnTo>
                  <a:pt x="4239183" y="109621"/>
                </a:lnTo>
                <a:lnTo>
                  <a:pt x="4238896" y="109261"/>
                </a:lnTo>
                <a:lnTo>
                  <a:pt x="4238582" y="108941"/>
                </a:lnTo>
                <a:lnTo>
                  <a:pt x="4238245" y="108659"/>
                </a:lnTo>
                <a:lnTo>
                  <a:pt x="4237888" y="108412"/>
                </a:lnTo>
                <a:lnTo>
                  <a:pt x="4237517" y="108198"/>
                </a:lnTo>
                <a:lnTo>
                  <a:pt x="4237135" y="108014"/>
                </a:lnTo>
                <a:lnTo>
                  <a:pt x="4236747" y="107859"/>
                </a:lnTo>
                <a:lnTo>
                  <a:pt x="4236358" y="107730"/>
                </a:lnTo>
                <a:lnTo>
                  <a:pt x="4235971" y="107623"/>
                </a:lnTo>
                <a:lnTo>
                  <a:pt x="4235591" y="107539"/>
                </a:lnTo>
                <a:lnTo>
                  <a:pt x="4235223" y="107472"/>
                </a:lnTo>
                <a:lnTo>
                  <a:pt x="4234870" y="107423"/>
                </a:lnTo>
                <a:lnTo>
                  <a:pt x="4234538" y="107387"/>
                </a:lnTo>
                <a:lnTo>
                  <a:pt x="4234230" y="107363"/>
                </a:lnTo>
                <a:lnTo>
                  <a:pt x="4233950" y="107349"/>
                </a:lnTo>
                <a:lnTo>
                  <a:pt x="4233704" y="107341"/>
                </a:lnTo>
                <a:lnTo>
                  <a:pt x="4233495" y="107339"/>
                </a:lnTo>
                <a:lnTo>
                  <a:pt x="4233329" y="107338"/>
                </a:lnTo>
                <a:lnTo>
                  <a:pt x="4232905" y="107341"/>
                </a:lnTo>
                <a:lnTo>
                  <a:pt x="4232500" y="107352"/>
                </a:lnTo>
                <a:lnTo>
                  <a:pt x="4232114" y="107370"/>
                </a:lnTo>
                <a:lnTo>
                  <a:pt x="4231746" y="107398"/>
                </a:lnTo>
                <a:lnTo>
                  <a:pt x="4231395" y="107436"/>
                </a:lnTo>
                <a:lnTo>
                  <a:pt x="4231060" y="107486"/>
                </a:lnTo>
                <a:lnTo>
                  <a:pt x="4230741" y="107548"/>
                </a:lnTo>
                <a:lnTo>
                  <a:pt x="4230436" y="107624"/>
                </a:lnTo>
                <a:lnTo>
                  <a:pt x="4230146" y="107715"/>
                </a:lnTo>
                <a:lnTo>
                  <a:pt x="4229869" y="107822"/>
                </a:lnTo>
                <a:lnTo>
                  <a:pt x="4229604" y="107945"/>
                </a:lnTo>
                <a:lnTo>
                  <a:pt x="4229352" y="108087"/>
                </a:lnTo>
                <a:lnTo>
                  <a:pt x="4229110" y="108248"/>
                </a:lnTo>
                <a:lnTo>
                  <a:pt x="4228879" y="108429"/>
                </a:lnTo>
                <a:lnTo>
                  <a:pt x="4228657" y="108631"/>
                </a:lnTo>
                <a:lnTo>
                  <a:pt x="4228444" y="108855"/>
                </a:lnTo>
                <a:lnTo>
                  <a:pt x="4228239" y="109103"/>
                </a:lnTo>
                <a:lnTo>
                  <a:pt x="4228041" y="109376"/>
                </a:lnTo>
                <a:lnTo>
                  <a:pt x="4227850" y="109674"/>
                </a:lnTo>
                <a:lnTo>
                  <a:pt x="4227665" y="110000"/>
                </a:lnTo>
                <a:lnTo>
                  <a:pt x="4227484" y="110353"/>
                </a:lnTo>
                <a:lnTo>
                  <a:pt x="4227308" y="110734"/>
                </a:lnTo>
                <a:lnTo>
                  <a:pt x="4227135" y="111146"/>
                </a:lnTo>
                <a:lnTo>
                  <a:pt x="4226965" y="111589"/>
                </a:lnTo>
                <a:lnTo>
                  <a:pt x="4226404" y="112777"/>
                </a:lnTo>
                <a:lnTo>
                  <a:pt x="4225783" y="113883"/>
                </a:lnTo>
                <a:lnTo>
                  <a:pt x="4225107" y="114910"/>
                </a:lnTo>
                <a:lnTo>
                  <a:pt x="4224382" y="115861"/>
                </a:lnTo>
                <a:lnTo>
                  <a:pt x="4223612" y="116739"/>
                </a:lnTo>
                <a:lnTo>
                  <a:pt x="4222802" y="117546"/>
                </a:lnTo>
                <a:lnTo>
                  <a:pt x="4221957" y="118286"/>
                </a:lnTo>
                <a:lnTo>
                  <a:pt x="4221081" y="118960"/>
                </a:lnTo>
                <a:lnTo>
                  <a:pt x="4220180" y="119572"/>
                </a:lnTo>
                <a:lnTo>
                  <a:pt x="4219259" y="120125"/>
                </a:lnTo>
                <a:lnTo>
                  <a:pt x="4218322" y="120621"/>
                </a:lnTo>
                <a:lnTo>
                  <a:pt x="4217373" y="121063"/>
                </a:lnTo>
                <a:lnTo>
                  <a:pt x="4216419" y="121454"/>
                </a:lnTo>
                <a:lnTo>
                  <a:pt x="4215464" y="121796"/>
                </a:lnTo>
                <a:lnTo>
                  <a:pt x="4214512" y="122092"/>
                </a:lnTo>
                <a:lnTo>
                  <a:pt x="4213569" y="122346"/>
                </a:lnTo>
                <a:lnTo>
                  <a:pt x="4212640" y="122559"/>
                </a:lnTo>
                <a:lnTo>
                  <a:pt x="4211728" y="122735"/>
                </a:lnTo>
                <a:lnTo>
                  <a:pt x="4210840" y="122877"/>
                </a:lnTo>
                <a:lnTo>
                  <a:pt x="4209979" y="122986"/>
                </a:lnTo>
                <a:lnTo>
                  <a:pt x="4209152" y="123066"/>
                </a:lnTo>
                <a:lnTo>
                  <a:pt x="4208362" y="123120"/>
                </a:lnTo>
                <a:lnTo>
                  <a:pt x="4207614" y="123151"/>
                </a:lnTo>
                <a:lnTo>
                  <a:pt x="4206914" y="123160"/>
                </a:lnTo>
                <a:lnTo>
                  <a:pt x="4205108" y="123110"/>
                </a:lnTo>
                <a:lnTo>
                  <a:pt x="4203306" y="122961"/>
                </a:lnTo>
                <a:lnTo>
                  <a:pt x="4201515" y="122713"/>
                </a:lnTo>
                <a:lnTo>
                  <a:pt x="4199738" y="122369"/>
                </a:lnTo>
                <a:lnTo>
                  <a:pt x="4197980" y="121929"/>
                </a:lnTo>
                <a:lnTo>
                  <a:pt x="4196248" y="121394"/>
                </a:lnTo>
                <a:lnTo>
                  <a:pt x="4194545" y="120766"/>
                </a:lnTo>
                <a:lnTo>
                  <a:pt x="4192877" y="120045"/>
                </a:lnTo>
                <a:lnTo>
                  <a:pt x="4191248" y="119233"/>
                </a:lnTo>
                <a:lnTo>
                  <a:pt x="4189664" y="118332"/>
                </a:lnTo>
                <a:lnTo>
                  <a:pt x="4188129" y="117341"/>
                </a:lnTo>
                <a:lnTo>
                  <a:pt x="4186648" y="116263"/>
                </a:lnTo>
                <a:lnTo>
                  <a:pt x="4185226" y="115098"/>
                </a:lnTo>
                <a:lnTo>
                  <a:pt x="4183869" y="113847"/>
                </a:lnTo>
                <a:lnTo>
                  <a:pt x="4182581" y="112513"/>
                </a:lnTo>
                <a:lnTo>
                  <a:pt x="4181367" y="111095"/>
                </a:lnTo>
                <a:lnTo>
                  <a:pt x="4180231" y="109596"/>
                </a:lnTo>
                <a:lnTo>
                  <a:pt x="4179180" y="108016"/>
                </a:lnTo>
                <a:lnTo>
                  <a:pt x="4178218" y="106356"/>
                </a:lnTo>
                <a:lnTo>
                  <a:pt x="4177349" y="104617"/>
                </a:lnTo>
                <a:lnTo>
                  <a:pt x="4176579" y="102802"/>
                </a:lnTo>
                <a:lnTo>
                  <a:pt x="4175913" y="100910"/>
                </a:lnTo>
                <a:lnTo>
                  <a:pt x="4175355" y="98943"/>
                </a:lnTo>
                <a:lnTo>
                  <a:pt x="4174911" y="96903"/>
                </a:lnTo>
                <a:lnTo>
                  <a:pt x="4232364" y="96903"/>
                </a:lnTo>
                <a:lnTo>
                  <a:pt x="4232867" y="96902"/>
                </a:lnTo>
                <a:lnTo>
                  <a:pt x="4233366" y="96899"/>
                </a:lnTo>
                <a:lnTo>
                  <a:pt x="4233857" y="96889"/>
                </a:lnTo>
                <a:lnTo>
                  <a:pt x="4234340" y="96870"/>
                </a:lnTo>
                <a:lnTo>
                  <a:pt x="4234814" y="96838"/>
                </a:lnTo>
                <a:lnTo>
                  <a:pt x="4235276" y="96792"/>
                </a:lnTo>
                <a:lnTo>
                  <a:pt x="4235726" y="96726"/>
                </a:lnTo>
                <a:lnTo>
                  <a:pt x="4236162" y="96639"/>
                </a:lnTo>
                <a:lnTo>
                  <a:pt x="4236582" y="96527"/>
                </a:lnTo>
                <a:lnTo>
                  <a:pt x="4236986" y="96387"/>
                </a:lnTo>
                <a:lnTo>
                  <a:pt x="4237371" y="96216"/>
                </a:lnTo>
                <a:lnTo>
                  <a:pt x="4237737" y="96012"/>
                </a:lnTo>
                <a:lnTo>
                  <a:pt x="4238081" y="95770"/>
                </a:lnTo>
                <a:lnTo>
                  <a:pt x="4238404" y="95487"/>
                </a:lnTo>
                <a:lnTo>
                  <a:pt x="4238702" y="95162"/>
                </a:lnTo>
                <a:lnTo>
                  <a:pt x="4238975" y="94790"/>
                </a:lnTo>
                <a:lnTo>
                  <a:pt x="4239221" y="94369"/>
                </a:lnTo>
                <a:lnTo>
                  <a:pt x="4239439" y="93894"/>
                </a:lnTo>
                <a:lnTo>
                  <a:pt x="4239627" y="93365"/>
                </a:lnTo>
                <a:lnTo>
                  <a:pt x="4239784" y="92776"/>
                </a:lnTo>
                <a:lnTo>
                  <a:pt x="4239909" y="92126"/>
                </a:lnTo>
                <a:lnTo>
                  <a:pt x="4240000" y="91410"/>
                </a:lnTo>
                <a:lnTo>
                  <a:pt x="4240055" y="90626"/>
                </a:lnTo>
                <a:lnTo>
                  <a:pt x="4240074" y="89772"/>
                </a:lnTo>
                <a:lnTo>
                  <a:pt x="4240010" y="87041"/>
                </a:lnTo>
                <a:lnTo>
                  <a:pt x="4239817" y="84349"/>
                </a:lnTo>
                <a:lnTo>
                  <a:pt x="4239495" y="81703"/>
                </a:lnTo>
                <a:lnTo>
                  <a:pt x="4239044" y="79109"/>
                </a:lnTo>
                <a:lnTo>
                  <a:pt x="4238464" y="76576"/>
                </a:lnTo>
                <a:lnTo>
                  <a:pt x="4237755" y="74109"/>
                </a:lnTo>
                <a:lnTo>
                  <a:pt x="4236916" y="71715"/>
                </a:lnTo>
                <a:lnTo>
                  <a:pt x="4235947" y="69401"/>
                </a:lnTo>
                <a:lnTo>
                  <a:pt x="4234849" y="67175"/>
                </a:lnTo>
                <a:lnTo>
                  <a:pt x="4233620" y="65042"/>
                </a:lnTo>
                <a:lnTo>
                  <a:pt x="4232261" y="63010"/>
                </a:lnTo>
                <a:lnTo>
                  <a:pt x="4230772" y="61086"/>
                </a:lnTo>
                <a:lnTo>
                  <a:pt x="4229152" y="59277"/>
                </a:lnTo>
                <a:lnTo>
                  <a:pt x="4227402" y="57588"/>
                </a:lnTo>
                <a:lnTo>
                  <a:pt x="4225521" y="56028"/>
                </a:lnTo>
                <a:lnTo>
                  <a:pt x="4223509" y="54603"/>
                </a:lnTo>
                <a:lnTo>
                  <a:pt x="4221365" y="53320"/>
                </a:lnTo>
                <a:lnTo>
                  <a:pt x="4219090" y="52186"/>
                </a:lnTo>
                <a:lnTo>
                  <a:pt x="4216684" y="51207"/>
                </a:lnTo>
                <a:lnTo>
                  <a:pt x="4214146" y="50391"/>
                </a:lnTo>
                <a:lnTo>
                  <a:pt x="4211476" y="49745"/>
                </a:lnTo>
                <a:lnTo>
                  <a:pt x="4208673" y="49274"/>
                </a:lnTo>
                <a:lnTo>
                  <a:pt x="4205739" y="48987"/>
                </a:lnTo>
                <a:lnTo>
                  <a:pt x="4202672" y="48890"/>
                </a:lnTo>
                <a:lnTo>
                  <a:pt x="4199829" y="48989"/>
                </a:lnTo>
                <a:lnTo>
                  <a:pt x="4197037" y="49283"/>
                </a:lnTo>
                <a:lnTo>
                  <a:pt x="4194304" y="49765"/>
                </a:lnTo>
                <a:lnTo>
                  <a:pt x="4191636" y="50428"/>
                </a:lnTo>
                <a:lnTo>
                  <a:pt x="4189038" y="51267"/>
                </a:lnTo>
                <a:lnTo>
                  <a:pt x="4186517" y="52274"/>
                </a:lnTo>
                <a:lnTo>
                  <a:pt x="4184079" y="53443"/>
                </a:lnTo>
                <a:lnTo>
                  <a:pt x="4181729" y="54768"/>
                </a:lnTo>
                <a:lnTo>
                  <a:pt x="4179475" y="56242"/>
                </a:lnTo>
                <a:lnTo>
                  <a:pt x="4177322" y="57860"/>
                </a:lnTo>
                <a:lnTo>
                  <a:pt x="4175276" y="59613"/>
                </a:lnTo>
                <a:lnTo>
                  <a:pt x="4173344" y="61497"/>
                </a:lnTo>
                <a:lnTo>
                  <a:pt x="4171531" y="63504"/>
                </a:lnTo>
                <a:lnTo>
                  <a:pt x="4169844" y="65628"/>
                </a:lnTo>
                <a:lnTo>
                  <a:pt x="4168288" y="67863"/>
                </a:lnTo>
                <a:lnTo>
                  <a:pt x="4166871" y="70202"/>
                </a:lnTo>
                <a:lnTo>
                  <a:pt x="4165597" y="72639"/>
                </a:lnTo>
                <a:lnTo>
                  <a:pt x="4164473" y="75167"/>
                </a:lnTo>
                <a:lnTo>
                  <a:pt x="4163505" y="77780"/>
                </a:lnTo>
                <a:lnTo>
                  <a:pt x="4162700" y="80472"/>
                </a:lnTo>
                <a:lnTo>
                  <a:pt x="4162063" y="83235"/>
                </a:lnTo>
                <a:lnTo>
                  <a:pt x="4161600" y="86064"/>
                </a:lnTo>
                <a:lnTo>
                  <a:pt x="4161318" y="88952"/>
                </a:lnTo>
                <a:lnTo>
                  <a:pt x="4161223" y="91893"/>
                </a:lnTo>
                <a:lnTo>
                  <a:pt x="4161323" y="94815"/>
                </a:lnTo>
                <a:lnTo>
                  <a:pt x="4161620" y="97688"/>
                </a:lnTo>
                <a:lnTo>
                  <a:pt x="4162108" y="100506"/>
                </a:lnTo>
                <a:lnTo>
                  <a:pt x="4162780" y="103261"/>
                </a:lnTo>
                <a:lnTo>
                  <a:pt x="4163631" y="105946"/>
                </a:lnTo>
                <a:lnTo>
                  <a:pt x="4164654" y="108556"/>
                </a:lnTo>
                <a:lnTo>
                  <a:pt x="4165843" y="111084"/>
                </a:lnTo>
                <a:lnTo>
                  <a:pt x="4167192" y="113522"/>
                </a:lnTo>
                <a:lnTo>
                  <a:pt x="4168695" y="115864"/>
                </a:lnTo>
                <a:lnTo>
                  <a:pt x="4170346" y="118104"/>
                </a:lnTo>
                <a:lnTo>
                  <a:pt x="4172139" y="120234"/>
                </a:lnTo>
                <a:lnTo>
                  <a:pt x="4174067" y="122248"/>
                </a:lnTo>
                <a:lnTo>
                  <a:pt x="4176125" y="124140"/>
                </a:lnTo>
                <a:lnTo>
                  <a:pt x="4178307" y="125902"/>
                </a:lnTo>
                <a:lnTo>
                  <a:pt x="4180605" y="127529"/>
                </a:lnTo>
                <a:lnTo>
                  <a:pt x="4183015" y="129012"/>
                </a:lnTo>
                <a:lnTo>
                  <a:pt x="4185530" y="130346"/>
                </a:lnTo>
                <a:lnTo>
                  <a:pt x="4188144" y="131524"/>
                </a:lnTo>
                <a:lnTo>
                  <a:pt x="4190851" y="132539"/>
                </a:lnTo>
                <a:lnTo>
                  <a:pt x="4193644" y="133384"/>
                </a:lnTo>
                <a:lnTo>
                  <a:pt x="4196518" y="134054"/>
                </a:lnTo>
                <a:lnTo>
                  <a:pt x="4199467" y="134540"/>
                </a:lnTo>
                <a:lnTo>
                  <a:pt x="4202485" y="134837"/>
                </a:lnTo>
                <a:lnTo>
                  <a:pt x="4205564" y="134937"/>
                </a:lnTo>
                <a:lnTo>
                  <a:pt x="4208660" y="134849"/>
                </a:lnTo>
                <a:lnTo>
                  <a:pt x="4211589" y="134593"/>
                </a:lnTo>
                <a:lnTo>
                  <a:pt x="4214354" y="134181"/>
                </a:lnTo>
                <a:lnTo>
                  <a:pt x="4216957" y="133629"/>
                </a:lnTo>
                <a:lnTo>
                  <a:pt x="4219402" y="132947"/>
                </a:lnTo>
                <a:lnTo>
                  <a:pt x="4221693" y="132149"/>
                </a:lnTo>
                <a:lnTo>
                  <a:pt x="4223832" y="131248"/>
                </a:lnTo>
                <a:lnTo>
                  <a:pt x="4225822" y="130257"/>
                </a:lnTo>
                <a:lnTo>
                  <a:pt x="4227667" y="129189"/>
                </a:lnTo>
                <a:lnTo>
                  <a:pt x="4229370" y="128057"/>
                </a:lnTo>
                <a:lnTo>
                  <a:pt x="4230934" y="126874"/>
                </a:lnTo>
                <a:lnTo>
                  <a:pt x="4232363" y="125653"/>
                </a:lnTo>
                <a:lnTo>
                  <a:pt x="4233658" y="124406"/>
                </a:lnTo>
                <a:lnTo>
                  <a:pt x="4234825" y="123148"/>
                </a:lnTo>
                <a:lnTo>
                  <a:pt x="4235865" y="121890"/>
                </a:lnTo>
                <a:lnTo>
                  <a:pt x="4236782" y="120646"/>
                </a:lnTo>
                <a:lnTo>
                  <a:pt x="4237580" y="119429"/>
                </a:lnTo>
                <a:lnTo>
                  <a:pt x="4238261" y="118251"/>
                </a:lnTo>
                <a:lnTo>
                  <a:pt x="4238828" y="117126"/>
                </a:lnTo>
                <a:lnTo>
                  <a:pt x="4239285" y="116067"/>
                </a:lnTo>
                <a:lnTo>
                  <a:pt x="4239635" y="115086"/>
                </a:lnTo>
                <a:lnTo>
                  <a:pt x="4239881" y="114197"/>
                </a:lnTo>
                <a:lnTo>
                  <a:pt x="4240026" y="113412"/>
                </a:lnTo>
                <a:lnTo>
                  <a:pt x="4240074" y="112747"/>
                </a:lnTo>
                <a:lnTo>
                  <a:pt x="4240046" y="112100"/>
                </a:lnTo>
                <a:lnTo>
                  <a:pt x="4239963" y="111505"/>
                </a:lnTo>
                <a:lnTo>
                  <a:pt x="4239832" y="110963"/>
                </a:lnTo>
                <a:lnTo>
                  <a:pt x="4239655" y="110469"/>
                </a:lnTo>
                <a:lnTo>
                  <a:pt x="4239437" y="110023"/>
                </a:lnTo>
                <a:close/>
                <a:moveTo>
                  <a:pt x="4177147" y="78619"/>
                </a:moveTo>
                <a:lnTo>
                  <a:pt x="4177862" y="77053"/>
                </a:lnTo>
                <a:lnTo>
                  <a:pt x="4178653" y="75539"/>
                </a:lnTo>
                <a:lnTo>
                  <a:pt x="4179517" y="74080"/>
                </a:lnTo>
                <a:lnTo>
                  <a:pt x="4180452" y="72679"/>
                </a:lnTo>
                <a:lnTo>
                  <a:pt x="4181455" y="71339"/>
                </a:lnTo>
                <a:lnTo>
                  <a:pt x="4182522" y="70063"/>
                </a:lnTo>
                <a:lnTo>
                  <a:pt x="4183652" y="68853"/>
                </a:lnTo>
                <a:lnTo>
                  <a:pt x="4184840" y="67714"/>
                </a:lnTo>
                <a:lnTo>
                  <a:pt x="4186085" y="66649"/>
                </a:lnTo>
                <a:lnTo>
                  <a:pt x="4187383" y="65660"/>
                </a:lnTo>
                <a:lnTo>
                  <a:pt x="4188731" y="64750"/>
                </a:lnTo>
                <a:lnTo>
                  <a:pt x="4190127" y="63923"/>
                </a:lnTo>
                <a:lnTo>
                  <a:pt x="4191568" y="63182"/>
                </a:lnTo>
                <a:lnTo>
                  <a:pt x="4193052" y="62529"/>
                </a:lnTo>
                <a:lnTo>
                  <a:pt x="4194574" y="61968"/>
                </a:lnTo>
                <a:lnTo>
                  <a:pt x="4196132" y="61503"/>
                </a:lnTo>
                <a:lnTo>
                  <a:pt x="4197724" y="61135"/>
                </a:lnTo>
                <a:lnTo>
                  <a:pt x="4199347" y="60869"/>
                </a:lnTo>
                <a:lnTo>
                  <a:pt x="4200997" y="60707"/>
                </a:lnTo>
                <a:lnTo>
                  <a:pt x="4202672" y="60652"/>
                </a:lnTo>
                <a:lnTo>
                  <a:pt x="4203935" y="60678"/>
                </a:lnTo>
                <a:lnTo>
                  <a:pt x="4205212" y="60758"/>
                </a:lnTo>
                <a:lnTo>
                  <a:pt x="4206499" y="60898"/>
                </a:lnTo>
                <a:lnTo>
                  <a:pt x="4207789" y="61101"/>
                </a:lnTo>
                <a:lnTo>
                  <a:pt x="4209079" y="61372"/>
                </a:lnTo>
                <a:lnTo>
                  <a:pt x="4210363" y="61716"/>
                </a:lnTo>
                <a:lnTo>
                  <a:pt x="4211635" y="62136"/>
                </a:lnTo>
                <a:lnTo>
                  <a:pt x="4212890" y="62638"/>
                </a:lnTo>
                <a:lnTo>
                  <a:pt x="4214124" y="63225"/>
                </a:lnTo>
                <a:lnTo>
                  <a:pt x="4215329" y="63902"/>
                </a:lnTo>
                <a:lnTo>
                  <a:pt x="4216503" y="64674"/>
                </a:lnTo>
                <a:lnTo>
                  <a:pt x="4217638" y="65545"/>
                </a:lnTo>
                <a:lnTo>
                  <a:pt x="4218730" y="66520"/>
                </a:lnTo>
                <a:lnTo>
                  <a:pt x="4219774" y="67602"/>
                </a:lnTo>
                <a:lnTo>
                  <a:pt x="4220764" y="68797"/>
                </a:lnTo>
                <a:lnTo>
                  <a:pt x="4221694" y="70108"/>
                </a:lnTo>
                <a:lnTo>
                  <a:pt x="4222561" y="71541"/>
                </a:lnTo>
                <a:lnTo>
                  <a:pt x="4223358" y="73099"/>
                </a:lnTo>
                <a:lnTo>
                  <a:pt x="4224081" y="74788"/>
                </a:lnTo>
                <a:lnTo>
                  <a:pt x="4224723" y="76610"/>
                </a:lnTo>
                <a:lnTo>
                  <a:pt x="4225280" y="78572"/>
                </a:lnTo>
                <a:lnTo>
                  <a:pt x="4225746" y="80677"/>
                </a:lnTo>
                <a:lnTo>
                  <a:pt x="4226117" y="82930"/>
                </a:lnTo>
                <a:lnTo>
                  <a:pt x="4226386" y="85335"/>
                </a:lnTo>
                <a:lnTo>
                  <a:pt x="4175105" y="85335"/>
                </a:lnTo>
                <a:lnTo>
                  <a:pt x="4175487" y="83594"/>
                </a:lnTo>
                <a:lnTo>
                  <a:pt x="4175956" y="81892"/>
                </a:lnTo>
                <a:lnTo>
                  <a:pt x="4176511" y="80233"/>
                </a:lnTo>
                <a:lnTo>
                  <a:pt x="4177147" y="78619"/>
                </a:lnTo>
                <a:close/>
                <a:moveTo>
                  <a:pt x="4754582" y="124488"/>
                </a:moveTo>
                <a:lnTo>
                  <a:pt x="4754310" y="124104"/>
                </a:lnTo>
                <a:lnTo>
                  <a:pt x="4754008" y="123762"/>
                </a:lnTo>
                <a:lnTo>
                  <a:pt x="4753679" y="123460"/>
                </a:lnTo>
                <a:lnTo>
                  <a:pt x="4753327" y="123196"/>
                </a:lnTo>
                <a:lnTo>
                  <a:pt x="4752954" y="122967"/>
                </a:lnTo>
                <a:lnTo>
                  <a:pt x="4752564" y="122771"/>
                </a:lnTo>
                <a:lnTo>
                  <a:pt x="4752160" y="122605"/>
                </a:lnTo>
                <a:lnTo>
                  <a:pt x="4751745" y="122466"/>
                </a:lnTo>
                <a:lnTo>
                  <a:pt x="4751322" y="122353"/>
                </a:lnTo>
                <a:lnTo>
                  <a:pt x="4750895" y="122262"/>
                </a:lnTo>
                <a:lnTo>
                  <a:pt x="4750467" y="122192"/>
                </a:lnTo>
                <a:lnTo>
                  <a:pt x="4750040" y="122138"/>
                </a:lnTo>
                <a:lnTo>
                  <a:pt x="4749618" y="122100"/>
                </a:lnTo>
                <a:lnTo>
                  <a:pt x="4749205" y="122075"/>
                </a:lnTo>
                <a:lnTo>
                  <a:pt x="4748803" y="122059"/>
                </a:lnTo>
                <a:lnTo>
                  <a:pt x="4748416" y="122051"/>
                </a:lnTo>
                <a:lnTo>
                  <a:pt x="4748046" y="122048"/>
                </a:lnTo>
                <a:lnTo>
                  <a:pt x="4747697" y="122048"/>
                </a:lnTo>
                <a:lnTo>
                  <a:pt x="4739019" y="122048"/>
                </a:lnTo>
                <a:lnTo>
                  <a:pt x="4739019" y="58678"/>
                </a:lnTo>
                <a:lnTo>
                  <a:pt x="4739013" y="57952"/>
                </a:lnTo>
                <a:lnTo>
                  <a:pt x="4738992" y="57267"/>
                </a:lnTo>
                <a:lnTo>
                  <a:pt x="4738956" y="56623"/>
                </a:lnTo>
                <a:lnTo>
                  <a:pt x="4738903" y="56018"/>
                </a:lnTo>
                <a:lnTo>
                  <a:pt x="4738830" y="55451"/>
                </a:lnTo>
                <a:lnTo>
                  <a:pt x="4738736" y="54922"/>
                </a:lnTo>
                <a:lnTo>
                  <a:pt x="4738619" y="54429"/>
                </a:lnTo>
                <a:lnTo>
                  <a:pt x="4738476" y="53973"/>
                </a:lnTo>
                <a:lnTo>
                  <a:pt x="4738307" y="53551"/>
                </a:lnTo>
                <a:lnTo>
                  <a:pt x="4738110" y="53163"/>
                </a:lnTo>
                <a:lnTo>
                  <a:pt x="4737882" y="52808"/>
                </a:lnTo>
                <a:lnTo>
                  <a:pt x="4737622" y="52485"/>
                </a:lnTo>
                <a:lnTo>
                  <a:pt x="4737327" y="52193"/>
                </a:lnTo>
                <a:lnTo>
                  <a:pt x="4736997" y="51931"/>
                </a:lnTo>
                <a:lnTo>
                  <a:pt x="4736628" y="51698"/>
                </a:lnTo>
                <a:lnTo>
                  <a:pt x="4736221" y="51494"/>
                </a:lnTo>
                <a:lnTo>
                  <a:pt x="4735771" y="51318"/>
                </a:lnTo>
                <a:lnTo>
                  <a:pt x="4735278" y="51168"/>
                </a:lnTo>
                <a:lnTo>
                  <a:pt x="4734740" y="51043"/>
                </a:lnTo>
                <a:lnTo>
                  <a:pt x="4734155" y="50943"/>
                </a:lnTo>
                <a:lnTo>
                  <a:pt x="4733522" y="50867"/>
                </a:lnTo>
                <a:lnTo>
                  <a:pt x="4732837" y="50814"/>
                </a:lnTo>
                <a:lnTo>
                  <a:pt x="4732100" y="50783"/>
                </a:lnTo>
                <a:lnTo>
                  <a:pt x="4731309" y="50773"/>
                </a:lnTo>
                <a:lnTo>
                  <a:pt x="4717235" y="50773"/>
                </a:lnTo>
                <a:lnTo>
                  <a:pt x="4716841" y="50773"/>
                </a:lnTo>
                <a:lnTo>
                  <a:pt x="4716431" y="50776"/>
                </a:lnTo>
                <a:lnTo>
                  <a:pt x="4716009" y="50784"/>
                </a:lnTo>
                <a:lnTo>
                  <a:pt x="4715578" y="50800"/>
                </a:lnTo>
                <a:lnTo>
                  <a:pt x="4715140" y="50827"/>
                </a:lnTo>
                <a:lnTo>
                  <a:pt x="4714698" y="50866"/>
                </a:lnTo>
                <a:lnTo>
                  <a:pt x="4714255" y="50921"/>
                </a:lnTo>
                <a:lnTo>
                  <a:pt x="4713814" y="50994"/>
                </a:lnTo>
                <a:lnTo>
                  <a:pt x="4713378" y="51088"/>
                </a:lnTo>
                <a:lnTo>
                  <a:pt x="4712949" y="51205"/>
                </a:lnTo>
                <a:lnTo>
                  <a:pt x="4712531" y="51348"/>
                </a:lnTo>
                <a:lnTo>
                  <a:pt x="4712126" y="51520"/>
                </a:lnTo>
                <a:lnTo>
                  <a:pt x="4711737" y="51723"/>
                </a:lnTo>
                <a:lnTo>
                  <a:pt x="4711366" y="51959"/>
                </a:lnTo>
                <a:lnTo>
                  <a:pt x="4711018" y="52232"/>
                </a:lnTo>
                <a:lnTo>
                  <a:pt x="4710694" y="52544"/>
                </a:lnTo>
                <a:lnTo>
                  <a:pt x="4710398" y="52897"/>
                </a:lnTo>
                <a:lnTo>
                  <a:pt x="4710132" y="53295"/>
                </a:lnTo>
                <a:lnTo>
                  <a:pt x="4709899" y="53739"/>
                </a:lnTo>
                <a:lnTo>
                  <a:pt x="4709702" y="54232"/>
                </a:lnTo>
                <a:lnTo>
                  <a:pt x="4709544" y="54778"/>
                </a:lnTo>
                <a:lnTo>
                  <a:pt x="4709427" y="55377"/>
                </a:lnTo>
                <a:lnTo>
                  <a:pt x="4709355" y="56034"/>
                </a:lnTo>
                <a:lnTo>
                  <a:pt x="4709331" y="56751"/>
                </a:lnTo>
                <a:lnTo>
                  <a:pt x="4709356" y="57444"/>
                </a:lnTo>
                <a:lnTo>
                  <a:pt x="4709431" y="58080"/>
                </a:lnTo>
                <a:lnTo>
                  <a:pt x="4709551" y="58660"/>
                </a:lnTo>
                <a:lnTo>
                  <a:pt x="4709714" y="59188"/>
                </a:lnTo>
                <a:lnTo>
                  <a:pt x="4709917" y="59665"/>
                </a:lnTo>
                <a:lnTo>
                  <a:pt x="4710156" y="60095"/>
                </a:lnTo>
                <a:lnTo>
                  <a:pt x="4710428" y="60479"/>
                </a:lnTo>
                <a:lnTo>
                  <a:pt x="4710730" y="60821"/>
                </a:lnTo>
                <a:lnTo>
                  <a:pt x="4711059" y="61123"/>
                </a:lnTo>
                <a:lnTo>
                  <a:pt x="4711411" y="61387"/>
                </a:lnTo>
                <a:lnTo>
                  <a:pt x="4711784" y="61616"/>
                </a:lnTo>
                <a:lnTo>
                  <a:pt x="4712174" y="61812"/>
                </a:lnTo>
                <a:lnTo>
                  <a:pt x="4712578" y="61978"/>
                </a:lnTo>
                <a:lnTo>
                  <a:pt x="4712993" y="62116"/>
                </a:lnTo>
                <a:lnTo>
                  <a:pt x="4713416" y="62230"/>
                </a:lnTo>
                <a:lnTo>
                  <a:pt x="4713843" y="62321"/>
                </a:lnTo>
                <a:lnTo>
                  <a:pt x="4714271" y="62391"/>
                </a:lnTo>
                <a:lnTo>
                  <a:pt x="4714698" y="62444"/>
                </a:lnTo>
                <a:lnTo>
                  <a:pt x="4715120" y="62482"/>
                </a:lnTo>
                <a:lnTo>
                  <a:pt x="4715533" y="62508"/>
                </a:lnTo>
                <a:lnTo>
                  <a:pt x="4715935" y="62523"/>
                </a:lnTo>
                <a:lnTo>
                  <a:pt x="4716323" y="62531"/>
                </a:lnTo>
                <a:lnTo>
                  <a:pt x="4716692" y="62534"/>
                </a:lnTo>
                <a:lnTo>
                  <a:pt x="4717041" y="62535"/>
                </a:lnTo>
                <a:lnTo>
                  <a:pt x="4725716" y="62535"/>
                </a:lnTo>
                <a:lnTo>
                  <a:pt x="4725716" y="103558"/>
                </a:lnTo>
                <a:lnTo>
                  <a:pt x="4725637" y="105644"/>
                </a:lnTo>
                <a:lnTo>
                  <a:pt x="4725405" y="107580"/>
                </a:lnTo>
                <a:lnTo>
                  <a:pt x="4725033" y="109371"/>
                </a:lnTo>
                <a:lnTo>
                  <a:pt x="4724531" y="111022"/>
                </a:lnTo>
                <a:lnTo>
                  <a:pt x="4723910" y="112538"/>
                </a:lnTo>
                <a:lnTo>
                  <a:pt x="4723180" y="113926"/>
                </a:lnTo>
                <a:lnTo>
                  <a:pt x="4722353" y="115191"/>
                </a:lnTo>
                <a:lnTo>
                  <a:pt x="4721439" y="116338"/>
                </a:lnTo>
                <a:lnTo>
                  <a:pt x="4720450" y="117373"/>
                </a:lnTo>
                <a:lnTo>
                  <a:pt x="4719396" y="118301"/>
                </a:lnTo>
                <a:lnTo>
                  <a:pt x="4718288" y="119128"/>
                </a:lnTo>
                <a:lnTo>
                  <a:pt x="4717138" y="119859"/>
                </a:lnTo>
                <a:lnTo>
                  <a:pt x="4715955" y="120500"/>
                </a:lnTo>
                <a:lnTo>
                  <a:pt x="4714750" y="121057"/>
                </a:lnTo>
                <a:lnTo>
                  <a:pt x="4713536" y="121534"/>
                </a:lnTo>
                <a:lnTo>
                  <a:pt x="4712322" y="121938"/>
                </a:lnTo>
                <a:lnTo>
                  <a:pt x="4711119" y="122273"/>
                </a:lnTo>
                <a:lnTo>
                  <a:pt x="4709939" y="122546"/>
                </a:lnTo>
                <a:lnTo>
                  <a:pt x="4708791" y="122762"/>
                </a:lnTo>
                <a:lnTo>
                  <a:pt x="4707688" y="122927"/>
                </a:lnTo>
                <a:lnTo>
                  <a:pt x="4706640" y="123045"/>
                </a:lnTo>
                <a:lnTo>
                  <a:pt x="4705657" y="123122"/>
                </a:lnTo>
                <a:lnTo>
                  <a:pt x="4704751" y="123165"/>
                </a:lnTo>
                <a:lnTo>
                  <a:pt x="4703932" y="123178"/>
                </a:lnTo>
                <a:lnTo>
                  <a:pt x="4702107" y="123145"/>
                </a:lnTo>
                <a:lnTo>
                  <a:pt x="4700433" y="123049"/>
                </a:lnTo>
                <a:lnTo>
                  <a:pt x="4698904" y="122893"/>
                </a:lnTo>
                <a:lnTo>
                  <a:pt x="4697515" y="122679"/>
                </a:lnTo>
                <a:lnTo>
                  <a:pt x="4696258" y="122410"/>
                </a:lnTo>
                <a:lnTo>
                  <a:pt x="4695126" y="122089"/>
                </a:lnTo>
                <a:lnTo>
                  <a:pt x="4694113" y="121719"/>
                </a:lnTo>
                <a:lnTo>
                  <a:pt x="4693213" y="121302"/>
                </a:lnTo>
                <a:lnTo>
                  <a:pt x="4692419" y="120842"/>
                </a:lnTo>
                <a:lnTo>
                  <a:pt x="4691723" y="120342"/>
                </a:lnTo>
                <a:lnTo>
                  <a:pt x="4691121" y="119804"/>
                </a:lnTo>
                <a:lnTo>
                  <a:pt x="4690604" y="119230"/>
                </a:lnTo>
                <a:lnTo>
                  <a:pt x="4690167" y="118625"/>
                </a:lnTo>
                <a:lnTo>
                  <a:pt x="4689802" y="117991"/>
                </a:lnTo>
                <a:lnTo>
                  <a:pt x="4689503" y="117330"/>
                </a:lnTo>
                <a:lnTo>
                  <a:pt x="4689264" y="116645"/>
                </a:lnTo>
                <a:lnTo>
                  <a:pt x="4689078" y="115940"/>
                </a:lnTo>
                <a:lnTo>
                  <a:pt x="4688938" y="115217"/>
                </a:lnTo>
                <a:lnTo>
                  <a:pt x="4688838" y="114479"/>
                </a:lnTo>
                <a:lnTo>
                  <a:pt x="4688770" y="113729"/>
                </a:lnTo>
                <a:lnTo>
                  <a:pt x="4688730" y="112969"/>
                </a:lnTo>
                <a:lnTo>
                  <a:pt x="4688709" y="112203"/>
                </a:lnTo>
                <a:lnTo>
                  <a:pt x="4688701" y="111433"/>
                </a:lnTo>
                <a:lnTo>
                  <a:pt x="4688700" y="110663"/>
                </a:lnTo>
                <a:lnTo>
                  <a:pt x="4688700" y="58678"/>
                </a:lnTo>
                <a:lnTo>
                  <a:pt x="4688694" y="57952"/>
                </a:lnTo>
                <a:lnTo>
                  <a:pt x="4688673" y="57267"/>
                </a:lnTo>
                <a:lnTo>
                  <a:pt x="4688637" y="56623"/>
                </a:lnTo>
                <a:lnTo>
                  <a:pt x="4688584" y="56018"/>
                </a:lnTo>
                <a:lnTo>
                  <a:pt x="4688511" y="55451"/>
                </a:lnTo>
                <a:lnTo>
                  <a:pt x="4688417" y="54922"/>
                </a:lnTo>
                <a:lnTo>
                  <a:pt x="4688300" y="54429"/>
                </a:lnTo>
                <a:lnTo>
                  <a:pt x="4688157" y="53973"/>
                </a:lnTo>
                <a:lnTo>
                  <a:pt x="4687988" y="53551"/>
                </a:lnTo>
                <a:lnTo>
                  <a:pt x="4687791" y="53163"/>
                </a:lnTo>
                <a:lnTo>
                  <a:pt x="4687563" y="52808"/>
                </a:lnTo>
                <a:lnTo>
                  <a:pt x="4687303" y="52485"/>
                </a:lnTo>
                <a:lnTo>
                  <a:pt x="4687008" y="52193"/>
                </a:lnTo>
                <a:lnTo>
                  <a:pt x="4686678" y="51931"/>
                </a:lnTo>
                <a:lnTo>
                  <a:pt x="4686309" y="51698"/>
                </a:lnTo>
                <a:lnTo>
                  <a:pt x="4685902" y="51494"/>
                </a:lnTo>
                <a:lnTo>
                  <a:pt x="4685452" y="51318"/>
                </a:lnTo>
                <a:lnTo>
                  <a:pt x="4684959" y="51168"/>
                </a:lnTo>
                <a:lnTo>
                  <a:pt x="4684421" y="51043"/>
                </a:lnTo>
                <a:lnTo>
                  <a:pt x="4683836" y="50943"/>
                </a:lnTo>
                <a:lnTo>
                  <a:pt x="4683203" y="50867"/>
                </a:lnTo>
                <a:lnTo>
                  <a:pt x="4682518" y="50814"/>
                </a:lnTo>
                <a:lnTo>
                  <a:pt x="4681781" y="50783"/>
                </a:lnTo>
                <a:lnTo>
                  <a:pt x="4680990" y="50773"/>
                </a:lnTo>
                <a:lnTo>
                  <a:pt x="4666916" y="50773"/>
                </a:lnTo>
                <a:lnTo>
                  <a:pt x="4666522" y="50773"/>
                </a:lnTo>
                <a:lnTo>
                  <a:pt x="4666112" y="50776"/>
                </a:lnTo>
                <a:lnTo>
                  <a:pt x="4665690" y="50784"/>
                </a:lnTo>
                <a:lnTo>
                  <a:pt x="4665259" y="50800"/>
                </a:lnTo>
                <a:lnTo>
                  <a:pt x="4664821" y="50827"/>
                </a:lnTo>
                <a:lnTo>
                  <a:pt x="4664379" y="50866"/>
                </a:lnTo>
                <a:lnTo>
                  <a:pt x="4663936" y="50921"/>
                </a:lnTo>
                <a:lnTo>
                  <a:pt x="4663495" y="50994"/>
                </a:lnTo>
                <a:lnTo>
                  <a:pt x="4663059" y="51088"/>
                </a:lnTo>
                <a:lnTo>
                  <a:pt x="4662630" y="51205"/>
                </a:lnTo>
                <a:lnTo>
                  <a:pt x="4662212" y="51348"/>
                </a:lnTo>
                <a:lnTo>
                  <a:pt x="4661807" y="51520"/>
                </a:lnTo>
                <a:lnTo>
                  <a:pt x="4661418" y="51723"/>
                </a:lnTo>
                <a:lnTo>
                  <a:pt x="4661047" y="51959"/>
                </a:lnTo>
                <a:lnTo>
                  <a:pt x="4660699" y="52232"/>
                </a:lnTo>
                <a:lnTo>
                  <a:pt x="4660375" y="52544"/>
                </a:lnTo>
                <a:lnTo>
                  <a:pt x="4660079" y="52897"/>
                </a:lnTo>
                <a:lnTo>
                  <a:pt x="4659813" y="53295"/>
                </a:lnTo>
                <a:lnTo>
                  <a:pt x="4659580" y="53739"/>
                </a:lnTo>
                <a:lnTo>
                  <a:pt x="4659383" y="54232"/>
                </a:lnTo>
                <a:lnTo>
                  <a:pt x="4659225" y="54778"/>
                </a:lnTo>
                <a:lnTo>
                  <a:pt x="4659108" y="55377"/>
                </a:lnTo>
                <a:lnTo>
                  <a:pt x="4659036" y="56034"/>
                </a:lnTo>
                <a:lnTo>
                  <a:pt x="4659012" y="56751"/>
                </a:lnTo>
                <a:lnTo>
                  <a:pt x="4659037" y="57444"/>
                </a:lnTo>
                <a:lnTo>
                  <a:pt x="4659112" y="58080"/>
                </a:lnTo>
                <a:lnTo>
                  <a:pt x="4659232" y="58660"/>
                </a:lnTo>
                <a:lnTo>
                  <a:pt x="4659395" y="59188"/>
                </a:lnTo>
                <a:lnTo>
                  <a:pt x="4659598" y="59665"/>
                </a:lnTo>
                <a:lnTo>
                  <a:pt x="4659837" y="60095"/>
                </a:lnTo>
                <a:lnTo>
                  <a:pt x="4660109" y="60479"/>
                </a:lnTo>
                <a:lnTo>
                  <a:pt x="4660411" y="60821"/>
                </a:lnTo>
                <a:lnTo>
                  <a:pt x="4660740" y="61123"/>
                </a:lnTo>
                <a:lnTo>
                  <a:pt x="4661092" y="61387"/>
                </a:lnTo>
                <a:lnTo>
                  <a:pt x="4661465" y="61616"/>
                </a:lnTo>
                <a:lnTo>
                  <a:pt x="4661855" y="61812"/>
                </a:lnTo>
                <a:lnTo>
                  <a:pt x="4662259" y="61978"/>
                </a:lnTo>
                <a:lnTo>
                  <a:pt x="4662674" y="62116"/>
                </a:lnTo>
                <a:lnTo>
                  <a:pt x="4663097" y="62230"/>
                </a:lnTo>
                <a:lnTo>
                  <a:pt x="4663524" y="62321"/>
                </a:lnTo>
                <a:lnTo>
                  <a:pt x="4663952" y="62391"/>
                </a:lnTo>
                <a:lnTo>
                  <a:pt x="4664379" y="62444"/>
                </a:lnTo>
                <a:lnTo>
                  <a:pt x="4664801" y="62482"/>
                </a:lnTo>
                <a:lnTo>
                  <a:pt x="4665214" y="62508"/>
                </a:lnTo>
                <a:lnTo>
                  <a:pt x="4665616" y="62523"/>
                </a:lnTo>
                <a:lnTo>
                  <a:pt x="4666004" y="62531"/>
                </a:lnTo>
                <a:lnTo>
                  <a:pt x="4666373" y="62534"/>
                </a:lnTo>
                <a:lnTo>
                  <a:pt x="4666722" y="62535"/>
                </a:lnTo>
                <a:lnTo>
                  <a:pt x="4675400" y="62535"/>
                </a:lnTo>
                <a:lnTo>
                  <a:pt x="4675400" y="111819"/>
                </a:lnTo>
                <a:lnTo>
                  <a:pt x="4675469" y="114059"/>
                </a:lnTo>
                <a:lnTo>
                  <a:pt x="4675670" y="116159"/>
                </a:lnTo>
                <a:lnTo>
                  <a:pt x="4675999" y="118122"/>
                </a:lnTo>
                <a:lnTo>
                  <a:pt x="4676450" y="119953"/>
                </a:lnTo>
                <a:lnTo>
                  <a:pt x="4677019" y="121655"/>
                </a:lnTo>
                <a:lnTo>
                  <a:pt x="4677698" y="123233"/>
                </a:lnTo>
                <a:lnTo>
                  <a:pt x="4678484" y="124690"/>
                </a:lnTo>
                <a:lnTo>
                  <a:pt x="4679370" y="126032"/>
                </a:lnTo>
                <a:lnTo>
                  <a:pt x="4680351" y="127260"/>
                </a:lnTo>
                <a:lnTo>
                  <a:pt x="4681421" y="128381"/>
                </a:lnTo>
                <a:lnTo>
                  <a:pt x="4682576" y="129397"/>
                </a:lnTo>
                <a:lnTo>
                  <a:pt x="4683810" y="130313"/>
                </a:lnTo>
                <a:lnTo>
                  <a:pt x="4685116" y="131132"/>
                </a:lnTo>
                <a:lnTo>
                  <a:pt x="4686491" y="131859"/>
                </a:lnTo>
                <a:lnTo>
                  <a:pt x="4687928" y="132498"/>
                </a:lnTo>
                <a:lnTo>
                  <a:pt x="4689423" y="133053"/>
                </a:lnTo>
                <a:lnTo>
                  <a:pt x="4690968" y="133527"/>
                </a:lnTo>
                <a:lnTo>
                  <a:pt x="4692560" y="133925"/>
                </a:lnTo>
                <a:lnTo>
                  <a:pt x="4694193" y="134251"/>
                </a:lnTo>
                <a:lnTo>
                  <a:pt x="4695861" y="134509"/>
                </a:lnTo>
                <a:lnTo>
                  <a:pt x="4697559" y="134702"/>
                </a:lnTo>
                <a:lnTo>
                  <a:pt x="4699281" y="134835"/>
                </a:lnTo>
                <a:lnTo>
                  <a:pt x="4701022" y="134912"/>
                </a:lnTo>
                <a:lnTo>
                  <a:pt x="4702776" y="134937"/>
                </a:lnTo>
                <a:lnTo>
                  <a:pt x="4703764" y="134927"/>
                </a:lnTo>
                <a:lnTo>
                  <a:pt x="4704752" y="134896"/>
                </a:lnTo>
                <a:lnTo>
                  <a:pt x="4705739" y="134844"/>
                </a:lnTo>
                <a:lnTo>
                  <a:pt x="4706725" y="134769"/>
                </a:lnTo>
                <a:lnTo>
                  <a:pt x="4707710" y="134672"/>
                </a:lnTo>
                <a:lnTo>
                  <a:pt x="4708693" y="134551"/>
                </a:lnTo>
                <a:lnTo>
                  <a:pt x="4709674" y="134407"/>
                </a:lnTo>
                <a:lnTo>
                  <a:pt x="4710652" y="134237"/>
                </a:lnTo>
                <a:lnTo>
                  <a:pt x="4711628" y="134042"/>
                </a:lnTo>
                <a:lnTo>
                  <a:pt x="4712601" y="133822"/>
                </a:lnTo>
                <a:lnTo>
                  <a:pt x="4713571" y="133574"/>
                </a:lnTo>
                <a:lnTo>
                  <a:pt x="4714536" y="133299"/>
                </a:lnTo>
                <a:lnTo>
                  <a:pt x="4715498" y="132995"/>
                </a:lnTo>
                <a:lnTo>
                  <a:pt x="4716456" y="132663"/>
                </a:lnTo>
                <a:lnTo>
                  <a:pt x="4717408" y="132302"/>
                </a:lnTo>
                <a:lnTo>
                  <a:pt x="4718356" y="131910"/>
                </a:lnTo>
                <a:lnTo>
                  <a:pt x="4719298" y="131487"/>
                </a:lnTo>
                <a:lnTo>
                  <a:pt x="4720235" y="131033"/>
                </a:lnTo>
                <a:lnTo>
                  <a:pt x="4721166" y="130547"/>
                </a:lnTo>
                <a:lnTo>
                  <a:pt x="4722090" y="130028"/>
                </a:lnTo>
                <a:lnTo>
                  <a:pt x="4723007" y="129476"/>
                </a:lnTo>
                <a:lnTo>
                  <a:pt x="4723918" y="128890"/>
                </a:lnTo>
                <a:lnTo>
                  <a:pt x="4724821" y="128268"/>
                </a:lnTo>
                <a:lnTo>
                  <a:pt x="4725716" y="127611"/>
                </a:lnTo>
                <a:lnTo>
                  <a:pt x="4725760" y="128354"/>
                </a:lnTo>
                <a:lnTo>
                  <a:pt x="4725842" y="129035"/>
                </a:lnTo>
                <a:lnTo>
                  <a:pt x="4725961" y="129656"/>
                </a:lnTo>
                <a:lnTo>
                  <a:pt x="4726114" y="130222"/>
                </a:lnTo>
                <a:lnTo>
                  <a:pt x="4726299" y="130733"/>
                </a:lnTo>
                <a:lnTo>
                  <a:pt x="4726515" y="131193"/>
                </a:lnTo>
                <a:lnTo>
                  <a:pt x="4726760" y="131605"/>
                </a:lnTo>
                <a:lnTo>
                  <a:pt x="4727031" y="131971"/>
                </a:lnTo>
                <a:lnTo>
                  <a:pt x="4727327" y="132295"/>
                </a:lnTo>
                <a:lnTo>
                  <a:pt x="4727646" y="132577"/>
                </a:lnTo>
                <a:lnTo>
                  <a:pt x="4727985" y="132822"/>
                </a:lnTo>
                <a:lnTo>
                  <a:pt x="4728344" y="133033"/>
                </a:lnTo>
                <a:lnTo>
                  <a:pt x="4728720" y="133211"/>
                </a:lnTo>
                <a:lnTo>
                  <a:pt x="4729111" y="133359"/>
                </a:lnTo>
                <a:lnTo>
                  <a:pt x="4729515" y="133480"/>
                </a:lnTo>
                <a:lnTo>
                  <a:pt x="4729930" y="133578"/>
                </a:lnTo>
                <a:lnTo>
                  <a:pt x="4730355" y="133653"/>
                </a:lnTo>
                <a:lnTo>
                  <a:pt x="4730787" y="133710"/>
                </a:lnTo>
                <a:lnTo>
                  <a:pt x="4731225" y="133751"/>
                </a:lnTo>
                <a:lnTo>
                  <a:pt x="4731666" y="133778"/>
                </a:lnTo>
                <a:lnTo>
                  <a:pt x="4732109" y="133795"/>
                </a:lnTo>
                <a:lnTo>
                  <a:pt x="4732552" y="133804"/>
                </a:lnTo>
                <a:lnTo>
                  <a:pt x="4732993" y="133807"/>
                </a:lnTo>
                <a:lnTo>
                  <a:pt x="4733430" y="133807"/>
                </a:lnTo>
                <a:lnTo>
                  <a:pt x="4747503" y="133807"/>
                </a:lnTo>
                <a:lnTo>
                  <a:pt x="4747897" y="133807"/>
                </a:lnTo>
                <a:lnTo>
                  <a:pt x="4748307" y="133804"/>
                </a:lnTo>
                <a:lnTo>
                  <a:pt x="4748729" y="133795"/>
                </a:lnTo>
                <a:lnTo>
                  <a:pt x="4749160" y="133780"/>
                </a:lnTo>
                <a:lnTo>
                  <a:pt x="4749598" y="133753"/>
                </a:lnTo>
                <a:lnTo>
                  <a:pt x="4750040" y="133714"/>
                </a:lnTo>
                <a:lnTo>
                  <a:pt x="4750483" y="133659"/>
                </a:lnTo>
                <a:lnTo>
                  <a:pt x="4750924" y="133586"/>
                </a:lnTo>
                <a:lnTo>
                  <a:pt x="4751360" y="133492"/>
                </a:lnTo>
                <a:lnTo>
                  <a:pt x="4751789" y="133375"/>
                </a:lnTo>
                <a:lnTo>
                  <a:pt x="4752207" y="133232"/>
                </a:lnTo>
                <a:lnTo>
                  <a:pt x="4752612" y="133060"/>
                </a:lnTo>
                <a:lnTo>
                  <a:pt x="4753002" y="132858"/>
                </a:lnTo>
                <a:lnTo>
                  <a:pt x="4753372" y="132621"/>
                </a:lnTo>
                <a:lnTo>
                  <a:pt x="4753720" y="132348"/>
                </a:lnTo>
                <a:lnTo>
                  <a:pt x="4754044" y="132037"/>
                </a:lnTo>
                <a:lnTo>
                  <a:pt x="4754340" y="131684"/>
                </a:lnTo>
                <a:lnTo>
                  <a:pt x="4754606" y="131286"/>
                </a:lnTo>
                <a:lnTo>
                  <a:pt x="4754839" y="130842"/>
                </a:lnTo>
                <a:lnTo>
                  <a:pt x="4755036" y="130349"/>
                </a:lnTo>
                <a:lnTo>
                  <a:pt x="4755194" y="129804"/>
                </a:lnTo>
                <a:lnTo>
                  <a:pt x="4755311" y="129205"/>
                </a:lnTo>
                <a:lnTo>
                  <a:pt x="4755383" y="128548"/>
                </a:lnTo>
                <a:lnTo>
                  <a:pt x="4755408" y="127832"/>
                </a:lnTo>
                <a:lnTo>
                  <a:pt x="4755382" y="127139"/>
                </a:lnTo>
                <a:lnTo>
                  <a:pt x="4755307" y="126503"/>
                </a:lnTo>
                <a:lnTo>
                  <a:pt x="4755187" y="125923"/>
                </a:lnTo>
                <a:lnTo>
                  <a:pt x="4755024" y="125395"/>
                </a:lnTo>
                <a:lnTo>
                  <a:pt x="4754821" y="124918"/>
                </a:lnTo>
                <a:lnTo>
                  <a:pt x="4754582" y="124488"/>
                </a:lnTo>
                <a:close/>
                <a:moveTo>
                  <a:pt x="3531563" y="112747"/>
                </a:moveTo>
                <a:lnTo>
                  <a:pt x="3531563" y="112748"/>
                </a:lnTo>
                <a:lnTo>
                  <a:pt x="3531563" y="112746"/>
                </a:lnTo>
                <a:lnTo>
                  <a:pt x="3531563" y="112747"/>
                </a:lnTo>
                <a:close/>
                <a:moveTo>
                  <a:pt x="4037642" y="112747"/>
                </a:moveTo>
                <a:lnTo>
                  <a:pt x="4037642" y="112748"/>
                </a:lnTo>
                <a:lnTo>
                  <a:pt x="4037642" y="112746"/>
                </a:lnTo>
                <a:lnTo>
                  <a:pt x="4037642" y="112747"/>
                </a:lnTo>
                <a:close/>
                <a:moveTo>
                  <a:pt x="4240074" y="112747"/>
                </a:moveTo>
                <a:lnTo>
                  <a:pt x="4240074" y="112748"/>
                </a:lnTo>
                <a:lnTo>
                  <a:pt x="4240074" y="112746"/>
                </a:lnTo>
                <a:lnTo>
                  <a:pt x="4240074" y="112747"/>
                </a:lnTo>
                <a:close/>
                <a:moveTo>
                  <a:pt x="3430028" y="155357"/>
                </a:moveTo>
                <a:lnTo>
                  <a:pt x="3429674" y="154908"/>
                </a:lnTo>
                <a:lnTo>
                  <a:pt x="3429284" y="154509"/>
                </a:lnTo>
                <a:lnTo>
                  <a:pt x="3428862" y="154157"/>
                </a:lnTo>
                <a:lnTo>
                  <a:pt x="3428414" y="153849"/>
                </a:lnTo>
                <a:lnTo>
                  <a:pt x="3427943" y="153582"/>
                </a:lnTo>
                <a:lnTo>
                  <a:pt x="3427456" y="153353"/>
                </a:lnTo>
                <a:lnTo>
                  <a:pt x="3426957" y="153159"/>
                </a:lnTo>
                <a:lnTo>
                  <a:pt x="3426451" y="152998"/>
                </a:lnTo>
                <a:lnTo>
                  <a:pt x="3425942" y="152865"/>
                </a:lnTo>
                <a:lnTo>
                  <a:pt x="3425436" y="152759"/>
                </a:lnTo>
                <a:lnTo>
                  <a:pt x="3424937" y="152677"/>
                </a:lnTo>
                <a:lnTo>
                  <a:pt x="3424450" y="152615"/>
                </a:lnTo>
                <a:lnTo>
                  <a:pt x="3423981" y="152570"/>
                </a:lnTo>
                <a:lnTo>
                  <a:pt x="3423533" y="152541"/>
                </a:lnTo>
                <a:lnTo>
                  <a:pt x="3423112" y="152523"/>
                </a:lnTo>
                <a:lnTo>
                  <a:pt x="3422722" y="152513"/>
                </a:lnTo>
                <a:lnTo>
                  <a:pt x="3422369" y="152510"/>
                </a:lnTo>
                <a:lnTo>
                  <a:pt x="3422058" y="152509"/>
                </a:lnTo>
                <a:lnTo>
                  <a:pt x="3360751" y="152509"/>
                </a:lnTo>
                <a:lnTo>
                  <a:pt x="3360440" y="152510"/>
                </a:lnTo>
                <a:lnTo>
                  <a:pt x="3360087" y="152513"/>
                </a:lnTo>
                <a:lnTo>
                  <a:pt x="3359697" y="152523"/>
                </a:lnTo>
                <a:lnTo>
                  <a:pt x="3359276" y="152541"/>
                </a:lnTo>
                <a:lnTo>
                  <a:pt x="3358828" y="152570"/>
                </a:lnTo>
                <a:lnTo>
                  <a:pt x="3358359" y="152615"/>
                </a:lnTo>
                <a:lnTo>
                  <a:pt x="3357872" y="152677"/>
                </a:lnTo>
                <a:lnTo>
                  <a:pt x="3357373" y="152759"/>
                </a:lnTo>
                <a:lnTo>
                  <a:pt x="3356867" y="152865"/>
                </a:lnTo>
                <a:lnTo>
                  <a:pt x="3356358" y="152998"/>
                </a:lnTo>
                <a:lnTo>
                  <a:pt x="3355852" y="153159"/>
                </a:lnTo>
                <a:lnTo>
                  <a:pt x="3355353" y="153353"/>
                </a:lnTo>
                <a:lnTo>
                  <a:pt x="3354866" y="153582"/>
                </a:lnTo>
                <a:lnTo>
                  <a:pt x="3354395" y="153849"/>
                </a:lnTo>
                <a:lnTo>
                  <a:pt x="3353947" y="154157"/>
                </a:lnTo>
                <a:lnTo>
                  <a:pt x="3353525" y="154509"/>
                </a:lnTo>
                <a:lnTo>
                  <a:pt x="3353135" y="154908"/>
                </a:lnTo>
                <a:lnTo>
                  <a:pt x="3352781" y="155357"/>
                </a:lnTo>
                <a:lnTo>
                  <a:pt x="3352468" y="155858"/>
                </a:lnTo>
                <a:lnTo>
                  <a:pt x="3352201" y="156415"/>
                </a:lnTo>
                <a:lnTo>
                  <a:pt x="3351985" y="157031"/>
                </a:lnTo>
                <a:lnTo>
                  <a:pt x="3351825" y="157708"/>
                </a:lnTo>
                <a:lnTo>
                  <a:pt x="3351725" y="158449"/>
                </a:lnTo>
                <a:lnTo>
                  <a:pt x="3351691" y="159258"/>
                </a:lnTo>
                <a:lnTo>
                  <a:pt x="3351725" y="160067"/>
                </a:lnTo>
                <a:lnTo>
                  <a:pt x="3351825" y="160808"/>
                </a:lnTo>
                <a:lnTo>
                  <a:pt x="3351985" y="161485"/>
                </a:lnTo>
                <a:lnTo>
                  <a:pt x="3352201" y="162100"/>
                </a:lnTo>
                <a:lnTo>
                  <a:pt x="3352468" y="162657"/>
                </a:lnTo>
                <a:lnTo>
                  <a:pt x="3352781" y="163158"/>
                </a:lnTo>
                <a:lnTo>
                  <a:pt x="3353135" y="163607"/>
                </a:lnTo>
                <a:lnTo>
                  <a:pt x="3353525" y="164005"/>
                </a:lnTo>
                <a:lnTo>
                  <a:pt x="3353947" y="164357"/>
                </a:lnTo>
                <a:lnTo>
                  <a:pt x="3354395" y="164665"/>
                </a:lnTo>
                <a:lnTo>
                  <a:pt x="3354866" y="164932"/>
                </a:lnTo>
                <a:lnTo>
                  <a:pt x="3355353" y="165161"/>
                </a:lnTo>
                <a:lnTo>
                  <a:pt x="3355852" y="165355"/>
                </a:lnTo>
                <a:lnTo>
                  <a:pt x="3356358" y="165516"/>
                </a:lnTo>
                <a:lnTo>
                  <a:pt x="3356867" y="165648"/>
                </a:lnTo>
                <a:lnTo>
                  <a:pt x="3357373" y="165754"/>
                </a:lnTo>
                <a:lnTo>
                  <a:pt x="3357872" y="165837"/>
                </a:lnTo>
                <a:lnTo>
                  <a:pt x="3358359" y="165899"/>
                </a:lnTo>
                <a:lnTo>
                  <a:pt x="3358828" y="165943"/>
                </a:lnTo>
                <a:lnTo>
                  <a:pt x="3359276" y="165973"/>
                </a:lnTo>
                <a:lnTo>
                  <a:pt x="3359697" y="165991"/>
                </a:lnTo>
                <a:lnTo>
                  <a:pt x="3360087" y="166000"/>
                </a:lnTo>
                <a:lnTo>
                  <a:pt x="3360440" y="166004"/>
                </a:lnTo>
                <a:lnTo>
                  <a:pt x="3360751" y="166004"/>
                </a:lnTo>
                <a:lnTo>
                  <a:pt x="3422058" y="166004"/>
                </a:lnTo>
                <a:lnTo>
                  <a:pt x="3422369" y="166004"/>
                </a:lnTo>
                <a:lnTo>
                  <a:pt x="3422722" y="166000"/>
                </a:lnTo>
                <a:lnTo>
                  <a:pt x="3423112" y="165991"/>
                </a:lnTo>
                <a:lnTo>
                  <a:pt x="3423533" y="165973"/>
                </a:lnTo>
                <a:lnTo>
                  <a:pt x="3423981" y="165943"/>
                </a:lnTo>
                <a:lnTo>
                  <a:pt x="3424450" y="165899"/>
                </a:lnTo>
                <a:lnTo>
                  <a:pt x="3424937" y="165837"/>
                </a:lnTo>
                <a:lnTo>
                  <a:pt x="3425436" y="165754"/>
                </a:lnTo>
                <a:lnTo>
                  <a:pt x="3425942" y="165648"/>
                </a:lnTo>
                <a:lnTo>
                  <a:pt x="3426451" y="165516"/>
                </a:lnTo>
                <a:lnTo>
                  <a:pt x="3426957" y="165355"/>
                </a:lnTo>
                <a:lnTo>
                  <a:pt x="3427456" y="165161"/>
                </a:lnTo>
                <a:lnTo>
                  <a:pt x="3427943" y="164932"/>
                </a:lnTo>
                <a:lnTo>
                  <a:pt x="3428414" y="164665"/>
                </a:lnTo>
                <a:lnTo>
                  <a:pt x="3428862" y="164357"/>
                </a:lnTo>
                <a:lnTo>
                  <a:pt x="3429284" y="164005"/>
                </a:lnTo>
                <a:lnTo>
                  <a:pt x="3429674" y="163607"/>
                </a:lnTo>
                <a:lnTo>
                  <a:pt x="3430028" y="163158"/>
                </a:lnTo>
                <a:lnTo>
                  <a:pt x="3430341" y="162657"/>
                </a:lnTo>
                <a:lnTo>
                  <a:pt x="3430608" y="162100"/>
                </a:lnTo>
                <a:lnTo>
                  <a:pt x="3430824" y="161485"/>
                </a:lnTo>
                <a:lnTo>
                  <a:pt x="3430984" y="160808"/>
                </a:lnTo>
                <a:lnTo>
                  <a:pt x="3431084" y="160067"/>
                </a:lnTo>
                <a:lnTo>
                  <a:pt x="3431118" y="159258"/>
                </a:lnTo>
                <a:lnTo>
                  <a:pt x="3431084" y="158449"/>
                </a:lnTo>
                <a:lnTo>
                  <a:pt x="3430984" y="157708"/>
                </a:lnTo>
                <a:lnTo>
                  <a:pt x="3430824" y="157031"/>
                </a:lnTo>
                <a:lnTo>
                  <a:pt x="3430608" y="156415"/>
                </a:lnTo>
                <a:lnTo>
                  <a:pt x="3430341" y="155858"/>
                </a:lnTo>
                <a:lnTo>
                  <a:pt x="3430028" y="155357"/>
                </a:lnTo>
                <a:close/>
                <a:moveTo>
                  <a:pt x="3834891" y="155357"/>
                </a:moveTo>
                <a:lnTo>
                  <a:pt x="3834537" y="154908"/>
                </a:lnTo>
                <a:lnTo>
                  <a:pt x="3834147" y="154509"/>
                </a:lnTo>
                <a:lnTo>
                  <a:pt x="3833725" y="154157"/>
                </a:lnTo>
                <a:lnTo>
                  <a:pt x="3833277" y="153849"/>
                </a:lnTo>
                <a:lnTo>
                  <a:pt x="3832807" y="153582"/>
                </a:lnTo>
                <a:lnTo>
                  <a:pt x="3832319" y="153353"/>
                </a:lnTo>
                <a:lnTo>
                  <a:pt x="3831820" y="153159"/>
                </a:lnTo>
                <a:lnTo>
                  <a:pt x="3831314" y="152998"/>
                </a:lnTo>
                <a:lnTo>
                  <a:pt x="3830805" y="152865"/>
                </a:lnTo>
                <a:lnTo>
                  <a:pt x="3830299" y="152759"/>
                </a:lnTo>
                <a:lnTo>
                  <a:pt x="3829800" y="152677"/>
                </a:lnTo>
                <a:lnTo>
                  <a:pt x="3829313" y="152615"/>
                </a:lnTo>
                <a:lnTo>
                  <a:pt x="3828844" y="152570"/>
                </a:lnTo>
                <a:lnTo>
                  <a:pt x="3828396" y="152541"/>
                </a:lnTo>
                <a:lnTo>
                  <a:pt x="3827975" y="152523"/>
                </a:lnTo>
                <a:lnTo>
                  <a:pt x="3827586" y="152513"/>
                </a:lnTo>
                <a:lnTo>
                  <a:pt x="3827233" y="152510"/>
                </a:lnTo>
                <a:lnTo>
                  <a:pt x="3826921" y="152509"/>
                </a:lnTo>
                <a:lnTo>
                  <a:pt x="3765614" y="152509"/>
                </a:lnTo>
                <a:lnTo>
                  <a:pt x="3765303" y="152510"/>
                </a:lnTo>
                <a:lnTo>
                  <a:pt x="3764950" y="152513"/>
                </a:lnTo>
                <a:lnTo>
                  <a:pt x="3764560" y="152523"/>
                </a:lnTo>
                <a:lnTo>
                  <a:pt x="3764139" y="152541"/>
                </a:lnTo>
                <a:lnTo>
                  <a:pt x="3763692" y="152570"/>
                </a:lnTo>
                <a:lnTo>
                  <a:pt x="3763222" y="152615"/>
                </a:lnTo>
                <a:lnTo>
                  <a:pt x="3762735" y="152677"/>
                </a:lnTo>
                <a:lnTo>
                  <a:pt x="3762236" y="152759"/>
                </a:lnTo>
                <a:lnTo>
                  <a:pt x="3761730" y="152865"/>
                </a:lnTo>
                <a:lnTo>
                  <a:pt x="3761221" y="152998"/>
                </a:lnTo>
                <a:lnTo>
                  <a:pt x="3760715" y="153159"/>
                </a:lnTo>
                <a:lnTo>
                  <a:pt x="3760216" y="153353"/>
                </a:lnTo>
                <a:lnTo>
                  <a:pt x="3759729" y="153582"/>
                </a:lnTo>
                <a:lnTo>
                  <a:pt x="3759259" y="153849"/>
                </a:lnTo>
                <a:lnTo>
                  <a:pt x="3758810" y="154157"/>
                </a:lnTo>
                <a:lnTo>
                  <a:pt x="3758388" y="154509"/>
                </a:lnTo>
                <a:lnTo>
                  <a:pt x="3757998" y="154908"/>
                </a:lnTo>
                <a:lnTo>
                  <a:pt x="3757644" y="155357"/>
                </a:lnTo>
                <a:lnTo>
                  <a:pt x="3757331" y="155858"/>
                </a:lnTo>
                <a:lnTo>
                  <a:pt x="3757064" y="156415"/>
                </a:lnTo>
                <a:lnTo>
                  <a:pt x="3756848" y="157031"/>
                </a:lnTo>
                <a:lnTo>
                  <a:pt x="3756688" y="157708"/>
                </a:lnTo>
                <a:lnTo>
                  <a:pt x="3756588" y="158449"/>
                </a:lnTo>
                <a:lnTo>
                  <a:pt x="3756554" y="159258"/>
                </a:lnTo>
                <a:lnTo>
                  <a:pt x="3756588" y="160067"/>
                </a:lnTo>
                <a:lnTo>
                  <a:pt x="3756688" y="160808"/>
                </a:lnTo>
                <a:lnTo>
                  <a:pt x="3756848" y="161485"/>
                </a:lnTo>
                <a:lnTo>
                  <a:pt x="3757064" y="162100"/>
                </a:lnTo>
                <a:lnTo>
                  <a:pt x="3757331" y="162657"/>
                </a:lnTo>
                <a:lnTo>
                  <a:pt x="3757644" y="163158"/>
                </a:lnTo>
                <a:lnTo>
                  <a:pt x="3757998" y="163607"/>
                </a:lnTo>
                <a:lnTo>
                  <a:pt x="3758388" y="164005"/>
                </a:lnTo>
                <a:lnTo>
                  <a:pt x="3758810" y="164357"/>
                </a:lnTo>
                <a:lnTo>
                  <a:pt x="3759259" y="164665"/>
                </a:lnTo>
                <a:lnTo>
                  <a:pt x="3759729" y="164932"/>
                </a:lnTo>
                <a:lnTo>
                  <a:pt x="3760216" y="165161"/>
                </a:lnTo>
                <a:lnTo>
                  <a:pt x="3760715" y="165355"/>
                </a:lnTo>
                <a:lnTo>
                  <a:pt x="3761221" y="165516"/>
                </a:lnTo>
                <a:lnTo>
                  <a:pt x="3761730" y="165648"/>
                </a:lnTo>
                <a:lnTo>
                  <a:pt x="3762236" y="165754"/>
                </a:lnTo>
                <a:lnTo>
                  <a:pt x="3762735" y="165837"/>
                </a:lnTo>
                <a:lnTo>
                  <a:pt x="3763222" y="165899"/>
                </a:lnTo>
                <a:lnTo>
                  <a:pt x="3763692" y="165943"/>
                </a:lnTo>
                <a:lnTo>
                  <a:pt x="3764139" y="165973"/>
                </a:lnTo>
                <a:lnTo>
                  <a:pt x="3764560" y="165991"/>
                </a:lnTo>
                <a:lnTo>
                  <a:pt x="3764950" y="166000"/>
                </a:lnTo>
                <a:lnTo>
                  <a:pt x="3765303" y="166004"/>
                </a:lnTo>
                <a:lnTo>
                  <a:pt x="3765614" y="166004"/>
                </a:lnTo>
                <a:lnTo>
                  <a:pt x="3826921" y="166004"/>
                </a:lnTo>
                <a:lnTo>
                  <a:pt x="3827233" y="166004"/>
                </a:lnTo>
                <a:lnTo>
                  <a:pt x="3827586" y="166000"/>
                </a:lnTo>
                <a:lnTo>
                  <a:pt x="3827975" y="165991"/>
                </a:lnTo>
                <a:lnTo>
                  <a:pt x="3828396" y="165973"/>
                </a:lnTo>
                <a:lnTo>
                  <a:pt x="3828844" y="165943"/>
                </a:lnTo>
                <a:lnTo>
                  <a:pt x="3829313" y="165899"/>
                </a:lnTo>
                <a:lnTo>
                  <a:pt x="3829800" y="165837"/>
                </a:lnTo>
                <a:lnTo>
                  <a:pt x="3830299" y="165754"/>
                </a:lnTo>
                <a:lnTo>
                  <a:pt x="3830805" y="165648"/>
                </a:lnTo>
                <a:lnTo>
                  <a:pt x="3831314" y="165516"/>
                </a:lnTo>
                <a:lnTo>
                  <a:pt x="3831820" y="165355"/>
                </a:lnTo>
                <a:lnTo>
                  <a:pt x="3832319" y="165161"/>
                </a:lnTo>
                <a:lnTo>
                  <a:pt x="3832807" y="164932"/>
                </a:lnTo>
                <a:lnTo>
                  <a:pt x="3833277" y="164665"/>
                </a:lnTo>
                <a:lnTo>
                  <a:pt x="3833725" y="164357"/>
                </a:lnTo>
                <a:lnTo>
                  <a:pt x="3834147" y="164005"/>
                </a:lnTo>
                <a:lnTo>
                  <a:pt x="3834537" y="163607"/>
                </a:lnTo>
                <a:lnTo>
                  <a:pt x="3834891" y="163158"/>
                </a:lnTo>
                <a:lnTo>
                  <a:pt x="3835204" y="162657"/>
                </a:lnTo>
                <a:lnTo>
                  <a:pt x="3835471" y="162100"/>
                </a:lnTo>
                <a:lnTo>
                  <a:pt x="3835687" y="161485"/>
                </a:lnTo>
                <a:lnTo>
                  <a:pt x="3835848" y="160808"/>
                </a:lnTo>
                <a:lnTo>
                  <a:pt x="3835947" y="160067"/>
                </a:lnTo>
                <a:lnTo>
                  <a:pt x="3835982" y="159258"/>
                </a:lnTo>
                <a:lnTo>
                  <a:pt x="3835947" y="158449"/>
                </a:lnTo>
                <a:lnTo>
                  <a:pt x="3835848" y="157708"/>
                </a:lnTo>
                <a:lnTo>
                  <a:pt x="3835687" y="157031"/>
                </a:lnTo>
                <a:lnTo>
                  <a:pt x="3835471" y="156415"/>
                </a:lnTo>
                <a:lnTo>
                  <a:pt x="3835204" y="155858"/>
                </a:lnTo>
                <a:lnTo>
                  <a:pt x="3834891" y="1553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ifmax_end_here&gt;best_so_far:">
            <a:extLst xmlns:a="http://schemas.openxmlformats.org/drawingml/2006/main">
              <a:ext uri="{FF2B5EF4-FFF2-40B4-BE49-F238E27FC236}">
                <a16:creationId xmlns:a16="http://schemas.microsoft.com/office/drawing/2014/main" id="{DDC888EB-2724-43EB-AD80-F37D0319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67" y="4687750"/>
            <a:ext cx="2982879" cy="151194"/>
          </a:xfrm>
          <a:custGeom xmlns:a="http://schemas.openxmlformats.org/drawingml/2006/main">
            <a:pathLst>
              <a:path w="2982879" h="151194">
                <a:moveTo>
                  <a:pt x="72682" y="113213"/>
                </a:moveTo>
                <a:cubicBezTo>
                  <a:pt x="72682" y="107238"/>
                  <a:pt x="67673" y="107238"/>
                  <a:pt x="64778" y="107238"/>
                </a:cubicBezTo>
                <a:lnTo>
                  <a:pt x="44535" y="107238"/>
                </a:lnTo>
                <a:lnTo>
                  <a:pt x="44535" y="43868"/>
                </a:lnTo>
                <a:cubicBezTo>
                  <a:pt x="44535" y="37893"/>
                  <a:pt x="43379" y="35963"/>
                  <a:pt x="36825" y="35963"/>
                </a:cubicBezTo>
                <a:lnTo>
                  <a:pt x="9449" y="35963"/>
                </a:lnTo>
                <a:cubicBezTo>
                  <a:pt x="6557" y="35963"/>
                  <a:pt x="1544" y="35963"/>
                  <a:pt x="1544" y="41750"/>
                </a:cubicBezTo>
                <a:cubicBezTo>
                  <a:pt x="1544" y="47725"/>
                  <a:pt x="6557" y="47725"/>
                  <a:pt x="9449" y="47725"/>
                </a:cubicBezTo>
                <a:lnTo>
                  <a:pt x="31233" y="47725"/>
                </a:lnTo>
                <a:lnTo>
                  <a:pt x="31233" y="107238"/>
                </a:lnTo>
                <a:lnTo>
                  <a:pt x="7905" y="107238"/>
                </a:lnTo>
                <a:cubicBezTo>
                  <a:pt x="4822" y="107238"/>
                  <a:pt x="0" y="107238"/>
                  <a:pt x="0" y="113213"/>
                </a:cubicBezTo>
                <a:cubicBezTo>
                  <a:pt x="0" y="118997"/>
                  <a:pt x="5013" y="118997"/>
                  <a:pt x="7905" y="118997"/>
                </a:cubicBezTo>
                <a:lnTo>
                  <a:pt x="64778" y="118997"/>
                </a:lnTo>
                <a:cubicBezTo>
                  <a:pt x="67673" y="118997"/>
                  <a:pt x="72682" y="118997"/>
                  <a:pt x="72682" y="113213"/>
                </a:cubicBezTo>
                <a:moveTo>
                  <a:pt x="45306" y="12089"/>
                </a:moveTo>
                <a:cubicBezTo>
                  <a:pt x="45306" y="6690"/>
                  <a:pt x="41067" y="2448"/>
                  <a:pt x="35669" y="2448"/>
                </a:cubicBezTo>
                <a:cubicBezTo>
                  <a:pt x="30268" y="2448"/>
                  <a:pt x="26029" y="6690"/>
                  <a:pt x="26029" y="12089"/>
                </a:cubicBezTo>
                <a:cubicBezTo>
                  <a:pt x="26029" y="17487"/>
                  <a:pt x="30268" y="21729"/>
                  <a:pt x="35669" y="21729"/>
                </a:cubicBezTo>
                <a:cubicBezTo>
                  <a:pt x="41067" y="21729"/>
                  <a:pt x="45306" y="17487"/>
                  <a:pt x="45306" y="12089"/>
                </a:cubicBezTo>
                <a:close/>
                <a:moveTo>
                  <a:pt x="170430" y="11571"/>
                </a:moveTo>
                <a:cubicBezTo>
                  <a:pt x="170430" y="0"/>
                  <a:pt x="155006" y="0"/>
                  <a:pt x="151920" y="0"/>
                </a:cubicBezTo>
                <a:cubicBezTo>
                  <a:pt x="136496" y="0"/>
                  <a:pt x="121652" y="8870"/>
                  <a:pt x="121652" y="25704"/>
                </a:cubicBezTo>
                <a:lnTo>
                  <a:pt x="121652" y="35963"/>
                </a:lnTo>
                <a:lnTo>
                  <a:pt x="102375" y="35963"/>
                </a:lnTo>
                <a:cubicBezTo>
                  <a:pt x="99289" y="35963"/>
                  <a:pt x="94470" y="35963"/>
                  <a:pt x="94470" y="41941"/>
                </a:cubicBezTo>
                <a:cubicBezTo>
                  <a:pt x="94470" y="47725"/>
                  <a:pt x="99289" y="47725"/>
                  <a:pt x="102181" y="47725"/>
                </a:cubicBezTo>
                <a:lnTo>
                  <a:pt x="121652" y="47725"/>
                </a:lnTo>
                <a:lnTo>
                  <a:pt x="121652" y="107238"/>
                </a:lnTo>
                <a:lnTo>
                  <a:pt x="102181" y="107238"/>
                </a:lnTo>
                <a:cubicBezTo>
                  <a:pt x="99289" y="107238"/>
                  <a:pt x="94276" y="107238"/>
                  <a:pt x="94276" y="113022"/>
                </a:cubicBezTo>
                <a:cubicBezTo>
                  <a:pt x="94276" y="118997"/>
                  <a:pt x="99289" y="118997"/>
                  <a:pt x="102181" y="118997"/>
                </a:cubicBezTo>
                <a:lnTo>
                  <a:pt x="154427" y="118997"/>
                </a:lnTo>
                <a:cubicBezTo>
                  <a:pt x="157318" y="118997"/>
                  <a:pt x="162331" y="118997"/>
                  <a:pt x="162331" y="113213"/>
                </a:cubicBezTo>
                <a:cubicBezTo>
                  <a:pt x="162331" y="107238"/>
                  <a:pt x="157318" y="107238"/>
                  <a:pt x="154427" y="107238"/>
                </a:cubicBezTo>
                <a:lnTo>
                  <a:pt x="134955" y="107238"/>
                </a:lnTo>
                <a:lnTo>
                  <a:pt x="134955" y="47725"/>
                </a:lnTo>
                <a:lnTo>
                  <a:pt x="158477" y="47725"/>
                </a:lnTo>
                <a:cubicBezTo>
                  <a:pt x="161369" y="47725"/>
                  <a:pt x="166188" y="47725"/>
                  <a:pt x="166188" y="41941"/>
                </a:cubicBezTo>
                <a:cubicBezTo>
                  <a:pt x="166188" y="35963"/>
                  <a:pt x="161560" y="35963"/>
                  <a:pt x="158477" y="35963"/>
                </a:cubicBezTo>
                <a:lnTo>
                  <a:pt x="134955" y="35963"/>
                </a:lnTo>
                <a:lnTo>
                  <a:pt x="134955" y="26863"/>
                </a:lnTo>
                <a:cubicBezTo>
                  <a:pt x="134955" y="11762"/>
                  <a:pt x="147872" y="11762"/>
                  <a:pt x="153656" y="11762"/>
                </a:cubicBezTo>
                <a:cubicBezTo>
                  <a:pt x="153656" y="12536"/>
                  <a:pt x="155391" y="20088"/>
                  <a:pt x="162140" y="20088"/>
                </a:cubicBezTo>
                <a:cubicBezTo>
                  <a:pt x="165994" y="20088"/>
                  <a:pt x="170430" y="16990"/>
                  <a:pt x="170430" y="11571"/>
                </a:cubicBezTo>
                <a:close/>
                <a:moveTo>
                  <a:pt x="388091" y="113213"/>
                </a:moveTo>
                <a:cubicBezTo>
                  <a:pt x="388091" y="107238"/>
                  <a:pt x="384043" y="107238"/>
                  <a:pt x="377103" y="107238"/>
                </a:cubicBezTo>
                <a:lnTo>
                  <a:pt x="377103" y="60649"/>
                </a:lnTo>
                <a:cubicBezTo>
                  <a:pt x="377103" y="56798"/>
                  <a:pt x="377103" y="34833"/>
                  <a:pt x="359944" y="34833"/>
                </a:cubicBezTo>
                <a:cubicBezTo>
                  <a:pt x="354161" y="34833"/>
                  <a:pt x="346256" y="37340"/>
                  <a:pt x="340858" y="44859"/>
                </a:cubicBezTo>
                <a:cubicBezTo>
                  <a:pt x="337966" y="38305"/>
                  <a:pt x="332568" y="34833"/>
                  <a:pt x="326205" y="34833"/>
                </a:cubicBezTo>
                <a:cubicBezTo>
                  <a:pt x="320036" y="34833"/>
                  <a:pt x="314252" y="37534"/>
                  <a:pt x="309625" y="41776"/>
                </a:cubicBezTo>
                <a:cubicBezTo>
                  <a:pt x="309240" y="35963"/>
                  <a:pt x="305383" y="35963"/>
                  <a:pt x="301912" y="35963"/>
                </a:cubicBezTo>
                <a:lnTo>
                  <a:pt x="295743" y="35963"/>
                </a:lnTo>
                <a:cubicBezTo>
                  <a:pt x="292851" y="35963"/>
                  <a:pt x="287838" y="35963"/>
                  <a:pt x="287838" y="41750"/>
                </a:cubicBezTo>
                <a:cubicBezTo>
                  <a:pt x="287838" y="47725"/>
                  <a:pt x="291889" y="47725"/>
                  <a:pt x="298829" y="47725"/>
                </a:cubicBezTo>
                <a:lnTo>
                  <a:pt x="298829" y="107238"/>
                </a:lnTo>
                <a:cubicBezTo>
                  <a:pt x="291889" y="107238"/>
                  <a:pt x="287838" y="107238"/>
                  <a:pt x="287838" y="113213"/>
                </a:cubicBezTo>
                <a:cubicBezTo>
                  <a:pt x="287838" y="118997"/>
                  <a:pt x="293045" y="118997"/>
                  <a:pt x="295743" y="118997"/>
                </a:cubicBezTo>
                <a:lnTo>
                  <a:pt x="312711" y="118997"/>
                </a:lnTo>
                <a:cubicBezTo>
                  <a:pt x="315603" y="118997"/>
                  <a:pt x="320613" y="118997"/>
                  <a:pt x="320613" y="113213"/>
                </a:cubicBezTo>
                <a:cubicBezTo>
                  <a:pt x="320613" y="107238"/>
                  <a:pt x="316565" y="107238"/>
                  <a:pt x="309625" y="107238"/>
                </a:cubicBezTo>
                <a:lnTo>
                  <a:pt x="309625" y="72764"/>
                </a:lnTo>
                <a:cubicBezTo>
                  <a:pt x="309625" y="55645"/>
                  <a:pt x="317530" y="46595"/>
                  <a:pt x="325434" y="46595"/>
                </a:cubicBezTo>
                <a:cubicBezTo>
                  <a:pt x="329867" y="46595"/>
                  <a:pt x="332568" y="49870"/>
                  <a:pt x="332568" y="62382"/>
                </a:cubicBezTo>
                <a:lnTo>
                  <a:pt x="332568" y="107238"/>
                </a:lnTo>
                <a:cubicBezTo>
                  <a:pt x="328905" y="107238"/>
                  <a:pt x="324084" y="107238"/>
                  <a:pt x="324084" y="113213"/>
                </a:cubicBezTo>
                <a:cubicBezTo>
                  <a:pt x="324084" y="118997"/>
                  <a:pt x="329291" y="118997"/>
                  <a:pt x="331988" y="118997"/>
                </a:cubicBezTo>
                <a:lnTo>
                  <a:pt x="346447" y="118997"/>
                </a:lnTo>
                <a:cubicBezTo>
                  <a:pt x="349339" y="118997"/>
                  <a:pt x="354352" y="118997"/>
                  <a:pt x="354352" y="113213"/>
                </a:cubicBezTo>
                <a:cubicBezTo>
                  <a:pt x="354352" y="107238"/>
                  <a:pt x="350304" y="107238"/>
                  <a:pt x="343364" y="107238"/>
                </a:cubicBezTo>
                <a:lnTo>
                  <a:pt x="343364" y="72779"/>
                </a:lnTo>
                <a:cubicBezTo>
                  <a:pt x="343364" y="55645"/>
                  <a:pt x="351269" y="46595"/>
                  <a:pt x="359173" y="46595"/>
                </a:cubicBezTo>
                <a:cubicBezTo>
                  <a:pt x="363607" y="46595"/>
                  <a:pt x="366307" y="49870"/>
                  <a:pt x="366307" y="62382"/>
                </a:cubicBezTo>
                <a:lnTo>
                  <a:pt x="366307" y="107238"/>
                </a:lnTo>
                <a:cubicBezTo>
                  <a:pt x="362642" y="107238"/>
                  <a:pt x="357823" y="107238"/>
                  <a:pt x="357823" y="113213"/>
                </a:cubicBezTo>
                <a:cubicBezTo>
                  <a:pt x="357823" y="118997"/>
                  <a:pt x="363027" y="118997"/>
                  <a:pt x="365728" y="118997"/>
                </a:cubicBezTo>
                <a:lnTo>
                  <a:pt x="380186" y="118997"/>
                </a:lnTo>
                <a:cubicBezTo>
                  <a:pt x="383078" y="118997"/>
                  <a:pt x="388091" y="118997"/>
                  <a:pt x="388091" y="113213"/>
                </a:cubicBezTo>
                <a:close/>
                <a:moveTo>
                  <a:pt x="489886" y="113022"/>
                </a:moveTo>
                <a:cubicBezTo>
                  <a:pt x="489886" y="107238"/>
                  <a:pt x="485065" y="107238"/>
                  <a:pt x="482173" y="107238"/>
                </a:cubicBezTo>
                <a:cubicBezTo>
                  <a:pt x="474077" y="107238"/>
                  <a:pt x="472147" y="106273"/>
                  <a:pt x="470606" y="105694"/>
                </a:cubicBezTo>
                <a:lnTo>
                  <a:pt x="470606" y="63991"/>
                </a:lnTo>
                <a:cubicBezTo>
                  <a:pt x="470606" y="50284"/>
                  <a:pt x="460195" y="34080"/>
                  <a:pt x="432433" y="34080"/>
                </a:cubicBezTo>
                <a:cubicBezTo>
                  <a:pt x="424143" y="34080"/>
                  <a:pt x="404478" y="34080"/>
                  <a:pt x="404478" y="48160"/>
                </a:cubicBezTo>
                <a:cubicBezTo>
                  <a:pt x="404478" y="53953"/>
                  <a:pt x="408529" y="57042"/>
                  <a:pt x="413153" y="57042"/>
                </a:cubicBezTo>
                <a:cubicBezTo>
                  <a:pt x="416045" y="57042"/>
                  <a:pt x="421443" y="55303"/>
                  <a:pt x="421637" y="48160"/>
                </a:cubicBezTo>
                <a:cubicBezTo>
                  <a:pt x="421637" y="46616"/>
                  <a:pt x="421828" y="46422"/>
                  <a:pt x="425685" y="46036"/>
                </a:cubicBezTo>
                <a:cubicBezTo>
                  <a:pt x="428386" y="45842"/>
                  <a:pt x="430892" y="45842"/>
                  <a:pt x="432628" y="45842"/>
                </a:cubicBezTo>
                <a:cubicBezTo>
                  <a:pt x="447278" y="45842"/>
                  <a:pt x="457303" y="51829"/>
                  <a:pt x="457303" y="65536"/>
                </a:cubicBezTo>
                <a:cubicBezTo>
                  <a:pt x="423179" y="66115"/>
                  <a:pt x="399465" y="75768"/>
                  <a:pt x="399465" y="94302"/>
                </a:cubicBezTo>
                <a:cubicBezTo>
                  <a:pt x="399465" y="107597"/>
                  <a:pt x="411612" y="120127"/>
                  <a:pt x="431277" y="120127"/>
                </a:cubicBezTo>
                <a:cubicBezTo>
                  <a:pt x="438411" y="120127"/>
                  <a:pt x="450363" y="118780"/>
                  <a:pt x="459424" y="112801"/>
                </a:cubicBezTo>
                <a:cubicBezTo>
                  <a:pt x="463666" y="118806"/>
                  <a:pt x="472921" y="118997"/>
                  <a:pt x="480246" y="118997"/>
                </a:cubicBezTo>
                <a:cubicBezTo>
                  <a:pt x="485644" y="118997"/>
                  <a:pt x="489886" y="118997"/>
                  <a:pt x="489886" y="113022"/>
                </a:cubicBezTo>
                <a:moveTo>
                  <a:pt x="457303" y="93164"/>
                </a:moveTo>
                <a:cubicBezTo>
                  <a:pt x="457303" y="97597"/>
                  <a:pt x="457303" y="101645"/>
                  <a:pt x="449784" y="105117"/>
                </a:cubicBezTo>
                <a:cubicBezTo>
                  <a:pt x="442844" y="108368"/>
                  <a:pt x="434169" y="108368"/>
                  <a:pt x="432628" y="108368"/>
                </a:cubicBezTo>
                <a:cubicBezTo>
                  <a:pt x="420672" y="108368"/>
                  <a:pt x="412768" y="101813"/>
                  <a:pt x="412768" y="94293"/>
                </a:cubicBezTo>
                <a:cubicBezTo>
                  <a:pt x="412768" y="84844"/>
                  <a:pt x="429347" y="77712"/>
                  <a:pt x="457303" y="76939"/>
                </a:cubicBezTo>
                <a:lnTo>
                  <a:pt x="457303" y="93164"/>
                </a:lnTo>
                <a:close/>
                <a:moveTo>
                  <a:pt x="586666" y="113213"/>
                </a:moveTo>
                <a:cubicBezTo>
                  <a:pt x="586666" y="107238"/>
                  <a:pt x="581653" y="107238"/>
                  <a:pt x="578761" y="107238"/>
                </a:cubicBezTo>
                <a:lnTo>
                  <a:pt x="571051" y="107238"/>
                </a:lnTo>
                <a:lnTo>
                  <a:pt x="546372" y="76230"/>
                </a:lnTo>
                <a:lnTo>
                  <a:pt x="568350" y="47725"/>
                </a:lnTo>
                <a:lnTo>
                  <a:pt x="576064" y="47725"/>
                </a:lnTo>
                <a:cubicBezTo>
                  <a:pt x="578761" y="47725"/>
                  <a:pt x="583968" y="47725"/>
                  <a:pt x="583968" y="41941"/>
                </a:cubicBezTo>
                <a:cubicBezTo>
                  <a:pt x="583968" y="35963"/>
                  <a:pt x="578955" y="35963"/>
                  <a:pt x="576064" y="35963"/>
                </a:cubicBezTo>
                <a:lnTo>
                  <a:pt x="553506" y="35963"/>
                </a:lnTo>
                <a:cubicBezTo>
                  <a:pt x="550614" y="35963"/>
                  <a:pt x="545796" y="35963"/>
                  <a:pt x="545796" y="41750"/>
                </a:cubicBezTo>
                <a:cubicBezTo>
                  <a:pt x="545796" y="47725"/>
                  <a:pt x="550038" y="47725"/>
                  <a:pt x="555242" y="47725"/>
                </a:cubicBezTo>
                <a:lnTo>
                  <a:pt x="540974" y="67177"/>
                </a:lnTo>
                <a:lnTo>
                  <a:pt x="526324" y="47725"/>
                </a:lnTo>
                <a:cubicBezTo>
                  <a:pt x="531337" y="47725"/>
                  <a:pt x="535576" y="47725"/>
                  <a:pt x="535576" y="41750"/>
                </a:cubicBezTo>
                <a:cubicBezTo>
                  <a:pt x="535576" y="35963"/>
                  <a:pt x="530757" y="35963"/>
                  <a:pt x="527866" y="35963"/>
                </a:cubicBezTo>
                <a:lnTo>
                  <a:pt x="505308" y="35963"/>
                </a:lnTo>
                <a:cubicBezTo>
                  <a:pt x="502416" y="35963"/>
                  <a:pt x="497404" y="35963"/>
                  <a:pt x="497404" y="41941"/>
                </a:cubicBezTo>
                <a:cubicBezTo>
                  <a:pt x="497404" y="47725"/>
                  <a:pt x="502611" y="47725"/>
                  <a:pt x="505308" y="47725"/>
                </a:cubicBezTo>
                <a:lnTo>
                  <a:pt x="513022" y="47725"/>
                </a:lnTo>
                <a:lnTo>
                  <a:pt x="535770" y="76230"/>
                </a:lnTo>
                <a:lnTo>
                  <a:pt x="511862" y="107238"/>
                </a:lnTo>
                <a:lnTo>
                  <a:pt x="504152" y="107238"/>
                </a:lnTo>
                <a:cubicBezTo>
                  <a:pt x="501260" y="107238"/>
                  <a:pt x="496248" y="107238"/>
                  <a:pt x="496248" y="113213"/>
                </a:cubicBezTo>
                <a:cubicBezTo>
                  <a:pt x="496248" y="118997"/>
                  <a:pt x="501452" y="118997"/>
                  <a:pt x="504152" y="118997"/>
                </a:cubicBezTo>
                <a:lnTo>
                  <a:pt x="526710" y="118997"/>
                </a:lnTo>
                <a:cubicBezTo>
                  <a:pt x="529601" y="118997"/>
                  <a:pt x="534420" y="118997"/>
                  <a:pt x="534420" y="113213"/>
                </a:cubicBezTo>
                <a:cubicBezTo>
                  <a:pt x="534420" y="107238"/>
                  <a:pt x="530372" y="107238"/>
                  <a:pt x="524394" y="107238"/>
                </a:cubicBezTo>
                <a:lnTo>
                  <a:pt x="540974" y="83523"/>
                </a:lnTo>
                <a:lnTo>
                  <a:pt x="558134" y="107238"/>
                </a:lnTo>
                <a:cubicBezTo>
                  <a:pt x="552735" y="107238"/>
                  <a:pt x="548493" y="107238"/>
                  <a:pt x="548493" y="113213"/>
                </a:cubicBezTo>
                <a:cubicBezTo>
                  <a:pt x="548493" y="118997"/>
                  <a:pt x="553315" y="118997"/>
                  <a:pt x="556207" y="118997"/>
                </a:cubicBezTo>
                <a:lnTo>
                  <a:pt x="578761" y="118997"/>
                </a:lnTo>
                <a:cubicBezTo>
                  <a:pt x="581462" y="118997"/>
                  <a:pt x="586666" y="118997"/>
                  <a:pt x="586666" y="113213"/>
                </a:cubicBezTo>
                <a:close/>
                <a:moveTo>
                  <a:pt x="682483" y="144448"/>
                </a:moveTo>
                <a:cubicBezTo>
                  <a:pt x="682483" y="137699"/>
                  <a:pt x="675738" y="137699"/>
                  <a:pt x="673423" y="137699"/>
                </a:cubicBezTo>
                <a:lnTo>
                  <a:pt x="612116" y="137699"/>
                </a:lnTo>
                <a:cubicBezTo>
                  <a:pt x="609801" y="137699"/>
                  <a:pt x="603056" y="137699"/>
                  <a:pt x="603056" y="144448"/>
                </a:cubicBezTo>
                <a:cubicBezTo>
                  <a:pt x="603056" y="151194"/>
                  <a:pt x="609801" y="151194"/>
                  <a:pt x="612116" y="151194"/>
                </a:cubicBezTo>
                <a:lnTo>
                  <a:pt x="673423" y="151194"/>
                </a:lnTo>
                <a:cubicBezTo>
                  <a:pt x="675738" y="151194"/>
                  <a:pt x="682483" y="151194"/>
                  <a:pt x="682483" y="144448"/>
                </a:cubicBezTo>
                <a:close/>
                <a:moveTo>
                  <a:pt x="782928" y="97939"/>
                </a:moveTo>
                <a:cubicBezTo>
                  <a:pt x="782928" y="92528"/>
                  <a:pt x="777339" y="92528"/>
                  <a:pt x="776183" y="92528"/>
                </a:cubicBezTo>
                <a:cubicBezTo>
                  <a:pt x="772712" y="92528"/>
                  <a:pt x="771170" y="93108"/>
                  <a:pt x="769820" y="96779"/>
                </a:cubicBezTo>
                <a:cubicBezTo>
                  <a:pt x="765578" y="106614"/>
                  <a:pt x="755167" y="108350"/>
                  <a:pt x="749769" y="108350"/>
                </a:cubicBezTo>
                <a:cubicBezTo>
                  <a:pt x="735310" y="108350"/>
                  <a:pt x="720851" y="98709"/>
                  <a:pt x="717765" y="82093"/>
                </a:cubicBezTo>
                <a:lnTo>
                  <a:pt x="775218" y="82093"/>
                </a:lnTo>
                <a:cubicBezTo>
                  <a:pt x="779266" y="82093"/>
                  <a:pt x="782928" y="82093"/>
                  <a:pt x="782928" y="74962"/>
                </a:cubicBezTo>
                <a:cubicBezTo>
                  <a:pt x="782928" y="52976"/>
                  <a:pt x="770591" y="34080"/>
                  <a:pt x="745527" y="34080"/>
                </a:cubicBezTo>
                <a:cubicBezTo>
                  <a:pt x="722584" y="34080"/>
                  <a:pt x="704077" y="53365"/>
                  <a:pt x="704077" y="77083"/>
                </a:cubicBezTo>
                <a:cubicBezTo>
                  <a:pt x="704077" y="100639"/>
                  <a:pt x="723549" y="120127"/>
                  <a:pt x="748418" y="120127"/>
                </a:cubicBezTo>
                <a:cubicBezTo>
                  <a:pt x="773868" y="120127"/>
                  <a:pt x="782928" y="102766"/>
                  <a:pt x="782928" y="97936"/>
                </a:cubicBezTo>
                <a:lnTo>
                  <a:pt x="782928" y="97939"/>
                </a:lnTo>
                <a:moveTo>
                  <a:pt x="769240" y="70525"/>
                </a:moveTo>
                <a:lnTo>
                  <a:pt x="717959" y="70525"/>
                </a:lnTo>
                <a:cubicBezTo>
                  <a:pt x="720657" y="56448"/>
                  <a:pt x="732033" y="45842"/>
                  <a:pt x="745527" y="45842"/>
                </a:cubicBezTo>
                <a:cubicBezTo>
                  <a:pt x="755552" y="45842"/>
                  <a:pt x="767505" y="50664"/>
                  <a:pt x="769240" y="70525"/>
                </a:cubicBezTo>
                <a:close/>
                <a:moveTo>
                  <a:pt x="893399" y="113213"/>
                </a:moveTo>
                <a:cubicBezTo>
                  <a:pt x="893399" y="107238"/>
                  <a:pt x="888580" y="107238"/>
                  <a:pt x="885494" y="107238"/>
                </a:cubicBezTo>
                <a:lnTo>
                  <a:pt x="877010" y="107238"/>
                </a:lnTo>
                <a:lnTo>
                  <a:pt x="877010" y="62576"/>
                </a:lnTo>
                <a:cubicBezTo>
                  <a:pt x="877010" y="43126"/>
                  <a:pt x="867179" y="34833"/>
                  <a:pt x="851949" y="34833"/>
                </a:cubicBezTo>
                <a:cubicBezTo>
                  <a:pt x="839032" y="34833"/>
                  <a:pt x="830357" y="41391"/>
                  <a:pt x="826691" y="45053"/>
                </a:cubicBezTo>
                <a:cubicBezTo>
                  <a:pt x="826691" y="38858"/>
                  <a:pt x="826691" y="35963"/>
                  <a:pt x="818981" y="35963"/>
                </a:cubicBezTo>
                <a:lnTo>
                  <a:pt x="804908" y="35963"/>
                </a:lnTo>
                <a:cubicBezTo>
                  <a:pt x="801822" y="35963"/>
                  <a:pt x="797003" y="35963"/>
                  <a:pt x="797003" y="41941"/>
                </a:cubicBezTo>
                <a:cubicBezTo>
                  <a:pt x="797003" y="47725"/>
                  <a:pt x="802016" y="47725"/>
                  <a:pt x="804713" y="47725"/>
                </a:cubicBezTo>
                <a:lnTo>
                  <a:pt x="813392" y="47725"/>
                </a:lnTo>
                <a:lnTo>
                  <a:pt x="813392" y="107238"/>
                </a:lnTo>
                <a:lnTo>
                  <a:pt x="804908" y="107238"/>
                </a:lnTo>
                <a:cubicBezTo>
                  <a:pt x="801822" y="107238"/>
                  <a:pt x="797003" y="107238"/>
                  <a:pt x="797003" y="113213"/>
                </a:cubicBezTo>
                <a:cubicBezTo>
                  <a:pt x="797003" y="118997"/>
                  <a:pt x="802016" y="118997"/>
                  <a:pt x="804713" y="118997"/>
                </a:cubicBezTo>
                <a:lnTo>
                  <a:pt x="835370" y="118997"/>
                </a:lnTo>
                <a:cubicBezTo>
                  <a:pt x="838067" y="118997"/>
                  <a:pt x="843080" y="118997"/>
                  <a:pt x="843080" y="113213"/>
                </a:cubicBezTo>
                <a:cubicBezTo>
                  <a:pt x="843080" y="107238"/>
                  <a:pt x="838261" y="107238"/>
                  <a:pt x="835175" y="107238"/>
                </a:cubicBezTo>
                <a:lnTo>
                  <a:pt x="826691" y="107238"/>
                </a:lnTo>
                <a:lnTo>
                  <a:pt x="826691" y="73149"/>
                </a:lnTo>
                <a:cubicBezTo>
                  <a:pt x="826691" y="53912"/>
                  <a:pt x="840959" y="46595"/>
                  <a:pt x="850793" y="46595"/>
                </a:cubicBezTo>
                <a:cubicBezTo>
                  <a:pt x="861010" y="46595"/>
                  <a:pt x="863708" y="51988"/>
                  <a:pt x="863708" y="63538"/>
                </a:cubicBezTo>
                <a:lnTo>
                  <a:pt x="863708" y="107238"/>
                </a:lnTo>
                <a:lnTo>
                  <a:pt x="856191" y="107238"/>
                </a:lnTo>
                <a:cubicBezTo>
                  <a:pt x="853106" y="107238"/>
                  <a:pt x="848287" y="107238"/>
                  <a:pt x="848287" y="113213"/>
                </a:cubicBezTo>
                <a:cubicBezTo>
                  <a:pt x="848287" y="118997"/>
                  <a:pt x="853491" y="118997"/>
                  <a:pt x="856191" y="118997"/>
                </a:cubicBezTo>
                <a:lnTo>
                  <a:pt x="885689" y="118997"/>
                </a:lnTo>
                <a:cubicBezTo>
                  <a:pt x="888386" y="118997"/>
                  <a:pt x="893399" y="118997"/>
                  <a:pt x="893399" y="113213"/>
                </a:cubicBezTo>
                <a:close/>
                <a:moveTo>
                  <a:pt x="994615" y="113022"/>
                </a:moveTo>
                <a:cubicBezTo>
                  <a:pt x="994615" y="107238"/>
                  <a:pt x="989602" y="107238"/>
                  <a:pt x="986904" y="107238"/>
                </a:cubicBezTo>
                <a:lnTo>
                  <a:pt x="978226" y="107238"/>
                </a:lnTo>
                <a:lnTo>
                  <a:pt x="978226" y="9035"/>
                </a:lnTo>
                <a:cubicBezTo>
                  <a:pt x="978226" y="3060"/>
                  <a:pt x="977070" y="1130"/>
                  <a:pt x="970516" y="1130"/>
                </a:cubicBezTo>
                <a:lnTo>
                  <a:pt x="956442" y="1130"/>
                </a:lnTo>
                <a:cubicBezTo>
                  <a:pt x="953356" y="1130"/>
                  <a:pt x="948538" y="1130"/>
                  <a:pt x="948538" y="7108"/>
                </a:cubicBezTo>
                <a:cubicBezTo>
                  <a:pt x="948538" y="12892"/>
                  <a:pt x="953551" y="12892"/>
                  <a:pt x="956248" y="12892"/>
                </a:cubicBezTo>
                <a:lnTo>
                  <a:pt x="964924" y="12892"/>
                </a:lnTo>
                <a:lnTo>
                  <a:pt x="964924" y="43512"/>
                </a:lnTo>
                <a:cubicBezTo>
                  <a:pt x="958563" y="37919"/>
                  <a:pt x="950659" y="34833"/>
                  <a:pt x="942369" y="34833"/>
                </a:cubicBezTo>
                <a:cubicBezTo>
                  <a:pt x="921353" y="34833"/>
                  <a:pt x="902846" y="53141"/>
                  <a:pt x="902846" y="77592"/>
                </a:cubicBezTo>
                <a:cubicBezTo>
                  <a:pt x="902846" y="101425"/>
                  <a:pt x="920197" y="120127"/>
                  <a:pt x="940633" y="120127"/>
                </a:cubicBezTo>
                <a:cubicBezTo>
                  <a:pt x="951430" y="120127"/>
                  <a:pt x="959525" y="114923"/>
                  <a:pt x="964924" y="109330"/>
                </a:cubicBezTo>
                <a:cubicBezTo>
                  <a:pt x="964924" y="116299"/>
                  <a:pt x="964924" y="118997"/>
                  <a:pt x="972637" y="118997"/>
                </a:cubicBezTo>
                <a:lnTo>
                  <a:pt x="986710" y="118997"/>
                </a:lnTo>
                <a:cubicBezTo>
                  <a:pt x="989796" y="118997"/>
                  <a:pt x="994615" y="118997"/>
                  <a:pt x="994615" y="113022"/>
                </a:cubicBezTo>
                <a:moveTo>
                  <a:pt x="964924" y="81593"/>
                </a:moveTo>
                <a:cubicBezTo>
                  <a:pt x="964924" y="92396"/>
                  <a:pt x="956248" y="108368"/>
                  <a:pt x="941404" y="108368"/>
                </a:cubicBezTo>
                <a:cubicBezTo>
                  <a:pt x="927716" y="108368"/>
                  <a:pt x="916149" y="94705"/>
                  <a:pt x="916149" y="77577"/>
                </a:cubicBezTo>
                <a:cubicBezTo>
                  <a:pt x="916149" y="59104"/>
                  <a:pt x="929643" y="46595"/>
                  <a:pt x="943140" y="46595"/>
                </a:cubicBezTo>
                <a:cubicBezTo>
                  <a:pt x="955477" y="46595"/>
                  <a:pt x="964924" y="57372"/>
                  <a:pt x="964924" y="67957"/>
                </a:cubicBezTo>
                <a:lnTo>
                  <a:pt x="964924" y="81593"/>
                </a:lnTo>
                <a:close/>
                <a:moveTo>
                  <a:pt x="1087346" y="144448"/>
                </a:moveTo>
                <a:cubicBezTo>
                  <a:pt x="1087346" y="137699"/>
                  <a:pt x="1080601" y="137699"/>
                  <a:pt x="1078286" y="137699"/>
                </a:cubicBezTo>
                <a:lnTo>
                  <a:pt x="1016979" y="137699"/>
                </a:lnTo>
                <a:cubicBezTo>
                  <a:pt x="1014664" y="137699"/>
                  <a:pt x="1007919" y="137699"/>
                  <a:pt x="1007919" y="144448"/>
                </a:cubicBezTo>
                <a:cubicBezTo>
                  <a:pt x="1007919" y="151194"/>
                  <a:pt x="1014664" y="151194"/>
                  <a:pt x="1016979" y="151194"/>
                </a:cubicBezTo>
                <a:lnTo>
                  <a:pt x="1078286" y="151194"/>
                </a:lnTo>
                <a:cubicBezTo>
                  <a:pt x="1080601" y="151194"/>
                  <a:pt x="1087346" y="151194"/>
                  <a:pt x="1087346" y="144448"/>
                </a:cubicBezTo>
                <a:close/>
                <a:moveTo>
                  <a:pt x="1197046" y="113213"/>
                </a:moveTo>
                <a:cubicBezTo>
                  <a:pt x="1197046" y="107238"/>
                  <a:pt x="1192228" y="107238"/>
                  <a:pt x="1189142" y="107238"/>
                </a:cubicBezTo>
                <a:lnTo>
                  <a:pt x="1180658" y="107238"/>
                </a:lnTo>
                <a:lnTo>
                  <a:pt x="1180658" y="62576"/>
                </a:lnTo>
                <a:cubicBezTo>
                  <a:pt x="1180658" y="43126"/>
                  <a:pt x="1170826" y="34833"/>
                  <a:pt x="1155597" y="34833"/>
                </a:cubicBezTo>
                <a:cubicBezTo>
                  <a:pt x="1142679" y="34833"/>
                  <a:pt x="1134004" y="41391"/>
                  <a:pt x="1130339" y="45053"/>
                </a:cubicBezTo>
                <a:lnTo>
                  <a:pt x="1130339" y="9035"/>
                </a:lnTo>
                <a:cubicBezTo>
                  <a:pt x="1130339" y="3060"/>
                  <a:pt x="1129183" y="1130"/>
                  <a:pt x="1122628" y="1130"/>
                </a:cubicBezTo>
                <a:lnTo>
                  <a:pt x="1108555" y="1130"/>
                </a:lnTo>
                <a:cubicBezTo>
                  <a:pt x="1105469" y="1130"/>
                  <a:pt x="1100650" y="1130"/>
                  <a:pt x="1100650" y="7108"/>
                </a:cubicBezTo>
                <a:cubicBezTo>
                  <a:pt x="1100650" y="12892"/>
                  <a:pt x="1105663" y="12892"/>
                  <a:pt x="1108361" y="12892"/>
                </a:cubicBezTo>
                <a:lnTo>
                  <a:pt x="1117039" y="12892"/>
                </a:lnTo>
                <a:lnTo>
                  <a:pt x="1117039" y="107238"/>
                </a:lnTo>
                <a:lnTo>
                  <a:pt x="1108555" y="107238"/>
                </a:lnTo>
                <a:cubicBezTo>
                  <a:pt x="1105469" y="107238"/>
                  <a:pt x="1100650" y="107238"/>
                  <a:pt x="1100650" y="113213"/>
                </a:cubicBezTo>
                <a:cubicBezTo>
                  <a:pt x="1100650" y="118997"/>
                  <a:pt x="1105663" y="118997"/>
                  <a:pt x="1108361" y="118997"/>
                </a:cubicBezTo>
                <a:lnTo>
                  <a:pt x="1139017" y="118997"/>
                </a:lnTo>
                <a:cubicBezTo>
                  <a:pt x="1141714" y="118997"/>
                  <a:pt x="1146727" y="118997"/>
                  <a:pt x="1146727" y="113213"/>
                </a:cubicBezTo>
                <a:cubicBezTo>
                  <a:pt x="1146727" y="107238"/>
                  <a:pt x="1141909" y="107238"/>
                  <a:pt x="1138823" y="107238"/>
                </a:cubicBezTo>
                <a:lnTo>
                  <a:pt x="1130339" y="107238"/>
                </a:lnTo>
                <a:lnTo>
                  <a:pt x="1130339" y="73164"/>
                </a:lnTo>
                <a:cubicBezTo>
                  <a:pt x="1130339" y="53912"/>
                  <a:pt x="1144606" y="46595"/>
                  <a:pt x="1154441" y="46595"/>
                </a:cubicBezTo>
                <a:cubicBezTo>
                  <a:pt x="1164657" y="46595"/>
                  <a:pt x="1167355" y="51988"/>
                  <a:pt x="1167355" y="63538"/>
                </a:cubicBezTo>
                <a:lnTo>
                  <a:pt x="1167355" y="107238"/>
                </a:lnTo>
                <a:lnTo>
                  <a:pt x="1159839" y="107238"/>
                </a:lnTo>
                <a:cubicBezTo>
                  <a:pt x="1156753" y="107238"/>
                  <a:pt x="1151934" y="107238"/>
                  <a:pt x="1151934" y="113213"/>
                </a:cubicBezTo>
                <a:cubicBezTo>
                  <a:pt x="1151934" y="118997"/>
                  <a:pt x="1157138" y="118997"/>
                  <a:pt x="1159839" y="118997"/>
                </a:cubicBezTo>
                <a:lnTo>
                  <a:pt x="1189336" y="118997"/>
                </a:lnTo>
                <a:cubicBezTo>
                  <a:pt x="1192033" y="118997"/>
                  <a:pt x="1197046" y="118997"/>
                  <a:pt x="1197046" y="113213"/>
                </a:cubicBezTo>
                <a:close/>
                <a:moveTo>
                  <a:pt x="1289007" y="97939"/>
                </a:moveTo>
                <a:cubicBezTo>
                  <a:pt x="1289007" y="92528"/>
                  <a:pt x="1283418" y="92528"/>
                  <a:pt x="1282262" y="92528"/>
                </a:cubicBezTo>
                <a:cubicBezTo>
                  <a:pt x="1278790" y="92528"/>
                  <a:pt x="1277249" y="93108"/>
                  <a:pt x="1275899" y="96779"/>
                </a:cubicBezTo>
                <a:cubicBezTo>
                  <a:pt x="1271657" y="106614"/>
                  <a:pt x="1261246" y="108350"/>
                  <a:pt x="1255848" y="108350"/>
                </a:cubicBezTo>
                <a:cubicBezTo>
                  <a:pt x="1241389" y="108350"/>
                  <a:pt x="1226930" y="98709"/>
                  <a:pt x="1223844" y="82093"/>
                </a:cubicBezTo>
                <a:lnTo>
                  <a:pt x="1281297" y="82093"/>
                </a:lnTo>
                <a:cubicBezTo>
                  <a:pt x="1285345" y="82093"/>
                  <a:pt x="1289007" y="82093"/>
                  <a:pt x="1289007" y="74962"/>
                </a:cubicBezTo>
                <a:cubicBezTo>
                  <a:pt x="1289007" y="52976"/>
                  <a:pt x="1276669" y="34080"/>
                  <a:pt x="1251606" y="34080"/>
                </a:cubicBezTo>
                <a:cubicBezTo>
                  <a:pt x="1228663" y="34080"/>
                  <a:pt x="1210156" y="53365"/>
                  <a:pt x="1210156" y="77083"/>
                </a:cubicBezTo>
                <a:cubicBezTo>
                  <a:pt x="1210156" y="100639"/>
                  <a:pt x="1229628" y="120127"/>
                  <a:pt x="1254497" y="120127"/>
                </a:cubicBezTo>
                <a:cubicBezTo>
                  <a:pt x="1279947" y="120127"/>
                  <a:pt x="1289007" y="102766"/>
                  <a:pt x="1289007" y="97936"/>
                </a:cubicBezTo>
                <a:lnTo>
                  <a:pt x="1289007" y="97939"/>
                </a:lnTo>
                <a:moveTo>
                  <a:pt x="1275319" y="70525"/>
                </a:moveTo>
                <a:lnTo>
                  <a:pt x="1224038" y="70525"/>
                </a:lnTo>
                <a:cubicBezTo>
                  <a:pt x="1226736" y="56448"/>
                  <a:pt x="1238112" y="45842"/>
                  <a:pt x="1251606" y="45842"/>
                </a:cubicBezTo>
                <a:cubicBezTo>
                  <a:pt x="1261631" y="45842"/>
                  <a:pt x="1273584" y="50664"/>
                  <a:pt x="1275319" y="70525"/>
                </a:cubicBezTo>
                <a:close/>
                <a:moveTo>
                  <a:pt x="1394659" y="46789"/>
                </a:moveTo>
                <a:cubicBezTo>
                  <a:pt x="1394659" y="42932"/>
                  <a:pt x="1392344" y="34833"/>
                  <a:pt x="1376344" y="34833"/>
                </a:cubicBezTo>
                <a:cubicBezTo>
                  <a:pt x="1366509" y="34833"/>
                  <a:pt x="1354171" y="38305"/>
                  <a:pt x="1343569" y="50452"/>
                </a:cubicBezTo>
                <a:lnTo>
                  <a:pt x="1343569" y="43897"/>
                </a:lnTo>
                <a:cubicBezTo>
                  <a:pt x="1343569" y="37893"/>
                  <a:pt x="1342410" y="35963"/>
                  <a:pt x="1335856" y="35963"/>
                </a:cubicBezTo>
                <a:lnTo>
                  <a:pt x="1314649" y="35963"/>
                </a:lnTo>
                <a:cubicBezTo>
                  <a:pt x="1311757" y="35963"/>
                  <a:pt x="1306938" y="35963"/>
                  <a:pt x="1306938" y="41750"/>
                </a:cubicBezTo>
                <a:cubicBezTo>
                  <a:pt x="1306938" y="47725"/>
                  <a:pt x="1311566" y="47725"/>
                  <a:pt x="1314649" y="47725"/>
                </a:cubicBezTo>
                <a:lnTo>
                  <a:pt x="1330267" y="47725"/>
                </a:lnTo>
                <a:lnTo>
                  <a:pt x="1330267" y="107238"/>
                </a:lnTo>
                <a:lnTo>
                  <a:pt x="1314649" y="107238"/>
                </a:lnTo>
                <a:cubicBezTo>
                  <a:pt x="1311757" y="107238"/>
                  <a:pt x="1306938" y="107238"/>
                  <a:pt x="1306938" y="113022"/>
                </a:cubicBezTo>
                <a:cubicBezTo>
                  <a:pt x="1306938" y="118997"/>
                  <a:pt x="1311566" y="118997"/>
                  <a:pt x="1314649" y="118997"/>
                </a:cubicBezTo>
                <a:lnTo>
                  <a:pt x="1364968" y="118997"/>
                </a:lnTo>
                <a:cubicBezTo>
                  <a:pt x="1367860" y="118997"/>
                  <a:pt x="1372872" y="118997"/>
                  <a:pt x="1372872" y="113213"/>
                </a:cubicBezTo>
                <a:cubicBezTo>
                  <a:pt x="1372872" y="107238"/>
                  <a:pt x="1367860" y="107238"/>
                  <a:pt x="1364968" y="107238"/>
                </a:cubicBezTo>
                <a:lnTo>
                  <a:pt x="1343569" y="107238"/>
                </a:lnTo>
                <a:lnTo>
                  <a:pt x="1343569" y="83164"/>
                </a:lnTo>
                <a:cubicBezTo>
                  <a:pt x="1343569" y="65106"/>
                  <a:pt x="1354942" y="46595"/>
                  <a:pt x="1378270" y="46595"/>
                </a:cubicBezTo>
                <a:cubicBezTo>
                  <a:pt x="1378465" y="51223"/>
                  <a:pt x="1381742" y="55080"/>
                  <a:pt x="1386560" y="55080"/>
                </a:cubicBezTo>
                <a:cubicBezTo>
                  <a:pt x="1390802" y="55080"/>
                  <a:pt x="1394659" y="51994"/>
                  <a:pt x="1394659" y="46789"/>
                </a:cubicBezTo>
                <a:close/>
                <a:moveTo>
                  <a:pt x="1491439" y="97939"/>
                </a:moveTo>
                <a:cubicBezTo>
                  <a:pt x="1491439" y="92528"/>
                  <a:pt x="1485849" y="92528"/>
                  <a:pt x="1484693" y="92528"/>
                </a:cubicBezTo>
                <a:cubicBezTo>
                  <a:pt x="1481222" y="92528"/>
                  <a:pt x="1479680" y="93108"/>
                  <a:pt x="1478330" y="96779"/>
                </a:cubicBezTo>
                <a:cubicBezTo>
                  <a:pt x="1474088" y="106614"/>
                  <a:pt x="1463677" y="108350"/>
                  <a:pt x="1458279" y="108350"/>
                </a:cubicBezTo>
                <a:cubicBezTo>
                  <a:pt x="1443820" y="108350"/>
                  <a:pt x="1429361" y="98709"/>
                  <a:pt x="1426275" y="82093"/>
                </a:cubicBezTo>
                <a:lnTo>
                  <a:pt x="1483728" y="82093"/>
                </a:lnTo>
                <a:cubicBezTo>
                  <a:pt x="1487776" y="82093"/>
                  <a:pt x="1491439" y="82093"/>
                  <a:pt x="1491439" y="74962"/>
                </a:cubicBezTo>
                <a:cubicBezTo>
                  <a:pt x="1491439" y="52976"/>
                  <a:pt x="1479101" y="34080"/>
                  <a:pt x="1454037" y="34080"/>
                </a:cubicBezTo>
                <a:cubicBezTo>
                  <a:pt x="1431094" y="34080"/>
                  <a:pt x="1412587" y="53365"/>
                  <a:pt x="1412587" y="77083"/>
                </a:cubicBezTo>
                <a:cubicBezTo>
                  <a:pt x="1412587" y="100639"/>
                  <a:pt x="1432059" y="120127"/>
                  <a:pt x="1456929" y="120127"/>
                </a:cubicBezTo>
                <a:cubicBezTo>
                  <a:pt x="1482378" y="120127"/>
                  <a:pt x="1491439" y="102766"/>
                  <a:pt x="1491439" y="97936"/>
                </a:cubicBezTo>
                <a:lnTo>
                  <a:pt x="1491439" y="97939"/>
                </a:lnTo>
                <a:moveTo>
                  <a:pt x="1477751" y="70525"/>
                </a:moveTo>
                <a:lnTo>
                  <a:pt x="1426470" y="70525"/>
                </a:lnTo>
                <a:cubicBezTo>
                  <a:pt x="1429167" y="56448"/>
                  <a:pt x="1440543" y="45842"/>
                  <a:pt x="1454037" y="45842"/>
                </a:cubicBezTo>
                <a:cubicBezTo>
                  <a:pt x="1464063" y="45842"/>
                  <a:pt x="1476015" y="50664"/>
                  <a:pt x="1477751" y="70525"/>
                </a:cubicBezTo>
                <a:close/>
                <a:moveTo>
                  <a:pt x="1694641" y="59999"/>
                </a:moveTo>
                <a:cubicBezTo>
                  <a:pt x="1694641" y="57492"/>
                  <a:pt x="1693100" y="55374"/>
                  <a:pt x="1691173" y="54024"/>
                </a:cubicBezTo>
                <a:lnTo>
                  <a:pt x="1626971" y="13727"/>
                </a:lnTo>
                <a:cubicBezTo>
                  <a:pt x="1624274" y="11992"/>
                  <a:pt x="1623694" y="11797"/>
                  <a:pt x="1621959" y="11797"/>
                </a:cubicBezTo>
                <a:cubicBezTo>
                  <a:pt x="1618876" y="11797"/>
                  <a:pt x="1615213" y="14113"/>
                  <a:pt x="1615213" y="18546"/>
                </a:cubicBezTo>
                <a:cubicBezTo>
                  <a:pt x="1615213" y="22209"/>
                  <a:pt x="1617717" y="23754"/>
                  <a:pt x="1619838" y="25101"/>
                </a:cubicBezTo>
                <a:lnTo>
                  <a:pt x="1675169" y="59999"/>
                </a:lnTo>
                <a:lnTo>
                  <a:pt x="1619838" y="94897"/>
                </a:lnTo>
                <a:cubicBezTo>
                  <a:pt x="1617717" y="96247"/>
                  <a:pt x="1615213" y="97791"/>
                  <a:pt x="1615213" y="101454"/>
                </a:cubicBezTo>
                <a:cubicBezTo>
                  <a:pt x="1615213" y="105888"/>
                  <a:pt x="1618876" y="108200"/>
                  <a:pt x="1621959" y="108200"/>
                </a:cubicBezTo>
                <a:cubicBezTo>
                  <a:pt x="1623694" y="108200"/>
                  <a:pt x="1624274" y="108009"/>
                  <a:pt x="1626971" y="106273"/>
                </a:cubicBezTo>
                <a:lnTo>
                  <a:pt x="1690402" y="66362"/>
                </a:lnTo>
                <a:cubicBezTo>
                  <a:pt x="1692135" y="65206"/>
                  <a:pt x="1694641" y="63664"/>
                  <a:pt x="1694641" y="59999"/>
                </a:cubicBezTo>
                <a:close/>
                <a:moveTo>
                  <a:pt x="1900929" y="77386"/>
                </a:moveTo>
                <a:cubicBezTo>
                  <a:pt x="1900929" y="53715"/>
                  <a:pt x="1883770" y="34833"/>
                  <a:pt x="1863336" y="34833"/>
                </a:cubicBezTo>
                <a:cubicBezTo>
                  <a:pt x="1854082" y="34833"/>
                  <a:pt x="1845406" y="38305"/>
                  <a:pt x="1838849" y="44283"/>
                </a:cubicBezTo>
                <a:lnTo>
                  <a:pt x="1838849" y="9035"/>
                </a:lnTo>
                <a:cubicBezTo>
                  <a:pt x="1838849" y="3060"/>
                  <a:pt x="1837693" y="1130"/>
                  <a:pt x="1831139" y="1130"/>
                </a:cubicBezTo>
                <a:lnTo>
                  <a:pt x="1817065" y="1130"/>
                </a:lnTo>
                <a:cubicBezTo>
                  <a:pt x="1813979" y="1130"/>
                  <a:pt x="1809161" y="1130"/>
                  <a:pt x="1809161" y="7108"/>
                </a:cubicBezTo>
                <a:cubicBezTo>
                  <a:pt x="1809161" y="12892"/>
                  <a:pt x="1814173" y="12892"/>
                  <a:pt x="1816871" y="12892"/>
                </a:cubicBezTo>
                <a:lnTo>
                  <a:pt x="1825549" y="12892"/>
                </a:lnTo>
                <a:lnTo>
                  <a:pt x="1825549" y="111066"/>
                </a:lnTo>
                <a:cubicBezTo>
                  <a:pt x="1825549" y="114923"/>
                  <a:pt x="1825549" y="118971"/>
                  <a:pt x="1832295" y="118971"/>
                </a:cubicBezTo>
                <a:cubicBezTo>
                  <a:pt x="1838849" y="118971"/>
                  <a:pt x="1838849" y="115117"/>
                  <a:pt x="1838849" y="110295"/>
                </a:cubicBezTo>
                <a:cubicBezTo>
                  <a:pt x="1846754" y="118394"/>
                  <a:pt x="1855046" y="120127"/>
                  <a:pt x="1861215" y="120127"/>
                </a:cubicBezTo>
                <a:cubicBezTo>
                  <a:pt x="1882228" y="120127"/>
                  <a:pt x="1900929" y="101825"/>
                  <a:pt x="1900929" y="77386"/>
                </a:cubicBezTo>
                <a:moveTo>
                  <a:pt x="1887627" y="77386"/>
                </a:moveTo>
                <a:cubicBezTo>
                  <a:pt x="1887627" y="95859"/>
                  <a:pt x="1874133" y="108368"/>
                  <a:pt x="1860636" y="108368"/>
                </a:cubicBezTo>
                <a:cubicBezTo>
                  <a:pt x="1845597" y="108368"/>
                  <a:pt x="1838849" y="91434"/>
                  <a:pt x="1838849" y="82196"/>
                </a:cubicBezTo>
                <a:lnTo>
                  <a:pt x="1838849" y="68148"/>
                </a:lnTo>
                <a:cubicBezTo>
                  <a:pt x="1838849" y="56795"/>
                  <a:pt x="1850034" y="46595"/>
                  <a:pt x="1862177" y="46595"/>
                </a:cubicBezTo>
                <a:cubicBezTo>
                  <a:pt x="1876445" y="46595"/>
                  <a:pt x="1887627" y="60643"/>
                  <a:pt x="1887627" y="77386"/>
                </a:cubicBezTo>
                <a:close/>
                <a:moveTo>
                  <a:pt x="1997518" y="97939"/>
                </a:moveTo>
                <a:cubicBezTo>
                  <a:pt x="1997518" y="92528"/>
                  <a:pt x="1991928" y="92528"/>
                  <a:pt x="1990772" y="92528"/>
                </a:cubicBezTo>
                <a:cubicBezTo>
                  <a:pt x="1987301" y="92528"/>
                  <a:pt x="1985759" y="93108"/>
                  <a:pt x="1984409" y="96779"/>
                </a:cubicBezTo>
                <a:cubicBezTo>
                  <a:pt x="1980167" y="106614"/>
                  <a:pt x="1969756" y="108350"/>
                  <a:pt x="1964358" y="108350"/>
                </a:cubicBezTo>
                <a:cubicBezTo>
                  <a:pt x="1949899" y="108350"/>
                  <a:pt x="1935440" y="98709"/>
                  <a:pt x="1932354" y="82093"/>
                </a:cubicBezTo>
                <a:lnTo>
                  <a:pt x="1989807" y="82093"/>
                </a:lnTo>
                <a:cubicBezTo>
                  <a:pt x="1993855" y="82093"/>
                  <a:pt x="1997518" y="82093"/>
                  <a:pt x="1997518" y="74962"/>
                </a:cubicBezTo>
                <a:cubicBezTo>
                  <a:pt x="1997518" y="52976"/>
                  <a:pt x="1985180" y="34080"/>
                  <a:pt x="1960116" y="34080"/>
                </a:cubicBezTo>
                <a:cubicBezTo>
                  <a:pt x="1937173" y="34080"/>
                  <a:pt x="1918666" y="53365"/>
                  <a:pt x="1918666" y="77083"/>
                </a:cubicBezTo>
                <a:cubicBezTo>
                  <a:pt x="1918666" y="100639"/>
                  <a:pt x="1938138" y="120127"/>
                  <a:pt x="1963008" y="120127"/>
                </a:cubicBezTo>
                <a:cubicBezTo>
                  <a:pt x="1988457" y="120127"/>
                  <a:pt x="1997518" y="102766"/>
                  <a:pt x="1997518" y="97936"/>
                </a:cubicBezTo>
                <a:lnTo>
                  <a:pt x="1997518" y="97939"/>
                </a:lnTo>
                <a:moveTo>
                  <a:pt x="1983830" y="70525"/>
                </a:moveTo>
                <a:lnTo>
                  <a:pt x="1932549" y="70525"/>
                </a:lnTo>
                <a:cubicBezTo>
                  <a:pt x="1935246" y="56448"/>
                  <a:pt x="1946622" y="45842"/>
                  <a:pt x="1960116" y="45842"/>
                </a:cubicBezTo>
                <a:cubicBezTo>
                  <a:pt x="1970142" y="45842"/>
                  <a:pt x="1982094" y="50664"/>
                  <a:pt x="1983830" y="70525"/>
                </a:cubicBezTo>
                <a:close/>
                <a:moveTo>
                  <a:pt x="2097771" y="94858"/>
                </a:moveTo>
                <a:cubicBezTo>
                  <a:pt x="2097771" y="74788"/>
                  <a:pt x="2072899" y="70737"/>
                  <a:pt x="2066730" y="69772"/>
                </a:cubicBezTo>
                <a:lnTo>
                  <a:pt x="2053621" y="67457"/>
                </a:lnTo>
                <a:cubicBezTo>
                  <a:pt x="2048029" y="66683"/>
                  <a:pt x="2034921" y="64368"/>
                  <a:pt x="2034921" y="56842"/>
                </a:cubicBezTo>
                <a:cubicBezTo>
                  <a:pt x="2034921" y="51826"/>
                  <a:pt x="2041089" y="45842"/>
                  <a:pt x="2059405" y="45842"/>
                </a:cubicBezTo>
                <a:cubicBezTo>
                  <a:pt x="2075405" y="45842"/>
                  <a:pt x="2078106" y="51632"/>
                  <a:pt x="2078685" y="56648"/>
                </a:cubicBezTo>
                <a:cubicBezTo>
                  <a:pt x="2078876" y="59931"/>
                  <a:pt x="2079262" y="63211"/>
                  <a:pt x="2085240" y="63211"/>
                </a:cubicBezTo>
                <a:cubicBezTo>
                  <a:pt x="2091988" y="63211"/>
                  <a:pt x="2091988" y="59157"/>
                  <a:pt x="2091988" y="55297"/>
                </a:cubicBezTo>
                <a:lnTo>
                  <a:pt x="2091988" y="41985"/>
                </a:lnTo>
                <a:cubicBezTo>
                  <a:pt x="2091988" y="38902"/>
                  <a:pt x="2091988" y="34080"/>
                  <a:pt x="2086201" y="34080"/>
                </a:cubicBezTo>
                <a:cubicBezTo>
                  <a:pt x="2081577" y="34080"/>
                  <a:pt x="2080803" y="36781"/>
                  <a:pt x="2080418" y="38131"/>
                </a:cubicBezTo>
                <a:cubicBezTo>
                  <a:pt x="2071937" y="34080"/>
                  <a:pt x="2063453" y="34080"/>
                  <a:pt x="2059790" y="34080"/>
                </a:cubicBezTo>
                <a:cubicBezTo>
                  <a:pt x="2027593" y="34080"/>
                  <a:pt x="2023159" y="49896"/>
                  <a:pt x="2023159" y="56842"/>
                </a:cubicBezTo>
                <a:cubicBezTo>
                  <a:pt x="2023159" y="74597"/>
                  <a:pt x="2043402" y="77877"/>
                  <a:pt x="2061141" y="80578"/>
                </a:cubicBezTo>
                <a:cubicBezTo>
                  <a:pt x="2070587" y="82122"/>
                  <a:pt x="2086010" y="84632"/>
                  <a:pt x="2086010" y="94858"/>
                </a:cubicBezTo>
                <a:cubicBezTo>
                  <a:pt x="2086010" y="101998"/>
                  <a:pt x="2078876" y="108368"/>
                  <a:pt x="2061332" y="108368"/>
                </a:cubicBezTo>
                <a:cubicBezTo>
                  <a:pt x="2052271" y="108368"/>
                  <a:pt x="2041475" y="106244"/>
                  <a:pt x="2036656" y="91193"/>
                </a:cubicBezTo>
                <a:cubicBezTo>
                  <a:pt x="2035691" y="87718"/>
                  <a:pt x="2034921" y="85597"/>
                  <a:pt x="2029908" y="85597"/>
                </a:cubicBezTo>
                <a:cubicBezTo>
                  <a:pt x="2023159" y="85597"/>
                  <a:pt x="2023159" y="89648"/>
                  <a:pt x="2023159" y="93508"/>
                </a:cubicBezTo>
                <a:lnTo>
                  <a:pt x="2023159" y="112225"/>
                </a:lnTo>
                <a:cubicBezTo>
                  <a:pt x="2023159" y="115308"/>
                  <a:pt x="2023159" y="120127"/>
                  <a:pt x="2028943" y="120127"/>
                </a:cubicBezTo>
                <a:cubicBezTo>
                  <a:pt x="2030678" y="120127"/>
                  <a:pt x="2033764" y="119936"/>
                  <a:pt x="2036077" y="112801"/>
                </a:cubicBezTo>
                <a:cubicBezTo>
                  <a:pt x="2045523" y="119742"/>
                  <a:pt x="2055742" y="120127"/>
                  <a:pt x="2061141" y="120127"/>
                </a:cubicBezTo>
                <a:cubicBezTo>
                  <a:pt x="2091600" y="120127"/>
                  <a:pt x="2097771" y="104123"/>
                  <a:pt x="2097771" y="94858"/>
                </a:cubicBezTo>
                <a:close/>
                <a:moveTo>
                  <a:pt x="2197057" y="94699"/>
                </a:moveTo>
                <a:cubicBezTo>
                  <a:pt x="2197057" y="91234"/>
                  <a:pt x="2197057" y="87191"/>
                  <a:pt x="2190309" y="87191"/>
                </a:cubicBezTo>
                <a:cubicBezTo>
                  <a:pt x="2183949" y="87191"/>
                  <a:pt x="2183754" y="91234"/>
                  <a:pt x="2183754" y="94505"/>
                </a:cubicBezTo>
                <a:cubicBezTo>
                  <a:pt x="2183563" y="106441"/>
                  <a:pt x="2172573" y="108368"/>
                  <a:pt x="2168140" y="108368"/>
                </a:cubicBezTo>
                <a:cubicBezTo>
                  <a:pt x="2153295" y="108368"/>
                  <a:pt x="2153295" y="98356"/>
                  <a:pt x="2153295" y="93543"/>
                </a:cubicBezTo>
                <a:lnTo>
                  <a:pt x="2153295" y="47725"/>
                </a:lnTo>
                <a:lnTo>
                  <a:pt x="2184911" y="47725"/>
                </a:lnTo>
                <a:cubicBezTo>
                  <a:pt x="2187802" y="47725"/>
                  <a:pt x="2192624" y="47725"/>
                  <a:pt x="2192624" y="41941"/>
                </a:cubicBezTo>
                <a:cubicBezTo>
                  <a:pt x="2192624" y="35963"/>
                  <a:pt x="2187997" y="35963"/>
                  <a:pt x="2184911" y="35963"/>
                </a:cubicBezTo>
                <a:lnTo>
                  <a:pt x="2153295" y="35963"/>
                </a:lnTo>
                <a:lnTo>
                  <a:pt x="2153295" y="20156"/>
                </a:lnTo>
                <a:cubicBezTo>
                  <a:pt x="2153295" y="16490"/>
                  <a:pt x="2153295" y="12250"/>
                  <a:pt x="2146738" y="12250"/>
                </a:cubicBezTo>
                <a:cubicBezTo>
                  <a:pt x="2139993" y="12250"/>
                  <a:pt x="2139993" y="16299"/>
                  <a:pt x="2139993" y="20156"/>
                </a:cubicBezTo>
                <a:lnTo>
                  <a:pt x="2139993" y="35963"/>
                </a:lnTo>
                <a:lnTo>
                  <a:pt x="2123219" y="35963"/>
                </a:lnTo>
                <a:cubicBezTo>
                  <a:pt x="2120133" y="35963"/>
                  <a:pt x="2115314" y="35963"/>
                  <a:pt x="2115314" y="41941"/>
                </a:cubicBezTo>
                <a:cubicBezTo>
                  <a:pt x="2115314" y="47725"/>
                  <a:pt x="2120133" y="47725"/>
                  <a:pt x="2123025" y="47725"/>
                </a:cubicBezTo>
                <a:lnTo>
                  <a:pt x="2139993" y="47725"/>
                </a:lnTo>
                <a:lnTo>
                  <a:pt x="2139993" y="94699"/>
                </a:lnTo>
                <a:cubicBezTo>
                  <a:pt x="2139993" y="113187"/>
                  <a:pt x="2153101" y="120127"/>
                  <a:pt x="2167175" y="120127"/>
                </a:cubicBezTo>
                <a:cubicBezTo>
                  <a:pt x="2181442" y="120127"/>
                  <a:pt x="2197057" y="111836"/>
                  <a:pt x="2197057" y="94699"/>
                </a:cubicBezTo>
                <a:close/>
                <a:moveTo>
                  <a:pt x="2301936" y="144448"/>
                </a:moveTo>
                <a:cubicBezTo>
                  <a:pt x="2301936" y="137699"/>
                  <a:pt x="2295190" y="137699"/>
                  <a:pt x="2292875" y="137699"/>
                </a:cubicBezTo>
                <a:lnTo>
                  <a:pt x="2231569" y="137699"/>
                </a:lnTo>
                <a:cubicBezTo>
                  <a:pt x="2229253" y="137699"/>
                  <a:pt x="2222508" y="137699"/>
                  <a:pt x="2222508" y="144448"/>
                </a:cubicBezTo>
                <a:cubicBezTo>
                  <a:pt x="2222508" y="151194"/>
                  <a:pt x="2229253" y="151194"/>
                  <a:pt x="2231569" y="151194"/>
                </a:cubicBezTo>
                <a:lnTo>
                  <a:pt x="2292875" y="151194"/>
                </a:lnTo>
                <a:cubicBezTo>
                  <a:pt x="2295190" y="151194"/>
                  <a:pt x="2301936" y="151194"/>
                  <a:pt x="2301936" y="144448"/>
                </a:cubicBezTo>
                <a:close/>
                <a:moveTo>
                  <a:pt x="2401419" y="94858"/>
                </a:moveTo>
                <a:cubicBezTo>
                  <a:pt x="2401419" y="74788"/>
                  <a:pt x="2376546" y="70737"/>
                  <a:pt x="2370377" y="69772"/>
                </a:cubicBezTo>
                <a:lnTo>
                  <a:pt x="2357268" y="67457"/>
                </a:lnTo>
                <a:cubicBezTo>
                  <a:pt x="2351676" y="66683"/>
                  <a:pt x="2338568" y="64368"/>
                  <a:pt x="2338568" y="56842"/>
                </a:cubicBezTo>
                <a:cubicBezTo>
                  <a:pt x="2338568" y="51826"/>
                  <a:pt x="2344737" y="45842"/>
                  <a:pt x="2363052" y="45842"/>
                </a:cubicBezTo>
                <a:cubicBezTo>
                  <a:pt x="2379052" y="45842"/>
                  <a:pt x="2381753" y="51632"/>
                  <a:pt x="2382332" y="56648"/>
                </a:cubicBezTo>
                <a:cubicBezTo>
                  <a:pt x="2382524" y="59931"/>
                  <a:pt x="2382909" y="63211"/>
                  <a:pt x="2388887" y="63211"/>
                </a:cubicBezTo>
                <a:cubicBezTo>
                  <a:pt x="2395635" y="63211"/>
                  <a:pt x="2395635" y="59157"/>
                  <a:pt x="2395635" y="55297"/>
                </a:cubicBezTo>
                <a:lnTo>
                  <a:pt x="2395635" y="41985"/>
                </a:lnTo>
                <a:cubicBezTo>
                  <a:pt x="2395635" y="38902"/>
                  <a:pt x="2395635" y="34080"/>
                  <a:pt x="2389849" y="34080"/>
                </a:cubicBezTo>
                <a:cubicBezTo>
                  <a:pt x="2385224" y="34080"/>
                  <a:pt x="2384450" y="36781"/>
                  <a:pt x="2384065" y="38131"/>
                </a:cubicBezTo>
                <a:cubicBezTo>
                  <a:pt x="2375584" y="34080"/>
                  <a:pt x="2367100" y="34080"/>
                  <a:pt x="2363437" y="34080"/>
                </a:cubicBezTo>
                <a:cubicBezTo>
                  <a:pt x="2331240" y="34080"/>
                  <a:pt x="2326806" y="49896"/>
                  <a:pt x="2326806" y="56842"/>
                </a:cubicBezTo>
                <a:cubicBezTo>
                  <a:pt x="2326806" y="74597"/>
                  <a:pt x="2347049" y="77877"/>
                  <a:pt x="2364788" y="80578"/>
                </a:cubicBezTo>
                <a:cubicBezTo>
                  <a:pt x="2374234" y="82122"/>
                  <a:pt x="2389657" y="84632"/>
                  <a:pt x="2389657" y="94858"/>
                </a:cubicBezTo>
                <a:cubicBezTo>
                  <a:pt x="2389657" y="101998"/>
                  <a:pt x="2382524" y="108368"/>
                  <a:pt x="2364979" y="108368"/>
                </a:cubicBezTo>
                <a:cubicBezTo>
                  <a:pt x="2355918" y="108368"/>
                  <a:pt x="2345122" y="106244"/>
                  <a:pt x="2340303" y="91193"/>
                </a:cubicBezTo>
                <a:cubicBezTo>
                  <a:pt x="2339338" y="87718"/>
                  <a:pt x="2338568" y="85597"/>
                  <a:pt x="2333555" y="85597"/>
                </a:cubicBezTo>
                <a:cubicBezTo>
                  <a:pt x="2326806" y="85597"/>
                  <a:pt x="2326806" y="89648"/>
                  <a:pt x="2326806" y="93508"/>
                </a:cubicBezTo>
                <a:lnTo>
                  <a:pt x="2326806" y="112225"/>
                </a:lnTo>
                <a:cubicBezTo>
                  <a:pt x="2326806" y="115308"/>
                  <a:pt x="2326806" y="120127"/>
                  <a:pt x="2332590" y="120127"/>
                </a:cubicBezTo>
                <a:cubicBezTo>
                  <a:pt x="2334326" y="120127"/>
                  <a:pt x="2337411" y="119936"/>
                  <a:pt x="2339724" y="112801"/>
                </a:cubicBezTo>
                <a:cubicBezTo>
                  <a:pt x="2349170" y="119742"/>
                  <a:pt x="2359389" y="120127"/>
                  <a:pt x="2364788" y="120127"/>
                </a:cubicBezTo>
                <a:cubicBezTo>
                  <a:pt x="2395247" y="120127"/>
                  <a:pt x="2401419" y="104123"/>
                  <a:pt x="2401419" y="94858"/>
                </a:cubicBezTo>
                <a:close/>
                <a:moveTo>
                  <a:pt x="2504176" y="77298"/>
                </a:moveTo>
                <a:cubicBezTo>
                  <a:pt x="2504176" y="53176"/>
                  <a:pt x="2486246" y="34080"/>
                  <a:pt x="2464653" y="34080"/>
                </a:cubicBezTo>
                <a:cubicBezTo>
                  <a:pt x="2443061" y="34080"/>
                  <a:pt x="2425131" y="53176"/>
                  <a:pt x="2425131" y="77298"/>
                </a:cubicBezTo>
                <a:cubicBezTo>
                  <a:pt x="2425131" y="101807"/>
                  <a:pt x="2443446" y="120127"/>
                  <a:pt x="2464653" y="120127"/>
                </a:cubicBezTo>
                <a:cubicBezTo>
                  <a:pt x="2485861" y="120127"/>
                  <a:pt x="2504176" y="101613"/>
                  <a:pt x="2504176" y="77298"/>
                </a:cubicBezTo>
                <a:moveTo>
                  <a:pt x="2490873" y="75947"/>
                </a:moveTo>
                <a:cubicBezTo>
                  <a:pt x="2490873" y="93893"/>
                  <a:pt x="2478921" y="108368"/>
                  <a:pt x="2464653" y="108368"/>
                </a:cubicBezTo>
                <a:cubicBezTo>
                  <a:pt x="2450386" y="108368"/>
                  <a:pt x="2438433" y="93893"/>
                  <a:pt x="2438433" y="75947"/>
                </a:cubicBezTo>
                <a:cubicBezTo>
                  <a:pt x="2438433" y="58387"/>
                  <a:pt x="2450965" y="45842"/>
                  <a:pt x="2464653" y="45842"/>
                </a:cubicBezTo>
                <a:cubicBezTo>
                  <a:pt x="2478536" y="45842"/>
                  <a:pt x="2490873" y="58387"/>
                  <a:pt x="2490873" y="75947"/>
                </a:cubicBezTo>
                <a:close/>
                <a:moveTo>
                  <a:pt x="2605583" y="144448"/>
                </a:moveTo>
                <a:cubicBezTo>
                  <a:pt x="2605583" y="137699"/>
                  <a:pt x="2598837" y="137699"/>
                  <a:pt x="2596522" y="137699"/>
                </a:cubicBezTo>
                <a:lnTo>
                  <a:pt x="2535216" y="137699"/>
                </a:lnTo>
                <a:cubicBezTo>
                  <a:pt x="2532901" y="137699"/>
                  <a:pt x="2526155" y="137699"/>
                  <a:pt x="2526155" y="144448"/>
                </a:cubicBezTo>
                <a:cubicBezTo>
                  <a:pt x="2526155" y="151194"/>
                  <a:pt x="2532901" y="151194"/>
                  <a:pt x="2535216" y="151194"/>
                </a:cubicBezTo>
                <a:lnTo>
                  <a:pt x="2596522" y="151194"/>
                </a:lnTo>
                <a:cubicBezTo>
                  <a:pt x="2598837" y="151194"/>
                  <a:pt x="2605583" y="151194"/>
                  <a:pt x="2605583" y="144448"/>
                </a:cubicBezTo>
                <a:close/>
                <a:moveTo>
                  <a:pt x="2700824" y="11571"/>
                </a:moveTo>
                <a:cubicBezTo>
                  <a:pt x="2700824" y="0"/>
                  <a:pt x="2685400" y="0"/>
                  <a:pt x="2682314" y="0"/>
                </a:cubicBezTo>
                <a:cubicBezTo>
                  <a:pt x="2666890" y="0"/>
                  <a:pt x="2652046" y="8870"/>
                  <a:pt x="2652046" y="25704"/>
                </a:cubicBezTo>
                <a:lnTo>
                  <a:pt x="2652046" y="35963"/>
                </a:lnTo>
                <a:lnTo>
                  <a:pt x="2632769" y="35963"/>
                </a:lnTo>
                <a:cubicBezTo>
                  <a:pt x="2629683" y="35963"/>
                  <a:pt x="2624864" y="35963"/>
                  <a:pt x="2624864" y="41941"/>
                </a:cubicBezTo>
                <a:cubicBezTo>
                  <a:pt x="2624864" y="47725"/>
                  <a:pt x="2629683" y="47725"/>
                  <a:pt x="2632575" y="47725"/>
                </a:cubicBezTo>
                <a:lnTo>
                  <a:pt x="2652046" y="47725"/>
                </a:lnTo>
                <a:lnTo>
                  <a:pt x="2652046" y="107238"/>
                </a:lnTo>
                <a:lnTo>
                  <a:pt x="2632575" y="107238"/>
                </a:lnTo>
                <a:cubicBezTo>
                  <a:pt x="2629683" y="107238"/>
                  <a:pt x="2624670" y="107238"/>
                  <a:pt x="2624670" y="113022"/>
                </a:cubicBezTo>
                <a:cubicBezTo>
                  <a:pt x="2624670" y="118997"/>
                  <a:pt x="2629683" y="118997"/>
                  <a:pt x="2632575" y="118997"/>
                </a:cubicBezTo>
                <a:lnTo>
                  <a:pt x="2684820" y="118997"/>
                </a:lnTo>
                <a:cubicBezTo>
                  <a:pt x="2687712" y="118997"/>
                  <a:pt x="2692725" y="118997"/>
                  <a:pt x="2692725" y="113213"/>
                </a:cubicBezTo>
                <a:cubicBezTo>
                  <a:pt x="2692725" y="107238"/>
                  <a:pt x="2687712" y="107238"/>
                  <a:pt x="2684820" y="107238"/>
                </a:cubicBezTo>
                <a:lnTo>
                  <a:pt x="2665349" y="107238"/>
                </a:lnTo>
                <a:lnTo>
                  <a:pt x="2665349" y="47725"/>
                </a:lnTo>
                <a:lnTo>
                  <a:pt x="2688871" y="47725"/>
                </a:lnTo>
                <a:cubicBezTo>
                  <a:pt x="2691763" y="47725"/>
                  <a:pt x="2696582" y="47725"/>
                  <a:pt x="2696582" y="41941"/>
                </a:cubicBezTo>
                <a:cubicBezTo>
                  <a:pt x="2696582" y="35963"/>
                  <a:pt x="2691954" y="35963"/>
                  <a:pt x="2688871" y="35963"/>
                </a:cubicBezTo>
                <a:lnTo>
                  <a:pt x="2665349" y="35963"/>
                </a:lnTo>
                <a:lnTo>
                  <a:pt x="2665349" y="26863"/>
                </a:lnTo>
                <a:cubicBezTo>
                  <a:pt x="2665349" y="11762"/>
                  <a:pt x="2678266" y="11762"/>
                  <a:pt x="2684050" y="11762"/>
                </a:cubicBezTo>
                <a:cubicBezTo>
                  <a:pt x="2684050" y="12536"/>
                  <a:pt x="2685785" y="20088"/>
                  <a:pt x="2692534" y="20088"/>
                </a:cubicBezTo>
                <a:cubicBezTo>
                  <a:pt x="2696387" y="20088"/>
                  <a:pt x="2700824" y="16990"/>
                  <a:pt x="2700824" y="11571"/>
                </a:cubicBezTo>
                <a:close/>
                <a:moveTo>
                  <a:pt x="2817849" y="113022"/>
                </a:moveTo>
                <a:cubicBezTo>
                  <a:pt x="2817849" y="107238"/>
                  <a:pt x="2813027" y="107238"/>
                  <a:pt x="2810135" y="107238"/>
                </a:cubicBezTo>
                <a:cubicBezTo>
                  <a:pt x="2802040" y="107238"/>
                  <a:pt x="2800110" y="106273"/>
                  <a:pt x="2798568" y="105694"/>
                </a:cubicBezTo>
                <a:lnTo>
                  <a:pt x="2798568" y="63991"/>
                </a:lnTo>
                <a:cubicBezTo>
                  <a:pt x="2798568" y="50284"/>
                  <a:pt x="2788157" y="34080"/>
                  <a:pt x="2760396" y="34080"/>
                </a:cubicBezTo>
                <a:cubicBezTo>
                  <a:pt x="2752106" y="34080"/>
                  <a:pt x="2732440" y="34080"/>
                  <a:pt x="2732440" y="48160"/>
                </a:cubicBezTo>
                <a:cubicBezTo>
                  <a:pt x="2732440" y="53953"/>
                  <a:pt x="2736491" y="57042"/>
                  <a:pt x="2741116" y="57042"/>
                </a:cubicBezTo>
                <a:cubicBezTo>
                  <a:pt x="2744007" y="57042"/>
                  <a:pt x="2749406" y="55303"/>
                  <a:pt x="2749600" y="48160"/>
                </a:cubicBezTo>
                <a:cubicBezTo>
                  <a:pt x="2749600" y="46616"/>
                  <a:pt x="2749791" y="46422"/>
                  <a:pt x="2753648" y="46036"/>
                </a:cubicBezTo>
                <a:cubicBezTo>
                  <a:pt x="2756348" y="45842"/>
                  <a:pt x="2758854" y="45842"/>
                  <a:pt x="2760590" y="45842"/>
                </a:cubicBezTo>
                <a:cubicBezTo>
                  <a:pt x="2775240" y="45842"/>
                  <a:pt x="2785266" y="51829"/>
                  <a:pt x="2785266" y="65536"/>
                </a:cubicBezTo>
                <a:cubicBezTo>
                  <a:pt x="2751141" y="66115"/>
                  <a:pt x="2727428" y="75768"/>
                  <a:pt x="2727428" y="94302"/>
                </a:cubicBezTo>
                <a:cubicBezTo>
                  <a:pt x="2727428" y="107597"/>
                  <a:pt x="2739574" y="120127"/>
                  <a:pt x="2759240" y="120127"/>
                </a:cubicBezTo>
                <a:cubicBezTo>
                  <a:pt x="2766374" y="120127"/>
                  <a:pt x="2778326" y="118780"/>
                  <a:pt x="2787387" y="112801"/>
                </a:cubicBezTo>
                <a:cubicBezTo>
                  <a:pt x="2791629" y="118806"/>
                  <a:pt x="2800884" y="118997"/>
                  <a:pt x="2808209" y="118997"/>
                </a:cubicBezTo>
                <a:cubicBezTo>
                  <a:pt x="2813607" y="118997"/>
                  <a:pt x="2817849" y="118997"/>
                  <a:pt x="2817849" y="113022"/>
                </a:cubicBezTo>
                <a:moveTo>
                  <a:pt x="2785266" y="93164"/>
                </a:moveTo>
                <a:cubicBezTo>
                  <a:pt x="2785266" y="97597"/>
                  <a:pt x="2785266" y="101645"/>
                  <a:pt x="2777747" y="105117"/>
                </a:cubicBezTo>
                <a:cubicBezTo>
                  <a:pt x="2770807" y="108368"/>
                  <a:pt x="2762132" y="108368"/>
                  <a:pt x="2760590" y="108368"/>
                </a:cubicBezTo>
                <a:cubicBezTo>
                  <a:pt x="2748635" y="108368"/>
                  <a:pt x="2740730" y="101813"/>
                  <a:pt x="2740730" y="94293"/>
                </a:cubicBezTo>
                <a:cubicBezTo>
                  <a:pt x="2740730" y="84844"/>
                  <a:pt x="2757310" y="77712"/>
                  <a:pt x="2785266" y="76939"/>
                </a:cubicBezTo>
                <a:lnTo>
                  <a:pt x="2785266" y="93164"/>
                </a:lnTo>
                <a:close/>
                <a:moveTo>
                  <a:pt x="2912896" y="46789"/>
                </a:moveTo>
                <a:cubicBezTo>
                  <a:pt x="2912896" y="42932"/>
                  <a:pt x="2910580" y="34833"/>
                  <a:pt x="2894580" y="34833"/>
                </a:cubicBezTo>
                <a:cubicBezTo>
                  <a:pt x="2884746" y="34833"/>
                  <a:pt x="2872408" y="38305"/>
                  <a:pt x="2861806" y="50452"/>
                </a:cubicBezTo>
                <a:lnTo>
                  <a:pt x="2861806" y="43897"/>
                </a:lnTo>
                <a:cubicBezTo>
                  <a:pt x="2861806" y="37893"/>
                  <a:pt x="2860647" y="35963"/>
                  <a:pt x="2854093" y="35963"/>
                </a:cubicBezTo>
                <a:lnTo>
                  <a:pt x="2832885" y="35963"/>
                </a:lnTo>
                <a:cubicBezTo>
                  <a:pt x="2829994" y="35963"/>
                  <a:pt x="2825175" y="35963"/>
                  <a:pt x="2825175" y="41750"/>
                </a:cubicBezTo>
                <a:cubicBezTo>
                  <a:pt x="2825175" y="47725"/>
                  <a:pt x="2829802" y="47725"/>
                  <a:pt x="2832885" y="47725"/>
                </a:cubicBezTo>
                <a:lnTo>
                  <a:pt x="2848503" y="47725"/>
                </a:lnTo>
                <a:lnTo>
                  <a:pt x="2848503" y="107238"/>
                </a:lnTo>
                <a:lnTo>
                  <a:pt x="2832885" y="107238"/>
                </a:lnTo>
                <a:cubicBezTo>
                  <a:pt x="2829994" y="107238"/>
                  <a:pt x="2825175" y="107238"/>
                  <a:pt x="2825175" y="113022"/>
                </a:cubicBezTo>
                <a:cubicBezTo>
                  <a:pt x="2825175" y="118997"/>
                  <a:pt x="2829802" y="118997"/>
                  <a:pt x="2832885" y="118997"/>
                </a:cubicBezTo>
                <a:lnTo>
                  <a:pt x="2883204" y="118997"/>
                </a:lnTo>
                <a:cubicBezTo>
                  <a:pt x="2886096" y="118997"/>
                  <a:pt x="2891109" y="118997"/>
                  <a:pt x="2891109" y="113213"/>
                </a:cubicBezTo>
                <a:cubicBezTo>
                  <a:pt x="2891109" y="107238"/>
                  <a:pt x="2886096" y="107238"/>
                  <a:pt x="2883204" y="107238"/>
                </a:cubicBezTo>
                <a:lnTo>
                  <a:pt x="2861806" y="107238"/>
                </a:lnTo>
                <a:lnTo>
                  <a:pt x="2861806" y="83164"/>
                </a:lnTo>
                <a:cubicBezTo>
                  <a:pt x="2861806" y="65106"/>
                  <a:pt x="2873179" y="46595"/>
                  <a:pt x="2896507" y="46595"/>
                </a:cubicBezTo>
                <a:cubicBezTo>
                  <a:pt x="2896701" y="51223"/>
                  <a:pt x="2899978" y="55080"/>
                  <a:pt x="2904797" y="55080"/>
                </a:cubicBezTo>
                <a:cubicBezTo>
                  <a:pt x="2909039" y="55080"/>
                  <a:pt x="2912896" y="51994"/>
                  <a:pt x="2912896" y="46789"/>
                </a:cubicBezTo>
                <a:close/>
                <a:moveTo>
                  <a:pt x="2982879" y="48110"/>
                </a:moveTo>
                <a:cubicBezTo>
                  <a:pt x="2982879" y="40976"/>
                  <a:pt x="2977095" y="35963"/>
                  <a:pt x="2970926" y="35963"/>
                </a:cubicBezTo>
                <a:cubicBezTo>
                  <a:pt x="2963598" y="35963"/>
                  <a:pt x="2958780" y="41941"/>
                  <a:pt x="2958780" y="47919"/>
                </a:cubicBezTo>
                <a:cubicBezTo>
                  <a:pt x="2958780" y="55053"/>
                  <a:pt x="2964563" y="60066"/>
                  <a:pt x="2970732" y="60066"/>
                </a:cubicBezTo>
                <a:cubicBezTo>
                  <a:pt x="2978057" y="60066"/>
                  <a:pt x="2982879" y="54088"/>
                  <a:pt x="2982879" y="48110"/>
                </a:cubicBezTo>
                <a:moveTo>
                  <a:pt x="2982879" y="107044"/>
                </a:moveTo>
                <a:cubicBezTo>
                  <a:pt x="2982879" y="99910"/>
                  <a:pt x="2977095" y="94897"/>
                  <a:pt x="2970926" y="94897"/>
                </a:cubicBezTo>
                <a:cubicBezTo>
                  <a:pt x="2963598" y="94897"/>
                  <a:pt x="2958780" y="100875"/>
                  <a:pt x="2958780" y="106853"/>
                </a:cubicBezTo>
                <a:cubicBezTo>
                  <a:pt x="2958780" y="113987"/>
                  <a:pt x="2964563" y="118997"/>
                  <a:pt x="2970732" y="118997"/>
                </a:cubicBezTo>
                <a:cubicBezTo>
                  <a:pt x="2978057" y="118997"/>
                  <a:pt x="2982879" y="113022"/>
                  <a:pt x="2982879" y="1070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best_so_far=max_end_here">
            <a:extLst xmlns:a="http://schemas.openxmlformats.org/drawingml/2006/main">
              <a:ext uri="{FF2B5EF4-FFF2-40B4-BE49-F238E27FC236}">
                <a16:creationId xmlns:a16="http://schemas.microsoft.com/office/drawing/2014/main" id="{55EE64F0-5893-4B32-9B20-530FAF0F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226" y="4881874"/>
            <a:ext cx="2617535" cy="151194"/>
          </a:xfrm>
          <a:custGeom xmlns:a="http://schemas.openxmlformats.org/drawingml/2006/main">
            <a:pathLst>
              <a:path w="2617535" h="151194">
                <a:moveTo>
                  <a:pt x="91769" y="77386"/>
                </a:moveTo>
                <a:cubicBezTo>
                  <a:pt x="91769" y="53715"/>
                  <a:pt x="74609" y="34833"/>
                  <a:pt x="54176" y="34833"/>
                </a:cubicBezTo>
                <a:cubicBezTo>
                  <a:pt x="44921" y="34833"/>
                  <a:pt x="36246" y="38305"/>
                  <a:pt x="29688" y="44283"/>
                </a:cubicBezTo>
                <a:lnTo>
                  <a:pt x="29688" y="9035"/>
                </a:lnTo>
                <a:cubicBezTo>
                  <a:pt x="29688" y="3060"/>
                  <a:pt x="28532" y="1130"/>
                  <a:pt x="21978" y="1130"/>
                </a:cubicBezTo>
                <a:lnTo>
                  <a:pt x="7905" y="1130"/>
                </a:lnTo>
                <a:cubicBezTo>
                  <a:pt x="4819" y="1130"/>
                  <a:pt x="0" y="1130"/>
                  <a:pt x="0" y="7108"/>
                </a:cubicBezTo>
                <a:cubicBezTo>
                  <a:pt x="0" y="12892"/>
                  <a:pt x="5013" y="12892"/>
                  <a:pt x="7710" y="12892"/>
                </a:cubicBezTo>
                <a:lnTo>
                  <a:pt x="16389" y="12892"/>
                </a:lnTo>
                <a:lnTo>
                  <a:pt x="16389" y="111066"/>
                </a:lnTo>
                <a:cubicBezTo>
                  <a:pt x="16389" y="114923"/>
                  <a:pt x="16389" y="118971"/>
                  <a:pt x="23134" y="118971"/>
                </a:cubicBezTo>
                <a:cubicBezTo>
                  <a:pt x="29688" y="118971"/>
                  <a:pt x="29688" y="115117"/>
                  <a:pt x="29688" y="110295"/>
                </a:cubicBezTo>
                <a:cubicBezTo>
                  <a:pt x="37593" y="118394"/>
                  <a:pt x="45886" y="120127"/>
                  <a:pt x="52055" y="120127"/>
                </a:cubicBezTo>
                <a:cubicBezTo>
                  <a:pt x="73068" y="120127"/>
                  <a:pt x="91769" y="101825"/>
                  <a:pt x="91769" y="77386"/>
                </a:cubicBezTo>
                <a:moveTo>
                  <a:pt x="78466" y="77386"/>
                </a:moveTo>
                <a:cubicBezTo>
                  <a:pt x="78466" y="95859"/>
                  <a:pt x="64972" y="108368"/>
                  <a:pt x="51475" y="108368"/>
                </a:cubicBezTo>
                <a:cubicBezTo>
                  <a:pt x="36437" y="108368"/>
                  <a:pt x="29688" y="91434"/>
                  <a:pt x="29688" y="82196"/>
                </a:cubicBezTo>
                <a:lnTo>
                  <a:pt x="29688" y="68148"/>
                </a:lnTo>
                <a:cubicBezTo>
                  <a:pt x="29688" y="56795"/>
                  <a:pt x="40873" y="46595"/>
                  <a:pt x="53017" y="46595"/>
                </a:cubicBezTo>
                <a:cubicBezTo>
                  <a:pt x="67284" y="46595"/>
                  <a:pt x="78466" y="60643"/>
                  <a:pt x="78466" y="77386"/>
                </a:cubicBezTo>
                <a:close/>
                <a:moveTo>
                  <a:pt x="188357" y="97939"/>
                </a:moveTo>
                <a:cubicBezTo>
                  <a:pt x="188357" y="92528"/>
                  <a:pt x="182768" y="92528"/>
                  <a:pt x="181611" y="92528"/>
                </a:cubicBezTo>
                <a:cubicBezTo>
                  <a:pt x="178140" y="92528"/>
                  <a:pt x="176599" y="93108"/>
                  <a:pt x="175248" y="96779"/>
                </a:cubicBezTo>
                <a:cubicBezTo>
                  <a:pt x="171006" y="106614"/>
                  <a:pt x="160595" y="108350"/>
                  <a:pt x="155197" y="108350"/>
                </a:cubicBezTo>
                <a:cubicBezTo>
                  <a:pt x="140738" y="108350"/>
                  <a:pt x="126280" y="98709"/>
                  <a:pt x="123194" y="82093"/>
                </a:cubicBezTo>
                <a:lnTo>
                  <a:pt x="180647" y="82093"/>
                </a:lnTo>
                <a:cubicBezTo>
                  <a:pt x="184694" y="82093"/>
                  <a:pt x="188357" y="82093"/>
                  <a:pt x="188357" y="74962"/>
                </a:cubicBezTo>
                <a:cubicBezTo>
                  <a:pt x="188357" y="52976"/>
                  <a:pt x="176019" y="34080"/>
                  <a:pt x="150955" y="34080"/>
                </a:cubicBezTo>
                <a:cubicBezTo>
                  <a:pt x="128012" y="34080"/>
                  <a:pt x="109506" y="53365"/>
                  <a:pt x="109506" y="77083"/>
                </a:cubicBezTo>
                <a:cubicBezTo>
                  <a:pt x="109506" y="100639"/>
                  <a:pt x="128977" y="120127"/>
                  <a:pt x="153847" y="120127"/>
                </a:cubicBezTo>
                <a:cubicBezTo>
                  <a:pt x="179296" y="120127"/>
                  <a:pt x="188357" y="102766"/>
                  <a:pt x="188357" y="97936"/>
                </a:cubicBezTo>
                <a:lnTo>
                  <a:pt x="188357" y="97939"/>
                </a:lnTo>
                <a:moveTo>
                  <a:pt x="174669" y="70525"/>
                </a:moveTo>
                <a:lnTo>
                  <a:pt x="123388" y="70525"/>
                </a:lnTo>
                <a:cubicBezTo>
                  <a:pt x="126085" y="56448"/>
                  <a:pt x="137461" y="45842"/>
                  <a:pt x="150955" y="45842"/>
                </a:cubicBezTo>
                <a:cubicBezTo>
                  <a:pt x="160981" y="45842"/>
                  <a:pt x="172933" y="50664"/>
                  <a:pt x="174669" y="70525"/>
                </a:cubicBezTo>
                <a:close/>
                <a:moveTo>
                  <a:pt x="288611" y="94858"/>
                </a:moveTo>
                <a:cubicBezTo>
                  <a:pt x="288611" y="74788"/>
                  <a:pt x="263738" y="70737"/>
                  <a:pt x="257569" y="69772"/>
                </a:cubicBezTo>
                <a:lnTo>
                  <a:pt x="244461" y="67457"/>
                </a:lnTo>
                <a:cubicBezTo>
                  <a:pt x="238868" y="66683"/>
                  <a:pt x="225760" y="64368"/>
                  <a:pt x="225760" y="56842"/>
                </a:cubicBezTo>
                <a:cubicBezTo>
                  <a:pt x="225760" y="51826"/>
                  <a:pt x="231929" y="45842"/>
                  <a:pt x="250244" y="45842"/>
                </a:cubicBezTo>
                <a:cubicBezTo>
                  <a:pt x="266244" y="45842"/>
                  <a:pt x="268945" y="51632"/>
                  <a:pt x="269525" y="56648"/>
                </a:cubicBezTo>
                <a:cubicBezTo>
                  <a:pt x="269716" y="59931"/>
                  <a:pt x="270101" y="63211"/>
                  <a:pt x="276079" y="63211"/>
                </a:cubicBezTo>
                <a:cubicBezTo>
                  <a:pt x="282827" y="63211"/>
                  <a:pt x="282827" y="59157"/>
                  <a:pt x="282827" y="55297"/>
                </a:cubicBezTo>
                <a:lnTo>
                  <a:pt x="282827" y="41985"/>
                </a:lnTo>
                <a:cubicBezTo>
                  <a:pt x="282827" y="38902"/>
                  <a:pt x="282827" y="34080"/>
                  <a:pt x="277041" y="34080"/>
                </a:cubicBezTo>
                <a:cubicBezTo>
                  <a:pt x="272416" y="34080"/>
                  <a:pt x="271643" y="36781"/>
                  <a:pt x="271257" y="38131"/>
                </a:cubicBezTo>
                <a:cubicBezTo>
                  <a:pt x="262776" y="34080"/>
                  <a:pt x="254292" y="34080"/>
                  <a:pt x="250630" y="34080"/>
                </a:cubicBezTo>
                <a:cubicBezTo>
                  <a:pt x="218432" y="34080"/>
                  <a:pt x="213999" y="49896"/>
                  <a:pt x="213999" y="56842"/>
                </a:cubicBezTo>
                <a:cubicBezTo>
                  <a:pt x="213999" y="74597"/>
                  <a:pt x="234241" y="77877"/>
                  <a:pt x="251980" y="80578"/>
                </a:cubicBezTo>
                <a:cubicBezTo>
                  <a:pt x="261426" y="82122"/>
                  <a:pt x="276850" y="84632"/>
                  <a:pt x="276850" y="94858"/>
                </a:cubicBezTo>
                <a:cubicBezTo>
                  <a:pt x="276850" y="101998"/>
                  <a:pt x="269716" y="108368"/>
                  <a:pt x="252171" y="108368"/>
                </a:cubicBezTo>
                <a:cubicBezTo>
                  <a:pt x="243110" y="108368"/>
                  <a:pt x="232314" y="106244"/>
                  <a:pt x="227495" y="91193"/>
                </a:cubicBezTo>
                <a:cubicBezTo>
                  <a:pt x="226531" y="87718"/>
                  <a:pt x="225760" y="85597"/>
                  <a:pt x="220747" y="85597"/>
                </a:cubicBezTo>
                <a:cubicBezTo>
                  <a:pt x="213999" y="85597"/>
                  <a:pt x="213999" y="89648"/>
                  <a:pt x="213999" y="93508"/>
                </a:cubicBezTo>
                <a:lnTo>
                  <a:pt x="213999" y="112225"/>
                </a:lnTo>
                <a:cubicBezTo>
                  <a:pt x="213999" y="115308"/>
                  <a:pt x="213999" y="120127"/>
                  <a:pt x="219782" y="120127"/>
                </a:cubicBezTo>
                <a:cubicBezTo>
                  <a:pt x="221518" y="120127"/>
                  <a:pt x="224604" y="119936"/>
                  <a:pt x="226916" y="112801"/>
                </a:cubicBezTo>
                <a:cubicBezTo>
                  <a:pt x="236362" y="119742"/>
                  <a:pt x="246582" y="120127"/>
                  <a:pt x="251980" y="120127"/>
                </a:cubicBezTo>
                <a:cubicBezTo>
                  <a:pt x="282439" y="120127"/>
                  <a:pt x="288611" y="104123"/>
                  <a:pt x="288611" y="94858"/>
                </a:cubicBezTo>
                <a:close/>
                <a:moveTo>
                  <a:pt x="387897" y="94699"/>
                </a:moveTo>
                <a:cubicBezTo>
                  <a:pt x="387897" y="91234"/>
                  <a:pt x="387897" y="87191"/>
                  <a:pt x="381148" y="87191"/>
                </a:cubicBezTo>
                <a:cubicBezTo>
                  <a:pt x="374788" y="87191"/>
                  <a:pt x="374594" y="91234"/>
                  <a:pt x="374594" y="94505"/>
                </a:cubicBezTo>
                <a:cubicBezTo>
                  <a:pt x="374403" y="106441"/>
                  <a:pt x="363412" y="108368"/>
                  <a:pt x="358979" y="108368"/>
                </a:cubicBezTo>
                <a:cubicBezTo>
                  <a:pt x="344135" y="108368"/>
                  <a:pt x="344135" y="98356"/>
                  <a:pt x="344135" y="93543"/>
                </a:cubicBezTo>
                <a:lnTo>
                  <a:pt x="344135" y="47725"/>
                </a:lnTo>
                <a:lnTo>
                  <a:pt x="375750" y="47725"/>
                </a:lnTo>
                <a:cubicBezTo>
                  <a:pt x="378642" y="47725"/>
                  <a:pt x="383463" y="47725"/>
                  <a:pt x="383463" y="41941"/>
                </a:cubicBezTo>
                <a:cubicBezTo>
                  <a:pt x="383463" y="35963"/>
                  <a:pt x="378836" y="35963"/>
                  <a:pt x="375750" y="35963"/>
                </a:cubicBezTo>
                <a:lnTo>
                  <a:pt x="344135" y="35963"/>
                </a:lnTo>
                <a:lnTo>
                  <a:pt x="344135" y="20156"/>
                </a:lnTo>
                <a:cubicBezTo>
                  <a:pt x="344135" y="16490"/>
                  <a:pt x="344135" y="12250"/>
                  <a:pt x="337578" y="12250"/>
                </a:cubicBezTo>
                <a:cubicBezTo>
                  <a:pt x="330832" y="12250"/>
                  <a:pt x="330832" y="16299"/>
                  <a:pt x="330832" y="20156"/>
                </a:cubicBezTo>
                <a:lnTo>
                  <a:pt x="330832" y="35963"/>
                </a:lnTo>
                <a:lnTo>
                  <a:pt x="314058" y="35963"/>
                </a:lnTo>
                <a:cubicBezTo>
                  <a:pt x="310972" y="35963"/>
                  <a:pt x="306154" y="35963"/>
                  <a:pt x="306154" y="41941"/>
                </a:cubicBezTo>
                <a:cubicBezTo>
                  <a:pt x="306154" y="47725"/>
                  <a:pt x="310972" y="47725"/>
                  <a:pt x="313864" y="47725"/>
                </a:cubicBezTo>
                <a:lnTo>
                  <a:pt x="330832" y="47725"/>
                </a:lnTo>
                <a:lnTo>
                  <a:pt x="330832" y="94699"/>
                </a:lnTo>
                <a:cubicBezTo>
                  <a:pt x="330832" y="113187"/>
                  <a:pt x="343941" y="120127"/>
                  <a:pt x="358014" y="120127"/>
                </a:cubicBezTo>
                <a:cubicBezTo>
                  <a:pt x="372282" y="120127"/>
                  <a:pt x="387897" y="111836"/>
                  <a:pt x="387897" y="94699"/>
                </a:cubicBezTo>
                <a:close/>
                <a:moveTo>
                  <a:pt x="492775" y="144448"/>
                </a:moveTo>
                <a:cubicBezTo>
                  <a:pt x="492775" y="137699"/>
                  <a:pt x="486030" y="137699"/>
                  <a:pt x="483714" y="137699"/>
                </a:cubicBezTo>
                <a:lnTo>
                  <a:pt x="422408" y="137699"/>
                </a:lnTo>
                <a:cubicBezTo>
                  <a:pt x="420093" y="137699"/>
                  <a:pt x="413347" y="137699"/>
                  <a:pt x="413347" y="144448"/>
                </a:cubicBezTo>
                <a:cubicBezTo>
                  <a:pt x="413347" y="151194"/>
                  <a:pt x="420093" y="151194"/>
                  <a:pt x="422408" y="151194"/>
                </a:cubicBezTo>
                <a:lnTo>
                  <a:pt x="483714" y="151194"/>
                </a:lnTo>
                <a:cubicBezTo>
                  <a:pt x="486030" y="151194"/>
                  <a:pt x="492775" y="151194"/>
                  <a:pt x="492775" y="144448"/>
                </a:cubicBezTo>
                <a:close/>
                <a:moveTo>
                  <a:pt x="592258" y="94858"/>
                </a:moveTo>
                <a:cubicBezTo>
                  <a:pt x="592258" y="74788"/>
                  <a:pt x="567385" y="70737"/>
                  <a:pt x="561216" y="69772"/>
                </a:cubicBezTo>
                <a:lnTo>
                  <a:pt x="548108" y="67457"/>
                </a:lnTo>
                <a:cubicBezTo>
                  <a:pt x="542516" y="66683"/>
                  <a:pt x="529407" y="64368"/>
                  <a:pt x="529407" y="56842"/>
                </a:cubicBezTo>
                <a:cubicBezTo>
                  <a:pt x="529407" y="51826"/>
                  <a:pt x="535576" y="45842"/>
                  <a:pt x="553891" y="45842"/>
                </a:cubicBezTo>
                <a:cubicBezTo>
                  <a:pt x="569892" y="45842"/>
                  <a:pt x="572592" y="51632"/>
                  <a:pt x="573172" y="56648"/>
                </a:cubicBezTo>
                <a:cubicBezTo>
                  <a:pt x="573363" y="59931"/>
                  <a:pt x="573748" y="63211"/>
                  <a:pt x="579726" y="63211"/>
                </a:cubicBezTo>
                <a:cubicBezTo>
                  <a:pt x="586475" y="63211"/>
                  <a:pt x="586475" y="59157"/>
                  <a:pt x="586475" y="55297"/>
                </a:cubicBezTo>
                <a:lnTo>
                  <a:pt x="586475" y="41985"/>
                </a:lnTo>
                <a:cubicBezTo>
                  <a:pt x="586475" y="38902"/>
                  <a:pt x="586475" y="34080"/>
                  <a:pt x="580688" y="34080"/>
                </a:cubicBezTo>
                <a:cubicBezTo>
                  <a:pt x="576064" y="34080"/>
                  <a:pt x="575290" y="36781"/>
                  <a:pt x="574905" y="38131"/>
                </a:cubicBezTo>
                <a:cubicBezTo>
                  <a:pt x="566423" y="34080"/>
                  <a:pt x="557939" y="34080"/>
                  <a:pt x="554277" y="34080"/>
                </a:cubicBezTo>
                <a:cubicBezTo>
                  <a:pt x="522079" y="34080"/>
                  <a:pt x="517646" y="49896"/>
                  <a:pt x="517646" y="56842"/>
                </a:cubicBezTo>
                <a:cubicBezTo>
                  <a:pt x="517646" y="74597"/>
                  <a:pt x="537888" y="77877"/>
                  <a:pt x="555627" y="80578"/>
                </a:cubicBezTo>
                <a:cubicBezTo>
                  <a:pt x="565073" y="82122"/>
                  <a:pt x="580497" y="84632"/>
                  <a:pt x="580497" y="94858"/>
                </a:cubicBezTo>
                <a:cubicBezTo>
                  <a:pt x="580497" y="101998"/>
                  <a:pt x="573363" y="108368"/>
                  <a:pt x="555818" y="108368"/>
                </a:cubicBezTo>
                <a:cubicBezTo>
                  <a:pt x="546758" y="108368"/>
                  <a:pt x="535961" y="106244"/>
                  <a:pt x="531143" y="91193"/>
                </a:cubicBezTo>
                <a:cubicBezTo>
                  <a:pt x="530178" y="87718"/>
                  <a:pt x="529407" y="85597"/>
                  <a:pt x="524394" y="85597"/>
                </a:cubicBezTo>
                <a:cubicBezTo>
                  <a:pt x="517646" y="85597"/>
                  <a:pt x="517646" y="89648"/>
                  <a:pt x="517646" y="93508"/>
                </a:cubicBezTo>
                <a:lnTo>
                  <a:pt x="517646" y="112225"/>
                </a:lnTo>
                <a:cubicBezTo>
                  <a:pt x="517646" y="115308"/>
                  <a:pt x="517646" y="120127"/>
                  <a:pt x="523429" y="120127"/>
                </a:cubicBezTo>
                <a:cubicBezTo>
                  <a:pt x="525165" y="120127"/>
                  <a:pt x="528251" y="119936"/>
                  <a:pt x="530563" y="112801"/>
                </a:cubicBezTo>
                <a:cubicBezTo>
                  <a:pt x="540009" y="119742"/>
                  <a:pt x="550229" y="120127"/>
                  <a:pt x="555627" y="120127"/>
                </a:cubicBezTo>
                <a:cubicBezTo>
                  <a:pt x="586086" y="120127"/>
                  <a:pt x="592258" y="104123"/>
                  <a:pt x="592258" y="94858"/>
                </a:cubicBezTo>
                <a:close/>
                <a:moveTo>
                  <a:pt x="695015" y="77298"/>
                </a:moveTo>
                <a:cubicBezTo>
                  <a:pt x="695015" y="53176"/>
                  <a:pt x="677085" y="34080"/>
                  <a:pt x="655493" y="34080"/>
                </a:cubicBezTo>
                <a:cubicBezTo>
                  <a:pt x="633900" y="34080"/>
                  <a:pt x="615970" y="53176"/>
                  <a:pt x="615970" y="77298"/>
                </a:cubicBezTo>
                <a:cubicBezTo>
                  <a:pt x="615970" y="101807"/>
                  <a:pt x="634285" y="120127"/>
                  <a:pt x="655493" y="120127"/>
                </a:cubicBezTo>
                <a:cubicBezTo>
                  <a:pt x="676700" y="120127"/>
                  <a:pt x="695015" y="101613"/>
                  <a:pt x="695015" y="77298"/>
                </a:cubicBezTo>
                <a:moveTo>
                  <a:pt x="681713" y="75947"/>
                </a:moveTo>
                <a:cubicBezTo>
                  <a:pt x="681713" y="93893"/>
                  <a:pt x="669760" y="108368"/>
                  <a:pt x="655493" y="108368"/>
                </a:cubicBezTo>
                <a:cubicBezTo>
                  <a:pt x="641225" y="108368"/>
                  <a:pt x="629273" y="93893"/>
                  <a:pt x="629273" y="75947"/>
                </a:cubicBezTo>
                <a:cubicBezTo>
                  <a:pt x="629273" y="58387"/>
                  <a:pt x="641805" y="45842"/>
                  <a:pt x="655493" y="45842"/>
                </a:cubicBezTo>
                <a:cubicBezTo>
                  <a:pt x="669375" y="45842"/>
                  <a:pt x="681713" y="58387"/>
                  <a:pt x="681713" y="75947"/>
                </a:cubicBezTo>
                <a:close/>
                <a:moveTo>
                  <a:pt x="796422" y="144448"/>
                </a:moveTo>
                <a:cubicBezTo>
                  <a:pt x="796422" y="137699"/>
                  <a:pt x="789677" y="137699"/>
                  <a:pt x="787362" y="137699"/>
                </a:cubicBezTo>
                <a:lnTo>
                  <a:pt x="726055" y="137699"/>
                </a:lnTo>
                <a:cubicBezTo>
                  <a:pt x="723740" y="137699"/>
                  <a:pt x="716995" y="137699"/>
                  <a:pt x="716995" y="144448"/>
                </a:cubicBezTo>
                <a:cubicBezTo>
                  <a:pt x="716995" y="151194"/>
                  <a:pt x="723740" y="151194"/>
                  <a:pt x="726055" y="151194"/>
                </a:cubicBezTo>
                <a:lnTo>
                  <a:pt x="787362" y="151194"/>
                </a:lnTo>
                <a:cubicBezTo>
                  <a:pt x="789677" y="151194"/>
                  <a:pt x="796422" y="151194"/>
                  <a:pt x="796422" y="144448"/>
                </a:cubicBezTo>
                <a:close/>
                <a:moveTo>
                  <a:pt x="891663" y="11571"/>
                </a:moveTo>
                <a:cubicBezTo>
                  <a:pt x="891663" y="0"/>
                  <a:pt x="876240" y="0"/>
                  <a:pt x="873154" y="0"/>
                </a:cubicBezTo>
                <a:cubicBezTo>
                  <a:pt x="857730" y="0"/>
                  <a:pt x="842886" y="8870"/>
                  <a:pt x="842886" y="25704"/>
                </a:cubicBezTo>
                <a:lnTo>
                  <a:pt x="842886" y="35963"/>
                </a:lnTo>
                <a:lnTo>
                  <a:pt x="823608" y="35963"/>
                </a:lnTo>
                <a:cubicBezTo>
                  <a:pt x="820523" y="35963"/>
                  <a:pt x="815704" y="35963"/>
                  <a:pt x="815704" y="41941"/>
                </a:cubicBezTo>
                <a:cubicBezTo>
                  <a:pt x="815704" y="47725"/>
                  <a:pt x="820523" y="47725"/>
                  <a:pt x="823414" y="47725"/>
                </a:cubicBezTo>
                <a:lnTo>
                  <a:pt x="842886" y="47725"/>
                </a:lnTo>
                <a:lnTo>
                  <a:pt x="842886" y="107238"/>
                </a:lnTo>
                <a:lnTo>
                  <a:pt x="823414" y="107238"/>
                </a:lnTo>
                <a:cubicBezTo>
                  <a:pt x="820523" y="107238"/>
                  <a:pt x="815510" y="107238"/>
                  <a:pt x="815510" y="113022"/>
                </a:cubicBezTo>
                <a:cubicBezTo>
                  <a:pt x="815510" y="118997"/>
                  <a:pt x="820523" y="118997"/>
                  <a:pt x="823414" y="118997"/>
                </a:cubicBezTo>
                <a:lnTo>
                  <a:pt x="875660" y="118997"/>
                </a:lnTo>
                <a:cubicBezTo>
                  <a:pt x="878552" y="118997"/>
                  <a:pt x="883565" y="118997"/>
                  <a:pt x="883565" y="113213"/>
                </a:cubicBezTo>
                <a:cubicBezTo>
                  <a:pt x="883565" y="107238"/>
                  <a:pt x="878552" y="107238"/>
                  <a:pt x="875660" y="107238"/>
                </a:cubicBezTo>
                <a:lnTo>
                  <a:pt x="856189" y="107238"/>
                </a:lnTo>
                <a:lnTo>
                  <a:pt x="856189" y="47725"/>
                </a:lnTo>
                <a:lnTo>
                  <a:pt x="879711" y="47725"/>
                </a:lnTo>
                <a:cubicBezTo>
                  <a:pt x="882603" y="47725"/>
                  <a:pt x="887421" y="47725"/>
                  <a:pt x="887421" y="41941"/>
                </a:cubicBezTo>
                <a:cubicBezTo>
                  <a:pt x="887421" y="35963"/>
                  <a:pt x="882794" y="35963"/>
                  <a:pt x="879711" y="35963"/>
                </a:cubicBezTo>
                <a:lnTo>
                  <a:pt x="856189" y="35963"/>
                </a:lnTo>
                <a:lnTo>
                  <a:pt x="856189" y="26863"/>
                </a:lnTo>
                <a:cubicBezTo>
                  <a:pt x="856189" y="11762"/>
                  <a:pt x="869106" y="11762"/>
                  <a:pt x="874889" y="11762"/>
                </a:cubicBezTo>
                <a:cubicBezTo>
                  <a:pt x="874889" y="12536"/>
                  <a:pt x="876625" y="20088"/>
                  <a:pt x="883374" y="20088"/>
                </a:cubicBezTo>
                <a:cubicBezTo>
                  <a:pt x="887227" y="20088"/>
                  <a:pt x="891663" y="16990"/>
                  <a:pt x="891663" y="11571"/>
                </a:cubicBezTo>
                <a:close/>
                <a:moveTo>
                  <a:pt x="1008688" y="113022"/>
                </a:moveTo>
                <a:cubicBezTo>
                  <a:pt x="1008688" y="107238"/>
                  <a:pt x="1003867" y="107238"/>
                  <a:pt x="1000975" y="107238"/>
                </a:cubicBezTo>
                <a:cubicBezTo>
                  <a:pt x="992879" y="107238"/>
                  <a:pt x="990949" y="106273"/>
                  <a:pt x="989408" y="105694"/>
                </a:cubicBezTo>
                <a:lnTo>
                  <a:pt x="989408" y="63991"/>
                </a:lnTo>
                <a:cubicBezTo>
                  <a:pt x="989408" y="50284"/>
                  <a:pt x="978997" y="34080"/>
                  <a:pt x="951235" y="34080"/>
                </a:cubicBezTo>
                <a:cubicBezTo>
                  <a:pt x="942945" y="34080"/>
                  <a:pt x="923280" y="34080"/>
                  <a:pt x="923280" y="48160"/>
                </a:cubicBezTo>
                <a:cubicBezTo>
                  <a:pt x="923280" y="53953"/>
                  <a:pt x="927330" y="57042"/>
                  <a:pt x="931955" y="57042"/>
                </a:cubicBezTo>
                <a:cubicBezTo>
                  <a:pt x="934847" y="57042"/>
                  <a:pt x="940245" y="55303"/>
                  <a:pt x="940439" y="48160"/>
                </a:cubicBezTo>
                <a:cubicBezTo>
                  <a:pt x="940439" y="46616"/>
                  <a:pt x="940630" y="46422"/>
                  <a:pt x="944487" y="46036"/>
                </a:cubicBezTo>
                <a:cubicBezTo>
                  <a:pt x="947187" y="45842"/>
                  <a:pt x="949694" y="45842"/>
                  <a:pt x="951429" y="45842"/>
                </a:cubicBezTo>
                <a:cubicBezTo>
                  <a:pt x="966079" y="45842"/>
                  <a:pt x="976105" y="51829"/>
                  <a:pt x="976105" y="65536"/>
                </a:cubicBezTo>
                <a:cubicBezTo>
                  <a:pt x="941980" y="66115"/>
                  <a:pt x="918267" y="75768"/>
                  <a:pt x="918267" y="94302"/>
                </a:cubicBezTo>
                <a:cubicBezTo>
                  <a:pt x="918267" y="107597"/>
                  <a:pt x="930413" y="120127"/>
                  <a:pt x="950079" y="120127"/>
                </a:cubicBezTo>
                <a:cubicBezTo>
                  <a:pt x="957213" y="120127"/>
                  <a:pt x="969165" y="118780"/>
                  <a:pt x="978226" y="112801"/>
                </a:cubicBezTo>
                <a:cubicBezTo>
                  <a:pt x="982468" y="118806"/>
                  <a:pt x="991723" y="118997"/>
                  <a:pt x="999048" y="118997"/>
                </a:cubicBezTo>
                <a:cubicBezTo>
                  <a:pt x="1004446" y="118997"/>
                  <a:pt x="1008688" y="118997"/>
                  <a:pt x="1008688" y="113022"/>
                </a:cubicBezTo>
                <a:moveTo>
                  <a:pt x="976105" y="93164"/>
                </a:moveTo>
                <a:cubicBezTo>
                  <a:pt x="976105" y="97597"/>
                  <a:pt x="976105" y="101645"/>
                  <a:pt x="968586" y="105117"/>
                </a:cubicBezTo>
                <a:cubicBezTo>
                  <a:pt x="961646" y="108368"/>
                  <a:pt x="952971" y="108368"/>
                  <a:pt x="951429" y="108368"/>
                </a:cubicBezTo>
                <a:cubicBezTo>
                  <a:pt x="939474" y="108368"/>
                  <a:pt x="931570" y="101813"/>
                  <a:pt x="931570" y="94293"/>
                </a:cubicBezTo>
                <a:cubicBezTo>
                  <a:pt x="931570" y="84844"/>
                  <a:pt x="948149" y="77712"/>
                  <a:pt x="976105" y="76939"/>
                </a:cubicBezTo>
                <a:lnTo>
                  <a:pt x="976105" y="93164"/>
                </a:lnTo>
                <a:close/>
                <a:moveTo>
                  <a:pt x="1103735" y="46789"/>
                </a:moveTo>
                <a:cubicBezTo>
                  <a:pt x="1103735" y="42932"/>
                  <a:pt x="1101420" y="34833"/>
                  <a:pt x="1085420" y="34833"/>
                </a:cubicBezTo>
                <a:cubicBezTo>
                  <a:pt x="1075585" y="34833"/>
                  <a:pt x="1063247" y="38305"/>
                  <a:pt x="1052645" y="50452"/>
                </a:cubicBezTo>
                <a:lnTo>
                  <a:pt x="1052645" y="43897"/>
                </a:lnTo>
                <a:cubicBezTo>
                  <a:pt x="1052645" y="37893"/>
                  <a:pt x="1051486" y="35963"/>
                  <a:pt x="1044932" y="35963"/>
                </a:cubicBezTo>
                <a:lnTo>
                  <a:pt x="1023725" y="35963"/>
                </a:lnTo>
                <a:cubicBezTo>
                  <a:pt x="1020833" y="35963"/>
                  <a:pt x="1016014" y="35963"/>
                  <a:pt x="1016014" y="41750"/>
                </a:cubicBezTo>
                <a:cubicBezTo>
                  <a:pt x="1016014" y="47725"/>
                  <a:pt x="1020642" y="47725"/>
                  <a:pt x="1023725" y="47725"/>
                </a:cubicBezTo>
                <a:lnTo>
                  <a:pt x="1039343" y="47725"/>
                </a:lnTo>
                <a:lnTo>
                  <a:pt x="1039343" y="107238"/>
                </a:lnTo>
                <a:lnTo>
                  <a:pt x="1023725" y="107238"/>
                </a:lnTo>
                <a:cubicBezTo>
                  <a:pt x="1020833" y="107238"/>
                  <a:pt x="1016014" y="107238"/>
                  <a:pt x="1016014" y="113022"/>
                </a:cubicBezTo>
                <a:cubicBezTo>
                  <a:pt x="1016014" y="118997"/>
                  <a:pt x="1020642" y="118997"/>
                  <a:pt x="1023725" y="118997"/>
                </a:cubicBezTo>
                <a:lnTo>
                  <a:pt x="1074044" y="118997"/>
                </a:lnTo>
                <a:cubicBezTo>
                  <a:pt x="1076935" y="118997"/>
                  <a:pt x="1081948" y="118997"/>
                  <a:pt x="1081948" y="113213"/>
                </a:cubicBezTo>
                <a:cubicBezTo>
                  <a:pt x="1081948" y="107238"/>
                  <a:pt x="1076935" y="107238"/>
                  <a:pt x="1074044" y="107238"/>
                </a:cubicBezTo>
                <a:lnTo>
                  <a:pt x="1052645" y="107238"/>
                </a:lnTo>
                <a:lnTo>
                  <a:pt x="1052645" y="83164"/>
                </a:lnTo>
                <a:cubicBezTo>
                  <a:pt x="1052645" y="65106"/>
                  <a:pt x="1064018" y="46595"/>
                  <a:pt x="1087346" y="46595"/>
                </a:cubicBezTo>
                <a:cubicBezTo>
                  <a:pt x="1087541" y="51223"/>
                  <a:pt x="1090818" y="55080"/>
                  <a:pt x="1095636" y="55080"/>
                </a:cubicBezTo>
                <a:cubicBezTo>
                  <a:pt x="1099878" y="55080"/>
                  <a:pt x="1103735" y="51994"/>
                  <a:pt x="1103735" y="46789"/>
                </a:cubicBezTo>
                <a:close/>
                <a:moveTo>
                  <a:pt x="1305972" y="45348"/>
                </a:moveTo>
                <a:cubicBezTo>
                  <a:pt x="1305972" y="38599"/>
                  <a:pt x="1298839" y="38599"/>
                  <a:pt x="1296141" y="38599"/>
                </a:cubicBezTo>
                <a:lnTo>
                  <a:pt x="1229433" y="38599"/>
                </a:lnTo>
                <a:cubicBezTo>
                  <a:pt x="1226736" y="38599"/>
                  <a:pt x="1219602" y="38599"/>
                  <a:pt x="1219602" y="45348"/>
                </a:cubicBezTo>
                <a:cubicBezTo>
                  <a:pt x="1219602" y="52097"/>
                  <a:pt x="1225965" y="52097"/>
                  <a:pt x="1228277" y="52097"/>
                </a:cubicBezTo>
                <a:lnTo>
                  <a:pt x="1297297" y="52097"/>
                </a:lnTo>
                <a:cubicBezTo>
                  <a:pt x="1299609" y="52097"/>
                  <a:pt x="1305972" y="52097"/>
                  <a:pt x="1305972" y="45348"/>
                </a:cubicBezTo>
                <a:moveTo>
                  <a:pt x="1305972" y="74594"/>
                </a:moveTo>
                <a:cubicBezTo>
                  <a:pt x="1305972" y="67845"/>
                  <a:pt x="1299609" y="67845"/>
                  <a:pt x="1297297" y="67845"/>
                </a:cubicBezTo>
                <a:lnTo>
                  <a:pt x="1228277" y="67845"/>
                </a:lnTo>
                <a:cubicBezTo>
                  <a:pt x="1225965" y="67845"/>
                  <a:pt x="1219602" y="67845"/>
                  <a:pt x="1219602" y="74594"/>
                </a:cubicBezTo>
                <a:cubicBezTo>
                  <a:pt x="1219602" y="81340"/>
                  <a:pt x="1226736" y="81340"/>
                  <a:pt x="1229433" y="81340"/>
                </a:cubicBezTo>
                <a:lnTo>
                  <a:pt x="1296141" y="81340"/>
                </a:lnTo>
                <a:cubicBezTo>
                  <a:pt x="1298839" y="81340"/>
                  <a:pt x="1305972" y="81340"/>
                  <a:pt x="1305972" y="74594"/>
                </a:cubicBezTo>
                <a:close/>
                <a:moveTo>
                  <a:pt x="1514188" y="113213"/>
                </a:moveTo>
                <a:cubicBezTo>
                  <a:pt x="1514188" y="107238"/>
                  <a:pt x="1510140" y="107238"/>
                  <a:pt x="1503200" y="107238"/>
                </a:cubicBezTo>
                <a:lnTo>
                  <a:pt x="1503200" y="60649"/>
                </a:lnTo>
                <a:cubicBezTo>
                  <a:pt x="1503200" y="56798"/>
                  <a:pt x="1503200" y="34833"/>
                  <a:pt x="1486041" y="34833"/>
                </a:cubicBezTo>
                <a:cubicBezTo>
                  <a:pt x="1480257" y="34833"/>
                  <a:pt x="1472353" y="37340"/>
                  <a:pt x="1466954" y="44859"/>
                </a:cubicBezTo>
                <a:cubicBezTo>
                  <a:pt x="1464063" y="38305"/>
                  <a:pt x="1458665" y="34833"/>
                  <a:pt x="1452301" y="34833"/>
                </a:cubicBezTo>
                <a:cubicBezTo>
                  <a:pt x="1446133" y="34833"/>
                  <a:pt x="1440349" y="37534"/>
                  <a:pt x="1435722" y="41776"/>
                </a:cubicBezTo>
                <a:cubicBezTo>
                  <a:pt x="1435336" y="35963"/>
                  <a:pt x="1431480" y="35963"/>
                  <a:pt x="1428008" y="35963"/>
                </a:cubicBezTo>
                <a:lnTo>
                  <a:pt x="1421839" y="35963"/>
                </a:lnTo>
                <a:cubicBezTo>
                  <a:pt x="1418948" y="35963"/>
                  <a:pt x="1413935" y="35963"/>
                  <a:pt x="1413935" y="41750"/>
                </a:cubicBezTo>
                <a:cubicBezTo>
                  <a:pt x="1413935" y="47725"/>
                  <a:pt x="1417986" y="47725"/>
                  <a:pt x="1424925" y="47725"/>
                </a:cubicBezTo>
                <a:lnTo>
                  <a:pt x="1424925" y="107238"/>
                </a:lnTo>
                <a:cubicBezTo>
                  <a:pt x="1417986" y="107238"/>
                  <a:pt x="1413935" y="107238"/>
                  <a:pt x="1413935" y="113213"/>
                </a:cubicBezTo>
                <a:cubicBezTo>
                  <a:pt x="1413935" y="118997"/>
                  <a:pt x="1419142" y="118997"/>
                  <a:pt x="1421839" y="118997"/>
                </a:cubicBezTo>
                <a:lnTo>
                  <a:pt x="1438808" y="118997"/>
                </a:lnTo>
                <a:cubicBezTo>
                  <a:pt x="1441699" y="118997"/>
                  <a:pt x="1446709" y="118997"/>
                  <a:pt x="1446709" y="113213"/>
                </a:cubicBezTo>
                <a:cubicBezTo>
                  <a:pt x="1446709" y="107238"/>
                  <a:pt x="1442661" y="107238"/>
                  <a:pt x="1435722" y="107238"/>
                </a:cubicBezTo>
                <a:lnTo>
                  <a:pt x="1435722" y="72764"/>
                </a:lnTo>
                <a:cubicBezTo>
                  <a:pt x="1435722" y="55645"/>
                  <a:pt x="1443626" y="46595"/>
                  <a:pt x="1451531" y="46595"/>
                </a:cubicBezTo>
                <a:cubicBezTo>
                  <a:pt x="1455964" y="46595"/>
                  <a:pt x="1458665" y="49870"/>
                  <a:pt x="1458665" y="62382"/>
                </a:cubicBezTo>
                <a:lnTo>
                  <a:pt x="1458665" y="107238"/>
                </a:lnTo>
                <a:cubicBezTo>
                  <a:pt x="1455002" y="107238"/>
                  <a:pt x="1450180" y="107238"/>
                  <a:pt x="1450180" y="113213"/>
                </a:cubicBezTo>
                <a:cubicBezTo>
                  <a:pt x="1450180" y="118997"/>
                  <a:pt x="1455387" y="118997"/>
                  <a:pt x="1458085" y="118997"/>
                </a:cubicBezTo>
                <a:lnTo>
                  <a:pt x="1472544" y="118997"/>
                </a:lnTo>
                <a:cubicBezTo>
                  <a:pt x="1475436" y="118997"/>
                  <a:pt x="1480448" y="118997"/>
                  <a:pt x="1480448" y="113213"/>
                </a:cubicBezTo>
                <a:cubicBezTo>
                  <a:pt x="1480448" y="107238"/>
                  <a:pt x="1476400" y="107238"/>
                  <a:pt x="1469461" y="107238"/>
                </a:cubicBezTo>
                <a:lnTo>
                  <a:pt x="1469461" y="72779"/>
                </a:lnTo>
                <a:cubicBezTo>
                  <a:pt x="1469461" y="55645"/>
                  <a:pt x="1477365" y="46595"/>
                  <a:pt x="1485270" y="46595"/>
                </a:cubicBezTo>
                <a:cubicBezTo>
                  <a:pt x="1489703" y="46595"/>
                  <a:pt x="1492404" y="49870"/>
                  <a:pt x="1492404" y="62382"/>
                </a:cubicBezTo>
                <a:lnTo>
                  <a:pt x="1492404" y="107238"/>
                </a:lnTo>
                <a:cubicBezTo>
                  <a:pt x="1488738" y="107238"/>
                  <a:pt x="1483920" y="107238"/>
                  <a:pt x="1483920" y="113213"/>
                </a:cubicBezTo>
                <a:cubicBezTo>
                  <a:pt x="1483920" y="118997"/>
                  <a:pt x="1489124" y="118997"/>
                  <a:pt x="1491824" y="118997"/>
                </a:cubicBezTo>
                <a:lnTo>
                  <a:pt x="1506283" y="118997"/>
                </a:lnTo>
                <a:cubicBezTo>
                  <a:pt x="1509175" y="118997"/>
                  <a:pt x="1514188" y="118997"/>
                  <a:pt x="1514188" y="113213"/>
                </a:cubicBezTo>
                <a:close/>
                <a:moveTo>
                  <a:pt x="1615983" y="113022"/>
                </a:moveTo>
                <a:cubicBezTo>
                  <a:pt x="1615983" y="107238"/>
                  <a:pt x="1611161" y="107238"/>
                  <a:pt x="1608269" y="107238"/>
                </a:cubicBezTo>
                <a:cubicBezTo>
                  <a:pt x="1600173" y="107238"/>
                  <a:pt x="1598244" y="106273"/>
                  <a:pt x="1596702" y="105694"/>
                </a:cubicBezTo>
                <a:lnTo>
                  <a:pt x="1596702" y="63991"/>
                </a:lnTo>
                <a:cubicBezTo>
                  <a:pt x="1596702" y="50284"/>
                  <a:pt x="1586291" y="34080"/>
                  <a:pt x="1558530" y="34080"/>
                </a:cubicBezTo>
                <a:cubicBezTo>
                  <a:pt x="1550240" y="34080"/>
                  <a:pt x="1530574" y="34080"/>
                  <a:pt x="1530574" y="48160"/>
                </a:cubicBezTo>
                <a:cubicBezTo>
                  <a:pt x="1530574" y="53953"/>
                  <a:pt x="1534625" y="57042"/>
                  <a:pt x="1539249" y="57042"/>
                </a:cubicBezTo>
                <a:cubicBezTo>
                  <a:pt x="1542141" y="57042"/>
                  <a:pt x="1547539" y="55303"/>
                  <a:pt x="1547733" y="48160"/>
                </a:cubicBezTo>
                <a:cubicBezTo>
                  <a:pt x="1547733" y="46616"/>
                  <a:pt x="1547925" y="46422"/>
                  <a:pt x="1551781" y="46036"/>
                </a:cubicBezTo>
                <a:cubicBezTo>
                  <a:pt x="1554482" y="45842"/>
                  <a:pt x="1556988" y="45842"/>
                  <a:pt x="1558724" y="45842"/>
                </a:cubicBezTo>
                <a:cubicBezTo>
                  <a:pt x="1573374" y="45842"/>
                  <a:pt x="1583400" y="51829"/>
                  <a:pt x="1583400" y="65536"/>
                </a:cubicBezTo>
                <a:cubicBezTo>
                  <a:pt x="1549275" y="66115"/>
                  <a:pt x="1525561" y="75768"/>
                  <a:pt x="1525561" y="94302"/>
                </a:cubicBezTo>
                <a:cubicBezTo>
                  <a:pt x="1525561" y="107597"/>
                  <a:pt x="1537708" y="120127"/>
                  <a:pt x="1557374" y="120127"/>
                </a:cubicBezTo>
                <a:cubicBezTo>
                  <a:pt x="1564507" y="120127"/>
                  <a:pt x="1576460" y="118780"/>
                  <a:pt x="1585521" y="112801"/>
                </a:cubicBezTo>
                <a:cubicBezTo>
                  <a:pt x="1589763" y="118806"/>
                  <a:pt x="1599017" y="118997"/>
                  <a:pt x="1606342" y="118997"/>
                </a:cubicBezTo>
                <a:cubicBezTo>
                  <a:pt x="1611741" y="118997"/>
                  <a:pt x="1615983" y="118997"/>
                  <a:pt x="1615983" y="113022"/>
                </a:cubicBezTo>
                <a:moveTo>
                  <a:pt x="1583400" y="93164"/>
                </a:moveTo>
                <a:cubicBezTo>
                  <a:pt x="1583400" y="97597"/>
                  <a:pt x="1583400" y="101645"/>
                  <a:pt x="1575880" y="105117"/>
                </a:cubicBezTo>
                <a:cubicBezTo>
                  <a:pt x="1568941" y="108368"/>
                  <a:pt x="1560265" y="108368"/>
                  <a:pt x="1558724" y="108368"/>
                </a:cubicBezTo>
                <a:cubicBezTo>
                  <a:pt x="1546769" y="108368"/>
                  <a:pt x="1538864" y="101813"/>
                  <a:pt x="1538864" y="94293"/>
                </a:cubicBezTo>
                <a:cubicBezTo>
                  <a:pt x="1538864" y="84844"/>
                  <a:pt x="1555444" y="77712"/>
                  <a:pt x="1583400" y="76939"/>
                </a:cubicBezTo>
                <a:lnTo>
                  <a:pt x="1583400" y="93164"/>
                </a:lnTo>
                <a:close/>
                <a:moveTo>
                  <a:pt x="1712762" y="113213"/>
                </a:moveTo>
                <a:cubicBezTo>
                  <a:pt x="1712762" y="107238"/>
                  <a:pt x="1707750" y="107238"/>
                  <a:pt x="1704858" y="107238"/>
                </a:cubicBezTo>
                <a:lnTo>
                  <a:pt x="1697148" y="107238"/>
                </a:lnTo>
                <a:lnTo>
                  <a:pt x="1672469" y="76230"/>
                </a:lnTo>
                <a:lnTo>
                  <a:pt x="1694447" y="47725"/>
                </a:lnTo>
                <a:lnTo>
                  <a:pt x="1702160" y="47725"/>
                </a:lnTo>
                <a:cubicBezTo>
                  <a:pt x="1704858" y="47725"/>
                  <a:pt x="1710065" y="47725"/>
                  <a:pt x="1710065" y="41941"/>
                </a:cubicBezTo>
                <a:cubicBezTo>
                  <a:pt x="1710065" y="35963"/>
                  <a:pt x="1705052" y="35963"/>
                  <a:pt x="1702160" y="35963"/>
                </a:cubicBezTo>
                <a:lnTo>
                  <a:pt x="1679603" y="35963"/>
                </a:lnTo>
                <a:cubicBezTo>
                  <a:pt x="1676711" y="35963"/>
                  <a:pt x="1671892" y="35963"/>
                  <a:pt x="1671892" y="41750"/>
                </a:cubicBezTo>
                <a:cubicBezTo>
                  <a:pt x="1671892" y="47725"/>
                  <a:pt x="1676134" y="47725"/>
                  <a:pt x="1681338" y="47725"/>
                </a:cubicBezTo>
                <a:lnTo>
                  <a:pt x="1667071" y="67177"/>
                </a:lnTo>
                <a:lnTo>
                  <a:pt x="1652421" y="47725"/>
                </a:lnTo>
                <a:cubicBezTo>
                  <a:pt x="1657434" y="47725"/>
                  <a:pt x="1661673" y="47725"/>
                  <a:pt x="1661673" y="41750"/>
                </a:cubicBezTo>
                <a:cubicBezTo>
                  <a:pt x="1661673" y="35963"/>
                  <a:pt x="1656854" y="35963"/>
                  <a:pt x="1653962" y="35963"/>
                </a:cubicBezTo>
                <a:lnTo>
                  <a:pt x="1631405" y="35963"/>
                </a:lnTo>
                <a:cubicBezTo>
                  <a:pt x="1628513" y="35963"/>
                  <a:pt x="1623500" y="35963"/>
                  <a:pt x="1623500" y="41941"/>
                </a:cubicBezTo>
                <a:cubicBezTo>
                  <a:pt x="1623500" y="47725"/>
                  <a:pt x="1628707" y="47725"/>
                  <a:pt x="1631405" y="47725"/>
                </a:cubicBezTo>
                <a:lnTo>
                  <a:pt x="1639118" y="47725"/>
                </a:lnTo>
                <a:lnTo>
                  <a:pt x="1661867" y="76230"/>
                </a:lnTo>
                <a:lnTo>
                  <a:pt x="1637959" y="107238"/>
                </a:lnTo>
                <a:lnTo>
                  <a:pt x="1630249" y="107238"/>
                </a:lnTo>
                <a:cubicBezTo>
                  <a:pt x="1627357" y="107238"/>
                  <a:pt x="1622344" y="107238"/>
                  <a:pt x="1622344" y="113213"/>
                </a:cubicBezTo>
                <a:cubicBezTo>
                  <a:pt x="1622344" y="118997"/>
                  <a:pt x="1627548" y="118997"/>
                  <a:pt x="1630249" y="118997"/>
                </a:cubicBezTo>
                <a:lnTo>
                  <a:pt x="1652806" y="118997"/>
                </a:lnTo>
                <a:cubicBezTo>
                  <a:pt x="1655698" y="118997"/>
                  <a:pt x="1660517" y="118997"/>
                  <a:pt x="1660517" y="113213"/>
                </a:cubicBezTo>
                <a:cubicBezTo>
                  <a:pt x="1660517" y="107238"/>
                  <a:pt x="1656469" y="107238"/>
                  <a:pt x="1650491" y="107238"/>
                </a:cubicBezTo>
                <a:lnTo>
                  <a:pt x="1667071" y="83523"/>
                </a:lnTo>
                <a:lnTo>
                  <a:pt x="1684230" y="107238"/>
                </a:lnTo>
                <a:cubicBezTo>
                  <a:pt x="1678832" y="107238"/>
                  <a:pt x="1674590" y="107238"/>
                  <a:pt x="1674590" y="113213"/>
                </a:cubicBezTo>
                <a:cubicBezTo>
                  <a:pt x="1674590" y="118997"/>
                  <a:pt x="1679412" y="118997"/>
                  <a:pt x="1682303" y="118997"/>
                </a:cubicBezTo>
                <a:lnTo>
                  <a:pt x="1704858" y="118997"/>
                </a:lnTo>
                <a:cubicBezTo>
                  <a:pt x="1707558" y="118997"/>
                  <a:pt x="1712762" y="118997"/>
                  <a:pt x="1712762" y="113213"/>
                </a:cubicBezTo>
                <a:close/>
                <a:moveTo>
                  <a:pt x="1808580" y="144448"/>
                </a:moveTo>
                <a:cubicBezTo>
                  <a:pt x="1808580" y="137699"/>
                  <a:pt x="1801835" y="137699"/>
                  <a:pt x="1799519" y="137699"/>
                </a:cubicBezTo>
                <a:lnTo>
                  <a:pt x="1738213" y="137699"/>
                </a:lnTo>
                <a:cubicBezTo>
                  <a:pt x="1735898" y="137699"/>
                  <a:pt x="1729152" y="137699"/>
                  <a:pt x="1729152" y="144448"/>
                </a:cubicBezTo>
                <a:cubicBezTo>
                  <a:pt x="1729152" y="151194"/>
                  <a:pt x="1735898" y="151194"/>
                  <a:pt x="1738213" y="151194"/>
                </a:cubicBezTo>
                <a:lnTo>
                  <a:pt x="1799519" y="151194"/>
                </a:lnTo>
                <a:cubicBezTo>
                  <a:pt x="1801835" y="151194"/>
                  <a:pt x="1808580" y="151194"/>
                  <a:pt x="1808580" y="144448"/>
                </a:cubicBezTo>
                <a:close/>
                <a:moveTo>
                  <a:pt x="1909025" y="97939"/>
                </a:moveTo>
                <a:cubicBezTo>
                  <a:pt x="1909025" y="92528"/>
                  <a:pt x="1903436" y="92528"/>
                  <a:pt x="1902280" y="92528"/>
                </a:cubicBezTo>
                <a:cubicBezTo>
                  <a:pt x="1898808" y="92528"/>
                  <a:pt x="1897267" y="93108"/>
                  <a:pt x="1895917" y="96779"/>
                </a:cubicBezTo>
                <a:cubicBezTo>
                  <a:pt x="1891675" y="106614"/>
                  <a:pt x="1881264" y="108350"/>
                  <a:pt x="1875865" y="108350"/>
                </a:cubicBezTo>
                <a:cubicBezTo>
                  <a:pt x="1861407" y="108350"/>
                  <a:pt x="1846948" y="98709"/>
                  <a:pt x="1843862" y="82093"/>
                </a:cubicBezTo>
                <a:lnTo>
                  <a:pt x="1901315" y="82093"/>
                </a:lnTo>
                <a:cubicBezTo>
                  <a:pt x="1905363" y="82093"/>
                  <a:pt x="1909025" y="82093"/>
                  <a:pt x="1909025" y="74962"/>
                </a:cubicBezTo>
                <a:cubicBezTo>
                  <a:pt x="1909025" y="52976"/>
                  <a:pt x="1896687" y="34080"/>
                  <a:pt x="1871623" y="34080"/>
                </a:cubicBezTo>
                <a:cubicBezTo>
                  <a:pt x="1848681" y="34080"/>
                  <a:pt x="1830174" y="53365"/>
                  <a:pt x="1830174" y="77083"/>
                </a:cubicBezTo>
                <a:cubicBezTo>
                  <a:pt x="1830174" y="100639"/>
                  <a:pt x="1849645" y="120127"/>
                  <a:pt x="1874515" y="120127"/>
                </a:cubicBezTo>
                <a:cubicBezTo>
                  <a:pt x="1899964" y="120127"/>
                  <a:pt x="1909025" y="102766"/>
                  <a:pt x="1909025" y="97936"/>
                </a:cubicBezTo>
                <a:lnTo>
                  <a:pt x="1909025" y="97939"/>
                </a:lnTo>
                <a:moveTo>
                  <a:pt x="1895337" y="70525"/>
                </a:moveTo>
                <a:lnTo>
                  <a:pt x="1844056" y="70525"/>
                </a:lnTo>
                <a:cubicBezTo>
                  <a:pt x="1846754" y="56448"/>
                  <a:pt x="1858130" y="45842"/>
                  <a:pt x="1871623" y="45842"/>
                </a:cubicBezTo>
                <a:cubicBezTo>
                  <a:pt x="1881649" y="45842"/>
                  <a:pt x="1893601" y="50664"/>
                  <a:pt x="1895337" y="70525"/>
                </a:cubicBezTo>
                <a:close/>
                <a:moveTo>
                  <a:pt x="2019496" y="113213"/>
                </a:moveTo>
                <a:cubicBezTo>
                  <a:pt x="2019496" y="107238"/>
                  <a:pt x="2014677" y="107238"/>
                  <a:pt x="2011591" y="107238"/>
                </a:cubicBezTo>
                <a:lnTo>
                  <a:pt x="2003107" y="107238"/>
                </a:lnTo>
                <a:lnTo>
                  <a:pt x="2003107" y="62576"/>
                </a:lnTo>
                <a:cubicBezTo>
                  <a:pt x="2003107" y="43126"/>
                  <a:pt x="1993276" y="34833"/>
                  <a:pt x="1978046" y="34833"/>
                </a:cubicBezTo>
                <a:cubicBezTo>
                  <a:pt x="1965129" y="34833"/>
                  <a:pt x="1956454" y="41391"/>
                  <a:pt x="1952788" y="45053"/>
                </a:cubicBezTo>
                <a:cubicBezTo>
                  <a:pt x="1952788" y="38858"/>
                  <a:pt x="1952788" y="35963"/>
                  <a:pt x="1945078" y="35963"/>
                </a:cubicBezTo>
                <a:lnTo>
                  <a:pt x="1931004" y="35963"/>
                </a:lnTo>
                <a:cubicBezTo>
                  <a:pt x="1927918" y="35963"/>
                  <a:pt x="1923100" y="35963"/>
                  <a:pt x="1923100" y="41941"/>
                </a:cubicBezTo>
                <a:cubicBezTo>
                  <a:pt x="1923100" y="47725"/>
                  <a:pt x="1928113" y="47725"/>
                  <a:pt x="1930810" y="47725"/>
                </a:cubicBezTo>
                <a:lnTo>
                  <a:pt x="1939488" y="47725"/>
                </a:lnTo>
                <a:lnTo>
                  <a:pt x="1939488" y="107238"/>
                </a:lnTo>
                <a:lnTo>
                  <a:pt x="1931004" y="107238"/>
                </a:lnTo>
                <a:cubicBezTo>
                  <a:pt x="1927918" y="107238"/>
                  <a:pt x="1923100" y="107238"/>
                  <a:pt x="1923100" y="113213"/>
                </a:cubicBezTo>
                <a:cubicBezTo>
                  <a:pt x="1923100" y="118997"/>
                  <a:pt x="1928113" y="118997"/>
                  <a:pt x="1930810" y="118997"/>
                </a:cubicBezTo>
                <a:lnTo>
                  <a:pt x="1961466" y="118997"/>
                </a:lnTo>
                <a:cubicBezTo>
                  <a:pt x="1964164" y="118997"/>
                  <a:pt x="1969177" y="118997"/>
                  <a:pt x="1969177" y="113213"/>
                </a:cubicBezTo>
                <a:cubicBezTo>
                  <a:pt x="1969177" y="107238"/>
                  <a:pt x="1964358" y="107238"/>
                  <a:pt x="1961272" y="107238"/>
                </a:cubicBezTo>
                <a:lnTo>
                  <a:pt x="1952788" y="107238"/>
                </a:lnTo>
                <a:lnTo>
                  <a:pt x="1952788" y="73149"/>
                </a:lnTo>
                <a:cubicBezTo>
                  <a:pt x="1952788" y="53912"/>
                  <a:pt x="1967056" y="46595"/>
                  <a:pt x="1976890" y="46595"/>
                </a:cubicBezTo>
                <a:cubicBezTo>
                  <a:pt x="1987107" y="46595"/>
                  <a:pt x="1989804" y="51988"/>
                  <a:pt x="1989804" y="63538"/>
                </a:cubicBezTo>
                <a:lnTo>
                  <a:pt x="1989804" y="107238"/>
                </a:lnTo>
                <a:lnTo>
                  <a:pt x="1982288" y="107238"/>
                </a:lnTo>
                <a:cubicBezTo>
                  <a:pt x="1979202" y="107238"/>
                  <a:pt x="1974384" y="107238"/>
                  <a:pt x="1974384" y="113213"/>
                </a:cubicBezTo>
                <a:cubicBezTo>
                  <a:pt x="1974384" y="118997"/>
                  <a:pt x="1979588" y="118997"/>
                  <a:pt x="1982288" y="118997"/>
                </a:cubicBezTo>
                <a:lnTo>
                  <a:pt x="2011785" y="118997"/>
                </a:lnTo>
                <a:cubicBezTo>
                  <a:pt x="2014483" y="118997"/>
                  <a:pt x="2019496" y="118997"/>
                  <a:pt x="2019496" y="113213"/>
                </a:cubicBezTo>
                <a:close/>
                <a:moveTo>
                  <a:pt x="2120711" y="113022"/>
                </a:moveTo>
                <a:cubicBezTo>
                  <a:pt x="2120711" y="107238"/>
                  <a:pt x="2115698" y="107238"/>
                  <a:pt x="2113001" y="107238"/>
                </a:cubicBezTo>
                <a:lnTo>
                  <a:pt x="2104323" y="107238"/>
                </a:lnTo>
                <a:lnTo>
                  <a:pt x="2104323" y="9035"/>
                </a:lnTo>
                <a:cubicBezTo>
                  <a:pt x="2104323" y="3060"/>
                  <a:pt x="2103167" y="1130"/>
                  <a:pt x="2096612" y="1130"/>
                </a:cubicBezTo>
                <a:lnTo>
                  <a:pt x="2082539" y="1130"/>
                </a:lnTo>
                <a:cubicBezTo>
                  <a:pt x="2079453" y="1130"/>
                  <a:pt x="2074634" y="1130"/>
                  <a:pt x="2074634" y="7108"/>
                </a:cubicBezTo>
                <a:cubicBezTo>
                  <a:pt x="2074634" y="12892"/>
                  <a:pt x="2079647" y="12892"/>
                  <a:pt x="2082345" y="12892"/>
                </a:cubicBezTo>
                <a:lnTo>
                  <a:pt x="2091020" y="12892"/>
                </a:lnTo>
                <a:lnTo>
                  <a:pt x="2091020" y="43512"/>
                </a:lnTo>
                <a:cubicBezTo>
                  <a:pt x="2084660" y="37919"/>
                  <a:pt x="2076755" y="34833"/>
                  <a:pt x="2068465" y="34833"/>
                </a:cubicBezTo>
                <a:cubicBezTo>
                  <a:pt x="2047449" y="34833"/>
                  <a:pt x="2028943" y="53141"/>
                  <a:pt x="2028943" y="77592"/>
                </a:cubicBezTo>
                <a:cubicBezTo>
                  <a:pt x="2028943" y="101425"/>
                  <a:pt x="2046293" y="120127"/>
                  <a:pt x="2066730" y="120127"/>
                </a:cubicBezTo>
                <a:cubicBezTo>
                  <a:pt x="2077526" y="120127"/>
                  <a:pt x="2085622" y="114923"/>
                  <a:pt x="2091020" y="109330"/>
                </a:cubicBezTo>
                <a:cubicBezTo>
                  <a:pt x="2091020" y="116299"/>
                  <a:pt x="2091020" y="118997"/>
                  <a:pt x="2098733" y="118997"/>
                </a:cubicBezTo>
                <a:lnTo>
                  <a:pt x="2112807" y="118997"/>
                </a:lnTo>
                <a:cubicBezTo>
                  <a:pt x="2115893" y="118997"/>
                  <a:pt x="2120711" y="118997"/>
                  <a:pt x="2120711" y="113022"/>
                </a:cubicBezTo>
                <a:moveTo>
                  <a:pt x="2091020" y="81593"/>
                </a:moveTo>
                <a:cubicBezTo>
                  <a:pt x="2091020" y="92396"/>
                  <a:pt x="2082345" y="108368"/>
                  <a:pt x="2067500" y="108368"/>
                </a:cubicBezTo>
                <a:cubicBezTo>
                  <a:pt x="2053812" y="108368"/>
                  <a:pt x="2042245" y="94705"/>
                  <a:pt x="2042245" y="77577"/>
                </a:cubicBezTo>
                <a:cubicBezTo>
                  <a:pt x="2042245" y="59104"/>
                  <a:pt x="2055739" y="46595"/>
                  <a:pt x="2069236" y="46595"/>
                </a:cubicBezTo>
                <a:cubicBezTo>
                  <a:pt x="2081574" y="46595"/>
                  <a:pt x="2091020" y="57372"/>
                  <a:pt x="2091020" y="67957"/>
                </a:cubicBezTo>
                <a:lnTo>
                  <a:pt x="2091020" y="81593"/>
                </a:lnTo>
                <a:close/>
                <a:moveTo>
                  <a:pt x="2213443" y="144448"/>
                </a:moveTo>
                <a:cubicBezTo>
                  <a:pt x="2213443" y="137699"/>
                  <a:pt x="2206698" y="137699"/>
                  <a:pt x="2204382" y="137699"/>
                </a:cubicBezTo>
                <a:lnTo>
                  <a:pt x="2143076" y="137699"/>
                </a:lnTo>
                <a:cubicBezTo>
                  <a:pt x="2140761" y="137699"/>
                  <a:pt x="2134015" y="137699"/>
                  <a:pt x="2134015" y="144448"/>
                </a:cubicBezTo>
                <a:cubicBezTo>
                  <a:pt x="2134015" y="151194"/>
                  <a:pt x="2140761" y="151194"/>
                  <a:pt x="2143076" y="151194"/>
                </a:cubicBezTo>
                <a:lnTo>
                  <a:pt x="2204382" y="151194"/>
                </a:lnTo>
                <a:cubicBezTo>
                  <a:pt x="2206698" y="151194"/>
                  <a:pt x="2213443" y="151194"/>
                  <a:pt x="2213443" y="144448"/>
                </a:cubicBezTo>
                <a:close/>
                <a:moveTo>
                  <a:pt x="2323143" y="113213"/>
                </a:moveTo>
                <a:cubicBezTo>
                  <a:pt x="2323143" y="107238"/>
                  <a:pt x="2318324" y="107238"/>
                  <a:pt x="2315238" y="107238"/>
                </a:cubicBezTo>
                <a:lnTo>
                  <a:pt x="2306754" y="107238"/>
                </a:lnTo>
                <a:lnTo>
                  <a:pt x="2306754" y="62576"/>
                </a:lnTo>
                <a:cubicBezTo>
                  <a:pt x="2306754" y="43126"/>
                  <a:pt x="2296923" y="34833"/>
                  <a:pt x="2281693" y="34833"/>
                </a:cubicBezTo>
                <a:cubicBezTo>
                  <a:pt x="2268776" y="34833"/>
                  <a:pt x="2260101" y="41391"/>
                  <a:pt x="2256435" y="45053"/>
                </a:cubicBezTo>
                <a:lnTo>
                  <a:pt x="2256435" y="9035"/>
                </a:lnTo>
                <a:cubicBezTo>
                  <a:pt x="2256435" y="3060"/>
                  <a:pt x="2255279" y="1130"/>
                  <a:pt x="2248725" y="1130"/>
                </a:cubicBezTo>
                <a:lnTo>
                  <a:pt x="2234651" y="1130"/>
                </a:lnTo>
                <a:cubicBezTo>
                  <a:pt x="2231565" y="1130"/>
                  <a:pt x="2226747" y="1130"/>
                  <a:pt x="2226747" y="7108"/>
                </a:cubicBezTo>
                <a:cubicBezTo>
                  <a:pt x="2226747" y="12892"/>
                  <a:pt x="2231760" y="12892"/>
                  <a:pt x="2234457" y="12892"/>
                </a:cubicBezTo>
                <a:lnTo>
                  <a:pt x="2243135" y="12892"/>
                </a:lnTo>
                <a:lnTo>
                  <a:pt x="2243135" y="107238"/>
                </a:lnTo>
                <a:lnTo>
                  <a:pt x="2234651" y="107238"/>
                </a:lnTo>
                <a:cubicBezTo>
                  <a:pt x="2231565" y="107238"/>
                  <a:pt x="2226747" y="107238"/>
                  <a:pt x="2226747" y="113213"/>
                </a:cubicBezTo>
                <a:cubicBezTo>
                  <a:pt x="2226747" y="118997"/>
                  <a:pt x="2231760" y="118997"/>
                  <a:pt x="2234457" y="118997"/>
                </a:cubicBezTo>
                <a:lnTo>
                  <a:pt x="2265113" y="118997"/>
                </a:lnTo>
                <a:cubicBezTo>
                  <a:pt x="2267811" y="118997"/>
                  <a:pt x="2272824" y="118997"/>
                  <a:pt x="2272824" y="113213"/>
                </a:cubicBezTo>
                <a:cubicBezTo>
                  <a:pt x="2272824" y="107238"/>
                  <a:pt x="2268005" y="107238"/>
                  <a:pt x="2264919" y="107238"/>
                </a:cubicBezTo>
                <a:lnTo>
                  <a:pt x="2256435" y="107238"/>
                </a:lnTo>
                <a:lnTo>
                  <a:pt x="2256435" y="73164"/>
                </a:lnTo>
                <a:cubicBezTo>
                  <a:pt x="2256435" y="53912"/>
                  <a:pt x="2270703" y="46595"/>
                  <a:pt x="2280537" y="46595"/>
                </a:cubicBezTo>
                <a:cubicBezTo>
                  <a:pt x="2290754" y="46595"/>
                  <a:pt x="2293451" y="51988"/>
                  <a:pt x="2293451" y="63538"/>
                </a:cubicBezTo>
                <a:lnTo>
                  <a:pt x="2293451" y="107238"/>
                </a:lnTo>
                <a:lnTo>
                  <a:pt x="2285935" y="107238"/>
                </a:lnTo>
                <a:cubicBezTo>
                  <a:pt x="2282849" y="107238"/>
                  <a:pt x="2278031" y="107238"/>
                  <a:pt x="2278031" y="113213"/>
                </a:cubicBezTo>
                <a:cubicBezTo>
                  <a:pt x="2278031" y="118997"/>
                  <a:pt x="2283235" y="118997"/>
                  <a:pt x="2285935" y="118997"/>
                </a:cubicBezTo>
                <a:lnTo>
                  <a:pt x="2315432" y="118997"/>
                </a:lnTo>
                <a:cubicBezTo>
                  <a:pt x="2318130" y="118997"/>
                  <a:pt x="2323143" y="118997"/>
                  <a:pt x="2323143" y="113213"/>
                </a:cubicBezTo>
                <a:close/>
                <a:moveTo>
                  <a:pt x="2415104" y="97939"/>
                </a:moveTo>
                <a:cubicBezTo>
                  <a:pt x="2415104" y="92528"/>
                  <a:pt x="2409514" y="92528"/>
                  <a:pt x="2408358" y="92528"/>
                </a:cubicBezTo>
                <a:cubicBezTo>
                  <a:pt x="2404887" y="92528"/>
                  <a:pt x="2403346" y="93108"/>
                  <a:pt x="2401995" y="96779"/>
                </a:cubicBezTo>
                <a:cubicBezTo>
                  <a:pt x="2397753" y="106614"/>
                  <a:pt x="2387342" y="108350"/>
                  <a:pt x="2381944" y="108350"/>
                </a:cubicBezTo>
                <a:cubicBezTo>
                  <a:pt x="2367485" y="108350"/>
                  <a:pt x="2353027" y="98709"/>
                  <a:pt x="2349941" y="82093"/>
                </a:cubicBezTo>
                <a:lnTo>
                  <a:pt x="2407393" y="82093"/>
                </a:lnTo>
                <a:cubicBezTo>
                  <a:pt x="2411441" y="82093"/>
                  <a:pt x="2415104" y="82093"/>
                  <a:pt x="2415104" y="74962"/>
                </a:cubicBezTo>
                <a:cubicBezTo>
                  <a:pt x="2415104" y="52976"/>
                  <a:pt x="2402766" y="34080"/>
                  <a:pt x="2377702" y="34080"/>
                </a:cubicBezTo>
                <a:cubicBezTo>
                  <a:pt x="2354759" y="34080"/>
                  <a:pt x="2336253" y="53365"/>
                  <a:pt x="2336253" y="77083"/>
                </a:cubicBezTo>
                <a:cubicBezTo>
                  <a:pt x="2336253" y="100639"/>
                  <a:pt x="2355724" y="120127"/>
                  <a:pt x="2380594" y="120127"/>
                </a:cubicBezTo>
                <a:cubicBezTo>
                  <a:pt x="2406043" y="120127"/>
                  <a:pt x="2415104" y="102766"/>
                  <a:pt x="2415104" y="97936"/>
                </a:cubicBezTo>
                <a:lnTo>
                  <a:pt x="2415104" y="97939"/>
                </a:lnTo>
                <a:moveTo>
                  <a:pt x="2401416" y="70525"/>
                </a:moveTo>
                <a:lnTo>
                  <a:pt x="2350135" y="70525"/>
                </a:lnTo>
                <a:cubicBezTo>
                  <a:pt x="2352832" y="56448"/>
                  <a:pt x="2364208" y="45842"/>
                  <a:pt x="2377702" y="45842"/>
                </a:cubicBezTo>
                <a:cubicBezTo>
                  <a:pt x="2387728" y="45842"/>
                  <a:pt x="2399680" y="50664"/>
                  <a:pt x="2401416" y="70525"/>
                </a:cubicBezTo>
                <a:close/>
                <a:moveTo>
                  <a:pt x="2520756" y="46789"/>
                </a:moveTo>
                <a:cubicBezTo>
                  <a:pt x="2520756" y="42932"/>
                  <a:pt x="2518441" y="34833"/>
                  <a:pt x="2502440" y="34833"/>
                </a:cubicBezTo>
                <a:cubicBezTo>
                  <a:pt x="2492606" y="34833"/>
                  <a:pt x="2480268" y="38305"/>
                  <a:pt x="2469666" y="50452"/>
                </a:cubicBezTo>
                <a:lnTo>
                  <a:pt x="2469666" y="43897"/>
                </a:lnTo>
                <a:cubicBezTo>
                  <a:pt x="2469666" y="37893"/>
                  <a:pt x="2468507" y="35963"/>
                  <a:pt x="2461953" y="35963"/>
                </a:cubicBezTo>
                <a:lnTo>
                  <a:pt x="2440745" y="35963"/>
                </a:lnTo>
                <a:cubicBezTo>
                  <a:pt x="2437854" y="35963"/>
                  <a:pt x="2433035" y="35963"/>
                  <a:pt x="2433035" y="41750"/>
                </a:cubicBezTo>
                <a:cubicBezTo>
                  <a:pt x="2433035" y="47725"/>
                  <a:pt x="2437663" y="47725"/>
                  <a:pt x="2440745" y="47725"/>
                </a:cubicBezTo>
                <a:lnTo>
                  <a:pt x="2456363" y="47725"/>
                </a:lnTo>
                <a:lnTo>
                  <a:pt x="2456363" y="107238"/>
                </a:lnTo>
                <a:lnTo>
                  <a:pt x="2440745" y="107238"/>
                </a:lnTo>
                <a:cubicBezTo>
                  <a:pt x="2437854" y="107238"/>
                  <a:pt x="2433035" y="107238"/>
                  <a:pt x="2433035" y="113022"/>
                </a:cubicBezTo>
                <a:cubicBezTo>
                  <a:pt x="2433035" y="118997"/>
                  <a:pt x="2437663" y="118997"/>
                  <a:pt x="2440745" y="118997"/>
                </a:cubicBezTo>
                <a:lnTo>
                  <a:pt x="2491064" y="118997"/>
                </a:lnTo>
                <a:cubicBezTo>
                  <a:pt x="2493956" y="118997"/>
                  <a:pt x="2498969" y="118997"/>
                  <a:pt x="2498969" y="113213"/>
                </a:cubicBezTo>
                <a:cubicBezTo>
                  <a:pt x="2498969" y="107238"/>
                  <a:pt x="2493956" y="107238"/>
                  <a:pt x="2491064" y="107238"/>
                </a:cubicBezTo>
                <a:lnTo>
                  <a:pt x="2469666" y="107238"/>
                </a:lnTo>
                <a:lnTo>
                  <a:pt x="2469666" y="83164"/>
                </a:lnTo>
                <a:cubicBezTo>
                  <a:pt x="2469666" y="65106"/>
                  <a:pt x="2481039" y="46595"/>
                  <a:pt x="2504367" y="46595"/>
                </a:cubicBezTo>
                <a:cubicBezTo>
                  <a:pt x="2504561" y="51223"/>
                  <a:pt x="2507838" y="55080"/>
                  <a:pt x="2512657" y="55080"/>
                </a:cubicBezTo>
                <a:cubicBezTo>
                  <a:pt x="2516899" y="55080"/>
                  <a:pt x="2520756" y="51994"/>
                  <a:pt x="2520756" y="46789"/>
                </a:cubicBezTo>
                <a:close/>
                <a:moveTo>
                  <a:pt x="2617535" y="97939"/>
                </a:moveTo>
                <a:cubicBezTo>
                  <a:pt x="2617535" y="92528"/>
                  <a:pt x="2611946" y="92528"/>
                  <a:pt x="2610790" y="92528"/>
                </a:cubicBezTo>
                <a:cubicBezTo>
                  <a:pt x="2607318" y="92528"/>
                  <a:pt x="2605777" y="93108"/>
                  <a:pt x="2604427" y="96779"/>
                </a:cubicBezTo>
                <a:cubicBezTo>
                  <a:pt x="2600185" y="106614"/>
                  <a:pt x="2589774" y="108350"/>
                  <a:pt x="2584375" y="108350"/>
                </a:cubicBezTo>
                <a:cubicBezTo>
                  <a:pt x="2569917" y="108350"/>
                  <a:pt x="2555458" y="98709"/>
                  <a:pt x="2552372" y="82093"/>
                </a:cubicBezTo>
                <a:lnTo>
                  <a:pt x="2609825" y="82093"/>
                </a:lnTo>
                <a:cubicBezTo>
                  <a:pt x="2613873" y="82093"/>
                  <a:pt x="2617535" y="82093"/>
                  <a:pt x="2617535" y="74962"/>
                </a:cubicBezTo>
                <a:cubicBezTo>
                  <a:pt x="2617535" y="52976"/>
                  <a:pt x="2605197" y="34080"/>
                  <a:pt x="2580133" y="34080"/>
                </a:cubicBezTo>
                <a:cubicBezTo>
                  <a:pt x="2557191" y="34080"/>
                  <a:pt x="2538684" y="53365"/>
                  <a:pt x="2538684" y="77083"/>
                </a:cubicBezTo>
                <a:cubicBezTo>
                  <a:pt x="2538684" y="100639"/>
                  <a:pt x="2558155" y="120127"/>
                  <a:pt x="2583025" y="120127"/>
                </a:cubicBezTo>
                <a:cubicBezTo>
                  <a:pt x="2608474" y="120127"/>
                  <a:pt x="2617535" y="102766"/>
                  <a:pt x="2617535" y="97936"/>
                </a:cubicBezTo>
                <a:lnTo>
                  <a:pt x="2617535" y="97939"/>
                </a:lnTo>
                <a:moveTo>
                  <a:pt x="2603847" y="70525"/>
                </a:moveTo>
                <a:lnTo>
                  <a:pt x="2552566" y="70525"/>
                </a:lnTo>
                <a:cubicBezTo>
                  <a:pt x="2555264" y="56448"/>
                  <a:pt x="2566640" y="45842"/>
                  <a:pt x="2580133" y="45842"/>
                </a:cubicBezTo>
                <a:cubicBezTo>
                  <a:pt x="2590159" y="45842"/>
                  <a:pt x="2602111" y="50664"/>
                  <a:pt x="2603847" y="705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returnbest_so_far">
            <a:extLst xmlns:a="http://schemas.openxmlformats.org/drawingml/2006/main">
              <a:ext uri="{FF2B5EF4-FFF2-40B4-BE49-F238E27FC236}">
                <a16:creationId xmlns:a16="http://schemas.microsoft.com/office/drawing/2014/main" id="{46F5A8E2-6898-447E-AC1C-A9327888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200" y="5075998"/>
            <a:ext cx="1808389" cy="151194"/>
          </a:xfrm>
          <a:custGeom xmlns:a="http://schemas.openxmlformats.org/drawingml/2006/main">
            <a:pathLst>
              <a:path w="1808389" h="151194">
                <a:moveTo>
                  <a:pt x="87721" y="46789"/>
                </a:moveTo>
                <a:cubicBezTo>
                  <a:pt x="87721" y="42932"/>
                  <a:pt x="85406" y="34833"/>
                  <a:pt x="69405" y="34833"/>
                </a:cubicBezTo>
                <a:cubicBezTo>
                  <a:pt x="59571" y="34833"/>
                  <a:pt x="47233" y="38305"/>
                  <a:pt x="36631" y="50452"/>
                </a:cubicBezTo>
                <a:lnTo>
                  <a:pt x="36631" y="43897"/>
                </a:lnTo>
                <a:cubicBezTo>
                  <a:pt x="36631" y="37893"/>
                  <a:pt x="35472" y="35963"/>
                  <a:pt x="28918" y="35963"/>
                </a:cubicBezTo>
                <a:lnTo>
                  <a:pt x="7710" y="35963"/>
                </a:lnTo>
                <a:cubicBezTo>
                  <a:pt x="4819" y="35963"/>
                  <a:pt x="0" y="35963"/>
                  <a:pt x="0" y="41750"/>
                </a:cubicBezTo>
                <a:cubicBezTo>
                  <a:pt x="0" y="47725"/>
                  <a:pt x="4627" y="47725"/>
                  <a:pt x="7710" y="47725"/>
                </a:cubicBezTo>
                <a:lnTo>
                  <a:pt x="23328" y="47725"/>
                </a:lnTo>
                <a:lnTo>
                  <a:pt x="23328" y="107238"/>
                </a:lnTo>
                <a:lnTo>
                  <a:pt x="7710" y="107238"/>
                </a:lnTo>
                <a:cubicBezTo>
                  <a:pt x="4819" y="107238"/>
                  <a:pt x="0" y="107238"/>
                  <a:pt x="0" y="113022"/>
                </a:cubicBezTo>
                <a:cubicBezTo>
                  <a:pt x="0" y="118997"/>
                  <a:pt x="4627" y="118997"/>
                  <a:pt x="7710" y="118997"/>
                </a:cubicBezTo>
                <a:lnTo>
                  <a:pt x="58029" y="118997"/>
                </a:lnTo>
                <a:cubicBezTo>
                  <a:pt x="60921" y="118997"/>
                  <a:pt x="65934" y="118997"/>
                  <a:pt x="65934" y="113213"/>
                </a:cubicBezTo>
                <a:cubicBezTo>
                  <a:pt x="65934" y="107238"/>
                  <a:pt x="60921" y="107238"/>
                  <a:pt x="58029" y="107238"/>
                </a:cubicBezTo>
                <a:lnTo>
                  <a:pt x="36631" y="107238"/>
                </a:lnTo>
                <a:lnTo>
                  <a:pt x="36631" y="83164"/>
                </a:lnTo>
                <a:cubicBezTo>
                  <a:pt x="36631" y="65106"/>
                  <a:pt x="48004" y="46595"/>
                  <a:pt x="71332" y="46595"/>
                </a:cubicBezTo>
                <a:cubicBezTo>
                  <a:pt x="71526" y="51223"/>
                  <a:pt x="74803" y="55080"/>
                  <a:pt x="79622" y="55080"/>
                </a:cubicBezTo>
                <a:cubicBezTo>
                  <a:pt x="83864" y="55080"/>
                  <a:pt x="87721" y="51994"/>
                  <a:pt x="87721" y="46789"/>
                </a:cubicBezTo>
                <a:close/>
                <a:moveTo>
                  <a:pt x="184500" y="97939"/>
                </a:moveTo>
                <a:cubicBezTo>
                  <a:pt x="184500" y="92528"/>
                  <a:pt x="178911" y="92528"/>
                  <a:pt x="177755" y="92528"/>
                </a:cubicBezTo>
                <a:cubicBezTo>
                  <a:pt x="174284" y="92528"/>
                  <a:pt x="172742" y="93108"/>
                  <a:pt x="171392" y="96779"/>
                </a:cubicBezTo>
                <a:cubicBezTo>
                  <a:pt x="167150" y="106614"/>
                  <a:pt x="156739" y="108350"/>
                  <a:pt x="151341" y="108350"/>
                </a:cubicBezTo>
                <a:cubicBezTo>
                  <a:pt x="136882" y="108350"/>
                  <a:pt x="122423" y="98709"/>
                  <a:pt x="119337" y="82093"/>
                </a:cubicBezTo>
                <a:lnTo>
                  <a:pt x="176790" y="82093"/>
                </a:lnTo>
                <a:cubicBezTo>
                  <a:pt x="180838" y="82093"/>
                  <a:pt x="184500" y="82093"/>
                  <a:pt x="184500" y="74962"/>
                </a:cubicBezTo>
                <a:cubicBezTo>
                  <a:pt x="184500" y="52976"/>
                  <a:pt x="172162" y="34080"/>
                  <a:pt x="147099" y="34080"/>
                </a:cubicBezTo>
                <a:cubicBezTo>
                  <a:pt x="124156" y="34080"/>
                  <a:pt x="105649" y="53365"/>
                  <a:pt x="105649" y="77083"/>
                </a:cubicBezTo>
                <a:cubicBezTo>
                  <a:pt x="105649" y="100639"/>
                  <a:pt x="125121" y="120127"/>
                  <a:pt x="149990" y="120127"/>
                </a:cubicBezTo>
                <a:cubicBezTo>
                  <a:pt x="175440" y="120127"/>
                  <a:pt x="184500" y="102766"/>
                  <a:pt x="184500" y="97936"/>
                </a:cubicBezTo>
                <a:lnTo>
                  <a:pt x="184500" y="97939"/>
                </a:lnTo>
                <a:moveTo>
                  <a:pt x="170812" y="70525"/>
                </a:moveTo>
                <a:lnTo>
                  <a:pt x="119531" y="70525"/>
                </a:lnTo>
                <a:cubicBezTo>
                  <a:pt x="122229" y="56448"/>
                  <a:pt x="133605" y="45842"/>
                  <a:pt x="147099" y="45842"/>
                </a:cubicBezTo>
                <a:cubicBezTo>
                  <a:pt x="157124" y="45842"/>
                  <a:pt x="169077" y="50664"/>
                  <a:pt x="170812" y="70525"/>
                </a:cubicBezTo>
                <a:close/>
                <a:moveTo>
                  <a:pt x="282824" y="94699"/>
                </a:moveTo>
                <a:cubicBezTo>
                  <a:pt x="282824" y="91234"/>
                  <a:pt x="282824" y="87191"/>
                  <a:pt x="276076" y="87191"/>
                </a:cubicBezTo>
                <a:cubicBezTo>
                  <a:pt x="269716" y="87191"/>
                  <a:pt x="269522" y="91234"/>
                  <a:pt x="269522" y="94505"/>
                </a:cubicBezTo>
                <a:cubicBezTo>
                  <a:pt x="269330" y="106441"/>
                  <a:pt x="258340" y="108368"/>
                  <a:pt x="253907" y="108368"/>
                </a:cubicBezTo>
                <a:cubicBezTo>
                  <a:pt x="239062" y="108368"/>
                  <a:pt x="239062" y="98356"/>
                  <a:pt x="239062" y="93543"/>
                </a:cubicBezTo>
                <a:lnTo>
                  <a:pt x="239062" y="47725"/>
                </a:lnTo>
                <a:lnTo>
                  <a:pt x="270678" y="47725"/>
                </a:lnTo>
                <a:cubicBezTo>
                  <a:pt x="273569" y="47725"/>
                  <a:pt x="278391" y="47725"/>
                  <a:pt x="278391" y="41941"/>
                </a:cubicBezTo>
                <a:cubicBezTo>
                  <a:pt x="278391" y="35963"/>
                  <a:pt x="273764" y="35963"/>
                  <a:pt x="270678" y="35963"/>
                </a:cubicBezTo>
                <a:lnTo>
                  <a:pt x="239062" y="35963"/>
                </a:lnTo>
                <a:lnTo>
                  <a:pt x="239062" y="20156"/>
                </a:lnTo>
                <a:cubicBezTo>
                  <a:pt x="239062" y="16490"/>
                  <a:pt x="239062" y="12250"/>
                  <a:pt x="232505" y="12250"/>
                </a:cubicBezTo>
                <a:cubicBezTo>
                  <a:pt x="225760" y="12250"/>
                  <a:pt x="225760" y="16299"/>
                  <a:pt x="225760" y="20156"/>
                </a:cubicBezTo>
                <a:lnTo>
                  <a:pt x="225760" y="35963"/>
                </a:lnTo>
                <a:lnTo>
                  <a:pt x="208986" y="35963"/>
                </a:lnTo>
                <a:cubicBezTo>
                  <a:pt x="205900" y="35963"/>
                  <a:pt x="201081" y="35963"/>
                  <a:pt x="201081" y="41941"/>
                </a:cubicBezTo>
                <a:cubicBezTo>
                  <a:pt x="201081" y="47725"/>
                  <a:pt x="205900" y="47725"/>
                  <a:pt x="208792" y="47725"/>
                </a:cubicBezTo>
                <a:lnTo>
                  <a:pt x="225760" y="47725"/>
                </a:lnTo>
                <a:lnTo>
                  <a:pt x="225760" y="94699"/>
                </a:lnTo>
                <a:cubicBezTo>
                  <a:pt x="225760" y="113187"/>
                  <a:pt x="238868" y="120127"/>
                  <a:pt x="252942" y="120127"/>
                </a:cubicBezTo>
                <a:cubicBezTo>
                  <a:pt x="267209" y="120127"/>
                  <a:pt x="282824" y="111836"/>
                  <a:pt x="282824" y="94699"/>
                </a:cubicBezTo>
                <a:close/>
                <a:moveTo>
                  <a:pt x="396187" y="113022"/>
                </a:moveTo>
                <a:cubicBezTo>
                  <a:pt x="396187" y="107238"/>
                  <a:pt x="391174" y="107238"/>
                  <a:pt x="388476" y="107238"/>
                </a:cubicBezTo>
                <a:lnTo>
                  <a:pt x="379798" y="107238"/>
                </a:lnTo>
                <a:lnTo>
                  <a:pt x="379798" y="43868"/>
                </a:lnTo>
                <a:cubicBezTo>
                  <a:pt x="379798" y="37893"/>
                  <a:pt x="378642" y="35963"/>
                  <a:pt x="372088" y="35963"/>
                </a:cubicBezTo>
                <a:lnTo>
                  <a:pt x="358014" y="35963"/>
                </a:lnTo>
                <a:cubicBezTo>
                  <a:pt x="354928" y="35963"/>
                  <a:pt x="350110" y="35963"/>
                  <a:pt x="350110" y="41941"/>
                </a:cubicBezTo>
                <a:cubicBezTo>
                  <a:pt x="350110" y="47725"/>
                  <a:pt x="355122" y="47725"/>
                  <a:pt x="357820" y="47725"/>
                </a:cubicBezTo>
                <a:lnTo>
                  <a:pt x="366495" y="47725"/>
                </a:lnTo>
                <a:lnTo>
                  <a:pt x="366495" y="88748"/>
                </a:lnTo>
                <a:cubicBezTo>
                  <a:pt x="366495" y="106058"/>
                  <a:pt x="350880" y="108368"/>
                  <a:pt x="344712" y="108368"/>
                </a:cubicBezTo>
                <a:cubicBezTo>
                  <a:pt x="329479" y="108368"/>
                  <a:pt x="329479" y="102013"/>
                  <a:pt x="329479" y="95853"/>
                </a:cubicBezTo>
                <a:lnTo>
                  <a:pt x="329479" y="43868"/>
                </a:lnTo>
                <a:cubicBezTo>
                  <a:pt x="329479" y="37893"/>
                  <a:pt x="328323" y="35963"/>
                  <a:pt x="321769" y="35963"/>
                </a:cubicBezTo>
                <a:lnTo>
                  <a:pt x="307695" y="35963"/>
                </a:lnTo>
                <a:cubicBezTo>
                  <a:pt x="304609" y="35963"/>
                  <a:pt x="299791" y="35963"/>
                  <a:pt x="299791" y="41941"/>
                </a:cubicBezTo>
                <a:cubicBezTo>
                  <a:pt x="299791" y="47725"/>
                  <a:pt x="304803" y="47725"/>
                  <a:pt x="307501" y="47725"/>
                </a:cubicBezTo>
                <a:lnTo>
                  <a:pt x="316179" y="47725"/>
                </a:lnTo>
                <a:lnTo>
                  <a:pt x="316179" y="97009"/>
                </a:lnTo>
                <a:cubicBezTo>
                  <a:pt x="316179" y="115502"/>
                  <a:pt x="329479" y="120127"/>
                  <a:pt x="343555" y="120127"/>
                </a:cubicBezTo>
                <a:cubicBezTo>
                  <a:pt x="351460" y="120127"/>
                  <a:pt x="359365" y="118200"/>
                  <a:pt x="366495" y="112801"/>
                </a:cubicBezTo>
                <a:cubicBezTo>
                  <a:pt x="366690" y="118997"/>
                  <a:pt x="370737" y="118997"/>
                  <a:pt x="374209" y="118997"/>
                </a:cubicBezTo>
                <a:lnTo>
                  <a:pt x="388282" y="118997"/>
                </a:lnTo>
                <a:cubicBezTo>
                  <a:pt x="391368" y="118997"/>
                  <a:pt x="396187" y="118997"/>
                  <a:pt x="396187" y="113022"/>
                </a:cubicBezTo>
                <a:close/>
                <a:moveTo>
                  <a:pt x="492584" y="46789"/>
                </a:moveTo>
                <a:cubicBezTo>
                  <a:pt x="492584" y="42932"/>
                  <a:pt x="490269" y="34833"/>
                  <a:pt x="474268" y="34833"/>
                </a:cubicBezTo>
                <a:cubicBezTo>
                  <a:pt x="464434" y="34833"/>
                  <a:pt x="452096" y="38305"/>
                  <a:pt x="441494" y="50452"/>
                </a:cubicBezTo>
                <a:lnTo>
                  <a:pt x="441494" y="43897"/>
                </a:lnTo>
                <a:cubicBezTo>
                  <a:pt x="441494" y="37893"/>
                  <a:pt x="440335" y="35963"/>
                  <a:pt x="433781" y="35963"/>
                </a:cubicBezTo>
                <a:lnTo>
                  <a:pt x="412573" y="35963"/>
                </a:lnTo>
                <a:cubicBezTo>
                  <a:pt x="409682" y="35963"/>
                  <a:pt x="404863" y="35963"/>
                  <a:pt x="404863" y="41750"/>
                </a:cubicBezTo>
                <a:cubicBezTo>
                  <a:pt x="404863" y="47725"/>
                  <a:pt x="409491" y="47725"/>
                  <a:pt x="412573" y="47725"/>
                </a:cubicBezTo>
                <a:lnTo>
                  <a:pt x="428191" y="47725"/>
                </a:lnTo>
                <a:lnTo>
                  <a:pt x="428191" y="107238"/>
                </a:lnTo>
                <a:lnTo>
                  <a:pt x="412573" y="107238"/>
                </a:lnTo>
                <a:cubicBezTo>
                  <a:pt x="409682" y="107238"/>
                  <a:pt x="404863" y="107238"/>
                  <a:pt x="404863" y="113022"/>
                </a:cubicBezTo>
                <a:cubicBezTo>
                  <a:pt x="404863" y="118997"/>
                  <a:pt x="409491" y="118997"/>
                  <a:pt x="412573" y="118997"/>
                </a:cubicBezTo>
                <a:lnTo>
                  <a:pt x="462892" y="118997"/>
                </a:lnTo>
                <a:cubicBezTo>
                  <a:pt x="465784" y="118997"/>
                  <a:pt x="470797" y="118997"/>
                  <a:pt x="470797" y="113213"/>
                </a:cubicBezTo>
                <a:cubicBezTo>
                  <a:pt x="470797" y="107238"/>
                  <a:pt x="465784" y="107238"/>
                  <a:pt x="462892" y="107238"/>
                </a:cubicBezTo>
                <a:lnTo>
                  <a:pt x="441494" y="107238"/>
                </a:lnTo>
                <a:lnTo>
                  <a:pt x="441494" y="83164"/>
                </a:lnTo>
                <a:cubicBezTo>
                  <a:pt x="441494" y="65106"/>
                  <a:pt x="452867" y="46595"/>
                  <a:pt x="476195" y="46595"/>
                </a:cubicBezTo>
                <a:cubicBezTo>
                  <a:pt x="476389" y="51223"/>
                  <a:pt x="479666" y="55080"/>
                  <a:pt x="484485" y="55080"/>
                </a:cubicBezTo>
                <a:cubicBezTo>
                  <a:pt x="488727" y="55080"/>
                  <a:pt x="492584" y="51994"/>
                  <a:pt x="492584" y="46789"/>
                </a:cubicBezTo>
                <a:close/>
                <a:moveTo>
                  <a:pt x="598618" y="113213"/>
                </a:moveTo>
                <a:cubicBezTo>
                  <a:pt x="598618" y="107238"/>
                  <a:pt x="593800" y="107238"/>
                  <a:pt x="590714" y="107238"/>
                </a:cubicBezTo>
                <a:lnTo>
                  <a:pt x="582230" y="107238"/>
                </a:lnTo>
                <a:lnTo>
                  <a:pt x="582230" y="62576"/>
                </a:lnTo>
                <a:cubicBezTo>
                  <a:pt x="582230" y="43126"/>
                  <a:pt x="572398" y="34833"/>
                  <a:pt x="557169" y="34833"/>
                </a:cubicBezTo>
                <a:cubicBezTo>
                  <a:pt x="544251" y="34833"/>
                  <a:pt x="535576" y="41391"/>
                  <a:pt x="531911" y="45053"/>
                </a:cubicBezTo>
                <a:cubicBezTo>
                  <a:pt x="531911" y="38858"/>
                  <a:pt x="531911" y="35963"/>
                  <a:pt x="524200" y="35963"/>
                </a:cubicBezTo>
                <a:lnTo>
                  <a:pt x="510127" y="35963"/>
                </a:lnTo>
                <a:cubicBezTo>
                  <a:pt x="507041" y="35963"/>
                  <a:pt x="502222" y="35963"/>
                  <a:pt x="502222" y="41941"/>
                </a:cubicBezTo>
                <a:cubicBezTo>
                  <a:pt x="502222" y="47725"/>
                  <a:pt x="507235" y="47725"/>
                  <a:pt x="509933" y="47725"/>
                </a:cubicBezTo>
                <a:lnTo>
                  <a:pt x="518611" y="47725"/>
                </a:lnTo>
                <a:lnTo>
                  <a:pt x="518611" y="107238"/>
                </a:lnTo>
                <a:lnTo>
                  <a:pt x="510127" y="107238"/>
                </a:lnTo>
                <a:cubicBezTo>
                  <a:pt x="507041" y="107238"/>
                  <a:pt x="502222" y="107238"/>
                  <a:pt x="502222" y="113213"/>
                </a:cubicBezTo>
                <a:cubicBezTo>
                  <a:pt x="502222" y="118997"/>
                  <a:pt x="507235" y="118997"/>
                  <a:pt x="509933" y="118997"/>
                </a:cubicBezTo>
                <a:lnTo>
                  <a:pt x="540589" y="118997"/>
                </a:lnTo>
                <a:cubicBezTo>
                  <a:pt x="543286" y="118997"/>
                  <a:pt x="548299" y="118997"/>
                  <a:pt x="548299" y="113213"/>
                </a:cubicBezTo>
                <a:cubicBezTo>
                  <a:pt x="548299" y="107238"/>
                  <a:pt x="543481" y="107238"/>
                  <a:pt x="540395" y="107238"/>
                </a:cubicBezTo>
                <a:lnTo>
                  <a:pt x="531911" y="107238"/>
                </a:lnTo>
                <a:lnTo>
                  <a:pt x="531911" y="73149"/>
                </a:lnTo>
                <a:cubicBezTo>
                  <a:pt x="531911" y="53912"/>
                  <a:pt x="546178" y="46595"/>
                  <a:pt x="556013" y="46595"/>
                </a:cubicBezTo>
                <a:cubicBezTo>
                  <a:pt x="566229" y="46595"/>
                  <a:pt x="568927" y="51988"/>
                  <a:pt x="568927" y="63538"/>
                </a:cubicBezTo>
                <a:lnTo>
                  <a:pt x="568927" y="107238"/>
                </a:lnTo>
                <a:lnTo>
                  <a:pt x="561411" y="107238"/>
                </a:lnTo>
                <a:cubicBezTo>
                  <a:pt x="558325" y="107238"/>
                  <a:pt x="553506" y="107238"/>
                  <a:pt x="553506" y="113213"/>
                </a:cubicBezTo>
                <a:cubicBezTo>
                  <a:pt x="553506" y="118997"/>
                  <a:pt x="558710" y="118997"/>
                  <a:pt x="561411" y="118997"/>
                </a:cubicBezTo>
                <a:lnTo>
                  <a:pt x="590908" y="118997"/>
                </a:lnTo>
                <a:cubicBezTo>
                  <a:pt x="593605" y="118997"/>
                  <a:pt x="598618" y="118997"/>
                  <a:pt x="598618" y="113213"/>
                </a:cubicBezTo>
                <a:close/>
                <a:moveTo>
                  <a:pt x="796422" y="77386"/>
                </a:moveTo>
                <a:cubicBezTo>
                  <a:pt x="796422" y="53715"/>
                  <a:pt x="779263" y="34833"/>
                  <a:pt x="758829" y="34833"/>
                </a:cubicBezTo>
                <a:cubicBezTo>
                  <a:pt x="749575" y="34833"/>
                  <a:pt x="740899" y="38305"/>
                  <a:pt x="734342" y="44283"/>
                </a:cubicBezTo>
                <a:lnTo>
                  <a:pt x="734342" y="9035"/>
                </a:lnTo>
                <a:cubicBezTo>
                  <a:pt x="734342" y="3060"/>
                  <a:pt x="733186" y="1130"/>
                  <a:pt x="726632" y="1130"/>
                </a:cubicBezTo>
                <a:lnTo>
                  <a:pt x="712558" y="1130"/>
                </a:lnTo>
                <a:cubicBezTo>
                  <a:pt x="709472" y="1130"/>
                  <a:pt x="704654" y="1130"/>
                  <a:pt x="704654" y="7108"/>
                </a:cubicBezTo>
                <a:cubicBezTo>
                  <a:pt x="704654" y="12892"/>
                  <a:pt x="709667" y="12892"/>
                  <a:pt x="712364" y="12892"/>
                </a:cubicBezTo>
                <a:lnTo>
                  <a:pt x="721042" y="12892"/>
                </a:lnTo>
                <a:lnTo>
                  <a:pt x="721042" y="111066"/>
                </a:lnTo>
                <a:cubicBezTo>
                  <a:pt x="721042" y="114923"/>
                  <a:pt x="721042" y="118971"/>
                  <a:pt x="727788" y="118971"/>
                </a:cubicBezTo>
                <a:cubicBezTo>
                  <a:pt x="734342" y="118971"/>
                  <a:pt x="734342" y="115117"/>
                  <a:pt x="734342" y="110295"/>
                </a:cubicBezTo>
                <a:cubicBezTo>
                  <a:pt x="742247" y="118394"/>
                  <a:pt x="750539" y="120127"/>
                  <a:pt x="756708" y="120127"/>
                </a:cubicBezTo>
                <a:cubicBezTo>
                  <a:pt x="777721" y="120127"/>
                  <a:pt x="796422" y="101825"/>
                  <a:pt x="796422" y="77386"/>
                </a:cubicBezTo>
                <a:moveTo>
                  <a:pt x="783120" y="77386"/>
                </a:moveTo>
                <a:cubicBezTo>
                  <a:pt x="783120" y="95859"/>
                  <a:pt x="769626" y="108368"/>
                  <a:pt x="756129" y="108368"/>
                </a:cubicBezTo>
                <a:cubicBezTo>
                  <a:pt x="741091" y="108368"/>
                  <a:pt x="734342" y="91434"/>
                  <a:pt x="734342" y="82196"/>
                </a:cubicBezTo>
                <a:lnTo>
                  <a:pt x="734342" y="68148"/>
                </a:lnTo>
                <a:cubicBezTo>
                  <a:pt x="734342" y="56795"/>
                  <a:pt x="745527" y="46595"/>
                  <a:pt x="757670" y="46595"/>
                </a:cubicBezTo>
                <a:cubicBezTo>
                  <a:pt x="771938" y="46595"/>
                  <a:pt x="783120" y="60643"/>
                  <a:pt x="783120" y="77386"/>
                </a:cubicBezTo>
                <a:close/>
                <a:moveTo>
                  <a:pt x="893011" y="97939"/>
                </a:moveTo>
                <a:cubicBezTo>
                  <a:pt x="893011" y="92528"/>
                  <a:pt x="887421" y="92528"/>
                  <a:pt x="886265" y="92528"/>
                </a:cubicBezTo>
                <a:cubicBezTo>
                  <a:pt x="882794" y="92528"/>
                  <a:pt x="881252" y="93108"/>
                  <a:pt x="879902" y="96779"/>
                </a:cubicBezTo>
                <a:cubicBezTo>
                  <a:pt x="875660" y="106614"/>
                  <a:pt x="865249" y="108350"/>
                  <a:pt x="859851" y="108350"/>
                </a:cubicBezTo>
                <a:cubicBezTo>
                  <a:pt x="845392" y="108350"/>
                  <a:pt x="830933" y="98709"/>
                  <a:pt x="827848" y="82093"/>
                </a:cubicBezTo>
                <a:lnTo>
                  <a:pt x="885300" y="82093"/>
                </a:lnTo>
                <a:cubicBezTo>
                  <a:pt x="889348" y="82093"/>
                  <a:pt x="893011" y="82093"/>
                  <a:pt x="893011" y="74962"/>
                </a:cubicBezTo>
                <a:cubicBezTo>
                  <a:pt x="893011" y="52976"/>
                  <a:pt x="880673" y="34080"/>
                  <a:pt x="855609" y="34080"/>
                </a:cubicBezTo>
                <a:cubicBezTo>
                  <a:pt x="832666" y="34080"/>
                  <a:pt x="814159" y="53365"/>
                  <a:pt x="814159" y="77083"/>
                </a:cubicBezTo>
                <a:cubicBezTo>
                  <a:pt x="814159" y="100639"/>
                  <a:pt x="833631" y="120127"/>
                  <a:pt x="858501" y="120127"/>
                </a:cubicBezTo>
                <a:cubicBezTo>
                  <a:pt x="883950" y="120127"/>
                  <a:pt x="893011" y="102766"/>
                  <a:pt x="893011" y="97936"/>
                </a:cubicBezTo>
                <a:lnTo>
                  <a:pt x="893011" y="97939"/>
                </a:lnTo>
                <a:moveTo>
                  <a:pt x="879323" y="70525"/>
                </a:moveTo>
                <a:lnTo>
                  <a:pt x="828042" y="70525"/>
                </a:lnTo>
                <a:cubicBezTo>
                  <a:pt x="830739" y="56448"/>
                  <a:pt x="842115" y="45842"/>
                  <a:pt x="855609" y="45842"/>
                </a:cubicBezTo>
                <a:cubicBezTo>
                  <a:pt x="865635" y="45842"/>
                  <a:pt x="877587" y="50664"/>
                  <a:pt x="879323" y="70525"/>
                </a:cubicBezTo>
                <a:close/>
                <a:moveTo>
                  <a:pt x="993265" y="94858"/>
                </a:moveTo>
                <a:cubicBezTo>
                  <a:pt x="993265" y="74788"/>
                  <a:pt x="968392" y="70737"/>
                  <a:pt x="962223" y="69772"/>
                </a:cubicBezTo>
                <a:lnTo>
                  <a:pt x="949114" y="67457"/>
                </a:lnTo>
                <a:cubicBezTo>
                  <a:pt x="943522" y="66683"/>
                  <a:pt x="930414" y="64368"/>
                  <a:pt x="930414" y="56842"/>
                </a:cubicBezTo>
                <a:cubicBezTo>
                  <a:pt x="930414" y="51826"/>
                  <a:pt x="936582" y="45842"/>
                  <a:pt x="954898" y="45842"/>
                </a:cubicBezTo>
                <a:cubicBezTo>
                  <a:pt x="970898" y="45842"/>
                  <a:pt x="973599" y="51632"/>
                  <a:pt x="974178" y="56648"/>
                </a:cubicBezTo>
                <a:cubicBezTo>
                  <a:pt x="974370" y="59931"/>
                  <a:pt x="974755" y="63211"/>
                  <a:pt x="980733" y="63211"/>
                </a:cubicBezTo>
                <a:cubicBezTo>
                  <a:pt x="987481" y="63211"/>
                  <a:pt x="987481" y="59157"/>
                  <a:pt x="987481" y="55297"/>
                </a:cubicBezTo>
                <a:lnTo>
                  <a:pt x="987481" y="41985"/>
                </a:lnTo>
                <a:cubicBezTo>
                  <a:pt x="987481" y="38902"/>
                  <a:pt x="987481" y="34080"/>
                  <a:pt x="981695" y="34080"/>
                </a:cubicBezTo>
                <a:cubicBezTo>
                  <a:pt x="977070" y="34080"/>
                  <a:pt x="976296" y="36781"/>
                  <a:pt x="975911" y="38131"/>
                </a:cubicBezTo>
                <a:cubicBezTo>
                  <a:pt x="967430" y="34080"/>
                  <a:pt x="958946" y="34080"/>
                  <a:pt x="955283" y="34080"/>
                </a:cubicBezTo>
                <a:cubicBezTo>
                  <a:pt x="923086" y="34080"/>
                  <a:pt x="918652" y="49896"/>
                  <a:pt x="918652" y="56842"/>
                </a:cubicBezTo>
                <a:cubicBezTo>
                  <a:pt x="918652" y="74597"/>
                  <a:pt x="938895" y="77877"/>
                  <a:pt x="956634" y="80578"/>
                </a:cubicBezTo>
                <a:cubicBezTo>
                  <a:pt x="966080" y="82122"/>
                  <a:pt x="981503" y="84632"/>
                  <a:pt x="981503" y="94858"/>
                </a:cubicBezTo>
                <a:cubicBezTo>
                  <a:pt x="981503" y="101998"/>
                  <a:pt x="974370" y="108368"/>
                  <a:pt x="956825" y="108368"/>
                </a:cubicBezTo>
                <a:cubicBezTo>
                  <a:pt x="947764" y="108368"/>
                  <a:pt x="936968" y="106244"/>
                  <a:pt x="932149" y="91193"/>
                </a:cubicBezTo>
                <a:cubicBezTo>
                  <a:pt x="931184" y="87718"/>
                  <a:pt x="930414" y="85597"/>
                  <a:pt x="925401" y="85597"/>
                </a:cubicBezTo>
                <a:cubicBezTo>
                  <a:pt x="918652" y="85597"/>
                  <a:pt x="918652" y="89648"/>
                  <a:pt x="918652" y="93508"/>
                </a:cubicBezTo>
                <a:lnTo>
                  <a:pt x="918652" y="112225"/>
                </a:lnTo>
                <a:cubicBezTo>
                  <a:pt x="918652" y="115308"/>
                  <a:pt x="918652" y="120127"/>
                  <a:pt x="924436" y="120127"/>
                </a:cubicBezTo>
                <a:cubicBezTo>
                  <a:pt x="926172" y="120127"/>
                  <a:pt x="929257" y="119936"/>
                  <a:pt x="931570" y="112801"/>
                </a:cubicBezTo>
                <a:cubicBezTo>
                  <a:pt x="941016" y="119742"/>
                  <a:pt x="951235" y="120127"/>
                  <a:pt x="956634" y="120127"/>
                </a:cubicBezTo>
                <a:cubicBezTo>
                  <a:pt x="987093" y="120127"/>
                  <a:pt x="993265" y="104123"/>
                  <a:pt x="993265" y="94858"/>
                </a:cubicBezTo>
                <a:close/>
                <a:moveTo>
                  <a:pt x="1092550" y="94699"/>
                </a:moveTo>
                <a:cubicBezTo>
                  <a:pt x="1092550" y="91234"/>
                  <a:pt x="1092550" y="87191"/>
                  <a:pt x="1085802" y="87191"/>
                </a:cubicBezTo>
                <a:cubicBezTo>
                  <a:pt x="1079442" y="87191"/>
                  <a:pt x="1079248" y="91234"/>
                  <a:pt x="1079248" y="94505"/>
                </a:cubicBezTo>
                <a:cubicBezTo>
                  <a:pt x="1079057" y="106441"/>
                  <a:pt x="1068066" y="108368"/>
                  <a:pt x="1063633" y="108368"/>
                </a:cubicBezTo>
                <a:cubicBezTo>
                  <a:pt x="1048789" y="108368"/>
                  <a:pt x="1048789" y="98356"/>
                  <a:pt x="1048789" y="93543"/>
                </a:cubicBezTo>
                <a:lnTo>
                  <a:pt x="1048789" y="47725"/>
                </a:lnTo>
                <a:lnTo>
                  <a:pt x="1080404" y="47725"/>
                </a:lnTo>
                <a:cubicBezTo>
                  <a:pt x="1083296" y="47725"/>
                  <a:pt x="1088117" y="47725"/>
                  <a:pt x="1088117" y="41941"/>
                </a:cubicBezTo>
                <a:cubicBezTo>
                  <a:pt x="1088117" y="35963"/>
                  <a:pt x="1083490" y="35963"/>
                  <a:pt x="1080404" y="35963"/>
                </a:cubicBezTo>
                <a:lnTo>
                  <a:pt x="1048789" y="35963"/>
                </a:lnTo>
                <a:lnTo>
                  <a:pt x="1048789" y="20156"/>
                </a:lnTo>
                <a:cubicBezTo>
                  <a:pt x="1048789" y="16490"/>
                  <a:pt x="1048789" y="12250"/>
                  <a:pt x="1042231" y="12250"/>
                </a:cubicBezTo>
                <a:cubicBezTo>
                  <a:pt x="1035486" y="12250"/>
                  <a:pt x="1035486" y="16299"/>
                  <a:pt x="1035486" y="20156"/>
                </a:cubicBezTo>
                <a:lnTo>
                  <a:pt x="1035486" y="35963"/>
                </a:lnTo>
                <a:lnTo>
                  <a:pt x="1018712" y="35963"/>
                </a:lnTo>
                <a:cubicBezTo>
                  <a:pt x="1015626" y="35963"/>
                  <a:pt x="1010807" y="35963"/>
                  <a:pt x="1010807" y="41941"/>
                </a:cubicBezTo>
                <a:cubicBezTo>
                  <a:pt x="1010807" y="47725"/>
                  <a:pt x="1015626" y="47725"/>
                  <a:pt x="1018518" y="47725"/>
                </a:cubicBezTo>
                <a:lnTo>
                  <a:pt x="1035486" y="47725"/>
                </a:lnTo>
                <a:lnTo>
                  <a:pt x="1035486" y="94699"/>
                </a:lnTo>
                <a:cubicBezTo>
                  <a:pt x="1035486" y="113187"/>
                  <a:pt x="1048595" y="120127"/>
                  <a:pt x="1062668" y="120127"/>
                </a:cubicBezTo>
                <a:cubicBezTo>
                  <a:pt x="1076936" y="120127"/>
                  <a:pt x="1092550" y="111836"/>
                  <a:pt x="1092550" y="94699"/>
                </a:cubicBezTo>
                <a:close/>
                <a:moveTo>
                  <a:pt x="1197429" y="144448"/>
                </a:moveTo>
                <a:cubicBezTo>
                  <a:pt x="1197429" y="137699"/>
                  <a:pt x="1190683" y="137699"/>
                  <a:pt x="1188368" y="137699"/>
                </a:cubicBezTo>
                <a:lnTo>
                  <a:pt x="1127062" y="137699"/>
                </a:lnTo>
                <a:cubicBezTo>
                  <a:pt x="1124746" y="137699"/>
                  <a:pt x="1118001" y="137699"/>
                  <a:pt x="1118001" y="144448"/>
                </a:cubicBezTo>
                <a:cubicBezTo>
                  <a:pt x="1118001" y="151194"/>
                  <a:pt x="1124746" y="151194"/>
                  <a:pt x="1127062" y="151194"/>
                </a:cubicBezTo>
                <a:lnTo>
                  <a:pt x="1188368" y="151194"/>
                </a:lnTo>
                <a:cubicBezTo>
                  <a:pt x="1190683" y="151194"/>
                  <a:pt x="1197429" y="151194"/>
                  <a:pt x="1197429" y="144448"/>
                </a:cubicBezTo>
                <a:close/>
                <a:moveTo>
                  <a:pt x="1296912" y="94858"/>
                </a:moveTo>
                <a:cubicBezTo>
                  <a:pt x="1296912" y="74788"/>
                  <a:pt x="1272039" y="70737"/>
                  <a:pt x="1265870" y="69772"/>
                </a:cubicBezTo>
                <a:lnTo>
                  <a:pt x="1252762" y="67457"/>
                </a:lnTo>
                <a:cubicBezTo>
                  <a:pt x="1247169" y="66683"/>
                  <a:pt x="1234061" y="64368"/>
                  <a:pt x="1234061" y="56842"/>
                </a:cubicBezTo>
                <a:cubicBezTo>
                  <a:pt x="1234061" y="51826"/>
                  <a:pt x="1240230" y="45842"/>
                  <a:pt x="1258545" y="45842"/>
                </a:cubicBezTo>
                <a:cubicBezTo>
                  <a:pt x="1274546" y="45842"/>
                  <a:pt x="1277246" y="51632"/>
                  <a:pt x="1277826" y="56648"/>
                </a:cubicBezTo>
                <a:cubicBezTo>
                  <a:pt x="1278017" y="59931"/>
                  <a:pt x="1278402" y="63211"/>
                  <a:pt x="1284380" y="63211"/>
                </a:cubicBezTo>
                <a:cubicBezTo>
                  <a:pt x="1291128" y="63211"/>
                  <a:pt x="1291128" y="59157"/>
                  <a:pt x="1291128" y="55297"/>
                </a:cubicBezTo>
                <a:lnTo>
                  <a:pt x="1291128" y="41985"/>
                </a:lnTo>
                <a:cubicBezTo>
                  <a:pt x="1291128" y="38902"/>
                  <a:pt x="1291128" y="34080"/>
                  <a:pt x="1285342" y="34080"/>
                </a:cubicBezTo>
                <a:cubicBezTo>
                  <a:pt x="1280717" y="34080"/>
                  <a:pt x="1279944" y="36781"/>
                  <a:pt x="1279558" y="38131"/>
                </a:cubicBezTo>
                <a:cubicBezTo>
                  <a:pt x="1271077" y="34080"/>
                  <a:pt x="1262593" y="34080"/>
                  <a:pt x="1258931" y="34080"/>
                </a:cubicBezTo>
                <a:cubicBezTo>
                  <a:pt x="1226733" y="34080"/>
                  <a:pt x="1222300" y="49896"/>
                  <a:pt x="1222300" y="56842"/>
                </a:cubicBezTo>
                <a:cubicBezTo>
                  <a:pt x="1222300" y="74597"/>
                  <a:pt x="1242542" y="77877"/>
                  <a:pt x="1260281" y="80578"/>
                </a:cubicBezTo>
                <a:cubicBezTo>
                  <a:pt x="1269727" y="82122"/>
                  <a:pt x="1285151" y="84632"/>
                  <a:pt x="1285151" y="94858"/>
                </a:cubicBezTo>
                <a:cubicBezTo>
                  <a:pt x="1285151" y="101998"/>
                  <a:pt x="1278017" y="108368"/>
                  <a:pt x="1260472" y="108368"/>
                </a:cubicBezTo>
                <a:cubicBezTo>
                  <a:pt x="1251411" y="108368"/>
                  <a:pt x="1240615" y="106244"/>
                  <a:pt x="1235796" y="91193"/>
                </a:cubicBezTo>
                <a:cubicBezTo>
                  <a:pt x="1234832" y="87718"/>
                  <a:pt x="1234061" y="85597"/>
                  <a:pt x="1229048" y="85597"/>
                </a:cubicBezTo>
                <a:cubicBezTo>
                  <a:pt x="1222300" y="85597"/>
                  <a:pt x="1222300" y="89648"/>
                  <a:pt x="1222300" y="93508"/>
                </a:cubicBezTo>
                <a:lnTo>
                  <a:pt x="1222300" y="112225"/>
                </a:lnTo>
                <a:cubicBezTo>
                  <a:pt x="1222300" y="115308"/>
                  <a:pt x="1222300" y="120127"/>
                  <a:pt x="1228083" y="120127"/>
                </a:cubicBezTo>
                <a:cubicBezTo>
                  <a:pt x="1229819" y="120127"/>
                  <a:pt x="1232905" y="119936"/>
                  <a:pt x="1235217" y="112801"/>
                </a:cubicBezTo>
                <a:cubicBezTo>
                  <a:pt x="1244663" y="119742"/>
                  <a:pt x="1254883" y="120127"/>
                  <a:pt x="1260281" y="120127"/>
                </a:cubicBezTo>
                <a:cubicBezTo>
                  <a:pt x="1290740" y="120127"/>
                  <a:pt x="1296912" y="104123"/>
                  <a:pt x="1296912" y="94858"/>
                </a:cubicBezTo>
                <a:close/>
                <a:moveTo>
                  <a:pt x="1399669" y="77298"/>
                </a:moveTo>
                <a:cubicBezTo>
                  <a:pt x="1399669" y="53176"/>
                  <a:pt x="1381739" y="34080"/>
                  <a:pt x="1360146" y="34080"/>
                </a:cubicBezTo>
                <a:cubicBezTo>
                  <a:pt x="1338554" y="34080"/>
                  <a:pt x="1320624" y="53176"/>
                  <a:pt x="1320624" y="77298"/>
                </a:cubicBezTo>
                <a:cubicBezTo>
                  <a:pt x="1320624" y="101807"/>
                  <a:pt x="1338939" y="120127"/>
                  <a:pt x="1360146" y="120127"/>
                </a:cubicBezTo>
                <a:cubicBezTo>
                  <a:pt x="1381353" y="120127"/>
                  <a:pt x="1399669" y="101613"/>
                  <a:pt x="1399669" y="77298"/>
                </a:cubicBezTo>
                <a:moveTo>
                  <a:pt x="1386366" y="75947"/>
                </a:moveTo>
                <a:cubicBezTo>
                  <a:pt x="1386366" y="93893"/>
                  <a:pt x="1374414" y="108368"/>
                  <a:pt x="1360146" y="108368"/>
                </a:cubicBezTo>
                <a:cubicBezTo>
                  <a:pt x="1345879" y="108368"/>
                  <a:pt x="1333926" y="93893"/>
                  <a:pt x="1333926" y="75947"/>
                </a:cubicBezTo>
                <a:cubicBezTo>
                  <a:pt x="1333926" y="58387"/>
                  <a:pt x="1346458" y="45842"/>
                  <a:pt x="1360146" y="45842"/>
                </a:cubicBezTo>
                <a:cubicBezTo>
                  <a:pt x="1374028" y="45842"/>
                  <a:pt x="1386366" y="58387"/>
                  <a:pt x="1386366" y="75947"/>
                </a:cubicBezTo>
                <a:close/>
                <a:moveTo>
                  <a:pt x="1501076" y="144448"/>
                </a:moveTo>
                <a:cubicBezTo>
                  <a:pt x="1501076" y="137699"/>
                  <a:pt x="1494330" y="137699"/>
                  <a:pt x="1492015" y="137699"/>
                </a:cubicBezTo>
                <a:lnTo>
                  <a:pt x="1430709" y="137699"/>
                </a:lnTo>
                <a:cubicBezTo>
                  <a:pt x="1428394" y="137699"/>
                  <a:pt x="1421648" y="137699"/>
                  <a:pt x="1421648" y="144448"/>
                </a:cubicBezTo>
                <a:cubicBezTo>
                  <a:pt x="1421648" y="151194"/>
                  <a:pt x="1428394" y="151194"/>
                  <a:pt x="1430709" y="151194"/>
                </a:cubicBezTo>
                <a:lnTo>
                  <a:pt x="1492015" y="151194"/>
                </a:lnTo>
                <a:cubicBezTo>
                  <a:pt x="1494330" y="151194"/>
                  <a:pt x="1501076" y="151194"/>
                  <a:pt x="1501076" y="144448"/>
                </a:cubicBezTo>
                <a:close/>
                <a:moveTo>
                  <a:pt x="1596317" y="11571"/>
                </a:moveTo>
                <a:cubicBezTo>
                  <a:pt x="1596317" y="0"/>
                  <a:pt x="1580893" y="0"/>
                  <a:pt x="1577807" y="0"/>
                </a:cubicBezTo>
                <a:cubicBezTo>
                  <a:pt x="1562384" y="0"/>
                  <a:pt x="1547539" y="8870"/>
                  <a:pt x="1547539" y="25704"/>
                </a:cubicBezTo>
                <a:lnTo>
                  <a:pt x="1547539" y="35963"/>
                </a:lnTo>
                <a:lnTo>
                  <a:pt x="1528262" y="35963"/>
                </a:lnTo>
                <a:cubicBezTo>
                  <a:pt x="1525176" y="35963"/>
                  <a:pt x="1520357" y="35963"/>
                  <a:pt x="1520357" y="41941"/>
                </a:cubicBezTo>
                <a:cubicBezTo>
                  <a:pt x="1520357" y="47725"/>
                  <a:pt x="1525176" y="47725"/>
                  <a:pt x="1528068" y="47725"/>
                </a:cubicBezTo>
                <a:lnTo>
                  <a:pt x="1547539" y="47725"/>
                </a:lnTo>
                <a:lnTo>
                  <a:pt x="1547539" y="107238"/>
                </a:lnTo>
                <a:lnTo>
                  <a:pt x="1528068" y="107238"/>
                </a:lnTo>
                <a:cubicBezTo>
                  <a:pt x="1525176" y="107238"/>
                  <a:pt x="1520163" y="107238"/>
                  <a:pt x="1520163" y="113022"/>
                </a:cubicBezTo>
                <a:cubicBezTo>
                  <a:pt x="1520163" y="118997"/>
                  <a:pt x="1525176" y="118997"/>
                  <a:pt x="1528068" y="118997"/>
                </a:cubicBezTo>
                <a:lnTo>
                  <a:pt x="1580314" y="118997"/>
                </a:lnTo>
                <a:cubicBezTo>
                  <a:pt x="1583205" y="118997"/>
                  <a:pt x="1588218" y="118997"/>
                  <a:pt x="1588218" y="113213"/>
                </a:cubicBezTo>
                <a:cubicBezTo>
                  <a:pt x="1588218" y="107238"/>
                  <a:pt x="1583205" y="107238"/>
                  <a:pt x="1580314" y="107238"/>
                </a:cubicBezTo>
                <a:lnTo>
                  <a:pt x="1560842" y="107238"/>
                </a:lnTo>
                <a:lnTo>
                  <a:pt x="1560842" y="47725"/>
                </a:lnTo>
                <a:lnTo>
                  <a:pt x="1584365" y="47725"/>
                </a:lnTo>
                <a:cubicBezTo>
                  <a:pt x="1587256" y="47725"/>
                  <a:pt x="1592075" y="47725"/>
                  <a:pt x="1592075" y="41941"/>
                </a:cubicBezTo>
                <a:cubicBezTo>
                  <a:pt x="1592075" y="35963"/>
                  <a:pt x="1587448" y="35963"/>
                  <a:pt x="1584365" y="35963"/>
                </a:cubicBezTo>
                <a:lnTo>
                  <a:pt x="1560842" y="35963"/>
                </a:lnTo>
                <a:lnTo>
                  <a:pt x="1560842" y="26863"/>
                </a:lnTo>
                <a:cubicBezTo>
                  <a:pt x="1560842" y="11762"/>
                  <a:pt x="1573759" y="11762"/>
                  <a:pt x="1579543" y="11762"/>
                </a:cubicBezTo>
                <a:cubicBezTo>
                  <a:pt x="1579543" y="12536"/>
                  <a:pt x="1581279" y="20088"/>
                  <a:pt x="1588027" y="20088"/>
                </a:cubicBezTo>
                <a:cubicBezTo>
                  <a:pt x="1591881" y="20088"/>
                  <a:pt x="1596317" y="16990"/>
                  <a:pt x="1596317" y="11571"/>
                </a:cubicBezTo>
                <a:close/>
                <a:moveTo>
                  <a:pt x="1713342" y="113022"/>
                </a:moveTo>
                <a:cubicBezTo>
                  <a:pt x="1713342" y="107238"/>
                  <a:pt x="1708520" y="107238"/>
                  <a:pt x="1705629" y="107238"/>
                </a:cubicBezTo>
                <a:cubicBezTo>
                  <a:pt x="1697533" y="107238"/>
                  <a:pt x="1695603" y="106273"/>
                  <a:pt x="1694061" y="105694"/>
                </a:cubicBezTo>
                <a:lnTo>
                  <a:pt x="1694061" y="63991"/>
                </a:lnTo>
                <a:cubicBezTo>
                  <a:pt x="1694061" y="50284"/>
                  <a:pt x="1683651" y="34080"/>
                  <a:pt x="1655889" y="34080"/>
                </a:cubicBezTo>
                <a:cubicBezTo>
                  <a:pt x="1647599" y="34080"/>
                  <a:pt x="1627933" y="34080"/>
                  <a:pt x="1627933" y="48160"/>
                </a:cubicBezTo>
                <a:cubicBezTo>
                  <a:pt x="1627933" y="53953"/>
                  <a:pt x="1631984" y="57042"/>
                  <a:pt x="1636609" y="57042"/>
                </a:cubicBezTo>
                <a:cubicBezTo>
                  <a:pt x="1639500" y="57042"/>
                  <a:pt x="1644899" y="55303"/>
                  <a:pt x="1645093" y="48160"/>
                </a:cubicBezTo>
                <a:cubicBezTo>
                  <a:pt x="1645093" y="46616"/>
                  <a:pt x="1645284" y="46422"/>
                  <a:pt x="1649141" y="46036"/>
                </a:cubicBezTo>
                <a:cubicBezTo>
                  <a:pt x="1651841" y="45842"/>
                  <a:pt x="1654348" y="45842"/>
                  <a:pt x="1656083" y="45842"/>
                </a:cubicBezTo>
                <a:cubicBezTo>
                  <a:pt x="1670733" y="45842"/>
                  <a:pt x="1680759" y="51829"/>
                  <a:pt x="1680759" y="65536"/>
                </a:cubicBezTo>
                <a:cubicBezTo>
                  <a:pt x="1646634" y="66115"/>
                  <a:pt x="1622921" y="75768"/>
                  <a:pt x="1622921" y="94302"/>
                </a:cubicBezTo>
                <a:cubicBezTo>
                  <a:pt x="1622921" y="107597"/>
                  <a:pt x="1635067" y="120127"/>
                  <a:pt x="1654733" y="120127"/>
                </a:cubicBezTo>
                <a:cubicBezTo>
                  <a:pt x="1661867" y="120127"/>
                  <a:pt x="1673819" y="118780"/>
                  <a:pt x="1682880" y="112801"/>
                </a:cubicBezTo>
                <a:cubicBezTo>
                  <a:pt x="1687122" y="118806"/>
                  <a:pt x="1696377" y="118997"/>
                  <a:pt x="1703702" y="118997"/>
                </a:cubicBezTo>
                <a:cubicBezTo>
                  <a:pt x="1709100" y="118997"/>
                  <a:pt x="1713342" y="118997"/>
                  <a:pt x="1713342" y="113022"/>
                </a:cubicBezTo>
                <a:moveTo>
                  <a:pt x="1680759" y="93164"/>
                </a:moveTo>
                <a:cubicBezTo>
                  <a:pt x="1680759" y="97597"/>
                  <a:pt x="1680759" y="101645"/>
                  <a:pt x="1673240" y="105117"/>
                </a:cubicBezTo>
                <a:cubicBezTo>
                  <a:pt x="1666300" y="108368"/>
                  <a:pt x="1657625" y="108368"/>
                  <a:pt x="1656083" y="108368"/>
                </a:cubicBezTo>
                <a:cubicBezTo>
                  <a:pt x="1644128" y="108368"/>
                  <a:pt x="1636223" y="101813"/>
                  <a:pt x="1636223" y="94293"/>
                </a:cubicBezTo>
                <a:cubicBezTo>
                  <a:pt x="1636223" y="84844"/>
                  <a:pt x="1652803" y="77712"/>
                  <a:pt x="1680759" y="76939"/>
                </a:cubicBezTo>
                <a:lnTo>
                  <a:pt x="1680759" y="93164"/>
                </a:lnTo>
                <a:close/>
                <a:moveTo>
                  <a:pt x="1808389" y="46789"/>
                </a:moveTo>
                <a:cubicBezTo>
                  <a:pt x="1808389" y="42932"/>
                  <a:pt x="1806074" y="34833"/>
                  <a:pt x="1790073" y="34833"/>
                </a:cubicBezTo>
                <a:cubicBezTo>
                  <a:pt x="1780239" y="34833"/>
                  <a:pt x="1767901" y="38305"/>
                  <a:pt x="1757299" y="50452"/>
                </a:cubicBezTo>
                <a:lnTo>
                  <a:pt x="1757299" y="43897"/>
                </a:lnTo>
                <a:cubicBezTo>
                  <a:pt x="1757299" y="37893"/>
                  <a:pt x="1756140" y="35963"/>
                  <a:pt x="1749586" y="35963"/>
                </a:cubicBezTo>
                <a:lnTo>
                  <a:pt x="1728378" y="35963"/>
                </a:lnTo>
                <a:cubicBezTo>
                  <a:pt x="1725487" y="35963"/>
                  <a:pt x="1720668" y="35963"/>
                  <a:pt x="1720668" y="41750"/>
                </a:cubicBezTo>
                <a:cubicBezTo>
                  <a:pt x="1720668" y="47725"/>
                  <a:pt x="1725295" y="47725"/>
                  <a:pt x="1728378" y="47725"/>
                </a:cubicBezTo>
                <a:lnTo>
                  <a:pt x="1743996" y="47725"/>
                </a:lnTo>
                <a:lnTo>
                  <a:pt x="1743996" y="107238"/>
                </a:lnTo>
                <a:lnTo>
                  <a:pt x="1728378" y="107238"/>
                </a:lnTo>
                <a:cubicBezTo>
                  <a:pt x="1725487" y="107238"/>
                  <a:pt x="1720668" y="107238"/>
                  <a:pt x="1720668" y="113022"/>
                </a:cubicBezTo>
                <a:cubicBezTo>
                  <a:pt x="1720668" y="118997"/>
                  <a:pt x="1725295" y="118997"/>
                  <a:pt x="1728378" y="118997"/>
                </a:cubicBezTo>
                <a:lnTo>
                  <a:pt x="1778697" y="118997"/>
                </a:lnTo>
                <a:cubicBezTo>
                  <a:pt x="1781589" y="118997"/>
                  <a:pt x="1786602" y="118997"/>
                  <a:pt x="1786602" y="113213"/>
                </a:cubicBezTo>
                <a:cubicBezTo>
                  <a:pt x="1786602" y="107238"/>
                  <a:pt x="1781589" y="107238"/>
                  <a:pt x="1778697" y="107238"/>
                </a:cubicBezTo>
                <a:lnTo>
                  <a:pt x="1757299" y="107238"/>
                </a:lnTo>
                <a:lnTo>
                  <a:pt x="1757299" y="83164"/>
                </a:lnTo>
                <a:cubicBezTo>
                  <a:pt x="1757299" y="65106"/>
                  <a:pt x="1768672" y="46595"/>
                  <a:pt x="1792000" y="46595"/>
                </a:cubicBezTo>
                <a:cubicBezTo>
                  <a:pt x="1792194" y="51223"/>
                  <a:pt x="1795471" y="55080"/>
                  <a:pt x="1800290" y="55080"/>
                </a:cubicBezTo>
                <a:cubicBezTo>
                  <a:pt x="1804532" y="55080"/>
                  <a:pt x="1808389" y="51994"/>
                  <a:pt x="1808389" y="467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deffunc_1(xs):">
            <a:extLst xmlns:a="http://schemas.openxmlformats.org/drawingml/2006/main">
              <a:ext uri="{FF2B5EF4-FFF2-40B4-BE49-F238E27FC236}">
                <a16:creationId xmlns:a16="http://schemas.microsoft.com/office/drawing/2014/main" id="{06320556-4EE4-44C2-B8EA-EA6CD3DF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4491" y="857400"/>
            <a:ext cx="1472733" cy="166004"/>
          </a:xfrm>
          <a:custGeom xmlns:a="http://schemas.openxmlformats.org/drawingml/2006/main">
            <a:pathLst>
              <a:path w="1472733" h="166004">
                <a:moveTo>
                  <a:pt x="91769" y="127832"/>
                </a:moveTo>
                <a:cubicBezTo>
                  <a:pt x="91769" y="122048"/>
                  <a:pt x="86756" y="122048"/>
                  <a:pt x="84058" y="122048"/>
                </a:cubicBezTo>
                <a:lnTo>
                  <a:pt x="75380" y="122048"/>
                </a:lnTo>
                <a:lnTo>
                  <a:pt x="75380" y="23845"/>
                </a:lnTo>
                <a:cubicBezTo>
                  <a:pt x="75380" y="17870"/>
                  <a:pt x="74224" y="15940"/>
                  <a:pt x="67670" y="15940"/>
                </a:cubicBezTo>
                <a:lnTo>
                  <a:pt x="53596" y="15940"/>
                </a:lnTo>
                <a:cubicBezTo>
                  <a:pt x="50510" y="15940"/>
                  <a:pt x="45692" y="15940"/>
                  <a:pt x="45692" y="21918"/>
                </a:cubicBezTo>
                <a:cubicBezTo>
                  <a:pt x="45692" y="27702"/>
                  <a:pt x="50704" y="27702"/>
                  <a:pt x="53402" y="27702"/>
                </a:cubicBezTo>
                <a:lnTo>
                  <a:pt x="62077" y="27702"/>
                </a:lnTo>
                <a:lnTo>
                  <a:pt x="62077" y="58322"/>
                </a:lnTo>
                <a:cubicBezTo>
                  <a:pt x="55717" y="52729"/>
                  <a:pt x="47813" y="49643"/>
                  <a:pt x="39523" y="49643"/>
                </a:cubicBezTo>
                <a:cubicBezTo>
                  <a:pt x="18507" y="49643"/>
                  <a:pt x="0" y="67951"/>
                  <a:pt x="0" y="92402"/>
                </a:cubicBezTo>
                <a:cubicBezTo>
                  <a:pt x="0" y="116235"/>
                  <a:pt x="17351" y="134937"/>
                  <a:pt x="37787" y="134937"/>
                </a:cubicBezTo>
                <a:cubicBezTo>
                  <a:pt x="48583" y="134937"/>
                  <a:pt x="56679" y="129733"/>
                  <a:pt x="62077" y="124140"/>
                </a:cubicBezTo>
                <a:cubicBezTo>
                  <a:pt x="62077" y="131109"/>
                  <a:pt x="62077" y="133807"/>
                  <a:pt x="69791" y="133807"/>
                </a:cubicBezTo>
                <a:lnTo>
                  <a:pt x="83864" y="133807"/>
                </a:lnTo>
                <a:cubicBezTo>
                  <a:pt x="86950" y="133807"/>
                  <a:pt x="91769" y="133807"/>
                  <a:pt x="91769" y="127832"/>
                </a:cubicBezTo>
                <a:moveTo>
                  <a:pt x="62077" y="96403"/>
                </a:moveTo>
                <a:cubicBezTo>
                  <a:pt x="62077" y="107206"/>
                  <a:pt x="53402" y="123178"/>
                  <a:pt x="38558" y="123178"/>
                </a:cubicBezTo>
                <a:cubicBezTo>
                  <a:pt x="24870" y="123178"/>
                  <a:pt x="13303" y="109515"/>
                  <a:pt x="13303" y="92387"/>
                </a:cubicBezTo>
                <a:cubicBezTo>
                  <a:pt x="13303" y="73914"/>
                  <a:pt x="26797" y="61405"/>
                  <a:pt x="40293" y="61405"/>
                </a:cubicBezTo>
                <a:cubicBezTo>
                  <a:pt x="52631" y="61405"/>
                  <a:pt x="62077" y="72181"/>
                  <a:pt x="62077" y="82767"/>
                </a:cubicBezTo>
                <a:lnTo>
                  <a:pt x="62077" y="96403"/>
                </a:lnTo>
                <a:close/>
                <a:moveTo>
                  <a:pt x="183729" y="112748"/>
                </a:moveTo>
                <a:cubicBezTo>
                  <a:pt x="183729" y="107338"/>
                  <a:pt x="178140" y="107338"/>
                  <a:pt x="176983" y="107338"/>
                </a:cubicBezTo>
                <a:cubicBezTo>
                  <a:pt x="173512" y="107338"/>
                  <a:pt x="171971" y="107918"/>
                  <a:pt x="170620" y="111589"/>
                </a:cubicBezTo>
                <a:cubicBezTo>
                  <a:pt x="166378" y="121424"/>
                  <a:pt x="155967" y="123160"/>
                  <a:pt x="150569" y="123160"/>
                </a:cubicBezTo>
                <a:cubicBezTo>
                  <a:pt x="136111" y="123160"/>
                  <a:pt x="121652" y="113519"/>
                  <a:pt x="118566" y="96903"/>
                </a:cubicBezTo>
                <a:lnTo>
                  <a:pt x="176019" y="96903"/>
                </a:lnTo>
                <a:cubicBezTo>
                  <a:pt x="180066" y="96903"/>
                  <a:pt x="183729" y="96903"/>
                  <a:pt x="183729" y="89772"/>
                </a:cubicBezTo>
                <a:cubicBezTo>
                  <a:pt x="183729" y="67786"/>
                  <a:pt x="171391" y="48890"/>
                  <a:pt x="146327" y="48890"/>
                </a:cubicBezTo>
                <a:cubicBezTo>
                  <a:pt x="123384" y="48890"/>
                  <a:pt x="104878" y="68175"/>
                  <a:pt x="104878" y="91893"/>
                </a:cubicBezTo>
                <a:cubicBezTo>
                  <a:pt x="104878" y="115449"/>
                  <a:pt x="124349" y="134937"/>
                  <a:pt x="149219" y="134937"/>
                </a:cubicBezTo>
                <a:cubicBezTo>
                  <a:pt x="174668" y="134937"/>
                  <a:pt x="183729" y="117576"/>
                  <a:pt x="183729" y="112746"/>
                </a:cubicBezTo>
                <a:lnTo>
                  <a:pt x="183729" y="112748"/>
                </a:lnTo>
                <a:moveTo>
                  <a:pt x="170041" y="85335"/>
                </a:moveTo>
                <a:lnTo>
                  <a:pt x="118760" y="85335"/>
                </a:lnTo>
                <a:cubicBezTo>
                  <a:pt x="121458" y="71258"/>
                  <a:pt x="132833" y="60652"/>
                  <a:pt x="146327" y="60652"/>
                </a:cubicBezTo>
                <a:cubicBezTo>
                  <a:pt x="156353" y="60652"/>
                  <a:pt x="168305" y="65474"/>
                  <a:pt x="170041" y="85335"/>
                </a:cubicBezTo>
                <a:close/>
                <a:moveTo>
                  <a:pt x="279740" y="26381"/>
                </a:moveTo>
                <a:cubicBezTo>
                  <a:pt x="279740" y="14810"/>
                  <a:pt x="264317" y="14810"/>
                  <a:pt x="261231" y="14810"/>
                </a:cubicBezTo>
                <a:cubicBezTo>
                  <a:pt x="245807" y="14810"/>
                  <a:pt x="230963" y="23680"/>
                  <a:pt x="230963" y="40514"/>
                </a:cubicBezTo>
                <a:lnTo>
                  <a:pt x="230963" y="50773"/>
                </a:lnTo>
                <a:lnTo>
                  <a:pt x="211686" y="50773"/>
                </a:lnTo>
                <a:cubicBezTo>
                  <a:pt x="208600" y="50773"/>
                  <a:pt x="203781" y="50773"/>
                  <a:pt x="203781" y="56751"/>
                </a:cubicBezTo>
                <a:cubicBezTo>
                  <a:pt x="203781" y="62535"/>
                  <a:pt x="208600" y="62535"/>
                  <a:pt x="211491" y="62535"/>
                </a:cubicBezTo>
                <a:lnTo>
                  <a:pt x="230963" y="62535"/>
                </a:lnTo>
                <a:lnTo>
                  <a:pt x="230963" y="122048"/>
                </a:lnTo>
                <a:lnTo>
                  <a:pt x="211491" y="122048"/>
                </a:lnTo>
                <a:cubicBezTo>
                  <a:pt x="208600" y="122048"/>
                  <a:pt x="203587" y="122048"/>
                  <a:pt x="203587" y="127832"/>
                </a:cubicBezTo>
                <a:cubicBezTo>
                  <a:pt x="203587" y="133807"/>
                  <a:pt x="208600" y="133807"/>
                  <a:pt x="211491" y="133807"/>
                </a:cubicBezTo>
                <a:lnTo>
                  <a:pt x="263737" y="133807"/>
                </a:lnTo>
                <a:cubicBezTo>
                  <a:pt x="266629" y="133807"/>
                  <a:pt x="271642" y="133807"/>
                  <a:pt x="271642" y="128023"/>
                </a:cubicBezTo>
                <a:cubicBezTo>
                  <a:pt x="271642" y="122048"/>
                  <a:pt x="266629" y="122048"/>
                  <a:pt x="263737" y="122048"/>
                </a:cubicBezTo>
                <a:lnTo>
                  <a:pt x="244266" y="122048"/>
                </a:lnTo>
                <a:lnTo>
                  <a:pt x="244266" y="62535"/>
                </a:lnTo>
                <a:lnTo>
                  <a:pt x="267788" y="62535"/>
                </a:lnTo>
                <a:cubicBezTo>
                  <a:pt x="270680" y="62535"/>
                  <a:pt x="275498" y="62535"/>
                  <a:pt x="275498" y="56751"/>
                </a:cubicBezTo>
                <a:cubicBezTo>
                  <a:pt x="275498" y="50773"/>
                  <a:pt x="270871" y="50773"/>
                  <a:pt x="267788" y="50773"/>
                </a:cubicBezTo>
                <a:lnTo>
                  <a:pt x="244266" y="50773"/>
                </a:lnTo>
                <a:lnTo>
                  <a:pt x="244266" y="41673"/>
                </a:lnTo>
                <a:cubicBezTo>
                  <a:pt x="244266" y="26572"/>
                  <a:pt x="257183" y="26572"/>
                  <a:pt x="262966" y="26572"/>
                </a:cubicBezTo>
                <a:cubicBezTo>
                  <a:pt x="262966" y="27346"/>
                  <a:pt x="264702" y="34898"/>
                  <a:pt x="271451" y="34898"/>
                </a:cubicBezTo>
                <a:cubicBezTo>
                  <a:pt x="275304" y="34898"/>
                  <a:pt x="279740" y="31800"/>
                  <a:pt x="279740" y="26381"/>
                </a:cubicBezTo>
                <a:close/>
                <a:moveTo>
                  <a:pt x="482171" y="26381"/>
                </a:moveTo>
                <a:cubicBezTo>
                  <a:pt x="482171" y="14810"/>
                  <a:pt x="466748" y="14810"/>
                  <a:pt x="463662" y="14810"/>
                </a:cubicBezTo>
                <a:cubicBezTo>
                  <a:pt x="448238" y="14810"/>
                  <a:pt x="433394" y="23680"/>
                  <a:pt x="433394" y="40514"/>
                </a:cubicBezTo>
                <a:lnTo>
                  <a:pt x="433394" y="50773"/>
                </a:lnTo>
                <a:lnTo>
                  <a:pt x="414117" y="50773"/>
                </a:lnTo>
                <a:cubicBezTo>
                  <a:pt x="411031" y="50773"/>
                  <a:pt x="406212" y="50773"/>
                  <a:pt x="406212" y="56751"/>
                </a:cubicBezTo>
                <a:cubicBezTo>
                  <a:pt x="406212" y="62535"/>
                  <a:pt x="411031" y="62535"/>
                  <a:pt x="413922" y="62535"/>
                </a:cubicBezTo>
                <a:lnTo>
                  <a:pt x="433394" y="62535"/>
                </a:lnTo>
                <a:lnTo>
                  <a:pt x="433394" y="122048"/>
                </a:lnTo>
                <a:lnTo>
                  <a:pt x="413922" y="122048"/>
                </a:lnTo>
                <a:cubicBezTo>
                  <a:pt x="411031" y="122048"/>
                  <a:pt x="406018" y="122048"/>
                  <a:pt x="406018" y="127832"/>
                </a:cubicBezTo>
                <a:cubicBezTo>
                  <a:pt x="406018" y="133807"/>
                  <a:pt x="411031" y="133807"/>
                  <a:pt x="413922" y="133807"/>
                </a:cubicBezTo>
                <a:lnTo>
                  <a:pt x="466168" y="133807"/>
                </a:lnTo>
                <a:cubicBezTo>
                  <a:pt x="469060" y="133807"/>
                  <a:pt x="474073" y="133807"/>
                  <a:pt x="474073" y="128023"/>
                </a:cubicBezTo>
                <a:cubicBezTo>
                  <a:pt x="474073" y="122048"/>
                  <a:pt x="469060" y="122048"/>
                  <a:pt x="466168" y="122048"/>
                </a:cubicBezTo>
                <a:lnTo>
                  <a:pt x="446697" y="122048"/>
                </a:lnTo>
                <a:lnTo>
                  <a:pt x="446697" y="62535"/>
                </a:lnTo>
                <a:lnTo>
                  <a:pt x="470219" y="62535"/>
                </a:lnTo>
                <a:cubicBezTo>
                  <a:pt x="473111" y="62535"/>
                  <a:pt x="477929" y="62535"/>
                  <a:pt x="477929" y="56751"/>
                </a:cubicBezTo>
                <a:cubicBezTo>
                  <a:pt x="477929" y="50773"/>
                  <a:pt x="473302" y="50773"/>
                  <a:pt x="470219" y="50773"/>
                </a:cubicBezTo>
                <a:lnTo>
                  <a:pt x="446697" y="50773"/>
                </a:lnTo>
                <a:lnTo>
                  <a:pt x="446697" y="41673"/>
                </a:lnTo>
                <a:cubicBezTo>
                  <a:pt x="446697" y="26572"/>
                  <a:pt x="459614" y="26572"/>
                  <a:pt x="465398" y="26572"/>
                </a:cubicBezTo>
                <a:cubicBezTo>
                  <a:pt x="465398" y="27346"/>
                  <a:pt x="467133" y="34898"/>
                  <a:pt x="473882" y="34898"/>
                </a:cubicBezTo>
                <a:cubicBezTo>
                  <a:pt x="477735" y="34898"/>
                  <a:pt x="482171" y="31800"/>
                  <a:pt x="482171" y="26381"/>
                </a:cubicBezTo>
                <a:close/>
                <a:moveTo>
                  <a:pt x="597846" y="127832"/>
                </a:moveTo>
                <a:cubicBezTo>
                  <a:pt x="597846" y="122048"/>
                  <a:pt x="592833" y="122048"/>
                  <a:pt x="590135" y="122048"/>
                </a:cubicBezTo>
                <a:lnTo>
                  <a:pt x="581457" y="122048"/>
                </a:lnTo>
                <a:lnTo>
                  <a:pt x="581457" y="58678"/>
                </a:lnTo>
                <a:cubicBezTo>
                  <a:pt x="581457" y="52703"/>
                  <a:pt x="580301" y="50773"/>
                  <a:pt x="573747" y="50773"/>
                </a:cubicBezTo>
                <a:lnTo>
                  <a:pt x="559673" y="50773"/>
                </a:lnTo>
                <a:cubicBezTo>
                  <a:pt x="556587" y="50773"/>
                  <a:pt x="551769" y="50773"/>
                  <a:pt x="551769" y="56751"/>
                </a:cubicBezTo>
                <a:cubicBezTo>
                  <a:pt x="551769" y="62535"/>
                  <a:pt x="556781" y="62535"/>
                  <a:pt x="559479" y="62535"/>
                </a:cubicBezTo>
                <a:lnTo>
                  <a:pt x="568154" y="62535"/>
                </a:lnTo>
                <a:lnTo>
                  <a:pt x="568154" y="103558"/>
                </a:lnTo>
                <a:cubicBezTo>
                  <a:pt x="568154" y="120868"/>
                  <a:pt x="552539" y="123178"/>
                  <a:pt x="546370" y="123178"/>
                </a:cubicBezTo>
                <a:cubicBezTo>
                  <a:pt x="531138" y="123178"/>
                  <a:pt x="531138" y="116823"/>
                  <a:pt x="531138" y="110663"/>
                </a:cubicBezTo>
                <a:lnTo>
                  <a:pt x="531138" y="58678"/>
                </a:lnTo>
                <a:cubicBezTo>
                  <a:pt x="531138" y="52703"/>
                  <a:pt x="529982" y="50773"/>
                  <a:pt x="523428" y="50773"/>
                </a:cubicBezTo>
                <a:lnTo>
                  <a:pt x="509354" y="50773"/>
                </a:lnTo>
                <a:cubicBezTo>
                  <a:pt x="506268" y="50773"/>
                  <a:pt x="501450" y="50773"/>
                  <a:pt x="501450" y="56751"/>
                </a:cubicBezTo>
                <a:cubicBezTo>
                  <a:pt x="501450" y="62535"/>
                  <a:pt x="506462" y="62535"/>
                  <a:pt x="509160" y="62535"/>
                </a:cubicBezTo>
                <a:lnTo>
                  <a:pt x="517838" y="62535"/>
                </a:lnTo>
                <a:lnTo>
                  <a:pt x="517838" y="111819"/>
                </a:lnTo>
                <a:cubicBezTo>
                  <a:pt x="517838" y="130312"/>
                  <a:pt x="531138" y="134937"/>
                  <a:pt x="545214" y="134937"/>
                </a:cubicBezTo>
                <a:cubicBezTo>
                  <a:pt x="553119" y="134937"/>
                  <a:pt x="561023" y="133010"/>
                  <a:pt x="568154" y="127611"/>
                </a:cubicBezTo>
                <a:cubicBezTo>
                  <a:pt x="568348" y="133807"/>
                  <a:pt x="572396" y="133807"/>
                  <a:pt x="575868" y="133807"/>
                </a:cubicBezTo>
                <a:lnTo>
                  <a:pt x="589941" y="133807"/>
                </a:lnTo>
                <a:cubicBezTo>
                  <a:pt x="593027" y="133807"/>
                  <a:pt x="597846" y="133807"/>
                  <a:pt x="597846" y="127832"/>
                </a:cubicBezTo>
                <a:close/>
                <a:moveTo>
                  <a:pt x="699062" y="128023"/>
                </a:moveTo>
                <a:cubicBezTo>
                  <a:pt x="699062" y="122048"/>
                  <a:pt x="694243" y="122048"/>
                  <a:pt x="691157" y="122048"/>
                </a:cubicBezTo>
                <a:lnTo>
                  <a:pt x="682673" y="122048"/>
                </a:lnTo>
                <a:lnTo>
                  <a:pt x="682673" y="77386"/>
                </a:lnTo>
                <a:cubicBezTo>
                  <a:pt x="682673" y="57936"/>
                  <a:pt x="672842" y="49643"/>
                  <a:pt x="657612" y="49643"/>
                </a:cubicBezTo>
                <a:cubicBezTo>
                  <a:pt x="644695" y="49643"/>
                  <a:pt x="636019" y="56201"/>
                  <a:pt x="632354" y="59863"/>
                </a:cubicBezTo>
                <a:cubicBezTo>
                  <a:pt x="632354" y="53668"/>
                  <a:pt x="632354" y="50773"/>
                  <a:pt x="624644" y="50773"/>
                </a:cubicBezTo>
                <a:lnTo>
                  <a:pt x="610570" y="50773"/>
                </a:lnTo>
                <a:cubicBezTo>
                  <a:pt x="607484" y="50773"/>
                  <a:pt x="602666" y="50773"/>
                  <a:pt x="602666" y="56751"/>
                </a:cubicBezTo>
                <a:cubicBezTo>
                  <a:pt x="602666" y="62535"/>
                  <a:pt x="607678" y="62535"/>
                  <a:pt x="610376" y="62535"/>
                </a:cubicBezTo>
                <a:lnTo>
                  <a:pt x="619054" y="62535"/>
                </a:lnTo>
                <a:lnTo>
                  <a:pt x="619054" y="122048"/>
                </a:lnTo>
                <a:lnTo>
                  <a:pt x="610570" y="122048"/>
                </a:lnTo>
                <a:cubicBezTo>
                  <a:pt x="607484" y="122048"/>
                  <a:pt x="602666" y="122048"/>
                  <a:pt x="602666" y="128023"/>
                </a:cubicBezTo>
                <a:cubicBezTo>
                  <a:pt x="602666" y="133807"/>
                  <a:pt x="607678" y="133807"/>
                  <a:pt x="610376" y="133807"/>
                </a:cubicBezTo>
                <a:lnTo>
                  <a:pt x="641032" y="133807"/>
                </a:lnTo>
                <a:cubicBezTo>
                  <a:pt x="643730" y="133807"/>
                  <a:pt x="648743" y="133807"/>
                  <a:pt x="648743" y="128023"/>
                </a:cubicBezTo>
                <a:cubicBezTo>
                  <a:pt x="648743" y="122048"/>
                  <a:pt x="643924" y="122048"/>
                  <a:pt x="640838" y="122048"/>
                </a:cubicBezTo>
                <a:lnTo>
                  <a:pt x="632354" y="122048"/>
                </a:lnTo>
                <a:lnTo>
                  <a:pt x="632354" y="87959"/>
                </a:lnTo>
                <a:cubicBezTo>
                  <a:pt x="632354" y="68722"/>
                  <a:pt x="646622" y="61405"/>
                  <a:pt x="656456" y="61405"/>
                </a:cubicBezTo>
                <a:cubicBezTo>
                  <a:pt x="666673" y="61405"/>
                  <a:pt x="669370" y="66798"/>
                  <a:pt x="669370" y="78348"/>
                </a:cubicBezTo>
                <a:lnTo>
                  <a:pt x="669370" y="122048"/>
                </a:lnTo>
                <a:lnTo>
                  <a:pt x="661854" y="122048"/>
                </a:lnTo>
                <a:cubicBezTo>
                  <a:pt x="658768" y="122048"/>
                  <a:pt x="653950" y="122048"/>
                  <a:pt x="653950" y="128023"/>
                </a:cubicBezTo>
                <a:cubicBezTo>
                  <a:pt x="653950" y="133807"/>
                  <a:pt x="659154" y="133807"/>
                  <a:pt x="661854" y="133807"/>
                </a:cubicBezTo>
                <a:lnTo>
                  <a:pt x="691351" y="133807"/>
                </a:lnTo>
                <a:cubicBezTo>
                  <a:pt x="694049" y="133807"/>
                  <a:pt x="699062" y="133807"/>
                  <a:pt x="699062" y="128023"/>
                </a:cubicBezTo>
                <a:close/>
                <a:moveTo>
                  <a:pt x="791407" y="112757"/>
                </a:moveTo>
                <a:cubicBezTo>
                  <a:pt x="791407" y="107353"/>
                  <a:pt x="785818" y="107353"/>
                  <a:pt x="784662" y="107353"/>
                </a:cubicBezTo>
                <a:cubicBezTo>
                  <a:pt x="781576" y="107353"/>
                  <a:pt x="779649" y="107738"/>
                  <a:pt x="778299" y="111598"/>
                </a:cubicBezTo>
                <a:cubicBezTo>
                  <a:pt x="777142" y="114108"/>
                  <a:pt x="773477" y="123178"/>
                  <a:pt x="759212" y="123178"/>
                </a:cubicBezTo>
                <a:cubicBezTo>
                  <a:pt x="742824" y="123178"/>
                  <a:pt x="728944" y="109668"/>
                  <a:pt x="728944" y="92108"/>
                </a:cubicBezTo>
                <a:cubicBezTo>
                  <a:pt x="728944" y="82843"/>
                  <a:pt x="734343" y="60652"/>
                  <a:pt x="760368" y="60652"/>
                </a:cubicBezTo>
                <a:cubicBezTo>
                  <a:pt x="764416" y="60652"/>
                  <a:pt x="771936" y="60652"/>
                  <a:pt x="771936" y="62388"/>
                </a:cubicBezTo>
                <a:cubicBezTo>
                  <a:pt x="772130" y="69142"/>
                  <a:pt x="775792" y="71846"/>
                  <a:pt x="780420" y="71846"/>
                </a:cubicBezTo>
                <a:cubicBezTo>
                  <a:pt x="785047" y="71846"/>
                  <a:pt x="789095" y="68563"/>
                  <a:pt x="789095" y="62967"/>
                </a:cubicBezTo>
                <a:cubicBezTo>
                  <a:pt x="789095" y="48890"/>
                  <a:pt x="769044" y="48890"/>
                  <a:pt x="760368" y="48890"/>
                </a:cubicBezTo>
                <a:cubicBezTo>
                  <a:pt x="727209" y="48890"/>
                  <a:pt x="715642" y="75126"/>
                  <a:pt x="715642" y="92108"/>
                </a:cubicBezTo>
                <a:cubicBezTo>
                  <a:pt x="715642" y="115264"/>
                  <a:pt x="733763" y="134937"/>
                  <a:pt x="758056" y="134937"/>
                </a:cubicBezTo>
                <a:cubicBezTo>
                  <a:pt x="784853" y="134937"/>
                  <a:pt x="791407" y="116038"/>
                  <a:pt x="791407" y="112757"/>
                </a:cubicBezTo>
                <a:close/>
                <a:moveTo>
                  <a:pt x="893008" y="159258"/>
                </a:moveTo>
                <a:cubicBezTo>
                  <a:pt x="893008" y="152509"/>
                  <a:pt x="886263" y="152509"/>
                  <a:pt x="883948" y="152509"/>
                </a:cubicBezTo>
                <a:lnTo>
                  <a:pt x="822641" y="152509"/>
                </a:lnTo>
                <a:cubicBezTo>
                  <a:pt x="820326" y="152509"/>
                  <a:pt x="813580" y="152509"/>
                  <a:pt x="813580" y="159258"/>
                </a:cubicBezTo>
                <a:cubicBezTo>
                  <a:pt x="813580" y="166004"/>
                  <a:pt x="820326" y="166004"/>
                  <a:pt x="822641" y="166004"/>
                </a:cubicBezTo>
                <a:lnTo>
                  <a:pt x="883948" y="166004"/>
                </a:lnTo>
                <a:cubicBezTo>
                  <a:pt x="886263" y="166004"/>
                  <a:pt x="893008" y="166004"/>
                  <a:pt x="893008" y="159258"/>
                </a:cubicBezTo>
                <a:close/>
                <a:moveTo>
                  <a:pt x="989211" y="128023"/>
                </a:moveTo>
                <a:cubicBezTo>
                  <a:pt x="989211" y="122048"/>
                  <a:pt x="984586" y="122048"/>
                  <a:pt x="981500" y="122048"/>
                </a:cubicBezTo>
                <a:lnTo>
                  <a:pt x="963956" y="122048"/>
                </a:lnTo>
                <a:lnTo>
                  <a:pt x="963956" y="21779"/>
                </a:lnTo>
                <a:cubicBezTo>
                  <a:pt x="963956" y="18693"/>
                  <a:pt x="963956" y="13869"/>
                  <a:pt x="958172" y="13869"/>
                </a:cubicBezTo>
                <a:cubicBezTo>
                  <a:pt x="954510" y="13869"/>
                  <a:pt x="953353" y="16184"/>
                  <a:pt x="952389" y="18499"/>
                </a:cubicBezTo>
                <a:cubicBezTo>
                  <a:pt x="945064" y="34898"/>
                  <a:pt x="935038" y="37019"/>
                  <a:pt x="931375" y="37404"/>
                </a:cubicBezTo>
                <a:cubicBezTo>
                  <a:pt x="928290" y="37599"/>
                  <a:pt x="924242" y="37984"/>
                  <a:pt x="924242" y="43382"/>
                </a:cubicBezTo>
                <a:cubicBezTo>
                  <a:pt x="924242" y="48204"/>
                  <a:pt x="927710" y="49166"/>
                  <a:pt x="930602" y="49166"/>
                </a:cubicBezTo>
                <a:cubicBezTo>
                  <a:pt x="934267" y="49166"/>
                  <a:pt x="942172" y="48010"/>
                  <a:pt x="950653" y="40685"/>
                </a:cubicBezTo>
                <a:lnTo>
                  <a:pt x="950653" y="122048"/>
                </a:lnTo>
                <a:lnTo>
                  <a:pt x="933108" y="122048"/>
                </a:lnTo>
                <a:cubicBezTo>
                  <a:pt x="930025" y="122048"/>
                  <a:pt x="925398" y="122048"/>
                  <a:pt x="925398" y="128023"/>
                </a:cubicBezTo>
                <a:cubicBezTo>
                  <a:pt x="925398" y="133807"/>
                  <a:pt x="930216" y="133807"/>
                  <a:pt x="933108" y="133807"/>
                </a:cubicBezTo>
                <a:lnTo>
                  <a:pt x="981500" y="133807"/>
                </a:lnTo>
                <a:cubicBezTo>
                  <a:pt x="984392" y="133807"/>
                  <a:pt x="989211" y="133807"/>
                  <a:pt x="989211" y="128023"/>
                </a:cubicBezTo>
                <a:close/>
                <a:moveTo>
                  <a:pt x="1089464" y="144219"/>
                </a:moveTo>
                <a:cubicBezTo>
                  <a:pt x="1089464" y="141327"/>
                  <a:pt x="1088113" y="140556"/>
                  <a:pt x="1084642" y="138244"/>
                </a:cubicBezTo>
                <a:cubicBezTo>
                  <a:pt x="1060737" y="122048"/>
                  <a:pt x="1051868" y="96403"/>
                  <a:pt x="1051868" y="74809"/>
                </a:cubicBezTo>
                <a:cubicBezTo>
                  <a:pt x="1051868" y="55530"/>
                  <a:pt x="1059196" y="28728"/>
                  <a:pt x="1085027" y="11185"/>
                </a:cubicBezTo>
                <a:cubicBezTo>
                  <a:pt x="1088113" y="9064"/>
                  <a:pt x="1089464" y="8291"/>
                  <a:pt x="1089464" y="5399"/>
                </a:cubicBezTo>
                <a:cubicBezTo>
                  <a:pt x="1089464" y="3857"/>
                  <a:pt x="1088499" y="0"/>
                  <a:pt x="1083486" y="0"/>
                </a:cubicBezTo>
                <a:cubicBezTo>
                  <a:pt x="1077897" y="0"/>
                  <a:pt x="1038565" y="25451"/>
                  <a:pt x="1038565" y="74809"/>
                </a:cubicBezTo>
                <a:cubicBezTo>
                  <a:pt x="1038565" y="97753"/>
                  <a:pt x="1047435" y="115105"/>
                  <a:pt x="1054183" y="124746"/>
                </a:cubicBezTo>
                <a:cubicBezTo>
                  <a:pt x="1064400" y="138820"/>
                  <a:pt x="1078859" y="149617"/>
                  <a:pt x="1083486" y="149617"/>
                </a:cubicBezTo>
                <a:cubicBezTo>
                  <a:pt x="1088499" y="149617"/>
                  <a:pt x="1089464" y="145763"/>
                  <a:pt x="1089464" y="144219"/>
                </a:cubicBezTo>
                <a:close/>
                <a:moveTo>
                  <a:pt x="1202053" y="128023"/>
                </a:moveTo>
                <a:cubicBezTo>
                  <a:pt x="1202053" y="122048"/>
                  <a:pt x="1197040" y="122048"/>
                  <a:pt x="1194148" y="122048"/>
                </a:cubicBezTo>
                <a:lnTo>
                  <a:pt x="1186438" y="122048"/>
                </a:lnTo>
                <a:lnTo>
                  <a:pt x="1161759" y="91040"/>
                </a:lnTo>
                <a:lnTo>
                  <a:pt x="1183737" y="62535"/>
                </a:lnTo>
                <a:lnTo>
                  <a:pt x="1191451" y="62535"/>
                </a:lnTo>
                <a:cubicBezTo>
                  <a:pt x="1194148" y="62535"/>
                  <a:pt x="1199355" y="62535"/>
                  <a:pt x="1199355" y="56751"/>
                </a:cubicBezTo>
                <a:cubicBezTo>
                  <a:pt x="1199355" y="50773"/>
                  <a:pt x="1194342" y="50773"/>
                  <a:pt x="1191451" y="50773"/>
                </a:cubicBezTo>
                <a:lnTo>
                  <a:pt x="1168893" y="50773"/>
                </a:lnTo>
                <a:cubicBezTo>
                  <a:pt x="1166001" y="50773"/>
                  <a:pt x="1161183" y="50773"/>
                  <a:pt x="1161183" y="56560"/>
                </a:cubicBezTo>
                <a:cubicBezTo>
                  <a:pt x="1161183" y="62535"/>
                  <a:pt x="1165425" y="62535"/>
                  <a:pt x="1170629" y="62535"/>
                </a:cubicBezTo>
                <a:lnTo>
                  <a:pt x="1156361" y="81987"/>
                </a:lnTo>
                <a:lnTo>
                  <a:pt x="1141711" y="62535"/>
                </a:lnTo>
                <a:cubicBezTo>
                  <a:pt x="1146724" y="62535"/>
                  <a:pt x="1150963" y="62535"/>
                  <a:pt x="1150963" y="56560"/>
                </a:cubicBezTo>
                <a:cubicBezTo>
                  <a:pt x="1150963" y="50773"/>
                  <a:pt x="1146144" y="50773"/>
                  <a:pt x="1143253" y="50773"/>
                </a:cubicBezTo>
                <a:lnTo>
                  <a:pt x="1120695" y="50773"/>
                </a:lnTo>
                <a:cubicBezTo>
                  <a:pt x="1117803" y="50773"/>
                  <a:pt x="1112790" y="50773"/>
                  <a:pt x="1112790" y="56751"/>
                </a:cubicBezTo>
                <a:cubicBezTo>
                  <a:pt x="1112790" y="62535"/>
                  <a:pt x="1117997" y="62535"/>
                  <a:pt x="1120695" y="62535"/>
                </a:cubicBezTo>
                <a:lnTo>
                  <a:pt x="1128408" y="62535"/>
                </a:lnTo>
                <a:lnTo>
                  <a:pt x="1151157" y="91040"/>
                </a:lnTo>
                <a:lnTo>
                  <a:pt x="1127249" y="122048"/>
                </a:lnTo>
                <a:lnTo>
                  <a:pt x="1119539" y="122048"/>
                </a:lnTo>
                <a:cubicBezTo>
                  <a:pt x="1116647" y="122048"/>
                  <a:pt x="1111634" y="122048"/>
                  <a:pt x="1111634" y="128023"/>
                </a:cubicBezTo>
                <a:cubicBezTo>
                  <a:pt x="1111634" y="133807"/>
                  <a:pt x="1116838" y="133807"/>
                  <a:pt x="1119539" y="133807"/>
                </a:cubicBezTo>
                <a:lnTo>
                  <a:pt x="1142096" y="133807"/>
                </a:lnTo>
                <a:cubicBezTo>
                  <a:pt x="1144988" y="133807"/>
                  <a:pt x="1149807" y="133807"/>
                  <a:pt x="1149807" y="128023"/>
                </a:cubicBezTo>
                <a:cubicBezTo>
                  <a:pt x="1149807" y="122048"/>
                  <a:pt x="1145759" y="122048"/>
                  <a:pt x="1139781" y="122048"/>
                </a:cubicBezTo>
                <a:lnTo>
                  <a:pt x="1156361" y="98333"/>
                </a:lnTo>
                <a:lnTo>
                  <a:pt x="1173520" y="122048"/>
                </a:lnTo>
                <a:cubicBezTo>
                  <a:pt x="1168122" y="122048"/>
                  <a:pt x="1163880" y="122048"/>
                  <a:pt x="1163880" y="128023"/>
                </a:cubicBezTo>
                <a:cubicBezTo>
                  <a:pt x="1163880" y="133807"/>
                  <a:pt x="1168702" y="133807"/>
                  <a:pt x="1171594" y="133807"/>
                </a:cubicBezTo>
                <a:lnTo>
                  <a:pt x="1194148" y="133807"/>
                </a:lnTo>
                <a:cubicBezTo>
                  <a:pt x="1196849" y="133807"/>
                  <a:pt x="1202053" y="133807"/>
                  <a:pt x="1202053" y="128023"/>
                </a:cubicBezTo>
                <a:close/>
                <a:moveTo>
                  <a:pt x="1296137" y="109668"/>
                </a:moveTo>
                <a:cubicBezTo>
                  <a:pt x="1296137" y="89598"/>
                  <a:pt x="1271264" y="85547"/>
                  <a:pt x="1265095" y="84582"/>
                </a:cubicBezTo>
                <a:lnTo>
                  <a:pt x="1251987" y="82267"/>
                </a:lnTo>
                <a:cubicBezTo>
                  <a:pt x="1246394" y="81493"/>
                  <a:pt x="1233286" y="79178"/>
                  <a:pt x="1233286" y="71652"/>
                </a:cubicBezTo>
                <a:cubicBezTo>
                  <a:pt x="1233286" y="66636"/>
                  <a:pt x="1239455" y="60652"/>
                  <a:pt x="1257770" y="60652"/>
                </a:cubicBezTo>
                <a:cubicBezTo>
                  <a:pt x="1273770" y="60652"/>
                  <a:pt x="1276471" y="66442"/>
                  <a:pt x="1277051" y="71458"/>
                </a:cubicBezTo>
                <a:cubicBezTo>
                  <a:pt x="1277242" y="74741"/>
                  <a:pt x="1277627" y="78021"/>
                  <a:pt x="1283605" y="78021"/>
                </a:cubicBezTo>
                <a:cubicBezTo>
                  <a:pt x="1290353" y="78021"/>
                  <a:pt x="1290353" y="73967"/>
                  <a:pt x="1290353" y="70107"/>
                </a:cubicBezTo>
                <a:lnTo>
                  <a:pt x="1290353" y="56795"/>
                </a:lnTo>
                <a:cubicBezTo>
                  <a:pt x="1290353" y="53712"/>
                  <a:pt x="1290353" y="48890"/>
                  <a:pt x="1284567" y="48890"/>
                </a:cubicBezTo>
                <a:cubicBezTo>
                  <a:pt x="1279942" y="48890"/>
                  <a:pt x="1279169" y="51591"/>
                  <a:pt x="1278783" y="52941"/>
                </a:cubicBezTo>
                <a:cubicBezTo>
                  <a:pt x="1270302" y="48890"/>
                  <a:pt x="1261818" y="48890"/>
                  <a:pt x="1258156" y="48890"/>
                </a:cubicBezTo>
                <a:cubicBezTo>
                  <a:pt x="1225958" y="48890"/>
                  <a:pt x="1221525" y="64706"/>
                  <a:pt x="1221525" y="71652"/>
                </a:cubicBezTo>
                <a:cubicBezTo>
                  <a:pt x="1221525" y="89407"/>
                  <a:pt x="1241767" y="92687"/>
                  <a:pt x="1259506" y="95388"/>
                </a:cubicBezTo>
                <a:cubicBezTo>
                  <a:pt x="1268952" y="96932"/>
                  <a:pt x="1284376" y="99442"/>
                  <a:pt x="1284376" y="109668"/>
                </a:cubicBezTo>
                <a:cubicBezTo>
                  <a:pt x="1284376" y="116808"/>
                  <a:pt x="1277242" y="123178"/>
                  <a:pt x="1259697" y="123178"/>
                </a:cubicBezTo>
                <a:cubicBezTo>
                  <a:pt x="1250636" y="123178"/>
                  <a:pt x="1239840" y="121054"/>
                  <a:pt x="1235021" y="106003"/>
                </a:cubicBezTo>
                <a:cubicBezTo>
                  <a:pt x="1234057" y="102528"/>
                  <a:pt x="1233286" y="100407"/>
                  <a:pt x="1228273" y="100407"/>
                </a:cubicBezTo>
                <a:cubicBezTo>
                  <a:pt x="1221525" y="100407"/>
                  <a:pt x="1221525" y="104458"/>
                  <a:pt x="1221525" y="108318"/>
                </a:cubicBezTo>
                <a:lnTo>
                  <a:pt x="1221525" y="127035"/>
                </a:lnTo>
                <a:cubicBezTo>
                  <a:pt x="1221525" y="130118"/>
                  <a:pt x="1221525" y="134937"/>
                  <a:pt x="1227308" y="134937"/>
                </a:cubicBezTo>
                <a:cubicBezTo>
                  <a:pt x="1229044" y="134937"/>
                  <a:pt x="1232130" y="134746"/>
                  <a:pt x="1234442" y="127611"/>
                </a:cubicBezTo>
                <a:cubicBezTo>
                  <a:pt x="1243888" y="134551"/>
                  <a:pt x="1254108" y="134937"/>
                  <a:pt x="1259506" y="134937"/>
                </a:cubicBezTo>
                <a:cubicBezTo>
                  <a:pt x="1289965" y="134937"/>
                  <a:pt x="1296137" y="118933"/>
                  <a:pt x="1296137" y="109668"/>
                </a:cubicBezTo>
                <a:close/>
                <a:moveTo>
                  <a:pt x="1376722" y="74809"/>
                </a:moveTo>
                <a:cubicBezTo>
                  <a:pt x="1376722" y="51867"/>
                  <a:pt x="1367855" y="34512"/>
                  <a:pt x="1361107" y="24874"/>
                </a:cubicBezTo>
                <a:cubicBezTo>
                  <a:pt x="1350887" y="10797"/>
                  <a:pt x="1336428" y="0"/>
                  <a:pt x="1331801" y="0"/>
                </a:cubicBezTo>
                <a:cubicBezTo>
                  <a:pt x="1326982" y="0"/>
                  <a:pt x="1325826" y="3857"/>
                  <a:pt x="1325826" y="5399"/>
                </a:cubicBezTo>
                <a:cubicBezTo>
                  <a:pt x="1325826" y="8291"/>
                  <a:pt x="1327947" y="9641"/>
                  <a:pt x="1328909" y="10220"/>
                </a:cubicBezTo>
                <a:cubicBezTo>
                  <a:pt x="1360527" y="31235"/>
                  <a:pt x="1363419" y="62279"/>
                  <a:pt x="1363419" y="74809"/>
                </a:cubicBezTo>
                <a:cubicBezTo>
                  <a:pt x="1363419" y="94090"/>
                  <a:pt x="1356285" y="120892"/>
                  <a:pt x="1330260" y="138435"/>
                </a:cubicBezTo>
                <a:cubicBezTo>
                  <a:pt x="1327368" y="140365"/>
                  <a:pt x="1325826" y="141327"/>
                  <a:pt x="1325826" y="144219"/>
                </a:cubicBezTo>
                <a:cubicBezTo>
                  <a:pt x="1325826" y="145763"/>
                  <a:pt x="1326982" y="149617"/>
                  <a:pt x="1331801" y="149617"/>
                </a:cubicBezTo>
                <a:cubicBezTo>
                  <a:pt x="1337393" y="149617"/>
                  <a:pt x="1376722" y="124169"/>
                  <a:pt x="1376722" y="74809"/>
                </a:cubicBezTo>
                <a:close/>
                <a:moveTo>
                  <a:pt x="1472733" y="62920"/>
                </a:moveTo>
                <a:cubicBezTo>
                  <a:pt x="1472733" y="55786"/>
                  <a:pt x="1466950" y="50773"/>
                  <a:pt x="1460781" y="50773"/>
                </a:cubicBezTo>
                <a:cubicBezTo>
                  <a:pt x="1453453" y="50773"/>
                  <a:pt x="1448634" y="56751"/>
                  <a:pt x="1448634" y="62729"/>
                </a:cubicBezTo>
                <a:cubicBezTo>
                  <a:pt x="1448634" y="69863"/>
                  <a:pt x="1454418" y="74876"/>
                  <a:pt x="1460587" y="74876"/>
                </a:cubicBezTo>
                <a:cubicBezTo>
                  <a:pt x="1467912" y="74876"/>
                  <a:pt x="1472733" y="68898"/>
                  <a:pt x="1472733" y="62920"/>
                </a:cubicBezTo>
                <a:moveTo>
                  <a:pt x="1472733" y="121854"/>
                </a:moveTo>
                <a:cubicBezTo>
                  <a:pt x="1472733" y="114720"/>
                  <a:pt x="1466950" y="109706"/>
                  <a:pt x="1460781" y="109706"/>
                </a:cubicBezTo>
                <a:cubicBezTo>
                  <a:pt x="1453453" y="109706"/>
                  <a:pt x="1448634" y="115685"/>
                  <a:pt x="1448634" y="121663"/>
                </a:cubicBezTo>
                <a:cubicBezTo>
                  <a:pt x="1448634" y="128797"/>
                  <a:pt x="1454418" y="133807"/>
                  <a:pt x="1460587" y="133807"/>
                </a:cubicBezTo>
                <a:cubicBezTo>
                  <a:pt x="1467912" y="133807"/>
                  <a:pt x="1472733" y="127832"/>
                  <a:pt x="1472733" y="1218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if(notxs):">
            <a:extLst xmlns:a="http://schemas.openxmlformats.org/drawingml/2006/main">
              <a:ext uri="{FF2B5EF4-FFF2-40B4-BE49-F238E27FC236}">
                <a16:creationId xmlns:a16="http://schemas.microsoft.com/office/drawing/2014/main" id="{2A926849-B261-4989-A695-AFED5145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7375" y="1051618"/>
            <a:ext cx="1262207" cy="149617"/>
          </a:xfrm>
          <a:custGeom xmlns:a="http://schemas.openxmlformats.org/drawingml/2006/main">
            <a:pathLst>
              <a:path w="1262207" h="149617">
                <a:moveTo>
                  <a:pt x="72682" y="128023"/>
                </a:moveTo>
                <a:cubicBezTo>
                  <a:pt x="72682" y="122048"/>
                  <a:pt x="67673" y="122048"/>
                  <a:pt x="64778" y="122048"/>
                </a:cubicBezTo>
                <a:lnTo>
                  <a:pt x="44535" y="122048"/>
                </a:lnTo>
                <a:lnTo>
                  <a:pt x="44535" y="58678"/>
                </a:lnTo>
                <a:cubicBezTo>
                  <a:pt x="44535" y="52703"/>
                  <a:pt x="43379" y="50773"/>
                  <a:pt x="36825" y="50773"/>
                </a:cubicBezTo>
                <a:lnTo>
                  <a:pt x="9449" y="50773"/>
                </a:lnTo>
                <a:cubicBezTo>
                  <a:pt x="6557" y="50773"/>
                  <a:pt x="1544" y="50773"/>
                  <a:pt x="1544" y="56560"/>
                </a:cubicBezTo>
                <a:cubicBezTo>
                  <a:pt x="1544" y="62535"/>
                  <a:pt x="6557" y="62535"/>
                  <a:pt x="9449" y="62535"/>
                </a:cubicBezTo>
                <a:lnTo>
                  <a:pt x="31233" y="62535"/>
                </a:lnTo>
                <a:lnTo>
                  <a:pt x="31233" y="122048"/>
                </a:lnTo>
                <a:lnTo>
                  <a:pt x="7905" y="122048"/>
                </a:lnTo>
                <a:cubicBezTo>
                  <a:pt x="4822" y="122048"/>
                  <a:pt x="0" y="122048"/>
                  <a:pt x="0" y="128023"/>
                </a:cubicBezTo>
                <a:cubicBezTo>
                  <a:pt x="0" y="133807"/>
                  <a:pt x="5013" y="133807"/>
                  <a:pt x="7905" y="133807"/>
                </a:cubicBezTo>
                <a:lnTo>
                  <a:pt x="64778" y="133807"/>
                </a:lnTo>
                <a:cubicBezTo>
                  <a:pt x="67673" y="133807"/>
                  <a:pt x="72682" y="133807"/>
                  <a:pt x="72682" y="128023"/>
                </a:cubicBezTo>
                <a:moveTo>
                  <a:pt x="45306" y="26899"/>
                </a:moveTo>
                <a:cubicBezTo>
                  <a:pt x="45306" y="21500"/>
                  <a:pt x="41067" y="17258"/>
                  <a:pt x="35669" y="17258"/>
                </a:cubicBezTo>
                <a:cubicBezTo>
                  <a:pt x="30268" y="17258"/>
                  <a:pt x="26029" y="21500"/>
                  <a:pt x="26029" y="26899"/>
                </a:cubicBezTo>
                <a:cubicBezTo>
                  <a:pt x="26029" y="32297"/>
                  <a:pt x="30268" y="36539"/>
                  <a:pt x="35669" y="36539"/>
                </a:cubicBezTo>
                <a:cubicBezTo>
                  <a:pt x="41067" y="36539"/>
                  <a:pt x="45306" y="32297"/>
                  <a:pt x="45306" y="26899"/>
                </a:cubicBezTo>
                <a:close/>
                <a:moveTo>
                  <a:pt x="170430" y="26381"/>
                </a:moveTo>
                <a:cubicBezTo>
                  <a:pt x="170430" y="14810"/>
                  <a:pt x="155006" y="14810"/>
                  <a:pt x="151920" y="14810"/>
                </a:cubicBezTo>
                <a:cubicBezTo>
                  <a:pt x="136496" y="14810"/>
                  <a:pt x="121652" y="23680"/>
                  <a:pt x="121652" y="40514"/>
                </a:cubicBezTo>
                <a:lnTo>
                  <a:pt x="121652" y="50773"/>
                </a:lnTo>
                <a:lnTo>
                  <a:pt x="102375" y="50773"/>
                </a:lnTo>
                <a:cubicBezTo>
                  <a:pt x="99289" y="50773"/>
                  <a:pt x="94470" y="50773"/>
                  <a:pt x="94470" y="56751"/>
                </a:cubicBezTo>
                <a:cubicBezTo>
                  <a:pt x="94470" y="62535"/>
                  <a:pt x="99289" y="62535"/>
                  <a:pt x="102181" y="62535"/>
                </a:cubicBezTo>
                <a:lnTo>
                  <a:pt x="121652" y="62535"/>
                </a:lnTo>
                <a:lnTo>
                  <a:pt x="121652" y="122048"/>
                </a:lnTo>
                <a:lnTo>
                  <a:pt x="102181" y="122048"/>
                </a:lnTo>
                <a:cubicBezTo>
                  <a:pt x="99289" y="122048"/>
                  <a:pt x="94276" y="122048"/>
                  <a:pt x="94276" y="127832"/>
                </a:cubicBezTo>
                <a:cubicBezTo>
                  <a:pt x="94276" y="133807"/>
                  <a:pt x="99289" y="133807"/>
                  <a:pt x="102181" y="133807"/>
                </a:cubicBezTo>
                <a:lnTo>
                  <a:pt x="154427" y="133807"/>
                </a:lnTo>
                <a:cubicBezTo>
                  <a:pt x="157318" y="133807"/>
                  <a:pt x="162331" y="133807"/>
                  <a:pt x="162331" y="128023"/>
                </a:cubicBezTo>
                <a:cubicBezTo>
                  <a:pt x="162331" y="122048"/>
                  <a:pt x="157318" y="122048"/>
                  <a:pt x="154427" y="122048"/>
                </a:cubicBezTo>
                <a:lnTo>
                  <a:pt x="134955" y="122048"/>
                </a:lnTo>
                <a:lnTo>
                  <a:pt x="134955" y="62535"/>
                </a:lnTo>
                <a:lnTo>
                  <a:pt x="158477" y="62535"/>
                </a:lnTo>
                <a:cubicBezTo>
                  <a:pt x="161369" y="62535"/>
                  <a:pt x="166188" y="62535"/>
                  <a:pt x="166188" y="56751"/>
                </a:cubicBezTo>
                <a:cubicBezTo>
                  <a:pt x="166188" y="50773"/>
                  <a:pt x="161560" y="50773"/>
                  <a:pt x="158477" y="50773"/>
                </a:cubicBezTo>
                <a:lnTo>
                  <a:pt x="134955" y="50773"/>
                </a:lnTo>
                <a:lnTo>
                  <a:pt x="134955" y="41673"/>
                </a:lnTo>
                <a:cubicBezTo>
                  <a:pt x="134955" y="26572"/>
                  <a:pt x="147872" y="26572"/>
                  <a:pt x="153656" y="26572"/>
                </a:cubicBezTo>
                <a:cubicBezTo>
                  <a:pt x="153656" y="27346"/>
                  <a:pt x="155391" y="34898"/>
                  <a:pt x="162140" y="34898"/>
                </a:cubicBezTo>
                <a:cubicBezTo>
                  <a:pt x="165994" y="34898"/>
                  <a:pt x="170430" y="31800"/>
                  <a:pt x="170430" y="26381"/>
                </a:cubicBezTo>
                <a:close/>
                <a:moveTo>
                  <a:pt x="372861" y="144219"/>
                </a:moveTo>
                <a:cubicBezTo>
                  <a:pt x="372861" y="141327"/>
                  <a:pt x="371511" y="140556"/>
                  <a:pt x="368039" y="138244"/>
                </a:cubicBezTo>
                <a:cubicBezTo>
                  <a:pt x="344134" y="122048"/>
                  <a:pt x="335265" y="96403"/>
                  <a:pt x="335265" y="74809"/>
                </a:cubicBezTo>
                <a:cubicBezTo>
                  <a:pt x="335265" y="55530"/>
                  <a:pt x="342593" y="28728"/>
                  <a:pt x="368425" y="11185"/>
                </a:cubicBezTo>
                <a:cubicBezTo>
                  <a:pt x="371511" y="9064"/>
                  <a:pt x="372861" y="8291"/>
                  <a:pt x="372861" y="5399"/>
                </a:cubicBezTo>
                <a:cubicBezTo>
                  <a:pt x="372861" y="3857"/>
                  <a:pt x="371896" y="0"/>
                  <a:pt x="366883" y="0"/>
                </a:cubicBezTo>
                <a:cubicBezTo>
                  <a:pt x="361294" y="0"/>
                  <a:pt x="321962" y="25451"/>
                  <a:pt x="321962" y="74809"/>
                </a:cubicBezTo>
                <a:cubicBezTo>
                  <a:pt x="321962" y="97753"/>
                  <a:pt x="330832" y="115105"/>
                  <a:pt x="337580" y="124746"/>
                </a:cubicBezTo>
                <a:cubicBezTo>
                  <a:pt x="347797" y="138820"/>
                  <a:pt x="362256" y="149617"/>
                  <a:pt x="366883" y="149617"/>
                </a:cubicBezTo>
                <a:cubicBezTo>
                  <a:pt x="371896" y="149617"/>
                  <a:pt x="372861" y="145763"/>
                  <a:pt x="372861" y="144219"/>
                </a:cubicBezTo>
                <a:close/>
                <a:moveTo>
                  <a:pt x="488535" y="128023"/>
                </a:moveTo>
                <a:cubicBezTo>
                  <a:pt x="488535" y="122048"/>
                  <a:pt x="483716" y="122048"/>
                  <a:pt x="480630" y="122048"/>
                </a:cubicBezTo>
                <a:lnTo>
                  <a:pt x="472146" y="122048"/>
                </a:lnTo>
                <a:lnTo>
                  <a:pt x="472146" y="77386"/>
                </a:lnTo>
                <a:cubicBezTo>
                  <a:pt x="472146" y="57936"/>
                  <a:pt x="462315" y="49643"/>
                  <a:pt x="447085" y="49643"/>
                </a:cubicBezTo>
                <a:cubicBezTo>
                  <a:pt x="434168" y="49643"/>
                  <a:pt x="425492" y="56201"/>
                  <a:pt x="421827" y="59863"/>
                </a:cubicBezTo>
                <a:cubicBezTo>
                  <a:pt x="421827" y="53668"/>
                  <a:pt x="421827" y="50773"/>
                  <a:pt x="414117" y="50773"/>
                </a:cubicBezTo>
                <a:lnTo>
                  <a:pt x="400043" y="50773"/>
                </a:lnTo>
                <a:cubicBezTo>
                  <a:pt x="396957" y="50773"/>
                  <a:pt x="392139" y="50773"/>
                  <a:pt x="392139" y="56751"/>
                </a:cubicBezTo>
                <a:cubicBezTo>
                  <a:pt x="392139" y="62535"/>
                  <a:pt x="397151" y="62535"/>
                  <a:pt x="399849" y="62535"/>
                </a:cubicBezTo>
                <a:lnTo>
                  <a:pt x="408527" y="62535"/>
                </a:lnTo>
                <a:lnTo>
                  <a:pt x="408527" y="122048"/>
                </a:lnTo>
                <a:lnTo>
                  <a:pt x="400043" y="122048"/>
                </a:lnTo>
                <a:cubicBezTo>
                  <a:pt x="396957" y="122048"/>
                  <a:pt x="392139" y="122048"/>
                  <a:pt x="392139" y="128023"/>
                </a:cubicBezTo>
                <a:cubicBezTo>
                  <a:pt x="392139" y="133807"/>
                  <a:pt x="397151" y="133807"/>
                  <a:pt x="399849" y="133807"/>
                </a:cubicBezTo>
                <a:lnTo>
                  <a:pt x="430505" y="133807"/>
                </a:lnTo>
                <a:cubicBezTo>
                  <a:pt x="433203" y="133807"/>
                  <a:pt x="438216" y="133807"/>
                  <a:pt x="438216" y="128023"/>
                </a:cubicBezTo>
                <a:cubicBezTo>
                  <a:pt x="438216" y="122048"/>
                  <a:pt x="433397" y="122048"/>
                  <a:pt x="430311" y="122048"/>
                </a:cubicBezTo>
                <a:lnTo>
                  <a:pt x="421827" y="122048"/>
                </a:lnTo>
                <a:lnTo>
                  <a:pt x="421827" y="87959"/>
                </a:lnTo>
                <a:cubicBezTo>
                  <a:pt x="421827" y="68722"/>
                  <a:pt x="436095" y="61405"/>
                  <a:pt x="445929" y="61405"/>
                </a:cubicBezTo>
                <a:cubicBezTo>
                  <a:pt x="456146" y="61405"/>
                  <a:pt x="458843" y="66798"/>
                  <a:pt x="458843" y="78348"/>
                </a:cubicBezTo>
                <a:lnTo>
                  <a:pt x="458843" y="122048"/>
                </a:lnTo>
                <a:lnTo>
                  <a:pt x="451327" y="122048"/>
                </a:lnTo>
                <a:cubicBezTo>
                  <a:pt x="448241" y="122048"/>
                  <a:pt x="443422" y="122048"/>
                  <a:pt x="443422" y="128023"/>
                </a:cubicBezTo>
                <a:cubicBezTo>
                  <a:pt x="443422" y="133807"/>
                  <a:pt x="448626" y="133807"/>
                  <a:pt x="451327" y="133807"/>
                </a:cubicBezTo>
                <a:lnTo>
                  <a:pt x="480824" y="133807"/>
                </a:lnTo>
                <a:cubicBezTo>
                  <a:pt x="483522" y="133807"/>
                  <a:pt x="488535" y="133807"/>
                  <a:pt x="488535" y="128023"/>
                </a:cubicBezTo>
                <a:close/>
                <a:moveTo>
                  <a:pt x="581075" y="92108"/>
                </a:moveTo>
                <a:cubicBezTo>
                  <a:pt x="581075" y="67986"/>
                  <a:pt x="563145" y="48890"/>
                  <a:pt x="541553" y="48890"/>
                </a:cubicBezTo>
                <a:cubicBezTo>
                  <a:pt x="519960" y="48890"/>
                  <a:pt x="502030" y="67986"/>
                  <a:pt x="502030" y="92108"/>
                </a:cubicBezTo>
                <a:cubicBezTo>
                  <a:pt x="502030" y="116617"/>
                  <a:pt x="520345" y="134937"/>
                  <a:pt x="541553" y="134937"/>
                </a:cubicBezTo>
                <a:cubicBezTo>
                  <a:pt x="562760" y="134937"/>
                  <a:pt x="581075" y="116423"/>
                  <a:pt x="581075" y="92108"/>
                </a:cubicBezTo>
                <a:moveTo>
                  <a:pt x="567773" y="90757"/>
                </a:moveTo>
                <a:cubicBezTo>
                  <a:pt x="567773" y="108703"/>
                  <a:pt x="555820" y="123178"/>
                  <a:pt x="541553" y="123178"/>
                </a:cubicBezTo>
                <a:cubicBezTo>
                  <a:pt x="527285" y="123178"/>
                  <a:pt x="515333" y="108703"/>
                  <a:pt x="515333" y="90757"/>
                </a:cubicBezTo>
                <a:cubicBezTo>
                  <a:pt x="515333" y="73196"/>
                  <a:pt x="527865" y="60652"/>
                  <a:pt x="541553" y="60652"/>
                </a:cubicBezTo>
                <a:cubicBezTo>
                  <a:pt x="555435" y="60652"/>
                  <a:pt x="567773" y="73196"/>
                  <a:pt x="567773" y="90757"/>
                </a:cubicBezTo>
                <a:close/>
                <a:moveTo>
                  <a:pt x="678819" y="109509"/>
                </a:moveTo>
                <a:cubicBezTo>
                  <a:pt x="678819" y="106044"/>
                  <a:pt x="678819" y="102001"/>
                  <a:pt x="672071" y="102001"/>
                </a:cubicBezTo>
                <a:cubicBezTo>
                  <a:pt x="665710" y="102001"/>
                  <a:pt x="665516" y="106044"/>
                  <a:pt x="665516" y="109315"/>
                </a:cubicBezTo>
                <a:cubicBezTo>
                  <a:pt x="665325" y="121251"/>
                  <a:pt x="654335" y="123178"/>
                  <a:pt x="649901" y="123178"/>
                </a:cubicBezTo>
                <a:cubicBezTo>
                  <a:pt x="635057" y="123178"/>
                  <a:pt x="635057" y="113166"/>
                  <a:pt x="635057" y="108353"/>
                </a:cubicBezTo>
                <a:lnTo>
                  <a:pt x="635057" y="62535"/>
                </a:lnTo>
                <a:lnTo>
                  <a:pt x="666672" y="62535"/>
                </a:lnTo>
                <a:cubicBezTo>
                  <a:pt x="669564" y="62535"/>
                  <a:pt x="674386" y="62535"/>
                  <a:pt x="674386" y="56751"/>
                </a:cubicBezTo>
                <a:cubicBezTo>
                  <a:pt x="674386" y="50773"/>
                  <a:pt x="669758" y="50773"/>
                  <a:pt x="666672" y="50773"/>
                </a:cubicBezTo>
                <a:lnTo>
                  <a:pt x="635057" y="50773"/>
                </a:lnTo>
                <a:lnTo>
                  <a:pt x="635057" y="34965"/>
                </a:lnTo>
                <a:cubicBezTo>
                  <a:pt x="635057" y="31300"/>
                  <a:pt x="635057" y="27060"/>
                  <a:pt x="628500" y="27060"/>
                </a:cubicBezTo>
                <a:cubicBezTo>
                  <a:pt x="621755" y="27060"/>
                  <a:pt x="621755" y="31109"/>
                  <a:pt x="621755" y="34965"/>
                </a:cubicBezTo>
                <a:lnTo>
                  <a:pt x="621755" y="50773"/>
                </a:lnTo>
                <a:lnTo>
                  <a:pt x="604981" y="50773"/>
                </a:lnTo>
                <a:cubicBezTo>
                  <a:pt x="601895" y="50773"/>
                  <a:pt x="597076" y="50773"/>
                  <a:pt x="597076" y="56751"/>
                </a:cubicBezTo>
                <a:cubicBezTo>
                  <a:pt x="597076" y="62535"/>
                  <a:pt x="601895" y="62535"/>
                  <a:pt x="604786" y="62535"/>
                </a:cubicBezTo>
                <a:lnTo>
                  <a:pt x="621755" y="62535"/>
                </a:lnTo>
                <a:lnTo>
                  <a:pt x="621755" y="109509"/>
                </a:lnTo>
                <a:cubicBezTo>
                  <a:pt x="621755" y="127997"/>
                  <a:pt x="634863" y="134937"/>
                  <a:pt x="648936" y="134937"/>
                </a:cubicBezTo>
                <a:cubicBezTo>
                  <a:pt x="663204" y="134937"/>
                  <a:pt x="678819" y="126646"/>
                  <a:pt x="678819" y="109509"/>
                </a:cubicBezTo>
                <a:close/>
                <a:moveTo>
                  <a:pt x="890311" y="128023"/>
                </a:moveTo>
                <a:cubicBezTo>
                  <a:pt x="890311" y="122048"/>
                  <a:pt x="885298" y="122048"/>
                  <a:pt x="882406" y="122048"/>
                </a:cubicBezTo>
                <a:lnTo>
                  <a:pt x="874696" y="122048"/>
                </a:lnTo>
                <a:lnTo>
                  <a:pt x="850017" y="91040"/>
                </a:lnTo>
                <a:lnTo>
                  <a:pt x="871995" y="62535"/>
                </a:lnTo>
                <a:lnTo>
                  <a:pt x="879709" y="62535"/>
                </a:lnTo>
                <a:cubicBezTo>
                  <a:pt x="882406" y="62535"/>
                  <a:pt x="887613" y="62535"/>
                  <a:pt x="887613" y="56751"/>
                </a:cubicBezTo>
                <a:cubicBezTo>
                  <a:pt x="887613" y="50773"/>
                  <a:pt x="882600" y="50773"/>
                  <a:pt x="879709" y="50773"/>
                </a:cubicBezTo>
                <a:lnTo>
                  <a:pt x="857151" y="50773"/>
                </a:lnTo>
                <a:cubicBezTo>
                  <a:pt x="854259" y="50773"/>
                  <a:pt x="849441" y="50773"/>
                  <a:pt x="849441" y="56560"/>
                </a:cubicBezTo>
                <a:cubicBezTo>
                  <a:pt x="849441" y="62535"/>
                  <a:pt x="853683" y="62535"/>
                  <a:pt x="858887" y="62535"/>
                </a:cubicBezTo>
                <a:lnTo>
                  <a:pt x="844619" y="81987"/>
                </a:lnTo>
                <a:lnTo>
                  <a:pt x="829969" y="62535"/>
                </a:lnTo>
                <a:cubicBezTo>
                  <a:pt x="834982" y="62535"/>
                  <a:pt x="839221" y="62535"/>
                  <a:pt x="839221" y="56560"/>
                </a:cubicBezTo>
                <a:cubicBezTo>
                  <a:pt x="839221" y="50773"/>
                  <a:pt x="834402" y="50773"/>
                  <a:pt x="831511" y="50773"/>
                </a:cubicBezTo>
                <a:lnTo>
                  <a:pt x="808953" y="50773"/>
                </a:lnTo>
                <a:cubicBezTo>
                  <a:pt x="806061" y="50773"/>
                  <a:pt x="801048" y="50773"/>
                  <a:pt x="801048" y="56751"/>
                </a:cubicBezTo>
                <a:cubicBezTo>
                  <a:pt x="801048" y="62535"/>
                  <a:pt x="806255" y="62535"/>
                  <a:pt x="808953" y="62535"/>
                </a:cubicBezTo>
                <a:lnTo>
                  <a:pt x="816666" y="62535"/>
                </a:lnTo>
                <a:lnTo>
                  <a:pt x="839415" y="91040"/>
                </a:lnTo>
                <a:lnTo>
                  <a:pt x="815507" y="122048"/>
                </a:lnTo>
                <a:lnTo>
                  <a:pt x="807797" y="122048"/>
                </a:lnTo>
                <a:cubicBezTo>
                  <a:pt x="804905" y="122048"/>
                  <a:pt x="799892" y="122048"/>
                  <a:pt x="799892" y="128023"/>
                </a:cubicBezTo>
                <a:cubicBezTo>
                  <a:pt x="799892" y="133807"/>
                  <a:pt x="805096" y="133807"/>
                  <a:pt x="807797" y="133807"/>
                </a:cubicBezTo>
                <a:lnTo>
                  <a:pt x="830354" y="133807"/>
                </a:lnTo>
                <a:cubicBezTo>
                  <a:pt x="833246" y="133807"/>
                  <a:pt x="838065" y="133807"/>
                  <a:pt x="838065" y="128023"/>
                </a:cubicBezTo>
                <a:cubicBezTo>
                  <a:pt x="838065" y="122048"/>
                  <a:pt x="834017" y="122048"/>
                  <a:pt x="828039" y="122048"/>
                </a:cubicBezTo>
                <a:lnTo>
                  <a:pt x="844619" y="98333"/>
                </a:lnTo>
                <a:lnTo>
                  <a:pt x="861778" y="122048"/>
                </a:lnTo>
                <a:cubicBezTo>
                  <a:pt x="856380" y="122048"/>
                  <a:pt x="852138" y="122048"/>
                  <a:pt x="852138" y="128023"/>
                </a:cubicBezTo>
                <a:cubicBezTo>
                  <a:pt x="852138" y="133807"/>
                  <a:pt x="856960" y="133807"/>
                  <a:pt x="859852" y="133807"/>
                </a:cubicBezTo>
                <a:lnTo>
                  <a:pt x="882406" y="133807"/>
                </a:lnTo>
                <a:cubicBezTo>
                  <a:pt x="885107" y="133807"/>
                  <a:pt x="890311" y="133807"/>
                  <a:pt x="890311" y="128023"/>
                </a:cubicBezTo>
                <a:close/>
                <a:moveTo>
                  <a:pt x="984395" y="109668"/>
                </a:moveTo>
                <a:cubicBezTo>
                  <a:pt x="984395" y="89598"/>
                  <a:pt x="959522" y="85547"/>
                  <a:pt x="953353" y="84582"/>
                </a:cubicBezTo>
                <a:lnTo>
                  <a:pt x="940245" y="82267"/>
                </a:lnTo>
                <a:cubicBezTo>
                  <a:pt x="934652" y="81493"/>
                  <a:pt x="921544" y="79178"/>
                  <a:pt x="921544" y="71652"/>
                </a:cubicBezTo>
                <a:cubicBezTo>
                  <a:pt x="921544" y="66636"/>
                  <a:pt x="927713" y="60652"/>
                  <a:pt x="946028" y="60652"/>
                </a:cubicBezTo>
                <a:cubicBezTo>
                  <a:pt x="962028" y="60652"/>
                  <a:pt x="964729" y="66442"/>
                  <a:pt x="965309" y="71458"/>
                </a:cubicBezTo>
                <a:cubicBezTo>
                  <a:pt x="965500" y="74741"/>
                  <a:pt x="965885" y="78021"/>
                  <a:pt x="971863" y="78021"/>
                </a:cubicBezTo>
                <a:cubicBezTo>
                  <a:pt x="978611" y="78021"/>
                  <a:pt x="978611" y="73967"/>
                  <a:pt x="978611" y="70107"/>
                </a:cubicBezTo>
                <a:lnTo>
                  <a:pt x="978611" y="56795"/>
                </a:lnTo>
                <a:cubicBezTo>
                  <a:pt x="978611" y="53712"/>
                  <a:pt x="978611" y="48890"/>
                  <a:pt x="972825" y="48890"/>
                </a:cubicBezTo>
                <a:cubicBezTo>
                  <a:pt x="968200" y="48890"/>
                  <a:pt x="967427" y="51591"/>
                  <a:pt x="967041" y="52941"/>
                </a:cubicBezTo>
                <a:cubicBezTo>
                  <a:pt x="958560" y="48890"/>
                  <a:pt x="950076" y="48890"/>
                  <a:pt x="946414" y="48890"/>
                </a:cubicBezTo>
                <a:cubicBezTo>
                  <a:pt x="914216" y="48890"/>
                  <a:pt x="909783" y="64706"/>
                  <a:pt x="909783" y="71652"/>
                </a:cubicBezTo>
                <a:cubicBezTo>
                  <a:pt x="909783" y="89407"/>
                  <a:pt x="930025" y="92687"/>
                  <a:pt x="947764" y="95388"/>
                </a:cubicBezTo>
                <a:cubicBezTo>
                  <a:pt x="957210" y="96932"/>
                  <a:pt x="972634" y="99442"/>
                  <a:pt x="972634" y="109668"/>
                </a:cubicBezTo>
                <a:cubicBezTo>
                  <a:pt x="972634" y="116808"/>
                  <a:pt x="965500" y="123178"/>
                  <a:pt x="947955" y="123178"/>
                </a:cubicBezTo>
                <a:cubicBezTo>
                  <a:pt x="938894" y="123178"/>
                  <a:pt x="928098" y="121054"/>
                  <a:pt x="923279" y="106003"/>
                </a:cubicBezTo>
                <a:cubicBezTo>
                  <a:pt x="922315" y="102528"/>
                  <a:pt x="921544" y="100407"/>
                  <a:pt x="916531" y="100407"/>
                </a:cubicBezTo>
                <a:cubicBezTo>
                  <a:pt x="909783" y="100407"/>
                  <a:pt x="909783" y="104458"/>
                  <a:pt x="909783" y="108318"/>
                </a:cubicBezTo>
                <a:lnTo>
                  <a:pt x="909783" y="127035"/>
                </a:lnTo>
                <a:cubicBezTo>
                  <a:pt x="909783" y="130118"/>
                  <a:pt x="909783" y="134937"/>
                  <a:pt x="915566" y="134937"/>
                </a:cubicBezTo>
                <a:cubicBezTo>
                  <a:pt x="917302" y="134937"/>
                  <a:pt x="920388" y="134746"/>
                  <a:pt x="922700" y="127611"/>
                </a:cubicBezTo>
                <a:cubicBezTo>
                  <a:pt x="932146" y="134551"/>
                  <a:pt x="942366" y="134937"/>
                  <a:pt x="947764" y="134937"/>
                </a:cubicBezTo>
                <a:cubicBezTo>
                  <a:pt x="978223" y="134937"/>
                  <a:pt x="984395" y="118933"/>
                  <a:pt x="984395" y="109668"/>
                </a:cubicBezTo>
                <a:close/>
                <a:moveTo>
                  <a:pt x="1064980" y="74809"/>
                </a:moveTo>
                <a:cubicBezTo>
                  <a:pt x="1064980" y="51867"/>
                  <a:pt x="1056113" y="34512"/>
                  <a:pt x="1049365" y="24874"/>
                </a:cubicBezTo>
                <a:cubicBezTo>
                  <a:pt x="1039145" y="10797"/>
                  <a:pt x="1024686" y="0"/>
                  <a:pt x="1020059" y="0"/>
                </a:cubicBezTo>
                <a:cubicBezTo>
                  <a:pt x="1015240" y="0"/>
                  <a:pt x="1014084" y="3857"/>
                  <a:pt x="1014084" y="5399"/>
                </a:cubicBezTo>
                <a:cubicBezTo>
                  <a:pt x="1014084" y="8291"/>
                  <a:pt x="1016205" y="9641"/>
                  <a:pt x="1017167" y="10220"/>
                </a:cubicBezTo>
                <a:cubicBezTo>
                  <a:pt x="1048785" y="31235"/>
                  <a:pt x="1051677" y="62279"/>
                  <a:pt x="1051677" y="74809"/>
                </a:cubicBezTo>
                <a:cubicBezTo>
                  <a:pt x="1051677" y="94090"/>
                  <a:pt x="1044543" y="120892"/>
                  <a:pt x="1018518" y="138435"/>
                </a:cubicBezTo>
                <a:cubicBezTo>
                  <a:pt x="1015626" y="140365"/>
                  <a:pt x="1014084" y="141327"/>
                  <a:pt x="1014084" y="144219"/>
                </a:cubicBezTo>
                <a:cubicBezTo>
                  <a:pt x="1014084" y="145763"/>
                  <a:pt x="1015240" y="149617"/>
                  <a:pt x="1020059" y="149617"/>
                </a:cubicBezTo>
                <a:cubicBezTo>
                  <a:pt x="1025651" y="149617"/>
                  <a:pt x="1064980" y="124169"/>
                  <a:pt x="1064980" y="74809"/>
                </a:cubicBezTo>
                <a:close/>
                <a:moveTo>
                  <a:pt x="1262207" y="62920"/>
                </a:moveTo>
                <a:cubicBezTo>
                  <a:pt x="1262207" y="55786"/>
                  <a:pt x="1256423" y="50773"/>
                  <a:pt x="1250254" y="50773"/>
                </a:cubicBezTo>
                <a:cubicBezTo>
                  <a:pt x="1242927" y="50773"/>
                  <a:pt x="1238108" y="56751"/>
                  <a:pt x="1238108" y="62729"/>
                </a:cubicBezTo>
                <a:cubicBezTo>
                  <a:pt x="1238108" y="69863"/>
                  <a:pt x="1243891" y="74876"/>
                  <a:pt x="1250060" y="74876"/>
                </a:cubicBezTo>
                <a:cubicBezTo>
                  <a:pt x="1257385" y="74876"/>
                  <a:pt x="1262207" y="68898"/>
                  <a:pt x="1262207" y="62920"/>
                </a:cubicBezTo>
                <a:moveTo>
                  <a:pt x="1262207" y="121854"/>
                </a:moveTo>
                <a:cubicBezTo>
                  <a:pt x="1262207" y="114720"/>
                  <a:pt x="1256423" y="109706"/>
                  <a:pt x="1250254" y="109706"/>
                </a:cubicBezTo>
                <a:cubicBezTo>
                  <a:pt x="1242927" y="109706"/>
                  <a:pt x="1238108" y="115685"/>
                  <a:pt x="1238108" y="121663"/>
                </a:cubicBezTo>
                <a:cubicBezTo>
                  <a:pt x="1238108" y="128797"/>
                  <a:pt x="1243891" y="133807"/>
                  <a:pt x="1250060" y="133807"/>
                </a:cubicBezTo>
                <a:cubicBezTo>
                  <a:pt x="1257385" y="133807"/>
                  <a:pt x="1262207" y="127832"/>
                  <a:pt x="1262207" y="1218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returnfloat('-inf')">
            <a:extLst xmlns:a="http://schemas.openxmlformats.org/drawingml/2006/main">
              <a:ext uri="{FF2B5EF4-FFF2-40B4-BE49-F238E27FC236}">
                <a16:creationId xmlns:a16="http://schemas.microsoft.com/office/drawing/2014/main" id="{13838C18-D90A-4A08-9EAC-B7710D35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3391" y="1245741"/>
            <a:ext cx="1984785" cy="149617"/>
          </a:xfrm>
          <a:custGeom xmlns:a="http://schemas.openxmlformats.org/drawingml/2006/main">
            <a:pathLst>
              <a:path w="1984785" h="149617">
                <a:moveTo>
                  <a:pt x="87721" y="61599"/>
                </a:moveTo>
                <a:cubicBezTo>
                  <a:pt x="87721" y="57742"/>
                  <a:pt x="85406" y="49643"/>
                  <a:pt x="69405" y="49643"/>
                </a:cubicBezTo>
                <a:cubicBezTo>
                  <a:pt x="59571" y="49643"/>
                  <a:pt x="47233" y="53115"/>
                  <a:pt x="36631" y="65262"/>
                </a:cubicBezTo>
                <a:lnTo>
                  <a:pt x="36631" y="58707"/>
                </a:lnTo>
                <a:cubicBezTo>
                  <a:pt x="36631" y="52703"/>
                  <a:pt x="35472" y="50773"/>
                  <a:pt x="28918" y="50773"/>
                </a:cubicBezTo>
                <a:lnTo>
                  <a:pt x="7710" y="50773"/>
                </a:lnTo>
                <a:cubicBezTo>
                  <a:pt x="4819" y="50773"/>
                  <a:pt x="0" y="50773"/>
                  <a:pt x="0" y="56560"/>
                </a:cubicBezTo>
                <a:cubicBezTo>
                  <a:pt x="0" y="62535"/>
                  <a:pt x="4627" y="62535"/>
                  <a:pt x="7710" y="62535"/>
                </a:cubicBezTo>
                <a:lnTo>
                  <a:pt x="23328" y="62535"/>
                </a:lnTo>
                <a:lnTo>
                  <a:pt x="23328" y="122048"/>
                </a:lnTo>
                <a:lnTo>
                  <a:pt x="7710" y="122048"/>
                </a:lnTo>
                <a:cubicBezTo>
                  <a:pt x="4819" y="122048"/>
                  <a:pt x="0" y="122048"/>
                  <a:pt x="0" y="127832"/>
                </a:cubicBezTo>
                <a:cubicBezTo>
                  <a:pt x="0" y="133807"/>
                  <a:pt x="4627" y="133807"/>
                  <a:pt x="7710" y="133807"/>
                </a:cubicBezTo>
                <a:lnTo>
                  <a:pt x="58029" y="133807"/>
                </a:lnTo>
                <a:cubicBezTo>
                  <a:pt x="60921" y="133807"/>
                  <a:pt x="65934" y="133807"/>
                  <a:pt x="65934" y="128023"/>
                </a:cubicBezTo>
                <a:cubicBezTo>
                  <a:pt x="65934" y="122048"/>
                  <a:pt x="60921" y="122048"/>
                  <a:pt x="58029" y="122048"/>
                </a:cubicBezTo>
                <a:lnTo>
                  <a:pt x="36631" y="122048"/>
                </a:lnTo>
                <a:lnTo>
                  <a:pt x="36631" y="97974"/>
                </a:lnTo>
                <a:cubicBezTo>
                  <a:pt x="36631" y="79916"/>
                  <a:pt x="48004" y="61405"/>
                  <a:pt x="71332" y="61405"/>
                </a:cubicBezTo>
                <a:cubicBezTo>
                  <a:pt x="71526" y="66033"/>
                  <a:pt x="74803" y="69890"/>
                  <a:pt x="79622" y="69890"/>
                </a:cubicBezTo>
                <a:cubicBezTo>
                  <a:pt x="83864" y="69890"/>
                  <a:pt x="87721" y="66804"/>
                  <a:pt x="87721" y="61599"/>
                </a:cubicBezTo>
                <a:close/>
                <a:moveTo>
                  <a:pt x="184500" y="112748"/>
                </a:moveTo>
                <a:cubicBezTo>
                  <a:pt x="184500" y="107338"/>
                  <a:pt x="178911" y="107338"/>
                  <a:pt x="177755" y="107338"/>
                </a:cubicBezTo>
                <a:cubicBezTo>
                  <a:pt x="174283" y="107338"/>
                  <a:pt x="172742" y="107918"/>
                  <a:pt x="171391" y="111589"/>
                </a:cubicBezTo>
                <a:cubicBezTo>
                  <a:pt x="167149" y="121424"/>
                  <a:pt x="156739" y="123160"/>
                  <a:pt x="151340" y="123160"/>
                </a:cubicBezTo>
                <a:cubicBezTo>
                  <a:pt x="136882" y="123160"/>
                  <a:pt x="122423" y="113519"/>
                  <a:pt x="119337" y="96903"/>
                </a:cubicBezTo>
                <a:lnTo>
                  <a:pt x="176790" y="96903"/>
                </a:lnTo>
                <a:cubicBezTo>
                  <a:pt x="180837" y="96903"/>
                  <a:pt x="184500" y="96903"/>
                  <a:pt x="184500" y="89772"/>
                </a:cubicBezTo>
                <a:cubicBezTo>
                  <a:pt x="184500" y="67786"/>
                  <a:pt x="172162" y="48890"/>
                  <a:pt x="147098" y="48890"/>
                </a:cubicBezTo>
                <a:cubicBezTo>
                  <a:pt x="124155" y="48890"/>
                  <a:pt x="105649" y="68175"/>
                  <a:pt x="105649" y="91893"/>
                </a:cubicBezTo>
                <a:cubicBezTo>
                  <a:pt x="105649" y="115449"/>
                  <a:pt x="125120" y="134937"/>
                  <a:pt x="149990" y="134937"/>
                </a:cubicBezTo>
                <a:cubicBezTo>
                  <a:pt x="175439" y="134937"/>
                  <a:pt x="184500" y="117576"/>
                  <a:pt x="184500" y="112746"/>
                </a:cubicBezTo>
                <a:lnTo>
                  <a:pt x="184500" y="112748"/>
                </a:lnTo>
                <a:moveTo>
                  <a:pt x="170812" y="85335"/>
                </a:moveTo>
                <a:lnTo>
                  <a:pt x="119531" y="85335"/>
                </a:lnTo>
                <a:cubicBezTo>
                  <a:pt x="122229" y="71258"/>
                  <a:pt x="133604" y="60652"/>
                  <a:pt x="147098" y="60652"/>
                </a:cubicBezTo>
                <a:cubicBezTo>
                  <a:pt x="157124" y="60652"/>
                  <a:pt x="169076" y="65474"/>
                  <a:pt x="170812" y="85335"/>
                </a:cubicBezTo>
                <a:close/>
                <a:moveTo>
                  <a:pt x="282824" y="109509"/>
                </a:moveTo>
                <a:cubicBezTo>
                  <a:pt x="282824" y="106044"/>
                  <a:pt x="282824" y="102001"/>
                  <a:pt x="276075" y="102001"/>
                </a:cubicBezTo>
                <a:cubicBezTo>
                  <a:pt x="269715" y="102001"/>
                  <a:pt x="269521" y="106044"/>
                  <a:pt x="269521" y="109315"/>
                </a:cubicBezTo>
                <a:cubicBezTo>
                  <a:pt x="269330" y="121251"/>
                  <a:pt x="258339" y="123178"/>
                  <a:pt x="253906" y="123178"/>
                </a:cubicBezTo>
                <a:cubicBezTo>
                  <a:pt x="239062" y="123178"/>
                  <a:pt x="239062" y="113166"/>
                  <a:pt x="239062" y="108353"/>
                </a:cubicBezTo>
                <a:lnTo>
                  <a:pt x="239062" y="62535"/>
                </a:lnTo>
                <a:lnTo>
                  <a:pt x="270677" y="62535"/>
                </a:lnTo>
                <a:cubicBezTo>
                  <a:pt x="273569" y="62535"/>
                  <a:pt x="278390" y="62535"/>
                  <a:pt x="278390" y="56751"/>
                </a:cubicBezTo>
                <a:cubicBezTo>
                  <a:pt x="278390" y="50773"/>
                  <a:pt x="273763" y="50773"/>
                  <a:pt x="270677" y="50773"/>
                </a:cubicBezTo>
                <a:lnTo>
                  <a:pt x="239062" y="50773"/>
                </a:lnTo>
                <a:lnTo>
                  <a:pt x="239062" y="34965"/>
                </a:lnTo>
                <a:cubicBezTo>
                  <a:pt x="239062" y="31300"/>
                  <a:pt x="239062" y="27060"/>
                  <a:pt x="232505" y="27060"/>
                </a:cubicBezTo>
                <a:cubicBezTo>
                  <a:pt x="225759" y="27060"/>
                  <a:pt x="225759" y="31109"/>
                  <a:pt x="225759" y="34965"/>
                </a:cubicBezTo>
                <a:lnTo>
                  <a:pt x="225759" y="50773"/>
                </a:lnTo>
                <a:lnTo>
                  <a:pt x="208985" y="50773"/>
                </a:lnTo>
                <a:cubicBezTo>
                  <a:pt x="205899" y="50773"/>
                  <a:pt x="201081" y="50773"/>
                  <a:pt x="201081" y="56751"/>
                </a:cubicBezTo>
                <a:cubicBezTo>
                  <a:pt x="201081" y="62535"/>
                  <a:pt x="205899" y="62535"/>
                  <a:pt x="208791" y="62535"/>
                </a:cubicBezTo>
                <a:lnTo>
                  <a:pt x="225759" y="62535"/>
                </a:lnTo>
                <a:lnTo>
                  <a:pt x="225759" y="109509"/>
                </a:lnTo>
                <a:cubicBezTo>
                  <a:pt x="225759" y="127997"/>
                  <a:pt x="238868" y="134937"/>
                  <a:pt x="252941" y="134937"/>
                </a:cubicBezTo>
                <a:cubicBezTo>
                  <a:pt x="267209" y="134937"/>
                  <a:pt x="282824" y="126646"/>
                  <a:pt x="282824" y="109509"/>
                </a:cubicBezTo>
                <a:close/>
                <a:moveTo>
                  <a:pt x="396186" y="127832"/>
                </a:moveTo>
                <a:cubicBezTo>
                  <a:pt x="396186" y="122048"/>
                  <a:pt x="391173" y="122048"/>
                  <a:pt x="388475" y="122048"/>
                </a:cubicBezTo>
                <a:lnTo>
                  <a:pt x="379797" y="122048"/>
                </a:lnTo>
                <a:lnTo>
                  <a:pt x="379797" y="58678"/>
                </a:lnTo>
                <a:cubicBezTo>
                  <a:pt x="379797" y="52703"/>
                  <a:pt x="378641" y="50773"/>
                  <a:pt x="372087" y="50773"/>
                </a:cubicBezTo>
                <a:lnTo>
                  <a:pt x="358013" y="50773"/>
                </a:lnTo>
                <a:cubicBezTo>
                  <a:pt x="354927" y="50773"/>
                  <a:pt x="350109" y="50773"/>
                  <a:pt x="350109" y="56751"/>
                </a:cubicBezTo>
                <a:cubicBezTo>
                  <a:pt x="350109" y="62535"/>
                  <a:pt x="355122" y="62535"/>
                  <a:pt x="357819" y="62535"/>
                </a:cubicBezTo>
                <a:lnTo>
                  <a:pt x="366495" y="62535"/>
                </a:lnTo>
                <a:lnTo>
                  <a:pt x="366495" y="103558"/>
                </a:lnTo>
                <a:cubicBezTo>
                  <a:pt x="366495" y="120868"/>
                  <a:pt x="350880" y="123178"/>
                  <a:pt x="344711" y="123178"/>
                </a:cubicBezTo>
                <a:cubicBezTo>
                  <a:pt x="329478" y="123178"/>
                  <a:pt x="329478" y="116823"/>
                  <a:pt x="329478" y="110663"/>
                </a:cubicBezTo>
                <a:lnTo>
                  <a:pt x="329478" y="58678"/>
                </a:lnTo>
                <a:cubicBezTo>
                  <a:pt x="329478" y="52703"/>
                  <a:pt x="328322" y="50773"/>
                  <a:pt x="321768" y="50773"/>
                </a:cubicBezTo>
                <a:lnTo>
                  <a:pt x="307694" y="50773"/>
                </a:lnTo>
                <a:cubicBezTo>
                  <a:pt x="304608" y="50773"/>
                  <a:pt x="299790" y="50773"/>
                  <a:pt x="299790" y="56751"/>
                </a:cubicBezTo>
                <a:cubicBezTo>
                  <a:pt x="299790" y="62535"/>
                  <a:pt x="304803" y="62535"/>
                  <a:pt x="307500" y="62535"/>
                </a:cubicBezTo>
                <a:lnTo>
                  <a:pt x="316178" y="62535"/>
                </a:lnTo>
                <a:lnTo>
                  <a:pt x="316178" y="111819"/>
                </a:lnTo>
                <a:cubicBezTo>
                  <a:pt x="316178" y="130312"/>
                  <a:pt x="329478" y="134937"/>
                  <a:pt x="343555" y="134937"/>
                </a:cubicBezTo>
                <a:cubicBezTo>
                  <a:pt x="351459" y="134937"/>
                  <a:pt x="359364" y="133010"/>
                  <a:pt x="366495" y="127611"/>
                </a:cubicBezTo>
                <a:cubicBezTo>
                  <a:pt x="366689" y="133807"/>
                  <a:pt x="370737" y="133807"/>
                  <a:pt x="374208" y="133807"/>
                </a:cubicBezTo>
                <a:lnTo>
                  <a:pt x="388281" y="133807"/>
                </a:lnTo>
                <a:cubicBezTo>
                  <a:pt x="391367" y="133807"/>
                  <a:pt x="396186" y="133807"/>
                  <a:pt x="396186" y="127832"/>
                </a:cubicBezTo>
                <a:close/>
                <a:moveTo>
                  <a:pt x="492582" y="61599"/>
                </a:moveTo>
                <a:cubicBezTo>
                  <a:pt x="492582" y="57742"/>
                  <a:pt x="490267" y="49643"/>
                  <a:pt x="474267" y="49643"/>
                </a:cubicBezTo>
                <a:cubicBezTo>
                  <a:pt x="464432" y="49643"/>
                  <a:pt x="452095" y="53115"/>
                  <a:pt x="441492" y="65262"/>
                </a:cubicBezTo>
                <a:lnTo>
                  <a:pt x="441492" y="58707"/>
                </a:lnTo>
                <a:cubicBezTo>
                  <a:pt x="441492" y="52703"/>
                  <a:pt x="440333" y="50773"/>
                  <a:pt x="433779" y="50773"/>
                </a:cubicBezTo>
                <a:lnTo>
                  <a:pt x="412572" y="50773"/>
                </a:lnTo>
                <a:cubicBezTo>
                  <a:pt x="409680" y="50773"/>
                  <a:pt x="404861" y="50773"/>
                  <a:pt x="404861" y="56560"/>
                </a:cubicBezTo>
                <a:cubicBezTo>
                  <a:pt x="404861" y="62535"/>
                  <a:pt x="409489" y="62535"/>
                  <a:pt x="412572" y="62535"/>
                </a:cubicBezTo>
                <a:lnTo>
                  <a:pt x="428190" y="62535"/>
                </a:lnTo>
                <a:lnTo>
                  <a:pt x="428190" y="122048"/>
                </a:lnTo>
                <a:lnTo>
                  <a:pt x="412572" y="122048"/>
                </a:lnTo>
                <a:cubicBezTo>
                  <a:pt x="409680" y="122048"/>
                  <a:pt x="404861" y="122048"/>
                  <a:pt x="404861" y="127832"/>
                </a:cubicBezTo>
                <a:cubicBezTo>
                  <a:pt x="404861" y="133807"/>
                  <a:pt x="409489" y="133807"/>
                  <a:pt x="412572" y="133807"/>
                </a:cubicBezTo>
                <a:lnTo>
                  <a:pt x="462891" y="133807"/>
                </a:lnTo>
                <a:cubicBezTo>
                  <a:pt x="465783" y="133807"/>
                  <a:pt x="470795" y="133807"/>
                  <a:pt x="470795" y="128023"/>
                </a:cubicBezTo>
                <a:cubicBezTo>
                  <a:pt x="470795" y="122048"/>
                  <a:pt x="465783" y="122048"/>
                  <a:pt x="462891" y="122048"/>
                </a:cubicBezTo>
                <a:lnTo>
                  <a:pt x="441492" y="122048"/>
                </a:lnTo>
                <a:lnTo>
                  <a:pt x="441492" y="97974"/>
                </a:lnTo>
                <a:cubicBezTo>
                  <a:pt x="441492" y="79916"/>
                  <a:pt x="452865" y="61405"/>
                  <a:pt x="476194" y="61405"/>
                </a:cubicBezTo>
                <a:cubicBezTo>
                  <a:pt x="476388" y="66033"/>
                  <a:pt x="479665" y="69890"/>
                  <a:pt x="484483" y="69890"/>
                </a:cubicBezTo>
                <a:cubicBezTo>
                  <a:pt x="488725" y="69890"/>
                  <a:pt x="492582" y="66804"/>
                  <a:pt x="492582" y="61599"/>
                </a:cubicBezTo>
                <a:close/>
                <a:moveTo>
                  <a:pt x="598617" y="128023"/>
                </a:moveTo>
                <a:cubicBezTo>
                  <a:pt x="598617" y="122048"/>
                  <a:pt x="593798" y="122048"/>
                  <a:pt x="590712" y="122048"/>
                </a:cubicBezTo>
                <a:lnTo>
                  <a:pt x="582228" y="122048"/>
                </a:lnTo>
                <a:lnTo>
                  <a:pt x="582228" y="77386"/>
                </a:lnTo>
                <a:cubicBezTo>
                  <a:pt x="582228" y="57936"/>
                  <a:pt x="572397" y="49643"/>
                  <a:pt x="557167" y="49643"/>
                </a:cubicBezTo>
                <a:cubicBezTo>
                  <a:pt x="544250" y="49643"/>
                  <a:pt x="535574" y="56201"/>
                  <a:pt x="531909" y="59863"/>
                </a:cubicBezTo>
                <a:cubicBezTo>
                  <a:pt x="531909" y="53668"/>
                  <a:pt x="531909" y="50773"/>
                  <a:pt x="524199" y="50773"/>
                </a:cubicBezTo>
                <a:lnTo>
                  <a:pt x="510125" y="50773"/>
                </a:lnTo>
                <a:cubicBezTo>
                  <a:pt x="507039" y="50773"/>
                  <a:pt x="502221" y="50773"/>
                  <a:pt x="502221" y="56751"/>
                </a:cubicBezTo>
                <a:cubicBezTo>
                  <a:pt x="502221" y="62535"/>
                  <a:pt x="507233" y="62535"/>
                  <a:pt x="509931" y="62535"/>
                </a:cubicBezTo>
                <a:lnTo>
                  <a:pt x="518609" y="62535"/>
                </a:lnTo>
                <a:lnTo>
                  <a:pt x="518609" y="122048"/>
                </a:lnTo>
                <a:lnTo>
                  <a:pt x="510125" y="122048"/>
                </a:lnTo>
                <a:cubicBezTo>
                  <a:pt x="507039" y="122048"/>
                  <a:pt x="502221" y="122048"/>
                  <a:pt x="502221" y="128023"/>
                </a:cubicBezTo>
                <a:cubicBezTo>
                  <a:pt x="502221" y="133807"/>
                  <a:pt x="507233" y="133807"/>
                  <a:pt x="509931" y="133807"/>
                </a:cubicBezTo>
                <a:lnTo>
                  <a:pt x="540587" y="133807"/>
                </a:lnTo>
                <a:cubicBezTo>
                  <a:pt x="543285" y="133807"/>
                  <a:pt x="548298" y="133807"/>
                  <a:pt x="548298" y="128023"/>
                </a:cubicBezTo>
                <a:cubicBezTo>
                  <a:pt x="548298" y="122048"/>
                  <a:pt x="543479" y="122048"/>
                  <a:pt x="540393" y="122048"/>
                </a:cubicBezTo>
                <a:lnTo>
                  <a:pt x="531909" y="122048"/>
                </a:lnTo>
                <a:lnTo>
                  <a:pt x="531909" y="87959"/>
                </a:lnTo>
                <a:cubicBezTo>
                  <a:pt x="531909" y="68722"/>
                  <a:pt x="546177" y="61405"/>
                  <a:pt x="556011" y="61405"/>
                </a:cubicBezTo>
                <a:cubicBezTo>
                  <a:pt x="566228" y="61405"/>
                  <a:pt x="568925" y="66798"/>
                  <a:pt x="568925" y="78348"/>
                </a:cubicBezTo>
                <a:lnTo>
                  <a:pt x="568925" y="122048"/>
                </a:lnTo>
                <a:lnTo>
                  <a:pt x="561409" y="122048"/>
                </a:lnTo>
                <a:cubicBezTo>
                  <a:pt x="558323" y="122048"/>
                  <a:pt x="553504" y="122048"/>
                  <a:pt x="553504" y="128023"/>
                </a:cubicBezTo>
                <a:cubicBezTo>
                  <a:pt x="553504" y="133807"/>
                  <a:pt x="558708" y="133807"/>
                  <a:pt x="561409" y="133807"/>
                </a:cubicBezTo>
                <a:lnTo>
                  <a:pt x="590906" y="133807"/>
                </a:lnTo>
                <a:cubicBezTo>
                  <a:pt x="593604" y="133807"/>
                  <a:pt x="598617" y="133807"/>
                  <a:pt x="598617" y="128023"/>
                </a:cubicBezTo>
                <a:close/>
                <a:moveTo>
                  <a:pt x="786589" y="26381"/>
                </a:moveTo>
                <a:cubicBezTo>
                  <a:pt x="786589" y="14810"/>
                  <a:pt x="771165" y="14810"/>
                  <a:pt x="768079" y="14810"/>
                </a:cubicBezTo>
                <a:cubicBezTo>
                  <a:pt x="752655" y="14810"/>
                  <a:pt x="737811" y="23680"/>
                  <a:pt x="737811" y="40514"/>
                </a:cubicBezTo>
                <a:lnTo>
                  <a:pt x="737811" y="50773"/>
                </a:lnTo>
                <a:lnTo>
                  <a:pt x="718534" y="50773"/>
                </a:lnTo>
                <a:cubicBezTo>
                  <a:pt x="715448" y="50773"/>
                  <a:pt x="710629" y="50773"/>
                  <a:pt x="710629" y="56751"/>
                </a:cubicBezTo>
                <a:cubicBezTo>
                  <a:pt x="710629" y="62535"/>
                  <a:pt x="715448" y="62535"/>
                  <a:pt x="718340" y="62535"/>
                </a:cubicBezTo>
                <a:lnTo>
                  <a:pt x="737811" y="62535"/>
                </a:lnTo>
                <a:lnTo>
                  <a:pt x="737811" y="122048"/>
                </a:lnTo>
                <a:lnTo>
                  <a:pt x="718340" y="122048"/>
                </a:lnTo>
                <a:cubicBezTo>
                  <a:pt x="715448" y="122048"/>
                  <a:pt x="710435" y="122048"/>
                  <a:pt x="710435" y="127832"/>
                </a:cubicBezTo>
                <a:cubicBezTo>
                  <a:pt x="710435" y="133807"/>
                  <a:pt x="715448" y="133807"/>
                  <a:pt x="718340" y="133807"/>
                </a:cubicBezTo>
                <a:lnTo>
                  <a:pt x="770586" y="133807"/>
                </a:lnTo>
                <a:cubicBezTo>
                  <a:pt x="773477" y="133807"/>
                  <a:pt x="778490" y="133807"/>
                  <a:pt x="778490" y="128023"/>
                </a:cubicBezTo>
                <a:cubicBezTo>
                  <a:pt x="778490" y="122048"/>
                  <a:pt x="773477" y="122048"/>
                  <a:pt x="770586" y="122048"/>
                </a:cubicBezTo>
                <a:lnTo>
                  <a:pt x="751114" y="122048"/>
                </a:lnTo>
                <a:lnTo>
                  <a:pt x="751114" y="62535"/>
                </a:lnTo>
                <a:lnTo>
                  <a:pt x="774636" y="62535"/>
                </a:lnTo>
                <a:cubicBezTo>
                  <a:pt x="777528" y="62535"/>
                  <a:pt x="782347" y="62535"/>
                  <a:pt x="782347" y="56751"/>
                </a:cubicBezTo>
                <a:cubicBezTo>
                  <a:pt x="782347" y="50773"/>
                  <a:pt x="777719" y="50773"/>
                  <a:pt x="774636" y="50773"/>
                </a:cubicBezTo>
                <a:lnTo>
                  <a:pt x="751114" y="50773"/>
                </a:lnTo>
                <a:lnTo>
                  <a:pt x="751114" y="41673"/>
                </a:lnTo>
                <a:cubicBezTo>
                  <a:pt x="751114" y="26572"/>
                  <a:pt x="764031" y="26572"/>
                  <a:pt x="769815" y="26572"/>
                </a:cubicBezTo>
                <a:cubicBezTo>
                  <a:pt x="769815" y="27346"/>
                  <a:pt x="771550" y="34898"/>
                  <a:pt x="778299" y="34898"/>
                </a:cubicBezTo>
                <a:cubicBezTo>
                  <a:pt x="782153" y="34898"/>
                  <a:pt x="786589" y="31800"/>
                  <a:pt x="786589" y="26381"/>
                </a:cubicBezTo>
                <a:close/>
                <a:moveTo>
                  <a:pt x="893587" y="128023"/>
                </a:moveTo>
                <a:cubicBezTo>
                  <a:pt x="893587" y="122048"/>
                  <a:pt x="888960" y="122048"/>
                  <a:pt x="885874" y="122048"/>
                </a:cubicBezTo>
                <a:lnTo>
                  <a:pt x="860813" y="122048"/>
                </a:lnTo>
                <a:lnTo>
                  <a:pt x="860813" y="23845"/>
                </a:lnTo>
                <a:cubicBezTo>
                  <a:pt x="860813" y="17870"/>
                  <a:pt x="859657" y="15940"/>
                  <a:pt x="853100" y="15940"/>
                </a:cubicBezTo>
                <a:lnTo>
                  <a:pt x="822641" y="15940"/>
                </a:lnTo>
                <a:cubicBezTo>
                  <a:pt x="819555" y="15940"/>
                  <a:pt x="814736" y="15940"/>
                  <a:pt x="814736" y="21918"/>
                </a:cubicBezTo>
                <a:cubicBezTo>
                  <a:pt x="814736" y="27702"/>
                  <a:pt x="819749" y="27702"/>
                  <a:pt x="822446" y="27702"/>
                </a:cubicBezTo>
                <a:lnTo>
                  <a:pt x="847510" y="27702"/>
                </a:lnTo>
                <a:lnTo>
                  <a:pt x="847510" y="122048"/>
                </a:lnTo>
                <a:lnTo>
                  <a:pt x="822641" y="122048"/>
                </a:lnTo>
                <a:cubicBezTo>
                  <a:pt x="819555" y="122048"/>
                  <a:pt x="814736" y="122048"/>
                  <a:pt x="814736" y="128023"/>
                </a:cubicBezTo>
                <a:cubicBezTo>
                  <a:pt x="814736" y="133807"/>
                  <a:pt x="819749" y="133807"/>
                  <a:pt x="822446" y="133807"/>
                </a:cubicBezTo>
                <a:lnTo>
                  <a:pt x="885874" y="133807"/>
                </a:lnTo>
                <a:cubicBezTo>
                  <a:pt x="888766" y="133807"/>
                  <a:pt x="893587" y="133807"/>
                  <a:pt x="893587" y="128023"/>
                </a:cubicBezTo>
                <a:close/>
                <a:moveTo>
                  <a:pt x="994803" y="92108"/>
                </a:moveTo>
                <a:cubicBezTo>
                  <a:pt x="994803" y="67986"/>
                  <a:pt x="976873" y="48890"/>
                  <a:pt x="955281" y="48890"/>
                </a:cubicBezTo>
                <a:cubicBezTo>
                  <a:pt x="933688" y="48890"/>
                  <a:pt x="915758" y="67986"/>
                  <a:pt x="915758" y="92108"/>
                </a:cubicBezTo>
                <a:cubicBezTo>
                  <a:pt x="915758" y="116617"/>
                  <a:pt x="934073" y="134937"/>
                  <a:pt x="955281" y="134937"/>
                </a:cubicBezTo>
                <a:cubicBezTo>
                  <a:pt x="976488" y="134937"/>
                  <a:pt x="994803" y="116423"/>
                  <a:pt x="994803" y="92108"/>
                </a:cubicBezTo>
                <a:moveTo>
                  <a:pt x="981501" y="90757"/>
                </a:moveTo>
                <a:cubicBezTo>
                  <a:pt x="981501" y="108703"/>
                  <a:pt x="969548" y="123178"/>
                  <a:pt x="955281" y="123178"/>
                </a:cubicBezTo>
                <a:cubicBezTo>
                  <a:pt x="941013" y="123178"/>
                  <a:pt x="929061" y="108703"/>
                  <a:pt x="929061" y="90757"/>
                </a:cubicBezTo>
                <a:cubicBezTo>
                  <a:pt x="929061" y="73196"/>
                  <a:pt x="941593" y="60652"/>
                  <a:pt x="955281" y="60652"/>
                </a:cubicBezTo>
                <a:cubicBezTo>
                  <a:pt x="969163" y="60652"/>
                  <a:pt x="981501" y="73196"/>
                  <a:pt x="981501" y="90757"/>
                </a:cubicBezTo>
                <a:close/>
                <a:moveTo>
                  <a:pt x="1106044" y="127832"/>
                </a:moveTo>
                <a:cubicBezTo>
                  <a:pt x="1106044" y="122048"/>
                  <a:pt x="1101222" y="122048"/>
                  <a:pt x="1098330" y="122048"/>
                </a:cubicBezTo>
                <a:cubicBezTo>
                  <a:pt x="1090235" y="122048"/>
                  <a:pt x="1088305" y="121083"/>
                  <a:pt x="1086763" y="120504"/>
                </a:cubicBezTo>
                <a:lnTo>
                  <a:pt x="1086763" y="78801"/>
                </a:lnTo>
                <a:cubicBezTo>
                  <a:pt x="1086763" y="65094"/>
                  <a:pt x="1076352" y="48890"/>
                  <a:pt x="1048591" y="48890"/>
                </a:cubicBezTo>
                <a:cubicBezTo>
                  <a:pt x="1040301" y="48890"/>
                  <a:pt x="1020635" y="48890"/>
                  <a:pt x="1020635" y="62970"/>
                </a:cubicBezTo>
                <a:cubicBezTo>
                  <a:pt x="1020635" y="68763"/>
                  <a:pt x="1024686" y="71852"/>
                  <a:pt x="1029311" y="71852"/>
                </a:cubicBezTo>
                <a:cubicBezTo>
                  <a:pt x="1032202" y="71852"/>
                  <a:pt x="1037601" y="70113"/>
                  <a:pt x="1037795" y="62970"/>
                </a:cubicBezTo>
                <a:cubicBezTo>
                  <a:pt x="1037795" y="61426"/>
                  <a:pt x="1037986" y="61231"/>
                  <a:pt x="1041843" y="60846"/>
                </a:cubicBezTo>
                <a:cubicBezTo>
                  <a:pt x="1044543" y="60652"/>
                  <a:pt x="1047050" y="60652"/>
                  <a:pt x="1048785" y="60652"/>
                </a:cubicBezTo>
                <a:cubicBezTo>
                  <a:pt x="1063435" y="60652"/>
                  <a:pt x="1073461" y="66639"/>
                  <a:pt x="1073461" y="80345"/>
                </a:cubicBezTo>
                <a:cubicBezTo>
                  <a:pt x="1039336" y="80925"/>
                  <a:pt x="1015623" y="90578"/>
                  <a:pt x="1015623" y="109112"/>
                </a:cubicBezTo>
                <a:cubicBezTo>
                  <a:pt x="1015623" y="122407"/>
                  <a:pt x="1027769" y="134937"/>
                  <a:pt x="1047435" y="134937"/>
                </a:cubicBezTo>
                <a:cubicBezTo>
                  <a:pt x="1054569" y="134937"/>
                  <a:pt x="1066521" y="133589"/>
                  <a:pt x="1075582" y="127611"/>
                </a:cubicBezTo>
                <a:cubicBezTo>
                  <a:pt x="1079824" y="133616"/>
                  <a:pt x="1089079" y="133807"/>
                  <a:pt x="1096404" y="133807"/>
                </a:cubicBezTo>
                <a:cubicBezTo>
                  <a:pt x="1101802" y="133807"/>
                  <a:pt x="1106044" y="133807"/>
                  <a:pt x="1106044" y="127832"/>
                </a:cubicBezTo>
                <a:moveTo>
                  <a:pt x="1073461" y="107974"/>
                </a:moveTo>
                <a:cubicBezTo>
                  <a:pt x="1073461" y="112407"/>
                  <a:pt x="1073461" y="116455"/>
                  <a:pt x="1065942" y="119927"/>
                </a:cubicBezTo>
                <a:cubicBezTo>
                  <a:pt x="1059002" y="123178"/>
                  <a:pt x="1050327" y="123178"/>
                  <a:pt x="1048785" y="123178"/>
                </a:cubicBezTo>
                <a:cubicBezTo>
                  <a:pt x="1036830" y="123178"/>
                  <a:pt x="1028925" y="116623"/>
                  <a:pt x="1028925" y="109103"/>
                </a:cubicBezTo>
                <a:cubicBezTo>
                  <a:pt x="1028925" y="99654"/>
                  <a:pt x="1045505" y="92522"/>
                  <a:pt x="1073461" y="91749"/>
                </a:cubicBezTo>
                <a:lnTo>
                  <a:pt x="1073461" y="107974"/>
                </a:lnTo>
                <a:close/>
                <a:moveTo>
                  <a:pt x="1193762" y="109509"/>
                </a:moveTo>
                <a:cubicBezTo>
                  <a:pt x="1193762" y="106044"/>
                  <a:pt x="1193762" y="102001"/>
                  <a:pt x="1187014" y="102001"/>
                </a:cubicBezTo>
                <a:cubicBezTo>
                  <a:pt x="1180654" y="102001"/>
                  <a:pt x="1180459" y="106044"/>
                  <a:pt x="1180459" y="109315"/>
                </a:cubicBezTo>
                <a:cubicBezTo>
                  <a:pt x="1180268" y="121251"/>
                  <a:pt x="1169278" y="123178"/>
                  <a:pt x="1164845" y="123178"/>
                </a:cubicBezTo>
                <a:cubicBezTo>
                  <a:pt x="1150000" y="123178"/>
                  <a:pt x="1150000" y="113166"/>
                  <a:pt x="1150000" y="108353"/>
                </a:cubicBezTo>
                <a:lnTo>
                  <a:pt x="1150000" y="62535"/>
                </a:lnTo>
                <a:lnTo>
                  <a:pt x="1181616" y="62535"/>
                </a:lnTo>
                <a:cubicBezTo>
                  <a:pt x="1184507" y="62535"/>
                  <a:pt x="1189329" y="62535"/>
                  <a:pt x="1189329" y="56751"/>
                </a:cubicBezTo>
                <a:cubicBezTo>
                  <a:pt x="1189329" y="50773"/>
                  <a:pt x="1184702" y="50773"/>
                  <a:pt x="1181616" y="50773"/>
                </a:cubicBezTo>
                <a:lnTo>
                  <a:pt x="1150000" y="50773"/>
                </a:lnTo>
                <a:lnTo>
                  <a:pt x="1150000" y="34965"/>
                </a:lnTo>
                <a:cubicBezTo>
                  <a:pt x="1150000" y="31300"/>
                  <a:pt x="1150000" y="27060"/>
                  <a:pt x="1143443" y="27060"/>
                </a:cubicBezTo>
                <a:cubicBezTo>
                  <a:pt x="1136698" y="27060"/>
                  <a:pt x="1136698" y="31109"/>
                  <a:pt x="1136698" y="34965"/>
                </a:cubicBezTo>
                <a:lnTo>
                  <a:pt x="1136698" y="50773"/>
                </a:lnTo>
                <a:lnTo>
                  <a:pt x="1119924" y="50773"/>
                </a:lnTo>
                <a:cubicBezTo>
                  <a:pt x="1116838" y="50773"/>
                  <a:pt x="1112019" y="50773"/>
                  <a:pt x="1112019" y="56751"/>
                </a:cubicBezTo>
                <a:cubicBezTo>
                  <a:pt x="1112019" y="62535"/>
                  <a:pt x="1116838" y="62535"/>
                  <a:pt x="1119730" y="62535"/>
                </a:cubicBezTo>
                <a:lnTo>
                  <a:pt x="1136698" y="62535"/>
                </a:lnTo>
                <a:lnTo>
                  <a:pt x="1136698" y="109509"/>
                </a:lnTo>
                <a:cubicBezTo>
                  <a:pt x="1136698" y="127997"/>
                  <a:pt x="1149806" y="134937"/>
                  <a:pt x="1163880" y="134937"/>
                </a:cubicBezTo>
                <a:cubicBezTo>
                  <a:pt x="1178147" y="134937"/>
                  <a:pt x="1193762" y="126646"/>
                  <a:pt x="1193762" y="109509"/>
                </a:cubicBezTo>
                <a:close/>
                <a:moveTo>
                  <a:pt x="1292666" y="144219"/>
                </a:moveTo>
                <a:cubicBezTo>
                  <a:pt x="1292666" y="141327"/>
                  <a:pt x="1291315" y="140556"/>
                  <a:pt x="1287844" y="138244"/>
                </a:cubicBezTo>
                <a:cubicBezTo>
                  <a:pt x="1263939" y="122048"/>
                  <a:pt x="1255070" y="96403"/>
                  <a:pt x="1255070" y="74809"/>
                </a:cubicBezTo>
                <a:cubicBezTo>
                  <a:pt x="1255070" y="55530"/>
                  <a:pt x="1262398" y="28728"/>
                  <a:pt x="1288230" y="11185"/>
                </a:cubicBezTo>
                <a:cubicBezTo>
                  <a:pt x="1291315" y="9064"/>
                  <a:pt x="1292666" y="8291"/>
                  <a:pt x="1292666" y="5399"/>
                </a:cubicBezTo>
                <a:cubicBezTo>
                  <a:pt x="1292666" y="3857"/>
                  <a:pt x="1291701" y="0"/>
                  <a:pt x="1286688" y="0"/>
                </a:cubicBezTo>
                <a:cubicBezTo>
                  <a:pt x="1281099" y="0"/>
                  <a:pt x="1241767" y="25451"/>
                  <a:pt x="1241767" y="74809"/>
                </a:cubicBezTo>
                <a:cubicBezTo>
                  <a:pt x="1241767" y="97753"/>
                  <a:pt x="1250637" y="115105"/>
                  <a:pt x="1257385" y="124746"/>
                </a:cubicBezTo>
                <a:cubicBezTo>
                  <a:pt x="1267602" y="138820"/>
                  <a:pt x="1282061" y="149617"/>
                  <a:pt x="1286688" y="149617"/>
                </a:cubicBezTo>
                <a:cubicBezTo>
                  <a:pt x="1291701" y="149617"/>
                  <a:pt x="1292666" y="145763"/>
                  <a:pt x="1292666" y="144219"/>
                </a:cubicBezTo>
                <a:close/>
                <a:moveTo>
                  <a:pt x="1368626" y="24860"/>
                </a:moveTo>
                <a:cubicBezTo>
                  <a:pt x="1369202" y="16763"/>
                  <a:pt x="1364769" y="13869"/>
                  <a:pt x="1360141" y="13869"/>
                </a:cubicBezTo>
                <a:cubicBezTo>
                  <a:pt x="1355323" y="13869"/>
                  <a:pt x="1351466" y="17725"/>
                  <a:pt x="1351466" y="22547"/>
                </a:cubicBezTo>
                <a:lnTo>
                  <a:pt x="1351852" y="26401"/>
                </a:lnTo>
                <a:lnTo>
                  <a:pt x="1354164" y="63420"/>
                </a:lnTo>
                <a:cubicBezTo>
                  <a:pt x="1354358" y="66506"/>
                  <a:pt x="1354549" y="70555"/>
                  <a:pt x="1360141" y="70555"/>
                </a:cubicBezTo>
                <a:cubicBezTo>
                  <a:pt x="1365734" y="70555"/>
                  <a:pt x="1365925" y="66506"/>
                  <a:pt x="1366119" y="63420"/>
                </a:cubicBezTo>
                <a:lnTo>
                  <a:pt x="1368626" y="24860"/>
                </a:lnTo>
                <a:close/>
                <a:moveTo>
                  <a:pt x="1501071" y="74844"/>
                </a:moveTo>
                <a:cubicBezTo>
                  <a:pt x="1501071" y="68095"/>
                  <a:pt x="1494326" y="68095"/>
                  <a:pt x="1492011" y="68095"/>
                </a:cubicBezTo>
                <a:lnTo>
                  <a:pt x="1430704" y="68095"/>
                </a:lnTo>
                <a:cubicBezTo>
                  <a:pt x="1428389" y="68095"/>
                  <a:pt x="1421644" y="68095"/>
                  <a:pt x="1421644" y="74844"/>
                </a:cubicBezTo>
                <a:cubicBezTo>
                  <a:pt x="1421644" y="81593"/>
                  <a:pt x="1428389" y="81593"/>
                  <a:pt x="1430704" y="81593"/>
                </a:cubicBezTo>
                <a:lnTo>
                  <a:pt x="1492011" y="81593"/>
                </a:lnTo>
                <a:cubicBezTo>
                  <a:pt x="1494326" y="81593"/>
                  <a:pt x="1501071" y="81593"/>
                  <a:pt x="1501071" y="74844"/>
                </a:cubicBezTo>
                <a:close/>
                <a:moveTo>
                  <a:pt x="1599780" y="128023"/>
                </a:moveTo>
                <a:cubicBezTo>
                  <a:pt x="1599780" y="122048"/>
                  <a:pt x="1594770" y="122048"/>
                  <a:pt x="1591875" y="122048"/>
                </a:cubicBezTo>
                <a:lnTo>
                  <a:pt x="1571633" y="122048"/>
                </a:lnTo>
                <a:lnTo>
                  <a:pt x="1571633" y="58678"/>
                </a:lnTo>
                <a:cubicBezTo>
                  <a:pt x="1571633" y="52703"/>
                  <a:pt x="1570477" y="50773"/>
                  <a:pt x="1563923" y="50773"/>
                </a:cubicBezTo>
                <a:lnTo>
                  <a:pt x="1536547" y="50773"/>
                </a:lnTo>
                <a:cubicBezTo>
                  <a:pt x="1533655" y="50773"/>
                  <a:pt x="1528642" y="50773"/>
                  <a:pt x="1528642" y="56560"/>
                </a:cubicBezTo>
                <a:cubicBezTo>
                  <a:pt x="1528642" y="62535"/>
                  <a:pt x="1533655" y="62535"/>
                  <a:pt x="1536547" y="62535"/>
                </a:cubicBezTo>
                <a:lnTo>
                  <a:pt x="1558330" y="62535"/>
                </a:lnTo>
                <a:lnTo>
                  <a:pt x="1558330" y="122048"/>
                </a:lnTo>
                <a:lnTo>
                  <a:pt x="1535002" y="122048"/>
                </a:lnTo>
                <a:cubicBezTo>
                  <a:pt x="1531919" y="122048"/>
                  <a:pt x="1527098" y="122048"/>
                  <a:pt x="1527098" y="128023"/>
                </a:cubicBezTo>
                <a:cubicBezTo>
                  <a:pt x="1527098" y="133807"/>
                  <a:pt x="1532110" y="133807"/>
                  <a:pt x="1535002" y="133807"/>
                </a:cubicBezTo>
                <a:lnTo>
                  <a:pt x="1591875" y="133807"/>
                </a:lnTo>
                <a:cubicBezTo>
                  <a:pt x="1594770" y="133807"/>
                  <a:pt x="1599780" y="133807"/>
                  <a:pt x="1599780" y="128023"/>
                </a:cubicBezTo>
                <a:moveTo>
                  <a:pt x="1572404" y="26899"/>
                </a:moveTo>
                <a:cubicBezTo>
                  <a:pt x="1572404" y="21500"/>
                  <a:pt x="1568165" y="17258"/>
                  <a:pt x="1562767" y="17258"/>
                </a:cubicBezTo>
                <a:cubicBezTo>
                  <a:pt x="1557366" y="17258"/>
                  <a:pt x="1553126" y="21500"/>
                  <a:pt x="1553126" y="26899"/>
                </a:cubicBezTo>
                <a:cubicBezTo>
                  <a:pt x="1553126" y="32297"/>
                  <a:pt x="1557366" y="36539"/>
                  <a:pt x="1562767" y="36539"/>
                </a:cubicBezTo>
                <a:cubicBezTo>
                  <a:pt x="1568165" y="36539"/>
                  <a:pt x="1572404" y="32297"/>
                  <a:pt x="1572404" y="26899"/>
                </a:cubicBezTo>
                <a:close/>
                <a:moveTo>
                  <a:pt x="1711987" y="128023"/>
                </a:moveTo>
                <a:cubicBezTo>
                  <a:pt x="1711987" y="122048"/>
                  <a:pt x="1707168" y="122048"/>
                  <a:pt x="1704082" y="122048"/>
                </a:cubicBezTo>
                <a:lnTo>
                  <a:pt x="1695598" y="122048"/>
                </a:lnTo>
                <a:lnTo>
                  <a:pt x="1695598" y="77386"/>
                </a:lnTo>
                <a:cubicBezTo>
                  <a:pt x="1695598" y="57936"/>
                  <a:pt x="1685767" y="49643"/>
                  <a:pt x="1670537" y="49643"/>
                </a:cubicBezTo>
                <a:cubicBezTo>
                  <a:pt x="1657620" y="49643"/>
                  <a:pt x="1648944" y="56201"/>
                  <a:pt x="1645279" y="59863"/>
                </a:cubicBezTo>
                <a:cubicBezTo>
                  <a:pt x="1645279" y="53668"/>
                  <a:pt x="1645279" y="50773"/>
                  <a:pt x="1637569" y="50773"/>
                </a:cubicBezTo>
                <a:lnTo>
                  <a:pt x="1623495" y="50773"/>
                </a:lnTo>
                <a:cubicBezTo>
                  <a:pt x="1620409" y="50773"/>
                  <a:pt x="1615591" y="50773"/>
                  <a:pt x="1615591" y="56751"/>
                </a:cubicBezTo>
                <a:cubicBezTo>
                  <a:pt x="1615591" y="62535"/>
                  <a:pt x="1620603" y="62535"/>
                  <a:pt x="1623301" y="62535"/>
                </a:cubicBezTo>
                <a:lnTo>
                  <a:pt x="1631979" y="62535"/>
                </a:lnTo>
                <a:lnTo>
                  <a:pt x="1631979" y="122048"/>
                </a:lnTo>
                <a:lnTo>
                  <a:pt x="1623495" y="122048"/>
                </a:lnTo>
                <a:cubicBezTo>
                  <a:pt x="1620409" y="122048"/>
                  <a:pt x="1615591" y="122048"/>
                  <a:pt x="1615591" y="128023"/>
                </a:cubicBezTo>
                <a:cubicBezTo>
                  <a:pt x="1615591" y="133807"/>
                  <a:pt x="1620603" y="133807"/>
                  <a:pt x="1623301" y="133807"/>
                </a:cubicBezTo>
                <a:lnTo>
                  <a:pt x="1653957" y="133807"/>
                </a:lnTo>
                <a:cubicBezTo>
                  <a:pt x="1656655" y="133807"/>
                  <a:pt x="1661668" y="133807"/>
                  <a:pt x="1661668" y="128023"/>
                </a:cubicBezTo>
                <a:cubicBezTo>
                  <a:pt x="1661668" y="122048"/>
                  <a:pt x="1656849" y="122048"/>
                  <a:pt x="1653763" y="122048"/>
                </a:cubicBezTo>
                <a:lnTo>
                  <a:pt x="1645279" y="122048"/>
                </a:lnTo>
                <a:lnTo>
                  <a:pt x="1645279" y="87959"/>
                </a:lnTo>
                <a:cubicBezTo>
                  <a:pt x="1645279" y="68722"/>
                  <a:pt x="1659547" y="61405"/>
                  <a:pt x="1669381" y="61405"/>
                </a:cubicBezTo>
                <a:cubicBezTo>
                  <a:pt x="1679598" y="61405"/>
                  <a:pt x="1682295" y="66798"/>
                  <a:pt x="1682295" y="78348"/>
                </a:cubicBezTo>
                <a:lnTo>
                  <a:pt x="1682295" y="122048"/>
                </a:lnTo>
                <a:lnTo>
                  <a:pt x="1674779" y="122048"/>
                </a:lnTo>
                <a:cubicBezTo>
                  <a:pt x="1671693" y="122048"/>
                  <a:pt x="1666875" y="122048"/>
                  <a:pt x="1666875" y="128023"/>
                </a:cubicBezTo>
                <a:cubicBezTo>
                  <a:pt x="1666875" y="133807"/>
                  <a:pt x="1672078" y="133807"/>
                  <a:pt x="1674779" y="133807"/>
                </a:cubicBezTo>
                <a:lnTo>
                  <a:pt x="1704276" y="133807"/>
                </a:lnTo>
                <a:cubicBezTo>
                  <a:pt x="1706974" y="133807"/>
                  <a:pt x="1711987" y="133807"/>
                  <a:pt x="1711987" y="128023"/>
                </a:cubicBezTo>
                <a:close/>
                <a:moveTo>
                  <a:pt x="1798743" y="26381"/>
                </a:moveTo>
                <a:cubicBezTo>
                  <a:pt x="1798743" y="14810"/>
                  <a:pt x="1783319" y="14810"/>
                  <a:pt x="1780233" y="14810"/>
                </a:cubicBezTo>
                <a:cubicBezTo>
                  <a:pt x="1764809" y="14810"/>
                  <a:pt x="1749965" y="23680"/>
                  <a:pt x="1749965" y="40514"/>
                </a:cubicBezTo>
                <a:lnTo>
                  <a:pt x="1749965" y="50773"/>
                </a:lnTo>
                <a:lnTo>
                  <a:pt x="1730688" y="50773"/>
                </a:lnTo>
                <a:cubicBezTo>
                  <a:pt x="1727602" y="50773"/>
                  <a:pt x="1722783" y="50773"/>
                  <a:pt x="1722783" y="56751"/>
                </a:cubicBezTo>
                <a:cubicBezTo>
                  <a:pt x="1722783" y="62535"/>
                  <a:pt x="1727602" y="62535"/>
                  <a:pt x="1730494" y="62535"/>
                </a:cubicBezTo>
                <a:lnTo>
                  <a:pt x="1749965" y="62535"/>
                </a:lnTo>
                <a:lnTo>
                  <a:pt x="1749965" y="122048"/>
                </a:lnTo>
                <a:lnTo>
                  <a:pt x="1730494" y="122048"/>
                </a:lnTo>
                <a:cubicBezTo>
                  <a:pt x="1727602" y="122048"/>
                  <a:pt x="1722589" y="122048"/>
                  <a:pt x="1722589" y="127832"/>
                </a:cubicBezTo>
                <a:cubicBezTo>
                  <a:pt x="1722589" y="133807"/>
                  <a:pt x="1727602" y="133807"/>
                  <a:pt x="1730494" y="133807"/>
                </a:cubicBezTo>
                <a:lnTo>
                  <a:pt x="1782739" y="133807"/>
                </a:lnTo>
                <a:cubicBezTo>
                  <a:pt x="1785631" y="133807"/>
                  <a:pt x="1790644" y="133807"/>
                  <a:pt x="1790644" y="128023"/>
                </a:cubicBezTo>
                <a:cubicBezTo>
                  <a:pt x="1790644" y="122048"/>
                  <a:pt x="1785631" y="122048"/>
                  <a:pt x="1782739" y="122048"/>
                </a:cubicBezTo>
                <a:lnTo>
                  <a:pt x="1763268" y="122048"/>
                </a:lnTo>
                <a:lnTo>
                  <a:pt x="1763268" y="62535"/>
                </a:lnTo>
                <a:lnTo>
                  <a:pt x="1786790" y="62535"/>
                </a:lnTo>
                <a:cubicBezTo>
                  <a:pt x="1789682" y="62535"/>
                  <a:pt x="1794501" y="62535"/>
                  <a:pt x="1794501" y="56751"/>
                </a:cubicBezTo>
                <a:cubicBezTo>
                  <a:pt x="1794501" y="50773"/>
                  <a:pt x="1789873" y="50773"/>
                  <a:pt x="1786790" y="50773"/>
                </a:cubicBezTo>
                <a:lnTo>
                  <a:pt x="1763268" y="50773"/>
                </a:lnTo>
                <a:lnTo>
                  <a:pt x="1763268" y="41673"/>
                </a:lnTo>
                <a:cubicBezTo>
                  <a:pt x="1763268" y="26572"/>
                  <a:pt x="1776185" y="26572"/>
                  <a:pt x="1781969" y="26572"/>
                </a:cubicBezTo>
                <a:cubicBezTo>
                  <a:pt x="1781969" y="27346"/>
                  <a:pt x="1783704" y="34898"/>
                  <a:pt x="1790453" y="34898"/>
                </a:cubicBezTo>
                <a:cubicBezTo>
                  <a:pt x="1794307" y="34898"/>
                  <a:pt x="1798743" y="31800"/>
                  <a:pt x="1798743" y="26381"/>
                </a:cubicBezTo>
                <a:close/>
                <a:moveTo>
                  <a:pt x="1874703" y="24860"/>
                </a:moveTo>
                <a:cubicBezTo>
                  <a:pt x="1875279" y="16763"/>
                  <a:pt x="1870846" y="13869"/>
                  <a:pt x="1866218" y="13869"/>
                </a:cubicBezTo>
                <a:cubicBezTo>
                  <a:pt x="1861400" y="13869"/>
                  <a:pt x="1857543" y="17725"/>
                  <a:pt x="1857543" y="22547"/>
                </a:cubicBezTo>
                <a:lnTo>
                  <a:pt x="1857929" y="26401"/>
                </a:lnTo>
                <a:lnTo>
                  <a:pt x="1860241" y="63420"/>
                </a:lnTo>
                <a:cubicBezTo>
                  <a:pt x="1860435" y="66506"/>
                  <a:pt x="1860626" y="70555"/>
                  <a:pt x="1866218" y="70555"/>
                </a:cubicBezTo>
                <a:cubicBezTo>
                  <a:pt x="1871811" y="70555"/>
                  <a:pt x="1872002" y="66506"/>
                  <a:pt x="1872196" y="63420"/>
                </a:cubicBezTo>
                <a:lnTo>
                  <a:pt x="1874703" y="24860"/>
                </a:lnTo>
                <a:close/>
                <a:moveTo>
                  <a:pt x="1984785" y="74809"/>
                </a:moveTo>
                <a:cubicBezTo>
                  <a:pt x="1984785" y="51867"/>
                  <a:pt x="1975919" y="34512"/>
                  <a:pt x="1969170" y="24874"/>
                </a:cubicBezTo>
                <a:cubicBezTo>
                  <a:pt x="1958950" y="10797"/>
                  <a:pt x="1944492" y="0"/>
                  <a:pt x="1939864" y="0"/>
                </a:cubicBezTo>
                <a:cubicBezTo>
                  <a:pt x="1935046" y="0"/>
                  <a:pt x="1933890" y="3857"/>
                  <a:pt x="1933890" y="5399"/>
                </a:cubicBezTo>
                <a:cubicBezTo>
                  <a:pt x="1933890" y="8291"/>
                  <a:pt x="1936011" y="9641"/>
                  <a:pt x="1936972" y="10220"/>
                </a:cubicBezTo>
                <a:cubicBezTo>
                  <a:pt x="1968591" y="31235"/>
                  <a:pt x="1971482" y="62279"/>
                  <a:pt x="1971482" y="74809"/>
                </a:cubicBezTo>
                <a:cubicBezTo>
                  <a:pt x="1971482" y="94090"/>
                  <a:pt x="1964349" y="120892"/>
                  <a:pt x="1938323" y="138435"/>
                </a:cubicBezTo>
                <a:cubicBezTo>
                  <a:pt x="1935431" y="140365"/>
                  <a:pt x="1933890" y="141327"/>
                  <a:pt x="1933890" y="144219"/>
                </a:cubicBezTo>
                <a:cubicBezTo>
                  <a:pt x="1933890" y="145763"/>
                  <a:pt x="1935046" y="149617"/>
                  <a:pt x="1939864" y="149617"/>
                </a:cubicBezTo>
                <a:cubicBezTo>
                  <a:pt x="1945457" y="149617"/>
                  <a:pt x="1984785" y="124169"/>
                  <a:pt x="1984785" y="748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#Theprogramreturns-inf">
            <a:extLst xmlns:a="http://schemas.openxmlformats.org/drawingml/2006/main">
              <a:ext uri="{FF2B5EF4-FFF2-40B4-BE49-F238E27FC236}">
                <a16:creationId xmlns:a16="http://schemas.microsoft.com/office/drawing/2014/main" id="{6F8E7D3B-8B86-44F5-BB9F-D9AAF4EF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3968" y="1454675"/>
            <a:ext cx="2506674" cy="163142"/>
          </a:xfrm>
          <a:custGeom xmlns:a="http://schemas.openxmlformats.org/drawingml/2006/main">
            <a:pathLst>
              <a:path w="2506674" h="163142">
                <a:moveTo>
                  <a:pt x="87019" y="77964"/>
                </a:moveTo>
                <a:lnTo>
                  <a:pt x="86752" y="77407"/>
                </a:lnTo>
                <a:lnTo>
                  <a:pt x="86439" y="76906"/>
                </a:lnTo>
                <a:lnTo>
                  <a:pt x="86085" y="76457"/>
                </a:lnTo>
                <a:lnTo>
                  <a:pt x="85694" y="76058"/>
                </a:lnTo>
                <a:lnTo>
                  <a:pt x="85272" y="75706"/>
                </a:lnTo>
                <a:lnTo>
                  <a:pt x="84824" y="75398"/>
                </a:lnTo>
                <a:lnTo>
                  <a:pt x="84353" y="75131"/>
                </a:lnTo>
                <a:lnTo>
                  <a:pt x="83866" y="74902"/>
                </a:lnTo>
                <a:lnTo>
                  <a:pt x="83367" y="74708"/>
                </a:lnTo>
                <a:lnTo>
                  <a:pt x="82860" y="74547"/>
                </a:lnTo>
                <a:lnTo>
                  <a:pt x="82351" y="74414"/>
                </a:lnTo>
                <a:lnTo>
                  <a:pt x="81845" y="74308"/>
                </a:lnTo>
                <a:lnTo>
                  <a:pt x="81346" y="74226"/>
                </a:lnTo>
                <a:lnTo>
                  <a:pt x="80859" y="74164"/>
                </a:lnTo>
                <a:lnTo>
                  <a:pt x="80389" y="74120"/>
                </a:lnTo>
                <a:lnTo>
                  <a:pt x="79941" y="74090"/>
                </a:lnTo>
                <a:lnTo>
                  <a:pt x="79520" y="74072"/>
                </a:lnTo>
                <a:lnTo>
                  <a:pt x="79131" y="74062"/>
                </a:lnTo>
                <a:lnTo>
                  <a:pt x="78778" y="74059"/>
                </a:lnTo>
                <a:lnTo>
                  <a:pt x="78466" y="74058"/>
                </a:lnTo>
                <a:lnTo>
                  <a:pt x="65743" y="74058"/>
                </a:lnTo>
                <a:lnTo>
                  <a:pt x="69214" y="45883"/>
                </a:lnTo>
                <a:lnTo>
                  <a:pt x="78466" y="45883"/>
                </a:lnTo>
                <a:lnTo>
                  <a:pt x="78778" y="45883"/>
                </a:lnTo>
                <a:lnTo>
                  <a:pt x="79131" y="45879"/>
                </a:lnTo>
                <a:lnTo>
                  <a:pt x="79520" y="45870"/>
                </a:lnTo>
                <a:lnTo>
                  <a:pt x="79941" y="45852"/>
                </a:lnTo>
                <a:lnTo>
                  <a:pt x="80389" y="45822"/>
                </a:lnTo>
                <a:lnTo>
                  <a:pt x="80859" y="45778"/>
                </a:lnTo>
                <a:lnTo>
                  <a:pt x="81346" y="45716"/>
                </a:lnTo>
                <a:lnTo>
                  <a:pt x="81845" y="45633"/>
                </a:lnTo>
                <a:lnTo>
                  <a:pt x="82351" y="45527"/>
                </a:lnTo>
                <a:lnTo>
                  <a:pt x="82860" y="45395"/>
                </a:lnTo>
                <a:lnTo>
                  <a:pt x="83367" y="45233"/>
                </a:lnTo>
                <a:lnTo>
                  <a:pt x="83866" y="45040"/>
                </a:lnTo>
                <a:lnTo>
                  <a:pt x="84353" y="44811"/>
                </a:lnTo>
                <a:lnTo>
                  <a:pt x="84824" y="44544"/>
                </a:lnTo>
                <a:lnTo>
                  <a:pt x="85272" y="44235"/>
                </a:lnTo>
                <a:lnTo>
                  <a:pt x="85694" y="43883"/>
                </a:lnTo>
                <a:lnTo>
                  <a:pt x="86085" y="43485"/>
                </a:lnTo>
                <a:lnTo>
                  <a:pt x="86439" y="43036"/>
                </a:lnTo>
                <a:lnTo>
                  <a:pt x="86752" y="42535"/>
                </a:lnTo>
                <a:lnTo>
                  <a:pt x="87019" y="41978"/>
                </a:lnTo>
                <a:lnTo>
                  <a:pt x="87235" y="41362"/>
                </a:lnTo>
                <a:lnTo>
                  <a:pt x="87395" y="40685"/>
                </a:lnTo>
                <a:lnTo>
                  <a:pt x="87495" y="39943"/>
                </a:lnTo>
                <a:lnTo>
                  <a:pt x="87529" y="39134"/>
                </a:lnTo>
                <a:lnTo>
                  <a:pt x="87495" y="38325"/>
                </a:lnTo>
                <a:lnTo>
                  <a:pt x="87395" y="37584"/>
                </a:lnTo>
                <a:lnTo>
                  <a:pt x="87235" y="36907"/>
                </a:lnTo>
                <a:lnTo>
                  <a:pt x="87019" y="36291"/>
                </a:lnTo>
                <a:lnTo>
                  <a:pt x="86752" y="35734"/>
                </a:lnTo>
                <a:lnTo>
                  <a:pt x="86439" y="35233"/>
                </a:lnTo>
                <a:lnTo>
                  <a:pt x="86085" y="34784"/>
                </a:lnTo>
                <a:lnTo>
                  <a:pt x="85694" y="34385"/>
                </a:lnTo>
                <a:lnTo>
                  <a:pt x="85272" y="34033"/>
                </a:lnTo>
                <a:lnTo>
                  <a:pt x="84824" y="33725"/>
                </a:lnTo>
                <a:lnTo>
                  <a:pt x="84353" y="33458"/>
                </a:lnTo>
                <a:lnTo>
                  <a:pt x="83866" y="33229"/>
                </a:lnTo>
                <a:lnTo>
                  <a:pt x="83367" y="33035"/>
                </a:lnTo>
                <a:lnTo>
                  <a:pt x="82860" y="32874"/>
                </a:lnTo>
                <a:lnTo>
                  <a:pt x="82351" y="32741"/>
                </a:lnTo>
                <a:lnTo>
                  <a:pt x="81845" y="32635"/>
                </a:lnTo>
                <a:lnTo>
                  <a:pt x="81346" y="32553"/>
                </a:lnTo>
                <a:lnTo>
                  <a:pt x="80859" y="32491"/>
                </a:lnTo>
                <a:lnTo>
                  <a:pt x="80389" y="32446"/>
                </a:lnTo>
                <a:lnTo>
                  <a:pt x="79941" y="32417"/>
                </a:lnTo>
                <a:lnTo>
                  <a:pt x="79520" y="32399"/>
                </a:lnTo>
                <a:lnTo>
                  <a:pt x="79131" y="32389"/>
                </a:lnTo>
                <a:lnTo>
                  <a:pt x="78778" y="32386"/>
                </a:lnTo>
                <a:lnTo>
                  <a:pt x="78466" y="32385"/>
                </a:lnTo>
                <a:lnTo>
                  <a:pt x="71141" y="32385"/>
                </a:lnTo>
                <a:lnTo>
                  <a:pt x="73841" y="10200"/>
                </a:lnTo>
                <a:lnTo>
                  <a:pt x="73933" y="9334"/>
                </a:lnTo>
                <a:lnTo>
                  <a:pt x="73970" y="8521"/>
                </a:lnTo>
                <a:lnTo>
                  <a:pt x="73954" y="7760"/>
                </a:lnTo>
                <a:lnTo>
                  <a:pt x="73891" y="7049"/>
                </a:lnTo>
                <a:lnTo>
                  <a:pt x="73781" y="6386"/>
                </a:lnTo>
                <a:lnTo>
                  <a:pt x="73629" y="5770"/>
                </a:lnTo>
                <a:lnTo>
                  <a:pt x="73438" y="5200"/>
                </a:lnTo>
                <a:lnTo>
                  <a:pt x="73212" y="4675"/>
                </a:lnTo>
                <a:lnTo>
                  <a:pt x="72952" y="4192"/>
                </a:lnTo>
                <a:lnTo>
                  <a:pt x="72663" y="3751"/>
                </a:lnTo>
                <a:lnTo>
                  <a:pt x="72347" y="3350"/>
                </a:lnTo>
                <a:lnTo>
                  <a:pt x="72008" y="2987"/>
                </a:lnTo>
                <a:lnTo>
                  <a:pt x="71649" y="2662"/>
                </a:lnTo>
                <a:lnTo>
                  <a:pt x="71273" y="2372"/>
                </a:lnTo>
                <a:lnTo>
                  <a:pt x="70883" y="2117"/>
                </a:lnTo>
                <a:lnTo>
                  <a:pt x="70483" y="1895"/>
                </a:lnTo>
                <a:lnTo>
                  <a:pt x="70076" y="1704"/>
                </a:lnTo>
                <a:lnTo>
                  <a:pt x="69664" y="1543"/>
                </a:lnTo>
                <a:lnTo>
                  <a:pt x="69251" y="1411"/>
                </a:lnTo>
                <a:lnTo>
                  <a:pt x="68841" y="1306"/>
                </a:lnTo>
                <a:lnTo>
                  <a:pt x="68436" y="1227"/>
                </a:lnTo>
                <a:lnTo>
                  <a:pt x="68039" y="1172"/>
                </a:lnTo>
                <a:lnTo>
                  <a:pt x="67654" y="1140"/>
                </a:lnTo>
                <a:lnTo>
                  <a:pt x="67284" y="1130"/>
                </a:lnTo>
                <a:lnTo>
                  <a:pt x="66564" y="1158"/>
                </a:lnTo>
                <a:lnTo>
                  <a:pt x="65896" y="1241"/>
                </a:lnTo>
                <a:lnTo>
                  <a:pt x="65279" y="1375"/>
                </a:lnTo>
                <a:lnTo>
                  <a:pt x="64709" y="1555"/>
                </a:lnTo>
                <a:lnTo>
                  <a:pt x="64186" y="1778"/>
                </a:lnTo>
                <a:lnTo>
                  <a:pt x="63707" y="2040"/>
                </a:lnTo>
                <a:lnTo>
                  <a:pt x="63270" y="2338"/>
                </a:lnTo>
                <a:lnTo>
                  <a:pt x="62873" y="2666"/>
                </a:lnTo>
                <a:lnTo>
                  <a:pt x="62514" y="3022"/>
                </a:lnTo>
                <a:lnTo>
                  <a:pt x="62191" y="3402"/>
                </a:lnTo>
                <a:lnTo>
                  <a:pt x="61903" y="3802"/>
                </a:lnTo>
                <a:lnTo>
                  <a:pt x="61647" y="4217"/>
                </a:lnTo>
                <a:lnTo>
                  <a:pt x="61420" y="4644"/>
                </a:lnTo>
                <a:lnTo>
                  <a:pt x="61222" y="5080"/>
                </a:lnTo>
                <a:lnTo>
                  <a:pt x="61050" y="5520"/>
                </a:lnTo>
                <a:lnTo>
                  <a:pt x="60902" y="5961"/>
                </a:lnTo>
                <a:lnTo>
                  <a:pt x="60776" y="6398"/>
                </a:lnTo>
                <a:lnTo>
                  <a:pt x="60671" y="6828"/>
                </a:lnTo>
                <a:lnTo>
                  <a:pt x="60583" y="7247"/>
                </a:lnTo>
                <a:lnTo>
                  <a:pt x="60511" y="7651"/>
                </a:lnTo>
                <a:lnTo>
                  <a:pt x="60453" y="8036"/>
                </a:lnTo>
                <a:lnTo>
                  <a:pt x="60408" y="8399"/>
                </a:lnTo>
                <a:lnTo>
                  <a:pt x="60372" y="8735"/>
                </a:lnTo>
                <a:lnTo>
                  <a:pt x="60345" y="9041"/>
                </a:lnTo>
                <a:lnTo>
                  <a:pt x="57453" y="32385"/>
                </a:lnTo>
                <a:lnTo>
                  <a:pt x="37596" y="32385"/>
                </a:lnTo>
                <a:lnTo>
                  <a:pt x="40293" y="10200"/>
                </a:lnTo>
                <a:lnTo>
                  <a:pt x="40385" y="9334"/>
                </a:lnTo>
                <a:lnTo>
                  <a:pt x="40422" y="8521"/>
                </a:lnTo>
                <a:lnTo>
                  <a:pt x="40407" y="7760"/>
                </a:lnTo>
                <a:lnTo>
                  <a:pt x="40344" y="7049"/>
                </a:lnTo>
                <a:lnTo>
                  <a:pt x="40235" y="6386"/>
                </a:lnTo>
                <a:lnTo>
                  <a:pt x="40083" y="5770"/>
                </a:lnTo>
                <a:lnTo>
                  <a:pt x="39892" y="5200"/>
                </a:lnTo>
                <a:lnTo>
                  <a:pt x="39666" y="4675"/>
                </a:lnTo>
                <a:lnTo>
                  <a:pt x="39406" y="4192"/>
                </a:lnTo>
                <a:lnTo>
                  <a:pt x="39117" y="3751"/>
                </a:lnTo>
                <a:lnTo>
                  <a:pt x="38801" y="3350"/>
                </a:lnTo>
                <a:lnTo>
                  <a:pt x="38463" y="2987"/>
                </a:lnTo>
                <a:lnTo>
                  <a:pt x="38104" y="2662"/>
                </a:lnTo>
                <a:lnTo>
                  <a:pt x="37728" y="2372"/>
                </a:lnTo>
                <a:lnTo>
                  <a:pt x="37338" y="2117"/>
                </a:lnTo>
                <a:lnTo>
                  <a:pt x="36938" y="1895"/>
                </a:lnTo>
                <a:lnTo>
                  <a:pt x="36531" y="1704"/>
                </a:lnTo>
                <a:lnTo>
                  <a:pt x="36119" y="1543"/>
                </a:lnTo>
                <a:lnTo>
                  <a:pt x="35706" y="1411"/>
                </a:lnTo>
                <a:lnTo>
                  <a:pt x="35296" y="1306"/>
                </a:lnTo>
                <a:lnTo>
                  <a:pt x="34891" y="1227"/>
                </a:lnTo>
                <a:lnTo>
                  <a:pt x="34494" y="1172"/>
                </a:lnTo>
                <a:lnTo>
                  <a:pt x="34109" y="1140"/>
                </a:lnTo>
                <a:lnTo>
                  <a:pt x="33739" y="1130"/>
                </a:lnTo>
                <a:lnTo>
                  <a:pt x="33019" y="1158"/>
                </a:lnTo>
                <a:lnTo>
                  <a:pt x="32351" y="1241"/>
                </a:lnTo>
                <a:lnTo>
                  <a:pt x="31733" y="1375"/>
                </a:lnTo>
                <a:lnTo>
                  <a:pt x="31163" y="1555"/>
                </a:lnTo>
                <a:lnTo>
                  <a:pt x="30639" y="1778"/>
                </a:lnTo>
                <a:lnTo>
                  <a:pt x="30160" y="2040"/>
                </a:lnTo>
                <a:lnTo>
                  <a:pt x="29723" y="2338"/>
                </a:lnTo>
                <a:lnTo>
                  <a:pt x="29326" y="2666"/>
                </a:lnTo>
                <a:lnTo>
                  <a:pt x="28967" y="3022"/>
                </a:lnTo>
                <a:lnTo>
                  <a:pt x="28644" y="3402"/>
                </a:lnTo>
                <a:lnTo>
                  <a:pt x="28356" y="3802"/>
                </a:lnTo>
                <a:lnTo>
                  <a:pt x="28099" y="4217"/>
                </a:lnTo>
                <a:lnTo>
                  <a:pt x="27873" y="4644"/>
                </a:lnTo>
                <a:lnTo>
                  <a:pt x="27675" y="5080"/>
                </a:lnTo>
                <a:lnTo>
                  <a:pt x="27503" y="5520"/>
                </a:lnTo>
                <a:lnTo>
                  <a:pt x="27355" y="5961"/>
                </a:lnTo>
                <a:lnTo>
                  <a:pt x="27230" y="6398"/>
                </a:lnTo>
                <a:lnTo>
                  <a:pt x="27124" y="6828"/>
                </a:lnTo>
                <a:lnTo>
                  <a:pt x="27036" y="7247"/>
                </a:lnTo>
                <a:lnTo>
                  <a:pt x="26965" y="7651"/>
                </a:lnTo>
                <a:lnTo>
                  <a:pt x="26907" y="8036"/>
                </a:lnTo>
                <a:lnTo>
                  <a:pt x="26862" y="8399"/>
                </a:lnTo>
                <a:lnTo>
                  <a:pt x="26827" y="8735"/>
                </a:lnTo>
                <a:lnTo>
                  <a:pt x="26800" y="9041"/>
                </a:lnTo>
                <a:lnTo>
                  <a:pt x="23908" y="32385"/>
                </a:lnTo>
                <a:lnTo>
                  <a:pt x="9061" y="32385"/>
                </a:lnTo>
                <a:lnTo>
                  <a:pt x="8749" y="32386"/>
                </a:lnTo>
                <a:lnTo>
                  <a:pt x="8397" y="32389"/>
                </a:lnTo>
                <a:lnTo>
                  <a:pt x="8007" y="32399"/>
                </a:lnTo>
                <a:lnTo>
                  <a:pt x="7587" y="32417"/>
                </a:lnTo>
                <a:lnTo>
                  <a:pt x="7139" y="32446"/>
                </a:lnTo>
                <a:lnTo>
                  <a:pt x="6669" y="32491"/>
                </a:lnTo>
                <a:lnTo>
                  <a:pt x="6183" y="32553"/>
                </a:lnTo>
                <a:lnTo>
                  <a:pt x="5684" y="32635"/>
                </a:lnTo>
                <a:lnTo>
                  <a:pt x="5178" y="32741"/>
                </a:lnTo>
                <a:lnTo>
                  <a:pt x="4669" y="32874"/>
                </a:lnTo>
                <a:lnTo>
                  <a:pt x="4162" y="33035"/>
                </a:lnTo>
                <a:lnTo>
                  <a:pt x="3663" y="33229"/>
                </a:lnTo>
                <a:lnTo>
                  <a:pt x="3176" y="33458"/>
                </a:lnTo>
                <a:lnTo>
                  <a:pt x="2706" y="33725"/>
                </a:lnTo>
                <a:lnTo>
                  <a:pt x="2257" y="34033"/>
                </a:lnTo>
                <a:lnTo>
                  <a:pt x="1835" y="34385"/>
                </a:lnTo>
                <a:lnTo>
                  <a:pt x="1445" y="34784"/>
                </a:lnTo>
                <a:lnTo>
                  <a:pt x="1091" y="35233"/>
                </a:lnTo>
                <a:lnTo>
                  <a:pt x="778" y="35734"/>
                </a:lnTo>
                <a:lnTo>
                  <a:pt x="511" y="36291"/>
                </a:lnTo>
                <a:lnTo>
                  <a:pt x="294" y="36907"/>
                </a:lnTo>
                <a:lnTo>
                  <a:pt x="134" y="37584"/>
                </a:lnTo>
                <a:lnTo>
                  <a:pt x="34" y="38325"/>
                </a:lnTo>
                <a:lnTo>
                  <a:pt x="0" y="39134"/>
                </a:lnTo>
                <a:lnTo>
                  <a:pt x="34" y="39943"/>
                </a:lnTo>
                <a:lnTo>
                  <a:pt x="134" y="40685"/>
                </a:lnTo>
                <a:lnTo>
                  <a:pt x="294" y="41362"/>
                </a:lnTo>
                <a:lnTo>
                  <a:pt x="511" y="41978"/>
                </a:lnTo>
                <a:lnTo>
                  <a:pt x="778" y="42535"/>
                </a:lnTo>
                <a:lnTo>
                  <a:pt x="1091" y="43036"/>
                </a:lnTo>
                <a:lnTo>
                  <a:pt x="1445" y="43485"/>
                </a:lnTo>
                <a:lnTo>
                  <a:pt x="1835" y="43883"/>
                </a:lnTo>
                <a:lnTo>
                  <a:pt x="2257" y="44235"/>
                </a:lnTo>
                <a:lnTo>
                  <a:pt x="2706" y="44544"/>
                </a:lnTo>
                <a:lnTo>
                  <a:pt x="3176" y="44811"/>
                </a:lnTo>
                <a:lnTo>
                  <a:pt x="3663" y="45040"/>
                </a:lnTo>
                <a:lnTo>
                  <a:pt x="4162" y="45233"/>
                </a:lnTo>
                <a:lnTo>
                  <a:pt x="4669" y="45395"/>
                </a:lnTo>
                <a:lnTo>
                  <a:pt x="5178" y="45527"/>
                </a:lnTo>
                <a:lnTo>
                  <a:pt x="5684" y="45633"/>
                </a:lnTo>
                <a:lnTo>
                  <a:pt x="6183" y="45716"/>
                </a:lnTo>
                <a:lnTo>
                  <a:pt x="6669" y="45778"/>
                </a:lnTo>
                <a:lnTo>
                  <a:pt x="7139" y="45822"/>
                </a:lnTo>
                <a:lnTo>
                  <a:pt x="7587" y="45852"/>
                </a:lnTo>
                <a:lnTo>
                  <a:pt x="8007" y="45870"/>
                </a:lnTo>
                <a:lnTo>
                  <a:pt x="8397" y="45879"/>
                </a:lnTo>
                <a:lnTo>
                  <a:pt x="8749" y="45883"/>
                </a:lnTo>
                <a:lnTo>
                  <a:pt x="9061" y="45883"/>
                </a:lnTo>
                <a:lnTo>
                  <a:pt x="21978" y="45883"/>
                </a:lnTo>
                <a:lnTo>
                  <a:pt x="18510" y="74058"/>
                </a:lnTo>
                <a:lnTo>
                  <a:pt x="9061" y="74058"/>
                </a:lnTo>
                <a:lnTo>
                  <a:pt x="8749" y="74059"/>
                </a:lnTo>
                <a:lnTo>
                  <a:pt x="8397" y="74062"/>
                </a:lnTo>
                <a:lnTo>
                  <a:pt x="8007" y="74072"/>
                </a:lnTo>
                <a:lnTo>
                  <a:pt x="7587" y="74090"/>
                </a:lnTo>
                <a:lnTo>
                  <a:pt x="7139" y="74120"/>
                </a:lnTo>
                <a:lnTo>
                  <a:pt x="6669" y="74164"/>
                </a:lnTo>
                <a:lnTo>
                  <a:pt x="6183" y="74226"/>
                </a:lnTo>
                <a:lnTo>
                  <a:pt x="5684" y="74308"/>
                </a:lnTo>
                <a:lnTo>
                  <a:pt x="5178" y="74414"/>
                </a:lnTo>
                <a:lnTo>
                  <a:pt x="4669" y="74547"/>
                </a:lnTo>
                <a:lnTo>
                  <a:pt x="4162" y="74708"/>
                </a:lnTo>
                <a:lnTo>
                  <a:pt x="3663" y="74902"/>
                </a:lnTo>
                <a:lnTo>
                  <a:pt x="3176" y="75131"/>
                </a:lnTo>
                <a:lnTo>
                  <a:pt x="2706" y="75398"/>
                </a:lnTo>
                <a:lnTo>
                  <a:pt x="2257" y="75706"/>
                </a:lnTo>
                <a:lnTo>
                  <a:pt x="1835" y="76058"/>
                </a:lnTo>
                <a:lnTo>
                  <a:pt x="1445" y="76457"/>
                </a:lnTo>
                <a:lnTo>
                  <a:pt x="1091" y="76906"/>
                </a:lnTo>
                <a:lnTo>
                  <a:pt x="778" y="77407"/>
                </a:lnTo>
                <a:lnTo>
                  <a:pt x="511" y="77964"/>
                </a:lnTo>
                <a:lnTo>
                  <a:pt x="294" y="78580"/>
                </a:lnTo>
                <a:lnTo>
                  <a:pt x="134" y="79257"/>
                </a:lnTo>
                <a:lnTo>
                  <a:pt x="34" y="79998"/>
                </a:lnTo>
                <a:lnTo>
                  <a:pt x="0" y="80807"/>
                </a:lnTo>
                <a:lnTo>
                  <a:pt x="34" y="81616"/>
                </a:lnTo>
                <a:lnTo>
                  <a:pt x="134" y="82357"/>
                </a:lnTo>
                <a:lnTo>
                  <a:pt x="294" y="83034"/>
                </a:lnTo>
                <a:lnTo>
                  <a:pt x="511" y="83649"/>
                </a:lnTo>
                <a:lnTo>
                  <a:pt x="778" y="84206"/>
                </a:lnTo>
                <a:lnTo>
                  <a:pt x="1091" y="84707"/>
                </a:lnTo>
                <a:lnTo>
                  <a:pt x="1445" y="85156"/>
                </a:lnTo>
                <a:lnTo>
                  <a:pt x="1835" y="85555"/>
                </a:lnTo>
                <a:lnTo>
                  <a:pt x="2257" y="85906"/>
                </a:lnTo>
                <a:lnTo>
                  <a:pt x="2706" y="86214"/>
                </a:lnTo>
                <a:lnTo>
                  <a:pt x="3176" y="86481"/>
                </a:lnTo>
                <a:lnTo>
                  <a:pt x="3663" y="86710"/>
                </a:lnTo>
                <a:lnTo>
                  <a:pt x="4162" y="86904"/>
                </a:lnTo>
                <a:lnTo>
                  <a:pt x="4669" y="87065"/>
                </a:lnTo>
                <a:lnTo>
                  <a:pt x="5178" y="87198"/>
                </a:lnTo>
                <a:lnTo>
                  <a:pt x="5684" y="87303"/>
                </a:lnTo>
                <a:lnTo>
                  <a:pt x="6183" y="87386"/>
                </a:lnTo>
                <a:lnTo>
                  <a:pt x="6669" y="87448"/>
                </a:lnTo>
                <a:lnTo>
                  <a:pt x="7139" y="87492"/>
                </a:lnTo>
                <a:lnTo>
                  <a:pt x="7587" y="87522"/>
                </a:lnTo>
                <a:lnTo>
                  <a:pt x="8007" y="87540"/>
                </a:lnTo>
                <a:lnTo>
                  <a:pt x="8397" y="87549"/>
                </a:lnTo>
                <a:lnTo>
                  <a:pt x="8749" y="87553"/>
                </a:lnTo>
                <a:lnTo>
                  <a:pt x="9061" y="87553"/>
                </a:lnTo>
                <a:lnTo>
                  <a:pt x="16580" y="87553"/>
                </a:lnTo>
                <a:lnTo>
                  <a:pt x="16210" y="90403"/>
                </a:lnTo>
                <a:lnTo>
                  <a:pt x="15872" y="93024"/>
                </a:lnTo>
                <a:lnTo>
                  <a:pt x="15562" y="95428"/>
                </a:lnTo>
                <a:lnTo>
                  <a:pt x="15281" y="97622"/>
                </a:lnTo>
                <a:lnTo>
                  <a:pt x="15027" y="99618"/>
                </a:lnTo>
                <a:lnTo>
                  <a:pt x="14797" y="101423"/>
                </a:lnTo>
                <a:lnTo>
                  <a:pt x="14593" y="103048"/>
                </a:lnTo>
                <a:lnTo>
                  <a:pt x="14410" y="104502"/>
                </a:lnTo>
                <a:lnTo>
                  <a:pt x="14250" y="105795"/>
                </a:lnTo>
                <a:lnTo>
                  <a:pt x="14109" y="106936"/>
                </a:lnTo>
                <a:lnTo>
                  <a:pt x="13987" y="107934"/>
                </a:lnTo>
                <a:lnTo>
                  <a:pt x="13882" y="108800"/>
                </a:lnTo>
                <a:lnTo>
                  <a:pt x="13794" y="109541"/>
                </a:lnTo>
                <a:lnTo>
                  <a:pt x="13720" y="110169"/>
                </a:lnTo>
                <a:lnTo>
                  <a:pt x="13659" y="110692"/>
                </a:lnTo>
                <a:lnTo>
                  <a:pt x="13611" y="111119"/>
                </a:lnTo>
                <a:lnTo>
                  <a:pt x="13573" y="111461"/>
                </a:lnTo>
                <a:lnTo>
                  <a:pt x="13545" y="111727"/>
                </a:lnTo>
                <a:lnTo>
                  <a:pt x="13525" y="111926"/>
                </a:lnTo>
                <a:lnTo>
                  <a:pt x="13511" y="112067"/>
                </a:lnTo>
                <a:lnTo>
                  <a:pt x="13503" y="112161"/>
                </a:lnTo>
                <a:lnTo>
                  <a:pt x="13499" y="112216"/>
                </a:lnTo>
                <a:lnTo>
                  <a:pt x="13497" y="112242"/>
                </a:lnTo>
                <a:lnTo>
                  <a:pt x="13497" y="112248"/>
                </a:lnTo>
                <a:lnTo>
                  <a:pt x="13511" y="112681"/>
                </a:lnTo>
                <a:lnTo>
                  <a:pt x="13552" y="113110"/>
                </a:lnTo>
                <a:lnTo>
                  <a:pt x="13621" y="113535"/>
                </a:lnTo>
                <a:lnTo>
                  <a:pt x="13715" y="113954"/>
                </a:lnTo>
                <a:lnTo>
                  <a:pt x="13836" y="114365"/>
                </a:lnTo>
                <a:lnTo>
                  <a:pt x="13982" y="114767"/>
                </a:lnTo>
                <a:lnTo>
                  <a:pt x="14152" y="115160"/>
                </a:lnTo>
                <a:lnTo>
                  <a:pt x="14346" y="115541"/>
                </a:lnTo>
                <a:lnTo>
                  <a:pt x="14564" y="115909"/>
                </a:lnTo>
                <a:lnTo>
                  <a:pt x="14805" y="116264"/>
                </a:lnTo>
                <a:lnTo>
                  <a:pt x="15067" y="116602"/>
                </a:lnTo>
                <a:lnTo>
                  <a:pt x="15352" y="116925"/>
                </a:lnTo>
                <a:lnTo>
                  <a:pt x="15658" y="117229"/>
                </a:lnTo>
                <a:lnTo>
                  <a:pt x="15984" y="117513"/>
                </a:lnTo>
                <a:lnTo>
                  <a:pt x="16330" y="117777"/>
                </a:lnTo>
                <a:lnTo>
                  <a:pt x="16695" y="118019"/>
                </a:lnTo>
                <a:lnTo>
                  <a:pt x="17080" y="118237"/>
                </a:lnTo>
                <a:lnTo>
                  <a:pt x="17482" y="118431"/>
                </a:lnTo>
                <a:lnTo>
                  <a:pt x="17902" y="118598"/>
                </a:lnTo>
                <a:lnTo>
                  <a:pt x="18339" y="118738"/>
                </a:lnTo>
                <a:lnTo>
                  <a:pt x="18792" y="118850"/>
                </a:lnTo>
                <a:lnTo>
                  <a:pt x="19262" y="118931"/>
                </a:lnTo>
                <a:lnTo>
                  <a:pt x="19746" y="118980"/>
                </a:lnTo>
                <a:lnTo>
                  <a:pt x="20245" y="118997"/>
                </a:lnTo>
                <a:lnTo>
                  <a:pt x="20964" y="118969"/>
                </a:lnTo>
                <a:lnTo>
                  <a:pt x="21630" y="118886"/>
                </a:lnTo>
                <a:lnTo>
                  <a:pt x="22243" y="118752"/>
                </a:lnTo>
                <a:lnTo>
                  <a:pt x="22807" y="118572"/>
                </a:lnTo>
                <a:lnTo>
                  <a:pt x="23324" y="118349"/>
                </a:lnTo>
                <a:lnTo>
                  <a:pt x="23796" y="118087"/>
                </a:lnTo>
                <a:lnTo>
                  <a:pt x="24225" y="117790"/>
                </a:lnTo>
                <a:lnTo>
                  <a:pt x="24614" y="117462"/>
                </a:lnTo>
                <a:lnTo>
                  <a:pt x="24965" y="117106"/>
                </a:lnTo>
                <a:lnTo>
                  <a:pt x="25280" y="116726"/>
                </a:lnTo>
                <a:lnTo>
                  <a:pt x="25561" y="116327"/>
                </a:lnTo>
                <a:lnTo>
                  <a:pt x="25811" y="115911"/>
                </a:lnTo>
                <a:lnTo>
                  <a:pt x="26032" y="115484"/>
                </a:lnTo>
                <a:lnTo>
                  <a:pt x="26226" y="115049"/>
                </a:lnTo>
                <a:lnTo>
                  <a:pt x="26395" y="114609"/>
                </a:lnTo>
                <a:lnTo>
                  <a:pt x="26542" y="114168"/>
                </a:lnTo>
                <a:lnTo>
                  <a:pt x="26669" y="113731"/>
                </a:lnTo>
                <a:lnTo>
                  <a:pt x="26778" y="113302"/>
                </a:lnTo>
                <a:lnTo>
                  <a:pt x="26872" y="112883"/>
                </a:lnTo>
                <a:lnTo>
                  <a:pt x="26952" y="112479"/>
                </a:lnTo>
                <a:lnTo>
                  <a:pt x="27021" y="112094"/>
                </a:lnTo>
                <a:lnTo>
                  <a:pt x="27082" y="111731"/>
                </a:lnTo>
                <a:lnTo>
                  <a:pt x="27135" y="111395"/>
                </a:lnTo>
                <a:lnTo>
                  <a:pt x="27185" y="111089"/>
                </a:lnTo>
                <a:lnTo>
                  <a:pt x="30268" y="87553"/>
                </a:lnTo>
                <a:lnTo>
                  <a:pt x="50128" y="87553"/>
                </a:lnTo>
                <a:lnTo>
                  <a:pt x="49758" y="90403"/>
                </a:lnTo>
                <a:lnTo>
                  <a:pt x="49419" y="93024"/>
                </a:lnTo>
                <a:lnTo>
                  <a:pt x="49109" y="95428"/>
                </a:lnTo>
                <a:lnTo>
                  <a:pt x="48828" y="97622"/>
                </a:lnTo>
                <a:lnTo>
                  <a:pt x="48573" y="99618"/>
                </a:lnTo>
                <a:lnTo>
                  <a:pt x="48344" y="101423"/>
                </a:lnTo>
                <a:lnTo>
                  <a:pt x="48139" y="103048"/>
                </a:lnTo>
                <a:lnTo>
                  <a:pt x="47956" y="104502"/>
                </a:lnTo>
                <a:lnTo>
                  <a:pt x="47795" y="105795"/>
                </a:lnTo>
                <a:lnTo>
                  <a:pt x="47654" y="106936"/>
                </a:lnTo>
                <a:lnTo>
                  <a:pt x="47532" y="107934"/>
                </a:lnTo>
                <a:lnTo>
                  <a:pt x="47428" y="108800"/>
                </a:lnTo>
                <a:lnTo>
                  <a:pt x="47339" y="109541"/>
                </a:lnTo>
                <a:lnTo>
                  <a:pt x="47265" y="110169"/>
                </a:lnTo>
                <a:lnTo>
                  <a:pt x="47205" y="110692"/>
                </a:lnTo>
                <a:lnTo>
                  <a:pt x="47156" y="111119"/>
                </a:lnTo>
                <a:lnTo>
                  <a:pt x="47118" y="111461"/>
                </a:lnTo>
                <a:lnTo>
                  <a:pt x="47090" y="111727"/>
                </a:lnTo>
                <a:lnTo>
                  <a:pt x="47070" y="111926"/>
                </a:lnTo>
                <a:lnTo>
                  <a:pt x="47056" y="112067"/>
                </a:lnTo>
                <a:lnTo>
                  <a:pt x="47048" y="112161"/>
                </a:lnTo>
                <a:lnTo>
                  <a:pt x="47044" y="112216"/>
                </a:lnTo>
                <a:lnTo>
                  <a:pt x="47042" y="112242"/>
                </a:lnTo>
                <a:lnTo>
                  <a:pt x="47042" y="112248"/>
                </a:lnTo>
                <a:lnTo>
                  <a:pt x="47056" y="112681"/>
                </a:lnTo>
                <a:lnTo>
                  <a:pt x="47097" y="113110"/>
                </a:lnTo>
                <a:lnTo>
                  <a:pt x="47166" y="113535"/>
                </a:lnTo>
                <a:lnTo>
                  <a:pt x="47261" y="113954"/>
                </a:lnTo>
                <a:lnTo>
                  <a:pt x="47381" y="114365"/>
                </a:lnTo>
                <a:lnTo>
                  <a:pt x="47527" y="114767"/>
                </a:lnTo>
                <a:lnTo>
                  <a:pt x="47697" y="115160"/>
                </a:lnTo>
                <a:lnTo>
                  <a:pt x="47892" y="115541"/>
                </a:lnTo>
                <a:lnTo>
                  <a:pt x="48110" y="115909"/>
                </a:lnTo>
                <a:lnTo>
                  <a:pt x="48351" y="116264"/>
                </a:lnTo>
                <a:lnTo>
                  <a:pt x="48613" y="116602"/>
                </a:lnTo>
                <a:lnTo>
                  <a:pt x="48898" y="116925"/>
                </a:lnTo>
                <a:lnTo>
                  <a:pt x="49204" y="117229"/>
                </a:lnTo>
                <a:lnTo>
                  <a:pt x="49530" y="117513"/>
                </a:lnTo>
                <a:lnTo>
                  <a:pt x="49876" y="117777"/>
                </a:lnTo>
                <a:lnTo>
                  <a:pt x="50242" y="118019"/>
                </a:lnTo>
                <a:lnTo>
                  <a:pt x="50626" y="118237"/>
                </a:lnTo>
                <a:lnTo>
                  <a:pt x="51028" y="118431"/>
                </a:lnTo>
                <a:lnTo>
                  <a:pt x="51448" y="118598"/>
                </a:lnTo>
                <a:lnTo>
                  <a:pt x="51885" y="118738"/>
                </a:lnTo>
                <a:lnTo>
                  <a:pt x="52338" y="118850"/>
                </a:lnTo>
                <a:lnTo>
                  <a:pt x="52807" y="118931"/>
                </a:lnTo>
                <a:lnTo>
                  <a:pt x="53291" y="118980"/>
                </a:lnTo>
                <a:lnTo>
                  <a:pt x="53790" y="118997"/>
                </a:lnTo>
                <a:lnTo>
                  <a:pt x="54509" y="118969"/>
                </a:lnTo>
                <a:lnTo>
                  <a:pt x="55175" y="118886"/>
                </a:lnTo>
                <a:lnTo>
                  <a:pt x="55788" y="118752"/>
                </a:lnTo>
                <a:lnTo>
                  <a:pt x="56352" y="118572"/>
                </a:lnTo>
                <a:lnTo>
                  <a:pt x="56869" y="118349"/>
                </a:lnTo>
                <a:lnTo>
                  <a:pt x="57341" y="118087"/>
                </a:lnTo>
                <a:lnTo>
                  <a:pt x="57770" y="117790"/>
                </a:lnTo>
                <a:lnTo>
                  <a:pt x="58159" y="117462"/>
                </a:lnTo>
                <a:lnTo>
                  <a:pt x="58510" y="117106"/>
                </a:lnTo>
                <a:lnTo>
                  <a:pt x="58825" y="116726"/>
                </a:lnTo>
                <a:lnTo>
                  <a:pt x="59106" y="116327"/>
                </a:lnTo>
                <a:lnTo>
                  <a:pt x="59356" y="115911"/>
                </a:lnTo>
                <a:lnTo>
                  <a:pt x="59577" y="115484"/>
                </a:lnTo>
                <a:lnTo>
                  <a:pt x="59771" y="115049"/>
                </a:lnTo>
                <a:lnTo>
                  <a:pt x="59940" y="114609"/>
                </a:lnTo>
                <a:lnTo>
                  <a:pt x="60087" y="114168"/>
                </a:lnTo>
                <a:lnTo>
                  <a:pt x="60214" y="113731"/>
                </a:lnTo>
                <a:lnTo>
                  <a:pt x="60323" y="113302"/>
                </a:lnTo>
                <a:lnTo>
                  <a:pt x="60417" y="112883"/>
                </a:lnTo>
                <a:lnTo>
                  <a:pt x="60497" y="112479"/>
                </a:lnTo>
                <a:lnTo>
                  <a:pt x="60566" y="112094"/>
                </a:lnTo>
                <a:lnTo>
                  <a:pt x="60627" y="111731"/>
                </a:lnTo>
                <a:lnTo>
                  <a:pt x="60680" y="111395"/>
                </a:lnTo>
                <a:lnTo>
                  <a:pt x="60730" y="111089"/>
                </a:lnTo>
                <a:lnTo>
                  <a:pt x="63816" y="87553"/>
                </a:lnTo>
                <a:lnTo>
                  <a:pt x="78466" y="87553"/>
                </a:lnTo>
                <a:lnTo>
                  <a:pt x="78778" y="87553"/>
                </a:lnTo>
                <a:lnTo>
                  <a:pt x="79131" y="87549"/>
                </a:lnTo>
                <a:lnTo>
                  <a:pt x="79520" y="87540"/>
                </a:lnTo>
                <a:lnTo>
                  <a:pt x="79941" y="87522"/>
                </a:lnTo>
                <a:lnTo>
                  <a:pt x="80389" y="87492"/>
                </a:lnTo>
                <a:lnTo>
                  <a:pt x="80859" y="87448"/>
                </a:lnTo>
                <a:lnTo>
                  <a:pt x="81346" y="87386"/>
                </a:lnTo>
                <a:lnTo>
                  <a:pt x="81845" y="87303"/>
                </a:lnTo>
                <a:lnTo>
                  <a:pt x="82351" y="87198"/>
                </a:lnTo>
                <a:lnTo>
                  <a:pt x="82860" y="87065"/>
                </a:lnTo>
                <a:lnTo>
                  <a:pt x="83367" y="86904"/>
                </a:lnTo>
                <a:lnTo>
                  <a:pt x="83866" y="86710"/>
                </a:lnTo>
                <a:lnTo>
                  <a:pt x="84353" y="86481"/>
                </a:lnTo>
                <a:lnTo>
                  <a:pt x="84824" y="86214"/>
                </a:lnTo>
                <a:lnTo>
                  <a:pt x="85272" y="85906"/>
                </a:lnTo>
                <a:lnTo>
                  <a:pt x="85694" y="85555"/>
                </a:lnTo>
                <a:lnTo>
                  <a:pt x="86085" y="85156"/>
                </a:lnTo>
                <a:lnTo>
                  <a:pt x="86439" y="84707"/>
                </a:lnTo>
                <a:lnTo>
                  <a:pt x="86752" y="84206"/>
                </a:lnTo>
                <a:lnTo>
                  <a:pt x="87019" y="83649"/>
                </a:lnTo>
                <a:lnTo>
                  <a:pt x="87235" y="83034"/>
                </a:lnTo>
                <a:lnTo>
                  <a:pt x="87395" y="82357"/>
                </a:lnTo>
                <a:lnTo>
                  <a:pt x="87495" y="81616"/>
                </a:lnTo>
                <a:lnTo>
                  <a:pt x="87529" y="80807"/>
                </a:lnTo>
                <a:lnTo>
                  <a:pt x="87495" y="79998"/>
                </a:lnTo>
                <a:lnTo>
                  <a:pt x="87395" y="79257"/>
                </a:lnTo>
                <a:lnTo>
                  <a:pt x="87235" y="78580"/>
                </a:lnTo>
                <a:lnTo>
                  <a:pt x="87019" y="77964"/>
                </a:lnTo>
                <a:close/>
                <a:moveTo>
                  <a:pt x="55526" y="45883"/>
                </a:moveTo>
                <a:lnTo>
                  <a:pt x="52055" y="74058"/>
                </a:lnTo>
                <a:lnTo>
                  <a:pt x="32198" y="74058"/>
                </a:lnTo>
                <a:lnTo>
                  <a:pt x="35666" y="45883"/>
                </a:lnTo>
                <a:lnTo>
                  <a:pt x="55526" y="45883"/>
                </a:lnTo>
                <a:close/>
                <a:moveTo>
                  <a:pt x="190361" y="6375"/>
                </a:moveTo>
                <a:lnTo>
                  <a:pt x="190288" y="5808"/>
                </a:lnTo>
                <a:lnTo>
                  <a:pt x="190194" y="5279"/>
                </a:lnTo>
                <a:lnTo>
                  <a:pt x="190077" y="4786"/>
                </a:lnTo>
                <a:lnTo>
                  <a:pt x="189935" y="4330"/>
                </a:lnTo>
                <a:lnTo>
                  <a:pt x="189766" y="3908"/>
                </a:lnTo>
                <a:lnTo>
                  <a:pt x="189568" y="3520"/>
                </a:lnTo>
                <a:lnTo>
                  <a:pt x="189340" y="3165"/>
                </a:lnTo>
                <a:lnTo>
                  <a:pt x="189080" y="2842"/>
                </a:lnTo>
                <a:lnTo>
                  <a:pt x="188786" y="2550"/>
                </a:lnTo>
                <a:lnTo>
                  <a:pt x="188455" y="2288"/>
                </a:lnTo>
                <a:lnTo>
                  <a:pt x="188087" y="2055"/>
                </a:lnTo>
                <a:lnTo>
                  <a:pt x="187679" y="1851"/>
                </a:lnTo>
                <a:lnTo>
                  <a:pt x="187230" y="1675"/>
                </a:lnTo>
                <a:lnTo>
                  <a:pt x="186737" y="1525"/>
                </a:lnTo>
                <a:lnTo>
                  <a:pt x="186199" y="1400"/>
                </a:lnTo>
                <a:lnTo>
                  <a:pt x="185614" y="1300"/>
                </a:lnTo>
                <a:lnTo>
                  <a:pt x="184980" y="1224"/>
                </a:lnTo>
                <a:lnTo>
                  <a:pt x="184296" y="1171"/>
                </a:lnTo>
                <a:lnTo>
                  <a:pt x="183558" y="1140"/>
                </a:lnTo>
                <a:lnTo>
                  <a:pt x="182767" y="1130"/>
                </a:lnTo>
                <a:lnTo>
                  <a:pt x="107384" y="1130"/>
                </a:lnTo>
                <a:lnTo>
                  <a:pt x="106614" y="1138"/>
                </a:lnTo>
                <a:lnTo>
                  <a:pt x="105893" y="1164"/>
                </a:lnTo>
                <a:lnTo>
                  <a:pt x="105218" y="1209"/>
                </a:lnTo>
                <a:lnTo>
                  <a:pt x="104590" y="1274"/>
                </a:lnTo>
                <a:lnTo>
                  <a:pt x="104007" y="1360"/>
                </a:lnTo>
                <a:lnTo>
                  <a:pt x="103466" y="1470"/>
                </a:lnTo>
                <a:lnTo>
                  <a:pt x="102967" y="1605"/>
                </a:lnTo>
                <a:lnTo>
                  <a:pt x="102508" y="1766"/>
                </a:lnTo>
                <a:lnTo>
                  <a:pt x="102088" y="1954"/>
                </a:lnTo>
                <a:lnTo>
                  <a:pt x="101706" y="2171"/>
                </a:lnTo>
                <a:lnTo>
                  <a:pt x="101359" y="2418"/>
                </a:lnTo>
                <a:lnTo>
                  <a:pt x="101047" y="2697"/>
                </a:lnTo>
                <a:lnTo>
                  <a:pt x="100768" y="3009"/>
                </a:lnTo>
                <a:lnTo>
                  <a:pt x="100521" y="3356"/>
                </a:lnTo>
                <a:lnTo>
                  <a:pt x="100304" y="3738"/>
                </a:lnTo>
                <a:lnTo>
                  <a:pt x="100116" y="4158"/>
                </a:lnTo>
                <a:lnTo>
                  <a:pt x="99955" y="4617"/>
                </a:lnTo>
                <a:lnTo>
                  <a:pt x="99820" y="5116"/>
                </a:lnTo>
                <a:lnTo>
                  <a:pt x="99710" y="5657"/>
                </a:lnTo>
                <a:lnTo>
                  <a:pt x="99623" y="6241"/>
                </a:lnTo>
                <a:lnTo>
                  <a:pt x="99558" y="6869"/>
                </a:lnTo>
                <a:lnTo>
                  <a:pt x="99514" y="7543"/>
                </a:lnTo>
                <a:lnTo>
                  <a:pt x="99488" y="8265"/>
                </a:lnTo>
                <a:lnTo>
                  <a:pt x="99480" y="9035"/>
                </a:lnTo>
                <a:lnTo>
                  <a:pt x="99480" y="23118"/>
                </a:lnTo>
                <a:lnTo>
                  <a:pt x="99480" y="23579"/>
                </a:lnTo>
                <a:lnTo>
                  <a:pt x="99483" y="24044"/>
                </a:lnTo>
                <a:lnTo>
                  <a:pt x="99492" y="24510"/>
                </a:lnTo>
                <a:lnTo>
                  <a:pt x="99510" y="24977"/>
                </a:lnTo>
                <a:lnTo>
                  <a:pt x="99539" y="25441"/>
                </a:lnTo>
                <a:lnTo>
                  <a:pt x="99582" y="25901"/>
                </a:lnTo>
                <a:lnTo>
                  <a:pt x="99642" y="26354"/>
                </a:lnTo>
                <a:lnTo>
                  <a:pt x="99722" y="26798"/>
                </a:lnTo>
                <a:lnTo>
                  <a:pt x="99825" y="27232"/>
                </a:lnTo>
                <a:lnTo>
                  <a:pt x="99954" y="27653"/>
                </a:lnTo>
                <a:lnTo>
                  <a:pt x="100111" y="28059"/>
                </a:lnTo>
                <a:lnTo>
                  <a:pt x="100299" y="28448"/>
                </a:lnTo>
                <a:lnTo>
                  <a:pt x="100522" y="28818"/>
                </a:lnTo>
                <a:lnTo>
                  <a:pt x="100781" y="29167"/>
                </a:lnTo>
                <a:lnTo>
                  <a:pt x="101080" y="29493"/>
                </a:lnTo>
                <a:lnTo>
                  <a:pt x="101422" y="29793"/>
                </a:lnTo>
                <a:lnTo>
                  <a:pt x="101810" y="30065"/>
                </a:lnTo>
                <a:lnTo>
                  <a:pt x="102246" y="30308"/>
                </a:lnTo>
                <a:lnTo>
                  <a:pt x="102733" y="30520"/>
                </a:lnTo>
                <a:lnTo>
                  <a:pt x="103274" y="30698"/>
                </a:lnTo>
                <a:lnTo>
                  <a:pt x="103872" y="30839"/>
                </a:lnTo>
                <a:lnTo>
                  <a:pt x="104530" y="30943"/>
                </a:lnTo>
                <a:lnTo>
                  <a:pt x="105251" y="31007"/>
                </a:lnTo>
                <a:lnTo>
                  <a:pt x="106037" y="31029"/>
                </a:lnTo>
                <a:lnTo>
                  <a:pt x="106845" y="31008"/>
                </a:lnTo>
                <a:lnTo>
                  <a:pt x="107587" y="30947"/>
                </a:lnTo>
                <a:lnTo>
                  <a:pt x="108263" y="30847"/>
                </a:lnTo>
                <a:lnTo>
                  <a:pt x="108879" y="30711"/>
                </a:lnTo>
                <a:lnTo>
                  <a:pt x="109435" y="30540"/>
                </a:lnTo>
                <a:lnTo>
                  <a:pt x="109937" y="30335"/>
                </a:lnTo>
                <a:lnTo>
                  <a:pt x="110385" y="30100"/>
                </a:lnTo>
                <a:lnTo>
                  <a:pt x="110784" y="29835"/>
                </a:lnTo>
                <a:lnTo>
                  <a:pt x="111135" y="29543"/>
                </a:lnTo>
                <a:lnTo>
                  <a:pt x="111443" y="29225"/>
                </a:lnTo>
                <a:lnTo>
                  <a:pt x="111710" y="28883"/>
                </a:lnTo>
                <a:lnTo>
                  <a:pt x="111939" y="28520"/>
                </a:lnTo>
                <a:lnTo>
                  <a:pt x="112133" y="28136"/>
                </a:lnTo>
                <a:lnTo>
                  <a:pt x="112294" y="27734"/>
                </a:lnTo>
                <a:lnTo>
                  <a:pt x="112427" y="27316"/>
                </a:lnTo>
                <a:lnTo>
                  <a:pt x="112532" y="26883"/>
                </a:lnTo>
                <a:lnTo>
                  <a:pt x="112615" y="26438"/>
                </a:lnTo>
                <a:lnTo>
                  <a:pt x="112677" y="25981"/>
                </a:lnTo>
                <a:lnTo>
                  <a:pt x="112721" y="25516"/>
                </a:lnTo>
                <a:lnTo>
                  <a:pt x="112751" y="25043"/>
                </a:lnTo>
                <a:lnTo>
                  <a:pt x="112769" y="24565"/>
                </a:lnTo>
                <a:lnTo>
                  <a:pt x="112778" y="24084"/>
                </a:lnTo>
                <a:lnTo>
                  <a:pt x="112782" y="23601"/>
                </a:lnTo>
                <a:lnTo>
                  <a:pt x="112782" y="23118"/>
                </a:lnTo>
                <a:lnTo>
                  <a:pt x="112782" y="12892"/>
                </a:lnTo>
                <a:lnTo>
                  <a:pt x="138426" y="12892"/>
                </a:lnTo>
                <a:lnTo>
                  <a:pt x="138426" y="107238"/>
                </a:lnTo>
                <a:lnTo>
                  <a:pt x="128400" y="107238"/>
                </a:lnTo>
                <a:lnTo>
                  <a:pt x="128029" y="107239"/>
                </a:lnTo>
                <a:lnTo>
                  <a:pt x="127641" y="107241"/>
                </a:lnTo>
                <a:lnTo>
                  <a:pt x="127238" y="107249"/>
                </a:lnTo>
                <a:lnTo>
                  <a:pt x="126825" y="107265"/>
                </a:lnTo>
                <a:lnTo>
                  <a:pt x="126403" y="107290"/>
                </a:lnTo>
                <a:lnTo>
                  <a:pt x="125975" y="107329"/>
                </a:lnTo>
                <a:lnTo>
                  <a:pt x="125545" y="107382"/>
                </a:lnTo>
                <a:lnTo>
                  <a:pt x="125115" y="107452"/>
                </a:lnTo>
                <a:lnTo>
                  <a:pt x="124689" y="107543"/>
                </a:lnTo>
                <a:lnTo>
                  <a:pt x="124269" y="107657"/>
                </a:lnTo>
                <a:lnTo>
                  <a:pt x="123858" y="107795"/>
                </a:lnTo>
                <a:lnTo>
                  <a:pt x="123459" y="107961"/>
                </a:lnTo>
                <a:lnTo>
                  <a:pt x="123075" y="108157"/>
                </a:lnTo>
                <a:lnTo>
                  <a:pt x="122710" y="108386"/>
                </a:lnTo>
                <a:lnTo>
                  <a:pt x="122365" y="108650"/>
                </a:lnTo>
                <a:lnTo>
                  <a:pt x="122044" y="108952"/>
                </a:lnTo>
                <a:lnTo>
                  <a:pt x="121750" y="109294"/>
                </a:lnTo>
                <a:lnTo>
                  <a:pt x="121485" y="109678"/>
                </a:lnTo>
                <a:lnTo>
                  <a:pt x="121254" y="110108"/>
                </a:lnTo>
                <a:lnTo>
                  <a:pt x="121057" y="110585"/>
                </a:lnTo>
                <a:lnTo>
                  <a:pt x="120900" y="111113"/>
                </a:lnTo>
                <a:lnTo>
                  <a:pt x="120783" y="111693"/>
                </a:lnTo>
                <a:lnTo>
                  <a:pt x="120711" y="112329"/>
                </a:lnTo>
                <a:lnTo>
                  <a:pt x="120687" y="113022"/>
                </a:lnTo>
                <a:lnTo>
                  <a:pt x="120710" y="113738"/>
                </a:lnTo>
                <a:lnTo>
                  <a:pt x="120780" y="114395"/>
                </a:lnTo>
                <a:lnTo>
                  <a:pt x="120892" y="114994"/>
                </a:lnTo>
                <a:lnTo>
                  <a:pt x="121044" y="115539"/>
                </a:lnTo>
                <a:lnTo>
                  <a:pt x="121234" y="116033"/>
                </a:lnTo>
                <a:lnTo>
                  <a:pt x="121458" y="116476"/>
                </a:lnTo>
                <a:lnTo>
                  <a:pt x="121715" y="116874"/>
                </a:lnTo>
                <a:lnTo>
                  <a:pt x="122001" y="117227"/>
                </a:lnTo>
                <a:lnTo>
                  <a:pt x="122314" y="117538"/>
                </a:lnTo>
                <a:lnTo>
                  <a:pt x="122651" y="117811"/>
                </a:lnTo>
                <a:lnTo>
                  <a:pt x="123009" y="118048"/>
                </a:lnTo>
                <a:lnTo>
                  <a:pt x="123386" y="118250"/>
                </a:lnTo>
                <a:lnTo>
                  <a:pt x="123779" y="118422"/>
                </a:lnTo>
                <a:lnTo>
                  <a:pt x="124186" y="118565"/>
                </a:lnTo>
                <a:lnTo>
                  <a:pt x="124603" y="118682"/>
                </a:lnTo>
                <a:lnTo>
                  <a:pt x="125029" y="118776"/>
                </a:lnTo>
                <a:lnTo>
                  <a:pt x="125460" y="118849"/>
                </a:lnTo>
                <a:lnTo>
                  <a:pt x="125893" y="118904"/>
                </a:lnTo>
                <a:lnTo>
                  <a:pt x="126326" y="118943"/>
                </a:lnTo>
                <a:lnTo>
                  <a:pt x="126757" y="118970"/>
                </a:lnTo>
                <a:lnTo>
                  <a:pt x="127183" y="118986"/>
                </a:lnTo>
                <a:lnTo>
                  <a:pt x="127600" y="118994"/>
                </a:lnTo>
                <a:lnTo>
                  <a:pt x="128007" y="118997"/>
                </a:lnTo>
                <a:lnTo>
                  <a:pt x="128400" y="118997"/>
                </a:lnTo>
                <a:lnTo>
                  <a:pt x="161754" y="118997"/>
                </a:lnTo>
                <a:lnTo>
                  <a:pt x="162125" y="118997"/>
                </a:lnTo>
                <a:lnTo>
                  <a:pt x="162513" y="118994"/>
                </a:lnTo>
                <a:lnTo>
                  <a:pt x="162915" y="118986"/>
                </a:lnTo>
                <a:lnTo>
                  <a:pt x="163329" y="118970"/>
                </a:lnTo>
                <a:lnTo>
                  <a:pt x="163751" y="118945"/>
                </a:lnTo>
                <a:lnTo>
                  <a:pt x="164179" y="118907"/>
                </a:lnTo>
                <a:lnTo>
                  <a:pt x="164609" y="118854"/>
                </a:lnTo>
                <a:lnTo>
                  <a:pt x="165038" y="118783"/>
                </a:lnTo>
                <a:lnTo>
                  <a:pt x="165464" y="118692"/>
                </a:lnTo>
                <a:lnTo>
                  <a:pt x="165884" y="118579"/>
                </a:lnTo>
                <a:lnTo>
                  <a:pt x="166295" y="118440"/>
                </a:lnTo>
                <a:lnTo>
                  <a:pt x="166694" y="118274"/>
                </a:lnTo>
                <a:lnTo>
                  <a:pt x="167077" y="118078"/>
                </a:lnTo>
                <a:lnTo>
                  <a:pt x="167443" y="117849"/>
                </a:lnTo>
                <a:lnTo>
                  <a:pt x="167787" y="117585"/>
                </a:lnTo>
                <a:lnTo>
                  <a:pt x="168108" y="117283"/>
                </a:lnTo>
                <a:lnTo>
                  <a:pt x="168402" y="116942"/>
                </a:lnTo>
                <a:lnTo>
                  <a:pt x="168666" y="116557"/>
                </a:lnTo>
                <a:lnTo>
                  <a:pt x="168898" y="116127"/>
                </a:lnTo>
                <a:lnTo>
                  <a:pt x="169094" y="115650"/>
                </a:lnTo>
                <a:lnTo>
                  <a:pt x="169252" y="115122"/>
                </a:lnTo>
                <a:lnTo>
                  <a:pt x="169368" y="114542"/>
                </a:lnTo>
                <a:lnTo>
                  <a:pt x="169440" y="113907"/>
                </a:lnTo>
                <a:lnTo>
                  <a:pt x="169464" y="113213"/>
                </a:lnTo>
                <a:lnTo>
                  <a:pt x="169441" y="112497"/>
                </a:lnTo>
                <a:lnTo>
                  <a:pt x="169371" y="111841"/>
                </a:lnTo>
                <a:lnTo>
                  <a:pt x="169259" y="111241"/>
                </a:lnTo>
                <a:lnTo>
                  <a:pt x="169107" y="110696"/>
                </a:lnTo>
                <a:lnTo>
                  <a:pt x="168918" y="110203"/>
                </a:lnTo>
                <a:lnTo>
                  <a:pt x="168693" y="109759"/>
                </a:lnTo>
                <a:lnTo>
                  <a:pt x="168436" y="109362"/>
                </a:lnTo>
                <a:lnTo>
                  <a:pt x="168150" y="109009"/>
                </a:lnTo>
                <a:lnTo>
                  <a:pt x="167838" y="108697"/>
                </a:lnTo>
                <a:lnTo>
                  <a:pt x="167501" y="108424"/>
                </a:lnTo>
                <a:lnTo>
                  <a:pt x="167142" y="108188"/>
                </a:lnTo>
                <a:lnTo>
                  <a:pt x="166765" y="107985"/>
                </a:lnTo>
                <a:lnTo>
                  <a:pt x="166372" y="107813"/>
                </a:lnTo>
                <a:lnTo>
                  <a:pt x="165966" y="107670"/>
                </a:lnTo>
                <a:lnTo>
                  <a:pt x="165548" y="107553"/>
                </a:lnTo>
                <a:lnTo>
                  <a:pt x="165123" y="107459"/>
                </a:lnTo>
                <a:lnTo>
                  <a:pt x="164693" y="107386"/>
                </a:lnTo>
                <a:lnTo>
                  <a:pt x="164259" y="107331"/>
                </a:lnTo>
                <a:lnTo>
                  <a:pt x="163826" y="107292"/>
                </a:lnTo>
                <a:lnTo>
                  <a:pt x="163396" y="107266"/>
                </a:lnTo>
                <a:lnTo>
                  <a:pt x="162970" y="107250"/>
                </a:lnTo>
                <a:lnTo>
                  <a:pt x="162553" y="107242"/>
                </a:lnTo>
                <a:lnTo>
                  <a:pt x="162147" y="107239"/>
                </a:lnTo>
                <a:lnTo>
                  <a:pt x="161754" y="107238"/>
                </a:lnTo>
                <a:lnTo>
                  <a:pt x="151728" y="107238"/>
                </a:lnTo>
                <a:lnTo>
                  <a:pt x="151728" y="12892"/>
                </a:lnTo>
                <a:lnTo>
                  <a:pt x="177178" y="12892"/>
                </a:lnTo>
                <a:lnTo>
                  <a:pt x="177178" y="23118"/>
                </a:lnTo>
                <a:lnTo>
                  <a:pt x="177178" y="23579"/>
                </a:lnTo>
                <a:lnTo>
                  <a:pt x="177181" y="24044"/>
                </a:lnTo>
                <a:lnTo>
                  <a:pt x="177190" y="24510"/>
                </a:lnTo>
                <a:lnTo>
                  <a:pt x="177208" y="24977"/>
                </a:lnTo>
                <a:lnTo>
                  <a:pt x="177237" y="25441"/>
                </a:lnTo>
                <a:lnTo>
                  <a:pt x="177280" y="25901"/>
                </a:lnTo>
                <a:lnTo>
                  <a:pt x="177340" y="26354"/>
                </a:lnTo>
                <a:lnTo>
                  <a:pt x="177420" y="26798"/>
                </a:lnTo>
                <a:lnTo>
                  <a:pt x="177523" y="27232"/>
                </a:lnTo>
                <a:lnTo>
                  <a:pt x="177652" y="27653"/>
                </a:lnTo>
                <a:lnTo>
                  <a:pt x="177809" y="28059"/>
                </a:lnTo>
                <a:lnTo>
                  <a:pt x="177997" y="28448"/>
                </a:lnTo>
                <a:lnTo>
                  <a:pt x="178219" y="28818"/>
                </a:lnTo>
                <a:lnTo>
                  <a:pt x="178479" y="29167"/>
                </a:lnTo>
                <a:lnTo>
                  <a:pt x="178778" y="29493"/>
                </a:lnTo>
                <a:lnTo>
                  <a:pt x="179120" y="29793"/>
                </a:lnTo>
                <a:lnTo>
                  <a:pt x="179507" y="30065"/>
                </a:lnTo>
                <a:lnTo>
                  <a:pt x="179943" y="30308"/>
                </a:lnTo>
                <a:lnTo>
                  <a:pt x="180430" y="30520"/>
                </a:lnTo>
                <a:lnTo>
                  <a:pt x="180971" y="30698"/>
                </a:lnTo>
                <a:lnTo>
                  <a:pt x="181568" y="30839"/>
                </a:lnTo>
                <a:lnTo>
                  <a:pt x="182226" y="30943"/>
                </a:lnTo>
                <a:lnTo>
                  <a:pt x="182946" y="31007"/>
                </a:lnTo>
                <a:lnTo>
                  <a:pt x="183732" y="31029"/>
                </a:lnTo>
                <a:lnTo>
                  <a:pt x="184540" y="31008"/>
                </a:lnTo>
                <a:lnTo>
                  <a:pt x="185282" y="30947"/>
                </a:lnTo>
                <a:lnTo>
                  <a:pt x="185958" y="30847"/>
                </a:lnTo>
                <a:lnTo>
                  <a:pt x="186574" y="30711"/>
                </a:lnTo>
                <a:lnTo>
                  <a:pt x="187131" y="30540"/>
                </a:lnTo>
                <a:lnTo>
                  <a:pt x="187632" y="30335"/>
                </a:lnTo>
                <a:lnTo>
                  <a:pt x="188080" y="30100"/>
                </a:lnTo>
                <a:lnTo>
                  <a:pt x="188479" y="29835"/>
                </a:lnTo>
                <a:lnTo>
                  <a:pt x="188831" y="29543"/>
                </a:lnTo>
                <a:lnTo>
                  <a:pt x="189138" y="29225"/>
                </a:lnTo>
                <a:lnTo>
                  <a:pt x="189405" y="28883"/>
                </a:lnTo>
                <a:lnTo>
                  <a:pt x="189634" y="28520"/>
                </a:lnTo>
                <a:lnTo>
                  <a:pt x="189828" y="28136"/>
                </a:lnTo>
                <a:lnTo>
                  <a:pt x="189989" y="27734"/>
                </a:lnTo>
                <a:lnTo>
                  <a:pt x="190122" y="27316"/>
                </a:lnTo>
                <a:lnTo>
                  <a:pt x="190228" y="26883"/>
                </a:lnTo>
                <a:lnTo>
                  <a:pt x="190310" y="26438"/>
                </a:lnTo>
                <a:lnTo>
                  <a:pt x="190372" y="25981"/>
                </a:lnTo>
                <a:lnTo>
                  <a:pt x="190416" y="25516"/>
                </a:lnTo>
                <a:lnTo>
                  <a:pt x="190446" y="25043"/>
                </a:lnTo>
                <a:lnTo>
                  <a:pt x="190464" y="24565"/>
                </a:lnTo>
                <a:lnTo>
                  <a:pt x="190473" y="24084"/>
                </a:lnTo>
                <a:lnTo>
                  <a:pt x="190477" y="23601"/>
                </a:lnTo>
                <a:lnTo>
                  <a:pt x="190477" y="23118"/>
                </a:lnTo>
                <a:lnTo>
                  <a:pt x="190477" y="9035"/>
                </a:lnTo>
                <a:lnTo>
                  <a:pt x="190471" y="8309"/>
                </a:lnTo>
                <a:lnTo>
                  <a:pt x="190451" y="7624"/>
                </a:lnTo>
                <a:lnTo>
                  <a:pt x="190415" y="6980"/>
                </a:lnTo>
                <a:lnTo>
                  <a:pt x="190361" y="6375"/>
                </a:lnTo>
                <a:close/>
                <a:moveTo>
                  <a:pt x="293826" y="110203"/>
                </a:moveTo>
                <a:lnTo>
                  <a:pt x="293593" y="109759"/>
                </a:lnTo>
                <a:lnTo>
                  <a:pt x="293327" y="109362"/>
                </a:lnTo>
                <a:lnTo>
                  <a:pt x="293030" y="109009"/>
                </a:lnTo>
                <a:lnTo>
                  <a:pt x="292706" y="108697"/>
                </a:lnTo>
                <a:lnTo>
                  <a:pt x="292358" y="108424"/>
                </a:lnTo>
                <a:lnTo>
                  <a:pt x="291988" y="108188"/>
                </a:lnTo>
                <a:lnTo>
                  <a:pt x="291599" y="107985"/>
                </a:lnTo>
                <a:lnTo>
                  <a:pt x="291194" y="107813"/>
                </a:lnTo>
                <a:lnTo>
                  <a:pt x="290775" y="107670"/>
                </a:lnTo>
                <a:lnTo>
                  <a:pt x="290346" y="107553"/>
                </a:lnTo>
                <a:lnTo>
                  <a:pt x="289910" y="107459"/>
                </a:lnTo>
                <a:lnTo>
                  <a:pt x="289469" y="107386"/>
                </a:lnTo>
                <a:lnTo>
                  <a:pt x="289026" y="107331"/>
                </a:lnTo>
                <a:lnTo>
                  <a:pt x="288584" y="107292"/>
                </a:lnTo>
                <a:lnTo>
                  <a:pt x="288146" y="107266"/>
                </a:lnTo>
                <a:lnTo>
                  <a:pt x="287715" y="107250"/>
                </a:lnTo>
                <a:lnTo>
                  <a:pt x="287293" y="107242"/>
                </a:lnTo>
                <a:lnTo>
                  <a:pt x="286883" y="107239"/>
                </a:lnTo>
                <a:lnTo>
                  <a:pt x="286489" y="107238"/>
                </a:lnTo>
                <a:lnTo>
                  <a:pt x="278005" y="107238"/>
                </a:lnTo>
                <a:lnTo>
                  <a:pt x="278005" y="62576"/>
                </a:lnTo>
                <a:lnTo>
                  <a:pt x="277954" y="60203"/>
                </a:lnTo>
                <a:lnTo>
                  <a:pt x="277803" y="57944"/>
                </a:lnTo>
                <a:lnTo>
                  <a:pt x="277553" y="55800"/>
                </a:lnTo>
                <a:lnTo>
                  <a:pt x="277206" y="53768"/>
                </a:lnTo>
                <a:lnTo>
                  <a:pt x="276765" y="51847"/>
                </a:lnTo>
                <a:lnTo>
                  <a:pt x="276231" y="50036"/>
                </a:lnTo>
                <a:lnTo>
                  <a:pt x="275606" y="48334"/>
                </a:lnTo>
                <a:lnTo>
                  <a:pt x="274892" y="46739"/>
                </a:lnTo>
                <a:lnTo>
                  <a:pt x="274091" y="45251"/>
                </a:lnTo>
                <a:lnTo>
                  <a:pt x="273205" y="43867"/>
                </a:lnTo>
                <a:lnTo>
                  <a:pt x="272236" y="42588"/>
                </a:lnTo>
                <a:lnTo>
                  <a:pt x="271186" y="41411"/>
                </a:lnTo>
                <a:lnTo>
                  <a:pt x="270056" y="40335"/>
                </a:lnTo>
                <a:lnTo>
                  <a:pt x="268849" y="39360"/>
                </a:lnTo>
                <a:lnTo>
                  <a:pt x="267566" y="38483"/>
                </a:lnTo>
                <a:lnTo>
                  <a:pt x="266210" y="37704"/>
                </a:lnTo>
                <a:lnTo>
                  <a:pt x="264782" y="37021"/>
                </a:lnTo>
                <a:lnTo>
                  <a:pt x="263285" y="36433"/>
                </a:lnTo>
                <a:lnTo>
                  <a:pt x="261720" y="35939"/>
                </a:lnTo>
                <a:lnTo>
                  <a:pt x="260089" y="35537"/>
                </a:lnTo>
                <a:lnTo>
                  <a:pt x="258394" y="35227"/>
                </a:lnTo>
                <a:lnTo>
                  <a:pt x="256637" y="35007"/>
                </a:lnTo>
                <a:lnTo>
                  <a:pt x="254819" y="34876"/>
                </a:lnTo>
                <a:lnTo>
                  <a:pt x="252944" y="34833"/>
                </a:lnTo>
                <a:lnTo>
                  <a:pt x="251352" y="34867"/>
                </a:lnTo>
                <a:lnTo>
                  <a:pt x="249804" y="34964"/>
                </a:lnTo>
                <a:lnTo>
                  <a:pt x="248301" y="35122"/>
                </a:lnTo>
                <a:lnTo>
                  <a:pt x="246843" y="35336"/>
                </a:lnTo>
                <a:lnTo>
                  <a:pt x="245430" y="35601"/>
                </a:lnTo>
                <a:lnTo>
                  <a:pt x="244064" y="35915"/>
                </a:lnTo>
                <a:lnTo>
                  <a:pt x="242743" y="36272"/>
                </a:lnTo>
                <a:lnTo>
                  <a:pt x="241469" y="36669"/>
                </a:lnTo>
                <a:lnTo>
                  <a:pt x="240242" y="37101"/>
                </a:lnTo>
                <a:lnTo>
                  <a:pt x="239062" y="37565"/>
                </a:lnTo>
                <a:lnTo>
                  <a:pt x="237930" y="38056"/>
                </a:lnTo>
                <a:lnTo>
                  <a:pt x="236846" y="38570"/>
                </a:lnTo>
                <a:lnTo>
                  <a:pt x="235809" y="39103"/>
                </a:lnTo>
                <a:lnTo>
                  <a:pt x="234822" y="39651"/>
                </a:lnTo>
                <a:lnTo>
                  <a:pt x="233883" y="40210"/>
                </a:lnTo>
                <a:lnTo>
                  <a:pt x="232993" y="40776"/>
                </a:lnTo>
                <a:lnTo>
                  <a:pt x="232153" y="41344"/>
                </a:lnTo>
                <a:lnTo>
                  <a:pt x="231363" y="41911"/>
                </a:lnTo>
                <a:lnTo>
                  <a:pt x="230622" y="42473"/>
                </a:lnTo>
                <a:lnTo>
                  <a:pt x="229933" y="43025"/>
                </a:lnTo>
                <a:lnTo>
                  <a:pt x="229294" y="43563"/>
                </a:lnTo>
                <a:lnTo>
                  <a:pt x="228706" y="44083"/>
                </a:lnTo>
                <a:lnTo>
                  <a:pt x="228170" y="44581"/>
                </a:lnTo>
                <a:lnTo>
                  <a:pt x="227686" y="45053"/>
                </a:lnTo>
                <a:lnTo>
                  <a:pt x="227686" y="9035"/>
                </a:lnTo>
                <a:lnTo>
                  <a:pt x="227680" y="8309"/>
                </a:lnTo>
                <a:lnTo>
                  <a:pt x="227660" y="7624"/>
                </a:lnTo>
                <a:lnTo>
                  <a:pt x="227624" y="6980"/>
                </a:lnTo>
                <a:lnTo>
                  <a:pt x="227570" y="6375"/>
                </a:lnTo>
                <a:lnTo>
                  <a:pt x="227497" y="5808"/>
                </a:lnTo>
                <a:lnTo>
                  <a:pt x="227403" y="5279"/>
                </a:lnTo>
                <a:lnTo>
                  <a:pt x="227286" y="4786"/>
                </a:lnTo>
                <a:lnTo>
                  <a:pt x="227144" y="4330"/>
                </a:lnTo>
                <a:lnTo>
                  <a:pt x="226975" y="3908"/>
                </a:lnTo>
                <a:lnTo>
                  <a:pt x="226777" y="3520"/>
                </a:lnTo>
                <a:lnTo>
                  <a:pt x="226549" y="3165"/>
                </a:lnTo>
                <a:lnTo>
                  <a:pt x="226289" y="2842"/>
                </a:lnTo>
                <a:lnTo>
                  <a:pt x="225994" y="2550"/>
                </a:lnTo>
                <a:lnTo>
                  <a:pt x="225664" y="2288"/>
                </a:lnTo>
                <a:lnTo>
                  <a:pt x="225296" y="2055"/>
                </a:lnTo>
                <a:lnTo>
                  <a:pt x="224888" y="1851"/>
                </a:lnTo>
                <a:lnTo>
                  <a:pt x="224438" y="1675"/>
                </a:lnTo>
                <a:lnTo>
                  <a:pt x="223946" y="1525"/>
                </a:lnTo>
                <a:lnTo>
                  <a:pt x="223408" y="1400"/>
                </a:lnTo>
                <a:lnTo>
                  <a:pt x="222823" y="1300"/>
                </a:lnTo>
                <a:lnTo>
                  <a:pt x="222189" y="1224"/>
                </a:lnTo>
                <a:lnTo>
                  <a:pt x="221504" y="1171"/>
                </a:lnTo>
                <a:lnTo>
                  <a:pt x="220767" y="1140"/>
                </a:lnTo>
                <a:lnTo>
                  <a:pt x="219976" y="1130"/>
                </a:lnTo>
                <a:lnTo>
                  <a:pt x="205902" y="1130"/>
                </a:lnTo>
                <a:lnTo>
                  <a:pt x="205508" y="1130"/>
                </a:lnTo>
                <a:lnTo>
                  <a:pt x="205099" y="1133"/>
                </a:lnTo>
                <a:lnTo>
                  <a:pt x="204677" y="1141"/>
                </a:lnTo>
                <a:lnTo>
                  <a:pt x="204245" y="1157"/>
                </a:lnTo>
                <a:lnTo>
                  <a:pt x="203807" y="1184"/>
                </a:lnTo>
                <a:lnTo>
                  <a:pt x="203365" y="1223"/>
                </a:lnTo>
                <a:lnTo>
                  <a:pt x="202922" y="1278"/>
                </a:lnTo>
                <a:lnTo>
                  <a:pt x="202481" y="1351"/>
                </a:lnTo>
                <a:lnTo>
                  <a:pt x="202045" y="1445"/>
                </a:lnTo>
                <a:lnTo>
                  <a:pt x="201616" y="1562"/>
                </a:lnTo>
                <a:lnTo>
                  <a:pt x="201198" y="1705"/>
                </a:lnTo>
                <a:lnTo>
                  <a:pt x="200793" y="1877"/>
                </a:lnTo>
                <a:lnTo>
                  <a:pt x="200404" y="2080"/>
                </a:lnTo>
                <a:lnTo>
                  <a:pt x="200034" y="2316"/>
                </a:lnTo>
                <a:lnTo>
                  <a:pt x="199685" y="2589"/>
                </a:lnTo>
                <a:lnTo>
                  <a:pt x="199361" y="2901"/>
                </a:lnTo>
                <a:lnTo>
                  <a:pt x="199065" y="3254"/>
                </a:lnTo>
                <a:lnTo>
                  <a:pt x="198799" y="3652"/>
                </a:lnTo>
                <a:lnTo>
                  <a:pt x="198566" y="4096"/>
                </a:lnTo>
                <a:lnTo>
                  <a:pt x="198369" y="4589"/>
                </a:lnTo>
                <a:lnTo>
                  <a:pt x="198211" y="5135"/>
                </a:lnTo>
                <a:lnTo>
                  <a:pt x="198094" y="5734"/>
                </a:lnTo>
                <a:lnTo>
                  <a:pt x="198022" y="6391"/>
                </a:lnTo>
                <a:lnTo>
                  <a:pt x="197998" y="7108"/>
                </a:lnTo>
                <a:lnTo>
                  <a:pt x="198023" y="7801"/>
                </a:lnTo>
                <a:lnTo>
                  <a:pt x="198098" y="8437"/>
                </a:lnTo>
                <a:lnTo>
                  <a:pt x="198218" y="9017"/>
                </a:lnTo>
                <a:lnTo>
                  <a:pt x="198382" y="9545"/>
                </a:lnTo>
                <a:lnTo>
                  <a:pt x="198584" y="10022"/>
                </a:lnTo>
                <a:lnTo>
                  <a:pt x="198823" y="10452"/>
                </a:lnTo>
                <a:lnTo>
                  <a:pt x="199095" y="10836"/>
                </a:lnTo>
                <a:lnTo>
                  <a:pt x="199397" y="11178"/>
                </a:lnTo>
                <a:lnTo>
                  <a:pt x="199726" y="11480"/>
                </a:lnTo>
                <a:lnTo>
                  <a:pt x="200078" y="11744"/>
                </a:lnTo>
                <a:lnTo>
                  <a:pt x="200451" y="11973"/>
                </a:lnTo>
                <a:lnTo>
                  <a:pt x="200841" y="12169"/>
                </a:lnTo>
                <a:lnTo>
                  <a:pt x="201245" y="12335"/>
                </a:lnTo>
                <a:lnTo>
                  <a:pt x="201660" y="12473"/>
                </a:lnTo>
                <a:lnTo>
                  <a:pt x="202083" y="12587"/>
                </a:lnTo>
                <a:lnTo>
                  <a:pt x="202510" y="12678"/>
                </a:lnTo>
                <a:lnTo>
                  <a:pt x="202939" y="12748"/>
                </a:lnTo>
                <a:lnTo>
                  <a:pt x="203365" y="12801"/>
                </a:lnTo>
                <a:lnTo>
                  <a:pt x="203787" y="12839"/>
                </a:lnTo>
                <a:lnTo>
                  <a:pt x="204200" y="12865"/>
                </a:lnTo>
                <a:lnTo>
                  <a:pt x="204602" y="12880"/>
                </a:lnTo>
                <a:lnTo>
                  <a:pt x="204990" y="12888"/>
                </a:lnTo>
                <a:lnTo>
                  <a:pt x="205359" y="12891"/>
                </a:lnTo>
                <a:lnTo>
                  <a:pt x="205708" y="12892"/>
                </a:lnTo>
                <a:lnTo>
                  <a:pt x="214386" y="12892"/>
                </a:lnTo>
                <a:lnTo>
                  <a:pt x="214386" y="107238"/>
                </a:lnTo>
                <a:lnTo>
                  <a:pt x="205902" y="107238"/>
                </a:lnTo>
                <a:lnTo>
                  <a:pt x="205508" y="107239"/>
                </a:lnTo>
                <a:lnTo>
                  <a:pt x="205099" y="107242"/>
                </a:lnTo>
                <a:lnTo>
                  <a:pt x="204677" y="107250"/>
                </a:lnTo>
                <a:lnTo>
                  <a:pt x="204245" y="107266"/>
                </a:lnTo>
                <a:lnTo>
                  <a:pt x="203807" y="107292"/>
                </a:lnTo>
                <a:lnTo>
                  <a:pt x="203365" y="107331"/>
                </a:lnTo>
                <a:lnTo>
                  <a:pt x="202922" y="107386"/>
                </a:lnTo>
                <a:lnTo>
                  <a:pt x="202481" y="107459"/>
                </a:lnTo>
                <a:lnTo>
                  <a:pt x="202045" y="107553"/>
                </a:lnTo>
                <a:lnTo>
                  <a:pt x="201616" y="107670"/>
                </a:lnTo>
                <a:lnTo>
                  <a:pt x="201198" y="107813"/>
                </a:lnTo>
                <a:lnTo>
                  <a:pt x="200793" y="107985"/>
                </a:lnTo>
                <a:lnTo>
                  <a:pt x="200404" y="108188"/>
                </a:lnTo>
                <a:lnTo>
                  <a:pt x="200034" y="108424"/>
                </a:lnTo>
                <a:lnTo>
                  <a:pt x="199685" y="108697"/>
                </a:lnTo>
                <a:lnTo>
                  <a:pt x="199361" y="109009"/>
                </a:lnTo>
                <a:lnTo>
                  <a:pt x="199065" y="109362"/>
                </a:lnTo>
                <a:lnTo>
                  <a:pt x="198799" y="109759"/>
                </a:lnTo>
                <a:lnTo>
                  <a:pt x="198566" y="110203"/>
                </a:lnTo>
                <a:lnTo>
                  <a:pt x="198369" y="110696"/>
                </a:lnTo>
                <a:lnTo>
                  <a:pt x="198211" y="111241"/>
                </a:lnTo>
                <a:lnTo>
                  <a:pt x="198094" y="111841"/>
                </a:lnTo>
                <a:lnTo>
                  <a:pt x="198022" y="112497"/>
                </a:lnTo>
                <a:lnTo>
                  <a:pt x="197998" y="113213"/>
                </a:lnTo>
                <a:lnTo>
                  <a:pt x="198023" y="113907"/>
                </a:lnTo>
                <a:lnTo>
                  <a:pt x="198098" y="114542"/>
                </a:lnTo>
                <a:lnTo>
                  <a:pt x="198218" y="115122"/>
                </a:lnTo>
                <a:lnTo>
                  <a:pt x="198382" y="115650"/>
                </a:lnTo>
                <a:lnTo>
                  <a:pt x="198584" y="116127"/>
                </a:lnTo>
                <a:lnTo>
                  <a:pt x="198823" y="116557"/>
                </a:lnTo>
                <a:lnTo>
                  <a:pt x="199095" y="116942"/>
                </a:lnTo>
                <a:lnTo>
                  <a:pt x="199397" y="117283"/>
                </a:lnTo>
                <a:lnTo>
                  <a:pt x="199726" y="117585"/>
                </a:lnTo>
                <a:lnTo>
                  <a:pt x="200078" y="117849"/>
                </a:lnTo>
                <a:lnTo>
                  <a:pt x="200451" y="118078"/>
                </a:lnTo>
                <a:lnTo>
                  <a:pt x="200841" y="118274"/>
                </a:lnTo>
                <a:lnTo>
                  <a:pt x="201245" y="118440"/>
                </a:lnTo>
                <a:lnTo>
                  <a:pt x="201660" y="118579"/>
                </a:lnTo>
                <a:lnTo>
                  <a:pt x="202083" y="118692"/>
                </a:lnTo>
                <a:lnTo>
                  <a:pt x="202510" y="118783"/>
                </a:lnTo>
                <a:lnTo>
                  <a:pt x="202939" y="118854"/>
                </a:lnTo>
                <a:lnTo>
                  <a:pt x="203365" y="118907"/>
                </a:lnTo>
                <a:lnTo>
                  <a:pt x="203787" y="118945"/>
                </a:lnTo>
                <a:lnTo>
                  <a:pt x="204200" y="118970"/>
                </a:lnTo>
                <a:lnTo>
                  <a:pt x="204602" y="118986"/>
                </a:lnTo>
                <a:lnTo>
                  <a:pt x="204990" y="118994"/>
                </a:lnTo>
                <a:lnTo>
                  <a:pt x="205359" y="118997"/>
                </a:lnTo>
                <a:lnTo>
                  <a:pt x="205708" y="118997"/>
                </a:lnTo>
                <a:lnTo>
                  <a:pt x="236364" y="118997"/>
                </a:lnTo>
                <a:lnTo>
                  <a:pt x="236713" y="118997"/>
                </a:lnTo>
                <a:lnTo>
                  <a:pt x="237083" y="118994"/>
                </a:lnTo>
                <a:lnTo>
                  <a:pt x="237470" y="118986"/>
                </a:lnTo>
                <a:lnTo>
                  <a:pt x="237872" y="118970"/>
                </a:lnTo>
                <a:lnTo>
                  <a:pt x="238286" y="118945"/>
                </a:lnTo>
                <a:lnTo>
                  <a:pt x="238707" y="118907"/>
                </a:lnTo>
                <a:lnTo>
                  <a:pt x="239134" y="118854"/>
                </a:lnTo>
                <a:lnTo>
                  <a:pt x="239562" y="118783"/>
                </a:lnTo>
                <a:lnTo>
                  <a:pt x="239989" y="118692"/>
                </a:lnTo>
                <a:lnTo>
                  <a:pt x="240412" y="118579"/>
                </a:lnTo>
                <a:lnTo>
                  <a:pt x="240827" y="118440"/>
                </a:lnTo>
                <a:lnTo>
                  <a:pt x="241231" y="118274"/>
                </a:lnTo>
                <a:lnTo>
                  <a:pt x="241621" y="118078"/>
                </a:lnTo>
                <a:lnTo>
                  <a:pt x="241994" y="117849"/>
                </a:lnTo>
                <a:lnTo>
                  <a:pt x="242346" y="117585"/>
                </a:lnTo>
                <a:lnTo>
                  <a:pt x="242675" y="117283"/>
                </a:lnTo>
                <a:lnTo>
                  <a:pt x="242977" y="116942"/>
                </a:lnTo>
                <a:lnTo>
                  <a:pt x="243249" y="116557"/>
                </a:lnTo>
                <a:lnTo>
                  <a:pt x="243488" y="116127"/>
                </a:lnTo>
                <a:lnTo>
                  <a:pt x="243691" y="115650"/>
                </a:lnTo>
                <a:lnTo>
                  <a:pt x="243854" y="115122"/>
                </a:lnTo>
                <a:lnTo>
                  <a:pt x="243975" y="114542"/>
                </a:lnTo>
                <a:lnTo>
                  <a:pt x="244049" y="113907"/>
                </a:lnTo>
                <a:lnTo>
                  <a:pt x="244075" y="113213"/>
                </a:lnTo>
                <a:lnTo>
                  <a:pt x="244050" y="112497"/>
                </a:lnTo>
                <a:lnTo>
                  <a:pt x="243978" y="111841"/>
                </a:lnTo>
                <a:lnTo>
                  <a:pt x="243862" y="111241"/>
                </a:lnTo>
                <a:lnTo>
                  <a:pt x="243704" y="110696"/>
                </a:lnTo>
                <a:lnTo>
                  <a:pt x="243507" y="110203"/>
                </a:lnTo>
                <a:lnTo>
                  <a:pt x="243274" y="109759"/>
                </a:lnTo>
                <a:lnTo>
                  <a:pt x="243008" y="109362"/>
                </a:lnTo>
                <a:lnTo>
                  <a:pt x="242711" y="109009"/>
                </a:lnTo>
                <a:lnTo>
                  <a:pt x="242387" y="108697"/>
                </a:lnTo>
                <a:lnTo>
                  <a:pt x="242039" y="108424"/>
                </a:lnTo>
                <a:lnTo>
                  <a:pt x="241669" y="108188"/>
                </a:lnTo>
                <a:lnTo>
                  <a:pt x="241280" y="107985"/>
                </a:lnTo>
                <a:lnTo>
                  <a:pt x="240875" y="107813"/>
                </a:lnTo>
                <a:lnTo>
                  <a:pt x="240456" y="107670"/>
                </a:lnTo>
                <a:lnTo>
                  <a:pt x="240027" y="107553"/>
                </a:lnTo>
                <a:lnTo>
                  <a:pt x="239591" y="107459"/>
                </a:lnTo>
                <a:lnTo>
                  <a:pt x="239150" y="107386"/>
                </a:lnTo>
                <a:lnTo>
                  <a:pt x="238707" y="107331"/>
                </a:lnTo>
                <a:lnTo>
                  <a:pt x="238265" y="107292"/>
                </a:lnTo>
                <a:lnTo>
                  <a:pt x="237827" y="107266"/>
                </a:lnTo>
                <a:lnTo>
                  <a:pt x="237396" y="107250"/>
                </a:lnTo>
                <a:lnTo>
                  <a:pt x="236974" y="107242"/>
                </a:lnTo>
                <a:lnTo>
                  <a:pt x="236564" y="107239"/>
                </a:lnTo>
                <a:lnTo>
                  <a:pt x="236170" y="107238"/>
                </a:lnTo>
                <a:lnTo>
                  <a:pt x="227686" y="107238"/>
                </a:lnTo>
                <a:lnTo>
                  <a:pt x="227686" y="73164"/>
                </a:lnTo>
                <a:lnTo>
                  <a:pt x="227759" y="70819"/>
                </a:lnTo>
                <a:lnTo>
                  <a:pt x="227973" y="68597"/>
                </a:lnTo>
                <a:lnTo>
                  <a:pt x="228318" y="66495"/>
                </a:lnTo>
                <a:lnTo>
                  <a:pt x="228789" y="64511"/>
                </a:lnTo>
                <a:lnTo>
                  <a:pt x="229375" y="62644"/>
                </a:lnTo>
                <a:lnTo>
                  <a:pt x="230069" y="60891"/>
                </a:lnTo>
                <a:lnTo>
                  <a:pt x="230863" y="59250"/>
                </a:lnTo>
                <a:lnTo>
                  <a:pt x="231749" y="57719"/>
                </a:lnTo>
                <a:lnTo>
                  <a:pt x="232719" y="56297"/>
                </a:lnTo>
                <a:lnTo>
                  <a:pt x="233764" y="54981"/>
                </a:lnTo>
                <a:lnTo>
                  <a:pt x="234877" y="53769"/>
                </a:lnTo>
                <a:lnTo>
                  <a:pt x="236049" y="52660"/>
                </a:lnTo>
                <a:lnTo>
                  <a:pt x="237273" y="51651"/>
                </a:lnTo>
                <a:lnTo>
                  <a:pt x="238539" y="50740"/>
                </a:lnTo>
                <a:lnTo>
                  <a:pt x="239840" y="49925"/>
                </a:lnTo>
                <a:lnTo>
                  <a:pt x="241169" y="49205"/>
                </a:lnTo>
                <a:lnTo>
                  <a:pt x="242516" y="48577"/>
                </a:lnTo>
                <a:lnTo>
                  <a:pt x="243873" y="48039"/>
                </a:lnTo>
                <a:lnTo>
                  <a:pt x="245233" y="47590"/>
                </a:lnTo>
                <a:lnTo>
                  <a:pt x="246588" y="47226"/>
                </a:lnTo>
                <a:lnTo>
                  <a:pt x="247929" y="46947"/>
                </a:lnTo>
                <a:lnTo>
                  <a:pt x="249248" y="46750"/>
                </a:lnTo>
                <a:lnTo>
                  <a:pt x="250537" y="46634"/>
                </a:lnTo>
                <a:lnTo>
                  <a:pt x="251788" y="46595"/>
                </a:lnTo>
                <a:lnTo>
                  <a:pt x="253026" y="46623"/>
                </a:lnTo>
                <a:lnTo>
                  <a:pt x="254188" y="46708"/>
                </a:lnTo>
                <a:lnTo>
                  <a:pt x="255276" y="46849"/>
                </a:lnTo>
                <a:lnTo>
                  <a:pt x="256292" y="47048"/>
                </a:lnTo>
                <a:lnTo>
                  <a:pt x="257238" y="47304"/>
                </a:lnTo>
                <a:lnTo>
                  <a:pt x="258116" y="47618"/>
                </a:lnTo>
                <a:lnTo>
                  <a:pt x="258928" y="47990"/>
                </a:lnTo>
                <a:lnTo>
                  <a:pt x="259677" y="48421"/>
                </a:lnTo>
                <a:lnTo>
                  <a:pt x="260364" y="48910"/>
                </a:lnTo>
                <a:lnTo>
                  <a:pt x="260992" y="49459"/>
                </a:lnTo>
                <a:lnTo>
                  <a:pt x="261562" y="50067"/>
                </a:lnTo>
                <a:lnTo>
                  <a:pt x="262077" y="50735"/>
                </a:lnTo>
                <a:lnTo>
                  <a:pt x="262538" y="51463"/>
                </a:lnTo>
                <a:lnTo>
                  <a:pt x="262949" y="52252"/>
                </a:lnTo>
                <a:lnTo>
                  <a:pt x="263310" y="53101"/>
                </a:lnTo>
                <a:lnTo>
                  <a:pt x="263625" y="54012"/>
                </a:lnTo>
                <a:lnTo>
                  <a:pt x="263894" y="54984"/>
                </a:lnTo>
                <a:lnTo>
                  <a:pt x="264121" y="56018"/>
                </a:lnTo>
                <a:lnTo>
                  <a:pt x="264308" y="57114"/>
                </a:lnTo>
                <a:lnTo>
                  <a:pt x="264455" y="58272"/>
                </a:lnTo>
                <a:lnTo>
                  <a:pt x="264567" y="59494"/>
                </a:lnTo>
                <a:lnTo>
                  <a:pt x="264643" y="60778"/>
                </a:lnTo>
                <a:lnTo>
                  <a:pt x="264688" y="62126"/>
                </a:lnTo>
                <a:lnTo>
                  <a:pt x="264702" y="63538"/>
                </a:lnTo>
                <a:lnTo>
                  <a:pt x="264702" y="107238"/>
                </a:lnTo>
                <a:lnTo>
                  <a:pt x="257186" y="107238"/>
                </a:lnTo>
                <a:lnTo>
                  <a:pt x="256792" y="107239"/>
                </a:lnTo>
                <a:lnTo>
                  <a:pt x="256382" y="107242"/>
                </a:lnTo>
                <a:lnTo>
                  <a:pt x="255961" y="107250"/>
                </a:lnTo>
                <a:lnTo>
                  <a:pt x="255529" y="107266"/>
                </a:lnTo>
                <a:lnTo>
                  <a:pt x="255091" y="107292"/>
                </a:lnTo>
                <a:lnTo>
                  <a:pt x="254649" y="107331"/>
                </a:lnTo>
                <a:lnTo>
                  <a:pt x="254206" y="107386"/>
                </a:lnTo>
                <a:lnTo>
                  <a:pt x="253765" y="107459"/>
                </a:lnTo>
                <a:lnTo>
                  <a:pt x="253329" y="107553"/>
                </a:lnTo>
                <a:lnTo>
                  <a:pt x="252900" y="107670"/>
                </a:lnTo>
                <a:lnTo>
                  <a:pt x="252482" y="107813"/>
                </a:lnTo>
                <a:lnTo>
                  <a:pt x="252077" y="107985"/>
                </a:lnTo>
                <a:lnTo>
                  <a:pt x="251688" y="108188"/>
                </a:lnTo>
                <a:lnTo>
                  <a:pt x="251317" y="108424"/>
                </a:lnTo>
                <a:lnTo>
                  <a:pt x="250969" y="108697"/>
                </a:lnTo>
                <a:lnTo>
                  <a:pt x="250645" y="109009"/>
                </a:lnTo>
                <a:lnTo>
                  <a:pt x="250349" y="109362"/>
                </a:lnTo>
                <a:lnTo>
                  <a:pt x="250083" y="109759"/>
                </a:lnTo>
                <a:lnTo>
                  <a:pt x="249850" y="110203"/>
                </a:lnTo>
                <a:lnTo>
                  <a:pt x="249653" y="110696"/>
                </a:lnTo>
                <a:lnTo>
                  <a:pt x="249495" y="111241"/>
                </a:lnTo>
                <a:lnTo>
                  <a:pt x="249378" y="111841"/>
                </a:lnTo>
                <a:lnTo>
                  <a:pt x="249306" y="112497"/>
                </a:lnTo>
                <a:lnTo>
                  <a:pt x="249282" y="113213"/>
                </a:lnTo>
                <a:lnTo>
                  <a:pt x="249308" y="113907"/>
                </a:lnTo>
                <a:lnTo>
                  <a:pt x="249386" y="114542"/>
                </a:lnTo>
                <a:lnTo>
                  <a:pt x="249511" y="115122"/>
                </a:lnTo>
                <a:lnTo>
                  <a:pt x="249680" y="115650"/>
                </a:lnTo>
                <a:lnTo>
                  <a:pt x="249890" y="116127"/>
                </a:lnTo>
                <a:lnTo>
                  <a:pt x="250137" y="116557"/>
                </a:lnTo>
                <a:lnTo>
                  <a:pt x="250419" y="116942"/>
                </a:lnTo>
                <a:lnTo>
                  <a:pt x="250731" y="117283"/>
                </a:lnTo>
                <a:lnTo>
                  <a:pt x="251071" y="117585"/>
                </a:lnTo>
                <a:lnTo>
                  <a:pt x="251435" y="117849"/>
                </a:lnTo>
                <a:lnTo>
                  <a:pt x="251819" y="118078"/>
                </a:lnTo>
                <a:lnTo>
                  <a:pt x="252221" y="118274"/>
                </a:lnTo>
                <a:lnTo>
                  <a:pt x="252637" y="118440"/>
                </a:lnTo>
                <a:lnTo>
                  <a:pt x="253064" y="118579"/>
                </a:lnTo>
                <a:lnTo>
                  <a:pt x="253498" y="118692"/>
                </a:lnTo>
                <a:lnTo>
                  <a:pt x="253937" y="118783"/>
                </a:lnTo>
                <a:lnTo>
                  <a:pt x="254376" y="118854"/>
                </a:lnTo>
                <a:lnTo>
                  <a:pt x="254812" y="118907"/>
                </a:lnTo>
                <a:lnTo>
                  <a:pt x="255242" y="118945"/>
                </a:lnTo>
                <a:lnTo>
                  <a:pt x="255663" y="118970"/>
                </a:lnTo>
                <a:lnTo>
                  <a:pt x="256071" y="118986"/>
                </a:lnTo>
                <a:lnTo>
                  <a:pt x="256463" y="118994"/>
                </a:lnTo>
                <a:lnTo>
                  <a:pt x="256836" y="118997"/>
                </a:lnTo>
                <a:lnTo>
                  <a:pt x="257186" y="118997"/>
                </a:lnTo>
                <a:lnTo>
                  <a:pt x="286683" y="118997"/>
                </a:lnTo>
                <a:lnTo>
                  <a:pt x="287032" y="118997"/>
                </a:lnTo>
                <a:lnTo>
                  <a:pt x="287402" y="118994"/>
                </a:lnTo>
                <a:lnTo>
                  <a:pt x="287789" y="118986"/>
                </a:lnTo>
                <a:lnTo>
                  <a:pt x="288191" y="118970"/>
                </a:lnTo>
                <a:lnTo>
                  <a:pt x="288605" y="118945"/>
                </a:lnTo>
                <a:lnTo>
                  <a:pt x="289026" y="118907"/>
                </a:lnTo>
                <a:lnTo>
                  <a:pt x="289453" y="118854"/>
                </a:lnTo>
                <a:lnTo>
                  <a:pt x="289881" y="118783"/>
                </a:lnTo>
                <a:lnTo>
                  <a:pt x="290308" y="118692"/>
                </a:lnTo>
                <a:lnTo>
                  <a:pt x="290731" y="118579"/>
                </a:lnTo>
                <a:lnTo>
                  <a:pt x="291146" y="118440"/>
                </a:lnTo>
                <a:lnTo>
                  <a:pt x="291550" y="118274"/>
                </a:lnTo>
                <a:lnTo>
                  <a:pt x="291940" y="118078"/>
                </a:lnTo>
                <a:lnTo>
                  <a:pt x="292313" y="117849"/>
                </a:lnTo>
                <a:lnTo>
                  <a:pt x="292665" y="117585"/>
                </a:lnTo>
                <a:lnTo>
                  <a:pt x="292994" y="117283"/>
                </a:lnTo>
                <a:lnTo>
                  <a:pt x="293296" y="116942"/>
                </a:lnTo>
                <a:lnTo>
                  <a:pt x="293568" y="116557"/>
                </a:lnTo>
                <a:lnTo>
                  <a:pt x="293807" y="116127"/>
                </a:lnTo>
                <a:lnTo>
                  <a:pt x="294010" y="115650"/>
                </a:lnTo>
                <a:lnTo>
                  <a:pt x="294173" y="115122"/>
                </a:lnTo>
                <a:lnTo>
                  <a:pt x="294294" y="114542"/>
                </a:lnTo>
                <a:lnTo>
                  <a:pt x="294368" y="113907"/>
                </a:lnTo>
                <a:lnTo>
                  <a:pt x="294394" y="113213"/>
                </a:lnTo>
                <a:lnTo>
                  <a:pt x="294369" y="112497"/>
                </a:lnTo>
                <a:lnTo>
                  <a:pt x="294297" y="111841"/>
                </a:lnTo>
                <a:lnTo>
                  <a:pt x="294181" y="111241"/>
                </a:lnTo>
                <a:lnTo>
                  <a:pt x="294023" y="110696"/>
                </a:lnTo>
                <a:lnTo>
                  <a:pt x="293826" y="110203"/>
                </a:lnTo>
                <a:close/>
                <a:moveTo>
                  <a:pt x="694032" y="43938"/>
                </a:moveTo>
                <a:lnTo>
                  <a:pt x="693824" y="43294"/>
                </a:lnTo>
                <a:lnTo>
                  <a:pt x="693563" y="42638"/>
                </a:lnTo>
                <a:lnTo>
                  <a:pt x="693243" y="41975"/>
                </a:lnTo>
                <a:lnTo>
                  <a:pt x="692860" y="41311"/>
                </a:lnTo>
                <a:lnTo>
                  <a:pt x="692408" y="40651"/>
                </a:lnTo>
                <a:lnTo>
                  <a:pt x="691882" y="40001"/>
                </a:lnTo>
                <a:lnTo>
                  <a:pt x="691278" y="39365"/>
                </a:lnTo>
                <a:lnTo>
                  <a:pt x="690591" y="38749"/>
                </a:lnTo>
                <a:lnTo>
                  <a:pt x="689816" y="38159"/>
                </a:lnTo>
                <a:lnTo>
                  <a:pt x="688947" y="37599"/>
                </a:lnTo>
                <a:lnTo>
                  <a:pt x="687980" y="37076"/>
                </a:lnTo>
                <a:lnTo>
                  <a:pt x="686910" y="36594"/>
                </a:lnTo>
                <a:lnTo>
                  <a:pt x="685732" y="36159"/>
                </a:lnTo>
                <a:lnTo>
                  <a:pt x="684442" y="35776"/>
                </a:lnTo>
                <a:lnTo>
                  <a:pt x="683033" y="35451"/>
                </a:lnTo>
                <a:lnTo>
                  <a:pt x="681501" y="35189"/>
                </a:lnTo>
                <a:lnTo>
                  <a:pt x="679842" y="34995"/>
                </a:lnTo>
                <a:lnTo>
                  <a:pt x="678050" y="34874"/>
                </a:lnTo>
                <a:lnTo>
                  <a:pt x="676121" y="34833"/>
                </a:lnTo>
                <a:lnTo>
                  <a:pt x="674879" y="34852"/>
                </a:lnTo>
                <a:lnTo>
                  <a:pt x="673612" y="34908"/>
                </a:lnTo>
                <a:lnTo>
                  <a:pt x="672324" y="35006"/>
                </a:lnTo>
                <a:lnTo>
                  <a:pt x="671014" y="35146"/>
                </a:lnTo>
                <a:lnTo>
                  <a:pt x="669686" y="35332"/>
                </a:lnTo>
                <a:lnTo>
                  <a:pt x="668342" y="35565"/>
                </a:lnTo>
                <a:lnTo>
                  <a:pt x="666982" y="35848"/>
                </a:lnTo>
                <a:lnTo>
                  <a:pt x="665609" y="36183"/>
                </a:lnTo>
                <a:lnTo>
                  <a:pt x="664224" y="36572"/>
                </a:lnTo>
                <a:lnTo>
                  <a:pt x="662830" y="37018"/>
                </a:lnTo>
                <a:lnTo>
                  <a:pt x="661429" y="37522"/>
                </a:lnTo>
                <a:lnTo>
                  <a:pt x="660021" y="38087"/>
                </a:lnTo>
                <a:lnTo>
                  <a:pt x="658610" y="38716"/>
                </a:lnTo>
                <a:lnTo>
                  <a:pt x="657196" y="39410"/>
                </a:lnTo>
                <a:lnTo>
                  <a:pt x="655782" y="40172"/>
                </a:lnTo>
                <a:lnTo>
                  <a:pt x="654370" y="41004"/>
                </a:lnTo>
                <a:lnTo>
                  <a:pt x="652961" y="41908"/>
                </a:lnTo>
                <a:lnTo>
                  <a:pt x="651557" y="42887"/>
                </a:lnTo>
                <a:lnTo>
                  <a:pt x="650160" y="43942"/>
                </a:lnTo>
                <a:lnTo>
                  <a:pt x="648772" y="45077"/>
                </a:lnTo>
                <a:lnTo>
                  <a:pt x="647395" y="46293"/>
                </a:lnTo>
                <a:lnTo>
                  <a:pt x="646030" y="47593"/>
                </a:lnTo>
                <a:lnTo>
                  <a:pt x="644680" y="48978"/>
                </a:lnTo>
                <a:lnTo>
                  <a:pt x="643346" y="50452"/>
                </a:lnTo>
                <a:lnTo>
                  <a:pt x="643346" y="43897"/>
                </a:lnTo>
                <a:lnTo>
                  <a:pt x="643340" y="43168"/>
                </a:lnTo>
                <a:lnTo>
                  <a:pt x="643320" y="42480"/>
                </a:lnTo>
                <a:lnTo>
                  <a:pt x="643284" y="41832"/>
                </a:lnTo>
                <a:lnTo>
                  <a:pt x="643230" y="41225"/>
                </a:lnTo>
                <a:lnTo>
                  <a:pt x="643157" y="40656"/>
                </a:lnTo>
                <a:lnTo>
                  <a:pt x="643063" y="40124"/>
                </a:lnTo>
                <a:lnTo>
                  <a:pt x="642945" y="39630"/>
                </a:lnTo>
                <a:lnTo>
                  <a:pt x="642803" y="39171"/>
                </a:lnTo>
                <a:lnTo>
                  <a:pt x="642634" y="38748"/>
                </a:lnTo>
                <a:lnTo>
                  <a:pt x="642436" y="38359"/>
                </a:lnTo>
                <a:lnTo>
                  <a:pt x="642208" y="38002"/>
                </a:lnTo>
                <a:lnTo>
                  <a:pt x="641947" y="37678"/>
                </a:lnTo>
                <a:lnTo>
                  <a:pt x="641653" y="37386"/>
                </a:lnTo>
                <a:lnTo>
                  <a:pt x="641322" y="37123"/>
                </a:lnTo>
                <a:lnTo>
                  <a:pt x="640954" y="36890"/>
                </a:lnTo>
                <a:lnTo>
                  <a:pt x="640546" y="36686"/>
                </a:lnTo>
                <a:lnTo>
                  <a:pt x="640096" y="36509"/>
                </a:lnTo>
                <a:lnTo>
                  <a:pt x="639603" y="36358"/>
                </a:lnTo>
                <a:lnTo>
                  <a:pt x="639065" y="36233"/>
                </a:lnTo>
                <a:lnTo>
                  <a:pt x="638480" y="36134"/>
                </a:lnTo>
                <a:lnTo>
                  <a:pt x="637846" y="36057"/>
                </a:lnTo>
                <a:lnTo>
                  <a:pt x="637162" y="36004"/>
                </a:lnTo>
                <a:lnTo>
                  <a:pt x="636424" y="35973"/>
                </a:lnTo>
                <a:lnTo>
                  <a:pt x="635633" y="35963"/>
                </a:lnTo>
                <a:lnTo>
                  <a:pt x="614426" y="35963"/>
                </a:lnTo>
                <a:lnTo>
                  <a:pt x="614055" y="35963"/>
                </a:lnTo>
                <a:lnTo>
                  <a:pt x="613667" y="35966"/>
                </a:lnTo>
                <a:lnTo>
                  <a:pt x="613264" y="35974"/>
                </a:lnTo>
                <a:lnTo>
                  <a:pt x="612850" y="35990"/>
                </a:lnTo>
                <a:lnTo>
                  <a:pt x="612428" y="36015"/>
                </a:lnTo>
                <a:lnTo>
                  <a:pt x="612001" y="36053"/>
                </a:lnTo>
                <a:lnTo>
                  <a:pt x="611571" y="36106"/>
                </a:lnTo>
                <a:lnTo>
                  <a:pt x="611141" y="36177"/>
                </a:lnTo>
                <a:lnTo>
                  <a:pt x="610715" y="36268"/>
                </a:lnTo>
                <a:lnTo>
                  <a:pt x="610295" y="36381"/>
                </a:lnTo>
                <a:lnTo>
                  <a:pt x="609885" y="36520"/>
                </a:lnTo>
                <a:lnTo>
                  <a:pt x="609486" y="36686"/>
                </a:lnTo>
                <a:lnTo>
                  <a:pt x="609103" y="36882"/>
                </a:lnTo>
                <a:lnTo>
                  <a:pt x="608737" y="37111"/>
                </a:lnTo>
                <a:lnTo>
                  <a:pt x="608392" y="37376"/>
                </a:lnTo>
                <a:lnTo>
                  <a:pt x="608072" y="37677"/>
                </a:lnTo>
                <a:lnTo>
                  <a:pt x="607778" y="38019"/>
                </a:lnTo>
                <a:lnTo>
                  <a:pt x="607513" y="38404"/>
                </a:lnTo>
                <a:lnTo>
                  <a:pt x="607282" y="38834"/>
                </a:lnTo>
                <a:lnTo>
                  <a:pt x="607086" y="39312"/>
                </a:lnTo>
                <a:lnTo>
                  <a:pt x="606928" y="39840"/>
                </a:lnTo>
                <a:lnTo>
                  <a:pt x="606812" y="40420"/>
                </a:lnTo>
                <a:lnTo>
                  <a:pt x="606740" y="41056"/>
                </a:lnTo>
                <a:lnTo>
                  <a:pt x="606715" y="41750"/>
                </a:lnTo>
                <a:lnTo>
                  <a:pt x="606739" y="42466"/>
                </a:lnTo>
                <a:lnTo>
                  <a:pt x="606808" y="43122"/>
                </a:lnTo>
                <a:lnTo>
                  <a:pt x="606920" y="43722"/>
                </a:lnTo>
                <a:lnTo>
                  <a:pt x="607072" y="44267"/>
                </a:lnTo>
                <a:lnTo>
                  <a:pt x="607262" y="44760"/>
                </a:lnTo>
                <a:lnTo>
                  <a:pt x="607487" y="45204"/>
                </a:lnTo>
                <a:lnTo>
                  <a:pt x="607743" y="45601"/>
                </a:lnTo>
                <a:lnTo>
                  <a:pt x="608029" y="45954"/>
                </a:lnTo>
                <a:lnTo>
                  <a:pt x="608342" y="46266"/>
                </a:lnTo>
                <a:lnTo>
                  <a:pt x="608679" y="46539"/>
                </a:lnTo>
                <a:lnTo>
                  <a:pt x="609037" y="46775"/>
                </a:lnTo>
                <a:lnTo>
                  <a:pt x="609414" y="46978"/>
                </a:lnTo>
                <a:lnTo>
                  <a:pt x="609808" y="47150"/>
                </a:lnTo>
                <a:lnTo>
                  <a:pt x="610214" y="47293"/>
                </a:lnTo>
                <a:lnTo>
                  <a:pt x="610631" y="47410"/>
                </a:lnTo>
                <a:lnTo>
                  <a:pt x="611056" y="47504"/>
                </a:lnTo>
                <a:lnTo>
                  <a:pt x="611487" y="47577"/>
                </a:lnTo>
                <a:lnTo>
                  <a:pt x="611920" y="47631"/>
                </a:lnTo>
                <a:lnTo>
                  <a:pt x="612354" y="47671"/>
                </a:lnTo>
                <a:lnTo>
                  <a:pt x="612784" y="47697"/>
                </a:lnTo>
                <a:lnTo>
                  <a:pt x="613209" y="47713"/>
                </a:lnTo>
                <a:lnTo>
                  <a:pt x="613626" y="47721"/>
                </a:lnTo>
                <a:lnTo>
                  <a:pt x="614033" y="47724"/>
                </a:lnTo>
                <a:lnTo>
                  <a:pt x="614426" y="47725"/>
                </a:lnTo>
                <a:lnTo>
                  <a:pt x="630044" y="47725"/>
                </a:lnTo>
                <a:lnTo>
                  <a:pt x="630044" y="107238"/>
                </a:lnTo>
                <a:lnTo>
                  <a:pt x="614426" y="107238"/>
                </a:lnTo>
                <a:lnTo>
                  <a:pt x="614055" y="107239"/>
                </a:lnTo>
                <a:lnTo>
                  <a:pt x="613667" y="107241"/>
                </a:lnTo>
                <a:lnTo>
                  <a:pt x="613264" y="107249"/>
                </a:lnTo>
                <a:lnTo>
                  <a:pt x="612850" y="107265"/>
                </a:lnTo>
                <a:lnTo>
                  <a:pt x="612428" y="107290"/>
                </a:lnTo>
                <a:lnTo>
                  <a:pt x="612001" y="107329"/>
                </a:lnTo>
                <a:lnTo>
                  <a:pt x="611571" y="107382"/>
                </a:lnTo>
                <a:lnTo>
                  <a:pt x="611141" y="107452"/>
                </a:lnTo>
                <a:lnTo>
                  <a:pt x="610715" y="107543"/>
                </a:lnTo>
                <a:lnTo>
                  <a:pt x="610295" y="107657"/>
                </a:lnTo>
                <a:lnTo>
                  <a:pt x="609885" y="107795"/>
                </a:lnTo>
                <a:lnTo>
                  <a:pt x="609486" y="107961"/>
                </a:lnTo>
                <a:lnTo>
                  <a:pt x="609103" y="108157"/>
                </a:lnTo>
                <a:lnTo>
                  <a:pt x="608737" y="108386"/>
                </a:lnTo>
                <a:lnTo>
                  <a:pt x="608392" y="108650"/>
                </a:lnTo>
                <a:lnTo>
                  <a:pt x="608072" y="108952"/>
                </a:lnTo>
                <a:lnTo>
                  <a:pt x="607778" y="109294"/>
                </a:lnTo>
                <a:lnTo>
                  <a:pt x="607513" y="109678"/>
                </a:lnTo>
                <a:lnTo>
                  <a:pt x="607282" y="110108"/>
                </a:lnTo>
                <a:lnTo>
                  <a:pt x="607086" y="110585"/>
                </a:lnTo>
                <a:lnTo>
                  <a:pt x="606928" y="111113"/>
                </a:lnTo>
                <a:lnTo>
                  <a:pt x="606812" y="111693"/>
                </a:lnTo>
                <a:lnTo>
                  <a:pt x="606740" y="112329"/>
                </a:lnTo>
                <a:lnTo>
                  <a:pt x="606715" y="113022"/>
                </a:lnTo>
                <a:lnTo>
                  <a:pt x="606739" y="113738"/>
                </a:lnTo>
                <a:lnTo>
                  <a:pt x="606808" y="114395"/>
                </a:lnTo>
                <a:lnTo>
                  <a:pt x="606920" y="114994"/>
                </a:lnTo>
                <a:lnTo>
                  <a:pt x="607072" y="115539"/>
                </a:lnTo>
                <a:lnTo>
                  <a:pt x="607262" y="116033"/>
                </a:lnTo>
                <a:lnTo>
                  <a:pt x="607487" y="116476"/>
                </a:lnTo>
                <a:lnTo>
                  <a:pt x="607743" y="116874"/>
                </a:lnTo>
                <a:lnTo>
                  <a:pt x="608029" y="117227"/>
                </a:lnTo>
                <a:lnTo>
                  <a:pt x="608342" y="117538"/>
                </a:lnTo>
                <a:lnTo>
                  <a:pt x="608679" y="117811"/>
                </a:lnTo>
                <a:lnTo>
                  <a:pt x="609037" y="118048"/>
                </a:lnTo>
                <a:lnTo>
                  <a:pt x="609414" y="118250"/>
                </a:lnTo>
                <a:lnTo>
                  <a:pt x="609808" y="118422"/>
                </a:lnTo>
                <a:lnTo>
                  <a:pt x="610214" y="118565"/>
                </a:lnTo>
                <a:lnTo>
                  <a:pt x="610631" y="118682"/>
                </a:lnTo>
                <a:lnTo>
                  <a:pt x="611056" y="118776"/>
                </a:lnTo>
                <a:lnTo>
                  <a:pt x="611487" y="118849"/>
                </a:lnTo>
                <a:lnTo>
                  <a:pt x="611920" y="118904"/>
                </a:lnTo>
                <a:lnTo>
                  <a:pt x="612354" y="118943"/>
                </a:lnTo>
                <a:lnTo>
                  <a:pt x="612784" y="118970"/>
                </a:lnTo>
                <a:lnTo>
                  <a:pt x="613209" y="118986"/>
                </a:lnTo>
                <a:lnTo>
                  <a:pt x="613626" y="118994"/>
                </a:lnTo>
                <a:lnTo>
                  <a:pt x="614033" y="118997"/>
                </a:lnTo>
                <a:lnTo>
                  <a:pt x="614426" y="118997"/>
                </a:lnTo>
                <a:lnTo>
                  <a:pt x="664745" y="118997"/>
                </a:lnTo>
                <a:lnTo>
                  <a:pt x="665117" y="118997"/>
                </a:lnTo>
                <a:lnTo>
                  <a:pt x="665508" y="118994"/>
                </a:lnTo>
                <a:lnTo>
                  <a:pt x="665915" y="118986"/>
                </a:lnTo>
                <a:lnTo>
                  <a:pt x="666334" y="118970"/>
                </a:lnTo>
                <a:lnTo>
                  <a:pt x="666764" y="118945"/>
                </a:lnTo>
                <a:lnTo>
                  <a:pt x="667200" y="118907"/>
                </a:lnTo>
                <a:lnTo>
                  <a:pt x="667639" y="118854"/>
                </a:lnTo>
                <a:lnTo>
                  <a:pt x="668079" y="118783"/>
                </a:lnTo>
                <a:lnTo>
                  <a:pt x="668517" y="118692"/>
                </a:lnTo>
                <a:lnTo>
                  <a:pt x="668948" y="118579"/>
                </a:lnTo>
                <a:lnTo>
                  <a:pt x="669371" y="118440"/>
                </a:lnTo>
                <a:lnTo>
                  <a:pt x="669781" y="118274"/>
                </a:lnTo>
                <a:lnTo>
                  <a:pt x="670177" y="118078"/>
                </a:lnTo>
                <a:lnTo>
                  <a:pt x="670554" y="117849"/>
                </a:lnTo>
                <a:lnTo>
                  <a:pt x="670911" y="117585"/>
                </a:lnTo>
                <a:lnTo>
                  <a:pt x="671243" y="117283"/>
                </a:lnTo>
                <a:lnTo>
                  <a:pt x="671547" y="116942"/>
                </a:lnTo>
                <a:lnTo>
                  <a:pt x="671821" y="116557"/>
                </a:lnTo>
                <a:lnTo>
                  <a:pt x="672061" y="116127"/>
                </a:lnTo>
                <a:lnTo>
                  <a:pt x="672265" y="115650"/>
                </a:lnTo>
                <a:lnTo>
                  <a:pt x="672428" y="115122"/>
                </a:lnTo>
                <a:lnTo>
                  <a:pt x="672549" y="114542"/>
                </a:lnTo>
                <a:lnTo>
                  <a:pt x="672624" y="113907"/>
                </a:lnTo>
                <a:lnTo>
                  <a:pt x="672649" y="113213"/>
                </a:lnTo>
                <a:lnTo>
                  <a:pt x="672624" y="112497"/>
                </a:lnTo>
                <a:lnTo>
                  <a:pt x="672549" y="111841"/>
                </a:lnTo>
                <a:lnTo>
                  <a:pt x="672428" y="111241"/>
                </a:lnTo>
                <a:lnTo>
                  <a:pt x="672265" y="110696"/>
                </a:lnTo>
                <a:lnTo>
                  <a:pt x="672061" y="110203"/>
                </a:lnTo>
                <a:lnTo>
                  <a:pt x="671821" y="109759"/>
                </a:lnTo>
                <a:lnTo>
                  <a:pt x="671547" y="109362"/>
                </a:lnTo>
                <a:lnTo>
                  <a:pt x="671243" y="109009"/>
                </a:lnTo>
                <a:lnTo>
                  <a:pt x="670911" y="108697"/>
                </a:lnTo>
                <a:lnTo>
                  <a:pt x="670554" y="108424"/>
                </a:lnTo>
                <a:lnTo>
                  <a:pt x="670177" y="108188"/>
                </a:lnTo>
                <a:lnTo>
                  <a:pt x="669781" y="107985"/>
                </a:lnTo>
                <a:lnTo>
                  <a:pt x="669371" y="107813"/>
                </a:lnTo>
                <a:lnTo>
                  <a:pt x="668948" y="107670"/>
                </a:lnTo>
                <a:lnTo>
                  <a:pt x="668517" y="107553"/>
                </a:lnTo>
                <a:lnTo>
                  <a:pt x="668079" y="107459"/>
                </a:lnTo>
                <a:lnTo>
                  <a:pt x="667639" y="107386"/>
                </a:lnTo>
                <a:lnTo>
                  <a:pt x="667200" y="107331"/>
                </a:lnTo>
                <a:lnTo>
                  <a:pt x="666764" y="107292"/>
                </a:lnTo>
                <a:lnTo>
                  <a:pt x="666334" y="107266"/>
                </a:lnTo>
                <a:lnTo>
                  <a:pt x="665915" y="107250"/>
                </a:lnTo>
                <a:lnTo>
                  <a:pt x="665508" y="107242"/>
                </a:lnTo>
                <a:lnTo>
                  <a:pt x="665117" y="107239"/>
                </a:lnTo>
                <a:lnTo>
                  <a:pt x="664745" y="107238"/>
                </a:lnTo>
                <a:lnTo>
                  <a:pt x="643346" y="107238"/>
                </a:lnTo>
                <a:lnTo>
                  <a:pt x="643346" y="83164"/>
                </a:lnTo>
                <a:lnTo>
                  <a:pt x="643406" y="80906"/>
                </a:lnTo>
                <a:lnTo>
                  <a:pt x="643584" y="78651"/>
                </a:lnTo>
                <a:lnTo>
                  <a:pt x="643880" y="76408"/>
                </a:lnTo>
                <a:lnTo>
                  <a:pt x="644297" y="74185"/>
                </a:lnTo>
                <a:lnTo>
                  <a:pt x="644832" y="71990"/>
                </a:lnTo>
                <a:lnTo>
                  <a:pt x="645488" y="69832"/>
                </a:lnTo>
                <a:lnTo>
                  <a:pt x="646263" y="67718"/>
                </a:lnTo>
                <a:lnTo>
                  <a:pt x="647159" y="65657"/>
                </a:lnTo>
                <a:lnTo>
                  <a:pt x="648175" y="63658"/>
                </a:lnTo>
                <a:lnTo>
                  <a:pt x="649312" y="61727"/>
                </a:lnTo>
                <a:lnTo>
                  <a:pt x="650570" y="59875"/>
                </a:lnTo>
                <a:lnTo>
                  <a:pt x="651949" y="58108"/>
                </a:lnTo>
                <a:lnTo>
                  <a:pt x="653449" y="56435"/>
                </a:lnTo>
                <a:lnTo>
                  <a:pt x="655072" y="54864"/>
                </a:lnTo>
                <a:lnTo>
                  <a:pt x="656816" y="53404"/>
                </a:lnTo>
                <a:lnTo>
                  <a:pt x="658683" y="52063"/>
                </a:lnTo>
                <a:lnTo>
                  <a:pt x="660672" y="50849"/>
                </a:lnTo>
                <a:lnTo>
                  <a:pt x="662784" y="49770"/>
                </a:lnTo>
                <a:lnTo>
                  <a:pt x="665019" y="48834"/>
                </a:lnTo>
                <a:lnTo>
                  <a:pt x="667377" y="48050"/>
                </a:lnTo>
                <a:lnTo>
                  <a:pt x="669859" y="47426"/>
                </a:lnTo>
                <a:lnTo>
                  <a:pt x="672464" y="46970"/>
                </a:lnTo>
                <a:lnTo>
                  <a:pt x="675194" y="46690"/>
                </a:lnTo>
                <a:lnTo>
                  <a:pt x="678047" y="46595"/>
                </a:lnTo>
                <a:lnTo>
                  <a:pt x="678088" y="47169"/>
                </a:lnTo>
                <a:lnTo>
                  <a:pt x="678159" y="47734"/>
                </a:lnTo>
                <a:lnTo>
                  <a:pt x="678262" y="48288"/>
                </a:lnTo>
                <a:lnTo>
                  <a:pt x="678394" y="48830"/>
                </a:lnTo>
                <a:lnTo>
                  <a:pt x="678556" y="49359"/>
                </a:lnTo>
                <a:lnTo>
                  <a:pt x="678747" y="49873"/>
                </a:lnTo>
                <a:lnTo>
                  <a:pt x="678966" y="50371"/>
                </a:lnTo>
                <a:lnTo>
                  <a:pt x="679212" y="50852"/>
                </a:lnTo>
                <a:lnTo>
                  <a:pt x="679485" y="51313"/>
                </a:lnTo>
                <a:lnTo>
                  <a:pt x="679784" y="51755"/>
                </a:lnTo>
                <a:lnTo>
                  <a:pt x="680109" y="52175"/>
                </a:lnTo>
                <a:lnTo>
                  <a:pt x="680458" y="52573"/>
                </a:lnTo>
                <a:lnTo>
                  <a:pt x="680832" y="52946"/>
                </a:lnTo>
                <a:lnTo>
                  <a:pt x="681228" y="53294"/>
                </a:lnTo>
                <a:lnTo>
                  <a:pt x="681648" y="53615"/>
                </a:lnTo>
                <a:lnTo>
                  <a:pt x="682090" y="53908"/>
                </a:lnTo>
                <a:lnTo>
                  <a:pt x="682553" y="54172"/>
                </a:lnTo>
                <a:lnTo>
                  <a:pt x="683036" y="54405"/>
                </a:lnTo>
                <a:lnTo>
                  <a:pt x="683540" y="54605"/>
                </a:lnTo>
                <a:lnTo>
                  <a:pt x="684064" y="54773"/>
                </a:lnTo>
                <a:lnTo>
                  <a:pt x="684606" y="54905"/>
                </a:lnTo>
                <a:lnTo>
                  <a:pt x="685166" y="55001"/>
                </a:lnTo>
                <a:lnTo>
                  <a:pt x="685743" y="55060"/>
                </a:lnTo>
                <a:lnTo>
                  <a:pt x="686337" y="55080"/>
                </a:lnTo>
                <a:lnTo>
                  <a:pt x="686865" y="55064"/>
                </a:lnTo>
                <a:lnTo>
                  <a:pt x="687388" y="55016"/>
                </a:lnTo>
                <a:lnTo>
                  <a:pt x="687903" y="54937"/>
                </a:lnTo>
                <a:lnTo>
                  <a:pt x="688410" y="54827"/>
                </a:lnTo>
                <a:lnTo>
                  <a:pt x="688907" y="54687"/>
                </a:lnTo>
                <a:lnTo>
                  <a:pt x="689392" y="54516"/>
                </a:lnTo>
                <a:lnTo>
                  <a:pt x="689865" y="54316"/>
                </a:lnTo>
                <a:lnTo>
                  <a:pt x="690322" y="54087"/>
                </a:lnTo>
                <a:lnTo>
                  <a:pt x="690764" y="53829"/>
                </a:lnTo>
                <a:lnTo>
                  <a:pt x="691188" y="53542"/>
                </a:lnTo>
                <a:lnTo>
                  <a:pt x="691593" y="53228"/>
                </a:lnTo>
                <a:lnTo>
                  <a:pt x="691977" y="52886"/>
                </a:lnTo>
                <a:lnTo>
                  <a:pt x="692340" y="52517"/>
                </a:lnTo>
                <a:lnTo>
                  <a:pt x="692678" y="52121"/>
                </a:lnTo>
                <a:lnTo>
                  <a:pt x="692992" y="51699"/>
                </a:lnTo>
                <a:lnTo>
                  <a:pt x="693279" y="51252"/>
                </a:lnTo>
                <a:lnTo>
                  <a:pt x="693538" y="50778"/>
                </a:lnTo>
                <a:lnTo>
                  <a:pt x="693767" y="50280"/>
                </a:lnTo>
                <a:lnTo>
                  <a:pt x="693965" y="49757"/>
                </a:lnTo>
                <a:lnTo>
                  <a:pt x="694131" y="49210"/>
                </a:lnTo>
                <a:lnTo>
                  <a:pt x="694262" y="48640"/>
                </a:lnTo>
                <a:lnTo>
                  <a:pt x="694358" y="48046"/>
                </a:lnTo>
                <a:lnTo>
                  <a:pt x="694416" y="47429"/>
                </a:lnTo>
                <a:lnTo>
                  <a:pt x="694436" y="46789"/>
                </a:lnTo>
                <a:lnTo>
                  <a:pt x="694423" y="46286"/>
                </a:lnTo>
                <a:lnTo>
                  <a:pt x="694381" y="45744"/>
                </a:lnTo>
                <a:lnTo>
                  <a:pt x="694305" y="45168"/>
                </a:lnTo>
                <a:lnTo>
                  <a:pt x="694190" y="44564"/>
                </a:lnTo>
                <a:lnTo>
                  <a:pt x="694032" y="43938"/>
                </a:lnTo>
                <a:close/>
                <a:moveTo>
                  <a:pt x="997678" y="43938"/>
                </a:moveTo>
                <a:lnTo>
                  <a:pt x="997470" y="43294"/>
                </a:lnTo>
                <a:lnTo>
                  <a:pt x="997209" y="42638"/>
                </a:lnTo>
                <a:lnTo>
                  <a:pt x="996889" y="41975"/>
                </a:lnTo>
                <a:lnTo>
                  <a:pt x="996506" y="41311"/>
                </a:lnTo>
                <a:lnTo>
                  <a:pt x="996054" y="40651"/>
                </a:lnTo>
                <a:lnTo>
                  <a:pt x="995528" y="40001"/>
                </a:lnTo>
                <a:lnTo>
                  <a:pt x="994925" y="39365"/>
                </a:lnTo>
                <a:lnTo>
                  <a:pt x="994237" y="38749"/>
                </a:lnTo>
                <a:lnTo>
                  <a:pt x="993462" y="38159"/>
                </a:lnTo>
                <a:lnTo>
                  <a:pt x="992593" y="37599"/>
                </a:lnTo>
                <a:lnTo>
                  <a:pt x="991626" y="37076"/>
                </a:lnTo>
                <a:lnTo>
                  <a:pt x="990557" y="36594"/>
                </a:lnTo>
                <a:lnTo>
                  <a:pt x="989379" y="36159"/>
                </a:lnTo>
                <a:lnTo>
                  <a:pt x="988088" y="35776"/>
                </a:lnTo>
                <a:lnTo>
                  <a:pt x="986679" y="35451"/>
                </a:lnTo>
                <a:lnTo>
                  <a:pt x="985148" y="35189"/>
                </a:lnTo>
                <a:lnTo>
                  <a:pt x="983488" y="34995"/>
                </a:lnTo>
                <a:lnTo>
                  <a:pt x="981696" y="34874"/>
                </a:lnTo>
                <a:lnTo>
                  <a:pt x="979767" y="34833"/>
                </a:lnTo>
                <a:lnTo>
                  <a:pt x="978525" y="34852"/>
                </a:lnTo>
                <a:lnTo>
                  <a:pt x="977258" y="34908"/>
                </a:lnTo>
                <a:lnTo>
                  <a:pt x="975970" y="35006"/>
                </a:lnTo>
                <a:lnTo>
                  <a:pt x="974661" y="35146"/>
                </a:lnTo>
                <a:lnTo>
                  <a:pt x="973333" y="35332"/>
                </a:lnTo>
                <a:lnTo>
                  <a:pt x="971988" y="35565"/>
                </a:lnTo>
                <a:lnTo>
                  <a:pt x="970628" y="35848"/>
                </a:lnTo>
                <a:lnTo>
                  <a:pt x="969255" y="36183"/>
                </a:lnTo>
                <a:lnTo>
                  <a:pt x="967871" y="36572"/>
                </a:lnTo>
                <a:lnTo>
                  <a:pt x="966477" y="37018"/>
                </a:lnTo>
                <a:lnTo>
                  <a:pt x="965075" y="37522"/>
                </a:lnTo>
                <a:lnTo>
                  <a:pt x="963668" y="38087"/>
                </a:lnTo>
                <a:lnTo>
                  <a:pt x="962256" y="38716"/>
                </a:lnTo>
                <a:lnTo>
                  <a:pt x="960843" y="39410"/>
                </a:lnTo>
                <a:lnTo>
                  <a:pt x="959429" y="40172"/>
                </a:lnTo>
                <a:lnTo>
                  <a:pt x="958016" y="41004"/>
                </a:lnTo>
                <a:lnTo>
                  <a:pt x="956607" y="41908"/>
                </a:lnTo>
                <a:lnTo>
                  <a:pt x="955203" y="42887"/>
                </a:lnTo>
                <a:lnTo>
                  <a:pt x="953806" y="43942"/>
                </a:lnTo>
                <a:lnTo>
                  <a:pt x="952419" y="45077"/>
                </a:lnTo>
                <a:lnTo>
                  <a:pt x="951041" y="46293"/>
                </a:lnTo>
                <a:lnTo>
                  <a:pt x="949677" y="47593"/>
                </a:lnTo>
                <a:lnTo>
                  <a:pt x="948326" y="48978"/>
                </a:lnTo>
                <a:lnTo>
                  <a:pt x="946992" y="50452"/>
                </a:lnTo>
                <a:lnTo>
                  <a:pt x="946992" y="43897"/>
                </a:lnTo>
                <a:lnTo>
                  <a:pt x="946986" y="43168"/>
                </a:lnTo>
                <a:lnTo>
                  <a:pt x="946966" y="42480"/>
                </a:lnTo>
                <a:lnTo>
                  <a:pt x="946930" y="41832"/>
                </a:lnTo>
                <a:lnTo>
                  <a:pt x="946876" y="41225"/>
                </a:lnTo>
                <a:lnTo>
                  <a:pt x="946803" y="40656"/>
                </a:lnTo>
                <a:lnTo>
                  <a:pt x="946709" y="40124"/>
                </a:lnTo>
                <a:lnTo>
                  <a:pt x="946592" y="39630"/>
                </a:lnTo>
                <a:lnTo>
                  <a:pt x="946449" y="39171"/>
                </a:lnTo>
                <a:lnTo>
                  <a:pt x="946280" y="38748"/>
                </a:lnTo>
                <a:lnTo>
                  <a:pt x="946082" y="38359"/>
                </a:lnTo>
                <a:lnTo>
                  <a:pt x="945854" y="38002"/>
                </a:lnTo>
                <a:lnTo>
                  <a:pt x="945594" y="37678"/>
                </a:lnTo>
                <a:lnTo>
                  <a:pt x="945299" y="37386"/>
                </a:lnTo>
                <a:lnTo>
                  <a:pt x="944968" y="37123"/>
                </a:lnTo>
                <a:lnTo>
                  <a:pt x="944600" y="36890"/>
                </a:lnTo>
                <a:lnTo>
                  <a:pt x="944192" y="36686"/>
                </a:lnTo>
                <a:lnTo>
                  <a:pt x="943742" y="36509"/>
                </a:lnTo>
                <a:lnTo>
                  <a:pt x="943249" y="36358"/>
                </a:lnTo>
                <a:lnTo>
                  <a:pt x="942711" y="36233"/>
                </a:lnTo>
                <a:lnTo>
                  <a:pt x="942126" y="36134"/>
                </a:lnTo>
                <a:lnTo>
                  <a:pt x="941492" y="36057"/>
                </a:lnTo>
                <a:lnTo>
                  <a:pt x="940808" y="36004"/>
                </a:lnTo>
                <a:lnTo>
                  <a:pt x="940071" y="35973"/>
                </a:lnTo>
                <a:lnTo>
                  <a:pt x="939279" y="35963"/>
                </a:lnTo>
                <a:lnTo>
                  <a:pt x="918072" y="35963"/>
                </a:lnTo>
                <a:lnTo>
                  <a:pt x="917701" y="35963"/>
                </a:lnTo>
                <a:lnTo>
                  <a:pt x="917313" y="35966"/>
                </a:lnTo>
                <a:lnTo>
                  <a:pt x="916910" y="35974"/>
                </a:lnTo>
                <a:lnTo>
                  <a:pt x="916497" y="35990"/>
                </a:lnTo>
                <a:lnTo>
                  <a:pt x="916075" y="36015"/>
                </a:lnTo>
                <a:lnTo>
                  <a:pt x="915647" y="36053"/>
                </a:lnTo>
                <a:lnTo>
                  <a:pt x="915217" y="36106"/>
                </a:lnTo>
                <a:lnTo>
                  <a:pt x="914788" y="36177"/>
                </a:lnTo>
                <a:lnTo>
                  <a:pt x="914362" y="36268"/>
                </a:lnTo>
                <a:lnTo>
                  <a:pt x="913942" y="36381"/>
                </a:lnTo>
                <a:lnTo>
                  <a:pt x="913531" y="36520"/>
                </a:lnTo>
                <a:lnTo>
                  <a:pt x="913132" y="36686"/>
                </a:lnTo>
                <a:lnTo>
                  <a:pt x="912749" y="36882"/>
                </a:lnTo>
                <a:lnTo>
                  <a:pt x="912383" y="37111"/>
                </a:lnTo>
                <a:lnTo>
                  <a:pt x="912039" y="37376"/>
                </a:lnTo>
                <a:lnTo>
                  <a:pt x="911718" y="37677"/>
                </a:lnTo>
                <a:lnTo>
                  <a:pt x="911424" y="38019"/>
                </a:lnTo>
                <a:lnTo>
                  <a:pt x="911160" y="38404"/>
                </a:lnTo>
                <a:lnTo>
                  <a:pt x="910928" y="38834"/>
                </a:lnTo>
                <a:lnTo>
                  <a:pt x="910732" y="39312"/>
                </a:lnTo>
                <a:lnTo>
                  <a:pt x="910574" y="39840"/>
                </a:lnTo>
                <a:lnTo>
                  <a:pt x="910458" y="40420"/>
                </a:lnTo>
                <a:lnTo>
                  <a:pt x="910386" y="41056"/>
                </a:lnTo>
                <a:lnTo>
                  <a:pt x="910362" y="41750"/>
                </a:lnTo>
                <a:lnTo>
                  <a:pt x="910385" y="42466"/>
                </a:lnTo>
                <a:lnTo>
                  <a:pt x="910454" y="43122"/>
                </a:lnTo>
                <a:lnTo>
                  <a:pt x="910566" y="43722"/>
                </a:lnTo>
                <a:lnTo>
                  <a:pt x="910719" y="44267"/>
                </a:lnTo>
                <a:lnTo>
                  <a:pt x="910908" y="44760"/>
                </a:lnTo>
                <a:lnTo>
                  <a:pt x="911133" y="45204"/>
                </a:lnTo>
                <a:lnTo>
                  <a:pt x="911389" y="45601"/>
                </a:lnTo>
                <a:lnTo>
                  <a:pt x="911675" y="45954"/>
                </a:lnTo>
                <a:lnTo>
                  <a:pt x="911988" y="46266"/>
                </a:lnTo>
                <a:lnTo>
                  <a:pt x="912325" y="46539"/>
                </a:lnTo>
                <a:lnTo>
                  <a:pt x="912684" y="46775"/>
                </a:lnTo>
                <a:lnTo>
                  <a:pt x="913061" y="46978"/>
                </a:lnTo>
                <a:lnTo>
                  <a:pt x="913454" y="47150"/>
                </a:lnTo>
                <a:lnTo>
                  <a:pt x="913860" y="47293"/>
                </a:lnTo>
                <a:lnTo>
                  <a:pt x="914277" y="47410"/>
                </a:lnTo>
                <a:lnTo>
                  <a:pt x="914703" y="47504"/>
                </a:lnTo>
                <a:lnTo>
                  <a:pt x="915133" y="47577"/>
                </a:lnTo>
                <a:lnTo>
                  <a:pt x="915567" y="47631"/>
                </a:lnTo>
                <a:lnTo>
                  <a:pt x="916000" y="47671"/>
                </a:lnTo>
                <a:lnTo>
                  <a:pt x="916430" y="47697"/>
                </a:lnTo>
                <a:lnTo>
                  <a:pt x="916855" y="47713"/>
                </a:lnTo>
                <a:lnTo>
                  <a:pt x="917273" y="47721"/>
                </a:lnTo>
                <a:lnTo>
                  <a:pt x="917679" y="47724"/>
                </a:lnTo>
                <a:lnTo>
                  <a:pt x="918072" y="47725"/>
                </a:lnTo>
                <a:lnTo>
                  <a:pt x="933690" y="47725"/>
                </a:lnTo>
                <a:lnTo>
                  <a:pt x="933690" y="107238"/>
                </a:lnTo>
                <a:lnTo>
                  <a:pt x="918072" y="107238"/>
                </a:lnTo>
                <a:lnTo>
                  <a:pt x="917701" y="107239"/>
                </a:lnTo>
                <a:lnTo>
                  <a:pt x="917313" y="107241"/>
                </a:lnTo>
                <a:lnTo>
                  <a:pt x="916910" y="107249"/>
                </a:lnTo>
                <a:lnTo>
                  <a:pt x="916497" y="107265"/>
                </a:lnTo>
                <a:lnTo>
                  <a:pt x="916075" y="107290"/>
                </a:lnTo>
                <a:lnTo>
                  <a:pt x="915647" y="107329"/>
                </a:lnTo>
                <a:lnTo>
                  <a:pt x="915217" y="107382"/>
                </a:lnTo>
                <a:lnTo>
                  <a:pt x="914788" y="107452"/>
                </a:lnTo>
                <a:lnTo>
                  <a:pt x="914362" y="107543"/>
                </a:lnTo>
                <a:lnTo>
                  <a:pt x="913942" y="107657"/>
                </a:lnTo>
                <a:lnTo>
                  <a:pt x="913531" y="107795"/>
                </a:lnTo>
                <a:lnTo>
                  <a:pt x="913132" y="107961"/>
                </a:lnTo>
                <a:lnTo>
                  <a:pt x="912749" y="108157"/>
                </a:lnTo>
                <a:lnTo>
                  <a:pt x="912383" y="108386"/>
                </a:lnTo>
                <a:lnTo>
                  <a:pt x="912039" y="108650"/>
                </a:lnTo>
                <a:lnTo>
                  <a:pt x="911718" y="108952"/>
                </a:lnTo>
                <a:lnTo>
                  <a:pt x="911424" y="109294"/>
                </a:lnTo>
                <a:lnTo>
                  <a:pt x="911160" y="109678"/>
                </a:lnTo>
                <a:lnTo>
                  <a:pt x="910928" y="110108"/>
                </a:lnTo>
                <a:lnTo>
                  <a:pt x="910732" y="110585"/>
                </a:lnTo>
                <a:lnTo>
                  <a:pt x="910574" y="111113"/>
                </a:lnTo>
                <a:lnTo>
                  <a:pt x="910458" y="111693"/>
                </a:lnTo>
                <a:lnTo>
                  <a:pt x="910386" y="112329"/>
                </a:lnTo>
                <a:lnTo>
                  <a:pt x="910362" y="113022"/>
                </a:lnTo>
                <a:lnTo>
                  <a:pt x="910385" y="113738"/>
                </a:lnTo>
                <a:lnTo>
                  <a:pt x="910454" y="114395"/>
                </a:lnTo>
                <a:lnTo>
                  <a:pt x="910566" y="114994"/>
                </a:lnTo>
                <a:lnTo>
                  <a:pt x="910719" y="115539"/>
                </a:lnTo>
                <a:lnTo>
                  <a:pt x="910908" y="116033"/>
                </a:lnTo>
                <a:lnTo>
                  <a:pt x="911133" y="116476"/>
                </a:lnTo>
                <a:lnTo>
                  <a:pt x="911389" y="116874"/>
                </a:lnTo>
                <a:lnTo>
                  <a:pt x="911675" y="117227"/>
                </a:lnTo>
                <a:lnTo>
                  <a:pt x="911988" y="117538"/>
                </a:lnTo>
                <a:lnTo>
                  <a:pt x="912325" y="117811"/>
                </a:lnTo>
                <a:lnTo>
                  <a:pt x="912684" y="118048"/>
                </a:lnTo>
                <a:lnTo>
                  <a:pt x="913061" y="118250"/>
                </a:lnTo>
                <a:lnTo>
                  <a:pt x="913454" y="118422"/>
                </a:lnTo>
                <a:lnTo>
                  <a:pt x="913860" y="118565"/>
                </a:lnTo>
                <a:lnTo>
                  <a:pt x="914277" y="118682"/>
                </a:lnTo>
                <a:lnTo>
                  <a:pt x="914703" y="118776"/>
                </a:lnTo>
                <a:lnTo>
                  <a:pt x="915133" y="118849"/>
                </a:lnTo>
                <a:lnTo>
                  <a:pt x="915567" y="118904"/>
                </a:lnTo>
                <a:lnTo>
                  <a:pt x="916000" y="118943"/>
                </a:lnTo>
                <a:lnTo>
                  <a:pt x="916430" y="118970"/>
                </a:lnTo>
                <a:lnTo>
                  <a:pt x="916855" y="118986"/>
                </a:lnTo>
                <a:lnTo>
                  <a:pt x="917273" y="118994"/>
                </a:lnTo>
                <a:lnTo>
                  <a:pt x="917679" y="118997"/>
                </a:lnTo>
                <a:lnTo>
                  <a:pt x="918072" y="118997"/>
                </a:lnTo>
                <a:lnTo>
                  <a:pt x="968391" y="118997"/>
                </a:lnTo>
                <a:lnTo>
                  <a:pt x="968763" y="118997"/>
                </a:lnTo>
                <a:lnTo>
                  <a:pt x="969154" y="118994"/>
                </a:lnTo>
                <a:lnTo>
                  <a:pt x="969561" y="118986"/>
                </a:lnTo>
                <a:lnTo>
                  <a:pt x="969981" y="118970"/>
                </a:lnTo>
                <a:lnTo>
                  <a:pt x="970410" y="118945"/>
                </a:lnTo>
                <a:lnTo>
                  <a:pt x="970846" y="118907"/>
                </a:lnTo>
                <a:lnTo>
                  <a:pt x="971286" y="118854"/>
                </a:lnTo>
                <a:lnTo>
                  <a:pt x="971725" y="118783"/>
                </a:lnTo>
                <a:lnTo>
                  <a:pt x="972163" y="118692"/>
                </a:lnTo>
                <a:lnTo>
                  <a:pt x="972594" y="118579"/>
                </a:lnTo>
                <a:lnTo>
                  <a:pt x="973017" y="118440"/>
                </a:lnTo>
                <a:lnTo>
                  <a:pt x="973428" y="118274"/>
                </a:lnTo>
                <a:lnTo>
                  <a:pt x="973823" y="118078"/>
                </a:lnTo>
                <a:lnTo>
                  <a:pt x="974201" y="117849"/>
                </a:lnTo>
                <a:lnTo>
                  <a:pt x="974557" y="117585"/>
                </a:lnTo>
                <a:lnTo>
                  <a:pt x="974889" y="117283"/>
                </a:lnTo>
                <a:lnTo>
                  <a:pt x="975193" y="116942"/>
                </a:lnTo>
                <a:lnTo>
                  <a:pt x="975467" y="116557"/>
                </a:lnTo>
                <a:lnTo>
                  <a:pt x="975707" y="116127"/>
                </a:lnTo>
                <a:lnTo>
                  <a:pt x="975911" y="115650"/>
                </a:lnTo>
                <a:lnTo>
                  <a:pt x="976074" y="115122"/>
                </a:lnTo>
                <a:lnTo>
                  <a:pt x="976195" y="114542"/>
                </a:lnTo>
                <a:lnTo>
                  <a:pt x="976270" y="113907"/>
                </a:lnTo>
                <a:lnTo>
                  <a:pt x="976295" y="113213"/>
                </a:lnTo>
                <a:lnTo>
                  <a:pt x="976270" y="112497"/>
                </a:lnTo>
                <a:lnTo>
                  <a:pt x="976195" y="111841"/>
                </a:lnTo>
                <a:lnTo>
                  <a:pt x="976074" y="111241"/>
                </a:lnTo>
                <a:lnTo>
                  <a:pt x="975911" y="110696"/>
                </a:lnTo>
                <a:lnTo>
                  <a:pt x="975707" y="110203"/>
                </a:lnTo>
                <a:lnTo>
                  <a:pt x="975467" y="109759"/>
                </a:lnTo>
                <a:lnTo>
                  <a:pt x="975193" y="109362"/>
                </a:lnTo>
                <a:lnTo>
                  <a:pt x="974889" y="109009"/>
                </a:lnTo>
                <a:lnTo>
                  <a:pt x="974557" y="108697"/>
                </a:lnTo>
                <a:lnTo>
                  <a:pt x="974201" y="108424"/>
                </a:lnTo>
                <a:lnTo>
                  <a:pt x="973823" y="108188"/>
                </a:lnTo>
                <a:lnTo>
                  <a:pt x="973428" y="107985"/>
                </a:lnTo>
                <a:lnTo>
                  <a:pt x="973017" y="107813"/>
                </a:lnTo>
                <a:lnTo>
                  <a:pt x="972594" y="107670"/>
                </a:lnTo>
                <a:lnTo>
                  <a:pt x="972163" y="107553"/>
                </a:lnTo>
                <a:lnTo>
                  <a:pt x="971725" y="107459"/>
                </a:lnTo>
                <a:lnTo>
                  <a:pt x="971286" y="107386"/>
                </a:lnTo>
                <a:lnTo>
                  <a:pt x="970846" y="107331"/>
                </a:lnTo>
                <a:lnTo>
                  <a:pt x="970410" y="107292"/>
                </a:lnTo>
                <a:lnTo>
                  <a:pt x="969981" y="107266"/>
                </a:lnTo>
                <a:lnTo>
                  <a:pt x="969561" y="107250"/>
                </a:lnTo>
                <a:lnTo>
                  <a:pt x="969154" y="107242"/>
                </a:lnTo>
                <a:lnTo>
                  <a:pt x="968763" y="107239"/>
                </a:lnTo>
                <a:lnTo>
                  <a:pt x="968391" y="107238"/>
                </a:lnTo>
                <a:lnTo>
                  <a:pt x="946992" y="107238"/>
                </a:lnTo>
                <a:lnTo>
                  <a:pt x="946992" y="83164"/>
                </a:lnTo>
                <a:lnTo>
                  <a:pt x="947052" y="80906"/>
                </a:lnTo>
                <a:lnTo>
                  <a:pt x="947230" y="78651"/>
                </a:lnTo>
                <a:lnTo>
                  <a:pt x="947527" y="76408"/>
                </a:lnTo>
                <a:lnTo>
                  <a:pt x="947943" y="74185"/>
                </a:lnTo>
                <a:lnTo>
                  <a:pt x="948479" y="71990"/>
                </a:lnTo>
                <a:lnTo>
                  <a:pt x="949134" y="69832"/>
                </a:lnTo>
                <a:lnTo>
                  <a:pt x="949909" y="67718"/>
                </a:lnTo>
                <a:lnTo>
                  <a:pt x="950805" y="65657"/>
                </a:lnTo>
                <a:lnTo>
                  <a:pt x="951821" y="63658"/>
                </a:lnTo>
                <a:lnTo>
                  <a:pt x="952958" y="61727"/>
                </a:lnTo>
                <a:lnTo>
                  <a:pt x="954216" y="59875"/>
                </a:lnTo>
                <a:lnTo>
                  <a:pt x="955595" y="58108"/>
                </a:lnTo>
                <a:lnTo>
                  <a:pt x="957096" y="56435"/>
                </a:lnTo>
                <a:lnTo>
                  <a:pt x="958718" y="54864"/>
                </a:lnTo>
                <a:lnTo>
                  <a:pt x="960462" y="53404"/>
                </a:lnTo>
                <a:lnTo>
                  <a:pt x="962329" y="52063"/>
                </a:lnTo>
                <a:lnTo>
                  <a:pt x="964318" y="50849"/>
                </a:lnTo>
                <a:lnTo>
                  <a:pt x="966430" y="49770"/>
                </a:lnTo>
                <a:lnTo>
                  <a:pt x="968665" y="48834"/>
                </a:lnTo>
                <a:lnTo>
                  <a:pt x="971023" y="48050"/>
                </a:lnTo>
                <a:lnTo>
                  <a:pt x="973505" y="47426"/>
                </a:lnTo>
                <a:lnTo>
                  <a:pt x="976110" y="46970"/>
                </a:lnTo>
                <a:lnTo>
                  <a:pt x="978840" y="46690"/>
                </a:lnTo>
                <a:lnTo>
                  <a:pt x="981694" y="46595"/>
                </a:lnTo>
                <a:lnTo>
                  <a:pt x="981734" y="47169"/>
                </a:lnTo>
                <a:lnTo>
                  <a:pt x="981805" y="47734"/>
                </a:lnTo>
                <a:lnTo>
                  <a:pt x="981908" y="48288"/>
                </a:lnTo>
                <a:lnTo>
                  <a:pt x="982040" y="48830"/>
                </a:lnTo>
                <a:lnTo>
                  <a:pt x="982202" y="49359"/>
                </a:lnTo>
                <a:lnTo>
                  <a:pt x="982393" y="49873"/>
                </a:lnTo>
                <a:lnTo>
                  <a:pt x="982612" y="50371"/>
                </a:lnTo>
                <a:lnTo>
                  <a:pt x="982858" y="50852"/>
                </a:lnTo>
                <a:lnTo>
                  <a:pt x="983131" y="51313"/>
                </a:lnTo>
                <a:lnTo>
                  <a:pt x="983431" y="51755"/>
                </a:lnTo>
                <a:lnTo>
                  <a:pt x="983755" y="52175"/>
                </a:lnTo>
                <a:lnTo>
                  <a:pt x="984104" y="52573"/>
                </a:lnTo>
                <a:lnTo>
                  <a:pt x="984478" y="52946"/>
                </a:lnTo>
                <a:lnTo>
                  <a:pt x="984875" y="53294"/>
                </a:lnTo>
                <a:lnTo>
                  <a:pt x="985294" y="53615"/>
                </a:lnTo>
                <a:lnTo>
                  <a:pt x="985736" y="53908"/>
                </a:lnTo>
                <a:lnTo>
                  <a:pt x="986199" y="54172"/>
                </a:lnTo>
                <a:lnTo>
                  <a:pt x="986683" y="54405"/>
                </a:lnTo>
                <a:lnTo>
                  <a:pt x="987187" y="54605"/>
                </a:lnTo>
                <a:lnTo>
                  <a:pt x="987710" y="54773"/>
                </a:lnTo>
                <a:lnTo>
                  <a:pt x="988252" y="54905"/>
                </a:lnTo>
                <a:lnTo>
                  <a:pt x="988812" y="55001"/>
                </a:lnTo>
                <a:lnTo>
                  <a:pt x="989389" y="55060"/>
                </a:lnTo>
                <a:lnTo>
                  <a:pt x="989984" y="55080"/>
                </a:lnTo>
                <a:lnTo>
                  <a:pt x="990512" y="55064"/>
                </a:lnTo>
                <a:lnTo>
                  <a:pt x="991034" y="55016"/>
                </a:lnTo>
                <a:lnTo>
                  <a:pt x="991549" y="54937"/>
                </a:lnTo>
                <a:lnTo>
                  <a:pt x="992056" y="54827"/>
                </a:lnTo>
                <a:lnTo>
                  <a:pt x="992553" y="54687"/>
                </a:lnTo>
                <a:lnTo>
                  <a:pt x="993039" y="54516"/>
                </a:lnTo>
                <a:lnTo>
                  <a:pt x="993511" y="54316"/>
                </a:lnTo>
                <a:lnTo>
                  <a:pt x="993969" y="54087"/>
                </a:lnTo>
                <a:lnTo>
                  <a:pt x="994410" y="53829"/>
                </a:lnTo>
                <a:lnTo>
                  <a:pt x="994834" y="53542"/>
                </a:lnTo>
                <a:lnTo>
                  <a:pt x="995239" y="53228"/>
                </a:lnTo>
                <a:lnTo>
                  <a:pt x="995624" y="52886"/>
                </a:lnTo>
                <a:lnTo>
                  <a:pt x="995986" y="52517"/>
                </a:lnTo>
                <a:lnTo>
                  <a:pt x="996325" y="52121"/>
                </a:lnTo>
                <a:lnTo>
                  <a:pt x="996638" y="51699"/>
                </a:lnTo>
                <a:lnTo>
                  <a:pt x="996925" y="51252"/>
                </a:lnTo>
                <a:lnTo>
                  <a:pt x="997184" y="50778"/>
                </a:lnTo>
                <a:lnTo>
                  <a:pt x="997413" y="50280"/>
                </a:lnTo>
                <a:lnTo>
                  <a:pt x="997611" y="49757"/>
                </a:lnTo>
                <a:lnTo>
                  <a:pt x="997777" y="49210"/>
                </a:lnTo>
                <a:lnTo>
                  <a:pt x="997908" y="48640"/>
                </a:lnTo>
                <a:lnTo>
                  <a:pt x="998004" y="48046"/>
                </a:lnTo>
                <a:lnTo>
                  <a:pt x="998062" y="47429"/>
                </a:lnTo>
                <a:lnTo>
                  <a:pt x="998082" y="46789"/>
                </a:lnTo>
                <a:lnTo>
                  <a:pt x="998069" y="46286"/>
                </a:lnTo>
                <a:lnTo>
                  <a:pt x="998027" y="45744"/>
                </a:lnTo>
                <a:lnTo>
                  <a:pt x="997951" y="45168"/>
                </a:lnTo>
                <a:lnTo>
                  <a:pt x="997837" y="44564"/>
                </a:lnTo>
                <a:lnTo>
                  <a:pt x="997678" y="43938"/>
                </a:lnTo>
                <a:close/>
                <a:moveTo>
                  <a:pt x="385717" y="95213"/>
                </a:moveTo>
                <a:lnTo>
                  <a:pt x="385463" y="94811"/>
                </a:lnTo>
                <a:lnTo>
                  <a:pt x="385176" y="94451"/>
                </a:lnTo>
                <a:lnTo>
                  <a:pt x="384862" y="94131"/>
                </a:lnTo>
                <a:lnTo>
                  <a:pt x="384525" y="93849"/>
                </a:lnTo>
                <a:lnTo>
                  <a:pt x="384168" y="93602"/>
                </a:lnTo>
                <a:lnTo>
                  <a:pt x="383797" y="93388"/>
                </a:lnTo>
                <a:lnTo>
                  <a:pt x="383415" y="93205"/>
                </a:lnTo>
                <a:lnTo>
                  <a:pt x="383027" y="93049"/>
                </a:lnTo>
                <a:lnTo>
                  <a:pt x="382638" y="92920"/>
                </a:lnTo>
                <a:lnTo>
                  <a:pt x="382251" y="92814"/>
                </a:lnTo>
                <a:lnTo>
                  <a:pt x="381871" y="92729"/>
                </a:lnTo>
                <a:lnTo>
                  <a:pt x="381503" y="92662"/>
                </a:lnTo>
                <a:lnTo>
                  <a:pt x="381150" y="92613"/>
                </a:lnTo>
                <a:lnTo>
                  <a:pt x="380818" y="92577"/>
                </a:lnTo>
                <a:lnTo>
                  <a:pt x="380510" y="92553"/>
                </a:lnTo>
                <a:lnTo>
                  <a:pt x="380230" y="92539"/>
                </a:lnTo>
                <a:lnTo>
                  <a:pt x="379984" y="92531"/>
                </a:lnTo>
                <a:lnTo>
                  <a:pt x="379776" y="92529"/>
                </a:lnTo>
                <a:lnTo>
                  <a:pt x="379609" y="92528"/>
                </a:lnTo>
                <a:lnTo>
                  <a:pt x="379185" y="92531"/>
                </a:lnTo>
                <a:lnTo>
                  <a:pt x="378780" y="92542"/>
                </a:lnTo>
                <a:lnTo>
                  <a:pt x="378394" y="92560"/>
                </a:lnTo>
                <a:lnTo>
                  <a:pt x="378026" y="92588"/>
                </a:lnTo>
                <a:lnTo>
                  <a:pt x="377675" y="92626"/>
                </a:lnTo>
                <a:lnTo>
                  <a:pt x="377340" y="92676"/>
                </a:lnTo>
                <a:lnTo>
                  <a:pt x="377021" y="92738"/>
                </a:lnTo>
                <a:lnTo>
                  <a:pt x="376716" y="92814"/>
                </a:lnTo>
                <a:lnTo>
                  <a:pt x="376426" y="92905"/>
                </a:lnTo>
                <a:lnTo>
                  <a:pt x="376149" y="93012"/>
                </a:lnTo>
                <a:lnTo>
                  <a:pt x="375884" y="93135"/>
                </a:lnTo>
                <a:lnTo>
                  <a:pt x="375632" y="93277"/>
                </a:lnTo>
                <a:lnTo>
                  <a:pt x="375390" y="93438"/>
                </a:lnTo>
                <a:lnTo>
                  <a:pt x="375159" y="93619"/>
                </a:lnTo>
                <a:lnTo>
                  <a:pt x="374937" y="93821"/>
                </a:lnTo>
                <a:lnTo>
                  <a:pt x="374724" y="94045"/>
                </a:lnTo>
                <a:lnTo>
                  <a:pt x="374519" y="94294"/>
                </a:lnTo>
                <a:lnTo>
                  <a:pt x="374321" y="94566"/>
                </a:lnTo>
                <a:lnTo>
                  <a:pt x="374130" y="94865"/>
                </a:lnTo>
                <a:lnTo>
                  <a:pt x="373945" y="95190"/>
                </a:lnTo>
                <a:lnTo>
                  <a:pt x="373764" y="95543"/>
                </a:lnTo>
                <a:lnTo>
                  <a:pt x="373588" y="95924"/>
                </a:lnTo>
                <a:lnTo>
                  <a:pt x="373416" y="96336"/>
                </a:lnTo>
                <a:lnTo>
                  <a:pt x="373246" y="96779"/>
                </a:lnTo>
                <a:lnTo>
                  <a:pt x="372684" y="97967"/>
                </a:lnTo>
                <a:lnTo>
                  <a:pt x="372063" y="99073"/>
                </a:lnTo>
                <a:lnTo>
                  <a:pt x="371388" y="100100"/>
                </a:lnTo>
                <a:lnTo>
                  <a:pt x="370662" y="101051"/>
                </a:lnTo>
                <a:lnTo>
                  <a:pt x="369892" y="101929"/>
                </a:lnTo>
                <a:lnTo>
                  <a:pt x="369082" y="102736"/>
                </a:lnTo>
                <a:lnTo>
                  <a:pt x="368237" y="103476"/>
                </a:lnTo>
                <a:lnTo>
                  <a:pt x="367361" y="104150"/>
                </a:lnTo>
                <a:lnTo>
                  <a:pt x="366460" y="104763"/>
                </a:lnTo>
                <a:lnTo>
                  <a:pt x="365539" y="105315"/>
                </a:lnTo>
                <a:lnTo>
                  <a:pt x="364602" y="105811"/>
                </a:lnTo>
                <a:lnTo>
                  <a:pt x="363654" y="106253"/>
                </a:lnTo>
                <a:lnTo>
                  <a:pt x="362699" y="106644"/>
                </a:lnTo>
                <a:lnTo>
                  <a:pt x="361744" y="106986"/>
                </a:lnTo>
                <a:lnTo>
                  <a:pt x="360793" y="107282"/>
                </a:lnTo>
                <a:lnTo>
                  <a:pt x="359849" y="107536"/>
                </a:lnTo>
                <a:lnTo>
                  <a:pt x="358920" y="107749"/>
                </a:lnTo>
                <a:lnTo>
                  <a:pt x="358008" y="107925"/>
                </a:lnTo>
                <a:lnTo>
                  <a:pt x="357120" y="108067"/>
                </a:lnTo>
                <a:lnTo>
                  <a:pt x="356260" y="108176"/>
                </a:lnTo>
                <a:lnTo>
                  <a:pt x="355432" y="108256"/>
                </a:lnTo>
                <a:lnTo>
                  <a:pt x="354642" y="108310"/>
                </a:lnTo>
                <a:lnTo>
                  <a:pt x="353895" y="108341"/>
                </a:lnTo>
                <a:lnTo>
                  <a:pt x="353194" y="108350"/>
                </a:lnTo>
                <a:lnTo>
                  <a:pt x="351388" y="108300"/>
                </a:lnTo>
                <a:lnTo>
                  <a:pt x="349586" y="108151"/>
                </a:lnTo>
                <a:lnTo>
                  <a:pt x="347795" y="107903"/>
                </a:lnTo>
                <a:lnTo>
                  <a:pt x="346018" y="107559"/>
                </a:lnTo>
                <a:lnTo>
                  <a:pt x="344261" y="107119"/>
                </a:lnTo>
                <a:lnTo>
                  <a:pt x="342528" y="106584"/>
                </a:lnTo>
                <a:lnTo>
                  <a:pt x="340825" y="105956"/>
                </a:lnTo>
                <a:lnTo>
                  <a:pt x="339157" y="105235"/>
                </a:lnTo>
                <a:lnTo>
                  <a:pt x="337528" y="104424"/>
                </a:lnTo>
                <a:lnTo>
                  <a:pt x="335944" y="103522"/>
                </a:lnTo>
                <a:lnTo>
                  <a:pt x="334409" y="102531"/>
                </a:lnTo>
                <a:lnTo>
                  <a:pt x="332928" y="101453"/>
                </a:lnTo>
                <a:lnTo>
                  <a:pt x="331506" y="100288"/>
                </a:lnTo>
                <a:lnTo>
                  <a:pt x="330149" y="99038"/>
                </a:lnTo>
                <a:lnTo>
                  <a:pt x="328861" y="97703"/>
                </a:lnTo>
                <a:lnTo>
                  <a:pt x="327647" y="96285"/>
                </a:lnTo>
                <a:lnTo>
                  <a:pt x="326511" y="94786"/>
                </a:lnTo>
                <a:lnTo>
                  <a:pt x="325460" y="93206"/>
                </a:lnTo>
                <a:lnTo>
                  <a:pt x="324498" y="91546"/>
                </a:lnTo>
                <a:lnTo>
                  <a:pt x="323629" y="89808"/>
                </a:lnTo>
                <a:lnTo>
                  <a:pt x="322859" y="87992"/>
                </a:lnTo>
                <a:lnTo>
                  <a:pt x="322193" y="86100"/>
                </a:lnTo>
                <a:lnTo>
                  <a:pt x="321635" y="84134"/>
                </a:lnTo>
                <a:lnTo>
                  <a:pt x="321191" y="82093"/>
                </a:lnTo>
                <a:lnTo>
                  <a:pt x="378644" y="82093"/>
                </a:lnTo>
                <a:lnTo>
                  <a:pt x="379147" y="82093"/>
                </a:lnTo>
                <a:lnTo>
                  <a:pt x="379646" y="82089"/>
                </a:lnTo>
                <a:lnTo>
                  <a:pt x="380137" y="82079"/>
                </a:lnTo>
                <a:lnTo>
                  <a:pt x="380620" y="82060"/>
                </a:lnTo>
                <a:lnTo>
                  <a:pt x="381094" y="82029"/>
                </a:lnTo>
                <a:lnTo>
                  <a:pt x="381556" y="81982"/>
                </a:lnTo>
                <a:lnTo>
                  <a:pt x="382006" y="81916"/>
                </a:lnTo>
                <a:lnTo>
                  <a:pt x="382442" y="81829"/>
                </a:lnTo>
                <a:lnTo>
                  <a:pt x="382862" y="81717"/>
                </a:lnTo>
                <a:lnTo>
                  <a:pt x="383266" y="81577"/>
                </a:lnTo>
                <a:lnTo>
                  <a:pt x="383651" y="81406"/>
                </a:lnTo>
                <a:lnTo>
                  <a:pt x="384017" y="81202"/>
                </a:lnTo>
                <a:lnTo>
                  <a:pt x="384362" y="80960"/>
                </a:lnTo>
                <a:lnTo>
                  <a:pt x="384684" y="80677"/>
                </a:lnTo>
                <a:lnTo>
                  <a:pt x="384982" y="80352"/>
                </a:lnTo>
                <a:lnTo>
                  <a:pt x="385255" y="79980"/>
                </a:lnTo>
                <a:lnTo>
                  <a:pt x="385501" y="79559"/>
                </a:lnTo>
                <a:lnTo>
                  <a:pt x="385719" y="79084"/>
                </a:lnTo>
                <a:lnTo>
                  <a:pt x="385907" y="78555"/>
                </a:lnTo>
                <a:lnTo>
                  <a:pt x="386064" y="77966"/>
                </a:lnTo>
                <a:lnTo>
                  <a:pt x="386189" y="77316"/>
                </a:lnTo>
                <a:lnTo>
                  <a:pt x="386280" y="76600"/>
                </a:lnTo>
                <a:lnTo>
                  <a:pt x="386335" y="75816"/>
                </a:lnTo>
                <a:lnTo>
                  <a:pt x="386354" y="74962"/>
                </a:lnTo>
                <a:lnTo>
                  <a:pt x="386290" y="72231"/>
                </a:lnTo>
                <a:lnTo>
                  <a:pt x="386097" y="69539"/>
                </a:lnTo>
                <a:lnTo>
                  <a:pt x="385775" y="66893"/>
                </a:lnTo>
                <a:lnTo>
                  <a:pt x="385324" y="64300"/>
                </a:lnTo>
                <a:lnTo>
                  <a:pt x="384744" y="61766"/>
                </a:lnTo>
                <a:lnTo>
                  <a:pt x="384035" y="59299"/>
                </a:lnTo>
                <a:lnTo>
                  <a:pt x="383196" y="56905"/>
                </a:lnTo>
                <a:lnTo>
                  <a:pt x="382227" y="54591"/>
                </a:lnTo>
                <a:lnTo>
                  <a:pt x="381129" y="52365"/>
                </a:lnTo>
                <a:lnTo>
                  <a:pt x="379900" y="50232"/>
                </a:lnTo>
                <a:lnTo>
                  <a:pt x="378541" y="48200"/>
                </a:lnTo>
                <a:lnTo>
                  <a:pt x="377052" y="46276"/>
                </a:lnTo>
                <a:lnTo>
                  <a:pt x="375433" y="44467"/>
                </a:lnTo>
                <a:lnTo>
                  <a:pt x="373682" y="42778"/>
                </a:lnTo>
                <a:lnTo>
                  <a:pt x="371801" y="41218"/>
                </a:lnTo>
                <a:lnTo>
                  <a:pt x="369789" y="39793"/>
                </a:lnTo>
                <a:lnTo>
                  <a:pt x="367645" y="38510"/>
                </a:lnTo>
                <a:lnTo>
                  <a:pt x="365370" y="37376"/>
                </a:lnTo>
                <a:lnTo>
                  <a:pt x="362964" y="36397"/>
                </a:lnTo>
                <a:lnTo>
                  <a:pt x="360426" y="35581"/>
                </a:lnTo>
                <a:lnTo>
                  <a:pt x="357756" y="34935"/>
                </a:lnTo>
                <a:lnTo>
                  <a:pt x="354954" y="34464"/>
                </a:lnTo>
                <a:lnTo>
                  <a:pt x="352019" y="34177"/>
                </a:lnTo>
                <a:lnTo>
                  <a:pt x="348952" y="34080"/>
                </a:lnTo>
                <a:lnTo>
                  <a:pt x="346109" y="34179"/>
                </a:lnTo>
                <a:lnTo>
                  <a:pt x="343317" y="34473"/>
                </a:lnTo>
                <a:lnTo>
                  <a:pt x="340584" y="34955"/>
                </a:lnTo>
                <a:lnTo>
                  <a:pt x="337916" y="35618"/>
                </a:lnTo>
                <a:lnTo>
                  <a:pt x="335318" y="36457"/>
                </a:lnTo>
                <a:lnTo>
                  <a:pt x="332797" y="37464"/>
                </a:lnTo>
                <a:lnTo>
                  <a:pt x="330359" y="38633"/>
                </a:lnTo>
                <a:lnTo>
                  <a:pt x="328009" y="39958"/>
                </a:lnTo>
                <a:lnTo>
                  <a:pt x="325755" y="41432"/>
                </a:lnTo>
                <a:lnTo>
                  <a:pt x="323602" y="43050"/>
                </a:lnTo>
                <a:lnTo>
                  <a:pt x="321556" y="44803"/>
                </a:lnTo>
                <a:lnTo>
                  <a:pt x="319624" y="46687"/>
                </a:lnTo>
                <a:lnTo>
                  <a:pt x="317811" y="48694"/>
                </a:lnTo>
                <a:lnTo>
                  <a:pt x="316124" y="50818"/>
                </a:lnTo>
                <a:lnTo>
                  <a:pt x="314568" y="53053"/>
                </a:lnTo>
                <a:lnTo>
                  <a:pt x="313151" y="55392"/>
                </a:lnTo>
                <a:lnTo>
                  <a:pt x="311877" y="57829"/>
                </a:lnTo>
                <a:lnTo>
                  <a:pt x="310753" y="60357"/>
                </a:lnTo>
                <a:lnTo>
                  <a:pt x="309785" y="62971"/>
                </a:lnTo>
                <a:lnTo>
                  <a:pt x="308980" y="65662"/>
                </a:lnTo>
                <a:lnTo>
                  <a:pt x="308343" y="68425"/>
                </a:lnTo>
                <a:lnTo>
                  <a:pt x="307880" y="71254"/>
                </a:lnTo>
                <a:lnTo>
                  <a:pt x="307598" y="74142"/>
                </a:lnTo>
                <a:lnTo>
                  <a:pt x="307503" y="77083"/>
                </a:lnTo>
                <a:lnTo>
                  <a:pt x="307603" y="80005"/>
                </a:lnTo>
                <a:lnTo>
                  <a:pt x="307900" y="82878"/>
                </a:lnTo>
                <a:lnTo>
                  <a:pt x="308388" y="85696"/>
                </a:lnTo>
                <a:lnTo>
                  <a:pt x="309060" y="88451"/>
                </a:lnTo>
                <a:lnTo>
                  <a:pt x="309911" y="91136"/>
                </a:lnTo>
                <a:lnTo>
                  <a:pt x="310934" y="93746"/>
                </a:lnTo>
                <a:lnTo>
                  <a:pt x="312123" y="96274"/>
                </a:lnTo>
                <a:lnTo>
                  <a:pt x="313472" y="98712"/>
                </a:lnTo>
                <a:lnTo>
                  <a:pt x="314975" y="101054"/>
                </a:lnTo>
                <a:lnTo>
                  <a:pt x="316626" y="103294"/>
                </a:lnTo>
                <a:lnTo>
                  <a:pt x="318419" y="105424"/>
                </a:lnTo>
                <a:lnTo>
                  <a:pt x="320347" y="107439"/>
                </a:lnTo>
                <a:lnTo>
                  <a:pt x="322405" y="109330"/>
                </a:lnTo>
                <a:lnTo>
                  <a:pt x="324587" y="111092"/>
                </a:lnTo>
                <a:lnTo>
                  <a:pt x="326885" y="112719"/>
                </a:lnTo>
                <a:lnTo>
                  <a:pt x="329295" y="114202"/>
                </a:lnTo>
                <a:lnTo>
                  <a:pt x="331810" y="115536"/>
                </a:lnTo>
                <a:lnTo>
                  <a:pt x="334424" y="116714"/>
                </a:lnTo>
                <a:lnTo>
                  <a:pt x="337131" y="117729"/>
                </a:lnTo>
                <a:lnTo>
                  <a:pt x="339924" y="118574"/>
                </a:lnTo>
                <a:lnTo>
                  <a:pt x="342799" y="119244"/>
                </a:lnTo>
                <a:lnTo>
                  <a:pt x="345747" y="119730"/>
                </a:lnTo>
                <a:lnTo>
                  <a:pt x="348765" y="120027"/>
                </a:lnTo>
                <a:lnTo>
                  <a:pt x="351844" y="120127"/>
                </a:lnTo>
                <a:lnTo>
                  <a:pt x="354941" y="120039"/>
                </a:lnTo>
                <a:lnTo>
                  <a:pt x="357869" y="119783"/>
                </a:lnTo>
                <a:lnTo>
                  <a:pt x="360634" y="119372"/>
                </a:lnTo>
                <a:lnTo>
                  <a:pt x="363237" y="118819"/>
                </a:lnTo>
                <a:lnTo>
                  <a:pt x="365682" y="118137"/>
                </a:lnTo>
                <a:lnTo>
                  <a:pt x="367973" y="117339"/>
                </a:lnTo>
                <a:lnTo>
                  <a:pt x="370112" y="116438"/>
                </a:lnTo>
                <a:lnTo>
                  <a:pt x="372102" y="115447"/>
                </a:lnTo>
                <a:lnTo>
                  <a:pt x="373947" y="114379"/>
                </a:lnTo>
                <a:lnTo>
                  <a:pt x="375650" y="113247"/>
                </a:lnTo>
                <a:lnTo>
                  <a:pt x="377214" y="112064"/>
                </a:lnTo>
                <a:lnTo>
                  <a:pt x="378643" y="110843"/>
                </a:lnTo>
                <a:lnTo>
                  <a:pt x="379938" y="109596"/>
                </a:lnTo>
                <a:lnTo>
                  <a:pt x="381105" y="108338"/>
                </a:lnTo>
                <a:lnTo>
                  <a:pt x="382145" y="107080"/>
                </a:lnTo>
                <a:lnTo>
                  <a:pt x="383063" y="105836"/>
                </a:lnTo>
                <a:lnTo>
                  <a:pt x="383860" y="104619"/>
                </a:lnTo>
                <a:lnTo>
                  <a:pt x="384541" y="103441"/>
                </a:lnTo>
                <a:lnTo>
                  <a:pt x="385108" y="102316"/>
                </a:lnTo>
                <a:lnTo>
                  <a:pt x="385565" y="101257"/>
                </a:lnTo>
                <a:lnTo>
                  <a:pt x="385915" y="100276"/>
                </a:lnTo>
                <a:lnTo>
                  <a:pt x="386161" y="99387"/>
                </a:lnTo>
                <a:lnTo>
                  <a:pt x="386306" y="98603"/>
                </a:lnTo>
                <a:lnTo>
                  <a:pt x="386354" y="97937"/>
                </a:lnTo>
                <a:lnTo>
                  <a:pt x="386326" y="97290"/>
                </a:lnTo>
                <a:lnTo>
                  <a:pt x="386243" y="96696"/>
                </a:lnTo>
                <a:lnTo>
                  <a:pt x="386112" y="96153"/>
                </a:lnTo>
                <a:lnTo>
                  <a:pt x="385935" y="95659"/>
                </a:lnTo>
                <a:lnTo>
                  <a:pt x="385717" y="95213"/>
                </a:lnTo>
                <a:close/>
                <a:moveTo>
                  <a:pt x="323427" y="63809"/>
                </a:moveTo>
                <a:lnTo>
                  <a:pt x="324142" y="62243"/>
                </a:lnTo>
                <a:lnTo>
                  <a:pt x="324933" y="60730"/>
                </a:lnTo>
                <a:lnTo>
                  <a:pt x="325798" y="59270"/>
                </a:lnTo>
                <a:lnTo>
                  <a:pt x="326732" y="57869"/>
                </a:lnTo>
                <a:lnTo>
                  <a:pt x="327735" y="56529"/>
                </a:lnTo>
                <a:lnTo>
                  <a:pt x="328802" y="55253"/>
                </a:lnTo>
                <a:lnTo>
                  <a:pt x="329932" y="54043"/>
                </a:lnTo>
                <a:lnTo>
                  <a:pt x="331120" y="52905"/>
                </a:lnTo>
                <a:lnTo>
                  <a:pt x="332365" y="51839"/>
                </a:lnTo>
                <a:lnTo>
                  <a:pt x="333663" y="50850"/>
                </a:lnTo>
                <a:lnTo>
                  <a:pt x="335011" y="49940"/>
                </a:lnTo>
                <a:lnTo>
                  <a:pt x="336408" y="49113"/>
                </a:lnTo>
                <a:lnTo>
                  <a:pt x="337849" y="48372"/>
                </a:lnTo>
                <a:lnTo>
                  <a:pt x="339332" y="47719"/>
                </a:lnTo>
                <a:lnTo>
                  <a:pt x="340854" y="47158"/>
                </a:lnTo>
                <a:lnTo>
                  <a:pt x="342412" y="46693"/>
                </a:lnTo>
                <a:lnTo>
                  <a:pt x="344004" y="46325"/>
                </a:lnTo>
                <a:lnTo>
                  <a:pt x="345627" y="46059"/>
                </a:lnTo>
                <a:lnTo>
                  <a:pt x="347277" y="45897"/>
                </a:lnTo>
                <a:lnTo>
                  <a:pt x="348952" y="45842"/>
                </a:lnTo>
                <a:lnTo>
                  <a:pt x="350215" y="45868"/>
                </a:lnTo>
                <a:lnTo>
                  <a:pt x="351492" y="45948"/>
                </a:lnTo>
                <a:lnTo>
                  <a:pt x="352779" y="46088"/>
                </a:lnTo>
                <a:lnTo>
                  <a:pt x="354070" y="46291"/>
                </a:lnTo>
                <a:lnTo>
                  <a:pt x="355360" y="46562"/>
                </a:lnTo>
                <a:lnTo>
                  <a:pt x="356643" y="46906"/>
                </a:lnTo>
                <a:lnTo>
                  <a:pt x="357915" y="47326"/>
                </a:lnTo>
                <a:lnTo>
                  <a:pt x="359171" y="47828"/>
                </a:lnTo>
                <a:lnTo>
                  <a:pt x="360404" y="48415"/>
                </a:lnTo>
                <a:lnTo>
                  <a:pt x="361610" y="49092"/>
                </a:lnTo>
                <a:lnTo>
                  <a:pt x="362783" y="49865"/>
                </a:lnTo>
                <a:lnTo>
                  <a:pt x="363918" y="50736"/>
                </a:lnTo>
                <a:lnTo>
                  <a:pt x="365010" y="51710"/>
                </a:lnTo>
                <a:lnTo>
                  <a:pt x="366054" y="52792"/>
                </a:lnTo>
                <a:lnTo>
                  <a:pt x="367044" y="53987"/>
                </a:lnTo>
                <a:lnTo>
                  <a:pt x="367975" y="55299"/>
                </a:lnTo>
                <a:lnTo>
                  <a:pt x="368841" y="56731"/>
                </a:lnTo>
                <a:lnTo>
                  <a:pt x="369638" y="58289"/>
                </a:lnTo>
                <a:lnTo>
                  <a:pt x="370361" y="59978"/>
                </a:lnTo>
                <a:lnTo>
                  <a:pt x="371003" y="61800"/>
                </a:lnTo>
                <a:lnTo>
                  <a:pt x="371560" y="63762"/>
                </a:lnTo>
                <a:lnTo>
                  <a:pt x="372026" y="65867"/>
                </a:lnTo>
                <a:lnTo>
                  <a:pt x="372397" y="68120"/>
                </a:lnTo>
                <a:lnTo>
                  <a:pt x="372666" y="70525"/>
                </a:lnTo>
                <a:lnTo>
                  <a:pt x="321385" y="70525"/>
                </a:lnTo>
                <a:lnTo>
                  <a:pt x="321767" y="68784"/>
                </a:lnTo>
                <a:lnTo>
                  <a:pt x="322237" y="67082"/>
                </a:lnTo>
                <a:lnTo>
                  <a:pt x="322791" y="65423"/>
                </a:lnTo>
                <a:lnTo>
                  <a:pt x="323427" y="63809"/>
                </a:lnTo>
                <a:close/>
                <a:moveTo>
                  <a:pt x="790367" y="65721"/>
                </a:moveTo>
                <a:lnTo>
                  <a:pt x="789589" y="63003"/>
                </a:lnTo>
                <a:lnTo>
                  <a:pt x="788656" y="60369"/>
                </a:lnTo>
                <a:lnTo>
                  <a:pt x="787573" y="57823"/>
                </a:lnTo>
                <a:lnTo>
                  <a:pt x="786347" y="55372"/>
                </a:lnTo>
                <a:lnTo>
                  <a:pt x="784983" y="53023"/>
                </a:lnTo>
                <a:lnTo>
                  <a:pt x="783488" y="50781"/>
                </a:lnTo>
                <a:lnTo>
                  <a:pt x="781869" y="48652"/>
                </a:lnTo>
                <a:lnTo>
                  <a:pt x="780131" y="46643"/>
                </a:lnTo>
                <a:lnTo>
                  <a:pt x="778280" y="44760"/>
                </a:lnTo>
                <a:lnTo>
                  <a:pt x="776323" y="43008"/>
                </a:lnTo>
                <a:lnTo>
                  <a:pt x="774266" y="41394"/>
                </a:lnTo>
                <a:lnTo>
                  <a:pt x="772115" y="39924"/>
                </a:lnTo>
                <a:lnTo>
                  <a:pt x="769877" y="38604"/>
                </a:lnTo>
                <a:lnTo>
                  <a:pt x="767557" y="37441"/>
                </a:lnTo>
                <a:lnTo>
                  <a:pt x="765162" y="36439"/>
                </a:lnTo>
                <a:lnTo>
                  <a:pt x="762697" y="35606"/>
                </a:lnTo>
                <a:lnTo>
                  <a:pt x="760170" y="34948"/>
                </a:lnTo>
                <a:lnTo>
                  <a:pt x="757586" y="34470"/>
                </a:lnTo>
                <a:lnTo>
                  <a:pt x="754951" y="34178"/>
                </a:lnTo>
                <a:lnTo>
                  <a:pt x="752272" y="34080"/>
                </a:lnTo>
                <a:lnTo>
                  <a:pt x="749593" y="34178"/>
                </a:lnTo>
                <a:lnTo>
                  <a:pt x="746959" y="34470"/>
                </a:lnTo>
                <a:lnTo>
                  <a:pt x="744374" y="34948"/>
                </a:lnTo>
                <a:lnTo>
                  <a:pt x="741847" y="35606"/>
                </a:lnTo>
                <a:lnTo>
                  <a:pt x="739383" y="36439"/>
                </a:lnTo>
                <a:lnTo>
                  <a:pt x="736987" y="37441"/>
                </a:lnTo>
                <a:lnTo>
                  <a:pt x="734667" y="38604"/>
                </a:lnTo>
                <a:lnTo>
                  <a:pt x="732429" y="39924"/>
                </a:lnTo>
                <a:lnTo>
                  <a:pt x="730278" y="41394"/>
                </a:lnTo>
                <a:lnTo>
                  <a:pt x="728221" y="43008"/>
                </a:lnTo>
                <a:lnTo>
                  <a:pt x="726264" y="44760"/>
                </a:lnTo>
                <a:lnTo>
                  <a:pt x="724414" y="46643"/>
                </a:lnTo>
                <a:lnTo>
                  <a:pt x="722675" y="48652"/>
                </a:lnTo>
                <a:lnTo>
                  <a:pt x="721056" y="50781"/>
                </a:lnTo>
                <a:lnTo>
                  <a:pt x="719561" y="53023"/>
                </a:lnTo>
                <a:lnTo>
                  <a:pt x="718198" y="55372"/>
                </a:lnTo>
                <a:lnTo>
                  <a:pt x="716971" y="57823"/>
                </a:lnTo>
                <a:lnTo>
                  <a:pt x="715888" y="60369"/>
                </a:lnTo>
                <a:lnTo>
                  <a:pt x="714955" y="63003"/>
                </a:lnTo>
                <a:lnTo>
                  <a:pt x="714178" y="65721"/>
                </a:lnTo>
                <a:lnTo>
                  <a:pt x="713562" y="68515"/>
                </a:lnTo>
                <a:lnTo>
                  <a:pt x="713115" y="71380"/>
                </a:lnTo>
                <a:lnTo>
                  <a:pt x="712842" y="74310"/>
                </a:lnTo>
                <a:lnTo>
                  <a:pt x="712749" y="77298"/>
                </a:lnTo>
                <a:lnTo>
                  <a:pt x="712844" y="80328"/>
                </a:lnTo>
                <a:lnTo>
                  <a:pt x="713122" y="83289"/>
                </a:lnTo>
                <a:lnTo>
                  <a:pt x="713578" y="86175"/>
                </a:lnTo>
                <a:lnTo>
                  <a:pt x="714204" y="88980"/>
                </a:lnTo>
                <a:lnTo>
                  <a:pt x="714995" y="91700"/>
                </a:lnTo>
                <a:lnTo>
                  <a:pt x="715943" y="94330"/>
                </a:lnTo>
                <a:lnTo>
                  <a:pt x="717041" y="96863"/>
                </a:lnTo>
                <a:lnTo>
                  <a:pt x="718283" y="99295"/>
                </a:lnTo>
                <a:lnTo>
                  <a:pt x="719663" y="101620"/>
                </a:lnTo>
                <a:lnTo>
                  <a:pt x="721173" y="103833"/>
                </a:lnTo>
                <a:lnTo>
                  <a:pt x="722807" y="105930"/>
                </a:lnTo>
                <a:lnTo>
                  <a:pt x="724558" y="107903"/>
                </a:lnTo>
                <a:lnTo>
                  <a:pt x="726420" y="109750"/>
                </a:lnTo>
                <a:lnTo>
                  <a:pt x="728385" y="111463"/>
                </a:lnTo>
                <a:lnTo>
                  <a:pt x="730447" y="113038"/>
                </a:lnTo>
                <a:lnTo>
                  <a:pt x="732600" y="114470"/>
                </a:lnTo>
                <a:lnTo>
                  <a:pt x="734837" y="115753"/>
                </a:lnTo>
                <a:lnTo>
                  <a:pt x="737150" y="116882"/>
                </a:lnTo>
                <a:lnTo>
                  <a:pt x="739534" y="117851"/>
                </a:lnTo>
                <a:lnTo>
                  <a:pt x="741981" y="118656"/>
                </a:lnTo>
                <a:lnTo>
                  <a:pt x="744485" y="119292"/>
                </a:lnTo>
                <a:lnTo>
                  <a:pt x="747040" y="119752"/>
                </a:lnTo>
                <a:lnTo>
                  <a:pt x="749637" y="120032"/>
                </a:lnTo>
                <a:lnTo>
                  <a:pt x="752272" y="120127"/>
                </a:lnTo>
                <a:lnTo>
                  <a:pt x="754907" y="120031"/>
                </a:lnTo>
                <a:lnTo>
                  <a:pt x="757505" y="119749"/>
                </a:lnTo>
                <a:lnTo>
                  <a:pt x="760059" y="119284"/>
                </a:lnTo>
                <a:lnTo>
                  <a:pt x="762563" y="118643"/>
                </a:lnTo>
                <a:lnTo>
                  <a:pt x="765011" y="117831"/>
                </a:lnTo>
                <a:lnTo>
                  <a:pt x="767394" y="116854"/>
                </a:lnTo>
                <a:lnTo>
                  <a:pt x="769708" y="115717"/>
                </a:lnTo>
                <a:lnTo>
                  <a:pt x="771944" y="114426"/>
                </a:lnTo>
                <a:lnTo>
                  <a:pt x="774097" y="112987"/>
                </a:lnTo>
                <a:lnTo>
                  <a:pt x="776159" y="111404"/>
                </a:lnTo>
                <a:lnTo>
                  <a:pt x="778125" y="109683"/>
                </a:lnTo>
                <a:lnTo>
                  <a:pt x="779986" y="107831"/>
                </a:lnTo>
                <a:lnTo>
                  <a:pt x="781737" y="105851"/>
                </a:lnTo>
                <a:lnTo>
                  <a:pt x="783371" y="103751"/>
                </a:lnTo>
                <a:lnTo>
                  <a:pt x="784881" y="101535"/>
                </a:lnTo>
                <a:lnTo>
                  <a:pt x="786261" y="99208"/>
                </a:lnTo>
                <a:lnTo>
                  <a:pt x="787503" y="96778"/>
                </a:lnTo>
                <a:lnTo>
                  <a:pt x="788602" y="94248"/>
                </a:lnTo>
                <a:lnTo>
                  <a:pt x="789549" y="91624"/>
                </a:lnTo>
                <a:lnTo>
                  <a:pt x="790340" y="88913"/>
                </a:lnTo>
                <a:lnTo>
                  <a:pt x="790966" y="86119"/>
                </a:lnTo>
                <a:lnTo>
                  <a:pt x="791422" y="83248"/>
                </a:lnTo>
                <a:lnTo>
                  <a:pt x="791701" y="80306"/>
                </a:lnTo>
                <a:lnTo>
                  <a:pt x="791795" y="77298"/>
                </a:lnTo>
                <a:lnTo>
                  <a:pt x="791702" y="74310"/>
                </a:lnTo>
                <a:lnTo>
                  <a:pt x="791430" y="71380"/>
                </a:lnTo>
                <a:lnTo>
                  <a:pt x="790982" y="68515"/>
                </a:lnTo>
                <a:lnTo>
                  <a:pt x="790367" y="65721"/>
                </a:lnTo>
                <a:close/>
                <a:moveTo>
                  <a:pt x="777541" y="84580"/>
                </a:moveTo>
                <a:lnTo>
                  <a:pt x="777023" y="86612"/>
                </a:lnTo>
                <a:lnTo>
                  <a:pt x="776402" y="88584"/>
                </a:lnTo>
                <a:lnTo>
                  <a:pt x="775681" y="90491"/>
                </a:lnTo>
                <a:lnTo>
                  <a:pt x="774865" y="92329"/>
                </a:lnTo>
                <a:lnTo>
                  <a:pt x="773958" y="94092"/>
                </a:lnTo>
                <a:lnTo>
                  <a:pt x="772964" y="95776"/>
                </a:lnTo>
                <a:lnTo>
                  <a:pt x="771888" y="97376"/>
                </a:lnTo>
                <a:lnTo>
                  <a:pt x="770732" y="98887"/>
                </a:lnTo>
                <a:lnTo>
                  <a:pt x="769503" y="100305"/>
                </a:lnTo>
                <a:lnTo>
                  <a:pt x="768204" y="101625"/>
                </a:lnTo>
                <a:lnTo>
                  <a:pt x="766838" y="102842"/>
                </a:lnTo>
                <a:lnTo>
                  <a:pt x="765411" y="103951"/>
                </a:lnTo>
                <a:lnTo>
                  <a:pt x="763926" y="104947"/>
                </a:lnTo>
                <a:lnTo>
                  <a:pt x="762388" y="105826"/>
                </a:lnTo>
                <a:lnTo>
                  <a:pt x="760801" y="106583"/>
                </a:lnTo>
                <a:lnTo>
                  <a:pt x="759168" y="107213"/>
                </a:lnTo>
                <a:lnTo>
                  <a:pt x="757495" y="107711"/>
                </a:lnTo>
                <a:lnTo>
                  <a:pt x="755785" y="108073"/>
                </a:lnTo>
                <a:lnTo>
                  <a:pt x="754043" y="108293"/>
                </a:lnTo>
                <a:lnTo>
                  <a:pt x="752272" y="108368"/>
                </a:lnTo>
                <a:lnTo>
                  <a:pt x="750501" y="108293"/>
                </a:lnTo>
                <a:lnTo>
                  <a:pt x="748759" y="108073"/>
                </a:lnTo>
                <a:lnTo>
                  <a:pt x="747049" y="107711"/>
                </a:lnTo>
                <a:lnTo>
                  <a:pt x="745376" y="107213"/>
                </a:lnTo>
                <a:lnTo>
                  <a:pt x="743743" y="106583"/>
                </a:lnTo>
                <a:lnTo>
                  <a:pt x="742156" y="105826"/>
                </a:lnTo>
                <a:lnTo>
                  <a:pt x="740618" y="104947"/>
                </a:lnTo>
                <a:lnTo>
                  <a:pt x="739133" y="103951"/>
                </a:lnTo>
                <a:lnTo>
                  <a:pt x="737706" y="102842"/>
                </a:lnTo>
                <a:lnTo>
                  <a:pt x="736341" y="101625"/>
                </a:lnTo>
                <a:lnTo>
                  <a:pt x="735041" y="100305"/>
                </a:lnTo>
                <a:lnTo>
                  <a:pt x="733812" y="98887"/>
                </a:lnTo>
                <a:lnTo>
                  <a:pt x="732657" y="97376"/>
                </a:lnTo>
                <a:lnTo>
                  <a:pt x="731580" y="95776"/>
                </a:lnTo>
                <a:lnTo>
                  <a:pt x="730586" y="94092"/>
                </a:lnTo>
                <a:lnTo>
                  <a:pt x="729679" y="92329"/>
                </a:lnTo>
                <a:lnTo>
                  <a:pt x="728863" y="90491"/>
                </a:lnTo>
                <a:lnTo>
                  <a:pt x="728143" y="88584"/>
                </a:lnTo>
                <a:lnTo>
                  <a:pt x="727521" y="86612"/>
                </a:lnTo>
                <a:lnTo>
                  <a:pt x="727004" y="84580"/>
                </a:lnTo>
                <a:lnTo>
                  <a:pt x="726594" y="82493"/>
                </a:lnTo>
                <a:lnTo>
                  <a:pt x="726296" y="80355"/>
                </a:lnTo>
                <a:lnTo>
                  <a:pt x="726114" y="78172"/>
                </a:lnTo>
                <a:lnTo>
                  <a:pt x="726052" y="75947"/>
                </a:lnTo>
                <a:lnTo>
                  <a:pt x="726117" y="73779"/>
                </a:lnTo>
                <a:lnTo>
                  <a:pt x="726307" y="71666"/>
                </a:lnTo>
                <a:lnTo>
                  <a:pt x="726617" y="69612"/>
                </a:lnTo>
                <a:lnTo>
                  <a:pt x="727044" y="67620"/>
                </a:lnTo>
                <a:lnTo>
                  <a:pt x="727581" y="65693"/>
                </a:lnTo>
                <a:lnTo>
                  <a:pt x="728224" y="63835"/>
                </a:lnTo>
                <a:lnTo>
                  <a:pt x="728968" y="62049"/>
                </a:lnTo>
                <a:lnTo>
                  <a:pt x="729808" y="60337"/>
                </a:lnTo>
                <a:lnTo>
                  <a:pt x="730739" y="58705"/>
                </a:lnTo>
                <a:lnTo>
                  <a:pt x="731756" y="57154"/>
                </a:lnTo>
                <a:lnTo>
                  <a:pt x="732855" y="55687"/>
                </a:lnTo>
                <a:lnTo>
                  <a:pt x="734029" y="54309"/>
                </a:lnTo>
                <a:lnTo>
                  <a:pt x="735275" y="53023"/>
                </a:lnTo>
                <a:lnTo>
                  <a:pt x="736587" y="51831"/>
                </a:lnTo>
                <a:lnTo>
                  <a:pt x="737961" y="50737"/>
                </a:lnTo>
                <a:lnTo>
                  <a:pt x="739391" y="49745"/>
                </a:lnTo>
                <a:lnTo>
                  <a:pt x="740872" y="48857"/>
                </a:lnTo>
                <a:lnTo>
                  <a:pt x="742401" y="48076"/>
                </a:lnTo>
                <a:lnTo>
                  <a:pt x="743971" y="47407"/>
                </a:lnTo>
                <a:lnTo>
                  <a:pt x="745577" y="46852"/>
                </a:lnTo>
                <a:lnTo>
                  <a:pt x="747216" y="46415"/>
                </a:lnTo>
                <a:lnTo>
                  <a:pt x="748881" y="46099"/>
                </a:lnTo>
                <a:lnTo>
                  <a:pt x="750568" y="45907"/>
                </a:lnTo>
                <a:lnTo>
                  <a:pt x="752272" y="45842"/>
                </a:lnTo>
                <a:lnTo>
                  <a:pt x="753999" y="45907"/>
                </a:lnTo>
                <a:lnTo>
                  <a:pt x="755704" y="46099"/>
                </a:lnTo>
                <a:lnTo>
                  <a:pt x="757384" y="46415"/>
                </a:lnTo>
                <a:lnTo>
                  <a:pt x="759035" y="46852"/>
                </a:lnTo>
                <a:lnTo>
                  <a:pt x="760650" y="47407"/>
                </a:lnTo>
                <a:lnTo>
                  <a:pt x="762226" y="48076"/>
                </a:lnTo>
                <a:lnTo>
                  <a:pt x="763757" y="48857"/>
                </a:lnTo>
                <a:lnTo>
                  <a:pt x="765240" y="49745"/>
                </a:lnTo>
                <a:lnTo>
                  <a:pt x="766669" y="50737"/>
                </a:lnTo>
                <a:lnTo>
                  <a:pt x="768040" y="51831"/>
                </a:lnTo>
                <a:lnTo>
                  <a:pt x="769348" y="53023"/>
                </a:lnTo>
                <a:lnTo>
                  <a:pt x="770588" y="54309"/>
                </a:lnTo>
                <a:lnTo>
                  <a:pt x="771756" y="55687"/>
                </a:lnTo>
                <a:lnTo>
                  <a:pt x="772847" y="57154"/>
                </a:lnTo>
                <a:lnTo>
                  <a:pt x="773856" y="58705"/>
                </a:lnTo>
                <a:lnTo>
                  <a:pt x="774779" y="60337"/>
                </a:lnTo>
                <a:lnTo>
                  <a:pt x="775611" y="62049"/>
                </a:lnTo>
                <a:lnTo>
                  <a:pt x="776347" y="63835"/>
                </a:lnTo>
                <a:lnTo>
                  <a:pt x="776983" y="65693"/>
                </a:lnTo>
                <a:lnTo>
                  <a:pt x="777514" y="67620"/>
                </a:lnTo>
                <a:lnTo>
                  <a:pt x="777935" y="69612"/>
                </a:lnTo>
                <a:lnTo>
                  <a:pt x="778241" y="71666"/>
                </a:lnTo>
                <a:lnTo>
                  <a:pt x="778429" y="73779"/>
                </a:lnTo>
                <a:lnTo>
                  <a:pt x="778492" y="75947"/>
                </a:lnTo>
                <a:lnTo>
                  <a:pt x="778431" y="78172"/>
                </a:lnTo>
                <a:lnTo>
                  <a:pt x="778249" y="80355"/>
                </a:lnTo>
                <a:lnTo>
                  <a:pt x="777951" y="82493"/>
                </a:lnTo>
                <a:lnTo>
                  <a:pt x="777541" y="84580"/>
                </a:lnTo>
                <a:close/>
                <a:moveTo>
                  <a:pt x="1104900" y="110108"/>
                </a:moveTo>
                <a:lnTo>
                  <a:pt x="1104668" y="109678"/>
                </a:lnTo>
                <a:lnTo>
                  <a:pt x="1104404" y="109294"/>
                </a:lnTo>
                <a:lnTo>
                  <a:pt x="1104110" y="108952"/>
                </a:lnTo>
                <a:lnTo>
                  <a:pt x="1103789" y="108650"/>
                </a:lnTo>
                <a:lnTo>
                  <a:pt x="1103444" y="108386"/>
                </a:lnTo>
                <a:lnTo>
                  <a:pt x="1103078" y="108157"/>
                </a:lnTo>
                <a:lnTo>
                  <a:pt x="1102695" y="107961"/>
                </a:lnTo>
                <a:lnTo>
                  <a:pt x="1102296" y="107795"/>
                </a:lnTo>
                <a:lnTo>
                  <a:pt x="1101885" y="107657"/>
                </a:lnTo>
                <a:lnTo>
                  <a:pt x="1101465" y="107543"/>
                </a:lnTo>
                <a:lnTo>
                  <a:pt x="1101039" y="107452"/>
                </a:lnTo>
                <a:lnTo>
                  <a:pt x="1100609" y="107382"/>
                </a:lnTo>
                <a:lnTo>
                  <a:pt x="1100179" y="107329"/>
                </a:lnTo>
                <a:lnTo>
                  <a:pt x="1099751" y="107290"/>
                </a:lnTo>
                <a:lnTo>
                  <a:pt x="1099329" y="107265"/>
                </a:lnTo>
                <a:lnTo>
                  <a:pt x="1098915" y="107249"/>
                </a:lnTo>
                <a:lnTo>
                  <a:pt x="1098513" y="107241"/>
                </a:lnTo>
                <a:lnTo>
                  <a:pt x="1098125" y="107239"/>
                </a:lnTo>
                <a:lnTo>
                  <a:pt x="1097754" y="107238"/>
                </a:lnTo>
                <a:lnTo>
                  <a:pt x="1096773" y="107233"/>
                </a:lnTo>
                <a:lnTo>
                  <a:pt x="1095855" y="107219"/>
                </a:lnTo>
                <a:lnTo>
                  <a:pt x="1094995" y="107196"/>
                </a:lnTo>
                <a:lnTo>
                  <a:pt x="1094193" y="107164"/>
                </a:lnTo>
                <a:lnTo>
                  <a:pt x="1093444" y="107125"/>
                </a:lnTo>
                <a:lnTo>
                  <a:pt x="1092748" y="107078"/>
                </a:lnTo>
                <a:lnTo>
                  <a:pt x="1092100" y="107025"/>
                </a:lnTo>
                <a:lnTo>
                  <a:pt x="1091499" y="106966"/>
                </a:lnTo>
                <a:lnTo>
                  <a:pt x="1090942" y="106902"/>
                </a:lnTo>
                <a:lnTo>
                  <a:pt x="1090427" y="106833"/>
                </a:lnTo>
                <a:lnTo>
                  <a:pt x="1089951" y="106760"/>
                </a:lnTo>
                <a:lnTo>
                  <a:pt x="1089512" y="106683"/>
                </a:lnTo>
                <a:lnTo>
                  <a:pt x="1089107" y="106603"/>
                </a:lnTo>
                <a:lnTo>
                  <a:pt x="1088734" y="106521"/>
                </a:lnTo>
                <a:lnTo>
                  <a:pt x="1088389" y="106437"/>
                </a:lnTo>
                <a:lnTo>
                  <a:pt x="1088071" y="106352"/>
                </a:lnTo>
                <a:lnTo>
                  <a:pt x="1087778" y="106266"/>
                </a:lnTo>
                <a:lnTo>
                  <a:pt x="1087506" y="106179"/>
                </a:lnTo>
                <a:lnTo>
                  <a:pt x="1087253" y="106094"/>
                </a:lnTo>
                <a:lnTo>
                  <a:pt x="1087016" y="106009"/>
                </a:lnTo>
                <a:lnTo>
                  <a:pt x="1086794" y="105926"/>
                </a:lnTo>
                <a:lnTo>
                  <a:pt x="1086583" y="105846"/>
                </a:lnTo>
                <a:lnTo>
                  <a:pt x="1086382" y="105768"/>
                </a:lnTo>
                <a:lnTo>
                  <a:pt x="1086187" y="105694"/>
                </a:lnTo>
                <a:lnTo>
                  <a:pt x="1086187" y="63991"/>
                </a:lnTo>
                <a:lnTo>
                  <a:pt x="1086132" y="62266"/>
                </a:lnTo>
                <a:lnTo>
                  <a:pt x="1085966" y="60523"/>
                </a:lnTo>
                <a:lnTo>
                  <a:pt x="1085685" y="58770"/>
                </a:lnTo>
                <a:lnTo>
                  <a:pt x="1085287" y="57016"/>
                </a:lnTo>
                <a:lnTo>
                  <a:pt x="1084768" y="55268"/>
                </a:lnTo>
                <a:lnTo>
                  <a:pt x="1084126" y="53535"/>
                </a:lnTo>
                <a:lnTo>
                  <a:pt x="1083357" y="51824"/>
                </a:lnTo>
                <a:lnTo>
                  <a:pt x="1082459" y="50144"/>
                </a:lnTo>
                <a:lnTo>
                  <a:pt x="1081428" y="48504"/>
                </a:lnTo>
                <a:lnTo>
                  <a:pt x="1080262" y="46910"/>
                </a:lnTo>
                <a:lnTo>
                  <a:pt x="1078957" y="45371"/>
                </a:lnTo>
                <a:lnTo>
                  <a:pt x="1077511" y="43895"/>
                </a:lnTo>
                <a:lnTo>
                  <a:pt x="1075920" y="42491"/>
                </a:lnTo>
                <a:lnTo>
                  <a:pt x="1074181" y="41167"/>
                </a:lnTo>
                <a:lnTo>
                  <a:pt x="1072292" y="39930"/>
                </a:lnTo>
                <a:lnTo>
                  <a:pt x="1070249" y="38789"/>
                </a:lnTo>
                <a:lnTo>
                  <a:pt x="1068050" y="37751"/>
                </a:lnTo>
                <a:lnTo>
                  <a:pt x="1065690" y="36826"/>
                </a:lnTo>
                <a:lnTo>
                  <a:pt x="1063169" y="36021"/>
                </a:lnTo>
                <a:lnTo>
                  <a:pt x="1060481" y="35344"/>
                </a:lnTo>
                <a:lnTo>
                  <a:pt x="1057625" y="34803"/>
                </a:lnTo>
                <a:lnTo>
                  <a:pt x="1054597" y="34407"/>
                </a:lnTo>
                <a:lnTo>
                  <a:pt x="1051394" y="34163"/>
                </a:lnTo>
                <a:lnTo>
                  <a:pt x="1048014" y="34080"/>
                </a:lnTo>
                <a:lnTo>
                  <a:pt x="1046921" y="34081"/>
                </a:lnTo>
                <a:lnTo>
                  <a:pt x="1045723" y="34088"/>
                </a:lnTo>
                <a:lnTo>
                  <a:pt x="1044433" y="34107"/>
                </a:lnTo>
                <a:lnTo>
                  <a:pt x="1043065" y="34145"/>
                </a:lnTo>
                <a:lnTo>
                  <a:pt x="1041632" y="34207"/>
                </a:lnTo>
                <a:lnTo>
                  <a:pt x="1040149" y="34300"/>
                </a:lnTo>
                <a:lnTo>
                  <a:pt x="1038627" y="34429"/>
                </a:lnTo>
                <a:lnTo>
                  <a:pt x="1037082" y="34601"/>
                </a:lnTo>
                <a:lnTo>
                  <a:pt x="1035526" y="34822"/>
                </a:lnTo>
                <a:lnTo>
                  <a:pt x="1033972" y="35098"/>
                </a:lnTo>
                <a:lnTo>
                  <a:pt x="1032435" y="35436"/>
                </a:lnTo>
                <a:lnTo>
                  <a:pt x="1030928" y="35840"/>
                </a:lnTo>
                <a:lnTo>
                  <a:pt x="1029463" y="36318"/>
                </a:lnTo>
                <a:lnTo>
                  <a:pt x="1028056" y="36875"/>
                </a:lnTo>
                <a:lnTo>
                  <a:pt x="1026718" y="37517"/>
                </a:lnTo>
                <a:lnTo>
                  <a:pt x="1025464" y="38252"/>
                </a:lnTo>
                <a:lnTo>
                  <a:pt x="1024307" y="39084"/>
                </a:lnTo>
                <a:lnTo>
                  <a:pt x="1023261" y="40020"/>
                </a:lnTo>
                <a:lnTo>
                  <a:pt x="1022338" y="41066"/>
                </a:lnTo>
                <a:lnTo>
                  <a:pt x="1021554" y="42228"/>
                </a:lnTo>
                <a:lnTo>
                  <a:pt x="1020920" y="43513"/>
                </a:lnTo>
                <a:lnTo>
                  <a:pt x="1020450" y="44925"/>
                </a:lnTo>
                <a:lnTo>
                  <a:pt x="1020159" y="46472"/>
                </a:lnTo>
                <a:lnTo>
                  <a:pt x="1020058" y="48160"/>
                </a:lnTo>
                <a:lnTo>
                  <a:pt x="1020079" y="48870"/>
                </a:lnTo>
                <a:lnTo>
                  <a:pt x="1020141" y="49552"/>
                </a:lnTo>
                <a:lnTo>
                  <a:pt x="1020242" y="50205"/>
                </a:lnTo>
                <a:lnTo>
                  <a:pt x="1020380" y="50830"/>
                </a:lnTo>
                <a:lnTo>
                  <a:pt x="1020554" y="51425"/>
                </a:lnTo>
                <a:lnTo>
                  <a:pt x="1020764" y="51992"/>
                </a:lnTo>
                <a:lnTo>
                  <a:pt x="1021006" y="52529"/>
                </a:lnTo>
                <a:lnTo>
                  <a:pt x="1021280" y="53037"/>
                </a:lnTo>
                <a:lnTo>
                  <a:pt x="1021584" y="53516"/>
                </a:lnTo>
                <a:lnTo>
                  <a:pt x="1021917" y="53965"/>
                </a:lnTo>
                <a:lnTo>
                  <a:pt x="1022277" y="54384"/>
                </a:lnTo>
                <a:lnTo>
                  <a:pt x="1022662" y="54773"/>
                </a:lnTo>
                <a:lnTo>
                  <a:pt x="1023071" y="55132"/>
                </a:lnTo>
                <a:lnTo>
                  <a:pt x="1023503" y="55461"/>
                </a:lnTo>
                <a:lnTo>
                  <a:pt x="1023957" y="55759"/>
                </a:lnTo>
                <a:lnTo>
                  <a:pt x="1024429" y="56027"/>
                </a:lnTo>
                <a:lnTo>
                  <a:pt x="1024920" y="56263"/>
                </a:lnTo>
                <a:lnTo>
                  <a:pt x="1025427" y="56469"/>
                </a:lnTo>
                <a:lnTo>
                  <a:pt x="1025950" y="56643"/>
                </a:lnTo>
                <a:lnTo>
                  <a:pt x="1026485" y="56786"/>
                </a:lnTo>
                <a:lnTo>
                  <a:pt x="1027033" y="56898"/>
                </a:lnTo>
                <a:lnTo>
                  <a:pt x="1027592" y="56978"/>
                </a:lnTo>
                <a:lnTo>
                  <a:pt x="1028159" y="57026"/>
                </a:lnTo>
                <a:lnTo>
                  <a:pt x="1028734" y="57042"/>
                </a:lnTo>
                <a:lnTo>
                  <a:pt x="1029108" y="57033"/>
                </a:lnTo>
                <a:lnTo>
                  <a:pt x="1029504" y="57004"/>
                </a:lnTo>
                <a:lnTo>
                  <a:pt x="1029921" y="56953"/>
                </a:lnTo>
                <a:lnTo>
                  <a:pt x="1030353" y="56880"/>
                </a:lnTo>
                <a:lnTo>
                  <a:pt x="1030798" y="56783"/>
                </a:lnTo>
                <a:lnTo>
                  <a:pt x="1031252" y="56659"/>
                </a:lnTo>
                <a:lnTo>
                  <a:pt x="1031712" y="56507"/>
                </a:lnTo>
                <a:lnTo>
                  <a:pt x="1032175" y="56327"/>
                </a:lnTo>
                <a:lnTo>
                  <a:pt x="1032638" y="56115"/>
                </a:lnTo>
                <a:lnTo>
                  <a:pt x="1033096" y="55871"/>
                </a:lnTo>
                <a:lnTo>
                  <a:pt x="1033547" y="55593"/>
                </a:lnTo>
                <a:lnTo>
                  <a:pt x="1033987" y="55280"/>
                </a:lnTo>
                <a:lnTo>
                  <a:pt x="1034414" y="54929"/>
                </a:lnTo>
                <a:lnTo>
                  <a:pt x="1034822" y="54540"/>
                </a:lnTo>
                <a:lnTo>
                  <a:pt x="1035211" y="54110"/>
                </a:lnTo>
                <a:lnTo>
                  <a:pt x="1035575" y="53638"/>
                </a:lnTo>
                <a:lnTo>
                  <a:pt x="1035911" y="53122"/>
                </a:lnTo>
                <a:lnTo>
                  <a:pt x="1036217" y="52562"/>
                </a:lnTo>
                <a:lnTo>
                  <a:pt x="1036489" y="51954"/>
                </a:lnTo>
                <a:lnTo>
                  <a:pt x="1036723" y="51298"/>
                </a:lnTo>
                <a:lnTo>
                  <a:pt x="1036916" y="50593"/>
                </a:lnTo>
                <a:lnTo>
                  <a:pt x="1037065" y="49836"/>
                </a:lnTo>
                <a:lnTo>
                  <a:pt x="1037167" y="49025"/>
                </a:lnTo>
                <a:lnTo>
                  <a:pt x="1037218" y="48160"/>
                </a:lnTo>
                <a:lnTo>
                  <a:pt x="1037219" y="47974"/>
                </a:lnTo>
                <a:lnTo>
                  <a:pt x="1037224" y="47801"/>
                </a:lnTo>
                <a:lnTo>
                  <a:pt x="1037234" y="47641"/>
                </a:lnTo>
                <a:lnTo>
                  <a:pt x="1037250" y="47493"/>
                </a:lnTo>
                <a:lnTo>
                  <a:pt x="1037274" y="47357"/>
                </a:lnTo>
                <a:lnTo>
                  <a:pt x="1037308" y="47231"/>
                </a:lnTo>
                <a:lnTo>
                  <a:pt x="1037353" y="47115"/>
                </a:lnTo>
                <a:lnTo>
                  <a:pt x="1037410" y="47009"/>
                </a:lnTo>
                <a:lnTo>
                  <a:pt x="1037482" y="46911"/>
                </a:lnTo>
                <a:lnTo>
                  <a:pt x="1037569" y="46821"/>
                </a:lnTo>
                <a:lnTo>
                  <a:pt x="1037673" y="46739"/>
                </a:lnTo>
                <a:lnTo>
                  <a:pt x="1037796" y="46663"/>
                </a:lnTo>
                <a:lnTo>
                  <a:pt x="1037938" y="46594"/>
                </a:lnTo>
                <a:lnTo>
                  <a:pt x="1038103" y="46530"/>
                </a:lnTo>
                <a:lnTo>
                  <a:pt x="1038290" y="46470"/>
                </a:lnTo>
                <a:lnTo>
                  <a:pt x="1038502" y="46415"/>
                </a:lnTo>
                <a:lnTo>
                  <a:pt x="1038740" y="46363"/>
                </a:lnTo>
                <a:lnTo>
                  <a:pt x="1039006" y="46313"/>
                </a:lnTo>
                <a:lnTo>
                  <a:pt x="1039301" y="46266"/>
                </a:lnTo>
                <a:lnTo>
                  <a:pt x="1039627" y="46220"/>
                </a:lnTo>
                <a:lnTo>
                  <a:pt x="1039984" y="46175"/>
                </a:lnTo>
                <a:lnTo>
                  <a:pt x="1040376" y="46129"/>
                </a:lnTo>
                <a:lnTo>
                  <a:pt x="1040802" y="46083"/>
                </a:lnTo>
                <a:lnTo>
                  <a:pt x="1041266" y="46036"/>
                </a:lnTo>
                <a:lnTo>
                  <a:pt x="1041602" y="46013"/>
                </a:lnTo>
                <a:lnTo>
                  <a:pt x="1041936" y="45992"/>
                </a:lnTo>
                <a:lnTo>
                  <a:pt x="1042268" y="45972"/>
                </a:lnTo>
                <a:lnTo>
                  <a:pt x="1042597" y="45954"/>
                </a:lnTo>
                <a:lnTo>
                  <a:pt x="1042923" y="45938"/>
                </a:lnTo>
                <a:lnTo>
                  <a:pt x="1043246" y="45924"/>
                </a:lnTo>
                <a:lnTo>
                  <a:pt x="1043565" y="45911"/>
                </a:lnTo>
                <a:lnTo>
                  <a:pt x="1043880" y="45899"/>
                </a:lnTo>
                <a:lnTo>
                  <a:pt x="1044191" y="45889"/>
                </a:lnTo>
                <a:lnTo>
                  <a:pt x="1044499" y="45880"/>
                </a:lnTo>
                <a:lnTo>
                  <a:pt x="1044801" y="45873"/>
                </a:lnTo>
                <a:lnTo>
                  <a:pt x="1045099" y="45866"/>
                </a:lnTo>
                <a:lnTo>
                  <a:pt x="1045392" y="45861"/>
                </a:lnTo>
                <a:lnTo>
                  <a:pt x="1045679" y="45856"/>
                </a:lnTo>
                <a:lnTo>
                  <a:pt x="1045961" y="45852"/>
                </a:lnTo>
                <a:lnTo>
                  <a:pt x="1046237" y="45849"/>
                </a:lnTo>
                <a:lnTo>
                  <a:pt x="1046507" y="45847"/>
                </a:lnTo>
                <a:lnTo>
                  <a:pt x="1046771" y="45845"/>
                </a:lnTo>
                <a:lnTo>
                  <a:pt x="1047028" y="45844"/>
                </a:lnTo>
                <a:lnTo>
                  <a:pt x="1047279" y="45843"/>
                </a:lnTo>
                <a:lnTo>
                  <a:pt x="1047522" y="45842"/>
                </a:lnTo>
                <a:lnTo>
                  <a:pt x="1047759" y="45842"/>
                </a:lnTo>
                <a:lnTo>
                  <a:pt x="1047987" y="45842"/>
                </a:lnTo>
                <a:lnTo>
                  <a:pt x="1048208" y="45842"/>
                </a:lnTo>
                <a:lnTo>
                  <a:pt x="1050015" y="45873"/>
                </a:lnTo>
                <a:lnTo>
                  <a:pt x="1051771" y="45968"/>
                </a:lnTo>
                <a:lnTo>
                  <a:pt x="1053475" y="46126"/>
                </a:lnTo>
                <a:lnTo>
                  <a:pt x="1055123" y="46349"/>
                </a:lnTo>
                <a:lnTo>
                  <a:pt x="1056714" y="46637"/>
                </a:lnTo>
                <a:lnTo>
                  <a:pt x="1058244" y="46992"/>
                </a:lnTo>
                <a:lnTo>
                  <a:pt x="1059713" y="47413"/>
                </a:lnTo>
                <a:lnTo>
                  <a:pt x="1061117" y="47902"/>
                </a:lnTo>
                <a:lnTo>
                  <a:pt x="1062454" y="48459"/>
                </a:lnTo>
                <a:lnTo>
                  <a:pt x="1063722" y="49085"/>
                </a:lnTo>
                <a:lnTo>
                  <a:pt x="1064918" y="49782"/>
                </a:lnTo>
                <a:lnTo>
                  <a:pt x="1066040" y="50549"/>
                </a:lnTo>
                <a:lnTo>
                  <a:pt x="1067086" y="51387"/>
                </a:lnTo>
                <a:lnTo>
                  <a:pt x="1068053" y="52298"/>
                </a:lnTo>
                <a:lnTo>
                  <a:pt x="1068939" y="53281"/>
                </a:lnTo>
                <a:lnTo>
                  <a:pt x="1069742" y="54338"/>
                </a:lnTo>
                <a:lnTo>
                  <a:pt x="1070459" y="55469"/>
                </a:lnTo>
                <a:lnTo>
                  <a:pt x="1071088" y="56676"/>
                </a:lnTo>
                <a:lnTo>
                  <a:pt x="1071627" y="57958"/>
                </a:lnTo>
                <a:lnTo>
                  <a:pt x="1072073" y="59318"/>
                </a:lnTo>
                <a:lnTo>
                  <a:pt x="1072424" y="60754"/>
                </a:lnTo>
                <a:lnTo>
                  <a:pt x="1072678" y="62269"/>
                </a:lnTo>
                <a:lnTo>
                  <a:pt x="1072832" y="63862"/>
                </a:lnTo>
                <a:lnTo>
                  <a:pt x="1072884" y="65536"/>
                </a:lnTo>
                <a:lnTo>
                  <a:pt x="1068673" y="65655"/>
                </a:lnTo>
                <a:lnTo>
                  <a:pt x="1064577" y="65869"/>
                </a:lnTo>
                <a:lnTo>
                  <a:pt x="1060601" y="66178"/>
                </a:lnTo>
                <a:lnTo>
                  <a:pt x="1056751" y="66581"/>
                </a:lnTo>
                <a:lnTo>
                  <a:pt x="1053032" y="67077"/>
                </a:lnTo>
                <a:lnTo>
                  <a:pt x="1049450" y="67668"/>
                </a:lnTo>
                <a:lnTo>
                  <a:pt x="1046012" y="68353"/>
                </a:lnTo>
                <a:lnTo>
                  <a:pt x="1042722" y="69132"/>
                </a:lnTo>
                <a:lnTo>
                  <a:pt x="1039587" y="70005"/>
                </a:lnTo>
                <a:lnTo>
                  <a:pt x="1036613" y="70972"/>
                </a:lnTo>
                <a:lnTo>
                  <a:pt x="1033804" y="72032"/>
                </a:lnTo>
                <a:lnTo>
                  <a:pt x="1031168" y="73186"/>
                </a:lnTo>
                <a:lnTo>
                  <a:pt x="1028709" y="74433"/>
                </a:lnTo>
                <a:lnTo>
                  <a:pt x="1026434" y="75774"/>
                </a:lnTo>
                <a:lnTo>
                  <a:pt x="1024348" y="77208"/>
                </a:lnTo>
                <a:lnTo>
                  <a:pt x="1022458" y="78735"/>
                </a:lnTo>
                <a:lnTo>
                  <a:pt x="1020768" y="80356"/>
                </a:lnTo>
                <a:lnTo>
                  <a:pt x="1019284" y="82070"/>
                </a:lnTo>
                <a:lnTo>
                  <a:pt x="1018013" y="83876"/>
                </a:lnTo>
                <a:lnTo>
                  <a:pt x="1016960" y="85776"/>
                </a:lnTo>
                <a:lnTo>
                  <a:pt x="1016131" y="87769"/>
                </a:lnTo>
                <a:lnTo>
                  <a:pt x="1015532" y="89854"/>
                </a:lnTo>
                <a:lnTo>
                  <a:pt x="1015168" y="92032"/>
                </a:lnTo>
                <a:lnTo>
                  <a:pt x="1015046" y="94302"/>
                </a:lnTo>
                <a:lnTo>
                  <a:pt x="1015109" y="95959"/>
                </a:lnTo>
                <a:lnTo>
                  <a:pt x="1015296" y="97603"/>
                </a:lnTo>
                <a:lnTo>
                  <a:pt x="1015606" y="99229"/>
                </a:lnTo>
                <a:lnTo>
                  <a:pt x="1016036" y="100831"/>
                </a:lnTo>
                <a:lnTo>
                  <a:pt x="1016585" y="102406"/>
                </a:lnTo>
                <a:lnTo>
                  <a:pt x="1017251" y="103946"/>
                </a:lnTo>
                <a:lnTo>
                  <a:pt x="1018031" y="105448"/>
                </a:lnTo>
                <a:lnTo>
                  <a:pt x="1018923" y="106906"/>
                </a:lnTo>
                <a:lnTo>
                  <a:pt x="1019926" y="108316"/>
                </a:lnTo>
                <a:lnTo>
                  <a:pt x="1021037" y="109671"/>
                </a:lnTo>
                <a:lnTo>
                  <a:pt x="1022255" y="110968"/>
                </a:lnTo>
                <a:lnTo>
                  <a:pt x="1023577" y="112200"/>
                </a:lnTo>
                <a:lnTo>
                  <a:pt x="1025002" y="113363"/>
                </a:lnTo>
                <a:lnTo>
                  <a:pt x="1026527" y="114452"/>
                </a:lnTo>
                <a:lnTo>
                  <a:pt x="1028150" y="115461"/>
                </a:lnTo>
                <a:lnTo>
                  <a:pt x="1029870" y="116386"/>
                </a:lnTo>
                <a:lnTo>
                  <a:pt x="1031684" y="117221"/>
                </a:lnTo>
                <a:lnTo>
                  <a:pt x="1033591" y="117961"/>
                </a:lnTo>
                <a:lnTo>
                  <a:pt x="1035588" y="118602"/>
                </a:lnTo>
                <a:lnTo>
                  <a:pt x="1037673" y="119137"/>
                </a:lnTo>
                <a:lnTo>
                  <a:pt x="1039845" y="119563"/>
                </a:lnTo>
                <a:lnTo>
                  <a:pt x="1042101" y="119873"/>
                </a:lnTo>
                <a:lnTo>
                  <a:pt x="1044439" y="120063"/>
                </a:lnTo>
                <a:lnTo>
                  <a:pt x="1046858" y="120127"/>
                </a:lnTo>
                <a:lnTo>
                  <a:pt x="1047774" y="120120"/>
                </a:lnTo>
                <a:lnTo>
                  <a:pt x="1048737" y="120097"/>
                </a:lnTo>
                <a:lnTo>
                  <a:pt x="1049744" y="120057"/>
                </a:lnTo>
                <a:lnTo>
                  <a:pt x="1050791" y="119999"/>
                </a:lnTo>
                <a:lnTo>
                  <a:pt x="1051874" y="119922"/>
                </a:lnTo>
                <a:lnTo>
                  <a:pt x="1052991" y="119823"/>
                </a:lnTo>
                <a:lnTo>
                  <a:pt x="1054139" y="119702"/>
                </a:lnTo>
                <a:lnTo>
                  <a:pt x="1055312" y="119556"/>
                </a:lnTo>
                <a:lnTo>
                  <a:pt x="1056510" y="119385"/>
                </a:lnTo>
                <a:lnTo>
                  <a:pt x="1057727" y="119188"/>
                </a:lnTo>
                <a:lnTo>
                  <a:pt x="1058961" y="118962"/>
                </a:lnTo>
                <a:lnTo>
                  <a:pt x="1060209" y="118706"/>
                </a:lnTo>
                <a:lnTo>
                  <a:pt x="1061466" y="118419"/>
                </a:lnTo>
                <a:lnTo>
                  <a:pt x="1062731" y="118100"/>
                </a:lnTo>
                <a:lnTo>
                  <a:pt x="1063998" y="117746"/>
                </a:lnTo>
                <a:lnTo>
                  <a:pt x="1065266" y="117358"/>
                </a:lnTo>
                <a:lnTo>
                  <a:pt x="1066530" y="116932"/>
                </a:lnTo>
                <a:lnTo>
                  <a:pt x="1067788" y="116468"/>
                </a:lnTo>
                <a:lnTo>
                  <a:pt x="1069035" y="115964"/>
                </a:lnTo>
                <a:lnTo>
                  <a:pt x="1070269" y="115420"/>
                </a:lnTo>
                <a:lnTo>
                  <a:pt x="1071487" y="114833"/>
                </a:lnTo>
                <a:lnTo>
                  <a:pt x="1072684" y="114201"/>
                </a:lnTo>
                <a:lnTo>
                  <a:pt x="1073858" y="113525"/>
                </a:lnTo>
                <a:lnTo>
                  <a:pt x="1075005" y="112801"/>
                </a:lnTo>
                <a:lnTo>
                  <a:pt x="1075561" y="113522"/>
                </a:lnTo>
                <a:lnTo>
                  <a:pt x="1076166" y="114185"/>
                </a:lnTo>
                <a:lnTo>
                  <a:pt x="1076817" y="114792"/>
                </a:lnTo>
                <a:lnTo>
                  <a:pt x="1077511" y="115345"/>
                </a:lnTo>
                <a:lnTo>
                  <a:pt x="1078246" y="115848"/>
                </a:lnTo>
                <a:lnTo>
                  <a:pt x="1079018" y="116303"/>
                </a:lnTo>
                <a:lnTo>
                  <a:pt x="1079824" y="116711"/>
                </a:lnTo>
                <a:lnTo>
                  <a:pt x="1080661" y="117076"/>
                </a:lnTo>
                <a:lnTo>
                  <a:pt x="1081526" y="117401"/>
                </a:lnTo>
                <a:lnTo>
                  <a:pt x="1082416" y="117686"/>
                </a:lnTo>
                <a:lnTo>
                  <a:pt x="1083328" y="117935"/>
                </a:lnTo>
                <a:lnTo>
                  <a:pt x="1084260" y="118151"/>
                </a:lnTo>
                <a:lnTo>
                  <a:pt x="1085207" y="118335"/>
                </a:lnTo>
                <a:lnTo>
                  <a:pt x="1086168" y="118491"/>
                </a:lnTo>
                <a:lnTo>
                  <a:pt x="1087138" y="118620"/>
                </a:lnTo>
                <a:lnTo>
                  <a:pt x="1088116" y="118725"/>
                </a:lnTo>
                <a:lnTo>
                  <a:pt x="1089097" y="118809"/>
                </a:lnTo>
                <a:lnTo>
                  <a:pt x="1090080" y="118874"/>
                </a:lnTo>
                <a:lnTo>
                  <a:pt x="1091060" y="118921"/>
                </a:lnTo>
                <a:lnTo>
                  <a:pt x="1092036" y="118955"/>
                </a:lnTo>
                <a:lnTo>
                  <a:pt x="1093003" y="118977"/>
                </a:lnTo>
                <a:lnTo>
                  <a:pt x="1093959" y="118990"/>
                </a:lnTo>
                <a:lnTo>
                  <a:pt x="1094902" y="118996"/>
                </a:lnTo>
                <a:lnTo>
                  <a:pt x="1095827" y="118997"/>
                </a:lnTo>
                <a:lnTo>
                  <a:pt x="1096495" y="118997"/>
                </a:lnTo>
                <a:lnTo>
                  <a:pt x="1097150" y="118994"/>
                </a:lnTo>
                <a:lnTo>
                  <a:pt x="1097791" y="118986"/>
                </a:lnTo>
                <a:lnTo>
                  <a:pt x="1098415" y="118970"/>
                </a:lnTo>
                <a:lnTo>
                  <a:pt x="1099022" y="118943"/>
                </a:lnTo>
                <a:lnTo>
                  <a:pt x="1099610" y="118904"/>
                </a:lnTo>
                <a:lnTo>
                  <a:pt x="1100178" y="118849"/>
                </a:lnTo>
                <a:lnTo>
                  <a:pt x="1100725" y="118776"/>
                </a:lnTo>
                <a:lnTo>
                  <a:pt x="1101249" y="118682"/>
                </a:lnTo>
                <a:lnTo>
                  <a:pt x="1101749" y="118565"/>
                </a:lnTo>
                <a:lnTo>
                  <a:pt x="1102223" y="118422"/>
                </a:lnTo>
                <a:lnTo>
                  <a:pt x="1102671" y="118250"/>
                </a:lnTo>
                <a:lnTo>
                  <a:pt x="1103091" y="118048"/>
                </a:lnTo>
                <a:lnTo>
                  <a:pt x="1103481" y="117811"/>
                </a:lnTo>
                <a:lnTo>
                  <a:pt x="1103840" y="117538"/>
                </a:lnTo>
                <a:lnTo>
                  <a:pt x="1104167" y="117227"/>
                </a:lnTo>
                <a:lnTo>
                  <a:pt x="1104461" y="116874"/>
                </a:lnTo>
                <a:lnTo>
                  <a:pt x="1104720" y="116476"/>
                </a:lnTo>
                <a:lnTo>
                  <a:pt x="1104942" y="116033"/>
                </a:lnTo>
                <a:lnTo>
                  <a:pt x="1105128" y="115539"/>
                </a:lnTo>
                <a:lnTo>
                  <a:pt x="1105274" y="114994"/>
                </a:lnTo>
                <a:lnTo>
                  <a:pt x="1105380" y="114395"/>
                </a:lnTo>
                <a:lnTo>
                  <a:pt x="1105445" y="113738"/>
                </a:lnTo>
                <a:lnTo>
                  <a:pt x="1105467" y="113022"/>
                </a:lnTo>
                <a:lnTo>
                  <a:pt x="1105442" y="112329"/>
                </a:lnTo>
                <a:lnTo>
                  <a:pt x="1105370" y="111693"/>
                </a:lnTo>
                <a:lnTo>
                  <a:pt x="1105254" y="111113"/>
                </a:lnTo>
                <a:lnTo>
                  <a:pt x="1105096" y="110585"/>
                </a:lnTo>
                <a:lnTo>
                  <a:pt x="1104900" y="110108"/>
                </a:lnTo>
                <a:close/>
                <a:moveTo>
                  <a:pt x="1072816" y="95883"/>
                </a:moveTo>
                <a:lnTo>
                  <a:pt x="1072766" y="96414"/>
                </a:lnTo>
                <a:lnTo>
                  <a:pt x="1072697" y="96940"/>
                </a:lnTo>
                <a:lnTo>
                  <a:pt x="1072605" y="97462"/>
                </a:lnTo>
                <a:lnTo>
                  <a:pt x="1072487" y="97979"/>
                </a:lnTo>
                <a:lnTo>
                  <a:pt x="1072340" y="98491"/>
                </a:lnTo>
                <a:lnTo>
                  <a:pt x="1072160" y="98999"/>
                </a:lnTo>
                <a:lnTo>
                  <a:pt x="1071944" y="99501"/>
                </a:lnTo>
                <a:lnTo>
                  <a:pt x="1071689" y="99999"/>
                </a:lnTo>
                <a:lnTo>
                  <a:pt x="1071391" y="100491"/>
                </a:lnTo>
                <a:lnTo>
                  <a:pt x="1071048" y="100978"/>
                </a:lnTo>
                <a:lnTo>
                  <a:pt x="1070656" y="101460"/>
                </a:lnTo>
                <a:lnTo>
                  <a:pt x="1070212" y="101937"/>
                </a:lnTo>
                <a:lnTo>
                  <a:pt x="1069712" y="102408"/>
                </a:lnTo>
                <a:lnTo>
                  <a:pt x="1069153" y="102874"/>
                </a:lnTo>
                <a:lnTo>
                  <a:pt x="1068532" y="103334"/>
                </a:lnTo>
                <a:lnTo>
                  <a:pt x="1067847" y="103788"/>
                </a:lnTo>
                <a:lnTo>
                  <a:pt x="1067092" y="104237"/>
                </a:lnTo>
                <a:lnTo>
                  <a:pt x="1066266" y="104680"/>
                </a:lnTo>
                <a:lnTo>
                  <a:pt x="1065365" y="105117"/>
                </a:lnTo>
                <a:lnTo>
                  <a:pt x="1064489" y="105507"/>
                </a:lnTo>
                <a:lnTo>
                  <a:pt x="1063599" y="105864"/>
                </a:lnTo>
                <a:lnTo>
                  <a:pt x="1062698" y="106190"/>
                </a:lnTo>
                <a:lnTo>
                  <a:pt x="1061791" y="106487"/>
                </a:lnTo>
                <a:lnTo>
                  <a:pt x="1060882" y="106755"/>
                </a:lnTo>
                <a:lnTo>
                  <a:pt x="1059973" y="106996"/>
                </a:lnTo>
                <a:lnTo>
                  <a:pt x="1059070" y="107213"/>
                </a:lnTo>
                <a:lnTo>
                  <a:pt x="1058175" y="107405"/>
                </a:lnTo>
                <a:lnTo>
                  <a:pt x="1057293" y="107574"/>
                </a:lnTo>
                <a:lnTo>
                  <a:pt x="1056428" y="107723"/>
                </a:lnTo>
                <a:lnTo>
                  <a:pt x="1055583" y="107851"/>
                </a:lnTo>
                <a:lnTo>
                  <a:pt x="1054762" y="107961"/>
                </a:lnTo>
                <a:lnTo>
                  <a:pt x="1053970" y="108055"/>
                </a:lnTo>
                <a:lnTo>
                  <a:pt x="1053209" y="108133"/>
                </a:lnTo>
                <a:lnTo>
                  <a:pt x="1052484" y="108196"/>
                </a:lnTo>
                <a:lnTo>
                  <a:pt x="1051799" y="108247"/>
                </a:lnTo>
                <a:lnTo>
                  <a:pt x="1051158" y="108287"/>
                </a:lnTo>
                <a:lnTo>
                  <a:pt x="1050563" y="108317"/>
                </a:lnTo>
                <a:lnTo>
                  <a:pt x="1050020" y="108338"/>
                </a:lnTo>
                <a:lnTo>
                  <a:pt x="1049532" y="108353"/>
                </a:lnTo>
                <a:lnTo>
                  <a:pt x="1049103" y="108362"/>
                </a:lnTo>
                <a:lnTo>
                  <a:pt x="1048737" y="108366"/>
                </a:lnTo>
                <a:lnTo>
                  <a:pt x="1048437" y="108368"/>
                </a:lnTo>
                <a:lnTo>
                  <a:pt x="1048208" y="108368"/>
                </a:lnTo>
                <a:lnTo>
                  <a:pt x="1046735" y="108334"/>
                </a:lnTo>
                <a:lnTo>
                  <a:pt x="1045306" y="108235"/>
                </a:lnTo>
                <a:lnTo>
                  <a:pt x="1043922" y="108072"/>
                </a:lnTo>
                <a:lnTo>
                  <a:pt x="1042586" y="107848"/>
                </a:lnTo>
                <a:lnTo>
                  <a:pt x="1041298" y="107565"/>
                </a:lnTo>
                <a:lnTo>
                  <a:pt x="1040062" y="107226"/>
                </a:lnTo>
                <a:lnTo>
                  <a:pt x="1038877" y="106834"/>
                </a:lnTo>
                <a:lnTo>
                  <a:pt x="1037746" y="106390"/>
                </a:lnTo>
                <a:lnTo>
                  <a:pt x="1036671" y="105897"/>
                </a:lnTo>
                <a:lnTo>
                  <a:pt x="1035653" y="105358"/>
                </a:lnTo>
                <a:lnTo>
                  <a:pt x="1034694" y="104775"/>
                </a:lnTo>
                <a:lnTo>
                  <a:pt x="1033795" y="104151"/>
                </a:lnTo>
                <a:lnTo>
                  <a:pt x="1032959" y="103487"/>
                </a:lnTo>
                <a:lnTo>
                  <a:pt x="1032187" y="102786"/>
                </a:lnTo>
                <a:lnTo>
                  <a:pt x="1031480" y="102051"/>
                </a:lnTo>
                <a:lnTo>
                  <a:pt x="1030840" y="101284"/>
                </a:lnTo>
                <a:lnTo>
                  <a:pt x="1030270" y="100488"/>
                </a:lnTo>
                <a:lnTo>
                  <a:pt x="1029770" y="99665"/>
                </a:lnTo>
                <a:lnTo>
                  <a:pt x="1029343" y="98817"/>
                </a:lnTo>
                <a:lnTo>
                  <a:pt x="1028989" y="97947"/>
                </a:lnTo>
                <a:lnTo>
                  <a:pt x="1028711" y="97057"/>
                </a:lnTo>
                <a:lnTo>
                  <a:pt x="1028511" y="96150"/>
                </a:lnTo>
                <a:lnTo>
                  <a:pt x="1028389" y="95228"/>
                </a:lnTo>
                <a:lnTo>
                  <a:pt x="1028348" y="94293"/>
                </a:lnTo>
                <a:lnTo>
                  <a:pt x="1028434" y="93125"/>
                </a:lnTo>
                <a:lnTo>
                  <a:pt x="1028691" y="91982"/>
                </a:lnTo>
                <a:lnTo>
                  <a:pt x="1029115" y="90866"/>
                </a:lnTo>
                <a:lnTo>
                  <a:pt x="1029706" y="89780"/>
                </a:lnTo>
                <a:lnTo>
                  <a:pt x="1030460" y="88726"/>
                </a:lnTo>
                <a:lnTo>
                  <a:pt x="1031376" y="87704"/>
                </a:lnTo>
                <a:lnTo>
                  <a:pt x="1032451" y="86717"/>
                </a:lnTo>
                <a:lnTo>
                  <a:pt x="1033682" y="85766"/>
                </a:lnTo>
                <a:lnTo>
                  <a:pt x="1035069" y="84854"/>
                </a:lnTo>
                <a:lnTo>
                  <a:pt x="1036607" y="83981"/>
                </a:lnTo>
                <a:lnTo>
                  <a:pt x="1038296" y="83150"/>
                </a:lnTo>
                <a:lnTo>
                  <a:pt x="1040133" y="82363"/>
                </a:lnTo>
                <a:lnTo>
                  <a:pt x="1042115" y="81620"/>
                </a:lnTo>
                <a:lnTo>
                  <a:pt x="1044241" y="80925"/>
                </a:lnTo>
                <a:lnTo>
                  <a:pt x="1046507" y="80278"/>
                </a:lnTo>
                <a:lnTo>
                  <a:pt x="1048913" y="79682"/>
                </a:lnTo>
                <a:lnTo>
                  <a:pt x="1051455" y="79138"/>
                </a:lnTo>
                <a:lnTo>
                  <a:pt x="1054131" y="78648"/>
                </a:lnTo>
                <a:lnTo>
                  <a:pt x="1056940" y="78214"/>
                </a:lnTo>
                <a:lnTo>
                  <a:pt x="1059878" y="77837"/>
                </a:lnTo>
                <a:lnTo>
                  <a:pt x="1062944" y="77519"/>
                </a:lnTo>
                <a:lnTo>
                  <a:pt x="1066135" y="77262"/>
                </a:lnTo>
                <a:lnTo>
                  <a:pt x="1069449" y="77068"/>
                </a:lnTo>
                <a:lnTo>
                  <a:pt x="1072884" y="76939"/>
                </a:lnTo>
                <a:lnTo>
                  <a:pt x="1072884" y="93164"/>
                </a:lnTo>
                <a:lnTo>
                  <a:pt x="1072883" y="93716"/>
                </a:lnTo>
                <a:lnTo>
                  <a:pt x="1072880" y="94264"/>
                </a:lnTo>
                <a:lnTo>
                  <a:pt x="1072869" y="94808"/>
                </a:lnTo>
                <a:lnTo>
                  <a:pt x="1072849" y="95347"/>
                </a:lnTo>
                <a:lnTo>
                  <a:pt x="1072816" y="95883"/>
                </a:lnTo>
                <a:close/>
                <a:moveTo>
                  <a:pt x="593412" y="77374"/>
                </a:moveTo>
                <a:lnTo>
                  <a:pt x="593411" y="77408"/>
                </a:lnTo>
                <a:lnTo>
                  <a:pt x="593412" y="77445"/>
                </a:lnTo>
                <a:lnTo>
                  <a:pt x="593412" y="77374"/>
                </a:lnTo>
                <a:close/>
                <a:moveTo>
                  <a:pt x="386354" y="97936"/>
                </a:moveTo>
                <a:lnTo>
                  <a:pt x="386354" y="97937"/>
                </a:lnTo>
                <a:lnTo>
                  <a:pt x="386354" y="97939"/>
                </a:lnTo>
                <a:lnTo>
                  <a:pt x="386354" y="97936"/>
                </a:lnTo>
                <a:close/>
                <a:moveTo>
                  <a:pt x="591303" y="63377"/>
                </a:moveTo>
                <a:lnTo>
                  <a:pt x="590411" y="60782"/>
                </a:lnTo>
                <a:lnTo>
                  <a:pt x="589377" y="58273"/>
                </a:lnTo>
                <a:lnTo>
                  <a:pt x="588206" y="55857"/>
                </a:lnTo>
                <a:lnTo>
                  <a:pt x="586905" y="53540"/>
                </a:lnTo>
                <a:lnTo>
                  <a:pt x="585479" y="51329"/>
                </a:lnTo>
                <a:lnTo>
                  <a:pt x="583935" y="49228"/>
                </a:lnTo>
                <a:lnTo>
                  <a:pt x="582278" y="47246"/>
                </a:lnTo>
                <a:lnTo>
                  <a:pt x="580515" y="45386"/>
                </a:lnTo>
                <a:lnTo>
                  <a:pt x="578651" y="43657"/>
                </a:lnTo>
                <a:lnTo>
                  <a:pt x="576693" y="42063"/>
                </a:lnTo>
                <a:lnTo>
                  <a:pt x="574647" y="40610"/>
                </a:lnTo>
                <a:lnTo>
                  <a:pt x="572518" y="39306"/>
                </a:lnTo>
                <a:lnTo>
                  <a:pt x="570313" y="38156"/>
                </a:lnTo>
                <a:lnTo>
                  <a:pt x="568038" y="37166"/>
                </a:lnTo>
                <a:lnTo>
                  <a:pt x="565698" y="36343"/>
                </a:lnTo>
                <a:lnTo>
                  <a:pt x="563301" y="35691"/>
                </a:lnTo>
                <a:lnTo>
                  <a:pt x="560851" y="35219"/>
                </a:lnTo>
                <a:lnTo>
                  <a:pt x="558355" y="34930"/>
                </a:lnTo>
                <a:lnTo>
                  <a:pt x="555819" y="34833"/>
                </a:lnTo>
                <a:lnTo>
                  <a:pt x="554665" y="34851"/>
                </a:lnTo>
                <a:lnTo>
                  <a:pt x="553518" y="34905"/>
                </a:lnTo>
                <a:lnTo>
                  <a:pt x="552378" y="34994"/>
                </a:lnTo>
                <a:lnTo>
                  <a:pt x="551247" y="35118"/>
                </a:lnTo>
                <a:lnTo>
                  <a:pt x="550124" y="35276"/>
                </a:lnTo>
                <a:lnTo>
                  <a:pt x="549010" y="35469"/>
                </a:lnTo>
                <a:lnTo>
                  <a:pt x="547907" y="35695"/>
                </a:lnTo>
                <a:lnTo>
                  <a:pt x="546814" y="35954"/>
                </a:lnTo>
                <a:lnTo>
                  <a:pt x="545733" y="36247"/>
                </a:lnTo>
                <a:lnTo>
                  <a:pt x="544663" y="36571"/>
                </a:lnTo>
                <a:lnTo>
                  <a:pt x="543607" y="36928"/>
                </a:lnTo>
                <a:lnTo>
                  <a:pt x="542564" y="37316"/>
                </a:lnTo>
                <a:lnTo>
                  <a:pt x="541534" y="37735"/>
                </a:lnTo>
                <a:lnTo>
                  <a:pt x="540520" y="38185"/>
                </a:lnTo>
                <a:lnTo>
                  <a:pt x="539521" y="38666"/>
                </a:lnTo>
                <a:lnTo>
                  <a:pt x="538538" y="39176"/>
                </a:lnTo>
                <a:lnTo>
                  <a:pt x="537571" y="39715"/>
                </a:lnTo>
                <a:lnTo>
                  <a:pt x="536623" y="40284"/>
                </a:lnTo>
                <a:lnTo>
                  <a:pt x="535692" y="40881"/>
                </a:lnTo>
                <a:lnTo>
                  <a:pt x="534779" y="41507"/>
                </a:lnTo>
                <a:lnTo>
                  <a:pt x="533887" y="42160"/>
                </a:lnTo>
                <a:lnTo>
                  <a:pt x="533014" y="42841"/>
                </a:lnTo>
                <a:lnTo>
                  <a:pt x="532162" y="43549"/>
                </a:lnTo>
                <a:lnTo>
                  <a:pt x="531331" y="44283"/>
                </a:lnTo>
                <a:lnTo>
                  <a:pt x="531329" y="43595"/>
                </a:lnTo>
                <a:lnTo>
                  <a:pt x="531320" y="42939"/>
                </a:lnTo>
                <a:lnTo>
                  <a:pt x="531301" y="42312"/>
                </a:lnTo>
                <a:lnTo>
                  <a:pt x="531269" y="41715"/>
                </a:lnTo>
                <a:lnTo>
                  <a:pt x="531222" y="41149"/>
                </a:lnTo>
                <a:lnTo>
                  <a:pt x="531157" y="40612"/>
                </a:lnTo>
                <a:lnTo>
                  <a:pt x="531071" y="40105"/>
                </a:lnTo>
                <a:lnTo>
                  <a:pt x="530960" y="39628"/>
                </a:lnTo>
                <a:lnTo>
                  <a:pt x="530823" y="39181"/>
                </a:lnTo>
                <a:lnTo>
                  <a:pt x="530657" y="38763"/>
                </a:lnTo>
                <a:lnTo>
                  <a:pt x="530458" y="38375"/>
                </a:lnTo>
                <a:lnTo>
                  <a:pt x="530223" y="38016"/>
                </a:lnTo>
                <a:lnTo>
                  <a:pt x="529951" y="37686"/>
                </a:lnTo>
                <a:lnTo>
                  <a:pt x="529637" y="37385"/>
                </a:lnTo>
                <a:lnTo>
                  <a:pt x="529280" y="37114"/>
                </a:lnTo>
                <a:lnTo>
                  <a:pt x="528876" y="36871"/>
                </a:lnTo>
                <a:lnTo>
                  <a:pt x="528422" y="36657"/>
                </a:lnTo>
                <a:lnTo>
                  <a:pt x="527916" y="36473"/>
                </a:lnTo>
                <a:lnTo>
                  <a:pt x="527355" y="36316"/>
                </a:lnTo>
                <a:lnTo>
                  <a:pt x="526736" y="36189"/>
                </a:lnTo>
                <a:lnTo>
                  <a:pt x="526056" y="36090"/>
                </a:lnTo>
                <a:lnTo>
                  <a:pt x="525312" y="36019"/>
                </a:lnTo>
                <a:lnTo>
                  <a:pt x="524501" y="35977"/>
                </a:lnTo>
                <a:lnTo>
                  <a:pt x="523621" y="35963"/>
                </a:lnTo>
                <a:lnTo>
                  <a:pt x="509548" y="35963"/>
                </a:lnTo>
                <a:lnTo>
                  <a:pt x="509153" y="35963"/>
                </a:lnTo>
                <a:lnTo>
                  <a:pt x="508744" y="35966"/>
                </a:lnTo>
                <a:lnTo>
                  <a:pt x="508322" y="35974"/>
                </a:lnTo>
                <a:lnTo>
                  <a:pt x="507891" y="35990"/>
                </a:lnTo>
                <a:lnTo>
                  <a:pt x="507453" y="36017"/>
                </a:lnTo>
                <a:lnTo>
                  <a:pt x="507011" y="36056"/>
                </a:lnTo>
                <a:lnTo>
                  <a:pt x="506568" y="36111"/>
                </a:lnTo>
                <a:lnTo>
                  <a:pt x="506127" y="36184"/>
                </a:lnTo>
                <a:lnTo>
                  <a:pt x="505691" y="36278"/>
                </a:lnTo>
                <a:lnTo>
                  <a:pt x="505262" y="36395"/>
                </a:lnTo>
                <a:lnTo>
                  <a:pt x="504843" y="36538"/>
                </a:lnTo>
                <a:lnTo>
                  <a:pt x="504438" y="36710"/>
                </a:lnTo>
                <a:lnTo>
                  <a:pt x="504049" y="36913"/>
                </a:lnTo>
                <a:lnTo>
                  <a:pt x="503679" y="37149"/>
                </a:lnTo>
                <a:lnTo>
                  <a:pt x="503331" y="37422"/>
                </a:lnTo>
                <a:lnTo>
                  <a:pt x="503007" y="37734"/>
                </a:lnTo>
                <a:lnTo>
                  <a:pt x="502710" y="38087"/>
                </a:lnTo>
                <a:lnTo>
                  <a:pt x="502444" y="38485"/>
                </a:lnTo>
                <a:lnTo>
                  <a:pt x="502211" y="38929"/>
                </a:lnTo>
                <a:lnTo>
                  <a:pt x="502014" y="39422"/>
                </a:lnTo>
                <a:lnTo>
                  <a:pt x="501856" y="39968"/>
                </a:lnTo>
                <a:lnTo>
                  <a:pt x="501740" y="40567"/>
                </a:lnTo>
                <a:lnTo>
                  <a:pt x="501668" y="41224"/>
                </a:lnTo>
                <a:lnTo>
                  <a:pt x="501643" y="41941"/>
                </a:lnTo>
                <a:lnTo>
                  <a:pt x="501669" y="42634"/>
                </a:lnTo>
                <a:lnTo>
                  <a:pt x="501743" y="43270"/>
                </a:lnTo>
                <a:lnTo>
                  <a:pt x="501864" y="43850"/>
                </a:lnTo>
                <a:lnTo>
                  <a:pt x="502027" y="44378"/>
                </a:lnTo>
                <a:lnTo>
                  <a:pt x="502230" y="44855"/>
                </a:lnTo>
                <a:lnTo>
                  <a:pt x="502469" y="45285"/>
                </a:lnTo>
                <a:lnTo>
                  <a:pt x="502741" y="45669"/>
                </a:lnTo>
                <a:lnTo>
                  <a:pt x="503043" y="46011"/>
                </a:lnTo>
                <a:lnTo>
                  <a:pt x="503371" y="46313"/>
                </a:lnTo>
                <a:lnTo>
                  <a:pt x="503724" y="46577"/>
                </a:lnTo>
                <a:lnTo>
                  <a:pt x="504097" y="46806"/>
                </a:lnTo>
                <a:lnTo>
                  <a:pt x="504487" y="47002"/>
                </a:lnTo>
                <a:lnTo>
                  <a:pt x="504891" y="47168"/>
                </a:lnTo>
                <a:lnTo>
                  <a:pt x="505306" y="47306"/>
                </a:lnTo>
                <a:lnTo>
                  <a:pt x="505728" y="47420"/>
                </a:lnTo>
                <a:lnTo>
                  <a:pt x="506156" y="47511"/>
                </a:lnTo>
                <a:lnTo>
                  <a:pt x="506584" y="47581"/>
                </a:lnTo>
                <a:lnTo>
                  <a:pt x="507011" y="47634"/>
                </a:lnTo>
                <a:lnTo>
                  <a:pt x="507432" y="47673"/>
                </a:lnTo>
                <a:lnTo>
                  <a:pt x="507846" y="47698"/>
                </a:lnTo>
                <a:lnTo>
                  <a:pt x="508248" y="47714"/>
                </a:lnTo>
                <a:lnTo>
                  <a:pt x="508635" y="47721"/>
                </a:lnTo>
                <a:lnTo>
                  <a:pt x="509005" y="47724"/>
                </a:lnTo>
                <a:lnTo>
                  <a:pt x="509354" y="47725"/>
                </a:lnTo>
                <a:lnTo>
                  <a:pt x="518032" y="47725"/>
                </a:lnTo>
                <a:lnTo>
                  <a:pt x="518032" y="149979"/>
                </a:lnTo>
                <a:lnTo>
                  <a:pt x="509548" y="149979"/>
                </a:lnTo>
                <a:lnTo>
                  <a:pt x="509153" y="149980"/>
                </a:lnTo>
                <a:lnTo>
                  <a:pt x="508744" y="149983"/>
                </a:lnTo>
                <a:lnTo>
                  <a:pt x="508322" y="149991"/>
                </a:lnTo>
                <a:lnTo>
                  <a:pt x="507891" y="150007"/>
                </a:lnTo>
                <a:lnTo>
                  <a:pt x="507453" y="150033"/>
                </a:lnTo>
                <a:lnTo>
                  <a:pt x="507011" y="150073"/>
                </a:lnTo>
                <a:lnTo>
                  <a:pt x="506568" y="150127"/>
                </a:lnTo>
                <a:lnTo>
                  <a:pt x="506127" y="150201"/>
                </a:lnTo>
                <a:lnTo>
                  <a:pt x="505691" y="150294"/>
                </a:lnTo>
                <a:lnTo>
                  <a:pt x="505262" y="150411"/>
                </a:lnTo>
                <a:lnTo>
                  <a:pt x="504843" y="150555"/>
                </a:lnTo>
                <a:lnTo>
                  <a:pt x="504438" y="150726"/>
                </a:lnTo>
                <a:lnTo>
                  <a:pt x="504049" y="150929"/>
                </a:lnTo>
                <a:lnTo>
                  <a:pt x="503679" y="151165"/>
                </a:lnTo>
                <a:lnTo>
                  <a:pt x="503331" y="151438"/>
                </a:lnTo>
                <a:lnTo>
                  <a:pt x="503007" y="151750"/>
                </a:lnTo>
                <a:lnTo>
                  <a:pt x="502710" y="152103"/>
                </a:lnTo>
                <a:lnTo>
                  <a:pt x="502444" y="152500"/>
                </a:lnTo>
                <a:lnTo>
                  <a:pt x="502211" y="152944"/>
                </a:lnTo>
                <a:lnTo>
                  <a:pt x="502014" y="153437"/>
                </a:lnTo>
                <a:lnTo>
                  <a:pt x="501856" y="153982"/>
                </a:lnTo>
                <a:lnTo>
                  <a:pt x="501740" y="154582"/>
                </a:lnTo>
                <a:lnTo>
                  <a:pt x="501668" y="155238"/>
                </a:lnTo>
                <a:lnTo>
                  <a:pt x="501643" y="155954"/>
                </a:lnTo>
                <a:lnTo>
                  <a:pt x="501669" y="156648"/>
                </a:lnTo>
                <a:lnTo>
                  <a:pt x="501743" y="157283"/>
                </a:lnTo>
                <a:lnTo>
                  <a:pt x="501864" y="157864"/>
                </a:lnTo>
                <a:lnTo>
                  <a:pt x="502027" y="158391"/>
                </a:lnTo>
                <a:lnTo>
                  <a:pt x="502230" y="158869"/>
                </a:lnTo>
                <a:lnTo>
                  <a:pt x="502469" y="159298"/>
                </a:lnTo>
                <a:lnTo>
                  <a:pt x="502741" y="159683"/>
                </a:lnTo>
                <a:lnTo>
                  <a:pt x="503043" y="160025"/>
                </a:lnTo>
                <a:lnTo>
                  <a:pt x="503371" y="160326"/>
                </a:lnTo>
                <a:lnTo>
                  <a:pt x="503724" y="160590"/>
                </a:lnTo>
                <a:lnTo>
                  <a:pt x="504097" y="160819"/>
                </a:lnTo>
                <a:lnTo>
                  <a:pt x="504487" y="161015"/>
                </a:lnTo>
                <a:lnTo>
                  <a:pt x="504891" y="161181"/>
                </a:lnTo>
                <a:lnTo>
                  <a:pt x="505306" y="161320"/>
                </a:lnTo>
                <a:lnTo>
                  <a:pt x="505728" y="161433"/>
                </a:lnTo>
                <a:lnTo>
                  <a:pt x="506156" y="161524"/>
                </a:lnTo>
                <a:lnTo>
                  <a:pt x="506584" y="161595"/>
                </a:lnTo>
                <a:lnTo>
                  <a:pt x="507011" y="161648"/>
                </a:lnTo>
                <a:lnTo>
                  <a:pt x="507432" y="161686"/>
                </a:lnTo>
                <a:lnTo>
                  <a:pt x="507846" y="161712"/>
                </a:lnTo>
                <a:lnTo>
                  <a:pt x="508248" y="161727"/>
                </a:lnTo>
                <a:lnTo>
                  <a:pt x="508635" y="161735"/>
                </a:lnTo>
                <a:lnTo>
                  <a:pt x="509005" y="161738"/>
                </a:lnTo>
                <a:lnTo>
                  <a:pt x="509354" y="161738"/>
                </a:lnTo>
                <a:lnTo>
                  <a:pt x="540010" y="161738"/>
                </a:lnTo>
                <a:lnTo>
                  <a:pt x="540358" y="161738"/>
                </a:lnTo>
                <a:lnTo>
                  <a:pt x="540728" y="161735"/>
                </a:lnTo>
                <a:lnTo>
                  <a:pt x="541116" y="161727"/>
                </a:lnTo>
                <a:lnTo>
                  <a:pt x="541518" y="161712"/>
                </a:lnTo>
                <a:lnTo>
                  <a:pt x="541931" y="161686"/>
                </a:lnTo>
                <a:lnTo>
                  <a:pt x="542353" y="161648"/>
                </a:lnTo>
                <a:lnTo>
                  <a:pt x="542779" y="161595"/>
                </a:lnTo>
                <a:lnTo>
                  <a:pt x="543208" y="161524"/>
                </a:lnTo>
                <a:lnTo>
                  <a:pt x="543635" y="161433"/>
                </a:lnTo>
                <a:lnTo>
                  <a:pt x="544057" y="161320"/>
                </a:lnTo>
                <a:lnTo>
                  <a:pt x="544472" y="161181"/>
                </a:lnTo>
                <a:lnTo>
                  <a:pt x="544877" y="161015"/>
                </a:lnTo>
                <a:lnTo>
                  <a:pt x="545267" y="160819"/>
                </a:lnTo>
                <a:lnTo>
                  <a:pt x="545639" y="160590"/>
                </a:lnTo>
                <a:lnTo>
                  <a:pt x="545992" y="160326"/>
                </a:lnTo>
                <a:lnTo>
                  <a:pt x="546321" y="160025"/>
                </a:lnTo>
                <a:lnTo>
                  <a:pt x="546623" y="159683"/>
                </a:lnTo>
                <a:lnTo>
                  <a:pt x="546895" y="159298"/>
                </a:lnTo>
                <a:lnTo>
                  <a:pt x="547134" y="158869"/>
                </a:lnTo>
                <a:lnTo>
                  <a:pt x="547336" y="158391"/>
                </a:lnTo>
                <a:lnTo>
                  <a:pt x="547499" y="157864"/>
                </a:lnTo>
                <a:lnTo>
                  <a:pt x="547620" y="157283"/>
                </a:lnTo>
                <a:lnTo>
                  <a:pt x="547695" y="156648"/>
                </a:lnTo>
                <a:lnTo>
                  <a:pt x="547720" y="155954"/>
                </a:lnTo>
                <a:lnTo>
                  <a:pt x="547695" y="155238"/>
                </a:lnTo>
                <a:lnTo>
                  <a:pt x="547624" y="154582"/>
                </a:lnTo>
                <a:lnTo>
                  <a:pt x="547507" y="153982"/>
                </a:lnTo>
                <a:lnTo>
                  <a:pt x="547349" y="153437"/>
                </a:lnTo>
                <a:lnTo>
                  <a:pt x="547152" y="152944"/>
                </a:lnTo>
                <a:lnTo>
                  <a:pt x="546919" y="152500"/>
                </a:lnTo>
                <a:lnTo>
                  <a:pt x="546653" y="152103"/>
                </a:lnTo>
                <a:lnTo>
                  <a:pt x="546357" y="151750"/>
                </a:lnTo>
                <a:lnTo>
                  <a:pt x="546033" y="151438"/>
                </a:lnTo>
                <a:lnTo>
                  <a:pt x="545684" y="151165"/>
                </a:lnTo>
                <a:lnTo>
                  <a:pt x="545314" y="150929"/>
                </a:lnTo>
                <a:lnTo>
                  <a:pt x="544925" y="150726"/>
                </a:lnTo>
                <a:lnTo>
                  <a:pt x="544520" y="150555"/>
                </a:lnTo>
                <a:lnTo>
                  <a:pt x="544102" y="150411"/>
                </a:lnTo>
                <a:lnTo>
                  <a:pt x="543673" y="150294"/>
                </a:lnTo>
                <a:lnTo>
                  <a:pt x="543236" y="150201"/>
                </a:lnTo>
                <a:lnTo>
                  <a:pt x="542795" y="150127"/>
                </a:lnTo>
                <a:lnTo>
                  <a:pt x="542353" y="150073"/>
                </a:lnTo>
                <a:lnTo>
                  <a:pt x="541911" y="150033"/>
                </a:lnTo>
                <a:lnTo>
                  <a:pt x="541473" y="150007"/>
                </a:lnTo>
                <a:lnTo>
                  <a:pt x="541041" y="149991"/>
                </a:lnTo>
                <a:lnTo>
                  <a:pt x="540619" y="149983"/>
                </a:lnTo>
                <a:lnTo>
                  <a:pt x="540210" y="149980"/>
                </a:lnTo>
                <a:lnTo>
                  <a:pt x="539816" y="149979"/>
                </a:lnTo>
                <a:lnTo>
                  <a:pt x="531331" y="149979"/>
                </a:lnTo>
                <a:lnTo>
                  <a:pt x="531331" y="110295"/>
                </a:lnTo>
                <a:lnTo>
                  <a:pt x="532321" y="111274"/>
                </a:lnTo>
                <a:lnTo>
                  <a:pt x="533314" y="112190"/>
                </a:lnTo>
                <a:lnTo>
                  <a:pt x="534309" y="113043"/>
                </a:lnTo>
                <a:lnTo>
                  <a:pt x="535304" y="113835"/>
                </a:lnTo>
                <a:lnTo>
                  <a:pt x="536300" y="114570"/>
                </a:lnTo>
                <a:lnTo>
                  <a:pt x="537293" y="115248"/>
                </a:lnTo>
                <a:lnTo>
                  <a:pt x="538285" y="115872"/>
                </a:lnTo>
                <a:lnTo>
                  <a:pt x="539272" y="116444"/>
                </a:lnTo>
                <a:lnTo>
                  <a:pt x="540255" y="116965"/>
                </a:lnTo>
                <a:lnTo>
                  <a:pt x="541233" y="117438"/>
                </a:lnTo>
                <a:lnTo>
                  <a:pt x="542203" y="117865"/>
                </a:lnTo>
                <a:lnTo>
                  <a:pt x="543166" y="118248"/>
                </a:lnTo>
                <a:lnTo>
                  <a:pt x="544119" y="118589"/>
                </a:lnTo>
                <a:lnTo>
                  <a:pt x="545062" y="118889"/>
                </a:lnTo>
                <a:lnTo>
                  <a:pt x="545994" y="119152"/>
                </a:lnTo>
                <a:lnTo>
                  <a:pt x="546914" y="119378"/>
                </a:lnTo>
                <a:lnTo>
                  <a:pt x="547820" y="119570"/>
                </a:lnTo>
                <a:lnTo>
                  <a:pt x="548712" y="119730"/>
                </a:lnTo>
                <a:lnTo>
                  <a:pt x="549588" y="119859"/>
                </a:lnTo>
                <a:lnTo>
                  <a:pt x="550448" y="119961"/>
                </a:lnTo>
                <a:lnTo>
                  <a:pt x="551290" y="120037"/>
                </a:lnTo>
                <a:lnTo>
                  <a:pt x="552113" y="120088"/>
                </a:lnTo>
                <a:lnTo>
                  <a:pt x="552916" y="120118"/>
                </a:lnTo>
                <a:lnTo>
                  <a:pt x="553698" y="120127"/>
                </a:lnTo>
                <a:lnTo>
                  <a:pt x="556311" y="120032"/>
                </a:lnTo>
                <a:lnTo>
                  <a:pt x="558893" y="119753"/>
                </a:lnTo>
                <a:lnTo>
                  <a:pt x="561437" y="119293"/>
                </a:lnTo>
                <a:lnTo>
                  <a:pt x="563936" y="118658"/>
                </a:lnTo>
                <a:lnTo>
                  <a:pt x="566382" y="117853"/>
                </a:lnTo>
                <a:lnTo>
                  <a:pt x="568768" y="116885"/>
                </a:lnTo>
                <a:lnTo>
                  <a:pt x="571087" y="115757"/>
                </a:lnTo>
                <a:lnTo>
                  <a:pt x="573333" y="114476"/>
                </a:lnTo>
                <a:lnTo>
                  <a:pt x="575498" y="113046"/>
                </a:lnTo>
                <a:lnTo>
                  <a:pt x="577574" y="111473"/>
                </a:lnTo>
                <a:lnTo>
                  <a:pt x="579556" y="109762"/>
                </a:lnTo>
                <a:lnTo>
                  <a:pt x="581435" y="107918"/>
                </a:lnTo>
                <a:lnTo>
                  <a:pt x="583204" y="105948"/>
                </a:lnTo>
                <a:lnTo>
                  <a:pt x="584857" y="103855"/>
                </a:lnTo>
                <a:lnTo>
                  <a:pt x="586387" y="101645"/>
                </a:lnTo>
                <a:lnTo>
                  <a:pt x="587785" y="99324"/>
                </a:lnTo>
                <a:lnTo>
                  <a:pt x="589046" y="96896"/>
                </a:lnTo>
                <a:lnTo>
                  <a:pt x="590161" y="94368"/>
                </a:lnTo>
                <a:lnTo>
                  <a:pt x="591125" y="91744"/>
                </a:lnTo>
                <a:lnTo>
                  <a:pt x="591929" y="89030"/>
                </a:lnTo>
                <a:lnTo>
                  <a:pt x="592567" y="86230"/>
                </a:lnTo>
                <a:lnTo>
                  <a:pt x="593032" y="83351"/>
                </a:lnTo>
                <a:lnTo>
                  <a:pt x="593315" y="80397"/>
                </a:lnTo>
                <a:lnTo>
                  <a:pt x="593411" y="77408"/>
                </a:lnTo>
                <a:lnTo>
                  <a:pt x="593323" y="74506"/>
                </a:lnTo>
                <a:lnTo>
                  <a:pt x="593062" y="71624"/>
                </a:lnTo>
                <a:lnTo>
                  <a:pt x="592634" y="68805"/>
                </a:lnTo>
                <a:lnTo>
                  <a:pt x="592046" y="66054"/>
                </a:lnTo>
                <a:lnTo>
                  <a:pt x="591303" y="63377"/>
                </a:lnTo>
                <a:close/>
                <a:moveTo>
                  <a:pt x="579047" y="86086"/>
                </a:moveTo>
                <a:lnTo>
                  <a:pt x="578474" y="88087"/>
                </a:lnTo>
                <a:lnTo>
                  <a:pt x="577790" y="90013"/>
                </a:lnTo>
                <a:lnTo>
                  <a:pt x="577000" y="91858"/>
                </a:lnTo>
                <a:lnTo>
                  <a:pt x="576111" y="93622"/>
                </a:lnTo>
                <a:lnTo>
                  <a:pt x="575128" y="95301"/>
                </a:lnTo>
                <a:lnTo>
                  <a:pt x="574057" y="96892"/>
                </a:lnTo>
                <a:lnTo>
                  <a:pt x="572904" y="98393"/>
                </a:lnTo>
                <a:lnTo>
                  <a:pt x="571675" y="99800"/>
                </a:lnTo>
                <a:lnTo>
                  <a:pt x="570376" y="101111"/>
                </a:lnTo>
                <a:lnTo>
                  <a:pt x="569012" y="102323"/>
                </a:lnTo>
                <a:lnTo>
                  <a:pt x="567590" y="103434"/>
                </a:lnTo>
                <a:lnTo>
                  <a:pt x="566114" y="104439"/>
                </a:lnTo>
                <a:lnTo>
                  <a:pt x="564593" y="105336"/>
                </a:lnTo>
                <a:lnTo>
                  <a:pt x="563030" y="106124"/>
                </a:lnTo>
                <a:lnTo>
                  <a:pt x="561431" y="106798"/>
                </a:lnTo>
                <a:lnTo>
                  <a:pt x="559804" y="107355"/>
                </a:lnTo>
                <a:lnTo>
                  <a:pt x="558153" y="107794"/>
                </a:lnTo>
                <a:lnTo>
                  <a:pt x="556485" y="108111"/>
                </a:lnTo>
                <a:lnTo>
                  <a:pt x="554804" y="108303"/>
                </a:lnTo>
                <a:lnTo>
                  <a:pt x="553118" y="108368"/>
                </a:lnTo>
                <a:lnTo>
                  <a:pt x="551282" y="108281"/>
                </a:lnTo>
                <a:lnTo>
                  <a:pt x="549530" y="108029"/>
                </a:lnTo>
                <a:lnTo>
                  <a:pt x="547864" y="107622"/>
                </a:lnTo>
                <a:lnTo>
                  <a:pt x="546283" y="107070"/>
                </a:lnTo>
                <a:lnTo>
                  <a:pt x="544785" y="106385"/>
                </a:lnTo>
                <a:lnTo>
                  <a:pt x="543370" y="105576"/>
                </a:lnTo>
                <a:lnTo>
                  <a:pt x="542037" y="104655"/>
                </a:lnTo>
                <a:lnTo>
                  <a:pt x="540786" y="103633"/>
                </a:lnTo>
                <a:lnTo>
                  <a:pt x="539616" y="102520"/>
                </a:lnTo>
                <a:lnTo>
                  <a:pt x="538526" y="101326"/>
                </a:lnTo>
                <a:lnTo>
                  <a:pt x="537517" y="100063"/>
                </a:lnTo>
                <a:lnTo>
                  <a:pt x="536586" y="98741"/>
                </a:lnTo>
                <a:lnTo>
                  <a:pt x="535733" y="97371"/>
                </a:lnTo>
                <a:lnTo>
                  <a:pt x="534958" y="95964"/>
                </a:lnTo>
                <a:lnTo>
                  <a:pt x="534260" y="94530"/>
                </a:lnTo>
                <a:lnTo>
                  <a:pt x="533638" y="93080"/>
                </a:lnTo>
                <a:lnTo>
                  <a:pt x="533092" y="91624"/>
                </a:lnTo>
                <a:lnTo>
                  <a:pt x="532621" y="90174"/>
                </a:lnTo>
                <a:lnTo>
                  <a:pt x="532224" y="88740"/>
                </a:lnTo>
                <a:lnTo>
                  <a:pt x="531901" y="87332"/>
                </a:lnTo>
                <a:lnTo>
                  <a:pt x="531651" y="85962"/>
                </a:lnTo>
                <a:lnTo>
                  <a:pt x="531473" y="84641"/>
                </a:lnTo>
                <a:lnTo>
                  <a:pt x="531367" y="83378"/>
                </a:lnTo>
                <a:lnTo>
                  <a:pt x="531331" y="82184"/>
                </a:lnTo>
                <a:lnTo>
                  <a:pt x="531331" y="68133"/>
                </a:lnTo>
                <a:lnTo>
                  <a:pt x="531389" y="66725"/>
                </a:lnTo>
                <a:lnTo>
                  <a:pt x="531559" y="65332"/>
                </a:lnTo>
                <a:lnTo>
                  <a:pt x="531836" y="63958"/>
                </a:lnTo>
                <a:lnTo>
                  <a:pt x="532216" y="62608"/>
                </a:lnTo>
                <a:lnTo>
                  <a:pt x="532695" y="61285"/>
                </a:lnTo>
                <a:lnTo>
                  <a:pt x="533269" y="59993"/>
                </a:lnTo>
                <a:lnTo>
                  <a:pt x="533932" y="58737"/>
                </a:lnTo>
                <a:lnTo>
                  <a:pt x="534681" y="57519"/>
                </a:lnTo>
                <a:lnTo>
                  <a:pt x="535511" y="56345"/>
                </a:lnTo>
                <a:lnTo>
                  <a:pt x="536417" y="55218"/>
                </a:lnTo>
                <a:lnTo>
                  <a:pt x="537396" y="54141"/>
                </a:lnTo>
                <a:lnTo>
                  <a:pt x="538442" y="53120"/>
                </a:lnTo>
                <a:lnTo>
                  <a:pt x="539551" y="52158"/>
                </a:lnTo>
                <a:lnTo>
                  <a:pt x="540719" y="51258"/>
                </a:lnTo>
                <a:lnTo>
                  <a:pt x="541942" y="50426"/>
                </a:lnTo>
                <a:lnTo>
                  <a:pt x="543215" y="49664"/>
                </a:lnTo>
                <a:lnTo>
                  <a:pt x="544533" y="48977"/>
                </a:lnTo>
                <a:lnTo>
                  <a:pt x="545892" y="48369"/>
                </a:lnTo>
                <a:lnTo>
                  <a:pt x="547287" y="47843"/>
                </a:lnTo>
                <a:lnTo>
                  <a:pt x="548715" y="47405"/>
                </a:lnTo>
                <a:lnTo>
                  <a:pt x="550171" y="47056"/>
                </a:lnTo>
                <a:lnTo>
                  <a:pt x="551650" y="46803"/>
                </a:lnTo>
                <a:lnTo>
                  <a:pt x="553148" y="46648"/>
                </a:lnTo>
                <a:lnTo>
                  <a:pt x="554660" y="46595"/>
                </a:lnTo>
                <a:lnTo>
                  <a:pt x="556427" y="46668"/>
                </a:lnTo>
                <a:lnTo>
                  <a:pt x="558158" y="46882"/>
                </a:lnTo>
                <a:lnTo>
                  <a:pt x="559850" y="47233"/>
                </a:lnTo>
                <a:lnTo>
                  <a:pt x="561499" y="47715"/>
                </a:lnTo>
                <a:lnTo>
                  <a:pt x="563102" y="48325"/>
                </a:lnTo>
                <a:lnTo>
                  <a:pt x="564655" y="49056"/>
                </a:lnTo>
                <a:lnTo>
                  <a:pt x="566155" y="49905"/>
                </a:lnTo>
                <a:lnTo>
                  <a:pt x="567599" y="50865"/>
                </a:lnTo>
                <a:lnTo>
                  <a:pt x="568982" y="51933"/>
                </a:lnTo>
                <a:lnTo>
                  <a:pt x="570301" y="53103"/>
                </a:lnTo>
                <a:lnTo>
                  <a:pt x="571553" y="54370"/>
                </a:lnTo>
                <a:lnTo>
                  <a:pt x="572735" y="55729"/>
                </a:lnTo>
                <a:lnTo>
                  <a:pt x="573842" y="57176"/>
                </a:lnTo>
                <a:lnTo>
                  <a:pt x="574871" y="58705"/>
                </a:lnTo>
                <a:lnTo>
                  <a:pt x="575819" y="60312"/>
                </a:lnTo>
                <a:lnTo>
                  <a:pt x="576682" y="61991"/>
                </a:lnTo>
                <a:lnTo>
                  <a:pt x="577456" y="63738"/>
                </a:lnTo>
                <a:lnTo>
                  <a:pt x="578139" y="65547"/>
                </a:lnTo>
                <a:lnTo>
                  <a:pt x="578726" y="67415"/>
                </a:lnTo>
                <a:lnTo>
                  <a:pt x="579215" y="69335"/>
                </a:lnTo>
                <a:lnTo>
                  <a:pt x="579601" y="71303"/>
                </a:lnTo>
                <a:lnTo>
                  <a:pt x="579881" y="73314"/>
                </a:lnTo>
                <a:lnTo>
                  <a:pt x="580051" y="75363"/>
                </a:lnTo>
                <a:lnTo>
                  <a:pt x="580108" y="77408"/>
                </a:lnTo>
                <a:lnTo>
                  <a:pt x="580040" y="79652"/>
                </a:lnTo>
                <a:lnTo>
                  <a:pt x="579836" y="81866"/>
                </a:lnTo>
                <a:lnTo>
                  <a:pt x="579503" y="84011"/>
                </a:lnTo>
                <a:lnTo>
                  <a:pt x="579047" y="86086"/>
                </a:lnTo>
                <a:close/>
                <a:moveTo>
                  <a:pt x="900601" y="41348"/>
                </a:moveTo>
                <a:lnTo>
                  <a:pt x="900371" y="40755"/>
                </a:lnTo>
                <a:lnTo>
                  <a:pt x="900095" y="40165"/>
                </a:lnTo>
                <a:lnTo>
                  <a:pt x="899771" y="39582"/>
                </a:lnTo>
                <a:lnTo>
                  <a:pt x="899398" y="39009"/>
                </a:lnTo>
                <a:lnTo>
                  <a:pt x="898975" y="38450"/>
                </a:lnTo>
                <a:lnTo>
                  <a:pt x="898501" y="37907"/>
                </a:lnTo>
                <a:lnTo>
                  <a:pt x="897973" y="37384"/>
                </a:lnTo>
                <a:lnTo>
                  <a:pt x="897392" y="36884"/>
                </a:lnTo>
                <a:lnTo>
                  <a:pt x="896755" y="36410"/>
                </a:lnTo>
                <a:lnTo>
                  <a:pt x="896061" y="35966"/>
                </a:lnTo>
                <a:lnTo>
                  <a:pt x="895308" y="35555"/>
                </a:lnTo>
                <a:lnTo>
                  <a:pt x="894497" y="35180"/>
                </a:lnTo>
                <a:lnTo>
                  <a:pt x="893624" y="34845"/>
                </a:lnTo>
                <a:lnTo>
                  <a:pt x="892689" y="34552"/>
                </a:lnTo>
                <a:lnTo>
                  <a:pt x="891690" y="34305"/>
                </a:lnTo>
                <a:lnTo>
                  <a:pt x="890626" y="34107"/>
                </a:lnTo>
                <a:lnTo>
                  <a:pt x="889497" y="33962"/>
                </a:lnTo>
                <a:lnTo>
                  <a:pt x="888299" y="33872"/>
                </a:lnTo>
                <a:lnTo>
                  <a:pt x="887033" y="33842"/>
                </a:lnTo>
                <a:lnTo>
                  <a:pt x="886730" y="33843"/>
                </a:lnTo>
                <a:lnTo>
                  <a:pt x="886354" y="33849"/>
                </a:lnTo>
                <a:lnTo>
                  <a:pt x="885909" y="33863"/>
                </a:lnTo>
                <a:lnTo>
                  <a:pt x="885398" y="33886"/>
                </a:lnTo>
                <a:lnTo>
                  <a:pt x="884825" y="33922"/>
                </a:lnTo>
                <a:lnTo>
                  <a:pt x="884192" y="33974"/>
                </a:lnTo>
                <a:lnTo>
                  <a:pt x="883503" y="34044"/>
                </a:lnTo>
                <a:lnTo>
                  <a:pt x="882763" y="34134"/>
                </a:lnTo>
                <a:lnTo>
                  <a:pt x="881973" y="34248"/>
                </a:lnTo>
                <a:lnTo>
                  <a:pt x="881138" y="34388"/>
                </a:lnTo>
                <a:lnTo>
                  <a:pt x="880261" y="34556"/>
                </a:lnTo>
                <a:lnTo>
                  <a:pt x="879345" y="34757"/>
                </a:lnTo>
                <a:lnTo>
                  <a:pt x="878394" y="34991"/>
                </a:lnTo>
                <a:lnTo>
                  <a:pt x="877412" y="35262"/>
                </a:lnTo>
                <a:lnTo>
                  <a:pt x="876401" y="35573"/>
                </a:lnTo>
                <a:lnTo>
                  <a:pt x="875365" y="35925"/>
                </a:lnTo>
                <a:lnTo>
                  <a:pt x="874308" y="36323"/>
                </a:lnTo>
                <a:lnTo>
                  <a:pt x="873233" y="36768"/>
                </a:lnTo>
                <a:lnTo>
                  <a:pt x="872143" y="37264"/>
                </a:lnTo>
                <a:lnTo>
                  <a:pt x="871042" y="37812"/>
                </a:lnTo>
                <a:lnTo>
                  <a:pt x="869934" y="38416"/>
                </a:lnTo>
                <a:lnTo>
                  <a:pt x="868821" y="39078"/>
                </a:lnTo>
                <a:lnTo>
                  <a:pt x="867707" y="39801"/>
                </a:lnTo>
                <a:lnTo>
                  <a:pt x="866596" y="40588"/>
                </a:lnTo>
                <a:lnTo>
                  <a:pt x="866192" y="40319"/>
                </a:lnTo>
                <a:lnTo>
                  <a:pt x="865750" y="40036"/>
                </a:lnTo>
                <a:lnTo>
                  <a:pt x="865271" y="39741"/>
                </a:lnTo>
                <a:lnTo>
                  <a:pt x="864756" y="39436"/>
                </a:lnTo>
                <a:lnTo>
                  <a:pt x="864206" y="39124"/>
                </a:lnTo>
                <a:lnTo>
                  <a:pt x="863621" y="38807"/>
                </a:lnTo>
                <a:lnTo>
                  <a:pt x="863001" y="38487"/>
                </a:lnTo>
                <a:lnTo>
                  <a:pt x="862349" y="38167"/>
                </a:lnTo>
                <a:lnTo>
                  <a:pt x="861663" y="37849"/>
                </a:lnTo>
                <a:lnTo>
                  <a:pt x="860945" y="37534"/>
                </a:lnTo>
                <a:lnTo>
                  <a:pt x="860196" y="37226"/>
                </a:lnTo>
                <a:lnTo>
                  <a:pt x="859416" y="36927"/>
                </a:lnTo>
                <a:lnTo>
                  <a:pt x="858605" y="36638"/>
                </a:lnTo>
                <a:lnTo>
                  <a:pt x="857766" y="36363"/>
                </a:lnTo>
                <a:lnTo>
                  <a:pt x="856897" y="36103"/>
                </a:lnTo>
                <a:lnTo>
                  <a:pt x="856001" y="35861"/>
                </a:lnTo>
                <a:lnTo>
                  <a:pt x="855076" y="35638"/>
                </a:lnTo>
                <a:lnTo>
                  <a:pt x="854126" y="35438"/>
                </a:lnTo>
                <a:lnTo>
                  <a:pt x="853149" y="35263"/>
                </a:lnTo>
                <a:lnTo>
                  <a:pt x="852146" y="35114"/>
                </a:lnTo>
                <a:lnTo>
                  <a:pt x="851119" y="34995"/>
                </a:lnTo>
                <a:lnTo>
                  <a:pt x="850068" y="34906"/>
                </a:lnTo>
                <a:lnTo>
                  <a:pt x="848993" y="34852"/>
                </a:lnTo>
                <a:lnTo>
                  <a:pt x="847895" y="34833"/>
                </a:lnTo>
                <a:lnTo>
                  <a:pt x="845654" y="34907"/>
                </a:lnTo>
                <a:lnTo>
                  <a:pt x="843463" y="35127"/>
                </a:lnTo>
                <a:lnTo>
                  <a:pt x="841326" y="35487"/>
                </a:lnTo>
                <a:lnTo>
                  <a:pt x="839247" y="35980"/>
                </a:lnTo>
                <a:lnTo>
                  <a:pt x="837230" y="36603"/>
                </a:lnTo>
                <a:lnTo>
                  <a:pt x="835280" y="37349"/>
                </a:lnTo>
                <a:lnTo>
                  <a:pt x="833400" y="38213"/>
                </a:lnTo>
                <a:lnTo>
                  <a:pt x="831595" y="39190"/>
                </a:lnTo>
                <a:lnTo>
                  <a:pt x="829867" y="40273"/>
                </a:lnTo>
                <a:lnTo>
                  <a:pt x="828222" y="41459"/>
                </a:lnTo>
                <a:lnTo>
                  <a:pt x="826663" y="42740"/>
                </a:lnTo>
                <a:lnTo>
                  <a:pt x="825195" y="44113"/>
                </a:lnTo>
                <a:lnTo>
                  <a:pt x="823821" y="45571"/>
                </a:lnTo>
                <a:lnTo>
                  <a:pt x="822546" y="47108"/>
                </a:lnTo>
                <a:lnTo>
                  <a:pt x="821373" y="48720"/>
                </a:lnTo>
                <a:lnTo>
                  <a:pt x="820306" y="50402"/>
                </a:lnTo>
                <a:lnTo>
                  <a:pt x="819350" y="52146"/>
                </a:lnTo>
                <a:lnTo>
                  <a:pt x="818508" y="53949"/>
                </a:lnTo>
                <a:lnTo>
                  <a:pt x="817785" y="55805"/>
                </a:lnTo>
                <a:lnTo>
                  <a:pt x="817184" y="57708"/>
                </a:lnTo>
                <a:lnTo>
                  <a:pt x="816710" y="59652"/>
                </a:lnTo>
                <a:lnTo>
                  <a:pt x="816366" y="61633"/>
                </a:lnTo>
                <a:lnTo>
                  <a:pt x="816157" y="63645"/>
                </a:lnTo>
                <a:lnTo>
                  <a:pt x="816086" y="65683"/>
                </a:lnTo>
                <a:lnTo>
                  <a:pt x="816103" y="66709"/>
                </a:lnTo>
                <a:lnTo>
                  <a:pt x="816152" y="67715"/>
                </a:lnTo>
                <a:lnTo>
                  <a:pt x="816232" y="68700"/>
                </a:lnTo>
                <a:lnTo>
                  <a:pt x="816342" y="69664"/>
                </a:lnTo>
                <a:lnTo>
                  <a:pt x="816480" y="70606"/>
                </a:lnTo>
                <a:lnTo>
                  <a:pt x="816643" y="71527"/>
                </a:lnTo>
                <a:lnTo>
                  <a:pt x="816831" y="72426"/>
                </a:lnTo>
                <a:lnTo>
                  <a:pt x="817043" y="73302"/>
                </a:lnTo>
                <a:lnTo>
                  <a:pt x="817275" y="74156"/>
                </a:lnTo>
                <a:lnTo>
                  <a:pt x="817528" y="74986"/>
                </a:lnTo>
                <a:lnTo>
                  <a:pt x="817799" y="75793"/>
                </a:lnTo>
                <a:lnTo>
                  <a:pt x="818086" y="76576"/>
                </a:lnTo>
                <a:lnTo>
                  <a:pt x="818388" y="77336"/>
                </a:lnTo>
                <a:lnTo>
                  <a:pt x="818704" y="78070"/>
                </a:lnTo>
                <a:lnTo>
                  <a:pt x="819032" y="78780"/>
                </a:lnTo>
                <a:lnTo>
                  <a:pt x="819370" y="79465"/>
                </a:lnTo>
                <a:lnTo>
                  <a:pt x="819717" y="80124"/>
                </a:lnTo>
                <a:lnTo>
                  <a:pt x="820071" y="80758"/>
                </a:lnTo>
                <a:lnTo>
                  <a:pt x="820430" y="81366"/>
                </a:lnTo>
                <a:lnTo>
                  <a:pt x="820794" y="81947"/>
                </a:lnTo>
                <a:lnTo>
                  <a:pt x="821160" y="82501"/>
                </a:lnTo>
                <a:lnTo>
                  <a:pt x="821526" y="83028"/>
                </a:lnTo>
                <a:lnTo>
                  <a:pt x="821892" y="83528"/>
                </a:lnTo>
                <a:lnTo>
                  <a:pt x="822255" y="83999"/>
                </a:lnTo>
                <a:lnTo>
                  <a:pt x="821992" y="84380"/>
                </a:lnTo>
                <a:lnTo>
                  <a:pt x="821733" y="84774"/>
                </a:lnTo>
                <a:lnTo>
                  <a:pt x="821480" y="85181"/>
                </a:lnTo>
                <a:lnTo>
                  <a:pt x="821233" y="85602"/>
                </a:lnTo>
                <a:lnTo>
                  <a:pt x="820992" y="86036"/>
                </a:lnTo>
                <a:lnTo>
                  <a:pt x="820757" y="86484"/>
                </a:lnTo>
                <a:lnTo>
                  <a:pt x="820531" y="86945"/>
                </a:lnTo>
                <a:lnTo>
                  <a:pt x="820312" y="87420"/>
                </a:lnTo>
                <a:lnTo>
                  <a:pt x="820103" y="87910"/>
                </a:lnTo>
                <a:lnTo>
                  <a:pt x="819902" y="88413"/>
                </a:lnTo>
                <a:lnTo>
                  <a:pt x="819711" y="88931"/>
                </a:lnTo>
                <a:lnTo>
                  <a:pt x="819531" y="89463"/>
                </a:lnTo>
                <a:lnTo>
                  <a:pt x="819362" y="90009"/>
                </a:lnTo>
                <a:lnTo>
                  <a:pt x="819205" y="90571"/>
                </a:lnTo>
                <a:lnTo>
                  <a:pt x="819059" y="91147"/>
                </a:lnTo>
                <a:lnTo>
                  <a:pt x="818927" y="91737"/>
                </a:lnTo>
                <a:lnTo>
                  <a:pt x="818808" y="92343"/>
                </a:lnTo>
                <a:lnTo>
                  <a:pt x="818703" y="92965"/>
                </a:lnTo>
                <a:lnTo>
                  <a:pt x="818612" y="93601"/>
                </a:lnTo>
                <a:lnTo>
                  <a:pt x="818537" y="94253"/>
                </a:lnTo>
                <a:lnTo>
                  <a:pt x="818477" y="94921"/>
                </a:lnTo>
                <a:lnTo>
                  <a:pt x="818434" y="95604"/>
                </a:lnTo>
                <a:lnTo>
                  <a:pt x="818407" y="96303"/>
                </a:lnTo>
                <a:lnTo>
                  <a:pt x="818398" y="97018"/>
                </a:lnTo>
                <a:lnTo>
                  <a:pt x="818412" y="97851"/>
                </a:lnTo>
                <a:lnTo>
                  <a:pt x="818452" y="98664"/>
                </a:lnTo>
                <a:lnTo>
                  <a:pt x="818518" y="99457"/>
                </a:lnTo>
                <a:lnTo>
                  <a:pt x="818606" y="100229"/>
                </a:lnTo>
                <a:lnTo>
                  <a:pt x="818717" y="100980"/>
                </a:lnTo>
                <a:lnTo>
                  <a:pt x="818847" y="101709"/>
                </a:lnTo>
                <a:lnTo>
                  <a:pt x="818996" y="102417"/>
                </a:lnTo>
                <a:lnTo>
                  <a:pt x="819163" y="103103"/>
                </a:lnTo>
                <a:lnTo>
                  <a:pt x="819344" y="103767"/>
                </a:lnTo>
                <a:lnTo>
                  <a:pt x="819540" y="104408"/>
                </a:lnTo>
                <a:lnTo>
                  <a:pt x="819747" y="105027"/>
                </a:lnTo>
                <a:lnTo>
                  <a:pt x="819965" y="105623"/>
                </a:lnTo>
                <a:lnTo>
                  <a:pt x="820193" y="106196"/>
                </a:lnTo>
                <a:lnTo>
                  <a:pt x="820427" y="106746"/>
                </a:lnTo>
                <a:lnTo>
                  <a:pt x="820668" y="107271"/>
                </a:lnTo>
                <a:lnTo>
                  <a:pt x="820913" y="107774"/>
                </a:lnTo>
                <a:lnTo>
                  <a:pt x="821160" y="108252"/>
                </a:lnTo>
                <a:lnTo>
                  <a:pt x="821409" y="108705"/>
                </a:lnTo>
                <a:lnTo>
                  <a:pt x="821657" y="109134"/>
                </a:lnTo>
                <a:lnTo>
                  <a:pt x="821903" y="109538"/>
                </a:lnTo>
                <a:lnTo>
                  <a:pt x="822145" y="109917"/>
                </a:lnTo>
                <a:lnTo>
                  <a:pt x="822382" y="110271"/>
                </a:lnTo>
                <a:lnTo>
                  <a:pt x="822613" y="110599"/>
                </a:lnTo>
                <a:lnTo>
                  <a:pt x="822834" y="110901"/>
                </a:lnTo>
                <a:lnTo>
                  <a:pt x="821124" y="112006"/>
                </a:lnTo>
                <a:lnTo>
                  <a:pt x="819556" y="113151"/>
                </a:lnTo>
                <a:lnTo>
                  <a:pt x="818125" y="114329"/>
                </a:lnTo>
                <a:lnTo>
                  <a:pt x="816824" y="115533"/>
                </a:lnTo>
                <a:lnTo>
                  <a:pt x="815646" y="116757"/>
                </a:lnTo>
                <a:lnTo>
                  <a:pt x="814586" y="117993"/>
                </a:lnTo>
                <a:lnTo>
                  <a:pt x="813637" y="119235"/>
                </a:lnTo>
                <a:lnTo>
                  <a:pt x="812794" y="120477"/>
                </a:lnTo>
                <a:lnTo>
                  <a:pt x="812050" y="121712"/>
                </a:lnTo>
                <a:lnTo>
                  <a:pt x="811399" y="122932"/>
                </a:lnTo>
                <a:lnTo>
                  <a:pt x="810834" y="124132"/>
                </a:lnTo>
                <a:lnTo>
                  <a:pt x="810350" y="125304"/>
                </a:lnTo>
                <a:lnTo>
                  <a:pt x="809941" y="126443"/>
                </a:lnTo>
                <a:lnTo>
                  <a:pt x="809599" y="127540"/>
                </a:lnTo>
                <a:lnTo>
                  <a:pt x="809319" y="128590"/>
                </a:lnTo>
                <a:lnTo>
                  <a:pt x="809095" y="129586"/>
                </a:lnTo>
                <a:lnTo>
                  <a:pt x="808921" y="130521"/>
                </a:lnTo>
                <a:lnTo>
                  <a:pt x="808790" y="131389"/>
                </a:lnTo>
                <a:lnTo>
                  <a:pt x="808696" y="132182"/>
                </a:lnTo>
                <a:lnTo>
                  <a:pt x="808633" y="132894"/>
                </a:lnTo>
                <a:lnTo>
                  <a:pt x="808595" y="133518"/>
                </a:lnTo>
                <a:lnTo>
                  <a:pt x="808575" y="134048"/>
                </a:lnTo>
                <a:lnTo>
                  <a:pt x="808568" y="134477"/>
                </a:lnTo>
                <a:lnTo>
                  <a:pt x="808567" y="134799"/>
                </a:lnTo>
                <a:lnTo>
                  <a:pt x="808671" y="136846"/>
                </a:lnTo>
                <a:lnTo>
                  <a:pt x="808979" y="138839"/>
                </a:lnTo>
                <a:lnTo>
                  <a:pt x="809485" y="140777"/>
                </a:lnTo>
                <a:lnTo>
                  <a:pt x="810180" y="142655"/>
                </a:lnTo>
                <a:lnTo>
                  <a:pt x="811060" y="144471"/>
                </a:lnTo>
                <a:lnTo>
                  <a:pt x="812115" y="146222"/>
                </a:lnTo>
                <a:lnTo>
                  <a:pt x="813341" y="147905"/>
                </a:lnTo>
                <a:lnTo>
                  <a:pt x="814729" y="149516"/>
                </a:lnTo>
                <a:lnTo>
                  <a:pt x="816273" y="151053"/>
                </a:lnTo>
                <a:lnTo>
                  <a:pt x="817966" y="152513"/>
                </a:lnTo>
                <a:lnTo>
                  <a:pt x="819802" y="153892"/>
                </a:lnTo>
                <a:lnTo>
                  <a:pt x="821773" y="155188"/>
                </a:lnTo>
                <a:lnTo>
                  <a:pt x="823872" y="156398"/>
                </a:lnTo>
                <a:lnTo>
                  <a:pt x="826093" y="157518"/>
                </a:lnTo>
                <a:lnTo>
                  <a:pt x="828429" y="158546"/>
                </a:lnTo>
                <a:lnTo>
                  <a:pt x="830873" y="159478"/>
                </a:lnTo>
                <a:lnTo>
                  <a:pt x="833418" y="160312"/>
                </a:lnTo>
                <a:lnTo>
                  <a:pt x="836058" y="161045"/>
                </a:lnTo>
                <a:lnTo>
                  <a:pt x="838784" y="161673"/>
                </a:lnTo>
                <a:lnTo>
                  <a:pt x="841591" y="162194"/>
                </a:lnTo>
                <a:lnTo>
                  <a:pt x="844472" y="162604"/>
                </a:lnTo>
                <a:lnTo>
                  <a:pt x="847420" y="162901"/>
                </a:lnTo>
                <a:lnTo>
                  <a:pt x="850427" y="163081"/>
                </a:lnTo>
                <a:lnTo>
                  <a:pt x="853488" y="163142"/>
                </a:lnTo>
                <a:lnTo>
                  <a:pt x="856548" y="163080"/>
                </a:lnTo>
                <a:lnTo>
                  <a:pt x="859556" y="162897"/>
                </a:lnTo>
                <a:lnTo>
                  <a:pt x="862503" y="162596"/>
                </a:lnTo>
                <a:lnTo>
                  <a:pt x="865384" y="162180"/>
                </a:lnTo>
                <a:lnTo>
                  <a:pt x="868191" y="161653"/>
                </a:lnTo>
                <a:lnTo>
                  <a:pt x="870918" y="161017"/>
                </a:lnTo>
                <a:lnTo>
                  <a:pt x="873557" y="160277"/>
                </a:lnTo>
                <a:lnTo>
                  <a:pt x="876102" y="159435"/>
                </a:lnTo>
                <a:lnTo>
                  <a:pt x="878546" y="158494"/>
                </a:lnTo>
                <a:lnTo>
                  <a:pt x="880882" y="157459"/>
                </a:lnTo>
                <a:lnTo>
                  <a:pt x="883103" y="156331"/>
                </a:lnTo>
                <a:lnTo>
                  <a:pt x="885203" y="155115"/>
                </a:lnTo>
                <a:lnTo>
                  <a:pt x="887173" y="153814"/>
                </a:lnTo>
                <a:lnTo>
                  <a:pt x="889009" y="152430"/>
                </a:lnTo>
                <a:lnTo>
                  <a:pt x="890702" y="150968"/>
                </a:lnTo>
                <a:lnTo>
                  <a:pt x="892246" y="149430"/>
                </a:lnTo>
                <a:lnTo>
                  <a:pt x="893635" y="147820"/>
                </a:lnTo>
                <a:lnTo>
                  <a:pt x="894860" y="146140"/>
                </a:lnTo>
                <a:lnTo>
                  <a:pt x="895916" y="144395"/>
                </a:lnTo>
                <a:lnTo>
                  <a:pt x="896795" y="142588"/>
                </a:lnTo>
                <a:lnTo>
                  <a:pt x="897491" y="140721"/>
                </a:lnTo>
                <a:lnTo>
                  <a:pt x="897996" y="138799"/>
                </a:lnTo>
                <a:lnTo>
                  <a:pt x="898304" y="136823"/>
                </a:lnTo>
                <a:lnTo>
                  <a:pt x="898408" y="134799"/>
                </a:lnTo>
                <a:lnTo>
                  <a:pt x="898390" y="133898"/>
                </a:lnTo>
                <a:lnTo>
                  <a:pt x="898335" y="132974"/>
                </a:lnTo>
                <a:lnTo>
                  <a:pt x="898240" y="132029"/>
                </a:lnTo>
                <a:lnTo>
                  <a:pt x="898106" y="131067"/>
                </a:lnTo>
                <a:lnTo>
                  <a:pt x="897930" y="130091"/>
                </a:lnTo>
                <a:lnTo>
                  <a:pt x="897712" y="129103"/>
                </a:lnTo>
                <a:lnTo>
                  <a:pt x="897451" y="128108"/>
                </a:lnTo>
                <a:lnTo>
                  <a:pt x="897144" y="127107"/>
                </a:lnTo>
                <a:lnTo>
                  <a:pt x="896792" y="126103"/>
                </a:lnTo>
                <a:lnTo>
                  <a:pt x="896392" y="125101"/>
                </a:lnTo>
                <a:lnTo>
                  <a:pt x="895943" y="124102"/>
                </a:lnTo>
                <a:lnTo>
                  <a:pt x="895444" y="123110"/>
                </a:lnTo>
                <a:lnTo>
                  <a:pt x="894894" y="122129"/>
                </a:lnTo>
                <a:lnTo>
                  <a:pt x="894291" y="121160"/>
                </a:lnTo>
                <a:lnTo>
                  <a:pt x="893635" y="120207"/>
                </a:lnTo>
                <a:lnTo>
                  <a:pt x="892924" y="119273"/>
                </a:lnTo>
                <a:lnTo>
                  <a:pt x="892157" y="118360"/>
                </a:lnTo>
                <a:lnTo>
                  <a:pt x="891332" y="117473"/>
                </a:lnTo>
                <a:lnTo>
                  <a:pt x="890448" y="116614"/>
                </a:lnTo>
                <a:lnTo>
                  <a:pt x="889505" y="115786"/>
                </a:lnTo>
                <a:lnTo>
                  <a:pt x="888500" y="114993"/>
                </a:lnTo>
                <a:lnTo>
                  <a:pt x="887433" y="114236"/>
                </a:lnTo>
                <a:lnTo>
                  <a:pt x="886302" y="113519"/>
                </a:lnTo>
                <a:lnTo>
                  <a:pt x="885106" y="112846"/>
                </a:lnTo>
                <a:lnTo>
                  <a:pt x="884763" y="112663"/>
                </a:lnTo>
                <a:lnTo>
                  <a:pt x="884361" y="112453"/>
                </a:lnTo>
                <a:lnTo>
                  <a:pt x="883897" y="112219"/>
                </a:lnTo>
                <a:lnTo>
                  <a:pt x="883370" y="111964"/>
                </a:lnTo>
                <a:lnTo>
                  <a:pt x="882778" y="111691"/>
                </a:lnTo>
                <a:lnTo>
                  <a:pt x="882120" y="111404"/>
                </a:lnTo>
                <a:lnTo>
                  <a:pt x="881395" y="111105"/>
                </a:lnTo>
                <a:lnTo>
                  <a:pt x="880600" y="110797"/>
                </a:lnTo>
                <a:lnTo>
                  <a:pt x="879734" y="110485"/>
                </a:lnTo>
                <a:lnTo>
                  <a:pt x="878795" y="110170"/>
                </a:lnTo>
                <a:lnTo>
                  <a:pt x="877783" y="109856"/>
                </a:lnTo>
                <a:lnTo>
                  <a:pt x="876695" y="109545"/>
                </a:lnTo>
                <a:lnTo>
                  <a:pt x="875529" y="109242"/>
                </a:lnTo>
                <a:lnTo>
                  <a:pt x="874284" y="108949"/>
                </a:lnTo>
                <a:lnTo>
                  <a:pt x="872959" y="108669"/>
                </a:lnTo>
                <a:lnTo>
                  <a:pt x="871552" y="108406"/>
                </a:lnTo>
                <a:lnTo>
                  <a:pt x="870062" y="108161"/>
                </a:lnTo>
                <a:lnTo>
                  <a:pt x="868486" y="107940"/>
                </a:lnTo>
                <a:lnTo>
                  <a:pt x="866823" y="107744"/>
                </a:lnTo>
                <a:lnTo>
                  <a:pt x="865071" y="107576"/>
                </a:lnTo>
                <a:lnTo>
                  <a:pt x="863230" y="107441"/>
                </a:lnTo>
                <a:lnTo>
                  <a:pt x="861297" y="107340"/>
                </a:lnTo>
                <a:lnTo>
                  <a:pt x="859271" y="107277"/>
                </a:lnTo>
                <a:lnTo>
                  <a:pt x="857150" y="107256"/>
                </a:lnTo>
                <a:lnTo>
                  <a:pt x="843656" y="107256"/>
                </a:lnTo>
                <a:lnTo>
                  <a:pt x="843458" y="107256"/>
                </a:lnTo>
                <a:lnTo>
                  <a:pt x="843251" y="107256"/>
                </a:lnTo>
                <a:lnTo>
                  <a:pt x="843036" y="107255"/>
                </a:lnTo>
                <a:lnTo>
                  <a:pt x="842813" y="107254"/>
                </a:lnTo>
                <a:lnTo>
                  <a:pt x="842583" y="107252"/>
                </a:lnTo>
                <a:lnTo>
                  <a:pt x="842348" y="107250"/>
                </a:lnTo>
                <a:lnTo>
                  <a:pt x="842107" y="107246"/>
                </a:lnTo>
                <a:lnTo>
                  <a:pt x="841863" y="107242"/>
                </a:lnTo>
                <a:lnTo>
                  <a:pt x="841615" y="107235"/>
                </a:lnTo>
                <a:lnTo>
                  <a:pt x="841364" y="107228"/>
                </a:lnTo>
                <a:lnTo>
                  <a:pt x="841112" y="107219"/>
                </a:lnTo>
                <a:lnTo>
                  <a:pt x="840859" y="107208"/>
                </a:lnTo>
                <a:lnTo>
                  <a:pt x="840606" y="107195"/>
                </a:lnTo>
                <a:lnTo>
                  <a:pt x="840354" y="107179"/>
                </a:lnTo>
                <a:lnTo>
                  <a:pt x="840104" y="107162"/>
                </a:lnTo>
                <a:lnTo>
                  <a:pt x="839856" y="107142"/>
                </a:lnTo>
                <a:lnTo>
                  <a:pt x="839611" y="107119"/>
                </a:lnTo>
                <a:lnTo>
                  <a:pt x="839371" y="107093"/>
                </a:lnTo>
                <a:lnTo>
                  <a:pt x="839136" y="107065"/>
                </a:lnTo>
                <a:lnTo>
                  <a:pt x="838906" y="107033"/>
                </a:lnTo>
                <a:lnTo>
                  <a:pt x="838683" y="106998"/>
                </a:lnTo>
                <a:lnTo>
                  <a:pt x="838468" y="106959"/>
                </a:lnTo>
                <a:lnTo>
                  <a:pt x="838262" y="106917"/>
                </a:lnTo>
                <a:lnTo>
                  <a:pt x="838064" y="106870"/>
                </a:lnTo>
                <a:lnTo>
                  <a:pt x="837711" y="106870"/>
                </a:lnTo>
                <a:lnTo>
                  <a:pt x="837375" y="106869"/>
                </a:lnTo>
                <a:lnTo>
                  <a:pt x="837055" y="106865"/>
                </a:lnTo>
                <a:lnTo>
                  <a:pt x="836749" y="106858"/>
                </a:lnTo>
                <a:lnTo>
                  <a:pt x="836456" y="106846"/>
                </a:lnTo>
                <a:lnTo>
                  <a:pt x="836175" y="106828"/>
                </a:lnTo>
                <a:lnTo>
                  <a:pt x="835905" y="106803"/>
                </a:lnTo>
                <a:lnTo>
                  <a:pt x="835644" y="106770"/>
                </a:lnTo>
                <a:lnTo>
                  <a:pt x="835390" y="106728"/>
                </a:lnTo>
                <a:lnTo>
                  <a:pt x="835144" y="106675"/>
                </a:lnTo>
                <a:lnTo>
                  <a:pt x="834903" y="106610"/>
                </a:lnTo>
                <a:lnTo>
                  <a:pt x="834666" y="106533"/>
                </a:lnTo>
                <a:lnTo>
                  <a:pt x="834433" y="106441"/>
                </a:lnTo>
                <a:lnTo>
                  <a:pt x="834201" y="106334"/>
                </a:lnTo>
                <a:lnTo>
                  <a:pt x="833969" y="106211"/>
                </a:lnTo>
                <a:lnTo>
                  <a:pt x="833737" y="106070"/>
                </a:lnTo>
                <a:lnTo>
                  <a:pt x="833503" y="105911"/>
                </a:lnTo>
                <a:lnTo>
                  <a:pt x="833265" y="105731"/>
                </a:lnTo>
                <a:lnTo>
                  <a:pt x="833023" y="105530"/>
                </a:lnTo>
                <a:lnTo>
                  <a:pt x="832775" y="105307"/>
                </a:lnTo>
                <a:lnTo>
                  <a:pt x="832520" y="105061"/>
                </a:lnTo>
                <a:lnTo>
                  <a:pt x="832257" y="104790"/>
                </a:lnTo>
                <a:lnTo>
                  <a:pt x="831984" y="104493"/>
                </a:lnTo>
                <a:lnTo>
                  <a:pt x="831701" y="104170"/>
                </a:lnTo>
                <a:lnTo>
                  <a:pt x="831446" y="103828"/>
                </a:lnTo>
                <a:lnTo>
                  <a:pt x="831210" y="103472"/>
                </a:lnTo>
                <a:lnTo>
                  <a:pt x="830993" y="103105"/>
                </a:lnTo>
                <a:lnTo>
                  <a:pt x="830793" y="102729"/>
                </a:lnTo>
                <a:lnTo>
                  <a:pt x="830611" y="102347"/>
                </a:lnTo>
                <a:lnTo>
                  <a:pt x="830445" y="101961"/>
                </a:lnTo>
                <a:lnTo>
                  <a:pt x="830294" y="101574"/>
                </a:lnTo>
                <a:lnTo>
                  <a:pt x="830159" y="101188"/>
                </a:lnTo>
                <a:lnTo>
                  <a:pt x="830037" y="100806"/>
                </a:lnTo>
                <a:lnTo>
                  <a:pt x="829929" y="100430"/>
                </a:lnTo>
                <a:lnTo>
                  <a:pt x="829833" y="100064"/>
                </a:lnTo>
                <a:lnTo>
                  <a:pt x="829749" y="99709"/>
                </a:lnTo>
                <a:lnTo>
                  <a:pt x="829677" y="99367"/>
                </a:lnTo>
                <a:lnTo>
                  <a:pt x="829614" y="99042"/>
                </a:lnTo>
                <a:lnTo>
                  <a:pt x="829561" y="98736"/>
                </a:lnTo>
                <a:lnTo>
                  <a:pt x="829517" y="98452"/>
                </a:lnTo>
                <a:lnTo>
                  <a:pt x="829481" y="98192"/>
                </a:lnTo>
                <a:lnTo>
                  <a:pt x="829452" y="97958"/>
                </a:lnTo>
                <a:lnTo>
                  <a:pt x="829429" y="97753"/>
                </a:lnTo>
                <a:lnTo>
                  <a:pt x="829413" y="97580"/>
                </a:lnTo>
                <a:lnTo>
                  <a:pt x="829401" y="97441"/>
                </a:lnTo>
                <a:lnTo>
                  <a:pt x="829394" y="97338"/>
                </a:lnTo>
                <a:lnTo>
                  <a:pt x="829390" y="97275"/>
                </a:lnTo>
                <a:lnTo>
                  <a:pt x="829389" y="97253"/>
                </a:lnTo>
                <a:lnTo>
                  <a:pt x="829391" y="97147"/>
                </a:lnTo>
                <a:lnTo>
                  <a:pt x="829397" y="97022"/>
                </a:lnTo>
                <a:lnTo>
                  <a:pt x="829407" y="96879"/>
                </a:lnTo>
                <a:lnTo>
                  <a:pt x="829421" y="96720"/>
                </a:lnTo>
                <a:lnTo>
                  <a:pt x="829439" y="96545"/>
                </a:lnTo>
                <a:lnTo>
                  <a:pt x="829461" y="96356"/>
                </a:lnTo>
                <a:lnTo>
                  <a:pt x="829487" y="96154"/>
                </a:lnTo>
                <a:lnTo>
                  <a:pt x="829517" y="95940"/>
                </a:lnTo>
                <a:lnTo>
                  <a:pt x="829551" y="95715"/>
                </a:lnTo>
                <a:lnTo>
                  <a:pt x="829589" y="95481"/>
                </a:lnTo>
                <a:lnTo>
                  <a:pt x="829632" y="95238"/>
                </a:lnTo>
                <a:lnTo>
                  <a:pt x="829678" y="94988"/>
                </a:lnTo>
                <a:lnTo>
                  <a:pt x="829728" y="94733"/>
                </a:lnTo>
                <a:lnTo>
                  <a:pt x="829782" y="94472"/>
                </a:lnTo>
                <a:lnTo>
                  <a:pt x="829840" y="94208"/>
                </a:lnTo>
                <a:lnTo>
                  <a:pt x="829902" y="93941"/>
                </a:lnTo>
                <a:lnTo>
                  <a:pt x="829969" y="93672"/>
                </a:lnTo>
                <a:lnTo>
                  <a:pt x="830039" y="93404"/>
                </a:lnTo>
                <a:lnTo>
                  <a:pt x="830113" y="93136"/>
                </a:lnTo>
                <a:lnTo>
                  <a:pt x="830192" y="92871"/>
                </a:lnTo>
                <a:lnTo>
                  <a:pt x="830274" y="92609"/>
                </a:lnTo>
                <a:lnTo>
                  <a:pt x="830360" y="92351"/>
                </a:lnTo>
                <a:lnTo>
                  <a:pt x="830450" y="92100"/>
                </a:lnTo>
                <a:lnTo>
                  <a:pt x="830545" y="91855"/>
                </a:lnTo>
                <a:lnTo>
                  <a:pt x="830652" y="91923"/>
                </a:lnTo>
                <a:lnTo>
                  <a:pt x="830828" y="92030"/>
                </a:lnTo>
                <a:lnTo>
                  <a:pt x="831069" y="92172"/>
                </a:lnTo>
                <a:lnTo>
                  <a:pt x="831375" y="92346"/>
                </a:lnTo>
                <a:lnTo>
                  <a:pt x="831743" y="92546"/>
                </a:lnTo>
                <a:lnTo>
                  <a:pt x="832172" y="92771"/>
                </a:lnTo>
                <a:lnTo>
                  <a:pt x="832659" y="93015"/>
                </a:lnTo>
                <a:lnTo>
                  <a:pt x="833202" y="93276"/>
                </a:lnTo>
                <a:lnTo>
                  <a:pt x="833799" y="93550"/>
                </a:lnTo>
                <a:lnTo>
                  <a:pt x="834448" y="93832"/>
                </a:lnTo>
                <a:lnTo>
                  <a:pt x="835147" y="94120"/>
                </a:lnTo>
                <a:lnTo>
                  <a:pt x="835895" y="94410"/>
                </a:lnTo>
                <a:lnTo>
                  <a:pt x="836689" y="94698"/>
                </a:lnTo>
                <a:lnTo>
                  <a:pt x="837527" y="94980"/>
                </a:lnTo>
                <a:lnTo>
                  <a:pt x="838407" y="95252"/>
                </a:lnTo>
                <a:lnTo>
                  <a:pt x="839328" y="95512"/>
                </a:lnTo>
                <a:lnTo>
                  <a:pt x="840286" y="95755"/>
                </a:lnTo>
                <a:lnTo>
                  <a:pt x="841281" y="95977"/>
                </a:lnTo>
                <a:lnTo>
                  <a:pt x="842310" y="96176"/>
                </a:lnTo>
                <a:lnTo>
                  <a:pt x="843370" y="96346"/>
                </a:lnTo>
                <a:lnTo>
                  <a:pt x="844462" y="96485"/>
                </a:lnTo>
                <a:lnTo>
                  <a:pt x="845581" y="96589"/>
                </a:lnTo>
                <a:lnTo>
                  <a:pt x="846726" y="96654"/>
                </a:lnTo>
                <a:lnTo>
                  <a:pt x="847895" y="96676"/>
                </a:lnTo>
                <a:lnTo>
                  <a:pt x="850093" y="96605"/>
                </a:lnTo>
                <a:lnTo>
                  <a:pt x="852248" y="96393"/>
                </a:lnTo>
                <a:lnTo>
                  <a:pt x="854355" y="96046"/>
                </a:lnTo>
                <a:lnTo>
                  <a:pt x="856411" y="95569"/>
                </a:lnTo>
                <a:lnTo>
                  <a:pt x="858411" y="94965"/>
                </a:lnTo>
                <a:lnTo>
                  <a:pt x="860350" y="94239"/>
                </a:lnTo>
                <a:lnTo>
                  <a:pt x="862223" y="93396"/>
                </a:lnTo>
                <a:lnTo>
                  <a:pt x="864027" y="92441"/>
                </a:lnTo>
                <a:lnTo>
                  <a:pt x="865756" y="91379"/>
                </a:lnTo>
                <a:lnTo>
                  <a:pt x="867407" y="90213"/>
                </a:lnTo>
                <a:lnTo>
                  <a:pt x="868974" y="88948"/>
                </a:lnTo>
                <a:lnTo>
                  <a:pt x="870454" y="87590"/>
                </a:lnTo>
                <a:lnTo>
                  <a:pt x="871841" y="86142"/>
                </a:lnTo>
                <a:lnTo>
                  <a:pt x="873131" y="84609"/>
                </a:lnTo>
                <a:lnTo>
                  <a:pt x="874319" y="82996"/>
                </a:lnTo>
                <a:lnTo>
                  <a:pt x="875402" y="81308"/>
                </a:lnTo>
                <a:lnTo>
                  <a:pt x="876374" y="79549"/>
                </a:lnTo>
                <a:lnTo>
                  <a:pt x="877232" y="77723"/>
                </a:lnTo>
                <a:lnTo>
                  <a:pt x="877969" y="75835"/>
                </a:lnTo>
                <a:lnTo>
                  <a:pt x="878583" y="73891"/>
                </a:lnTo>
                <a:lnTo>
                  <a:pt x="879068" y="71894"/>
                </a:lnTo>
                <a:lnTo>
                  <a:pt x="879420" y="69848"/>
                </a:lnTo>
                <a:lnTo>
                  <a:pt x="879635" y="67760"/>
                </a:lnTo>
                <a:lnTo>
                  <a:pt x="879708" y="65633"/>
                </a:lnTo>
                <a:lnTo>
                  <a:pt x="879699" y="64912"/>
                </a:lnTo>
                <a:lnTo>
                  <a:pt x="879672" y="64194"/>
                </a:lnTo>
                <a:lnTo>
                  <a:pt x="879627" y="63478"/>
                </a:lnTo>
                <a:lnTo>
                  <a:pt x="879564" y="62763"/>
                </a:lnTo>
                <a:lnTo>
                  <a:pt x="879483" y="62051"/>
                </a:lnTo>
                <a:lnTo>
                  <a:pt x="879385" y="61340"/>
                </a:lnTo>
                <a:lnTo>
                  <a:pt x="879270" y="60631"/>
                </a:lnTo>
                <a:lnTo>
                  <a:pt x="879136" y="59924"/>
                </a:lnTo>
                <a:lnTo>
                  <a:pt x="878986" y="59220"/>
                </a:lnTo>
                <a:lnTo>
                  <a:pt x="878818" y="58517"/>
                </a:lnTo>
                <a:lnTo>
                  <a:pt x="878633" y="57815"/>
                </a:lnTo>
                <a:lnTo>
                  <a:pt x="878430" y="57116"/>
                </a:lnTo>
                <a:lnTo>
                  <a:pt x="878211" y="56419"/>
                </a:lnTo>
                <a:lnTo>
                  <a:pt x="877974" y="55724"/>
                </a:lnTo>
                <a:lnTo>
                  <a:pt x="877721" y="55031"/>
                </a:lnTo>
                <a:lnTo>
                  <a:pt x="877451" y="54339"/>
                </a:lnTo>
                <a:lnTo>
                  <a:pt x="877164" y="53650"/>
                </a:lnTo>
                <a:lnTo>
                  <a:pt x="876861" y="52962"/>
                </a:lnTo>
                <a:lnTo>
                  <a:pt x="876541" y="52277"/>
                </a:lnTo>
                <a:lnTo>
                  <a:pt x="876204" y="51593"/>
                </a:lnTo>
                <a:lnTo>
                  <a:pt x="875851" y="50911"/>
                </a:lnTo>
                <a:lnTo>
                  <a:pt x="875482" y="50232"/>
                </a:lnTo>
                <a:lnTo>
                  <a:pt x="875096" y="49554"/>
                </a:lnTo>
                <a:lnTo>
                  <a:pt x="874695" y="48878"/>
                </a:lnTo>
                <a:lnTo>
                  <a:pt x="875204" y="48597"/>
                </a:lnTo>
                <a:lnTo>
                  <a:pt x="875717" y="48332"/>
                </a:lnTo>
                <a:lnTo>
                  <a:pt x="876235" y="48081"/>
                </a:lnTo>
                <a:lnTo>
                  <a:pt x="876755" y="47846"/>
                </a:lnTo>
                <a:lnTo>
                  <a:pt x="877276" y="47625"/>
                </a:lnTo>
                <a:lnTo>
                  <a:pt x="877797" y="47418"/>
                </a:lnTo>
                <a:lnTo>
                  <a:pt x="878318" y="47224"/>
                </a:lnTo>
                <a:lnTo>
                  <a:pt x="878836" y="47044"/>
                </a:lnTo>
                <a:lnTo>
                  <a:pt x="879351" y="46876"/>
                </a:lnTo>
                <a:lnTo>
                  <a:pt x="879861" y="46721"/>
                </a:lnTo>
                <a:lnTo>
                  <a:pt x="880366" y="46577"/>
                </a:lnTo>
                <a:lnTo>
                  <a:pt x="880864" y="46445"/>
                </a:lnTo>
                <a:lnTo>
                  <a:pt x="881354" y="46324"/>
                </a:lnTo>
                <a:lnTo>
                  <a:pt x="881834" y="46214"/>
                </a:lnTo>
                <a:lnTo>
                  <a:pt x="882304" y="46113"/>
                </a:lnTo>
                <a:lnTo>
                  <a:pt x="882763" y="46023"/>
                </a:lnTo>
                <a:lnTo>
                  <a:pt x="883209" y="45942"/>
                </a:lnTo>
                <a:lnTo>
                  <a:pt x="883641" y="45870"/>
                </a:lnTo>
                <a:lnTo>
                  <a:pt x="884058" y="45806"/>
                </a:lnTo>
                <a:lnTo>
                  <a:pt x="884459" y="45750"/>
                </a:lnTo>
                <a:lnTo>
                  <a:pt x="884843" y="45702"/>
                </a:lnTo>
                <a:lnTo>
                  <a:pt x="885207" y="45662"/>
                </a:lnTo>
                <a:lnTo>
                  <a:pt x="885552" y="45628"/>
                </a:lnTo>
                <a:lnTo>
                  <a:pt x="885877" y="45601"/>
                </a:lnTo>
                <a:lnTo>
                  <a:pt x="886038" y="46232"/>
                </a:lnTo>
                <a:lnTo>
                  <a:pt x="886231" y="46824"/>
                </a:lnTo>
                <a:lnTo>
                  <a:pt x="886453" y="47377"/>
                </a:lnTo>
                <a:lnTo>
                  <a:pt x="886701" y="47894"/>
                </a:lnTo>
                <a:lnTo>
                  <a:pt x="886974" y="48375"/>
                </a:lnTo>
                <a:lnTo>
                  <a:pt x="887268" y="48822"/>
                </a:lnTo>
                <a:lnTo>
                  <a:pt x="887582" y="49234"/>
                </a:lnTo>
                <a:lnTo>
                  <a:pt x="887912" y="49614"/>
                </a:lnTo>
                <a:lnTo>
                  <a:pt x="888256" y="49963"/>
                </a:lnTo>
                <a:lnTo>
                  <a:pt x="888611" y="50281"/>
                </a:lnTo>
                <a:lnTo>
                  <a:pt x="888976" y="50570"/>
                </a:lnTo>
                <a:lnTo>
                  <a:pt x="889347" y="50831"/>
                </a:lnTo>
                <a:lnTo>
                  <a:pt x="889722" y="51064"/>
                </a:lnTo>
                <a:lnTo>
                  <a:pt x="890099" y="51272"/>
                </a:lnTo>
                <a:lnTo>
                  <a:pt x="890475" y="51454"/>
                </a:lnTo>
                <a:lnTo>
                  <a:pt x="890847" y="51613"/>
                </a:lnTo>
                <a:lnTo>
                  <a:pt x="891213" y="51749"/>
                </a:lnTo>
                <a:lnTo>
                  <a:pt x="891571" y="51864"/>
                </a:lnTo>
                <a:lnTo>
                  <a:pt x="891917" y="51957"/>
                </a:lnTo>
                <a:lnTo>
                  <a:pt x="892250" y="52032"/>
                </a:lnTo>
                <a:lnTo>
                  <a:pt x="892567" y="52087"/>
                </a:lnTo>
                <a:lnTo>
                  <a:pt x="892865" y="52126"/>
                </a:lnTo>
                <a:lnTo>
                  <a:pt x="893142" y="52148"/>
                </a:lnTo>
                <a:lnTo>
                  <a:pt x="893396" y="52155"/>
                </a:lnTo>
                <a:lnTo>
                  <a:pt x="893811" y="52143"/>
                </a:lnTo>
                <a:lnTo>
                  <a:pt x="894236" y="52107"/>
                </a:lnTo>
                <a:lnTo>
                  <a:pt x="894668" y="52045"/>
                </a:lnTo>
                <a:lnTo>
                  <a:pt x="895105" y="51958"/>
                </a:lnTo>
                <a:lnTo>
                  <a:pt x="895544" y="51846"/>
                </a:lnTo>
                <a:lnTo>
                  <a:pt x="895983" y="51707"/>
                </a:lnTo>
                <a:lnTo>
                  <a:pt x="896420" y="51541"/>
                </a:lnTo>
                <a:lnTo>
                  <a:pt x="896851" y="51349"/>
                </a:lnTo>
                <a:lnTo>
                  <a:pt x="897275" y="51129"/>
                </a:lnTo>
                <a:lnTo>
                  <a:pt x="897690" y="50881"/>
                </a:lnTo>
                <a:lnTo>
                  <a:pt x="898092" y="50605"/>
                </a:lnTo>
                <a:lnTo>
                  <a:pt x="898480" y="50301"/>
                </a:lnTo>
                <a:lnTo>
                  <a:pt x="898850" y="49967"/>
                </a:lnTo>
                <a:lnTo>
                  <a:pt x="899201" y="49603"/>
                </a:lnTo>
                <a:lnTo>
                  <a:pt x="899531" y="49210"/>
                </a:lnTo>
                <a:lnTo>
                  <a:pt x="899835" y="48786"/>
                </a:lnTo>
                <a:lnTo>
                  <a:pt x="900113" y="48332"/>
                </a:lnTo>
                <a:lnTo>
                  <a:pt x="900362" y="47846"/>
                </a:lnTo>
                <a:lnTo>
                  <a:pt x="900579" y="47329"/>
                </a:lnTo>
                <a:lnTo>
                  <a:pt x="900763" y="46780"/>
                </a:lnTo>
                <a:lnTo>
                  <a:pt x="900909" y="46198"/>
                </a:lnTo>
                <a:lnTo>
                  <a:pt x="901017" y="45583"/>
                </a:lnTo>
                <a:lnTo>
                  <a:pt x="901083" y="44935"/>
                </a:lnTo>
                <a:lnTo>
                  <a:pt x="901106" y="44253"/>
                </a:lnTo>
                <a:lnTo>
                  <a:pt x="901087" y="43691"/>
                </a:lnTo>
                <a:lnTo>
                  <a:pt x="901028" y="43116"/>
                </a:lnTo>
                <a:lnTo>
                  <a:pt x="900928" y="42532"/>
                </a:lnTo>
                <a:lnTo>
                  <a:pt x="900787" y="41942"/>
                </a:lnTo>
                <a:lnTo>
                  <a:pt x="900601" y="41348"/>
                </a:lnTo>
                <a:close/>
                <a:moveTo>
                  <a:pt x="866021" y="69635"/>
                </a:moveTo>
                <a:lnTo>
                  <a:pt x="865730" y="70900"/>
                </a:lnTo>
                <a:lnTo>
                  <a:pt x="865363" y="72130"/>
                </a:lnTo>
                <a:lnTo>
                  <a:pt x="864923" y="73320"/>
                </a:lnTo>
                <a:lnTo>
                  <a:pt x="864412" y="74468"/>
                </a:lnTo>
                <a:lnTo>
                  <a:pt x="863834" y="75572"/>
                </a:lnTo>
                <a:lnTo>
                  <a:pt x="863192" y="76630"/>
                </a:lnTo>
                <a:lnTo>
                  <a:pt x="862488" y="77637"/>
                </a:lnTo>
                <a:lnTo>
                  <a:pt x="861727" y="78593"/>
                </a:lnTo>
                <a:lnTo>
                  <a:pt x="860910" y="79495"/>
                </a:lnTo>
                <a:lnTo>
                  <a:pt x="860041" y="80339"/>
                </a:lnTo>
                <a:lnTo>
                  <a:pt x="859122" y="81123"/>
                </a:lnTo>
                <a:lnTo>
                  <a:pt x="858158" y="81844"/>
                </a:lnTo>
                <a:lnTo>
                  <a:pt x="857150" y="82501"/>
                </a:lnTo>
                <a:lnTo>
                  <a:pt x="856102" y="83091"/>
                </a:lnTo>
                <a:lnTo>
                  <a:pt x="855017" y="83610"/>
                </a:lnTo>
                <a:lnTo>
                  <a:pt x="853898" y="84056"/>
                </a:lnTo>
                <a:lnTo>
                  <a:pt x="852748" y="84427"/>
                </a:lnTo>
                <a:lnTo>
                  <a:pt x="851569" y="84720"/>
                </a:lnTo>
                <a:lnTo>
                  <a:pt x="850366" y="84932"/>
                </a:lnTo>
                <a:lnTo>
                  <a:pt x="849140" y="85062"/>
                </a:lnTo>
                <a:lnTo>
                  <a:pt x="847895" y="85106"/>
                </a:lnTo>
                <a:lnTo>
                  <a:pt x="846606" y="85059"/>
                </a:lnTo>
                <a:lnTo>
                  <a:pt x="845344" y="84922"/>
                </a:lnTo>
                <a:lnTo>
                  <a:pt x="844111" y="84697"/>
                </a:lnTo>
                <a:lnTo>
                  <a:pt x="842910" y="84388"/>
                </a:lnTo>
                <a:lnTo>
                  <a:pt x="841742" y="83998"/>
                </a:lnTo>
                <a:lnTo>
                  <a:pt x="840612" y="83531"/>
                </a:lnTo>
                <a:lnTo>
                  <a:pt x="839520" y="82991"/>
                </a:lnTo>
                <a:lnTo>
                  <a:pt x="838470" y="82380"/>
                </a:lnTo>
                <a:lnTo>
                  <a:pt x="837465" y="81702"/>
                </a:lnTo>
                <a:lnTo>
                  <a:pt x="836506" y="80961"/>
                </a:lnTo>
                <a:lnTo>
                  <a:pt x="835596" y="80159"/>
                </a:lnTo>
                <a:lnTo>
                  <a:pt x="834738" y="79301"/>
                </a:lnTo>
                <a:lnTo>
                  <a:pt x="833934" y="78390"/>
                </a:lnTo>
                <a:lnTo>
                  <a:pt x="833187" y="77430"/>
                </a:lnTo>
                <a:lnTo>
                  <a:pt x="832499" y="76422"/>
                </a:lnTo>
                <a:lnTo>
                  <a:pt x="831873" y="75372"/>
                </a:lnTo>
                <a:lnTo>
                  <a:pt x="831311" y="74283"/>
                </a:lnTo>
                <a:lnTo>
                  <a:pt x="830816" y="73157"/>
                </a:lnTo>
                <a:lnTo>
                  <a:pt x="830391" y="71999"/>
                </a:lnTo>
                <a:lnTo>
                  <a:pt x="830037" y="70811"/>
                </a:lnTo>
                <a:lnTo>
                  <a:pt x="829757" y="69598"/>
                </a:lnTo>
                <a:lnTo>
                  <a:pt x="829554" y="68363"/>
                </a:lnTo>
                <a:lnTo>
                  <a:pt x="829430" y="67108"/>
                </a:lnTo>
                <a:lnTo>
                  <a:pt x="829389" y="65839"/>
                </a:lnTo>
                <a:lnTo>
                  <a:pt x="829432" y="64482"/>
                </a:lnTo>
                <a:lnTo>
                  <a:pt x="829561" y="63153"/>
                </a:lnTo>
                <a:lnTo>
                  <a:pt x="829773" y="61856"/>
                </a:lnTo>
                <a:lnTo>
                  <a:pt x="830064" y="60593"/>
                </a:lnTo>
                <a:lnTo>
                  <a:pt x="830431" y="59366"/>
                </a:lnTo>
                <a:lnTo>
                  <a:pt x="830871" y="58177"/>
                </a:lnTo>
                <a:lnTo>
                  <a:pt x="831382" y="57031"/>
                </a:lnTo>
                <a:lnTo>
                  <a:pt x="831959" y="55928"/>
                </a:lnTo>
                <a:lnTo>
                  <a:pt x="832602" y="54872"/>
                </a:lnTo>
                <a:lnTo>
                  <a:pt x="833305" y="53865"/>
                </a:lnTo>
                <a:lnTo>
                  <a:pt x="834067" y="52911"/>
                </a:lnTo>
                <a:lnTo>
                  <a:pt x="834884" y="52011"/>
                </a:lnTo>
                <a:lnTo>
                  <a:pt x="835753" y="51167"/>
                </a:lnTo>
                <a:lnTo>
                  <a:pt x="836671" y="50384"/>
                </a:lnTo>
                <a:lnTo>
                  <a:pt x="837635" y="49663"/>
                </a:lnTo>
                <a:lnTo>
                  <a:pt x="838643" y="49007"/>
                </a:lnTo>
                <a:lnTo>
                  <a:pt x="839691" y="48418"/>
                </a:lnTo>
                <a:lnTo>
                  <a:pt x="840775" y="47899"/>
                </a:lnTo>
                <a:lnTo>
                  <a:pt x="841894" y="47453"/>
                </a:lnTo>
                <a:lnTo>
                  <a:pt x="843044" y="47082"/>
                </a:lnTo>
                <a:lnTo>
                  <a:pt x="844223" y="46789"/>
                </a:lnTo>
                <a:lnTo>
                  <a:pt x="845426" y="46577"/>
                </a:lnTo>
                <a:lnTo>
                  <a:pt x="846651" y="46448"/>
                </a:lnTo>
                <a:lnTo>
                  <a:pt x="847895" y="46404"/>
                </a:lnTo>
                <a:lnTo>
                  <a:pt x="849184" y="46450"/>
                </a:lnTo>
                <a:lnTo>
                  <a:pt x="850447" y="46588"/>
                </a:lnTo>
                <a:lnTo>
                  <a:pt x="851680" y="46813"/>
                </a:lnTo>
                <a:lnTo>
                  <a:pt x="852881" y="47121"/>
                </a:lnTo>
                <a:lnTo>
                  <a:pt x="854049" y="47511"/>
                </a:lnTo>
                <a:lnTo>
                  <a:pt x="855180" y="47977"/>
                </a:lnTo>
                <a:lnTo>
                  <a:pt x="856271" y="48518"/>
                </a:lnTo>
                <a:lnTo>
                  <a:pt x="857321" y="49128"/>
                </a:lnTo>
                <a:lnTo>
                  <a:pt x="858327" y="49805"/>
                </a:lnTo>
                <a:lnTo>
                  <a:pt x="859286" y="50546"/>
                </a:lnTo>
                <a:lnTo>
                  <a:pt x="860196" y="51347"/>
                </a:lnTo>
                <a:lnTo>
                  <a:pt x="861054" y="52204"/>
                </a:lnTo>
                <a:lnTo>
                  <a:pt x="861858" y="53115"/>
                </a:lnTo>
                <a:lnTo>
                  <a:pt x="862605" y="54075"/>
                </a:lnTo>
                <a:lnTo>
                  <a:pt x="863293" y="55082"/>
                </a:lnTo>
                <a:lnTo>
                  <a:pt x="863920" y="56131"/>
                </a:lnTo>
                <a:lnTo>
                  <a:pt x="864482" y="57220"/>
                </a:lnTo>
                <a:lnTo>
                  <a:pt x="864977" y="58345"/>
                </a:lnTo>
                <a:lnTo>
                  <a:pt x="865403" y="59502"/>
                </a:lnTo>
                <a:lnTo>
                  <a:pt x="865757" y="60689"/>
                </a:lnTo>
                <a:lnTo>
                  <a:pt x="866037" y="61902"/>
                </a:lnTo>
                <a:lnTo>
                  <a:pt x="866240" y="63136"/>
                </a:lnTo>
                <a:lnTo>
                  <a:pt x="866363" y="64390"/>
                </a:lnTo>
                <a:lnTo>
                  <a:pt x="866405" y="65652"/>
                </a:lnTo>
                <a:lnTo>
                  <a:pt x="866361" y="67004"/>
                </a:lnTo>
                <a:lnTo>
                  <a:pt x="866232" y="68335"/>
                </a:lnTo>
                <a:lnTo>
                  <a:pt x="866021" y="69635"/>
                </a:lnTo>
                <a:close/>
                <a:moveTo>
                  <a:pt x="885431" y="140012"/>
                </a:moveTo>
                <a:lnTo>
                  <a:pt x="884666" y="141007"/>
                </a:lnTo>
                <a:lnTo>
                  <a:pt x="883776" y="141979"/>
                </a:lnTo>
                <a:lnTo>
                  <a:pt x="882764" y="142925"/>
                </a:lnTo>
                <a:lnTo>
                  <a:pt x="881635" y="143840"/>
                </a:lnTo>
                <a:lnTo>
                  <a:pt x="880393" y="144722"/>
                </a:lnTo>
                <a:lnTo>
                  <a:pt x="879043" y="145567"/>
                </a:lnTo>
                <a:lnTo>
                  <a:pt x="877587" y="146371"/>
                </a:lnTo>
                <a:lnTo>
                  <a:pt x="876032" y="147130"/>
                </a:lnTo>
                <a:lnTo>
                  <a:pt x="874380" y="147843"/>
                </a:lnTo>
                <a:lnTo>
                  <a:pt x="872636" y="148503"/>
                </a:lnTo>
                <a:lnTo>
                  <a:pt x="870804" y="149110"/>
                </a:lnTo>
                <a:lnTo>
                  <a:pt x="868888" y="149658"/>
                </a:lnTo>
                <a:lnTo>
                  <a:pt x="866893" y="150144"/>
                </a:lnTo>
                <a:lnTo>
                  <a:pt x="864823" y="150566"/>
                </a:lnTo>
                <a:lnTo>
                  <a:pt x="862681" y="150918"/>
                </a:lnTo>
                <a:lnTo>
                  <a:pt x="860473" y="151198"/>
                </a:lnTo>
                <a:lnTo>
                  <a:pt x="858202" y="151403"/>
                </a:lnTo>
                <a:lnTo>
                  <a:pt x="855872" y="151528"/>
                </a:lnTo>
                <a:lnTo>
                  <a:pt x="853488" y="151571"/>
                </a:lnTo>
                <a:lnTo>
                  <a:pt x="851103" y="151528"/>
                </a:lnTo>
                <a:lnTo>
                  <a:pt x="848774" y="151403"/>
                </a:lnTo>
                <a:lnTo>
                  <a:pt x="846502" y="151198"/>
                </a:lnTo>
                <a:lnTo>
                  <a:pt x="844294" y="150918"/>
                </a:lnTo>
                <a:lnTo>
                  <a:pt x="842152" y="150566"/>
                </a:lnTo>
                <a:lnTo>
                  <a:pt x="840082" y="150144"/>
                </a:lnTo>
                <a:lnTo>
                  <a:pt x="838087" y="149658"/>
                </a:lnTo>
                <a:lnTo>
                  <a:pt x="836171" y="149110"/>
                </a:lnTo>
                <a:lnTo>
                  <a:pt x="834340" y="148503"/>
                </a:lnTo>
                <a:lnTo>
                  <a:pt x="832596" y="147843"/>
                </a:lnTo>
                <a:lnTo>
                  <a:pt x="830944" y="147130"/>
                </a:lnTo>
                <a:lnTo>
                  <a:pt x="829388" y="146371"/>
                </a:lnTo>
                <a:lnTo>
                  <a:pt x="827933" y="145567"/>
                </a:lnTo>
                <a:lnTo>
                  <a:pt x="826582" y="144722"/>
                </a:lnTo>
                <a:lnTo>
                  <a:pt x="825340" y="143840"/>
                </a:lnTo>
                <a:lnTo>
                  <a:pt x="824211" y="142925"/>
                </a:lnTo>
                <a:lnTo>
                  <a:pt x="823199" y="141979"/>
                </a:lnTo>
                <a:lnTo>
                  <a:pt x="822309" y="141007"/>
                </a:lnTo>
                <a:lnTo>
                  <a:pt x="821544" y="140012"/>
                </a:lnTo>
                <a:lnTo>
                  <a:pt x="820909" y="138998"/>
                </a:lnTo>
                <a:lnTo>
                  <a:pt x="820407" y="137967"/>
                </a:lnTo>
                <a:lnTo>
                  <a:pt x="820044" y="136924"/>
                </a:lnTo>
                <a:lnTo>
                  <a:pt x="819823" y="135871"/>
                </a:lnTo>
                <a:lnTo>
                  <a:pt x="819748" y="134813"/>
                </a:lnTo>
                <a:lnTo>
                  <a:pt x="819758" y="134366"/>
                </a:lnTo>
                <a:lnTo>
                  <a:pt x="819786" y="133893"/>
                </a:lnTo>
                <a:lnTo>
                  <a:pt x="819835" y="133396"/>
                </a:lnTo>
                <a:lnTo>
                  <a:pt x="819906" y="132878"/>
                </a:lnTo>
                <a:lnTo>
                  <a:pt x="819999" y="132340"/>
                </a:lnTo>
                <a:lnTo>
                  <a:pt x="820116" y="131785"/>
                </a:lnTo>
                <a:lnTo>
                  <a:pt x="820258" y="131215"/>
                </a:lnTo>
                <a:lnTo>
                  <a:pt x="820427" y="130632"/>
                </a:lnTo>
                <a:lnTo>
                  <a:pt x="820623" y="130038"/>
                </a:lnTo>
                <a:lnTo>
                  <a:pt x="820848" y="129436"/>
                </a:lnTo>
                <a:lnTo>
                  <a:pt x="821102" y="128828"/>
                </a:lnTo>
                <a:lnTo>
                  <a:pt x="821387" y="128215"/>
                </a:lnTo>
                <a:lnTo>
                  <a:pt x="821705" y="127600"/>
                </a:lnTo>
                <a:lnTo>
                  <a:pt x="822056" y="126986"/>
                </a:lnTo>
                <a:lnTo>
                  <a:pt x="822441" y="126373"/>
                </a:lnTo>
                <a:lnTo>
                  <a:pt x="822862" y="125766"/>
                </a:lnTo>
                <a:lnTo>
                  <a:pt x="823320" y="125165"/>
                </a:lnTo>
                <a:lnTo>
                  <a:pt x="823815" y="124573"/>
                </a:lnTo>
                <a:lnTo>
                  <a:pt x="824350" y="123991"/>
                </a:lnTo>
                <a:lnTo>
                  <a:pt x="824926" y="123424"/>
                </a:lnTo>
                <a:lnTo>
                  <a:pt x="825542" y="122871"/>
                </a:lnTo>
                <a:lnTo>
                  <a:pt x="826202" y="122336"/>
                </a:lnTo>
                <a:lnTo>
                  <a:pt x="826905" y="121821"/>
                </a:lnTo>
                <a:lnTo>
                  <a:pt x="827653" y="121327"/>
                </a:lnTo>
                <a:lnTo>
                  <a:pt x="828241" y="120958"/>
                </a:lnTo>
                <a:lnTo>
                  <a:pt x="828803" y="120619"/>
                </a:lnTo>
                <a:lnTo>
                  <a:pt x="829346" y="120310"/>
                </a:lnTo>
                <a:lnTo>
                  <a:pt x="829878" y="120028"/>
                </a:lnTo>
                <a:lnTo>
                  <a:pt x="830404" y="119774"/>
                </a:lnTo>
                <a:lnTo>
                  <a:pt x="830931" y="119545"/>
                </a:lnTo>
                <a:lnTo>
                  <a:pt x="831466" y="119340"/>
                </a:lnTo>
                <a:lnTo>
                  <a:pt x="832016" y="119158"/>
                </a:lnTo>
                <a:lnTo>
                  <a:pt x="832588" y="118997"/>
                </a:lnTo>
                <a:lnTo>
                  <a:pt x="833187" y="118856"/>
                </a:lnTo>
                <a:lnTo>
                  <a:pt x="833822" y="118734"/>
                </a:lnTo>
                <a:lnTo>
                  <a:pt x="834497" y="118629"/>
                </a:lnTo>
                <a:lnTo>
                  <a:pt x="835221" y="118541"/>
                </a:lnTo>
                <a:lnTo>
                  <a:pt x="836000" y="118467"/>
                </a:lnTo>
                <a:lnTo>
                  <a:pt x="836841" y="118407"/>
                </a:lnTo>
                <a:lnTo>
                  <a:pt x="837749" y="118358"/>
                </a:lnTo>
                <a:lnTo>
                  <a:pt x="838733" y="118321"/>
                </a:lnTo>
                <a:lnTo>
                  <a:pt x="839798" y="118292"/>
                </a:lnTo>
                <a:lnTo>
                  <a:pt x="840952" y="118272"/>
                </a:lnTo>
                <a:lnTo>
                  <a:pt x="842201" y="118258"/>
                </a:lnTo>
                <a:lnTo>
                  <a:pt x="843552" y="118250"/>
                </a:lnTo>
                <a:lnTo>
                  <a:pt x="845011" y="118246"/>
                </a:lnTo>
                <a:lnTo>
                  <a:pt x="846585" y="118244"/>
                </a:lnTo>
                <a:lnTo>
                  <a:pt x="848281" y="118244"/>
                </a:lnTo>
                <a:lnTo>
                  <a:pt x="850448" y="118245"/>
                </a:lnTo>
                <a:lnTo>
                  <a:pt x="852652" y="118254"/>
                </a:lnTo>
                <a:lnTo>
                  <a:pt x="854881" y="118276"/>
                </a:lnTo>
                <a:lnTo>
                  <a:pt x="857124" y="118321"/>
                </a:lnTo>
                <a:lnTo>
                  <a:pt x="859369" y="118394"/>
                </a:lnTo>
                <a:lnTo>
                  <a:pt x="861605" y="118503"/>
                </a:lnTo>
                <a:lnTo>
                  <a:pt x="863821" y="118655"/>
                </a:lnTo>
                <a:lnTo>
                  <a:pt x="866004" y="118858"/>
                </a:lnTo>
                <a:lnTo>
                  <a:pt x="868144" y="119118"/>
                </a:lnTo>
                <a:lnTo>
                  <a:pt x="870229" y="119443"/>
                </a:lnTo>
                <a:lnTo>
                  <a:pt x="872248" y="119839"/>
                </a:lnTo>
                <a:lnTo>
                  <a:pt x="874189" y="120315"/>
                </a:lnTo>
                <a:lnTo>
                  <a:pt x="876040" y="120877"/>
                </a:lnTo>
                <a:lnTo>
                  <a:pt x="877790" y="121533"/>
                </a:lnTo>
                <a:lnTo>
                  <a:pt x="879428" y="122289"/>
                </a:lnTo>
                <a:lnTo>
                  <a:pt x="880943" y="123153"/>
                </a:lnTo>
                <a:lnTo>
                  <a:pt x="882322" y="124133"/>
                </a:lnTo>
                <a:lnTo>
                  <a:pt x="883555" y="125234"/>
                </a:lnTo>
                <a:lnTo>
                  <a:pt x="884629" y="126465"/>
                </a:lnTo>
                <a:lnTo>
                  <a:pt x="885534" y="127833"/>
                </a:lnTo>
                <a:lnTo>
                  <a:pt x="886257" y="129344"/>
                </a:lnTo>
                <a:lnTo>
                  <a:pt x="886788" y="131007"/>
                </a:lnTo>
                <a:lnTo>
                  <a:pt x="887115" y="132827"/>
                </a:lnTo>
                <a:lnTo>
                  <a:pt x="887227" y="134813"/>
                </a:lnTo>
                <a:lnTo>
                  <a:pt x="887152" y="135871"/>
                </a:lnTo>
                <a:lnTo>
                  <a:pt x="886931" y="136924"/>
                </a:lnTo>
                <a:lnTo>
                  <a:pt x="886568" y="137967"/>
                </a:lnTo>
                <a:lnTo>
                  <a:pt x="886067" y="138998"/>
                </a:lnTo>
                <a:lnTo>
                  <a:pt x="885431" y="140012"/>
                </a:lnTo>
                <a:close/>
                <a:moveTo>
                  <a:pt x="2279996" y="9500"/>
                </a:moveTo>
                <a:lnTo>
                  <a:pt x="2279811" y="8893"/>
                </a:lnTo>
                <a:lnTo>
                  <a:pt x="2279588" y="8305"/>
                </a:lnTo>
                <a:lnTo>
                  <a:pt x="2279330" y="7737"/>
                </a:lnTo>
                <a:lnTo>
                  <a:pt x="2279036" y="7190"/>
                </a:lnTo>
                <a:lnTo>
                  <a:pt x="2278709" y="6666"/>
                </a:lnTo>
                <a:lnTo>
                  <a:pt x="2278350" y="6166"/>
                </a:lnTo>
                <a:lnTo>
                  <a:pt x="2277960" y="5691"/>
                </a:lnTo>
                <a:lnTo>
                  <a:pt x="2277541" y="5244"/>
                </a:lnTo>
                <a:lnTo>
                  <a:pt x="2277093" y="4824"/>
                </a:lnTo>
                <a:lnTo>
                  <a:pt x="2276619" y="4434"/>
                </a:lnTo>
                <a:lnTo>
                  <a:pt x="2276119" y="4075"/>
                </a:lnTo>
                <a:lnTo>
                  <a:pt x="2275595" y="3748"/>
                </a:lnTo>
                <a:lnTo>
                  <a:pt x="2275049" y="3454"/>
                </a:lnTo>
                <a:lnTo>
                  <a:pt x="2274481" y="3195"/>
                </a:lnTo>
                <a:lnTo>
                  <a:pt x="2273893" y="2972"/>
                </a:lnTo>
                <a:lnTo>
                  <a:pt x="2273286" y="2787"/>
                </a:lnTo>
                <a:lnTo>
                  <a:pt x="2272662" y="2641"/>
                </a:lnTo>
                <a:lnTo>
                  <a:pt x="2272021" y="2534"/>
                </a:lnTo>
                <a:lnTo>
                  <a:pt x="2271366" y="2470"/>
                </a:lnTo>
                <a:lnTo>
                  <a:pt x="2270698" y="2448"/>
                </a:lnTo>
                <a:lnTo>
                  <a:pt x="2270029" y="2470"/>
                </a:lnTo>
                <a:lnTo>
                  <a:pt x="2269373" y="2534"/>
                </a:lnTo>
                <a:lnTo>
                  <a:pt x="2268733" y="2641"/>
                </a:lnTo>
                <a:lnTo>
                  <a:pt x="2268108" y="2787"/>
                </a:lnTo>
                <a:lnTo>
                  <a:pt x="2267501" y="2972"/>
                </a:lnTo>
                <a:lnTo>
                  <a:pt x="2266913" y="3195"/>
                </a:lnTo>
                <a:lnTo>
                  <a:pt x="2266345" y="3454"/>
                </a:lnTo>
                <a:lnTo>
                  <a:pt x="2265798" y="3748"/>
                </a:lnTo>
                <a:lnTo>
                  <a:pt x="2265274" y="4075"/>
                </a:lnTo>
                <a:lnTo>
                  <a:pt x="2264774" y="4434"/>
                </a:lnTo>
                <a:lnTo>
                  <a:pt x="2264300" y="4824"/>
                </a:lnTo>
                <a:lnTo>
                  <a:pt x="2263852" y="5244"/>
                </a:lnTo>
                <a:lnTo>
                  <a:pt x="2263433" y="5691"/>
                </a:lnTo>
                <a:lnTo>
                  <a:pt x="2263043" y="6166"/>
                </a:lnTo>
                <a:lnTo>
                  <a:pt x="2262684" y="6666"/>
                </a:lnTo>
                <a:lnTo>
                  <a:pt x="2262357" y="7190"/>
                </a:lnTo>
                <a:lnTo>
                  <a:pt x="2262063" y="7737"/>
                </a:lnTo>
                <a:lnTo>
                  <a:pt x="2261804" y="8305"/>
                </a:lnTo>
                <a:lnTo>
                  <a:pt x="2261582" y="8893"/>
                </a:lnTo>
                <a:lnTo>
                  <a:pt x="2261397" y="9500"/>
                </a:lnTo>
                <a:lnTo>
                  <a:pt x="2261250" y="10124"/>
                </a:lnTo>
                <a:lnTo>
                  <a:pt x="2261144" y="10765"/>
                </a:lnTo>
                <a:lnTo>
                  <a:pt x="2261079" y="11420"/>
                </a:lnTo>
                <a:lnTo>
                  <a:pt x="2261058" y="12089"/>
                </a:lnTo>
                <a:lnTo>
                  <a:pt x="2261079" y="12757"/>
                </a:lnTo>
                <a:lnTo>
                  <a:pt x="2261144" y="13412"/>
                </a:lnTo>
                <a:lnTo>
                  <a:pt x="2261250" y="14053"/>
                </a:lnTo>
                <a:lnTo>
                  <a:pt x="2261397" y="14677"/>
                </a:lnTo>
                <a:lnTo>
                  <a:pt x="2261582" y="15284"/>
                </a:lnTo>
                <a:lnTo>
                  <a:pt x="2261804" y="15872"/>
                </a:lnTo>
                <a:lnTo>
                  <a:pt x="2262063" y="16441"/>
                </a:lnTo>
                <a:lnTo>
                  <a:pt x="2262357" y="16987"/>
                </a:lnTo>
                <a:lnTo>
                  <a:pt x="2262684" y="17511"/>
                </a:lnTo>
                <a:lnTo>
                  <a:pt x="2263043" y="18011"/>
                </a:lnTo>
                <a:lnTo>
                  <a:pt x="2263433" y="18486"/>
                </a:lnTo>
                <a:lnTo>
                  <a:pt x="2263852" y="18933"/>
                </a:lnTo>
                <a:lnTo>
                  <a:pt x="2264300" y="19353"/>
                </a:lnTo>
                <a:lnTo>
                  <a:pt x="2264774" y="19743"/>
                </a:lnTo>
                <a:lnTo>
                  <a:pt x="2265274" y="20102"/>
                </a:lnTo>
                <a:lnTo>
                  <a:pt x="2265798" y="20430"/>
                </a:lnTo>
                <a:lnTo>
                  <a:pt x="2266345" y="20723"/>
                </a:lnTo>
                <a:lnTo>
                  <a:pt x="2266913" y="20982"/>
                </a:lnTo>
                <a:lnTo>
                  <a:pt x="2267501" y="21205"/>
                </a:lnTo>
                <a:lnTo>
                  <a:pt x="2268108" y="21390"/>
                </a:lnTo>
                <a:lnTo>
                  <a:pt x="2268733" y="21537"/>
                </a:lnTo>
                <a:lnTo>
                  <a:pt x="2269373" y="21643"/>
                </a:lnTo>
                <a:lnTo>
                  <a:pt x="2270029" y="21708"/>
                </a:lnTo>
                <a:lnTo>
                  <a:pt x="2270698" y="21729"/>
                </a:lnTo>
                <a:lnTo>
                  <a:pt x="2271366" y="21708"/>
                </a:lnTo>
                <a:lnTo>
                  <a:pt x="2272021" y="21643"/>
                </a:lnTo>
                <a:lnTo>
                  <a:pt x="2272662" y="21537"/>
                </a:lnTo>
                <a:lnTo>
                  <a:pt x="2273286" y="21390"/>
                </a:lnTo>
                <a:lnTo>
                  <a:pt x="2273893" y="21205"/>
                </a:lnTo>
                <a:lnTo>
                  <a:pt x="2274481" y="20982"/>
                </a:lnTo>
                <a:lnTo>
                  <a:pt x="2275049" y="20723"/>
                </a:lnTo>
                <a:lnTo>
                  <a:pt x="2275595" y="20430"/>
                </a:lnTo>
                <a:lnTo>
                  <a:pt x="2276119" y="20102"/>
                </a:lnTo>
                <a:lnTo>
                  <a:pt x="2276619" y="19743"/>
                </a:lnTo>
                <a:lnTo>
                  <a:pt x="2277093" y="19353"/>
                </a:lnTo>
                <a:lnTo>
                  <a:pt x="2277541" y="18933"/>
                </a:lnTo>
                <a:lnTo>
                  <a:pt x="2277960" y="18486"/>
                </a:lnTo>
                <a:lnTo>
                  <a:pt x="2278350" y="18011"/>
                </a:lnTo>
                <a:lnTo>
                  <a:pt x="2278709" y="17511"/>
                </a:lnTo>
                <a:lnTo>
                  <a:pt x="2279036" y="16987"/>
                </a:lnTo>
                <a:lnTo>
                  <a:pt x="2279330" y="16441"/>
                </a:lnTo>
                <a:lnTo>
                  <a:pt x="2279588" y="15872"/>
                </a:lnTo>
                <a:lnTo>
                  <a:pt x="2279811" y="15284"/>
                </a:lnTo>
                <a:lnTo>
                  <a:pt x="2279996" y="14677"/>
                </a:lnTo>
                <a:lnTo>
                  <a:pt x="2280142" y="14053"/>
                </a:lnTo>
                <a:lnTo>
                  <a:pt x="2280248" y="13412"/>
                </a:lnTo>
                <a:lnTo>
                  <a:pt x="2280313" y="12757"/>
                </a:lnTo>
                <a:lnTo>
                  <a:pt x="2280335" y="12089"/>
                </a:lnTo>
                <a:lnTo>
                  <a:pt x="2280313" y="11420"/>
                </a:lnTo>
                <a:lnTo>
                  <a:pt x="2280248" y="10765"/>
                </a:lnTo>
                <a:lnTo>
                  <a:pt x="2280142" y="10124"/>
                </a:lnTo>
                <a:lnTo>
                  <a:pt x="2279996" y="9500"/>
                </a:lnTo>
                <a:close/>
                <a:moveTo>
                  <a:pt x="2504917" y="5741"/>
                </a:moveTo>
                <a:lnTo>
                  <a:pt x="2504216" y="4881"/>
                </a:lnTo>
                <a:lnTo>
                  <a:pt x="2503426" y="4112"/>
                </a:lnTo>
                <a:lnTo>
                  <a:pt x="2502561" y="3428"/>
                </a:lnTo>
                <a:lnTo>
                  <a:pt x="2501631" y="2825"/>
                </a:lnTo>
                <a:lnTo>
                  <a:pt x="2500649" y="2297"/>
                </a:lnTo>
                <a:lnTo>
                  <a:pt x="2499627" y="1839"/>
                </a:lnTo>
                <a:lnTo>
                  <a:pt x="2498576" y="1446"/>
                </a:lnTo>
                <a:lnTo>
                  <a:pt x="2497510" y="1114"/>
                </a:lnTo>
                <a:lnTo>
                  <a:pt x="2496439" y="837"/>
                </a:lnTo>
                <a:lnTo>
                  <a:pt x="2495377" y="610"/>
                </a:lnTo>
                <a:lnTo>
                  <a:pt x="2494334" y="429"/>
                </a:lnTo>
                <a:lnTo>
                  <a:pt x="2493324" y="287"/>
                </a:lnTo>
                <a:lnTo>
                  <a:pt x="2492358" y="181"/>
                </a:lnTo>
                <a:lnTo>
                  <a:pt x="2491448" y="105"/>
                </a:lnTo>
                <a:lnTo>
                  <a:pt x="2490607" y="54"/>
                </a:lnTo>
                <a:lnTo>
                  <a:pt x="2489846" y="23"/>
                </a:lnTo>
                <a:lnTo>
                  <a:pt x="2489177" y="7"/>
                </a:lnTo>
                <a:lnTo>
                  <a:pt x="2488612" y="1"/>
                </a:lnTo>
                <a:lnTo>
                  <a:pt x="2488164" y="0"/>
                </a:lnTo>
                <a:lnTo>
                  <a:pt x="2486240" y="46"/>
                </a:lnTo>
                <a:lnTo>
                  <a:pt x="2484329" y="184"/>
                </a:lnTo>
                <a:lnTo>
                  <a:pt x="2482435" y="414"/>
                </a:lnTo>
                <a:lnTo>
                  <a:pt x="2480567" y="735"/>
                </a:lnTo>
                <a:lnTo>
                  <a:pt x="2478729" y="1147"/>
                </a:lnTo>
                <a:lnTo>
                  <a:pt x="2476928" y="1649"/>
                </a:lnTo>
                <a:lnTo>
                  <a:pt x="2475170" y="2241"/>
                </a:lnTo>
                <a:lnTo>
                  <a:pt x="2473462" y="2923"/>
                </a:lnTo>
                <a:lnTo>
                  <a:pt x="2471809" y="3694"/>
                </a:lnTo>
                <a:lnTo>
                  <a:pt x="2470218" y="4554"/>
                </a:lnTo>
                <a:lnTo>
                  <a:pt x="2468695" y="5503"/>
                </a:lnTo>
                <a:lnTo>
                  <a:pt x="2467246" y="6539"/>
                </a:lnTo>
                <a:lnTo>
                  <a:pt x="2465878" y="7664"/>
                </a:lnTo>
                <a:lnTo>
                  <a:pt x="2464596" y="8875"/>
                </a:lnTo>
                <a:lnTo>
                  <a:pt x="2463406" y="10173"/>
                </a:lnTo>
                <a:lnTo>
                  <a:pt x="2462316" y="11558"/>
                </a:lnTo>
                <a:lnTo>
                  <a:pt x="2461331" y="13029"/>
                </a:lnTo>
                <a:lnTo>
                  <a:pt x="2460457" y="14586"/>
                </a:lnTo>
                <a:lnTo>
                  <a:pt x="2459700" y="16228"/>
                </a:lnTo>
                <a:lnTo>
                  <a:pt x="2459067" y="17955"/>
                </a:lnTo>
                <a:lnTo>
                  <a:pt x="2458564" y="19766"/>
                </a:lnTo>
                <a:lnTo>
                  <a:pt x="2458197" y="21662"/>
                </a:lnTo>
                <a:lnTo>
                  <a:pt x="2457973" y="23641"/>
                </a:lnTo>
                <a:lnTo>
                  <a:pt x="2457896" y="25704"/>
                </a:lnTo>
                <a:lnTo>
                  <a:pt x="2457896" y="35963"/>
                </a:lnTo>
                <a:lnTo>
                  <a:pt x="2438619" y="35963"/>
                </a:lnTo>
                <a:lnTo>
                  <a:pt x="2438225" y="35963"/>
                </a:lnTo>
                <a:lnTo>
                  <a:pt x="2437815" y="35966"/>
                </a:lnTo>
                <a:lnTo>
                  <a:pt x="2437393" y="35974"/>
                </a:lnTo>
                <a:lnTo>
                  <a:pt x="2436962" y="35990"/>
                </a:lnTo>
                <a:lnTo>
                  <a:pt x="2436524" y="36017"/>
                </a:lnTo>
                <a:lnTo>
                  <a:pt x="2436082" y="36056"/>
                </a:lnTo>
                <a:lnTo>
                  <a:pt x="2435639" y="36111"/>
                </a:lnTo>
                <a:lnTo>
                  <a:pt x="2435198" y="36184"/>
                </a:lnTo>
                <a:lnTo>
                  <a:pt x="2434762" y="36278"/>
                </a:lnTo>
                <a:lnTo>
                  <a:pt x="2434333" y="36395"/>
                </a:lnTo>
                <a:lnTo>
                  <a:pt x="2433915" y="36538"/>
                </a:lnTo>
                <a:lnTo>
                  <a:pt x="2433509" y="36710"/>
                </a:lnTo>
                <a:lnTo>
                  <a:pt x="2433120" y="36913"/>
                </a:lnTo>
                <a:lnTo>
                  <a:pt x="2432750" y="37149"/>
                </a:lnTo>
                <a:lnTo>
                  <a:pt x="2432402" y="37422"/>
                </a:lnTo>
                <a:lnTo>
                  <a:pt x="2432078" y="37734"/>
                </a:lnTo>
                <a:lnTo>
                  <a:pt x="2431782" y="38087"/>
                </a:lnTo>
                <a:lnTo>
                  <a:pt x="2431515" y="38485"/>
                </a:lnTo>
                <a:lnTo>
                  <a:pt x="2431283" y="38929"/>
                </a:lnTo>
                <a:lnTo>
                  <a:pt x="2431086" y="39422"/>
                </a:lnTo>
                <a:lnTo>
                  <a:pt x="2430927" y="39968"/>
                </a:lnTo>
                <a:lnTo>
                  <a:pt x="2430811" y="40567"/>
                </a:lnTo>
                <a:lnTo>
                  <a:pt x="2430739" y="41224"/>
                </a:lnTo>
                <a:lnTo>
                  <a:pt x="2430714" y="41941"/>
                </a:lnTo>
                <a:lnTo>
                  <a:pt x="2430739" y="42634"/>
                </a:lnTo>
                <a:lnTo>
                  <a:pt x="2430811" y="43270"/>
                </a:lnTo>
                <a:lnTo>
                  <a:pt x="2430927" y="43850"/>
                </a:lnTo>
                <a:lnTo>
                  <a:pt x="2431085" y="44378"/>
                </a:lnTo>
                <a:lnTo>
                  <a:pt x="2431281" y="44855"/>
                </a:lnTo>
                <a:lnTo>
                  <a:pt x="2431512" y="45285"/>
                </a:lnTo>
                <a:lnTo>
                  <a:pt x="2431777" y="45669"/>
                </a:lnTo>
                <a:lnTo>
                  <a:pt x="2432071" y="46011"/>
                </a:lnTo>
                <a:lnTo>
                  <a:pt x="2432391" y="46313"/>
                </a:lnTo>
                <a:lnTo>
                  <a:pt x="2432736" y="46577"/>
                </a:lnTo>
                <a:lnTo>
                  <a:pt x="2433102" y="46806"/>
                </a:lnTo>
                <a:lnTo>
                  <a:pt x="2433485" y="47002"/>
                </a:lnTo>
                <a:lnTo>
                  <a:pt x="2433884" y="47168"/>
                </a:lnTo>
                <a:lnTo>
                  <a:pt x="2434294" y="47306"/>
                </a:lnTo>
                <a:lnTo>
                  <a:pt x="2434714" y="47420"/>
                </a:lnTo>
                <a:lnTo>
                  <a:pt x="2435140" y="47511"/>
                </a:lnTo>
                <a:lnTo>
                  <a:pt x="2435570" y="47581"/>
                </a:lnTo>
                <a:lnTo>
                  <a:pt x="2436000" y="47634"/>
                </a:lnTo>
                <a:lnTo>
                  <a:pt x="2436427" y="47673"/>
                </a:lnTo>
                <a:lnTo>
                  <a:pt x="2436849" y="47698"/>
                </a:lnTo>
                <a:lnTo>
                  <a:pt x="2437263" y="47714"/>
                </a:lnTo>
                <a:lnTo>
                  <a:pt x="2437666" y="47721"/>
                </a:lnTo>
                <a:lnTo>
                  <a:pt x="2438054" y="47724"/>
                </a:lnTo>
                <a:lnTo>
                  <a:pt x="2438425" y="47725"/>
                </a:lnTo>
                <a:lnTo>
                  <a:pt x="2457896" y="47725"/>
                </a:lnTo>
                <a:lnTo>
                  <a:pt x="2457896" y="107238"/>
                </a:lnTo>
                <a:lnTo>
                  <a:pt x="2438425" y="107238"/>
                </a:lnTo>
                <a:lnTo>
                  <a:pt x="2438053" y="107239"/>
                </a:lnTo>
                <a:lnTo>
                  <a:pt x="2437662" y="107241"/>
                </a:lnTo>
                <a:lnTo>
                  <a:pt x="2437255" y="107249"/>
                </a:lnTo>
                <a:lnTo>
                  <a:pt x="2436835" y="107265"/>
                </a:lnTo>
                <a:lnTo>
                  <a:pt x="2436406" y="107290"/>
                </a:lnTo>
                <a:lnTo>
                  <a:pt x="2435970" y="107329"/>
                </a:lnTo>
                <a:lnTo>
                  <a:pt x="2435530" y="107382"/>
                </a:lnTo>
                <a:lnTo>
                  <a:pt x="2435090" y="107452"/>
                </a:lnTo>
                <a:lnTo>
                  <a:pt x="2434653" y="107543"/>
                </a:lnTo>
                <a:lnTo>
                  <a:pt x="2434221" y="107657"/>
                </a:lnTo>
                <a:lnTo>
                  <a:pt x="2433799" y="107795"/>
                </a:lnTo>
                <a:lnTo>
                  <a:pt x="2433388" y="107961"/>
                </a:lnTo>
                <a:lnTo>
                  <a:pt x="2432992" y="108157"/>
                </a:lnTo>
                <a:lnTo>
                  <a:pt x="2432615" y="108386"/>
                </a:lnTo>
                <a:lnTo>
                  <a:pt x="2432259" y="108650"/>
                </a:lnTo>
                <a:lnTo>
                  <a:pt x="2431927" y="108952"/>
                </a:lnTo>
                <a:lnTo>
                  <a:pt x="2431622" y="109294"/>
                </a:lnTo>
                <a:lnTo>
                  <a:pt x="2431349" y="109678"/>
                </a:lnTo>
                <a:lnTo>
                  <a:pt x="2431108" y="110108"/>
                </a:lnTo>
                <a:lnTo>
                  <a:pt x="2430905" y="110585"/>
                </a:lnTo>
                <a:lnTo>
                  <a:pt x="2430741" y="111113"/>
                </a:lnTo>
                <a:lnTo>
                  <a:pt x="2430620" y="111693"/>
                </a:lnTo>
                <a:lnTo>
                  <a:pt x="2430546" y="112329"/>
                </a:lnTo>
                <a:lnTo>
                  <a:pt x="2430520" y="113022"/>
                </a:lnTo>
                <a:lnTo>
                  <a:pt x="2430546" y="113738"/>
                </a:lnTo>
                <a:lnTo>
                  <a:pt x="2430620" y="114395"/>
                </a:lnTo>
                <a:lnTo>
                  <a:pt x="2430741" y="114994"/>
                </a:lnTo>
                <a:lnTo>
                  <a:pt x="2430905" y="115539"/>
                </a:lnTo>
                <a:lnTo>
                  <a:pt x="2431108" y="116033"/>
                </a:lnTo>
                <a:lnTo>
                  <a:pt x="2431349" y="116476"/>
                </a:lnTo>
                <a:lnTo>
                  <a:pt x="2431622" y="116874"/>
                </a:lnTo>
                <a:lnTo>
                  <a:pt x="2431927" y="117227"/>
                </a:lnTo>
                <a:lnTo>
                  <a:pt x="2432259" y="117538"/>
                </a:lnTo>
                <a:lnTo>
                  <a:pt x="2432615" y="117811"/>
                </a:lnTo>
                <a:lnTo>
                  <a:pt x="2432992" y="118048"/>
                </a:lnTo>
                <a:lnTo>
                  <a:pt x="2433388" y="118250"/>
                </a:lnTo>
                <a:lnTo>
                  <a:pt x="2433799" y="118422"/>
                </a:lnTo>
                <a:lnTo>
                  <a:pt x="2434221" y="118565"/>
                </a:lnTo>
                <a:lnTo>
                  <a:pt x="2434653" y="118682"/>
                </a:lnTo>
                <a:lnTo>
                  <a:pt x="2435090" y="118776"/>
                </a:lnTo>
                <a:lnTo>
                  <a:pt x="2435530" y="118849"/>
                </a:lnTo>
                <a:lnTo>
                  <a:pt x="2435970" y="118904"/>
                </a:lnTo>
                <a:lnTo>
                  <a:pt x="2436406" y="118943"/>
                </a:lnTo>
                <a:lnTo>
                  <a:pt x="2436835" y="118970"/>
                </a:lnTo>
                <a:lnTo>
                  <a:pt x="2437255" y="118986"/>
                </a:lnTo>
                <a:lnTo>
                  <a:pt x="2437662" y="118994"/>
                </a:lnTo>
                <a:lnTo>
                  <a:pt x="2438053" y="118997"/>
                </a:lnTo>
                <a:lnTo>
                  <a:pt x="2438425" y="118997"/>
                </a:lnTo>
                <a:lnTo>
                  <a:pt x="2490671" y="118997"/>
                </a:lnTo>
                <a:lnTo>
                  <a:pt x="2491043" y="118997"/>
                </a:lnTo>
                <a:lnTo>
                  <a:pt x="2491434" y="118994"/>
                </a:lnTo>
                <a:lnTo>
                  <a:pt x="2491840" y="118986"/>
                </a:lnTo>
                <a:lnTo>
                  <a:pt x="2492260" y="118970"/>
                </a:lnTo>
                <a:lnTo>
                  <a:pt x="2492690" y="118945"/>
                </a:lnTo>
                <a:lnTo>
                  <a:pt x="2493126" y="118907"/>
                </a:lnTo>
                <a:lnTo>
                  <a:pt x="2493565" y="118854"/>
                </a:lnTo>
                <a:lnTo>
                  <a:pt x="2494005" y="118783"/>
                </a:lnTo>
                <a:lnTo>
                  <a:pt x="2494442" y="118692"/>
                </a:lnTo>
                <a:lnTo>
                  <a:pt x="2494874" y="118579"/>
                </a:lnTo>
                <a:lnTo>
                  <a:pt x="2495297" y="118440"/>
                </a:lnTo>
                <a:lnTo>
                  <a:pt x="2495707" y="118274"/>
                </a:lnTo>
                <a:lnTo>
                  <a:pt x="2496103" y="118078"/>
                </a:lnTo>
                <a:lnTo>
                  <a:pt x="2496480" y="117849"/>
                </a:lnTo>
                <a:lnTo>
                  <a:pt x="2496837" y="117585"/>
                </a:lnTo>
                <a:lnTo>
                  <a:pt x="2497168" y="117283"/>
                </a:lnTo>
                <a:lnTo>
                  <a:pt x="2497473" y="116942"/>
                </a:lnTo>
                <a:lnTo>
                  <a:pt x="2497747" y="116557"/>
                </a:lnTo>
                <a:lnTo>
                  <a:pt x="2497987" y="116127"/>
                </a:lnTo>
                <a:lnTo>
                  <a:pt x="2498190" y="115650"/>
                </a:lnTo>
                <a:lnTo>
                  <a:pt x="2498354" y="115122"/>
                </a:lnTo>
                <a:lnTo>
                  <a:pt x="2498475" y="114542"/>
                </a:lnTo>
                <a:lnTo>
                  <a:pt x="2498550" y="113907"/>
                </a:lnTo>
                <a:lnTo>
                  <a:pt x="2498575" y="113213"/>
                </a:lnTo>
                <a:lnTo>
                  <a:pt x="2498550" y="112497"/>
                </a:lnTo>
                <a:lnTo>
                  <a:pt x="2498475" y="111841"/>
                </a:lnTo>
                <a:lnTo>
                  <a:pt x="2498354" y="111241"/>
                </a:lnTo>
                <a:lnTo>
                  <a:pt x="2498190" y="110696"/>
                </a:lnTo>
                <a:lnTo>
                  <a:pt x="2497987" y="110203"/>
                </a:lnTo>
                <a:lnTo>
                  <a:pt x="2497747" y="109759"/>
                </a:lnTo>
                <a:lnTo>
                  <a:pt x="2497473" y="109362"/>
                </a:lnTo>
                <a:lnTo>
                  <a:pt x="2497168" y="109009"/>
                </a:lnTo>
                <a:lnTo>
                  <a:pt x="2496837" y="108697"/>
                </a:lnTo>
                <a:lnTo>
                  <a:pt x="2496480" y="108424"/>
                </a:lnTo>
                <a:lnTo>
                  <a:pt x="2496103" y="108188"/>
                </a:lnTo>
                <a:lnTo>
                  <a:pt x="2495707" y="107985"/>
                </a:lnTo>
                <a:lnTo>
                  <a:pt x="2495297" y="107813"/>
                </a:lnTo>
                <a:lnTo>
                  <a:pt x="2494874" y="107670"/>
                </a:lnTo>
                <a:lnTo>
                  <a:pt x="2494442" y="107553"/>
                </a:lnTo>
                <a:lnTo>
                  <a:pt x="2494005" y="107459"/>
                </a:lnTo>
                <a:lnTo>
                  <a:pt x="2493565" y="107386"/>
                </a:lnTo>
                <a:lnTo>
                  <a:pt x="2493126" y="107331"/>
                </a:lnTo>
                <a:lnTo>
                  <a:pt x="2492690" y="107292"/>
                </a:lnTo>
                <a:lnTo>
                  <a:pt x="2492260" y="107266"/>
                </a:lnTo>
                <a:lnTo>
                  <a:pt x="2491840" y="107250"/>
                </a:lnTo>
                <a:lnTo>
                  <a:pt x="2491434" y="107242"/>
                </a:lnTo>
                <a:lnTo>
                  <a:pt x="2491043" y="107239"/>
                </a:lnTo>
                <a:lnTo>
                  <a:pt x="2490671" y="107238"/>
                </a:lnTo>
                <a:lnTo>
                  <a:pt x="2471199" y="107238"/>
                </a:lnTo>
                <a:lnTo>
                  <a:pt x="2471199" y="47725"/>
                </a:lnTo>
                <a:lnTo>
                  <a:pt x="2494721" y="47725"/>
                </a:lnTo>
                <a:lnTo>
                  <a:pt x="2495092" y="47724"/>
                </a:lnTo>
                <a:lnTo>
                  <a:pt x="2495481" y="47721"/>
                </a:lnTo>
                <a:lnTo>
                  <a:pt x="2495883" y="47714"/>
                </a:lnTo>
                <a:lnTo>
                  <a:pt x="2496297" y="47698"/>
                </a:lnTo>
                <a:lnTo>
                  <a:pt x="2496719" y="47673"/>
                </a:lnTo>
                <a:lnTo>
                  <a:pt x="2497146" y="47634"/>
                </a:lnTo>
                <a:lnTo>
                  <a:pt x="2497576" y="47581"/>
                </a:lnTo>
                <a:lnTo>
                  <a:pt x="2498006" y="47511"/>
                </a:lnTo>
                <a:lnTo>
                  <a:pt x="2498432" y="47420"/>
                </a:lnTo>
                <a:lnTo>
                  <a:pt x="2498852" y="47306"/>
                </a:lnTo>
                <a:lnTo>
                  <a:pt x="2499262" y="47168"/>
                </a:lnTo>
                <a:lnTo>
                  <a:pt x="2499661" y="47002"/>
                </a:lnTo>
                <a:lnTo>
                  <a:pt x="2500045" y="46806"/>
                </a:lnTo>
                <a:lnTo>
                  <a:pt x="2500410" y="46577"/>
                </a:lnTo>
                <a:lnTo>
                  <a:pt x="2500755" y="46313"/>
                </a:lnTo>
                <a:lnTo>
                  <a:pt x="2501075" y="46011"/>
                </a:lnTo>
                <a:lnTo>
                  <a:pt x="2501369" y="45669"/>
                </a:lnTo>
                <a:lnTo>
                  <a:pt x="2501634" y="45285"/>
                </a:lnTo>
                <a:lnTo>
                  <a:pt x="2501865" y="44855"/>
                </a:lnTo>
                <a:lnTo>
                  <a:pt x="2502061" y="44378"/>
                </a:lnTo>
                <a:lnTo>
                  <a:pt x="2502219" y="43850"/>
                </a:lnTo>
                <a:lnTo>
                  <a:pt x="2502335" y="43270"/>
                </a:lnTo>
                <a:lnTo>
                  <a:pt x="2502407" y="42634"/>
                </a:lnTo>
                <a:lnTo>
                  <a:pt x="2502432" y="41941"/>
                </a:lnTo>
                <a:lnTo>
                  <a:pt x="2502408" y="41224"/>
                </a:lnTo>
                <a:lnTo>
                  <a:pt x="2502339" y="40567"/>
                </a:lnTo>
                <a:lnTo>
                  <a:pt x="2502227" y="39968"/>
                </a:lnTo>
                <a:lnTo>
                  <a:pt x="2502075" y="39422"/>
                </a:lnTo>
                <a:lnTo>
                  <a:pt x="2501885" y="38929"/>
                </a:lnTo>
                <a:lnTo>
                  <a:pt x="2501661" y="38485"/>
                </a:lnTo>
                <a:lnTo>
                  <a:pt x="2501404" y="38087"/>
                </a:lnTo>
                <a:lnTo>
                  <a:pt x="2501118" y="37734"/>
                </a:lnTo>
                <a:lnTo>
                  <a:pt x="2500805" y="37422"/>
                </a:lnTo>
                <a:lnTo>
                  <a:pt x="2500468" y="37149"/>
                </a:lnTo>
                <a:lnTo>
                  <a:pt x="2500110" y="36913"/>
                </a:lnTo>
                <a:lnTo>
                  <a:pt x="2499733" y="36710"/>
                </a:lnTo>
                <a:lnTo>
                  <a:pt x="2499340" y="36538"/>
                </a:lnTo>
                <a:lnTo>
                  <a:pt x="2498933" y="36395"/>
                </a:lnTo>
                <a:lnTo>
                  <a:pt x="2498516" y="36278"/>
                </a:lnTo>
                <a:lnTo>
                  <a:pt x="2498091" y="36184"/>
                </a:lnTo>
                <a:lnTo>
                  <a:pt x="2497660" y="36111"/>
                </a:lnTo>
                <a:lnTo>
                  <a:pt x="2497227" y="36056"/>
                </a:lnTo>
                <a:lnTo>
                  <a:pt x="2496794" y="36017"/>
                </a:lnTo>
                <a:lnTo>
                  <a:pt x="2496363" y="35990"/>
                </a:lnTo>
                <a:lnTo>
                  <a:pt x="2495938" y="35974"/>
                </a:lnTo>
                <a:lnTo>
                  <a:pt x="2495521" y="35966"/>
                </a:lnTo>
                <a:lnTo>
                  <a:pt x="2495114" y="35963"/>
                </a:lnTo>
                <a:lnTo>
                  <a:pt x="2494721" y="35963"/>
                </a:lnTo>
                <a:lnTo>
                  <a:pt x="2471199" y="35963"/>
                </a:lnTo>
                <a:lnTo>
                  <a:pt x="2471199" y="26863"/>
                </a:lnTo>
                <a:lnTo>
                  <a:pt x="2471265" y="25053"/>
                </a:lnTo>
                <a:lnTo>
                  <a:pt x="2471456" y="23394"/>
                </a:lnTo>
                <a:lnTo>
                  <a:pt x="2471765" y="21879"/>
                </a:lnTo>
                <a:lnTo>
                  <a:pt x="2472183" y="20501"/>
                </a:lnTo>
                <a:lnTo>
                  <a:pt x="2472700" y="19255"/>
                </a:lnTo>
                <a:lnTo>
                  <a:pt x="2473308" y="18133"/>
                </a:lnTo>
                <a:lnTo>
                  <a:pt x="2473998" y="17129"/>
                </a:lnTo>
                <a:lnTo>
                  <a:pt x="2474762" y="16236"/>
                </a:lnTo>
                <a:lnTo>
                  <a:pt x="2475591" y="15449"/>
                </a:lnTo>
                <a:lnTo>
                  <a:pt x="2476476" y="14760"/>
                </a:lnTo>
                <a:lnTo>
                  <a:pt x="2477409" y="14162"/>
                </a:lnTo>
                <a:lnTo>
                  <a:pt x="2478381" y="13650"/>
                </a:lnTo>
                <a:lnTo>
                  <a:pt x="2479382" y="13216"/>
                </a:lnTo>
                <a:lnTo>
                  <a:pt x="2480405" y="12854"/>
                </a:lnTo>
                <a:lnTo>
                  <a:pt x="2481441" y="12558"/>
                </a:lnTo>
                <a:lnTo>
                  <a:pt x="2482481" y="12321"/>
                </a:lnTo>
                <a:lnTo>
                  <a:pt x="2483516" y="12137"/>
                </a:lnTo>
                <a:lnTo>
                  <a:pt x="2484538" y="11998"/>
                </a:lnTo>
                <a:lnTo>
                  <a:pt x="2485538" y="11899"/>
                </a:lnTo>
                <a:lnTo>
                  <a:pt x="2486506" y="11832"/>
                </a:lnTo>
                <a:lnTo>
                  <a:pt x="2487436" y="11792"/>
                </a:lnTo>
                <a:lnTo>
                  <a:pt x="2488317" y="11771"/>
                </a:lnTo>
                <a:lnTo>
                  <a:pt x="2489141" y="11763"/>
                </a:lnTo>
                <a:lnTo>
                  <a:pt x="2489900" y="11762"/>
                </a:lnTo>
                <a:lnTo>
                  <a:pt x="2489909" y="11893"/>
                </a:lnTo>
                <a:lnTo>
                  <a:pt x="2489938" y="12088"/>
                </a:lnTo>
                <a:lnTo>
                  <a:pt x="2489988" y="12342"/>
                </a:lnTo>
                <a:lnTo>
                  <a:pt x="2490060" y="12647"/>
                </a:lnTo>
                <a:lnTo>
                  <a:pt x="2490155" y="12999"/>
                </a:lnTo>
                <a:lnTo>
                  <a:pt x="2490276" y="13389"/>
                </a:lnTo>
                <a:lnTo>
                  <a:pt x="2490424" y="13813"/>
                </a:lnTo>
                <a:lnTo>
                  <a:pt x="2490600" y="14264"/>
                </a:lnTo>
                <a:lnTo>
                  <a:pt x="2490805" y="14736"/>
                </a:lnTo>
                <a:lnTo>
                  <a:pt x="2491041" y="15223"/>
                </a:lnTo>
                <a:lnTo>
                  <a:pt x="2491309" y="15718"/>
                </a:lnTo>
                <a:lnTo>
                  <a:pt x="2491611" y="16215"/>
                </a:lnTo>
                <a:lnTo>
                  <a:pt x="2491948" y="16708"/>
                </a:lnTo>
                <a:lnTo>
                  <a:pt x="2492322" y="17191"/>
                </a:lnTo>
                <a:lnTo>
                  <a:pt x="2492734" y="17658"/>
                </a:lnTo>
                <a:lnTo>
                  <a:pt x="2493185" y="18101"/>
                </a:lnTo>
                <a:lnTo>
                  <a:pt x="2493677" y="18516"/>
                </a:lnTo>
                <a:lnTo>
                  <a:pt x="2494211" y="18896"/>
                </a:lnTo>
                <a:lnTo>
                  <a:pt x="2494789" y="19234"/>
                </a:lnTo>
                <a:lnTo>
                  <a:pt x="2495412" y="19525"/>
                </a:lnTo>
                <a:lnTo>
                  <a:pt x="2496082" y="19762"/>
                </a:lnTo>
                <a:lnTo>
                  <a:pt x="2496799" y="19939"/>
                </a:lnTo>
                <a:lnTo>
                  <a:pt x="2497566" y="20050"/>
                </a:lnTo>
                <a:lnTo>
                  <a:pt x="2498384" y="20088"/>
                </a:lnTo>
                <a:lnTo>
                  <a:pt x="2498868" y="20072"/>
                </a:lnTo>
                <a:lnTo>
                  <a:pt x="2499357" y="20024"/>
                </a:lnTo>
                <a:lnTo>
                  <a:pt x="2499847" y="19944"/>
                </a:lnTo>
                <a:lnTo>
                  <a:pt x="2500336" y="19833"/>
                </a:lnTo>
                <a:lnTo>
                  <a:pt x="2500823" y="19691"/>
                </a:lnTo>
                <a:lnTo>
                  <a:pt x="2501305" y="19519"/>
                </a:lnTo>
                <a:lnTo>
                  <a:pt x="2501780" y="19317"/>
                </a:lnTo>
                <a:lnTo>
                  <a:pt x="2502246" y="19084"/>
                </a:lnTo>
                <a:lnTo>
                  <a:pt x="2502700" y="18822"/>
                </a:lnTo>
                <a:lnTo>
                  <a:pt x="2503141" y="18531"/>
                </a:lnTo>
                <a:lnTo>
                  <a:pt x="2503567" y="18210"/>
                </a:lnTo>
                <a:lnTo>
                  <a:pt x="2503974" y="17861"/>
                </a:lnTo>
                <a:lnTo>
                  <a:pt x="2504361" y="17484"/>
                </a:lnTo>
                <a:lnTo>
                  <a:pt x="2504726" y="17080"/>
                </a:lnTo>
                <a:lnTo>
                  <a:pt x="2505067" y="16647"/>
                </a:lnTo>
                <a:lnTo>
                  <a:pt x="2505381" y="16187"/>
                </a:lnTo>
                <a:lnTo>
                  <a:pt x="2505666" y="15701"/>
                </a:lnTo>
                <a:lnTo>
                  <a:pt x="2505920" y="15188"/>
                </a:lnTo>
                <a:lnTo>
                  <a:pt x="2506142" y="14648"/>
                </a:lnTo>
                <a:lnTo>
                  <a:pt x="2506327" y="14083"/>
                </a:lnTo>
                <a:lnTo>
                  <a:pt x="2506476" y="13493"/>
                </a:lnTo>
                <a:lnTo>
                  <a:pt x="2506584" y="12877"/>
                </a:lnTo>
                <a:lnTo>
                  <a:pt x="2506651" y="12236"/>
                </a:lnTo>
                <a:lnTo>
                  <a:pt x="2506674" y="11571"/>
                </a:lnTo>
                <a:lnTo>
                  <a:pt x="2506595" y="10184"/>
                </a:lnTo>
                <a:lnTo>
                  <a:pt x="2506369" y="8912"/>
                </a:lnTo>
                <a:lnTo>
                  <a:pt x="2506005" y="7752"/>
                </a:lnTo>
                <a:lnTo>
                  <a:pt x="2505517" y="6696"/>
                </a:lnTo>
                <a:lnTo>
                  <a:pt x="2504917" y="5741"/>
                </a:lnTo>
                <a:close/>
                <a:moveTo>
                  <a:pt x="2208224" y="56634"/>
                </a:moveTo>
                <a:lnTo>
                  <a:pt x="2207912" y="56132"/>
                </a:lnTo>
                <a:lnTo>
                  <a:pt x="2207558" y="55684"/>
                </a:lnTo>
                <a:lnTo>
                  <a:pt x="2207167" y="55285"/>
                </a:lnTo>
                <a:lnTo>
                  <a:pt x="2206745" y="54933"/>
                </a:lnTo>
                <a:lnTo>
                  <a:pt x="2206297" y="54625"/>
                </a:lnTo>
                <a:lnTo>
                  <a:pt x="2205827" y="54358"/>
                </a:lnTo>
                <a:lnTo>
                  <a:pt x="2205340" y="54129"/>
                </a:lnTo>
                <a:lnTo>
                  <a:pt x="2204840" y="53935"/>
                </a:lnTo>
                <a:lnTo>
                  <a:pt x="2204334" y="53773"/>
                </a:lnTo>
                <a:lnTo>
                  <a:pt x="2203825" y="53641"/>
                </a:lnTo>
                <a:lnTo>
                  <a:pt x="2203319" y="53535"/>
                </a:lnTo>
                <a:lnTo>
                  <a:pt x="2202820" y="53453"/>
                </a:lnTo>
                <a:lnTo>
                  <a:pt x="2202334" y="53391"/>
                </a:lnTo>
                <a:lnTo>
                  <a:pt x="2201864" y="53346"/>
                </a:lnTo>
                <a:lnTo>
                  <a:pt x="2201416" y="53316"/>
                </a:lnTo>
                <a:lnTo>
                  <a:pt x="2200995" y="53298"/>
                </a:lnTo>
                <a:lnTo>
                  <a:pt x="2200606" y="53289"/>
                </a:lnTo>
                <a:lnTo>
                  <a:pt x="2200253" y="53286"/>
                </a:lnTo>
                <a:lnTo>
                  <a:pt x="2199941" y="53285"/>
                </a:lnTo>
                <a:lnTo>
                  <a:pt x="2138635" y="53285"/>
                </a:lnTo>
                <a:lnTo>
                  <a:pt x="2138323" y="53286"/>
                </a:lnTo>
                <a:lnTo>
                  <a:pt x="2137970" y="53289"/>
                </a:lnTo>
                <a:lnTo>
                  <a:pt x="2137581" y="53298"/>
                </a:lnTo>
                <a:lnTo>
                  <a:pt x="2137160" y="53316"/>
                </a:lnTo>
                <a:lnTo>
                  <a:pt x="2136712" y="53346"/>
                </a:lnTo>
                <a:lnTo>
                  <a:pt x="2136242" y="53391"/>
                </a:lnTo>
                <a:lnTo>
                  <a:pt x="2135755" y="53453"/>
                </a:lnTo>
                <a:lnTo>
                  <a:pt x="2135257" y="53535"/>
                </a:lnTo>
                <a:lnTo>
                  <a:pt x="2134750" y="53641"/>
                </a:lnTo>
                <a:lnTo>
                  <a:pt x="2134242" y="53773"/>
                </a:lnTo>
                <a:lnTo>
                  <a:pt x="2133735" y="53935"/>
                </a:lnTo>
                <a:lnTo>
                  <a:pt x="2133236" y="54129"/>
                </a:lnTo>
                <a:lnTo>
                  <a:pt x="2132749" y="54358"/>
                </a:lnTo>
                <a:lnTo>
                  <a:pt x="2132279" y="54625"/>
                </a:lnTo>
                <a:lnTo>
                  <a:pt x="2131830" y="54933"/>
                </a:lnTo>
                <a:lnTo>
                  <a:pt x="2131408" y="55285"/>
                </a:lnTo>
                <a:lnTo>
                  <a:pt x="2131018" y="55684"/>
                </a:lnTo>
                <a:lnTo>
                  <a:pt x="2130664" y="56132"/>
                </a:lnTo>
                <a:lnTo>
                  <a:pt x="2130351" y="56634"/>
                </a:lnTo>
                <a:lnTo>
                  <a:pt x="2130084" y="57191"/>
                </a:lnTo>
                <a:lnTo>
                  <a:pt x="2129868" y="57806"/>
                </a:lnTo>
                <a:lnTo>
                  <a:pt x="2129708" y="58484"/>
                </a:lnTo>
                <a:lnTo>
                  <a:pt x="2129608" y="59225"/>
                </a:lnTo>
                <a:lnTo>
                  <a:pt x="2129574" y="60034"/>
                </a:lnTo>
                <a:lnTo>
                  <a:pt x="2129608" y="60843"/>
                </a:lnTo>
                <a:lnTo>
                  <a:pt x="2129708" y="61585"/>
                </a:lnTo>
                <a:lnTo>
                  <a:pt x="2129868" y="62262"/>
                </a:lnTo>
                <a:lnTo>
                  <a:pt x="2130084" y="62877"/>
                </a:lnTo>
                <a:lnTo>
                  <a:pt x="2130351" y="63434"/>
                </a:lnTo>
                <a:lnTo>
                  <a:pt x="2130664" y="63936"/>
                </a:lnTo>
                <a:lnTo>
                  <a:pt x="2131018" y="64384"/>
                </a:lnTo>
                <a:lnTo>
                  <a:pt x="2131408" y="64783"/>
                </a:lnTo>
                <a:lnTo>
                  <a:pt x="2131830" y="65135"/>
                </a:lnTo>
                <a:lnTo>
                  <a:pt x="2132279" y="65443"/>
                </a:lnTo>
                <a:lnTo>
                  <a:pt x="2132749" y="65710"/>
                </a:lnTo>
                <a:lnTo>
                  <a:pt x="2133236" y="65939"/>
                </a:lnTo>
                <a:lnTo>
                  <a:pt x="2133735" y="66133"/>
                </a:lnTo>
                <a:lnTo>
                  <a:pt x="2134242" y="66295"/>
                </a:lnTo>
                <a:lnTo>
                  <a:pt x="2134750" y="66427"/>
                </a:lnTo>
                <a:lnTo>
                  <a:pt x="2135257" y="66533"/>
                </a:lnTo>
                <a:lnTo>
                  <a:pt x="2135755" y="66616"/>
                </a:lnTo>
                <a:lnTo>
                  <a:pt x="2136242" y="66678"/>
                </a:lnTo>
                <a:lnTo>
                  <a:pt x="2136712" y="66722"/>
                </a:lnTo>
                <a:lnTo>
                  <a:pt x="2137160" y="66752"/>
                </a:lnTo>
                <a:lnTo>
                  <a:pt x="2137581" y="66770"/>
                </a:lnTo>
                <a:lnTo>
                  <a:pt x="2137970" y="66779"/>
                </a:lnTo>
                <a:lnTo>
                  <a:pt x="2138323" y="66782"/>
                </a:lnTo>
                <a:lnTo>
                  <a:pt x="2138635" y="66783"/>
                </a:lnTo>
                <a:lnTo>
                  <a:pt x="2199941" y="66783"/>
                </a:lnTo>
                <a:lnTo>
                  <a:pt x="2200253" y="66782"/>
                </a:lnTo>
                <a:lnTo>
                  <a:pt x="2200606" y="66779"/>
                </a:lnTo>
                <a:lnTo>
                  <a:pt x="2200995" y="66770"/>
                </a:lnTo>
                <a:lnTo>
                  <a:pt x="2201416" y="66752"/>
                </a:lnTo>
                <a:lnTo>
                  <a:pt x="2201864" y="66722"/>
                </a:lnTo>
                <a:lnTo>
                  <a:pt x="2202334" y="66678"/>
                </a:lnTo>
                <a:lnTo>
                  <a:pt x="2202820" y="66616"/>
                </a:lnTo>
                <a:lnTo>
                  <a:pt x="2203319" y="66533"/>
                </a:lnTo>
                <a:lnTo>
                  <a:pt x="2203825" y="66427"/>
                </a:lnTo>
                <a:lnTo>
                  <a:pt x="2204334" y="66295"/>
                </a:lnTo>
                <a:lnTo>
                  <a:pt x="2204840" y="66133"/>
                </a:lnTo>
                <a:lnTo>
                  <a:pt x="2205340" y="65939"/>
                </a:lnTo>
                <a:lnTo>
                  <a:pt x="2205827" y="65710"/>
                </a:lnTo>
                <a:lnTo>
                  <a:pt x="2206297" y="65443"/>
                </a:lnTo>
                <a:lnTo>
                  <a:pt x="2206745" y="65135"/>
                </a:lnTo>
                <a:lnTo>
                  <a:pt x="2207167" y="64783"/>
                </a:lnTo>
                <a:lnTo>
                  <a:pt x="2207558" y="64384"/>
                </a:lnTo>
                <a:lnTo>
                  <a:pt x="2207912" y="63936"/>
                </a:lnTo>
                <a:lnTo>
                  <a:pt x="2208224" y="63434"/>
                </a:lnTo>
                <a:lnTo>
                  <a:pt x="2208491" y="62877"/>
                </a:lnTo>
                <a:lnTo>
                  <a:pt x="2208707" y="62262"/>
                </a:lnTo>
                <a:lnTo>
                  <a:pt x="2208868" y="61585"/>
                </a:lnTo>
                <a:lnTo>
                  <a:pt x="2208967" y="60843"/>
                </a:lnTo>
                <a:lnTo>
                  <a:pt x="2209002" y="60034"/>
                </a:lnTo>
                <a:lnTo>
                  <a:pt x="2208967" y="59225"/>
                </a:lnTo>
                <a:lnTo>
                  <a:pt x="2208868" y="58484"/>
                </a:lnTo>
                <a:lnTo>
                  <a:pt x="2208707" y="57806"/>
                </a:lnTo>
                <a:lnTo>
                  <a:pt x="2208491" y="57191"/>
                </a:lnTo>
                <a:lnTo>
                  <a:pt x="2208224" y="56634"/>
                </a:lnTo>
                <a:close/>
                <a:moveTo>
                  <a:pt x="1597986" y="92500"/>
                </a:moveTo>
                <a:lnTo>
                  <a:pt x="1597942" y="92064"/>
                </a:lnTo>
                <a:lnTo>
                  <a:pt x="1597880" y="91634"/>
                </a:lnTo>
                <a:lnTo>
                  <a:pt x="1597797" y="91213"/>
                </a:lnTo>
                <a:lnTo>
                  <a:pt x="1597691" y="90801"/>
                </a:lnTo>
                <a:lnTo>
                  <a:pt x="1597559" y="90401"/>
                </a:lnTo>
                <a:lnTo>
                  <a:pt x="1597397" y="90015"/>
                </a:lnTo>
                <a:lnTo>
                  <a:pt x="1597203" y="89646"/>
                </a:lnTo>
                <a:lnTo>
                  <a:pt x="1596975" y="89294"/>
                </a:lnTo>
                <a:lnTo>
                  <a:pt x="1596708" y="88963"/>
                </a:lnTo>
                <a:lnTo>
                  <a:pt x="1596399" y="88653"/>
                </a:lnTo>
                <a:lnTo>
                  <a:pt x="1596048" y="88368"/>
                </a:lnTo>
                <a:lnTo>
                  <a:pt x="1595649" y="88108"/>
                </a:lnTo>
                <a:lnTo>
                  <a:pt x="1595200" y="87877"/>
                </a:lnTo>
                <a:lnTo>
                  <a:pt x="1594699" y="87676"/>
                </a:lnTo>
                <a:lnTo>
                  <a:pt x="1594142" y="87507"/>
                </a:lnTo>
                <a:lnTo>
                  <a:pt x="1593526" y="87372"/>
                </a:lnTo>
                <a:lnTo>
                  <a:pt x="1592849" y="87273"/>
                </a:lnTo>
                <a:lnTo>
                  <a:pt x="1592108" y="87212"/>
                </a:lnTo>
                <a:lnTo>
                  <a:pt x="1591299" y="87191"/>
                </a:lnTo>
                <a:lnTo>
                  <a:pt x="1590535" y="87212"/>
                </a:lnTo>
                <a:lnTo>
                  <a:pt x="1589834" y="87273"/>
                </a:lnTo>
                <a:lnTo>
                  <a:pt x="1589191" y="87372"/>
                </a:lnTo>
                <a:lnTo>
                  <a:pt x="1588605" y="87506"/>
                </a:lnTo>
                <a:lnTo>
                  <a:pt x="1588072" y="87674"/>
                </a:lnTo>
                <a:lnTo>
                  <a:pt x="1587591" y="87874"/>
                </a:lnTo>
                <a:lnTo>
                  <a:pt x="1587159" y="88104"/>
                </a:lnTo>
                <a:lnTo>
                  <a:pt x="1586773" y="88361"/>
                </a:lnTo>
                <a:lnTo>
                  <a:pt x="1586430" y="88643"/>
                </a:lnTo>
                <a:lnTo>
                  <a:pt x="1586128" y="88949"/>
                </a:lnTo>
                <a:lnTo>
                  <a:pt x="1585864" y="89276"/>
                </a:lnTo>
                <a:lnTo>
                  <a:pt x="1585636" y="89622"/>
                </a:lnTo>
                <a:lnTo>
                  <a:pt x="1585442" y="89985"/>
                </a:lnTo>
                <a:lnTo>
                  <a:pt x="1585277" y="90363"/>
                </a:lnTo>
                <a:lnTo>
                  <a:pt x="1585141" y="90753"/>
                </a:lnTo>
                <a:lnTo>
                  <a:pt x="1585030" y="91155"/>
                </a:lnTo>
                <a:lnTo>
                  <a:pt x="1584942" y="91565"/>
                </a:lnTo>
                <a:lnTo>
                  <a:pt x="1584874" y="91982"/>
                </a:lnTo>
                <a:lnTo>
                  <a:pt x="1584824" y="92404"/>
                </a:lnTo>
                <a:lnTo>
                  <a:pt x="1584788" y="92828"/>
                </a:lnTo>
                <a:lnTo>
                  <a:pt x="1584765" y="93252"/>
                </a:lnTo>
                <a:lnTo>
                  <a:pt x="1584752" y="93674"/>
                </a:lnTo>
                <a:lnTo>
                  <a:pt x="1584746" y="94093"/>
                </a:lnTo>
                <a:lnTo>
                  <a:pt x="1584744" y="94505"/>
                </a:lnTo>
                <a:lnTo>
                  <a:pt x="1584665" y="95946"/>
                </a:lnTo>
                <a:lnTo>
                  <a:pt x="1584482" y="97285"/>
                </a:lnTo>
                <a:lnTo>
                  <a:pt x="1584200" y="98528"/>
                </a:lnTo>
                <a:lnTo>
                  <a:pt x="1583829" y="99676"/>
                </a:lnTo>
                <a:lnTo>
                  <a:pt x="1583376" y="100735"/>
                </a:lnTo>
                <a:lnTo>
                  <a:pt x="1582847" y="101707"/>
                </a:lnTo>
                <a:lnTo>
                  <a:pt x="1582252" y="102595"/>
                </a:lnTo>
                <a:lnTo>
                  <a:pt x="1581596" y="103404"/>
                </a:lnTo>
                <a:lnTo>
                  <a:pt x="1580889" y="104137"/>
                </a:lnTo>
                <a:lnTo>
                  <a:pt x="1580136" y="104797"/>
                </a:lnTo>
                <a:lnTo>
                  <a:pt x="1579347" y="105387"/>
                </a:lnTo>
                <a:lnTo>
                  <a:pt x="1578528" y="105912"/>
                </a:lnTo>
                <a:lnTo>
                  <a:pt x="1577686" y="106375"/>
                </a:lnTo>
                <a:lnTo>
                  <a:pt x="1576831" y="106780"/>
                </a:lnTo>
                <a:lnTo>
                  <a:pt x="1575968" y="107129"/>
                </a:lnTo>
                <a:lnTo>
                  <a:pt x="1575106" y="107426"/>
                </a:lnTo>
                <a:lnTo>
                  <a:pt x="1574251" y="107676"/>
                </a:lnTo>
                <a:lnTo>
                  <a:pt x="1573413" y="107880"/>
                </a:lnTo>
                <a:lnTo>
                  <a:pt x="1572597" y="108044"/>
                </a:lnTo>
                <a:lnTo>
                  <a:pt x="1571812" y="108170"/>
                </a:lnTo>
                <a:lnTo>
                  <a:pt x="1571065" y="108262"/>
                </a:lnTo>
                <a:lnTo>
                  <a:pt x="1570364" y="108323"/>
                </a:lnTo>
                <a:lnTo>
                  <a:pt x="1569716" y="108357"/>
                </a:lnTo>
                <a:lnTo>
                  <a:pt x="1569129" y="108368"/>
                </a:lnTo>
                <a:lnTo>
                  <a:pt x="1567350" y="108317"/>
                </a:lnTo>
                <a:lnTo>
                  <a:pt x="1565719" y="108168"/>
                </a:lnTo>
                <a:lnTo>
                  <a:pt x="1564230" y="107928"/>
                </a:lnTo>
                <a:lnTo>
                  <a:pt x="1562876" y="107604"/>
                </a:lnTo>
                <a:lnTo>
                  <a:pt x="1561650" y="107202"/>
                </a:lnTo>
                <a:lnTo>
                  <a:pt x="1560548" y="106728"/>
                </a:lnTo>
                <a:lnTo>
                  <a:pt x="1559561" y="106190"/>
                </a:lnTo>
                <a:lnTo>
                  <a:pt x="1558684" y="105594"/>
                </a:lnTo>
                <a:lnTo>
                  <a:pt x="1557909" y="104946"/>
                </a:lnTo>
                <a:lnTo>
                  <a:pt x="1557232" y="104254"/>
                </a:lnTo>
                <a:lnTo>
                  <a:pt x="1556644" y="103523"/>
                </a:lnTo>
                <a:lnTo>
                  <a:pt x="1556141" y="102760"/>
                </a:lnTo>
                <a:lnTo>
                  <a:pt x="1555714" y="101973"/>
                </a:lnTo>
                <a:lnTo>
                  <a:pt x="1555359" y="101167"/>
                </a:lnTo>
                <a:lnTo>
                  <a:pt x="1555068" y="100349"/>
                </a:lnTo>
                <a:lnTo>
                  <a:pt x="1554835" y="99526"/>
                </a:lnTo>
                <a:lnTo>
                  <a:pt x="1554654" y="98704"/>
                </a:lnTo>
                <a:lnTo>
                  <a:pt x="1554517" y="97890"/>
                </a:lnTo>
                <a:lnTo>
                  <a:pt x="1554419" y="97091"/>
                </a:lnTo>
                <a:lnTo>
                  <a:pt x="1554354" y="96313"/>
                </a:lnTo>
                <a:lnTo>
                  <a:pt x="1554314" y="95562"/>
                </a:lnTo>
                <a:lnTo>
                  <a:pt x="1554294" y="94846"/>
                </a:lnTo>
                <a:lnTo>
                  <a:pt x="1554286" y="94171"/>
                </a:lnTo>
                <a:lnTo>
                  <a:pt x="1554285" y="93543"/>
                </a:lnTo>
                <a:lnTo>
                  <a:pt x="1554285" y="47725"/>
                </a:lnTo>
                <a:lnTo>
                  <a:pt x="1585900" y="47725"/>
                </a:lnTo>
                <a:lnTo>
                  <a:pt x="1586271" y="47724"/>
                </a:lnTo>
                <a:lnTo>
                  <a:pt x="1586660" y="47721"/>
                </a:lnTo>
                <a:lnTo>
                  <a:pt x="1587062" y="47714"/>
                </a:lnTo>
                <a:lnTo>
                  <a:pt x="1587476" y="47698"/>
                </a:lnTo>
                <a:lnTo>
                  <a:pt x="1587898" y="47673"/>
                </a:lnTo>
                <a:lnTo>
                  <a:pt x="1588326" y="47634"/>
                </a:lnTo>
                <a:lnTo>
                  <a:pt x="1588756" y="47581"/>
                </a:lnTo>
                <a:lnTo>
                  <a:pt x="1589185" y="47511"/>
                </a:lnTo>
                <a:lnTo>
                  <a:pt x="1589612" y="47420"/>
                </a:lnTo>
                <a:lnTo>
                  <a:pt x="1590032" y="47306"/>
                </a:lnTo>
                <a:lnTo>
                  <a:pt x="1590443" y="47168"/>
                </a:lnTo>
                <a:lnTo>
                  <a:pt x="1590842" y="47002"/>
                </a:lnTo>
                <a:lnTo>
                  <a:pt x="1591225" y="46806"/>
                </a:lnTo>
                <a:lnTo>
                  <a:pt x="1591591" y="46577"/>
                </a:lnTo>
                <a:lnTo>
                  <a:pt x="1591936" y="46313"/>
                </a:lnTo>
                <a:lnTo>
                  <a:pt x="1592257" y="46011"/>
                </a:lnTo>
                <a:lnTo>
                  <a:pt x="1592551" y="45669"/>
                </a:lnTo>
                <a:lnTo>
                  <a:pt x="1592815" y="45285"/>
                </a:lnTo>
                <a:lnTo>
                  <a:pt x="1593047" y="44855"/>
                </a:lnTo>
                <a:lnTo>
                  <a:pt x="1593243" y="44378"/>
                </a:lnTo>
                <a:lnTo>
                  <a:pt x="1593401" y="43850"/>
                </a:lnTo>
                <a:lnTo>
                  <a:pt x="1593517" y="43270"/>
                </a:lnTo>
                <a:lnTo>
                  <a:pt x="1593589" y="42634"/>
                </a:lnTo>
                <a:lnTo>
                  <a:pt x="1593614" y="41941"/>
                </a:lnTo>
                <a:lnTo>
                  <a:pt x="1593590" y="41224"/>
                </a:lnTo>
                <a:lnTo>
                  <a:pt x="1593521" y="40567"/>
                </a:lnTo>
                <a:lnTo>
                  <a:pt x="1593409" y="39968"/>
                </a:lnTo>
                <a:lnTo>
                  <a:pt x="1593257" y="39422"/>
                </a:lnTo>
                <a:lnTo>
                  <a:pt x="1593067" y="38929"/>
                </a:lnTo>
                <a:lnTo>
                  <a:pt x="1592843" y="38485"/>
                </a:lnTo>
                <a:lnTo>
                  <a:pt x="1592586" y="38087"/>
                </a:lnTo>
                <a:lnTo>
                  <a:pt x="1592300" y="37734"/>
                </a:lnTo>
                <a:lnTo>
                  <a:pt x="1591987" y="37422"/>
                </a:lnTo>
                <a:lnTo>
                  <a:pt x="1591650" y="37149"/>
                </a:lnTo>
                <a:lnTo>
                  <a:pt x="1591292" y="36913"/>
                </a:lnTo>
                <a:lnTo>
                  <a:pt x="1590914" y="36710"/>
                </a:lnTo>
                <a:lnTo>
                  <a:pt x="1590521" y="36538"/>
                </a:lnTo>
                <a:lnTo>
                  <a:pt x="1590114" y="36395"/>
                </a:lnTo>
                <a:lnTo>
                  <a:pt x="1589697" y="36278"/>
                </a:lnTo>
                <a:lnTo>
                  <a:pt x="1589272" y="36184"/>
                </a:lnTo>
                <a:lnTo>
                  <a:pt x="1588841" y="36111"/>
                </a:lnTo>
                <a:lnTo>
                  <a:pt x="1588408" y="36056"/>
                </a:lnTo>
                <a:lnTo>
                  <a:pt x="1587974" y="36017"/>
                </a:lnTo>
                <a:lnTo>
                  <a:pt x="1587543" y="35990"/>
                </a:lnTo>
                <a:lnTo>
                  <a:pt x="1587118" y="35974"/>
                </a:lnTo>
                <a:lnTo>
                  <a:pt x="1586700" y="35966"/>
                </a:lnTo>
                <a:lnTo>
                  <a:pt x="1586294" y="35963"/>
                </a:lnTo>
                <a:lnTo>
                  <a:pt x="1585900" y="35963"/>
                </a:lnTo>
                <a:lnTo>
                  <a:pt x="1554285" y="35963"/>
                </a:lnTo>
                <a:lnTo>
                  <a:pt x="1554285" y="20156"/>
                </a:lnTo>
                <a:lnTo>
                  <a:pt x="1554285" y="19695"/>
                </a:lnTo>
                <a:lnTo>
                  <a:pt x="1554281" y="19230"/>
                </a:lnTo>
                <a:lnTo>
                  <a:pt x="1554272" y="18763"/>
                </a:lnTo>
                <a:lnTo>
                  <a:pt x="1554255" y="18297"/>
                </a:lnTo>
                <a:lnTo>
                  <a:pt x="1554226" y="17833"/>
                </a:lnTo>
                <a:lnTo>
                  <a:pt x="1554183" y="17374"/>
                </a:lnTo>
                <a:lnTo>
                  <a:pt x="1554123" y="16921"/>
                </a:lnTo>
                <a:lnTo>
                  <a:pt x="1554042" y="16477"/>
                </a:lnTo>
                <a:lnTo>
                  <a:pt x="1553939" y="16043"/>
                </a:lnTo>
                <a:lnTo>
                  <a:pt x="1553811" y="15623"/>
                </a:lnTo>
                <a:lnTo>
                  <a:pt x="1553654" y="15217"/>
                </a:lnTo>
                <a:lnTo>
                  <a:pt x="1553466" y="14828"/>
                </a:lnTo>
                <a:lnTo>
                  <a:pt x="1553243" y="14459"/>
                </a:lnTo>
                <a:lnTo>
                  <a:pt x="1552984" y="14110"/>
                </a:lnTo>
                <a:lnTo>
                  <a:pt x="1552684" y="13785"/>
                </a:lnTo>
                <a:lnTo>
                  <a:pt x="1552342" y="13485"/>
                </a:lnTo>
                <a:lnTo>
                  <a:pt x="1551955" y="13213"/>
                </a:lnTo>
                <a:lnTo>
                  <a:pt x="1551519" y="12970"/>
                </a:lnTo>
                <a:lnTo>
                  <a:pt x="1551032" y="12759"/>
                </a:lnTo>
                <a:lnTo>
                  <a:pt x="1550491" y="12581"/>
                </a:lnTo>
                <a:lnTo>
                  <a:pt x="1549892" y="12440"/>
                </a:lnTo>
                <a:lnTo>
                  <a:pt x="1549235" y="12336"/>
                </a:lnTo>
                <a:lnTo>
                  <a:pt x="1548514" y="12272"/>
                </a:lnTo>
                <a:lnTo>
                  <a:pt x="1547728" y="12250"/>
                </a:lnTo>
                <a:lnTo>
                  <a:pt x="1546919" y="12271"/>
                </a:lnTo>
                <a:lnTo>
                  <a:pt x="1546178" y="12332"/>
                </a:lnTo>
                <a:lnTo>
                  <a:pt x="1545502" y="12432"/>
                </a:lnTo>
                <a:lnTo>
                  <a:pt x="1544886" y="12568"/>
                </a:lnTo>
                <a:lnTo>
                  <a:pt x="1544329" y="12739"/>
                </a:lnTo>
                <a:lnTo>
                  <a:pt x="1543828" y="12943"/>
                </a:lnTo>
                <a:lnTo>
                  <a:pt x="1543380" y="13178"/>
                </a:lnTo>
                <a:lnTo>
                  <a:pt x="1542981" y="13443"/>
                </a:lnTo>
                <a:lnTo>
                  <a:pt x="1542629" y="13735"/>
                </a:lnTo>
                <a:lnTo>
                  <a:pt x="1542322" y="14052"/>
                </a:lnTo>
                <a:lnTo>
                  <a:pt x="1542055" y="14393"/>
                </a:lnTo>
                <a:lnTo>
                  <a:pt x="1541826" y="14757"/>
                </a:lnTo>
                <a:lnTo>
                  <a:pt x="1541632" y="15140"/>
                </a:lnTo>
                <a:lnTo>
                  <a:pt x="1541471" y="15541"/>
                </a:lnTo>
                <a:lnTo>
                  <a:pt x="1541338" y="15959"/>
                </a:lnTo>
                <a:lnTo>
                  <a:pt x="1541232" y="16392"/>
                </a:lnTo>
                <a:lnTo>
                  <a:pt x="1541150" y="16837"/>
                </a:lnTo>
                <a:lnTo>
                  <a:pt x="1541088" y="17293"/>
                </a:lnTo>
                <a:lnTo>
                  <a:pt x="1541044" y="17758"/>
                </a:lnTo>
                <a:lnTo>
                  <a:pt x="1541014" y="18231"/>
                </a:lnTo>
                <a:lnTo>
                  <a:pt x="1540996" y="18708"/>
                </a:lnTo>
                <a:lnTo>
                  <a:pt x="1540986" y="19190"/>
                </a:lnTo>
                <a:lnTo>
                  <a:pt x="1540983" y="19673"/>
                </a:lnTo>
                <a:lnTo>
                  <a:pt x="1540983" y="20156"/>
                </a:lnTo>
                <a:lnTo>
                  <a:pt x="1540983" y="35963"/>
                </a:lnTo>
                <a:lnTo>
                  <a:pt x="1524209" y="35963"/>
                </a:lnTo>
                <a:lnTo>
                  <a:pt x="1523814" y="35963"/>
                </a:lnTo>
                <a:lnTo>
                  <a:pt x="1523405" y="35966"/>
                </a:lnTo>
                <a:lnTo>
                  <a:pt x="1522983" y="35974"/>
                </a:lnTo>
                <a:lnTo>
                  <a:pt x="1522552" y="35990"/>
                </a:lnTo>
                <a:lnTo>
                  <a:pt x="1522114" y="36017"/>
                </a:lnTo>
                <a:lnTo>
                  <a:pt x="1521672" y="36056"/>
                </a:lnTo>
                <a:lnTo>
                  <a:pt x="1521229" y="36111"/>
                </a:lnTo>
                <a:lnTo>
                  <a:pt x="1520788" y="36184"/>
                </a:lnTo>
                <a:lnTo>
                  <a:pt x="1520351" y="36278"/>
                </a:lnTo>
                <a:lnTo>
                  <a:pt x="1519923" y="36395"/>
                </a:lnTo>
                <a:lnTo>
                  <a:pt x="1519504" y="36538"/>
                </a:lnTo>
                <a:lnTo>
                  <a:pt x="1519099" y="36710"/>
                </a:lnTo>
                <a:lnTo>
                  <a:pt x="1518710" y="36913"/>
                </a:lnTo>
                <a:lnTo>
                  <a:pt x="1518340" y="37149"/>
                </a:lnTo>
                <a:lnTo>
                  <a:pt x="1517991" y="37422"/>
                </a:lnTo>
                <a:lnTo>
                  <a:pt x="1517668" y="37734"/>
                </a:lnTo>
                <a:lnTo>
                  <a:pt x="1517371" y="38087"/>
                </a:lnTo>
                <a:lnTo>
                  <a:pt x="1517105" y="38485"/>
                </a:lnTo>
                <a:lnTo>
                  <a:pt x="1516872" y="38929"/>
                </a:lnTo>
                <a:lnTo>
                  <a:pt x="1516675" y="39422"/>
                </a:lnTo>
                <a:lnTo>
                  <a:pt x="1516517" y="39968"/>
                </a:lnTo>
                <a:lnTo>
                  <a:pt x="1516401" y="40567"/>
                </a:lnTo>
                <a:lnTo>
                  <a:pt x="1516329" y="41224"/>
                </a:lnTo>
                <a:lnTo>
                  <a:pt x="1516304" y="41941"/>
                </a:lnTo>
                <a:lnTo>
                  <a:pt x="1516329" y="42634"/>
                </a:lnTo>
                <a:lnTo>
                  <a:pt x="1516401" y="43270"/>
                </a:lnTo>
                <a:lnTo>
                  <a:pt x="1516517" y="43850"/>
                </a:lnTo>
                <a:lnTo>
                  <a:pt x="1516674" y="44378"/>
                </a:lnTo>
                <a:lnTo>
                  <a:pt x="1516870" y="44855"/>
                </a:lnTo>
                <a:lnTo>
                  <a:pt x="1517102" y="45285"/>
                </a:lnTo>
                <a:lnTo>
                  <a:pt x="1517366" y="45669"/>
                </a:lnTo>
                <a:lnTo>
                  <a:pt x="1517660" y="46011"/>
                </a:lnTo>
                <a:lnTo>
                  <a:pt x="1517981" y="46313"/>
                </a:lnTo>
                <a:lnTo>
                  <a:pt x="1518326" y="46577"/>
                </a:lnTo>
                <a:lnTo>
                  <a:pt x="1518691" y="46806"/>
                </a:lnTo>
                <a:lnTo>
                  <a:pt x="1519075" y="47002"/>
                </a:lnTo>
                <a:lnTo>
                  <a:pt x="1519473" y="47168"/>
                </a:lnTo>
                <a:lnTo>
                  <a:pt x="1519884" y="47306"/>
                </a:lnTo>
                <a:lnTo>
                  <a:pt x="1520304" y="47420"/>
                </a:lnTo>
                <a:lnTo>
                  <a:pt x="1520730" y="47511"/>
                </a:lnTo>
                <a:lnTo>
                  <a:pt x="1521160" y="47581"/>
                </a:lnTo>
                <a:lnTo>
                  <a:pt x="1521590" y="47634"/>
                </a:lnTo>
                <a:lnTo>
                  <a:pt x="1522017" y="47673"/>
                </a:lnTo>
                <a:lnTo>
                  <a:pt x="1522439" y="47698"/>
                </a:lnTo>
                <a:lnTo>
                  <a:pt x="1522853" y="47714"/>
                </a:lnTo>
                <a:lnTo>
                  <a:pt x="1523255" y="47721"/>
                </a:lnTo>
                <a:lnTo>
                  <a:pt x="1523643" y="47724"/>
                </a:lnTo>
                <a:lnTo>
                  <a:pt x="1524014" y="47725"/>
                </a:lnTo>
                <a:lnTo>
                  <a:pt x="1540983" y="47725"/>
                </a:lnTo>
                <a:lnTo>
                  <a:pt x="1540983" y="94699"/>
                </a:lnTo>
                <a:lnTo>
                  <a:pt x="1541050" y="96951"/>
                </a:lnTo>
                <a:lnTo>
                  <a:pt x="1541249" y="99083"/>
                </a:lnTo>
                <a:lnTo>
                  <a:pt x="1541573" y="101100"/>
                </a:lnTo>
                <a:lnTo>
                  <a:pt x="1542019" y="103002"/>
                </a:lnTo>
                <a:lnTo>
                  <a:pt x="1542580" y="104792"/>
                </a:lnTo>
                <a:lnTo>
                  <a:pt x="1543251" y="106472"/>
                </a:lnTo>
                <a:lnTo>
                  <a:pt x="1544027" y="108043"/>
                </a:lnTo>
                <a:lnTo>
                  <a:pt x="1544902" y="109508"/>
                </a:lnTo>
                <a:lnTo>
                  <a:pt x="1545872" y="110869"/>
                </a:lnTo>
                <a:lnTo>
                  <a:pt x="1546931" y="112128"/>
                </a:lnTo>
                <a:lnTo>
                  <a:pt x="1548074" y="113286"/>
                </a:lnTo>
                <a:lnTo>
                  <a:pt x="1549296" y="114346"/>
                </a:lnTo>
                <a:lnTo>
                  <a:pt x="1550591" y="115310"/>
                </a:lnTo>
                <a:lnTo>
                  <a:pt x="1551954" y="116179"/>
                </a:lnTo>
                <a:lnTo>
                  <a:pt x="1553379" y="116956"/>
                </a:lnTo>
                <a:lnTo>
                  <a:pt x="1554862" y="117643"/>
                </a:lnTo>
                <a:lnTo>
                  <a:pt x="1556398" y="118241"/>
                </a:lnTo>
                <a:lnTo>
                  <a:pt x="1557980" y="118754"/>
                </a:lnTo>
                <a:lnTo>
                  <a:pt x="1559604" y="119182"/>
                </a:lnTo>
                <a:lnTo>
                  <a:pt x="1561264" y="119527"/>
                </a:lnTo>
                <a:lnTo>
                  <a:pt x="1562956" y="119793"/>
                </a:lnTo>
                <a:lnTo>
                  <a:pt x="1564673" y="119980"/>
                </a:lnTo>
                <a:lnTo>
                  <a:pt x="1566411" y="120090"/>
                </a:lnTo>
                <a:lnTo>
                  <a:pt x="1568165" y="120127"/>
                </a:lnTo>
                <a:lnTo>
                  <a:pt x="1569954" y="120084"/>
                </a:lnTo>
                <a:lnTo>
                  <a:pt x="1571750" y="119954"/>
                </a:lnTo>
                <a:lnTo>
                  <a:pt x="1573545" y="119737"/>
                </a:lnTo>
                <a:lnTo>
                  <a:pt x="1575332" y="119434"/>
                </a:lnTo>
                <a:lnTo>
                  <a:pt x="1577104" y="119042"/>
                </a:lnTo>
                <a:lnTo>
                  <a:pt x="1578853" y="118564"/>
                </a:lnTo>
                <a:lnTo>
                  <a:pt x="1580572" y="117997"/>
                </a:lnTo>
                <a:lnTo>
                  <a:pt x="1582253" y="117343"/>
                </a:lnTo>
                <a:lnTo>
                  <a:pt x="1583889" y="116600"/>
                </a:lnTo>
                <a:lnTo>
                  <a:pt x="1585474" y="115769"/>
                </a:lnTo>
                <a:lnTo>
                  <a:pt x="1586998" y="114849"/>
                </a:lnTo>
                <a:lnTo>
                  <a:pt x="1588456" y="113840"/>
                </a:lnTo>
                <a:lnTo>
                  <a:pt x="1589840" y="112741"/>
                </a:lnTo>
                <a:lnTo>
                  <a:pt x="1591141" y="111553"/>
                </a:lnTo>
                <a:lnTo>
                  <a:pt x="1592354" y="110276"/>
                </a:lnTo>
                <a:lnTo>
                  <a:pt x="1593470" y="108908"/>
                </a:lnTo>
                <a:lnTo>
                  <a:pt x="1594483" y="107450"/>
                </a:lnTo>
                <a:lnTo>
                  <a:pt x="1595384" y="105902"/>
                </a:lnTo>
                <a:lnTo>
                  <a:pt x="1596167" y="104263"/>
                </a:lnTo>
                <a:lnTo>
                  <a:pt x="1596824" y="102533"/>
                </a:lnTo>
                <a:lnTo>
                  <a:pt x="1597348" y="100712"/>
                </a:lnTo>
                <a:lnTo>
                  <a:pt x="1597732" y="98800"/>
                </a:lnTo>
                <a:lnTo>
                  <a:pt x="1597967" y="96796"/>
                </a:lnTo>
                <a:lnTo>
                  <a:pt x="1598047" y="94699"/>
                </a:lnTo>
                <a:lnTo>
                  <a:pt x="1598047" y="94264"/>
                </a:lnTo>
                <a:lnTo>
                  <a:pt x="1598043" y="93824"/>
                </a:lnTo>
                <a:lnTo>
                  <a:pt x="1598034" y="93382"/>
                </a:lnTo>
                <a:lnTo>
                  <a:pt x="1598016" y="92940"/>
                </a:lnTo>
                <a:lnTo>
                  <a:pt x="1597986" y="92500"/>
                </a:lnTo>
                <a:close/>
                <a:moveTo>
                  <a:pt x="1205586" y="110203"/>
                </a:moveTo>
                <a:lnTo>
                  <a:pt x="1205362" y="109759"/>
                </a:lnTo>
                <a:lnTo>
                  <a:pt x="1205098" y="109362"/>
                </a:lnTo>
                <a:lnTo>
                  <a:pt x="1204796" y="109009"/>
                </a:lnTo>
                <a:lnTo>
                  <a:pt x="1204456" y="108697"/>
                </a:lnTo>
                <a:lnTo>
                  <a:pt x="1204078" y="108424"/>
                </a:lnTo>
                <a:lnTo>
                  <a:pt x="1203663" y="108188"/>
                </a:lnTo>
                <a:lnTo>
                  <a:pt x="1203211" y="107985"/>
                </a:lnTo>
                <a:lnTo>
                  <a:pt x="1202723" y="107813"/>
                </a:lnTo>
                <a:lnTo>
                  <a:pt x="1202200" y="107670"/>
                </a:lnTo>
                <a:lnTo>
                  <a:pt x="1201641" y="107553"/>
                </a:lnTo>
                <a:lnTo>
                  <a:pt x="1201048" y="107459"/>
                </a:lnTo>
                <a:lnTo>
                  <a:pt x="1200421" y="107386"/>
                </a:lnTo>
                <a:lnTo>
                  <a:pt x="1199760" y="107331"/>
                </a:lnTo>
                <a:lnTo>
                  <a:pt x="1199065" y="107292"/>
                </a:lnTo>
                <a:lnTo>
                  <a:pt x="1198339" y="107266"/>
                </a:lnTo>
                <a:lnTo>
                  <a:pt x="1197580" y="107250"/>
                </a:lnTo>
                <a:lnTo>
                  <a:pt x="1196789" y="107242"/>
                </a:lnTo>
                <a:lnTo>
                  <a:pt x="1195967" y="107239"/>
                </a:lnTo>
                <a:lnTo>
                  <a:pt x="1195115" y="107238"/>
                </a:lnTo>
                <a:lnTo>
                  <a:pt x="1195115" y="60649"/>
                </a:lnTo>
                <a:lnTo>
                  <a:pt x="1195114" y="60076"/>
                </a:lnTo>
                <a:lnTo>
                  <a:pt x="1195105" y="59332"/>
                </a:lnTo>
                <a:lnTo>
                  <a:pt x="1195082" y="58434"/>
                </a:lnTo>
                <a:lnTo>
                  <a:pt x="1195036" y="57399"/>
                </a:lnTo>
                <a:lnTo>
                  <a:pt x="1194960" y="56246"/>
                </a:lnTo>
                <a:lnTo>
                  <a:pt x="1194847" y="54991"/>
                </a:lnTo>
                <a:lnTo>
                  <a:pt x="1194689" y="53651"/>
                </a:lnTo>
                <a:lnTo>
                  <a:pt x="1194480" y="52244"/>
                </a:lnTo>
                <a:lnTo>
                  <a:pt x="1194210" y="50788"/>
                </a:lnTo>
                <a:lnTo>
                  <a:pt x="1193874" y="49300"/>
                </a:lnTo>
                <a:lnTo>
                  <a:pt x="1193463" y="47797"/>
                </a:lnTo>
                <a:lnTo>
                  <a:pt x="1192970" y="46297"/>
                </a:lnTo>
                <a:lnTo>
                  <a:pt x="1192388" y="44817"/>
                </a:lnTo>
                <a:lnTo>
                  <a:pt x="1191709" y="43374"/>
                </a:lnTo>
                <a:lnTo>
                  <a:pt x="1190926" y="41986"/>
                </a:lnTo>
                <a:lnTo>
                  <a:pt x="1190031" y="40670"/>
                </a:lnTo>
                <a:lnTo>
                  <a:pt x="1189017" y="39444"/>
                </a:lnTo>
                <a:lnTo>
                  <a:pt x="1187876" y="38325"/>
                </a:lnTo>
                <a:lnTo>
                  <a:pt x="1186601" y="37331"/>
                </a:lnTo>
                <a:lnTo>
                  <a:pt x="1185185" y="36478"/>
                </a:lnTo>
                <a:lnTo>
                  <a:pt x="1183620" y="35784"/>
                </a:lnTo>
                <a:lnTo>
                  <a:pt x="1181898" y="35267"/>
                </a:lnTo>
                <a:lnTo>
                  <a:pt x="1180013" y="34945"/>
                </a:lnTo>
                <a:lnTo>
                  <a:pt x="1177956" y="34833"/>
                </a:lnTo>
                <a:lnTo>
                  <a:pt x="1177222" y="34846"/>
                </a:lnTo>
                <a:lnTo>
                  <a:pt x="1176468" y="34887"/>
                </a:lnTo>
                <a:lnTo>
                  <a:pt x="1175697" y="34955"/>
                </a:lnTo>
                <a:lnTo>
                  <a:pt x="1174909" y="35054"/>
                </a:lnTo>
                <a:lnTo>
                  <a:pt x="1174107" y="35182"/>
                </a:lnTo>
                <a:lnTo>
                  <a:pt x="1173293" y="35342"/>
                </a:lnTo>
                <a:lnTo>
                  <a:pt x="1172469" y="35535"/>
                </a:lnTo>
                <a:lnTo>
                  <a:pt x="1171637" y="35761"/>
                </a:lnTo>
                <a:lnTo>
                  <a:pt x="1170799" y="36023"/>
                </a:lnTo>
                <a:lnTo>
                  <a:pt x="1169956" y="36320"/>
                </a:lnTo>
                <a:lnTo>
                  <a:pt x="1169112" y="36654"/>
                </a:lnTo>
                <a:lnTo>
                  <a:pt x="1168268" y="37026"/>
                </a:lnTo>
                <a:lnTo>
                  <a:pt x="1167426" y="37438"/>
                </a:lnTo>
                <a:lnTo>
                  <a:pt x="1166588" y="37889"/>
                </a:lnTo>
                <a:lnTo>
                  <a:pt x="1165756" y="38382"/>
                </a:lnTo>
                <a:lnTo>
                  <a:pt x="1164932" y="38918"/>
                </a:lnTo>
                <a:lnTo>
                  <a:pt x="1164118" y="39497"/>
                </a:lnTo>
                <a:lnTo>
                  <a:pt x="1163316" y="40120"/>
                </a:lnTo>
                <a:lnTo>
                  <a:pt x="1162528" y="40790"/>
                </a:lnTo>
                <a:lnTo>
                  <a:pt x="1161756" y="41506"/>
                </a:lnTo>
                <a:lnTo>
                  <a:pt x="1161002" y="42270"/>
                </a:lnTo>
                <a:lnTo>
                  <a:pt x="1160269" y="43082"/>
                </a:lnTo>
                <a:lnTo>
                  <a:pt x="1159557" y="43945"/>
                </a:lnTo>
                <a:lnTo>
                  <a:pt x="1158870" y="44859"/>
                </a:lnTo>
                <a:lnTo>
                  <a:pt x="1158495" y="44056"/>
                </a:lnTo>
                <a:lnTo>
                  <a:pt x="1158095" y="43285"/>
                </a:lnTo>
                <a:lnTo>
                  <a:pt x="1157671" y="42547"/>
                </a:lnTo>
                <a:lnTo>
                  <a:pt x="1157222" y="41841"/>
                </a:lnTo>
                <a:lnTo>
                  <a:pt x="1156750" y="41168"/>
                </a:lnTo>
                <a:lnTo>
                  <a:pt x="1156255" y="40527"/>
                </a:lnTo>
                <a:lnTo>
                  <a:pt x="1155738" y="39920"/>
                </a:lnTo>
                <a:lnTo>
                  <a:pt x="1155199" y="39347"/>
                </a:lnTo>
                <a:lnTo>
                  <a:pt x="1154640" y="38806"/>
                </a:lnTo>
                <a:lnTo>
                  <a:pt x="1154061" y="38300"/>
                </a:lnTo>
                <a:lnTo>
                  <a:pt x="1153462" y="37827"/>
                </a:lnTo>
                <a:lnTo>
                  <a:pt x="1152845" y="37388"/>
                </a:lnTo>
                <a:lnTo>
                  <a:pt x="1152209" y="36983"/>
                </a:lnTo>
                <a:lnTo>
                  <a:pt x="1151556" y="36613"/>
                </a:lnTo>
                <a:lnTo>
                  <a:pt x="1150887" y="36277"/>
                </a:lnTo>
                <a:lnTo>
                  <a:pt x="1150201" y="35976"/>
                </a:lnTo>
                <a:lnTo>
                  <a:pt x="1149500" y="35709"/>
                </a:lnTo>
                <a:lnTo>
                  <a:pt x="1148784" y="35478"/>
                </a:lnTo>
                <a:lnTo>
                  <a:pt x="1148054" y="35282"/>
                </a:lnTo>
                <a:lnTo>
                  <a:pt x="1147311" y="35121"/>
                </a:lnTo>
                <a:lnTo>
                  <a:pt x="1146554" y="34995"/>
                </a:lnTo>
                <a:lnTo>
                  <a:pt x="1145786" y="34905"/>
                </a:lnTo>
                <a:lnTo>
                  <a:pt x="1145007" y="34851"/>
                </a:lnTo>
                <a:lnTo>
                  <a:pt x="1144217" y="34833"/>
                </a:lnTo>
                <a:lnTo>
                  <a:pt x="1143448" y="34847"/>
                </a:lnTo>
                <a:lnTo>
                  <a:pt x="1142683" y="34889"/>
                </a:lnTo>
                <a:lnTo>
                  <a:pt x="1141923" y="34957"/>
                </a:lnTo>
                <a:lnTo>
                  <a:pt x="1141168" y="35053"/>
                </a:lnTo>
                <a:lnTo>
                  <a:pt x="1140418" y="35174"/>
                </a:lnTo>
                <a:lnTo>
                  <a:pt x="1139674" y="35321"/>
                </a:lnTo>
                <a:lnTo>
                  <a:pt x="1138936" y="35494"/>
                </a:lnTo>
                <a:lnTo>
                  <a:pt x="1138205" y="35690"/>
                </a:lnTo>
                <a:lnTo>
                  <a:pt x="1137480" y="35911"/>
                </a:lnTo>
                <a:lnTo>
                  <a:pt x="1136762" y="36156"/>
                </a:lnTo>
                <a:lnTo>
                  <a:pt x="1136051" y="36423"/>
                </a:lnTo>
                <a:lnTo>
                  <a:pt x="1135349" y="36714"/>
                </a:lnTo>
                <a:lnTo>
                  <a:pt x="1134654" y="37026"/>
                </a:lnTo>
                <a:lnTo>
                  <a:pt x="1133967" y="37360"/>
                </a:lnTo>
                <a:lnTo>
                  <a:pt x="1133290" y="37715"/>
                </a:lnTo>
                <a:lnTo>
                  <a:pt x="1132621" y="38091"/>
                </a:lnTo>
                <a:lnTo>
                  <a:pt x="1131962" y="38486"/>
                </a:lnTo>
                <a:lnTo>
                  <a:pt x="1131312" y="38902"/>
                </a:lnTo>
                <a:lnTo>
                  <a:pt x="1130672" y="39336"/>
                </a:lnTo>
                <a:lnTo>
                  <a:pt x="1130043" y="39789"/>
                </a:lnTo>
                <a:lnTo>
                  <a:pt x="1129425" y="40260"/>
                </a:lnTo>
                <a:lnTo>
                  <a:pt x="1128817" y="40748"/>
                </a:lnTo>
                <a:lnTo>
                  <a:pt x="1128221" y="41254"/>
                </a:lnTo>
                <a:lnTo>
                  <a:pt x="1127637" y="41776"/>
                </a:lnTo>
                <a:lnTo>
                  <a:pt x="1127571" y="41079"/>
                </a:lnTo>
                <a:lnTo>
                  <a:pt x="1127470" y="40441"/>
                </a:lnTo>
                <a:lnTo>
                  <a:pt x="1127337" y="39857"/>
                </a:lnTo>
                <a:lnTo>
                  <a:pt x="1127173" y="39327"/>
                </a:lnTo>
                <a:lnTo>
                  <a:pt x="1126979" y="38847"/>
                </a:lnTo>
                <a:lnTo>
                  <a:pt x="1126757" y="38415"/>
                </a:lnTo>
                <a:lnTo>
                  <a:pt x="1126509" y="38029"/>
                </a:lnTo>
                <a:lnTo>
                  <a:pt x="1126237" y="37685"/>
                </a:lnTo>
                <a:lnTo>
                  <a:pt x="1125942" y="37382"/>
                </a:lnTo>
                <a:lnTo>
                  <a:pt x="1125626" y="37117"/>
                </a:lnTo>
                <a:lnTo>
                  <a:pt x="1125291" y="36887"/>
                </a:lnTo>
                <a:lnTo>
                  <a:pt x="1124937" y="36689"/>
                </a:lnTo>
                <a:lnTo>
                  <a:pt x="1124568" y="36522"/>
                </a:lnTo>
                <a:lnTo>
                  <a:pt x="1124184" y="36383"/>
                </a:lnTo>
                <a:lnTo>
                  <a:pt x="1123788" y="36269"/>
                </a:lnTo>
                <a:lnTo>
                  <a:pt x="1123380" y="36178"/>
                </a:lnTo>
                <a:lnTo>
                  <a:pt x="1122963" y="36107"/>
                </a:lnTo>
                <a:lnTo>
                  <a:pt x="1122539" y="36054"/>
                </a:lnTo>
                <a:lnTo>
                  <a:pt x="1122108" y="36015"/>
                </a:lnTo>
                <a:lnTo>
                  <a:pt x="1121673" y="35990"/>
                </a:lnTo>
                <a:lnTo>
                  <a:pt x="1121236" y="35974"/>
                </a:lnTo>
                <a:lnTo>
                  <a:pt x="1120797" y="35966"/>
                </a:lnTo>
                <a:lnTo>
                  <a:pt x="1120359" y="35963"/>
                </a:lnTo>
                <a:lnTo>
                  <a:pt x="1119923" y="35963"/>
                </a:lnTo>
                <a:lnTo>
                  <a:pt x="1113755" y="35963"/>
                </a:lnTo>
                <a:lnTo>
                  <a:pt x="1113383" y="35963"/>
                </a:lnTo>
                <a:lnTo>
                  <a:pt x="1112992" y="35966"/>
                </a:lnTo>
                <a:lnTo>
                  <a:pt x="1112585" y="35974"/>
                </a:lnTo>
                <a:lnTo>
                  <a:pt x="1112165" y="35990"/>
                </a:lnTo>
                <a:lnTo>
                  <a:pt x="1111736" y="36015"/>
                </a:lnTo>
                <a:lnTo>
                  <a:pt x="1111299" y="36053"/>
                </a:lnTo>
                <a:lnTo>
                  <a:pt x="1110860" y="36106"/>
                </a:lnTo>
                <a:lnTo>
                  <a:pt x="1110420" y="36177"/>
                </a:lnTo>
                <a:lnTo>
                  <a:pt x="1109983" y="36268"/>
                </a:lnTo>
                <a:lnTo>
                  <a:pt x="1109551" y="36381"/>
                </a:lnTo>
                <a:lnTo>
                  <a:pt x="1109129" y="36520"/>
                </a:lnTo>
                <a:lnTo>
                  <a:pt x="1108718" y="36686"/>
                </a:lnTo>
                <a:lnTo>
                  <a:pt x="1108322" y="36882"/>
                </a:lnTo>
                <a:lnTo>
                  <a:pt x="1107945" y="37111"/>
                </a:lnTo>
                <a:lnTo>
                  <a:pt x="1107589" y="37376"/>
                </a:lnTo>
                <a:lnTo>
                  <a:pt x="1107257" y="37677"/>
                </a:lnTo>
                <a:lnTo>
                  <a:pt x="1106952" y="38019"/>
                </a:lnTo>
                <a:lnTo>
                  <a:pt x="1106678" y="38404"/>
                </a:lnTo>
                <a:lnTo>
                  <a:pt x="1106438" y="38834"/>
                </a:lnTo>
                <a:lnTo>
                  <a:pt x="1106235" y="39312"/>
                </a:lnTo>
                <a:lnTo>
                  <a:pt x="1106071" y="39840"/>
                </a:lnTo>
                <a:lnTo>
                  <a:pt x="1105950" y="40420"/>
                </a:lnTo>
                <a:lnTo>
                  <a:pt x="1105876" y="41056"/>
                </a:lnTo>
                <a:lnTo>
                  <a:pt x="1105850" y="41750"/>
                </a:lnTo>
                <a:lnTo>
                  <a:pt x="1105871" y="42466"/>
                </a:lnTo>
                <a:lnTo>
                  <a:pt x="1105934" y="43122"/>
                </a:lnTo>
                <a:lnTo>
                  <a:pt x="1106038" y="43722"/>
                </a:lnTo>
                <a:lnTo>
                  <a:pt x="1106182" y="44267"/>
                </a:lnTo>
                <a:lnTo>
                  <a:pt x="1106367" y="44760"/>
                </a:lnTo>
                <a:lnTo>
                  <a:pt x="1106591" y="45204"/>
                </a:lnTo>
                <a:lnTo>
                  <a:pt x="1106855" y="45601"/>
                </a:lnTo>
                <a:lnTo>
                  <a:pt x="1107157" y="45954"/>
                </a:lnTo>
                <a:lnTo>
                  <a:pt x="1107498" y="46266"/>
                </a:lnTo>
                <a:lnTo>
                  <a:pt x="1107876" y="46539"/>
                </a:lnTo>
                <a:lnTo>
                  <a:pt x="1108291" y="46775"/>
                </a:lnTo>
                <a:lnTo>
                  <a:pt x="1108743" y="46978"/>
                </a:lnTo>
                <a:lnTo>
                  <a:pt x="1109231" y="47150"/>
                </a:lnTo>
                <a:lnTo>
                  <a:pt x="1109755" y="47293"/>
                </a:lnTo>
                <a:lnTo>
                  <a:pt x="1110313" y="47410"/>
                </a:lnTo>
                <a:lnTo>
                  <a:pt x="1110907" y="47504"/>
                </a:lnTo>
                <a:lnTo>
                  <a:pt x="1111534" y="47577"/>
                </a:lnTo>
                <a:lnTo>
                  <a:pt x="1112196" y="47631"/>
                </a:lnTo>
                <a:lnTo>
                  <a:pt x="1112890" y="47671"/>
                </a:lnTo>
                <a:lnTo>
                  <a:pt x="1113617" y="47697"/>
                </a:lnTo>
                <a:lnTo>
                  <a:pt x="1114376" y="47713"/>
                </a:lnTo>
                <a:lnTo>
                  <a:pt x="1115166" y="47721"/>
                </a:lnTo>
                <a:lnTo>
                  <a:pt x="1115988" y="47724"/>
                </a:lnTo>
                <a:lnTo>
                  <a:pt x="1116840" y="47725"/>
                </a:lnTo>
                <a:lnTo>
                  <a:pt x="1116840" y="107238"/>
                </a:lnTo>
                <a:lnTo>
                  <a:pt x="1115988" y="107239"/>
                </a:lnTo>
                <a:lnTo>
                  <a:pt x="1115166" y="107242"/>
                </a:lnTo>
                <a:lnTo>
                  <a:pt x="1114376" y="107250"/>
                </a:lnTo>
                <a:lnTo>
                  <a:pt x="1113617" y="107266"/>
                </a:lnTo>
                <a:lnTo>
                  <a:pt x="1112890" y="107292"/>
                </a:lnTo>
                <a:lnTo>
                  <a:pt x="1112196" y="107331"/>
                </a:lnTo>
                <a:lnTo>
                  <a:pt x="1111534" y="107386"/>
                </a:lnTo>
                <a:lnTo>
                  <a:pt x="1110907" y="107459"/>
                </a:lnTo>
                <a:lnTo>
                  <a:pt x="1110313" y="107553"/>
                </a:lnTo>
                <a:lnTo>
                  <a:pt x="1109755" y="107670"/>
                </a:lnTo>
                <a:lnTo>
                  <a:pt x="1109231" y="107813"/>
                </a:lnTo>
                <a:lnTo>
                  <a:pt x="1108743" y="107985"/>
                </a:lnTo>
                <a:lnTo>
                  <a:pt x="1108291" y="108188"/>
                </a:lnTo>
                <a:lnTo>
                  <a:pt x="1107876" y="108424"/>
                </a:lnTo>
                <a:lnTo>
                  <a:pt x="1107498" y="108697"/>
                </a:lnTo>
                <a:lnTo>
                  <a:pt x="1107157" y="109009"/>
                </a:lnTo>
                <a:lnTo>
                  <a:pt x="1106855" y="109362"/>
                </a:lnTo>
                <a:lnTo>
                  <a:pt x="1106591" y="109759"/>
                </a:lnTo>
                <a:lnTo>
                  <a:pt x="1106367" y="110203"/>
                </a:lnTo>
                <a:lnTo>
                  <a:pt x="1106182" y="110696"/>
                </a:lnTo>
                <a:lnTo>
                  <a:pt x="1106038" y="111241"/>
                </a:lnTo>
                <a:lnTo>
                  <a:pt x="1105934" y="111841"/>
                </a:lnTo>
                <a:lnTo>
                  <a:pt x="1105871" y="112497"/>
                </a:lnTo>
                <a:lnTo>
                  <a:pt x="1105850" y="113213"/>
                </a:lnTo>
                <a:lnTo>
                  <a:pt x="1105877" y="113907"/>
                </a:lnTo>
                <a:lnTo>
                  <a:pt x="1105954" y="114542"/>
                </a:lnTo>
                <a:lnTo>
                  <a:pt x="1106079" y="115122"/>
                </a:lnTo>
                <a:lnTo>
                  <a:pt x="1106248" y="115650"/>
                </a:lnTo>
                <a:lnTo>
                  <a:pt x="1106458" y="116127"/>
                </a:lnTo>
                <a:lnTo>
                  <a:pt x="1106706" y="116557"/>
                </a:lnTo>
                <a:lnTo>
                  <a:pt x="1106987" y="116942"/>
                </a:lnTo>
                <a:lnTo>
                  <a:pt x="1107300" y="117283"/>
                </a:lnTo>
                <a:lnTo>
                  <a:pt x="1107640" y="117585"/>
                </a:lnTo>
                <a:lnTo>
                  <a:pt x="1108004" y="117849"/>
                </a:lnTo>
                <a:lnTo>
                  <a:pt x="1108389" y="118078"/>
                </a:lnTo>
                <a:lnTo>
                  <a:pt x="1108791" y="118274"/>
                </a:lnTo>
                <a:lnTo>
                  <a:pt x="1109207" y="118440"/>
                </a:lnTo>
                <a:lnTo>
                  <a:pt x="1109634" y="118579"/>
                </a:lnTo>
                <a:lnTo>
                  <a:pt x="1110068" y="118692"/>
                </a:lnTo>
                <a:lnTo>
                  <a:pt x="1110506" y="118783"/>
                </a:lnTo>
                <a:lnTo>
                  <a:pt x="1110945" y="118854"/>
                </a:lnTo>
                <a:lnTo>
                  <a:pt x="1111381" y="118907"/>
                </a:lnTo>
                <a:lnTo>
                  <a:pt x="1111812" y="118945"/>
                </a:lnTo>
                <a:lnTo>
                  <a:pt x="1112232" y="118970"/>
                </a:lnTo>
                <a:lnTo>
                  <a:pt x="1112640" y="118986"/>
                </a:lnTo>
                <a:lnTo>
                  <a:pt x="1113032" y="118994"/>
                </a:lnTo>
                <a:lnTo>
                  <a:pt x="1113405" y="118997"/>
                </a:lnTo>
                <a:lnTo>
                  <a:pt x="1113755" y="118997"/>
                </a:lnTo>
                <a:lnTo>
                  <a:pt x="1130723" y="118997"/>
                </a:lnTo>
                <a:lnTo>
                  <a:pt x="1131095" y="118997"/>
                </a:lnTo>
                <a:lnTo>
                  <a:pt x="1131486" y="118994"/>
                </a:lnTo>
                <a:lnTo>
                  <a:pt x="1131892" y="118986"/>
                </a:lnTo>
                <a:lnTo>
                  <a:pt x="1132312" y="118970"/>
                </a:lnTo>
                <a:lnTo>
                  <a:pt x="1132741" y="118945"/>
                </a:lnTo>
                <a:lnTo>
                  <a:pt x="1133177" y="118907"/>
                </a:lnTo>
                <a:lnTo>
                  <a:pt x="1133617" y="118854"/>
                </a:lnTo>
                <a:lnTo>
                  <a:pt x="1134056" y="118783"/>
                </a:lnTo>
                <a:lnTo>
                  <a:pt x="1134494" y="118692"/>
                </a:lnTo>
                <a:lnTo>
                  <a:pt x="1134925" y="118579"/>
                </a:lnTo>
                <a:lnTo>
                  <a:pt x="1135347" y="118440"/>
                </a:lnTo>
                <a:lnTo>
                  <a:pt x="1135758" y="118274"/>
                </a:lnTo>
                <a:lnTo>
                  <a:pt x="1136153" y="118078"/>
                </a:lnTo>
                <a:lnTo>
                  <a:pt x="1136531" y="117849"/>
                </a:lnTo>
                <a:lnTo>
                  <a:pt x="1136887" y="117585"/>
                </a:lnTo>
                <a:lnTo>
                  <a:pt x="1137218" y="117283"/>
                </a:lnTo>
                <a:lnTo>
                  <a:pt x="1137523" y="116942"/>
                </a:lnTo>
                <a:lnTo>
                  <a:pt x="1137796" y="116557"/>
                </a:lnTo>
                <a:lnTo>
                  <a:pt x="1138036" y="116127"/>
                </a:lnTo>
                <a:lnTo>
                  <a:pt x="1138240" y="115650"/>
                </a:lnTo>
                <a:lnTo>
                  <a:pt x="1138403" y="115122"/>
                </a:lnTo>
                <a:lnTo>
                  <a:pt x="1138524" y="114542"/>
                </a:lnTo>
                <a:lnTo>
                  <a:pt x="1138599" y="113907"/>
                </a:lnTo>
                <a:lnTo>
                  <a:pt x="1138624" y="113213"/>
                </a:lnTo>
                <a:lnTo>
                  <a:pt x="1138603" y="112497"/>
                </a:lnTo>
                <a:lnTo>
                  <a:pt x="1138541" y="111841"/>
                </a:lnTo>
                <a:lnTo>
                  <a:pt x="1138437" y="111241"/>
                </a:lnTo>
                <a:lnTo>
                  <a:pt x="1138292" y="110696"/>
                </a:lnTo>
                <a:lnTo>
                  <a:pt x="1138108" y="110203"/>
                </a:lnTo>
                <a:lnTo>
                  <a:pt x="1137883" y="109759"/>
                </a:lnTo>
                <a:lnTo>
                  <a:pt x="1137620" y="109362"/>
                </a:lnTo>
                <a:lnTo>
                  <a:pt x="1137318" y="109009"/>
                </a:lnTo>
                <a:lnTo>
                  <a:pt x="1136978" y="108697"/>
                </a:lnTo>
                <a:lnTo>
                  <a:pt x="1136600" y="108424"/>
                </a:lnTo>
                <a:lnTo>
                  <a:pt x="1136185" y="108188"/>
                </a:lnTo>
                <a:lnTo>
                  <a:pt x="1135733" y="107985"/>
                </a:lnTo>
                <a:lnTo>
                  <a:pt x="1135245" y="107813"/>
                </a:lnTo>
                <a:lnTo>
                  <a:pt x="1134722" y="107670"/>
                </a:lnTo>
                <a:lnTo>
                  <a:pt x="1134163" y="107553"/>
                </a:lnTo>
                <a:lnTo>
                  <a:pt x="1133570" y="107459"/>
                </a:lnTo>
                <a:lnTo>
                  <a:pt x="1132942" y="107386"/>
                </a:lnTo>
                <a:lnTo>
                  <a:pt x="1132281" y="107331"/>
                </a:lnTo>
                <a:lnTo>
                  <a:pt x="1131587" y="107292"/>
                </a:lnTo>
                <a:lnTo>
                  <a:pt x="1130860" y="107266"/>
                </a:lnTo>
                <a:lnTo>
                  <a:pt x="1130101" y="107250"/>
                </a:lnTo>
                <a:lnTo>
                  <a:pt x="1129311" y="107242"/>
                </a:lnTo>
                <a:lnTo>
                  <a:pt x="1128489" y="107239"/>
                </a:lnTo>
                <a:lnTo>
                  <a:pt x="1127637" y="107238"/>
                </a:lnTo>
                <a:lnTo>
                  <a:pt x="1127637" y="72764"/>
                </a:lnTo>
                <a:lnTo>
                  <a:pt x="1127677" y="70666"/>
                </a:lnTo>
                <a:lnTo>
                  <a:pt x="1127797" y="68653"/>
                </a:lnTo>
                <a:lnTo>
                  <a:pt x="1127992" y="66724"/>
                </a:lnTo>
                <a:lnTo>
                  <a:pt x="1128259" y="64881"/>
                </a:lnTo>
                <a:lnTo>
                  <a:pt x="1128595" y="63124"/>
                </a:lnTo>
                <a:lnTo>
                  <a:pt x="1128995" y="61453"/>
                </a:lnTo>
                <a:lnTo>
                  <a:pt x="1129458" y="59868"/>
                </a:lnTo>
                <a:lnTo>
                  <a:pt x="1129979" y="58371"/>
                </a:lnTo>
                <a:lnTo>
                  <a:pt x="1130555" y="56961"/>
                </a:lnTo>
                <a:lnTo>
                  <a:pt x="1131182" y="55639"/>
                </a:lnTo>
                <a:lnTo>
                  <a:pt x="1131857" y="54405"/>
                </a:lnTo>
                <a:lnTo>
                  <a:pt x="1132577" y="53260"/>
                </a:lnTo>
                <a:lnTo>
                  <a:pt x="1133338" y="52204"/>
                </a:lnTo>
                <a:lnTo>
                  <a:pt x="1134137" y="51238"/>
                </a:lnTo>
                <a:lnTo>
                  <a:pt x="1134970" y="50361"/>
                </a:lnTo>
                <a:lnTo>
                  <a:pt x="1135834" y="49575"/>
                </a:lnTo>
                <a:lnTo>
                  <a:pt x="1136725" y="48880"/>
                </a:lnTo>
                <a:lnTo>
                  <a:pt x="1137641" y="48277"/>
                </a:lnTo>
                <a:lnTo>
                  <a:pt x="1138577" y="47765"/>
                </a:lnTo>
                <a:lnTo>
                  <a:pt x="1139530" y="47345"/>
                </a:lnTo>
                <a:lnTo>
                  <a:pt x="1140497" y="47017"/>
                </a:lnTo>
                <a:lnTo>
                  <a:pt x="1141474" y="46783"/>
                </a:lnTo>
                <a:lnTo>
                  <a:pt x="1142458" y="46642"/>
                </a:lnTo>
                <a:lnTo>
                  <a:pt x="1143446" y="46595"/>
                </a:lnTo>
                <a:lnTo>
                  <a:pt x="1143991" y="46613"/>
                </a:lnTo>
                <a:lnTo>
                  <a:pt x="1144517" y="46667"/>
                </a:lnTo>
                <a:lnTo>
                  <a:pt x="1145025" y="46760"/>
                </a:lnTo>
                <a:lnTo>
                  <a:pt x="1145514" y="46896"/>
                </a:lnTo>
                <a:lnTo>
                  <a:pt x="1145982" y="47075"/>
                </a:lnTo>
                <a:lnTo>
                  <a:pt x="1146431" y="47302"/>
                </a:lnTo>
                <a:lnTo>
                  <a:pt x="1146859" y="47579"/>
                </a:lnTo>
                <a:lnTo>
                  <a:pt x="1147266" y="47907"/>
                </a:lnTo>
                <a:lnTo>
                  <a:pt x="1147651" y="48291"/>
                </a:lnTo>
                <a:lnTo>
                  <a:pt x="1148015" y="48732"/>
                </a:lnTo>
                <a:lnTo>
                  <a:pt x="1148356" y="49233"/>
                </a:lnTo>
                <a:lnTo>
                  <a:pt x="1148675" y="49796"/>
                </a:lnTo>
                <a:lnTo>
                  <a:pt x="1148971" y="50425"/>
                </a:lnTo>
                <a:lnTo>
                  <a:pt x="1149243" y="51121"/>
                </a:lnTo>
                <a:lnTo>
                  <a:pt x="1149491" y="51888"/>
                </a:lnTo>
                <a:lnTo>
                  <a:pt x="1149715" y="52728"/>
                </a:lnTo>
                <a:lnTo>
                  <a:pt x="1149914" y="53643"/>
                </a:lnTo>
                <a:lnTo>
                  <a:pt x="1150088" y="54636"/>
                </a:lnTo>
                <a:lnTo>
                  <a:pt x="1150237" y="55711"/>
                </a:lnTo>
                <a:lnTo>
                  <a:pt x="1150359" y="56868"/>
                </a:lnTo>
                <a:lnTo>
                  <a:pt x="1150455" y="58111"/>
                </a:lnTo>
                <a:lnTo>
                  <a:pt x="1150524" y="59443"/>
                </a:lnTo>
                <a:lnTo>
                  <a:pt x="1150566" y="60865"/>
                </a:lnTo>
                <a:lnTo>
                  <a:pt x="1150580" y="62382"/>
                </a:lnTo>
                <a:lnTo>
                  <a:pt x="1150580" y="107238"/>
                </a:lnTo>
                <a:lnTo>
                  <a:pt x="1150116" y="107239"/>
                </a:lnTo>
                <a:lnTo>
                  <a:pt x="1149643" y="107242"/>
                </a:lnTo>
                <a:lnTo>
                  <a:pt x="1149164" y="107250"/>
                </a:lnTo>
                <a:lnTo>
                  <a:pt x="1148679" y="107266"/>
                </a:lnTo>
                <a:lnTo>
                  <a:pt x="1148194" y="107292"/>
                </a:lnTo>
                <a:lnTo>
                  <a:pt x="1147709" y="107331"/>
                </a:lnTo>
                <a:lnTo>
                  <a:pt x="1147228" y="107386"/>
                </a:lnTo>
                <a:lnTo>
                  <a:pt x="1146752" y="107459"/>
                </a:lnTo>
                <a:lnTo>
                  <a:pt x="1146286" y="107553"/>
                </a:lnTo>
                <a:lnTo>
                  <a:pt x="1145830" y="107670"/>
                </a:lnTo>
                <a:lnTo>
                  <a:pt x="1145389" y="107813"/>
                </a:lnTo>
                <a:lnTo>
                  <a:pt x="1144964" y="107985"/>
                </a:lnTo>
                <a:lnTo>
                  <a:pt x="1144558" y="108188"/>
                </a:lnTo>
                <a:lnTo>
                  <a:pt x="1144174" y="108424"/>
                </a:lnTo>
                <a:lnTo>
                  <a:pt x="1143814" y="108697"/>
                </a:lnTo>
                <a:lnTo>
                  <a:pt x="1143481" y="109009"/>
                </a:lnTo>
                <a:lnTo>
                  <a:pt x="1143178" y="109362"/>
                </a:lnTo>
                <a:lnTo>
                  <a:pt x="1142906" y="109759"/>
                </a:lnTo>
                <a:lnTo>
                  <a:pt x="1142669" y="110203"/>
                </a:lnTo>
                <a:lnTo>
                  <a:pt x="1142470" y="110696"/>
                </a:lnTo>
                <a:lnTo>
                  <a:pt x="1142310" y="111241"/>
                </a:lnTo>
                <a:lnTo>
                  <a:pt x="1142193" y="111841"/>
                </a:lnTo>
                <a:lnTo>
                  <a:pt x="1142120" y="112497"/>
                </a:lnTo>
                <a:lnTo>
                  <a:pt x="1142096" y="113213"/>
                </a:lnTo>
                <a:lnTo>
                  <a:pt x="1142122" y="113907"/>
                </a:lnTo>
                <a:lnTo>
                  <a:pt x="1142200" y="114542"/>
                </a:lnTo>
                <a:lnTo>
                  <a:pt x="1142325" y="115122"/>
                </a:lnTo>
                <a:lnTo>
                  <a:pt x="1142494" y="115650"/>
                </a:lnTo>
                <a:lnTo>
                  <a:pt x="1142704" y="116127"/>
                </a:lnTo>
                <a:lnTo>
                  <a:pt x="1142951" y="116557"/>
                </a:lnTo>
                <a:lnTo>
                  <a:pt x="1143233" y="116942"/>
                </a:lnTo>
                <a:lnTo>
                  <a:pt x="1143545" y="117283"/>
                </a:lnTo>
                <a:lnTo>
                  <a:pt x="1143885" y="117585"/>
                </a:lnTo>
                <a:lnTo>
                  <a:pt x="1144249" y="117849"/>
                </a:lnTo>
                <a:lnTo>
                  <a:pt x="1144634" y="118078"/>
                </a:lnTo>
                <a:lnTo>
                  <a:pt x="1145036" y="118274"/>
                </a:lnTo>
                <a:lnTo>
                  <a:pt x="1145452" y="118440"/>
                </a:lnTo>
                <a:lnTo>
                  <a:pt x="1145879" y="118579"/>
                </a:lnTo>
                <a:lnTo>
                  <a:pt x="1146314" y="118692"/>
                </a:lnTo>
                <a:lnTo>
                  <a:pt x="1146752" y="118783"/>
                </a:lnTo>
                <a:lnTo>
                  <a:pt x="1147191" y="118854"/>
                </a:lnTo>
                <a:lnTo>
                  <a:pt x="1147627" y="118907"/>
                </a:lnTo>
                <a:lnTo>
                  <a:pt x="1148057" y="118945"/>
                </a:lnTo>
                <a:lnTo>
                  <a:pt x="1148478" y="118970"/>
                </a:lnTo>
                <a:lnTo>
                  <a:pt x="1148886" y="118986"/>
                </a:lnTo>
                <a:lnTo>
                  <a:pt x="1149278" y="118994"/>
                </a:lnTo>
                <a:lnTo>
                  <a:pt x="1149650" y="118997"/>
                </a:lnTo>
                <a:lnTo>
                  <a:pt x="1150000" y="118997"/>
                </a:lnTo>
                <a:lnTo>
                  <a:pt x="1164459" y="118997"/>
                </a:lnTo>
                <a:lnTo>
                  <a:pt x="1164831" y="118997"/>
                </a:lnTo>
                <a:lnTo>
                  <a:pt x="1165222" y="118994"/>
                </a:lnTo>
                <a:lnTo>
                  <a:pt x="1165629" y="118986"/>
                </a:lnTo>
                <a:lnTo>
                  <a:pt x="1166049" y="118970"/>
                </a:lnTo>
                <a:lnTo>
                  <a:pt x="1166478" y="118945"/>
                </a:lnTo>
                <a:lnTo>
                  <a:pt x="1166914" y="118907"/>
                </a:lnTo>
                <a:lnTo>
                  <a:pt x="1167353" y="118854"/>
                </a:lnTo>
                <a:lnTo>
                  <a:pt x="1167793" y="118783"/>
                </a:lnTo>
                <a:lnTo>
                  <a:pt x="1168231" y="118692"/>
                </a:lnTo>
                <a:lnTo>
                  <a:pt x="1168662" y="118579"/>
                </a:lnTo>
                <a:lnTo>
                  <a:pt x="1169085" y="118440"/>
                </a:lnTo>
                <a:lnTo>
                  <a:pt x="1169496" y="118274"/>
                </a:lnTo>
                <a:lnTo>
                  <a:pt x="1169891" y="118078"/>
                </a:lnTo>
                <a:lnTo>
                  <a:pt x="1170269" y="117849"/>
                </a:lnTo>
                <a:lnTo>
                  <a:pt x="1170625" y="117585"/>
                </a:lnTo>
                <a:lnTo>
                  <a:pt x="1170957" y="117283"/>
                </a:lnTo>
                <a:lnTo>
                  <a:pt x="1171261" y="116942"/>
                </a:lnTo>
                <a:lnTo>
                  <a:pt x="1171535" y="116557"/>
                </a:lnTo>
                <a:lnTo>
                  <a:pt x="1171775" y="116127"/>
                </a:lnTo>
                <a:lnTo>
                  <a:pt x="1171979" y="115650"/>
                </a:lnTo>
                <a:lnTo>
                  <a:pt x="1172142" y="115122"/>
                </a:lnTo>
                <a:lnTo>
                  <a:pt x="1172263" y="114542"/>
                </a:lnTo>
                <a:lnTo>
                  <a:pt x="1172338" y="113907"/>
                </a:lnTo>
                <a:lnTo>
                  <a:pt x="1172363" y="113213"/>
                </a:lnTo>
                <a:lnTo>
                  <a:pt x="1172342" y="112497"/>
                </a:lnTo>
                <a:lnTo>
                  <a:pt x="1172280" y="111841"/>
                </a:lnTo>
                <a:lnTo>
                  <a:pt x="1172176" y="111241"/>
                </a:lnTo>
                <a:lnTo>
                  <a:pt x="1172031" y="110696"/>
                </a:lnTo>
                <a:lnTo>
                  <a:pt x="1171847" y="110203"/>
                </a:lnTo>
                <a:lnTo>
                  <a:pt x="1171623" y="109759"/>
                </a:lnTo>
                <a:lnTo>
                  <a:pt x="1171359" y="109362"/>
                </a:lnTo>
                <a:lnTo>
                  <a:pt x="1171057" y="109009"/>
                </a:lnTo>
                <a:lnTo>
                  <a:pt x="1170717" y="108697"/>
                </a:lnTo>
                <a:lnTo>
                  <a:pt x="1170339" y="108424"/>
                </a:lnTo>
                <a:lnTo>
                  <a:pt x="1169924" y="108188"/>
                </a:lnTo>
                <a:lnTo>
                  <a:pt x="1169472" y="107985"/>
                </a:lnTo>
                <a:lnTo>
                  <a:pt x="1168984" y="107813"/>
                </a:lnTo>
                <a:lnTo>
                  <a:pt x="1168461" y="107670"/>
                </a:lnTo>
                <a:lnTo>
                  <a:pt x="1167902" y="107553"/>
                </a:lnTo>
                <a:lnTo>
                  <a:pt x="1167309" y="107459"/>
                </a:lnTo>
                <a:lnTo>
                  <a:pt x="1166681" y="107386"/>
                </a:lnTo>
                <a:lnTo>
                  <a:pt x="1166020" y="107331"/>
                </a:lnTo>
                <a:lnTo>
                  <a:pt x="1165326" y="107292"/>
                </a:lnTo>
                <a:lnTo>
                  <a:pt x="1164599" y="107266"/>
                </a:lnTo>
                <a:lnTo>
                  <a:pt x="1163840" y="107250"/>
                </a:lnTo>
                <a:lnTo>
                  <a:pt x="1163050" y="107242"/>
                </a:lnTo>
                <a:lnTo>
                  <a:pt x="1162228" y="107239"/>
                </a:lnTo>
                <a:lnTo>
                  <a:pt x="1161376" y="107238"/>
                </a:lnTo>
                <a:lnTo>
                  <a:pt x="1161376" y="72779"/>
                </a:lnTo>
                <a:lnTo>
                  <a:pt x="1161417" y="70679"/>
                </a:lnTo>
                <a:lnTo>
                  <a:pt x="1161536" y="68664"/>
                </a:lnTo>
                <a:lnTo>
                  <a:pt x="1161731" y="66734"/>
                </a:lnTo>
                <a:lnTo>
                  <a:pt x="1161998" y="64890"/>
                </a:lnTo>
                <a:lnTo>
                  <a:pt x="1162334" y="63131"/>
                </a:lnTo>
                <a:lnTo>
                  <a:pt x="1162735" y="61459"/>
                </a:lnTo>
                <a:lnTo>
                  <a:pt x="1163197" y="59874"/>
                </a:lnTo>
                <a:lnTo>
                  <a:pt x="1163718" y="58375"/>
                </a:lnTo>
                <a:lnTo>
                  <a:pt x="1164294" y="56964"/>
                </a:lnTo>
                <a:lnTo>
                  <a:pt x="1164921" y="55642"/>
                </a:lnTo>
                <a:lnTo>
                  <a:pt x="1165596" y="54407"/>
                </a:lnTo>
                <a:lnTo>
                  <a:pt x="1166316" y="53262"/>
                </a:lnTo>
                <a:lnTo>
                  <a:pt x="1167077" y="52205"/>
                </a:lnTo>
                <a:lnTo>
                  <a:pt x="1167876" y="51239"/>
                </a:lnTo>
                <a:lnTo>
                  <a:pt x="1168709" y="50362"/>
                </a:lnTo>
                <a:lnTo>
                  <a:pt x="1169573" y="49576"/>
                </a:lnTo>
                <a:lnTo>
                  <a:pt x="1170465" y="48881"/>
                </a:lnTo>
                <a:lnTo>
                  <a:pt x="1171380" y="48277"/>
                </a:lnTo>
                <a:lnTo>
                  <a:pt x="1172316" y="47765"/>
                </a:lnTo>
                <a:lnTo>
                  <a:pt x="1173269" y="47345"/>
                </a:lnTo>
                <a:lnTo>
                  <a:pt x="1174236" y="47017"/>
                </a:lnTo>
                <a:lnTo>
                  <a:pt x="1175213" y="46783"/>
                </a:lnTo>
                <a:lnTo>
                  <a:pt x="1176198" y="46642"/>
                </a:lnTo>
                <a:lnTo>
                  <a:pt x="1177185" y="46595"/>
                </a:lnTo>
                <a:lnTo>
                  <a:pt x="1177730" y="46613"/>
                </a:lnTo>
                <a:lnTo>
                  <a:pt x="1178257" y="46667"/>
                </a:lnTo>
                <a:lnTo>
                  <a:pt x="1178764" y="46760"/>
                </a:lnTo>
                <a:lnTo>
                  <a:pt x="1179253" y="46896"/>
                </a:lnTo>
                <a:lnTo>
                  <a:pt x="1179721" y="47075"/>
                </a:lnTo>
                <a:lnTo>
                  <a:pt x="1180170" y="47302"/>
                </a:lnTo>
                <a:lnTo>
                  <a:pt x="1180598" y="47579"/>
                </a:lnTo>
                <a:lnTo>
                  <a:pt x="1181005" y="47907"/>
                </a:lnTo>
                <a:lnTo>
                  <a:pt x="1181390" y="48291"/>
                </a:lnTo>
                <a:lnTo>
                  <a:pt x="1181754" y="48732"/>
                </a:lnTo>
                <a:lnTo>
                  <a:pt x="1182096" y="49233"/>
                </a:lnTo>
                <a:lnTo>
                  <a:pt x="1182414" y="49796"/>
                </a:lnTo>
                <a:lnTo>
                  <a:pt x="1182710" y="50425"/>
                </a:lnTo>
                <a:lnTo>
                  <a:pt x="1182982" y="51121"/>
                </a:lnTo>
                <a:lnTo>
                  <a:pt x="1183231" y="51888"/>
                </a:lnTo>
                <a:lnTo>
                  <a:pt x="1183454" y="52728"/>
                </a:lnTo>
                <a:lnTo>
                  <a:pt x="1183654" y="53643"/>
                </a:lnTo>
                <a:lnTo>
                  <a:pt x="1183828" y="54636"/>
                </a:lnTo>
                <a:lnTo>
                  <a:pt x="1183976" y="55711"/>
                </a:lnTo>
                <a:lnTo>
                  <a:pt x="1184098" y="56868"/>
                </a:lnTo>
                <a:lnTo>
                  <a:pt x="1184194" y="58111"/>
                </a:lnTo>
                <a:lnTo>
                  <a:pt x="1184263" y="59443"/>
                </a:lnTo>
                <a:lnTo>
                  <a:pt x="1184305" y="60865"/>
                </a:lnTo>
                <a:lnTo>
                  <a:pt x="1184319" y="62382"/>
                </a:lnTo>
                <a:lnTo>
                  <a:pt x="1184319" y="107238"/>
                </a:lnTo>
                <a:lnTo>
                  <a:pt x="1183855" y="107239"/>
                </a:lnTo>
                <a:lnTo>
                  <a:pt x="1183382" y="107242"/>
                </a:lnTo>
                <a:lnTo>
                  <a:pt x="1182902" y="107250"/>
                </a:lnTo>
                <a:lnTo>
                  <a:pt x="1182418" y="107266"/>
                </a:lnTo>
                <a:lnTo>
                  <a:pt x="1181932" y="107292"/>
                </a:lnTo>
                <a:lnTo>
                  <a:pt x="1181447" y="107331"/>
                </a:lnTo>
                <a:lnTo>
                  <a:pt x="1180965" y="107386"/>
                </a:lnTo>
                <a:lnTo>
                  <a:pt x="1180490" y="107459"/>
                </a:lnTo>
                <a:lnTo>
                  <a:pt x="1180024" y="107553"/>
                </a:lnTo>
                <a:lnTo>
                  <a:pt x="1179568" y="107670"/>
                </a:lnTo>
                <a:lnTo>
                  <a:pt x="1179127" y="107813"/>
                </a:lnTo>
                <a:lnTo>
                  <a:pt x="1178702" y="107985"/>
                </a:lnTo>
                <a:lnTo>
                  <a:pt x="1178296" y="108188"/>
                </a:lnTo>
                <a:lnTo>
                  <a:pt x="1177912" y="108424"/>
                </a:lnTo>
                <a:lnTo>
                  <a:pt x="1177553" y="108697"/>
                </a:lnTo>
                <a:lnTo>
                  <a:pt x="1177220" y="109009"/>
                </a:lnTo>
                <a:lnTo>
                  <a:pt x="1176916" y="109362"/>
                </a:lnTo>
                <a:lnTo>
                  <a:pt x="1176645" y="109759"/>
                </a:lnTo>
                <a:lnTo>
                  <a:pt x="1176408" y="110203"/>
                </a:lnTo>
                <a:lnTo>
                  <a:pt x="1176209" y="110696"/>
                </a:lnTo>
                <a:lnTo>
                  <a:pt x="1176049" y="111241"/>
                </a:lnTo>
                <a:lnTo>
                  <a:pt x="1175932" y="111841"/>
                </a:lnTo>
                <a:lnTo>
                  <a:pt x="1175859" y="112497"/>
                </a:lnTo>
                <a:lnTo>
                  <a:pt x="1175835" y="113213"/>
                </a:lnTo>
                <a:lnTo>
                  <a:pt x="1175861" y="113907"/>
                </a:lnTo>
                <a:lnTo>
                  <a:pt x="1175939" y="114542"/>
                </a:lnTo>
                <a:lnTo>
                  <a:pt x="1176064" y="115122"/>
                </a:lnTo>
                <a:lnTo>
                  <a:pt x="1176233" y="115650"/>
                </a:lnTo>
                <a:lnTo>
                  <a:pt x="1176443" y="116127"/>
                </a:lnTo>
                <a:lnTo>
                  <a:pt x="1176690" y="116557"/>
                </a:lnTo>
                <a:lnTo>
                  <a:pt x="1176972" y="116942"/>
                </a:lnTo>
                <a:lnTo>
                  <a:pt x="1177284" y="117283"/>
                </a:lnTo>
                <a:lnTo>
                  <a:pt x="1177624" y="117585"/>
                </a:lnTo>
                <a:lnTo>
                  <a:pt x="1177988" y="117849"/>
                </a:lnTo>
                <a:lnTo>
                  <a:pt x="1178372" y="118078"/>
                </a:lnTo>
                <a:lnTo>
                  <a:pt x="1178774" y="118274"/>
                </a:lnTo>
                <a:lnTo>
                  <a:pt x="1179190" y="118440"/>
                </a:lnTo>
                <a:lnTo>
                  <a:pt x="1179617" y="118579"/>
                </a:lnTo>
                <a:lnTo>
                  <a:pt x="1180051" y="118692"/>
                </a:lnTo>
                <a:lnTo>
                  <a:pt x="1180490" y="118783"/>
                </a:lnTo>
                <a:lnTo>
                  <a:pt x="1180929" y="118854"/>
                </a:lnTo>
                <a:lnTo>
                  <a:pt x="1181365" y="118907"/>
                </a:lnTo>
                <a:lnTo>
                  <a:pt x="1181795" y="118945"/>
                </a:lnTo>
                <a:lnTo>
                  <a:pt x="1182216" y="118970"/>
                </a:lnTo>
                <a:lnTo>
                  <a:pt x="1182624" y="118986"/>
                </a:lnTo>
                <a:lnTo>
                  <a:pt x="1183016" y="118994"/>
                </a:lnTo>
                <a:lnTo>
                  <a:pt x="1183389" y="118997"/>
                </a:lnTo>
                <a:lnTo>
                  <a:pt x="1183739" y="118997"/>
                </a:lnTo>
                <a:lnTo>
                  <a:pt x="1198198" y="118997"/>
                </a:lnTo>
                <a:lnTo>
                  <a:pt x="1198570" y="118997"/>
                </a:lnTo>
                <a:lnTo>
                  <a:pt x="1198961" y="118994"/>
                </a:lnTo>
                <a:lnTo>
                  <a:pt x="1199368" y="118986"/>
                </a:lnTo>
                <a:lnTo>
                  <a:pt x="1199788" y="118970"/>
                </a:lnTo>
                <a:lnTo>
                  <a:pt x="1200217" y="118945"/>
                </a:lnTo>
                <a:lnTo>
                  <a:pt x="1200653" y="118907"/>
                </a:lnTo>
                <a:lnTo>
                  <a:pt x="1201093" y="118854"/>
                </a:lnTo>
                <a:lnTo>
                  <a:pt x="1201533" y="118783"/>
                </a:lnTo>
                <a:lnTo>
                  <a:pt x="1201970" y="118692"/>
                </a:lnTo>
                <a:lnTo>
                  <a:pt x="1202401" y="118579"/>
                </a:lnTo>
                <a:lnTo>
                  <a:pt x="1202824" y="118440"/>
                </a:lnTo>
                <a:lnTo>
                  <a:pt x="1203235" y="118274"/>
                </a:lnTo>
                <a:lnTo>
                  <a:pt x="1203630" y="118078"/>
                </a:lnTo>
                <a:lnTo>
                  <a:pt x="1204008" y="117849"/>
                </a:lnTo>
                <a:lnTo>
                  <a:pt x="1204364" y="117585"/>
                </a:lnTo>
                <a:lnTo>
                  <a:pt x="1204696" y="117283"/>
                </a:lnTo>
                <a:lnTo>
                  <a:pt x="1205000" y="116942"/>
                </a:lnTo>
                <a:lnTo>
                  <a:pt x="1205274" y="116557"/>
                </a:lnTo>
                <a:lnTo>
                  <a:pt x="1205514" y="116127"/>
                </a:lnTo>
                <a:lnTo>
                  <a:pt x="1205718" y="115650"/>
                </a:lnTo>
                <a:lnTo>
                  <a:pt x="1205882" y="115122"/>
                </a:lnTo>
                <a:lnTo>
                  <a:pt x="1206002" y="114542"/>
                </a:lnTo>
                <a:lnTo>
                  <a:pt x="1206077" y="113907"/>
                </a:lnTo>
                <a:lnTo>
                  <a:pt x="1206103" y="113213"/>
                </a:lnTo>
                <a:lnTo>
                  <a:pt x="1206082" y="112497"/>
                </a:lnTo>
                <a:lnTo>
                  <a:pt x="1206019" y="111841"/>
                </a:lnTo>
                <a:lnTo>
                  <a:pt x="1205915" y="111241"/>
                </a:lnTo>
                <a:lnTo>
                  <a:pt x="1205771" y="110696"/>
                </a:lnTo>
                <a:lnTo>
                  <a:pt x="1205586" y="110203"/>
                </a:lnTo>
                <a:close/>
                <a:moveTo>
                  <a:pt x="1402540" y="43938"/>
                </a:moveTo>
                <a:lnTo>
                  <a:pt x="1402333" y="43294"/>
                </a:lnTo>
                <a:lnTo>
                  <a:pt x="1402071" y="42638"/>
                </a:lnTo>
                <a:lnTo>
                  <a:pt x="1401751" y="41975"/>
                </a:lnTo>
                <a:lnTo>
                  <a:pt x="1401368" y="41311"/>
                </a:lnTo>
                <a:lnTo>
                  <a:pt x="1400916" y="40651"/>
                </a:lnTo>
                <a:lnTo>
                  <a:pt x="1400390" y="40001"/>
                </a:lnTo>
                <a:lnTo>
                  <a:pt x="1399787" y="39365"/>
                </a:lnTo>
                <a:lnTo>
                  <a:pt x="1399099" y="38749"/>
                </a:lnTo>
                <a:lnTo>
                  <a:pt x="1398324" y="38159"/>
                </a:lnTo>
                <a:lnTo>
                  <a:pt x="1397455" y="37599"/>
                </a:lnTo>
                <a:lnTo>
                  <a:pt x="1396488" y="37076"/>
                </a:lnTo>
                <a:lnTo>
                  <a:pt x="1395419" y="36594"/>
                </a:lnTo>
                <a:lnTo>
                  <a:pt x="1394241" y="36159"/>
                </a:lnTo>
                <a:lnTo>
                  <a:pt x="1392950" y="35776"/>
                </a:lnTo>
                <a:lnTo>
                  <a:pt x="1391541" y="35451"/>
                </a:lnTo>
                <a:lnTo>
                  <a:pt x="1390010" y="35189"/>
                </a:lnTo>
                <a:lnTo>
                  <a:pt x="1388350" y="34995"/>
                </a:lnTo>
                <a:lnTo>
                  <a:pt x="1386558" y="34874"/>
                </a:lnTo>
                <a:lnTo>
                  <a:pt x="1384629" y="34833"/>
                </a:lnTo>
                <a:lnTo>
                  <a:pt x="1383387" y="34852"/>
                </a:lnTo>
                <a:lnTo>
                  <a:pt x="1382121" y="34908"/>
                </a:lnTo>
                <a:lnTo>
                  <a:pt x="1380832" y="35006"/>
                </a:lnTo>
                <a:lnTo>
                  <a:pt x="1379523" y="35146"/>
                </a:lnTo>
                <a:lnTo>
                  <a:pt x="1378195" y="35332"/>
                </a:lnTo>
                <a:lnTo>
                  <a:pt x="1376850" y="35565"/>
                </a:lnTo>
                <a:lnTo>
                  <a:pt x="1375490" y="35848"/>
                </a:lnTo>
                <a:lnTo>
                  <a:pt x="1374117" y="36183"/>
                </a:lnTo>
                <a:lnTo>
                  <a:pt x="1372733" y="36572"/>
                </a:lnTo>
                <a:lnTo>
                  <a:pt x="1371339" y="37018"/>
                </a:lnTo>
                <a:lnTo>
                  <a:pt x="1369937" y="37522"/>
                </a:lnTo>
                <a:lnTo>
                  <a:pt x="1368530" y="38087"/>
                </a:lnTo>
                <a:lnTo>
                  <a:pt x="1367118" y="38716"/>
                </a:lnTo>
                <a:lnTo>
                  <a:pt x="1365705" y="39410"/>
                </a:lnTo>
                <a:lnTo>
                  <a:pt x="1364291" y="40172"/>
                </a:lnTo>
                <a:lnTo>
                  <a:pt x="1362878" y="41004"/>
                </a:lnTo>
                <a:lnTo>
                  <a:pt x="1361469" y="41908"/>
                </a:lnTo>
                <a:lnTo>
                  <a:pt x="1360065" y="42887"/>
                </a:lnTo>
                <a:lnTo>
                  <a:pt x="1358669" y="43942"/>
                </a:lnTo>
                <a:lnTo>
                  <a:pt x="1357281" y="45077"/>
                </a:lnTo>
                <a:lnTo>
                  <a:pt x="1355903" y="46293"/>
                </a:lnTo>
                <a:lnTo>
                  <a:pt x="1354539" y="47593"/>
                </a:lnTo>
                <a:lnTo>
                  <a:pt x="1353189" y="48978"/>
                </a:lnTo>
                <a:lnTo>
                  <a:pt x="1351855" y="50452"/>
                </a:lnTo>
                <a:lnTo>
                  <a:pt x="1351855" y="43897"/>
                </a:lnTo>
                <a:lnTo>
                  <a:pt x="1351848" y="43168"/>
                </a:lnTo>
                <a:lnTo>
                  <a:pt x="1351828" y="42480"/>
                </a:lnTo>
                <a:lnTo>
                  <a:pt x="1351792" y="41832"/>
                </a:lnTo>
                <a:lnTo>
                  <a:pt x="1351738" y="41225"/>
                </a:lnTo>
                <a:lnTo>
                  <a:pt x="1351665" y="40656"/>
                </a:lnTo>
                <a:lnTo>
                  <a:pt x="1351571" y="40124"/>
                </a:lnTo>
                <a:lnTo>
                  <a:pt x="1351454" y="39630"/>
                </a:lnTo>
                <a:lnTo>
                  <a:pt x="1351311" y="39171"/>
                </a:lnTo>
                <a:lnTo>
                  <a:pt x="1351142" y="38748"/>
                </a:lnTo>
                <a:lnTo>
                  <a:pt x="1350944" y="38359"/>
                </a:lnTo>
                <a:lnTo>
                  <a:pt x="1350716" y="38002"/>
                </a:lnTo>
                <a:lnTo>
                  <a:pt x="1350456" y="37678"/>
                </a:lnTo>
                <a:lnTo>
                  <a:pt x="1350161" y="37386"/>
                </a:lnTo>
                <a:lnTo>
                  <a:pt x="1349830" y="37123"/>
                </a:lnTo>
                <a:lnTo>
                  <a:pt x="1349462" y="36890"/>
                </a:lnTo>
                <a:lnTo>
                  <a:pt x="1349054" y="36686"/>
                </a:lnTo>
                <a:lnTo>
                  <a:pt x="1348604" y="36509"/>
                </a:lnTo>
                <a:lnTo>
                  <a:pt x="1348111" y="36358"/>
                </a:lnTo>
                <a:lnTo>
                  <a:pt x="1347573" y="36233"/>
                </a:lnTo>
                <a:lnTo>
                  <a:pt x="1346988" y="36134"/>
                </a:lnTo>
                <a:lnTo>
                  <a:pt x="1346354" y="36057"/>
                </a:lnTo>
                <a:lnTo>
                  <a:pt x="1345670" y="36004"/>
                </a:lnTo>
                <a:lnTo>
                  <a:pt x="1344933" y="35973"/>
                </a:lnTo>
                <a:lnTo>
                  <a:pt x="1344141" y="35963"/>
                </a:lnTo>
                <a:lnTo>
                  <a:pt x="1322934" y="35963"/>
                </a:lnTo>
                <a:lnTo>
                  <a:pt x="1322563" y="35963"/>
                </a:lnTo>
                <a:lnTo>
                  <a:pt x="1322175" y="35966"/>
                </a:lnTo>
                <a:lnTo>
                  <a:pt x="1321772" y="35974"/>
                </a:lnTo>
                <a:lnTo>
                  <a:pt x="1321359" y="35990"/>
                </a:lnTo>
                <a:lnTo>
                  <a:pt x="1320937" y="36015"/>
                </a:lnTo>
                <a:lnTo>
                  <a:pt x="1320509" y="36053"/>
                </a:lnTo>
                <a:lnTo>
                  <a:pt x="1320079" y="36106"/>
                </a:lnTo>
                <a:lnTo>
                  <a:pt x="1319650" y="36177"/>
                </a:lnTo>
                <a:lnTo>
                  <a:pt x="1319224" y="36268"/>
                </a:lnTo>
                <a:lnTo>
                  <a:pt x="1318804" y="36381"/>
                </a:lnTo>
                <a:lnTo>
                  <a:pt x="1318393" y="36520"/>
                </a:lnTo>
                <a:lnTo>
                  <a:pt x="1317994" y="36686"/>
                </a:lnTo>
                <a:lnTo>
                  <a:pt x="1317611" y="36882"/>
                </a:lnTo>
                <a:lnTo>
                  <a:pt x="1317245" y="37111"/>
                </a:lnTo>
                <a:lnTo>
                  <a:pt x="1316901" y="37376"/>
                </a:lnTo>
                <a:lnTo>
                  <a:pt x="1316580" y="37677"/>
                </a:lnTo>
                <a:lnTo>
                  <a:pt x="1316286" y="38019"/>
                </a:lnTo>
                <a:lnTo>
                  <a:pt x="1316022" y="38404"/>
                </a:lnTo>
                <a:lnTo>
                  <a:pt x="1315790" y="38834"/>
                </a:lnTo>
                <a:lnTo>
                  <a:pt x="1315594" y="39312"/>
                </a:lnTo>
                <a:lnTo>
                  <a:pt x="1315436" y="39840"/>
                </a:lnTo>
                <a:lnTo>
                  <a:pt x="1315320" y="40420"/>
                </a:lnTo>
                <a:lnTo>
                  <a:pt x="1315248" y="41056"/>
                </a:lnTo>
                <a:lnTo>
                  <a:pt x="1315224" y="41750"/>
                </a:lnTo>
                <a:lnTo>
                  <a:pt x="1315247" y="42466"/>
                </a:lnTo>
                <a:lnTo>
                  <a:pt x="1315316" y="43122"/>
                </a:lnTo>
                <a:lnTo>
                  <a:pt x="1315428" y="43722"/>
                </a:lnTo>
                <a:lnTo>
                  <a:pt x="1315581" y="44267"/>
                </a:lnTo>
                <a:lnTo>
                  <a:pt x="1315770" y="44760"/>
                </a:lnTo>
                <a:lnTo>
                  <a:pt x="1315995" y="45204"/>
                </a:lnTo>
                <a:lnTo>
                  <a:pt x="1316251" y="45601"/>
                </a:lnTo>
                <a:lnTo>
                  <a:pt x="1316537" y="45954"/>
                </a:lnTo>
                <a:lnTo>
                  <a:pt x="1316850" y="46266"/>
                </a:lnTo>
                <a:lnTo>
                  <a:pt x="1317187" y="46539"/>
                </a:lnTo>
                <a:lnTo>
                  <a:pt x="1317546" y="46775"/>
                </a:lnTo>
                <a:lnTo>
                  <a:pt x="1317923" y="46978"/>
                </a:lnTo>
                <a:lnTo>
                  <a:pt x="1318316" y="47150"/>
                </a:lnTo>
                <a:lnTo>
                  <a:pt x="1318722" y="47293"/>
                </a:lnTo>
                <a:lnTo>
                  <a:pt x="1319140" y="47410"/>
                </a:lnTo>
                <a:lnTo>
                  <a:pt x="1319565" y="47504"/>
                </a:lnTo>
                <a:lnTo>
                  <a:pt x="1319995" y="47577"/>
                </a:lnTo>
                <a:lnTo>
                  <a:pt x="1320429" y="47631"/>
                </a:lnTo>
                <a:lnTo>
                  <a:pt x="1320862" y="47671"/>
                </a:lnTo>
                <a:lnTo>
                  <a:pt x="1321292" y="47697"/>
                </a:lnTo>
                <a:lnTo>
                  <a:pt x="1321718" y="47713"/>
                </a:lnTo>
                <a:lnTo>
                  <a:pt x="1322135" y="47721"/>
                </a:lnTo>
                <a:lnTo>
                  <a:pt x="1322541" y="47724"/>
                </a:lnTo>
                <a:lnTo>
                  <a:pt x="1322934" y="47725"/>
                </a:lnTo>
                <a:lnTo>
                  <a:pt x="1338552" y="47725"/>
                </a:lnTo>
                <a:lnTo>
                  <a:pt x="1338552" y="107238"/>
                </a:lnTo>
                <a:lnTo>
                  <a:pt x="1322934" y="107238"/>
                </a:lnTo>
                <a:lnTo>
                  <a:pt x="1322563" y="107239"/>
                </a:lnTo>
                <a:lnTo>
                  <a:pt x="1322175" y="107241"/>
                </a:lnTo>
                <a:lnTo>
                  <a:pt x="1321772" y="107249"/>
                </a:lnTo>
                <a:lnTo>
                  <a:pt x="1321359" y="107265"/>
                </a:lnTo>
                <a:lnTo>
                  <a:pt x="1320937" y="107290"/>
                </a:lnTo>
                <a:lnTo>
                  <a:pt x="1320509" y="107329"/>
                </a:lnTo>
                <a:lnTo>
                  <a:pt x="1320079" y="107382"/>
                </a:lnTo>
                <a:lnTo>
                  <a:pt x="1319650" y="107452"/>
                </a:lnTo>
                <a:lnTo>
                  <a:pt x="1319224" y="107543"/>
                </a:lnTo>
                <a:lnTo>
                  <a:pt x="1318804" y="107657"/>
                </a:lnTo>
                <a:lnTo>
                  <a:pt x="1318393" y="107795"/>
                </a:lnTo>
                <a:lnTo>
                  <a:pt x="1317994" y="107961"/>
                </a:lnTo>
                <a:lnTo>
                  <a:pt x="1317611" y="108157"/>
                </a:lnTo>
                <a:lnTo>
                  <a:pt x="1317245" y="108386"/>
                </a:lnTo>
                <a:lnTo>
                  <a:pt x="1316901" y="108650"/>
                </a:lnTo>
                <a:lnTo>
                  <a:pt x="1316580" y="108952"/>
                </a:lnTo>
                <a:lnTo>
                  <a:pt x="1316286" y="109294"/>
                </a:lnTo>
                <a:lnTo>
                  <a:pt x="1316022" y="109678"/>
                </a:lnTo>
                <a:lnTo>
                  <a:pt x="1315790" y="110108"/>
                </a:lnTo>
                <a:lnTo>
                  <a:pt x="1315594" y="110585"/>
                </a:lnTo>
                <a:lnTo>
                  <a:pt x="1315436" y="111113"/>
                </a:lnTo>
                <a:lnTo>
                  <a:pt x="1315320" y="111693"/>
                </a:lnTo>
                <a:lnTo>
                  <a:pt x="1315248" y="112329"/>
                </a:lnTo>
                <a:lnTo>
                  <a:pt x="1315224" y="113022"/>
                </a:lnTo>
                <a:lnTo>
                  <a:pt x="1315247" y="113738"/>
                </a:lnTo>
                <a:lnTo>
                  <a:pt x="1315316" y="114395"/>
                </a:lnTo>
                <a:lnTo>
                  <a:pt x="1315428" y="114994"/>
                </a:lnTo>
                <a:lnTo>
                  <a:pt x="1315581" y="115539"/>
                </a:lnTo>
                <a:lnTo>
                  <a:pt x="1315770" y="116033"/>
                </a:lnTo>
                <a:lnTo>
                  <a:pt x="1315995" y="116476"/>
                </a:lnTo>
                <a:lnTo>
                  <a:pt x="1316251" y="116874"/>
                </a:lnTo>
                <a:lnTo>
                  <a:pt x="1316537" y="117227"/>
                </a:lnTo>
                <a:lnTo>
                  <a:pt x="1316850" y="117538"/>
                </a:lnTo>
                <a:lnTo>
                  <a:pt x="1317187" y="117811"/>
                </a:lnTo>
                <a:lnTo>
                  <a:pt x="1317546" y="118048"/>
                </a:lnTo>
                <a:lnTo>
                  <a:pt x="1317923" y="118250"/>
                </a:lnTo>
                <a:lnTo>
                  <a:pt x="1318316" y="118422"/>
                </a:lnTo>
                <a:lnTo>
                  <a:pt x="1318722" y="118565"/>
                </a:lnTo>
                <a:lnTo>
                  <a:pt x="1319140" y="118682"/>
                </a:lnTo>
                <a:lnTo>
                  <a:pt x="1319565" y="118776"/>
                </a:lnTo>
                <a:lnTo>
                  <a:pt x="1319995" y="118849"/>
                </a:lnTo>
                <a:lnTo>
                  <a:pt x="1320429" y="118904"/>
                </a:lnTo>
                <a:lnTo>
                  <a:pt x="1320862" y="118943"/>
                </a:lnTo>
                <a:lnTo>
                  <a:pt x="1321292" y="118970"/>
                </a:lnTo>
                <a:lnTo>
                  <a:pt x="1321718" y="118986"/>
                </a:lnTo>
                <a:lnTo>
                  <a:pt x="1322135" y="118994"/>
                </a:lnTo>
                <a:lnTo>
                  <a:pt x="1322541" y="118997"/>
                </a:lnTo>
                <a:lnTo>
                  <a:pt x="1322934" y="118997"/>
                </a:lnTo>
                <a:lnTo>
                  <a:pt x="1373253" y="118997"/>
                </a:lnTo>
                <a:lnTo>
                  <a:pt x="1373625" y="118997"/>
                </a:lnTo>
                <a:lnTo>
                  <a:pt x="1374016" y="118994"/>
                </a:lnTo>
                <a:lnTo>
                  <a:pt x="1374423" y="118986"/>
                </a:lnTo>
                <a:lnTo>
                  <a:pt x="1374843" y="118970"/>
                </a:lnTo>
                <a:lnTo>
                  <a:pt x="1375272" y="118945"/>
                </a:lnTo>
                <a:lnTo>
                  <a:pt x="1375708" y="118907"/>
                </a:lnTo>
                <a:lnTo>
                  <a:pt x="1376148" y="118854"/>
                </a:lnTo>
                <a:lnTo>
                  <a:pt x="1376588" y="118783"/>
                </a:lnTo>
                <a:lnTo>
                  <a:pt x="1377025" y="118692"/>
                </a:lnTo>
                <a:lnTo>
                  <a:pt x="1377456" y="118579"/>
                </a:lnTo>
                <a:lnTo>
                  <a:pt x="1377879" y="118440"/>
                </a:lnTo>
                <a:lnTo>
                  <a:pt x="1378290" y="118274"/>
                </a:lnTo>
                <a:lnTo>
                  <a:pt x="1378685" y="118078"/>
                </a:lnTo>
                <a:lnTo>
                  <a:pt x="1379063" y="117849"/>
                </a:lnTo>
                <a:lnTo>
                  <a:pt x="1379419" y="117585"/>
                </a:lnTo>
                <a:lnTo>
                  <a:pt x="1379751" y="117283"/>
                </a:lnTo>
                <a:lnTo>
                  <a:pt x="1380055" y="116942"/>
                </a:lnTo>
                <a:lnTo>
                  <a:pt x="1380329" y="116557"/>
                </a:lnTo>
                <a:lnTo>
                  <a:pt x="1380569" y="116127"/>
                </a:lnTo>
                <a:lnTo>
                  <a:pt x="1380773" y="115650"/>
                </a:lnTo>
                <a:lnTo>
                  <a:pt x="1380936" y="115122"/>
                </a:lnTo>
                <a:lnTo>
                  <a:pt x="1381057" y="114542"/>
                </a:lnTo>
                <a:lnTo>
                  <a:pt x="1381132" y="113907"/>
                </a:lnTo>
                <a:lnTo>
                  <a:pt x="1381158" y="113213"/>
                </a:lnTo>
                <a:lnTo>
                  <a:pt x="1381132" y="112497"/>
                </a:lnTo>
                <a:lnTo>
                  <a:pt x="1381057" y="111841"/>
                </a:lnTo>
                <a:lnTo>
                  <a:pt x="1380936" y="111241"/>
                </a:lnTo>
                <a:lnTo>
                  <a:pt x="1380773" y="110696"/>
                </a:lnTo>
                <a:lnTo>
                  <a:pt x="1380569" y="110203"/>
                </a:lnTo>
                <a:lnTo>
                  <a:pt x="1380329" y="109759"/>
                </a:lnTo>
                <a:lnTo>
                  <a:pt x="1380055" y="109362"/>
                </a:lnTo>
                <a:lnTo>
                  <a:pt x="1379751" y="109009"/>
                </a:lnTo>
                <a:lnTo>
                  <a:pt x="1379419" y="108697"/>
                </a:lnTo>
                <a:lnTo>
                  <a:pt x="1379063" y="108424"/>
                </a:lnTo>
                <a:lnTo>
                  <a:pt x="1378685" y="108188"/>
                </a:lnTo>
                <a:lnTo>
                  <a:pt x="1378290" y="107985"/>
                </a:lnTo>
                <a:lnTo>
                  <a:pt x="1377879" y="107813"/>
                </a:lnTo>
                <a:lnTo>
                  <a:pt x="1377456" y="107670"/>
                </a:lnTo>
                <a:lnTo>
                  <a:pt x="1377025" y="107553"/>
                </a:lnTo>
                <a:lnTo>
                  <a:pt x="1376588" y="107459"/>
                </a:lnTo>
                <a:lnTo>
                  <a:pt x="1376148" y="107386"/>
                </a:lnTo>
                <a:lnTo>
                  <a:pt x="1375708" y="107331"/>
                </a:lnTo>
                <a:lnTo>
                  <a:pt x="1375272" y="107292"/>
                </a:lnTo>
                <a:lnTo>
                  <a:pt x="1374843" y="107266"/>
                </a:lnTo>
                <a:lnTo>
                  <a:pt x="1374423" y="107250"/>
                </a:lnTo>
                <a:lnTo>
                  <a:pt x="1374016" y="107242"/>
                </a:lnTo>
                <a:lnTo>
                  <a:pt x="1373625" y="107239"/>
                </a:lnTo>
                <a:lnTo>
                  <a:pt x="1373253" y="107238"/>
                </a:lnTo>
                <a:lnTo>
                  <a:pt x="1351855" y="107238"/>
                </a:lnTo>
                <a:lnTo>
                  <a:pt x="1351855" y="83164"/>
                </a:lnTo>
                <a:lnTo>
                  <a:pt x="1351914" y="80906"/>
                </a:lnTo>
                <a:lnTo>
                  <a:pt x="1352092" y="78651"/>
                </a:lnTo>
                <a:lnTo>
                  <a:pt x="1352389" y="76408"/>
                </a:lnTo>
                <a:lnTo>
                  <a:pt x="1352805" y="74185"/>
                </a:lnTo>
                <a:lnTo>
                  <a:pt x="1353341" y="71990"/>
                </a:lnTo>
                <a:lnTo>
                  <a:pt x="1353996" y="69832"/>
                </a:lnTo>
                <a:lnTo>
                  <a:pt x="1354771" y="67718"/>
                </a:lnTo>
                <a:lnTo>
                  <a:pt x="1355667" y="65657"/>
                </a:lnTo>
                <a:lnTo>
                  <a:pt x="1356683" y="63658"/>
                </a:lnTo>
                <a:lnTo>
                  <a:pt x="1357820" y="61727"/>
                </a:lnTo>
                <a:lnTo>
                  <a:pt x="1359078" y="59875"/>
                </a:lnTo>
                <a:lnTo>
                  <a:pt x="1360457" y="58108"/>
                </a:lnTo>
                <a:lnTo>
                  <a:pt x="1361958" y="56435"/>
                </a:lnTo>
                <a:lnTo>
                  <a:pt x="1363580" y="54864"/>
                </a:lnTo>
                <a:lnTo>
                  <a:pt x="1365324" y="53404"/>
                </a:lnTo>
                <a:lnTo>
                  <a:pt x="1367191" y="52063"/>
                </a:lnTo>
                <a:lnTo>
                  <a:pt x="1369180" y="50849"/>
                </a:lnTo>
                <a:lnTo>
                  <a:pt x="1371292" y="49770"/>
                </a:lnTo>
                <a:lnTo>
                  <a:pt x="1373527" y="48834"/>
                </a:lnTo>
                <a:lnTo>
                  <a:pt x="1375885" y="48050"/>
                </a:lnTo>
                <a:lnTo>
                  <a:pt x="1378367" y="47426"/>
                </a:lnTo>
                <a:lnTo>
                  <a:pt x="1380972" y="46970"/>
                </a:lnTo>
                <a:lnTo>
                  <a:pt x="1383702" y="46690"/>
                </a:lnTo>
                <a:lnTo>
                  <a:pt x="1386556" y="46595"/>
                </a:lnTo>
                <a:lnTo>
                  <a:pt x="1386596" y="47169"/>
                </a:lnTo>
                <a:lnTo>
                  <a:pt x="1386668" y="47734"/>
                </a:lnTo>
                <a:lnTo>
                  <a:pt x="1386770" y="48288"/>
                </a:lnTo>
                <a:lnTo>
                  <a:pt x="1386903" y="48830"/>
                </a:lnTo>
                <a:lnTo>
                  <a:pt x="1387064" y="49359"/>
                </a:lnTo>
                <a:lnTo>
                  <a:pt x="1387255" y="49873"/>
                </a:lnTo>
                <a:lnTo>
                  <a:pt x="1387474" y="50371"/>
                </a:lnTo>
                <a:lnTo>
                  <a:pt x="1387720" y="50852"/>
                </a:lnTo>
                <a:lnTo>
                  <a:pt x="1387993" y="51313"/>
                </a:lnTo>
                <a:lnTo>
                  <a:pt x="1388293" y="51755"/>
                </a:lnTo>
                <a:lnTo>
                  <a:pt x="1388617" y="52175"/>
                </a:lnTo>
                <a:lnTo>
                  <a:pt x="1388966" y="52573"/>
                </a:lnTo>
                <a:lnTo>
                  <a:pt x="1389340" y="52946"/>
                </a:lnTo>
                <a:lnTo>
                  <a:pt x="1389737" y="53294"/>
                </a:lnTo>
                <a:lnTo>
                  <a:pt x="1390156" y="53615"/>
                </a:lnTo>
                <a:lnTo>
                  <a:pt x="1390598" y="53908"/>
                </a:lnTo>
                <a:lnTo>
                  <a:pt x="1391061" y="54172"/>
                </a:lnTo>
                <a:lnTo>
                  <a:pt x="1391545" y="54405"/>
                </a:lnTo>
                <a:lnTo>
                  <a:pt x="1392049" y="54605"/>
                </a:lnTo>
                <a:lnTo>
                  <a:pt x="1392572" y="54773"/>
                </a:lnTo>
                <a:lnTo>
                  <a:pt x="1393114" y="54905"/>
                </a:lnTo>
                <a:lnTo>
                  <a:pt x="1393674" y="55001"/>
                </a:lnTo>
                <a:lnTo>
                  <a:pt x="1394251" y="55060"/>
                </a:lnTo>
                <a:lnTo>
                  <a:pt x="1394846" y="55080"/>
                </a:lnTo>
                <a:lnTo>
                  <a:pt x="1395374" y="55064"/>
                </a:lnTo>
                <a:lnTo>
                  <a:pt x="1395896" y="55016"/>
                </a:lnTo>
                <a:lnTo>
                  <a:pt x="1396411" y="54937"/>
                </a:lnTo>
                <a:lnTo>
                  <a:pt x="1396918" y="54827"/>
                </a:lnTo>
                <a:lnTo>
                  <a:pt x="1397415" y="54687"/>
                </a:lnTo>
                <a:lnTo>
                  <a:pt x="1397901" y="54516"/>
                </a:lnTo>
                <a:lnTo>
                  <a:pt x="1398373" y="54316"/>
                </a:lnTo>
                <a:lnTo>
                  <a:pt x="1398831" y="54087"/>
                </a:lnTo>
                <a:lnTo>
                  <a:pt x="1399272" y="53829"/>
                </a:lnTo>
                <a:lnTo>
                  <a:pt x="1399696" y="53542"/>
                </a:lnTo>
                <a:lnTo>
                  <a:pt x="1400101" y="53228"/>
                </a:lnTo>
                <a:lnTo>
                  <a:pt x="1400486" y="52886"/>
                </a:lnTo>
                <a:lnTo>
                  <a:pt x="1400848" y="52517"/>
                </a:lnTo>
                <a:lnTo>
                  <a:pt x="1401187" y="52121"/>
                </a:lnTo>
                <a:lnTo>
                  <a:pt x="1401500" y="51699"/>
                </a:lnTo>
                <a:lnTo>
                  <a:pt x="1401787" y="51252"/>
                </a:lnTo>
                <a:lnTo>
                  <a:pt x="1402046" y="50778"/>
                </a:lnTo>
                <a:lnTo>
                  <a:pt x="1402275" y="50280"/>
                </a:lnTo>
                <a:lnTo>
                  <a:pt x="1402473" y="49757"/>
                </a:lnTo>
                <a:lnTo>
                  <a:pt x="1402639" y="49210"/>
                </a:lnTo>
                <a:lnTo>
                  <a:pt x="1402770" y="48640"/>
                </a:lnTo>
                <a:lnTo>
                  <a:pt x="1402866" y="48046"/>
                </a:lnTo>
                <a:lnTo>
                  <a:pt x="1402924" y="47429"/>
                </a:lnTo>
                <a:lnTo>
                  <a:pt x="1402944" y="46789"/>
                </a:lnTo>
                <a:lnTo>
                  <a:pt x="1402931" y="46286"/>
                </a:lnTo>
                <a:lnTo>
                  <a:pt x="1402889" y="45744"/>
                </a:lnTo>
                <a:lnTo>
                  <a:pt x="1402814" y="45168"/>
                </a:lnTo>
                <a:lnTo>
                  <a:pt x="1402699" y="44564"/>
                </a:lnTo>
                <a:lnTo>
                  <a:pt x="1402540" y="43938"/>
                </a:lnTo>
                <a:close/>
                <a:moveTo>
                  <a:pt x="1807402" y="43938"/>
                </a:moveTo>
                <a:lnTo>
                  <a:pt x="1807194" y="43294"/>
                </a:lnTo>
                <a:lnTo>
                  <a:pt x="1806933" y="42638"/>
                </a:lnTo>
                <a:lnTo>
                  <a:pt x="1806613" y="41975"/>
                </a:lnTo>
                <a:lnTo>
                  <a:pt x="1806230" y="41311"/>
                </a:lnTo>
                <a:lnTo>
                  <a:pt x="1805778" y="40651"/>
                </a:lnTo>
                <a:lnTo>
                  <a:pt x="1805252" y="40001"/>
                </a:lnTo>
                <a:lnTo>
                  <a:pt x="1804648" y="39365"/>
                </a:lnTo>
                <a:lnTo>
                  <a:pt x="1803961" y="38749"/>
                </a:lnTo>
                <a:lnTo>
                  <a:pt x="1803186" y="38159"/>
                </a:lnTo>
                <a:lnTo>
                  <a:pt x="1802317" y="37599"/>
                </a:lnTo>
                <a:lnTo>
                  <a:pt x="1801350" y="37076"/>
                </a:lnTo>
                <a:lnTo>
                  <a:pt x="1800280" y="36594"/>
                </a:lnTo>
                <a:lnTo>
                  <a:pt x="1799102" y="36159"/>
                </a:lnTo>
                <a:lnTo>
                  <a:pt x="1797812" y="35776"/>
                </a:lnTo>
                <a:lnTo>
                  <a:pt x="1796403" y="35451"/>
                </a:lnTo>
                <a:lnTo>
                  <a:pt x="1794871" y="35189"/>
                </a:lnTo>
                <a:lnTo>
                  <a:pt x="1793212" y="34995"/>
                </a:lnTo>
                <a:lnTo>
                  <a:pt x="1791420" y="34874"/>
                </a:lnTo>
                <a:lnTo>
                  <a:pt x="1789491" y="34833"/>
                </a:lnTo>
                <a:lnTo>
                  <a:pt x="1788249" y="34852"/>
                </a:lnTo>
                <a:lnTo>
                  <a:pt x="1786982" y="34908"/>
                </a:lnTo>
                <a:lnTo>
                  <a:pt x="1785694" y="35006"/>
                </a:lnTo>
                <a:lnTo>
                  <a:pt x="1784384" y="35146"/>
                </a:lnTo>
                <a:lnTo>
                  <a:pt x="1783056" y="35332"/>
                </a:lnTo>
                <a:lnTo>
                  <a:pt x="1781712" y="35565"/>
                </a:lnTo>
                <a:lnTo>
                  <a:pt x="1780352" y="35848"/>
                </a:lnTo>
                <a:lnTo>
                  <a:pt x="1778979" y="36183"/>
                </a:lnTo>
                <a:lnTo>
                  <a:pt x="1777594" y="36572"/>
                </a:lnTo>
                <a:lnTo>
                  <a:pt x="1776200" y="37018"/>
                </a:lnTo>
                <a:lnTo>
                  <a:pt x="1774799" y="37522"/>
                </a:lnTo>
                <a:lnTo>
                  <a:pt x="1773391" y="38087"/>
                </a:lnTo>
                <a:lnTo>
                  <a:pt x="1771980" y="38716"/>
                </a:lnTo>
                <a:lnTo>
                  <a:pt x="1770566" y="39410"/>
                </a:lnTo>
                <a:lnTo>
                  <a:pt x="1769152" y="40172"/>
                </a:lnTo>
                <a:lnTo>
                  <a:pt x="1767740" y="41004"/>
                </a:lnTo>
                <a:lnTo>
                  <a:pt x="1766331" y="41908"/>
                </a:lnTo>
                <a:lnTo>
                  <a:pt x="1764927" y="42887"/>
                </a:lnTo>
                <a:lnTo>
                  <a:pt x="1763530" y="43942"/>
                </a:lnTo>
                <a:lnTo>
                  <a:pt x="1762142" y="45077"/>
                </a:lnTo>
                <a:lnTo>
                  <a:pt x="1760765" y="46293"/>
                </a:lnTo>
                <a:lnTo>
                  <a:pt x="1759401" y="47593"/>
                </a:lnTo>
                <a:lnTo>
                  <a:pt x="1758050" y="48978"/>
                </a:lnTo>
                <a:lnTo>
                  <a:pt x="1756716" y="50452"/>
                </a:lnTo>
                <a:lnTo>
                  <a:pt x="1756716" y="43897"/>
                </a:lnTo>
                <a:lnTo>
                  <a:pt x="1756710" y="43168"/>
                </a:lnTo>
                <a:lnTo>
                  <a:pt x="1756690" y="42480"/>
                </a:lnTo>
                <a:lnTo>
                  <a:pt x="1756654" y="41832"/>
                </a:lnTo>
                <a:lnTo>
                  <a:pt x="1756600" y="41225"/>
                </a:lnTo>
                <a:lnTo>
                  <a:pt x="1756527" y="40656"/>
                </a:lnTo>
                <a:lnTo>
                  <a:pt x="1756433" y="40124"/>
                </a:lnTo>
                <a:lnTo>
                  <a:pt x="1756315" y="39630"/>
                </a:lnTo>
                <a:lnTo>
                  <a:pt x="1756173" y="39171"/>
                </a:lnTo>
                <a:lnTo>
                  <a:pt x="1756004" y="38748"/>
                </a:lnTo>
                <a:lnTo>
                  <a:pt x="1755806" y="38359"/>
                </a:lnTo>
                <a:lnTo>
                  <a:pt x="1755578" y="38002"/>
                </a:lnTo>
                <a:lnTo>
                  <a:pt x="1755317" y="37678"/>
                </a:lnTo>
                <a:lnTo>
                  <a:pt x="1755023" y="37386"/>
                </a:lnTo>
                <a:lnTo>
                  <a:pt x="1754692" y="37123"/>
                </a:lnTo>
                <a:lnTo>
                  <a:pt x="1754324" y="36890"/>
                </a:lnTo>
                <a:lnTo>
                  <a:pt x="1753916" y="36686"/>
                </a:lnTo>
                <a:lnTo>
                  <a:pt x="1753466" y="36509"/>
                </a:lnTo>
                <a:lnTo>
                  <a:pt x="1752973" y="36358"/>
                </a:lnTo>
                <a:lnTo>
                  <a:pt x="1752435" y="36233"/>
                </a:lnTo>
                <a:lnTo>
                  <a:pt x="1751850" y="36134"/>
                </a:lnTo>
                <a:lnTo>
                  <a:pt x="1751216" y="36057"/>
                </a:lnTo>
                <a:lnTo>
                  <a:pt x="1750532" y="36004"/>
                </a:lnTo>
                <a:lnTo>
                  <a:pt x="1749794" y="35973"/>
                </a:lnTo>
                <a:lnTo>
                  <a:pt x="1749003" y="35963"/>
                </a:lnTo>
                <a:lnTo>
                  <a:pt x="1727796" y="35963"/>
                </a:lnTo>
                <a:lnTo>
                  <a:pt x="1727425" y="35963"/>
                </a:lnTo>
                <a:lnTo>
                  <a:pt x="1727037" y="35966"/>
                </a:lnTo>
                <a:lnTo>
                  <a:pt x="1726634" y="35974"/>
                </a:lnTo>
                <a:lnTo>
                  <a:pt x="1726220" y="35990"/>
                </a:lnTo>
                <a:lnTo>
                  <a:pt x="1725798" y="36015"/>
                </a:lnTo>
                <a:lnTo>
                  <a:pt x="1725371" y="36053"/>
                </a:lnTo>
                <a:lnTo>
                  <a:pt x="1724941" y="36106"/>
                </a:lnTo>
                <a:lnTo>
                  <a:pt x="1724511" y="36177"/>
                </a:lnTo>
                <a:lnTo>
                  <a:pt x="1724085" y="36268"/>
                </a:lnTo>
                <a:lnTo>
                  <a:pt x="1723665" y="36381"/>
                </a:lnTo>
                <a:lnTo>
                  <a:pt x="1723255" y="36520"/>
                </a:lnTo>
                <a:lnTo>
                  <a:pt x="1722856" y="36686"/>
                </a:lnTo>
                <a:lnTo>
                  <a:pt x="1722473" y="36882"/>
                </a:lnTo>
                <a:lnTo>
                  <a:pt x="1722107" y="37111"/>
                </a:lnTo>
                <a:lnTo>
                  <a:pt x="1721762" y="37376"/>
                </a:lnTo>
                <a:lnTo>
                  <a:pt x="1721442" y="37677"/>
                </a:lnTo>
                <a:lnTo>
                  <a:pt x="1721148" y="38019"/>
                </a:lnTo>
                <a:lnTo>
                  <a:pt x="1720883" y="38404"/>
                </a:lnTo>
                <a:lnTo>
                  <a:pt x="1720652" y="38834"/>
                </a:lnTo>
                <a:lnTo>
                  <a:pt x="1720456" y="39312"/>
                </a:lnTo>
                <a:lnTo>
                  <a:pt x="1720298" y="39840"/>
                </a:lnTo>
                <a:lnTo>
                  <a:pt x="1720182" y="40420"/>
                </a:lnTo>
                <a:lnTo>
                  <a:pt x="1720110" y="41056"/>
                </a:lnTo>
                <a:lnTo>
                  <a:pt x="1720085" y="41750"/>
                </a:lnTo>
                <a:lnTo>
                  <a:pt x="1720109" y="42466"/>
                </a:lnTo>
                <a:lnTo>
                  <a:pt x="1720178" y="43122"/>
                </a:lnTo>
                <a:lnTo>
                  <a:pt x="1720290" y="43722"/>
                </a:lnTo>
                <a:lnTo>
                  <a:pt x="1720442" y="44267"/>
                </a:lnTo>
                <a:lnTo>
                  <a:pt x="1720632" y="44760"/>
                </a:lnTo>
                <a:lnTo>
                  <a:pt x="1720857" y="45204"/>
                </a:lnTo>
                <a:lnTo>
                  <a:pt x="1721113" y="45601"/>
                </a:lnTo>
                <a:lnTo>
                  <a:pt x="1721399" y="45954"/>
                </a:lnTo>
                <a:lnTo>
                  <a:pt x="1721712" y="46266"/>
                </a:lnTo>
                <a:lnTo>
                  <a:pt x="1722049" y="46539"/>
                </a:lnTo>
                <a:lnTo>
                  <a:pt x="1722407" y="46775"/>
                </a:lnTo>
                <a:lnTo>
                  <a:pt x="1722784" y="46978"/>
                </a:lnTo>
                <a:lnTo>
                  <a:pt x="1723178" y="47150"/>
                </a:lnTo>
                <a:lnTo>
                  <a:pt x="1723584" y="47293"/>
                </a:lnTo>
                <a:lnTo>
                  <a:pt x="1724001" y="47410"/>
                </a:lnTo>
                <a:lnTo>
                  <a:pt x="1724427" y="47504"/>
                </a:lnTo>
                <a:lnTo>
                  <a:pt x="1724857" y="47577"/>
                </a:lnTo>
                <a:lnTo>
                  <a:pt x="1725290" y="47631"/>
                </a:lnTo>
                <a:lnTo>
                  <a:pt x="1725724" y="47671"/>
                </a:lnTo>
                <a:lnTo>
                  <a:pt x="1726154" y="47697"/>
                </a:lnTo>
                <a:lnTo>
                  <a:pt x="1726579" y="47713"/>
                </a:lnTo>
                <a:lnTo>
                  <a:pt x="1726996" y="47721"/>
                </a:lnTo>
                <a:lnTo>
                  <a:pt x="1727403" y="47724"/>
                </a:lnTo>
                <a:lnTo>
                  <a:pt x="1727796" y="47725"/>
                </a:lnTo>
                <a:lnTo>
                  <a:pt x="1743414" y="47725"/>
                </a:lnTo>
                <a:lnTo>
                  <a:pt x="1743414" y="107238"/>
                </a:lnTo>
                <a:lnTo>
                  <a:pt x="1727796" y="107238"/>
                </a:lnTo>
                <a:lnTo>
                  <a:pt x="1727425" y="107239"/>
                </a:lnTo>
                <a:lnTo>
                  <a:pt x="1727037" y="107241"/>
                </a:lnTo>
                <a:lnTo>
                  <a:pt x="1726634" y="107249"/>
                </a:lnTo>
                <a:lnTo>
                  <a:pt x="1726220" y="107265"/>
                </a:lnTo>
                <a:lnTo>
                  <a:pt x="1725798" y="107290"/>
                </a:lnTo>
                <a:lnTo>
                  <a:pt x="1725371" y="107329"/>
                </a:lnTo>
                <a:lnTo>
                  <a:pt x="1724941" y="107382"/>
                </a:lnTo>
                <a:lnTo>
                  <a:pt x="1724511" y="107452"/>
                </a:lnTo>
                <a:lnTo>
                  <a:pt x="1724085" y="107543"/>
                </a:lnTo>
                <a:lnTo>
                  <a:pt x="1723665" y="107657"/>
                </a:lnTo>
                <a:lnTo>
                  <a:pt x="1723255" y="107795"/>
                </a:lnTo>
                <a:lnTo>
                  <a:pt x="1722856" y="107961"/>
                </a:lnTo>
                <a:lnTo>
                  <a:pt x="1722473" y="108157"/>
                </a:lnTo>
                <a:lnTo>
                  <a:pt x="1722107" y="108386"/>
                </a:lnTo>
                <a:lnTo>
                  <a:pt x="1721762" y="108650"/>
                </a:lnTo>
                <a:lnTo>
                  <a:pt x="1721442" y="108952"/>
                </a:lnTo>
                <a:lnTo>
                  <a:pt x="1721148" y="109294"/>
                </a:lnTo>
                <a:lnTo>
                  <a:pt x="1720883" y="109678"/>
                </a:lnTo>
                <a:lnTo>
                  <a:pt x="1720652" y="110108"/>
                </a:lnTo>
                <a:lnTo>
                  <a:pt x="1720456" y="110585"/>
                </a:lnTo>
                <a:lnTo>
                  <a:pt x="1720298" y="111113"/>
                </a:lnTo>
                <a:lnTo>
                  <a:pt x="1720182" y="111693"/>
                </a:lnTo>
                <a:lnTo>
                  <a:pt x="1720110" y="112329"/>
                </a:lnTo>
                <a:lnTo>
                  <a:pt x="1720085" y="113022"/>
                </a:lnTo>
                <a:lnTo>
                  <a:pt x="1720109" y="113738"/>
                </a:lnTo>
                <a:lnTo>
                  <a:pt x="1720178" y="114395"/>
                </a:lnTo>
                <a:lnTo>
                  <a:pt x="1720290" y="114994"/>
                </a:lnTo>
                <a:lnTo>
                  <a:pt x="1720442" y="115539"/>
                </a:lnTo>
                <a:lnTo>
                  <a:pt x="1720632" y="116033"/>
                </a:lnTo>
                <a:lnTo>
                  <a:pt x="1720857" y="116476"/>
                </a:lnTo>
                <a:lnTo>
                  <a:pt x="1721113" y="116874"/>
                </a:lnTo>
                <a:lnTo>
                  <a:pt x="1721399" y="117227"/>
                </a:lnTo>
                <a:lnTo>
                  <a:pt x="1721712" y="117538"/>
                </a:lnTo>
                <a:lnTo>
                  <a:pt x="1722049" y="117811"/>
                </a:lnTo>
                <a:lnTo>
                  <a:pt x="1722407" y="118048"/>
                </a:lnTo>
                <a:lnTo>
                  <a:pt x="1722784" y="118250"/>
                </a:lnTo>
                <a:lnTo>
                  <a:pt x="1723178" y="118422"/>
                </a:lnTo>
                <a:lnTo>
                  <a:pt x="1723584" y="118565"/>
                </a:lnTo>
                <a:lnTo>
                  <a:pt x="1724001" y="118682"/>
                </a:lnTo>
                <a:lnTo>
                  <a:pt x="1724427" y="118776"/>
                </a:lnTo>
                <a:lnTo>
                  <a:pt x="1724857" y="118849"/>
                </a:lnTo>
                <a:lnTo>
                  <a:pt x="1725290" y="118904"/>
                </a:lnTo>
                <a:lnTo>
                  <a:pt x="1725724" y="118943"/>
                </a:lnTo>
                <a:lnTo>
                  <a:pt x="1726154" y="118970"/>
                </a:lnTo>
                <a:lnTo>
                  <a:pt x="1726579" y="118986"/>
                </a:lnTo>
                <a:lnTo>
                  <a:pt x="1726996" y="118994"/>
                </a:lnTo>
                <a:lnTo>
                  <a:pt x="1727403" y="118997"/>
                </a:lnTo>
                <a:lnTo>
                  <a:pt x="1727796" y="118997"/>
                </a:lnTo>
                <a:lnTo>
                  <a:pt x="1778115" y="118997"/>
                </a:lnTo>
                <a:lnTo>
                  <a:pt x="1778487" y="118997"/>
                </a:lnTo>
                <a:lnTo>
                  <a:pt x="1778878" y="118994"/>
                </a:lnTo>
                <a:lnTo>
                  <a:pt x="1779285" y="118986"/>
                </a:lnTo>
                <a:lnTo>
                  <a:pt x="1779704" y="118970"/>
                </a:lnTo>
                <a:lnTo>
                  <a:pt x="1780134" y="118945"/>
                </a:lnTo>
                <a:lnTo>
                  <a:pt x="1780570" y="118907"/>
                </a:lnTo>
                <a:lnTo>
                  <a:pt x="1781009" y="118854"/>
                </a:lnTo>
                <a:lnTo>
                  <a:pt x="1781449" y="118783"/>
                </a:lnTo>
                <a:lnTo>
                  <a:pt x="1781887" y="118692"/>
                </a:lnTo>
                <a:lnTo>
                  <a:pt x="1782318" y="118579"/>
                </a:lnTo>
                <a:lnTo>
                  <a:pt x="1782741" y="118440"/>
                </a:lnTo>
                <a:lnTo>
                  <a:pt x="1783151" y="118274"/>
                </a:lnTo>
                <a:lnTo>
                  <a:pt x="1783547" y="118078"/>
                </a:lnTo>
                <a:lnTo>
                  <a:pt x="1783924" y="117849"/>
                </a:lnTo>
                <a:lnTo>
                  <a:pt x="1784281" y="117585"/>
                </a:lnTo>
                <a:lnTo>
                  <a:pt x="1784613" y="117283"/>
                </a:lnTo>
                <a:lnTo>
                  <a:pt x="1784917" y="116942"/>
                </a:lnTo>
                <a:lnTo>
                  <a:pt x="1785191" y="116557"/>
                </a:lnTo>
                <a:lnTo>
                  <a:pt x="1785431" y="116127"/>
                </a:lnTo>
                <a:lnTo>
                  <a:pt x="1785635" y="115650"/>
                </a:lnTo>
                <a:lnTo>
                  <a:pt x="1785798" y="115122"/>
                </a:lnTo>
                <a:lnTo>
                  <a:pt x="1785919" y="114542"/>
                </a:lnTo>
                <a:lnTo>
                  <a:pt x="1785994" y="113907"/>
                </a:lnTo>
                <a:lnTo>
                  <a:pt x="1786019" y="113213"/>
                </a:lnTo>
                <a:lnTo>
                  <a:pt x="1785994" y="112497"/>
                </a:lnTo>
                <a:lnTo>
                  <a:pt x="1785919" y="111841"/>
                </a:lnTo>
                <a:lnTo>
                  <a:pt x="1785798" y="111241"/>
                </a:lnTo>
                <a:lnTo>
                  <a:pt x="1785635" y="110696"/>
                </a:lnTo>
                <a:lnTo>
                  <a:pt x="1785431" y="110203"/>
                </a:lnTo>
                <a:lnTo>
                  <a:pt x="1785191" y="109759"/>
                </a:lnTo>
                <a:lnTo>
                  <a:pt x="1784917" y="109362"/>
                </a:lnTo>
                <a:lnTo>
                  <a:pt x="1784613" y="109009"/>
                </a:lnTo>
                <a:lnTo>
                  <a:pt x="1784281" y="108697"/>
                </a:lnTo>
                <a:lnTo>
                  <a:pt x="1783924" y="108424"/>
                </a:lnTo>
                <a:lnTo>
                  <a:pt x="1783547" y="108188"/>
                </a:lnTo>
                <a:lnTo>
                  <a:pt x="1783151" y="107985"/>
                </a:lnTo>
                <a:lnTo>
                  <a:pt x="1782741" y="107813"/>
                </a:lnTo>
                <a:lnTo>
                  <a:pt x="1782318" y="107670"/>
                </a:lnTo>
                <a:lnTo>
                  <a:pt x="1781887" y="107553"/>
                </a:lnTo>
                <a:lnTo>
                  <a:pt x="1781449" y="107459"/>
                </a:lnTo>
                <a:lnTo>
                  <a:pt x="1781009" y="107386"/>
                </a:lnTo>
                <a:lnTo>
                  <a:pt x="1780570" y="107331"/>
                </a:lnTo>
                <a:lnTo>
                  <a:pt x="1780134" y="107292"/>
                </a:lnTo>
                <a:lnTo>
                  <a:pt x="1779704" y="107266"/>
                </a:lnTo>
                <a:lnTo>
                  <a:pt x="1779285" y="107250"/>
                </a:lnTo>
                <a:lnTo>
                  <a:pt x="1778878" y="107242"/>
                </a:lnTo>
                <a:lnTo>
                  <a:pt x="1778487" y="107239"/>
                </a:lnTo>
                <a:lnTo>
                  <a:pt x="1778115" y="107238"/>
                </a:lnTo>
                <a:lnTo>
                  <a:pt x="1756716" y="107238"/>
                </a:lnTo>
                <a:lnTo>
                  <a:pt x="1756716" y="83164"/>
                </a:lnTo>
                <a:lnTo>
                  <a:pt x="1756776" y="80906"/>
                </a:lnTo>
                <a:lnTo>
                  <a:pt x="1756954" y="78651"/>
                </a:lnTo>
                <a:lnTo>
                  <a:pt x="1757251" y="76408"/>
                </a:lnTo>
                <a:lnTo>
                  <a:pt x="1757667" y="74185"/>
                </a:lnTo>
                <a:lnTo>
                  <a:pt x="1758202" y="71990"/>
                </a:lnTo>
                <a:lnTo>
                  <a:pt x="1758858" y="69832"/>
                </a:lnTo>
                <a:lnTo>
                  <a:pt x="1759633" y="67718"/>
                </a:lnTo>
                <a:lnTo>
                  <a:pt x="1760529" y="65657"/>
                </a:lnTo>
                <a:lnTo>
                  <a:pt x="1761545" y="63658"/>
                </a:lnTo>
                <a:lnTo>
                  <a:pt x="1762682" y="61727"/>
                </a:lnTo>
                <a:lnTo>
                  <a:pt x="1763940" y="59875"/>
                </a:lnTo>
                <a:lnTo>
                  <a:pt x="1765319" y="58108"/>
                </a:lnTo>
                <a:lnTo>
                  <a:pt x="1766819" y="56435"/>
                </a:lnTo>
                <a:lnTo>
                  <a:pt x="1768442" y="54864"/>
                </a:lnTo>
                <a:lnTo>
                  <a:pt x="1770186" y="53404"/>
                </a:lnTo>
                <a:lnTo>
                  <a:pt x="1772053" y="52063"/>
                </a:lnTo>
                <a:lnTo>
                  <a:pt x="1774042" y="50849"/>
                </a:lnTo>
                <a:lnTo>
                  <a:pt x="1776154" y="49770"/>
                </a:lnTo>
                <a:lnTo>
                  <a:pt x="1778389" y="48834"/>
                </a:lnTo>
                <a:lnTo>
                  <a:pt x="1780747" y="48050"/>
                </a:lnTo>
                <a:lnTo>
                  <a:pt x="1783229" y="47426"/>
                </a:lnTo>
                <a:lnTo>
                  <a:pt x="1785834" y="46970"/>
                </a:lnTo>
                <a:lnTo>
                  <a:pt x="1788564" y="46690"/>
                </a:lnTo>
                <a:lnTo>
                  <a:pt x="1791417" y="46595"/>
                </a:lnTo>
                <a:lnTo>
                  <a:pt x="1791458" y="47169"/>
                </a:lnTo>
                <a:lnTo>
                  <a:pt x="1791529" y="47734"/>
                </a:lnTo>
                <a:lnTo>
                  <a:pt x="1791632" y="48288"/>
                </a:lnTo>
                <a:lnTo>
                  <a:pt x="1791764" y="48830"/>
                </a:lnTo>
                <a:lnTo>
                  <a:pt x="1791926" y="49359"/>
                </a:lnTo>
                <a:lnTo>
                  <a:pt x="1792117" y="49873"/>
                </a:lnTo>
                <a:lnTo>
                  <a:pt x="1792336" y="50371"/>
                </a:lnTo>
                <a:lnTo>
                  <a:pt x="1792582" y="50852"/>
                </a:lnTo>
                <a:lnTo>
                  <a:pt x="1792855" y="51313"/>
                </a:lnTo>
                <a:lnTo>
                  <a:pt x="1793154" y="51755"/>
                </a:lnTo>
                <a:lnTo>
                  <a:pt x="1793479" y="52175"/>
                </a:lnTo>
                <a:lnTo>
                  <a:pt x="1793828" y="52573"/>
                </a:lnTo>
                <a:lnTo>
                  <a:pt x="1794202" y="52946"/>
                </a:lnTo>
                <a:lnTo>
                  <a:pt x="1794598" y="53294"/>
                </a:lnTo>
                <a:lnTo>
                  <a:pt x="1795018" y="53615"/>
                </a:lnTo>
                <a:lnTo>
                  <a:pt x="1795460" y="53908"/>
                </a:lnTo>
                <a:lnTo>
                  <a:pt x="1795923" y="54172"/>
                </a:lnTo>
                <a:lnTo>
                  <a:pt x="1796406" y="54405"/>
                </a:lnTo>
                <a:lnTo>
                  <a:pt x="1796910" y="54605"/>
                </a:lnTo>
                <a:lnTo>
                  <a:pt x="1797434" y="54773"/>
                </a:lnTo>
                <a:lnTo>
                  <a:pt x="1797976" y="54905"/>
                </a:lnTo>
                <a:lnTo>
                  <a:pt x="1798536" y="55001"/>
                </a:lnTo>
                <a:lnTo>
                  <a:pt x="1799113" y="55060"/>
                </a:lnTo>
                <a:lnTo>
                  <a:pt x="1799707" y="55080"/>
                </a:lnTo>
                <a:lnTo>
                  <a:pt x="1800235" y="55064"/>
                </a:lnTo>
                <a:lnTo>
                  <a:pt x="1800758" y="55016"/>
                </a:lnTo>
                <a:lnTo>
                  <a:pt x="1801273" y="54937"/>
                </a:lnTo>
                <a:lnTo>
                  <a:pt x="1801780" y="54827"/>
                </a:lnTo>
                <a:lnTo>
                  <a:pt x="1802277" y="54687"/>
                </a:lnTo>
                <a:lnTo>
                  <a:pt x="1802762" y="54516"/>
                </a:lnTo>
                <a:lnTo>
                  <a:pt x="1803235" y="54316"/>
                </a:lnTo>
                <a:lnTo>
                  <a:pt x="1803692" y="54087"/>
                </a:lnTo>
                <a:lnTo>
                  <a:pt x="1804134" y="53829"/>
                </a:lnTo>
                <a:lnTo>
                  <a:pt x="1804558" y="53542"/>
                </a:lnTo>
                <a:lnTo>
                  <a:pt x="1804963" y="53228"/>
                </a:lnTo>
                <a:lnTo>
                  <a:pt x="1805347" y="52886"/>
                </a:lnTo>
                <a:lnTo>
                  <a:pt x="1805710" y="52517"/>
                </a:lnTo>
                <a:lnTo>
                  <a:pt x="1806048" y="52121"/>
                </a:lnTo>
                <a:lnTo>
                  <a:pt x="1806362" y="51699"/>
                </a:lnTo>
                <a:lnTo>
                  <a:pt x="1806649" y="51252"/>
                </a:lnTo>
                <a:lnTo>
                  <a:pt x="1806908" y="50778"/>
                </a:lnTo>
                <a:lnTo>
                  <a:pt x="1807137" y="50280"/>
                </a:lnTo>
                <a:lnTo>
                  <a:pt x="1807335" y="49757"/>
                </a:lnTo>
                <a:lnTo>
                  <a:pt x="1807501" y="49210"/>
                </a:lnTo>
                <a:lnTo>
                  <a:pt x="1807632" y="48640"/>
                </a:lnTo>
                <a:lnTo>
                  <a:pt x="1807728" y="48046"/>
                </a:lnTo>
                <a:lnTo>
                  <a:pt x="1807786" y="47429"/>
                </a:lnTo>
                <a:lnTo>
                  <a:pt x="1807806" y="46789"/>
                </a:lnTo>
                <a:lnTo>
                  <a:pt x="1807793" y="46286"/>
                </a:lnTo>
                <a:lnTo>
                  <a:pt x="1807751" y="45744"/>
                </a:lnTo>
                <a:lnTo>
                  <a:pt x="1807675" y="45168"/>
                </a:lnTo>
                <a:lnTo>
                  <a:pt x="1807560" y="44564"/>
                </a:lnTo>
                <a:lnTo>
                  <a:pt x="1807402" y="43938"/>
                </a:lnTo>
                <a:close/>
                <a:moveTo>
                  <a:pt x="1913468" y="110696"/>
                </a:moveTo>
                <a:lnTo>
                  <a:pt x="1913271" y="110203"/>
                </a:lnTo>
                <a:lnTo>
                  <a:pt x="1913038" y="109759"/>
                </a:lnTo>
                <a:lnTo>
                  <a:pt x="1912772" y="109362"/>
                </a:lnTo>
                <a:lnTo>
                  <a:pt x="1912476" y="109009"/>
                </a:lnTo>
                <a:lnTo>
                  <a:pt x="1912152" y="108697"/>
                </a:lnTo>
                <a:lnTo>
                  <a:pt x="1911804" y="108424"/>
                </a:lnTo>
                <a:lnTo>
                  <a:pt x="1911434" y="108188"/>
                </a:lnTo>
                <a:lnTo>
                  <a:pt x="1911045" y="107985"/>
                </a:lnTo>
                <a:lnTo>
                  <a:pt x="1910639" y="107813"/>
                </a:lnTo>
                <a:lnTo>
                  <a:pt x="1910221" y="107670"/>
                </a:lnTo>
                <a:lnTo>
                  <a:pt x="1909792" y="107553"/>
                </a:lnTo>
                <a:lnTo>
                  <a:pt x="1909356" y="107459"/>
                </a:lnTo>
                <a:lnTo>
                  <a:pt x="1908915" y="107386"/>
                </a:lnTo>
                <a:lnTo>
                  <a:pt x="1908472" y="107331"/>
                </a:lnTo>
                <a:lnTo>
                  <a:pt x="1908030" y="107292"/>
                </a:lnTo>
                <a:lnTo>
                  <a:pt x="1907592" y="107266"/>
                </a:lnTo>
                <a:lnTo>
                  <a:pt x="1907161" y="107250"/>
                </a:lnTo>
                <a:lnTo>
                  <a:pt x="1906739" y="107242"/>
                </a:lnTo>
                <a:lnTo>
                  <a:pt x="1906329" y="107239"/>
                </a:lnTo>
                <a:lnTo>
                  <a:pt x="1905935" y="107238"/>
                </a:lnTo>
                <a:lnTo>
                  <a:pt x="1897451" y="107238"/>
                </a:lnTo>
                <a:lnTo>
                  <a:pt x="1897451" y="62576"/>
                </a:lnTo>
                <a:lnTo>
                  <a:pt x="1897400" y="60203"/>
                </a:lnTo>
                <a:lnTo>
                  <a:pt x="1897249" y="57944"/>
                </a:lnTo>
                <a:lnTo>
                  <a:pt x="1896999" y="55800"/>
                </a:lnTo>
                <a:lnTo>
                  <a:pt x="1896652" y="53768"/>
                </a:lnTo>
                <a:lnTo>
                  <a:pt x="1896211" y="51847"/>
                </a:lnTo>
                <a:lnTo>
                  <a:pt x="1895677" y="50036"/>
                </a:lnTo>
                <a:lnTo>
                  <a:pt x="1895052" y="48334"/>
                </a:lnTo>
                <a:lnTo>
                  <a:pt x="1894338" y="46739"/>
                </a:lnTo>
                <a:lnTo>
                  <a:pt x="1893537" y="45251"/>
                </a:lnTo>
                <a:lnTo>
                  <a:pt x="1892651" y="43867"/>
                </a:lnTo>
                <a:lnTo>
                  <a:pt x="1891682" y="42588"/>
                </a:lnTo>
                <a:lnTo>
                  <a:pt x="1890632" y="41411"/>
                </a:lnTo>
                <a:lnTo>
                  <a:pt x="1889502" y="40335"/>
                </a:lnTo>
                <a:lnTo>
                  <a:pt x="1888295" y="39360"/>
                </a:lnTo>
                <a:lnTo>
                  <a:pt x="1887012" y="38483"/>
                </a:lnTo>
                <a:lnTo>
                  <a:pt x="1885656" y="37704"/>
                </a:lnTo>
                <a:lnTo>
                  <a:pt x="1884228" y="37021"/>
                </a:lnTo>
                <a:lnTo>
                  <a:pt x="1882731" y="36433"/>
                </a:lnTo>
                <a:lnTo>
                  <a:pt x="1881166" y="35939"/>
                </a:lnTo>
                <a:lnTo>
                  <a:pt x="1879534" y="35537"/>
                </a:lnTo>
                <a:lnTo>
                  <a:pt x="1877839" y="35227"/>
                </a:lnTo>
                <a:lnTo>
                  <a:pt x="1876082" y="35007"/>
                </a:lnTo>
                <a:lnTo>
                  <a:pt x="1874265" y="34876"/>
                </a:lnTo>
                <a:lnTo>
                  <a:pt x="1872390" y="34833"/>
                </a:lnTo>
                <a:lnTo>
                  <a:pt x="1870797" y="34867"/>
                </a:lnTo>
                <a:lnTo>
                  <a:pt x="1869249" y="34964"/>
                </a:lnTo>
                <a:lnTo>
                  <a:pt x="1867746" y="35122"/>
                </a:lnTo>
                <a:lnTo>
                  <a:pt x="1866288" y="35336"/>
                </a:lnTo>
                <a:lnTo>
                  <a:pt x="1864876" y="35601"/>
                </a:lnTo>
                <a:lnTo>
                  <a:pt x="1863509" y="35915"/>
                </a:lnTo>
                <a:lnTo>
                  <a:pt x="1862189" y="36272"/>
                </a:lnTo>
                <a:lnTo>
                  <a:pt x="1860915" y="36669"/>
                </a:lnTo>
                <a:lnTo>
                  <a:pt x="1859688" y="37101"/>
                </a:lnTo>
                <a:lnTo>
                  <a:pt x="1858508" y="37565"/>
                </a:lnTo>
                <a:lnTo>
                  <a:pt x="1857376" y="38056"/>
                </a:lnTo>
                <a:lnTo>
                  <a:pt x="1856292" y="38570"/>
                </a:lnTo>
                <a:lnTo>
                  <a:pt x="1855255" y="39103"/>
                </a:lnTo>
                <a:lnTo>
                  <a:pt x="1854268" y="39651"/>
                </a:lnTo>
                <a:lnTo>
                  <a:pt x="1853329" y="40210"/>
                </a:lnTo>
                <a:lnTo>
                  <a:pt x="1852439" y="40776"/>
                </a:lnTo>
                <a:lnTo>
                  <a:pt x="1851599" y="41344"/>
                </a:lnTo>
                <a:lnTo>
                  <a:pt x="1850808" y="41911"/>
                </a:lnTo>
                <a:lnTo>
                  <a:pt x="1850068" y="42473"/>
                </a:lnTo>
                <a:lnTo>
                  <a:pt x="1849379" y="43025"/>
                </a:lnTo>
                <a:lnTo>
                  <a:pt x="1848740" y="43563"/>
                </a:lnTo>
                <a:lnTo>
                  <a:pt x="1848152" y="44083"/>
                </a:lnTo>
                <a:lnTo>
                  <a:pt x="1847616" y="44581"/>
                </a:lnTo>
                <a:lnTo>
                  <a:pt x="1847132" y="45053"/>
                </a:lnTo>
                <a:lnTo>
                  <a:pt x="1847131" y="44296"/>
                </a:lnTo>
                <a:lnTo>
                  <a:pt x="1847127" y="43573"/>
                </a:lnTo>
                <a:lnTo>
                  <a:pt x="1847117" y="42884"/>
                </a:lnTo>
                <a:lnTo>
                  <a:pt x="1847096" y="42229"/>
                </a:lnTo>
                <a:lnTo>
                  <a:pt x="1847062" y="41607"/>
                </a:lnTo>
                <a:lnTo>
                  <a:pt x="1847011" y="41019"/>
                </a:lnTo>
                <a:lnTo>
                  <a:pt x="1846941" y="40465"/>
                </a:lnTo>
                <a:lnTo>
                  <a:pt x="1846846" y="39943"/>
                </a:lnTo>
                <a:lnTo>
                  <a:pt x="1846725" y="39454"/>
                </a:lnTo>
                <a:lnTo>
                  <a:pt x="1846574" y="38999"/>
                </a:lnTo>
                <a:lnTo>
                  <a:pt x="1846390" y="38575"/>
                </a:lnTo>
                <a:lnTo>
                  <a:pt x="1846168" y="38185"/>
                </a:lnTo>
                <a:lnTo>
                  <a:pt x="1845907" y="37826"/>
                </a:lnTo>
                <a:lnTo>
                  <a:pt x="1845601" y="37500"/>
                </a:lnTo>
                <a:lnTo>
                  <a:pt x="1845250" y="37205"/>
                </a:lnTo>
                <a:lnTo>
                  <a:pt x="1844847" y="36943"/>
                </a:lnTo>
                <a:lnTo>
                  <a:pt x="1844392" y="36712"/>
                </a:lnTo>
                <a:lnTo>
                  <a:pt x="1843879" y="36512"/>
                </a:lnTo>
                <a:lnTo>
                  <a:pt x="1843306" y="36343"/>
                </a:lnTo>
                <a:lnTo>
                  <a:pt x="1842670" y="36206"/>
                </a:lnTo>
                <a:lnTo>
                  <a:pt x="1841967" y="36099"/>
                </a:lnTo>
                <a:lnTo>
                  <a:pt x="1841193" y="36023"/>
                </a:lnTo>
                <a:lnTo>
                  <a:pt x="1840346" y="35978"/>
                </a:lnTo>
                <a:lnTo>
                  <a:pt x="1839422" y="35963"/>
                </a:lnTo>
                <a:lnTo>
                  <a:pt x="1825348" y="35963"/>
                </a:lnTo>
                <a:lnTo>
                  <a:pt x="1824954" y="35963"/>
                </a:lnTo>
                <a:lnTo>
                  <a:pt x="1824544" y="35966"/>
                </a:lnTo>
                <a:lnTo>
                  <a:pt x="1824122" y="35974"/>
                </a:lnTo>
                <a:lnTo>
                  <a:pt x="1823691" y="35990"/>
                </a:lnTo>
                <a:lnTo>
                  <a:pt x="1823253" y="36017"/>
                </a:lnTo>
                <a:lnTo>
                  <a:pt x="1822811" y="36056"/>
                </a:lnTo>
                <a:lnTo>
                  <a:pt x="1822368" y="36111"/>
                </a:lnTo>
                <a:lnTo>
                  <a:pt x="1821927" y="36184"/>
                </a:lnTo>
                <a:lnTo>
                  <a:pt x="1821491" y="36278"/>
                </a:lnTo>
                <a:lnTo>
                  <a:pt x="1821062" y="36395"/>
                </a:lnTo>
                <a:lnTo>
                  <a:pt x="1820644" y="36538"/>
                </a:lnTo>
                <a:lnTo>
                  <a:pt x="1820239" y="36710"/>
                </a:lnTo>
                <a:lnTo>
                  <a:pt x="1819850" y="36913"/>
                </a:lnTo>
                <a:lnTo>
                  <a:pt x="1819479" y="37149"/>
                </a:lnTo>
                <a:lnTo>
                  <a:pt x="1819131" y="37422"/>
                </a:lnTo>
                <a:lnTo>
                  <a:pt x="1818807" y="37734"/>
                </a:lnTo>
                <a:lnTo>
                  <a:pt x="1818511" y="38087"/>
                </a:lnTo>
                <a:lnTo>
                  <a:pt x="1818245" y="38485"/>
                </a:lnTo>
                <a:lnTo>
                  <a:pt x="1818012" y="38929"/>
                </a:lnTo>
                <a:lnTo>
                  <a:pt x="1817815" y="39422"/>
                </a:lnTo>
                <a:lnTo>
                  <a:pt x="1817657" y="39968"/>
                </a:lnTo>
                <a:lnTo>
                  <a:pt x="1817540" y="40567"/>
                </a:lnTo>
                <a:lnTo>
                  <a:pt x="1817468" y="41224"/>
                </a:lnTo>
                <a:lnTo>
                  <a:pt x="1817444" y="41941"/>
                </a:lnTo>
                <a:lnTo>
                  <a:pt x="1817469" y="42634"/>
                </a:lnTo>
                <a:lnTo>
                  <a:pt x="1817544" y="43270"/>
                </a:lnTo>
                <a:lnTo>
                  <a:pt x="1817664" y="43850"/>
                </a:lnTo>
                <a:lnTo>
                  <a:pt x="1817827" y="44378"/>
                </a:lnTo>
                <a:lnTo>
                  <a:pt x="1818030" y="44855"/>
                </a:lnTo>
                <a:lnTo>
                  <a:pt x="1818269" y="45285"/>
                </a:lnTo>
                <a:lnTo>
                  <a:pt x="1818541" y="45669"/>
                </a:lnTo>
                <a:lnTo>
                  <a:pt x="1818843" y="46011"/>
                </a:lnTo>
                <a:lnTo>
                  <a:pt x="1819172" y="46313"/>
                </a:lnTo>
                <a:lnTo>
                  <a:pt x="1819524" y="46577"/>
                </a:lnTo>
                <a:lnTo>
                  <a:pt x="1819897" y="46806"/>
                </a:lnTo>
                <a:lnTo>
                  <a:pt x="1820287" y="47002"/>
                </a:lnTo>
                <a:lnTo>
                  <a:pt x="1820691" y="47168"/>
                </a:lnTo>
                <a:lnTo>
                  <a:pt x="1821106" y="47306"/>
                </a:lnTo>
                <a:lnTo>
                  <a:pt x="1821529" y="47420"/>
                </a:lnTo>
                <a:lnTo>
                  <a:pt x="1821956" y="47511"/>
                </a:lnTo>
                <a:lnTo>
                  <a:pt x="1822385" y="47581"/>
                </a:lnTo>
                <a:lnTo>
                  <a:pt x="1822811" y="47634"/>
                </a:lnTo>
                <a:lnTo>
                  <a:pt x="1823233" y="47673"/>
                </a:lnTo>
                <a:lnTo>
                  <a:pt x="1823646" y="47698"/>
                </a:lnTo>
                <a:lnTo>
                  <a:pt x="1824048" y="47714"/>
                </a:lnTo>
                <a:lnTo>
                  <a:pt x="1824436" y="47721"/>
                </a:lnTo>
                <a:lnTo>
                  <a:pt x="1824805" y="47724"/>
                </a:lnTo>
                <a:lnTo>
                  <a:pt x="1825154" y="47725"/>
                </a:lnTo>
                <a:lnTo>
                  <a:pt x="1833832" y="47725"/>
                </a:lnTo>
                <a:lnTo>
                  <a:pt x="1833832" y="107238"/>
                </a:lnTo>
                <a:lnTo>
                  <a:pt x="1825348" y="107238"/>
                </a:lnTo>
                <a:lnTo>
                  <a:pt x="1824954" y="107239"/>
                </a:lnTo>
                <a:lnTo>
                  <a:pt x="1824544" y="107242"/>
                </a:lnTo>
                <a:lnTo>
                  <a:pt x="1824122" y="107250"/>
                </a:lnTo>
                <a:lnTo>
                  <a:pt x="1823691" y="107266"/>
                </a:lnTo>
                <a:lnTo>
                  <a:pt x="1823253" y="107292"/>
                </a:lnTo>
                <a:lnTo>
                  <a:pt x="1822811" y="107331"/>
                </a:lnTo>
                <a:lnTo>
                  <a:pt x="1822368" y="107386"/>
                </a:lnTo>
                <a:lnTo>
                  <a:pt x="1821927" y="107459"/>
                </a:lnTo>
                <a:lnTo>
                  <a:pt x="1821491" y="107553"/>
                </a:lnTo>
                <a:lnTo>
                  <a:pt x="1821062" y="107670"/>
                </a:lnTo>
                <a:lnTo>
                  <a:pt x="1820644" y="107813"/>
                </a:lnTo>
                <a:lnTo>
                  <a:pt x="1820239" y="107985"/>
                </a:lnTo>
                <a:lnTo>
                  <a:pt x="1819850" y="108188"/>
                </a:lnTo>
                <a:lnTo>
                  <a:pt x="1819479" y="108424"/>
                </a:lnTo>
                <a:lnTo>
                  <a:pt x="1819131" y="108697"/>
                </a:lnTo>
                <a:lnTo>
                  <a:pt x="1818807" y="109009"/>
                </a:lnTo>
                <a:lnTo>
                  <a:pt x="1818511" y="109362"/>
                </a:lnTo>
                <a:lnTo>
                  <a:pt x="1818245" y="109759"/>
                </a:lnTo>
                <a:lnTo>
                  <a:pt x="1818012" y="110203"/>
                </a:lnTo>
                <a:lnTo>
                  <a:pt x="1817815" y="110696"/>
                </a:lnTo>
                <a:lnTo>
                  <a:pt x="1817657" y="111241"/>
                </a:lnTo>
                <a:lnTo>
                  <a:pt x="1817540" y="111841"/>
                </a:lnTo>
                <a:lnTo>
                  <a:pt x="1817468" y="112497"/>
                </a:lnTo>
                <a:lnTo>
                  <a:pt x="1817444" y="113213"/>
                </a:lnTo>
                <a:lnTo>
                  <a:pt x="1817469" y="113907"/>
                </a:lnTo>
                <a:lnTo>
                  <a:pt x="1817544" y="114542"/>
                </a:lnTo>
                <a:lnTo>
                  <a:pt x="1817664" y="115122"/>
                </a:lnTo>
                <a:lnTo>
                  <a:pt x="1817827" y="115650"/>
                </a:lnTo>
                <a:lnTo>
                  <a:pt x="1818030" y="116127"/>
                </a:lnTo>
                <a:lnTo>
                  <a:pt x="1818269" y="116557"/>
                </a:lnTo>
                <a:lnTo>
                  <a:pt x="1818541" y="116942"/>
                </a:lnTo>
                <a:lnTo>
                  <a:pt x="1818843" y="117283"/>
                </a:lnTo>
                <a:lnTo>
                  <a:pt x="1819172" y="117585"/>
                </a:lnTo>
                <a:lnTo>
                  <a:pt x="1819524" y="117849"/>
                </a:lnTo>
                <a:lnTo>
                  <a:pt x="1819897" y="118078"/>
                </a:lnTo>
                <a:lnTo>
                  <a:pt x="1820287" y="118274"/>
                </a:lnTo>
                <a:lnTo>
                  <a:pt x="1820691" y="118440"/>
                </a:lnTo>
                <a:lnTo>
                  <a:pt x="1821106" y="118579"/>
                </a:lnTo>
                <a:lnTo>
                  <a:pt x="1821529" y="118692"/>
                </a:lnTo>
                <a:lnTo>
                  <a:pt x="1821956" y="118783"/>
                </a:lnTo>
                <a:lnTo>
                  <a:pt x="1822385" y="118854"/>
                </a:lnTo>
                <a:lnTo>
                  <a:pt x="1822811" y="118907"/>
                </a:lnTo>
                <a:lnTo>
                  <a:pt x="1823233" y="118945"/>
                </a:lnTo>
                <a:lnTo>
                  <a:pt x="1823646" y="118970"/>
                </a:lnTo>
                <a:lnTo>
                  <a:pt x="1824048" y="118986"/>
                </a:lnTo>
                <a:lnTo>
                  <a:pt x="1824436" y="118994"/>
                </a:lnTo>
                <a:lnTo>
                  <a:pt x="1824805" y="118997"/>
                </a:lnTo>
                <a:lnTo>
                  <a:pt x="1825154" y="118997"/>
                </a:lnTo>
                <a:lnTo>
                  <a:pt x="1855810" y="118997"/>
                </a:lnTo>
                <a:lnTo>
                  <a:pt x="1856159" y="118997"/>
                </a:lnTo>
                <a:lnTo>
                  <a:pt x="1856529" y="118994"/>
                </a:lnTo>
                <a:lnTo>
                  <a:pt x="1856916" y="118986"/>
                </a:lnTo>
                <a:lnTo>
                  <a:pt x="1857318" y="118970"/>
                </a:lnTo>
                <a:lnTo>
                  <a:pt x="1857731" y="118945"/>
                </a:lnTo>
                <a:lnTo>
                  <a:pt x="1858153" y="118907"/>
                </a:lnTo>
                <a:lnTo>
                  <a:pt x="1858580" y="118854"/>
                </a:lnTo>
                <a:lnTo>
                  <a:pt x="1859008" y="118783"/>
                </a:lnTo>
                <a:lnTo>
                  <a:pt x="1859435" y="118692"/>
                </a:lnTo>
                <a:lnTo>
                  <a:pt x="1859858" y="118579"/>
                </a:lnTo>
                <a:lnTo>
                  <a:pt x="1860273" y="118440"/>
                </a:lnTo>
                <a:lnTo>
                  <a:pt x="1860677" y="118274"/>
                </a:lnTo>
                <a:lnTo>
                  <a:pt x="1861067" y="118078"/>
                </a:lnTo>
                <a:lnTo>
                  <a:pt x="1861440" y="117849"/>
                </a:lnTo>
                <a:lnTo>
                  <a:pt x="1861792" y="117585"/>
                </a:lnTo>
                <a:lnTo>
                  <a:pt x="1862121" y="117283"/>
                </a:lnTo>
                <a:lnTo>
                  <a:pt x="1862423" y="116942"/>
                </a:lnTo>
                <a:lnTo>
                  <a:pt x="1862695" y="116557"/>
                </a:lnTo>
                <a:lnTo>
                  <a:pt x="1862934" y="116127"/>
                </a:lnTo>
                <a:lnTo>
                  <a:pt x="1863137" y="115650"/>
                </a:lnTo>
                <a:lnTo>
                  <a:pt x="1863300" y="115122"/>
                </a:lnTo>
                <a:lnTo>
                  <a:pt x="1863420" y="114542"/>
                </a:lnTo>
                <a:lnTo>
                  <a:pt x="1863495" y="113907"/>
                </a:lnTo>
                <a:lnTo>
                  <a:pt x="1863521" y="113213"/>
                </a:lnTo>
                <a:lnTo>
                  <a:pt x="1863496" y="112497"/>
                </a:lnTo>
                <a:lnTo>
                  <a:pt x="1863424" y="111841"/>
                </a:lnTo>
                <a:lnTo>
                  <a:pt x="1863307" y="111241"/>
                </a:lnTo>
                <a:lnTo>
                  <a:pt x="1863149" y="110696"/>
                </a:lnTo>
                <a:lnTo>
                  <a:pt x="1862952" y="110203"/>
                </a:lnTo>
                <a:lnTo>
                  <a:pt x="1862719" y="109759"/>
                </a:lnTo>
                <a:lnTo>
                  <a:pt x="1862453" y="109362"/>
                </a:lnTo>
                <a:lnTo>
                  <a:pt x="1862157" y="109009"/>
                </a:lnTo>
                <a:lnTo>
                  <a:pt x="1861833" y="108697"/>
                </a:lnTo>
                <a:lnTo>
                  <a:pt x="1861485" y="108424"/>
                </a:lnTo>
                <a:lnTo>
                  <a:pt x="1861115" y="108188"/>
                </a:lnTo>
                <a:lnTo>
                  <a:pt x="1860726" y="107985"/>
                </a:lnTo>
                <a:lnTo>
                  <a:pt x="1860320" y="107813"/>
                </a:lnTo>
                <a:lnTo>
                  <a:pt x="1859902" y="107670"/>
                </a:lnTo>
                <a:lnTo>
                  <a:pt x="1859473" y="107553"/>
                </a:lnTo>
                <a:lnTo>
                  <a:pt x="1859037" y="107459"/>
                </a:lnTo>
                <a:lnTo>
                  <a:pt x="1858596" y="107386"/>
                </a:lnTo>
                <a:lnTo>
                  <a:pt x="1858153" y="107331"/>
                </a:lnTo>
                <a:lnTo>
                  <a:pt x="1857711" y="107292"/>
                </a:lnTo>
                <a:lnTo>
                  <a:pt x="1857273" y="107266"/>
                </a:lnTo>
                <a:lnTo>
                  <a:pt x="1856842" y="107250"/>
                </a:lnTo>
                <a:lnTo>
                  <a:pt x="1856420" y="107242"/>
                </a:lnTo>
                <a:lnTo>
                  <a:pt x="1856010" y="107239"/>
                </a:lnTo>
                <a:lnTo>
                  <a:pt x="1855616" y="107238"/>
                </a:lnTo>
                <a:lnTo>
                  <a:pt x="1847132" y="107238"/>
                </a:lnTo>
                <a:lnTo>
                  <a:pt x="1847132" y="73149"/>
                </a:lnTo>
                <a:lnTo>
                  <a:pt x="1847205" y="70806"/>
                </a:lnTo>
                <a:lnTo>
                  <a:pt x="1847418" y="68586"/>
                </a:lnTo>
                <a:lnTo>
                  <a:pt x="1847764" y="66485"/>
                </a:lnTo>
                <a:lnTo>
                  <a:pt x="1848234" y="64503"/>
                </a:lnTo>
                <a:lnTo>
                  <a:pt x="1848821" y="62636"/>
                </a:lnTo>
                <a:lnTo>
                  <a:pt x="1849515" y="60884"/>
                </a:lnTo>
                <a:lnTo>
                  <a:pt x="1850309" y="59245"/>
                </a:lnTo>
                <a:lnTo>
                  <a:pt x="1851195" y="57715"/>
                </a:lnTo>
                <a:lnTo>
                  <a:pt x="1852165" y="56293"/>
                </a:lnTo>
                <a:lnTo>
                  <a:pt x="1853210" y="54978"/>
                </a:lnTo>
                <a:lnTo>
                  <a:pt x="1854323" y="53767"/>
                </a:lnTo>
                <a:lnTo>
                  <a:pt x="1855495" y="52658"/>
                </a:lnTo>
                <a:lnTo>
                  <a:pt x="1856718" y="51649"/>
                </a:lnTo>
                <a:lnTo>
                  <a:pt x="1857985" y="50739"/>
                </a:lnTo>
                <a:lnTo>
                  <a:pt x="1859286" y="49925"/>
                </a:lnTo>
                <a:lnTo>
                  <a:pt x="1860614" y="49205"/>
                </a:lnTo>
                <a:lnTo>
                  <a:pt x="1861961" y="48577"/>
                </a:lnTo>
                <a:lnTo>
                  <a:pt x="1863319" y="48039"/>
                </a:lnTo>
                <a:lnTo>
                  <a:pt x="1864679" y="47589"/>
                </a:lnTo>
                <a:lnTo>
                  <a:pt x="1866034" y="47226"/>
                </a:lnTo>
                <a:lnTo>
                  <a:pt x="1867375" y="46947"/>
                </a:lnTo>
                <a:lnTo>
                  <a:pt x="1868694" y="46750"/>
                </a:lnTo>
                <a:lnTo>
                  <a:pt x="1869983" y="46634"/>
                </a:lnTo>
                <a:lnTo>
                  <a:pt x="1871234" y="46595"/>
                </a:lnTo>
                <a:lnTo>
                  <a:pt x="1872472" y="46623"/>
                </a:lnTo>
                <a:lnTo>
                  <a:pt x="1873634" y="46708"/>
                </a:lnTo>
                <a:lnTo>
                  <a:pt x="1874722" y="46849"/>
                </a:lnTo>
                <a:lnTo>
                  <a:pt x="1875738" y="47048"/>
                </a:lnTo>
                <a:lnTo>
                  <a:pt x="1876684" y="47304"/>
                </a:lnTo>
                <a:lnTo>
                  <a:pt x="1877562" y="47618"/>
                </a:lnTo>
                <a:lnTo>
                  <a:pt x="1878374" y="47990"/>
                </a:lnTo>
                <a:lnTo>
                  <a:pt x="1879123" y="48421"/>
                </a:lnTo>
                <a:lnTo>
                  <a:pt x="1879810" y="48910"/>
                </a:lnTo>
                <a:lnTo>
                  <a:pt x="1880437" y="49459"/>
                </a:lnTo>
                <a:lnTo>
                  <a:pt x="1881008" y="50067"/>
                </a:lnTo>
                <a:lnTo>
                  <a:pt x="1881522" y="50735"/>
                </a:lnTo>
                <a:lnTo>
                  <a:pt x="1881984" y="51463"/>
                </a:lnTo>
                <a:lnTo>
                  <a:pt x="1882394" y="52252"/>
                </a:lnTo>
                <a:lnTo>
                  <a:pt x="1882756" y="53101"/>
                </a:lnTo>
                <a:lnTo>
                  <a:pt x="1883070" y="54012"/>
                </a:lnTo>
                <a:lnTo>
                  <a:pt x="1883340" y="54984"/>
                </a:lnTo>
                <a:lnTo>
                  <a:pt x="1883567" y="56018"/>
                </a:lnTo>
                <a:lnTo>
                  <a:pt x="1883753" y="57114"/>
                </a:lnTo>
                <a:lnTo>
                  <a:pt x="1883901" y="58272"/>
                </a:lnTo>
                <a:lnTo>
                  <a:pt x="1884012" y="59494"/>
                </a:lnTo>
                <a:lnTo>
                  <a:pt x="1884089" y="60778"/>
                </a:lnTo>
                <a:lnTo>
                  <a:pt x="1884134" y="62126"/>
                </a:lnTo>
                <a:lnTo>
                  <a:pt x="1884148" y="63538"/>
                </a:lnTo>
                <a:lnTo>
                  <a:pt x="1884148" y="107238"/>
                </a:lnTo>
                <a:lnTo>
                  <a:pt x="1876632" y="107238"/>
                </a:lnTo>
                <a:lnTo>
                  <a:pt x="1876238" y="107239"/>
                </a:lnTo>
                <a:lnTo>
                  <a:pt x="1875828" y="107242"/>
                </a:lnTo>
                <a:lnTo>
                  <a:pt x="1875406" y="107250"/>
                </a:lnTo>
                <a:lnTo>
                  <a:pt x="1874975" y="107266"/>
                </a:lnTo>
                <a:lnTo>
                  <a:pt x="1874537" y="107292"/>
                </a:lnTo>
                <a:lnTo>
                  <a:pt x="1874095" y="107331"/>
                </a:lnTo>
                <a:lnTo>
                  <a:pt x="1873652" y="107386"/>
                </a:lnTo>
                <a:lnTo>
                  <a:pt x="1873211" y="107459"/>
                </a:lnTo>
                <a:lnTo>
                  <a:pt x="1872775" y="107553"/>
                </a:lnTo>
                <a:lnTo>
                  <a:pt x="1872346" y="107670"/>
                </a:lnTo>
                <a:lnTo>
                  <a:pt x="1871928" y="107813"/>
                </a:lnTo>
                <a:lnTo>
                  <a:pt x="1871523" y="107985"/>
                </a:lnTo>
                <a:lnTo>
                  <a:pt x="1871133" y="108188"/>
                </a:lnTo>
                <a:lnTo>
                  <a:pt x="1870763" y="108424"/>
                </a:lnTo>
                <a:lnTo>
                  <a:pt x="1870415" y="108697"/>
                </a:lnTo>
                <a:lnTo>
                  <a:pt x="1870091" y="109009"/>
                </a:lnTo>
                <a:lnTo>
                  <a:pt x="1869795" y="109362"/>
                </a:lnTo>
                <a:lnTo>
                  <a:pt x="1869529" y="109759"/>
                </a:lnTo>
                <a:lnTo>
                  <a:pt x="1869296" y="110203"/>
                </a:lnTo>
                <a:lnTo>
                  <a:pt x="1869099" y="110696"/>
                </a:lnTo>
                <a:lnTo>
                  <a:pt x="1868941" y="111241"/>
                </a:lnTo>
                <a:lnTo>
                  <a:pt x="1868824" y="111841"/>
                </a:lnTo>
                <a:lnTo>
                  <a:pt x="1868752" y="112497"/>
                </a:lnTo>
                <a:lnTo>
                  <a:pt x="1868728" y="113213"/>
                </a:lnTo>
                <a:lnTo>
                  <a:pt x="1868754" y="113907"/>
                </a:lnTo>
                <a:lnTo>
                  <a:pt x="1868831" y="114542"/>
                </a:lnTo>
                <a:lnTo>
                  <a:pt x="1868956" y="115122"/>
                </a:lnTo>
                <a:lnTo>
                  <a:pt x="1869125" y="115650"/>
                </a:lnTo>
                <a:lnTo>
                  <a:pt x="1869335" y="116127"/>
                </a:lnTo>
                <a:lnTo>
                  <a:pt x="1869583" y="116557"/>
                </a:lnTo>
                <a:lnTo>
                  <a:pt x="1869864" y="116942"/>
                </a:lnTo>
                <a:lnTo>
                  <a:pt x="1870177" y="117283"/>
                </a:lnTo>
                <a:lnTo>
                  <a:pt x="1870516" y="117585"/>
                </a:lnTo>
                <a:lnTo>
                  <a:pt x="1870880" y="117849"/>
                </a:lnTo>
                <a:lnTo>
                  <a:pt x="1871265" y="118078"/>
                </a:lnTo>
                <a:lnTo>
                  <a:pt x="1871667" y="118274"/>
                </a:lnTo>
                <a:lnTo>
                  <a:pt x="1872083" y="118440"/>
                </a:lnTo>
                <a:lnTo>
                  <a:pt x="1872510" y="118579"/>
                </a:lnTo>
                <a:lnTo>
                  <a:pt x="1872944" y="118692"/>
                </a:lnTo>
                <a:lnTo>
                  <a:pt x="1873382" y="118783"/>
                </a:lnTo>
                <a:lnTo>
                  <a:pt x="1873821" y="118854"/>
                </a:lnTo>
                <a:lnTo>
                  <a:pt x="1874258" y="118907"/>
                </a:lnTo>
                <a:lnTo>
                  <a:pt x="1874688" y="118945"/>
                </a:lnTo>
                <a:lnTo>
                  <a:pt x="1875109" y="118970"/>
                </a:lnTo>
                <a:lnTo>
                  <a:pt x="1875517" y="118986"/>
                </a:lnTo>
                <a:lnTo>
                  <a:pt x="1875909" y="118994"/>
                </a:lnTo>
                <a:lnTo>
                  <a:pt x="1876282" y="118997"/>
                </a:lnTo>
                <a:lnTo>
                  <a:pt x="1876632" y="118997"/>
                </a:lnTo>
                <a:lnTo>
                  <a:pt x="1906129" y="118997"/>
                </a:lnTo>
                <a:lnTo>
                  <a:pt x="1906478" y="118997"/>
                </a:lnTo>
                <a:lnTo>
                  <a:pt x="1906848" y="118994"/>
                </a:lnTo>
                <a:lnTo>
                  <a:pt x="1907235" y="118986"/>
                </a:lnTo>
                <a:lnTo>
                  <a:pt x="1907637" y="118970"/>
                </a:lnTo>
                <a:lnTo>
                  <a:pt x="1908050" y="118945"/>
                </a:lnTo>
                <a:lnTo>
                  <a:pt x="1908472" y="118907"/>
                </a:lnTo>
                <a:lnTo>
                  <a:pt x="1908899" y="118854"/>
                </a:lnTo>
                <a:lnTo>
                  <a:pt x="1909327" y="118783"/>
                </a:lnTo>
                <a:lnTo>
                  <a:pt x="1909754" y="118692"/>
                </a:lnTo>
                <a:lnTo>
                  <a:pt x="1910177" y="118579"/>
                </a:lnTo>
                <a:lnTo>
                  <a:pt x="1910592" y="118440"/>
                </a:lnTo>
                <a:lnTo>
                  <a:pt x="1910996" y="118274"/>
                </a:lnTo>
                <a:lnTo>
                  <a:pt x="1911386" y="118078"/>
                </a:lnTo>
                <a:lnTo>
                  <a:pt x="1911759" y="117849"/>
                </a:lnTo>
                <a:lnTo>
                  <a:pt x="1912111" y="117585"/>
                </a:lnTo>
                <a:lnTo>
                  <a:pt x="1912440" y="117283"/>
                </a:lnTo>
                <a:lnTo>
                  <a:pt x="1912742" y="116942"/>
                </a:lnTo>
                <a:lnTo>
                  <a:pt x="1913014" y="116557"/>
                </a:lnTo>
                <a:lnTo>
                  <a:pt x="1913253" y="116127"/>
                </a:lnTo>
                <a:lnTo>
                  <a:pt x="1913456" y="115650"/>
                </a:lnTo>
                <a:lnTo>
                  <a:pt x="1913619" y="115122"/>
                </a:lnTo>
                <a:lnTo>
                  <a:pt x="1913739" y="114542"/>
                </a:lnTo>
                <a:lnTo>
                  <a:pt x="1913814" y="113907"/>
                </a:lnTo>
                <a:lnTo>
                  <a:pt x="1913840" y="113213"/>
                </a:lnTo>
                <a:lnTo>
                  <a:pt x="1913815" y="112497"/>
                </a:lnTo>
                <a:lnTo>
                  <a:pt x="1913743" y="111841"/>
                </a:lnTo>
                <a:lnTo>
                  <a:pt x="1913626" y="111241"/>
                </a:lnTo>
                <a:lnTo>
                  <a:pt x="1913468" y="110696"/>
                </a:lnTo>
                <a:close/>
                <a:moveTo>
                  <a:pt x="2419348" y="110203"/>
                </a:moveTo>
                <a:lnTo>
                  <a:pt x="2419115" y="109759"/>
                </a:lnTo>
                <a:lnTo>
                  <a:pt x="2418849" y="109362"/>
                </a:lnTo>
                <a:lnTo>
                  <a:pt x="2418553" y="109009"/>
                </a:lnTo>
                <a:lnTo>
                  <a:pt x="2418229" y="108697"/>
                </a:lnTo>
                <a:lnTo>
                  <a:pt x="2417881" y="108424"/>
                </a:lnTo>
                <a:lnTo>
                  <a:pt x="2417511" y="108188"/>
                </a:lnTo>
                <a:lnTo>
                  <a:pt x="2417121" y="107985"/>
                </a:lnTo>
                <a:lnTo>
                  <a:pt x="2416716" y="107813"/>
                </a:lnTo>
                <a:lnTo>
                  <a:pt x="2416298" y="107670"/>
                </a:lnTo>
                <a:lnTo>
                  <a:pt x="2415869" y="107553"/>
                </a:lnTo>
                <a:lnTo>
                  <a:pt x="2415433" y="107459"/>
                </a:lnTo>
                <a:lnTo>
                  <a:pt x="2414992" y="107386"/>
                </a:lnTo>
                <a:lnTo>
                  <a:pt x="2414549" y="107331"/>
                </a:lnTo>
                <a:lnTo>
                  <a:pt x="2414107" y="107292"/>
                </a:lnTo>
                <a:lnTo>
                  <a:pt x="2413669" y="107266"/>
                </a:lnTo>
                <a:lnTo>
                  <a:pt x="2413238" y="107250"/>
                </a:lnTo>
                <a:lnTo>
                  <a:pt x="2412816" y="107242"/>
                </a:lnTo>
                <a:lnTo>
                  <a:pt x="2412406" y="107239"/>
                </a:lnTo>
                <a:lnTo>
                  <a:pt x="2412012" y="107238"/>
                </a:lnTo>
                <a:lnTo>
                  <a:pt x="2403528" y="107238"/>
                </a:lnTo>
                <a:lnTo>
                  <a:pt x="2403528" y="62576"/>
                </a:lnTo>
                <a:lnTo>
                  <a:pt x="2403477" y="60203"/>
                </a:lnTo>
                <a:lnTo>
                  <a:pt x="2403326" y="57944"/>
                </a:lnTo>
                <a:lnTo>
                  <a:pt x="2403076" y="55800"/>
                </a:lnTo>
                <a:lnTo>
                  <a:pt x="2402729" y="53768"/>
                </a:lnTo>
                <a:lnTo>
                  <a:pt x="2402288" y="51847"/>
                </a:lnTo>
                <a:lnTo>
                  <a:pt x="2401754" y="50036"/>
                </a:lnTo>
                <a:lnTo>
                  <a:pt x="2401129" y="48334"/>
                </a:lnTo>
                <a:lnTo>
                  <a:pt x="2400415" y="46739"/>
                </a:lnTo>
                <a:lnTo>
                  <a:pt x="2399614" y="45251"/>
                </a:lnTo>
                <a:lnTo>
                  <a:pt x="2398728" y="43867"/>
                </a:lnTo>
                <a:lnTo>
                  <a:pt x="2397759" y="42588"/>
                </a:lnTo>
                <a:lnTo>
                  <a:pt x="2396709" y="41411"/>
                </a:lnTo>
                <a:lnTo>
                  <a:pt x="2395579" y="40335"/>
                </a:lnTo>
                <a:lnTo>
                  <a:pt x="2394372" y="39360"/>
                </a:lnTo>
                <a:lnTo>
                  <a:pt x="2393089" y="38483"/>
                </a:lnTo>
                <a:lnTo>
                  <a:pt x="2391733" y="37704"/>
                </a:lnTo>
                <a:lnTo>
                  <a:pt x="2390305" y="37021"/>
                </a:lnTo>
                <a:lnTo>
                  <a:pt x="2388808" y="36433"/>
                </a:lnTo>
                <a:lnTo>
                  <a:pt x="2387242" y="35939"/>
                </a:lnTo>
                <a:lnTo>
                  <a:pt x="2385611" y="35537"/>
                </a:lnTo>
                <a:lnTo>
                  <a:pt x="2383916" y="35227"/>
                </a:lnTo>
                <a:lnTo>
                  <a:pt x="2382159" y="35007"/>
                </a:lnTo>
                <a:lnTo>
                  <a:pt x="2380342" y="34876"/>
                </a:lnTo>
                <a:lnTo>
                  <a:pt x="2378467" y="34833"/>
                </a:lnTo>
                <a:lnTo>
                  <a:pt x="2376874" y="34867"/>
                </a:lnTo>
                <a:lnTo>
                  <a:pt x="2375326" y="34964"/>
                </a:lnTo>
                <a:lnTo>
                  <a:pt x="2373823" y="35122"/>
                </a:lnTo>
                <a:lnTo>
                  <a:pt x="2372365" y="35336"/>
                </a:lnTo>
                <a:lnTo>
                  <a:pt x="2370953" y="35601"/>
                </a:lnTo>
                <a:lnTo>
                  <a:pt x="2369586" y="35915"/>
                </a:lnTo>
                <a:lnTo>
                  <a:pt x="2368266" y="36272"/>
                </a:lnTo>
                <a:lnTo>
                  <a:pt x="2366992" y="36669"/>
                </a:lnTo>
                <a:lnTo>
                  <a:pt x="2365765" y="37101"/>
                </a:lnTo>
                <a:lnTo>
                  <a:pt x="2364585" y="37565"/>
                </a:lnTo>
                <a:lnTo>
                  <a:pt x="2363453" y="38056"/>
                </a:lnTo>
                <a:lnTo>
                  <a:pt x="2362368" y="38570"/>
                </a:lnTo>
                <a:lnTo>
                  <a:pt x="2361332" y="39103"/>
                </a:lnTo>
                <a:lnTo>
                  <a:pt x="2360344" y="39651"/>
                </a:lnTo>
                <a:lnTo>
                  <a:pt x="2359406" y="40210"/>
                </a:lnTo>
                <a:lnTo>
                  <a:pt x="2358516" y="40776"/>
                </a:lnTo>
                <a:lnTo>
                  <a:pt x="2357676" y="41344"/>
                </a:lnTo>
                <a:lnTo>
                  <a:pt x="2356885" y="41911"/>
                </a:lnTo>
                <a:lnTo>
                  <a:pt x="2356145" y="42473"/>
                </a:lnTo>
                <a:lnTo>
                  <a:pt x="2355456" y="43025"/>
                </a:lnTo>
                <a:lnTo>
                  <a:pt x="2354817" y="43563"/>
                </a:lnTo>
                <a:lnTo>
                  <a:pt x="2354229" y="44083"/>
                </a:lnTo>
                <a:lnTo>
                  <a:pt x="2353693" y="44581"/>
                </a:lnTo>
                <a:lnTo>
                  <a:pt x="2353209" y="45053"/>
                </a:lnTo>
                <a:lnTo>
                  <a:pt x="2353208" y="44296"/>
                </a:lnTo>
                <a:lnTo>
                  <a:pt x="2353204" y="43573"/>
                </a:lnTo>
                <a:lnTo>
                  <a:pt x="2353194" y="42884"/>
                </a:lnTo>
                <a:lnTo>
                  <a:pt x="2353173" y="42229"/>
                </a:lnTo>
                <a:lnTo>
                  <a:pt x="2353139" y="41607"/>
                </a:lnTo>
                <a:lnTo>
                  <a:pt x="2353088" y="41019"/>
                </a:lnTo>
                <a:lnTo>
                  <a:pt x="2353018" y="40465"/>
                </a:lnTo>
                <a:lnTo>
                  <a:pt x="2352923" y="39943"/>
                </a:lnTo>
                <a:lnTo>
                  <a:pt x="2352802" y="39454"/>
                </a:lnTo>
                <a:lnTo>
                  <a:pt x="2352651" y="38999"/>
                </a:lnTo>
                <a:lnTo>
                  <a:pt x="2352467" y="38575"/>
                </a:lnTo>
                <a:lnTo>
                  <a:pt x="2352245" y="38185"/>
                </a:lnTo>
                <a:lnTo>
                  <a:pt x="2351984" y="37826"/>
                </a:lnTo>
                <a:lnTo>
                  <a:pt x="2351678" y="37500"/>
                </a:lnTo>
                <a:lnTo>
                  <a:pt x="2351327" y="37205"/>
                </a:lnTo>
                <a:lnTo>
                  <a:pt x="2350924" y="36943"/>
                </a:lnTo>
                <a:lnTo>
                  <a:pt x="2350469" y="36712"/>
                </a:lnTo>
                <a:lnTo>
                  <a:pt x="2349956" y="36512"/>
                </a:lnTo>
                <a:lnTo>
                  <a:pt x="2349383" y="36343"/>
                </a:lnTo>
                <a:lnTo>
                  <a:pt x="2348747" y="36206"/>
                </a:lnTo>
                <a:lnTo>
                  <a:pt x="2348044" y="36099"/>
                </a:lnTo>
                <a:lnTo>
                  <a:pt x="2347270" y="36023"/>
                </a:lnTo>
                <a:lnTo>
                  <a:pt x="2346423" y="35978"/>
                </a:lnTo>
                <a:lnTo>
                  <a:pt x="2345499" y="35963"/>
                </a:lnTo>
                <a:lnTo>
                  <a:pt x="2331425" y="35963"/>
                </a:lnTo>
                <a:lnTo>
                  <a:pt x="2331031" y="35963"/>
                </a:lnTo>
                <a:lnTo>
                  <a:pt x="2330621" y="35966"/>
                </a:lnTo>
                <a:lnTo>
                  <a:pt x="2330199" y="35974"/>
                </a:lnTo>
                <a:lnTo>
                  <a:pt x="2329768" y="35990"/>
                </a:lnTo>
                <a:lnTo>
                  <a:pt x="2329330" y="36017"/>
                </a:lnTo>
                <a:lnTo>
                  <a:pt x="2328888" y="36056"/>
                </a:lnTo>
                <a:lnTo>
                  <a:pt x="2328445" y="36111"/>
                </a:lnTo>
                <a:lnTo>
                  <a:pt x="2328004" y="36184"/>
                </a:lnTo>
                <a:lnTo>
                  <a:pt x="2327568" y="36278"/>
                </a:lnTo>
                <a:lnTo>
                  <a:pt x="2327139" y="36395"/>
                </a:lnTo>
                <a:lnTo>
                  <a:pt x="2326721" y="36538"/>
                </a:lnTo>
                <a:lnTo>
                  <a:pt x="2326316" y="36710"/>
                </a:lnTo>
                <a:lnTo>
                  <a:pt x="2325927" y="36913"/>
                </a:lnTo>
                <a:lnTo>
                  <a:pt x="2325556" y="37149"/>
                </a:lnTo>
                <a:lnTo>
                  <a:pt x="2325208" y="37422"/>
                </a:lnTo>
                <a:lnTo>
                  <a:pt x="2324884" y="37734"/>
                </a:lnTo>
                <a:lnTo>
                  <a:pt x="2324588" y="38087"/>
                </a:lnTo>
                <a:lnTo>
                  <a:pt x="2324322" y="38485"/>
                </a:lnTo>
                <a:lnTo>
                  <a:pt x="2324089" y="38929"/>
                </a:lnTo>
                <a:lnTo>
                  <a:pt x="2323892" y="39422"/>
                </a:lnTo>
                <a:lnTo>
                  <a:pt x="2323734" y="39968"/>
                </a:lnTo>
                <a:lnTo>
                  <a:pt x="2323617" y="40567"/>
                </a:lnTo>
                <a:lnTo>
                  <a:pt x="2323545" y="41224"/>
                </a:lnTo>
                <a:lnTo>
                  <a:pt x="2323521" y="41941"/>
                </a:lnTo>
                <a:lnTo>
                  <a:pt x="2323546" y="42634"/>
                </a:lnTo>
                <a:lnTo>
                  <a:pt x="2323621" y="43270"/>
                </a:lnTo>
                <a:lnTo>
                  <a:pt x="2323741" y="43850"/>
                </a:lnTo>
                <a:lnTo>
                  <a:pt x="2323904" y="44378"/>
                </a:lnTo>
                <a:lnTo>
                  <a:pt x="2324107" y="44855"/>
                </a:lnTo>
                <a:lnTo>
                  <a:pt x="2324346" y="45285"/>
                </a:lnTo>
                <a:lnTo>
                  <a:pt x="2324618" y="45669"/>
                </a:lnTo>
                <a:lnTo>
                  <a:pt x="2324920" y="46011"/>
                </a:lnTo>
                <a:lnTo>
                  <a:pt x="2325249" y="46313"/>
                </a:lnTo>
                <a:lnTo>
                  <a:pt x="2325601" y="46577"/>
                </a:lnTo>
                <a:lnTo>
                  <a:pt x="2325974" y="46806"/>
                </a:lnTo>
                <a:lnTo>
                  <a:pt x="2326364" y="47002"/>
                </a:lnTo>
                <a:lnTo>
                  <a:pt x="2326768" y="47168"/>
                </a:lnTo>
                <a:lnTo>
                  <a:pt x="2327183" y="47306"/>
                </a:lnTo>
                <a:lnTo>
                  <a:pt x="2327606" y="47420"/>
                </a:lnTo>
                <a:lnTo>
                  <a:pt x="2328033" y="47511"/>
                </a:lnTo>
                <a:lnTo>
                  <a:pt x="2328462" y="47581"/>
                </a:lnTo>
                <a:lnTo>
                  <a:pt x="2328888" y="47634"/>
                </a:lnTo>
                <a:lnTo>
                  <a:pt x="2329310" y="47673"/>
                </a:lnTo>
                <a:lnTo>
                  <a:pt x="2329723" y="47698"/>
                </a:lnTo>
                <a:lnTo>
                  <a:pt x="2330125" y="47714"/>
                </a:lnTo>
                <a:lnTo>
                  <a:pt x="2330513" y="47721"/>
                </a:lnTo>
                <a:lnTo>
                  <a:pt x="2330882" y="47724"/>
                </a:lnTo>
                <a:lnTo>
                  <a:pt x="2331231" y="47725"/>
                </a:lnTo>
                <a:lnTo>
                  <a:pt x="2339909" y="47725"/>
                </a:lnTo>
                <a:lnTo>
                  <a:pt x="2339909" y="107238"/>
                </a:lnTo>
                <a:lnTo>
                  <a:pt x="2331425" y="107238"/>
                </a:lnTo>
                <a:lnTo>
                  <a:pt x="2331031" y="107239"/>
                </a:lnTo>
                <a:lnTo>
                  <a:pt x="2330621" y="107242"/>
                </a:lnTo>
                <a:lnTo>
                  <a:pt x="2330199" y="107250"/>
                </a:lnTo>
                <a:lnTo>
                  <a:pt x="2329768" y="107266"/>
                </a:lnTo>
                <a:lnTo>
                  <a:pt x="2329330" y="107292"/>
                </a:lnTo>
                <a:lnTo>
                  <a:pt x="2328888" y="107331"/>
                </a:lnTo>
                <a:lnTo>
                  <a:pt x="2328445" y="107386"/>
                </a:lnTo>
                <a:lnTo>
                  <a:pt x="2328004" y="107459"/>
                </a:lnTo>
                <a:lnTo>
                  <a:pt x="2327568" y="107553"/>
                </a:lnTo>
                <a:lnTo>
                  <a:pt x="2327139" y="107670"/>
                </a:lnTo>
                <a:lnTo>
                  <a:pt x="2326721" y="107813"/>
                </a:lnTo>
                <a:lnTo>
                  <a:pt x="2326316" y="107985"/>
                </a:lnTo>
                <a:lnTo>
                  <a:pt x="2325927" y="108188"/>
                </a:lnTo>
                <a:lnTo>
                  <a:pt x="2325556" y="108424"/>
                </a:lnTo>
                <a:lnTo>
                  <a:pt x="2325208" y="108697"/>
                </a:lnTo>
                <a:lnTo>
                  <a:pt x="2324884" y="109009"/>
                </a:lnTo>
                <a:lnTo>
                  <a:pt x="2324588" y="109362"/>
                </a:lnTo>
                <a:lnTo>
                  <a:pt x="2324322" y="109759"/>
                </a:lnTo>
                <a:lnTo>
                  <a:pt x="2324089" y="110203"/>
                </a:lnTo>
                <a:lnTo>
                  <a:pt x="2323892" y="110696"/>
                </a:lnTo>
                <a:lnTo>
                  <a:pt x="2323734" y="111241"/>
                </a:lnTo>
                <a:lnTo>
                  <a:pt x="2323617" y="111841"/>
                </a:lnTo>
                <a:lnTo>
                  <a:pt x="2323545" y="112497"/>
                </a:lnTo>
                <a:lnTo>
                  <a:pt x="2323521" y="113213"/>
                </a:lnTo>
                <a:lnTo>
                  <a:pt x="2323546" y="113907"/>
                </a:lnTo>
                <a:lnTo>
                  <a:pt x="2323621" y="114542"/>
                </a:lnTo>
                <a:lnTo>
                  <a:pt x="2323741" y="115122"/>
                </a:lnTo>
                <a:lnTo>
                  <a:pt x="2323904" y="115650"/>
                </a:lnTo>
                <a:lnTo>
                  <a:pt x="2324107" y="116127"/>
                </a:lnTo>
                <a:lnTo>
                  <a:pt x="2324346" y="116557"/>
                </a:lnTo>
                <a:lnTo>
                  <a:pt x="2324618" y="116942"/>
                </a:lnTo>
                <a:lnTo>
                  <a:pt x="2324920" y="117283"/>
                </a:lnTo>
                <a:lnTo>
                  <a:pt x="2325249" y="117585"/>
                </a:lnTo>
                <a:lnTo>
                  <a:pt x="2325601" y="117849"/>
                </a:lnTo>
                <a:lnTo>
                  <a:pt x="2325974" y="118078"/>
                </a:lnTo>
                <a:lnTo>
                  <a:pt x="2326364" y="118274"/>
                </a:lnTo>
                <a:lnTo>
                  <a:pt x="2326768" y="118440"/>
                </a:lnTo>
                <a:lnTo>
                  <a:pt x="2327183" y="118579"/>
                </a:lnTo>
                <a:lnTo>
                  <a:pt x="2327606" y="118692"/>
                </a:lnTo>
                <a:lnTo>
                  <a:pt x="2328033" y="118783"/>
                </a:lnTo>
                <a:lnTo>
                  <a:pt x="2328462" y="118854"/>
                </a:lnTo>
                <a:lnTo>
                  <a:pt x="2328888" y="118907"/>
                </a:lnTo>
                <a:lnTo>
                  <a:pt x="2329310" y="118945"/>
                </a:lnTo>
                <a:lnTo>
                  <a:pt x="2329723" y="118970"/>
                </a:lnTo>
                <a:lnTo>
                  <a:pt x="2330125" y="118986"/>
                </a:lnTo>
                <a:lnTo>
                  <a:pt x="2330513" y="118994"/>
                </a:lnTo>
                <a:lnTo>
                  <a:pt x="2330882" y="118997"/>
                </a:lnTo>
                <a:lnTo>
                  <a:pt x="2331231" y="118997"/>
                </a:lnTo>
                <a:lnTo>
                  <a:pt x="2361887" y="118997"/>
                </a:lnTo>
                <a:lnTo>
                  <a:pt x="2362236" y="118997"/>
                </a:lnTo>
                <a:lnTo>
                  <a:pt x="2362606" y="118994"/>
                </a:lnTo>
                <a:lnTo>
                  <a:pt x="2362993" y="118986"/>
                </a:lnTo>
                <a:lnTo>
                  <a:pt x="2363395" y="118970"/>
                </a:lnTo>
                <a:lnTo>
                  <a:pt x="2363808" y="118945"/>
                </a:lnTo>
                <a:lnTo>
                  <a:pt x="2364230" y="118907"/>
                </a:lnTo>
                <a:lnTo>
                  <a:pt x="2364657" y="118854"/>
                </a:lnTo>
                <a:lnTo>
                  <a:pt x="2365085" y="118783"/>
                </a:lnTo>
                <a:lnTo>
                  <a:pt x="2365512" y="118692"/>
                </a:lnTo>
                <a:lnTo>
                  <a:pt x="2365935" y="118579"/>
                </a:lnTo>
                <a:lnTo>
                  <a:pt x="2366350" y="118440"/>
                </a:lnTo>
                <a:lnTo>
                  <a:pt x="2366754" y="118274"/>
                </a:lnTo>
                <a:lnTo>
                  <a:pt x="2367144" y="118078"/>
                </a:lnTo>
                <a:lnTo>
                  <a:pt x="2367517" y="117849"/>
                </a:lnTo>
                <a:lnTo>
                  <a:pt x="2367869" y="117585"/>
                </a:lnTo>
                <a:lnTo>
                  <a:pt x="2368198" y="117283"/>
                </a:lnTo>
                <a:lnTo>
                  <a:pt x="2368500" y="116942"/>
                </a:lnTo>
                <a:lnTo>
                  <a:pt x="2368772" y="116557"/>
                </a:lnTo>
                <a:lnTo>
                  <a:pt x="2369011" y="116127"/>
                </a:lnTo>
                <a:lnTo>
                  <a:pt x="2369214" y="115650"/>
                </a:lnTo>
                <a:lnTo>
                  <a:pt x="2369377" y="115122"/>
                </a:lnTo>
                <a:lnTo>
                  <a:pt x="2369497" y="114542"/>
                </a:lnTo>
                <a:lnTo>
                  <a:pt x="2369572" y="113907"/>
                </a:lnTo>
                <a:lnTo>
                  <a:pt x="2369598" y="113213"/>
                </a:lnTo>
                <a:lnTo>
                  <a:pt x="2369573" y="112497"/>
                </a:lnTo>
                <a:lnTo>
                  <a:pt x="2369501" y="111841"/>
                </a:lnTo>
                <a:lnTo>
                  <a:pt x="2369384" y="111241"/>
                </a:lnTo>
                <a:lnTo>
                  <a:pt x="2369226" y="110696"/>
                </a:lnTo>
                <a:lnTo>
                  <a:pt x="2369029" y="110203"/>
                </a:lnTo>
                <a:lnTo>
                  <a:pt x="2368796" y="109759"/>
                </a:lnTo>
                <a:lnTo>
                  <a:pt x="2368530" y="109362"/>
                </a:lnTo>
                <a:lnTo>
                  <a:pt x="2368234" y="109009"/>
                </a:lnTo>
                <a:lnTo>
                  <a:pt x="2367910" y="108697"/>
                </a:lnTo>
                <a:lnTo>
                  <a:pt x="2367562" y="108424"/>
                </a:lnTo>
                <a:lnTo>
                  <a:pt x="2367192" y="108188"/>
                </a:lnTo>
                <a:lnTo>
                  <a:pt x="2366802" y="107985"/>
                </a:lnTo>
                <a:lnTo>
                  <a:pt x="2366397" y="107813"/>
                </a:lnTo>
                <a:lnTo>
                  <a:pt x="2365979" y="107670"/>
                </a:lnTo>
                <a:lnTo>
                  <a:pt x="2365550" y="107553"/>
                </a:lnTo>
                <a:lnTo>
                  <a:pt x="2365114" y="107459"/>
                </a:lnTo>
                <a:lnTo>
                  <a:pt x="2364673" y="107386"/>
                </a:lnTo>
                <a:lnTo>
                  <a:pt x="2364230" y="107331"/>
                </a:lnTo>
                <a:lnTo>
                  <a:pt x="2363788" y="107292"/>
                </a:lnTo>
                <a:lnTo>
                  <a:pt x="2363350" y="107266"/>
                </a:lnTo>
                <a:lnTo>
                  <a:pt x="2362919" y="107250"/>
                </a:lnTo>
                <a:lnTo>
                  <a:pt x="2362497" y="107242"/>
                </a:lnTo>
                <a:lnTo>
                  <a:pt x="2362087" y="107239"/>
                </a:lnTo>
                <a:lnTo>
                  <a:pt x="2361693" y="107238"/>
                </a:lnTo>
                <a:lnTo>
                  <a:pt x="2353209" y="107238"/>
                </a:lnTo>
                <a:lnTo>
                  <a:pt x="2353209" y="73149"/>
                </a:lnTo>
                <a:lnTo>
                  <a:pt x="2353282" y="70806"/>
                </a:lnTo>
                <a:lnTo>
                  <a:pt x="2353495" y="68586"/>
                </a:lnTo>
                <a:lnTo>
                  <a:pt x="2353841" y="66485"/>
                </a:lnTo>
                <a:lnTo>
                  <a:pt x="2354311" y="64503"/>
                </a:lnTo>
                <a:lnTo>
                  <a:pt x="2354898" y="62636"/>
                </a:lnTo>
                <a:lnTo>
                  <a:pt x="2355592" y="60884"/>
                </a:lnTo>
                <a:lnTo>
                  <a:pt x="2356386" y="59245"/>
                </a:lnTo>
                <a:lnTo>
                  <a:pt x="2357272" y="57715"/>
                </a:lnTo>
                <a:lnTo>
                  <a:pt x="2358242" y="56293"/>
                </a:lnTo>
                <a:lnTo>
                  <a:pt x="2359287" y="54978"/>
                </a:lnTo>
                <a:lnTo>
                  <a:pt x="2360400" y="53767"/>
                </a:lnTo>
                <a:lnTo>
                  <a:pt x="2361572" y="52658"/>
                </a:lnTo>
                <a:lnTo>
                  <a:pt x="2362795" y="51649"/>
                </a:lnTo>
                <a:lnTo>
                  <a:pt x="2364062" y="50739"/>
                </a:lnTo>
                <a:lnTo>
                  <a:pt x="2365363" y="49925"/>
                </a:lnTo>
                <a:lnTo>
                  <a:pt x="2366691" y="49205"/>
                </a:lnTo>
                <a:lnTo>
                  <a:pt x="2368038" y="48577"/>
                </a:lnTo>
                <a:lnTo>
                  <a:pt x="2369396" y="48039"/>
                </a:lnTo>
                <a:lnTo>
                  <a:pt x="2370756" y="47589"/>
                </a:lnTo>
                <a:lnTo>
                  <a:pt x="2372111" y="47226"/>
                </a:lnTo>
                <a:lnTo>
                  <a:pt x="2373452" y="46947"/>
                </a:lnTo>
                <a:lnTo>
                  <a:pt x="2374771" y="46750"/>
                </a:lnTo>
                <a:lnTo>
                  <a:pt x="2376060" y="46634"/>
                </a:lnTo>
                <a:lnTo>
                  <a:pt x="2377311" y="46595"/>
                </a:lnTo>
                <a:lnTo>
                  <a:pt x="2378549" y="46623"/>
                </a:lnTo>
                <a:lnTo>
                  <a:pt x="2379711" y="46708"/>
                </a:lnTo>
                <a:lnTo>
                  <a:pt x="2380799" y="46849"/>
                </a:lnTo>
                <a:lnTo>
                  <a:pt x="2381815" y="47048"/>
                </a:lnTo>
                <a:lnTo>
                  <a:pt x="2382761" y="47304"/>
                </a:lnTo>
                <a:lnTo>
                  <a:pt x="2383639" y="47618"/>
                </a:lnTo>
                <a:lnTo>
                  <a:pt x="2384451" y="47990"/>
                </a:lnTo>
                <a:lnTo>
                  <a:pt x="2385200" y="48421"/>
                </a:lnTo>
                <a:lnTo>
                  <a:pt x="2385887" y="48910"/>
                </a:lnTo>
                <a:lnTo>
                  <a:pt x="2386514" y="49459"/>
                </a:lnTo>
                <a:lnTo>
                  <a:pt x="2387085" y="50067"/>
                </a:lnTo>
                <a:lnTo>
                  <a:pt x="2387599" y="50735"/>
                </a:lnTo>
                <a:lnTo>
                  <a:pt x="2388061" y="51463"/>
                </a:lnTo>
                <a:lnTo>
                  <a:pt x="2388471" y="52252"/>
                </a:lnTo>
                <a:lnTo>
                  <a:pt x="2388833" y="53101"/>
                </a:lnTo>
                <a:lnTo>
                  <a:pt x="2389147" y="54012"/>
                </a:lnTo>
                <a:lnTo>
                  <a:pt x="2389417" y="54984"/>
                </a:lnTo>
                <a:lnTo>
                  <a:pt x="2389644" y="56018"/>
                </a:lnTo>
                <a:lnTo>
                  <a:pt x="2389830" y="57114"/>
                </a:lnTo>
                <a:lnTo>
                  <a:pt x="2389978" y="58272"/>
                </a:lnTo>
                <a:lnTo>
                  <a:pt x="2390089" y="59494"/>
                </a:lnTo>
                <a:lnTo>
                  <a:pt x="2390166" y="60778"/>
                </a:lnTo>
                <a:lnTo>
                  <a:pt x="2390211" y="62126"/>
                </a:lnTo>
                <a:lnTo>
                  <a:pt x="2390225" y="63538"/>
                </a:lnTo>
                <a:lnTo>
                  <a:pt x="2390225" y="107238"/>
                </a:lnTo>
                <a:lnTo>
                  <a:pt x="2382709" y="107238"/>
                </a:lnTo>
                <a:lnTo>
                  <a:pt x="2382315" y="107239"/>
                </a:lnTo>
                <a:lnTo>
                  <a:pt x="2381905" y="107242"/>
                </a:lnTo>
                <a:lnTo>
                  <a:pt x="2381483" y="107250"/>
                </a:lnTo>
                <a:lnTo>
                  <a:pt x="2381052" y="107266"/>
                </a:lnTo>
                <a:lnTo>
                  <a:pt x="2380614" y="107292"/>
                </a:lnTo>
                <a:lnTo>
                  <a:pt x="2380172" y="107331"/>
                </a:lnTo>
                <a:lnTo>
                  <a:pt x="2379729" y="107386"/>
                </a:lnTo>
                <a:lnTo>
                  <a:pt x="2379288" y="107459"/>
                </a:lnTo>
                <a:lnTo>
                  <a:pt x="2378852" y="107553"/>
                </a:lnTo>
                <a:lnTo>
                  <a:pt x="2378423" y="107670"/>
                </a:lnTo>
                <a:lnTo>
                  <a:pt x="2378005" y="107813"/>
                </a:lnTo>
                <a:lnTo>
                  <a:pt x="2377600" y="107985"/>
                </a:lnTo>
                <a:lnTo>
                  <a:pt x="2377210" y="108188"/>
                </a:lnTo>
                <a:lnTo>
                  <a:pt x="2376840" y="108424"/>
                </a:lnTo>
                <a:lnTo>
                  <a:pt x="2376492" y="108697"/>
                </a:lnTo>
                <a:lnTo>
                  <a:pt x="2376168" y="109009"/>
                </a:lnTo>
                <a:lnTo>
                  <a:pt x="2375872" y="109362"/>
                </a:lnTo>
                <a:lnTo>
                  <a:pt x="2375606" y="109759"/>
                </a:lnTo>
                <a:lnTo>
                  <a:pt x="2375373" y="110203"/>
                </a:lnTo>
                <a:lnTo>
                  <a:pt x="2375176" y="110696"/>
                </a:lnTo>
                <a:lnTo>
                  <a:pt x="2375018" y="111241"/>
                </a:lnTo>
                <a:lnTo>
                  <a:pt x="2374901" y="111841"/>
                </a:lnTo>
                <a:lnTo>
                  <a:pt x="2374829" y="112497"/>
                </a:lnTo>
                <a:lnTo>
                  <a:pt x="2374804" y="113213"/>
                </a:lnTo>
                <a:lnTo>
                  <a:pt x="2374831" y="113907"/>
                </a:lnTo>
                <a:lnTo>
                  <a:pt x="2374908" y="114542"/>
                </a:lnTo>
                <a:lnTo>
                  <a:pt x="2375033" y="115122"/>
                </a:lnTo>
                <a:lnTo>
                  <a:pt x="2375202" y="115650"/>
                </a:lnTo>
                <a:lnTo>
                  <a:pt x="2375412" y="116127"/>
                </a:lnTo>
                <a:lnTo>
                  <a:pt x="2375660" y="116557"/>
                </a:lnTo>
                <a:lnTo>
                  <a:pt x="2375941" y="116942"/>
                </a:lnTo>
                <a:lnTo>
                  <a:pt x="2376254" y="117283"/>
                </a:lnTo>
                <a:lnTo>
                  <a:pt x="2376593" y="117585"/>
                </a:lnTo>
                <a:lnTo>
                  <a:pt x="2376957" y="117849"/>
                </a:lnTo>
                <a:lnTo>
                  <a:pt x="2377342" y="118078"/>
                </a:lnTo>
                <a:lnTo>
                  <a:pt x="2377744" y="118274"/>
                </a:lnTo>
                <a:lnTo>
                  <a:pt x="2378160" y="118440"/>
                </a:lnTo>
                <a:lnTo>
                  <a:pt x="2378587" y="118579"/>
                </a:lnTo>
                <a:lnTo>
                  <a:pt x="2379021" y="118692"/>
                </a:lnTo>
                <a:lnTo>
                  <a:pt x="2379459" y="118783"/>
                </a:lnTo>
                <a:lnTo>
                  <a:pt x="2379898" y="118854"/>
                </a:lnTo>
                <a:lnTo>
                  <a:pt x="2380335" y="118907"/>
                </a:lnTo>
                <a:lnTo>
                  <a:pt x="2380765" y="118945"/>
                </a:lnTo>
                <a:lnTo>
                  <a:pt x="2381186" y="118970"/>
                </a:lnTo>
                <a:lnTo>
                  <a:pt x="2381594" y="118986"/>
                </a:lnTo>
                <a:lnTo>
                  <a:pt x="2381986" y="118994"/>
                </a:lnTo>
                <a:lnTo>
                  <a:pt x="2382359" y="118997"/>
                </a:lnTo>
                <a:lnTo>
                  <a:pt x="2382709" y="118997"/>
                </a:lnTo>
                <a:lnTo>
                  <a:pt x="2412206" y="118997"/>
                </a:lnTo>
                <a:lnTo>
                  <a:pt x="2412555" y="118997"/>
                </a:lnTo>
                <a:lnTo>
                  <a:pt x="2412925" y="118994"/>
                </a:lnTo>
                <a:lnTo>
                  <a:pt x="2413312" y="118986"/>
                </a:lnTo>
                <a:lnTo>
                  <a:pt x="2413714" y="118970"/>
                </a:lnTo>
                <a:lnTo>
                  <a:pt x="2414127" y="118945"/>
                </a:lnTo>
                <a:lnTo>
                  <a:pt x="2414549" y="118907"/>
                </a:lnTo>
                <a:lnTo>
                  <a:pt x="2414976" y="118854"/>
                </a:lnTo>
                <a:lnTo>
                  <a:pt x="2415404" y="118783"/>
                </a:lnTo>
                <a:lnTo>
                  <a:pt x="2415831" y="118692"/>
                </a:lnTo>
                <a:lnTo>
                  <a:pt x="2416254" y="118579"/>
                </a:lnTo>
                <a:lnTo>
                  <a:pt x="2416669" y="118440"/>
                </a:lnTo>
                <a:lnTo>
                  <a:pt x="2417073" y="118274"/>
                </a:lnTo>
                <a:lnTo>
                  <a:pt x="2417463" y="118078"/>
                </a:lnTo>
                <a:lnTo>
                  <a:pt x="2417836" y="117849"/>
                </a:lnTo>
                <a:lnTo>
                  <a:pt x="2418188" y="117585"/>
                </a:lnTo>
                <a:lnTo>
                  <a:pt x="2418517" y="117283"/>
                </a:lnTo>
                <a:lnTo>
                  <a:pt x="2418819" y="116942"/>
                </a:lnTo>
                <a:lnTo>
                  <a:pt x="2419091" y="116557"/>
                </a:lnTo>
                <a:lnTo>
                  <a:pt x="2419330" y="116127"/>
                </a:lnTo>
                <a:lnTo>
                  <a:pt x="2419533" y="115650"/>
                </a:lnTo>
                <a:lnTo>
                  <a:pt x="2419696" y="115122"/>
                </a:lnTo>
                <a:lnTo>
                  <a:pt x="2419816" y="114542"/>
                </a:lnTo>
                <a:lnTo>
                  <a:pt x="2419891" y="113907"/>
                </a:lnTo>
                <a:lnTo>
                  <a:pt x="2419917" y="113213"/>
                </a:lnTo>
                <a:lnTo>
                  <a:pt x="2419892" y="112497"/>
                </a:lnTo>
                <a:lnTo>
                  <a:pt x="2419820" y="111841"/>
                </a:lnTo>
                <a:lnTo>
                  <a:pt x="2419703" y="111241"/>
                </a:lnTo>
                <a:lnTo>
                  <a:pt x="2419545" y="110696"/>
                </a:lnTo>
                <a:lnTo>
                  <a:pt x="2419348" y="110203"/>
                </a:lnTo>
                <a:close/>
                <a:moveTo>
                  <a:pt x="1499087" y="95213"/>
                </a:moveTo>
                <a:lnTo>
                  <a:pt x="1498832" y="94811"/>
                </a:lnTo>
                <a:lnTo>
                  <a:pt x="1498546" y="94451"/>
                </a:lnTo>
                <a:lnTo>
                  <a:pt x="1498232" y="94131"/>
                </a:lnTo>
                <a:lnTo>
                  <a:pt x="1497894" y="93849"/>
                </a:lnTo>
                <a:lnTo>
                  <a:pt x="1497538" y="93602"/>
                </a:lnTo>
                <a:lnTo>
                  <a:pt x="1497166" y="93388"/>
                </a:lnTo>
                <a:lnTo>
                  <a:pt x="1496785" y="93205"/>
                </a:lnTo>
                <a:lnTo>
                  <a:pt x="1496397" y="93049"/>
                </a:lnTo>
                <a:lnTo>
                  <a:pt x="1496007" y="92920"/>
                </a:lnTo>
                <a:lnTo>
                  <a:pt x="1495621" y="92814"/>
                </a:lnTo>
                <a:lnTo>
                  <a:pt x="1495241" y="92729"/>
                </a:lnTo>
                <a:lnTo>
                  <a:pt x="1494873" y="92662"/>
                </a:lnTo>
                <a:lnTo>
                  <a:pt x="1494520" y="92613"/>
                </a:lnTo>
                <a:lnTo>
                  <a:pt x="1494188" y="92577"/>
                </a:lnTo>
                <a:lnTo>
                  <a:pt x="1493879" y="92553"/>
                </a:lnTo>
                <a:lnTo>
                  <a:pt x="1493600" y="92539"/>
                </a:lnTo>
                <a:lnTo>
                  <a:pt x="1493354" y="92531"/>
                </a:lnTo>
                <a:lnTo>
                  <a:pt x="1493145" y="92529"/>
                </a:lnTo>
                <a:lnTo>
                  <a:pt x="1492978" y="92528"/>
                </a:lnTo>
                <a:lnTo>
                  <a:pt x="1492554" y="92531"/>
                </a:lnTo>
                <a:lnTo>
                  <a:pt x="1492150" y="92542"/>
                </a:lnTo>
                <a:lnTo>
                  <a:pt x="1491764" y="92560"/>
                </a:lnTo>
                <a:lnTo>
                  <a:pt x="1491396" y="92588"/>
                </a:lnTo>
                <a:lnTo>
                  <a:pt x="1491044" y="92626"/>
                </a:lnTo>
                <a:lnTo>
                  <a:pt x="1490710" y="92676"/>
                </a:lnTo>
                <a:lnTo>
                  <a:pt x="1490390" y="92738"/>
                </a:lnTo>
                <a:lnTo>
                  <a:pt x="1490086" y="92814"/>
                </a:lnTo>
                <a:lnTo>
                  <a:pt x="1489796" y="92905"/>
                </a:lnTo>
                <a:lnTo>
                  <a:pt x="1489519" y="93012"/>
                </a:lnTo>
                <a:lnTo>
                  <a:pt x="1489254" y="93135"/>
                </a:lnTo>
                <a:lnTo>
                  <a:pt x="1489001" y="93277"/>
                </a:lnTo>
                <a:lnTo>
                  <a:pt x="1488760" y="93438"/>
                </a:lnTo>
                <a:lnTo>
                  <a:pt x="1488529" y="93619"/>
                </a:lnTo>
                <a:lnTo>
                  <a:pt x="1488307" y="93821"/>
                </a:lnTo>
                <a:lnTo>
                  <a:pt x="1488094" y="94045"/>
                </a:lnTo>
                <a:lnTo>
                  <a:pt x="1487889" y="94294"/>
                </a:lnTo>
                <a:lnTo>
                  <a:pt x="1487691" y="94566"/>
                </a:lnTo>
                <a:lnTo>
                  <a:pt x="1487500" y="94865"/>
                </a:lnTo>
                <a:lnTo>
                  <a:pt x="1487314" y="95190"/>
                </a:lnTo>
                <a:lnTo>
                  <a:pt x="1487134" y="95543"/>
                </a:lnTo>
                <a:lnTo>
                  <a:pt x="1486958" y="95924"/>
                </a:lnTo>
                <a:lnTo>
                  <a:pt x="1486785" y="96336"/>
                </a:lnTo>
                <a:lnTo>
                  <a:pt x="1486615" y="96779"/>
                </a:lnTo>
                <a:lnTo>
                  <a:pt x="1486054" y="97967"/>
                </a:lnTo>
                <a:lnTo>
                  <a:pt x="1485433" y="99073"/>
                </a:lnTo>
                <a:lnTo>
                  <a:pt x="1484757" y="100100"/>
                </a:lnTo>
                <a:lnTo>
                  <a:pt x="1484032" y="101051"/>
                </a:lnTo>
                <a:lnTo>
                  <a:pt x="1483262" y="101929"/>
                </a:lnTo>
                <a:lnTo>
                  <a:pt x="1482452" y="102736"/>
                </a:lnTo>
                <a:lnTo>
                  <a:pt x="1481607" y="103476"/>
                </a:lnTo>
                <a:lnTo>
                  <a:pt x="1480731" y="104150"/>
                </a:lnTo>
                <a:lnTo>
                  <a:pt x="1479830" y="104763"/>
                </a:lnTo>
                <a:lnTo>
                  <a:pt x="1478909" y="105315"/>
                </a:lnTo>
                <a:lnTo>
                  <a:pt x="1477971" y="105811"/>
                </a:lnTo>
                <a:lnTo>
                  <a:pt x="1477023" y="106253"/>
                </a:lnTo>
                <a:lnTo>
                  <a:pt x="1476069" y="106644"/>
                </a:lnTo>
                <a:lnTo>
                  <a:pt x="1475114" y="106986"/>
                </a:lnTo>
                <a:lnTo>
                  <a:pt x="1474162" y="107282"/>
                </a:lnTo>
                <a:lnTo>
                  <a:pt x="1473219" y="107536"/>
                </a:lnTo>
                <a:lnTo>
                  <a:pt x="1472289" y="107749"/>
                </a:lnTo>
                <a:lnTo>
                  <a:pt x="1471378" y="107925"/>
                </a:lnTo>
                <a:lnTo>
                  <a:pt x="1470490" y="108067"/>
                </a:lnTo>
                <a:lnTo>
                  <a:pt x="1469629" y="108176"/>
                </a:lnTo>
                <a:lnTo>
                  <a:pt x="1468802" y="108256"/>
                </a:lnTo>
                <a:lnTo>
                  <a:pt x="1468012" y="108310"/>
                </a:lnTo>
                <a:lnTo>
                  <a:pt x="1467264" y="108341"/>
                </a:lnTo>
                <a:lnTo>
                  <a:pt x="1466564" y="108350"/>
                </a:lnTo>
                <a:lnTo>
                  <a:pt x="1464758" y="108300"/>
                </a:lnTo>
                <a:lnTo>
                  <a:pt x="1462956" y="108151"/>
                </a:lnTo>
                <a:lnTo>
                  <a:pt x="1461164" y="107903"/>
                </a:lnTo>
                <a:lnTo>
                  <a:pt x="1459387" y="107559"/>
                </a:lnTo>
                <a:lnTo>
                  <a:pt x="1457630" y="107119"/>
                </a:lnTo>
                <a:lnTo>
                  <a:pt x="1455898" y="106584"/>
                </a:lnTo>
                <a:lnTo>
                  <a:pt x="1454195" y="105956"/>
                </a:lnTo>
                <a:lnTo>
                  <a:pt x="1452527" y="105235"/>
                </a:lnTo>
                <a:lnTo>
                  <a:pt x="1450898" y="104424"/>
                </a:lnTo>
                <a:lnTo>
                  <a:pt x="1449313" y="103522"/>
                </a:lnTo>
                <a:lnTo>
                  <a:pt x="1447778" y="102531"/>
                </a:lnTo>
                <a:lnTo>
                  <a:pt x="1446298" y="101453"/>
                </a:lnTo>
                <a:lnTo>
                  <a:pt x="1444876" y="100288"/>
                </a:lnTo>
                <a:lnTo>
                  <a:pt x="1443519" y="99038"/>
                </a:lnTo>
                <a:lnTo>
                  <a:pt x="1442231" y="97703"/>
                </a:lnTo>
                <a:lnTo>
                  <a:pt x="1441016" y="96285"/>
                </a:lnTo>
                <a:lnTo>
                  <a:pt x="1439881" y="94786"/>
                </a:lnTo>
                <a:lnTo>
                  <a:pt x="1438830" y="93206"/>
                </a:lnTo>
                <a:lnTo>
                  <a:pt x="1437867" y="91546"/>
                </a:lnTo>
                <a:lnTo>
                  <a:pt x="1436999" y="89808"/>
                </a:lnTo>
                <a:lnTo>
                  <a:pt x="1436229" y="87992"/>
                </a:lnTo>
                <a:lnTo>
                  <a:pt x="1435563" y="86100"/>
                </a:lnTo>
                <a:lnTo>
                  <a:pt x="1435005" y="84134"/>
                </a:lnTo>
                <a:lnTo>
                  <a:pt x="1434561" y="82093"/>
                </a:lnTo>
                <a:lnTo>
                  <a:pt x="1492013" y="82093"/>
                </a:lnTo>
                <a:lnTo>
                  <a:pt x="1492517" y="82093"/>
                </a:lnTo>
                <a:lnTo>
                  <a:pt x="1493016" y="82089"/>
                </a:lnTo>
                <a:lnTo>
                  <a:pt x="1493507" y="82079"/>
                </a:lnTo>
                <a:lnTo>
                  <a:pt x="1493990" y="82060"/>
                </a:lnTo>
                <a:lnTo>
                  <a:pt x="1494464" y="82029"/>
                </a:lnTo>
                <a:lnTo>
                  <a:pt x="1494926" y="81982"/>
                </a:lnTo>
                <a:lnTo>
                  <a:pt x="1495376" y="81916"/>
                </a:lnTo>
                <a:lnTo>
                  <a:pt x="1495812" y="81829"/>
                </a:lnTo>
                <a:lnTo>
                  <a:pt x="1496232" y="81717"/>
                </a:lnTo>
                <a:lnTo>
                  <a:pt x="1496636" y="81577"/>
                </a:lnTo>
                <a:lnTo>
                  <a:pt x="1497021" y="81406"/>
                </a:lnTo>
                <a:lnTo>
                  <a:pt x="1497387" y="81202"/>
                </a:lnTo>
                <a:lnTo>
                  <a:pt x="1497731" y="80960"/>
                </a:lnTo>
                <a:lnTo>
                  <a:pt x="1498053" y="80677"/>
                </a:lnTo>
                <a:lnTo>
                  <a:pt x="1498352" y="80352"/>
                </a:lnTo>
                <a:lnTo>
                  <a:pt x="1498624" y="79980"/>
                </a:lnTo>
                <a:lnTo>
                  <a:pt x="1498870" y="79559"/>
                </a:lnTo>
                <a:lnTo>
                  <a:pt x="1499088" y="79084"/>
                </a:lnTo>
                <a:lnTo>
                  <a:pt x="1499277" y="78555"/>
                </a:lnTo>
                <a:lnTo>
                  <a:pt x="1499434" y="77966"/>
                </a:lnTo>
                <a:lnTo>
                  <a:pt x="1499559" y="77316"/>
                </a:lnTo>
                <a:lnTo>
                  <a:pt x="1499649" y="76600"/>
                </a:lnTo>
                <a:lnTo>
                  <a:pt x="1499705" y="75816"/>
                </a:lnTo>
                <a:lnTo>
                  <a:pt x="1499724" y="74962"/>
                </a:lnTo>
                <a:lnTo>
                  <a:pt x="1499660" y="72231"/>
                </a:lnTo>
                <a:lnTo>
                  <a:pt x="1499467" y="69539"/>
                </a:lnTo>
                <a:lnTo>
                  <a:pt x="1499145" y="66893"/>
                </a:lnTo>
                <a:lnTo>
                  <a:pt x="1498694" y="64300"/>
                </a:lnTo>
                <a:lnTo>
                  <a:pt x="1498114" y="61766"/>
                </a:lnTo>
                <a:lnTo>
                  <a:pt x="1497404" y="59299"/>
                </a:lnTo>
                <a:lnTo>
                  <a:pt x="1496566" y="56905"/>
                </a:lnTo>
                <a:lnTo>
                  <a:pt x="1495597" y="54591"/>
                </a:lnTo>
                <a:lnTo>
                  <a:pt x="1494498" y="52365"/>
                </a:lnTo>
                <a:lnTo>
                  <a:pt x="1493270" y="50232"/>
                </a:lnTo>
                <a:lnTo>
                  <a:pt x="1491911" y="48200"/>
                </a:lnTo>
                <a:lnTo>
                  <a:pt x="1490422" y="46276"/>
                </a:lnTo>
                <a:lnTo>
                  <a:pt x="1488802" y="44467"/>
                </a:lnTo>
                <a:lnTo>
                  <a:pt x="1487052" y="42778"/>
                </a:lnTo>
                <a:lnTo>
                  <a:pt x="1485171" y="41218"/>
                </a:lnTo>
                <a:lnTo>
                  <a:pt x="1483158" y="39793"/>
                </a:lnTo>
                <a:lnTo>
                  <a:pt x="1481015" y="38510"/>
                </a:lnTo>
                <a:lnTo>
                  <a:pt x="1478740" y="37376"/>
                </a:lnTo>
                <a:lnTo>
                  <a:pt x="1476334" y="36397"/>
                </a:lnTo>
                <a:lnTo>
                  <a:pt x="1473795" y="35581"/>
                </a:lnTo>
                <a:lnTo>
                  <a:pt x="1471125" y="34935"/>
                </a:lnTo>
                <a:lnTo>
                  <a:pt x="1468323" y="34464"/>
                </a:lnTo>
                <a:lnTo>
                  <a:pt x="1465389" y="34177"/>
                </a:lnTo>
                <a:lnTo>
                  <a:pt x="1462322" y="34080"/>
                </a:lnTo>
                <a:lnTo>
                  <a:pt x="1459478" y="34179"/>
                </a:lnTo>
                <a:lnTo>
                  <a:pt x="1456687" y="34473"/>
                </a:lnTo>
                <a:lnTo>
                  <a:pt x="1453954" y="34955"/>
                </a:lnTo>
                <a:lnTo>
                  <a:pt x="1451286" y="35618"/>
                </a:lnTo>
                <a:lnTo>
                  <a:pt x="1448688" y="36457"/>
                </a:lnTo>
                <a:lnTo>
                  <a:pt x="1446167" y="37464"/>
                </a:lnTo>
                <a:lnTo>
                  <a:pt x="1443728" y="38633"/>
                </a:lnTo>
                <a:lnTo>
                  <a:pt x="1441379" y="39958"/>
                </a:lnTo>
                <a:lnTo>
                  <a:pt x="1439125" y="41432"/>
                </a:lnTo>
                <a:lnTo>
                  <a:pt x="1436972" y="43050"/>
                </a:lnTo>
                <a:lnTo>
                  <a:pt x="1434926" y="44803"/>
                </a:lnTo>
                <a:lnTo>
                  <a:pt x="1432994" y="46687"/>
                </a:lnTo>
                <a:lnTo>
                  <a:pt x="1431181" y="48694"/>
                </a:lnTo>
                <a:lnTo>
                  <a:pt x="1429494" y="50818"/>
                </a:lnTo>
                <a:lnTo>
                  <a:pt x="1427938" y="53053"/>
                </a:lnTo>
                <a:lnTo>
                  <a:pt x="1426520" y="55392"/>
                </a:lnTo>
                <a:lnTo>
                  <a:pt x="1425247" y="57829"/>
                </a:lnTo>
                <a:lnTo>
                  <a:pt x="1424123" y="60357"/>
                </a:lnTo>
                <a:lnTo>
                  <a:pt x="1423155" y="62971"/>
                </a:lnTo>
                <a:lnTo>
                  <a:pt x="1422350" y="65662"/>
                </a:lnTo>
                <a:lnTo>
                  <a:pt x="1421713" y="68425"/>
                </a:lnTo>
                <a:lnTo>
                  <a:pt x="1421250" y="71254"/>
                </a:lnTo>
                <a:lnTo>
                  <a:pt x="1420968" y="74142"/>
                </a:lnTo>
                <a:lnTo>
                  <a:pt x="1420873" y="77083"/>
                </a:lnTo>
                <a:lnTo>
                  <a:pt x="1420973" y="80005"/>
                </a:lnTo>
                <a:lnTo>
                  <a:pt x="1421270" y="82878"/>
                </a:lnTo>
                <a:lnTo>
                  <a:pt x="1421758" y="85696"/>
                </a:lnTo>
                <a:lnTo>
                  <a:pt x="1422430" y="88451"/>
                </a:lnTo>
                <a:lnTo>
                  <a:pt x="1423281" y="91136"/>
                </a:lnTo>
                <a:lnTo>
                  <a:pt x="1424304" y="93746"/>
                </a:lnTo>
                <a:lnTo>
                  <a:pt x="1425493" y="96274"/>
                </a:lnTo>
                <a:lnTo>
                  <a:pt x="1426842" y="98712"/>
                </a:lnTo>
                <a:lnTo>
                  <a:pt x="1428345" y="101054"/>
                </a:lnTo>
                <a:lnTo>
                  <a:pt x="1429996" y="103294"/>
                </a:lnTo>
                <a:lnTo>
                  <a:pt x="1431789" y="105424"/>
                </a:lnTo>
                <a:lnTo>
                  <a:pt x="1433717" y="107439"/>
                </a:lnTo>
                <a:lnTo>
                  <a:pt x="1435775" y="109330"/>
                </a:lnTo>
                <a:lnTo>
                  <a:pt x="1437956" y="111092"/>
                </a:lnTo>
                <a:lnTo>
                  <a:pt x="1440255" y="112719"/>
                </a:lnTo>
                <a:lnTo>
                  <a:pt x="1442665" y="114202"/>
                </a:lnTo>
                <a:lnTo>
                  <a:pt x="1445180" y="115536"/>
                </a:lnTo>
                <a:lnTo>
                  <a:pt x="1447794" y="116714"/>
                </a:lnTo>
                <a:lnTo>
                  <a:pt x="1450500" y="117729"/>
                </a:lnTo>
                <a:lnTo>
                  <a:pt x="1453294" y="118574"/>
                </a:lnTo>
                <a:lnTo>
                  <a:pt x="1456168" y="119244"/>
                </a:lnTo>
                <a:lnTo>
                  <a:pt x="1459117" y="119730"/>
                </a:lnTo>
                <a:lnTo>
                  <a:pt x="1462134" y="120027"/>
                </a:lnTo>
                <a:lnTo>
                  <a:pt x="1465214" y="120127"/>
                </a:lnTo>
                <a:lnTo>
                  <a:pt x="1468310" y="120039"/>
                </a:lnTo>
                <a:lnTo>
                  <a:pt x="1471239" y="119783"/>
                </a:lnTo>
                <a:lnTo>
                  <a:pt x="1474004" y="119372"/>
                </a:lnTo>
                <a:lnTo>
                  <a:pt x="1476607" y="118819"/>
                </a:lnTo>
                <a:lnTo>
                  <a:pt x="1479052" y="118137"/>
                </a:lnTo>
                <a:lnTo>
                  <a:pt x="1481343" y="117339"/>
                </a:lnTo>
                <a:lnTo>
                  <a:pt x="1483481" y="116438"/>
                </a:lnTo>
                <a:lnTo>
                  <a:pt x="1485472" y="115447"/>
                </a:lnTo>
                <a:lnTo>
                  <a:pt x="1487317" y="114379"/>
                </a:lnTo>
                <a:lnTo>
                  <a:pt x="1489020" y="113247"/>
                </a:lnTo>
                <a:lnTo>
                  <a:pt x="1490584" y="112064"/>
                </a:lnTo>
                <a:lnTo>
                  <a:pt x="1492012" y="110843"/>
                </a:lnTo>
                <a:lnTo>
                  <a:pt x="1493308" y="109596"/>
                </a:lnTo>
                <a:lnTo>
                  <a:pt x="1494475" y="108338"/>
                </a:lnTo>
                <a:lnTo>
                  <a:pt x="1495515" y="107080"/>
                </a:lnTo>
                <a:lnTo>
                  <a:pt x="1496432" y="105836"/>
                </a:lnTo>
                <a:lnTo>
                  <a:pt x="1497230" y="104619"/>
                </a:lnTo>
                <a:lnTo>
                  <a:pt x="1497910" y="103441"/>
                </a:lnTo>
                <a:lnTo>
                  <a:pt x="1498478" y="102316"/>
                </a:lnTo>
                <a:lnTo>
                  <a:pt x="1498935" y="101257"/>
                </a:lnTo>
                <a:lnTo>
                  <a:pt x="1499285" y="100276"/>
                </a:lnTo>
                <a:lnTo>
                  <a:pt x="1499531" y="99387"/>
                </a:lnTo>
                <a:lnTo>
                  <a:pt x="1499676" y="98603"/>
                </a:lnTo>
                <a:lnTo>
                  <a:pt x="1499724" y="97937"/>
                </a:lnTo>
                <a:lnTo>
                  <a:pt x="1499695" y="97290"/>
                </a:lnTo>
                <a:lnTo>
                  <a:pt x="1499613" y="96696"/>
                </a:lnTo>
                <a:lnTo>
                  <a:pt x="1499481" y="96153"/>
                </a:lnTo>
                <a:lnTo>
                  <a:pt x="1499304" y="95659"/>
                </a:lnTo>
                <a:lnTo>
                  <a:pt x="1499087" y="95213"/>
                </a:lnTo>
                <a:close/>
                <a:moveTo>
                  <a:pt x="1436796" y="63809"/>
                </a:moveTo>
                <a:lnTo>
                  <a:pt x="1437512" y="62243"/>
                </a:lnTo>
                <a:lnTo>
                  <a:pt x="1438303" y="60730"/>
                </a:lnTo>
                <a:lnTo>
                  <a:pt x="1439167" y="59270"/>
                </a:lnTo>
                <a:lnTo>
                  <a:pt x="1440102" y="57869"/>
                </a:lnTo>
                <a:lnTo>
                  <a:pt x="1441105" y="56529"/>
                </a:lnTo>
                <a:lnTo>
                  <a:pt x="1442172" y="55253"/>
                </a:lnTo>
                <a:lnTo>
                  <a:pt x="1443302" y="54043"/>
                </a:lnTo>
                <a:lnTo>
                  <a:pt x="1444490" y="52905"/>
                </a:lnTo>
                <a:lnTo>
                  <a:pt x="1445735" y="51839"/>
                </a:lnTo>
                <a:lnTo>
                  <a:pt x="1447033" y="50850"/>
                </a:lnTo>
                <a:lnTo>
                  <a:pt x="1448381" y="49940"/>
                </a:lnTo>
                <a:lnTo>
                  <a:pt x="1449777" y="49113"/>
                </a:lnTo>
                <a:lnTo>
                  <a:pt x="1451218" y="48372"/>
                </a:lnTo>
                <a:lnTo>
                  <a:pt x="1452701" y="47719"/>
                </a:lnTo>
                <a:lnTo>
                  <a:pt x="1454224" y="47158"/>
                </a:lnTo>
                <a:lnTo>
                  <a:pt x="1455782" y="46693"/>
                </a:lnTo>
                <a:lnTo>
                  <a:pt x="1457374" y="46325"/>
                </a:lnTo>
                <a:lnTo>
                  <a:pt x="1458997" y="46059"/>
                </a:lnTo>
                <a:lnTo>
                  <a:pt x="1460647" y="45897"/>
                </a:lnTo>
                <a:lnTo>
                  <a:pt x="1462322" y="45842"/>
                </a:lnTo>
                <a:lnTo>
                  <a:pt x="1463585" y="45868"/>
                </a:lnTo>
                <a:lnTo>
                  <a:pt x="1464862" y="45948"/>
                </a:lnTo>
                <a:lnTo>
                  <a:pt x="1466148" y="46088"/>
                </a:lnTo>
                <a:lnTo>
                  <a:pt x="1467439" y="46291"/>
                </a:lnTo>
                <a:lnTo>
                  <a:pt x="1468729" y="46562"/>
                </a:lnTo>
                <a:lnTo>
                  <a:pt x="1470013" y="46906"/>
                </a:lnTo>
                <a:lnTo>
                  <a:pt x="1471285" y="47326"/>
                </a:lnTo>
                <a:lnTo>
                  <a:pt x="1472540" y="47828"/>
                </a:lnTo>
                <a:lnTo>
                  <a:pt x="1473773" y="48415"/>
                </a:lnTo>
                <a:lnTo>
                  <a:pt x="1474979" y="49092"/>
                </a:lnTo>
                <a:lnTo>
                  <a:pt x="1476152" y="49865"/>
                </a:lnTo>
                <a:lnTo>
                  <a:pt x="1477288" y="50736"/>
                </a:lnTo>
                <a:lnTo>
                  <a:pt x="1478380" y="51710"/>
                </a:lnTo>
                <a:lnTo>
                  <a:pt x="1479423" y="52792"/>
                </a:lnTo>
                <a:lnTo>
                  <a:pt x="1480413" y="53987"/>
                </a:lnTo>
                <a:lnTo>
                  <a:pt x="1481344" y="55299"/>
                </a:lnTo>
                <a:lnTo>
                  <a:pt x="1482211" y="56731"/>
                </a:lnTo>
                <a:lnTo>
                  <a:pt x="1483008" y="58289"/>
                </a:lnTo>
                <a:lnTo>
                  <a:pt x="1483731" y="59978"/>
                </a:lnTo>
                <a:lnTo>
                  <a:pt x="1484373" y="61800"/>
                </a:lnTo>
                <a:lnTo>
                  <a:pt x="1484930" y="63762"/>
                </a:lnTo>
                <a:lnTo>
                  <a:pt x="1485396" y="65867"/>
                </a:lnTo>
                <a:lnTo>
                  <a:pt x="1485767" y="68120"/>
                </a:lnTo>
                <a:lnTo>
                  <a:pt x="1486036" y="70525"/>
                </a:lnTo>
                <a:lnTo>
                  <a:pt x="1434755" y="70525"/>
                </a:lnTo>
                <a:lnTo>
                  <a:pt x="1435137" y="68784"/>
                </a:lnTo>
                <a:lnTo>
                  <a:pt x="1435606" y="67082"/>
                </a:lnTo>
                <a:lnTo>
                  <a:pt x="1436160" y="65423"/>
                </a:lnTo>
                <a:lnTo>
                  <a:pt x="1436796" y="63809"/>
                </a:lnTo>
                <a:close/>
                <a:moveTo>
                  <a:pt x="2001994" y="84283"/>
                </a:moveTo>
                <a:lnTo>
                  <a:pt x="2000856" y="82607"/>
                </a:lnTo>
                <a:lnTo>
                  <a:pt x="1999572" y="81064"/>
                </a:lnTo>
                <a:lnTo>
                  <a:pt x="1998162" y="79649"/>
                </a:lnTo>
                <a:lnTo>
                  <a:pt x="1996644" y="78355"/>
                </a:lnTo>
                <a:lnTo>
                  <a:pt x="1995037" y="77178"/>
                </a:lnTo>
                <a:lnTo>
                  <a:pt x="1993360" y="76112"/>
                </a:lnTo>
                <a:lnTo>
                  <a:pt x="1991631" y="75151"/>
                </a:lnTo>
                <a:lnTo>
                  <a:pt x="1989871" y="74289"/>
                </a:lnTo>
                <a:lnTo>
                  <a:pt x="1988098" y="73521"/>
                </a:lnTo>
                <a:lnTo>
                  <a:pt x="1986330" y="72842"/>
                </a:lnTo>
                <a:lnTo>
                  <a:pt x="1984587" y="72245"/>
                </a:lnTo>
                <a:lnTo>
                  <a:pt x="1982887" y="71725"/>
                </a:lnTo>
                <a:lnTo>
                  <a:pt x="1981250" y="71276"/>
                </a:lnTo>
                <a:lnTo>
                  <a:pt x="1979694" y="70894"/>
                </a:lnTo>
                <a:lnTo>
                  <a:pt x="1978239" y="70572"/>
                </a:lnTo>
                <a:lnTo>
                  <a:pt x="1976902" y="70304"/>
                </a:lnTo>
                <a:lnTo>
                  <a:pt x="1975704" y="70085"/>
                </a:lnTo>
                <a:lnTo>
                  <a:pt x="1974663" y="69910"/>
                </a:lnTo>
                <a:lnTo>
                  <a:pt x="1973797" y="69772"/>
                </a:lnTo>
                <a:lnTo>
                  <a:pt x="1960689" y="67457"/>
                </a:lnTo>
                <a:lnTo>
                  <a:pt x="1959952" y="67352"/>
                </a:lnTo>
                <a:lnTo>
                  <a:pt x="1959146" y="67229"/>
                </a:lnTo>
                <a:lnTo>
                  <a:pt x="1958280" y="67087"/>
                </a:lnTo>
                <a:lnTo>
                  <a:pt x="1957362" y="66924"/>
                </a:lnTo>
                <a:lnTo>
                  <a:pt x="1956401" y="66739"/>
                </a:lnTo>
                <a:lnTo>
                  <a:pt x="1955408" y="66530"/>
                </a:lnTo>
                <a:lnTo>
                  <a:pt x="1954389" y="66295"/>
                </a:lnTo>
                <a:lnTo>
                  <a:pt x="1953355" y="66033"/>
                </a:lnTo>
                <a:lnTo>
                  <a:pt x="1952314" y="65742"/>
                </a:lnTo>
                <a:lnTo>
                  <a:pt x="1951276" y="65421"/>
                </a:lnTo>
                <a:lnTo>
                  <a:pt x="1950248" y="65068"/>
                </a:lnTo>
                <a:lnTo>
                  <a:pt x="1949241" y="64681"/>
                </a:lnTo>
                <a:lnTo>
                  <a:pt x="1948263" y="64259"/>
                </a:lnTo>
                <a:lnTo>
                  <a:pt x="1947323" y="63801"/>
                </a:lnTo>
                <a:lnTo>
                  <a:pt x="1946430" y="63304"/>
                </a:lnTo>
                <a:lnTo>
                  <a:pt x="1945594" y="62767"/>
                </a:lnTo>
                <a:lnTo>
                  <a:pt x="1944822" y="62188"/>
                </a:lnTo>
                <a:lnTo>
                  <a:pt x="1944124" y="61567"/>
                </a:lnTo>
                <a:lnTo>
                  <a:pt x="1943508" y="60900"/>
                </a:lnTo>
                <a:lnTo>
                  <a:pt x="1942985" y="60188"/>
                </a:lnTo>
                <a:lnTo>
                  <a:pt x="1942562" y="59427"/>
                </a:lnTo>
                <a:lnTo>
                  <a:pt x="1942249" y="58617"/>
                </a:lnTo>
                <a:lnTo>
                  <a:pt x="1942055" y="57756"/>
                </a:lnTo>
                <a:lnTo>
                  <a:pt x="1941988" y="56842"/>
                </a:lnTo>
                <a:lnTo>
                  <a:pt x="1942020" y="56210"/>
                </a:lnTo>
                <a:lnTo>
                  <a:pt x="1942120" y="55572"/>
                </a:lnTo>
                <a:lnTo>
                  <a:pt x="1942289" y="54929"/>
                </a:lnTo>
                <a:lnTo>
                  <a:pt x="1942530" y="54285"/>
                </a:lnTo>
                <a:lnTo>
                  <a:pt x="1942845" y="53644"/>
                </a:lnTo>
                <a:lnTo>
                  <a:pt x="1943238" y="53007"/>
                </a:lnTo>
                <a:lnTo>
                  <a:pt x="1943711" y="52378"/>
                </a:lnTo>
                <a:lnTo>
                  <a:pt x="1944266" y="51761"/>
                </a:lnTo>
                <a:lnTo>
                  <a:pt x="1944906" y="51157"/>
                </a:lnTo>
                <a:lnTo>
                  <a:pt x="1945633" y="50571"/>
                </a:lnTo>
                <a:lnTo>
                  <a:pt x="1946451" y="50004"/>
                </a:lnTo>
                <a:lnTo>
                  <a:pt x="1947362" y="49461"/>
                </a:lnTo>
                <a:lnTo>
                  <a:pt x="1948368" y="48944"/>
                </a:lnTo>
                <a:lnTo>
                  <a:pt x="1949472" y="48456"/>
                </a:lnTo>
                <a:lnTo>
                  <a:pt x="1950676" y="48000"/>
                </a:lnTo>
                <a:lnTo>
                  <a:pt x="1951984" y="47579"/>
                </a:lnTo>
                <a:lnTo>
                  <a:pt x="1953398" y="47197"/>
                </a:lnTo>
                <a:lnTo>
                  <a:pt x="1954920" y="46855"/>
                </a:lnTo>
                <a:lnTo>
                  <a:pt x="1956553" y="46558"/>
                </a:lnTo>
                <a:lnTo>
                  <a:pt x="1958299" y="46308"/>
                </a:lnTo>
                <a:lnTo>
                  <a:pt x="1960162" y="46109"/>
                </a:lnTo>
                <a:lnTo>
                  <a:pt x="1962143" y="45963"/>
                </a:lnTo>
                <a:lnTo>
                  <a:pt x="1964246" y="45873"/>
                </a:lnTo>
                <a:lnTo>
                  <a:pt x="1966472" y="45842"/>
                </a:lnTo>
                <a:lnTo>
                  <a:pt x="1968404" y="45872"/>
                </a:lnTo>
                <a:lnTo>
                  <a:pt x="1970202" y="45959"/>
                </a:lnTo>
                <a:lnTo>
                  <a:pt x="1971871" y="46101"/>
                </a:lnTo>
                <a:lnTo>
                  <a:pt x="1973416" y="46294"/>
                </a:lnTo>
                <a:lnTo>
                  <a:pt x="1974842" y="46536"/>
                </a:lnTo>
                <a:lnTo>
                  <a:pt x="1976153" y="46825"/>
                </a:lnTo>
                <a:lnTo>
                  <a:pt x="1977356" y="47157"/>
                </a:lnTo>
                <a:lnTo>
                  <a:pt x="1978453" y="47529"/>
                </a:lnTo>
                <a:lnTo>
                  <a:pt x="1979451" y="47938"/>
                </a:lnTo>
                <a:lnTo>
                  <a:pt x="1980354" y="48383"/>
                </a:lnTo>
                <a:lnTo>
                  <a:pt x="1981167" y="48859"/>
                </a:lnTo>
                <a:lnTo>
                  <a:pt x="1981895" y="49364"/>
                </a:lnTo>
                <a:lnTo>
                  <a:pt x="1982543" y="49895"/>
                </a:lnTo>
                <a:lnTo>
                  <a:pt x="1983115" y="50450"/>
                </a:lnTo>
                <a:lnTo>
                  <a:pt x="1983616" y="51024"/>
                </a:lnTo>
                <a:lnTo>
                  <a:pt x="1984052" y="51617"/>
                </a:lnTo>
                <a:lnTo>
                  <a:pt x="1984427" y="52224"/>
                </a:lnTo>
                <a:lnTo>
                  <a:pt x="1984746" y="52843"/>
                </a:lnTo>
                <a:lnTo>
                  <a:pt x="1985013" y="53471"/>
                </a:lnTo>
                <a:lnTo>
                  <a:pt x="1985234" y="54106"/>
                </a:lnTo>
                <a:lnTo>
                  <a:pt x="1985414" y="54743"/>
                </a:lnTo>
                <a:lnTo>
                  <a:pt x="1985557" y="55381"/>
                </a:lnTo>
                <a:lnTo>
                  <a:pt x="1985668" y="56017"/>
                </a:lnTo>
                <a:lnTo>
                  <a:pt x="1985753" y="56648"/>
                </a:lnTo>
                <a:lnTo>
                  <a:pt x="1985778" y="57058"/>
                </a:lnTo>
                <a:lnTo>
                  <a:pt x="1985808" y="57467"/>
                </a:lnTo>
                <a:lnTo>
                  <a:pt x="1985844" y="57873"/>
                </a:lnTo>
                <a:lnTo>
                  <a:pt x="1985889" y="58274"/>
                </a:lnTo>
                <a:lnTo>
                  <a:pt x="1985946" y="58670"/>
                </a:lnTo>
                <a:lnTo>
                  <a:pt x="1986017" y="59059"/>
                </a:lnTo>
                <a:lnTo>
                  <a:pt x="1986103" y="59439"/>
                </a:lnTo>
                <a:lnTo>
                  <a:pt x="1986209" y="59809"/>
                </a:lnTo>
                <a:lnTo>
                  <a:pt x="1986334" y="60167"/>
                </a:lnTo>
                <a:lnTo>
                  <a:pt x="1986483" y="60513"/>
                </a:lnTo>
                <a:lnTo>
                  <a:pt x="1986658" y="60845"/>
                </a:lnTo>
                <a:lnTo>
                  <a:pt x="1986860" y="61161"/>
                </a:lnTo>
                <a:lnTo>
                  <a:pt x="1987092" y="61460"/>
                </a:lnTo>
                <a:lnTo>
                  <a:pt x="1987357" y="61740"/>
                </a:lnTo>
                <a:lnTo>
                  <a:pt x="1987657" y="62000"/>
                </a:lnTo>
                <a:lnTo>
                  <a:pt x="1987993" y="62239"/>
                </a:lnTo>
                <a:lnTo>
                  <a:pt x="1988370" y="62456"/>
                </a:lnTo>
                <a:lnTo>
                  <a:pt x="1988788" y="62648"/>
                </a:lnTo>
                <a:lnTo>
                  <a:pt x="1989250" y="62814"/>
                </a:lnTo>
                <a:lnTo>
                  <a:pt x="1989759" y="62953"/>
                </a:lnTo>
                <a:lnTo>
                  <a:pt x="1990317" y="63064"/>
                </a:lnTo>
                <a:lnTo>
                  <a:pt x="1990926" y="63145"/>
                </a:lnTo>
                <a:lnTo>
                  <a:pt x="1991588" y="63195"/>
                </a:lnTo>
                <a:lnTo>
                  <a:pt x="1992307" y="63211"/>
                </a:lnTo>
                <a:lnTo>
                  <a:pt x="1993116" y="63191"/>
                </a:lnTo>
                <a:lnTo>
                  <a:pt x="1993857" y="63129"/>
                </a:lnTo>
                <a:lnTo>
                  <a:pt x="1994534" y="63030"/>
                </a:lnTo>
                <a:lnTo>
                  <a:pt x="1995150" y="62893"/>
                </a:lnTo>
                <a:lnTo>
                  <a:pt x="1995707" y="62722"/>
                </a:lnTo>
                <a:lnTo>
                  <a:pt x="1996208" y="62518"/>
                </a:lnTo>
                <a:lnTo>
                  <a:pt x="1996657" y="62282"/>
                </a:lnTo>
                <a:lnTo>
                  <a:pt x="1997056" y="62017"/>
                </a:lnTo>
                <a:lnTo>
                  <a:pt x="1997408" y="61725"/>
                </a:lnTo>
                <a:lnTo>
                  <a:pt x="1997716" y="61407"/>
                </a:lnTo>
                <a:lnTo>
                  <a:pt x="1997983" y="61066"/>
                </a:lnTo>
                <a:lnTo>
                  <a:pt x="1998212" y="60702"/>
                </a:lnTo>
                <a:lnTo>
                  <a:pt x="1998406" y="60318"/>
                </a:lnTo>
                <a:lnTo>
                  <a:pt x="1998567" y="59916"/>
                </a:lnTo>
                <a:lnTo>
                  <a:pt x="1998699" y="59498"/>
                </a:lnTo>
                <a:lnTo>
                  <a:pt x="1998805" y="59065"/>
                </a:lnTo>
                <a:lnTo>
                  <a:pt x="1998888" y="58619"/>
                </a:lnTo>
                <a:lnTo>
                  <a:pt x="1998950" y="58162"/>
                </a:lnTo>
                <a:lnTo>
                  <a:pt x="1998994" y="57697"/>
                </a:lnTo>
                <a:lnTo>
                  <a:pt x="1999024" y="57224"/>
                </a:lnTo>
                <a:lnTo>
                  <a:pt x="1999042" y="56746"/>
                </a:lnTo>
                <a:lnTo>
                  <a:pt x="1999051" y="56264"/>
                </a:lnTo>
                <a:lnTo>
                  <a:pt x="1999055" y="55781"/>
                </a:lnTo>
                <a:lnTo>
                  <a:pt x="1999055" y="55297"/>
                </a:lnTo>
                <a:lnTo>
                  <a:pt x="1999055" y="41985"/>
                </a:lnTo>
                <a:lnTo>
                  <a:pt x="1999055" y="41591"/>
                </a:lnTo>
                <a:lnTo>
                  <a:pt x="1999052" y="41182"/>
                </a:lnTo>
                <a:lnTo>
                  <a:pt x="1999044" y="40760"/>
                </a:lnTo>
                <a:lnTo>
                  <a:pt x="1999029" y="40329"/>
                </a:lnTo>
                <a:lnTo>
                  <a:pt x="1999003" y="39891"/>
                </a:lnTo>
                <a:lnTo>
                  <a:pt x="1998965" y="39449"/>
                </a:lnTo>
                <a:lnTo>
                  <a:pt x="1998912" y="39006"/>
                </a:lnTo>
                <a:lnTo>
                  <a:pt x="1998841" y="38565"/>
                </a:lnTo>
                <a:lnTo>
                  <a:pt x="1998750" y="38129"/>
                </a:lnTo>
                <a:lnTo>
                  <a:pt x="1998637" y="37700"/>
                </a:lnTo>
                <a:lnTo>
                  <a:pt x="1998498" y="37282"/>
                </a:lnTo>
                <a:lnTo>
                  <a:pt x="1998332" y="36876"/>
                </a:lnTo>
                <a:lnTo>
                  <a:pt x="1998136" y="36487"/>
                </a:lnTo>
                <a:lnTo>
                  <a:pt x="1997907" y="36117"/>
                </a:lnTo>
                <a:lnTo>
                  <a:pt x="1997643" y="35768"/>
                </a:lnTo>
                <a:lnTo>
                  <a:pt x="1997341" y="35444"/>
                </a:lnTo>
                <a:lnTo>
                  <a:pt x="1996999" y="35148"/>
                </a:lnTo>
                <a:lnTo>
                  <a:pt x="1996614" y="34881"/>
                </a:lnTo>
                <a:lnTo>
                  <a:pt x="1996184" y="34648"/>
                </a:lnTo>
                <a:lnTo>
                  <a:pt x="1995707" y="34451"/>
                </a:lnTo>
                <a:lnTo>
                  <a:pt x="1995179" y="34293"/>
                </a:lnTo>
                <a:lnTo>
                  <a:pt x="1994598" y="34177"/>
                </a:lnTo>
                <a:lnTo>
                  <a:pt x="1993962" y="34105"/>
                </a:lnTo>
                <a:lnTo>
                  <a:pt x="1993269" y="34080"/>
                </a:lnTo>
                <a:lnTo>
                  <a:pt x="1992711" y="34094"/>
                </a:lnTo>
                <a:lnTo>
                  <a:pt x="1992191" y="34134"/>
                </a:lnTo>
                <a:lnTo>
                  <a:pt x="1991708" y="34199"/>
                </a:lnTo>
                <a:lnTo>
                  <a:pt x="1991262" y="34286"/>
                </a:lnTo>
                <a:lnTo>
                  <a:pt x="1990849" y="34395"/>
                </a:lnTo>
                <a:lnTo>
                  <a:pt x="1990468" y="34523"/>
                </a:lnTo>
                <a:lnTo>
                  <a:pt x="1990119" y="34669"/>
                </a:lnTo>
                <a:lnTo>
                  <a:pt x="1989800" y="34830"/>
                </a:lnTo>
                <a:lnTo>
                  <a:pt x="1989508" y="35006"/>
                </a:lnTo>
                <a:lnTo>
                  <a:pt x="1989243" y="35193"/>
                </a:lnTo>
                <a:lnTo>
                  <a:pt x="1989004" y="35392"/>
                </a:lnTo>
                <a:lnTo>
                  <a:pt x="1988787" y="35599"/>
                </a:lnTo>
                <a:lnTo>
                  <a:pt x="1988593" y="35813"/>
                </a:lnTo>
                <a:lnTo>
                  <a:pt x="1988420" y="36033"/>
                </a:lnTo>
                <a:lnTo>
                  <a:pt x="1988265" y="36256"/>
                </a:lnTo>
                <a:lnTo>
                  <a:pt x="1988128" y="36481"/>
                </a:lnTo>
                <a:lnTo>
                  <a:pt x="1988008" y="36705"/>
                </a:lnTo>
                <a:lnTo>
                  <a:pt x="1987901" y="36928"/>
                </a:lnTo>
                <a:lnTo>
                  <a:pt x="1987808" y="37148"/>
                </a:lnTo>
                <a:lnTo>
                  <a:pt x="1987726" y="37362"/>
                </a:lnTo>
                <a:lnTo>
                  <a:pt x="1987655" y="37569"/>
                </a:lnTo>
                <a:lnTo>
                  <a:pt x="1987592" y="37768"/>
                </a:lnTo>
                <a:lnTo>
                  <a:pt x="1987536" y="37955"/>
                </a:lnTo>
                <a:lnTo>
                  <a:pt x="1987485" y="38131"/>
                </a:lnTo>
                <a:lnTo>
                  <a:pt x="1986426" y="37645"/>
                </a:lnTo>
                <a:lnTo>
                  <a:pt x="1985368" y="37200"/>
                </a:lnTo>
                <a:lnTo>
                  <a:pt x="1984314" y="36794"/>
                </a:lnTo>
                <a:lnTo>
                  <a:pt x="1983267" y="36424"/>
                </a:lnTo>
                <a:lnTo>
                  <a:pt x="1982228" y="36090"/>
                </a:lnTo>
                <a:lnTo>
                  <a:pt x="1981199" y="35789"/>
                </a:lnTo>
                <a:lnTo>
                  <a:pt x="1980183" y="35520"/>
                </a:lnTo>
                <a:lnTo>
                  <a:pt x="1979182" y="35280"/>
                </a:lnTo>
                <a:lnTo>
                  <a:pt x="1978197" y="35069"/>
                </a:lnTo>
                <a:lnTo>
                  <a:pt x="1977231" y="34884"/>
                </a:lnTo>
                <a:lnTo>
                  <a:pt x="1976286" y="34724"/>
                </a:lnTo>
                <a:lnTo>
                  <a:pt x="1975365" y="34586"/>
                </a:lnTo>
                <a:lnTo>
                  <a:pt x="1974468" y="34470"/>
                </a:lnTo>
                <a:lnTo>
                  <a:pt x="1973598" y="34373"/>
                </a:lnTo>
                <a:lnTo>
                  <a:pt x="1972758" y="34294"/>
                </a:lnTo>
                <a:lnTo>
                  <a:pt x="1971949" y="34230"/>
                </a:lnTo>
                <a:lnTo>
                  <a:pt x="1971173" y="34180"/>
                </a:lnTo>
                <a:lnTo>
                  <a:pt x="1970433" y="34143"/>
                </a:lnTo>
                <a:lnTo>
                  <a:pt x="1969731" y="34117"/>
                </a:lnTo>
                <a:lnTo>
                  <a:pt x="1969068" y="34099"/>
                </a:lnTo>
                <a:lnTo>
                  <a:pt x="1968448" y="34088"/>
                </a:lnTo>
                <a:lnTo>
                  <a:pt x="1967871" y="34082"/>
                </a:lnTo>
                <a:lnTo>
                  <a:pt x="1967340" y="34080"/>
                </a:lnTo>
                <a:lnTo>
                  <a:pt x="1966858" y="34080"/>
                </a:lnTo>
                <a:lnTo>
                  <a:pt x="1962976" y="34160"/>
                </a:lnTo>
                <a:lnTo>
                  <a:pt x="1959373" y="34395"/>
                </a:lnTo>
                <a:lnTo>
                  <a:pt x="1956039" y="34773"/>
                </a:lnTo>
                <a:lnTo>
                  <a:pt x="1952965" y="35284"/>
                </a:lnTo>
                <a:lnTo>
                  <a:pt x="1950138" y="35916"/>
                </a:lnTo>
                <a:lnTo>
                  <a:pt x="1947551" y="36660"/>
                </a:lnTo>
                <a:lnTo>
                  <a:pt x="1945192" y="37504"/>
                </a:lnTo>
                <a:lnTo>
                  <a:pt x="1943051" y="38438"/>
                </a:lnTo>
                <a:lnTo>
                  <a:pt x="1941118" y="39451"/>
                </a:lnTo>
                <a:lnTo>
                  <a:pt x="1939383" y="40532"/>
                </a:lnTo>
                <a:lnTo>
                  <a:pt x="1937837" y="41671"/>
                </a:lnTo>
                <a:lnTo>
                  <a:pt x="1936468" y="42856"/>
                </a:lnTo>
                <a:lnTo>
                  <a:pt x="1935267" y="44078"/>
                </a:lnTo>
                <a:lnTo>
                  <a:pt x="1934223" y="45325"/>
                </a:lnTo>
                <a:lnTo>
                  <a:pt x="1933327" y="46587"/>
                </a:lnTo>
                <a:lnTo>
                  <a:pt x="1932569" y="47854"/>
                </a:lnTo>
                <a:lnTo>
                  <a:pt x="1931937" y="49113"/>
                </a:lnTo>
                <a:lnTo>
                  <a:pt x="1931423" y="50355"/>
                </a:lnTo>
                <a:lnTo>
                  <a:pt x="1931015" y="51569"/>
                </a:lnTo>
                <a:lnTo>
                  <a:pt x="1930704" y="52744"/>
                </a:lnTo>
                <a:lnTo>
                  <a:pt x="1930480" y="53870"/>
                </a:lnTo>
                <a:lnTo>
                  <a:pt x="1930333" y="54935"/>
                </a:lnTo>
                <a:lnTo>
                  <a:pt x="1930252" y="55929"/>
                </a:lnTo>
                <a:lnTo>
                  <a:pt x="1930227" y="56842"/>
                </a:lnTo>
                <a:lnTo>
                  <a:pt x="1930331" y="58987"/>
                </a:lnTo>
                <a:lnTo>
                  <a:pt x="1930635" y="60987"/>
                </a:lnTo>
                <a:lnTo>
                  <a:pt x="1931131" y="62849"/>
                </a:lnTo>
                <a:lnTo>
                  <a:pt x="1931808" y="64578"/>
                </a:lnTo>
                <a:lnTo>
                  <a:pt x="1932657" y="66180"/>
                </a:lnTo>
                <a:lnTo>
                  <a:pt x="1933667" y="67661"/>
                </a:lnTo>
                <a:lnTo>
                  <a:pt x="1934828" y="69028"/>
                </a:lnTo>
                <a:lnTo>
                  <a:pt x="1936132" y="70287"/>
                </a:lnTo>
                <a:lnTo>
                  <a:pt x="1937567" y="71443"/>
                </a:lnTo>
                <a:lnTo>
                  <a:pt x="1939124" y="72502"/>
                </a:lnTo>
                <a:lnTo>
                  <a:pt x="1940794" y="73471"/>
                </a:lnTo>
                <a:lnTo>
                  <a:pt x="1942565" y="74355"/>
                </a:lnTo>
                <a:lnTo>
                  <a:pt x="1944429" y="75161"/>
                </a:lnTo>
                <a:lnTo>
                  <a:pt x="1946376" y="75895"/>
                </a:lnTo>
                <a:lnTo>
                  <a:pt x="1948395" y="76562"/>
                </a:lnTo>
                <a:lnTo>
                  <a:pt x="1950477" y="77169"/>
                </a:lnTo>
                <a:lnTo>
                  <a:pt x="1952612" y="77722"/>
                </a:lnTo>
                <a:lnTo>
                  <a:pt x="1954790" y="78227"/>
                </a:lnTo>
                <a:lnTo>
                  <a:pt x="1957001" y="78689"/>
                </a:lnTo>
                <a:lnTo>
                  <a:pt x="1959235" y="79115"/>
                </a:lnTo>
                <a:lnTo>
                  <a:pt x="1961483" y="79511"/>
                </a:lnTo>
                <a:lnTo>
                  <a:pt x="1963734" y="79883"/>
                </a:lnTo>
                <a:lnTo>
                  <a:pt x="1965979" y="80236"/>
                </a:lnTo>
                <a:lnTo>
                  <a:pt x="1968208" y="80578"/>
                </a:lnTo>
                <a:lnTo>
                  <a:pt x="1969418" y="80776"/>
                </a:lnTo>
                <a:lnTo>
                  <a:pt x="1970682" y="80988"/>
                </a:lnTo>
                <a:lnTo>
                  <a:pt x="1971989" y="81216"/>
                </a:lnTo>
                <a:lnTo>
                  <a:pt x="1973330" y="81462"/>
                </a:lnTo>
                <a:lnTo>
                  <a:pt x="1974697" y="81730"/>
                </a:lnTo>
                <a:lnTo>
                  <a:pt x="1976079" y="82023"/>
                </a:lnTo>
                <a:lnTo>
                  <a:pt x="1977468" y="82343"/>
                </a:lnTo>
                <a:lnTo>
                  <a:pt x="1978854" y="82694"/>
                </a:lnTo>
                <a:lnTo>
                  <a:pt x="1980228" y="83079"/>
                </a:lnTo>
                <a:lnTo>
                  <a:pt x="1981581" y="83500"/>
                </a:lnTo>
                <a:lnTo>
                  <a:pt x="1982903" y="83960"/>
                </a:lnTo>
                <a:lnTo>
                  <a:pt x="1984185" y="84462"/>
                </a:lnTo>
                <a:lnTo>
                  <a:pt x="1985418" y="85010"/>
                </a:lnTo>
                <a:lnTo>
                  <a:pt x="1986593" y="85606"/>
                </a:lnTo>
                <a:lnTo>
                  <a:pt x="1987699" y="86253"/>
                </a:lnTo>
                <a:lnTo>
                  <a:pt x="1988729" y="86954"/>
                </a:lnTo>
                <a:lnTo>
                  <a:pt x="1989672" y="87712"/>
                </a:lnTo>
                <a:lnTo>
                  <a:pt x="1990520" y="88530"/>
                </a:lnTo>
                <a:lnTo>
                  <a:pt x="1991263" y="89411"/>
                </a:lnTo>
                <a:lnTo>
                  <a:pt x="1991891" y="90357"/>
                </a:lnTo>
                <a:lnTo>
                  <a:pt x="1992396" y="91372"/>
                </a:lnTo>
                <a:lnTo>
                  <a:pt x="1992769" y="92459"/>
                </a:lnTo>
                <a:lnTo>
                  <a:pt x="1992999" y="93620"/>
                </a:lnTo>
                <a:lnTo>
                  <a:pt x="1993078" y="94858"/>
                </a:lnTo>
                <a:lnTo>
                  <a:pt x="1993040" y="95746"/>
                </a:lnTo>
                <a:lnTo>
                  <a:pt x="1992927" y="96624"/>
                </a:lnTo>
                <a:lnTo>
                  <a:pt x="1992737" y="97489"/>
                </a:lnTo>
                <a:lnTo>
                  <a:pt x="1992468" y="98338"/>
                </a:lnTo>
                <a:lnTo>
                  <a:pt x="1992119" y="99170"/>
                </a:lnTo>
                <a:lnTo>
                  <a:pt x="1991689" y="99981"/>
                </a:lnTo>
                <a:lnTo>
                  <a:pt x="1991176" y="100770"/>
                </a:lnTo>
                <a:lnTo>
                  <a:pt x="1990578" y="101534"/>
                </a:lnTo>
                <a:lnTo>
                  <a:pt x="1989895" y="102271"/>
                </a:lnTo>
                <a:lnTo>
                  <a:pt x="1989125" y="102977"/>
                </a:lnTo>
                <a:lnTo>
                  <a:pt x="1988266" y="103651"/>
                </a:lnTo>
                <a:lnTo>
                  <a:pt x="1987318" y="104291"/>
                </a:lnTo>
                <a:lnTo>
                  <a:pt x="1986278" y="104893"/>
                </a:lnTo>
                <a:lnTo>
                  <a:pt x="1985145" y="105455"/>
                </a:lnTo>
                <a:lnTo>
                  <a:pt x="1983918" y="105976"/>
                </a:lnTo>
                <a:lnTo>
                  <a:pt x="1982595" y="106452"/>
                </a:lnTo>
                <a:lnTo>
                  <a:pt x="1981175" y="106881"/>
                </a:lnTo>
                <a:lnTo>
                  <a:pt x="1979657" y="107261"/>
                </a:lnTo>
                <a:lnTo>
                  <a:pt x="1978039" y="107589"/>
                </a:lnTo>
                <a:lnTo>
                  <a:pt x="1976319" y="107863"/>
                </a:lnTo>
                <a:lnTo>
                  <a:pt x="1974497" y="108080"/>
                </a:lnTo>
                <a:lnTo>
                  <a:pt x="1972570" y="108238"/>
                </a:lnTo>
                <a:lnTo>
                  <a:pt x="1970538" y="108335"/>
                </a:lnTo>
                <a:lnTo>
                  <a:pt x="1968399" y="108368"/>
                </a:lnTo>
                <a:lnTo>
                  <a:pt x="1967258" y="108356"/>
                </a:lnTo>
                <a:lnTo>
                  <a:pt x="1966102" y="108317"/>
                </a:lnTo>
                <a:lnTo>
                  <a:pt x="1964935" y="108247"/>
                </a:lnTo>
                <a:lnTo>
                  <a:pt x="1963760" y="108141"/>
                </a:lnTo>
                <a:lnTo>
                  <a:pt x="1962580" y="107994"/>
                </a:lnTo>
                <a:lnTo>
                  <a:pt x="1961399" y="107801"/>
                </a:lnTo>
                <a:lnTo>
                  <a:pt x="1960220" y="107558"/>
                </a:lnTo>
                <a:lnTo>
                  <a:pt x="1959046" y="107260"/>
                </a:lnTo>
                <a:lnTo>
                  <a:pt x="1957880" y="106902"/>
                </a:lnTo>
                <a:lnTo>
                  <a:pt x="1956727" y="106480"/>
                </a:lnTo>
                <a:lnTo>
                  <a:pt x="1955590" y="105989"/>
                </a:lnTo>
                <a:lnTo>
                  <a:pt x="1954471" y="105424"/>
                </a:lnTo>
                <a:lnTo>
                  <a:pt x="1953374" y="104781"/>
                </a:lnTo>
                <a:lnTo>
                  <a:pt x="1952302" y="104055"/>
                </a:lnTo>
                <a:lnTo>
                  <a:pt x="1951260" y="103241"/>
                </a:lnTo>
                <a:lnTo>
                  <a:pt x="1950249" y="102335"/>
                </a:lnTo>
                <a:lnTo>
                  <a:pt x="1949274" y="101331"/>
                </a:lnTo>
                <a:lnTo>
                  <a:pt x="1948338" y="100226"/>
                </a:lnTo>
                <a:lnTo>
                  <a:pt x="1947444" y="99014"/>
                </a:lnTo>
                <a:lnTo>
                  <a:pt x="1946595" y="97691"/>
                </a:lnTo>
                <a:lnTo>
                  <a:pt x="1945796" y="96252"/>
                </a:lnTo>
                <a:lnTo>
                  <a:pt x="1945048" y="94692"/>
                </a:lnTo>
                <a:lnTo>
                  <a:pt x="1944356" y="93007"/>
                </a:lnTo>
                <a:lnTo>
                  <a:pt x="1943724" y="91193"/>
                </a:lnTo>
                <a:lnTo>
                  <a:pt x="1943604" y="90765"/>
                </a:lnTo>
                <a:lnTo>
                  <a:pt x="1943484" y="90353"/>
                </a:lnTo>
                <a:lnTo>
                  <a:pt x="1943362" y="89955"/>
                </a:lnTo>
                <a:lnTo>
                  <a:pt x="1943237" y="89572"/>
                </a:lnTo>
                <a:lnTo>
                  <a:pt x="1943106" y="89204"/>
                </a:lnTo>
                <a:lnTo>
                  <a:pt x="1942967" y="88852"/>
                </a:lnTo>
                <a:lnTo>
                  <a:pt x="1942819" y="88517"/>
                </a:lnTo>
                <a:lnTo>
                  <a:pt x="1942659" y="88198"/>
                </a:lnTo>
                <a:lnTo>
                  <a:pt x="1942486" y="87895"/>
                </a:lnTo>
                <a:lnTo>
                  <a:pt x="1942298" y="87610"/>
                </a:lnTo>
                <a:lnTo>
                  <a:pt x="1942092" y="87342"/>
                </a:lnTo>
                <a:lnTo>
                  <a:pt x="1941867" y="87092"/>
                </a:lnTo>
                <a:lnTo>
                  <a:pt x="1941621" y="86860"/>
                </a:lnTo>
                <a:lnTo>
                  <a:pt x="1941353" y="86646"/>
                </a:lnTo>
                <a:lnTo>
                  <a:pt x="1941059" y="86451"/>
                </a:lnTo>
                <a:lnTo>
                  <a:pt x="1940738" y="86276"/>
                </a:lnTo>
                <a:lnTo>
                  <a:pt x="1940389" y="86119"/>
                </a:lnTo>
                <a:lnTo>
                  <a:pt x="1940009" y="85983"/>
                </a:lnTo>
                <a:lnTo>
                  <a:pt x="1939596" y="85866"/>
                </a:lnTo>
                <a:lnTo>
                  <a:pt x="1939149" y="85770"/>
                </a:lnTo>
                <a:lnTo>
                  <a:pt x="1938665" y="85695"/>
                </a:lnTo>
                <a:lnTo>
                  <a:pt x="1938143" y="85641"/>
                </a:lnTo>
                <a:lnTo>
                  <a:pt x="1937580" y="85608"/>
                </a:lnTo>
                <a:lnTo>
                  <a:pt x="1936975" y="85597"/>
                </a:lnTo>
                <a:lnTo>
                  <a:pt x="1936166" y="85618"/>
                </a:lnTo>
                <a:lnTo>
                  <a:pt x="1935425" y="85679"/>
                </a:lnTo>
                <a:lnTo>
                  <a:pt x="1934748" y="85779"/>
                </a:lnTo>
                <a:lnTo>
                  <a:pt x="1934132" y="85915"/>
                </a:lnTo>
                <a:lnTo>
                  <a:pt x="1933575" y="86086"/>
                </a:lnTo>
                <a:lnTo>
                  <a:pt x="1933074" y="86290"/>
                </a:lnTo>
                <a:lnTo>
                  <a:pt x="1932625" y="86526"/>
                </a:lnTo>
                <a:lnTo>
                  <a:pt x="1932226" y="86790"/>
                </a:lnTo>
                <a:lnTo>
                  <a:pt x="1931874" y="87082"/>
                </a:lnTo>
                <a:lnTo>
                  <a:pt x="1931566" y="87400"/>
                </a:lnTo>
                <a:lnTo>
                  <a:pt x="1931299" y="87742"/>
                </a:lnTo>
                <a:lnTo>
                  <a:pt x="1931070" y="88105"/>
                </a:lnTo>
                <a:lnTo>
                  <a:pt x="1930876" y="88489"/>
                </a:lnTo>
                <a:lnTo>
                  <a:pt x="1930715" y="88890"/>
                </a:lnTo>
                <a:lnTo>
                  <a:pt x="1930583" y="89309"/>
                </a:lnTo>
                <a:lnTo>
                  <a:pt x="1930477" y="89741"/>
                </a:lnTo>
                <a:lnTo>
                  <a:pt x="1930394" y="90187"/>
                </a:lnTo>
                <a:lnTo>
                  <a:pt x="1930332" y="90643"/>
                </a:lnTo>
                <a:lnTo>
                  <a:pt x="1930288" y="91109"/>
                </a:lnTo>
                <a:lnTo>
                  <a:pt x="1930258" y="91582"/>
                </a:lnTo>
                <a:lnTo>
                  <a:pt x="1930240" y="92060"/>
                </a:lnTo>
                <a:lnTo>
                  <a:pt x="1930231" y="92541"/>
                </a:lnTo>
                <a:lnTo>
                  <a:pt x="1930227" y="93025"/>
                </a:lnTo>
                <a:lnTo>
                  <a:pt x="1930227" y="93508"/>
                </a:lnTo>
                <a:lnTo>
                  <a:pt x="1930227" y="112225"/>
                </a:lnTo>
                <a:lnTo>
                  <a:pt x="1930227" y="112619"/>
                </a:lnTo>
                <a:lnTo>
                  <a:pt x="1930230" y="113028"/>
                </a:lnTo>
                <a:lnTo>
                  <a:pt x="1930238" y="113450"/>
                </a:lnTo>
                <a:lnTo>
                  <a:pt x="1930253" y="113881"/>
                </a:lnTo>
                <a:lnTo>
                  <a:pt x="1930279" y="114319"/>
                </a:lnTo>
                <a:lnTo>
                  <a:pt x="1930317" y="114760"/>
                </a:lnTo>
                <a:lnTo>
                  <a:pt x="1930370" y="115203"/>
                </a:lnTo>
                <a:lnTo>
                  <a:pt x="1930441" y="115644"/>
                </a:lnTo>
                <a:lnTo>
                  <a:pt x="1930532" y="116080"/>
                </a:lnTo>
                <a:lnTo>
                  <a:pt x="1930645" y="116509"/>
                </a:lnTo>
                <a:lnTo>
                  <a:pt x="1930784" y="116927"/>
                </a:lnTo>
                <a:lnTo>
                  <a:pt x="1930950" y="117332"/>
                </a:lnTo>
                <a:lnTo>
                  <a:pt x="1931146" y="117721"/>
                </a:lnTo>
                <a:lnTo>
                  <a:pt x="1931375" y="118091"/>
                </a:lnTo>
                <a:lnTo>
                  <a:pt x="1931639" y="118440"/>
                </a:lnTo>
                <a:lnTo>
                  <a:pt x="1931940" y="118763"/>
                </a:lnTo>
                <a:lnTo>
                  <a:pt x="1932282" y="119060"/>
                </a:lnTo>
                <a:lnTo>
                  <a:pt x="1932667" y="119326"/>
                </a:lnTo>
                <a:lnTo>
                  <a:pt x="1933096" y="119559"/>
                </a:lnTo>
                <a:lnTo>
                  <a:pt x="1933574" y="119756"/>
                </a:lnTo>
                <a:lnTo>
                  <a:pt x="1934101" y="119914"/>
                </a:lnTo>
                <a:lnTo>
                  <a:pt x="1934682" y="120030"/>
                </a:lnTo>
                <a:lnTo>
                  <a:pt x="1935317" y="120102"/>
                </a:lnTo>
                <a:lnTo>
                  <a:pt x="1936010" y="120127"/>
                </a:lnTo>
                <a:lnTo>
                  <a:pt x="1936234" y="120125"/>
                </a:lnTo>
                <a:lnTo>
                  <a:pt x="1936471" y="120119"/>
                </a:lnTo>
                <a:lnTo>
                  <a:pt x="1936720" y="120105"/>
                </a:lnTo>
                <a:lnTo>
                  <a:pt x="1936981" y="120080"/>
                </a:lnTo>
                <a:lnTo>
                  <a:pt x="1937252" y="120041"/>
                </a:lnTo>
                <a:lnTo>
                  <a:pt x="1937532" y="119986"/>
                </a:lnTo>
                <a:lnTo>
                  <a:pt x="1937821" y="119911"/>
                </a:lnTo>
                <a:lnTo>
                  <a:pt x="1938117" y="119813"/>
                </a:lnTo>
                <a:lnTo>
                  <a:pt x="1938420" y="119690"/>
                </a:lnTo>
                <a:lnTo>
                  <a:pt x="1938729" y="119539"/>
                </a:lnTo>
                <a:lnTo>
                  <a:pt x="1939043" y="119356"/>
                </a:lnTo>
                <a:lnTo>
                  <a:pt x="1939361" y="119140"/>
                </a:lnTo>
                <a:lnTo>
                  <a:pt x="1939682" y="118886"/>
                </a:lnTo>
                <a:lnTo>
                  <a:pt x="1940004" y="118592"/>
                </a:lnTo>
                <a:lnTo>
                  <a:pt x="1940328" y="118254"/>
                </a:lnTo>
                <a:lnTo>
                  <a:pt x="1940653" y="117871"/>
                </a:lnTo>
                <a:lnTo>
                  <a:pt x="1940976" y="117440"/>
                </a:lnTo>
                <a:lnTo>
                  <a:pt x="1941298" y="116956"/>
                </a:lnTo>
                <a:lnTo>
                  <a:pt x="1941617" y="116417"/>
                </a:lnTo>
                <a:lnTo>
                  <a:pt x="1941933" y="115821"/>
                </a:lnTo>
                <a:lnTo>
                  <a:pt x="1942245" y="115165"/>
                </a:lnTo>
                <a:lnTo>
                  <a:pt x="1942551" y="114444"/>
                </a:lnTo>
                <a:lnTo>
                  <a:pt x="1942851" y="113658"/>
                </a:lnTo>
                <a:lnTo>
                  <a:pt x="1943144" y="112801"/>
                </a:lnTo>
                <a:lnTo>
                  <a:pt x="1944328" y="113635"/>
                </a:lnTo>
                <a:lnTo>
                  <a:pt x="1945518" y="114403"/>
                </a:lnTo>
                <a:lnTo>
                  <a:pt x="1946712" y="115109"/>
                </a:lnTo>
                <a:lnTo>
                  <a:pt x="1947906" y="115754"/>
                </a:lnTo>
                <a:lnTo>
                  <a:pt x="1949098" y="116341"/>
                </a:lnTo>
                <a:lnTo>
                  <a:pt x="1950286" y="116874"/>
                </a:lnTo>
                <a:lnTo>
                  <a:pt x="1951468" y="117354"/>
                </a:lnTo>
                <a:lnTo>
                  <a:pt x="1952641" y="117785"/>
                </a:lnTo>
                <a:lnTo>
                  <a:pt x="1953802" y="118169"/>
                </a:lnTo>
                <a:lnTo>
                  <a:pt x="1954950" y="118509"/>
                </a:lnTo>
                <a:lnTo>
                  <a:pt x="1956081" y="118807"/>
                </a:lnTo>
                <a:lnTo>
                  <a:pt x="1957194" y="119067"/>
                </a:lnTo>
                <a:lnTo>
                  <a:pt x="1958286" y="119290"/>
                </a:lnTo>
                <a:lnTo>
                  <a:pt x="1959354" y="119480"/>
                </a:lnTo>
                <a:lnTo>
                  <a:pt x="1960396" y="119639"/>
                </a:lnTo>
                <a:lnTo>
                  <a:pt x="1961410" y="119770"/>
                </a:lnTo>
                <a:lnTo>
                  <a:pt x="1962393" y="119876"/>
                </a:lnTo>
                <a:lnTo>
                  <a:pt x="1963343" y="119958"/>
                </a:lnTo>
                <a:lnTo>
                  <a:pt x="1964257" y="120021"/>
                </a:lnTo>
                <a:lnTo>
                  <a:pt x="1965133" y="120066"/>
                </a:lnTo>
                <a:lnTo>
                  <a:pt x="1965969" y="120097"/>
                </a:lnTo>
                <a:lnTo>
                  <a:pt x="1966761" y="120115"/>
                </a:lnTo>
                <a:lnTo>
                  <a:pt x="1967508" y="120124"/>
                </a:lnTo>
                <a:lnTo>
                  <a:pt x="1968208" y="120127"/>
                </a:lnTo>
                <a:lnTo>
                  <a:pt x="1971890" y="120045"/>
                </a:lnTo>
                <a:lnTo>
                  <a:pt x="1975327" y="119807"/>
                </a:lnTo>
                <a:lnTo>
                  <a:pt x="1978527" y="119421"/>
                </a:lnTo>
                <a:lnTo>
                  <a:pt x="1981497" y="118899"/>
                </a:lnTo>
                <a:lnTo>
                  <a:pt x="1984246" y="118249"/>
                </a:lnTo>
                <a:lnTo>
                  <a:pt x="1986781" y="117482"/>
                </a:lnTo>
                <a:lnTo>
                  <a:pt x="1989111" y="116607"/>
                </a:lnTo>
                <a:lnTo>
                  <a:pt x="1991242" y="115635"/>
                </a:lnTo>
                <a:lnTo>
                  <a:pt x="1993184" y="114575"/>
                </a:lnTo>
                <a:lnTo>
                  <a:pt x="1994943" y="113437"/>
                </a:lnTo>
                <a:lnTo>
                  <a:pt x="1996527" y="112231"/>
                </a:lnTo>
                <a:lnTo>
                  <a:pt x="1997946" y="110967"/>
                </a:lnTo>
                <a:lnTo>
                  <a:pt x="1999205" y="109654"/>
                </a:lnTo>
                <a:lnTo>
                  <a:pt x="2000314" y="108304"/>
                </a:lnTo>
                <a:lnTo>
                  <a:pt x="2001280" y="106925"/>
                </a:lnTo>
                <a:lnTo>
                  <a:pt x="2002111" y="105527"/>
                </a:lnTo>
                <a:lnTo>
                  <a:pt x="2002814" y="104120"/>
                </a:lnTo>
                <a:lnTo>
                  <a:pt x="2003399" y="102715"/>
                </a:lnTo>
                <a:lnTo>
                  <a:pt x="2003871" y="101320"/>
                </a:lnTo>
                <a:lnTo>
                  <a:pt x="2004241" y="99947"/>
                </a:lnTo>
                <a:lnTo>
                  <a:pt x="2004514" y="98604"/>
                </a:lnTo>
                <a:lnTo>
                  <a:pt x="2004700" y="97302"/>
                </a:lnTo>
                <a:lnTo>
                  <a:pt x="2004805" y="96050"/>
                </a:lnTo>
                <a:lnTo>
                  <a:pt x="2004839" y="94858"/>
                </a:lnTo>
                <a:lnTo>
                  <a:pt x="2004712" y="92432"/>
                </a:lnTo>
                <a:lnTo>
                  <a:pt x="2004346" y="90167"/>
                </a:lnTo>
                <a:lnTo>
                  <a:pt x="2003758" y="88058"/>
                </a:lnTo>
                <a:lnTo>
                  <a:pt x="2002968" y="86098"/>
                </a:lnTo>
                <a:lnTo>
                  <a:pt x="2001994" y="84283"/>
                </a:lnTo>
                <a:close/>
                <a:moveTo>
                  <a:pt x="2307123" y="110203"/>
                </a:moveTo>
                <a:lnTo>
                  <a:pt x="2306883" y="109759"/>
                </a:lnTo>
                <a:lnTo>
                  <a:pt x="2306609" y="109362"/>
                </a:lnTo>
                <a:lnTo>
                  <a:pt x="2306305" y="109009"/>
                </a:lnTo>
                <a:lnTo>
                  <a:pt x="2305973" y="108697"/>
                </a:lnTo>
                <a:lnTo>
                  <a:pt x="2305617" y="108424"/>
                </a:lnTo>
                <a:lnTo>
                  <a:pt x="2305240" y="108188"/>
                </a:lnTo>
                <a:lnTo>
                  <a:pt x="2304844" y="107985"/>
                </a:lnTo>
                <a:lnTo>
                  <a:pt x="2304434" y="107813"/>
                </a:lnTo>
                <a:lnTo>
                  <a:pt x="2304011" y="107670"/>
                </a:lnTo>
                <a:lnTo>
                  <a:pt x="2303580" y="107553"/>
                </a:lnTo>
                <a:lnTo>
                  <a:pt x="2303142" y="107459"/>
                </a:lnTo>
                <a:lnTo>
                  <a:pt x="2302702" y="107386"/>
                </a:lnTo>
                <a:lnTo>
                  <a:pt x="2302263" y="107331"/>
                </a:lnTo>
                <a:lnTo>
                  <a:pt x="2301827" y="107292"/>
                </a:lnTo>
                <a:lnTo>
                  <a:pt x="2301397" y="107266"/>
                </a:lnTo>
                <a:lnTo>
                  <a:pt x="2300977" y="107250"/>
                </a:lnTo>
                <a:lnTo>
                  <a:pt x="2300570" y="107242"/>
                </a:lnTo>
                <a:lnTo>
                  <a:pt x="2300179" y="107239"/>
                </a:lnTo>
                <a:lnTo>
                  <a:pt x="2299807" y="107238"/>
                </a:lnTo>
                <a:lnTo>
                  <a:pt x="2279564" y="107238"/>
                </a:lnTo>
                <a:lnTo>
                  <a:pt x="2279564" y="43868"/>
                </a:lnTo>
                <a:lnTo>
                  <a:pt x="2279558" y="43142"/>
                </a:lnTo>
                <a:lnTo>
                  <a:pt x="2279538" y="42457"/>
                </a:lnTo>
                <a:lnTo>
                  <a:pt x="2279502" y="41813"/>
                </a:lnTo>
                <a:lnTo>
                  <a:pt x="2279448" y="41208"/>
                </a:lnTo>
                <a:lnTo>
                  <a:pt x="2279375" y="40641"/>
                </a:lnTo>
                <a:lnTo>
                  <a:pt x="2279281" y="40112"/>
                </a:lnTo>
                <a:lnTo>
                  <a:pt x="2279164" y="39619"/>
                </a:lnTo>
                <a:lnTo>
                  <a:pt x="2279022" y="39163"/>
                </a:lnTo>
                <a:lnTo>
                  <a:pt x="2278853" y="38741"/>
                </a:lnTo>
                <a:lnTo>
                  <a:pt x="2278655" y="38353"/>
                </a:lnTo>
                <a:lnTo>
                  <a:pt x="2278427" y="37998"/>
                </a:lnTo>
                <a:lnTo>
                  <a:pt x="2278167" y="37675"/>
                </a:lnTo>
                <a:lnTo>
                  <a:pt x="2277872" y="37383"/>
                </a:lnTo>
                <a:lnTo>
                  <a:pt x="2277542" y="37121"/>
                </a:lnTo>
                <a:lnTo>
                  <a:pt x="2277174" y="36889"/>
                </a:lnTo>
                <a:lnTo>
                  <a:pt x="2276766" y="36684"/>
                </a:lnTo>
                <a:lnTo>
                  <a:pt x="2276316" y="36508"/>
                </a:lnTo>
                <a:lnTo>
                  <a:pt x="2275824" y="36358"/>
                </a:lnTo>
                <a:lnTo>
                  <a:pt x="2275286" y="36233"/>
                </a:lnTo>
                <a:lnTo>
                  <a:pt x="2274701" y="36133"/>
                </a:lnTo>
                <a:lnTo>
                  <a:pt x="2274067" y="36057"/>
                </a:lnTo>
                <a:lnTo>
                  <a:pt x="2273382" y="36004"/>
                </a:lnTo>
                <a:lnTo>
                  <a:pt x="2272645" y="35973"/>
                </a:lnTo>
                <a:lnTo>
                  <a:pt x="2271854" y="35963"/>
                </a:lnTo>
                <a:lnTo>
                  <a:pt x="2244478" y="35963"/>
                </a:lnTo>
                <a:lnTo>
                  <a:pt x="2244106" y="35963"/>
                </a:lnTo>
                <a:lnTo>
                  <a:pt x="2243715" y="35966"/>
                </a:lnTo>
                <a:lnTo>
                  <a:pt x="2243308" y="35974"/>
                </a:lnTo>
                <a:lnTo>
                  <a:pt x="2242888" y="35990"/>
                </a:lnTo>
                <a:lnTo>
                  <a:pt x="2242459" y="36015"/>
                </a:lnTo>
                <a:lnTo>
                  <a:pt x="2242023" y="36053"/>
                </a:lnTo>
                <a:lnTo>
                  <a:pt x="2241583" y="36106"/>
                </a:lnTo>
                <a:lnTo>
                  <a:pt x="2241143" y="36177"/>
                </a:lnTo>
                <a:lnTo>
                  <a:pt x="2240706" y="36268"/>
                </a:lnTo>
                <a:lnTo>
                  <a:pt x="2240274" y="36381"/>
                </a:lnTo>
                <a:lnTo>
                  <a:pt x="2239852" y="36520"/>
                </a:lnTo>
                <a:lnTo>
                  <a:pt x="2239441" y="36686"/>
                </a:lnTo>
                <a:lnTo>
                  <a:pt x="2239045" y="36882"/>
                </a:lnTo>
                <a:lnTo>
                  <a:pt x="2238668" y="37111"/>
                </a:lnTo>
                <a:lnTo>
                  <a:pt x="2238312" y="37376"/>
                </a:lnTo>
                <a:lnTo>
                  <a:pt x="2237980" y="37677"/>
                </a:lnTo>
                <a:lnTo>
                  <a:pt x="2237676" y="38019"/>
                </a:lnTo>
                <a:lnTo>
                  <a:pt x="2237402" y="38404"/>
                </a:lnTo>
                <a:lnTo>
                  <a:pt x="2237161" y="38834"/>
                </a:lnTo>
                <a:lnTo>
                  <a:pt x="2236958" y="39312"/>
                </a:lnTo>
                <a:lnTo>
                  <a:pt x="2236794" y="39840"/>
                </a:lnTo>
                <a:lnTo>
                  <a:pt x="2236674" y="40420"/>
                </a:lnTo>
                <a:lnTo>
                  <a:pt x="2236599" y="41056"/>
                </a:lnTo>
                <a:lnTo>
                  <a:pt x="2236573" y="41750"/>
                </a:lnTo>
                <a:lnTo>
                  <a:pt x="2236599" y="42466"/>
                </a:lnTo>
                <a:lnTo>
                  <a:pt x="2236674" y="43122"/>
                </a:lnTo>
                <a:lnTo>
                  <a:pt x="2236794" y="43722"/>
                </a:lnTo>
                <a:lnTo>
                  <a:pt x="2236958" y="44267"/>
                </a:lnTo>
                <a:lnTo>
                  <a:pt x="2237161" y="44760"/>
                </a:lnTo>
                <a:lnTo>
                  <a:pt x="2237402" y="45204"/>
                </a:lnTo>
                <a:lnTo>
                  <a:pt x="2237676" y="45601"/>
                </a:lnTo>
                <a:lnTo>
                  <a:pt x="2237980" y="45954"/>
                </a:lnTo>
                <a:lnTo>
                  <a:pt x="2238312" y="46266"/>
                </a:lnTo>
                <a:lnTo>
                  <a:pt x="2238668" y="46539"/>
                </a:lnTo>
                <a:lnTo>
                  <a:pt x="2239045" y="46775"/>
                </a:lnTo>
                <a:lnTo>
                  <a:pt x="2239441" y="46978"/>
                </a:lnTo>
                <a:lnTo>
                  <a:pt x="2239852" y="47150"/>
                </a:lnTo>
                <a:lnTo>
                  <a:pt x="2240274" y="47293"/>
                </a:lnTo>
                <a:lnTo>
                  <a:pt x="2240706" y="47410"/>
                </a:lnTo>
                <a:lnTo>
                  <a:pt x="2241143" y="47504"/>
                </a:lnTo>
                <a:lnTo>
                  <a:pt x="2241583" y="47577"/>
                </a:lnTo>
                <a:lnTo>
                  <a:pt x="2242023" y="47631"/>
                </a:lnTo>
                <a:lnTo>
                  <a:pt x="2242459" y="47671"/>
                </a:lnTo>
                <a:lnTo>
                  <a:pt x="2242888" y="47697"/>
                </a:lnTo>
                <a:lnTo>
                  <a:pt x="2243308" y="47713"/>
                </a:lnTo>
                <a:lnTo>
                  <a:pt x="2243715" y="47721"/>
                </a:lnTo>
                <a:lnTo>
                  <a:pt x="2244106" y="47724"/>
                </a:lnTo>
                <a:lnTo>
                  <a:pt x="2244478" y="47725"/>
                </a:lnTo>
                <a:lnTo>
                  <a:pt x="2266262" y="47725"/>
                </a:lnTo>
                <a:lnTo>
                  <a:pt x="2266262" y="107238"/>
                </a:lnTo>
                <a:lnTo>
                  <a:pt x="2242933" y="107238"/>
                </a:lnTo>
                <a:lnTo>
                  <a:pt x="2242539" y="107239"/>
                </a:lnTo>
                <a:lnTo>
                  <a:pt x="2242130" y="107242"/>
                </a:lnTo>
                <a:lnTo>
                  <a:pt x="2241709" y="107250"/>
                </a:lnTo>
                <a:lnTo>
                  <a:pt x="2241277" y="107266"/>
                </a:lnTo>
                <a:lnTo>
                  <a:pt x="2240839" y="107292"/>
                </a:lnTo>
                <a:lnTo>
                  <a:pt x="2240398" y="107331"/>
                </a:lnTo>
                <a:lnTo>
                  <a:pt x="2239955" y="107386"/>
                </a:lnTo>
                <a:lnTo>
                  <a:pt x="2239514" y="107459"/>
                </a:lnTo>
                <a:lnTo>
                  <a:pt x="2239077" y="107553"/>
                </a:lnTo>
                <a:lnTo>
                  <a:pt x="2238649" y="107670"/>
                </a:lnTo>
                <a:lnTo>
                  <a:pt x="2238230" y="107813"/>
                </a:lnTo>
                <a:lnTo>
                  <a:pt x="2237825" y="107985"/>
                </a:lnTo>
                <a:lnTo>
                  <a:pt x="2237436" y="108188"/>
                </a:lnTo>
                <a:lnTo>
                  <a:pt x="2237065" y="108424"/>
                </a:lnTo>
                <a:lnTo>
                  <a:pt x="2236717" y="108697"/>
                </a:lnTo>
                <a:lnTo>
                  <a:pt x="2236393" y="109009"/>
                </a:lnTo>
                <a:lnTo>
                  <a:pt x="2236097" y="109362"/>
                </a:lnTo>
                <a:lnTo>
                  <a:pt x="2235830" y="109759"/>
                </a:lnTo>
                <a:lnTo>
                  <a:pt x="2235597" y="110203"/>
                </a:lnTo>
                <a:lnTo>
                  <a:pt x="2235400" y="110696"/>
                </a:lnTo>
                <a:lnTo>
                  <a:pt x="2235242" y="111241"/>
                </a:lnTo>
                <a:lnTo>
                  <a:pt x="2235125" y="111841"/>
                </a:lnTo>
                <a:lnTo>
                  <a:pt x="2235053" y="112497"/>
                </a:lnTo>
                <a:lnTo>
                  <a:pt x="2235029" y="113213"/>
                </a:lnTo>
                <a:lnTo>
                  <a:pt x="2235054" y="113907"/>
                </a:lnTo>
                <a:lnTo>
                  <a:pt x="2235129" y="114542"/>
                </a:lnTo>
                <a:lnTo>
                  <a:pt x="2235250" y="115122"/>
                </a:lnTo>
                <a:lnTo>
                  <a:pt x="2235413" y="115650"/>
                </a:lnTo>
                <a:lnTo>
                  <a:pt x="2235617" y="116127"/>
                </a:lnTo>
                <a:lnTo>
                  <a:pt x="2235857" y="116557"/>
                </a:lnTo>
                <a:lnTo>
                  <a:pt x="2236131" y="116942"/>
                </a:lnTo>
                <a:lnTo>
                  <a:pt x="2236436" y="117283"/>
                </a:lnTo>
                <a:lnTo>
                  <a:pt x="2236767" y="117585"/>
                </a:lnTo>
                <a:lnTo>
                  <a:pt x="2237124" y="117849"/>
                </a:lnTo>
                <a:lnTo>
                  <a:pt x="2237501" y="118078"/>
                </a:lnTo>
                <a:lnTo>
                  <a:pt x="2237897" y="118274"/>
                </a:lnTo>
                <a:lnTo>
                  <a:pt x="2238307" y="118440"/>
                </a:lnTo>
                <a:lnTo>
                  <a:pt x="2238730" y="118579"/>
                </a:lnTo>
                <a:lnTo>
                  <a:pt x="2239161" y="118692"/>
                </a:lnTo>
                <a:lnTo>
                  <a:pt x="2239599" y="118783"/>
                </a:lnTo>
                <a:lnTo>
                  <a:pt x="2240039" y="118854"/>
                </a:lnTo>
                <a:lnTo>
                  <a:pt x="2240478" y="118907"/>
                </a:lnTo>
                <a:lnTo>
                  <a:pt x="2240914" y="118945"/>
                </a:lnTo>
                <a:lnTo>
                  <a:pt x="2241344" y="118970"/>
                </a:lnTo>
                <a:lnTo>
                  <a:pt x="2241763" y="118986"/>
                </a:lnTo>
                <a:lnTo>
                  <a:pt x="2242170" y="118994"/>
                </a:lnTo>
                <a:lnTo>
                  <a:pt x="2242561" y="118997"/>
                </a:lnTo>
                <a:lnTo>
                  <a:pt x="2242933" y="118997"/>
                </a:lnTo>
                <a:lnTo>
                  <a:pt x="2299807" y="118997"/>
                </a:lnTo>
                <a:lnTo>
                  <a:pt x="2300179" y="118997"/>
                </a:lnTo>
                <a:lnTo>
                  <a:pt x="2300570" y="118994"/>
                </a:lnTo>
                <a:lnTo>
                  <a:pt x="2300977" y="118986"/>
                </a:lnTo>
                <a:lnTo>
                  <a:pt x="2301397" y="118970"/>
                </a:lnTo>
                <a:lnTo>
                  <a:pt x="2301827" y="118945"/>
                </a:lnTo>
                <a:lnTo>
                  <a:pt x="2302263" y="118907"/>
                </a:lnTo>
                <a:lnTo>
                  <a:pt x="2302702" y="118854"/>
                </a:lnTo>
                <a:lnTo>
                  <a:pt x="2303142" y="118783"/>
                </a:lnTo>
                <a:lnTo>
                  <a:pt x="2303580" y="118692"/>
                </a:lnTo>
                <a:lnTo>
                  <a:pt x="2304011" y="118579"/>
                </a:lnTo>
                <a:lnTo>
                  <a:pt x="2304434" y="118440"/>
                </a:lnTo>
                <a:lnTo>
                  <a:pt x="2304844" y="118274"/>
                </a:lnTo>
                <a:lnTo>
                  <a:pt x="2305240" y="118078"/>
                </a:lnTo>
                <a:lnTo>
                  <a:pt x="2305617" y="117849"/>
                </a:lnTo>
                <a:lnTo>
                  <a:pt x="2305973" y="117585"/>
                </a:lnTo>
                <a:lnTo>
                  <a:pt x="2306305" y="117283"/>
                </a:lnTo>
                <a:lnTo>
                  <a:pt x="2306609" y="116942"/>
                </a:lnTo>
                <a:lnTo>
                  <a:pt x="2306883" y="116557"/>
                </a:lnTo>
                <a:lnTo>
                  <a:pt x="2307123" y="116127"/>
                </a:lnTo>
                <a:lnTo>
                  <a:pt x="2307327" y="115650"/>
                </a:lnTo>
                <a:lnTo>
                  <a:pt x="2307490" y="115122"/>
                </a:lnTo>
                <a:lnTo>
                  <a:pt x="2307611" y="114542"/>
                </a:lnTo>
                <a:lnTo>
                  <a:pt x="2307686" y="113907"/>
                </a:lnTo>
                <a:lnTo>
                  <a:pt x="2307711" y="113213"/>
                </a:lnTo>
                <a:lnTo>
                  <a:pt x="2307686" y="112497"/>
                </a:lnTo>
                <a:lnTo>
                  <a:pt x="2307611" y="111841"/>
                </a:lnTo>
                <a:lnTo>
                  <a:pt x="2307490" y="111241"/>
                </a:lnTo>
                <a:lnTo>
                  <a:pt x="2307327" y="110696"/>
                </a:lnTo>
                <a:lnTo>
                  <a:pt x="2307123" y="110203"/>
                </a:lnTo>
                <a:close/>
                <a:moveTo>
                  <a:pt x="1710822" y="110108"/>
                </a:moveTo>
                <a:lnTo>
                  <a:pt x="1710583" y="109678"/>
                </a:lnTo>
                <a:lnTo>
                  <a:pt x="1710311" y="109294"/>
                </a:lnTo>
                <a:lnTo>
                  <a:pt x="1710009" y="108952"/>
                </a:lnTo>
                <a:lnTo>
                  <a:pt x="1709681" y="108650"/>
                </a:lnTo>
                <a:lnTo>
                  <a:pt x="1709328" y="108386"/>
                </a:lnTo>
                <a:lnTo>
                  <a:pt x="1708955" y="108157"/>
                </a:lnTo>
                <a:lnTo>
                  <a:pt x="1708565" y="107961"/>
                </a:lnTo>
                <a:lnTo>
                  <a:pt x="1708161" y="107795"/>
                </a:lnTo>
                <a:lnTo>
                  <a:pt x="1707746" y="107657"/>
                </a:lnTo>
                <a:lnTo>
                  <a:pt x="1707324" y="107543"/>
                </a:lnTo>
                <a:lnTo>
                  <a:pt x="1706896" y="107452"/>
                </a:lnTo>
                <a:lnTo>
                  <a:pt x="1706468" y="107382"/>
                </a:lnTo>
                <a:lnTo>
                  <a:pt x="1706041" y="107329"/>
                </a:lnTo>
                <a:lnTo>
                  <a:pt x="1705620" y="107290"/>
                </a:lnTo>
                <a:lnTo>
                  <a:pt x="1705206" y="107265"/>
                </a:lnTo>
                <a:lnTo>
                  <a:pt x="1704804" y="107249"/>
                </a:lnTo>
                <a:lnTo>
                  <a:pt x="1704417" y="107241"/>
                </a:lnTo>
                <a:lnTo>
                  <a:pt x="1704047" y="107239"/>
                </a:lnTo>
                <a:lnTo>
                  <a:pt x="1703698" y="107238"/>
                </a:lnTo>
                <a:lnTo>
                  <a:pt x="1695020" y="107238"/>
                </a:lnTo>
                <a:lnTo>
                  <a:pt x="1695020" y="43868"/>
                </a:lnTo>
                <a:lnTo>
                  <a:pt x="1695014" y="43142"/>
                </a:lnTo>
                <a:lnTo>
                  <a:pt x="1694994" y="42457"/>
                </a:lnTo>
                <a:lnTo>
                  <a:pt x="1694958" y="41813"/>
                </a:lnTo>
                <a:lnTo>
                  <a:pt x="1694904" y="41208"/>
                </a:lnTo>
                <a:lnTo>
                  <a:pt x="1694831" y="40641"/>
                </a:lnTo>
                <a:lnTo>
                  <a:pt x="1694737" y="40112"/>
                </a:lnTo>
                <a:lnTo>
                  <a:pt x="1694620" y="39619"/>
                </a:lnTo>
                <a:lnTo>
                  <a:pt x="1694478" y="39163"/>
                </a:lnTo>
                <a:lnTo>
                  <a:pt x="1694309" y="38741"/>
                </a:lnTo>
                <a:lnTo>
                  <a:pt x="1694111" y="38353"/>
                </a:lnTo>
                <a:lnTo>
                  <a:pt x="1693883" y="37998"/>
                </a:lnTo>
                <a:lnTo>
                  <a:pt x="1693623" y="37675"/>
                </a:lnTo>
                <a:lnTo>
                  <a:pt x="1693328" y="37383"/>
                </a:lnTo>
                <a:lnTo>
                  <a:pt x="1692998" y="37121"/>
                </a:lnTo>
                <a:lnTo>
                  <a:pt x="1692630" y="36889"/>
                </a:lnTo>
                <a:lnTo>
                  <a:pt x="1692222" y="36684"/>
                </a:lnTo>
                <a:lnTo>
                  <a:pt x="1691772" y="36508"/>
                </a:lnTo>
                <a:lnTo>
                  <a:pt x="1691280" y="36358"/>
                </a:lnTo>
                <a:lnTo>
                  <a:pt x="1690742" y="36233"/>
                </a:lnTo>
                <a:lnTo>
                  <a:pt x="1690157" y="36133"/>
                </a:lnTo>
                <a:lnTo>
                  <a:pt x="1689523" y="36057"/>
                </a:lnTo>
                <a:lnTo>
                  <a:pt x="1688838" y="36004"/>
                </a:lnTo>
                <a:lnTo>
                  <a:pt x="1688101" y="35973"/>
                </a:lnTo>
                <a:lnTo>
                  <a:pt x="1687310" y="35963"/>
                </a:lnTo>
                <a:lnTo>
                  <a:pt x="1673236" y="35963"/>
                </a:lnTo>
                <a:lnTo>
                  <a:pt x="1672842" y="35963"/>
                </a:lnTo>
                <a:lnTo>
                  <a:pt x="1672433" y="35966"/>
                </a:lnTo>
                <a:lnTo>
                  <a:pt x="1672011" y="35974"/>
                </a:lnTo>
                <a:lnTo>
                  <a:pt x="1671579" y="35990"/>
                </a:lnTo>
                <a:lnTo>
                  <a:pt x="1671141" y="36017"/>
                </a:lnTo>
                <a:lnTo>
                  <a:pt x="1670699" y="36056"/>
                </a:lnTo>
                <a:lnTo>
                  <a:pt x="1670257" y="36111"/>
                </a:lnTo>
                <a:lnTo>
                  <a:pt x="1669816" y="36184"/>
                </a:lnTo>
                <a:lnTo>
                  <a:pt x="1669379" y="36278"/>
                </a:lnTo>
                <a:lnTo>
                  <a:pt x="1668950" y="36395"/>
                </a:lnTo>
                <a:lnTo>
                  <a:pt x="1668532" y="36538"/>
                </a:lnTo>
                <a:lnTo>
                  <a:pt x="1668127" y="36710"/>
                </a:lnTo>
                <a:lnTo>
                  <a:pt x="1667738" y="36913"/>
                </a:lnTo>
                <a:lnTo>
                  <a:pt x="1667368" y="37149"/>
                </a:lnTo>
                <a:lnTo>
                  <a:pt x="1667019" y="37422"/>
                </a:lnTo>
                <a:lnTo>
                  <a:pt x="1666695" y="37734"/>
                </a:lnTo>
                <a:lnTo>
                  <a:pt x="1666399" y="38087"/>
                </a:lnTo>
                <a:lnTo>
                  <a:pt x="1666133" y="38485"/>
                </a:lnTo>
                <a:lnTo>
                  <a:pt x="1665900" y="38929"/>
                </a:lnTo>
                <a:lnTo>
                  <a:pt x="1665703" y="39422"/>
                </a:lnTo>
                <a:lnTo>
                  <a:pt x="1665545" y="39968"/>
                </a:lnTo>
                <a:lnTo>
                  <a:pt x="1665428" y="40567"/>
                </a:lnTo>
                <a:lnTo>
                  <a:pt x="1665356" y="41224"/>
                </a:lnTo>
                <a:lnTo>
                  <a:pt x="1665332" y="41941"/>
                </a:lnTo>
                <a:lnTo>
                  <a:pt x="1665357" y="42634"/>
                </a:lnTo>
                <a:lnTo>
                  <a:pt x="1665432" y="43270"/>
                </a:lnTo>
                <a:lnTo>
                  <a:pt x="1665553" y="43850"/>
                </a:lnTo>
                <a:lnTo>
                  <a:pt x="1665716" y="44378"/>
                </a:lnTo>
                <a:lnTo>
                  <a:pt x="1665918" y="44855"/>
                </a:lnTo>
                <a:lnTo>
                  <a:pt x="1666157" y="45285"/>
                </a:lnTo>
                <a:lnTo>
                  <a:pt x="1666429" y="45669"/>
                </a:lnTo>
                <a:lnTo>
                  <a:pt x="1666731" y="46011"/>
                </a:lnTo>
                <a:lnTo>
                  <a:pt x="1667060" y="46313"/>
                </a:lnTo>
                <a:lnTo>
                  <a:pt x="1667413" y="46577"/>
                </a:lnTo>
                <a:lnTo>
                  <a:pt x="1667785" y="46806"/>
                </a:lnTo>
                <a:lnTo>
                  <a:pt x="1668175" y="47002"/>
                </a:lnTo>
                <a:lnTo>
                  <a:pt x="1668580" y="47168"/>
                </a:lnTo>
                <a:lnTo>
                  <a:pt x="1668995" y="47306"/>
                </a:lnTo>
                <a:lnTo>
                  <a:pt x="1669417" y="47420"/>
                </a:lnTo>
                <a:lnTo>
                  <a:pt x="1669844" y="47511"/>
                </a:lnTo>
                <a:lnTo>
                  <a:pt x="1670273" y="47581"/>
                </a:lnTo>
                <a:lnTo>
                  <a:pt x="1670699" y="47634"/>
                </a:lnTo>
                <a:lnTo>
                  <a:pt x="1671121" y="47673"/>
                </a:lnTo>
                <a:lnTo>
                  <a:pt x="1671534" y="47698"/>
                </a:lnTo>
                <a:lnTo>
                  <a:pt x="1671936" y="47714"/>
                </a:lnTo>
                <a:lnTo>
                  <a:pt x="1672324" y="47721"/>
                </a:lnTo>
                <a:lnTo>
                  <a:pt x="1672694" y="47724"/>
                </a:lnTo>
                <a:lnTo>
                  <a:pt x="1673042" y="47725"/>
                </a:lnTo>
                <a:lnTo>
                  <a:pt x="1681718" y="47725"/>
                </a:lnTo>
                <a:lnTo>
                  <a:pt x="1681718" y="88748"/>
                </a:lnTo>
                <a:lnTo>
                  <a:pt x="1681638" y="90834"/>
                </a:lnTo>
                <a:lnTo>
                  <a:pt x="1681407" y="92770"/>
                </a:lnTo>
                <a:lnTo>
                  <a:pt x="1681035" y="94561"/>
                </a:lnTo>
                <a:lnTo>
                  <a:pt x="1680532" y="96212"/>
                </a:lnTo>
                <a:lnTo>
                  <a:pt x="1679911" y="97728"/>
                </a:lnTo>
                <a:lnTo>
                  <a:pt x="1679181" y="99116"/>
                </a:lnTo>
                <a:lnTo>
                  <a:pt x="1678354" y="100381"/>
                </a:lnTo>
                <a:lnTo>
                  <a:pt x="1677441" y="101528"/>
                </a:lnTo>
                <a:lnTo>
                  <a:pt x="1676452" y="102563"/>
                </a:lnTo>
                <a:lnTo>
                  <a:pt x="1675398" y="103491"/>
                </a:lnTo>
                <a:lnTo>
                  <a:pt x="1674290" y="104318"/>
                </a:lnTo>
                <a:lnTo>
                  <a:pt x="1673139" y="105049"/>
                </a:lnTo>
                <a:lnTo>
                  <a:pt x="1671956" y="105690"/>
                </a:lnTo>
                <a:lnTo>
                  <a:pt x="1670752" y="106247"/>
                </a:lnTo>
                <a:lnTo>
                  <a:pt x="1669537" y="106724"/>
                </a:lnTo>
                <a:lnTo>
                  <a:pt x="1668323" y="107128"/>
                </a:lnTo>
                <a:lnTo>
                  <a:pt x="1667120" y="107464"/>
                </a:lnTo>
                <a:lnTo>
                  <a:pt x="1665940" y="107737"/>
                </a:lnTo>
                <a:lnTo>
                  <a:pt x="1664793" y="107952"/>
                </a:lnTo>
                <a:lnTo>
                  <a:pt x="1663689" y="108117"/>
                </a:lnTo>
                <a:lnTo>
                  <a:pt x="1662641" y="108235"/>
                </a:lnTo>
                <a:lnTo>
                  <a:pt x="1661658" y="108312"/>
                </a:lnTo>
                <a:lnTo>
                  <a:pt x="1660752" y="108355"/>
                </a:lnTo>
                <a:lnTo>
                  <a:pt x="1659934" y="108368"/>
                </a:lnTo>
                <a:lnTo>
                  <a:pt x="1658108" y="108335"/>
                </a:lnTo>
                <a:lnTo>
                  <a:pt x="1656434" y="108239"/>
                </a:lnTo>
                <a:lnTo>
                  <a:pt x="1654906" y="108083"/>
                </a:lnTo>
                <a:lnTo>
                  <a:pt x="1653516" y="107869"/>
                </a:lnTo>
                <a:lnTo>
                  <a:pt x="1652259" y="107600"/>
                </a:lnTo>
                <a:lnTo>
                  <a:pt x="1651127" y="107279"/>
                </a:lnTo>
                <a:lnTo>
                  <a:pt x="1650115" y="106909"/>
                </a:lnTo>
                <a:lnTo>
                  <a:pt x="1649215" y="106492"/>
                </a:lnTo>
                <a:lnTo>
                  <a:pt x="1648420" y="106032"/>
                </a:lnTo>
                <a:lnTo>
                  <a:pt x="1647725" y="105532"/>
                </a:lnTo>
                <a:lnTo>
                  <a:pt x="1647122" y="104994"/>
                </a:lnTo>
                <a:lnTo>
                  <a:pt x="1646605" y="104420"/>
                </a:lnTo>
                <a:lnTo>
                  <a:pt x="1646168" y="103815"/>
                </a:lnTo>
                <a:lnTo>
                  <a:pt x="1645803" y="103181"/>
                </a:lnTo>
                <a:lnTo>
                  <a:pt x="1645505" y="102520"/>
                </a:lnTo>
                <a:lnTo>
                  <a:pt x="1645265" y="101835"/>
                </a:lnTo>
                <a:lnTo>
                  <a:pt x="1645079" y="101130"/>
                </a:lnTo>
                <a:lnTo>
                  <a:pt x="1644939" y="100407"/>
                </a:lnTo>
                <a:lnTo>
                  <a:pt x="1644839" y="99669"/>
                </a:lnTo>
                <a:lnTo>
                  <a:pt x="1644772" y="98919"/>
                </a:lnTo>
                <a:lnTo>
                  <a:pt x="1644731" y="98159"/>
                </a:lnTo>
                <a:lnTo>
                  <a:pt x="1644710" y="97393"/>
                </a:lnTo>
                <a:lnTo>
                  <a:pt x="1644702" y="96623"/>
                </a:lnTo>
                <a:lnTo>
                  <a:pt x="1644701" y="95853"/>
                </a:lnTo>
                <a:lnTo>
                  <a:pt x="1644701" y="43868"/>
                </a:lnTo>
                <a:lnTo>
                  <a:pt x="1644695" y="43142"/>
                </a:lnTo>
                <a:lnTo>
                  <a:pt x="1644675" y="42457"/>
                </a:lnTo>
                <a:lnTo>
                  <a:pt x="1644639" y="41813"/>
                </a:lnTo>
                <a:lnTo>
                  <a:pt x="1644585" y="41208"/>
                </a:lnTo>
                <a:lnTo>
                  <a:pt x="1644512" y="40641"/>
                </a:lnTo>
                <a:lnTo>
                  <a:pt x="1644418" y="40112"/>
                </a:lnTo>
                <a:lnTo>
                  <a:pt x="1644301" y="39619"/>
                </a:lnTo>
                <a:lnTo>
                  <a:pt x="1644159" y="39163"/>
                </a:lnTo>
                <a:lnTo>
                  <a:pt x="1643990" y="38741"/>
                </a:lnTo>
                <a:lnTo>
                  <a:pt x="1643792" y="38353"/>
                </a:lnTo>
                <a:lnTo>
                  <a:pt x="1643564" y="37998"/>
                </a:lnTo>
                <a:lnTo>
                  <a:pt x="1643304" y="37675"/>
                </a:lnTo>
                <a:lnTo>
                  <a:pt x="1643009" y="37383"/>
                </a:lnTo>
                <a:lnTo>
                  <a:pt x="1642679" y="37121"/>
                </a:lnTo>
                <a:lnTo>
                  <a:pt x="1642311" y="36889"/>
                </a:lnTo>
                <a:lnTo>
                  <a:pt x="1641903" y="36684"/>
                </a:lnTo>
                <a:lnTo>
                  <a:pt x="1641453" y="36508"/>
                </a:lnTo>
                <a:lnTo>
                  <a:pt x="1640961" y="36358"/>
                </a:lnTo>
                <a:lnTo>
                  <a:pt x="1640423" y="36233"/>
                </a:lnTo>
                <a:lnTo>
                  <a:pt x="1639838" y="36133"/>
                </a:lnTo>
                <a:lnTo>
                  <a:pt x="1639204" y="36057"/>
                </a:lnTo>
                <a:lnTo>
                  <a:pt x="1638519" y="36004"/>
                </a:lnTo>
                <a:lnTo>
                  <a:pt x="1637782" y="35973"/>
                </a:lnTo>
                <a:lnTo>
                  <a:pt x="1636991" y="35963"/>
                </a:lnTo>
                <a:lnTo>
                  <a:pt x="1622917" y="35963"/>
                </a:lnTo>
                <a:lnTo>
                  <a:pt x="1622523" y="35963"/>
                </a:lnTo>
                <a:lnTo>
                  <a:pt x="1622114" y="35966"/>
                </a:lnTo>
                <a:lnTo>
                  <a:pt x="1621692" y="35974"/>
                </a:lnTo>
                <a:lnTo>
                  <a:pt x="1621260" y="35990"/>
                </a:lnTo>
                <a:lnTo>
                  <a:pt x="1620822" y="36017"/>
                </a:lnTo>
                <a:lnTo>
                  <a:pt x="1620380" y="36056"/>
                </a:lnTo>
                <a:lnTo>
                  <a:pt x="1619938" y="36111"/>
                </a:lnTo>
                <a:lnTo>
                  <a:pt x="1619497" y="36184"/>
                </a:lnTo>
                <a:lnTo>
                  <a:pt x="1619060" y="36278"/>
                </a:lnTo>
                <a:lnTo>
                  <a:pt x="1618631" y="36395"/>
                </a:lnTo>
                <a:lnTo>
                  <a:pt x="1618213" y="36538"/>
                </a:lnTo>
                <a:lnTo>
                  <a:pt x="1617808" y="36710"/>
                </a:lnTo>
                <a:lnTo>
                  <a:pt x="1617419" y="36913"/>
                </a:lnTo>
                <a:lnTo>
                  <a:pt x="1617049" y="37149"/>
                </a:lnTo>
                <a:lnTo>
                  <a:pt x="1616700" y="37422"/>
                </a:lnTo>
                <a:lnTo>
                  <a:pt x="1616376" y="37734"/>
                </a:lnTo>
                <a:lnTo>
                  <a:pt x="1616080" y="38087"/>
                </a:lnTo>
                <a:lnTo>
                  <a:pt x="1615814" y="38485"/>
                </a:lnTo>
                <a:lnTo>
                  <a:pt x="1615581" y="38929"/>
                </a:lnTo>
                <a:lnTo>
                  <a:pt x="1615384" y="39422"/>
                </a:lnTo>
                <a:lnTo>
                  <a:pt x="1615226" y="39968"/>
                </a:lnTo>
                <a:lnTo>
                  <a:pt x="1615109" y="40567"/>
                </a:lnTo>
                <a:lnTo>
                  <a:pt x="1615037" y="41224"/>
                </a:lnTo>
                <a:lnTo>
                  <a:pt x="1615013" y="41941"/>
                </a:lnTo>
                <a:lnTo>
                  <a:pt x="1615038" y="42634"/>
                </a:lnTo>
                <a:lnTo>
                  <a:pt x="1615113" y="43270"/>
                </a:lnTo>
                <a:lnTo>
                  <a:pt x="1615234" y="43850"/>
                </a:lnTo>
                <a:lnTo>
                  <a:pt x="1615397" y="44378"/>
                </a:lnTo>
                <a:lnTo>
                  <a:pt x="1615599" y="44855"/>
                </a:lnTo>
                <a:lnTo>
                  <a:pt x="1615838" y="45285"/>
                </a:lnTo>
                <a:lnTo>
                  <a:pt x="1616110" y="45669"/>
                </a:lnTo>
                <a:lnTo>
                  <a:pt x="1616412" y="46011"/>
                </a:lnTo>
                <a:lnTo>
                  <a:pt x="1616741" y="46313"/>
                </a:lnTo>
                <a:lnTo>
                  <a:pt x="1617094" y="46577"/>
                </a:lnTo>
                <a:lnTo>
                  <a:pt x="1617466" y="46806"/>
                </a:lnTo>
                <a:lnTo>
                  <a:pt x="1617856" y="47002"/>
                </a:lnTo>
                <a:lnTo>
                  <a:pt x="1618261" y="47168"/>
                </a:lnTo>
                <a:lnTo>
                  <a:pt x="1618676" y="47306"/>
                </a:lnTo>
                <a:lnTo>
                  <a:pt x="1619098" y="47420"/>
                </a:lnTo>
                <a:lnTo>
                  <a:pt x="1619525" y="47511"/>
                </a:lnTo>
                <a:lnTo>
                  <a:pt x="1619954" y="47581"/>
                </a:lnTo>
                <a:lnTo>
                  <a:pt x="1620380" y="47634"/>
                </a:lnTo>
                <a:lnTo>
                  <a:pt x="1620802" y="47673"/>
                </a:lnTo>
                <a:lnTo>
                  <a:pt x="1621215" y="47698"/>
                </a:lnTo>
                <a:lnTo>
                  <a:pt x="1621617" y="47714"/>
                </a:lnTo>
                <a:lnTo>
                  <a:pt x="1622005" y="47721"/>
                </a:lnTo>
                <a:lnTo>
                  <a:pt x="1622375" y="47724"/>
                </a:lnTo>
                <a:lnTo>
                  <a:pt x="1622723" y="47725"/>
                </a:lnTo>
                <a:lnTo>
                  <a:pt x="1631401" y="47725"/>
                </a:lnTo>
                <a:lnTo>
                  <a:pt x="1631401" y="97009"/>
                </a:lnTo>
                <a:lnTo>
                  <a:pt x="1631470" y="99249"/>
                </a:lnTo>
                <a:lnTo>
                  <a:pt x="1631671" y="101349"/>
                </a:lnTo>
                <a:lnTo>
                  <a:pt x="1632000" y="103312"/>
                </a:lnTo>
                <a:lnTo>
                  <a:pt x="1632452" y="105143"/>
                </a:lnTo>
                <a:lnTo>
                  <a:pt x="1633020" y="106845"/>
                </a:lnTo>
                <a:lnTo>
                  <a:pt x="1633700" y="108423"/>
                </a:lnTo>
                <a:lnTo>
                  <a:pt x="1634485" y="109880"/>
                </a:lnTo>
                <a:lnTo>
                  <a:pt x="1635371" y="111222"/>
                </a:lnTo>
                <a:lnTo>
                  <a:pt x="1636352" y="112451"/>
                </a:lnTo>
                <a:lnTo>
                  <a:pt x="1637423" y="113571"/>
                </a:lnTo>
                <a:lnTo>
                  <a:pt x="1638577" y="114587"/>
                </a:lnTo>
                <a:lnTo>
                  <a:pt x="1639811" y="115503"/>
                </a:lnTo>
                <a:lnTo>
                  <a:pt x="1641118" y="116322"/>
                </a:lnTo>
                <a:lnTo>
                  <a:pt x="1642493" y="117050"/>
                </a:lnTo>
                <a:lnTo>
                  <a:pt x="1643930" y="117688"/>
                </a:lnTo>
                <a:lnTo>
                  <a:pt x="1645424" y="118243"/>
                </a:lnTo>
                <a:lnTo>
                  <a:pt x="1646970" y="118717"/>
                </a:lnTo>
                <a:lnTo>
                  <a:pt x="1648562" y="119115"/>
                </a:lnTo>
                <a:lnTo>
                  <a:pt x="1650194" y="119441"/>
                </a:lnTo>
                <a:lnTo>
                  <a:pt x="1651862" y="119699"/>
                </a:lnTo>
                <a:lnTo>
                  <a:pt x="1653560" y="119892"/>
                </a:lnTo>
                <a:lnTo>
                  <a:pt x="1655282" y="120025"/>
                </a:lnTo>
                <a:lnTo>
                  <a:pt x="1657023" y="120102"/>
                </a:lnTo>
                <a:lnTo>
                  <a:pt x="1658778" y="120127"/>
                </a:lnTo>
                <a:lnTo>
                  <a:pt x="1659766" y="120117"/>
                </a:lnTo>
                <a:lnTo>
                  <a:pt x="1660753" y="120086"/>
                </a:lnTo>
                <a:lnTo>
                  <a:pt x="1661740" y="120034"/>
                </a:lnTo>
                <a:lnTo>
                  <a:pt x="1662726" y="119959"/>
                </a:lnTo>
                <a:lnTo>
                  <a:pt x="1663711" y="119862"/>
                </a:lnTo>
                <a:lnTo>
                  <a:pt x="1664694" y="119742"/>
                </a:lnTo>
                <a:lnTo>
                  <a:pt x="1665675" y="119597"/>
                </a:lnTo>
                <a:lnTo>
                  <a:pt x="1666653" y="119427"/>
                </a:lnTo>
                <a:lnTo>
                  <a:pt x="1667629" y="119233"/>
                </a:lnTo>
                <a:lnTo>
                  <a:pt x="1668602" y="119012"/>
                </a:lnTo>
                <a:lnTo>
                  <a:pt x="1669572" y="118764"/>
                </a:lnTo>
                <a:lnTo>
                  <a:pt x="1670538" y="118489"/>
                </a:lnTo>
                <a:lnTo>
                  <a:pt x="1671500" y="118185"/>
                </a:lnTo>
                <a:lnTo>
                  <a:pt x="1672457" y="117853"/>
                </a:lnTo>
                <a:lnTo>
                  <a:pt x="1673410" y="117492"/>
                </a:lnTo>
                <a:lnTo>
                  <a:pt x="1674357" y="117100"/>
                </a:lnTo>
                <a:lnTo>
                  <a:pt x="1675300" y="116677"/>
                </a:lnTo>
                <a:lnTo>
                  <a:pt x="1676236" y="116224"/>
                </a:lnTo>
                <a:lnTo>
                  <a:pt x="1677167" y="115737"/>
                </a:lnTo>
                <a:lnTo>
                  <a:pt x="1678091" y="115219"/>
                </a:lnTo>
                <a:lnTo>
                  <a:pt x="1679009" y="114666"/>
                </a:lnTo>
                <a:lnTo>
                  <a:pt x="1679919" y="114080"/>
                </a:lnTo>
                <a:lnTo>
                  <a:pt x="1680822" y="113458"/>
                </a:lnTo>
                <a:lnTo>
                  <a:pt x="1681718" y="112801"/>
                </a:lnTo>
                <a:lnTo>
                  <a:pt x="1681762" y="113544"/>
                </a:lnTo>
                <a:lnTo>
                  <a:pt x="1681844" y="114225"/>
                </a:lnTo>
                <a:lnTo>
                  <a:pt x="1681962" y="114847"/>
                </a:lnTo>
                <a:lnTo>
                  <a:pt x="1682115" y="115412"/>
                </a:lnTo>
                <a:lnTo>
                  <a:pt x="1682301" y="115923"/>
                </a:lnTo>
                <a:lnTo>
                  <a:pt x="1682517" y="116383"/>
                </a:lnTo>
                <a:lnTo>
                  <a:pt x="1682761" y="116795"/>
                </a:lnTo>
                <a:lnTo>
                  <a:pt x="1683032" y="117161"/>
                </a:lnTo>
                <a:lnTo>
                  <a:pt x="1683328" y="117485"/>
                </a:lnTo>
                <a:lnTo>
                  <a:pt x="1683647" y="117767"/>
                </a:lnTo>
                <a:lnTo>
                  <a:pt x="1683987" y="118013"/>
                </a:lnTo>
                <a:lnTo>
                  <a:pt x="1684345" y="118223"/>
                </a:lnTo>
                <a:lnTo>
                  <a:pt x="1684721" y="118401"/>
                </a:lnTo>
                <a:lnTo>
                  <a:pt x="1685112" y="118549"/>
                </a:lnTo>
                <a:lnTo>
                  <a:pt x="1685516" y="118670"/>
                </a:lnTo>
                <a:lnTo>
                  <a:pt x="1685931" y="118768"/>
                </a:lnTo>
                <a:lnTo>
                  <a:pt x="1686356" y="118844"/>
                </a:lnTo>
                <a:lnTo>
                  <a:pt x="1686789" y="118900"/>
                </a:lnTo>
                <a:lnTo>
                  <a:pt x="1687226" y="118941"/>
                </a:lnTo>
                <a:lnTo>
                  <a:pt x="1687668" y="118969"/>
                </a:lnTo>
                <a:lnTo>
                  <a:pt x="1688111" y="118985"/>
                </a:lnTo>
                <a:lnTo>
                  <a:pt x="1688554" y="118994"/>
                </a:lnTo>
                <a:lnTo>
                  <a:pt x="1688994" y="118997"/>
                </a:lnTo>
                <a:lnTo>
                  <a:pt x="1689431" y="118997"/>
                </a:lnTo>
                <a:lnTo>
                  <a:pt x="1703504" y="118997"/>
                </a:lnTo>
                <a:lnTo>
                  <a:pt x="1703899" y="118997"/>
                </a:lnTo>
                <a:lnTo>
                  <a:pt x="1704308" y="118994"/>
                </a:lnTo>
                <a:lnTo>
                  <a:pt x="1704730" y="118986"/>
                </a:lnTo>
                <a:lnTo>
                  <a:pt x="1705161" y="118970"/>
                </a:lnTo>
                <a:lnTo>
                  <a:pt x="1705599" y="118943"/>
                </a:lnTo>
                <a:lnTo>
                  <a:pt x="1706041" y="118904"/>
                </a:lnTo>
                <a:lnTo>
                  <a:pt x="1706484" y="118849"/>
                </a:lnTo>
                <a:lnTo>
                  <a:pt x="1706925" y="118776"/>
                </a:lnTo>
                <a:lnTo>
                  <a:pt x="1707361" y="118682"/>
                </a:lnTo>
                <a:lnTo>
                  <a:pt x="1707790" y="118565"/>
                </a:lnTo>
                <a:lnTo>
                  <a:pt x="1708209" y="118422"/>
                </a:lnTo>
                <a:lnTo>
                  <a:pt x="1708614" y="118250"/>
                </a:lnTo>
                <a:lnTo>
                  <a:pt x="1709003" y="118048"/>
                </a:lnTo>
                <a:lnTo>
                  <a:pt x="1709373" y="117811"/>
                </a:lnTo>
                <a:lnTo>
                  <a:pt x="1709721" y="117538"/>
                </a:lnTo>
                <a:lnTo>
                  <a:pt x="1710045" y="117227"/>
                </a:lnTo>
                <a:lnTo>
                  <a:pt x="1710342" y="116874"/>
                </a:lnTo>
                <a:lnTo>
                  <a:pt x="1710608" y="116476"/>
                </a:lnTo>
                <a:lnTo>
                  <a:pt x="1710841" y="116033"/>
                </a:lnTo>
                <a:lnTo>
                  <a:pt x="1711038" y="115539"/>
                </a:lnTo>
                <a:lnTo>
                  <a:pt x="1711196" y="114994"/>
                </a:lnTo>
                <a:lnTo>
                  <a:pt x="1711312" y="114395"/>
                </a:lnTo>
                <a:lnTo>
                  <a:pt x="1711384" y="113738"/>
                </a:lnTo>
                <a:lnTo>
                  <a:pt x="1711409" y="113022"/>
                </a:lnTo>
                <a:lnTo>
                  <a:pt x="1711383" y="112329"/>
                </a:lnTo>
                <a:lnTo>
                  <a:pt x="1711309" y="111693"/>
                </a:lnTo>
                <a:lnTo>
                  <a:pt x="1711188" y="111113"/>
                </a:lnTo>
                <a:lnTo>
                  <a:pt x="1711025" y="110585"/>
                </a:lnTo>
                <a:lnTo>
                  <a:pt x="1710822" y="110108"/>
                </a:lnTo>
                <a:close/>
                <a:moveTo>
                  <a:pt x="1499724" y="97936"/>
                </a:moveTo>
                <a:lnTo>
                  <a:pt x="1499724" y="97937"/>
                </a:lnTo>
                <a:lnTo>
                  <a:pt x="1499724" y="97939"/>
                </a:lnTo>
                <a:lnTo>
                  <a:pt x="1499724" y="97936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#State:xsisalistofintegers,andxsisnotempty">
            <a:extLst xmlns:a="http://schemas.openxmlformats.org/drawingml/2006/main">
              <a:ext uri="{FF2B5EF4-FFF2-40B4-BE49-F238E27FC236}">
                <a16:creationId xmlns:a16="http://schemas.microsoft.com/office/drawing/2014/main" id="{C867B6C2-C97E-4C14-A4C3-8D40AC06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086" y="1647858"/>
            <a:ext cx="5352852" cy="164083"/>
          </a:xfrm>
          <a:custGeom xmlns:a="http://schemas.openxmlformats.org/drawingml/2006/main">
            <a:pathLst>
              <a:path w="5352852" h="164083">
                <a:moveTo>
                  <a:pt x="1166442" y="9834"/>
                </a:moveTo>
                <a:lnTo>
                  <a:pt x="1166219" y="9246"/>
                </a:lnTo>
                <a:lnTo>
                  <a:pt x="1165960" y="8678"/>
                </a:lnTo>
                <a:lnTo>
                  <a:pt x="1165667" y="8131"/>
                </a:lnTo>
                <a:lnTo>
                  <a:pt x="1165340" y="7607"/>
                </a:lnTo>
                <a:lnTo>
                  <a:pt x="1164981" y="7107"/>
                </a:lnTo>
                <a:lnTo>
                  <a:pt x="1164591" y="6633"/>
                </a:lnTo>
                <a:lnTo>
                  <a:pt x="1164172" y="6185"/>
                </a:lnTo>
                <a:lnTo>
                  <a:pt x="1163724" y="5766"/>
                </a:lnTo>
                <a:lnTo>
                  <a:pt x="1163250" y="5375"/>
                </a:lnTo>
                <a:lnTo>
                  <a:pt x="1162750" y="5016"/>
                </a:lnTo>
                <a:lnTo>
                  <a:pt x="1162226" y="4689"/>
                </a:lnTo>
                <a:lnTo>
                  <a:pt x="1161680" y="4395"/>
                </a:lnTo>
                <a:lnTo>
                  <a:pt x="1161112" y="4136"/>
                </a:lnTo>
                <a:lnTo>
                  <a:pt x="1160524" y="3914"/>
                </a:lnTo>
                <a:lnTo>
                  <a:pt x="1159917" y="3728"/>
                </a:lnTo>
                <a:lnTo>
                  <a:pt x="1159293" y="3582"/>
                </a:lnTo>
                <a:lnTo>
                  <a:pt x="1158652" y="3476"/>
                </a:lnTo>
                <a:lnTo>
                  <a:pt x="1157997" y="3411"/>
                </a:lnTo>
                <a:lnTo>
                  <a:pt x="1157329" y="3389"/>
                </a:lnTo>
                <a:lnTo>
                  <a:pt x="1156660" y="3411"/>
                </a:lnTo>
                <a:lnTo>
                  <a:pt x="1156004" y="3476"/>
                </a:lnTo>
                <a:lnTo>
                  <a:pt x="1155364" y="3582"/>
                </a:lnTo>
                <a:lnTo>
                  <a:pt x="1154739" y="3728"/>
                </a:lnTo>
                <a:lnTo>
                  <a:pt x="1154132" y="3914"/>
                </a:lnTo>
                <a:lnTo>
                  <a:pt x="1153544" y="4136"/>
                </a:lnTo>
                <a:lnTo>
                  <a:pt x="1152976" y="4395"/>
                </a:lnTo>
                <a:lnTo>
                  <a:pt x="1152429" y="4689"/>
                </a:lnTo>
                <a:lnTo>
                  <a:pt x="1151905" y="5016"/>
                </a:lnTo>
                <a:lnTo>
                  <a:pt x="1151405" y="5375"/>
                </a:lnTo>
                <a:lnTo>
                  <a:pt x="1150931" y="5766"/>
                </a:lnTo>
                <a:lnTo>
                  <a:pt x="1150483" y="6185"/>
                </a:lnTo>
                <a:lnTo>
                  <a:pt x="1150064" y="6633"/>
                </a:lnTo>
                <a:lnTo>
                  <a:pt x="1149674" y="7107"/>
                </a:lnTo>
                <a:lnTo>
                  <a:pt x="1149315" y="7607"/>
                </a:lnTo>
                <a:lnTo>
                  <a:pt x="1148987" y="8131"/>
                </a:lnTo>
                <a:lnTo>
                  <a:pt x="1148694" y="8678"/>
                </a:lnTo>
                <a:lnTo>
                  <a:pt x="1148435" y="9246"/>
                </a:lnTo>
                <a:lnTo>
                  <a:pt x="1148213" y="9834"/>
                </a:lnTo>
                <a:lnTo>
                  <a:pt x="1148027" y="10441"/>
                </a:lnTo>
                <a:lnTo>
                  <a:pt x="1147881" y="11066"/>
                </a:lnTo>
                <a:lnTo>
                  <a:pt x="1147775" y="11706"/>
                </a:lnTo>
                <a:lnTo>
                  <a:pt x="1147710" y="12361"/>
                </a:lnTo>
                <a:lnTo>
                  <a:pt x="1147688" y="13030"/>
                </a:lnTo>
                <a:lnTo>
                  <a:pt x="1147710" y="13699"/>
                </a:lnTo>
                <a:lnTo>
                  <a:pt x="1147775" y="14354"/>
                </a:lnTo>
                <a:lnTo>
                  <a:pt x="1147881" y="14994"/>
                </a:lnTo>
                <a:lnTo>
                  <a:pt x="1148027" y="15619"/>
                </a:lnTo>
                <a:lnTo>
                  <a:pt x="1148213" y="16226"/>
                </a:lnTo>
                <a:lnTo>
                  <a:pt x="1148435" y="16814"/>
                </a:lnTo>
                <a:lnTo>
                  <a:pt x="1148694" y="17382"/>
                </a:lnTo>
                <a:lnTo>
                  <a:pt x="1148987" y="17929"/>
                </a:lnTo>
                <a:lnTo>
                  <a:pt x="1149315" y="18453"/>
                </a:lnTo>
                <a:lnTo>
                  <a:pt x="1149674" y="18953"/>
                </a:lnTo>
                <a:lnTo>
                  <a:pt x="1150064" y="19427"/>
                </a:lnTo>
                <a:lnTo>
                  <a:pt x="1150483" y="19875"/>
                </a:lnTo>
                <a:lnTo>
                  <a:pt x="1150931" y="20294"/>
                </a:lnTo>
                <a:lnTo>
                  <a:pt x="1151405" y="20685"/>
                </a:lnTo>
                <a:lnTo>
                  <a:pt x="1151905" y="21044"/>
                </a:lnTo>
                <a:lnTo>
                  <a:pt x="1152429" y="21371"/>
                </a:lnTo>
                <a:lnTo>
                  <a:pt x="1152976" y="21665"/>
                </a:lnTo>
                <a:lnTo>
                  <a:pt x="1153544" y="21924"/>
                </a:lnTo>
                <a:lnTo>
                  <a:pt x="1154132" y="22146"/>
                </a:lnTo>
                <a:lnTo>
                  <a:pt x="1154739" y="22332"/>
                </a:lnTo>
                <a:lnTo>
                  <a:pt x="1155364" y="22478"/>
                </a:lnTo>
                <a:lnTo>
                  <a:pt x="1156004" y="22584"/>
                </a:lnTo>
                <a:lnTo>
                  <a:pt x="1156660" y="22649"/>
                </a:lnTo>
                <a:lnTo>
                  <a:pt x="1157329" y="22671"/>
                </a:lnTo>
                <a:lnTo>
                  <a:pt x="1157997" y="22649"/>
                </a:lnTo>
                <a:lnTo>
                  <a:pt x="1158652" y="22584"/>
                </a:lnTo>
                <a:lnTo>
                  <a:pt x="1159293" y="22478"/>
                </a:lnTo>
                <a:lnTo>
                  <a:pt x="1159917" y="22332"/>
                </a:lnTo>
                <a:lnTo>
                  <a:pt x="1160524" y="22146"/>
                </a:lnTo>
                <a:lnTo>
                  <a:pt x="1161112" y="21924"/>
                </a:lnTo>
                <a:lnTo>
                  <a:pt x="1161680" y="21665"/>
                </a:lnTo>
                <a:lnTo>
                  <a:pt x="1162226" y="21371"/>
                </a:lnTo>
                <a:lnTo>
                  <a:pt x="1162750" y="21044"/>
                </a:lnTo>
                <a:lnTo>
                  <a:pt x="1163250" y="20685"/>
                </a:lnTo>
                <a:lnTo>
                  <a:pt x="1163724" y="20294"/>
                </a:lnTo>
                <a:lnTo>
                  <a:pt x="1164172" y="19875"/>
                </a:lnTo>
                <a:lnTo>
                  <a:pt x="1164591" y="19427"/>
                </a:lnTo>
                <a:lnTo>
                  <a:pt x="1164981" y="18953"/>
                </a:lnTo>
                <a:lnTo>
                  <a:pt x="1165340" y="18453"/>
                </a:lnTo>
                <a:lnTo>
                  <a:pt x="1165667" y="17929"/>
                </a:lnTo>
                <a:lnTo>
                  <a:pt x="1165960" y="17382"/>
                </a:lnTo>
                <a:lnTo>
                  <a:pt x="1166219" y="16814"/>
                </a:lnTo>
                <a:lnTo>
                  <a:pt x="1166442" y="16226"/>
                </a:lnTo>
                <a:lnTo>
                  <a:pt x="1166627" y="15619"/>
                </a:lnTo>
                <a:lnTo>
                  <a:pt x="1166773" y="14994"/>
                </a:lnTo>
                <a:lnTo>
                  <a:pt x="1166879" y="14354"/>
                </a:lnTo>
                <a:lnTo>
                  <a:pt x="1166944" y="13699"/>
                </a:lnTo>
                <a:lnTo>
                  <a:pt x="1166966" y="13030"/>
                </a:lnTo>
                <a:lnTo>
                  <a:pt x="1166944" y="12361"/>
                </a:lnTo>
                <a:lnTo>
                  <a:pt x="1166879" y="11706"/>
                </a:lnTo>
                <a:lnTo>
                  <a:pt x="1166773" y="11066"/>
                </a:lnTo>
                <a:lnTo>
                  <a:pt x="1166627" y="10441"/>
                </a:lnTo>
                <a:lnTo>
                  <a:pt x="1166442" y="9834"/>
                </a:lnTo>
                <a:close/>
                <a:moveTo>
                  <a:pt x="1773512" y="9246"/>
                </a:moveTo>
                <a:lnTo>
                  <a:pt x="1773253" y="8678"/>
                </a:lnTo>
                <a:lnTo>
                  <a:pt x="1772960" y="8131"/>
                </a:lnTo>
                <a:lnTo>
                  <a:pt x="1772633" y="7607"/>
                </a:lnTo>
                <a:lnTo>
                  <a:pt x="1772274" y="7107"/>
                </a:lnTo>
                <a:lnTo>
                  <a:pt x="1771884" y="6633"/>
                </a:lnTo>
                <a:lnTo>
                  <a:pt x="1771464" y="6185"/>
                </a:lnTo>
                <a:lnTo>
                  <a:pt x="1771017" y="5766"/>
                </a:lnTo>
                <a:lnTo>
                  <a:pt x="1770543" y="5375"/>
                </a:lnTo>
                <a:lnTo>
                  <a:pt x="1770043" y="5016"/>
                </a:lnTo>
                <a:lnTo>
                  <a:pt x="1769519" y="4689"/>
                </a:lnTo>
                <a:lnTo>
                  <a:pt x="1768973" y="4395"/>
                </a:lnTo>
                <a:lnTo>
                  <a:pt x="1768405" y="4136"/>
                </a:lnTo>
                <a:lnTo>
                  <a:pt x="1767816" y="3914"/>
                </a:lnTo>
                <a:lnTo>
                  <a:pt x="1767210" y="3728"/>
                </a:lnTo>
                <a:lnTo>
                  <a:pt x="1766585" y="3582"/>
                </a:lnTo>
                <a:lnTo>
                  <a:pt x="1765945" y="3476"/>
                </a:lnTo>
                <a:lnTo>
                  <a:pt x="1765290" y="3411"/>
                </a:lnTo>
                <a:lnTo>
                  <a:pt x="1764621" y="3389"/>
                </a:lnTo>
                <a:lnTo>
                  <a:pt x="1763953" y="3411"/>
                </a:lnTo>
                <a:lnTo>
                  <a:pt x="1763297" y="3476"/>
                </a:lnTo>
                <a:lnTo>
                  <a:pt x="1762656" y="3582"/>
                </a:lnTo>
                <a:lnTo>
                  <a:pt x="1762032" y="3728"/>
                </a:lnTo>
                <a:lnTo>
                  <a:pt x="1761425" y="3914"/>
                </a:lnTo>
                <a:lnTo>
                  <a:pt x="1760837" y="4136"/>
                </a:lnTo>
                <a:lnTo>
                  <a:pt x="1760268" y="4395"/>
                </a:lnTo>
                <a:lnTo>
                  <a:pt x="1759722" y="4689"/>
                </a:lnTo>
                <a:lnTo>
                  <a:pt x="1759198" y="5016"/>
                </a:lnTo>
                <a:lnTo>
                  <a:pt x="1758698" y="5375"/>
                </a:lnTo>
                <a:lnTo>
                  <a:pt x="1758223" y="5766"/>
                </a:lnTo>
                <a:lnTo>
                  <a:pt x="1757776" y="6185"/>
                </a:lnTo>
                <a:lnTo>
                  <a:pt x="1757356" y="6633"/>
                </a:lnTo>
                <a:lnTo>
                  <a:pt x="1756966" y="7107"/>
                </a:lnTo>
                <a:lnTo>
                  <a:pt x="1756607" y="7607"/>
                </a:lnTo>
                <a:lnTo>
                  <a:pt x="1756280" y="8131"/>
                </a:lnTo>
                <a:lnTo>
                  <a:pt x="1755987" y="8678"/>
                </a:lnTo>
                <a:lnTo>
                  <a:pt x="1755728" y="9246"/>
                </a:lnTo>
                <a:lnTo>
                  <a:pt x="1755505" y="9834"/>
                </a:lnTo>
                <a:lnTo>
                  <a:pt x="1755320" y="10441"/>
                </a:lnTo>
                <a:lnTo>
                  <a:pt x="1755174" y="11066"/>
                </a:lnTo>
                <a:lnTo>
                  <a:pt x="1755068" y="11706"/>
                </a:lnTo>
                <a:lnTo>
                  <a:pt x="1755003" y="12361"/>
                </a:lnTo>
                <a:lnTo>
                  <a:pt x="1754981" y="13030"/>
                </a:lnTo>
                <a:lnTo>
                  <a:pt x="1755003" y="13699"/>
                </a:lnTo>
                <a:lnTo>
                  <a:pt x="1755068" y="14354"/>
                </a:lnTo>
                <a:lnTo>
                  <a:pt x="1755174" y="14994"/>
                </a:lnTo>
                <a:lnTo>
                  <a:pt x="1755320" y="15619"/>
                </a:lnTo>
                <a:lnTo>
                  <a:pt x="1755505" y="16226"/>
                </a:lnTo>
                <a:lnTo>
                  <a:pt x="1755728" y="16814"/>
                </a:lnTo>
                <a:lnTo>
                  <a:pt x="1755987" y="17382"/>
                </a:lnTo>
                <a:lnTo>
                  <a:pt x="1756280" y="17929"/>
                </a:lnTo>
                <a:lnTo>
                  <a:pt x="1756607" y="18453"/>
                </a:lnTo>
                <a:lnTo>
                  <a:pt x="1756966" y="18953"/>
                </a:lnTo>
                <a:lnTo>
                  <a:pt x="1757356" y="19427"/>
                </a:lnTo>
                <a:lnTo>
                  <a:pt x="1757776" y="19875"/>
                </a:lnTo>
                <a:lnTo>
                  <a:pt x="1758223" y="20294"/>
                </a:lnTo>
                <a:lnTo>
                  <a:pt x="1758698" y="20685"/>
                </a:lnTo>
                <a:lnTo>
                  <a:pt x="1759198" y="21044"/>
                </a:lnTo>
                <a:lnTo>
                  <a:pt x="1759722" y="21371"/>
                </a:lnTo>
                <a:lnTo>
                  <a:pt x="1760268" y="21665"/>
                </a:lnTo>
                <a:lnTo>
                  <a:pt x="1760837" y="21924"/>
                </a:lnTo>
                <a:lnTo>
                  <a:pt x="1761425" y="22146"/>
                </a:lnTo>
                <a:lnTo>
                  <a:pt x="1762032" y="22332"/>
                </a:lnTo>
                <a:lnTo>
                  <a:pt x="1762656" y="22478"/>
                </a:lnTo>
                <a:lnTo>
                  <a:pt x="1763297" y="22584"/>
                </a:lnTo>
                <a:lnTo>
                  <a:pt x="1763953" y="22649"/>
                </a:lnTo>
                <a:lnTo>
                  <a:pt x="1764621" y="22671"/>
                </a:lnTo>
                <a:lnTo>
                  <a:pt x="1765290" y="22649"/>
                </a:lnTo>
                <a:lnTo>
                  <a:pt x="1765945" y="22584"/>
                </a:lnTo>
                <a:lnTo>
                  <a:pt x="1766585" y="22478"/>
                </a:lnTo>
                <a:lnTo>
                  <a:pt x="1767210" y="22332"/>
                </a:lnTo>
                <a:lnTo>
                  <a:pt x="1767816" y="22146"/>
                </a:lnTo>
                <a:lnTo>
                  <a:pt x="1768405" y="21924"/>
                </a:lnTo>
                <a:lnTo>
                  <a:pt x="1768973" y="21665"/>
                </a:lnTo>
                <a:lnTo>
                  <a:pt x="1769519" y="21371"/>
                </a:lnTo>
                <a:lnTo>
                  <a:pt x="1770043" y="21044"/>
                </a:lnTo>
                <a:lnTo>
                  <a:pt x="1770543" y="20685"/>
                </a:lnTo>
                <a:lnTo>
                  <a:pt x="1771017" y="20294"/>
                </a:lnTo>
                <a:lnTo>
                  <a:pt x="1771464" y="19875"/>
                </a:lnTo>
                <a:lnTo>
                  <a:pt x="1771884" y="19427"/>
                </a:lnTo>
                <a:lnTo>
                  <a:pt x="1772274" y="18953"/>
                </a:lnTo>
                <a:lnTo>
                  <a:pt x="1772633" y="18453"/>
                </a:lnTo>
                <a:lnTo>
                  <a:pt x="1772960" y="17929"/>
                </a:lnTo>
                <a:lnTo>
                  <a:pt x="1773253" y="17382"/>
                </a:lnTo>
                <a:lnTo>
                  <a:pt x="1773512" y="16814"/>
                </a:lnTo>
                <a:lnTo>
                  <a:pt x="1773735" y="16226"/>
                </a:lnTo>
                <a:lnTo>
                  <a:pt x="1773920" y="15619"/>
                </a:lnTo>
                <a:lnTo>
                  <a:pt x="1774066" y="14994"/>
                </a:lnTo>
                <a:lnTo>
                  <a:pt x="1774172" y="14354"/>
                </a:lnTo>
                <a:lnTo>
                  <a:pt x="1774237" y="13699"/>
                </a:lnTo>
                <a:lnTo>
                  <a:pt x="1774259" y="13030"/>
                </a:lnTo>
                <a:lnTo>
                  <a:pt x="1774237" y="12361"/>
                </a:lnTo>
                <a:lnTo>
                  <a:pt x="1774172" y="11706"/>
                </a:lnTo>
                <a:lnTo>
                  <a:pt x="1774066" y="11066"/>
                </a:lnTo>
                <a:lnTo>
                  <a:pt x="1773920" y="10441"/>
                </a:lnTo>
                <a:lnTo>
                  <a:pt x="1773735" y="9834"/>
                </a:lnTo>
                <a:lnTo>
                  <a:pt x="1773512" y="9246"/>
                </a:lnTo>
                <a:close/>
                <a:moveTo>
                  <a:pt x="662204" y="44144"/>
                </a:moveTo>
                <a:lnTo>
                  <a:pt x="661862" y="43422"/>
                </a:lnTo>
                <a:lnTo>
                  <a:pt x="661476" y="42732"/>
                </a:lnTo>
                <a:lnTo>
                  <a:pt x="661049" y="42073"/>
                </a:lnTo>
                <a:lnTo>
                  <a:pt x="660582" y="41448"/>
                </a:lnTo>
                <a:lnTo>
                  <a:pt x="660079" y="40857"/>
                </a:lnTo>
                <a:lnTo>
                  <a:pt x="659541" y="40303"/>
                </a:lnTo>
                <a:lnTo>
                  <a:pt x="658971" y="39785"/>
                </a:lnTo>
                <a:lnTo>
                  <a:pt x="658371" y="39306"/>
                </a:lnTo>
                <a:lnTo>
                  <a:pt x="657744" y="38867"/>
                </a:lnTo>
                <a:lnTo>
                  <a:pt x="657092" y="38468"/>
                </a:lnTo>
                <a:lnTo>
                  <a:pt x="656417" y="38112"/>
                </a:lnTo>
                <a:lnTo>
                  <a:pt x="655721" y="37799"/>
                </a:lnTo>
                <a:lnTo>
                  <a:pt x="655008" y="37531"/>
                </a:lnTo>
                <a:lnTo>
                  <a:pt x="654279" y="37309"/>
                </a:lnTo>
                <a:lnTo>
                  <a:pt x="653536" y="37134"/>
                </a:lnTo>
                <a:lnTo>
                  <a:pt x="652782" y="37007"/>
                </a:lnTo>
                <a:lnTo>
                  <a:pt x="652020" y="36930"/>
                </a:lnTo>
                <a:lnTo>
                  <a:pt x="651251" y="36904"/>
                </a:lnTo>
                <a:lnTo>
                  <a:pt x="650349" y="36935"/>
                </a:lnTo>
                <a:lnTo>
                  <a:pt x="649473" y="37025"/>
                </a:lnTo>
                <a:lnTo>
                  <a:pt x="648626" y="37173"/>
                </a:lnTo>
                <a:lnTo>
                  <a:pt x="647807" y="37375"/>
                </a:lnTo>
                <a:lnTo>
                  <a:pt x="647019" y="37629"/>
                </a:lnTo>
                <a:lnTo>
                  <a:pt x="646262" y="37932"/>
                </a:lnTo>
                <a:lnTo>
                  <a:pt x="645537" y="38282"/>
                </a:lnTo>
                <a:lnTo>
                  <a:pt x="644845" y="38675"/>
                </a:lnTo>
                <a:lnTo>
                  <a:pt x="644188" y="39111"/>
                </a:lnTo>
                <a:lnTo>
                  <a:pt x="643565" y="39585"/>
                </a:lnTo>
                <a:lnTo>
                  <a:pt x="642979" y="40096"/>
                </a:lnTo>
                <a:lnTo>
                  <a:pt x="642430" y="40641"/>
                </a:lnTo>
                <a:lnTo>
                  <a:pt x="641919" y="41216"/>
                </a:lnTo>
                <a:lnTo>
                  <a:pt x="641447" y="41820"/>
                </a:lnTo>
                <a:lnTo>
                  <a:pt x="641016" y="42450"/>
                </a:lnTo>
                <a:lnTo>
                  <a:pt x="640625" y="43104"/>
                </a:lnTo>
                <a:lnTo>
                  <a:pt x="640277" y="43778"/>
                </a:lnTo>
                <a:lnTo>
                  <a:pt x="639972" y="44470"/>
                </a:lnTo>
                <a:lnTo>
                  <a:pt x="639711" y="45178"/>
                </a:lnTo>
                <a:lnTo>
                  <a:pt x="639496" y="45899"/>
                </a:lnTo>
                <a:lnTo>
                  <a:pt x="639326" y="46630"/>
                </a:lnTo>
                <a:lnTo>
                  <a:pt x="639204" y="47369"/>
                </a:lnTo>
                <a:lnTo>
                  <a:pt x="639130" y="48114"/>
                </a:lnTo>
                <a:lnTo>
                  <a:pt x="639105" y="48860"/>
                </a:lnTo>
                <a:lnTo>
                  <a:pt x="639135" y="49741"/>
                </a:lnTo>
                <a:lnTo>
                  <a:pt x="639222" y="50598"/>
                </a:lnTo>
                <a:lnTo>
                  <a:pt x="639365" y="51431"/>
                </a:lnTo>
                <a:lnTo>
                  <a:pt x="639562" y="52237"/>
                </a:lnTo>
                <a:lnTo>
                  <a:pt x="639809" y="53017"/>
                </a:lnTo>
                <a:lnTo>
                  <a:pt x="640105" y="53768"/>
                </a:lnTo>
                <a:lnTo>
                  <a:pt x="640447" y="54490"/>
                </a:lnTo>
                <a:lnTo>
                  <a:pt x="640833" y="55181"/>
                </a:lnTo>
                <a:lnTo>
                  <a:pt x="641260" y="55839"/>
                </a:lnTo>
                <a:lnTo>
                  <a:pt x="641727" y="56464"/>
                </a:lnTo>
                <a:lnTo>
                  <a:pt x="642230" y="57055"/>
                </a:lnTo>
                <a:lnTo>
                  <a:pt x="642768" y="57609"/>
                </a:lnTo>
                <a:lnTo>
                  <a:pt x="643338" y="58127"/>
                </a:lnTo>
                <a:lnTo>
                  <a:pt x="643937" y="58606"/>
                </a:lnTo>
                <a:lnTo>
                  <a:pt x="644564" y="59045"/>
                </a:lnTo>
                <a:lnTo>
                  <a:pt x="645217" y="59444"/>
                </a:lnTo>
                <a:lnTo>
                  <a:pt x="645892" y="59800"/>
                </a:lnTo>
                <a:lnTo>
                  <a:pt x="646587" y="60113"/>
                </a:lnTo>
                <a:lnTo>
                  <a:pt x="647301" y="60381"/>
                </a:lnTo>
                <a:lnTo>
                  <a:pt x="648030" y="60603"/>
                </a:lnTo>
                <a:lnTo>
                  <a:pt x="648772" y="60779"/>
                </a:lnTo>
                <a:lnTo>
                  <a:pt x="649526" y="60905"/>
                </a:lnTo>
                <a:lnTo>
                  <a:pt x="650288" y="60982"/>
                </a:lnTo>
                <a:lnTo>
                  <a:pt x="651057" y="61008"/>
                </a:lnTo>
                <a:lnTo>
                  <a:pt x="651960" y="60977"/>
                </a:lnTo>
                <a:lnTo>
                  <a:pt x="652835" y="60887"/>
                </a:lnTo>
                <a:lnTo>
                  <a:pt x="653682" y="60739"/>
                </a:lnTo>
                <a:lnTo>
                  <a:pt x="654500" y="60537"/>
                </a:lnTo>
                <a:lnTo>
                  <a:pt x="655288" y="60284"/>
                </a:lnTo>
                <a:lnTo>
                  <a:pt x="656045" y="59980"/>
                </a:lnTo>
                <a:lnTo>
                  <a:pt x="656770" y="59631"/>
                </a:lnTo>
                <a:lnTo>
                  <a:pt x="657462" y="59237"/>
                </a:lnTo>
                <a:lnTo>
                  <a:pt x="658119" y="58801"/>
                </a:lnTo>
                <a:lnTo>
                  <a:pt x="658742" y="58327"/>
                </a:lnTo>
                <a:lnTo>
                  <a:pt x="659328" y="57816"/>
                </a:lnTo>
                <a:lnTo>
                  <a:pt x="659877" y="57272"/>
                </a:lnTo>
                <a:lnTo>
                  <a:pt x="660388" y="56696"/>
                </a:lnTo>
                <a:lnTo>
                  <a:pt x="660860" y="56092"/>
                </a:lnTo>
                <a:lnTo>
                  <a:pt x="661292" y="55462"/>
                </a:lnTo>
                <a:lnTo>
                  <a:pt x="661682" y="54808"/>
                </a:lnTo>
                <a:lnTo>
                  <a:pt x="662031" y="54134"/>
                </a:lnTo>
                <a:lnTo>
                  <a:pt x="662336" y="53442"/>
                </a:lnTo>
                <a:lnTo>
                  <a:pt x="662597" y="52734"/>
                </a:lnTo>
                <a:lnTo>
                  <a:pt x="662813" y="52013"/>
                </a:lnTo>
                <a:lnTo>
                  <a:pt x="662982" y="51282"/>
                </a:lnTo>
                <a:lnTo>
                  <a:pt x="663105" y="50543"/>
                </a:lnTo>
                <a:lnTo>
                  <a:pt x="663179" y="49798"/>
                </a:lnTo>
                <a:lnTo>
                  <a:pt x="663204" y="49052"/>
                </a:lnTo>
                <a:lnTo>
                  <a:pt x="663174" y="48171"/>
                </a:lnTo>
                <a:lnTo>
                  <a:pt x="663086" y="47314"/>
                </a:lnTo>
                <a:lnTo>
                  <a:pt x="662943" y="46481"/>
                </a:lnTo>
                <a:lnTo>
                  <a:pt x="662747" y="45675"/>
                </a:lnTo>
                <a:lnTo>
                  <a:pt x="662500" y="44895"/>
                </a:lnTo>
                <a:lnTo>
                  <a:pt x="662204" y="44144"/>
                </a:lnTo>
                <a:close/>
                <a:moveTo>
                  <a:pt x="184669" y="80774"/>
                </a:moveTo>
                <a:lnTo>
                  <a:pt x="184347" y="79483"/>
                </a:lnTo>
                <a:lnTo>
                  <a:pt x="183983" y="78240"/>
                </a:lnTo>
                <a:lnTo>
                  <a:pt x="183583" y="77046"/>
                </a:lnTo>
                <a:lnTo>
                  <a:pt x="183150" y="75900"/>
                </a:lnTo>
                <a:lnTo>
                  <a:pt x="182689" y="74804"/>
                </a:lnTo>
                <a:lnTo>
                  <a:pt x="182207" y="73757"/>
                </a:lnTo>
                <a:lnTo>
                  <a:pt x="181708" y="72762"/>
                </a:lnTo>
                <a:lnTo>
                  <a:pt x="181196" y="71817"/>
                </a:lnTo>
                <a:lnTo>
                  <a:pt x="180678" y="70925"/>
                </a:lnTo>
                <a:lnTo>
                  <a:pt x="180158" y="70085"/>
                </a:lnTo>
                <a:lnTo>
                  <a:pt x="179640" y="69297"/>
                </a:lnTo>
                <a:lnTo>
                  <a:pt x="179131" y="68564"/>
                </a:lnTo>
                <a:lnTo>
                  <a:pt x="178635" y="67884"/>
                </a:lnTo>
                <a:lnTo>
                  <a:pt x="178157" y="67259"/>
                </a:lnTo>
                <a:lnTo>
                  <a:pt x="177702" y="66690"/>
                </a:lnTo>
                <a:lnTo>
                  <a:pt x="177275" y="66176"/>
                </a:lnTo>
                <a:lnTo>
                  <a:pt x="176881" y="65719"/>
                </a:lnTo>
                <a:lnTo>
                  <a:pt x="176526" y="65319"/>
                </a:lnTo>
                <a:lnTo>
                  <a:pt x="176213" y="64977"/>
                </a:lnTo>
                <a:lnTo>
                  <a:pt x="175238" y="64045"/>
                </a:lnTo>
                <a:lnTo>
                  <a:pt x="174286" y="63176"/>
                </a:lnTo>
                <a:lnTo>
                  <a:pt x="173351" y="62367"/>
                </a:lnTo>
                <a:lnTo>
                  <a:pt x="172428" y="61612"/>
                </a:lnTo>
                <a:lnTo>
                  <a:pt x="171511" y="60909"/>
                </a:lnTo>
                <a:lnTo>
                  <a:pt x="170595" y="60253"/>
                </a:lnTo>
                <a:lnTo>
                  <a:pt x="169674" y="59642"/>
                </a:lnTo>
                <a:lnTo>
                  <a:pt x="168744" y="59072"/>
                </a:lnTo>
                <a:lnTo>
                  <a:pt x="167798" y="58538"/>
                </a:lnTo>
                <a:lnTo>
                  <a:pt x="166832" y="58037"/>
                </a:lnTo>
                <a:lnTo>
                  <a:pt x="165839" y="57566"/>
                </a:lnTo>
                <a:lnTo>
                  <a:pt x="164814" y="57120"/>
                </a:lnTo>
                <a:lnTo>
                  <a:pt x="163752" y="56697"/>
                </a:lnTo>
                <a:lnTo>
                  <a:pt x="162648" y="56292"/>
                </a:lnTo>
                <a:lnTo>
                  <a:pt x="161495" y="55902"/>
                </a:lnTo>
                <a:lnTo>
                  <a:pt x="160290" y="55522"/>
                </a:lnTo>
                <a:lnTo>
                  <a:pt x="159025" y="55150"/>
                </a:lnTo>
                <a:lnTo>
                  <a:pt x="157696" y="54782"/>
                </a:lnTo>
                <a:lnTo>
                  <a:pt x="156297" y="54414"/>
                </a:lnTo>
                <a:lnTo>
                  <a:pt x="154823" y="54042"/>
                </a:lnTo>
                <a:lnTo>
                  <a:pt x="153268" y="53663"/>
                </a:lnTo>
                <a:lnTo>
                  <a:pt x="151628" y="53272"/>
                </a:lnTo>
                <a:lnTo>
                  <a:pt x="149896" y="52867"/>
                </a:lnTo>
                <a:lnTo>
                  <a:pt x="148066" y="52444"/>
                </a:lnTo>
                <a:lnTo>
                  <a:pt x="132449" y="48975"/>
                </a:lnTo>
                <a:lnTo>
                  <a:pt x="131441" y="48663"/>
                </a:lnTo>
                <a:lnTo>
                  <a:pt x="130444" y="48305"/>
                </a:lnTo>
                <a:lnTo>
                  <a:pt x="129461" y="47903"/>
                </a:lnTo>
                <a:lnTo>
                  <a:pt x="128495" y="47458"/>
                </a:lnTo>
                <a:lnTo>
                  <a:pt x="127548" y="46970"/>
                </a:lnTo>
                <a:lnTo>
                  <a:pt x="126623" y="46440"/>
                </a:lnTo>
                <a:lnTo>
                  <a:pt x="125724" y="45870"/>
                </a:lnTo>
                <a:lnTo>
                  <a:pt x="124852" y="45261"/>
                </a:lnTo>
                <a:lnTo>
                  <a:pt x="124011" y="44612"/>
                </a:lnTo>
                <a:lnTo>
                  <a:pt x="123203" y="43925"/>
                </a:lnTo>
                <a:lnTo>
                  <a:pt x="122432" y="43202"/>
                </a:lnTo>
                <a:lnTo>
                  <a:pt x="121701" y="42442"/>
                </a:lnTo>
                <a:lnTo>
                  <a:pt x="121011" y="41647"/>
                </a:lnTo>
                <a:lnTo>
                  <a:pt x="120367" y="40818"/>
                </a:lnTo>
                <a:lnTo>
                  <a:pt x="119770" y="39956"/>
                </a:lnTo>
                <a:lnTo>
                  <a:pt x="119225" y="39062"/>
                </a:lnTo>
                <a:lnTo>
                  <a:pt x="118732" y="38135"/>
                </a:lnTo>
                <a:lnTo>
                  <a:pt x="118296" y="37179"/>
                </a:lnTo>
                <a:lnTo>
                  <a:pt x="117920" y="36193"/>
                </a:lnTo>
                <a:lnTo>
                  <a:pt x="117605" y="35178"/>
                </a:lnTo>
                <a:lnTo>
                  <a:pt x="117356" y="34135"/>
                </a:lnTo>
                <a:lnTo>
                  <a:pt x="117174" y="33066"/>
                </a:lnTo>
                <a:lnTo>
                  <a:pt x="117063" y="31970"/>
                </a:lnTo>
                <a:lnTo>
                  <a:pt x="117025" y="30850"/>
                </a:lnTo>
                <a:lnTo>
                  <a:pt x="117074" y="29624"/>
                </a:lnTo>
                <a:lnTo>
                  <a:pt x="117219" y="28409"/>
                </a:lnTo>
                <a:lnTo>
                  <a:pt x="117457" y="27207"/>
                </a:lnTo>
                <a:lnTo>
                  <a:pt x="117788" y="26022"/>
                </a:lnTo>
                <a:lnTo>
                  <a:pt x="118208" y="24858"/>
                </a:lnTo>
                <a:lnTo>
                  <a:pt x="118715" y="23719"/>
                </a:lnTo>
                <a:lnTo>
                  <a:pt x="119307" y="22609"/>
                </a:lnTo>
                <a:lnTo>
                  <a:pt x="119981" y="21531"/>
                </a:lnTo>
                <a:lnTo>
                  <a:pt x="120736" y="20489"/>
                </a:lnTo>
                <a:lnTo>
                  <a:pt x="121568" y="19488"/>
                </a:lnTo>
                <a:lnTo>
                  <a:pt x="122477" y="18529"/>
                </a:lnTo>
                <a:lnTo>
                  <a:pt x="123459" y="17619"/>
                </a:lnTo>
                <a:lnTo>
                  <a:pt x="124513" y="16759"/>
                </a:lnTo>
                <a:lnTo>
                  <a:pt x="125635" y="15955"/>
                </a:lnTo>
                <a:lnTo>
                  <a:pt x="126825" y="15209"/>
                </a:lnTo>
                <a:lnTo>
                  <a:pt x="128079" y="14526"/>
                </a:lnTo>
                <a:lnTo>
                  <a:pt x="129395" y="13909"/>
                </a:lnTo>
                <a:lnTo>
                  <a:pt x="130771" y="13362"/>
                </a:lnTo>
                <a:lnTo>
                  <a:pt x="132205" y="12889"/>
                </a:lnTo>
                <a:lnTo>
                  <a:pt x="133694" y="12493"/>
                </a:lnTo>
                <a:lnTo>
                  <a:pt x="135237" y="12179"/>
                </a:lnTo>
                <a:lnTo>
                  <a:pt x="136831" y="11950"/>
                </a:lnTo>
                <a:lnTo>
                  <a:pt x="138473" y="11810"/>
                </a:lnTo>
                <a:lnTo>
                  <a:pt x="140162" y="11762"/>
                </a:lnTo>
                <a:lnTo>
                  <a:pt x="142903" y="11854"/>
                </a:lnTo>
                <a:lnTo>
                  <a:pt x="145446" y="12122"/>
                </a:lnTo>
                <a:lnTo>
                  <a:pt x="147797" y="12553"/>
                </a:lnTo>
                <a:lnTo>
                  <a:pt x="149965" y="13132"/>
                </a:lnTo>
                <a:lnTo>
                  <a:pt x="151958" y="13848"/>
                </a:lnTo>
                <a:lnTo>
                  <a:pt x="153783" y="14688"/>
                </a:lnTo>
                <a:lnTo>
                  <a:pt x="155449" y="15637"/>
                </a:lnTo>
                <a:lnTo>
                  <a:pt x="156963" y="16683"/>
                </a:lnTo>
                <a:lnTo>
                  <a:pt x="158333" y="17812"/>
                </a:lnTo>
                <a:lnTo>
                  <a:pt x="159566" y="19012"/>
                </a:lnTo>
                <a:lnTo>
                  <a:pt x="160672" y="20270"/>
                </a:lnTo>
                <a:lnTo>
                  <a:pt x="161657" y="21572"/>
                </a:lnTo>
                <a:lnTo>
                  <a:pt x="162530" y="22905"/>
                </a:lnTo>
                <a:lnTo>
                  <a:pt x="163299" y="24256"/>
                </a:lnTo>
                <a:lnTo>
                  <a:pt x="163970" y="25611"/>
                </a:lnTo>
                <a:lnTo>
                  <a:pt x="164553" y="26959"/>
                </a:lnTo>
                <a:lnTo>
                  <a:pt x="165054" y="28285"/>
                </a:lnTo>
                <a:lnTo>
                  <a:pt x="165483" y="29576"/>
                </a:lnTo>
                <a:lnTo>
                  <a:pt x="165846" y="30820"/>
                </a:lnTo>
                <a:lnTo>
                  <a:pt x="166152" y="32003"/>
                </a:lnTo>
                <a:lnTo>
                  <a:pt x="166408" y="33112"/>
                </a:lnTo>
                <a:lnTo>
                  <a:pt x="166623" y="34133"/>
                </a:lnTo>
                <a:lnTo>
                  <a:pt x="166804" y="35055"/>
                </a:lnTo>
                <a:lnTo>
                  <a:pt x="166958" y="35863"/>
                </a:lnTo>
                <a:lnTo>
                  <a:pt x="167039" y="36377"/>
                </a:lnTo>
                <a:lnTo>
                  <a:pt x="167136" y="36860"/>
                </a:lnTo>
                <a:lnTo>
                  <a:pt x="167248" y="37313"/>
                </a:lnTo>
                <a:lnTo>
                  <a:pt x="167378" y="37736"/>
                </a:lnTo>
                <a:lnTo>
                  <a:pt x="167523" y="38130"/>
                </a:lnTo>
                <a:lnTo>
                  <a:pt x="167685" y="38496"/>
                </a:lnTo>
                <a:lnTo>
                  <a:pt x="167864" y="38835"/>
                </a:lnTo>
                <a:lnTo>
                  <a:pt x="168059" y="39148"/>
                </a:lnTo>
                <a:lnTo>
                  <a:pt x="168271" y="39435"/>
                </a:lnTo>
                <a:lnTo>
                  <a:pt x="168500" y="39698"/>
                </a:lnTo>
                <a:lnTo>
                  <a:pt x="168745" y="39937"/>
                </a:lnTo>
                <a:lnTo>
                  <a:pt x="169008" y="40153"/>
                </a:lnTo>
                <a:lnTo>
                  <a:pt x="169287" y="40347"/>
                </a:lnTo>
                <a:lnTo>
                  <a:pt x="169584" y="40519"/>
                </a:lnTo>
                <a:lnTo>
                  <a:pt x="169898" y="40672"/>
                </a:lnTo>
                <a:lnTo>
                  <a:pt x="170230" y="40804"/>
                </a:lnTo>
                <a:lnTo>
                  <a:pt x="170578" y="40918"/>
                </a:lnTo>
                <a:lnTo>
                  <a:pt x="170944" y="41014"/>
                </a:lnTo>
                <a:lnTo>
                  <a:pt x="171328" y="41093"/>
                </a:lnTo>
                <a:lnTo>
                  <a:pt x="171729" y="41156"/>
                </a:lnTo>
                <a:lnTo>
                  <a:pt x="172148" y="41203"/>
                </a:lnTo>
                <a:lnTo>
                  <a:pt x="172585" y="41236"/>
                </a:lnTo>
                <a:lnTo>
                  <a:pt x="173040" y="41255"/>
                </a:lnTo>
                <a:lnTo>
                  <a:pt x="173513" y="41261"/>
                </a:lnTo>
                <a:lnTo>
                  <a:pt x="174322" y="41240"/>
                </a:lnTo>
                <a:lnTo>
                  <a:pt x="175063" y="41179"/>
                </a:lnTo>
                <a:lnTo>
                  <a:pt x="175740" y="41080"/>
                </a:lnTo>
                <a:lnTo>
                  <a:pt x="176356" y="40944"/>
                </a:lnTo>
                <a:lnTo>
                  <a:pt x="176913" y="40773"/>
                </a:lnTo>
                <a:lnTo>
                  <a:pt x="177414" y="40568"/>
                </a:lnTo>
                <a:lnTo>
                  <a:pt x="177863" y="40333"/>
                </a:lnTo>
                <a:lnTo>
                  <a:pt x="178262" y="40069"/>
                </a:lnTo>
                <a:lnTo>
                  <a:pt x="178614" y="39777"/>
                </a:lnTo>
                <a:lnTo>
                  <a:pt x="178922" y="39460"/>
                </a:lnTo>
                <a:lnTo>
                  <a:pt x="179189" y="39118"/>
                </a:lnTo>
                <a:lnTo>
                  <a:pt x="179418" y="38755"/>
                </a:lnTo>
                <a:lnTo>
                  <a:pt x="179611" y="38372"/>
                </a:lnTo>
                <a:lnTo>
                  <a:pt x="179773" y="37970"/>
                </a:lnTo>
                <a:lnTo>
                  <a:pt x="179905" y="37552"/>
                </a:lnTo>
                <a:lnTo>
                  <a:pt x="180011" y="37120"/>
                </a:lnTo>
                <a:lnTo>
                  <a:pt x="180094" y="36675"/>
                </a:lnTo>
                <a:lnTo>
                  <a:pt x="180156" y="36218"/>
                </a:lnTo>
                <a:lnTo>
                  <a:pt x="180200" y="35753"/>
                </a:lnTo>
                <a:lnTo>
                  <a:pt x="180230" y="35281"/>
                </a:lnTo>
                <a:lnTo>
                  <a:pt x="180248" y="34803"/>
                </a:lnTo>
                <a:lnTo>
                  <a:pt x="180257" y="34322"/>
                </a:lnTo>
                <a:lnTo>
                  <a:pt x="180261" y="33839"/>
                </a:lnTo>
                <a:lnTo>
                  <a:pt x="180261" y="33356"/>
                </a:lnTo>
                <a:lnTo>
                  <a:pt x="180261" y="7905"/>
                </a:lnTo>
                <a:lnTo>
                  <a:pt x="180261" y="7511"/>
                </a:lnTo>
                <a:lnTo>
                  <a:pt x="180258" y="7102"/>
                </a:lnTo>
                <a:lnTo>
                  <a:pt x="180250" y="6680"/>
                </a:lnTo>
                <a:lnTo>
                  <a:pt x="180234" y="6249"/>
                </a:lnTo>
                <a:lnTo>
                  <a:pt x="180209" y="5811"/>
                </a:lnTo>
                <a:lnTo>
                  <a:pt x="180171" y="5369"/>
                </a:lnTo>
                <a:lnTo>
                  <a:pt x="180118" y="4926"/>
                </a:lnTo>
                <a:lnTo>
                  <a:pt x="180047" y="4485"/>
                </a:lnTo>
                <a:lnTo>
                  <a:pt x="179956" y="4049"/>
                </a:lnTo>
                <a:lnTo>
                  <a:pt x="179843" y="3620"/>
                </a:lnTo>
                <a:lnTo>
                  <a:pt x="179704" y="3202"/>
                </a:lnTo>
                <a:lnTo>
                  <a:pt x="179538" y="2796"/>
                </a:lnTo>
                <a:lnTo>
                  <a:pt x="179342" y="2407"/>
                </a:lnTo>
                <a:lnTo>
                  <a:pt x="179113" y="2037"/>
                </a:lnTo>
                <a:lnTo>
                  <a:pt x="178849" y="1688"/>
                </a:lnTo>
                <a:lnTo>
                  <a:pt x="178548" y="1364"/>
                </a:lnTo>
                <a:lnTo>
                  <a:pt x="178206" y="1068"/>
                </a:lnTo>
                <a:lnTo>
                  <a:pt x="177821" y="802"/>
                </a:lnTo>
                <a:lnTo>
                  <a:pt x="177392" y="569"/>
                </a:lnTo>
                <a:lnTo>
                  <a:pt x="176914" y="371"/>
                </a:lnTo>
                <a:lnTo>
                  <a:pt x="176387" y="213"/>
                </a:lnTo>
                <a:lnTo>
                  <a:pt x="175806" y="97"/>
                </a:lnTo>
                <a:lnTo>
                  <a:pt x="175171" y="25"/>
                </a:lnTo>
                <a:lnTo>
                  <a:pt x="174478" y="0"/>
                </a:lnTo>
                <a:lnTo>
                  <a:pt x="173918" y="17"/>
                </a:lnTo>
                <a:lnTo>
                  <a:pt x="173395" y="68"/>
                </a:lnTo>
                <a:lnTo>
                  <a:pt x="172906" y="152"/>
                </a:lnTo>
                <a:lnTo>
                  <a:pt x="172450" y="270"/>
                </a:lnTo>
                <a:lnTo>
                  <a:pt x="172024" y="420"/>
                </a:lnTo>
                <a:lnTo>
                  <a:pt x="171628" y="603"/>
                </a:lnTo>
                <a:lnTo>
                  <a:pt x="171258" y="818"/>
                </a:lnTo>
                <a:lnTo>
                  <a:pt x="170914" y="1065"/>
                </a:lnTo>
                <a:lnTo>
                  <a:pt x="170593" y="1343"/>
                </a:lnTo>
                <a:lnTo>
                  <a:pt x="170294" y="1652"/>
                </a:lnTo>
                <a:lnTo>
                  <a:pt x="170015" y="1992"/>
                </a:lnTo>
                <a:lnTo>
                  <a:pt x="169754" y="2363"/>
                </a:lnTo>
                <a:lnTo>
                  <a:pt x="169508" y="2764"/>
                </a:lnTo>
                <a:lnTo>
                  <a:pt x="169277" y="3194"/>
                </a:lnTo>
                <a:lnTo>
                  <a:pt x="169058" y="3654"/>
                </a:lnTo>
                <a:lnTo>
                  <a:pt x="168850" y="4144"/>
                </a:lnTo>
                <a:lnTo>
                  <a:pt x="168651" y="4662"/>
                </a:lnTo>
                <a:lnTo>
                  <a:pt x="168458" y="5208"/>
                </a:lnTo>
                <a:lnTo>
                  <a:pt x="168271" y="5782"/>
                </a:lnTo>
                <a:lnTo>
                  <a:pt x="168086" y="6385"/>
                </a:lnTo>
                <a:lnTo>
                  <a:pt x="167903" y="7014"/>
                </a:lnTo>
                <a:lnTo>
                  <a:pt x="167720" y="7671"/>
                </a:lnTo>
                <a:lnTo>
                  <a:pt x="167534" y="8354"/>
                </a:lnTo>
                <a:lnTo>
                  <a:pt x="167344" y="9064"/>
                </a:lnTo>
                <a:lnTo>
                  <a:pt x="166343" y="8244"/>
                </a:lnTo>
                <a:lnTo>
                  <a:pt x="165318" y="7468"/>
                </a:lnTo>
                <a:lnTo>
                  <a:pt x="164270" y="6737"/>
                </a:lnTo>
                <a:lnTo>
                  <a:pt x="163202" y="6049"/>
                </a:lnTo>
                <a:lnTo>
                  <a:pt x="162116" y="5404"/>
                </a:lnTo>
                <a:lnTo>
                  <a:pt x="161012" y="4801"/>
                </a:lnTo>
                <a:lnTo>
                  <a:pt x="159893" y="4238"/>
                </a:lnTo>
                <a:lnTo>
                  <a:pt x="158761" y="3715"/>
                </a:lnTo>
                <a:lnTo>
                  <a:pt x="157618" y="3230"/>
                </a:lnTo>
                <a:lnTo>
                  <a:pt x="156465" y="2784"/>
                </a:lnTo>
                <a:lnTo>
                  <a:pt x="155304" y="2375"/>
                </a:lnTo>
                <a:lnTo>
                  <a:pt x="154138" y="2001"/>
                </a:lnTo>
                <a:lnTo>
                  <a:pt x="152967" y="1663"/>
                </a:lnTo>
                <a:lnTo>
                  <a:pt x="151794" y="1359"/>
                </a:lnTo>
                <a:lnTo>
                  <a:pt x="150621" y="1088"/>
                </a:lnTo>
                <a:lnTo>
                  <a:pt x="149450" y="850"/>
                </a:lnTo>
                <a:lnTo>
                  <a:pt x="148282" y="643"/>
                </a:lnTo>
                <a:lnTo>
                  <a:pt x="147119" y="467"/>
                </a:lnTo>
                <a:lnTo>
                  <a:pt x="145963" y="321"/>
                </a:lnTo>
                <a:lnTo>
                  <a:pt x="144816" y="203"/>
                </a:lnTo>
                <a:lnTo>
                  <a:pt x="143679" y="113"/>
                </a:lnTo>
                <a:lnTo>
                  <a:pt x="142556" y="49"/>
                </a:lnTo>
                <a:lnTo>
                  <a:pt x="141446" y="12"/>
                </a:lnTo>
                <a:lnTo>
                  <a:pt x="140353" y="0"/>
                </a:lnTo>
                <a:lnTo>
                  <a:pt x="137715" y="78"/>
                </a:lnTo>
                <a:lnTo>
                  <a:pt x="135152" y="309"/>
                </a:lnTo>
                <a:lnTo>
                  <a:pt x="132669" y="687"/>
                </a:lnTo>
                <a:lnTo>
                  <a:pt x="130267" y="1204"/>
                </a:lnTo>
                <a:lnTo>
                  <a:pt x="127950" y="1856"/>
                </a:lnTo>
                <a:lnTo>
                  <a:pt x="125722" y="2636"/>
                </a:lnTo>
                <a:lnTo>
                  <a:pt x="123586" y="3538"/>
                </a:lnTo>
                <a:lnTo>
                  <a:pt x="121546" y="4556"/>
                </a:lnTo>
                <a:lnTo>
                  <a:pt x="119603" y="5684"/>
                </a:lnTo>
                <a:lnTo>
                  <a:pt x="117762" y="6916"/>
                </a:lnTo>
                <a:lnTo>
                  <a:pt x="116026" y="8245"/>
                </a:lnTo>
                <a:lnTo>
                  <a:pt x="114399" y="9665"/>
                </a:lnTo>
                <a:lnTo>
                  <a:pt x="112882" y="11171"/>
                </a:lnTo>
                <a:lnTo>
                  <a:pt x="111481" y="12756"/>
                </a:lnTo>
                <a:lnTo>
                  <a:pt x="110197" y="14414"/>
                </a:lnTo>
                <a:lnTo>
                  <a:pt x="109035" y="16139"/>
                </a:lnTo>
                <a:lnTo>
                  <a:pt x="107997" y="17926"/>
                </a:lnTo>
                <a:lnTo>
                  <a:pt x="107087" y="19767"/>
                </a:lnTo>
                <a:lnTo>
                  <a:pt x="106308" y="21656"/>
                </a:lnTo>
                <a:lnTo>
                  <a:pt x="105663" y="23588"/>
                </a:lnTo>
                <a:lnTo>
                  <a:pt x="105156" y="25557"/>
                </a:lnTo>
                <a:lnTo>
                  <a:pt x="104790" y="27556"/>
                </a:lnTo>
                <a:lnTo>
                  <a:pt x="104568" y="29579"/>
                </a:lnTo>
                <a:lnTo>
                  <a:pt x="104493" y="31620"/>
                </a:lnTo>
                <a:lnTo>
                  <a:pt x="104539" y="33234"/>
                </a:lnTo>
                <a:lnTo>
                  <a:pt x="104677" y="34841"/>
                </a:lnTo>
                <a:lnTo>
                  <a:pt x="104905" y="36440"/>
                </a:lnTo>
                <a:lnTo>
                  <a:pt x="105224" y="38027"/>
                </a:lnTo>
                <a:lnTo>
                  <a:pt x="105632" y="39598"/>
                </a:lnTo>
                <a:lnTo>
                  <a:pt x="106129" y="41150"/>
                </a:lnTo>
                <a:lnTo>
                  <a:pt x="106713" y="42679"/>
                </a:lnTo>
                <a:lnTo>
                  <a:pt x="107385" y="44182"/>
                </a:lnTo>
                <a:lnTo>
                  <a:pt x="108143" y="45656"/>
                </a:lnTo>
                <a:lnTo>
                  <a:pt x="108987" y="47097"/>
                </a:lnTo>
                <a:lnTo>
                  <a:pt x="109915" y="48501"/>
                </a:lnTo>
                <a:lnTo>
                  <a:pt x="110928" y="49866"/>
                </a:lnTo>
                <a:lnTo>
                  <a:pt x="112024" y="51187"/>
                </a:lnTo>
                <a:lnTo>
                  <a:pt x="113203" y="52462"/>
                </a:lnTo>
                <a:lnTo>
                  <a:pt x="114463" y="53687"/>
                </a:lnTo>
                <a:lnTo>
                  <a:pt x="115805" y="54859"/>
                </a:lnTo>
                <a:lnTo>
                  <a:pt x="117226" y="55973"/>
                </a:lnTo>
                <a:lnTo>
                  <a:pt x="118728" y="57028"/>
                </a:lnTo>
                <a:lnTo>
                  <a:pt x="120308" y="58018"/>
                </a:lnTo>
                <a:lnTo>
                  <a:pt x="121967" y="58941"/>
                </a:lnTo>
                <a:lnTo>
                  <a:pt x="123702" y="59794"/>
                </a:lnTo>
                <a:lnTo>
                  <a:pt x="125514" y="60572"/>
                </a:lnTo>
                <a:lnTo>
                  <a:pt x="127402" y="61273"/>
                </a:lnTo>
                <a:lnTo>
                  <a:pt x="129366" y="61893"/>
                </a:lnTo>
                <a:lnTo>
                  <a:pt x="151535" y="67098"/>
                </a:lnTo>
                <a:lnTo>
                  <a:pt x="152263" y="67253"/>
                </a:lnTo>
                <a:lnTo>
                  <a:pt x="153090" y="67441"/>
                </a:lnTo>
                <a:lnTo>
                  <a:pt x="154004" y="67666"/>
                </a:lnTo>
                <a:lnTo>
                  <a:pt x="154994" y="67933"/>
                </a:lnTo>
                <a:lnTo>
                  <a:pt x="156049" y="68247"/>
                </a:lnTo>
                <a:lnTo>
                  <a:pt x="157156" y="68610"/>
                </a:lnTo>
                <a:lnTo>
                  <a:pt x="158304" y="69029"/>
                </a:lnTo>
                <a:lnTo>
                  <a:pt x="159482" y="69508"/>
                </a:lnTo>
                <a:lnTo>
                  <a:pt x="160679" y="70050"/>
                </a:lnTo>
                <a:lnTo>
                  <a:pt x="161881" y="70660"/>
                </a:lnTo>
                <a:lnTo>
                  <a:pt x="163079" y="71343"/>
                </a:lnTo>
                <a:lnTo>
                  <a:pt x="164260" y="72104"/>
                </a:lnTo>
                <a:lnTo>
                  <a:pt x="165413" y="72945"/>
                </a:lnTo>
                <a:lnTo>
                  <a:pt x="166526" y="73873"/>
                </a:lnTo>
                <a:lnTo>
                  <a:pt x="167588" y="74891"/>
                </a:lnTo>
                <a:lnTo>
                  <a:pt x="168587" y="76004"/>
                </a:lnTo>
                <a:lnTo>
                  <a:pt x="169512" y="77216"/>
                </a:lnTo>
                <a:lnTo>
                  <a:pt x="170351" y="78531"/>
                </a:lnTo>
                <a:lnTo>
                  <a:pt x="171093" y="79955"/>
                </a:lnTo>
                <a:lnTo>
                  <a:pt x="171726" y="81491"/>
                </a:lnTo>
                <a:lnTo>
                  <a:pt x="172238" y="83144"/>
                </a:lnTo>
                <a:lnTo>
                  <a:pt x="172618" y="84918"/>
                </a:lnTo>
                <a:lnTo>
                  <a:pt x="172855" y="86818"/>
                </a:lnTo>
                <a:lnTo>
                  <a:pt x="172936" y="88848"/>
                </a:lnTo>
                <a:lnTo>
                  <a:pt x="172893" y="90107"/>
                </a:lnTo>
                <a:lnTo>
                  <a:pt x="172764" y="91375"/>
                </a:lnTo>
                <a:lnTo>
                  <a:pt x="172550" y="92646"/>
                </a:lnTo>
                <a:lnTo>
                  <a:pt x="172252" y="93915"/>
                </a:lnTo>
                <a:lnTo>
                  <a:pt x="171869" y="95175"/>
                </a:lnTo>
                <a:lnTo>
                  <a:pt x="171403" y="96422"/>
                </a:lnTo>
                <a:lnTo>
                  <a:pt x="170854" y="97650"/>
                </a:lnTo>
                <a:lnTo>
                  <a:pt x="170223" y="98853"/>
                </a:lnTo>
                <a:lnTo>
                  <a:pt x="169510" y="100026"/>
                </a:lnTo>
                <a:lnTo>
                  <a:pt x="168716" y="101163"/>
                </a:lnTo>
                <a:lnTo>
                  <a:pt x="167842" y="102260"/>
                </a:lnTo>
                <a:lnTo>
                  <a:pt x="166887" y="103309"/>
                </a:lnTo>
                <a:lnTo>
                  <a:pt x="165853" y="104306"/>
                </a:lnTo>
                <a:lnTo>
                  <a:pt x="164741" y="105246"/>
                </a:lnTo>
                <a:lnTo>
                  <a:pt x="163550" y="106122"/>
                </a:lnTo>
                <a:lnTo>
                  <a:pt x="162282" y="106930"/>
                </a:lnTo>
                <a:lnTo>
                  <a:pt x="160937" y="107663"/>
                </a:lnTo>
                <a:lnTo>
                  <a:pt x="159515" y="108316"/>
                </a:lnTo>
                <a:lnTo>
                  <a:pt x="158018" y="108884"/>
                </a:lnTo>
                <a:lnTo>
                  <a:pt x="156445" y="109362"/>
                </a:lnTo>
                <a:lnTo>
                  <a:pt x="154798" y="109742"/>
                </a:lnTo>
                <a:lnTo>
                  <a:pt x="153076" y="110021"/>
                </a:lnTo>
                <a:lnTo>
                  <a:pt x="151282" y="110192"/>
                </a:lnTo>
                <a:lnTo>
                  <a:pt x="149414" y="110251"/>
                </a:lnTo>
                <a:lnTo>
                  <a:pt x="148718" y="110246"/>
                </a:lnTo>
                <a:lnTo>
                  <a:pt x="147983" y="110233"/>
                </a:lnTo>
                <a:lnTo>
                  <a:pt x="147211" y="110207"/>
                </a:lnTo>
                <a:lnTo>
                  <a:pt x="146404" y="110170"/>
                </a:lnTo>
                <a:lnTo>
                  <a:pt x="145565" y="110117"/>
                </a:lnTo>
                <a:lnTo>
                  <a:pt x="144697" y="110049"/>
                </a:lnTo>
                <a:lnTo>
                  <a:pt x="143801" y="109963"/>
                </a:lnTo>
                <a:lnTo>
                  <a:pt x="142881" y="109858"/>
                </a:lnTo>
                <a:lnTo>
                  <a:pt x="141938" y="109732"/>
                </a:lnTo>
                <a:lnTo>
                  <a:pt x="140976" y="109584"/>
                </a:lnTo>
                <a:lnTo>
                  <a:pt x="139997" y="109412"/>
                </a:lnTo>
                <a:lnTo>
                  <a:pt x="139004" y="109214"/>
                </a:lnTo>
                <a:lnTo>
                  <a:pt x="137998" y="108990"/>
                </a:lnTo>
                <a:lnTo>
                  <a:pt x="136983" y="108736"/>
                </a:lnTo>
                <a:lnTo>
                  <a:pt x="135961" y="108452"/>
                </a:lnTo>
                <a:lnTo>
                  <a:pt x="134934" y="108137"/>
                </a:lnTo>
                <a:lnTo>
                  <a:pt x="133905" y="107788"/>
                </a:lnTo>
                <a:lnTo>
                  <a:pt x="132877" y="107404"/>
                </a:lnTo>
                <a:lnTo>
                  <a:pt x="131852" y="106983"/>
                </a:lnTo>
                <a:lnTo>
                  <a:pt x="130832" y="106524"/>
                </a:lnTo>
                <a:lnTo>
                  <a:pt x="129821" y="106025"/>
                </a:lnTo>
                <a:lnTo>
                  <a:pt x="128820" y="105484"/>
                </a:lnTo>
                <a:lnTo>
                  <a:pt x="127832" y="104901"/>
                </a:lnTo>
                <a:lnTo>
                  <a:pt x="126859" y="104273"/>
                </a:lnTo>
                <a:lnTo>
                  <a:pt x="125885" y="103608"/>
                </a:lnTo>
                <a:lnTo>
                  <a:pt x="124983" y="102916"/>
                </a:lnTo>
                <a:lnTo>
                  <a:pt x="124153" y="102200"/>
                </a:lnTo>
                <a:lnTo>
                  <a:pt x="123389" y="101464"/>
                </a:lnTo>
                <a:lnTo>
                  <a:pt x="122691" y="100711"/>
                </a:lnTo>
                <a:lnTo>
                  <a:pt x="122054" y="99944"/>
                </a:lnTo>
                <a:lnTo>
                  <a:pt x="121475" y="99167"/>
                </a:lnTo>
                <a:lnTo>
                  <a:pt x="120953" y="98382"/>
                </a:lnTo>
                <a:lnTo>
                  <a:pt x="120484" y="97593"/>
                </a:lnTo>
                <a:lnTo>
                  <a:pt x="120064" y="96804"/>
                </a:lnTo>
                <a:lnTo>
                  <a:pt x="119692" y="96017"/>
                </a:lnTo>
                <a:lnTo>
                  <a:pt x="119363" y="95236"/>
                </a:lnTo>
                <a:lnTo>
                  <a:pt x="119076" y="94463"/>
                </a:lnTo>
                <a:lnTo>
                  <a:pt x="118827" y="93704"/>
                </a:lnTo>
                <a:lnTo>
                  <a:pt x="118613" y="92959"/>
                </a:lnTo>
                <a:lnTo>
                  <a:pt x="118432" y="92234"/>
                </a:lnTo>
                <a:lnTo>
                  <a:pt x="118280" y="91530"/>
                </a:lnTo>
                <a:lnTo>
                  <a:pt x="118155" y="90852"/>
                </a:lnTo>
                <a:lnTo>
                  <a:pt x="118053" y="90203"/>
                </a:lnTo>
                <a:lnTo>
                  <a:pt x="117972" y="89586"/>
                </a:lnTo>
                <a:lnTo>
                  <a:pt x="117909" y="89003"/>
                </a:lnTo>
                <a:lnTo>
                  <a:pt x="117860" y="88460"/>
                </a:lnTo>
                <a:lnTo>
                  <a:pt x="117823" y="87958"/>
                </a:lnTo>
                <a:lnTo>
                  <a:pt x="117796" y="87500"/>
                </a:lnTo>
                <a:lnTo>
                  <a:pt x="117771" y="87090"/>
                </a:lnTo>
                <a:lnTo>
                  <a:pt x="117744" y="86679"/>
                </a:lnTo>
                <a:lnTo>
                  <a:pt x="117712" y="86269"/>
                </a:lnTo>
                <a:lnTo>
                  <a:pt x="117672" y="85861"/>
                </a:lnTo>
                <a:lnTo>
                  <a:pt x="117622" y="85459"/>
                </a:lnTo>
                <a:lnTo>
                  <a:pt x="117558" y="85062"/>
                </a:lnTo>
                <a:lnTo>
                  <a:pt x="117479" y="84673"/>
                </a:lnTo>
                <a:lnTo>
                  <a:pt x="117382" y="84293"/>
                </a:lnTo>
                <a:lnTo>
                  <a:pt x="117264" y="83923"/>
                </a:lnTo>
                <a:lnTo>
                  <a:pt x="117123" y="83566"/>
                </a:lnTo>
                <a:lnTo>
                  <a:pt x="116956" y="83223"/>
                </a:lnTo>
                <a:lnTo>
                  <a:pt x="116760" y="82896"/>
                </a:lnTo>
                <a:lnTo>
                  <a:pt x="116533" y="82585"/>
                </a:lnTo>
                <a:lnTo>
                  <a:pt x="116273" y="82294"/>
                </a:lnTo>
                <a:lnTo>
                  <a:pt x="115976" y="82022"/>
                </a:lnTo>
                <a:lnTo>
                  <a:pt x="115640" y="81772"/>
                </a:lnTo>
                <a:lnTo>
                  <a:pt x="115263" y="81546"/>
                </a:lnTo>
                <a:lnTo>
                  <a:pt x="114841" y="81345"/>
                </a:lnTo>
                <a:lnTo>
                  <a:pt x="114373" y="81170"/>
                </a:lnTo>
                <a:lnTo>
                  <a:pt x="113856" y="81024"/>
                </a:lnTo>
                <a:lnTo>
                  <a:pt x="113286" y="80907"/>
                </a:lnTo>
                <a:lnTo>
                  <a:pt x="112663" y="80822"/>
                </a:lnTo>
                <a:lnTo>
                  <a:pt x="111982" y="80769"/>
                </a:lnTo>
                <a:lnTo>
                  <a:pt x="111241" y="80751"/>
                </a:lnTo>
                <a:lnTo>
                  <a:pt x="110432" y="80772"/>
                </a:lnTo>
                <a:lnTo>
                  <a:pt x="109691" y="80833"/>
                </a:lnTo>
                <a:lnTo>
                  <a:pt x="109014" y="80933"/>
                </a:lnTo>
                <a:lnTo>
                  <a:pt x="108398" y="81069"/>
                </a:lnTo>
                <a:lnTo>
                  <a:pt x="107841" y="81240"/>
                </a:lnTo>
                <a:lnTo>
                  <a:pt x="107340" y="81444"/>
                </a:lnTo>
                <a:lnTo>
                  <a:pt x="106891" y="81679"/>
                </a:lnTo>
                <a:lnTo>
                  <a:pt x="106492" y="81944"/>
                </a:lnTo>
                <a:lnTo>
                  <a:pt x="106140" y="82236"/>
                </a:lnTo>
                <a:lnTo>
                  <a:pt x="105832" y="82553"/>
                </a:lnTo>
                <a:lnTo>
                  <a:pt x="105565" y="82894"/>
                </a:lnTo>
                <a:lnTo>
                  <a:pt x="105336" y="83258"/>
                </a:lnTo>
                <a:lnTo>
                  <a:pt x="105143" y="83641"/>
                </a:lnTo>
                <a:lnTo>
                  <a:pt x="104981" y="84042"/>
                </a:lnTo>
                <a:lnTo>
                  <a:pt x="104849" y="84460"/>
                </a:lnTo>
                <a:lnTo>
                  <a:pt x="104743" y="84893"/>
                </a:lnTo>
                <a:lnTo>
                  <a:pt x="104660" y="85338"/>
                </a:lnTo>
                <a:lnTo>
                  <a:pt x="104598" y="85794"/>
                </a:lnTo>
                <a:lnTo>
                  <a:pt x="104554" y="86259"/>
                </a:lnTo>
                <a:lnTo>
                  <a:pt x="104524" y="86732"/>
                </a:lnTo>
                <a:lnTo>
                  <a:pt x="104506" y="87210"/>
                </a:lnTo>
                <a:lnTo>
                  <a:pt x="104497" y="87691"/>
                </a:lnTo>
                <a:lnTo>
                  <a:pt x="104493" y="88174"/>
                </a:lnTo>
                <a:lnTo>
                  <a:pt x="104493" y="88657"/>
                </a:lnTo>
                <a:lnTo>
                  <a:pt x="104493" y="114108"/>
                </a:lnTo>
                <a:lnTo>
                  <a:pt x="104493" y="114502"/>
                </a:lnTo>
                <a:lnTo>
                  <a:pt x="104496" y="114911"/>
                </a:lnTo>
                <a:lnTo>
                  <a:pt x="104504" y="115332"/>
                </a:lnTo>
                <a:lnTo>
                  <a:pt x="104520" y="115764"/>
                </a:lnTo>
                <a:lnTo>
                  <a:pt x="104545" y="116201"/>
                </a:lnTo>
                <a:lnTo>
                  <a:pt x="104583" y="116643"/>
                </a:lnTo>
                <a:lnTo>
                  <a:pt x="104636" y="117086"/>
                </a:lnTo>
                <a:lnTo>
                  <a:pt x="104707" y="117527"/>
                </a:lnTo>
                <a:lnTo>
                  <a:pt x="104798" y="117963"/>
                </a:lnTo>
                <a:lnTo>
                  <a:pt x="104911" y="118392"/>
                </a:lnTo>
                <a:lnTo>
                  <a:pt x="105050" y="118810"/>
                </a:lnTo>
                <a:lnTo>
                  <a:pt x="105216" y="119215"/>
                </a:lnTo>
                <a:lnTo>
                  <a:pt x="105412" y="119604"/>
                </a:lnTo>
                <a:lnTo>
                  <a:pt x="105641" y="119974"/>
                </a:lnTo>
                <a:lnTo>
                  <a:pt x="105905" y="120322"/>
                </a:lnTo>
                <a:lnTo>
                  <a:pt x="106207" y="120646"/>
                </a:lnTo>
                <a:lnTo>
                  <a:pt x="106548" y="120943"/>
                </a:lnTo>
                <a:lnTo>
                  <a:pt x="106933" y="121209"/>
                </a:lnTo>
                <a:lnTo>
                  <a:pt x="107363" y="121442"/>
                </a:lnTo>
                <a:lnTo>
                  <a:pt x="107840" y="121639"/>
                </a:lnTo>
                <a:lnTo>
                  <a:pt x="108367" y="121797"/>
                </a:lnTo>
                <a:lnTo>
                  <a:pt x="108948" y="121913"/>
                </a:lnTo>
                <a:lnTo>
                  <a:pt x="109583" y="121985"/>
                </a:lnTo>
                <a:lnTo>
                  <a:pt x="110276" y="122010"/>
                </a:lnTo>
                <a:lnTo>
                  <a:pt x="110791" y="121996"/>
                </a:lnTo>
                <a:lnTo>
                  <a:pt x="111275" y="121953"/>
                </a:lnTo>
                <a:lnTo>
                  <a:pt x="111730" y="121882"/>
                </a:lnTo>
                <a:lnTo>
                  <a:pt x="112157" y="121781"/>
                </a:lnTo>
                <a:lnTo>
                  <a:pt x="112559" y="121652"/>
                </a:lnTo>
                <a:lnTo>
                  <a:pt x="112937" y="121492"/>
                </a:lnTo>
                <a:lnTo>
                  <a:pt x="113292" y="121302"/>
                </a:lnTo>
                <a:lnTo>
                  <a:pt x="113626" y="121082"/>
                </a:lnTo>
                <a:lnTo>
                  <a:pt x="113940" y="120831"/>
                </a:lnTo>
                <a:lnTo>
                  <a:pt x="114237" y="120549"/>
                </a:lnTo>
                <a:lnTo>
                  <a:pt x="114517" y="120235"/>
                </a:lnTo>
                <a:lnTo>
                  <a:pt x="114783" y="119890"/>
                </a:lnTo>
                <a:lnTo>
                  <a:pt x="115036" y="119512"/>
                </a:lnTo>
                <a:lnTo>
                  <a:pt x="115277" y="119102"/>
                </a:lnTo>
                <a:lnTo>
                  <a:pt x="115509" y="118659"/>
                </a:lnTo>
                <a:lnTo>
                  <a:pt x="115732" y="118183"/>
                </a:lnTo>
                <a:lnTo>
                  <a:pt x="115949" y="117674"/>
                </a:lnTo>
                <a:lnTo>
                  <a:pt x="116160" y="117131"/>
                </a:lnTo>
                <a:lnTo>
                  <a:pt x="116368" y="116553"/>
                </a:lnTo>
                <a:lnTo>
                  <a:pt x="116574" y="115942"/>
                </a:lnTo>
                <a:lnTo>
                  <a:pt x="116779" y="115295"/>
                </a:lnTo>
                <a:lnTo>
                  <a:pt x="116986" y="114613"/>
                </a:lnTo>
                <a:lnTo>
                  <a:pt x="117196" y="113896"/>
                </a:lnTo>
                <a:lnTo>
                  <a:pt x="117410" y="113143"/>
                </a:lnTo>
                <a:lnTo>
                  <a:pt x="118395" y="113852"/>
                </a:lnTo>
                <a:lnTo>
                  <a:pt x="119421" y="114532"/>
                </a:lnTo>
                <a:lnTo>
                  <a:pt x="120486" y="115184"/>
                </a:lnTo>
                <a:lnTo>
                  <a:pt x="121588" y="115808"/>
                </a:lnTo>
                <a:lnTo>
                  <a:pt x="122726" y="116403"/>
                </a:lnTo>
                <a:lnTo>
                  <a:pt x="123900" y="116968"/>
                </a:lnTo>
                <a:lnTo>
                  <a:pt x="125106" y="117505"/>
                </a:lnTo>
                <a:lnTo>
                  <a:pt x="126344" y="118012"/>
                </a:lnTo>
                <a:lnTo>
                  <a:pt x="127612" y="118490"/>
                </a:lnTo>
                <a:lnTo>
                  <a:pt x="128908" y="118938"/>
                </a:lnTo>
                <a:lnTo>
                  <a:pt x="130232" y="119357"/>
                </a:lnTo>
                <a:lnTo>
                  <a:pt x="131581" y="119745"/>
                </a:lnTo>
                <a:lnTo>
                  <a:pt x="132955" y="120104"/>
                </a:lnTo>
                <a:lnTo>
                  <a:pt x="134350" y="120432"/>
                </a:lnTo>
                <a:lnTo>
                  <a:pt x="135768" y="120729"/>
                </a:lnTo>
                <a:lnTo>
                  <a:pt x="137204" y="120996"/>
                </a:lnTo>
                <a:lnTo>
                  <a:pt x="138659" y="121232"/>
                </a:lnTo>
                <a:lnTo>
                  <a:pt x="140130" y="121438"/>
                </a:lnTo>
                <a:lnTo>
                  <a:pt x="141617" y="121612"/>
                </a:lnTo>
                <a:lnTo>
                  <a:pt x="143117" y="121755"/>
                </a:lnTo>
                <a:lnTo>
                  <a:pt x="144629" y="121866"/>
                </a:lnTo>
                <a:lnTo>
                  <a:pt x="146152" y="121946"/>
                </a:lnTo>
                <a:lnTo>
                  <a:pt x="147683" y="121994"/>
                </a:lnTo>
                <a:lnTo>
                  <a:pt x="149223" y="122010"/>
                </a:lnTo>
                <a:lnTo>
                  <a:pt x="151973" y="121923"/>
                </a:lnTo>
                <a:lnTo>
                  <a:pt x="154634" y="121666"/>
                </a:lnTo>
                <a:lnTo>
                  <a:pt x="157201" y="121247"/>
                </a:lnTo>
                <a:lnTo>
                  <a:pt x="159672" y="120674"/>
                </a:lnTo>
                <a:lnTo>
                  <a:pt x="162046" y="119952"/>
                </a:lnTo>
                <a:lnTo>
                  <a:pt x="164320" y="119091"/>
                </a:lnTo>
                <a:lnTo>
                  <a:pt x="166492" y="118096"/>
                </a:lnTo>
                <a:lnTo>
                  <a:pt x="168559" y="116976"/>
                </a:lnTo>
                <a:lnTo>
                  <a:pt x="170519" y="115737"/>
                </a:lnTo>
                <a:lnTo>
                  <a:pt x="172369" y="114387"/>
                </a:lnTo>
                <a:lnTo>
                  <a:pt x="174107" y="112933"/>
                </a:lnTo>
                <a:lnTo>
                  <a:pt x="175732" y="111382"/>
                </a:lnTo>
                <a:lnTo>
                  <a:pt x="177239" y="109742"/>
                </a:lnTo>
                <a:lnTo>
                  <a:pt x="178629" y="108020"/>
                </a:lnTo>
                <a:lnTo>
                  <a:pt x="179896" y="106223"/>
                </a:lnTo>
                <a:lnTo>
                  <a:pt x="181041" y="104358"/>
                </a:lnTo>
                <a:lnTo>
                  <a:pt x="182059" y="102434"/>
                </a:lnTo>
                <a:lnTo>
                  <a:pt x="182950" y="100456"/>
                </a:lnTo>
                <a:lnTo>
                  <a:pt x="183709" y="98433"/>
                </a:lnTo>
                <a:lnTo>
                  <a:pt x="184336" y="96371"/>
                </a:lnTo>
                <a:lnTo>
                  <a:pt x="184828" y="94278"/>
                </a:lnTo>
                <a:lnTo>
                  <a:pt x="185182" y="92162"/>
                </a:lnTo>
                <a:lnTo>
                  <a:pt x="185396" y="90028"/>
                </a:lnTo>
                <a:lnTo>
                  <a:pt x="185468" y="87900"/>
                </a:lnTo>
                <a:lnTo>
                  <a:pt x="185433" y="86401"/>
                </a:lnTo>
                <a:lnTo>
                  <a:pt x="185330" y="84926"/>
                </a:lnTo>
                <a:lnTo>
                  <a:pt x="185165" y="83495"/>
                </a:lnTo>
                <a:lnTo>
                  <a:pt x="184943" y="82111"/>
                </a:lnTo>
                <a:lnTo>
                  <a:pt x="184669" y="80774"/>
                </a:lnTo>
                <a:close/>
                <a:moveTo>
                  <a:pt x="86439" y="77847"/>
                </a:moveTo>
                <a:lnTo>
                  <a:pt x="86085" y="77398"/>
                </a:lnTo>
                <a:lnTo>
                  <a:pt x="85694" y="77000"/>
                </a:lnTo>
                <a:lnTo>
                  <a:pt x="85272" y="76648"/>
                </a:lnTo>
                <a:lnTo>
                  <a:pt x="84824" y="76340"/>
                </a:lnTo>
                <a:lnTo>
                  <a:pt x="84353" y="76072"/>
                </a:lnTo>
                <a:lnTo>
                  <a:pt x="83866" y="75844"/>
                </a:lnTo>
                <a:lnTo>
                  <a:pt x="83367" y="75650"/>
                </a:lnTo>
                <a:lnTo>
                  <a:pt x="82860" y="75488"/>
                </a:lnTo>
                <a:lnTo>
                  <a:pt x="82351" y="75356"/>
                </a:lnTo>
                <a:lnTo>
                  <a:pt x="81845" y="75250"/>
                </a:lnTo>
                <a:lnTo>
                  <a:pt x="81346" y="75167"/>
                </a:lnTo>
                <a:lnTo>
                  <a:pt x="80859" y="75105"/>
                </a:lnTo>
                <a:lnTo>
                  <a:pt x="80389" y="75061"/>
                </a:lnTo>
                <a:lnTo>
                  <a:pt x="79941" y="75031"/>
                </a:lnTo>
                <a:lnTo>
                  <a:pt x="79520" y="75013"/>
                </a:lnTo>
                <a:lnTo>
                  <a:pt x="79131" y="75004"/>
                </a:lnTo>
                <a:lnTo>
                  <a:pt x="78778" y="75000"/>
                </a:lnTo>
                <a:lnTo>
                  <a:pt x="78466" y="75000"/>
                </a:lnTo>
                <a:lnTo>
                  <a:pt x="65743" y="75000"/>
                </a:lnTo>
                <a:lnTo>
                  <a:pt x="69214" y="46825"/>
                </a:lnTo>
                <a:lnTo>
                  <a:pt x="78466" y="46825"/>
                </a:lnTo>
                <a:lnTo>
                  <a:pt x="78778" y="46824"/>
                </a:lnTo>
                <a:lnTo>
                  <a:pt x="79131" y="46821"/>
                </a:lnTo>
                <a:lnTo>
                  <a:pt x="79520" y="46811"/>
                </a:lnTo>
                <a:lnTo>
                  <a:pt x="79941" y="46793"/>
                </a:lnTo>
                <a:lnTo>
                  <a:pt x="80389" y="46764"/>
                </a:lnTo>
                <a:lnTo>
                  <a:pt x="80859" y="46719"/>
                </a:lnTo>
                <a:lnTo>
                  <a:pt x="81346" y="46657"/>
                </a:lnTo>
                <a:lnTo>
                  <a:pt x="81845" y="46575"/>
                </a:lnTo>
                <a:lnTo>
                  <a:pt x="82351" y="46469"/>
                </a:lnTo>
                <a:lnTo>
                  <a:pt x="82860" y="46336"/>
                </a:lnTo>
                <a:lnTo>
                  <a:pt x="83367" y="46175"/>
                </a:lnTo>
                <a:lnTo>
                  <a:pt x="83866" y="45981"/>
                </a:lnTo>
                <a:lnTo>
                  <a:pt x="84353" y="45752"/>
                </a:lnTo>
                <a:lnTo>
                  <a:pt x="84824" y="45485"/>
                </a:lnTo>
                <a:lnTo>
                  <a:pt x="85272" y="45177"/>
                </a:lnTo>
                <a:lnTo>
                  <a:pt x="85694" y="44825"/>
                </a:lnTo>
                <a:lnTo>
                  <a:pt x="86085" y="44426"/>
                </a:lnTo>
                <a:lnTo>
                  <a:pt x="86439" y="43977"/>
                </a:lnTo>
                <a:lnTo>
                  <a:pt x="86752" y="43476"/>
                </a:lnTo>
                <a:lnTo>
                  <a:pt x="87019" y="42919"/>
                </a:lnTo>
                <a:lnTo>
                  <a:pt x="87235" y="42303"/>
                </a:lnTo>
                <a:lnTo>
                  <a:pt x="87395" y="41626"/>
                </a:lnTo>
                <a:lnTo>
                  <a:pt x="87495" y="40885"/>
                </a:lnTo>
                <a:lnTo>
                  <a:pt x="87529" y="40076"/>
                </a:lnTo>
                <a:lnTo>
                  <a:pt x="87495" y="39267"/>
                </a:lnTo>
                <a:lnTo>
                  <a:pt x="87395" y="38525"/>
                </a:lnTo>
                <a:lnTo>
                  <a:pt x="87235" y="37848"/>
                </a:lnTo>
                <a:lnTo>
                  <a:pt x="87019" y="37232"/>
                </a:lnTo>
                <a:lnTo>
                  <a:pt x="86752" y="36675"/>
                </a:lnTo>
                <a:lnTo>
                  <a:pt x="86439" y="36174"/>
                </a:lnTo>
                <a:lnTo>
                  <a:pt x="86085" y="35725"/>
                </a:lnTo>
                <a:lnTo>
                  <a:pt x="85694" y="35326"/>
                </a:lnTo>
                <a:lnTo>
                  <a:pt x="85272" y="34974"/>
                </a:lnTo>
                <a:lnTo>
                  <a:pt x="84824" y="34666"/>
                </a:lnTo>
                <a:lnTo>
                  <a:pt x="84353" y="34399"/>
                </a:lnTo>
                <a:lnTo>
                  <a:pt x="83866" y="34170"/>
                </a:lnTo>
                <a:lnTo>
                  <a:pt x="83367" y="33977"/>
                </a:lnTo>
                <a:lnTo>
                  <a:pt x="82860" y="33815"/>
                </a:lnTo>
                <a:lnTo>
                  <a:pt x="82351" y="33683"/>
                </a:lnTo>
                <a:lnTo>
                  <a:pt x="81845" y="33577"/>
                </a:lnTo>
                <a:lnTo>
                  <a:pt x="81346" y="33494"/>
                </a:lnTo>
                <a:lnTo>
                  <a:pt x="80859" y="33432"/>
                </a:lnTo>
                <a:lnTo>
                  <a:pt x="80389" y="33388"/>
                </a:lnTo>
                <a:lnTo>
                  <a:pt x="79941" y="33358"/>
                </a:lnTo>
                <a:lnTo>
                  <a:pt x="79520" y="33340"/>
                </a:lnTo>
                <a:lnTo>
                  <a:pt x="79131" y="33331"/>
                </a:lnTo>
                <a:lnTo>
                  <a:pt x="78778" y="33327"/>
                </a:lnTo>
                <a:lnTo>
                  <a:pt x="78466" y="33327"/>
                </a:lnTo>
                <a:lnTo>
                  <a:pt x="71141" y="33327"/>
                </a:lnTo>
                <a:lnTo>
                  <a:pt x="73841" y="11141"/>
                </a:lnTo>
                <a:lnTo>
                  <a:pt x="73933" y="10276"/>
                </a:lnTo>
                <a:lnTo>
                  <a:pt x="73970" y="9463"/>
                </a:lnTo>
                <a:lnTo>
                  <a:pt x="73954" y="8702"/>
                </a:lnTo>
                <a:lnTo>
                  <a:pt x="73891" y="7990"/>
                </a:lnTo>
                <a:lnTo>
                  <a:pt x="73781" y="7327"/>
                </a:lnTo>
                <a:lnTo>
                  <a:pt x="73629" y="6712"/>
                </a:lnTo>
                <a:lnTo>
                  <a:pt x="73438" y="6142"/>
                </a:lnTo>
                <a:lnTo>
                  <a:pt x="73212" y="5616"/>
                </a:lnTo>
                <a:lnTo>
                  <a:pt x="72952" y="5134"/>
                </a:lnTo>
                <a:lnTo>
                  <a:pt x="72663" y="4692"/>
                </a:lnTo>
                <a:lnTo>
                  <a:pt x="72347" y="4291"/>
                </a:lnTo>
                <a:lnTo>
                  <a:pt x="72008" y="3929"/>
                </a:lnTo>
                <a:lnTo>
                  <a:pt x="71649" y="3603"/>
                </a:lnTo>
                <a:lnTo>
                  <a:pt x="71273" y="3314"/>
                </a:lnTo>
                <a:lnTo>
                  <a:pt x="70883" y="3058"/>
                </a:lnTo>
                <a:lnTo>
                  <a:pt x="70483" y="2836"/>
                </a:lnTo>
                <a:lnTo>
                  <a:pt x="70076" y="2645"/>
                </a:lnTo>
                <a:lnTo>
                  <a:pt x="69664" y="2484"/>
                </a:lnTo>
                <a:lnTo>
                  <a:pt x="69251" y="2352"/>
                </a:lnTo>
                <a:lnTo>
                  <a:pt x="68841" y="2247"/>
                </a:lnTo>
                <a:lnTo>
                  <a:pt x="68436" y="2168"/>
                </a:lnTo>
                <a:lnTo>
                  <a:pt x="68039" y="2113"/>
                </a:lnTo>
                <a:lnTo>
                  <a:pt x="67654" y="2081"/>
                </a:lnTo>
                <a:lnTo>
                  <a:pt x="67284" y="2071"/>
                </a:lnTo>
                <a:lnTo>
                  <a:pt x="66564" y="2100"/>
                </a:lnTo>
                <a:lnTo>
                  <a:pt x="65896" y="2183"/>
                </a:lnTo>
                <a:lnTo>
                  <a:pt x="65279" y="2316"/>
                </a:lnTo>
                <a:lnTo>
                  <a:pt x="64709" y="2496"/>
                </a:lnTo>
                <a:lnTo>
                  <a:pt x="64186" y="2719"/>
                </a:lnTo>
                <a:lnTo>
                  <a:pt x="63707" y="2982"/>
                </a:lnTo>
                <a:lnTo>
                  <a:pt x="63270" y="3279"/>
                </a:lnTo>
                <a:lnTo>
                  <a:pt x="62873" y="3608"/>
                </a:lnTo>
                <a:lnTo>
                  <a:pt x="62514" y="3964"/>
                </a:lnTo>
                <a:lnTo>
                  <a:pt x="62191" y="4343"/>
                </a:lnTo>
                <a:lnTo>
                  <a:pt x="61903" y="4743"/>
                </a:lnTo>
                <a:lnTo>
                  <a:pt x="61647" y="5158"/>
                </a:lnTo>
                <a:lnTo>
                  <a:pt x="61420" y="5586"/>
                </a:lnTo>
                <a:lnTo>
                  <a:pt x="61222" y="6022"/>
                </a:lnTo>
                <a:lnTo>
                  <a:pt x="61050" y="6462"/>
                </a:lnTo>
                <a:lnTo>
                  <a:pt x="60902" y="6902"/>
                </a:lnTo>
                <a:lnTo>
                  <a:pt x="60776" y="7339"/>
                </a:lnTo>
                <a:lnTo>
                  <a:pt x="60671" y="7769"/>
                </a:lnTo>
                <a:lnTo>
                  <a:pt x="60583" y="8188"/>
                </a:lnTo>
                <a:lnTo>
                  <a:pt x="60511" y="8592"/>
                </a:lnTo>
                <a:lnTo>
                  <a:pt x="60453" y="8977"/>
                </a:lnTo>
                <a:lnTo>
                  <a:pt x="60408" y="9340"/>
                </a:lnTo>
                <a:lnTo>
                  <a:pt x="60372" y="9676"/>
                </a:lnTo>
                <a:lnTo>
                  <a:pt x="60345" y="9982"/>
                </a:lnTo>
                <a:lnTo>
                  <a:pt x="57453" y="33327"/>
                </a:lnTo>
                <a:lnTo>
                  <a:pt x="37596" y="33327"/>
                </a:lnTo>
                <a:lnTo>
                  <a:pt x="40293" y="11141"/>
                </a:lnTo>
                <a:lnTo>
                  <a:pt x="40385" y="10276"/>
                </a:lnTo>
                <a:lnTo>
                  <a:pt x="40422" y="9463"/>
                </a:lnTo>
                <a:lnTo>
                  <a:pt x="40407" y="8702"/>
                </a:lnTo>
                <a:lnTo>
                  <a:pt x="40344" y="7990"/>
                </a:lnTo>
                <a:lnTo>
                  <a:pt x="40235" y="7327"/>
                </a:lnTo>
                <a:lnTo>
                  <a:pt x="40083" y="6712"/>
                </a:lnTo>
                <a:lnTo>
                  <a:pt x="39892" y="6142"/>
                </a:lnTo>
                <a:lnTo>
                  <a:pt x="39666" y="5616"/>
                </a:lnTo>
                <a:lnTo>
                  <a:pt x="39406" y="5134"/>
                </a:lnTo>
                <a:lnTo>
                  <a:pt x="39117" y="4692"/>
                </a:lnTo>
                <a:lnTo>
                  <a:pt x="38801" y="4291"/>
                </a:lnTo>
                <a:lnTo>
                  <a:pt x="38463" y="3929"/>
                </a:lnTo>
                <a:lnTo>
                  <a:pt x="38104" y="3603"/>
                </a:lnTo>
                <a:lnTo>
                  <a:pt x="37728" y="3314"/>
                </a:lnTo>
                <a:lnTo>
                  <a:pt x="37338" y="3058"/>
                </a:lnTo>
                <a:lnTo>
                  <a:pt x="36938" y="2836"/>
                </a:lnTo>
                <a:lnTo>
                  <a:pt x="36531" y="2645"/>
                </a:lnTo>
                <a:lnTo>
                  <a:pt x="36119" y="2484"/>
                </a:lnTo>
                <a:lnTo>
                  <a:pt x="35706" y="2352"/>
                </a:lnTo>
                <a:lnTo>
                  <a:pt x="35296" y="2247"/>
                </a:lnTo>
                <a:lnTo>
                  <a:pt x="34891" y="2168"/>
                </a:lnTo>
                <a:lnTo>
                  <a:pt x="34494" y="2113"/>
                </a:lnTo>
                <a:lnTo>
                  <a:pt x="34109" y="2081"/>
                </a:lnTo>
                <a:lnTo>
                  <a:pt x="33739" y="2071"/>
                </a:lnTo>
                <a:lnTo>
                  <a:pt x="33019" y="2100"/>
                </a:lnTo>
                <a:lnTo>
                  <a:pt x="32351" y="2183"/>
                </a:lnTo>
                <a:lnTo>
                  <a:pt x="31733" y="2316"/>
                </a:lnTo>
                <a:lnTo>
                  <a:pt x="31163" y="2496"/>
                </a:lnTo>
                <a:lnTo>
                  <a:pt x="30639" y="2719"/>
                </a:lnTo>
                <a:lnTo>
                  <a:pt x="30160" y="2982"/>
                </a:lnTo>
                <a:lnTo>
                  <a:pt x="29723" y="3279"/>
                </a:lnTo>
                <a:lnTo>
                  <a:pt x="29326" y="3608"/>
                </a:lnTo>
                <a:lnTo>
                  <a:pt x="28967" y="3964"/>
                </a:lnTo>
                <a:lnTo>
                  <a:pt x="28644" y="4343"/>
                </a:lnTo>
                <a:lnTo>
                  <a:pt x="28356" y="4743"/>
                </a:lnTo>
                <a:lnTo>
                  <a:pt x="28099" y="5158"/>
                </a:lnTo>
                <a:lnTo>
                  <a:pt x="27873" y="5586"/>
                </a:lnTo>
                <a:lnTo>
                  <a:pt x="27675" y="6022"/>
                </a:lnTo>
                <a:lnTo>
                  <a:pt x="27503" y="6462"/>
                </a:lnTo>
                <a:lnTo>
                  <a:pt x="27355" y="6902"/>
                </a:lnTo>
                <a:lnTo>
                  <a:pt x="27230" y="7339"/>
                </a:lnTo>
                <a:lnTo>
                  <a:pt x="27124" y="7769"/>
                </a:lnTo>
                <a:lnTo>
                  <a:pt x="27036" y="8188"/>
                </a:lnTo>
                <a:lnTo>
                  <a:pt x="26965" y="8592"/>
                </a:lnTo>
                <a:lnTo>
                  <a:pt x="26907" y="8977"/>
                </a:lnTo>
                <a:lnTo>
                  <a:pt x="26862" y="9340"/>
                </a:lnTo>
                <a:lnTo>
                  <a:pt x="26827" y="9676"/>
                </a:lnTo>
                <a:lnTo>
                  <a:pt x="26800" y="9982"/>
                </a:lnTo>
                <a:lnTo>
                  <a:pt x="23908" y="33327"/>
                </a:lnTo>
                <a:lnTo>
                  <a:pt x="9061" y="33327"/>
                </a:lnTo>
                <a:lnTo>
                  <a:pt x="8749" y="33327"/>
                </a:lnTo>
                <a:lnTo>
                  <a:pt x="8397" y="33331"/>
                </a:lnTo>
                <a:lnTo>
                  <a:pt x="8007" y="33340"/>
                </a:lnTo>
                <a:lnTo>
                  <a:pt x="7587" y="33358"/>
                </a:lnTo>
                <a:lnTo>
                  <a:pt x="7139" y="33388"/>
                </a:lnTo>
                <a:lnTo>
                  <a:pt x="6669" y="33432"/>
                </a:lnTo>
                <a:lnTo>
                  <a:pt x="6183" y="33494"/>
                </a:lnTo>
                <a:lnTo>
                  <a:pt x="5684" y="33577"/>
                </a:lnTo>
                <a:lnTo>
                  <a:pt x="5178" y="33683"/>
                </a:lnTo>
                <a:lnTo>
                  <a:pt x="4669" y="33815"/>
                </a:lnTo>
                <a:lnTo>
                  <a:pt x="4162" y="33977"/>
                </a:lnTo>
                <a:lnTo>
                  <a:pt x="3663" y="34170"/>
                </a:lnTo>
                <a:lnTo>
                  <a:pt x="3176" y="34399"/>
                </a:lnTo>
                <a:lnTo>
                  <a:pt x="2706" y="34666"/>
                </a:lnTo>
                <a:lnTo>
                  <a:pt x="2257" y="34974"/>
                </a:lnTo>
                <a:lnTo>
                  <a:pt x="1835" y="35326"/>
                </a:lnTo>
                <a:lnTo>
                  <a:pt x="1445" y="35725"/>
                </a:lnTo>
                <a:lnTo>
                  <a:pt x="1091" y="36174"/>
                </a:lnTo>
                <a:lnTo>
                  <a:pt x="778" y="36675"/>
                </a:lnTo>
                <a:lnTo>
                  <a:pt x="511" y="37232"/>
                </a:lnTo>
                <a:lnTo>
                  <a:pt x="294" y="37848"/>
                </a:lnTo>
                <a:lnTo>
                  <a:pt x="134" y="38525"/>
                </a:lnTo>
                <a:lnTo>
                  <a:pt x="34" y="39267"/>
                </a:lnTo>
                <a:lnTo>
                  <a:pt x="0" y="40076"/>
                </a:lnTo>
                <a:lnTo>
                  <a:pt x="34" y="40885"/>
                </a:lnTo>
                <a:lnTo>
                  <a:pt x="134" y="41626"/>
                </a:lnTo>
                <a:lnTo>
                  <a:pt x="294" y="42303"/>
                </a:lnTo>
                <a:lnTo>
                  <a:pt x="511" y="42919"/>
                </a:lnTo>
                <a:lnTo>
                  <a:pt x="778" y="43476"/>
                </a:lnTo>
                <a:lnTo>
                  <a:pt x="1091" y="43977"/>
                </a:lnTo>
                <a:lnTo>
                  <a:pt x="1445" y="44426"/>
                </a:lnTo>
                <a:lnTo>
                  <a:pt x="1835" y="44825"/>
                </a:lnTo>
                <a:lnTo>
                  <a:pt x="2257" y="45177"/>
                </a:lnTo>
                <a:lnTo>
                  <a:pt x="2706" y="45485"/>
                </a:lnTo>
                <a:lnTo>
                  <a:pt x="3176" y="45752"/>
                </a:lnTo>
                <a:lnTo>
                  <a:pt x="3663" y="45981"/>
                </a:lnTo>
                <a:lnTo>
                  <a:pt x="4162" y="46175"/>
                </a:lnTo>
                <a:lnTo>
                  <a:pt x="4669" y="46336"/>
                </a:lnTo>
                <a:lnTo>
                  <a:pt x="5178" y="46469"/>
                </a:lnTo>
                <a:lnTo>
                  <a:pt x="5684" y="46575"/>
                </a:lnTo>
                <a:lnTo>
                  <a:pt x="6183" y="46657"/>
                </a:lnTo>
                <a:lnTo>
                  <a:pt x="6669" y="46719"/>
                </a:lnTo>
                <a:lnTo>
                  <a:pt x="7139" y="46764"/>
                </a:lnTo>
                <a:lnTo>
                  <a:pt x="7587" y="46793"/>
                </a:lnTo>
                <a:lnTo>
                  <a:pt x="8007" y="46811"/>
                </a:lnTo>
                <a:lnTo>
                  <a:pt x="8397" y="46821"/>
                </a:lnTo>
                <a:lnTo>
                  <a:pt x="8749" y="46824"/>
                </a:lnTo>
                <a:lnTo>
                  <a:pt x="9061" y="46825"/>
                </a:lnTo>
                <a:lnTo>
                  <a:pt x="21978" y="46825"/>
                </a:lnTo>
                <a:lnTo>
                  <a:pt x="18510" y="75000"/>
                </a:lnTo>
                <a:lnTo>
                  <a:pt x="9061" y="75000"/>
                </a:lnTo>
                <a:lnTo>
                  <a:pt x="8749" y="75000"/>
                </a:lnTo>
                <a:lnTo>
                  <a:pt x="8397" y="75004"/>
                </a:lnTo>
                <a:lnTo>
                  <a:pt x="8007" y="75013"/>
                </a:lnTo>
                <a:lnTo>
                  <a:pt x="7587" y="75031"/>
                </a:lnTo>
                <a:lnTo>
                  <a:pt x="7139" y="75061"/>
                </a:lnTo>
                <a:lnTo>
                  <a:pt x="6669" y="75105"/>
                </a:lnTo>
                <a:lnTo>
                  <a:pt x="6183" y="75167"/>
                </a:lnTo>
                <a:lnTo>
                  <a:pt x="5684" y="75250"/>
                </a:lnTo>
                <a:lnTo>
                  <a:pt x="5178" y="75356"/>
                </a:lnTo>
                <a:lnTo>
                  <a:pt x="4669" y="75488"/>
                </a:lnTo>
                <a:lnTo>
                  <a:pt x="4162" y="75650"/>
                </a:lnTo>
                <a:lnTo>
                  <a:pt x="3663" y="75844"/>
                </a:lnTo>
                <a:lnTo>
                  <a:pt x="3176" y="76072"/>
                </a:lnTo>
                <a:lnTo>
                  <a:pt x="2706" y="76340"/>
                </a:lnTo>
                <a:lnTo>
                  <a:pt x="2257" y="76648"/>
                </a:lnTo>
                <a:lnTo>
                  <a:pt x="1835" y="77000"/>
                </a:lnTo>
                <a:lnTo>
                  <a:pt x="1445" y="77398"/>
                </a:lnTo>
                <a:lnTo>
                  <a:pt x="1091" y="77847"/>
                </a:lnTo>
                <a:lnTo>
                  <a:pt x="778" y="78348"/>
                </a:lnTo>
                <a:lnTo>
                  <a:pt x="511" y="78906"/>
                </a:lnTo>
                <a:lnTo>
                  <a:pt x="294" y="79521"/>
                </a:lnTo>
                <a:lnTo>
                  <a:pt x="134" y="80198"/>
                </a:lnTo>
                <a:lnTo>
                  <a:pt x="34" y="80940"/>
                </a:lnTo>
                <a:lnTo>
                  <a:pt x="0" y="81749"/>
                </a:lnTo>
                <a:lnTo>
                  <a:pt x="34" y="82557"/>
                </a:lnTo>
                <a:lnTo>
                  <a:pt x="134" y="83299"/>
                </a:lnTo>
                <a:lnTo>
                  <a:pt x="294" y="83976"/>
                </a:lnTo>
                <a:lnTo>
                  <a:pt x="511" y="84591"/>
                </a:lnTo>
                <a:lnTo>
                  <a:pt x="778" y="85148"/>
                </a:lnTo>
                <a:lnTo>
                  <a:pt x="1091" y="85649"/>
                </a:lnTo>
                <a:lnTo>
                  <a:pt x="1445" y="86097"/>
                </a:lnTo>
                <a:lnTo>
                  <a:pt x="1835" y="86496"/>
                </a:lnTo>
                <a:lnTo>
                  <a:pt x="2257" y="86848"/>
                </a:lnTo>
                <a:lnTo>
                  <a:pt x="2706" y="87156"/>
                </a:lnTo>
                <a:lnTo>
                  <a:pt x="3176" y="87423"/>
                </a:lnTo>
                <a:lnTo>
                  <a:pt x="3663" y="87652"/>
                </a:lnTo>
                <a:lnTo>
                  <a:pt x="4162" y="87845"/>
                </a:lnTo>
                <a:lnTo>
                  <a:pt x="4669" y="88007"/>
                </a:lnTo>
                <a:lnTo>
                  <a:pt x="5178" y="88139"/>
                </a:lnTo>
                <a:lnTo>
                  <a:pt x="5684" y="88245"/>
                </a:lnTo>
                <a:lnTo>
                  <a:pt x="6183" y="88327"/>
                </a:lnTo>
                <a:lnTo>
                  <a:pt x="6669" y="88389"/>
                </a:lnTo>
                <a:lnTo>
                  <a:pt x="7139" y="88434"/>
                </a:lnTo>
                <a:lnTo>
                  <a:pt x="7587" y="88464"/>
                </a:lnTo>
                <a:lnTo>
                  <a:pt x="8007" y="88482"/>
                </a:lnTo>
                <a:lnTo>
                  <a:pt x="8397" y="88491"/>
                </a:lnTo>
                <a:lnTo>
                  <a:pt x="8749" y="88494"/>
                </a:lnTo>
                <a:lnTo>
                  <a:pt x="9061" y="88495"/>
                </a:lnTo>
                <a:lnTo>
                  <a:pt x="16580" y="88495"/>
                </a:lnTo>
                <a:lnTo>
                  <a:pt x="16210" y="91344"/>
                </a:lnTo>
                <a:lnTo>
                  <a:pt x="15872" y="93966"/>
                </a:lnTo>
                <a:lnTo>
                  <a:pt x="15562" y="96369"/>
                </a:lnTo>
                <a:lnTo>
                  <a:pt x="15281" y="98564"/>
                </a:lnTo>
                <a:lnTo>
                  <a:pt x="15027" y="100559"/>
                </a:lnTo>
                <a:lnTo>
                  <a:pt x="14797" y="102364"/>
                </a:lnTo>
                <a:lnTo>
                  <a:pt x="14593" y="103990"/>
                </a:lnTo>
                <a:lnTo>
                  <a:pt x="14410" y="105444"/>
                </a:lnTo>
                <a:lnTo>
                  <a:pt x="14250" y="106737"/>
                </a:lnTo>
                <a:lnTo>
                  <a:pt x="14109" y="107877"/>
                </a:lnTo>
                <a:lnTo>
                  <a:pt x="13987" y="108876"/>
                </a:lnTo>
                <a:lnTo>
                  <a:pt x="13882" y="109741"/>
                </a:lnTo>
                <a:lnTo>
                  <a:pt x="13794" y="110483"/>
                </a:lnTo>
                <a:lnTo>
                  <a:pt x="13720" y="111110"/>
                </a:lnTo>
                <a:lnTo>
                  <a:pt x="13659" y="111633"/>
                </a:lnTo>
                <a:lnTo>
                  <a:pt x="13611" y="112061"/>
                </a:lnTo>
                <a:lnTo>
                  <a:pt x="13573" y="112403"/>
                </a:lnTo>
                <a:lnTo>
                  <a:pt x="13545" y="112668"/>
                </a:lnTo>
                <a:lnTo>
                  <a:pt x="13525" y="112867"/>
                </a:lnTo>
                <a:lnTo>
                  <a:pt x="13511" y="113008"/>
                </a:lnTo>
                <a:lnTo>
                  <a:pt x="13503" y="113102"/>
                </a:lnTo>
                <a:lnTo>
                  <a:pt x="13499" y="113157"/>
                </a:lnTo>
                <a:lnTo>
                  <a:pt x="13497" y="113183"/>
                </a:lnTo>
                <a:lnTo>
                  <a:pt x="13497" y="113190"/>
                </a:lnTo>
                <a:lnTo>
                  <a:pt x="13511" y="113622"/>
                </a:lnTo>
                <a:lnTo>
                  <a:pt x="13552" y="114052"/>
                </a:lnTo>
                <a:lnTo>
                  <a:pt x="13621" y="114476"/>
                </a:lnTo>
                <a:lnTo>
                  <a:pt x="13715" y="114895"/>
                </a:lnTo>
                <a:lnTo>
                  <a:pt x="13836" y="115306"/>
                </a:lnTo>
                <a:lnTo>
                  <a:pt x="13982" y="115709"/>
                </a:lnTo>
                <a:lnTo>
                  <a:pt x="14152" y="116101"/>
                </a:lnTo>
                <a:lnTo>
                  <a:pt x="14346" y="116482"/>
                </a:lnTo>
                <a:lnTo>
                  <a:pt x="14564" y="116851"/>
                </a:lnTo>
                <a:lnTo>
                  <a:pt x="14805" y="117205"/>
                </a:lnTo>
                <a:lnTo>
                  <a:pt x="15067" y="117544"/>
                </a:lnTo>
                <a:lnTo>
                  <a:pt x="15352" y="117866"/>
                </a:lnTo>
                <a:lnTo>
                  <a:pt x="15658" y="118170"/>
                </a:lnTo>
                <a:lnTo>
                  <a:pt x="15984" y="118455"/>
                </a:lnTo>
                <a:lnTo>
                  <a:pt x="16330" y="118719"/>
                </a:lnTo>
                <a:lnTo>
                  <a:pt x="16695" y="118960"/>
                </a:lnTo>
                <a:lnTo>
                  <a:pt x="17080" y="119179"/>
                </a:lnTo>
                <a:lnTo>
                  <a:pt x="17482" y="119372"/>
                </a:lnTo>
                <a:lnTo>
                  <a:pt x="17902" y="119540"/>
                </a:lnTo>
                <a:lnTo>
                  <a:pt x="18339" y="119680"/>
                </a:lnTo>
                <a:lnTo>
                  <a:pt x="18792" y="119791"/>
                </a:lnTo>
                <a:lnTo>
                  <a:pt x="19262" y="119872"/>
                </a:lnTo>
                <a:lnTo>
                  <a:pt x="19746" y="119922"/>
                </a:lnTo>
                <a:lnTo>
                  <a:pt x="20245" y="119939"/>
                </a:lnTo>
                <a:lnTo>
                  <a:pt x="20964" y="119910"/>
                </a:lnTo>
                <a:lnTo>
                  <a:pt x="21630" y="119827"/>
                </a:lnTo>
                <a:lnTo>
                  <a:pt x="22243" y="119694"/>
                </a:lnTo>
                <a:lnTo>
                  <a:pt x="22807" y="119514"/>
                </a:lnTo>
                <a:lnTo>
                  <a:pt x="23324" y="119291"/>
                </a:lnTo>
                <a:lnTo>
                  <a:pt x="23796" y="119029"/>
                </a:lnTo>
                <a:lnTo>
                  <a:pt x="24225" y="118731"/>
                </a:lnTo>
                <a:lnTo>
                  <a:pt x="24614" y="118403"/>
                </a:lnTo>
                <a:lnTo>
                  <a:pt x="24965" y="118047"/>
                </a:lnTo>
                <a:lnTo>
                  <a:pt x="25280" y="117667"/>
                </a:lnTo>
                <a:lnTo>
                  <a:pt x="25561" y="117268"/>
                </a:lnTo>
                <a:lnTo>
                  <a:pt x="25811" y="116853"/>
                </a:lnTo>
                <a:lnTo>
                  <a:pt x="26032" y="116426"/>
                </a:lnTo>
                <a:lnTo>
                  <a:pt x="26226" y="115990"/>
                </a:lnTo>
                <a:lnTo>
                  <a:pt x="26395" y="115550"/>
                </a:lnTo>
                <a:lnTo>
                  <a:pt x="26542" y="115110"/>
                </a:lnTo>
                <a:lnTo>
                  <a:pt x="26669" y="114673"/>
                </a:lnTo>
                <a:lnTo>
                  <a:pt x="26778" y="114243"/>
                </a:lnTo>
                <a:lnTo>
                  <a:pt x="26872" y="113824"/>
                </a:lnTo>
                <a:lnTo>
                  <a:pt x="26952" y="113420"/>
                </a:lnTo>
                <a:lnTo>
                  <a:pt x="27021" y="113035"/>
                </a:lnTo>
                <a:lnTo>
                  <a:pt x="27082" y="112673"/>
                </a:lnTo>
                <a:lnTo>
                  <a:pt x="27135" y="112336"/>
                </a:lnTo>
                <a:lnTo>
                  <a:pt x="27185" y="112031"/>
                </a:lnTo>
                <a:lnTo>
                  <a:pt x="30268" y="88495"/>
                </a:lnTo>
                <a:lnTo>
                  <a:pt x="50128" y="88495"/>
                </a:lnTo>
                <a:lnTo>
                  <a:pt x="49758" y="91344"/>
                </a:lnTo>
                <a:lnTo>
                  <a:pt x="49419" y="93966"/>
                </a:lnTo>
                <a:lnTo>
                  <a:pt x="49109" y="96369"/>
                </a:lnTo>
                <a:lnTo>
                  <a:pt x="48828" y="98564"/>
                </a:lnTo>
                <a:lnTo>
                  <a:pt x="48573" y="100559"/>
                </a:lnTo>
                <a:lnTo>
                  <a:pt x="48344" y="102364"/>
                </a:lnTo>
                <a:lnTo>
                  <a:pt x="48139" y="103990"/>
                </a:lnTo>
                <a:lnTo>
                  <a:pt x="47956" y="105444"/>
                </a:lnTo>
                <a:lnTo>
                  <a:pt x="47795" y="106737"/>
                </a:lnTo>
                <a:lnTo>
                  <a:pt x="47654" y="107877"/>
                </a:lnTo>
                <a:lnTo>
                  <a:pt x="47532" y="108876"/>
                </a:lnTo>
                <a:lnTo>
                  <a:pt x="47428" y="109741"/>
                </a:lnTo>
                <a:lnTo>
                  <a:pt x="47339" y="110483"/>
                </a:lnTo>
                <a:lnTo>
                  <a:pt x="47265" y="111110"/>
                </a:lnTo>
                <a:lnTo>
                  <a:pt x="47205" y="111633"/>
                </a:lnTo>
                <a:lnTo>
                  <a:pt x="47156" y="112061"/>
                </a:lnTo>
                <a:lnTo>
                  <a:pt x="47118" y="112403"/>
                </a:lnTo>
                <a:lnTo>
                  <a:pt x="47090" y="112668"/>
                </a:lnTo>
                <a:lnTo>
                  <a:pt x="47070" y="112867"/>
                </a:lnTo>
                <a:lnTo>
                  <a:pt x="47056" y="113008"/>
                </a:lnTo>
                <a:lnTo>
                  <a:pt x="47048" y="113102"/>
                </a:lnTo>
                <a:lnTo>
                  <a:pt x="47044" y="113157"/>
                </a:lnTo>
                <a:lnTo>
                  <a:pt x="47042" y="113183"/>
                </a:lnTo>
                <a:lnTo>
                  <a:pt x="47042" y="113190"/>
                </a:lnTo>
                <a:lnTo>
                  <a:pt x="47056" y="113622"/>
                </a:lnTo>
                <a:lnTo>
                  <a:pt x="47097" y="114052"/>
                </a:lnTo>
                <a:lnTo>
                  <a:pt x="47166" y="114476"/>
                </a:lnTo>
                <a:lnTo>
                  <a:pt x="47261" y="114895"/>
                </a:lnTo>
                <a:lnTo>
                  <a:pt x="47381" y="115306"/>
                </a:lnTo>
                <a:lnTo>
                  <a:pt x="47527" y="115709"/>
                </a:lnTo>
                <a:lnTo>
                  <a:pt x="47697" y="116101"/>
                </a:lnTo>
                <a:lnTo>
                  <a:pt x="47892" y="116482"/>
                </a:lnTo>
                <a:lnTo>
                  <a:pt x="48110" y="116851"/>
                </a:lnTo>
                <a:lnTo>
                  <a:pt x="48351" y="117205"/>
                </a:lnTo>
                <a:lnTo>
                  <a:pt x="48613" y="117544"/>
                </a:lnTo>
                <a:lnTo>
                  <a:pt x="48898" y="117866"/>
                </a:lnTo>
                <a:lnTo>
                  <a:pt x="49204" y="118170"/>
                </a:lnTo>
                <a:lnTo>
                  <a:pt x="49530" y="118455"/>
                </a:lnTo>
                <a:lnTo>
                  <a:pt x="49876" y="118719"/>
                </a:lnTo>
                <a:lnTo>
                  <a:pt x="50242" y="118960"/>
                </a:lnTo>
                <a:lnTo>
                  <a:pt x="50626" y="119179"/>
                </a:lnTo>
                <a:lnTo>
                  <a:pt x="51028" y="119372"/>
                </a:lnTo>
                <a:lnTo>
                  <a:pt x="51448" y="119540"/>
                </a:lnTo>
                <a:lnTo>
                  <a:pt x="51885" y="119680"/>
                </a:lnTo>
                <a:lnTo>
                  <a:pt x="52338" y="119791"/>
                </a:lnTo>
                <a:lnTo>
                  <a:pt x="52807" y="119872"/>
                </a:lnTo>
                <a:lnTo>
                  <a:pt x="53291" y="119922"/>
                </a:lnTo>
                <a:lnTo>
                  <a:pt x="53790" y="119939"/>
                </a:lnTo>
                <a:lnTo>
                  <a:pt x="54509" y="119910"/>
                </a:lnTo>
                <a:lnTo>
                  <a:pt x="55175" y="119827"/>
                </a:lnTo>
                <a:lnTo>
                  <a:pt x="55788" y="119694"/>
                </a:lnTo>
                <a:lnTo>
                  <a:pt x="56352" y="119514"/>
                </a:lnTo>
                <a:lnTo>
                  <a:pt x="56869" y="119291"/>
                </a:lnTo>
                <a:lnTo>
                  <a:pt x="57341" y="119029"/>
                </a:lnTo>
                <a:lnTo>
                  <a:pt x="57770" y="118731"/>
                </a:lnTo>
                <a:lnTo>
                  <a:pt x="58159" y="118403"/>
                </a:lnTo>
                <a:lnTo>
                  <a:pt x="58510" y="118047"/>
                </a:lnTo>
                <a:lnTo>
                  <a:pt x="58825" y="117667"/>
                </a:lnTo>
                <a:lnTo>
                  <a:pt x="59106" y="117268"/>
                </a:lnTo>
                <a:lnTo>
                  <a:pt x="59356" y="116853"/>
                </a:lnTo>
                <a:lnTo>
                  <a:pt x="59577" y="116426"/>
                </a:lnTo>
                <a:lnTo>
                  <a:pt x="59771" y="115990"/>
                </a:lnTo>
                <a:lnTo>
                  <a:pt x="59940" y="115550"/>
                </a:lnTo>
                <a:lnTo>
                  <a:pt x="60087" y="115110"/>
                </a:lnTo>
                <a:lnTo>
                  <a:pt x="60214" y="114673"/>
                </a:lnTo>
                <a:lnTo>
                  <a:pt x="60323" y="114243"/>
                </a:lnTo>
                <a:lnTo>
                  <a:pt x="60417" y="113824"/>
                </a:lnTo>
                <a:lnTo>
                  <a:pt x="60497" y="113420"/>
                </a:lnTo>
                <a:lnTo>
                  <a:pt x="60566" y="113035"/>
                </a:lnTo>
                <a:lnTo>
                  <a:pt x="60627" y="112673"/>
                </a:lnTo>
                <a:lnTo>
                  <a:pt x="60680" y="112336"/>
                </a:lnTo>
                <a:lnTo>
                  <a:pt x="60730" y="112031"/>
                </a:lnTo>
                <a:lnTo>
                  <a:pt x="63816" y="88495"/>
                </a:lnTo>
                <a:lnTo>
                  <a:pt x="78466" y="88495"/>
                </a:lnTo>
                <a:lnTo>
                  <a:pt x="78778" y="88494"/>
                </a:lnTo>
                <a:lnTo>
                  <a:pt x="79131" y="88491"/>
                </a:lnTo>
                <a:lnTo>
                  <a:pt x="79520" y="88482"/>
                </a:lnTo>
                <a:lnTo>
                  <a:pt x="79941" y="88464"/>
                </a:lnTo>
                <a:lnTo>
                  <a:pt x="80389" y="88434"/>
                </a:lnTo>
                <a:lnTo>
                  <a:pt x="80859" y="88389"/>
                </a:lnTo>
                <a:lnTo>
                  <a:pt x="81346" y="88327"/>
                </a:lnTo>
                <a:lnTo>
                  <a:pt x="81845" y="88245"/>
                </a:lnTo>
                <a:lnTo>
                  <a:pt x="82351" y="88139"/>
                </a:lnTo>
                <a:lnTo>
                  <a:pt x="82860" y="88007"/>
                </a:lnTo>
                <a:lnTo>
                  <a:pt x="83367" y="87845"/>
                </a:lnTo>
                <a:lnTo>
                  <a:pt x="83866" y="87652"/>
                </a:lnTo>
                <a:lnTo>
                  <a:pt x="84353" y="87423"/>
                </a:lnTo>
                <a:lnTo>
                  <a:pt x="84824" y="87156"/>
                </a:lnTo>
                <a:lnTo>
                  <a:pt x="85272" y="86848"/>
                </a:lnTo>
                <a:lnTo>
                  <a:pt x="85694" y="86496"/>
                </a:lnTo>
                <a:lnTo>
                  <a:pt x="86085" y="86097"/>
                </a:lnTo>
                <a:lnTo>
                  <a:pt x="86439" y="85649"/>
                </a:lnTo>
                <a:lnTo>
                  <a:pt x="86752" y="85148"/>
                </a:lnTo>
                <a:lnTo>
                  <a:pt x="87019" y="84591"/>
                </a:lnTo>
                <a:lnTo>
                  <a:pt x="87235" y="83976"/>
                </a:lnTo>
                <a:lnTo>
                  <a:pt x="87395" y="83299"/>
                </a:lnTo>
                <a:lnTo>
                  <a:pt x="87495" y="82557"/>
                </a:lnTo>
                <a:lnTo>
                  <a:pt x="87529" y="81749"/>
                </a:lnTo>
                <a:lnTo>
                  <a:pt x="87495" y="80940"/>
                </a:lnTo>
                <a:lnTo>
                  <a:pt x="87395" y="80198"/>
                </a:lnTo>
                <a:lnTo>
                  <a:pt x="87235" y="79521"/>
                </a:lnTo>
                <a:lnTo>
                  <a:pt x="87019" y="78906"/>
                </a:lnTo>
                <a:lnTo>
                  <a:pt x="86752" y="78348"/>
                </a:lnTo>
                <a:lnTo>
                  <a:pt x="86439" y="77847"/>
                </a:lnTo>
                <a:close/>
                <a:moveTo>
                  <a:pt x="32198" y="75000"/>
                </a:moveTo>
                <a:lnTo>
                  <a:pt x="35666" y="46825"/>
                </a:lnTo>
                <a:lnTo>
                  <a:pt x="55526" y="46825"/>
                </a:lnTo>
                <a:lnTo>
                  <a:pt x="52055" y="75000"/>
                </a:lnTo>
                <a:lnTo>
                  <a:pt x="32198" y="75000"/>
                </a:lnTo>
                <a:close/>
                <a:moveTo>
                  <a:pt x="1701963" y="110700"/>
                </a:moveTo>
                <a:lnTo>
                  <a:pt x="1701706" y="110303"/>
                </a:lnTo>
                <a:lnTo>
                  <a:pt x="1701420" y="109950"/>
                </a:lnTo>
                <a:lnTo>
                  <a:pt x="1701107" y="109638"/>
                </a:lnTo>
                <a:lnTo>
                  <a:pt x="1700770" y="109366"/>
                </a:lnTo>
                <a:lnTo>
                  <a:pt x="1700412" y="109129"/>
                </a:lnTo>
                <a:lnTo>
                  <a:pt x="1700035" y="108926"/>
                </a:lnTo>
                <a:lnTo>
                  <a:pt x="1699641" y="108755"/>
                </a:lnTo>
                <a:lnTo>
                  <a:pt x="1699235" y="108612"/>
                </a:lnTo>
                <a:lnTo>
                  <a:pt x="1698817" y="108495"/>
                </a:lnTo>
                <a:lnTo>
                  <a:pt x="1698392" y="108401"/>
                </a:lnTo>
                <a:lnTo>
                  <a:pt x="1697961" y="108328"/>
                </a:lnTo>
                <a:lnTo>
                  <a:pt x="1697528" y="108273"/>
                </a:lnTo>
                <a:lnTo>
                  <a:pt x="1697094" y="108234"/>
                </a:lnTo>
                <a:lnTo>
                  <a:pt x="1696664" y="108207"/>
                </a:lnTo>
                <a:lnTo>
                  <a:pt x="1696238" y="108191"/>
                </a:lnTo>
                <a:lnTo>
                  <a:pt x="1695821" y="108183"/>
                </a:lnTo>
                <a:lnTo>
                  <a:pt x="1695414" y="108180"/>
                </a:lnTo>
                <a:lnTo>
                  <a:pt x="1695021" y="108180"/>
                </a:lnTo>
                <a:lnTo>
                  <a:pt x="1669960" y="108180"/>
                </a:lnTo>
                <a:lnTo>
                  <a:pt x="1669960" y="9976"/>
                </a:lnTo>
                <a:lnTo>
                  <a:pt x="1669954" y="9250"/>
                </a:lnTo>
                <a:lnTo>
                  <a:pt x="1669933" y="8566"/>
                </a:lnTo>
                <a:lnTo>
                  <a:pt x="1669897" y="7921"/>
                </a:lnTo>
                <a:lnTo>
                  <a:pt x="1669844" y="7316"/>
                </a:lnTo>
                <a:lnTo>
                  <a:pt x="1669771" y="6749"/>
                </a:lnTo>
                <a:lnTo>
                  <a:pt x="1669677" y="6220"/>
                </a:lnTo>
                <a:lnTo>
                  <a:pt x="1669559" y="5728"/>
                </a:lnTo>
                <a:lnTo>
                  <a:pt x="1669417" y="5271"/>
                </a:lnTo>
                <a:lnTo>
                  <a:pt x="1669248" y="4849"/>
                </a:lnTo>
                <a:lnTo>
                  <a:pt x="1669051" y="4461"/>
                </a:lnTo>
                <a:lnTo>
                  <a:pt x="1668823" y="4106"/>
                </a:lnTo>
                <a:lnTo>
                  <a:pt x="1668562" y="3783"/>
                </a:lnTo>
                <a:lnTo>
                  <a:pt x="1668268" y="3491"/>
                </a:lnTo>
                <a:lnTo>
                  <a:pt x="1667937" y="3229"/>
                </a:lnTo>
                <a:lnTo>
                  <a:pt x="1667569" y="2997"/>
                </a:lnTo>
                <a:lnTo>
                  <a:pt x="1667161" y="2793"/>
                </a:lnTo>
                <a:lnTo>
                  <a:pt x="1666711" y="2616"/>
                </a:lnTo>
                <a:lnTo>
                  <a:pt x="1666218" y="2466"/>
                </a:lnTo>
                <a:lnTo>
                  <a:pt x="1665680" y="2342"/>
                </a:lnTo>
                <a:lnTo>
                  <a:pt x="1665095" y="2242"/>
                </a:lnTo>
                <a:lnTo>
                  <a:pt x="1664461" y="2166"/>
                </a:lnTo>
                <a:lnTo>
                  <a:pt x="1663776" y="2113"/>
                </a:lnTo>
                <a:lnTo>
                  <a:pt x="1663038" y="2081"/>
                </a:lnTo>
                <a:lnTo>
                  <a:pt x="1662247" y="2071"/>
                </a:lnTo>
                <a:lnTo>
                  <a:pt x="1631787" y="2071"/>
                </a:lnTo>
                <a:lnTo>
                  <a:pt x="1631393" y="2072"/>
                </a:lnTo>
                <a:lnTo>
                  <a:pt x="1630984" y="2075"/>
                </a:lnTo>
                <a:lnTo>
                  <a:pt x="1630562" y="2083"/>
                </a:lnTo>
                <a:lnTo>
                  <a:pt x="1630130" y="2099"/>
                </a:lnTo>
                <a:lnTo>
                  <a:pt x="1629692" y="2125"/>
                </a:lnTo>
                <a:lnTo>
                  <a:pt x="1629250" y="2165"/>
                </a:lnTo>
                <a:lnTo>
                  <a:pt x="1628808" y="2219"/>
                </a:lnTo>
                <a:lnTo>
                  <a:pt x="1628367" y="2293"/>
                </a:lnTo>
                <a:lnTo>
                  <a:pt x="1627930" y="2386"/>
                </a:lnTo>
                <a:lnTo>
                  <a:pt x="1627501" y="2504"/>
                </a:lnTo>
                <a:lnTo>
                  <a:pt x="1627083" y="2647"/>
                </a:lnTo>
                <a:lnTo>
                  <a:pt x="1626678" y="2818"/>
                </a:lnTo>
                <a:lnTo>
                  <a:pt x="1626289" y="3021"/>
                </a:lnTo>
                <a:lnTo>
                  <a:pt x="1625919" y="3258"/>
                </a:lnTo>
                <a:lnTo>
                  <a:pt x="1625570" y="3531"/>
                </a:lnTo>
                <a:lnTo>
                  <a:pt x="1625246" y="3842"/>
                </a:lnTo>
                <a:lnTo>
                  <a:pt x="1624950" y="4196"/>
                </a:lnTo>
                <a:lnTo>
                  <a:pt x="1624684" y="4593"/>
                </a:lnTo>
                <a:lnTo>
                  <a:pt x="1624451" y="5037"/>
                </a:lnTo>
                <a:lnTo>
                  <a:pt x="1624254" y="5531"/>
                </a:lnTo>
                <a:lnTo>
                  <a:pt x="1624096" y="6076"/>
                </a:lnTo>
                <a:lnTo>
                  <a:pt x="1623979" y="6676"/>
                </a:lnTo>
                <a:lnTo>
                  <a:pt x="1623908" y="7333"/>
                </a:lnTo>
                <a:lnTo>
                  <a:pt x="1623883" y="8049"/>
                </a:lnTo>
                <a:lnTo>
                  <a:pt x="1623908" y="8743"/>
                </a:lnTo>
                <a:lnTo>
                  <a:pt x="1623983" y="9378"/>
                </a:lnTo>
                <a:lnTo>
                  <a:pt x="1624104" y="9958"/>
                </a:lnTo>
                <a:lnTo>
                  <a:pt x="1624267" y="10486"/>
                </a:lnTo>
                <a:lnTo>
                  <a:pt x="1624469" y="10963"/>
                </a:lnTo>
                <a:lnTo>
                  <a:pt x="1624708" y="11393"/>
                </a:lnTo>
                <a:lnTo>
                  <a:pt x="1624980" y="11778"/>
                </a:lnTo>
                <a:lnTo>
                  <a:pt x="1625282" y="12119"/>
                </a:lnTo>
                <a:lnTo>
                  <a:pt x="1625611" y="12421"/>
                </a:lnTo>
                <a:lnTo>
                  <a:pt x="1625964" y="12685"/>
                </a:lnTo>
                <a:lnTo>
                  <a:pt x="1626336" y="12914"/>
                </a:lnTo>
                <a:lnTo>
                  <a:pt x="1626726" y="13110"/>
                </a:lnTo>
                <a:lnTo>
                  <a:pt x="1627131" y="13276"/>
                </a:lnTo>
                <a:lnTo>
                  <a:pt x="1627546" y="13415"/>
                </a:lnTo>
                <a:lnTo>
                  <a:pt x="1627968" y="13528"/>
                </a:lnTo>
                <a:lnTo>
                  <a:pt x="1628395" y="13619"/>
                </a:lnTo>
                <a:lnTo>
                  <a:pt x="1628824" y="13690"/>
                </a:lnTo>
                <a:lnTo>
                  <a:pt x="1629250" y="13743"/>
                </a:lnTo>
                <a:lnTo>
                  <a:pt x="1629672" y="13781"/>
                </a:lnTo>
                <a:lnTo>
                  <a:pt x="1630085" y="13806"/>
                </a:lnTo>
                <a:lnTo>
                  <a:pt x="1630487" y="13822"/>
                </a:lnTo>
                <a:lnTo>
                  <a:pt x="1630875" y="13830"/>
                </a:lnTo>
                <a:lnTo>
                  <a:pt x="1631245" y="13833"/>
                </a:lnTo>
                <a:lnTo>
                  <a:pt x="1631593" y="13833"/>
                </a:lnTo>
                <a:lnTo>
                  <a:pt x="1656657" y="13833"/>
                </a:lnTo>
                <a:lnTo>
                  <a:pt x="1656657" y="108180"/>
                </a:lnTo>
                <a:lnTo>
                  <a:pt x="1631787" y="108180"/>
                </a:lnTo>
                <a:lnTo>
                  <a:pt x="1631393" y="108180"/>
                </a:lnTo>
                <a:lnTo>
                  <a:pt x="1630984" y="108183"/>
                </a:lnTo>
                <a:lnTo>
                  <a:pt x="1630562" y="108191"/>
                </a:lnTo>
                <a:lnTo>
                  <a:pt x="1630130" y="108207"/>
                </a:lnTo>
                <a:lnTo>
                  <a:pt x="1629692" y="108234"/>
                </a:lnTo>
                <a:lnTo>
                  <a:pt x="1629250" y="108273"/>
                </a:lnTo>
                <a:lnTo>
                  <a:pt x="1628808" y="108328"/>
                </a:lnTo>
                <a:lnTo>
                  <a:pt x="1628367" y="108401"/>
                </a:lnTo>
                <a:lnTo>
                  <a:pt x="1627930" y="108495"/>
                </a:lnTo>
                <a:lnTo>
                  <a:pt x="1627501" y="108612"/>
                </a:lnTo>
                <a:lnTo>
                  <a:pt x="1627083" y="108755"/>
                </a:lnTo>
                <a:lnTo>
                  <a:pt x="1626678" y="108926"/>
                </a:lnTo>
                <a:lnTo>
                  <a:pt x="1626289" y="109129"/>
                </a:lnTo>
                <a:lnTo>
                  <a:pt x="1625919" y="109366"/>
                </a:lnTo>
                <a:lnTo>
                  <a:pt x="1625570" y="109638"/>
                </a:lnTo>
                <a:lnTo>
                  <a:pt x="1625246" y="109950"/>
                </a:lnTo>
                <a:lnTo>
                  <a:pt x="1624950" y="110303"/>
                </a:lnTo>
                <a:lnTo>
                  <a:pt x="1624684" y="110700"/>
                </a:lnTo>
                <a:lnTo>
                  <a:pt x="1624451" y="111144"/>
                </a:lnTo>
                <a:lnTo>
                  <a:pt x="1624254" y="111637"/>
                </a:lnTo>
                <a:lnTo>
                  <a:pt x="1624096" y="112182"/>
                </a:lnTo>
                <a:lnTo>
                  <a:pt x="1623979" y="112782"/>
                </a:lnTo>
                <a:lnTo>
                  <a:pt x="1623908" y="113439"/>
                </a:lnTo>
                <a:lnTo>
                  <a:pt x="1623883" y="114155"/>
                </a:lnTo>
                <a:lnTo>
                  <a:pt x="1623908" y="114848"/>
                </a:lnTo>
                <a:lnTo>
                  <a:pt x="1623983" y="115484"/>
                </a:lnTo>
                <a:lnTo>
                  <a:pt x="1624104" y="116064"/>
                </a:lnTo>
                <a:lnTo>
                  <a:pt x="1624267" y="116591"/>
                </a:lnTo>
                <a:lnTo>
                  <a:pt x="1624469" y="117069"/>
                </a:lnTo>
                <a:lnTo>
                  <a:pt x="1624708" y="117499"/>
                </a:lnTo>
                <a:lnTo>
                  <a:pt x="1624980" y="117883"/>
                </a:lnTo>
                <a:lnTo>
                  <a:pt x="1625282" y="118225"/>
                </a:lnTo>
                <a:lnTo>
                  <a:pt x="1625611" y="118527"/>
                </a:lnTo>
                <a:lnTo>
                  <a:pt x="1625964" y="118791"/>
                </a:lnTo>
                <a:lnTo>
                  <a:pt x="1626336" y="119019"/>
                </a:lnTo>
                <a:lnTo>
                  <a:pt x="1626726" y="119216"/>
                </a:lnTo>
                <a:lnTo>
                  <a:pt x="1627131" y="119382"/>
                </a:lnTo>
                <a:lnTo>
                  <a:pt x="1627546" y="119520"/>
                </a:lnTo>
                <a:lnTo>
                  <a:pt x="1627968" y="119634"/>
                </a:lnTo>
                <a:lnTo>
                  <a:pt x="1628395" y="119724"/>
                </a:lnTo>
                <a:lnTo>
                  <a:pt x="1628824" y="119795"/>
                </a:lnTo>
                <a:lnTo>
                  <a:pt x="1629250" y="119848"/>
                </a:lnTo>
                <a:lnTo>
                  <a:pt x="1629672" y="119886"/>
                </a:lnTo>
                <a:lnTo>
                  <a:pt x="1630085" y="119912"/>
                </a:lnTo>
                <a:lnTo>
                  <a:pt x="1630487" y="119927"/>
                </a:lnTo>
                <a:lnTo>
                  <a:pt x="1630875" y="119935"/>
                </a:lnTo>
                <a:lnTo>
                  <a:pt x="1631245" y="119938"/>
                </a:lnTo>
                <a:lnTo>
                  <a:pt x="1631593" y="119939"/>
                </a:lnTo>
                <a:lnTo>
                  <a:pt x="1695021" y="119939"/>
                </a:lnTo>
                <a:lnTo>
                  <a:pt x="1695392" y="119938"/>
                </a:lnTo>
                <a:lnTo>
                  <a:pt x="1695780" y="119935"/>
                </a:lnTo>
                <a:lnTo>
                  <a:pt x="1696182" y="119927"/>
                </a:lnTo>
                <a:lnTo>
                  <a:pt x="1696596" y="119912"/>
                </a:lnTo>
                <a:lnTo>
                  <a:pt x="1697018" y="119886"/>
                </a:lnTo>
                <a:lnTo>
                  <a:pt x="1697446" y="119848"/>
                </a:lnTo>
                <a:lnTo>
                  <a:pt x="1697876" y="119795"/>
                </a:lnTo>
                <a:lnTo>
                  <a:pt x="1698306" y="119724"/>
                </a:lnTo>
                <a:lnTo>
                  <a:pt x="1698732" y="119634"/>
                </a:lnTo>
                <a:lnTo>
                  <a:pt x="1699152" y="119520"/>
                </a:lnTo>
                <a:lnTo>
                  <a:pt x="1699563" y="119382"/>
                </a:lnTo>
                <a:lnTo>
                  <a:pt x="1699962" y="119216"/>
                </a:lnTo>
                <a:lnTo>
                  <a:pt x="1700346" y="119019"/>
                </a:lnTo>
                <a:lnTo>
                  <a:pt x="1700711" y="118791"/>
                </a:lnTo>
                <a:lnTo>
                  <a:pt x="1701056" y="118527"/>
                </a:lnTo>
                <a:lnTo>
                  <a:pt x="1701377" y="118225"/>
                </a:lnTo>
                <a:lnTo>
                  <a:pt x="1701671" y="117883"/>
                </a:lnTo>
                <a:lnTo>
                  <a:pt x="1701936" y="117499"/>
                </a:lnTo>
                <a:lnTo>
                  <a:pt x="1702167" y="117069"/>
                </a:lnTo>
                <a:lnTo>
                  <a:pt x="1702364" y="116591"/>
                </a:lnTo>
                <a:lnTo>
                  <a:pt x="1702521" y="116064"/>
                </a:lnTo>
                <a:lnTo>
                  <a:pt x="1702638" y="115484"/>
                </a:lnTo>
                <a:lnTo>
                  <a:pt x="1702709" y="114848"/>
                </a:lnTo>
                <a:lnTo>
                  <a:pt x="1702734" y="114155"/>
                </a:lnTo>
                <a:lnTo>
                  <a:pt x="1702710" y="113439"/>
                </a:lnTo>
                <a:lnTo>
                  <a:pt x="1702641" y="112782"/>
                </a:lnTo>
                <a:lnTo>
                  <a:pt x="1702529" y="112182"/>
                </a:lnTo>
                <a:lnTo>
                  <a:pt x="1702377" y="111637"/>
                </a:lnTo>
                <a:lnTo>
                  <a:pt x="1702187" y="111144"/>
                </a:lnTo>
                <a:lnTo>
                  <a:pt x="1701963" y="110700"/>
                </a:lnTo>
                <a:close/>
                <a:moveTo>
                  <a:pt x="282186" y="93441"/>
                </a:moveTo>
                <a:lnTo>
                  <a:pt x="282141" y="93006"/>
                </a:lnTo>
                <a:lnTo>
                  <a:pt x="282079" y="92576"/>
                </a:lnTo>
                <a:lnTo>
                  <a:pt x="281997" y="92154"/>
                </a:lnTo>
                <a:lnTo>
                  <a:pt x="281891" y="91742"/>
                </a:lnTo>
                <a:lnTo>
                  <a:pt x="281758" y="91343"/>
                </a:lnTo>
                <a:lnTo>
                  <a:pt x="281597" y="90957"/>
                </a:lnTo>
                <a:lnTo>
                  <a:pt x="281403" y="90587"/>
                </a:lnTo>
                <a:lnTo>
                  <a:pt x="281174" y="90236"/>
                </a:lnTo>
                <a:lnTo>
                  <a:pt x="280907" y="89904"/>
                </a:lnTo>
                <a:lnTo>
                  <a:pt x="280599" y="89595"/>
                </a:lnTo>
                <a:lnTo>
                  <a:pt x="280247" y="89309"/>
                </a:lnTo>
                <a:lnTo>
                  <a:pt x="279848" y="89050"/>
                </a:lnTo>
                <a:lnTo>
                  <a:pt x="279400" y="88819"/>
                </a:lnTo>
                <a:lnTo>
                  <a:pt x="278898" y="88617"/>
                </a:lnTo>
                <a:lnTo>
                  <a:pt x="278341" y="88448"/>
                </a:lnTo>
                <a:lnTo>
                  <a:pt x="277726" y="88313"/>
                </a:lnTo>
                <a:lnTo>
                  <a:pt x="277049" y="88214"/>
                </a:lnTo>
                <a:lnTo>
                  <a:pt x="276307" y="88154"/>
                </a:lnTo>
                <a:lnTo>
                  <a:pt x="275498" y="88133"/>
                </a:lnTo>
                <a:lnTo>
                  <a:pt x="274735" y="88154"/>
                </a:lnTo>
                <a:lnTo>
                  <a:pt x="274033" y="88214"/>
                </a:lnTo>
                <a:lnTo>
                  <a:pt x="273390" y="88313"/>
                </a:lnTo>
                <a:lnTo>
                  <a:pt x="272804" y="88447"/>
                </a:lnTo>
                <a:lnTo>
                  <a:pt x="272272" y="88616"/>
                </a:lnTo>
                <a:lnTo>
                  <a:pt x="271791" y="88816"/>
                </a:lnTo>
                <a:lnTo>
                  <a:pt x="271358" y="89045"/>
                </a:lnTo>
                <a:lnTo>
                  <a:pt x="270972" y="89302"/>
                </a:lnTo>
                <a:lnTo>
                  <a:pt x="270629" y="89584"/>
                </a:lnTo>
                <a:lnTo>
                  <a:pt x="270327" y="89890"/>
                </a:lnTo>
                <a:lnTo>
                  <a:pt x="270064" y="90217"/>
                </a:lnTo>
                <a:lnTo>
                  <a:pt x="269836" y="90563"/>
                </a:lnTo>
                <a:lnTo>
                  <a:pt x="269641" y="90926"/>
                </a:lnTo>
                <a:lnTo>
                  <a:pt x="269477" y="91304"/>
                </a:lnTo>
                <a:lnTo>
                  <a:pt x="269341" y="91695"/>
                </a:lnTo>
                <a:lnTo>
                  <a:pt x="269230" y="92097"/>
                </a:lnTo>
                <a:lnTo>
                  <a:pt x="269142" y="92507"/>
                </a:lnTo>
                <a:lnTo>
                  <a:pt x="269074" y="92924"/>
                </a:lnTo>
                <a:lnTo>
                  <a:pt x="269023" y="93345"/>
                </a:lnTo>
                <a:lnTo>
                  <a:pt x="268988" y="93769"/>
                </a:lnTo>
                <a:lnTo>
                  <a:pt x="268965" y="94193"/>
                </a:lnTo>
                <a:lnTo>
                  <a:pt x="268951" y="94616"/>
                </a:lnTo>
                <a:lnTo>
                  <a:pt x="268945" y="95034"/>
                </a:lnTo>
                <a:lnTo>
                  <a:pt x="268944" y="95447"/>
                </a:lnTo>
                <a:lnTo>
                  <a:pt x="268865" y="96887"/>
                </a:lnTo>
                <a:lnTo>
                  <a:pt x="268681" y="98227"/>
                </a:lnTo>
                <a:lnTo>
                  <a:pt x="268400" y="99469"/>
                </a:lnTo>
                <a:lnTo>
                  <a:pt x="268029" y="100618"/>
                </a:lnTo>
                <a:lnTo>
                  <a:pt x="267575" y="101676"/>
                </a:lnTo>
                <a:lnTo>
                  <a:pt x="267047" y="102648"/>
                </a:lnTo>
                <a:lnTo>
                  <a:pt x="266451" y="103537"/>
                </a:lnTo>
                <a:lnTo>
                  <a:pt x="265796" y="104345"/>
                </a:lnTo>
                <a:lnTo>
                  <a:pt x="265088" y="105078"/>
                </a:lnTo>
                <a:lnTo>
                  <a:pt x="264336" y="105738"/>
                </a:lnTo>
                <a:lnTo>
                  <a:pt x="263546" y="106329"/>
                </a:lnTo>
                <a:lnTo>
                  <a:pt x="262727" y="106854"/>
                </a:lnTo>
                <a:lnTo>
                  <a:pt x="261886" y="107317"/>
                </a:lnTo>
                <a:lnTo>
                  <a:pt x="261030" y="107721"/>
                </a:lnTo>
                <a:lnTo>
                  <a:pt x="260167" y="108070"/>
                </a:lnTo>
                <a:lnTo>
                  <a:pt x="259305" y="108368"/>
                </a:lnTo>
                <a:lnTo>
                  <a:pt x="258451" y="108617"/>
                </a:lnTo>
                <a:lnTo>
                  <a:pt x="257612" y="108822"/>
                </a:lnTo>
                <a:lnTo>
                  <a:pt x="256797" y="108985"/>
                </a:lnTo>
                <a:lnTo>
                  <a:pt x="256012" y="109111"/>
                </a:lnTo>
                <a:lnTo>
                  <a:pt x="255265" y="109203"/>
                </a:lnTo>
                <a:lnTo>
                  <a:pt x="254564" y="109264"/>
                </a:lnTo>
                <a:lnTo>
                  <a:pt x="253916" y="109299"/>
                </a:lnTo>
                <a:lnTo>
                  <a:pt x="253329" y="109309"/>
                </a:lnTo>
                <a:lnTo>
                  <a:pt x="251550" y="109258"/>
                </a:lnTo>
                <a:lnTo>
                  <a:pt x="249919" y="109110"/>
                </a:lnTo>
                <a:lnTo>
                  <a:pt x="248429" y="108870"/>
                </a:lnTo>
                <a:lnTo>
                  <a:pt x="247075" y="108545"/>
                </a:lnTo>
                <a:lnTo>
                  <a:pt x="245850" y="108143"/>
                </a:lnTo>
                <a:lnTo>
                  <a:pt x="244747" y="107670"/>
                </a:lnTo>
                <a:lnTo>
                  <a:pt x="243760" y="107132"/>
                </a:lnTo>
                <a:lnTo>
                  <a:pt x="242883" y="106535"/>
                </a:lnTo>
                <a:lnTo>
                  <a:pt x="242109" y="105888"/>
                </a:lnTo>
                <a:lnTo>
                  <a:pt x="241431" y="105195"/>
                </a:lnTo>
                <a:lnTo>
                  <a:pt x="240844" y="104464"/>
                </a:lnTo>
                <a:lnTo>
                  <a:pt x="240340" y="103702"/>
                </a:lnTo>
                <a:lnTo>
                  <a:pt x="239914" y="102914"/>
                </a:lnTo>
                <a:lnTo>
                  <a:pt x="239559" y="102108"/>
                </a:lnTo>
                <a:lnTo>
                  <a:pt x="239268" y="101290"/>
                </a:lnTo>
                <a:lnTo>
                  <a:pt x="239035" y="100467"/>
                </a:lnTo>
                <a:lnTo>
                  <a:pt x="238853" y="99645"/>
                </a:lnTo>
                <a:lnTo>
                  <a:pt x="238717" y="98832"/>
                </a:lnTo>
                <a:lnTo>
                  <a:pt x="238619" y="98032"/>
                </a:lnTo>
                <a:lnTo>
                  <a:pt x="238554" y="97254"/>
                </a:lnTo>
                <a:lnTo>
                  <a:pt x="238514" y="96504"/>
                </a:lnTo>
                <a:lnTo>
                  <a:pt x="238493" y="95787"/>
                </a:lnTo>
                <a:lnTo>
                  <a:pt x="238486" y="95112"/>
                </a:lnTo>
                <a:lnTo>
                  <a:pt x="238485" y="94485"/>
                </a:lnTo>
                <a:lnTo>
                  <a:pt x="238485" y="48666"/>
                </a:lnTo>
                <a:lnTo>
                  <a:pt x="270100" y="48666"/>
                </a:lnTo>
                <a:lnTo>
                  <a:pt x="270471" y="48666"/>
                </a:lnTo>
                <a:lnTo>
                  <a:pt x="270859" y="48663"/>
                </a:lnTo>
                <a:lnTo>
                  <a:pt x="271262" y="48655"/>
                </a:lnTo>
                <a:lnTo>
                  <a:pt x="271675" y="48639"/>
                </a:lnTo>
                <a:lnTo>
                  <a:pt x="272098" y="48614"/>
                </a:lnTo>
                <a:lnTo>
                  <a:pt x="272525" y="48576"/>
                </a:lnTo>
                <a:lnTo>
                  <a:pt x="272955" y="48523"/>
                </a:lnTo>
                <a:lnTo>
                  <a:pt x="273385" y="48452"/>
                </a:lnTo>
                <a:lnTo>
                  <a:pt x="273811" y="48361"/>
                </a:lnTo>
                <a:lnTo>
                  <a:pt x="274231" y="48248"/>
                </a:lnTo>
                <a:lnTo>
                  <a:pt x="274642" y="48109"/>
                </a:lnTo>
                <a:lnTo>
                  <a:pt x="275041" y="47943"/>
                </a:lnTo>
                <a:lnTo>
                  <a:pt x="275425" y="47747"/>
                </a:lnTo>
                <a:lnTo>
                  <a:pt x="275790" y="47518"/>
                </a:lnTo>
                <a:lnTo>
                  <a:pt x="276135" y="47254"/>
                </a:lnTo>
                <a:lnTo>
                  <a:pt x="276456" y="46952"/>
                </a:lnTo>
                <a:lnTo>
                  <a:pt x="276750" y="46611"/>
                </a:lnTo>
                <a:lnTo>
                  <a:pt x="277015" y="46226"/>
                </a:lnTo>
                <a:lnTo>
                  <a:pt x="277247" y="45796"/>
                </a:lnTo>
                <a:lnTo>
                  <a:pt x="277443" y="45319"/>
                </a:lnTo>
                <a:lnTo>
                  <a:pt x="277601" y="44791"/>
                </a:lnTo>
                <a:lnTo>
                  <a:pt x="277717" y="44211"/>
                </a:lnTo>
                <a:lnTo>
                  <a:pt x="277789" y="43576"/>
                </a:lnTo>
                <a:lnTo>
                  <a:pt x="277813" y="42882"/>
                </a:lnTo>
                <a:lnTo>
                  <a:pt x="277790" y="42166"/>
                </a:lnTo>
                <a:lnTo>
                  <a:pt x="277720" y="41509"/>
                </a:lnTo>
                <a:lnTo>
                  <a:pt x="277608" y="40909"/>
                </a:lnTo>
                <a:lnTo>
                  <a:pt x="277456" y="40364"/>
                </a:lnTo>
                <a:lnTo>
                  <a:pt x="277267" y="39870"/>
                </a:lnTo>
                <a:lnTo>
                  <a:pt x="277042" y="39426"/>
                </a:lnTo>
                <a:lnTo>
                  <a:pt x="276785" y="39029"/>
                </a:lnTo>
                <a:lnTo>
                  <a:pt x="276499" y="38675"/>
                </a:lnTo>
                <a:lnTo>
                  <a:pt x="276186" y="38364"/>
                </a:lnTo>
                <a:lnTo>
                  <a:pt x="275849" y="38091"/>
                </a:lnTo>
                <a:lnTo>
                  <a:pt x="275491" y="37854"/>
                </a:lnTo>
                <a:lnTo>
                  <a:pt x="275114" y="37651"/>
                </a:lnTo>
                <a:lnTo>
                  <a:pt x="274721" y="37480"/>
                </a:lnTo>
                <a:lnTo>
                  <a:pt x="274314" y="37337"/>
                </a:lnTo>
                <a:lnTo>
                  <a:pt x="273897" y="37219"/>
                </a:lnTo>
                <a:lnTo>
                  <a:pt x="273471" y="37126"/>
                </a:lnTo>
                <a:lnTo>
                  <a:pt x="273041" y="37053"/>
                </a:lnTo>
                <a:lnTo>
                  <a:pt x="272607" y="36998"/>
                </a:lnTo>
                <a:lnTo>
                  <a:pt x="272174" y="36958"/>
                </a:lnTo>
                <a:lnTo>
                  <a:pt x="271743" y="36932"/>
                </a:lnTo>
                <a:lnTo>
                  <a:pt x="271317" y="36916"/>
                </a:lnTo>
                <a:lnTo>
                  <a:pt x="270900" y="36908"/>
                </a:lnTo>
                <a:lnTo>
                  <a:pt x="270493" y="36905"/>
                </a:lnTo>
                <a:lnTo>
                  <a:pt x="270100" y="36904"/>
                </a:lnTo>
                <a:lnTo>
                  <a:pt x="238485" y="36904"/>
                </a:lnTo>
                <a:lnTo>
                  <a:pt x="238485" y="21097"/>
                </a:lnTo>
                <a:lnTo>
                  <a:pt x="238484" y="20636"/>
                </a:lnTo>
                <a:lnTo>
                  <a:pt x="238481" y="20171"/>
                </a:lnTo>
                <a:lnTo>
                  <a:pt x="238472" y="19705"/>
                </a:lnTo>
                <a:lnTo>
                  <a:pt x="238454" y="19239"/>
                </a:lnTo>
                <a:lnTo>
                  <a:pt x="238426" y="18775"/>
                </a:lnTo>
                <a:lnTo>
                  <a:pt x="238382" y="18315"/>
                </a:lnTo>
                <a:lnTo>
                  <a:pt x="238322" y="17862"/>
                </a:lnTo>
                <a:lnTo>
                  <a:pt x="238242" y="17418"/>
                </a:lnTo>
                <a:lnTo>
                  <a:pt x="238139" y="16985"/>
                </a:lnTo>
                <a:lnTo>
                  <a:pt x="238010" y="16564"/>
                </a:lnTo>
                <a:lnTo>
                  <a:pt x="237853" y="16158"/>
                </a:lnTo>
                <a:lnTo>
                  <a:pt x="237665" y="15770"/>
                </a:lnTo>
                <a:lnTo>
                  <a:pt x="237443" y="15400"/>
                </a:lnTo>
                <a:lnTo>
                  <a:pt x="237183" y="15052"/>
                </a:lnTo>
                <a:lnTo>
                  <a:pt x="236884" y="14727"/>
                </a:lnTo>
                <a:lnTo>
                  <a:pt x="236542" y="14427"/>
                </a:lnTo>
                <a:lnTo>
                  <a:pt x="236154" y="14154"/>
                </a:lnTo>
                <a:lnTo>
                  <a:pt x="235718" y="13912"/>
                </a:lnTo>
                <a:lnTo>
                  <a:pt x="235231" y="13700"/>
                </a:lnTo>
                <a:lnTo>
                  <a:pt x="234690" y="13523"/>
                </a:lnTo>
                <a:lnTo>
                  <a:pt x="234092" y="13381"/>
                </a:lnTo>
                <a:lnTo>
                  <a:pt x="233434" y="13277"/>
                </a:lnTo>
                <a:lnTo>
                  <a:pt x="232714" y="13214"/>
                </a:lnTo>
                <a:lnTo>
                  <a:pt x="231928" y="13192"/>
                </a:lnTo>
                <a:lnTo>
                  <a:pt x="231119" y="13213"/>
                </a:lnTo>
                <a:lnTo>
                  <a:pt x="230378" y="13274"/>
                </a:lnTo>
                <a:lnTo>
                  <a:pt x="229701" y="13373"/>
                </a:lnTo>
                <a:lnTo>
                  <a:pt x="229086" y="13510"/>
                </a:lnTo>
                <a:lnTo>
                  <a:pt x="228529" y="13681"/>
                </a:lnTo>
                <a:lnTo>
                  <a:pt x="228028" y="13885"/>
                </a:lnTo>
                <a:lnTo>
                  <a:pt x="227579" y="14120"/>
                </a:lnTo>
                <a:lnTo>
                  <a:pt x="227181" y="14384"/>
                </a:lnTo>
                <a:lnTo>
                  <a:pt x="226829" y="14676"/>
                </a:lnTo>
                <a:lnTo>
                  <a:pt x="226521" y="14994"/>
                </a:lnTo>
                <a:lnTo>
                  <a:pt x="226254" y="15335"/>
                </a:lnTo>
                <a:lnTo>
                  <a:pt x="226025" y="15698"/>
                </a:lnTo>
                <a:lnTo>
                  <a:pt x="225832" y="16081"/>
                </a:lnTo>
                <a:lnTo>
                  <a:pt x="225670" y="16483"/>
                </a:lnTo>
                <a:lnTo>
                  <a:pt x="225538" y="16901"/>
                </a:lnTo>
                <a:lnTo>
                  <a:pt x="225432" y="17333"/>
                </a:lnTo>
                <a:lnTo>
                  <a:pt x="225349" y="17779"/>
                </a:lnTo>
                <a:lnTo>
                  <a:pt x="225288" y="18235"/>
                </a:lnTo>
                <a:lnTo>
                  <a:pt x="225243" y="18700"/>
                </a:lnTo>
                <a:lnTo>
                  <a:pt x="225213" y="19172"/>
                </a:lnTo>
                <a:lnTo>
                  <a:pt x="225195" y="19650"/>
                </a:lnTo>
                <a:lnTo>
                  <a:pt x="225186" y="20131"/>
                </a:lnTo>
                <a:lnTo>
                  <a:pt x="225183" y="20614"/>
                </a:lnTo>
                <a:lnTo>
                  <a:pt x="225182" y="21097"/>
                </a:lnTo>
                <a:lnTo>
                  <a:pt x="225182" y="36904"/>
                </a:lnTo>
                <a:lnTo>
                  <a:pt x="208408" y="36904"/>
                </a:lnTo>
                <a:lnTo>
                  <a:pt x="208014" y="36905"/>
                </a:lnTo>
                <a:lnTo>
                  <a:pt x="207604" y="36908"/>
                </a:lnTo>
                <a:lnTo>
                  <a:pt x="207182" y="36916"/>
                </a:lnTo>
                <a:lnTo>
                  <a:pt x="206751" y="36932"/>
                </a:lnTo>
                <a:lnTo>
                  <a:pt x="206313" y="36958"/>
                </a:lnTo>
                <a:lnTo>
                  <a:pt x="205871" y="36998"/>
                </a:lnTo>
                <a:lnTo>
                  <a:pt x="205428" y="37053"/>
                </a:lnTo>
                <a:lnTo>
                  <a:pt x="204987" y="37126"/>
                </a:lnTo>
                <a:lnTo>
                  <a:pt x="204551" y="37219"/>
                </a:lnTo>
                <a:lnTo>
                  <a:pt x="204122" y="37337"/>
                </a:lnTo>
                <a:lnTo>
                  <a:pt x="203704" y="37480"/>
                </a:lnTo>
                <a:lnTo>
                  <a:pt x="203299" y="37651"/>
                </a:lnTo>
                <a:lnTo>
                  <a:pt x="202910" y="37854"/>
                </a:lnTo>
                <a:lnTo>
                  <a:pt x="202539" y="38091"/>
                </a:lnTo>
                <a:lnTo>
                  <a:pt x="202191" y="38364"/>
                </a:lnTo>
                <a:lnTo>
                  <a:pt x="201867" y="38675"/>
                </a:lnTo>
                <a:lnTo>
                  <a:pt x="201571" y="39029"/>
                </a:lnTo>
                <a:lnTo>
                  <a:pt x="201305" y="39426"/>
                </a:lnTo>
                <a:lnTo>
                  <a:pt x="201072" y="39870"/>
                </a:lnTo>
                <a:lnTo>
                  <a:pt x="200875" y="40364"/>
                </a:lnTo>
                <a:lnTo>
                  <a:pt x="200717" y="40909"/>
                </a:lnTo>
                <a:lnTo>
                  <a:pt x="200600" y="41509"/>
                </a:lnTo>
                <a:lnTo>
                  <a:pt x="200528" y="42166"/>
                </a:lnTo>
                <a:lnTo>
                  <a:pt x="200504" y="42882"/>
                </a:lnTo>
                <a:lnTo>
                  <a:pt x="200528" y="43576"/>
                </a:lnTo>
                <a:lnTo>
                  <a:pt x="200600" y="44211"/>
                </a:lnTo>
                <a:lnTo>
                  <a:pt x="200716" y="44791"/>
                </a:lnTo>
                <a:lnTo>
                  <a:pt x="200874" y="45319"/>
                </a:lnTo>
                <a:lnTo>
                  <a:pt x="201070" y="45796"/>
                </a:lnTo>
                <a:lnTo>
                  <a:pt x="201302" y="46226"/>
                </a:lnTo>
                <a:lnTo>
                  <a:pt x="201566" y="46611"/>
                </a:lnTo>
                <a:lnTo>
                  <a:pt x="201860" y="46952"/>
                </a:lnTo>
                <a:lnTo>
                  <a:pt x="202181" y="47254"/>
                </a:lnTo>
                <a:lnTo>
                  <a:pt x="202525" y="47518"/>
                </a:lnTo>
                <a:lnTo>
                  <a:pt x="202891" y="47747"/>
                </a:lnTo>
                <a:lnTo>
                  <a:pt x="203274" y="47943"/>
                </a:lnTo>
                <a:lnTo>
                  <a:pt x="203673" y="48109"/>
                </a:lnTo>
                <a:lnTo>
                  <a:pt x="204084" y="48248"/>
                </a:lnTo>
                <a:lnTo>
                  <a:pt x="204504" y="48361"/>
                </a:lnTo>
                <a:lnTo>
                  <a:pt x="204930" y="48452"/>
                </a:lnTo>
                <a:lnTo>
                  <a:pt x="205359" y="48523"/>
                </a:lnTo>
                <a:lnTo>
                  <a:pt x="205789" y="48576"/>
                </a:lnTo>
                <a:lnTo>
                  <a:pt x="206217" y="48614"/>
                </a:lnTo>
                <a:lnTo>
                  <a:pt x="206639" y="48639"/>
                </a:lnTo>
                <a:lnTo>
                  <a:pt x="207052" y="48655"/>
                </a:lnTo>
                <a:lnTo>
                  <a:pt x="207455" y="48663"/>
                </a:lnTo>
                <a:lnTo>
                  <a:pt x="207843" y="48666"/>
                </a:lnTo>
                <a:lnTo>
                  <a:pt x="208214" y="48666"/>
                </a:lnTo>
                <a:lnTo>
                  <a:pt x="225182" y="48666"/>
                </a:lnTo>
                <a:lnTo>
                  <a:pt x="225182" y="95641"/>
                </a:lnTo>
                <a:lnTo>
                  <a:pt x="225249" y="97892"/>
                </a:lnTo>
                <a:lnTo>
                  <a:pt x="225448" y="100025"/>
                </a:lnTo>
                <a:lnTo>
                  <a:pt x="225773" y="102041"/>
                </a:lnTo>
                <a:lnTo>
                  <a:pt x="226218" y="103944"/>
                </a:lnTo>
                <a:lnTo>
                  <a:pt x="226779" y="105734"/>
                </a:lnTo>
                <a:lnTo>
                  <a:pt x="227450" y="107413"/>
                </a:lnTo>
                <a:lnTo>
                  <a:pt x="228226" y="108985"/>
                </a:lnTo>
                <a:lnTo>
                  <a:pt x="229102" y="110450"/>
                </a:lnTo>
                <a:lnTo>
                  <a:pt x="230072" y="111811"/>
                </a:lnTo>
                <a:lnTo>
                  <a:pt x="231131" y="113069"/>
                </a:lnTo>
                <a:lnTo>
                  <a:pt x="232274" y="114227"/>
                </a:lnTo>
                <a:lnTo>
                  <a:pt x="233496" y="115287"/>
                </a:lnTo>
                <a:lnTo>
                  <a:pt x="234790" y="116251"/>
                </a:lnTo>
                <a:lnTo>
                  <a:pt x="236153" y="117120"/>
                </a:lnTo>
                <a:lnTo>
                  <a:pt x="237579" y="117898"/>
                </a:lnTo>
                <a:lnTo>
                  <a:pt x="239062" y="118584"/>
                </a:lnTo>
                <a:lnTo>
                  <a:pt x="240597" y="119183"/>
                </a:lnTo>
                <a:lnTo>
                  <a:pt x="242180" y="119695"/>
                </a:lnTo>
                <a:lnTo>
                  <a:pt x="243804" y="120123"/>
                </a:lnTo>
                <a:lnTo>
                  <a:pt x="245464" y="120469"/>
                </a:lnTo>
                <a:lnTo>
                  <a:pt x="247155" y="120734"/>
                </a:lnTo>
                <a:lnTo>
                  <a:pt x="248873" y="120921"/>
                </a:lnTo>
                <a:lnTo>
                  <a:pt x="250611" y="121032"/>
                </a:lnTo>
                <a:lnTo>
                  <a:pt x="252364" y="121068"/>
                </a:lnTo>
                <a:lnTo>
                  <a:pt x="254153" y="121025"/>
                </a:lnTo>
                <a:lnTo>
                  <a:pt x="255949" y="120895"/>
                </a:lnTo>
                <a:lnTo>
                  <a:pt x="257744" y="120679"/>
                </a:lnTo>
                <a:lnTo>
                  <a:pt x="259532" y="120375"/>
                </a:lnTo>
                <a:lnTo>
                  <a:pt x="261303" y="119984"/>
                </a:lnTo>
                <a:lnTo>
                  <a:pt x="263052" y="119505"/>
                </a:lnTo>
                <a:lnTo>
                  <a:pt x="264771" y="118939"/>
                </a:lnTo>
                <a:lnTo>
                  <a:pt x="266453" y="118284"/>
                </a:lnTo>
                <a:lnTo>
                  <a:pt x="268089" y="117542"/>
                </a:lnTo>
                <a:lnTo>
                  <a:pt x="269673" y="116710"/>
                </a:lnTo>
                <a:lnTo>
                  <a:pt x="271198" y="115790"/>
                </a:lnTo>
                <a:lnTo>
                  <a:pt x="272656" y="114781"/>
                </a:lnTo>
                <a:lnTo>
                  <a:pt x="274039" y="113683"/>
                </a:lnTo>
                <a:lnTo>
                  <a:pt x="275341" y="112495"/>
                </a:lnTo>
                <a:lnTo>
                  <a:pt x="276554" y="111217"/>
                </a:lnTo>
                <a:lnTo>
                  <a:pt x="277670" y="109850"/>
                </a:lnTo>
                <a:lnTo>
                  <a:pt x="278682" y="108392"/>
                </a:lnTo>
                <a:lnTo>
                  <a:pt x="279584" y="106844"/>
                </a:lnTo>
                <a:lnTo>
                  <a:pt x="280367" y="105205"/>
                </a:lnTo>
                <a:lnTo>
                  <a:pt x="281024" y="103475"/>
                </a:lnTo>
                <a:lnTo>
                  <a:pt x="281548" y="101654"/>
                </a:lnTo>
                <a:lnTo>
                  <a:pt x="281931" y="99741"/>
                </a:lnTo>
                <a:lnTo>
                  <a:pt x="282166" y="97737"/>
                </a:lnTo>
                <a:lnTo>
                  <a:pt x="282247" y="95641"/>
                </a:lnTo>
                <a:lnTo>
                  <a:pt x="282246" y="95205"/>
                </a:lnTo>
                <a:lnTo>
                  <a:pt x="282243" y="94765"/>
                </a:lnTo>
                <a:lnTo>
                  <a:pt x="282233" y="94323"/>
                </a:lnTo>
                <a:lnTo>
                  <a:pt x="282215" y="93881"/>
                </a:lnTo>
                <a:lnTo>
                  <a:pt x="282186" y="93441"/>
                </a:lnTo>
                <a:close/>
                <a:moveTo>
                  <a:pt x="484572" y="93006"/>
                </a:moveTo>
                <a:lnTo>
                  <a:pt x="484510" y="92576"/>
                </a:lnTo>
                <a:lnTo>
                  <a:pt x="484428" y="92154"/>
                </a:lnTo>
                <a:lnTo>
                  <a:pt x="484322" y="91742"/>
                </a:lnTo>
                <a:lnTo>
                  <a:pt x="484189" y="91343"/>
                </a:lnTo>
                <a:lnTo>
                  <a:pt x="484028" y="90957"/>
                </a:lnTo>
                <a:lnTo>
                  <a:pt x="483834" y="90587"/>
                </a:lnTo>
                <a:lnTo>
                  <a:pt x="483605" y="90236"/>
                </a:lnTo>
                <a:lnTo>
                  <a:pt x="483338" y="89904"/>
                </a:lnTo>
                <a:lnTo>
                  <a:pt x="483030" y="89595"/>
                </a:lnTo>
                <a:lnTo>
                  <a:pt x="482678" y="89309"/>
                </a:lnTo>
                <a:lnTo>
                  <a:pt x="482279" y="89050"/>
                </a:lnTo>
                <a:lnTo>
                  <a:pt x="481831" y="88819"/>
                </a:lnTo>
                <a:lnTo>
                  <a:pt x="481329" y="88617"/>
                </a:lnTo>
                <a:lnTo>
                  <a:pt x="480772" y="88448"/>
                </a:lnTo>
                <a:lnTo>
                  <a:pt x="480157" y="88313"/>
                </a:lnTo>
                <a:lnTo>
                  <a:pt x="479480" y="88214"/>
                </a:lnTo>
                <a:lnTo>
                  <a:pt x="478738" y="88154"/>
                </a:lnTo>
                <a:lnTo>
                  <a:pt x="477929" y="88133"/>
                </a:lnTo>
                <a:lnTo>
                  <a:pt x="477166" y="88154"/>
                </a:lnTo>
                <a:lnTo>
                  <a:pt x="476464" y="88214"/>
                </a:lnTo>
                <a:lnTo>
                  <a:pt x="475821" y="88313"/>
                </a:lnTo>
                <a:lnTo>
                  <a:pt x="475235" y="88447"/>
                </a:lnTo>
                <a:lnTo>
                  <a:pt x="474703" y="88616"/>
                </a:lnTo>
                <a:lnTo>
                  <a:pt x="474222" y="88816"/>
                </a:lnTo>
                <a:lnTo>
                  <a:pt x="473790" y="89045"/>
                </a:lnTo>
                <a:lnTo>
                  <a:pt x="473403" y="89302"/>
                </a:lnTo>
                <a:lnTo>
                  <a:pt x="473060" y="89584"/>
                </a:lnTo>
                <a:lnTo>
                  <a:pt x="472758" y="89890"/>
                </a:lnTo>
                <a:lnTo>
                  <a:pt x="472495" y="90217"/>
                </a:lnTo>
                <a:lnTo>
                  <a:pt x="472267" y="90563"/>
                </a:lnTo>
                <a:lnTo>
                  <a:pt x="472072" y="90926"/>
                </a:lnTo>
                <a:lnTo>
                  <a:pt x="471908" y="91304"/>
                </a:lnTo>
                <a:lnTo>
                  <a:pt x="471772" y="91695"/>
                </a:lnTo>
                <a:lnTo>
                  <a:pt x="471661" y="92097"/>
                </a:lnTo>
                <a:lnTo>
                  <a:pt x="471573" y="92507"/>
                </a:lnTo>
                <a:lnTo>
                  <a:pt x="471505" y="92924"/>
                </a:lnTo>
                <a:lnTo>
                  <a:pt x="471454" y="93345"/>
                </a:lnTo>
                <a:lnTo>
                  <a:pt x="471419" y="93769"/>
                </a:lnTo>
                <a:lnTo>
                  <a:pt x="471396" y="94193"/>
                </a:lnTo>
                <a:lnTo>
                  <a:pt x="471382" y="94616"/>
                </a:lnTo>
                <a:lnTo>
                  <a:pt x="471376" y="95034"/>
                </a:lnTo>
                <a:lnTo>
                  <a:pt x="471375" y="95447"/>
                </a:lnTo>
                <a:lnTo>
                  <a:pt x="471296" y="96887"/>
                </a:lnTo>
                <a:lnTo>
                  <a:pt x="471112" y="98227"/>
                </a:lnTo>
                <a:lnTo>
                  <a:pt x="470831" y="99469"/>
                </a:lnTo>
                <a:lnTo>
                  <a:pt x="470460" y="100618"/>
                </a:lnTo>
                <a:lnTo>
                  <a:pt x="470006" y="101676"/>
                </a:lnTo>
                <a:lnTo>
                  <a:pt x="469478" y="102648"/>
                </a:lnTo>
                <a:lnTo>
                  <a:pt x="468882" y="103537"/>
                </a:lnTo>
                <a:lnTo>
                  <a:pt x="468227" y="104345"/>
                </a:lnTo>
                <a:lnTo>
                  <a:pt x="467519" y="105078"/>
                </a:lnTo>
                <a:lnTo>
                  <a:pt x="466767" y="105738"/>
                </a:lnTo>
                <a:lnTo>
                  <a:pt x="465977" y="106329"/>
                </a:lnTo>
                <a:lnTo>
                  <a:pt x="465158" y="106854"/>
                </a:lnTo>
                <a:lnTo>
                  <a:pt x="464317" y="107317"/>
                </a:lnTo>
                <a:lnTo>
                  <a:pt x="463461" y="107721"/>
                </a:lnTo>
                <a:lnTo>
                  <a:pt x="462598" y="108070"/>
                </a:lnTo>
                <a:lnTo>
                  <a:pt x="461736" y="108368"/>
                </a:lnTo>
                <a:lnTo>
                  <a:pt x="460882" y="108617"/>
                </a:lnTo>
                <a:lnTo>
                  <a:pt x="460043" y="108822"/>
                </a:lnTo>
                <a:lnTo>
                  <a:pt x="459228" y="108985"/>
                </a:lnTo>
                <a:lnTo>
                  <a:pt x="458443" y="109111"/>
                </a:lnTo>
                <a:lnTo>
                  <a:pt x="457696" y="109203"/>
                </a:lnTo>
                <a:lnTo>
                  <a:pt x="456995" y="109264"/>
                </a:lnTo>
                <a:lnTo>
                  <a:pt x="456347" y="109299"/>
                </a:lnTo>
                <a:lnTo>
                  <a:pt x="455760" y="109309"/>
                </a:lnTo>
                <a:lnTo>
                  <a:pt x="453981" y="109258"/>
                </a:lnTo>
                <a:lnTo>
                  <a:pt x="452350" y="109110"/>
                </a:lnTo>
                <a:lnTo>
                  <a:pt x="450860" y="108870"/>
                </a:lnTo>
                <a:lnTo>
                  <a:pt x="449506" y="108545"/>
                </a:lnTo>
                <a:lnTo>
                  <a:pt x="448281" y="108143"/>
                </a:lnTo>
                <a:lnTo>
                  <a:pt x="447178" y="107670"/>
                </a:lnTo>
                <a:lnTo>
                  <a:pt x="446191" y="107132"/>
                </a:lnTo>
                <a:lnTo>
                  <a:pt x="445314" y="106535"/>
                </a:lnTo>
                <a:lnTo>
                  <a:pt x="444540" y="105888"/>
                </a:lnTo>
                <a:lnTo>
                  <a:pt x="443862" y="105195"/>
                </a:lnTo>
                <a:lnTo>
                  <a:pt x="443275" y="104464"/>
                </a:lnTo>
                <a:lnTo>
                  <a:pt x="442771" y="103702"/>
                </a:lnTo>
                <a:lnTo>
                  <a:pt x="442345" y="102914"/>
                </a:lnTo>
                <a:lnTo>
                  <a:pt x="441990" y="102108"/>
                </a:lnTo>
                <a:lnTo>
                  <a:pt x="441699" y="101290"/>
                </a:lnTo>
                <a:lnTo>
                  <a:pt x="441466" y="100467"/>
                </a:lnTo>
                <a:lnTo>
                  <a:pt x="441284" y="99645"/>
                </a:lnTo>
                <a:lnTo>
                  <a:pt x="441148" y="98832"/>
                </a:lnTo>
                <a:lnTo>
                  <a:pt x="441050" y="98032"/>
                </a:lnTo>
                <a:lnTo>
                  <a:pt x="440985" y="97254"/>
                </a:lnTo>
                <a:lnTo>
                  <a:pt x="440945" y="96504"/>
                </a:lnTo>
                <a:lnTo>
                  <a:pt x="440924" y="95787"/>
                </a:lnTo>
                <a:lnTo>
                  <a:pt x="440917" y="95112"/>
                </a:lnTo>
                <a:lnTo>
                  <a:pt x="440916" y="94485"/>
                </a:lnTo>
                <a:lnTo>
                  <a:pt x="440916" y="48666"/>
                </a:lnTo>
                <a:lnTo>
                  <a:pt x="472531" y="48666"/>
                </a:lnTo>
                <a:lnTo>
                  <a:pt x="472902" y="48666"/>
                </a:lnTo>
                <a:lnTo>
                  <a:pt x="473290" y="48663"/>
                </a:lnTo>
                <a:lnTo>
                  <a:pt x="473693" y="48655"/>
                </a:lnTo>
                <a:lnTo>
                  <a:pt x="474106" y="48639"/>
                </a:lnTo>
                <a:lnTo>
                  <a:pt x="474529" y="48614"/>
                </a:lnTo>
                <a:lnTo>
                  <a:pt x="474956" y="48576"/>
                </a:lnTo>
                <a:lnTo>
                  <a:pt x="475386" y="48523"/>
                </a:lnTo>
                <a:lnTo>
                  <a:pt x="475816" y="48452"/>
                </a:lnTo>
                <a:lnTo>
                  <a:pt x="476242" y="48361"/>
                </a:lnTo>
                <a:lnTo>
                  <a:pt x="476662" y="48248"/>
                </a:lnTo>
                <a:lnTo>
                  <a:pt x="477073" y="48109"/>
                </a:lnTo>
                <a:lnTo>
                  <a:pt x="477472" y="47943"/>
                </a:lnTo>
                <a:lnTo>
                  <a:pt x="477856" y="47747"/>
                </a:lnTo>
                <a:lnTo>
                  <a:pt x="478221" y="47518"/>
                </a:lnTo>
                <a:lnTo>
                  <a:pt x="478566" y="47254"/>
                </a:lnTo>
                <a:lnTo>
                  <a:pt x="478887" y="46952"/>
                </a:lnTo>
                <a:lnTo>
                  <a:pt x="479181" y="46611"/>
                </a:lnTo>
                <a:lnTo>
                  <a:pt x="479446" y="46226"/>
                </a:lnTo>
                <a:lnTo>
                  <a:pt x="479678" y="45796"/>
                </a:lnTo>
                <a:lnTo>
                  <a:pt x="479874" y="45319"/>
                </a:lnTo>
                <a:lnTo>
                  <a:pt x="480032" y="44791"/>
                </a:lnTo>
                <a:lnTo>
                  <a:pt x="480148" y="44211"/>
                </a:lnTo>
                <a:lnTo>
                  <a:pt x="480220" y="43576"/>
                </a:lnTo>
                <a:lnTo>
                  <a:pt x="480244" y="42882"/>
                </a:lnTo>
                <a:lnTo>
                  <a:pt x="480221" y="42166"/>
                </a:lnTo>
                <a:lnTo>
                  <a:pt x="480152" y="41509"/>
                </a:lnTo>
                <a:lnTo>
                  <a:pt x="480039" y="40909"/>
                </a:lnTo>
                <a:lnTo>
                  <a:pt x="479887" y="40364"/>
                </a:lnTo>
                <a:lnTo>
                  <a:pt x="479698" y="39870"/>
                </a:lnTo>
                <a:lnTo>
                  <a:pt x="479473" y="39426"/>
                </a:lnTo>
                <a:lnTo>
                  <a:pt x="479216" y="39029"/>
                </a:lnTo>
                <a:lnTo>
                  <a:pt x="478930" y="38675"/>
                </a:lnTo>
                <a:lnTo>
                  <a:pt x="478617" y="38364"/>
                </a:lnTo>
                <a:lnTo>
                  <a:pt x="478280" y="38091"/>
                </a:lnTo>
                <a:lnTo>
                  <a:pt x="477922" y="37854"/>
                </a:lnTo>
                <a:lnTo>
                  <a:pt x="477545" y="37651"/>
                </a:lnTo>
                <a:lnTo>
                  <a:pt x="477152" y="37480"/>
                </a:lnTo>
                <a:lnTo>
                  <a:pt x="476745" y="37337"/>
                </a:lnTo>
                <a:lnTo>
                  <a:pt x="476328" y="37219"/>
                </a:lnTo>
                <a:lnTo>
                  <a:pt x="475902" y="37126"/>
                </a:lnTo>
                <a:lnTo>
                  <a:pt x="475472" y="37053"/>
                </a:lnTo>
                <a:lnTo>
                  <a:pt x="475038" y="36998"/>
                </a:lnTo>
                <a:lnTo>
                  <a:pt x="474605" y="36958"/>
                </a:lnTo>
                <a:lnTo>
                  <a:pt x="474174" y="36932"/>
                </a:lnTo>
                <a:lnTo>
                  <a:pt x="473748" y="36916"/>
                </a:lnTo>
                <a:lnTo>
                  <a:pt x="473331" y="36908"/>
                </a:lnTo>
                <a:lnTo>
                  <a:pt x="472924" y="36905"/>
                </a:lnTo>
                <a:lnTo>
                  <a:pt x="472531" y="36904"/>
                </a:lnTo>
                <a:lnTo>
                  <a:pt x="440916" y="36904"/>
                </a:lnTo>
                <a:lnTo>
                  <a:pt x="440916" y="21097"/>
                </a:lnTo>
                <a:lnTo>
                  <a:pt x="440915" y="20636"/>
                </a:lnTo>
                <a:lnTo>
                  <a:pt x="440912" y="20171"/>
                </a:lnTo>
                <a:lnTo>
                  <a:pt x="440903" y="19705"/>
                </a:lnTo>
                <a:lnTo>
                  <a:pt x="440885" y="19239"/>
                </a:lnTo>
                <a:lnTo>
                  <a:pt x="440857" y="18775"/>
                </a:lnTo>
                <a:lnTo>
                  <a:pt x="440813" y="18315"/>
                </a:lnTo>
                <a:lnTo>
                  <a:pt x="440753" y="17862"/>
                </a:lnTo>
                <a:lnTo>
                  <a:pt x="440673" y="17418"/>
                </a:lnTo>
                <a:lnTo>
                  <a:pt x="440570" y="16985"/>
                </a:lnTo>
                <a:lnTo>
                  <a:pt x="440441" y="16564"/>
                </a:lnTo>
                <a:lnTo>
                  <a:pt x="440284" y="16158"/>
                </a:lnTo>
                <a:lnTo>
                  <a:pt x="440096" y="15770"/>
                </a:lnTo>
                <a:lnTo>
                  <a:pt x="439874" y="15400"/>
                </a:lnTo>
                <a:lnTo>
                  <a:pt x="439614" y="15052"/>
                </a:lnTo>
                <a:lnTo>
                  <a:pt x="439315" y="14727"/>
                </a:lnTo>
                <a:lnTo>
                  <a:pt x="438973" y="14427"/>
                </a:lnTo>
                <a:lnTo>
                  <a:pt x="438585" y="14154"/>
                </a:lnTo>
                <a:lnTo>
                  <a:pt x="438149" y="13912"/>
                </a:lnTo>
                <a:lnTo>
                  <a:pt x="437662" y="13700"/>
                </a:lnTo>
                <a:lnTo>
                  <a:pt x="437121" y="13523"/>
                </a:lnTo>
                <a:lnTo>
                  <a:pt x="436523" y="13381"/>
                </a:lnTo>
                <a:lnTo>
                  <a:pt x="435865" y="13277"/>
                </a:lnTo>
                <a:lnTo>
                  <a:pt x="435145" y="13214"/>
                </a:lnTo>
                <a:lnTo>
                  <a:pt x="434359" y="13192"/>
                </a:lnTo>
                <a:lnTo>
                  <a:pt x="433550" y="13213"/>
                </a:lnTo>
                <a:lnTo>
                  <a:pt x="432809" y="13274"/>
                </a:lnTo>
                <a:lnTo>
                  <a:pt x="432132" y="13373"/>
                </a:lnTo>
                <a:lnTo>
                  <a:pt x="431517" y="13510"/>
                </a:lnTo>
                <a:lnTo>
                  <a:pt x="430960" y="13681"/>
                </a:lnTo>
                <a:lnTo>
                  <a:pt x="430459" y="13885"/>
                </a:lnTo>
                <a:lnTo>
                  <a:pt x="430010" y="14120"/>
                </a:lnTo>
                <a:lnTo>
                  <a:pt x="429612" y="14384"/>
                </a:lnTo>
                <a:lnTo>
                  <a:pt x="429260" y="14676"/>
                </a:lnTo>
                <a:lnTo>
                  <a:pt x="428952" y="14994"/>
                </a:lnTo>
                <a:lnTo>
                  <a:pt x="428685" y="15335"/>
                </a:lnTo>
                <a:lnTo>
                  <a:pt x="428456" y="15698"/>
                </a:lnTo>
                <a:lnTo>
                  <a:pt x="428263" y="16081"/>
                </a:lnTo>
                <a:lnTo>
                  <a:pt x="428101" y="16483"/>
                </a:lnTo>
                <a:lnTo>
                  <a:pt x="427969" y="16901"/>
                </a:lnTo>
                <a:lnTo>
                  <a:pt x="427863" y="17333"/>
                </a:lnTo>
                <a:lnTo>
                  <a:pt x="427780" y="17779"/>
                </a:lnTo>
                <a:lnTo>
                  <a:pt x="427719" y="18235"/>
                </a:lnTo>
                <a:lnTo>
                  <a:pt x="427674" y="18700"/>
                </a:lnTo>
                <a:lnTo>
                  <a:pt x="427644" y="19172"/>
                </a:lnTo>
                <a:lnTo>
                  <a:pt x="427626" y="19650"/>
                </a:lnTo>
                <a:lnTo>
                  <a:pt x="427617" y="20131"/>
                </a:lnTo>
                <a:lnTo>
                  <a:pt x="427614" y="20614"/>
                </a:lnTo>
                <a:lnTo>
                  <a:pt x="427613" y="21097"/>
                </a:lnTo>
                <a:lnTo>
                  <a:pt x="427613" y="36904"/>
                </a:lnTo>
                <a:lnTo>
                  <a:pt x="410839" y="36904"/>
                </a:lnTo>
                <a:lnTo>
                  <a:pt x="410445" y="36905"/>
                </a:lnTo>
                <a:lnTo>
                  <a:pt x="410035" y="36908"/>
                </a:lnTo>
                <a:lnTo>
                  <a:pt x="409613" y="36916"/>
                </a:lnTo>
                <a:lnTo>
                  <a:pt x="409182" y="36932"/>
                </a:lnTo>
                <a:lnTo>
                  <a:pt x="408744" y="36958"/>
                </a:lnTo>
                <a:lnTo>
                  <a:pt x="408302" y="36998"/>
                </a:lnTo>
                <a:lnTo>
                  <a:pt x="407859" y="37053"/>
                </a:lnTo>
                <a:lnTo>
                  <a:pt x="407418" y="37126"/>
                </a:lnTo>
                <a:lnTo>
                  <a:pt x="406982" y="37219"/>
                </a:lnTo>
                <a:lnTo>
                  <a:pt x="406553" y="37337"/>
                </a:lnTo>
                <a:lnTo>
                  <a:pt x="406135" y="37480"/>
                </a:lnTo>
                <a:lnTo>
                  <a:pt x="405730" y="37651"/>
                </a:lnTo>
                <a:lnTo>
                  <a:pt x="405341" y="37854"/>
                </a:lnTo>
                <a:lnTo>
                  <a:pt x="404970" y="38091"/>
                </a:lnTo>
                <a:lnTo>
                  <a:pt x="404622" y="38364"/>
                </a:lnTo>
                <a:lnTo>
                  <a:pt x="404298" y="38675"/>
                </a:lnTo>
                <a:lnTo>
                  <a:pt x="404002" y="39029"/>
                </a:lnTo>
                <a:lnTo>
                  <a:pt x="403736" y="39426"/>
                </a:lnTo>
                <a:lnTo>
                  <a:pt x="403503" y="39870"/>
                </a:lnTo>
                <a:lnTo>
                  <a:pt x="403306" y="40364"/>
                </a:lnTo>
                <a:lnTo>
                  <a:pt x="403148" y="40909"/>
                </a:lnTo>
                <a:lnTo>
                  <a:pt x="403031" y="41509"/>
                </a:lnTo>
                <a:lnTo>
                  <a:pt x="402959" y="42166"/>
                </a:lnTo>
                <a:lnTo>
                  <a:pt x="402935" y="42882"/>
                </a:lnTo>
                <a:lnTo>
                  <a:pt x="402959" y="43576"/>
                </a:lnTo>
                <a:lnTo>
                  <a:pt x="403031" y="44211"/>
                </a:lnTo>
                <a:lnTo>
                  <a:pt x="403147" y="44791"/>
                </a:lnTo>
                <a:lnTo>
                  <a:pt x="403305" y="45319"/>
                </a:lnTo>
                <a:lnTo>
                  <a:pt x="403501" y="45796"/>
                </a:lnTo>
                <a:lnTo>
                  <a:pt x="403733" y="46226"/>
                </a:lnTo>
                <a:lnTo>
                  <a:pt x="403997" y="46611"/>
                </a:lnTo>
                <a:lnTo>
                  <a:pt x="404291" y="46952"/>
                </a:lnTo>
                <a:lnTo>
                  <a:pt x="404612" y="47254"/>
                </a:lnTo>
                <a:lnTo>
                  <a:pt x="404956" y="47518"/>
                </a:lnTo>
                <a:lnTo>
                  <a:pt x="405322" y="47747"/>
                </a:lnTo>
                <a:lnTo>
                  <a:pt x="405705" y="47943"/>
                </a:lnTo>
                <a:lnTo>
                  <a:pt x="406104" y="48109"/>
                </a:lnTo>
                <a:lnTo>
                  <a:pt x="406515" y="48248"/>
                </a:lnTo>
                <a:lnTo>
                  <a:pt x="406935" y="48361"/>
                </a:lnTo>
                <a:lnTo>
                  <a:pt x="407361" y="48452"/>
                </a:lnTo>
                <a:lnTo>
                  <a:pt x="407790" y="48523"/>
                </a:lnTo>
                <a:lnTo>
                  <a:pt x="408220" y="48576"/>
                </a:lnTo>
                <a:lnTo>
                  <a:pt x="408648" y="48614"/>
                </a:lnTo>
                <a:lnTo>
                  <a:pt x="409070" y="48639"/>
                </a:lnTo>
                <a:lnTo>
                  <a:pt x="409483" y="48655"/>
                </a:lnTo>
                <a:lnTo>
                  <a:pt x="409886" y="48663"/>
                </a:lnTo>
                <a:lnTo>
                  <a:pt x="410274" y="48666"/>
                </a:lnTo>
                <a:lnTo>
                  <a:pt x="410645" y="48666"/>
                </a:lnTo>
                <a:lnTo>
                  <a:pt x="427613" y="48666"/>
                </a:lnTo>
                <a:lnTo>
                  <a:pt x="427613" y="95641"/>
                </a:lnTo>
                <a:lnTo>
                  <a:pt x="427681" y="97892"/>
                </a:lnTo>
                <a:lnTo>
                  <a:pt x="427879" y="100025"/>
                </a:lnTo>
                <a:lnTo>
                  <a:pt x="428204" y="102041"/>
                </a:lnTo>
                <a:lnTo>
                  <a:pt x="428649" y="103944"/>
                </a:lnTo>
                <a:lnTo>
                  <a:pt x="429210" y="105734"/>
                </a:lnTo>
                <a:lnTo>
                  <a:pt x="429881" y="107413"/>
                </a:lnTo>
                <a:lnTo>
                  <a:pt x="430657" y="108985"/>
                </a:lnTo>
                <a:lnTo>
                  <a:pt x="431533" y="110450"/>
                </a:lnTo>
                <a:lnTo>
                  <a:pt x="432503" y="111811"/>
                </a:lnTo>
                <a:lnTo>
                  <a:pt x="433562" y="113069"/>
                </a:lnTo>
                <a:lnTo>
                  <a:pt x="434705" y="114227"/>
                </a:lnTo>
                <a:lnTo>
                  <a:pt x="435927" y="115287"/>
                </a:lnTo>
                <a:lnTo>
                  <a:pt x="437221" y="116251"/>
                </a:lnTo>
                <a:lnTo>
                  <a:pt x="438584" y="117120"/>
                </a:lnTo>
                <a:lnTo>
                  <a:pt x="440010" y="117898"/>
                </a:lnTo>
                <a:lnTo>
                  <a:pt x="441493" y="118584"/>
                </a:lnTo>
                <a:lnTo>
                  <a:pt x="443028" y="119183"/>
                </a:lnTo>
                <a:lnTo>
                  <a:pt x="444611" y="119695"/>
                </a:lnTo>
                <a:lnTo>
                  <a:pt x="446235" y="120123"/>
                </a:lnTo>
                <a:lnTo>
                  <a:pt x="447895" y="120469"/>
                </a:lnTo>
                <a:lnTo>
                  <a:pt x="449586" y="120734"/>
                </a:lnTo>
                <a:lnTo>
                  <a:pt x="451304" y="120921"/>
                </a:lnTo>
                <a:lnTo>
                  <a:pt x="453042" y="121032"/>
                </a:lnTo>
                <a:lnTo>
                  <a:pt x="454795" y="121068"/>
                </a:lnTo>
                <a:lnTo>
                  <a:pt x="456584" y="121025"/>
                </a:lnTo>
                <a:lnTo>
                  <a:pt x="458380" y="120895"/>
                </a:lnTo>
                <a:lnTo>
                  <a:pt x="460175" y="120679"/>
                </a:lnTo>
                <a:lnTo>
                  <a:pt x="461963" y="120375"/>
                </a:lnTo>
                <a:lnTo>
                  <a:pt x="463734" y="119984"/>
                </a:lnTo>
                <a:lnTo>
                  <a:pt x="465483" y="119505"/>
                </a:lnTo>
                <a:lnTo>
                  <a:pt x="467202" y="118939"/>
                </a:lnTo>
                <a:lnTo>
                  <a:pt x="468884" y="118284"/>
                </a:lnTo>
                <a:lnTo>
                  <a:pt x="470520" y="117542"/>
                </a:lnTo>
                <a:lnTo>
                  <a:pt x="472104" y="116710"/>
                </a:lnTo>
                <a:lnTo>
                  <a:pt x="473629" y="115790"/>
                </a:lnTo>
                <a:lnTo>
                  <a:pt x="475087" y="114781"/>
                </a:lnTo>
                <a:lnTo>
                  <a:pt x="476470" y="113683"/>
                </a:lnTo>
                <a:lnTo>
                  <a:pt x="477772" y="112495"/>
                </a:lnTo>
                <a:lnTo>
                  <a:pt x="478985" y="111217"/>
                </a:lnTo>
                <a:lnTo>
                  <a:pt x="480101" y="109850"/>
                </a:lnTo>
                <a:lnTo>
                  <a:pt x="481113" y="108392"/>
                </a:lnTo>
                <a:lnTo>
                  <a:pt x="482015" y="106844"/>
                </a:lnTo>
                <a:lnTo>
                  <a:pt x="482798" y="105205"/>
                </a:lnTo>
                <a:lnTo>
                  <a:pt x="483455" y="103475"/>
                </a:lnTo>
                <a:lnTo>
                  <a:pt x="483979" y="101654"/>
                </a:lnTo>
                <a:lnTo>
                  <a:pt x="484362" y="99741"/>
                </a:lnTo>
                <a:lnTo>
                  <a:pt x="484597" y="97737"/>
                </a:lnTo>
                <a:lnTo>
                  <a:pt x="484678" y="95641"/>
                </a:lnTo>
                <a:lnTo>
                  <a:pt x="484677" y="95205"/>
                </a:lnTo>
                <a:lnTo>
                  <a:pt x="484674" y="94765"/>
                </a:lnTo>
                <a:lnTo>
                  <a:pt x="484664" y="94323"/>
                </a:lnTo>
                <a:lnTo>
                  <a:pt x="484646" y="93881"/>
                </a:lnTo>
                <a:lnTo>
                  <a:pt x="484617" y="93441"/>
                </a:lnTo>
                <a:lnTo>
                  <a:pt x="484572" y="93006"/>
                </a:lnTo>
                <a:close/>
                <a:moveTo>
                  <a:pt x="396161" y="110620"/>
                </a:moveTo>
                <a:lnTo>
                  <a:pt x="395897" y="110235"/>
                </a:lnTo>
                <a:lnTo>
                  <a:pt x="395603" y="109893"/>
                </a:lnTo>
                <a:lnTo>
                  <a:pt x="395282" y="109592"/>
                </a:lnTo>
                <a:lnTo>
                  <a:pt x="394937" y="109328"/>
                </a:lnTo>
                <a:lnTo>
                  <a:pt x="394571" y="109099"/>
                </a:lnTo>
                <a:lnTo>
                  <a:pt x="394188" y="108903"/>
                </a:lnTo>
                <a:lnTo>
                  <a:pt x="393789" y="108736"/>
                </a:lnTo>
                <a:lnTo>
                  <a:pt x="393378" y="108598"/>
                </a:lnTo>
                <a:lnTo>
                  <a:pt x="392958" y="108485"/>
                </a:lnTo>
                <a:lnTo>
                  <a:pt x="392531" y="108394"/>
                </a:lnTo>
                <a:lnTo>
                  <a:pt x="392102" y="108323"/>
                </a:lnTo>
                <a:lnTo>
                  <a:pt x="391672" y="108270"/>
                </a:lnTo>
                <a:lnTo>
                  <a:pt x="391244" y="108232"/>
                </a:lnTo>
                <a:lnTo>
                  <a:pt x="390822" y="108206"/>
                </a:lnTo>
                <a:lnTo>
                  <a:pt x="390408" y="108191"/>
                </a:lnTo>
                <a:lnTo>
                  <a:pt x="390006" y="108183"/>
                </a:lnTo>
                <a:lnTo>
                  <a:pt x="389618" y="108180"/>
                </a:lnTo>
                <a:lnTo>
                  <a:pt x="389246" y="108180"/>
                </a:lnTo>
                <a:lnTo>
                  <a:pt x="388266" y="108175"/>
                </a:lnTo>
                <a:lnTo>
                  <a:pt x="387348" y="108160"/>
                </a:lnTo>
                <a:lnTo>
                  <a:pt x="386488" y="108137"/>
                </a:lnTo>
                <a:lnTo>
                  <a:pt x="385686" y="108105"/>
                </a:lnTo>
                <a:lnTo>
                  <a:pt x="384937" y="108066"/>
                </a:lnTo>
                <a:lnTo>
                  <a:pt x="384240" y="108020"/>
                </a:lnTo>
                <a:lnTo>
                  <a:pt x="383593" y="107967"/>
                </a:lnTo>
                <a:lnTo>
                  <a:pt x="382992" y="107908"/>
                </a:lnTo>
                <a:lnTo>
                  <a:pt x="382435" y="107844"/>
                </a:lnTo>
                <a:lnTo>
                  <a:pt x="381920" y="107775"/>
                </a:lnTo>
                <a:lnTo>
                  <a:pt x="381444" y="107701"/>
                </a:lnTo>
                <a:lnTo>
                  <a:pt x="381005" y="107625"/>
                </a:lnTo>
                <a:lnTo>
                  <a:pt x="380600" y="107545"/>
                </a:lnTo>
                <a:lnTo>
                  <a:pt x="380226" y="107463"/>
                </a:lnTo>
                <a:lnTo>
                  <a:pt x="379882" y="107378"/>
                </a:lnTo>
                <a:lnTo>
                  <a:pt x="379564" y="107293"/>
                </a:lnTo>
                <a:lnTo>
                  <a:pt x="379271" y="107207"/>
                </a:lnTo>
                <a:lnTo>
                  <a:pt x="378999" y="107121"/>
                </a:lnTo>
                <a:lnTo>
                  <a:pt x="378746" y="107035"/>
                </a:lnTo>
                <a:lnTo>
                  <a:pt x="378509" y="106951"/>
                </a:lnTo>
                <a:lnTo>
                  <a:pt x="378287" y="106868"/>
                </a:lnTo>
                <a:lnTo>
                  <a:pt x="378076" y="106787"/>
                </a:lnTo>
                <a:lnTo>
                  <a:pt x="377875" y="106709"/>
                </a:lnTo>
                <a:lnTo>
                  <a:pt x="377679" y="106635"/>
                </a:lnTo>
                <a:lnTo>
                  <a:pt x="377679" y="64932"/>
                </a:lnTo>
                <a:lnTo>
                  <a:pt x="377625" y="63207"/>
                </a:lnTo>
                <a:lnTo>
                  <a:pt x="377459" y="61465"/>
                </a:lnTo>
                <a:lnTo>
                  <a:pt x="377178" y="59712"/>
                </a:lnTo>
                <a:lnTo>
                  <a:pt x="376780" y="57958"/>
                </a:lnTo>
                <a:lnTo>
                  <a:pt x="376261" y="56210"/>
                </a:lnTo>
                <a:lnTo>
                  <a:pt x="375619" y="54476"/>
                </a:lnTo>
                <a:lnTo>
                  <a:pt x="374850" y="52766"/>
                </a:lnTo>
                <a:lnTo>
                  <a:pt x="373952" y="51086"/>
                </a:lnTo>
                <a:lnTo>
                  <a:pt x="372921" y="49445"/>
                </a:lnTo>
                <a:lnTo>
                  <a:pt x="371755" y="47851"/>
                </a:lnTo>
                <a:lnTo>
                  <a:pt x="370450" y="46312"/>
                </a:lnTo>
                <a:lnTo>
                  <a:pt x="369004" y="44837"/>
                </a:lnTo>
                <a:lnTo>
                  <a:pt x="367413" y="43433"/>
                </a:lnTo>
                <a:lnTo>
                  <a:pt x="365674" y="42108"/>
                </a:lnTo>
                <a:lnTo>
                  <a:pt x="363785" y="40871"/>
                </a:lnTo>
                <a:lnTo>
                  <a:pt x="361742" y="39730"/>
                </a:lnTo>
                <a:lnTo>
                  <a:pt x="359542" y="38693"/>
                </a:lnTo>
                <a:lnTo>
                  <a:pt x="357183" y="37767"/>
                </a:lnTo>
                <a:lnTo>
                  <a:pt x="354661" y="36962"/>
                </a:lnTo>
                <a:lnTo>
                  <a:pt x="351974" y="36285"/>
                </a:lnTo>
                <a:lnTo>
                  <a:pt x="349118" y="35744"/>
                </a:lnTo>
                <a:lnTo>
                  <a:pt x="346090" y="35348"/>
                </a:lnTo>
                <a:lnTo>
                  <a:pt x="342887" y="35104"/>
                </a:lnTo>
                <a:lnTo>
                  <a:pt x="339507" y="35021"/>
                </a:lnTo>
                <a:lnTo>
                  <a:pt x="338414" y="35022"/>
                </a:lnTo>
                <a:lnTo>
                  <a:pt x="337215" y="35029"/>
                </a:lnTo>
                <a:lnTo>
                  <a:pt x="335926" y="35049"/>
                </a:lnTo>
                <a:lnTo>
                  <a:pt x="334558" y="35087"/>
                </a:lnTo>
                <a:lnTo>
                  <a:pt x="333125" y="35149"/>
                </a:lnTo>
                <a:lnTo>
                  <a:pt x="331642" y="35241"/>
                </a:lnTo>
                <a:lnTo>
                  <a:pt x="330120" y="35371"/>
                </a:lnTo>
                <a:lnTo>
                  <a:pt x="328575" y="35543"/>
                </a:lnTo>
                <a:lnTo>
                  <a:pt x="327019" y="35764"/>
                </a:lnTo>
                <a:lnTo>
                  <a:pt x="325465" y="36040"/>
                </a:lnTo>
                <a:lnTo>
                  <a:pt x="323928" y="36377"/>
                </a:lnTo>
                <a:lnTo>
                  <a:pt x="322420" y="36781"/>
                </a:lnTo>
                <a:lnTo>
                  <a:pt x="320956" y="37259"/>
                </a:lnTo>
                <a:lnTo>
                  <a:pt x="319548" y="37816"/>
                </a:lnTo>
                <a:lnTo>
                  <a:pt x="318211" y="38459"/>
                </a:lnTo>
                <a:lnTo>
                  <a:pt x="316957" y="39193"/>
                </a:lnTo>
                <a:lnTo>
                  <a:pt x="315800" y="40025"/>
                </a:lnTo>
                <a:lnTo>
                  <a:pt x="314754" y="40961"/>
                </a:lnTo>
                <a:lnTo>
                  <a:pt x="313831" y="42008"/>
                </a:lnTo>
                <a:lnTo>
                  <a:pt x="313046" y="43170"/>
                </a:lnTo>
                <a:lnTo>
                  <a:pt x="312413" y="44454"/>
                </a:lnTo>
                <a:lnTo>
                  <a:pt x="311943" y="45867"/>
                </a:lnTo>
                <a:lnTo>
                  <a:pt x="311652" y="47414"/>
                </a:lnTo>
                <a:lnTo>
                  <a:pt x="311551" y="49102"/>
                </a:lnTo>
                <a:lnTo>
                  <a:pt x="311572" y="49812"/>
                </a:lnTo>
                <a:lnTo>
                  <a:pt x="311634" y="50493"/>
                </a:lnTo>
                <a:lnTo>
                  <a:pt x="311734" y="51146"/>
                </a:lnTo>
                <a:lnTo>
                  <a:pt x="311873" y="51771"/>
                </a:lnTo>
                <a:lnTo>
                  <a:pt x="312047" y="52367"/>
                </a:lnTo>
                <a:lnTo>
                  <a:pt x="312257" y="52933"/>
                </a:lnTo>
                <a:lnTo>
                  <a:pt x="312499" y="53471"/>
                </a:lnTo>
                <a:lnTo>
                  <a:pt x="312773" y="53979"/>
                </a:lnTo>
                <a:lnTo>
                  <a:pt x="313077" y="54458"/>
                </a:lnTo>
                <a:lnTo>
                  <a:pt x="313410" y="54907"/>
                </a:lnTo>
                <a:lnTo>
                  <a:pt x="313769" y="55326"/>
                </a:lnTo>
                <a:lnTo>
                  <a:pt x="314155" y="55715"/>
                </a:lnTo>
                <a:lnTo>
                  <a:pt x="314564" y="56074"/>
                </a:lnTo>
                <a:lnTo>
                  <a:pt x="314996" y="56402"/>
                </a:lnTo>
                <a:lnTo>
                  <a:pt x="315449" y="56701"/>
                </a:lnTo>
                <a:lnTo>
                  <a:pt x="315922" y="56968"/>
                </a:lnTo>
                <a:lnTo>
                  <a:pt x="316413" y="57205"/>
                </a:lnTo>
                <a:lnTo>
                  <a:pt x="316920" y="57410"/>
                </a:lnTo>
                <a:lnTo>
                  <a:pt x="317442" y="57585"/>
                </a:lnTo>
                <a:lnTo>
                  <a:pt x="317978" y="57728"/>
                </a:lnTo>
                <a:lnTo>
                  <a:pt x="318526" y="57839"/>
                </a:lnTo>
                <a:lnTo>
                  <a:pt x="319084" y="57919"/>
                </a:lnTo>
                <a:lnTo>
                  <a:pt x="319652" y="57967"/>
                </a:lnTo>
                <a:lnTo>
                  <a:pt x="320227" y="57983"/>
                </a:lnTo>
                <a:lnTo>
                  <a:pt x="320601" y="57974"/>
                </a:lnTo>
                <a:lnTo>
                  <a:pt x="320997" y="57945"/>
                </a:lnTo>
                <a:lnTo>
                  <a:pt x="321413" y="57895"/>
                </a:lnTo>
                <a:lnTo>
                  <a:pt x="321846" y="57822"/>
                </a:lnTo>
                <a:lnTo>
                  <a:pt x="322291" y="57724"/>
                </a:lnTo>
                <a:lnTo>
                  <a:pt x="322745" y="57600"/>
                </a:lnTo>
                <a:lnTo>
                  <a:pt x="323205" y="57449"/>
                </a:lnTo>
                <a:lnTo>
                  <a:pt x="323668" y="57268"/>
                </a:lnTo>
                <a:lnTo>
                  <a:pt x="324131" y="57057"/>
                </a:lnTo>
                <a:lnTo>
                  <a:pt x="324589" y="56813"/>
                </a:lnTo>
                <a:lnTo>
                  <a:pt x="325040" y="56535"/>
                </a:lnTo>
                <a:lnTo>
                  <a:pt x="325480" y="56221"/>
                </a:lnTo>
                <a:lnTo>
                  <a:pt x="325907" y="55870"/>
                </a:lnTo>
                <a:lnTo>
                  <a:pt x="326315" y="55481"/>
                </a:lnTo>
                <a:lnTo>
                  <a:pt x="326703" y="55051"/>
                </a:lnTo>
                <a:lnTo>
                  <a:pt x="327067" y="54579"/>
                </a:lnTo>
                <a:lnTo>
                  <a:pt x="327404" y="54064"/>
                </a:lnTo>
                <a:lnTo>
                  <a:pt x="327710" y="53503"/>
                </a:lnTo>
                <a:lnTo>
                  <a:pt x="327981" y="52896"/>
                </a:lnTo>
                <a:lnTo>
                  <a:pt x="328216" y="52240"/>
                </a:lnTo>
                <a:lnTo>
                  <a:pt x="328409" y="51534"/>
                </a:lnTo>
                <a:lnTo>
                  <a:pt x="328558" y="50777"/>
                </a:lnTo>
                <a:lnTo>
                  <a:pt x="328660" y="49967"/>
                </a:lnTo>
                <a:lnTo>
                  <a:pt x="328711" y="49102"/>
                </a:lnTo>
                <a:lnTo>
                  <a:pt x="328712" y="48916"/>
                </a:lnTo>
                <a:lnTo>
                  <a:pt x="328717" y="48743"/>
                </a:lnTo>
                <a:lnTo>
                  <a:pt x="328726" y="48583"/>
                </a:lnTo>
                <a:lnTo>
                  <a:pt x="328743" y="48435"/>
                </a:lnTo>
                <a:lnTo>
                  <a:pt x="328767" y="48298"/>
                </a:lnTo>
                <a:lnTo>
                  <a:pt x="328801" y="48172"/>
                </a:lnTo>
                <a:lnTo>
                  <a:pt x="328846" y="48057"/>
                </a:lnTo>
                <a:lnTo>
                  <a:pt x="328903" y="47950"/>
                </a:lnTo>
                <a:lnTo>
                  <a:pt x="328975" y="47852"/>
                </a:lnTo>
                <a:lnTo>
                  <a:pt x="329062" y="47763"/>
                </a:lnTo>
                <a:lnTo>
                  <a:pt x="329166" y="47680"/>
                </a:lnTo>
                <a:lnTo>
                  <a:pt x="329288" y="47605"/>
                </a:lnTo>
                <a:lnTo>
                  <a:pt x="329431" y="47535"/>
                </a:lnTo>
                <a:lnTo>
                  <a:pt x="329596" y="47471"/>
                </a:lnTo>
                <a:lnTo>
                  <a:pt x="329783" y="47412"/>
                </a:lnTo>
                <a:lnTo>
                  <a:pt x="329995" y="47356"/>
                </a:lnTo>
                <a:lnTo>
                  <a:pt x="330233" y="47304"/>
                </a:lnTo>
                <a:lnTo>
                  <a:pt x="330499" y="47255"/>
                </a:lnTo>
                <a:lnTo>
                  <a:pt x="330794" y="47207"/>
                </a:lnTo>
                <a:lnTo>
                  <a:pt x="331120" y="47161"/>
                </a:lnTo>
                <a:lnTo>
                  <a:pt x="331477" y="47116"/>
                </a:lnTo>
                <a:lnTo>
                  <a:pt x="331869" y="47071"/>
                </a:lnTo>
                <a:lnTo>
                  <a:pt x="332295" y="47025"/>
                </a:lnTo>
                <a:lnTo>
                  <a:pt x="332759" y="46978"/>
                </a:lnTo>
                <a:lnTo>
                  <a:pt x="333095" y="46954"/>
                </a:lnTo>
                <a:lnTo>
                  <a:pt x="333429" y="46933"/>
                </a:lnTo>
                <a:lnTo>
                  <a:pt x="333761" y="46913"/>
                </a:lnTo>
                <a:lnTo>
                  <a:pt x="334090" y="46896"/>
                </a:lnTo>
                <a:lnTo>
                  <a:pt x="334416" y="46880"/>
                </a:lnTo>
                <a:lnTo>
                  <a:pt x="334739" y="46865"/>
                </a:lnTo>
                <a:lnTo>
                  <a:pt x="335058" y="46852"/>
                </a:lnTo>
                <a:lnTo>
                  <a:pt x="335373" y="46841"/>
                </a:lnTo>
                <a:lnTo>
                  <a:pt x="335684" y="46831"/>
                </a:lnTo>
                <a:lnTo>
                  <a:pt x="335991" y="46822"/>
                </a:lnTo>
                <a:lnTo>
                  <a:pt x="336294" y="46814"/>
                </a:lnTo>
                <a:lnTo>
                  <a:pt x="336592" y="46808"/>
                </a:lnTo>
                <a:lnTo>
                  <a:pt x="336884" y="46802"/>
                </a:lnTo>
                <a:lnTo>
                  <a:pt x="337172" y="46797"/>
                </a:lnTo>
                <a:lnTo>
                  <a:pt x="337454" y="46794"/>
                </a:lnTo>
                <a:lnTo>
                  <a:pt x="337730" y="46791"/>
                </a:lnTo>
                <a:lnTo>
                  <a:pt x="338000" y="46788"/>
                </a:lnTo>
                <a:lnTo>
                  <a:pt x="338264" y="46786"/>
                </a:lnTo>
                <a:lnTo>
                  <a:pt x="338521" y="46785"/>
                </a:lnTo>
                <a:lnTo>
                  <a:pt x="338772" y="46784"/>
                </a:lnTo>
                <a:lnTo>
                  <a:pt x="339015" y="46784"/>
                </a:lnTo>
                <a:lnTo>
                  <a:pt x="339252" y="46783"/>
                </a:lnTo>
                <a:lnTo>
                  <a:pt x="339480" y="46783"/>
                </a:lnTo>
                <a:lnTo>
                  <a:pt x="339701" y="46783"/>
                </a:lnTo>
                <a:lnTo>
                  <a:pt x="341508" y="46815"/>
                </a:lnTo>
                <a:lnTo>
                  <a:pt x="343264" y="46909"/>
                </a:lnTo>
                <a:lnTo>
                  <a:pt x="344968" y="47067"/>
                </a:lnTo>
                <a:lnTo>
                  <a:pt x="346616" y="47290"/>
                </a:lnTo>
                <a:lnTo>
                  <a:pt x="348206" y="47579"/>
                </a:lnTo>
                <a:lnTo>
                  <a:pt x="349737" y="47933"/>
                </a:lnTo>
                <a:lnTo>
                  <a:pt x="351206" y="48354"/>
                </a:lnTo>
                <a:lnTo>
                  <a:pt x="352610" y="48843"/>
                </a:lnTo>
                <a:lnTo>
                  <a:pt x="353947" y="49400"/>
                </a:lnTo>
                <a:lnTo>
                  <a:pt x="355214" y="50027"/>
                </a:lnTo>
                <a:lnTo>
                  <a:pt x="356411" y="50723"/>
                </a:lnTo>
                <a:lnTo>
                  <a:pt x="357533" y="51490"/>
                </a:lnTo>
                <a:lnTo>
                  <a:pt x="358579" y="52329"/>
                </a:lnTo>
                <a:lnTo>
                  <a:pt x="359546" y="53239"/>
                </a:lnTo>
                <a:lnTo>
                  <a:pt x="360432" y="54222"/>
                </a:lnTo>
                <a:lnTo>
                  <a:pt x="361235" y="55279"/>
                </a:lnTo>
                <a:lnTo>
                  <a:pt x="361952" y="56411"/>
                </a:lnTo>
                <a:lnTo>
                  <a:pt x="362581" y="57617"/>
                </a:lnTo>
                <a:lnTo>
                  <a:pt x="363120" y="58900"/>
                </a:lnTo>
                <a:lnTo>
                  <a:pt x="363566" y="60259"/>
                </a:lnTo>
                <a:lnTo>
                  <a:pt x="363917" y="61695"/>
                </a:lnTo>
                <a:lnTo>
                  <a:pt x="364171" y="63210"/>
                </a:lnTo>
                <a:lnTo>
                  <a:pt x="364325" y="64804"/>
                </a:lnTo>
                <a:lnTo>
                  <a:pt x="364377" y="66477"/>
                </a:lnTo>
                <a:lnTo>
                  <a:pt x="360166" y="66597"/>
                </a:lnTo>
                <a:lnTo>
                  <a:pt x="356070" y="66811"/>
                </a:lnTo>
                <a:lnTo>
                  <a:pt x="352094" y="67119"/>
                </a:lnTo>
                <a:lnTo>
                  <a:pt x="348244" y="67522"/>
                </a:lnTo>
                <a:lnTo>
                  <a:pt x="344525" y="68019"/>
                </a:lnTo>
                <a:lnTo>
                  <a:pt x="340943" y="68610"/>
                </a:lnTo>
                <a:lnTo>
                  <a:pt x="337505" y="69295"/>
                </a:lnTo>
                <a:lnTo>
                  <a:pt x="334215" y="70074"/>
                </a:lnTo>
                <a:lnTo>
                  <a:pt x="331080" y="70947"/>
                </a:lnTo>
                <a:lnTo>
                  <a:pt x="328106" y="71913"/>
                </a:lnTo>
                <a:lnTo>
                  <a:pt x="325297" y="72973"/>
                </a:lnTo>
                <a:lnTo>
                  <a:pt x="322661" y="74127"/>
                </a:lnTo>
                <a:lnTo>
                  <a:pt x="320202" y="75375"/>
                </a:lnTo>
                <a:lnTo>
                  <a:pt x="317927" y="76715"/>
                </a:lnTo>
                <a:lnTo>
                  <a:pt x="315841" y="78149"/>
                </a:lnTo>
                <a:lnTo>
                  <a:pt x="313950" y="79677"/>
                </a:lnTo>
                <a:lnTo>
                  <a:pt x="312260" y="81297"/>
                </a:lnTo>
                <a:lnTo>
                  <a:pt x="310777" y="83011"/>
                </a:lnTo>
                <a:lnTo>
                  <a:pt x="309506" y="84818"/>
                </a:lnTo>
                <a:lnTo>
                  <a:pt x="308453" y="86717"/>
                </a:lnTo>
                <a:lnTo>
                  <a:pt x="307624" y="88710"/>
                </a:lnTo>
                <a:lnTo>
                  <a:pt x="307025" y="90795"/>
                </a:lnTo>
                <a:lnTo>
                  <a:pt x="306661" y="92973"/>
                </a:lnTo>
                <a:lnTo>
                  <a:pt x="306539" y="95244"/>
                </a:lnTo>
                <a:lnTo>
                  <a:pt x="306601" y="96901"/>
                </a:lnTo>
                <a:lnTo>
                  <a:pt x="306789" y="98545"/>
                </a:lnTo>
                <a:lnTo>
                  <a:pt x="307099" y="100170"/>
                </a:lnTo>
                <a:lnTo>
                  <a:pt x="307529" y="101773"/>
                </a:lnTo>
                <a:lnTo>
                  <a:pt x="308078" y="103347"/>
                </a:lnTo>
                <a:lnTo>
                  <a:pt x="308744" y="104888"/>
                </a:lnTo>
                <a:lnTo>
                  <a:pt x="309524" y="106390"/>
                </a:lnTo>
                <a:lnTo>
                  <a:pt x="310416" y="107848"/>
                </a:lnTo>
                <a:lnTo>
                  <a:pt x="311419" y="109257"/>
                </a:lnTo>
                <a:lnTo>
                  <a:pt x="312530" y="110613"/>
                </a:lnTo>
                <a:lnTo>
                  <a:pt x="313748" y="111909"/>
                </a:lnTo>
                <a:lnTo>
                  <a:pt x="315070" y="113142"/>
                </a:lnTo>
                <a:lnTo>
                  <a:pt x="316495" y="114305"/>
                </a:lnTo>
                <a:lnTo>
                  <a:pt x="318020" y="115393"/>
                </a:lnTo>
                <a:lnTo>
                  <a:pt x="319643" y="116403"/>
                </a:lnTo>
                <a:lnTo>
                  <a:pt x="321363" y="117327"/>
                </a:lnTo>
                <a:lnTo>
                  <a:pt x="323177" y="118163"/>
                </a:lnTo>
                <a:lnTo>
                  <a:pt x="325084" y="118903"/>
                </a:lnTo>
                <a:lnTo>
                  <a:pt x="327081" y="119543"/>
                </a:lnTo>
                <a:lnTo>
                  <a:pt x="329166" y="120079"/>
                </a:lnTo>
                <a:lnTo>
                  <a:pt x="331338" y="120504"/>
                </a:lnTo>
                <a:lnTo>
                  <a:pt x="333594" y="120814"/>
                </a:lnTo>
                <a:lnTo>
                  <a:pt x="335932" y="121004"/>
                </a:lnTo>
                <a:lnTo>
                  <a:pt x="338351" y="121068"/>
                </a:lnTo>
                <a:lnTo>
                  <a:pt x="339267" y="121061"/>
                </a:lnTo>
                <a:lnTo>
                  <a:pt x="340230" y="121038"/>
                </a:lnTo>
                <a:lnTo>
                  <a:pt x="341237" y="120999"/>
                </a:lnTo>
                <a:lnTo>
                  <a:pt x="342284" y="120941"/>
                </a:lnTo>
                <a:lnTo>
                  <a:pt x="343367" y="120863"/>
                </a:lnTo>
                <a:lnTo>
                  <a:pt x="344484" y="120764"/>
                </a:lnTo>
                <a:lnTo>
                  <a:pt x="345631" y="120643"/>
                </a:lnTo>
                <a:lnTo>
                  <a:pt x="346805" y="120498"/>
                </a:lnTo>
                <a:lnTo>
                  <a:pt x="348003" y="120327"/>
                </a:lnTo>
                <a:lnTo>
                  <a:pt x="349220" y="120129"/>
                </a:lnTo>
                <a:lnTo>
                  <a:pt x="350454" y="119903"/>
                </a:lnTo>
                <a:lnTo>
                  <a:pt x="351702" y="119647"/>
                </a:lnTo>
                <a:lnTo>
                  <a:pt x="352959" y="119361"/>
                </a:lnTo>
                <a:lnTo>
                  <a:pt x="354224" y="119041"/>
                </a:lnTo>
                <a:lnTo>
                  <a:pt x="355491" y="118688"/>
                </a:lnTo>
                <a:lnTo>
                  <a:pt x="356759" y="118299"/>
                </a:lnTo>
                <a:lnTo>
                  <a:pt x="358023" y="117873"/>
                </a:lnTo>
                <a:lnTo>
                  <a:pt x="359281" y="117409"/>
                </a:lnTo>
                <a:lnTo>
                  <a:pt x="360528" y="116906"/>
                </a:lnTo>
                <a:lnTo>
                  <a:pt x="361762" y="116361"/>
                </a:lnTo>
                <a:lnTo>
                  <a:pt x="362980" y="115774"/>
                </a:lnTo>
                <a:lnTo>
                  <a:pt x="364177" y="115143"/>
                </a:lnTo>
                <a:lnTo>
                  <a:pt x="365351" y="114466"/>
                </a:lnTo>
                <a:lnTo>
                  <a:pt x="366498" y="113743"/>
                </a:lnTo>
                <a:lnTo>
                  <a:pt x="367054" y="114464"/>
                </a:lnTo>
                <a:lnTo>
                  <a:pt x="367659" y="115126"/>
                </a:lnTo>
                <a:lnTo>
                  <a:pt x="368310" y="115733"/>
                </a:lnTo>
                <a:lnTo>
                  <a:pt x="369004" y="116287"/>
                </a:lnTo>
                <a:lnTo>
                  <a:pt x="369739" y="116790"/>
                </a:lnTo>
                <a:lnTo>
                  <a:pt x="370511" y="117244"/>
                </a:lnTo>
                <a:lnTo>
                  <a:pt x="371317" y="117653"/>
                </a:lnTo>
                <a:lnTo>
                  <a:pt x="372154" y="118018"/>
                </a:lnTo>
                <a:lnTo>
                  <a:pt x="373019" y="118342"/>
                </a:lnTo>
                <a:lnTo>
                  <a:pt x="373909" y="118627"/>
                </a:lnTo>
                <a:lnTo>
                  <a:pt x="374821" y="118877"/>
                </a:lnTo>
                <a:lnTo>
                  <a:pt x="375753" y="119092"/>
                </a:lnTo>
                <a:lnTo>
                  <a:pt x="376700" y="119277"/>
                </a:lnTo>
                <a:lnTo>
                  <a:pt x="377660" y="119432"/>
                </a:lnTo>
                <a:lnTo>
                  <a:pt x="378631" y="119562"/>
                </a:lnTo>
                <a:lnTo>
                  <a:pt x="379608" y="119667"/>
                </a:lnTo>
                <a:lnTo>
                  <a:pt x="380590" y="119750"/>
                </a:lnTo>
                <a:lnTo>
                  <a:pt x="381572" y="119815"/>
                </a:lnTo>
                <a:lnTo>
                  <a:pt x="382553" y="119863"/>
                </a:lnTo>
                <a:lnTo>
                  <a:pt x="383528" y="119897"/>
                </a:lnTo>
                <a:lnTo>
                  <a:pt x="384496" y="119919"/>
                </a:lnTo>
                <a:lnTo>
                  <a:pt x="385452" y="119931"/>
                </a:lnTo>
                <a:lnTo>
                  <a:pt x="386394" y="119937"/>
                </a:lnTo>
                <a:lnTo>
                  <a:pt x="387320" y="119939"/>
                </a:lnTo>
                <a:lnTo>
                  <a:pt x="387988" y="119938"/>
                </a:lnTo>
                <a:lnTo>
                  <a:pt x="388643" y="119935"/>
                </a:lnTo>
                <a:lnTo>
                  <a:pt x="389284" y="119927"/>
                </a:lnTo>
                <a:lnTo>
                  <a:pt x="389908" y="119911"/>
                </a:lnTo>
                <a:lnTo>
                  <a:pt x="390515" y="119885"/>
                </a:lnTo>
                <a:lnTo>
                  <a:pt x="391103" y="119845"/>
                </a:lnTo>
                <a:lnTo>
                  <a:pt x="391671" y="119790"/>
                </a:lnTo>
                <a:lnTo>
                  <a:pt x="392218" y="119717"/>
                </a:lnTo>
                <a:lnTo>
                  <a:pt x="392742" y="119624"/>
                </a:lnTo>
                <a:lnTo>
                  <a:pt x="393242" y="119506"/>
                </a:lnTo>
                <a:lnTo>
                  <a:pt x="393716" y="119363"/>
                </a:lnTo>
                <a:lnTo>
                  <a:pt x="394164" y="119192"/>
                </a:lnTo>
                <a:lnTo>
                  <a:pt x="394584" y="118989"/>
                </a:lnTo>
                <a:lnTo>
                  <a:pt x="394974" y="118753"/>
                </a:lnTo>
                <a:lnTo>
                  <a:pt x="395333" y="118480"/>
                </a:lnTo>
                <a:lnTo>
                  <a:pt x="395660" y="118168"/>
                </a:lnTo>
                <a:lnTo>
                  <a:pt x="395954" y="117815"/>
                </a:lnTo>
                <a:lnTo>
                  <a:pt x="396213" y="117418"/>
                </a:lnTo>
                <a:lnTo>
                  <a:pt x="396435" y="116974"/>
                </a:lnTo>
                <a:lnTo>
                  <a:pt x="396621" y="116481"/>
                </a:lnTo>
                <a:lnTo>
                  <a:pt x="396767" y="115936"/>
                </a:lnTo>
                <a:lnTo>
                  <a:pt x="396873" y="115336"/>
                </a:lnTo>
                <a:lnTo>
                  <a:pt x="396938" y="114680"/>
                </a:lnTo>
                <a:lnTo>
                  <a:pt x="396960" y="113964"/>
                </a:lnTo>
                <a:lnTo>
                  <a:pt x="396935" y="113270"/>
                </a:lnTo>
                <a:lnTo>
                  <a:pt x="396863" y="112635"/>
                </a:lnTo>
                <a:lnTo>
                  <a:pt x="396747" y="112054"/>
                </a:lnTo>
                <a:lnTo>
                  <a:pt x="396589" y="111527"/>
                </a:lnTo>
                <a:lnTo>
                  <a:pt x="396393" y="111049"/>
                </a:lnTo>
                <a:lnTo>
                  <a:pt x="396161" y="110620"/>
                </a:lnTo>
                <a:close/>
                <a:moveTo>
                  <a:pt x="364259" y="97355"/>
                </a:moveTo>
                <a:lnTo>
                  <a:pt x="364190" y="97881"/>
                </a:lnTo>
                <a:lnTo>
                  <a:pt x="364098" y="98403"/>
                </a:lnTo>
                <a:lnTo>
                  <a:pt x="363980" y="98920"/>
                </a:lnTo>
                <a:lnTo>
                  <a:pt x="363833" y="99433"/>
                </a:lnTo>
                <a:lnTo>
                  <a:pt x="363653" y="99940"/>
                </a:lnTo>
                <a:lnTo>
                  <a:pt x="363437" y="100443"/>
                </a:lnTo>
                <a:lnTo>
                  <a:pt x="363182" y="100940"/>
                </a:lnTo>
                <a:lnTo>
                  <a:pt x="362884" y="101432"/>
                </a:lnTo>
                <a:lnTo>
                  <a:pt x="362541" y="101920"/>
                </a:lnTo>
                <a:lnTo>
                  <a:pt x="362149" y="102402"/>
                </a:lnTo>
                <a:lnTo>
                  <a:pt x="361704" y="102878"/>
                </a:lnTo>
                <a:lnTo>
                  <a:pt x="361205" y="103350"/>
                </a:lnTo>
                <a:lnTo>
                  <a:pt x="360646" y="103815"/>
                </a:lnTo>
                <a:lnTo>
                  <a:pt x="360025" y="104275"/>
                </a:lnTo>
                <a:lnTo>
                  <a:pt x="359339" y="104730"/>
                </a:lnTo>
                <a:lnTo>
                  <a:pt x="358585" y="105179"/>
                </a:lnTo>
                <a:lnTo>
                  <a:pt x="357759" y="105621"/>
                </a:lnTo>
                <a:lnTo>
                  <a:pt x="356858" y="106058"/>
                </a:lnTo>
                <a:lnTo>
                  <a:pt x="355982" y="106448"/>
                </a:lnTo>
                <a:lnTo>
                  <a:pt x="355092" y="106805"/>
                </a:lnTo>
                <a:lnTo>
                  <a:pt x="354191" y="107131"/>
                </a:lnTo>
                <a:lnTo>
                  <a:pt x="353284" y="107428"/>
                </a:lnTo>
                <a:lnTo>
                  <a:pt x="352374" y="107696"/>
                </a:lnTo>
                <a:lnTo>
                  <a:pt x="351466" y="107938"/>
                </a:lnTo>
                <a:lnTo>
                  <a:pt x="350563" y="108154"/>
                </a:lnTo>
                <a:lnTo>
                  <a:pt x="349668" y="108346"/>
                </a:lnTo>
                <a:lnTo>
                  <a:pt x="348786" y="108516"/>
                </a:lnTo>
                <a:lnTo>
                  <a:pt x="347921" y="108664"/>
                </a:lnTo>
                <a:lnTo>
                  <a:pt x="347076" y="108793"/>
                </a:lnTo>
                <a:lnTo>
                  <a:pt x="346255" y="108903"/>
                </a:lnTo>
                <a:lnTo>
                  <a:pt x="345463" y="108996"/>
                </a:lnTo>
                <a:lnTo>
                  <a:pt x="344702" y="109074"/>
                </a:lnTo>
                <a:lnTo>
                  <a:pt x="343977" y="109138"/>
                </a:lnTo>
                <a:lnTo>
                  <a:pt x="343292" y="109189"/>
                </a:lnTo>
                <a:lnTo>
                  <a:pt x="342650" y="109229"/>
                </a:lnTo>
                <a:lnTo>
                  <a:pt x="342056" y="109258"/>
                </a:lnTo>
                <a:lnTo>
                  <a:pt x="341513" y="109280"/>
                </a:lnTo>
                <a:lnTo>
                  <a:pt x="341025" y="109294"/>
                </a:lnTo>
                <a:lnTo>
                  <a:pt x="340596" y="109303"/>
                </a:lnTo>
                <a:lnTo>
                  <a:pt x="340230" y="109307"/>
                </a:lnTo>
                <a:lnTo>
                  <a:pt x="339930" y="109309"/>
                </a:lnTo>
                <a:lnTo>
                  <a:pt x="339701" y="109309"/>
                </a:lnTo>
                <a:lnTo>
                  <a:pt x="338228" y="109276"/>
                </a:lnTo>
                <a:lnTo>
                  <a:pt x="336799" y="109176"/>
                </a:lnTo>
                <a:lnTo>
                  <a:pt x="335415" y="109013"/>
                </a:lnTo>
                <a:lnTo>
                  <a:pt x="334079" y="108789"/>
                </a:lnTo>
                <a:lnTo>
                  <a:pt x="332791" y="108506"/>
                </a:lnTo>
                <a:lnTo>
                  <a:pt x="331554" y="108168"/>
                </a:lnTo>
                <a:lnTo>
                  <a:pt x="330370" y="107775"/>
                </a:lnTo>
                <a:lnTo>
                  <a:pt x="329239" y="107331"/>
                </a:lnTo>
                <a:lnTo>
                  <a:pt x="328164" y="106839"/>
                </a:lnTo>
                <a:lnTo>
                  <a:pt x="327146" y="106300"/>
                </a:lnTo>
                <a:lnTo>
                  <a:pt x="326186" y="105717"/>
                </a:lnTo>
                <a:lnTo>
                  <a:pt x="325288" y="105092"/>
                </a:lnTo>
                <a:lnTo>
                  <a:pt x="324452" y="104428"/>
                </a:lnTo>
                <a:lnTo>
                  <a:pt x="323679" y="103728"/>
                </a:lnTo>
                <a:lnTo>
                  <a:pt x="322973" y="102993"/>
                </a:lnTo>
                <a:lnTo>
                  <a:pt x="322333" y="102226"/>
                </a:lnTo>
                <a:lnTo>
                  <a:pt x="321763" y="101430"/>
                </a:lnTo>
                <a:lnTo>
                  <a:pt x="321263" y="100606"/>
                </a:lnTo>
                <a:lnTo>
                  <a:pt x="320836" y="99758"/>
                </a:lnTo>
                <a:lnTo>
                  <a:pt x="320482" y="98888"/>
                </a:lnTo>
                <a:lnTo>
                  <a:pt x="320204" y="97999"/>
                </a:lnTo>
                <a:lnTo>
                  <a:pt x="320004" y="97091"/>
                </a:lnTo>
                <a:lnTo>
                  <a:pt x="319882" y="96169"/>
                </a:lnTo>
                <a:lnTo>
                  <a:pt x="319841" y="95235"/>
                </a:lnTo>
                <a:lnTo>
                  <a:pt x="319927" y="94066"/>
                </a:lnTo>
                <a:lnTo>
                  <a:pt x="320184" y="92923"/>
                </a:lnTo>
                <a:lnTo>
                  <a:pt x="320608" y="91808"/>
                </a:lnTo>
                <a:lnTo>
                  <a:pt x="321199" y="90722"/>
                </a:lnTo>
                <a:lnTo>
                  <a:pt x="321953" y="89667"/>
                </a:lnTo>
                <a:lnTo>
                  <a:pt x="322869" y="88645"/>
                </a:lnTo>
                <a:lnTo>
                  <a:pt x="323943" y="87658"/>
                </a:lnTo>
                <a:lnTo>
                  <a:pt x="325175" y="86708"/>
                </a:lnTo>
                <a:lnTo>
                  <a:pt x="326561" y="85795"/>
                </a:lnTo>
                <a:lnTo>
                  <a:pt x="328100" y="84922"/>
                </a:lnTo>
                <a:lnTo>
                  <a:pt x="329789" y="84092"/>
                </a:lnTo>
                <a:lnTo>
                  <a:pt x="331626" y="83304"/>
                </a:lnTo>
                <a:lnTo>
                  <a:pt x="333608" y="82562"/>
                </a:lnTo>
                <a:lnTo>
                  <a:pt x="335734" y="81866"/>
                </a:lnTo>
                <a:lnTo>
                  <a:pt x="338000" y="81220"/>
                </a:lnTo>
                <a:lnTo>
                  <a:pt x="340406" y="80623"/>
                </a:lnTo>
                <a:lnTo>
                  <a:pt x="342948" y="80079"/>
                </a:lnTo>
                <a:lnTo>
                  <a:pt x="345624" y="79589"/>
                </a:lnTo>
                <a:lnTo>
                  <a:pt x="348433" y="79155"/>
                </a:lnTo>
                <a:lnTo>
                  <a:pt x="351371" y="78778"/>
                </a:lnTo>
                <a:lnTo>
                  <a:pt x="354437" y="78460"/>
                </a:lnTo>
                <a:lnTo>
                  <a:pt x="357628" y="78204"/>
                </a:lnTo>
                <a:lnTo>
                  <a:pt x="360942" y="78010"/>
                </a:lnTo>
                <a:lnTo>
                  <a:pt x="364377" y="77880"/>
                </a:lnTo>
                <a:lnTo>
                  <a:pt x="364377" y="94105"/>
                </a:lnTo>
                <a:lnTo>
                  <a:pt x="364376" y="94657"/>
                </a:lnTo>
                <a:lnTo>
                  <a:pt x="364372" y="95205"/>
                </a:lnTo>
                <a:lnTo>
                  <a:pt x="364362" y="95749"/>
                </a:lnTo>
                <a:lnTo>
                  <a:pt x="364342" y="96289"/>
                </a:lnTo>
                <a:lnTo>
                  <a:pt x="364309" y="96824"/>
                </a:lnTo>
                <a:lnTo>
                  <a:pt x="364259" y="97355"/>
                </a:lnTo>
                <a:close/>
                <a:moveTo>
                  <a:pt x="587893" y="95752"/>
                </a:moveTo>
                <a:lnTo>
                  <a:pt x="587607" y="95392"/>
                </a:lnTo>
                <a:lnTo>
                  <a:pt x="587293" y="95073"/>
                </a:lnTo>
                <a:lnTo>
                  <a:pt x="586955" y="94791"/>
                </a:lnTo>
                <a:lnTo>
                  <a:pt x="586599" y="94544"/>
                </a:lnTo>
                <a:lnTo>
                  <a:pt x="586227" y="94330"/>
                </a:lnTo>
                <a:lnTo>
                  <a:pt x="585846" y="94146"/>
                </a:lnTo>
                <a:lnTo>
                  <a:pt x="585458" y="93991"/>
                </a:lnTo>
                <a:lnTo>
                  <a:pt x="585069" y="93861"/>
                </a:lnTo>
                <a:lnTo>
                  <a:pt x="584682" y="93755"/>
                </a:lnTo>
                <a:lnTo>
                  <a:pt x="584302" y="93670"/>
                </a:lnTo>
                <a:lnTo>
                  <a:pt x="583934" y="93604"/>
                </a:lnTo>
                <a:lnTo>
                  <a:pt x="583581" y="93554"/>
                </a:lnTo>
                <a:lnTo>
                  <a:pt x="583249" y="93519"/>
                </a:lnTo>
                <a:lnTo>
                  <a:pt x="582940" y="93495"/>
                </a:lnTo>
                <a:lnTo>
                  <a:pt x="582661" y="93480"/>
                </a:lnTo>
                <a:lnTo>
                  <a:pt x="582415" y="93473"/>
                </a:lnTo>
                <a:lnTo>
                  <a:pt x="582206" y="93470"/>
                </a:lnTo>
                <a:lnTo>
                  <a:pt x="582039" y="93470"/>
                </a:lnTo>
                <a:lnTo>
                  <a:pt x="581615" y="93473"/>
                </a:lnTo>
                <a:lnTo>
                  <a:pt x="581211" y="93483"/>
                </a:lnTo>
                <a:lnTo>
                  <a:pt x="580825" y="93502"/>
                </a:lnTo>
                <a:lnTo>
                  <a:pt x="580457" y="93530"/>
                </a:lnTo>
                <a:lnTo>
                  <a:pt x="580105" y="93568"/>
                </a:lnTo>
                <a:lnTo>
                  <a:pt x="579771" y="93618"/>
                </a:lnTo>
                <a:lnTo>
                  <a:pt x="579451" y="93680"/>
                </a:lnTo>
                <a:lnTo>
                  <a:pt x="579147" y="93756"/>
                </a:lnTo>
                <a:lnTo>
                  <a:pt x="578857" y="93847"/>
                </a:lnTo>
                <a:lnTo>
                  <a:pt x="578580" y="93953"/>
                </a:lnTo>
                <a:lnTo>
                  <a:pt x="578315" y="94077"/>
                </a:lnTo>
                <a:lnTo>
                  <a:pt x="578062" y="94218"/>
                </a:lnTo>
                <a:lnTo>
                  <a:pt x="577821" y="94379"/>
                </a:lnTo>
                <a:lnTo>
                  <a:pt x="577590" y="94560"/>
                </a:lnTo>
                <a:lnTo>
                  <a:pt x="577368" y="94762"/>
                </a:lnTo>
                <a:lnTo>
                  <a:pt x="577155" y="94987"/>
                </a:lnTo>
                <a:lnTo>
                  <a:pt x="576950" y="95235"/>
                </a:lnTo>
                <a:lnTo>
                  <a:pt x="576752" y="95508"/>
                </a:lnTo>
                <a:lnTo>
                  <a:pt x="576561" y="95806"/>
                </a:lnTo>
                <a:lnTo>
                  <a:pt x="576375" y="96131"/>
                </a:lnTo>
                <a:lnTo>
                  <a:pt x="576195" y="96484"/>
                </a:lnTo>
                <a:lnTo>
                  <a:pt x="576019" y="96866"/>
                </a:lnTo>
                <a:lnTo>
                  <a:pt x="575846" y="97278"/>
                </a:lnTo>
                <a:lnTo>
                  <a:pt x="575676" y="97721"/>
                </a:lnTo>
                <a:lnTo>
                  <a:pt x="575115" y="98908"/>
                </a:lnTo>
                <a:lnTo>
                  <a:pt x="574494" y="100015"/>
                </a:lnTo>
                <a:lnTo>
                  <a:pt x="573818" y="101042"/>
                </a:lnTo>
                <a:lnTo>
                  <a:pt x="573093" y="101993"/>
                </a:lnTo>
                <a:lnTo>
                  <a:pt x="572323" y="102871"/>
                </a:lnTo>
                <a:lnTo>
                  <a:pt x="571513" y="103678"/>
                </a:lnTo>
                <a:lnTo>
                  <a:pt x="570668" y="104417"/>
                </a:lnTo>
                <a:lnTo>
                  <a:pt x="569792" y="105092"/>
                </a:lnTo>
                <a:lnTo>
                  <a:pt x="568891" y="105704"/>
                </a:lnTo>
                <a:lnTo>
                  <a:pt x="567970" y="106257"/>
                </a:lnTo>
                <a:lnTo>
                  <a:pt x="567032" y="106752"/>
                </a:lnTo>
                <a:lnTo>
                  <a:pt x="566084" y="107194"/>
                </a:lnTo>
                <a:lnTo>
                  <a:pt x="565130" y="107585"/>
                </a:lnTo>
                <a:lnTo>
                  <a:pt x="564175" y="107927"/>
                </a:lnTo>
                <a:lnTo>
                  <a:pt x="563223" y="108224"/>
                </a:lnTo>
                <a:lnTo>
                  <a:pt x="562280" y="108477"/>
                </a:lnTo>
                <a:lnTo>
                  <a:pt x="561350" y="108691"/>
                </a:lnTo>
                <a:lnTo>
                  <a:pt x="560439" y="108867"/>
                </a:lnTo>
                <a:lnTo>
                  <a:pt x="559551" y="109008"/>
                </a:lnTo>
                <a:lnTo>
                  <a:pt x="558690" y="109118"/>
                </a:lnTo>
                <a:lnTo>
                  <a:pt x="557863" y="109198"/>
                </a:lnTo>
                <a:lnTo>
                  <a:pt x="557073" y="109252"/>
                </a:lnTo>
                <a:lnTo>
                  <a:pt x="556325" y="109282"/>
                </a:lnTo>
                <a:lnTo>
                  <a:pt x="555625" y="109292"/>
                </a:lnTo>
                <a:lnTo>
                  <a:pt x="553819" y="109242"/>
                </a:lnTo>
                <a:lnTo>
                  <a:pt x="552017" y="109092"/>
                </a:lnTo>
                <a:lnTo>
                  <a:pt x="550225" y="108845"/>
                </a:lnTo>
                <a:lnTo>
                  <a:pt x="548448" y="108501"/>
                </a:lnTo>
                <a:lnTo>
                  <a:pt x="546691" y="108060"/>
                </a:lnTo>
                <a:lnTo>
                  <a:pt x="544959" y="107526"/>
                </a:lnTo>
                <a:lnTo>
                  <a:pt x="543256" y="106897"/>
                </a:lnTo>
                <a:lnTo>
                  <a:pt x="541588" y="106177"/>
                </a:lnTo>
                <a:lnTo>
                  <a:pt x="539959" y="105365"/>
                </a:lnTo>
                <a:lnTo>
                  <a:pt x="538374" y="104463"/>
                </a:lnTo>
                <a:lnTo>
                  <a:pt x="536839" y="103473"/>
                </a:lnTo>
                <a:lnTo>
                  <a:pt x="535359" y="102394"/>
                </a:lnTo>
                <a:lnTo>
                  <a:pt x="533937" y="101229"/>
                </a:lnTo>
                <a:lnTo>
                  <a:pt x="532580" y="99979"/>
                </a:lnTo>
                <a:lnTo>
                  <a:pt x="531292" y="98644"/>
                </a:lnTo>
                <a:lnTo>
                  <a:pt x="530077" y="97227"/>
                </a:lnTo>
                <a:lnTo>
                  <a:pt x="528942" y="95727"/>
                </a:lnTo>
                <a:lnTo>
                  <a:pt x="527891" y="94147"/>
                </a:lnTo>
                <a:lnTo>
                  <a:pt x="526928" y="92487"/>
                </a:lnTo>
                <a:lnTo>
                  <a:pt x="526060" y="90749"/>
                </a:lnTo>
                <a:lnTo>
                  <a:pt x="525290" y="88933"/>
                </a:lnTo>
                <a:lnTo>
                  <a:pt x="524624" y="87042"/>
                </a:lnTo>
                <a:lnTo>
                  <a:pt x="524066" y="85075"/>
                </a:lnTo>
                <a:lnTo>
                  <a:pt x="523622" y="83034"/>
                </a:lnTo>
                <a:lnTo>
                  <a:pt x="581074" y="83034"/>
                </a:lnTo>
                <a:lnTo>
                  <a:pt x="581578" y="83034"/>
                </a:lnTo>
                <a:lnTo>
                  <a:pt x="582077" y="83030"/>
                </a:lnTo>
                <a:lnTo>
                  <a:pt x="582568" y="83021"/>
                </a:lnTo>
                <a:lnTo>
                  <a:pt x="583051" y="83001"/>
                </a:lnTo>
                <a:lnTo>
                  <a:pt x="583525" y="82970"/>
                </a:lnTo>
                <a:lnTo>
                  <a:pt x="583987" y="82923"/>
                </a:lnTo>
                <a:lnTo>
                  <a:pt x="584437" y="82858"/>
                </a:lnTo>
                <a:lnTo>
                  <a:pt x="584873" y="82770"/>
                </a:lnTo>
                <a:lnTo>
                  <a:pt x="585293" y="82658"/>
                </a:lnTo>
                <a:lnTo>
                  <a:pt x="585697" y="82519"/>
                </a:lnTo>
                <a:lnTo>
                  <a:pt x="586082" y="82348"/>
                </a:lnTo>
                <a:lnTo>
                  <a:pt x="586448" y="82143"/>
                </a:lnTo>
                <a:lnTo>
                  <a:pt x="586792" y="81901"/>
                </a:lnTo>
                <a:lnTo>
                  <a:pt x="587114" y="81619"/>
                </a:lnTo>
                <a:lnTo>
                  <a:pt x="587413" y="81293"/>
                </a:lnTo>
                <a:lnTo>
                  <a:pt x="587685" y="80921"/>
                </a:lnTo>
                <a:lnTo>
                  <a:pt x="587931" y="80500"/>
                </a:lnTo>
                <a:lnTo>
                  <a:pt x="588149" y="80026"/>
                </a:lnTo>
                <a:lnTo>
                  <a:pt x="588338" y="79496"/>
                </a:lnTo>
                <a:lnTo>
                  <a:pt x="588495" y="78908"/>
                </a:lnTo>
                <a:lnTo>
                  <a:pt x="588620" y="78257"/>
                </a:lnTo>
                <a:lnTo>
                  <a:pt x="588710" y="77541"/>
                </a:lnTo>
                <a:lnTo>
                  <a:pt x="588766" y="76758"/>
                </a:lnTo>
                <a:lnTo>
                  <a:pt x="588785" y="75903"/>
                </a:lnTo>
                <a:lnTo>
                  <a:pt x="588721" y="73172"/>
                </a:lnTo>
                <a:lnTo>
                  <a:pt x="588528" y="70480"/>
                </a:lnTo>
                <a:lnTo>
                  <a:pt x="588206" y="67834"/>
                </a:lnTo>
                <a:lnTo>
                  <a:pt x="587755" y="65241"/>
                </a:lnTo>
                <a:lnTo>
                  <a:pt x="587175" y="62707"/>
                </a:lnTo>
                <a:lnTo>
                  <a:pt x="586465" y="60240"/>
                </a:lnTo>
                <a:lnTo>
                  <a:pt x="585627" y="57846"/>
                </a:lnTo>
                <a:lnTo>
                  <a:pt x="584658" y="55533"/>
                </a:lnTo>
                <a:lnTo>
                  <a:pt x="583559" y="53306"/>
                </a:lnTo>
                <a:lnTo>
                  <a:pt x="582331" y="51174"/>
                </a:lnTo>
                <a:lnTo>
                  <a:pt x="580972" y="49142"/>
                </a:lnTo>
                <a:lnTo>
                  <a:pt x="579483" y="47218"/>
                </a:lnTo>
                <a:lnTo>
                  <a:pt x="577863" y="45408"/>
                </a:lnTo>
                <a:lnTo>
                  <a:pt x="576113" y="43720"/>
                </a:lnTo>
                <a:lnTo>
                  <a:pt x="574232" y="42160"/>
                </a:lnTo>
                <a:lnTo>
                  <a:pt x="572219" y="40735"/>
                </a:lnTo>
                <a:lnTo>
                  <a:pt x="570076" y="39452"/>
                </a:lnTo>
                <a:lnTo>
                  <a:pt x="567801" y="38317"/>
                </a:lnTo>
                <a:lnTo>
                  <a:pt x="565395" y="37339"/>
                </a:lnTo>
                <a:lnTo>
                  <a:pt x="562856" y="36523"/>
                </a:lnTo>
                <a:lnTo>
                  <a:pt x="560186" y="35876"/>
                </a:lnTo>
                <a:lnTo>
                  <a:pt x="557384" y="35406"/>
                </a:lnTo>
                <a:lnTo>
                  <a:pt x="554450" y="35119"/>
                </a:lnTo>
                <a:lnTo>
                  <a:pt x="551383" y="35021"/>
                </a:lnTo>
                <a:lnTo>
                  <a:pt x="548539" y="35121"/>
                </a:lnTo>
                <a:lnTo>
                  <a:pt x="545748" y="35415"/>
                </a:lnTo>
                <a:lnTo>
                  <a:pt x="543015" y="35896"/>
                </a:lnTo>
                <a:lnTo>
                  <a:pt x="540347" y="36560"/>
                </a:lnTo>
                <a:lnTo>
                  <a:pt x="537749" y="37398"/>
                </a:lnTo>
                <a:lnTo>
                  <a:pt x="535228" y="38405"/>
                </a:lnTo>
                <a:lnTo>
                  <a:pt x="532789" y="39574"/>
                </a:lnTo>
                <a:lnTo>
                  <a:pt x="530440" y="40900"/>
                </a:lnTo>
                <a:lnTo>
                  <a:pt x="528186" y="42374"/>
                </a:lnTo>
                <a:lnTo>
                  <a:pt x="526033" y="43991"/>
                </a:lnTo>
                <a:lnTo>
                  <a:pt x="523987" y="45745"/>
                </a:lnTo>
                <a:lnTo>
                  <a:pt x="522055" y="47628"/>
                </a:lnTo>
                <a:lnTo>
                  <a:pt x="520242" y="49636"/>
                </a:lnTo>
                <a:lnTo>
                  <a:pt x="518555" y="51760"/>
                </a:lnTo>
                <a:lnTo>
                  <a:pt x="516999" y="53995"/>
                </a:lnTo>
                <a:lnTo>
                  <a:pt x="515581" y="56334"/>
                </a:lnTo>
                <a:lnTo>
                  <a:pt x="514308" y="58771"/>
                </a:lnTo>
                <a:lnTo>
                  <a:pt x="513184" y="61299"/>
                </a:lnTo>
                <a:lnTo>
                  <a:pt x="512216" y="63912"/>
                </a:lnTo>
                <a:lnTo>
                  <a:pt x="511411" y="66603"/>
                </a:lnTo>
                <a:lnTo>
                  <a:pt x="510774" y="69367"/>
                </a:lnTo>
                <a:lnTo>
                  <a:pt x="510311" y="72196"/>
                </a:lnTo>
                <a:lnTo>
                  <a:pt x="510029" y="75084"/>
                </a:lnTo>
                <a:lnTo>
                  <a:pt x="509934" y="78024"/>
                </a:lnTo>
                <a:lnTo>
                  <a:pt x="510034" y="80947"/>
                </a:lnTo>
                <a:lnTo>
                  <a:pt x="510331" y="83820"/>
                </a:lnTo>
                <a:lnTo>
                  <a:pt x="510819" y="86637"/>
                </a:lnTo>
                <a:lnTo>
                  <a:pt x="511491" y="89392"/>
                </a:lnTo>
                <a:lnTo>
                  <a:pt x="512342" y="92078"/>
                </a:lnTo>
                <a:lnTo>
                  <a:pt x="513365" y="94688"/>
                </a:lnTo>
                <a:lnTo>
                  <a:pt x="514554" y="97215"/>
                </a:lnTo>
                <a:lnTo>
                  <a:pt x="515903" y="99653"/>
                </a:lnTo>
                <a:lnTo>
                  <a:pt x="517406" y="101996"/>
                </a:lnTo>
                <a:lnTo>
                  <a:pt x="519057" y="104235"/>
                </a:lnTo>
                <a:lnTo>
                  <a:pt x="520850" y="106366"/>
                </a:lnTo>
                <a:lnTo>
                  <a:pt x="522778" y="108380"/>
                </a:lnTo>
                <a:lnTo>
                  <a:pt x="524836" y="110272"/>
                </a:lnTo>
                <a:lnTo>
                  <a:pt x="527017" y="112034"/>
                </a:lnTo>
                <a:lnTo>
                  <a:pt x="529316" y="113660"/>
                </a:lnTo>
                <a:lnTo>
                  <a:pt x="531726" y="115144"/>
                </a:lnTo>
                <a:lnTo>
                  <a:pt x="534241" y="116478"/>
                </a:lnTo>
                <a:lnTo>
                  <a:pt x="536855" y="117655"/>
                </a:lnTo>
                <a:lnTo>
                  <a:pt x="539562" y="118670"/>
                </a:lnTo>
                <a:lnTo>
                  <a:pt x="542355" y="119516"/>
                </a:lnTo>
                <a:lnTo>
                  <a:pt x="545229" y="120185"/>
                </a:lnTo>
                <a:lnTo>
                  <a:pt x="548178" y="120671"/>
                </a:lnTo>
                <a:lnTo>
                  <a:pt x="551195" y="120968"/>
                </a:lnTo>
                <a:lnTo>
                  <a:pt x="554275" y="121068"/>
                </a:lnTo>
                <a:lnTo>
                  <a:pt x="557371" y="120980"/>
                </a:lnTo>
                <a:lnTo>
                  <a:pt x="560300" y="120724"/>
                </a:lnTo>
                <a:lnTo>
                  <a:pt x="563065" y="120313"/>
                </a:lnTo>
                <a:lnTo>
                  <a:pt x="565668" y="119760"/>
                </a:lnTo>
                <a:lnTo>
                  <a:pt x="568113" y="119078"/>
                </a:lnTo>
                <a:lnTo>
                  <a:pt x="570404" y="118280"/>
                </a:lnTo>
                <a:lnTo>
                  <a:pt x="572542" y="117379"/>
                </a:lnTo>
                <a:lnTo>
                  <a:pt x="574533" y="116389"/>
                </a:lnTo>
                <a:lnTo>
                  <a:pt x="576378" y="115321"/>
                </a:lnTo>
                <a:lnTo>
                  <a:pt x="578081" y="114189"/>
                </a:lnTo>
                <a:lnTo>
                  <a:pt x="579645" y="113005"/>
                </a:lnTo>
                <a:lnTo>
                  <a:pt x="581073" y="111784"/>
                </a:lnTo>
                <a:lnTo>
                  <a:pt x="582369" y="110538"/>
                </a:lnTo>
                <a:lnTo>
                  <a:pt x="583536" y="109279"/>
                </a:lnTo>
                <a:lnTo>
                  <a:pt x="584576" y="108021"/>
                </a:lnTo>
                <a:lnTo>
                  <a:pt x="585493" y="106777"/>
                </a:lnTo>
                <a:lnTo>
                  <a:pt x="586291" y="105560"/>
                </a:lnTo>
                <a:lnTo>
                  <a:pt x="586971" y="104382"/>
                </a:lnTo>
                <a:lnTo>
                  <a:pt x="587539" y="103257"/>
                </a:lnTo>
                <a:lnTo>
                  <a:pt x="587996" y="102198"/>
                </a:lnTo>
                <a:lnTo>
                  <a:pt x="588346" y="101218"/>
                </a:lnTo>
                <a:lnTo>
                  <a:pt x="588592" y="100328"/>
                </a:lnTo>
                <a:lnTo>
                  <a:pt x="588737" y="99544"/>
                </a:lnTo>
                <a:lnTo>
                  <a:pt x="588785" y="98878"/>
                </a:lnTo>
                <a:lnTo>
                  <a:pt x="588756" y="98231"/>
                </a:lnTo>
                <a:lnTo>
                  <a:pt x="588674" y="97637"/>
                </a:lnTo>
                <a:lnTo>
                  <a:pt x="588542" y="97094"/>
                </a:lnTo>
                <a:lnTo>
                  <a:pt x="588365" y="96601"/>
                </a:lnTo>
                <a:lnTo>
                  <a:pt x="588148" y="96154"/>
                </a:lnTo>
                <a:lnTo>
                  <a:pt x="587893" y="95752"/>
                </a:lnTo>
                <a:close/>
                <a:moveTo>
                  <a:pt x="526573" y="63185"/>
                </a:moveTo>
                <a:lnTo>
                  <a:pt x="527364" y="61671"/>
                </a:lnTo>
                <a:lnTo>
                  <a:pt x="528228" y="60212"/>
                </a:lnTo>
                <a:lnTo>
                  <a:pt x="529163" y="58811"/>
                </a:lnTo>
                <a:lnTo>
                  <a:pt x="530166" y="57470"/>
                </a:lnTo>
                <a:lnTo>
                  <a:pt x="531233" y="56194"/>
                </a:lnTo>
                <a:lnTo>
                  <a:pt x="532363" y="54985"/>
                </a:lnTo>
                <a:lnTo>
                  <a:pt x="533551" y="53846"/>
                </a:lnTo>
                <a:lnTo>
                  <a:pt x="534796" y="52780"/>
                </a:lnTo>
                <a:lnTo>
                  <a:pt x="536094" y="51791"/>
                </a:lnTo>
                <a:lnTo>
                  <a:pt x="537442" y="50881"/>
                </a:lnTo>
                <a:lnTo>
                  <a:pt x="538838" y="50054"/>
                </a:lnTo>
                <a:lnTo>
                  <a:pt x="540279" y="49313"/>
                </a:lnTo>
                <a:lnTo>
                  <a:pt x="541762" y="48660"/>
                </a:lnTo>
                <a:lnTo>
                  <a:pt x="543285" y="48100"/>
                </a:lnTo>
                <a:lnTo>
                  <a:pt x="544843" y="47634"/>
                </a:lnTo>
                <a:lnTo>
                  <a:pt x="546435" y="47267"/>
                </a:lnTo>
                <a:lnTo>
                  <a:pt x="548058" y="47000"/>
                </a:lnTo>
                <a:lnTo>
                  <a:pt x="549708" y="46838"/>
                </a:lnTo>
                <a:lnTo>
                  <a:pt x="551383" y="46783"/>
                </a:lnTo>
                <a:lnTo>
                  <a:pt x="552646" y="46809"/>
                </a:lnTo>
                <a:lnTo>
                  <a:pt x="553923" y="46890"/>
                </a:lnTo>
                <a:lnTo>
                  <a:pt x="555209" y="47029"/>
                </a:lnTo>
                <a:lnTo>
                  <a:pt x="556500" y="47232"/>
                </a:lnTo>
                <a:lnTo>
                  <a:pt x="557790" y="47504"/>
                </a:lnTo>
                <a:lnTo>
                  <a:pt x="559074" y="47847"/>
                </a:lnTo>
                <a:lnTo>
                  <a:pt x="560346" y="48267"/>
                </a:lnTo>
                <a:lnTo>
                  <a:pt x="561601" y="48769"/>
                </a:lnTo>
                <a:lnTo>
                  <a:pt x="562834" y="49356"/>
                </a:lnTo>
                <a:lnTo>
                  <a:pt x="564040" y="50034"/>
                </a:lnTo>
                <a:lnTo>
                  <a:pt x="565213" y="50806"/>
                </a:lnTo>
                <a:lnTo>
                  <a:pt x="566349" y="51677"/>
                </a:lnTo>
                <a:lnTo>
                  <a:pt x="567441" y="52651"/>
                </a:lnTo>
                <a:lnTo>
                  <a:pt x="568484" y="53734"/>
                </a:lnTo>
                <a:lnTo>
                  <a:pt x="569474" y="54929"/>
                </a:lnTo>
                <a:lnTo>
                  <a:pt x="570405" y="56240"/>
                </a:lnTo>
                <a:lnTo>
                  <a:pt x="571272" y="57673"/>
                </a:lnTo>
                <a:lnTo>
                  <a:pt x="572069" y="59231"/>
                </a:lnTo>
                <a:lnTo>
                  <a:pt x="572792" y="60919"/>
                </a:lnTo>
                <a:lnTo>
                  <a:pt x="573434" y="62742"/>
                </a:lnTo>
                <a:lnTo>
                  <a:pt x="573991" y="64704"/>
                </a:lnTo>
                <a:lnTo>
                  <a:pt x="574457" y="66809"/>
                </a:lnTo>
                <a:lnTo>
                  <a:pt x="574828" y="69062"/>
                </a:lnTo>
                <a:lnTo>
                  <a:pt x="575097" y="71467"/>
                </a:lnTo>
                <a:lnTo>
                  <a:pt x="523816" y="71467"/>
                </a:lnTo>
                <a:lnTo>
                  <a:pt x="524198" y="69726"/>
                </a:lnTo>
                <a:lnTo>
                  <a:pt x="524667" y="68024"/>
                </a:lnTo>
                <a:lnTo>
                  <a:pt x="525221" y="66364"/>
                </a:lnTo>
                <a:lnTo>
                  <a:pt x="525857" y="64750"/>
                </a:lnTo>
                <a:lnTo>
                  <a:pt x="526573" y="63185"/>
                </a:lnTo>
                <a:close/>
                <a:moveTo>
                  <a:pt x="988702" y="83549"/>
                </a:moveTo>
                <a:lnTo>
                  <a:pt x="987418" y="82006"/>
                </a:lnTo>
                <a:lnTo>
                  <a:pt x="986008" y="80590"/>
                </a:lnTo>
                <a:lnTo>
                  <a:pt x="984489" y="79297"/>
                </a:lnTo>
                <a:lnTo>
                  <a:pt x="982882" y="78120"/>
                </a:lnTo>
                <a:lnTo>
                  <a:pt x="981205" y="77053"/>
                </a:lnTo>
                <a:lnTo>
                  <a:pt x="979477" y="76092"/>
                </a:lnTo>
                <a:lnTo>
                  <a:pt x="977717" y="75230"/>
                </a:lnTo>
                <a:lnTo>
                  <a:pt x="975944" y="74463"/>
                </a:lnTo>
                <a:lnTo>
                  <a:pt x="974176" y="73783"/>
                </a:lnTo>
                <a:lnTo>
                  <a:pt x="972433" y="73186"/>
                </a:lnTo>
                <a:lnTo>
                  <a:pt x="970733" y="72666"/>
                </a:lnTo>
                <a:lnTo>
                  <a:pt x="969096" y="72218"/>
                </a:lnTo>
                <a:lnTo>
                  <a:pt x="967540" y="71835"/>
                </a:lnTo>
                <a:lnTo>
                  <a:pt x="966084" y="71513"/>
                </a:lnTo>
                <a:lnTo>
                  <a:pt x="964748" y="71245"/>
                </a:lnTo>
                <a:lnTo>
                  <a:pt x="963550" y="71026"/>
                </a:lnTo>
                <a:lnTo>
                  <a:pt x="962508" y="70851"/>
                </a:lnTo>
                <a:lnTo>
                  <a:pt x="961643" y="70713"/>
                </a:lnTo>
                <a:lnTo>
                  <a:pt x="948535" y="68398"/>
                </a:lnTo>
                <a:lnTo>
                  <a:pt x="947798" y="68293"/>
                </a:lnTo>
                <a:lnTo>
                  <a:pt x="946992" y="68170"/>
                </a:lnTo>
                <a:lnTo>
                  <a:pt x="946125" y="68029"/>
                </a:lnTo>
                <a:lnTo>
                  <a:pt x="945208" y="67866"/>
                </a:lnTo>
                <a:lnTo>
                  <a:pt x="944247" y="67681"/>
                </a:lnTo>
                <a:lnTo>
                  <a:pt x="943253" y="67471"/>
                </a:lnTo>
                <a:lnTo>
                  <a:pt x="942235" y="67237"/>
                </a:lnTo>
                <a:lnTo>
                  <a:pt x="941201" y="66975"/>
                </a:lnTo>
                <a:lnTo>
                  <a:pt x="940160" y="66684"/>
                </a:lnTo>
                <a:lnTo>
                  <a:pt x="939121" y="66363"/>
                </a:lnTo>
                <a:lnTo>
                  <a:pt x="938094" y="66009"/>
                </a:lnTo>
                <a:lnTo>
                  <a:pt x="937087" y="65623"/>
                </a:lnTo>
                <a:lnTo>
                  <a:pt x="936109" y="65201"/>
                </a:lnTo>
                <a:lnTo>
                  <a:pt x="935169" y="64742"/>
                </a:lnTo>
                <a:lnTo>
                  <a:pt x="934276" y="64245"/>
                </a:lnTo>
                <a:lnTo>
                  <a:pt x="933439" y="63708"/>
                </a:lnTo>
                <a:lnTo>
                  <a:pt x="932667" y="63130"/>
                </a:lnTo>
                <a:lnTo>
                  <a:pt x="931969" y="62508"/>
                </a:lnTo>
                <a:lnTo>
                  <a:pt x="931354" y="61842"/>
                </a:lnTo>
                <a:lnTo>
                  <a:pt x="930831" y="61129"/>
                </a:lnTo>
                <a:lnTo>
                  <a:pt x="930408" y="60368"/>
                </a:lnTo>
                <a:lnTo>
                  <a:pt x="930095" y="59558"/>
                </a:lnTo>
                <a:lnTo>
                  <a:pt x="929900" y="58697"/>
                </a:lnTo>
                <a:lnTo>
                  <a:pt x="929834" y="57783"/>
                </a:lnTo>
                <a:lnTo>
                  <a:pt x="929866" y="57152"/>
                </a:lnTo>
                <a:lnTo>
                  <a:pt x="929966" y="56513"/>
                </a:lnTo>
                <a:lnTo>
                  <a:pt x="930135" y="55871"/>
                </a:lnTo>
                <a:lnTo>
                  <a:pt x="930375" y="55227"/>
                </a:lnTo>
                <a:lnTo>
                  <a:pt x="930691" y="54585"/>
                </a:lnTo>
                <a:lnTo>
                  <a:pt x="931084" y="53949"/>
                </a:lnTo>
                <a:lnTo>
                  <a:pt x="931556" y="53320"/>
                </a:lnTo>
                <a:lnTo>
                  <a:pt x="932111" y="52702"/>
                </a:lnTo>
                <a:lnTo>
                  <a:pt x="932751" y="52099"/>
                </a:lnTo>
                <a:lnTo>
                  <a:pt x="933479" y="51512"/>
                </a:lnTo>
                <a:lnTo>
                  <a:pt x="934297" y="50946"/>
                </a:lnTo>
                <a:lnTo>
                  <a:pt x="935208" y="50402"/>
                </a:lnTo>
                <a:lnTo>
                  <a:pt x="936214" y="49885"/>
                </a:lnTo>
                <a:lnTo>
                  <a:pt x="937318" y="49397"/>
                </a:lnTo>
                <a:lnTo>
                  <a:pt x="938522" y="48941"/>
                </a:lnTo>
                <a:lnTo>
                  <a:pt x="939830" y="48521"/>
                </a:lnTo>
                <a:lnTo>
                  <a:pt x="941244" y="48138"/>
                </a:lnTo>
                <a:lnTo>
                  <a:pt x="942766" y="47797"/>
                </a:lnTo>
                <a:lnTo>
                  <a:pt x="944398" y="47500"/>
                </a:lnTo>
                <a:lnTo>
                  <a:pt x="946145" y="47250"/>
                </a:lnTo>
                <a:lnTo>
                  <a:pt x="948007" y="47050"/>
                </a:lnTo>
                <a:lnTo>
                  <a:pt x="949989" y="46904"/>
                </a:lnTo>
                <a:lnTo>
                  <a:pt x="952091" y="46814"/>
                </a:lnTo>
                <a:lnTo>
                  <a:pt x="954318" y="46783"/>
                </a:lnTo>
                <a:lnTo>
                  <a:pt x="956250" y="46813"/>
                </a:lnTo>
                <a:lnTo>
                  <a:pt x="958048" y="46900"/>
                </a:lnTo>
                <a:lnTo>
                  <a:pt x="959717" y="47042"/>
                </a:lnTo>
                <a:lnTo>
                  <a:pt x="961262" y="47235"/>
                </a:lnTo>
                <a:lnTo>
                  <a:pt x="962688" y="47478"/>
                </a:lnTo>
                <a:lnTo>
                  <a:pt x="963999" y="47766"/>
                </a:lnTo>
                <a:lnTo>
                  <a:pt x="965201" y="48098"/>
                </a:lnTo>
                <a:lnTo>
                  <a:pt x="966299" y="48470"/>
                </a:lnTo>
                <a:lnTo>
                  <a:pt x="967297" y="48880"/>
                </a:lnTo>
                <a:lnTo>
                  <a:pt x="968200" y="49324"/>
                </a:lnTo>
                <a:lnTo>
                  <a:pt x="969013" y="49800"/>
                </a:lnTo>
                <a:lnTo>
                  <a:pt x="969741" y="50305"/>
                </a:lnTo>
                <a:lnTo>
                  <a:pt x="970389" y="50836"/>
                </a:lnTo>
                <a:lnTo>
                  <a:pt x="970961" y="51391"/>
                </a:lnTo>
                <a:lnTo>
                  <a:pt x="971462" y="51966"/>
                </a:lnTo>
                <a:lnTo>
                  <a:pt x="971898" y="52558"/>
                </a:lnTo>
                <a:lnTo>
                  <a:pt x="972273" y="53166"/>
                </a:lnTo>
                <a:lnTo>
                  <a:pt x="972591" y="53785"/>
                </a:lnTo>
                <a:lnTo>
                  <a:pt x="972859" y="54413"/>
                </a:lnTo>
                <a:lnTo>
                  <a:pt x="973080" y="55047"/>
                </a:lnTo>
                <a:lnTo>
                  <a:pt x="973260" y="55685"/>
                </a:lnTo>
                <a:lnTo>
                  <a:pt x="973403" y="56323"/>
                </a:lnTo>
                <a:lnTo>
                  <a:pt x="973514" y="56959"/>
                </a:lnTo>
                <a:lnTo>
                  <a:pt x="973598" y="57589"/>
                </a:lnTo>
                <a:lnTo>
                  <a:pt x="973624" y="57999"/>
                </a:lnTo>
                <a:lnTo>
                  <a:pt x="973653" y="58408"/>
                </a:lnTo>
                <a:lnTo>
                  <a:pt x="973690" y="58814"/>
                </a:lnTo>
                <a:lnTo>
                  <a:pt x="973735" y="59215"/>
                </a:lnTo>
                <a:lnTo>
                  <a:pt x="973792" y="59611"/>
                </a:lnTo>
                <a:lnTo>
                  <a:pt x="973863" y="60000"/>
                </a:lnTo>
                <a:lnTo>
                  <a:pt x="973949" y="60380"/>
                </a:lnTo>
                <a:lnTo>
                  <a:pt x="974054" y="60750"/>
                </a:lnTo>
                <a:lnTo>
                  <a:pt x="974180" y="61109"/>
                </a:lnTo>
                <a:lnTo>
                  <a:pt x="974329" y="61455"/>
                </a:lnTo>
                <a:lnTo>
                  <a:pt x="974503" y="61786"/>
                </a:lnTo>
                <a:lnTo>
                  <a:pt x="974706" y="62102"/>
                </a:lnTo>
                <a:lnTo>
                  <a:pt x="974938" y="62401"/>
                </a:lnTo>
                <a:lnTo>
                  <a:pt x="975203" y="62681"/>
                </a:lnTo>
                <a:lnTo>
                  <a:pt x="975502" y="62942"/>
                </a:lnTo>
                <a:lnTo>
                  <a:pt x="975839" y="63181"/>
                </a:lnTo>
                <a:lnTo>
                  <a:pt x="976216" y="63397"/>
                </a:lnTo>
                <a:lnTo>
                  <a:pt x="976634" y="63589"/>
                </a:lnTo>
                <a:lnTo>
                  <a:pt x="977096" y="63755"/>
                </a:lnTo>
                <a:lnTo>
                  <a:pt x="977605" y="63895"/>
                </a:lnTo>
                <a:lnTo>
                  <a:pt x="978163" y="64005"/>
                </a:lnTo>
                <a:lnTo>
                  <a:pt x="978772" y="64086"/>
                </a:lnTo>
                <a:lnTo>
                  <a:pt x="979434" y="64136"/>
                </a:lnTo>
                <a:lnTo>
                  <a:pt x="980153" y="64153"/>
                </a:lnTo>
                <a:lnTo>
                  <a:pt x="980962" y="64132"/>
                </a:lnTo>
                <a:lnTo>
                  <a:pt x="981703" y="64071"/>
                </a:lnTo>
                <a:lnTo>
                  <a:pt x="982380" y="63971"/>
                </a:lnTo>
                <a:lnTo>
                  <a:pt x="982996" y="63835"/>
                </a:lnTo>
                <a:lnTo>
                  <a:pt x="983553" y="63663"/>
                </a:lnTo>
                <a:lnTo>
                  <a:pt x="984054" y="63459"/>
                </a:lnTo>
                <a:lnTo>
                  <a:pt x="984503" y="63224"/>
                </a:lnTo>
                <a:lnTo>
                  <a:pt x="984902" y="62959"/>
                </a:lnTo>
                <a:lnTo>
                  <a:pt x="985254" y="62667"/>
                </a:lnTo>
                <a:lnTo>
                  <a:pt x="985562" y="62349"/>
                </a:lnTo>
                <a:lnTo>
                  <a:pt x="985829" y="62007"/>
                </a:lnTo>
                <a:lnTo>
                  <a:pt x="986058" y="61643"/>
                </a:lnTo>
                <a:lnTo>
                  <a:pt x="986251" y="61260"/>
                </a:lnTo>
                <a:lnTo>
                  <a:pt x="986413" y="60858"/>
                </a:lnTo>
                <a:lnTo>
                  <a:pt x="986545" y="60439"/>
                </a:lnTo>
                <a:lnTo>
                  <a:pt x="986651" y="60006"/>
                </a:lnTo>
                <a:lnTo>
                  <a:pt x="986734" y="59560"/>
                </a:lnTo>
                <a:lnTo>
                  <a:pt x="986796" y="59104"/>
                </a:lnTo>
                <a:lnTo>
                  <a:pt x="986840" y="58638"/>
                </a:lnTo>
                <a:lnTo>
                  <a:pt x="986870" y="58165"/>
                </a:lnTo>
                <a:lnTo>
                  <a:pt x="986888" y="57687"/>
                </a:lnTo>
                <a:lnTo>
                  <a:pt x="986897" y="57205"/>
                </a:lnTo>
                <a:lnTo>
                  <a:pt x="986901" y="56722"/>
                </a:lnTo>
                <a:lnTo>
                  <a:pt x="986901" y="56239"/>
                </a:lnTo>
                <a:lnTo>
                  <a:pt x="986901" y="42926"/>
                </a:lnTo>
                <a:lnTo>
                  <a:pt x="986901" y="42532"/>
                </a:lnTo>
                <a:lnTo>
                  <a:pt x="986898" y="42123"/>
                </a:lnTo>
                <a:lnTo>
                  <a:pt x="986890" y="41702"/>
                </a:lnTo>
                <a:lnTo>
                  <a:pt x="986874" y="41270"/>
                </a:lnTo>
                <a:lnTo>
                  <a:pt x="986849" y="40832"/>
                </a:lnTo>
                <a:lnTo>
                  <a:pt x="986811" y="40391"/>
                </a:lnTo>
                <a:lnTo>
                  <a:pt x="986758" y="39948"/>
                </a:lnTo>
                <a:lnTo>
                  <a:pt x="986687" y="39507"/>
                </a:lnTo>
                <a:lnTo>
                  <a:pt x="986596" y="39070"/>
                </a:lnTo>
                <a:lnTo>
                  <a:pt x="986483" y="38641"/>
                </a:lnTo>
                <a:lnTo>
                  <a:pt x="986344" y="38223"/>
                </a:lnTo>
                <a:lnTo>
                  <a:pt x="986178" y="37818"/>
                </a:lnTo>
                <a:lnTo>
                  <a:pt x="985982" y="37428"/>
                </a:lnTo>
                <a:lnTo>
                  <a:pt x="985753" y="37058"/>
                </a:lnTo>
                <a:lnTo>
                  <a:pt x="985488" y="36710"/>
                </a:lnTo>
                <a:lnTo>
                  <a:pt x="985187" y="36386"/>
                </a:lnTo>
                <a:lnTo>
                  <a:pt x="984845" y="36089"/>
                </a:lnTo>
                <a:lnTo>
                  <a:pt x="984460" y="35823"/>
                </a:lnTo>
                <a:lnTo>
                  <a:pt x="984030" y="35590"/>
                </a:lnTo>
                <a:lnTo>
                  <a:pt x="983552" y="35393"/>
                </a:lnTo>
                <a:lnTo>
                  <a:pt x="983025" y="35235"/>
                </a:lnTo>
                <a:lnTo>
                  <a:pt x="982444" y="35118"/>
                </a:lnTo>
                <a:lnTo>
                  <a:pt x="981808" y="35046"/>
                </a:lnTo>
                <a:lnTo>
                  <a:pt x="981115" y="35021"/>
                </a:lnTo>
                <a:lnTo>
                  <a:pt x="980556" y="35035"/>
                </a:lnTo>
                <a:lnTo>
                  <a:pt x="980037" y="35075"/>
                </a:lnTo>
                <a:lnTo>
                  <a:pt x="979554" y="35140"/>
                </a:lnTo>
                <a:lnTo>
                  <a:pt x="979107" y="35228"/>
                </a:lnTo>
                <a:lnTo>
                  <a:pt x="978694" y="35336"/>
                </a:lnTo>
                <a:lnTo>
                  <a:pt x="978314" y="35464"/>
                </a:lnTo>
                <a:lnTo>
                  <a:pt x="977965" y="35610"/>
                </a:lnTo>
                <a:lnTo>
                  <a:pt x="977646" y="35772"/>
                </a:lnTo>
                <a:lnTo>
                  <a:pt x="977354" y="35947"/>
                </a:lnTo>
                <a:lnTo>
                  <a:pt x="977089" y="36135"/>
                </a:lnTo>
                <a:lnTo>
                  <a:pt x="976849" y="36333"/>
                </a:lnTo>
                <a:lnTo>
                  <a:pt x="976633" y="36540"/>
                </a:lnTo>
                <a:lnTo>
                  <a:pt x="976439" y="36755"/>
                </a:lnTo>
                <a:lnTo>
                  <a:pt x="976266" y="36974"/>
                </a:lnTo>
                <a:lnTo>
                  <a:pt x="976111" y="37197"/>
                </a:lnTo>
                <a:lnTo>
                  <a:pt x="975974" y="37422"/>
                </a:lnTo>
                <a:lnTo>
                  <a:pt x="975853" y="37647"/>
                </a:lnTo>
                <a:lnTo>
                  <a:pt x="975747" y="37870"/>
                </a:lnTo>
                <a:lnTo>
                  <a:pt x="975654" y="38089"/>
                </a:lnTo>
                <a:lnTo>
                  <a:pt x="975572" y="38303"/>
                </a:lnTo>
                <a:lnTo>
                  <a:pt x="975501" y="38511"/>
                </a:lnTo>
                <a:lnTo>
                  <a:pt x="975438" y="38709"/>
                </a:lnTo>
                <a:lnTo>
                  <a:pt x="975382" y="38897"/>
                </a:lnTo>
                <a:lnTo>
                  <a:pt x="975331" y="39072"/>
                </a:lnTo>
                <a:lnTo>
                  <a:pt x="974271" y="38587"/>
                </a:lnTo>
                <a:lnTo>
                  <a:pt x="973214" y="38142"/>
                </a:lnTo>
                <a:lnTo>
                  <a:pt x="972160" y="37735"/>
                </a:lnTo>
                <a:lnTo>
                  <a:pt x="971113" y="37366"/>
                </a:lnTo>
                <a:lnTo>
                  <a:pt x="970074" y="37031"/>
                </a:lnTo>
                <a:lnTo>
                  <a:pt x="969045" y="36730"/>
                </a:lnTo>
                <a:lnTo>
                  <a:pt x="968029" y="36461"/>
                </a:lnTo>
                <a:lnTo>
                  <a:pt x="967028" y="36222"/>
                </a:lnTo>
                <a:lnTo>
                  <a:pt x="966043" y="36010"/>
                </a:lnTo>
                <a:lnTo>
                  <a:pt x="965077" y="35825"/>
                </a:lnTo>
                <a:lnTo>
                  <a:pt x="964132" y="35665"/>
                </a:lnTo>
                <a:lnTo>
                  <a:pt x="963210" y="35528"/>
                </a:lnTo>
                <a:lnTo>
                  <a:pt x="962313" y="35411"/>
                </a:lnTo>
                <a:lnTo>
                  <a:pt x="961444" y="35314"/>
                </a:lnTo>
                <a:lnTo>
                  <a:pt x="960603" y="35235"/>
                </a:lnTo>
                <a:lnTo>
                  <a:pt x="959794" y="35171"/>
                </a:lnTo>
                <a:lnTo>
                  <a:pt x="959019" y="35122"/>
                </a:lnTo>
                <a:lnTo>
                  <a:pt x="958279" y="35085"/>
                </a:lnTo>
                <a:lnTo>
                  <a:pt x="957577" y="35058"/>
                </a:lnTo>
                <a:lnTo>
                  <a:pt x="956914" y="35040"/>
                </a:lnTo>
                <a:lnTo>
                  <a:pt x="956293" y="35029"/>
                </a:lnTo>
                <a:lnTo>
                  <a:pt x="955717" y="35024"/>
                </a:lnTo>
                <a:lnTo>
                  <a:pt x="955186" y="35022"/>
                </a:lnTo>
                <a:lnTo>
                  <a:pt x="954703" y="35021"/>
                </a:lnTo>
                <a:lnTo>
                  <a:pt x="950822" y="35102"/>
                </a:lnTo>
                <a:lnTo>
                  <a:pt x="947219" y="35337"/>
                </a:lnTo>
                <a:lnTo>
                  <a:pt x="943885" y="35714"/>
                </a:lnTo>
                <a:lnTo>
                  <a:pt x="940810" y="36225"/>
                </a:lnTo>
                <a:lnTo>
                  <a:pt x="937984" y="36858"/>
                </a:lnTo>
                <a:lnTo>
                  <a:pt x="935396" y="37601"/>
                </a:lnTo>
                <a:lnTo>
                  <a:pt x="933037" y="38445"/>
                </a:lnTo>
                <a:lnTo>
                  <a:pt x="930896" y="39379"/>
                </a:lnTo>
                <a:lnTo>
                  <a:pt x="928964" y="40392"/>
                </a:lnTo>
                <a:lnTo>
                  <a:pt x="927229" y="41473"/>
                </a:lnTo>
                <a:lnTo>
                  <a:pt x="925683" y="42612"/>
                </a:lnTo>
                <a:lnTo>
                  <a:pt x="924314" y="43798"/>
                </a:lnTo>
                <a:lnTo>
                  <a:pt x="923113" y="45019"/>
                </a:lnTo>
                <a:lnTo>
                  <a:pt x="922069" y="46267"/>
                </a:lnTo>
                <a:lnTo>
                  <a:pt x="921173" y="47529"/>
                </a:lnTo>
                <a:lnTo>
                  <a:pt x="920414" y="48795"/>
                </a:lnTo>
                <a:lnTo>
                  <a:pt x="919783" y="50054"/>
                </a:lnTo>
                <a:lnTo>
                  <a:pt x="919268" y="51297"/>
                </a:lnTo>
                <a:lnTo>
                  <a:pt x="918861" y="52510"/>
                </a:lnTo>
                <a:lnTo>
                  <a:pt x="918550" y="53686"/>
                </a:lnTo>
                <a:lnTo>
                  <a:pt x="918326" y="54811"/>
                </a:lnTo>
                <a:lnTo>
                  <a:pt x="918178" y="55876"/>
                </a:lnTo>
                <a:lnTo>
                  <a:pt x="918097" y="56871"/>
                </a:lnTo>
                <a:lnTo>
                  <a:pt x="918073" y="57783"/>
                </a:lnTo>
                <a:lnTo>
                  <a:pt x="918176" y="59928"/>
                </a:lnTo>
                <a:lnTo>
                  <a:pt x="918481" y="61929"/>
                </a:lnTo>
                <a:lnTo>
                  <a:pt x="918977" y="63790"/>
                </a:lnTo>
                <a:lnTo>
                  <a:pt x="919654" y="65519"/>
                </a:lnTo>
                <a:lnTo>
                  <a:pt x="920503" y="67121"/>
                </a:lnTo>
                <a:lnTo>
                  <a:pt x="921513" y="68603"/>
                </a:lnTo>
                <a:lnTo>
                  <a:pt x="922674" y="69970"/>
                </a:lnTo>
                <a:lnTo>
                  <a:pt x="923978" y="71228"/>
                </a:lnTo>
                <a:lnTo>
                  <a:pt x="925413" y="72384"/>
                </a:lnTo>
                <a:lnTo>
                  <a:pt x="926970" y="73443"/>
                </a:lnTo>
                <a:lnTo>
                  <a:pt x="928639" y="74412"/>
                </a:lnTo>
                <a:lnTo>
                  <a:pt x="930411" y="75297"/>
                </a:lnTo>
                <a:lnTo>
                  <a:pt x="932275" y="76103"/>
                </a:lnTo>
                <a:lnTo>
                  <a:pt x="934222" y="76836"/>
                </a:lnTo>
                <a:lnTo>
                  <a:pt x="936241" y="77504"/>
                </a:lnTo>
                <a:lnTo>
                  <a:pt x="938323" y="78111"/>
                </a:lnTo>
                <a:lnTo>
                  <a:pt x="940458" y="78664"/>
                </a:lnTo>
                <a:lnTo>
                  <a:pt x="942636" y="79168"/>
                </a:lnTo>
                <a:lnTo>
                  <a:pt x="944847" y="79630"/>
                </a:lnTo>
                <a:lnTo>
                  <a:pt x="947081" y="80056"/>
                </a:lnTo>
                <a:lnTo>
                  <a:pt x="949329" y="80452"/>
                </a:lnTo>
                <a:lnTo>
                  <a:pt x="951580" y="80824"/>
                </a:lnTo>
                <a:lnTo>
                  <a:pt x="953825" y="81178"/>
                </a:lnTo>
                <a:lnTo>
                  <a:pt x="956054" y="81519"/>
                </a:lnTo>
                <a:lnTo>
                  <a:pt x="957264" y="81718"/>
                </a:lnTo>
                <a:lnTo>
                  <a:pt x="958527" y="81929"/>
                </a:lnTo>
                <a:lnTo>
                  <a:pt x="959834" y="82157"/>
                </a:lnTo>
                <a:lnTo>
                  <a:pt x="961176" y="82403"/>
                </a:lnTo>
                <a:lnTo>
                  <a:pt x="962542" y="82671"/>
                </a:lnTo>
                <a:lnTo>
                  <a:pt x="963925" y="82964"/>
                </a:lnTo>
                <a:lnTo>
                  <a:pt x="965314" y="83285"/>
                </a:lnTo>
                <a:lnTo>
                  <a:pt x="966700" y="83636"/>
                </a:lnTo>
                <a:lnTo>
                  <a:pt x="968074" y="84020"/>
                </a:lnTo>
                <a:lnTo>
                  <a:pt x="969426" y="84441"/>
                </a:lnTo>
                <a:lnTo>
                  <a:pt x="970749" y="84901"/>
                </a:lnTo>
                <a:lnTo>
                  <a:pt x="972031" y="85404"/>
                </a:lnTo>
                <a:lnTo>
                  <a:pt x="973264" y="85952"/>
                </a:lnTo>
                <a:lnTo>
                  <a:pt x="974438" y="86548"/>
                </a:lnTo>
                <a:lnTo>
                  <a:pt x="975545" y="87195"/>
                </a:lnTo>
                <a:lnTo>
                  <a:pt x="976575" y="87896"/>
                </a:lnTo>
                <a:lnTo>
                  <a:pt x="977518" y="88654"/>
                </a:lnTo>
                <a:lnTo>
                  <a:pt x="978366" y="89471"/>
                </a:lnTo>
                <a:lnTo>
                  <a:pt x="979109" y="90352"/>
                </a:lnTo>
                <a:lnTo>
                  <a:pt x="979737" y="91298"/>
                </a:lnTo>
                <a:lnTo>
                  <a:pt x="980242" y="92313"/>
                </a:lnTo>
                <a:lnTo>
                  <a:pt x="980615" y="93400"/>
                </a:lnTo>
                <a:lnTo>
                  <a:pt x="980845" y="94561"/>
                </a:lnTo>
                <a:lnTo>
                  <a:pt x="980923" y="95800"/>
                </a:lnTo>
                <a:lnTo>
                  <a:pt x="980886" y="96688"/>
                </a:lnTo>
                <a:lnTo>
                  <a:pt x="980773" y="97565"/>
                </a:lnTo>
                <a:lnTo>
                  <a:pt x="980583" y="98430"/>
                </a:lnTo>
                <a:lnTo>
                  <a:pt x="980314" y="99280"/>
                </a:lnTo>
                <a:lnTo>
                  <a:pt x="979965" y="100111"/>
                </a:lnTo>
                <a:lnTo>
                  <a:pt x="979535" y="100923"/>
                </a:lnTo>
                <a:lnTo>
                  <a:pt x="979022" y="101712"/>
                </a:lnTo>
                <a:lnTo>
                  <a:pt x="978424" y="102476"/>
                </a:lnTo>
                <a:lnTo>
                  <a:pt x="977741" y="103212"/>
                </a:lnTo>
                <a:lnTo>
                  <a:pt x="976971" y="103918"/>
                </a:lnTo>
                <a:lnTo>
                  <a:pt x="976112" y="104593"/>
                </a:lnTo>
                <a:lnTo>
                  <a:pt x="975163" y="105232"/>
                </a:lnTo>
                <a:lnTo>
                  <a:pt x="974123" y="105834"/>
                </a:lnTo>
                <a:lnTo>
                  <a:pt x="972991" y="106397"/>
                </a:lnTo>
                <a:lnTo>
                  <a:pt x="971763" y="106917"/>
                </a:lnTo>
                <a:lnTo>
                  <a:pt x="970441" y="107394"/>
                </a:lnTo>
                <a:lnTo>
                  <a:pt x="969021" y="107823"/>
                </a:lnTo>
                <a:lnTo>
                  <a:pt x="967503" y="108203"/>
                </a:lnTo>
                <a:lnTo>
                  <a:pt x="965884" y="108531"/>
                </a:lnTo>
                <a:lnTo>
                  <a:pt x="964165" y="108804"/>
                </a:lnTo>
                <a:lnTo>
                  <a:pt x="962343" y="109022"/>
                </a:lnTo>
                <a:lnTo>
                  <a:pt x="960416" y="109180"/>
                </a:lnTo>
                <a:lnTo>
                  <a:pt x="958384" y="109277"/>
                </a:lnTo>
                <a:lnTo>
                  <a:pt x="956245" y="109309"/>
                </a:lnTo>
                <a:lnTo>
                  <a:pt x="955104" y="109297"/>
                </a:lnTo>
                <a:lnTo>
                  <a:pt x="953948" y="109259"/>
                </a:lnTo>
                <a:lnTo>
                  <a:pt x="952781" y="109189"/>
                </a:lnTo>
                <a:lnTo>
                  <a:pt x="951606" y="109082"/>
                </a:lnTo>
                <a:lnTo>
                  <a:pt x="950426" y="108935"/>
                </a:lnTo>
                <a:lnTo>
                  <a:pt x="949245" y="108742"/>
                </a:lnTo>
                <a:lnTo>
                  <a:pt x="948065" y="108499"/>
                </a:lnTo>
                <a:lnTo>
                  <a:pt x="946891" y="108201"/>
                </a:lnTo>
                <a:lnTo>
                  <a:pt x="945726" y="107843"/>
                </a:lnTo>
                <a:lnTo>
                  <a:pt x="944573" y="107422"/>
                </a:lnTo>
                <a:lnTo>
                  <a:pt x="943435" y="106931"/>
                </a:lnTo>
                <a:lnTo>
                  <a:pt x="942316" y="106366"/>
                </a:lnTo>
                <a:lnTo>
                  <a:pt x="941219" y="105723"/>
                </a:lnTo>
                <a:lnTo>
                  <a:pt x="940148" y="104997"/>
                </a:lnTo>
                <a:lnTo>
                  <a:pt x="939105" y="104183"/>
                </a:lnTo>
                <a:lnTo>
                  <a:pt x="938095" y="103276"/>
                </a:lnTo>
                <a:lnTo>
                  <a:pt x="937120" y="102273"/>
                </a:lnTo>
                <a:lnTo>
                  <a:pt x="936184" y="101167"/>
                </a:lnTo>
                <a:lnTo>
                  <a:pt x="935290" y="99955"/>
                </a:lnTo>
                <a:lnTo>
                  <a:pt x="934441" y="98632"/>
                </a:lnTo>
                <a:lnTo>
                  <a:pt x="933641" y="97193"/>
                </a:lnTo>
                <a:lnTo>
                  <a:pt x="932894" y="95634"/>
                </a:lnTo>
                <a:lnTo>
                  <a:pt x="932202" y="93949"/>
                </a:lnTo>
                <a:lnTo>
                  <a:pt x="931569" y="92134"/>
                </a:lnTo>
                <a:lnTo>
                  <a:pt x="931449" y="91707"/>
                </a:lnTo>
                <a:lnTo>
                  <a:pt x="931330" y="91294"/>
                </a:lnTo>
                <a:lnTo>
                  <a:pt x="931208" y="90896"/>
                </a:lnTo>
                <a:lnTo>
                  <a:pt x="931083" y="90513"/>
                </a:lnTo>
                <a:lnTo>
                  <a:pt x="930951" y="90146"/>
                </a:lnTo>
                <a:lnTo>
                  <a:pt x="930813" y="89794"/>
                </a:lnTo>
                <a:lnTo>
                  <a:pt x="930665" y="89458"/>
                </a:lnTo>
                <a:lnTo>
                  <a:pt x="930505" y="89139"/>
                </a:lnTo>
                <a:lnTo>
                  <a:pt x="930332" y="88837"/>
                </a:lnTo>
                <a:lnTo>
                  <a:pt x="930143" y="88551"/>
                </a:lnTo>
                <a:lnTo>
                  <a:pt x="929938" y="88283"/>
                </a:lnTo>
                <a:lnTo>
                  <a:pt x="929713" y="88033"/>
                </a:lnTo>
                <a:lnTo>
                  <a:pt x="929467" y="87801"/>
                </a:lnTo>
                <a:lnTo>
                  <a:pt x="929198" y="87588"/>
                </a:lnTo>
                <a:lnTo>
                  <a:pt x="928905" y="87393"/>
                </a:lnTo>
                <a:lnTo>
                  <a:pt x="928584" y="87217"/>
                </a:lnTo>
                <a:lnTo>
                  <a:pt x="928235" y="87061"/>
                </a:lnTo>
                <a:lnTo>
                  <a:pt x="927854" y="86924"/>
                </a:lnTo>
                <a:lnTo>
                  <a:pt x="927442" y="86808"/>
                </a:lnTo>
                <a:lnTo>
                  <a:pt x="926994" y="86712"/>
                </a:lnTo>
                <a:lnTo>
                  <a:pt x="926511" y="86636"/>
                </a:lnTo>
                <a:lnTo>
                  <a:pt x="925988" y="86582"/>
                </a:lnTo>
                <a:lnTo>
                  <a:pt x="925426" y="86549"/>
                </a:lnTo>
                <a:lnTo>
                  <a:pt x="924821" y="86538"/>
                </a:lnTo>
                <a:lnTo>
                  <a:pt x="924012" y="86559"/>
                </a:lnTo>
                <a:lnTo>
                  <a:pt x="923271" y="86620"/>
                </a:lnTo>
                <a:lnTo>
                  <a:pt x="922593" y="86720"/>
                </a:lnTo>
                <a:lnTo>
                  <a:pt x="921978" y="86856"/>
                </a:lnTo>
                <a:lnTo>
                  <a:pt x="921421" y="87027"/>
                </a:lnTo>
                <a:lnTo>
                  <a:pt x="920919" y="87232"/>
                </a:lnTo>
                <a:lnTo>
                  <a:pt x="920471" y="87467"/>
                </a:lnTo>
                <a:lnTo>
                  <a:pt x="920072" y="87732"/>
                </a:lnTo>
                <a:lnTo>
                  <a:pt x="919720" y="88024"/>
                </a:lnTo>
                <a:lnTo>
                  <a:pt x="919412" y="88341"/>
                </a:lnTo>
                <a:lnTo>
                  <a:pt x="919145" y="88683"/>
                </a:lnTo>
                <a:lnTo>
                  <a:pt x="918916" y="89046"/>
                </a:lnTo>
                <a:lnTo>
                  <a:pt x="918722" y="89430"/>
                </a:lnTo>
                <a:lnTo>
                  <a:pt x="918561" y="89832"/>
                </a:lnTo>
                <a:lnTo>
                  <a:pt x="918428" y="90250"/>
                </a:lnTo>
                <a:lnTo>
                  <a:pt x="918322" y="90683"/>
                </a:lnTo>
                <a:lnTo>
                  <a:pt x="918240" y="91128"/>
                </a:lnTo>
                <a:lnTo>
                  <a:pt x="918178" y="91585"/>
                </a:lnTo>
                <a:lnTo>
                  <a:pt x="918134" y="92050"/>
                </a:lnTo>
                <a:lnTo>
                  <a:pt x="918104" y="92523"/>
                </a:lnTo>
                <a:lnTo>
                  <a:pt x="918086" y="93001"/>
                </a:lnTo>
                <a:lnTo>
                  <a:pt x="918076" y="93483"/>
                </a:lnTo>
                <a:lnTo>
                  <a:pt x="918073" y="93966"/>
                </a:lnTo>
                <a:lnTo>
                  <a:pt x="918073" y="94449"/>
                </a:lnTo>
                <a:lnTo>
                  <a:pt x="918073" y="113166"/>
                </a:lnTo>
                <a:lnTo>
                  <a:pt x="918073" y="113560"/>
                </a:lnTo>
                <a:lnTo>
                  <a:pt x="918076" y="113969"/>
                </a:lnTo>
                <a:lnTo>
                  <a:pt x="918084" y="114391"/>
                </a:lnTo>
                <a:lnTo>
                  <a:pt x="918099" y="114822"/>
                </a:lnTo>
                <a:lnTo>
                  <a:pt x="918125" y="115260"/>
                </a:lnTo>
                <a:lnTo>
                  <a:pt x="918163" y="115702"/>
                </a:lnTo>
                <a:lnTo>
                  <a:pt x="918216" y="116144"/>
                </a:lnTo>
                <a:lnTo>
                  <a:pt x="918287" y="116585"/>
                </a:lnTo>
                <a:lnTo>
                  <a:pt x="918377" y="117021"/>
                </a:lnTo>
                <a:lnTo>
                  <a:pt x="918491" y="117450"/>
                </a:lnTo>
                <a:lnTo>
                  <a:pt x="918629" y="117868"/>
                </a:lnTo>
                <a:lnTo>
                  <a:pt x="918795" y="118274"/>
                </a:lnTo>
                <a:lnTo>
                  <a:pt x="918992" y="118663"/>
                </a:lnTo>
                <a:lnTo>
                  <a:pt x="919221" y="119033"/>
                </a:lnTo>
                <a:lnTo>
                  <a:pt x="919484" y="119381"/>
                </a:lnTo>
                <a:lnTo>
                  <a:pt x="919786" y="119705"/>
                </a:lnTo>
                <a:lnTo>
                  <a:pt x="920128" y="120001"/>
                </a:lnTo>
                <a:lnTo>
                  <a:pt x="920512" y="120267"/>
                </a:lnTo>
                <a:lnTo>
                  <a:pt x="920942" y="120500"/>
                </a:lnTo>
                <a:lnTo>
                  <a:pt x="921419" y="120697"/>
                </a:lnTo>
                <a:lnTo>
                  <a:pt x="921947" y="120855"/>
                </a:lnTo>
                <a:lnTo>
                  <a:pt x="922527" y="120972"/>
                </a:lnTo>
                <a:lnTo>
                  <a:pt x="923163" y="121044"/>
                </a:lnTo>
                <a:lnTo>
                  <a:pt x="923856" y="121068"/>
                </a:lnTo>
                <a:lnTo>
                  <a:pt x="924080" y="121067"/>
                </a:lnTo>
                <a:lnTo>
                  <a:pt x="924317" y="121060"/>
                </a:lnTo>
                <a:lnTo>
                  <a:pt x="924566" y="121046"/>
                </a:lnTo>
                <a:lnTo>
                  <a:pt x="924827" y="121021"/>
                </a:lnTo>
                <a:lnTo>
                  <a:pt x="925097" y="120982"/>
                </a:lnTo>
                <a:lnTo>
                  <a:pt x="925378" y="120927"/>
                </a:lnTo>
                <a:lnTo>
                  <a:pt x="925667" y="120852"/>
                </a:lnTo>
                <a:lnTo>
                  <a:pt x="925963" y="120755"/>
                </a:lnTo>
                <a:lnTo>
                  <a:pt x="926266" y="120632"/>
                </a:lnTo>
                <a:lnTo>
                  <a:pt x="926575" y="120480"/>
                </a:lnTo>
                <a:lnTo>
                  <a:pt x="926889" y="120298"/>
                </a:lnTo>
                <a:lnTo>
                  <a:pt x="927207" y="120081"/>
                </a:lnTo>
                <a:lnTo>
                  <a:pt x="927527" y="119827"/>
                </a:lnTo>
                <a:lnTo>
                  <a:pt x="927850" y="119533"/>
                </a:lnTo>
                <a:lnTo>
                  <a:pt x="928174" y="119196"/>
                </a:lnTo>
                <a:lnTo>
                  <a:pt x="928498" y="118813"/>
                </a:lnTo>
                <a:lnTo>
                  <a:pt x="928822" y="118381"/>
                </a:lnTo>
                <a:lnTo>
                  <a:pt x="929144" y="117897"/>
                </a:lnTo>
                <a:lnTo>
                  <a:pt x="929463" y="117359"/>
                </a:lnTo>
                <a:lnTo>
                  <a:pt x="929779" y="116763"/>
                </a:lnTo>
                <a:lnTo>
                  <a:pt x="930091" y="116106"/>
                </a:lnTo>
                <a:lnTo>
                  <a:pt x="930397" y="115386"/>
                </a:lnTo>
                <a:lnTo>
                  <a:pt x="930697" y="114599"/>
                </a:lnTo>
                <a:lnTo>
                  <a:pt x="930990" y="113743"/>
                </a:lnTo>
                <a:lnTo>
                  <a:pt x="932174" y="114577"/>
                </a:lnTo>
                <a:lnTo>
                  <a:pt x="933364" y="115345"/>
                </a:lnTo>
                <a:lnTo>
                  <a:pt x="934557" y="116050"/>
                </a:lnTo>
                <a:lnTo>
                  <a:pt x="935751" y="116695"/>
                </a:lnTo>
                <a:lnTo>
                  <a:pt x="936944" y="117283"/>
                </a:lnTo>
                <a:lnTo>
                  <a:pt x="938132" y="117815"/>
                </a:lnTo>
                <a:lnTo>
                  <a:pt x="939314" y="118296"/>
                </a:lnTo>
                <a:lnTo>
                  <a:pt x="940487" y="118727"/>
                </a:lnTo>
                <a:lnTo>
                  <a:pt x="941648" y="119111"/>
                </a:lnTo>
                <a:lnTo>
                  <a:pt x="942796" y="119450"/>
                </a:lnTo>
                <a:lnTo>
                  <a:pt x="943927" y="119749"/>
                </a:lnTo>
                <a:lnTo>
                  <a:pt x="945040" y="120008"/>
                </a:lnTo>
                <a:lnTo>
                  <a:pt x="946131" y="120232"/>
                </a:lnTo>
                <a:lnTo>
                  <a:pt x="947200" y="120421"/>
                </a:lnTo>
                <a:lnTo>
                  <a:pt x="948242" y="120580"/>
                </a:lnTo>
                <a:lnTo>
                  <a:pt x="949256" y="120711"/>
                </a:lnTo>
                <a:lnTo>
                  <a:pt x="950239" y="120817"/>
                </a:lnTo>
                <a:lnTo>
                  <a:pt x="951188" y="120900"/>
                </a:lnTo>
                <a:lnTo>
                  <a:pt x="952103" y="120962"/>
                </a:lnTo>
                <a:lnTo>
                  <a:pt x="952979" y="121008"/>
                </a:lnTo>
                <a:lnTo>
                  <a:pt x="953814" y="121038"/>
                </a:lnTo>
                <a:lnTo>
                  <a:pt x="954607" y="121057"/>
                </a:lnTo>
                <a:lnTo>
                  <a:pt x="955354" y="121066"/>
                </a:lnTo>
                <a:lnTo>
                  <a:pt x="956054" y="121068"/>
                </a:lnTo>
                <a:lnTo>
                  <a:pt x="959736" y="120987"/>
                </a:lnTo>
                <a:lnTo>
                  <a:pt x="963173" y="120748"/>
                </a:lnTo>
                <a:lnTo>
                  <a:pt x="966373" y="120363"/>
                </a:lnTo>
                <a:lnTo>
                  <a:pt x="969343" y="119840"/>
                </a:lnTo>
                <a:lnTo>
                  <a:pt x="972092" y="119190"/>
                </a:lnTo>
                <a:lnTo>
                  <a:pt x="974627" y="118423"/>
                </a:lnTo>
                <a:lnTo>
                  <a:pt x="976957" y="117548"/>
                </a:lnTo>
                <a:lnTo>
                  <a:pt x="979088" y="116576"/>
                </a:lnTo>
                <a:lnTo>
                  <a:pt x="981029" y="115516"/>
                </a:lnTo>
                <a:lnTo>
                  <a:pt x="982788" y="114378"/>
                </a:lnTo>
                <a:lnTo>
                  <a:pt x="984373" y="113172"/>
                </a:lnTo>
                <a:lnTo>
                  <a:pt x="985791" y="111908"/>
                </a:lnTo>
                <a:lnTo>
                  <a:pt x="987051" y="110596"/>
                </a:lnTo>
                <a:lnTo>
                  <a:pt x="988160" y="109245"/>
                </a:lnTo>
                <a:lnTo>
                  <a:pt x="989126" y="107866"/>
                </a:lnTo>
                <a:lnTo>
                  <a:pt x="989956" y="106468"/>
                </a:lnTo>
                <a:lnTo>
                  <a:pt x="990660" y="105062"/>
                </a:lnTo>
                <a:lnTo>
                  <a:pt x="991244" y="103656"/>
                </a:lnTo>
                <a:lnTo>
                  <a:pt x="991717" y="102262"/>
                </a:lnTo>
                <a:lnTo>
                  <a:pt x="992086" y="100888"/>
                </a:lnTo>
                <a:lnTo>
                  <a:pt x="992360" y="99545"/>
                </a:lnTo>
                <a:lnTo>
                  <a:pt x="992546" y="98243"/>
                </a:lnTo>
                <a:lnTo>
                  <a:pt x="992651" y="96991"/>
                </a:lnTo>
                <a:lnTo>
                  <a:pt x="992685" y="95800"/>
                </a:lnTo>
                <a:lnTo>
                  <a:pt x="992558" y="93373"/>
                </a:lnTo>
                <a:lnTo>
                  <a:pt x="992192" y="91108"/>
                </a:lnTo>
                <a:lnTo>
                  <a:pt x="991604" y="88999"/>
                </a:lnTo>
                <a:lnTo>
                  <a:pt x="990814" y="87040"/>
                </a:lnTo>
                <a:lnTo>
                  <a:pt x="989840" y="85225"/>
                </a:lnTo>
                <a:lnTo>
                  <a:pt x="988702" y="83549"/>
                </a:lnTo>
                <a:close/>
                <a:moveTo>
                  <a:pt x="1292348" y="83549"/>
                </a:moveTo>
                <a:lnTo>
                  <a:pt x="1291064" y="82006"/>
                </a:lnTo>
                <a:lnTo>
                  <a:pt x="1289654" y="80590"/>
                </a:lnTo>
                <a:lnTo>
                  <a:pt x="1288135" y="79297"/>
                </a:lnTo>
                <a:lnTo>
                  <a:pt x="1286528" y="78120"/>
                </a:lnTo>
                <a:lnTo>
                  <a:pt x="1284851" y="77053"/>
                </a:lnTo>
                <a:lnTo>
                  <a:pt x="1283123" y="76092"/>
                </a:lnTo>
                <a:lnTo>
                  <a:pt x="1281363" y="75230"/>
                </a:lnTo>
                <a:lnTo>
                  <a:pt x="1279589" y="74463"/>
                </a:lnTo>
                <a:lnTo>
                  <a:pt x="1277822" y="73783"/>
                </a:lnTo>
                <a:lnTo>
                  <a:pt x="1276079" y="73186"/>
                </a:lnTo>
                <a:lnTo>
                  <a:pt x="1274379" y="72666"/>
                </a:lnTo>
                <a:lnTo>
                  <a:pt x="1272742" y="72218"/>
                </a:lnTo>
                <a:lnTo>
                  <a:pt x="1271186" y="71835"/>
                </a:lnTo>
                <a:lnTo>
                  <a:pt x="1269730" y="71513"/>
                </a:lnTo>
                <a:lnTo>
                  <a:pt x="1268394" y="71245"/>
                </a:lnTo>
                <a:lnTo>
                  <a:pt x="1267196" y="71026"/>
                </a:lnTo>
                <a:lnTo>
                  <a:pt x="1266154" y="70851"/>
                </a:lnTo>
                <a:lnTo>
                  <a:pt x="1265289" y="70713"/>
                </a:lnTo>
                <a:lnTo>
                  <a:pt x="1252180" y="68398"/>
                </a:lnTo>
                <a:lnTo>
                  <a:pt x="1251444" y="68293"/>
                </a:lnTo>
                <a:lnTo>
                  <a:pt x="1250638" y="68170"/>
                </a:lnTo>
                <a:lnTo>
                  <a:pt x="1249771" y="68029"/>
                </a:lnTo>
                <a:lnTo>
                  <a:pt x="1248853" y="67866"/>
                </a:lnTo>
                <a:lnTo>
                  <a:pt x="1247893" y="67681"/>
                </a:lnTo>
                <a:lnTo>
                  <a:pt x="1246899" y="67471"/>
                </a:lnTo>
                <a:lnTo>
                  <a:pt x="1245881" y="67237"/>
                </a:lnTo>
                <a:lnTo>
                  <a:pt x="1244847" y="66975"/>
                </a:lnTo>
                <a:lnTo>
                  <a:pt x="1243806" y="66684"/>
                </a:lnTo>
                <a:lnTo>
                  <a:pt x="1242767" y="66363"/>
                </a:lnTo>
                <a:lnTo>
                  <a:pt x="1241740" y="66009"/>
                </a:lnTo>
                <a:lnTo>
                  <a:pt x="1240733" y="65623"/>
                </a:lnTo>
                <a:lnTo>
                  <a:pt x="1239755" y="65201"/>
                </a:lnTo>
                <a:lnTo>
                  <a:pt x="1238815" y="64742"/>
                </a:lnTo>
                <a:lnTo>
                  <a:pt x="1237922" y="64245"/>
                </a:lnTo>
                <a:lnTo>
                  <a:pt x="1237085" y="63708"/>
                </a:lnTo>
                <a:lnTo>
                  <a:pt x="1236313" y="63130"/>
                </a:lnTo>
                <a:lnTo>
                  <a:pt x="1235615" y="62508"/>
                </a:lnTo>
                <a:lnTo>
                  <a:pt x="1235000" y="61842"/>
                </a:lnTo>
                <a:lnTo>
                  <a:pt x="1234477" y="61129"/>
                </a:lnTo>
                <a:lnTo>
                  <a:pt x="1234054" y="60368"/>
                </a:lnTo>
                <a:lnTo>
                  <a:pt x="1233741" y="59558"/>
                </a:lnTo>
                <a:lnTo>
                  <a:pt x="1233546" y="58697"/>
                </a:lnTo>
                <a:lnTo>
                  <a:pt x="1233480" y="57783"/>
                </a:lnTo>
                <a:lnTo>
                  <a:pt x="1233512" y="57152"/>
                </a:lnTo>
                <a:lnTo>
                  <a:pt x="1233612" y="56513"/>
                </a:lnTo>
                <a:lnTo>
                  <a:pt x="1233780" y="55871"/>
                </a:lnTo>
                <a:lnTo>
                  <a:pt x="1234021" y="55227"/>
                </a:lnTo>
                <a:lnTo>
                  <a:pt x="1234337" y="54585"/>
                </a:lnTo>
                <a:lnTo>
                  <a:pt x="1234730" y="53949"/>
                </a:lnTo>
                <a:lnTo>
                  <a:pt x="1235202" y="53320"/>
                </a:lnTo>
                <a:lnTo>
                  <a:pt x="1235757" y="52702"/>
                </a:lnTo>
                <a:lnTo>
                  <a:pt x="1236397" y="52099"/>
                </a:lnTo>
                <a:lnTo>
                  <a:pt x="1237125" y="51512"/>
                </a:lnTo>
                <a:lnTo>
                  <a:pt x="1237943" y="50946"/>
                </a:lnTo>
                <a:lnTo>
                  <a:pt x="1238854" y="50402"/>
                </a:lnTo>
                <a:lnTo>
                  <a:pt x="1239860" y="49885"/>
                </a:lnTo>
                <a:lnTo>
                  <a:pt x="1240964" y="49397"/>
                </a:lnTo>
                <a:lnTo>
                  <a:pt x="1242168" y="48941"/>
                </a:lnTo>
                <a:lnTo>
                  <a:pt x="1243476" y="48521"/>
                </a:lnTo>
                <a:lnTo>
                  <a:pt x="1244890" y="48138"/>
                </a:lnTo>
                <a:lnTo>
                  <a:pt x="1246412" y="47797"/>
                </a:lnTo>
                <a:lnTo>
                  <a:pt x="1248044" y="47500"/>
                </a:lnTo>
                <a:lnTo>
                  <a:pt x="1249791" y="47250"/>
                </a:lnTo>
                <a:lnTo>
                  <a:pt x="1251653" y="47050"/>
                </a:lnTo>
                <a:lnTo>
                  <a:pt x="1253635" y="46904"/>
                </a:lnTo>
                <a:lnTo>
                  <a:pt x="1255737" y="46814"/>
                </a:lnTo>
                <a:lnTo>
                  <a:pt x="1257964" y="46783"/>
                </a:lnTo>
                <a:lnTo>
                  <a:pt x="1259896" y="46813"/>
                </a:lnTo>
                <a:lnTo>
                  <a:pt x="1261693" y="46900"/>
                </a:lnTo>
                <a:lnTo>
                  <a:pt x="1263363" y="47042"/>
                </a:lnTo>
                <a:lnTo>
                  <a:pt x="1264908" y="47235"/>
                </a:lnTo>
                <a:lnTo>
                  <a:pt x="1266334" y="47478"/>
                </a:lnTo>
                <a:lnTo>
                  <a:pt x="1267645" y="47766"/>
                </a:lnTo>
                <a:lnTo>
                  <a:pt x="1268847" y="48098"/>
                </a:lnTo>
                <a:lnTo>
                  <a:pt x="1269945" y="48470"/>
                </a:lnTo>
                <a:lnTo>
                  <a:pt x="1270943" y="48880"/>
                </a:lnTo>
                <a:lnTo>
                  <a:pt x="1271846" y="49324"/>
                </a:lnTo>
                <a:lnTo>
                  <a:pt x="1272659" y="49800"/>
                </a:lnTo>
                <a:lnTo>
                  <a:pt x="1273387" y="50305"/>
                </a:lnTo>
                <a:lnTo>
                  <a:pt x="1274035" y="50836"/>
                </a:lnTo>
                <a:lnTo>
                  <a:pt x="1274607" y="51391"/>
                </a:lnTo>
                <a:lnTo>
                  <a:pt x="1275108" y="51966"/>
                </a:lnTo>
                <a:lnTo>
                  <a:pt x="1275544" y="52558"/>
                </a:lnTo>
                <a:lnTo>
                  <a:pt x="1275919" y="53166"/>
                </a:lnTo>
                <a:lnTo>
                  <a:pt x="1276237" y="53785"/>
                </a:lnTo>
                <a:lnTo>
                  <a:pt x="1276505" y="54413"/>
                </a:lnTo>
                <a:lnTo>
                  <a:pt x="1276726" y="55047"/>
                </a:lnTo>
                <a:lnTo>
                  <a:pt x="1276906" y="55685"/>
                </a:lnTo>
                <a:lnTo>
                  <a:pt x="1277049" y="56323"/>
                </a:lnTo>
                <a:lnTo>
                  <a:pt x="1277160" y="56959"/>
                </a:lnTo>
                <a:lnTo>
                  <a:pt x="1277244" y="57589"/>
                </a:lnTo>
                <a:lnTo>
                  <a:pt x="1277270" y="57999"/>
                </a:lnTo>
                <a:lnTo>
                  <a:pt x="1277299" y="58408"/>
                </a:lnTo>
                <a:lnTo>
                  <a:pt x="1277336" y="58814"/>
                </a:lnTo>
                <a:lnTo>
                  <a:pt x="1277381" y="59215"/>
                </a:lnTo>
                <a:lnTo>
                  <a:pt x="1277438" y="59611"/>
                </a:lnTo>
                <a:lnTo>
                  <a:pt x="1277509" y="60000"/>
                </a:lnTo>
                <a:lnTo>
                  <a:pt x="1277595" y="60380"/>
                </a:lnTo>
                <a:lnTo>
                  <a:pt x="1277700" y="60750"/>
                </a:lnTo>
                <a:lnTo>
                  <a:pt x="1277826" y="61109"/>
                </a:lnTo>
                <a:lnTo>
                  <a:pt x="1277975" y="61455"/>
                </a:lnTo>
                <a:lnTo>
                  <a:pt x="1278149" y="61786"/>
                </a:lnTo>
                <a:lnTo>
                  <a:pt x="1278352" y="62102"/>
                </a:lnTo>
                <a:lnTo>
                  <a:pt x="1278584" y="62401"/>
                </a:lnTo>
                <a:lnTo>
                  <a:pt x="1278849" y="62681"/>
                </a:lnTo>
                <a:lnTo>
                  <a:pt x="1279148" y="62942"/>
                </a:lnTo>
                <a:lnTo>
                  <a:pt x="1279485" y="63181"/>
                </a:lnTo>
                <a:lnTo>
                  <a:pt x="1279861" y="63397"/>
                </a:lnTo>
                <a:lnTo>
                  <a:pt x="1280280" y="63589"/>
                </a:lnTo>
                <a:lnTo>
                  <a:pt x="1280742" y="63755"/>
                </a:lnTo>
                <a:lnTo>
                  <a:pt x="1281251" y="63895"/>
                </a:lnTo>
                <a:lnTo>
                  <a:pt x="1281809" y="64005"/>
                </a:lnTo>
                <a:lnTo>
                  <a:pt x="1282418" y="64086"/>
                </a:lnTo>
                <a:lnTo>
                  <a:pt x="1283080" y="64136"/>
                </a:lnTo>
                <a:lnTo>
                  <a:pt x="1283799" y="64153"/>
                </a:lnTo>
                <a:lnTo>
                  <a:pt x="1284608" y="64132"/>
                </a:lnTo>
                <a:lnTo>
                  <a:pt x="1285349" y="64071"/>
                </a:lnTo>
                <a:lnTo>
                  <a:pt x="1286026" y="63971"/>
                </a:lnTo>
                <a:lnTo>
                  <a:pt x="1286642" y="63835"/>
                </a:lnTo>
                <a:lnTo>
                  <a:pt x="1287199" y="63663"/>
                </a:lnTo>
                <a:lnTo>
                  <a:pt x="1287700" y="63459"/>
                </a:lnTo>
                <a:lnTo>
                  <a:pt x="1288149" y="63224"/>
                </a:lnTo>
                <a:lnTo>
                  <a:pt x="1288548" y="62959"/>
                </a:lnTo>
                <a:lnTo>
                  <a:pt x="1288900" y="62667"/>
                </a:lnTo>
                <a:lnTo>
                  <a:pt x="1289208" y="62349"/>
                </a:lnTo>
                <a:lnTo>
                  <a:pt x="1289475" y="62007"/>
                </a:lnTo>
                <a:lnTo>
                  <a:pt x="1289704" y="61643"/>
                </a:lnTo>
                <a:lnTo>
                  <a:pt x="1289897" y="61260"/>
                </a:lnTo>
                <a:lnTo>
                  <a:pt x="1290059" y="60858"/>
                </a:lnTo>
                <a:lnTo>
                  <a:pt x="1290191" y="60439"/>
                </a:lnTo>
                <a:lnTo>
                  <a:pt x="1290297" y="60006"/>
                </a:lnTo>
                <a:lnTo>
                  <a:pt x="1290380" y="59560"/>
                </a:lnTo>
                <a:lnTo>
                  <a:pt x="1290442" y="59104"/>
                </a:lnTo>
                <a:lnTo>
                  <a:pt x="1290486" y="58638"/>
                </a:lnTo>
                <a:lnTo>
                  <a:pt x="1290516" y="58165"/>
                </a:lnTo>
                <a:lnTo>
                  <a:pt x="1290534" y="57687"/>
                </a:lnTo>
                <a:lnTo>
                  <a:pt x="1290543" y="57205"/>
                </a:lnTo>
                <a:lnTo>
                  <a:pt x="1290547" y="56722"/>
                </a:lnTo>
                <a:lnTo>
                  <a:pt x="1290547" y="56239"/>
                </a:lnTo>
                <a:lnTo>
                  <a:pt x="1290547" y="42926"/>
                </a:lnTo>
                <a:lnTo>
                  <a:pt x="1290547" y="42532"/>
                </a:lnTo>
                <a:lnTo>
                  <a:pt x="1290544" y="42123"/>
                </a:lnTo>
                <a:lnTo>
                  <a:pt x="1290536" y="41702"/>
                </a:lnTo>
                <a:lnTo>
                  <a:pt x="1290520" y="41270"/>
                </a:lnTo>
                <a:lnTo>
                  <a:pt x="1290495" y="40832"/>
                </a:lnTo>
                <a:lnTo>
                  <a:pt x="1290457" y="40391"/>
                </a:lnTo>
                <a:lnTo>
                  <a:pt x="1290404" y="39948"/>
                </a:lnTo>
                <a:lnTo>
                  <a:pt x="1290333" y="39507"/>
                </a:lnTo>
                <a:lnTo>
                  <a:pt x="1290242" y="39070"/>
                </a:lnTo>
                <a:lnTo>
                  <a:pt x="1290128" y="38641"/>
                </a:lnTo>
                <a:lnTo>
                  <a:pt x="1289990" y="38223"/>
                </a:lnTo>
                <a:lnTo>
                  <a:pt x="1289824" y="37818"/>
                </a:lnTo>
                <a:lnTo>
                  <a:pt x="1289627" y="37428"/>
                </a:lnTo>
                <a:lnTo>
                  <a:pt x="1289398" y="37058"/>
                </a:lnTo>
                <a:lnTo>
                  <a:pt x="1289134" y="36710"/>
                </a:lnTo>
                <a:lnTo>
                  <a:pt x="1288833" y="36386"/>
                </a:lnTo>
                <a:lnTo>
                  <a:pt x="1288491" y="36089"/>
                </a:lnTo>
                <a:lnTo>
                  <a:pt x="1288106" y="35823"/>
                </a:lnTo>
                <a:lnTo>
                  <a:pt x="1287676" y="35590"/>
                </a:lnTo>
                <a:lnTo>
                  <a:pt x="1287198" y="35393"/>
                </a:lnTo>
                <a:lnTo>
                  <a:pt x="1286671" y="35235"/>
                </a:lnTo>
                <a:lnTo>
                  <a:pt x="1286090" y="35118"/>
                </a:lnTo>
                <a:lnTo>
                  <a:pt x="1285454" y="35046"/>
                </a:lnTo>
                <a:lnTo>
                  <a:pt x="1284761" y="35021"/>
                </a:lnTo>
                <a:lnTo>
                  <a:pt x="1284202" y="35035"/>
                </a:lnTo>
                <a:lnTo>
                  <a:pt x="1283683" y="35075"/>
                </a:lnTo>
                <a:lnTo>
                  <a:pt x="1283200" y="35140"/>
                </a:lnTo>
                <a:lnTo>
                  <a:pt x="1282753" y="35228"/>
                </a:lnTo>
                <a:lnTo>
                  <a:pt x="1282340" y="35336"/>
                </a:lnTo>
                <a:lnTo>
                  <a:pt x="1281960" y="35464"/>
                </a:lnTo>
                <a:lnTo>
                  <a:pt x="1281611" y="35610"/>
                </a:lnTo>
                <a:lnTo>
                  <a:pt x="1281292" y="35772"/>
                </a:lnTo>
                <a:lnTo>
                  <a:pt x="1281000" y="35947"/>
                </a:lnTo>
                <a:lnTo>
                  <a:pt x="1280735" y="36135"/>
                </a:lnTo>
                <a:lnTo>
                  <a:pt x="1280495" y="36333"/>
                </a:lnTo>
                <a:lnTo>
                  <a:pt x="1280279" y="36540"/>
                </a:lnTo>
                <a:lnTo>
                  <a:pt x="1280085" y="36755"/>
                </a:lnTo>
                <a:lnTo>
                  <a:pt x="1279912" y="36974"/>
                </a:lnTo>
                <a:lnTo>
                  <a:pt x="1279757" y="37197"/>
                </a:lnTo>
                <a:lnTo>
                  <a:pt x="1279620" y="37422"/>
                </a:lnTo>
                <a:lnTo>
                  <a:pt x="1279499" y="37647"/>
                </a:lnTo>
                <a:lnTo>
                  <a:pt x="1279393" y="37870"/>
                </a:lnTo>
                <a:lnTo>
                  <a:pt x="1279300" y="38089"/>
                </a:lnTo>
                <a:lnTo>
                  <a:pt x="1279218" y="38303"/>
                </a:lnTo>
                <a:lnTo>
                  <a:pt x="1279147" y="38511"/>
                </a:lnTo>
                <a:lnTo>
                  <a:pt x="1279084" y="38709"/>
                </a:lnTo>
                <a:lnTo>
                  <a:pt x="1279028" y="38897"/>
                </a:lnTo>
                <a:lnTo>
                  <a:pt x="1278977" y="39072"/>
                </a:lnTo>
                <a:lnTo>
                  <a:pt x="1277917" y="38587"/>
                </a:lnTo>
                <a:lnTo>
                  <a:pt x="1276860" y="38142"/>
                </a:lnTo>
                <a:lnTo>
                  <a:pt x="1275806" y="37735"/>
                </a:lnTo>
                <a:lnTo>
                  <a:pt x="1274759" y="37366"/>
                </a:lnTo>
                <a:lnTo>
                  <a:pt x="1273720" y="37031"/>
                </a:lnTo>
                <a:lnTo>
                  <a:pt x="1272691" y="36730"/>
                </a:lnTo>
                <a:lnTo>
                  <a:pt x="1271675" y="36461"/>
                </a:lnTo>
                <a:lnTo>
                  <a:pt x="1270674" y="36222"/>
                </a:lnTo>
                <a:lnTo>
                  <a:pt x="1269689" y="36010"/>
                </a:lnTo>
                <a:lnTo>
                  <a:pt x="1268723" y="35825"/>
                </a:lnTo>
                <a:lnTo>
                  <a:pt x="1267778" y="35665"/>
                </a:lnTo>
                <a:lnTo>
                  <a:pt x="1266856" y="35528"/>
                </a:lnTo>
                <a:lnTo>
                  <a:pt x="1265959" y="35411"/>
                </a:lnTo>
                <a:lnTo>
                  <a:pt x="1265090" y="35314"/>
                </a:lnTo>
                <a:lnTo>
                  <a:pt x="1264249" y="35235"/>
                </a:lnTo>
                <a:lnTo>
                  <a:pt x="1263440" y="35171"/>
                </a:lnTo>
                <a:lnTo>
                  <a:pt x="1262665" y="35122"/>
                </a:lnTo>
                <a:lnTo>
                  <a:pt x="1261925" y="35085"/>
                </a:lnTo>
                <a:lnTo>
                  <a:pt x="1261223" y="35058"/>
                </a:lnTo>
                <a:lnTo>
                  <a:pt x="1260560" y="35040"/>
                </a:lnTo>
                <a:lnTo>
                  <a:pt x="1259939" y="35029"/>
                </a:lnTo>
                <a:lnTo>
                  <a:pt x="1259363" y="35024"/>
                </a:lnTo>
                <a:lnTo>
                  <a:pt x="1258832" y="35022"/>
                </a:lnTo>
                <a:lnTo>
                  <a:pt x="1258349" y="35021"/>
                </a:lnTo>
                <a:lnTo>
                  <a:pt x="1254468" y="35102"/>
                </a:lnTo>
                <a:lnTo>
                  <a:pt x="1250865" y="35337"/>
                </a:lnTo>
                <a:lnTo>
                  <a:pt x="1247531" y="35714"/>
                </a:lnTo>
                <a:lnTo>
                  <a:pt x="1244456" y="36225"/>
                </a:lnTo>
                <a:lnTo>
                  <a:pt x="1241630" y="36858"/>
                </a:lnTo>
                <a:lnTo>
                  <a:pt x="1239042" y="37601"/>
                </a:lnTo>
                <a:lnTo>
                  <a:pt x="1236683" y="38445"/>
                </a:lnTo>
                <a:lnTo>
                  <a:pt x="1234542" y="39379"/>
                </a:lnTo>
                <a:lnTo>
                  <a:pt x="1232610" y="40392"/>
                </a:lnTo>
                <a:lnTo>
                  <a:pt x="1230875" y="41473"/>
                </a:lnTo>
                <a:lnTo>
                  <a:pt x="1229329" y="42612"/>
                </a:lnTo>
                <a:lnTo>
                  <a:pt x="1227960" y="43798"/>
                </a:lnTo>
                <a:lnTo>
                  <a:pt x="1226759" y="45019"/>
                </a:lnTo>
                <a:lnTo>
                  <a:pt x="1225715" y="46267"/>
                </a:lnTo>
                <a:lnTo>
                  <a:pt x="1224819" y="47529"/>
                </a:lnTo>
                <a:lnTo>
                  <a:pt x="1224060" y="48795"/>
                </a:lnTo>
                <a:lnTo>
                  <a:pt x="1223429" y="50054"/>
                </a:lnTo>
                <a:lnTo>
                  <a:pt x="1222914" y="51297"/>
                </a:lnTo>
                <a:lnTo>
                  <a:pt x="1222507" y="52510"/>
                </a:lnTo>
                <a:lnTo>
                  <a:pt x="1222196" y="53686"/>
                </a:lnTo>
                <a:lnTo>
                  <a:pt x="1221972" y="54811"/>
                </a:lnTo>
                <a:lnTo>
                  <a:pt x="1221824" y="55876"/>
                </a:lnTo>
                <a:lnTo>
                  <a:pt x="1221743" y="56871"/>
                </a:lnTo>
                <a:lnTo>
                  <a:pt x="1221718" y="57783"/>
                </a:lnTo>
                <a:lnTo>
                  <a:pt x="1221822" y="59928"/>
                </a:lnTo>
                <a:lnTo>
                  <a:pt x="1222127" y="61929"/>
                </a:lnTo>
                <a:lnTo>
                  <a:pt x="1222623" y="63790"/>
                </a:lnTo>
                <a:lnTo>
                  <a:pt x="1223300" y="65519"/>
                </a:lnTo>
                <a:lnTo>
                  <a:pt x="1224149" y="67121"/>
                </a:lnTo>
                <a:lnTo>
                  <a:pt x="1225158" y="68603"/>
                </a:lnTo>
                <a:lnTo>
                  <a:pt x="1226320" y="69970"/>
                </a:lnTo>
                <a:lnTo>
                  <a:pt x="1227623" y="71228"/>
                </a:lnTo>
                <a:lnTo>
                  <a:pt x="1229059" y="72384"/>
                </a:lnTo>
                <a:lnTo>
                  <a:pt x="1230616" y="73443"/>
                </a:lnTo>
                <a:lnTo>
                  <a:pt x="1232285" y="74412"/>
                </a:lnTo>
                <a:lnTo>
                  <a:pt x="1234057" y="75297"/>
                </a:lnTo>
                <a:lnTo>
                  <a:pt x="1235921" y="76103"/>
                </a:lnTo>
                <a:lnTo>
                  <a:pt x="1237868" y="76836"/>
                </a:lnTo>
                <a:lnTo>
                  <a:pt x="1239887" y="77504"/>
                </a:lnTo>
                <a:lnTo>
                  <a:pt x="1241969" y="78111"/>
                </a:lnTo>
                <a:lnTo>
                  <a:pt x="1244104" y="78664"/>
                </a:lnTo>
                <a:lnTo>
                  <a:pt x="1246282" y="79168"/>
                </a:lnTo>
                <a:lnTo>
                  <a:pt x="1248493" y="79630"/>
                </a:lnTo>
                <a:lnTo>
                  <a:pt x="1250727" y="80056"/>
                </a:lnTo>
                <a:lnTo>
                  <a:pt x="1252975" y="80452"/>
                </a:lnTo>
                <a:lnTo>
                  <a:pt x="1255226" y="80824"/>
                </a:lnTo>
                <a:lnTo>
                  <a:pt x="1257471" y="81178"/>
                </a:lnTo>
                <a:lnTo>
                  <a:pt x="1259700" y="81519"/>
                </a:lnTo>
                <a:lnTo>
                  <a:pt x="1260910" y="81718"/>
                </a:lnTo>
                <a:lnTo>
                  <a:pt x="1262173" y="81929"/>
                </a:lnTo>
                <a:lnTo>
                  <a:pt x="1263480" y="82157"/>
                </a:lnTo>
                <a:lnTo>
                  <a:pt x="1264822" y="82403"/>
                </a:lnTo>
                <a:lnTo>
                  <a:pt x="1266188" y="82671"/>
                </a:lnTo>
                <a:lnTo>
                  <a:pt x="1267571" y="82964"/>
                </a:lnTo>
                <a:lnTo>
                  <a:pt x="1268959" y="83285"/>
                </a:lnTo>
                <a:lnTo>
                  <a:pt x="1270346" y="83636"/>
                </a:lnTo>
                <a:lnTo>
                  <a:pt x="1271720" y="84020"/>
                </a:lnTo>
                <a:lnTo>
                  <a:pt x="1273072" y="84441"/>
                </a:lnTo>
                <a:lnTo>
                  <a:pt x="1274395" y="84901"/>
                </a:lnTo>
                <a:lnTo>
                  <a:pt x="1275677" y="85404"/>
                </a:lnTo>
                <a:lnTo>
                  <a:pt x="1276910" y="85952"/>
                </a:lnTo>
                <a:lnTo>
                  <a:pt x="1278084" y="86548"/>
                </a:lnTo>
                <a:lnTo>
                  <a:pt x="1279191" y="87195"/>
                </a:lnTo>
                <a:lnTo>
                  <a:pt x="1280221" y="87896"/>
                </a:lnTo>
                <a:lnTo>
                  <a:pt x="1281164" y="88654"/>
                </a:lnTo>
                <a:lnTo>
                  <a:pt x="1282012" y="89471"/>
                </a:lnTo>
                <a:lnTo>
                  <a:pt x="1282755" y="90352"/>
                </a:lnTo>
                <a:lnTo>
                  <a:pt x="1283383" y="91298"/>
                </a:lnTo>
                <a:lnTo>
                  <a:pt x="1283888" y="92313"/>
                </a:lnTo>
                <a:lnTo>
                  <a:pt x="1284260" y="93400"/>
                </a:lnTo>
                <a:lnTo>
                  <a:pt x="1284491" y="94561"/>
                </a:lnTo>
                <a:lnTo>
                  <a:pt x="1284569" y="95800"/>
                </a:lnTo>
                <a:lnTo>
                  <a:pt x="1284532" y="96688"/>
                </a:lnTo>
                <a:lnTo>
                  <a:pt x="1284419" y="97565"/>
                </a:lnTo>
                <a:lnTo>
                  <a:pt x="1284229" y="98430"/>
                </a:lnTo>
                <a:lnTo>
                  <a:pt x="1283960" y="99280"/>
                </a:lnTo>
                <a:lnTo>
                  <a:pt x="1283611" y="100111"/>
                </a:lnTo>
                <a:lnTo>
                  <a:pt x="1283181" y="100923"/>
                </a:lnTo>
                <a:lnTo>
                  <a:pt x="1282667" y="101712"/>
                </a:lnTo>
                <a:lnTo>
                  <a:pt x="1282070" y="102476"/>
                </a:lnTo>
                <a:lnTo>
                  <a:pt x="1281387" y="103212"/>
                </a:lnTo>
                <a:lnTo>
                  <a:pt x="1280617" y="103918"/>
                </a:lnTo>
                <a:lnTo>
                  <a:pt x="1279758" y="104593"/>
                </a:lnTo>
                <a:lnTo>
                  <a:pt x="1278809" y="105232"/>
                </a:lnTo>
                <a:lnTo>
                  <a:pt x="1277769" y="105834"/>
                </a:lnTo>
                <a:lnTo>
                  <a:pt x="1276636" y="106397"/>
                </a:lnTo>
                <a:lnTo>
                  <a:pt x="1275409" y="106917"/>
                </a:lnTo>
                <a:lnTo>
                  <a:pt x="1274087" y="107394"/>
                </a:lnTo>
                <a:lnTo>
                  <a:pt x="1272667" y="107823"/>
                </a:lnTo>
                <a:lnTo>
                  <a:pt x="1271149" y="108203"/>
                </a:lnTo>
                <a:lnTo>
                  <a:pt x="1269530" y="108531"/>
                </a:lnTo>
                <a:lnTo>
                  <a:pt x="1267811" y="108804"/>
                </a:lnTo>
                <a:lnTo>
                  <a:pt x="1265989" y="109022"/>
                </a:lnTo>
                <a:lnTo>
                  <a:pt x="1264062" y="109180"/>
                </a:lnTo>
                <a:lnTo>
                  <a:pt x="1262030" y="109277"/>
                </a:lnTo>
                <a:lnTo>
                  <a:pt x="1259891" y="109309"/>
                </a:lnTo>
                <a:lnTo>
                  <a:pt x="1258750" y="109297"/>
                </a:lnTo>
                <a:lnTo>
                  <a:pt x="1257594" y="109259"/>
                </a:lnTo>
                <a:lnTo>
                  <a:pt x="1256427" y="109189"/>
                </a:lnTo>
                <a:lnTo>
                  <a:pt x="1255252" y="109082"/>
                </a:lnTo>
                <a:lnTo>
                  <a:pt x="1254072" y="108935"/>
                </a:lnTo>
                <a:lnTo>
                  <a:pt x="1252890" y="108742"/>
                </a:lnTo>
                <a:lnTo>
                  <a:pt x="1251711" y="108499"/>
                </a:lnTo>
                <a:lnTo>
                  <a:pt x="1250537" y="108201"/>
                </a:lnTo>
                <a:lnTo>
                  <a:pt x="1249372" y="107843"/>
                </a:lnTo>
                <a:lnTo>
                  <a:pt x="1248219" y="107422"/>
                </a:lnTo>
                <a:lnTo>
                  <a:pt x="1247081" y="106931"/>
                </a:lnTo>
                <a:lnTo>
                  <a:pt x="1245962" y="106366"/>
                </a:lnTo>
                <a:lnTo>
                  <a:pt x="1244865" y="105723"/>
                </a:lnTo>
                <a:lnTo>
                  <a:pt x="1243794" y="104997"/>
                </a:lnTo>
                <a:lnTo>
                  <a:pt x="1242751" y="104183"/>
                </a:lnTo>
                <a:lnTo>
                  <a:pt x="1241741" y="103276"/>
                </a:lnTo>
                <a:lnTo>
                  <a:pt x="1240766" y="102273"/>
                </a:lnTo>
                <a:lnTo>
                  <a:pt x="1239830" y="101167"/>
                </a:lnTo>
                <a:lnTo>
                  <a:pt x="1238936" y="99955"/>
                </a:lnTo>
                <a:lnTo>
                  <a:pt x="1238087" y="98632"/>
                </a:lnTo>
                <a:lnTo>
                  <a:pt x="1237287" y="97193"/>
                </a:lnTo>
                <a:lnTo>
                  <a:pt x="1236540" y="95634"/>
                </a:lnTo>
                <a:lnTo>
                  <a:pt x="1235848" y="93949"/>
                </a:lnTo>
                <a:lnTo>
                  <a:pt x="1235215" y="92134"/>
                </a:lnTo>
                <a:lnTo>
                  <a:pt x="1235095" y="91707"/>
                </a:lnTo>
                <a:lnTo>
                  <a:pt x="1234976" y="91294"/>
                </a:lnTo>
                <a:lnTo>
                  <a:pt x="1234854" y="90896"/>
                </a:lnTo>
                <a:lnTo>
                  <a:pt x="1234728" y="90513"/>
                </a:lnTo>
                <a:lnTo>
                  <a:pt x="1234597" y="90146"/>
                </a:lnTo>
                <a:lnTo>
                  <a:pt x="1234459" y="89794"/>
                </a:lnTo>
                <a:lnTo>
                  <a:pt x="1234310" y="89458"/>
                </a:lnTo>
                <a:lnTo>
                  <a:pt x="1234151" y="89139"/>
                </a:lnTo>
                <a:lnTo>
                  <a:pt x="1233978" y="88837"/>
                </a:lnTo>
                <a:lnTo>
                  <a:pt x="1233789" y="88551"/>
                </a:lnTo>
                <a:lnTo>
                  <a:pt x="1233584" y="88283"/>
                </a:lnTo>
                <a:lnTo>
                  <a:pt x="1233359" y="88033"/>
                </a:lnTo>
                <a:lnTo>
                  <a:pt x="1233113" y="87801"/>
                </a:lnTo>
                <a:lnTo>
                  <a:pt x="1232844" y="87588"/>
                </a:lnTo>
                <a:lnTo>
                  <a:pt x="1232551" y="87393"/>
                </a:lnTo>
                <a:lnTo>
                  <a:pt x="1232230" y="87217"/>
                </a:lnTo>
                <a:lnTo>
                  <a:pt x="1231881" y="87061"/>
                </a:lnTo>
                <a:lnTo>
                  <a:pt x="1231500" y="86924"/>
                </a:lnTo>
                <a:lnTo>
                  <a:pt x="1231088" y="86808"/>
                </a:lnTo>
                <a:lnTo>
                  <a:pt x="1230640" y="86712"/>
                </a:lnTo>
                <a:lnTo>
                  <a:pt x="1230156" y="86636"/>
                </a:lnTo>
                <a:lnTo>
                  <a:pt x="1229634" y="86582"/>
                </a:lnTo>
                <a:lnTo>
                  <a:pt x="1229072" y="86549"/>
                </a:lnTo>
                <a:lnTo>
                  <a:pt x="1228467" y="86538"/>
                </a:lnTo>
                <a:lnTo>
                  <a:pt x="1227658" y="86559"/>
                </a:lnTo>
                <a:lnTo>
                  <a:pt x="1226916" y="86620"/>
                </a:lnTo>
                <a:lnTo>
                  <a:pt x="1226239" y="86720"/>
                </a:lnTo>
                <a:lnTo>
                  <a:pt x="1225624" y="86856"/>
                </a:lnTo>
                <a:lnTo>
                  <a:pt x="1225067" y="87027"/>
                </a:lnTo>
                <a:lnTo>
                  <a:pt x="1224565" y="87232"/>
                </a:lnTo>
                <a:lnTo>
                  <a:pt x="1224117" y="87467"/>
                </a:lnTo>
                <a:lnTo>
                  <a:pt x="1223718" y="87732"/>
                </a:lnTo>
                <a:lnTo>
                  <a:pt x="1223366" y="88024"/>
                </a:lnTo>
                <a:lnTo>
                  <a:pt x="1223058" y="88341"/>
                </a:lnTo>
                <a:lnTo>
                  <a:pt x="1222791" y="88683"/>
                </a:lnTo>
                <a:lnTo>
                  <a:pt x="1222562" y="89046"/>
                </a:lnTo>
                <a:lnTo>
                  <a:pt x="1222368" y="89430"/>
                </a:lnTo>
                <a:lnTo>
                  <a:pt x="1222207" y="89832"/>
                </a:lnTo>
                <a:lnTo>
                  <a:pt x="1222074" y="90250"/>
                </a:lnTo>
                <a:lnTo>
                  <a:pt x="1221968" y="90683"/>
                </a:lnTo>
                <a:lnTo>
                  <a:pt x="1221886" y="91128"/>
                </a:lnTo>
                <a:lnTo>
                  <a:pt x="1221824" y="91585"/>
                </a:lnTo>
                <a:lnTo>
                  <a:pt x="1221779" y="92050"/>
                </a:lnTo>
                <a:lnTo>
                  <a:pt x="1221750" y="92523"/>
                </a:lnTo>
                <a:lnTo>
                  <a:pt x="1221732" y="93001"/>
                </a:lnTo>
                <a:lnTo>
                  <a:pt x="1221722" y="93483"/>
                </a:lnTo>
                <a:lnTo>
                  <a:pt x="1221719" y="93966"/>
                </a:lnTo>
                <a:lnTo>
                  <a:pt x="1221718" y="94449"/>
                </a:lnTo>
                <a:lnTo>
                  <a:pt x="1221718" y="113166"/>
                </a:lnTo>
                <a:lnTo>
                  <a:pt x="1221719" y="113560"/>
                </a:lnTo>
                <a:lnTo>
                  <a:pt x="1221722" y="113969"/>
                </a:lnTo>
                <a:lnTo>
                  <a:pt x="1221730" y="114391"/>
                </a:lnTo>
                <a:lnTo>
                  <a:pt x="1221745" y="114822"/>
                </a:lnTo>
                <a:lnTo>
                  <a:pt x="1221771" y="115260"/>
                </a:lnTo>
                <a:lnTo>
                  <a:pt x="1221809" y="115702"/>
                </a:lnTo>
                <a:lnTo>
                  <a:pt x="1221862" y="116144"/>
                </a:lnTo>
                <a:lnTo>
                  <a:pt x="1221933" y="116585"/>
                </a:lnTo>
                <a:lnTo>
                  <a:pt x="1222023" y="117021"/>
                </a:lnTo>
                <a:lnTo>
                  <a:pt x="1222137" y="117450"/>
                </a:lnTo>
                <a:lnTo>
                  <a:pt x="1222275" y="117868"/>
                </a:lnTo>
                <a:lnTo>
                  <a:pt x="1222441" y="118274"/>
                </a:lnTo>
                <a:lnTo>
                  <a:pt x="1222638" y="118663"/>
                </a:lnTo>
                <a:lnTo>
                  <a:pt x="1222866" y="119033"/>
                </a:lnTo>
                <a:lnTo>
                  <a:pt x="1223130" y="119381"/>
                </a:lnTo>
                <a:lnTo>
                  <a:pt x="1223432" y="119705"/>
                </a:lnTo>
                <a:lnTo>
                  <a:pt x="1223774" y="120001"/>
                </a:lnTo>
                <a:lnTo>
                  <a:pt x="1224158" y="120267"/>
                </a:lnTo>
                <a:lnTo>
                  <a:pt x="1224588" y="120500"/>
                </a:lnTo>
                <a:lnTo>
                  <a:pt x="1225065" y="120697"/>
                </a:lnTo>
                <a:lnTo>
                  <a:pt x="1225593" y="120855"/>
                </a:lnTo>
                <a:lnTo>
                  <a:pt x="1226173" y="120972"/>
                </a:lnTo>
                <a:lnTo>
                  <a:pt x="1226809" y="121044"/>
                </a:lnTo>
                <a:lnTo>
                  <a:pt x="1227502" y="121068"/>
                </a:lnTo>
                <a:lnTo>
                  <a:pt x="1227726" y="121067"/>
                </a:lnTo>
                <a:lnTo>
                  <a:pt x="1227963" y="121060"/>
                </a:lnTo>
                <a:lnTo>
                  <a:pt x="1228212" y="121046"/>
                </a:lnTo>
                <a:lnTo>
                  <a:pt x="1228472" y="121021"/>
                </a:lnTo>
                <a:lnTo>
                  <a:pt x="1228743" y="120982"/>
                </a:lnTo>
                <a:lnTo>
                  <a:pt x="1229024" y="120927"/>
                </a:lnTo>
                <a:lnTo>
                  <a:pt x="1229313" y="120852"/>
                </a:lnTo>
                <a:lnTo>
                  <a:pt x="1229609" y="120755"/>
                </a:lnTo>
                <a:lnTo>
                  <a:pt x="1229912" y="120632"/>
                </a:lnTo>
                <a:lnTo>
                  <a:pt x="1230221" y="120480"/>
                </a:lnTo>
                <a:lnTo>
                  <a:pt x="1230535" y="120298"/>
                </a:lnTo>
                <a:lnTo>
                  <a:pt x="1230853" y="120081"/>
                </a:lnTo>
                <a:lnTo>
                  <a:pt x="1231173" y="119827"/>
                </a:lnTo>
                <a:lnTo>
                  <a:pt x="1231496" y="119533"/>
                </a:lnTo>
                <a:lnTo>
                  <a:pt x="1231820" y="119196"/>
                </a:lnTo>
                <a:lnTo>
                  <a:pt x="1232144" y="118813"/>
                </a:lnTo>
                <a:lnTo>
                  <a:pt x="1232468" y="118381"/>
                </a:lnTo>
                <a:lnTo>
                  <a:pt x="1232790" y="117897"/>
                </a:lnTo>
                <a:lnTo>
                  <a:pt x="1233109" y="117359"/>
                </a:lnTo>
                <a:lnTo>
                  <a:pt x="1233425" y="116763"/>
                </a:lnTo>
                <a:lnTo>
                  <a:pt x="1233737" y="116106"/>
                </a:lnTo>
                <a:lnTo>
                  <a:pt x="1234043" y="115386"/>
                </a:lnTo>
                <a:lnTo>
                  <a:pt x="1234343" y="114599"/>
                </a:lnTo>
                <a:lnTo>
                  <a:pt x="1234636" y="113743"/>
                </a:lnTo>
                <a:lnTo>
                  <a:pt x="1235820" y="114577"/>
                </a:lnTo>
                <a:lnTo>
                  <a:pt x="1237010" y="115345"/>
                </a:lnTo>
                <a:lnTo>
                  <a:pt x="1238203" y="116050"/>
                </a:lnTo>
                <a:lnTo>
                  <a:pt x="1239397" y="116695"/>
                </a:lnTo>
                <a:lnTo>
                  <a:pt x="1240590" y="117283"/>
                </a:lnTo>
                <a:lnTo>
                  <a:pt x="1241778" y="117815"/>
                </a:lnTo>
                <a:lnTo>
                  <a:pt x="1242960" y="118296"/>
                </a:lnTo>
                <a:lnTo>
                  <a:pt x="1244132" y="118727"/>
                </a:lnTo>
                <a:lnTo>
                  <a:pt x="1245294" y="119111"/>
                </a:lnTo>
                <a:lnTo>
                  <a:pt x="1246442" y="119450"/>
                </a:lnTo>
                <a:lnTo>
                  <a:pt x="1247573" y="119749"/>
                </a:lnTo>
                <a:lnTo>
                  <a:pt x="1248686" y="120008"/>
                </a:lnTo>
                <a:lnTo>
                  <a:pt x="1249777" y="120232"/>
                </a:lnTo>
                <a:lnTo>
                  <a:pt x="1250845" y="120421"/>
                </a:lnTo>
                <a:lnTo>
                  <a:pt x="1251888" y="120580"/>
                </a:lnTo>
                <a:lnTo>
                  <a:pt x="1252902" y="120711"/>
                </a:lnTo>
                <a:lnTo>
                  <a:pt x="1253885" y="120817"/>
                </a:lnTo>
                <a:lnTo>
                  <a:pt x="1254834" y="120900"/>
                </a:lnTo>
                <a:lnTo>
                  <a:pt x="1255749" y="120962"/>
                </a:lnTo>
                <a:lnTo>
                  <a:pt x="1256625" y="121008"/>
                </a:lnTo>
                <a:lnTo>
                  <a:pt x="1257460" y="121038"/>
                </a:lnTo>
                <a:lnTo>
                  <a:pt x="1258253" y="121057"/>
                </a:lnTo>
                <a:lnTo>
                  <a:pt x="1259000" y="121066"/>
                </a:lnTo>
                <a:lnTo>
                  <a:pt x="1259700" y="121068"/>
                </a:lnTo>
                <a:lnTo>
                  <a:pt x="1263382" y="120987"/>
                </a:lnTo>
                <a:lnTo>
                  <a:pt x="1266819" y="120748"/>
                </a:lnTo>
                <a:lnTo>
                  <a:pt x="1270019" y="120363"/>
                </a:lnTo>
                <a:lnTo>
                  <a:pt x="1272989" y="119840"/>
                </a:lnTo>
                <a:lnTo>
                  <a:pt x="1275738" y="119190"/>
                </a:lnTo>
                <a:lnTo>
                  <a:pt x="1278273" y="118423"/>
                </a:lnTo>
                <a:lnTo>
                  <a:pt x="1280603" y="117548"/>
                </a:lnTo>
                <a:lnTo>
                  <a:pt x="1282734" y="116576"/>
                </a:lnTo>
                <a:lnTo>
                  <a:pt x="1284675" y="115516"/>
                </a:lnTo>
                <a:lnTo>
                  <a:pt x="1286434" y="114378"/>
                </a:lnTo>
                <a:lnTo>
                  <a:pt x="1288019" y="113172"/>
                </a:lnTo>
                <a:lnTo>
                  <a:pt x="1289437" y="111908"/>
                </a:lnTo>
                <a:lnTo>
                  <a:pt x="1290697" y="110596"/>
                </a:lnTo>
                <a:lnTo>
                  <a:pt x="1291806" y="109245"/>
                </a:lnTo>
                <a:lnTo>
                  <a:pt x="1292772" y="107866"/>
                </a:lnTo>
                <a:lnTo>
                  <a:pt x="1293602" y="106468"/>
                </a:lnTo>
                <a:lnTo>
                  <a:pt x="1294306" y="105062"/>
                </a:lnTo>
                <a:lnTo>
                  <a:pt x="1294890" y="103656"/>
                </a:lnTo>
                <a:lnTo>
                  <a:pt x="1295363" y="102262"/>
                </a:lnTo>
                <a:lnTo>
                  <a:pt x="1295732" y="100888"/>
                </a:lnTo>
                <a:lnTo>
                  <a:pt x="1296006" y="99545"/>
                </a:lnTo>
                <a:lnTo>
                  <a:pt x="1296192" y="98243"/>
                </a:lnTo>
                <a:lnTo>
                  <a:pt x="1296297" y="96991"/>
                </a:lnTo>
                <a:lnTo>
                  <a:pt x="1296331" y="95800"/>
                </a:lnTo>
                <a:lnTo>
                  <a:pt x="1296204" y="93373"/>
                </a:lnTo>
                <a:lnTo>
                  <a:pt x="1295838" y="91108"/>
                </a:lnTo>
                <a:lnTo>
                  <a:pt x="1295250" y="88999"/>
                </a:lnTo>
                <a:lnTo>
                  <a:pt x="1294460" y="87040"/>
                </a:lnTo>
                <a:lnTo>
                  <a:pt x="1293486" y="85225"/>
                </a:lnTo>
                <a:lnTo>
                  <a:pt x="1292348" y="83549"/>
                </a:lnTo>
                <a:close/>
                <a:moveTo>
                  <a:pt x="1509530" y="110620"/>
                </a:moveTo>
                <a:lnTo>
                  <a:pt x="1509266" y="110235"/>
                </a:lnTo>
                <a:lnTo>
                  <a:pt x="1508972" y="109893"/>
                </a:lnTo>
                <a:lnTo>
                  <a:pt x="1508651" y="109592"/>
                </a:lnTo>
                <a:lnTo>
                  <a:pt x="1508306" y="109328"/>
                </a:lnTo>
                <a:lnTo>
                  <a:pt x="1507940" y="109099"/>
                </a:lnTo>
                <a:lnTo>
                  <a:pt x="1507556" y="108903"/>
                </a:lnTo>
                <a:lnTo>
                  <a:pt x="1507158" y="108736"/>
                </a:lnTo>
                <a:lnTo>
                  <a:pt x="1506747" y="108598"/>
                </a:lnTo>
                <a:lnTo>
                  <a:pt x="1506327" y="108485"/>
                </a:lnTo>
                <a:lnTo>
                  <a:pt x="1505900" y="108394"/>
                </a:lnTo>
                <a:lnTo>
                  <a:pt x="1505471" y="108323"/>
                </a:lnTo>
                <a:lnTo>
                  <a:pt x="1505041" y="108270"/>
                </a:lnTo>
                <a:lnTo>
                  <a:pt x="1504613" y="108232"/>
                </a:lnTo>
                <a:lnTo>
                  <a:pt x="1504191" y="108206"/>
                </a:lnTo>
                <a:lnTo>
                  <a:pt x="1503777" y="108191"/>
                </a:lnTo>
                <a:lnTo>
                  <a:pt x="1503375" y="108183"/>
                </a:lnTo>
                <a:lnTo>
                  <a:pt x="1502986" y="108180"/>
                </a:lnTo>
                <a:lnTo>
                  <a:pt x="1502615" y="108180"/>
                </a:lnTo>
                <a:lnTo>
                  <a:pt x="1501635" y="108175"/>
                </a:lnTo>
                <a:lnTo>
                  <a:pt x="1500717" y="108160"/>
                </a:lnTo>
                <a:lnTo>
                  <a:pt x="1499857" y="108137"/>
                </a:lnTo>
                <a:lnTo>
                  <a:pt x="1499055" y="108105"/>
                </a:lnTo>
                <a:lnTo>
                  <a:pt x="1498306" y="108066"/>
                </a:lnTo>
                <a:lnTo>
                  <a:pt x="1497609" y="108020"/>
                </a:lnTo>
                <a:lnTo>
                  <a:pt x="1496962" y="107967"/>
                </a:lnTo>
                <a:lnTo>
                  <a:pt x="1496361" y="107908"/>
                </a:lnTo>
                <a:lnTo>
                  <a:pt x="1495804" y="107844"/>
                </a:lnTo>
                <a:lnTo>
                  <a:pt x="1495289" y="107775"/>
                </a:lnTo>
                <a:lnTo>
                  <a:pt x="1494813" y="107701"/>
                </a:lnTo>
                <a:lnTo>
                  <a:pt x="1494374" y="107625"/>
                </a:lnTo>
                <a:lnTo>
                  <a:pt x="1493969" y="107545"/>
                </a:lnTo>
                <a:lnTo>
                  <a:pt x="1493595" y="107463"/>
                </a:lnTo>
                <a:lnTo>
                  <a:pt x="1493251" y="107378"/>
                </a:lnTo>
                <a:lnTo>
                  <a:pt x="1492933" y="107293"/>
                </a:lnTo>
                <a:lnTo>
                  <a:pt x="1492640" y="107207"/>
                </a:lnTo>
                <a:lnTo>
                  <a:pt x="1492367" y="107121"/>
                </a:lnTo>
                <a:lnTo>
                  <a:pt x="1492115" y="107035"/>
                </a:lnTo>
                <a:lnTo>
                  <a:pt x="1491878" y="106951"/>
                </a:lnTo>
                <a:lnTo>
                  <a:pt x="1491656" y="106868"/>
                </a:lnTo>
                <a:lnTo>
                  <a:pt x="1491445" y="106787"/>
                </a:lnTo>
                <a:lnTo>
                  <a:pt x="1491243" y="106709"/>
                </a:lnTo>
                <a:lnTo>
                  <a:pt x="1491048" y="106635"/>
                </a:lnTo>
                <a:lnTo>
                  <a:pt x="1491048" y="64932"/>
                </a:lnTo>
                <a:lnTo>
                  <a:pt x="1490994" y="63207"/>
                </a:lnTo>
                <a:lnTo>
                  <a:pt x="1490827" y="61465"/>
                </a:lnTo>
                <a:lnTo>
                  <a:pt x="1490547" y="59712"/>
                </a:lnTo>
                <a:lnTo>
                  <a:pt x="1490149" y="57958"/>
                </a:lnTo>
                <a:lnTo>
                  <a:pt x="1489630" y="56210"/>
                </a:lnTo>
                <a:lnTo>
                  <a:pt x="1488988" y="54476"/>
                </a:lnTo>
                <a:lnTo>
                  <a:pt x="1488219" y="52766"/>
                </a:lnTo>
                <a:lnTo>
                  <a:pt x="1487321" y="51086"/>
                </a:lnTo>
                <a:lnTo>
                  <a:pt x="1486290" y="49445"/>
                </a:lnTo>
                <a:lnTo>
                  <a:pt x="1485124" y="47851"/>
                </a:lnTo>
                <a:lnTo>
                  <a:pt x="1483819" y="46312"/>
                </a:lnTo>
                <a:lnTo>
                  <a:pt x="1482373" y="44837"/>
                </a:lnTo>
                <a:lnTo>
                  <a:pt x="1480782" y="43433"/>
                </a:lnTo>
                <a:lnTo>
                  <a:pt x="1479043" y="42108"/>
                </a:lnTo>
                <a:lnTo>
                  <a:pt x="1477154" y="40871"/>
                </a:lnTo>
                <a:lnTo>
                  <a:pt x="1475111" y="39730"/>
                </a:lnTo>
                <a:lnTo>
                  <a:pt x="1472911" y="38693"/>
                </a:lnTo>
                <a:lnTo>
                  <a:pt x="1470552" y="37767"/>
                </a:lnTo>
                <a:lnTo>
                  <a:pt x="1468030" y="36962"/>
                </a:lnTo>
                <a:lnTo>
                  <a:pt x="1465343" y="36285"/>
                </a:lnTo>
                <a:lnTo>
                  <a:pt x="1462487" y="35744"/>
                </a:lnTo>
                <a:lnTo>
                  <a:pt x="1459459" y="35348"/>
                </a:lnTo>
                <a:lnTo>
                  <a:pt x="1456256" y="35104"/>
                </a:lnTo>
                <a:lnTo>
                  <a:pt x="1452876" y="35021"/>
                </a:lnTo>
                <a:lnTo>
                  <a:pt x="1451783" y="35022"/>
                </a:lnTo>
                <a:lnTo>
                  <a:pt x="1450584" y="35029"/>
                </a:lnTo>
                <a:lnTo>
                  <a:pt x="1449295" y="35049"/>
                </a:lnTo>
                <a:lnTo>
                  <a:pt x="1447927" y="35087"/>
                </a:lnTo>
                <a:lnTo>
                  <a:pt x="1446494" y="35149"/>
                </a:lnTo>
                <a:lnTo>
                  <a:pt x="1445010" y="35241"/>
                </a:lnTo>
                <a:lnTo>
                  <a:pt x="1443489" y="35371"/>
                </a:lnTo>
                <a:lnTo>
                  <a:pt x="1441944" y="35543"/>
                </a:lnTo>
                <a:lnTo>
                  <a:pt x="1440387" y="35764"/>
                </a:lnTo>
                <a:lnTo>
                  <a:pt x="1438834" y="36040"/>
                </a:lnTo>
                <a:lnTo>
                  <a:pt x="1437297" y="36377"/>
                </a:lnTo>
                <a:lnTo>
                  <a:pt x="1435789" y="36781"/>
                </a:lnTo>
                <a:lnTo>
                  <a:pt x="1434325" y="37259"/>
                </a:lnTo>
                <a:lnTo>
                  <a:pt x="1432917" y="37816"/>
                </a:lnTo>
                <a:lnTo>
                  <a:pt x="1431580" y="38459"/>
                </a:lnTo>
                <a:lnTo>
                  <a:pt x="1430326" y="39193"/>
                </a:lnTo>
                <a:lnTo>
                  <a:pt x="1429169" y="40025"/>
                </a:lnTo>
                <a:lnTo>
                  <a:pt x="1428123" y="40961"/>
                </a:lnTo>
                <a:lnTo>
                  <a:pt x="1427200" y="42008"/>
                </a:lnTo>
                <a:lnTo>
                  <a:pt x="1426415" y="43170"/>
                </a:lnTo>
                <a:lnTo>
                  <a:pt x="1425781" y="44454"/>
                </a:lnTo>
                <a:lnTo>
                  <a:pt x="1425312" y="45867"/>
                </a:lnTo>
                <a:lnTo>
                  <a:pt x="1425020" y="47414"/>
                </a:lnTo>
                <a:lnTo>
                  <a:pt x="1424920" y="49102"/>
                </a:lnTo>
                <a:lnTo>
                  <a:pt x="1424941" y="49812"/>
                </a:lnTo>
                <a:lnTo>
                  <a:pt x="1425003" y="50493"/>
                </a:lnTo>
                <a:lnTo>
                  <a:pt x="1425103" y="51146"/>
                </a:lnTo>
                <a:lnTo>
                  <a:pt x="1425242" y="51771"/>
                </a:lnTo>
                <a:lnTo>
                  <a:pt x="1425416" y="52367"/>
                </a:lnTo>
                <a:lnTo>
                  <a:pt x="1425625" y="52933"/>
                </a:lnTo>
                <a:lnTo>
                  <a:pt x="1425868" y="53471"/>
                </a:lnTo>
                <a:lnTo>
                  <a:pt x="1426142" y="53979"/>
                </a:lnTo>
                <a:lnTo>
                  <a:pt x="1426446" y="54458"/>
                </a:lnTo>
                <a:lnTo>
                  <a:pt x="1426778" y="54907"/>
                </a:lnTo>
                <a:lnTo>
                  <a:pt x="1427138" y="55326"/>
                </a:lnTo>
                <a:lnTo>
                  <a:pt x="1427524" y="55715"/>
                </a:lnTo>
                <a:lnTo>
                  <a:pt x="1427933" y="56074"/>
                </a:lnTo>
                <a:lnTo>
                  <a:pt x="1428365" y="56402"/>
                </a:lnTo>
                <a:lnTo>
                  <a:pt x="1428818" y="56701"/>
                </a:lnTo>
                <a:lnTo>
                  <a:pt x="1429291" y="56968"/>
                </a:lnTo>
                <a:lnTo>
                  <a:pt x="1429782" y="57205"/>
                </a:lnTo>
                <a:lnTo>
                  <a:pt x="1430289" y="57410"/>
                </a:lnTo>
                <a:lnTo>
                  <a:pt x="1430811" y="57585"/>
                </a:lnTo>
                <a:lnTo>
                  <a:pt x="1431347" y="57728"/>
                </a:lnTo>
                <a:lnTo>
                  <a:pt x="1431895" y="57839"/>
                </a:lnTo>
                <a:lnTo>
                  <a:pt x="1432453" y="57919"/>
                </a:lnTo>
                <a:lnTo>
                  <a:pt x="1433021" y="57967"/>
                </a:lnTo>
                <a:lnTo>
                  <a:pt x="1433595" y="57983"/>
                </a:lnTo>
                <a:lnTo>
                  <a:pt x="1433969" y="57974"/>
                </a:lnTo>
                <a:lnTo>
                  <a:pt x="1434366" y="57945"/>
                </a:lnTo>
                <a:lnTo>
                  <a:pt x="1434782" y="57895"/>
                </a:lnTo>
                <a:lnTo>
                  <a:pt x="1435215" y="57822"/>
                </a:lnTo>
                <a:lnTo>
                  <a:pt x="1435659" y="57724"/>
                </a:lnTo>
                <a:lnTo>
                  <a:pt x="1436114" y="57600"/>
                </a:lnTo>
                <a:lnTo>
                  <a:pt x="1436574" y="57449"/>
                </a:lnTo>
                <a:lnTo>
                  <a:pt x="1437037" y="57268"/>
                </a:lnTo>
                <a:lnTo>
                  <a:pt x="1437500" y="57057"/>
                </a:lnTo>
                <a:lnTo>
                  <a:pt x="1437958" y="56813"/>
                </a:lnTo>
                <a:lnTo>
                  <a:pt x="1438409" y="56535"/>
                </a:lnTo>
                <a:lnTo>
                  <a:pt x="1438849" y="56221"/>
                </a:lnTo>
                <a:lnTo>
                  <a:pt x="1439275" y="55870"/>
                </a:lnTo>
                <a:lnTo>
                  <a:pt x="1439684" y="55481"/>
                </a:lnTo>
                <a:lnTo>
                  <a:pt x="1440072" y="55051"/>
                </a:lnTo>
                <a:lnTo>
                  <a:pt x="1440436" y="54579"/>
                </a:lnTo>
                <a:lnTo>
                  <a:pt x="1440773" y="54064"/>
                </a:lnTo>
                <a:lnTo>
                  <a:pt x="1441079" y="53503"/>
                </a:lnTo>
                <a:lnTo>
                  <a:pt x="1441350" y="52896"/>
                </a:lnTo>
                <a:lnTo>
                  <a:pt x="1441585" y="52240"/>
                </a:lnTo>
                <a:lnTo>
                  <a:pt x="1441778" y="51534"/>
                </a:lnTo>
                <a:lnTo>
                  <a:pt x="1441927" y="50777"/>
                </a:lnTo>
                <a:lnTo>
                  <a:pt x="1442029" y="49967"/>
                </a:lnTo>
                <a:lnTo>
                  <a:pt x="1442080" y="49102"/>
                </a:lnTo>
                <a:lnTo>
                  <a:pt x="1442081" y="48916"/>
                </a:lnTo>
                <a:lnTo>
                  <a:pt x="1442086" y="48743"/>
                </a:lnTo>
                <a:lnTo>
                  <a:pt x="1442095" y="48583"/>
                </a:lnTo>
                <a:lnTo>
                  <a:pt x="1442112" y="48435"/>
                </a:lnTo>
                <a:lnTo>
                  <a:pt x="1442136" y="48298"/>
                </a:lnTo>
                <a:lnTo>
                  <a:pt x="1442170" y="48172"/>
                </a:lnTo>
                <a:lnTo>
                  <a:pt x="1442215" y="48057"/>
                </a:lnTo>
                <a:lnTo>
                  <a:pt x="1442272" y="47950"/>
                </a:lnTo>
                <a:lnTo>
                  <a:pt x="1442343" y="47852"/>
                </a:lnTo>
                <a:lnTo>
                  <a:pt x="1442430" y="47763"/>
                </a:lnTo>
                <a:lnTo>
                  <a:pt x="1442535" y="47680"/>
                </a:lnTo>
                <a:lnTo>
                  <a:pt x="1442657" y="47605"/>
                </a:lnTo>
                <a:lnTo>
                  <a:pt x="1442800" y="47535"/>
                </a:lnTo>
                <a:lnTo>
                  <a:pt x="1442964" y="47471"/>
                </a:lnTo>
                <a:lnTo>
                  <a:pt x="1443152" y="47412"/>
                </a:lnTo>
                <a:lnTo>
                  <a:pt x="1443364" y="47356"/>
                </a:lnTo>
                <a:lnTo>
                  <a:pt x="1443602" y="47304"/>
                </a:lnTo>
                <a:lnTo>
                  <a:pt x="1443868" y="47255"/>
                </a:lnTo>
                <a:lnTo>
                  <a:pt x="1444163" y="47207"/>
                </a:lnTo>
                <a:lnTo>
                  <a:pt x="1444488" y="47161"/>
                </a:lnTo>
                <a:lnTo>
                  <a:pt x="1444846" y="47116"/>
                </a:lnTo>
                <a:lnTo>
                  <a:pt x="1445238" y="47071"/>
                </a:lnTo>
                <a:lnTo>
                  <a:pt x="1445664" y="47025"/>
                </a:lnTo>
                <a:lnTo>
                  <a:pt x="1446127" y="46978"/>
                </a:lnTo>
                <a:lnTo>
                  <a:pt x="1446464" y="46954"/>
                </a:lnTo>
                <a:lnTo>
                  <a:pt x="1446798" y="46933"/>
                </a:lnTo>
                <a:lnTo>
                  <a:pt x="1447130" y="46913"/>
                </a:lnTo>
                <a:lnTo>
                  <a:pt x="1447459" y="46896"/>
                </a:lnTo>
                <a:lnTo>
                  <a:pt x="1447785" y="46880"/>
                </a:lnTo>
                <a:lnTo>
                  <a:pt x="1448107" y="46865"/>
                </a:lnTo>
                <a:lnTo>
                  <a:pt x="1448427" y="46852"/>
                </a:lnTo>
                <a:lnTo>
                  <a:pt x="1448742" y="46841"/>
                </a:lnTo>
                <a:lnTo>
                  <a:pt x="1449053" y="46831"/>
                </a:lnTo>
                <a:lnTo>
                  <a:pt x="1449360" y="46822"/>
                </a:lnTo>
                <a:lnTo>
                  <a:pt x="1449663" y="46814"/>
                </a:lnTo>
                <a:lnTo>
                  <a:pt x="1449961" y="46808"/>
                </a:lnTo>
                <a:lnTo>
                  <a:pt x="1450253" y="46802"/>
                </a:lnTo>
                <a:lnTo>
                  <a:pt x="1450541" y="46797"/>
                </a:lnTo>
                <a:lnTo>
                  <a:pt x="1450823" y="46794"/>
                </a:lnTo>
                <a:lnTo>
                  <a:pt x="1451099" y="46791"/>
                </a:lnTo>
                <a:lnTo>
                  <a:pt x="1451369" y="46788"/>
                </a:lnTo>
                <a:lnTo>
                  <a:pt x="1451633" y="46786"/>
                </a:lnTo>
                <a:lnTo>
                  <a:pt x="1451890" y="46785"/>
                </a:lnTo>
                <a:lnTo>
                  <a:pt x="1452141" y="46784"/>
                </a:lnTo>
                <a:lnTo>
                  <a:pt x="1452384" y="46784"/>
                </a:lnTo>
                <a:lnTo>
                  <a:pt x="1452620" y="46783"/>
                </a:lnTo>
                <a:lnTo>
                  <a:pt x="1452849" y="46783"/>
                </a:lnTo>
                <a:lnTo>
                  <a:pt x="1453070" y="46783"/>
                </a:lnTo>
                <a:lnTo>
                  <a:pt x="1454877" y="46815"/>
                </a:lnTo>
                <a:lnTo>
                  <a:pt x="1456633" y="46909"/>
                </a:lnTo>
                <a:lnTo>
                  <a:pt x="1458336" y="47067"/>
                </a:lnTo>
                <a:lnTo>
                  <a:pt x="1459985" y="47290"/>
                </a:lnTo>
                <a:lnTo>
                  <a:pt x="1461575" y="47579"/>
                </a:lnTo>
                <a:lnTo>
                  <a:pt x="1463106" y="47933"/>
                </a:lnTo>
                <a:lnTo>
                  <a:pt x="1464575" y="48354"/>
                </a:lnTo>
                <a:lnTo>
                  <a:pt x="1465979" y="48843"/>
                </a:lnTo>
                <a:lnTo>
                  <a:pt x="1467316" y="49400"/>
                </a:lnTo>
                <a:lnTo>
                  <a:pt x="1468583" y="50027"/>
                </a:lnTo>
                <a:lnTo>
                  <a:pt x="1469779" y="50723"/>
                </a:lnTo>
                <a:lnTo>
                  <a:pt x="1470902" y="51490"/>
                </a:lnTo>
                <a:lnTo>
                  <a:pt x="1471947" y="52329"/>
                </a:lnTo>
                <a:lnTo>
                  <a:pt x="1472915" y="53239"/>
                </a:lnTo>
                <a:lnTo>
                  <a:pt x="1473801" y="54222"/>
                </a:lnTo>
                <a:lnTo>
                  <a:pt x="1474604" y="55279"/>
                </a:lnTo>
                <a:lnTo>
                  <a:pt x="1475321" y="56411"/>
                </a:lnTo>
                <a:lnTo>
                  <a:pt x="1475950" y="57617"/>
                </a:lnTo>
                <a:lnTo>
                  <a:pt x="1476489" y="58900"/>
                </a:lnTo>
                <a:lnTo>
                  <a:pt x="1476935" y="60259"/>
                </a:lnTo>
                <a:lnTo>
                  <a:pt x="1477286" y="61695"/>
                </a:lnTo>
                <a:lnTo>
                  <a:pt x="1477540" y="63210"/>
                </a:lnTo>
                <a:lnTo>
                  <a:pt x="1477694" y="64804"/>
                </a:lnTo>
                <a:lnTo>
                  <a:pt x="1477746" y="66477"/>
                </a:lnTo>
                <a:lnTo>
                  <a:pt x="1473535" y="66597"/>
                </a:lnTo>
                <a:lnTo>
                  <a:pt x="1469439" y="66811"/>
                </a:lnTo>
                <a:lnTo>
                  <a:pt x="1465463" y="67119"/>
                </a:lnTo>
                <a:lnTo>
                  <a:pt x="1461612" y="67522"/>
                </a:lnTo>
                <a:lnTo>
                  <a:pt x="1457894" y="68019"/>
                </a:lnTo>
                <a:lnTo>
                  <a:pt x="1454312" y="68610"/>
                </a:lnTo>
                <a:lnTo>
                  <a:pt x="1450874" y="69295"/>
                </a:lnTo>
                <a:lnTo>
                  <a:pt x="1447584" y="70074"/>
                </a:lnTo>
                <a:lnTo>
                  <a:pt x="1444449" y="70947"/>
                </a:lnTo>
                <a:lnTo>
                  <a:pt x="1441475" y="71913"/>
                </a:lnTo>
                <a:lnTo>
                  <a:pt x="1438666" y="72973"/>
                </a:lnTo>
                <a:lnTo>
                  <a:pt x="1436030" y="74127"/>
                </a:lnTo>
                <a:lnTo>
                  <a:pt x="1433571" y="75375"/>
                </a:lnTo>
                <a:lnTo>
                  <a:pt x="1431296" y="76715"/>
                </a:lnTo>
                <a:lnTo>
                  <a:pt x="1429210" y="78149"/>
                </a:lnTo>
                <a:lnTo>
                  <a:pt x="1427319" y="79677"/>
                </a:lnTo>
                <a:lnTo>
                  <a:pt x="1425629" y="81297"/>
                </a:lnTo>
                <a:lnTo>
                  <a:pt x="1424146" y="83011"/>
                </a:lnTo>
                <a:lnTo>
                  <a:pt x="1422875" y="84818"/>
                </a:lnTo>
                <a:lnTo>
                  <a:pt x="1421822" y="86717"/>
                </a:lnTo>
                <a:lnTo>
                  <a:pt x="1420993" y="88710"/>
                </a:lnTo>
                <a:lnTo>
                  <a:pt x="1420394" y="90795"/>
                </a:lnTo>
                <a:lnTo>
                  <a:pt x="1420030" y="92973"/>
                </a:lnTo>
                <a:lnTo>
                  <a:pt x="1419907" y="95244"/>
                </a:lnTo>
                <a:lnTo>
                  <a:pt x="1419970" y="96901"/>
                </a:lnTo>
                <a:lnTo>
                  <a:pt x="1420158" y="98545"/>
                </a:lnTo>
                <a:lnTo>
                  <a:pt x="1420468" y="100170"/>
                </a:lnTo>
                <a:lnTo>
                  <a:pt x="1420898" y="101773"/>
                </a:lnTo>
                <a:lnTo>
                  <a:pt x="1421447" y="103347"/>
                </a:lnTo>
                <a:lnTo>
                  <a:pt x="1422113" y="104888"/>
                </a:lnTo>
                <a:lnTo>
                  <a:pt x="1422893" y="106390"/>
                </a:lnTo>
                <a:lnTo>
                  <a:pt x="1423785" y="107848"/>
                </a:lnTo>
                <a:lnTo>
                  <a:pt x="1424788" y="109257"/>
                </a:lnTo>
                <a:lnTo>
                  <a:pt x="1425899" y="110613"/>
                </a:lnTo>
                <a:lnTo>
                  <a:pt x="1427117" y="111909"/>
                </a:lnTo>
                <a:lnTo>
                  <a:pt x="1428439" y="113142"/>
                </a:lnTo>
                <a:lnTo>
                  <a:pt x="1429864" y="114305"/>
                </a:lnTo>
                <a:lnTo>
                  <a:pt x="1431389" y="115393"/>
                </a:lnTo>
                <a:lnTo>
                  <a:pt x="1433012" y="116403"/>
                </a:lnTo>
                <a:lnTo>
                  <a:pt x="1434732" y="117327"/>
                </a:lnTo>
                <a:lnTo>
                  <a:pt x="1436546" y="118163"/>
                </a:lnTo>
                <a:lnTo>
                  <a:pt x="1438453" y="118903"/>
                </a:lnTo>
                <a:lnTo>
                  <a:pt x="1440450" y="119543"/>
                </a:lnTo>
                <a:lnTo>
                  <a:pt x="1442535" y="120079"/>
                </a:lnTo>
                <a:lnTo>
                  <a:pt x="1444707" y="120504"/>
                </a:lnTo>
                <a:lnTo>
                  <a:pt x="1446963" y="120814"/>
                </a:lnTo>
                <a:lnTo>
                  <a:pt x="1449301" y="121004"/>
                </a:lnTo>
                <a:lnTo>
                  <a:pt x="1451720" y="121068"/>
                </a:lnTo>
                <a:lnTo>
                  <a:pt x="1452636" y="121061"/>
                </a:lnTo>
                <a:lnTo>
                  <a:pt x="1453599" y="121038"/>
                </a:lnTo>
                <a:lnTo>
                  <a:pt x="1454606" y="120999"/>
                </a:lnTo>
                <a:lnTo>
                  <a:pt x="1455653" y="120941"/>
                </a:lnTo>
                <a:lnTo>
                  <a:pt x="1456736" y="120863"/>
                </a:lnTo>
                <a:lnTo>
                  <a:pt x="1457853" y="120764"/>
                </a:lnTo>
                <a:lnTo>
                  <a:pt x="1459000" y="120643"/>
                </a:lnTo>
                <a:lnTo>
                  <a:pt x="1460174" y="120498"/>
                </a:lnTo>
                <a:lnTo>
                  <a:pt x="1461372" y="120327"/>
                </a:lnTo>
                <a:lnTo>
                  <a:pt x="1462589" y="120129"/>
                </a:lnTo>
                <a:lnTo>
                  <a:pt x="1463823" y="119903"/>
                </a:lnTo>
                <a:lnTo>
                  <a:pt x="1465071" y="119647"/>
                </a:lnTo>
                <a:lnTo>
                  <a:pt x="1466328" y="119361"/>
                </a:lnTo>
                <a:lnTo>
                  <a:pt x="1467592" y="119041"/>
                </a:lnTo>
                <a:lnTo>
                  <a:pt x="1468860" y="118688"/>
                </a:lnTo>
                <a:lnTo>
                  <a:pt x="1470128" y="118299"/>
                </a:lnTo>
                <a:lnTo>
                  <a:pt x="1471392" y="117873"/>
                </a:lnTo>
                <a:lnTo>
                  <a:pt x="1472649" y="117409"/>
                </a:lnTo>
                <a:lnTo>
                  <a:pt x="1473897" y="116906"/>
                </a:lnTo>
                <a:lnTo>
                  <a:pt x="1475131" y="116361"/>
                </a:lnTo>
                <a:lnTo>
                  <a:pt x="1476348" y="115774"/>
                </a:lnTo>
                <a:lnTo>
                  <a:pt x="1477546" y="115143"/>
                </a:lnTo>
                <a:lnTo>
                  <a:pt x="1478720" y="114466"/>
                </a:lnTo>
                <a:lnTo>
                  <a:pt x="1479867" y="113743"/>
                </a:lnTo>
                <a:lnTo>
                  <a:pt x="1480422" y="114464"/>
                </a:lnTo>
                <a:lnTo>
                  <a:pt x="1481028" y="115126"/>
                </a:lnTo>
                <a:lnTo>
                  <a:pt x="1481679" y="115733"/>
                </a:lnTo>
                <a:lnTo>
                  <a:pt x="1482373" y="116287"/>
                </a:lnTo>
                <a:lnTo>
                  <a:pt x="1483108" y="116790"/>
                </a:lnTo>
                <a:lnTo>
                  <a:pt x="1483880" y="117244"/>
                </a:lnTo>
                <a:lnTo>
                  <a:pt x="1484685" y="117653"/>
                </a:lnTo>
                <a:lnTo>
                  <a:pt x="1485522" y="118018"/>
                </a:lnTo>
                <a:lnTo>
                  <a:pt x="1486388" y="118342"/>
                </a:lnTo>
                <a:lnTo>
                  <a:pt x="1487278" y="118627"/>
                </a:lnTo>
                <a:lnTo>
                  <a:pt x="1488190" y="118877"/>
                </a:lnTo>
                <a:lnTo>
                  <a:pt x="1489121" y="119092"/>
                </a:lnTo>
                <a:lnTo>
                  <a:pt x="1490069" y="119277"/>
                </a:lnTo>
                <a:lnTo>
                  <a:pt x="1491029" y="119432"/>
                </a:lnTo>
                <a:lnTo>
                  <a:pt x="1492000" y="119562"/>
                </a:lnTo>
                <a:lnTo>
                  <a:pt x="1492977" y="119667"/>
                </a:lnTo>
                <a:lnTo>
                  <a:pt x="1493959" y="119750"/>
                </a:lnTo>
                <a:lnTo>
                  <a:pt x="1494941" y="119815"/>
                </a:lnTo>
                <a:lnTo>
                  <a:pt x="1495922" y="119863"/>
                </a:lnTo>
                <a:lnTo>
                  <a:pt x="1496897" y="119897"/>
                </a:lnTo>
                <a:lnTo>
                  <a:pt x="1497865" y="119919"/>
                </a:lnTo>
                <a:lnTo>
                  <a:pt x="1498821" y="119931"/>
                </a:lnTo>
                <a:lnTo>
                  <a:pt x="1499763" y="119937"/>
                </a:lnTo>
                <a:lnTo>
                  <a:pt x="1500688" y="119939"/>
                </a:lnTo>
                <a:lnTo>
                  <a:pt x="1501357" y="119938"/>
                </a:lnTo>
                <a:lnTo>
                  <a:pt x="1502012" y="119935"/>
                </a:lnTo>
                <a:lnTo>
                  <a:pt x="1502653" y="119927"/>
                </a:lnTo>
                <a:lnTo>
                  <a:pt x="1503277" y="119911"/>
                </a:lnTo>
                <a:lnTo>
                  <a:pt x="1503884" y="119885"/>
                </a:lnTo>
                <a:lnTo>
                  <a:pt x="1504472" y="119845"/>
                </a:lnTo>
                <a:lnTo>
                  <a:pt x="1505040" y="119790"/>
                </a:lnTo>
                <a:lnTo>
                  <a:pt x="1505587" y="119717"/>
                </a:lnTo>
                <a:lnTo>
                  <a:pt x="1506111" y="119624"/>
                </a:lnTo>
                <a:lnTo>
                  <a:pt x="1506611" y="119506"/>
                </a:lnTo>
                <a:lnTo>
                  <a:pt x="1507085" y="119363"/>
                </a:lnTo>
                <a:lnTo>
                  <a:pt x="1507533" y="119192"/>
                </a:lnTo>
                <a:lnTo>
                  <a:pt x="1507952" y="118989"/>
                </a:lnTo>
                <a:lnTo>
                  <a:pt x="1508342" y="118753"/>
                </a:lnTo>
                <a:lnTo>
                  <a:pt x="1508702" y="118480"/>
                </a:lnTo>
                <a:lnTo>
                  <a:pt x="1509029" y="118168"/>
                </a:lnTo>
                <a:lnTo>
                  <a:pt x="1509323" y="117815"/>
                </a:lnTo>
                <a:lnTo>
                  <a:pt x="1509581" y="117418"/>
                </a:lnTo>
                <a:lnTo>
                  <a:pt x="1509804" y="116974"/>
                </a:lnTo>
                <a:lnTo>
                  <a:pt x="1509989" y="116481"/>
                </a:lnTo>
                <a:lnTo>
                  <a:pt x="1510136" y="115936"/>
                </a:lnTo>
                <a:lnTo>
                  <a:pt x="1510242" y="115336"/>
                </a:lnTo>
                <a:lnTo>
                  <a:pt x="1510307" y="114680"/>
                </a:lnTo>
                <a:lnTo>
                  <a:pt x="1510329" y="113964"/>
                </a:lnTo>
                <a:lnTo>
                  <a:pt x="1510304" y="113270"/>
                </a:lnTo>
                <a:lnTo>
                  <a:pt x="1510232" y="112635"/>
                </a:lnTo>
                <a:lnTo>
                  <a:pt x="1510116" y="112054"/>
                </a:lnTo>
                <a:lnTo>
                  <a:pt x="1509958" y="111527"/>
                </a:lnTo>
                <a:lnTo>
                  <a:pt x="1509762" y="111049"/>
                </a:lnTo>
                <a:lnTo>
                  <a:pt x="1509530" y="110620"/>
                </a:lnTo>
                <a:close/>
                <a:moveTo>
                  <a:pt x="1477628" y="97355"/>
                </a:moveTo>
                <a:lnTo>
                  <a:pt x="1477559" y="97881"/>
                </a:lnTo>
                <a:lnTo>
                  <a:pt x="1477467" y="98403"/>
                </a:lnTo>
                <a:lnTo>
                  <a:pt x="1477349" y="98920"/>
                </a:lnTo>
                <a:lnTo>
                  <a:pt x="1477202" y="99433"/>
                </a:lnTo>
                <a:lnTo>
                  <a:pt x="1477022" y="99940"/>
                </a:lnTo>
                <a:lnTo>
                  <a:pt x="1476806" y="100443"/>
                </a:lnTo>
                <a:lnTo>
                  <a:pt x="1476551" y="100940"/>
                </a:lnTo>
                <a:lnTo>
                  <a:pt x="1476253" y="101432"/>
                </a:lnTo>
                <a:lnTo>
                  <a:pt x="1475910" y="101920"/>
                </a:lnTo>
                <a:lnTo>
                  <a:pt x="1475518" y="102402"/>
                </a:lnTo>
                <a:lnTo>
                  <a:pt x="1475073" y="102878"/>
                </a:lnTo>
                <a:lnTo>
                  <a:pt x="1474573" y="103350"/>
                </a:lnTo>
                <a:lnTo>
                  <a:pt x="1474015" y="103815"/>
                </a:lnTo>
                <a:lnTo>
                  <a:pt x="1473394" y="104275"/>
                </a:lnTo>
                <a:lnTo>
                  <a:pt x="1472708" y="104730"/>
                </a:lnTo>
                <a:lnTo>
                  <a:pt x="1471954" y="105179"/>
                </a:lnTo>
                <a:lnTo>
                  <a:pt x="1471128" y="105621"/>
                </a:lnTo>
                <a:lnTo>
                  <a:pt x="1470226" y="106058"/>
                </a:lnTo>
                <a:lnTo>
                  <a:pt x="1469351" y="106448"/>
                </a:lnTo>
                <a:lnTo>
                  <a:pt x="1468461" y="106805"/>
                </a:lnTo>
                <a:lnTo>
                  <a:pt x="1467560" y="107131"/>
                </a:lnTo>
                <a:lnTo>
                  <a:pt x="1466653" y="107428"/>
                </a:lnTo>
                <a:lnTo>
                  <a:pt x="1465743" y="107696"/>
                </a:lnTo>
                <a:lnTo>
                  <a:pt x="1464835" y="107938"/>
                </a:lnTo>
                <a:lnTo>
                  <a:pt x="1463931" y="108154"/>
                </a:lnTo>
                <a:lnTo>
                  <a:pt x="1463037" y="108346"/>
                </a:lnTo>
                <a:lnTo>
                  <a:pt x="1462155" y="108516"/>
                </a:lnTo>
                <a:lnTo>
                  <a:pt x="1461290" y="108664"/>
                </a:lnTo>
                <a:lnTo>
                  <a:pt x="1460445" y="108793"/>
                </a:lnTo>
                <a:lnTo>
                  <a:pt x="1459624" y="108903"/>
                </a:lnTo>
                <a:lnTo>
                  <a:pt x="1458831" y="108996"/>
                </a:lnTo>
                <a:lnTo>
                  <a:pt x="1458071" y="109074"/>
                </a:lnTo>
                <a:lnTo>
                  <a:pt x="1457346" y="109138"/>
                </a:lnTo>
                <a:lnTo>
                  <a:pt x="1456661" y="109189"/>
                </a:lnTo>
                <a:lnTo>
                  <a:pt x="1456019" y="109229"/>
                </a:lnTo>
                <a:lnTo>
                  <a:pt x="1455425" y="109258"/>
                </a:lnTo>
                <a:lnTo>
                  <a:pt x="1454882" y="109280"/>
                </a:lnTo>
                <a:lnTo>
                  <a:pt x="1454394" y="109294"/>
                </a:lnTo>
                <a:lnTo>
                  <a:pt x="1453965" y="109303"/>
                </a:lnTo>
                <a:lnTo>
                  <a:pt x="1453599" y="109307"/>
                </a:lnTo>
                <a:lnTo>
                  <a:pt x="1453299" y="109309"/>
                </a:lnTo>
                <a:lnTo>
                  <a:pt x="1453070" y="109309"/>
                </a:lnTo>
                <a:lnTo>
                  <a:pt x="1451597" y="109276"/>
                </a:lnTo>
                <a:lnTo>
                  <a:pt x="1450168" y="109176"/>
                </a:lnTo>
                <a:lnTo>
                  <a:pt x="1448784" y="109013"/>
                </a:lnTo>
                <a:lnTo>
                  <a:pt x="1447448" y="108789"/>
                </a:lnTo>
                <a:lnTo>
                  <a:pt x="1446160" y="108506"/>
                </a:lnTo>
                <a:lnTo>
                  <a:pt x="1444923" y="108168"/>
                </a:lnTo>
                <a:lnTo>
                  <a:pt x="1443739" y="107775"/>
                </a:lnTo>
                <a:lnTo>
                  <a:pt x="1442608" y="107331"/>
                </a:lnTo>
                <a:lnTo>
                  <a:pt x="1441532" y="106839"/>
                </a:lnTo>
                <a:lnTo>
                  <a:pt x="1440514" y="106300"/>
                </a:lnTo>
                <a:lnTo>
                  <a:pt x="1439555" y="105717"/>
                </a:lnTo>
                <a:lnTo>
                  <a:pt x="1438657" y="105092"/>
                </a:lnTo>
                <a:lnTo>
                  <a:pt x="1437821" y="104428"/>
                </a:lnTo>
                <a:lnTo>
                  <a:pt x="1437048" y="103728"/>
                </a:lnTo>
                <a:lnTo>
                  <a:pt x="1436342" y="102993"/>
                </a:lnTo>
                <a:lnTo>
                  <a:pt x="1435702" y="102226"/>
                </a:lnTo>
                <a:lnTo>
                  <a:pt x="1435132" y="101430"/>
                </a:lnTo>
                <a:lnTo>
                  <a:pt x="1434632" y="100606"/>
                </a:lnTo>
                <a:lnTo>
                  <a:pt x="1434205" y="99758"/>
                </a:lnTo>
                <a:lnTo>
                  <a:pt x="1433851" y="98888"/>
                </a:lnTo>
                <a:lnTo>
                  <a:pt x="1433573" y="97999"/>
                </a:lnTo>
                <a:lnTo>
                  <a:pt x="1433373" y="97091"/>
                </a:lnTo>
                <a:lnTo>
                  <a:pt x="1433251" y="96169"/>
                </a:lnTo>
                <a:lnTo>
                  <a:pt x="1433210" y="95235"/>
                </a:lnTo>
                <a:lnTo>
                  <a:pt x="1433296" y="94066"/>
                </a:lnTo>
                <a:lnTo>
                  <a:pt x="1433553" y="92923"/>
                </a:lnTo>
                <a:lnTo>
                  <a:pt x="1433977" y="91808"/>
                </a:lnTo>
                <a:lnTo>
                  <a:pt x="1434568" y="90722"/>
                </a:lnTo>
                <a:lnTo>
                  <a:pt x="1435322" y="89667"/>
                </a:lnTo>
                <a:lnTo>
                  <a:pt x="1436238" y="88645"/>
                </a:lnTo>
                <a:lnTo>
                  <a:pt x="1437312" y="87658"/>
                </a:lnTo>
                <a:lnTo>
                  <a:pt x="1438544" y="86708"/>
                </a:lnTo>
                <a:lnTo>
                  <a:pt x="1439930" y="85795"/>
                </a:lnTo>
                <a:lnTo>
                  <a:pt x="1441469" y="84922"/>
                </a:lnTo>
                <a:lnTo>
                  <a:pt x="1443158" y="84092"/>
                </a:lnTo>
                <a:lnTo>
                  <a:pt x="1444994" y="83304"/>
                </a:lnTo>
                <a:lnTo>
                  <a:pt x="1446977" y="82562"/>
                </a:lnTo>
                <a:lnTo>
                  <a:pt x="1449102" y="81866"/>
                </a:lnTo>
                <a:lnTo>
                  <a:pt x="1451369" y="81220"/>
                </a:lnTo>
                <a:lnTo>
                  <a:pt x="1453775" y="80623"/>
                </a:lnTo>
                <a:lnTo>
                  <a:pt x="1456317" y="80079"/>
                </a:lnTo>
                <a:lnTo>
                  <a:pt x="1458993" y="79589"/>
                </a:lnTo>
                <a:lnTo>
                  <a:pt x="1461802" y="79155"/>
                </a:lnTo>
                <a:lnTo>
                  <a:pt x="1464740" y="78778"/>
                </a:lnTo>
                <a:lnTo>
                  <a:pt x="1467806" y="78460"/>
                </a:lnTo>
                <a:lnTo>
                  <a:pt x="1470997" y="78204"/>
                </a:lnTo>
                <a:lnTo>
                  <a:pt x="1474311" y="78010"/>
                </a:lnTo>
                <a:lnTo>
                  <a:pt x="1477746" y="77880"/>
                </a:lnTo>
                <a:lnTo>
                  <a:pt x="1477746" y="94105"/>
                </a:lnTo>
                <a:lnTo>
                  <a:pt x="1477745" y="94657"/>
                </a:lnTo>
                <a:lnTo>
                  <a:pt x="1477741" y="95205"/>
                </a:lnTo>
                <a:lnTo>
                  <a:pt x="1477731" y="95749"/>
                </a:lnTo>
                <a:lnTo>
                  <a:pt x="1477711" y="96289"/>
                </a:lnTo>
                <a:lnTo>
                  <a:pt x="1477678" y="96824"/>
                </a:lnTo>
                <a:lnTo>
                  <a:pt x="1477628" y="97355"/>
                </a:lnTo>
                <a:close/>
                <a:moveTo>
                  <a:pt x="898012" y="111144"/>
                </a:moveTo>
                <a:lnTo>
                  <a:pt x="897772" y="110700"/>
                </a:lnTo>
                <a:lnTo>
                  <a:pt x="897498" y="110303"/>
                </a:lnTo>
                <a:lnTo>
                  <a:pt x="897194" y="109950"/>
                </a:lnTo>
                <a:lnTo>
                  <a:pt x="896862" y="109638"/>
                </a:lnTo>
                <a:lnTo>
                  <a:pt x="896506" y="109366"/>
                </a:lnTo>
                <a:lnTo>
                  <a:pt x="896128" y="109129"/>
                </a:lnTo>
                <a:lnTo>
                  <a:pt x="895732" y="108926"/>
                </a:lnTo>
                <a:lnTo>
                  <a:pt x="895322" y="108755"/>
                </a:lnTo>
                <a:lnTo>
                  <a:pt x="894899" y="108612"/>
                </a:lnTo>
                <a:lnTo>
                  <a:pt x="894468" y="108495"/>
                </a:lnTo>
                <a:lnTo>
                  <a:pt x="894030" y="108401"/>
                </a:lnTo>
                <a:lnTo>
                  <a:pt x="893590" y="108328"/>
                </a:lnTo>
                <a:lnTo>
                  <a:pt x="893151" y="108273"/>
                </a:lnTo>
                <a:lnTo>
                  <a:pt x="892715" y="108234"/>
                </a:lnTo>
                <a:lnTo>
                  <a:pt x="892285" y="108207"/>
                </a:lnTo>
                <a:lnTo>
                  <a:pt x="891866" y="108191"/>
                </a:lnTo>
                <a:lnTo>
                  <a:pt x="891459" y="108183"/>
                </a:lnTo>
                <a:lnTo>
                  <a:pt x="891068" y="108180"/>
                </a:lnTo>
                <a:lnTo>
                  <a:pt x="890696" y="108180"/>
                </a:lnTo>
                <a:lnTo>
                  <a:pt x="882985" y="108180"/>
                </a:lnTo>
                <a:lnTo>
                  <a:pt x="858307" y="77171"/>
                </a:lnTo>
                <a:lnTo>
                  <a:pt x="880285" y="48666"/>
                </a:lnTo>
                <a:lnTo>
                  <a:pt x="887998" y="48666"/>
                </a:lnTo>
                <a:lnTo>
                  <a:pt x="888348" y="48666"/>
                </a:lnTo>
                <a:lnTo>
                  <a:pt x="888720" y="48663"/>
                </a:lnTo>
                <a:lnTo>
                  <a:pt x="889112" y="48655"/>
                </a:lnTo>
                <a:lnTo>
                  <a:pt x="889520" y="48639"/>
                </a:lnTo>
                <a:lnTo>
                  <a:pt x="889941" y="48614"/>
                </a:lnTo>
                <a:lnTo>
                  <a:pt x="890371" y="48576"/>
                </a:lnTo>
                <a:lnTo>
                  <a:pt x="890807" y="48523"/>
                </a:lnTo>
                <a:lnTo>
                  <a:pt x="891246" y="48452"/>
                </a:lnTo>
                <a:lnTo>
                  <a:pt x="891685" y="48361"/>
                </a:lnTo>
                <a:lnTo>
                  <a:pt x="892119" y="48248"/>
                </a:lnTo>
                <a:lnTo>
                  <a:pt x="892546" y="48109"/>
                </a:lnTo>
                <a:lnTo>
                  <a:pt x="892962" y="47943"/>
                </a:lnTo>
                <a:lnTo>
                  <a:pt x="893364" y="47747"/>
                </a:lnTo>
                <a:lnTo>
                  <a:pt x="893749" y="47518"/>
                </a:lnTo>
                <a:lnTo>
                  <a:pt x="894113" y="47254"/>
                </a:lnTo>
                <a:lnTo>
                  <a:pt x="894453" y="46952"/>
                </a:lnTo>
                <a:lnTo>
                  <a:pt x="894765" y="46611"/>
                </a:lnTo>
                <a:lnTo>
                  <a:pt x="895047" y="46226"/>
                </a:lnTo>
                <a:lnTo>
                  <a:pt x="895294" y="45796"/>
                </a:lnTo>
                <a:lnTo>
                  <a:pt x="895504" y="45319"/>
                </a:lnTo>
                <a:lnTo>
                  <a:pt x="895674" y="44791"/>
                </a:lnTo>
                <a:lnTo>
                  <a:pt x="895799" y="44211"/>
                </a:lnTo>
                <a:lnTo>
                  <a:pt x="895876" y="43576"/>
                </a:lnTo>
                <a:lnTo>
                  <a:pt x="895903" y="42882"/>
                </a:lnTo>
                <a:lnTo>
                  <a:pt x="895877" y="42166"/>
                </a:lnTo>
                <a:lnTo>
                  <a:pt x="895802" y="41509"/>
                </a:lnTo>
                <a:lnTo>
                  <a:pt x="895682" y="40909"/>
                </a:lnTo>
                <a:lnTo>
                  <a:pt x="895518" y="40364"/>
                </a:lnTo>
                <a:lnTo>
                  <a:pt x="895314" y="39870"/>
                </a:lnTo>
                <a:lnTo>
                  <a:pt x="895074" y="39426"/>
                </a:lnTo>
                <a:lnTo>
                  <a:pt x="894800" y="39029"/>
                </a:lnTo>
                <a:lnTo>
                  <a:pt x="894496" y="38675"/>
                </a:lnTo>
                <a:lnTo>
                  <a:pt x="894164" y="38364"/>
                </a:lnTo>
                <a:lnTo>
                  <a:pt x="893808" y="38091"/>
                </a:lnTo>
                <a:lnTo>
                  <a:pt x="893430" y="37854"/>
                </a:lnTo>
                <a:lnTo>
                  <a:pt x="893035" y="37651"/>
                </a:lnTo>
                <a:lnTo>
                  <a:pt x="892624" y="37480"/>
                </a:lnTo>
                <a:lnTo>
                  <a:pt x="892201" y="37337"/>
                </a:lnTo>
                <a:lnTo>
                  <a:pt x="891770" y="37219"/>
                </a:lnTo>
                <a:lnTo>
                  <a:pt x="891333" y="37126"/>
                </a:lnTo>
                <a:lnTo>
                  <a:pt x="890893" y="37053"/>
                </a:lnTo>
                <a:lnTo>
                  <a:pt x="890453" y="36998"/>
                </a:lnTo>
                <a:lnTo>
                  <a:pt x="890017" y="36958"/>
                </a:lnTo>
                <a:lnTo>
                  <a:pt x="889588" y="36932"/>
                </a:lnTo>
                <a:lnTo>
                  <a:pt x="889168" y="36916"/>
                </a:lnTo>
                <a:lnTo>
                  <a:pt x="888761" y="36908"/>
                </a:lnTo>
                <a:lnTo>
                  <a:pt x="888370" y="36905"/>
                </a:lnTo>
                <a:lnTo>
                  <a:pt x="887998" y="36904"/>
                </a:lnTo>
                <a:lnTo>
                  <a:pt x="865441" y="36904"/>
                </a:lnTo>
                <a:lnTo>
                  <a:pt x="865070" y="36905"/>
                </a:lnTo>
                <a:lnTo>
                  <a:pt x="864681" y="36908"/>
                </a:lnTo>
                <a:lnTo>
                  <a:pt x="864279" y="36916"/>
                </a:lnTo>
                <a:lnTo>
                  <a:pt x="863865" y="36931"/>
                </a:lnTo>
                <a:lnTo>
                  <a:pt x="863443" y="36957"/>
                </a:lnTo>
                <a:lnTo>
                  <a:pt x="863016" y="36995"/>
                </a:lnTo>
                <a:lnTo>
                  <a:pt x="862586" y="37048"/>
                </a:lnTo>
                <a:lnTo>
                  <a:pt x="862156" y="37119"/>
                </a:lnTo>
                <a:lnTo>
                  <a:pt x="861730" y="37209"/>
                </a:lnTo>
                <a:lnTo>
                  <a:pt x="861310" y="37323"/>
                </a:lnTo>
                <a:lnTo>
                  <a:pt x="860900" y="37461"/>
                </a:lnTo>
                <a:lnTo>
                  <a:pt x="860501" y="37628"/>
                </a:lnTo>
                <a:lnTo>
                  <a:pt x="860118" y="37824"/>
                </a:lnTo>
                <a:lnTo>
                  <a:pt x="859752" y="38053"/>
                </a:lnTo>
                <a:lnTo>
                  <a:pt x="859407" y="38317"/>
                </a:lnTo>
                <a:lnTo>
                  <a:pt x="859087" y="38619"/>
                </a:lnTo>
                <a:lnTo>
                  <a:pt x="858793" y="38961"/>
                </a:lnTo>
                <a:lnTo>
                  <a:pt x="858528" y="39346"/>
                </a:lnTo>
                <a:lnTo>
                  <a:pt x="858297" y="39775"/>
                </a:lnTo>
                <a:lnTo>
                  <a:pt x="858101" y="40253"/>
                </a:lnTo>
                <a:lnTo>
                  <a:pt x="857943" y="40781"/>
                </a:lnTo>
                <a:lnTo>
                  <a:pt x="857827" y="41362"/>
                </a:lnTo>
                <a:lnTo>
                  <a:pt x="857755" y="41997"/>
                </a:lnTo>
                <a:lnTo>
                  <a:pt x="857730" y="42691"/>
                </a:lnTo>
                <a:lnTo>
                  <a:pt x="857752" y="43407"/>
                </a:lnTo>
                <a:lnTo>
                  <a:pt x="857817" y="44064"/>
                </a:lnTo>
                <a:lnTo>
                  <a:pt x="857923" y="44663"/>
                </a:lnTo>
                <a:lnTo>
                  <a:pt x="858069" y="45208"/>
                </a:lnTo>
                <a:lnTo>
                  <a:pt x="858253" y="45702"/>
                </a:lnTo>
                <a:lnTo>
                  <a:pt x="858474" y="46145"/>
                </a:lnTo>
                <a:lnTo>
                  <a:pt x="858731" y="46543"/>
                </a:lnTo>
                <a:lnTo>
                  <a:pt x="859023" y="46896"/>
                </a:lnTo>
                <a:lnTo>
                  <a:pt x="859347" y="47207"/>
                </a:lnTo>
                <a:lnTo>
                  <a:pt x="859702" y="47480"/>
                </a:lnTo>
                <a:lnTo>
                  <a:pt x="860088" y="47717"/>
                </a:lnTo>
                <a:lnTo>
                  <a:pt x="860502" y="47919"/>
                </a:lnTo>
                <a:lnTo>
                  <a:pt x="860943" y="48091"/>
                </a:lnTo>
                <a:lnTo>
                  <a:pt x="861410" y="48234"/>
                </a:lnTo>
                <a:lnTo>
                  <a:pt x="861901" y="48351"/>
                </a:lnTo>
                <a:lnTo>
                  <a:pt x="862414" y="48445"/>
                </a:lnTo>
                <a:lnTo>
                  <a:pt x="862950" y="48518"/>
                </a:lnTo>
                <a:lnTo>
                  <a:pt x="863505" y="48573"/>
                </a:lnTo>
                <a:lnTo>
                  <a:pt x="864079" y="48612"/>
                </a:lnTo>
                <a:lnTo>
                  <a:pt x="864670" y="48639"/>
                </a:lnTo>
                <a:lnTo>
                  <a:pt x="865276" y="48655"/>
                </a:lnTo>
                <a:lnTo>
                  <a:pt x="865897" y="48663"/>
                </a:lnTo>
                <a:lnTo>
                  <a:pt x="866531" y="48666"/>
                </a:lnTo>
                <a:lnTo>
                  <a:pt x="867176" y="48666"/>
                </a:lnTo>
                <a:lnTo>
                  <a:pt x="852909" y="68119"/>
                </a:lnTo>
                <a:lnTo>
                  <a:pt x="838259" y="48666"/>
                </a:lnTo>
                <a:lnTo>
                  <a:pt x="838881" y="48666"/>
                </a:lnTo>
                <a:lnTo>
                  <a:pt x="839494" y="48663"/>
                </a:lnTo>
                <a:lnTo>
                  <a:pt x="840095" y="48655"/>
                </a:lnTo>
                <a:lnTo>
                  <a:pt x="840685" y="48639"/>
                </a:lnTo>
                <a:lnTo>
                  <a:pt x="841260" y="48612"/>
                </a:lnTo>
                <a:lnTo>
                  <a:pt x="841819" y="48573"/>
                </a:lnTo>
                <a:lnTo>
                  <a:pt x="842361" y="48518"/>
                </a:lnTo>
                <a:lnTo>
                  <a:pt x="842885" y="48445"/>
                </a:lnTo>
                <a:lnTo>
                  <a:pt x="843389" y="48351"/>
                </a:lnTo>
                <a:lnTo>
                  <a:pt x="843871" y="48234"/>
                </a:lnTo>
                <a:lnTo>
                  <a:pt x="844330" y="48091"/>
                </a:lnTo>
                <a:lnTo>
                  <a:pt x="844764" y="47919"/>
                </a:lnTo>
                <a:lnTo>
                  <a:pt x="845173" y="47717"/>
                </a:lnTo>
                <a:lnTo>
                  <a:pt x="845553" y="47480"/>
                </a:lnTo>
                <a:lnTo>
                  <a:pt x="845905" y="47207"/>
                </a:lnTo>
                <a:lnTo>
                  <a:pt x="846226" y="46896"/>
                </a:lnTo>
                <a:lnTo>
                  <a:pt x="846515" y="46543"/>
                </a:lnTo>
                <a:lnTo>
                  <a:pt x="846770" y="46145"/>
                </a:lnTo>
                <a:lnTo>
                  <a:pt x="846990" y="45702"/>
                </a:lnTo>
                <a:lnTo>
                  <a:pt x="847173" y="45208"/>
                </a:lnTo>
                <a:lnTo>
                  <a:pt x="847319" y="44663"/>
                </a:lnTo>
                <a:lnTo>
                  <a:pt x="847424" y="44064"/>
                </a:lnTo>
                <a:lnTo>
                  <a:pt x="847489" y="43407"/>
                </a:lnTo>
                <a:lnTo>
                  <a:pt x="847511" y="42691"/>
                </a:lnTo>
                <a:lnTo>
                  <a:pt x="847486" y="41997"/>
                </a:lnTo>
                <a:lnTo>
                  <a:pt x="847414" y="41362"/>
                </a:lnTo>
                <a:lnTo>
                  <a:pt x="847298" y="40781"/>
                </a:lnTo>
                <a:lnTo>
                  <a:pt x="847140" y="40253"/>
                </a:lnTo>
                <a:lnTo>
                  <a:pt x="846944" y="39775"/>
                </a:lnTo>
                <a:lnTo>
                  <a:pt x="846712" y="39346"/>
                </a:lnTo>
                <a:lnTo>
                  <a:pt x="846448" y="38961"/>
                </a:lnTo>
                <a:lnTo>
                  <a:pt x="846154" y="38619"/>
                </a:lnTo>
                <a:lnTo>
                  <a:pt x="845833" y="38317"/>
                </a:lnTo>
                <a:lnTo>
                  <a:pt x="845489" y="38053"/>
                </a:lnTo>
                <a:lnTo>
                  <a:pt x="845123" y="37824"/>
                </a:lnTo>
                <a:lnTo>
                  <a:pt x="844740" y="37628"/>
                </a:lnTo>
                <a:lnTo>
                  <a:pt x="844341" y="37461"/>
                </a:lnTo>
                <a:lnTo>
                  <a:pt x="843930" y="37323"/>
                </a:lnTo>
                <a:lnTo>
                  <a:pt x="843511" y="37209"/>
                </a:lnTo>
                <a:lnTo>
                  <a:pt x="843084" y="37119"/>
                </a:lnTo>
                <a:lnTo>
                  <a:pt x="842655" y="37048"/>
                </a:lnTo>
                <a:lnTo>
                  <a:pt x="842225" y="36995"/>
                </a:lnTo>
                <a:lnTo>
                  <a:pt x="841797" y="36957"/>
                </a:lnTo>
                <a:lnTo>
                  <a:pt x="841375" y="36931"/>
                </a:lnTo>
                <a:lnTo>
                  <a:pt x="840962" y="36916"/>
                </a:lnTo>
                <a:lnTo>
                  <a:pt x="840559" y="36908"/>
                </a:lnTo>
                <a:lnTo>
                  <a:pt x="840171" y="36905"/>
                </a:lnTo>
                <a:lnTo>
                  <a:pt x="839800" y="36904"/>
                </a:lnTo>
                <a:lnTo>
                  <a:pt x="817243" y="36904"/>
                </a:lnTo>
                <a:lnTo>
                  <a:pt x="816871" y="36905"/>
                </a:lnTo>
                <a:lnTo>
                  <a:pt x="816480" y="36908"/>
                </a:lnTo>
                <a:lnTo>
                  <a:pt x="816073" y="36916"/>
                </a:lnTo>
                <a:lnTo>
                  <a:pt x="815653" y="36932"/>
                </a:lnTo>
                <a:lnTo>
                  <a:pt x="815224" y="36958"/>
                </a:lnTo>
                <a:lnTo>
                  <a:pt x="814788" y="36998"/>
                </a:lnTo>
                <a:lnTo>
                  <a:pt x="814348" y="37053"/>
                </a:lnTo>
                <a:lnTo>
                  <a:pt x="813908" y="37126"/>
                </a:lnTo>
                <a:lnTo>
                  <a:pt x="813471" y="37219"/>
                </a:lnTo>
                <a:lnTo>
                  <a:pt x="813039" y="37337"/>
                </a:lnTo>
                <a:lnTo>
                  <a:pt x="812617" y="37480"/>
                </a:lnTo>
                <a:lnTo>
                  <a:pt x="812206" y="37651"/>
                </a:lnTo>
                <a:lnTo>
                  <a:pt x="811810" y="37854"/>
                </a:lnTo>
                <a:lnTo>
                  <a:pt x="811433" y="38091"/>
                </a:lnTo>
                <a:lnTo>
                  <a:pt x="811077" y="38364"/>
                </a:lnTo>
                <a:lnTo>
                  <a:pt x="810745" y="38675"/>
                </a:lnTo>
                <a:lnTo>
                  <a:pt x="810440" y="39029"/>
                </a:lnTo>
                <a:lnTo>
                  <a:pt x="810167" y="39426"/>
                </a:lnTo>
                <a:lnTo>
                  <a:pt x="809926" y="39870"/>
                </a:lnTo>
                <a:lnTo>
                  <a:pt x="809723" y="40364"/>
                </a:lnTo>
                <a:lnTo>
                  <a:pt x="809559" y="40909"/>
                </a:lnTo>
                <a:lnTo>
                  <a:pt x="809438" y="41509"/>
                </a:lnTo>
                <a:lnTo>
                  <a:pt x="809364" y="42166"/>
                </a:lnTo>
                <a:lnTo>
                  <a:pt x="809338" y="42882"/>
                </a:lnTo>
                <a:lnTo>
                  <a:pt x="809365" y="43576"/>
                </a:lnTo>
                <a:lnTo>
                  <a:pt x="809442" y="44211"/>
                </a:lnTo>
                <a:lnTo>
                  <a:pt x="809567" y="44791"/>
                </a:lnTo>
                <a:lnTo>
                  <a:pt x="809736" y="45319"/>
                </a:lnTo>
                <a:lnTo>
                  <a:pt x="809946" y="45796"/>
                </a:lnTo>
                <a:lnTo>
                  <a:pt x="810194" y="46226"/>
                </a:lnTo>
                <a:lnTo>
                  <a:pt x="810476" y="46611"/>
                </a:lnTo>
                <a:lnTo>
                  <a:pt x="810788" y="46952"/>
                </a:lnTo>
                <a:lnTo>
                  <a:pt x="811128" y="47254"/>
                </a:lnTo>
                <a:lnTo>
                  <a:pt x="811492" y="47518"/>
                </a:lnTo>
                <a:lnTo>
                  <a:pt x="811877" y="47747"/>
                </a:lnTo>
                <a:lnTo>
                  <a:pt x="812279" y="47943"/>
                </a:lnTo>
                <a:lnTo>
                  <a:pt x="812695" y="48109"/>
                </a:lnTo>
                <a:lnTo>
                  <a:pt x="813122" y="48248"/>
                </a:lnTo>
                <a:lnTo>
                  <a:pt x="813556" y="48361"/>
                </a:lnTo>
                <a:lnTo>
                  <a:pt x="813994" y="48452"/>
                </a:lnTo>
                <a:lnTo>
                  <a:pt x="814433" y="48523"/>
                </a:lnTo>
                <a:lnTo>
                  <a:pt x="814870" y="48576"/>
                </a:lnTo>
                <a:lnTo>
                  <a:pt x="815300" y="48614"/>
                </a:lnTo>
                <a:lnTo>
                  <a:pt x="815720" y="48639"/>
                </a:lnTo>
                <a:lnTo>
                  <a:pt x="816129" y="48655"/>
                </a:lnTo>
                <a:lnTo>
                  <a:pt x="816520" y="48663"/>
                </a:lnTo>
                <a:lnTo>
                  <a:pt x="816893" y="48666"/>
                </a:lnTo>
                <a:lnTo>
                  <a:pt x="817243" y="48666"/>
                </a:lnTo>
                <a:lnTo>
                  <a:pt x="824956" y="48666"/>
                </a:lnTo>
                <a:lnTo>
                  <a:pt x="847705" y="77171"/>
                </a:lnTo>
                <a:lnTo>
                  <a:pt x="823797" y="108180"/>
                </a:lnTo>
                <a:lnTo>
                  <a:pt x="816087" y="108180"/>
                </a:lnTo>
                <a:lnTo>
                  <a:pt x="815715" y="108180"/>
                </a:lnTo>
                <a:lnTo>
                  <a:pt x="815324" y="108183"/>
                </a:lnTo>
                <a:lnTo>
                  <a:pt x="814917" y="108191"/>
                </a:lnTo>
                <a:lnTo>
                  <a:pt x="814497" y="108207"/>
                </a:lnTo>
                <a:lnTo>
                  <a:pt x="814068" y="108234"/>
                </a:lnTo>
                <a:lnTo>
                  <a:pt x="813631" y="108273"/>
                </a:lnTo>
                <a:lnTo>
                  <a:pt x="813192" y="108328"/>
                </a:lnTo>
                <a:lnTo>
                  <a:pt x="812752" y="108401"/>
                </a:lnTo>
                <a:lnTo>
                  <a:pt x="812315" y="108495"/>
                </a:lnTo>
                <a:lnTo>
                  <a:pt x="811883" y="108612"/>
                </a:lnTo>
                <a:lnTo>
                  <a:pt x="811461" y="108755"/>
                </a:lnTo>
                <a:lnTo>
                  <a:pt x="811050" y="108926"/>
                </a:lnTo>
                <a:lnTo>
                  <a:pt x="810654" y="109129"/>
                </a:lnTo>
                <a:lnTo>
                  <a:pt x="810277" y="109366"/>
                </a:lnTo>
                <a:lnTo>
                  <a:pt x="809921" y="109638"/>
                </a:lnTo>
                <a:lnTo>
                  <a:pt x="809589" y="109950"/>
                </a:lnTo>
                <a:lnTo>
                  <a:pt x="809284" y="110303"/>
                </a:lnTo>
                <a:lnTo>
                  <a:pt x="809010" y="110700"/>
                </a:lnTo>
                <a:lnTo>
                  <a:pt x="808770" y="111144"/>
                </a:lnTo>
                <a:lnTo>
                  <a:pt x="808567" y="111637"/>
                </a:lnTo>
                <a:lnTo>
                  <a:pt x="808403" y="112182"/>
                </a:lnTo>
                <a:lnTo>
                  <a:pt x="808282" y="112782"/>
                </a:lnTo>
                <a:lnTo>
                  <a:pt x="808208" y="113439"/>
                </a:lnTo>
                <a:lnTo>
                  <a:pt x="808182" y="114155"/>
                </a:lnTo>
                <a:lnTo>
                  <a:pt x="808209" y="114848"/>
                </a:lnTo>
                <a:lnTo>
                  <a:pt x="808286" y="115484"/>
                </a:lnTo>
                <a:lnTo>
                  <a:pt x="808411" y="116064"/>
                </a:lnTo>
                <a:lnTo>
                  <a:pt x="808580" y="116591"/>
                </a:lnTo>
                <a:lnTo>
                  <a:pt x="808790" y="117069"/>
                </a:lnTo>
                <a:lnTo>
                  <a:pt x="809037" y="117499"/>
                </a:lnTo>
                <a:lnTo>
                  <a:pt x="809319" y="117883"/>
                </a:lnTo>
                <a:lnTo>
                  <a:pt x="809631" y="118225"/>
                </a:lnTo>
                <a:lnTo>
                  <a:pt x="809971" y="118527"/>
                </a:lnTo>
                <a:lnTo>
                  <a:pt x="810335" y="118791"/>
                </a:lnTo>
                <a:lnTo>
                  <a:pt x="810720" y="119019"/>
                </a:lnTo>
                <a:lnTo>
                  <a:pt x="811122" y="119216"/>
                </a:lnTo>
                <a:lnTo>
                  <a:pt x="811538" y="119382"/>
                </a:lnTo>
                <a:lnTo>
                  <a:pt x="811965" y="119520"/>
                </a:lnTo>
                <a:lnTo>
                  <a:pt x="812399" y="119634"/>
                </a:lnTo>
                <a:lnTo>
                  <a:pt x="812837" y="119724"/>
                </a:lnTo>
                <a:lnTo>
                  <a:pt x="813276" y="119795"/>
                </a:lnTo>
                <a:lnTo>
                  <a:pt x="813712" y="119848"/>
                </a:lnTo>
                <a:lnTo>
                  <a:pt x="814142" y="119886"/>
                </a:lnTo>
                <a:lnTo>
                  <a:pt x="814563" y="119912"/>
                </a:lnTo>
                <a:lnTo>
                  <a:pt x="814972" y="119927"/>
                </a:lnTo>
                <a:lnTo>
                  <a:pt x="815364" y="119935"/>
                </a:lnTo>
                <a:lnTo>
                  <a:pt x="815736" y="119938"/>
                </a:lnTo>
                <a:lnTo>
                  <a:pt x="816087" y="119939"/>
                </a:lnTo>
                <a:lnTo>
                  <a:pt x="838644" y="119939"/>
                </a:lnTo>
                <a:lnTo>
                  <a:pt x="839015" y="119938"/>
                </a:lnTo>
                <a:lnTo>
                  <a:pt x="839403" y="119935"/>
                </a:lnTo>
                <a:lnTo>
                  <a:pt x="839806" y="119927"/>
                </a:lnTo>
                <a:lnTo>
                  <a:pt x="840219" y="119912"/>
                </a:lnTo>
                <a:lnTo>
                  <a:pt x="840641" y="119886"/>
                </a:lnTo>
                <a:lnTo>
                  <a:pt x="841069" y="119848"/>
                </a:lnTo>
                <a:lnTo>
                  <a:pt x="841499" y="119795"/>
                </a:lnTo>
                <a:lnTo>
                  <a:pt x="841928" y="119724"/>
                </a:lnTo>
                <a:lnTo>
                  <a:pt x="842354" y="119634"/>
                </a:lnTo>
                <a:lnTo>
                  <a:pt x="842774" y="119520"/>
                </a:lnTo>
                <a:lnTo>
                  <a:pt x="843185" y="119382"/>
                </a:lnTo>
                <a:lnTo>
                  <a:pt x="843584" y="119216"/>
                </a:lnTo>
                <a:lnTo>
                  <a:pt x="843967" y="119019"/>
                </a:lnTo>
                <a:lnTo>
                  <a:pt x="844333" y="118791"/>
                </a:lnTo>
                <a:lnTo>
                  <a:pt x="844677" y="118527"/>
                </a:lnTo>
                <a:lnTo>
                  <a:pt x="844998" y="118225"/>
                </a:lnTo>
                <a:lnTo>
                  <a:pt x="845292" y="117883"/>
                </a:lnTo>
                <a:lnTo>
                  <a:pt x="845556" y="117499"/>
                </a:lnTo>
                <a:lnTo>
                  <a:pt x="845788" y="117069"/>
                </a:lnTo>
                <a:lnTo>
                  <a:pt x="845984" y="116591"/>
                </a:lnTo>
                <a:lnTo>
                  <a:pt x="846142" y="116064"/>
                </a:lnTo>
                <a:lnTo>
                  <a:pt x="846258" y="115484"/>
                </a:lnTo>
                <a:lnTo>
                  <a:pt x="846330" y="114848"/>
                </a:lnTo>
                <a:lnTo>
                  <a:pt x="846354" y="114155"/>
                </a:lnTo>
                <a:lnTo>
                  <a:pt x="846333" y="113439"/>
                </a:lnTo>
                <a:lnTo>
                  <a:pt x="846271" y="112782"/>
                </a:lnTo>
                <a:lnTo>
                  <a:pt x="846169" y="112182"/>
                </a:lnTo>
                <a:lnTo>
                  <a:pt x="846027" y="111637"/>
                </a:lnTo>
                <a:lnTo>
                  <a:pt x="845847" y="111144"/>
                </a:lnTo>
                <a:lnTo>
                  <a:pt x="845629" y="110700"/>
                </a:lnTo>
                <a:lnTo>
                  <a:pt x="845374" y="110303"/>
                </a:lnTo>
                <a:lnTo>
                  <a:pt x="845084" y="109950"/>
                </a:lnTo>
                <a:lnTo>
                  <a:pt x="844758" y="109638"/>
                </a:lnTo>
                <a:lnTo>
                  <a:pt x="844399" y="109366"/>
                </a:lnTo>
                <a:lnTo>
                  <a:pt x="844007" y="109129"/>
                </a:lnTo>
                <a:lnTo>
                  <a:pt x="843583" y="108926"/>
                </a:lnTo>
                <a:lnTo>
                  <a:pt x="843128" y="108755"/>
                </a:lnTo>
                <a:lnTo>
                  <a:pt x="842643" y="108612"/>
                </a:lnTo>
                <a:lnTo>
                  <a:pt x="842128" y="108495"/>
                </a:lnTo>
                <a:lnTo>
                  <a:pt x="841585" y="108401"/>
                </a:lnTo>
                <a:lnTo>
                  <a:pt x="841014" y="108328"/>
                </a:lnTo>
                <a:lnTo>
                  <a:pt x="840417" y="108273"/>
                </a:lnTo>
                <a:lnTo>
                  <a:pt x="839794" y="108234"/>
                </a:lnTo>
                <a:lnTo>
                  <a:pt x="839147" y="108207"/>
                </a:lnTo>
                <a:lnTo>
                  <a:pt x="838476" y="108191"/>
                </a:lnTo>
                <a:lnTo>
                  <a:pt x="837782" y="108183"/>
                </a:lnTo>
                <a:lnTo>
                  <a:pt x="837066" y="108180"/>
                </a:lnTo>
                <a:lnTo>
                  <a:pt x="836329" y="108180"/>
                </a:lnTo>
                <a:lnTo>
                  <a:pt x="852909" y="84464"/>
                </a:lnTo>
                <a:lnTo>
                  <a:pt x="870068" y="108180"/>
                </a:lnTo>
                <a:lnTo>
                  <a:pt x="869400" y="108180"/>
                </a:lnTo>
                <a:lnTo>
                  <a:pt x="868744" y="108183"/>
                </a:lnTo>
                <a:lnTo>
                  <a:pt x="868104" y="108191"/>
                </a:lnTo>
                <a:lnTo>
                  <a:pt x="867480" y="108207"/>
                </a:lnTo>
                <a:lnTo>
                  <a:pt x="866873" y="108234"/>
                </a:lnTo>
                <a:lnTo>
                  <a:pt x="866284" y="108273"/>
                </a:lnTo>
                <a:lnTo>
                  <a:pt x="865716" y="108328"/>
                </a:lnTo>
                <a:lnTo>
                  <a:pt x="865170" y="108401"/>
                </a:lnTo>
                <a:lnTo>
                  <a:pt x="864646" y="108495"/>
                </a:lnTo>
                <a:lnTo>
                  <a:pt x="864146" y="108612"/>
                </a:lnTo>
                <a:lnTo>
                  <a:pt x="863671" y="108755"/>
                </a:lnTo>
                <a:lnTo>
                  <a:pt x="863224" y="108926"/>
                </a:lnTo>
                <a:lnTo>
                  <a:pt x="862804" y="109129"/>
                </a:lnTo>
                <a:lnTo>
                  <a:pt x="862414" y="109366"/>
                </a:lnTo>
                <a:lnTo>
                  <a:pt x="862055" y="109638"/>
                </a:lnTo>
                <a:lnTo>
                  <a:pt x="861728" y="109950"/>
                </a:lnTo>
                <a:lnTo>
                  <a:pt x="861434" y="110303"/>
                </a:lnTo>
                <a:lnTo>
                  <a:pt x="861175" y="110700"/>
                </a:lnTo>
                <a:lnTo>
                  <a:pt x="860952" y="111144"/>
                </a:lnTo>
                <a:lnTo>
                  <a:pt x="860767" y="111637"/>
                </a:lnTo>
                <a:lnTo>
                  <a:pt x="860621" y="112182"/>
                </a:lnTo>
                <a:lnTo>
                  <a:pt x="860514" y="112782"/>
                </a:lnTo>
                <a:lnTo>
                  <a:pt x="860450" y="113439"/>
                </a:lnTo>
                <a:lnTo>
                  <a:pt x="860428" y="114155"/>
                </a:lnTo>
                <a:lnTo>
                  <a:pt x="860452" y="114848"/>
                </a:lnTo>
                <a:lnTo>
                  <a:pt x="860524" y="115484"/>
                </a:lnTo>
                <a:lnTo>
                  <a:pt x="860641" y="116064"/>
                </a:lnTo>
                <a:lnTo>
                  <a:pt x="860798" y="116591"/>
                </a:lnTo>
                <a:lnTo>
                  <a:pt x="860995" y="117069"/>
                </a:lnTo>
                <a:lnTo>
                  <a:pt x="861226" y="117499"/>
                </a:lnTo>
                <a:lnTo>
                  <a:pt x="861491" y="117883"/>
                </a:lnTo>
                <a:lnTo>
                  <a:pt x="861785" y="118225"/>
                </a:lnTo>
                <a:lnTo>
                  <a:pt x="862106" y="118527"/>
                </a:lnTo>
                <a:lnTo>
                  <a:pt x="862451" y="118791"/>
                </a:lnTo>
                <a:lnTo>
                  <a:pt x="862816" y="119019"/>
                </a:lnTo>
                <a:lnTo>
                  <a:pt x="863200" y="119216"/>
                </a:lnTo>
                <a:lnTo>
                  <a:pt x="863599" y="119382"/>
                </a:lnTo>
                <a:lnTo>
                  <a:pt x="864010" y="119520"/>
                </a:lnTo>
                <a:lnTo>
                  <a:pt x="864430" y="119634"/>
                </a:lnTo>
                <a:lnTo>
                  <a:pt x="864856" y="119724"/>
                </a:lnTo>
                <a:lnTo>
                  <a:pt x="865286" y="119795"/>
                </a:lnTo>
                <a:lnTo>
                  <a:pt x="865716" y="119848"/>
                </a:lnTo>
                <a:lnTo>
                  <a:pt x="866144" y="119886"/>
                </a:lnTo>
                <a:lnTo>
                  <a:pt x="866566" y="119912"/>
                </a:lnTo>
                <a:lnTo>
                  <a:pt x="866980" y="119927"/>
                </a:lnTo>
                <a:lnTo>
                  <a:pt x="867382" y="119935"/>
                </a:lnTo>
                <a:lnTo>
                  <a:pt x="867770" y="119938"/>
                </a:lnTo>
                <a:lnTo>
                  <a:pt x="868141" y="119939"/>
                </a:lnTo>
                <a:lnTo>
                  <a:pt x="890696" y="119939"/>
                </a:lnTo>
                <a:lnTo>
                  <a:pt x="891046" y="119938"/>
                </a:lnTo>
                <a:lnTo>
                  <a:pt x="891419" y="119935"/>
                </a:lnTo>
                <a:lnTo>
                  <a:pt x="891811" y="119927"/>
                </a:lnTo>
                <a:lnTo>
                  <a:pt x="892219" y="119912"/>
                </a:lnTo>
                <a:lnTo>
                  <a:pt x="892640" y="119886"/>
                </a:lnTo>
                <a:lnTo>
                  <a:pt x="893070" y="119848"/>
                </a:lnTo>
                <a:lnTo>
                  <a:pt x="893506" y="119795"/>
                </a:lnTo>
                <a:lnTo>
                  <a:pt x="893945" y="119724"/>
                </a:lnTo>
                <a:lnTo>
                  <a:pt x="894384" y="119634"/>
                </a:lnTo>
                <a:lnTo>
                  <a:pt x="894818" y="119520"/>
                </a:lnTo>
                <a:lnTo>
                  <a:pt x="895245" y="119382"/>
                </a:lnTo>
                <a:lnTo>
                  <a:pt x="895661" y="119216"/>
                </a:lnTo>
                <a:lnTo>
                  <a:pt x="896063" y="119019"/>
                </a:lnTo>
                <a:lnTo>
                  <a:pt x="896447" y="118791"/>
                </a:lnTo>
                <a:lnTo>
                  <a:pt x="896811" y="118527"/>
                </a:lnTo>
                <a:lnTo>
                  <a:pt x="897151" y="118225"/>
                </a:lnTo>
                <a:lnTo>
                  <a:pt x="897463" y="117883"/>
                </a:lnTo>
                <a:lnTo>
                  <a:pt x="897745" y="117499"/>
                </a:lnTo>
                <a:lnTo>
                  <a:pt x="897992" y="117069"/>
                </a:lnTo>
                <a:lnTo>
                  <a:pt x="898202" y="116591"/>
                </a:lnTo>
                <a:lnTo>
                  <a:pt x="898371" y="116064"/>
                </a:lnTo>
                <a:lnTo>
                  <a:pt x="898496" y="115484"/>
                </a:lnTo>
                <a:lnTo>
                  <a:pt x="898574" y="114848"/>
                </a:lnTo>
                <a:lnTo>
                  <a:pt x="898600" y="114155"/>
                </a:lnTo>
                <a:lnTo>
                  <a:pt x="898575" y="113439"/>
                </a:lnTo>
                <a:lnTo>
                  <a:pt x="898500" y="112782"/>
                </a:lnTo>
                <a:lnTo>
                  <a:pt x="898379" y="112182"/>
                </a:lnTo>
                <a:lnTo>
                  <a:pt x="898216" y="111637"/>
                </a:lnTo>
                <a:lnTo>
                  <a:pt x="898012" y="111144"/>
                </a:lnTo>
                <a:close/>
                <a:moveTo>
                  <a:pt x="1193514" y="110700"/>
                </a:moveTo>
                <a:lnTo>
                  <a:pt x="1193240" y="110303"/>
                </a:lnTo>
                <a:lnTo>
                  <a:pt x="1192936" y="109950"/>
                </a:lnTo>
                <a:lnTo>
                  <a:pt x="1192604" y="109638"/>
                </a:lnTo>
                <a:lnTo>
                  <a:pt x="1192248" y="109366"/>
                </a:lnTo>
                <a:lnTo>
                  <a:pt x="1191871" y="109129"/>
                </a:lnTo>
                <a:lnTo>
                  <a:pt x="1191475" y="108926"/>
                </a:lnTo>
                <a:lnTo>
                  <a:pt x="1191065" y="108755"/>
                </a:lnTo>
                <a:lnTo>
                  <a:pt x="1190642" y="108612"/>
                </a:lnTo>
                <a:lnTo>
                  <a:pt x="1190211" y="108495"/>
                </a:lnTo>
                <a:lnTo>
                  <a:pt x="1189773" y="108401"/>
                </a:lnTo>
                <a:lnTo>
                  <a:pt x="1189333" y="108328"/>
                </a:lnTo>
                <a:lnTo>
                  <a:pt x="1188894" y="108273"/>
                </a:lnTo>
                <a:lnTo>
                  <a:pt x="1188458" y="108234"/>
                </a:lnTo>
                <a:lnTo>
                  <a:pt x="1188028" y="108207"/>
                </a:lnTo>
                <a:lnTo>
                  <a:pt x="1187608" y="108191"/>
                </a:lnTo>
                <a:lnTo>
                  <a:pt x="1187201" y="108183"/>
                </a:lnTo>
                <a:lnTo>
                  <a:pt x="1186810" y="108180"/>
                </a:lnTo>
                <a:lnTo>
                  <a:pt x="1186437" y="108180"/>
                </a:lnTo>
                <a:lnTo>
                  <a:pt x="1166195" y="108180"/>
                </a:lnTo>
                <a:lnTo>
                  <a:pt x="1166195" y="44809"/>
                </a:lnTo>
                <a:lnTo>
                  <a:pt x="1166189" y="44083"/>
                </a:lnTo>
                <a:lnTo>
                  <a:pt x="1166169" y="43399"/>
                </a:lnTo>
                <a:lnTo>
                  <a:pt x="1166133" y="42754"/>
                </a:lnTo>
                <a:lnTo>
                  <a:pt x="1166079" y="42149"/>
                </a:lnTo>
                <a:lnTo>
                  <a:pt x="1166006" y="41582"/>
                </a:lnTo>
                <a:lnTo>
                  <a:pt x="1165912" y="41053"/>
                </a:lnTo>
                <a:lnTo>
                  <a:pt x="1165795" y="40561"/>
                </a:lnTo>
                <a:lnTo>
                  <a:pt x="1165653" y="40104"/>
                </a:lnTo>
                <a:lnTo>
                  <a:pt x="1165484" y="39682"/>
                </a:lnTo>
                <a:lnTo>
                  <a:pt x="1165286" y="39294"/>
                </a:lnTo>
                <a:lnTo>
                  <a:pt x="1165058" y="38939"/>
                </a:lnTo>
                <a:lnTo>
                  <a:pt x="1164798" y="38616"/>
                </a:lnTo>
                <a:lnTo>
                  <a:pt x="1164503" y="38324"/>
                </a:lnTo>
                <a:lnTo>
                  <a:pt x="1164173" y="38062"/>
                </a:lnTo>
                <a:lnTo>
                  <a:pt x="1163805" y="37830"/>
                </a:lnTo>
                <a:lnTo>
                  <a:pt x="1163397" y="37626"/>
                </a:lnTo>
                <a:lnTo>
                  <a:pt x="1162947" y="37449"/>
                </a:lnTo>
                <a:lnTo>
                  <a:pt x="1162455" y="37299"/>
                </a:lnTo>
                <a:lnTo>
                  <a:pt x="1161917" y="37175"/>
                </a:lnTo>
                <a:lnTo>
                  <a:pt x="1161332" y="37075"/>
                </a:lnTo>
                <a:lnTo>
                  <a:pt x="1160698" y="36999"/>
                </a:lnTo>
                <a:lnTo>
                  <a:pt x="1160013" y="36946"/>
                </a:lnTo>
                <a:lnTo>
                  <a:pt x="1159276" y="36914"/>
                </a:lnTo>
                <a:lnTo>
                  <a:pt x="1158485" y="36904"/>
                </a:lnTo>
                <a:lnTo>
                  <a:pt x="1131109" y="36904"/>
                </a:lnTo>
                <a:lnTo>
                  <a:pt x="1130737" y="36905"/>
                </a:lnTo>
                <a:lnTo>
                  <a:pt x="1130346" y="36908"/>
                </a:lnTo>
                <a:lnTo>
                  <a:pt x="1129939" y="36916"/>
                </a:lnTo>
                <a:lnTo>
                  <a:pt x="1129519" y="36931"/>
                </a:lnTo>
                <a:lnTo>
                  <a:pt x="1129090" y="36957"/>
                </a:lnTo>
                <a:lnTo>
                  <a:pt x="1128654" y="36995"/>
                </a:lnTo>
                <a:lnTo>
                  <a:pt x="1128214" y="37048"/>
                </a:lnTo>
                <a:lnTo>
                  <a:pt x="1127774" y="37119"/>
                </a:lnTo>
                <a:lnTo>
                  <a:pt x="1127337" y="37209"/>
                </a:lnTo>
                <a:lnTo>
                  <a:pt x="1126905" y="37323"/>
                </a:lnTo>
                <a:lnTo>
                  <a:pt x="1126483" y="37461"/>
                </a:lnTo>
                <a:lnTo>
                  <a:pt x="1126072" y="37628"/>
                </a:lnTo>
                <a:lnTo>
                  <a:pt x="1125676" y="37824"/>
                </a:lnTo>
                <a:lnTo>
                  <a:pt x="1125299" y="38053"/>
                </a:lnTo>
                <a:lnTo>
                  <a:pt x="1124943" y="38317"/>
                </a:lnTo>
                <a:lnTo>
                  <a:pt x="1124611" y="38619"/>
                </a:lnTo>
                <a:lnTo>
                  <a:pt x="1124306" y="38961"/>
                </a:lnTo>
                <a:lnTo>
                  <a:pt x="1124032" y="39346"/>
                </a:lnTo>
                <a:lnTo>
                  <a:pt x="1123792" y="39775"/>
                </a:lnTo>
                <a:lnTo>
                  <a:pt x="1123589" y="40253"/>
                </a:lnTo>
                <a:lnTo>
                  <a:pt x="1123425" y="40781"/>
                </a:lnTo>
                <a:lnTo>
                  <a:pt x="1123304" y="41362"/>
                </a:lnTo>
                <a:lnTo>
                  <a:pt x="1123230" y="41997"/>
                </a:lnTo>
                <a:lnTo>
                  <a:pt x="1123204" y="42691"/>
                </a:lnTo>
                <a:lnTo>
                  <a:pt x="1123230" y="43407"/>
                </a:lnTo>
                <a:lnTo>
                  <a:pt x="1123304" y="44064"/>
                </a:lnTo>
                <a:lnTo>
                  <a:pt x="1123425" y="44663"/>
                </a:lnTo>
                <a:lnTo>
                  <a:pt x="1123589" y="45208"/>
                </a:lnTo>
                <a:lnTo>
                  <a:pt x="1123792" y="45702"/>
                </a:lnTo>
                <a:lnTo>
                  <a:pt x="1124032" y="46145"/>
                </a:lnTo>
                <a:lnTo>
                  <a:pt x="1124306" y="46543"/>
                </a:lnTo>
                <a:lnTo>
                  <a:pt x="1124611" y="46896"/>
                </a:lnTo>
                <a:lnTo>
                  <a:pt x="1124943" y="47207"/>
                </a:lnTo>
                <a:lnTo>
                  <a:pt x="1125299" y="47480"/>
                </a:lnTo>
                <a:lnTo>
                  <a:pt x="1125676" y="47717"/>
                </a:lnTo>
                <a:lnTo>
                  <a:pt x="1126072" y="47919"/>
                </a:lnTo>
                <a:lnTo>
                  <a:pt x="1126483" y="48091"/>
                </a:lnTo>
                <a:lnTo>
                  <a:pt x="1126905" y="48234"/>
                </a:lnTo>
                <a:lnTo>
                  <a:pt x="1127337" y="48351"/>
                </a:lnTo>
                <a:lnTo>
                  <a:pt x="1127774" y="48445"/>
                </a:lnTo>
                <a:lnTo>
                  <a:pt x="1128214" y="48518"/>
                </a:lnTo>
                <a:lnTo>
                  <a:pt x="1128654" y="48573"/>
                </a:lnTo>
                <a:lnTo>
                  <a:pt x="1129090" y="48612"/>
                </a:lnTo>
                <a:lnTo>
                  <a:pt x="1129519" y="48639"/>
                </a:lnTo>
                <a:lnTo>
                  <a:pt x="1129939" y="48655"/>
                </a:lnTo>
                <a:lnTo>
                  <a:pt x="1130346" y="48663"/>
                </a:lnTo>
                <a:lnTo>
                  <a:pt x="1130737" y="48666"/>
                </a:lnTo>
                <a:lnTo>
                  <a:pt x="1131109" y="48666"/>
                </a:lnTo>
                <a:lnTo>
                  <a:pt x="1152892" y="48666"/>
                </a:lnTo>
                <a:lnTo>
                  <a:pt x="1152892" y="108180"/>
                </a:lnTo>
                <a:lnTo>
                  <a:pt x="1129564" y="108180"/>
                </a:lnTo>
                <a:lnTo>
                  <a:pt x="1129170" y="108180"/>
                </a:lnTo>
                <a:lnTo>
                  <a:pt x="1128761" y="108183"/>
                </a:lnTo>
                <a:lnTo>
                  <a:pt x="1128339" y="108191"/>
                </a:lnTo>
                <a:lnTo>
                  <a:pt x="1127908" y="108207"/>
                </a:lnTo>
                <a:lnTo>
                  <a:pt x="1127470" y="108234"/>
                </a:lnTo>
                <a:lnTo>
                  <a:pt x="1127028" y="108273"/>
                </a:lnTo>
                <a:lnTo>
                  <a:pt x="1126586" y="108328"/>
                </a:lnTo>
                <a:lnTo>
                  <a:pt x="1126145" y="108401"/>
                </a:lnTo>
                <a:lnTo>
                  <a:pt x="1125708" y="108495"/>
                </a:lnTo>
                <a:lnTo>
                  <a:pt x="1125279" y="108612"/>
                </a:lnTo>
                <a:lnTo>
                  <a:pt x="1124861" y="108755"/>
                </a:lnTo>
                <a:lnTo>
                  <a:pt x="1124456" y="108926"/>
                </a:lnTo>
                <a:lnTo>
                  <a:pt x="1124067" y="109129"/>
                </a:lnTo>
                <a:lnTo>
                  <a:pt x="1123696" y="109366"/>
                </a:lnTo>
                <a:lnTo>
                  <a:pt x="1123348" y="109638"/>
                </a:lnTo>
                <a:lnTo>
                  <a:pt x="1123024" y="109950"/>
                </a:lnTo>
                <a:lnTo>
                  <a:pt x="1122727" y="110303"/>
                </a:lnTo>
                <a:lnTo>
                  <a:pt x="1122461" y="110700"/>
                </a:lnTo>
                <a:lnTo>
                  <a:pt x="1122228" y="111144"/>
                </a:lnTo>
                <a:lnTo>
                  <a:pt x="1122031" y="111637"/>
                </a:lnTo>
                <a:lnTo>
                  <a:pt x="1121873" y="112182"/>
                </a:lnTo>
                <a:lnTo>
                  <a:pt x="1121756" y="112782"/>
                </a:lnTo>
                <a:lnTo>
                  <a:pt x="1121684" y="113439"/>
                </a:lnTo>
                <a:lnTo>
                  <a:pt x="1121660" y="114155"/>
                </a:lnTo>
                <a:lnTo>
                  <a:pt x="1121685" y="114848"/>
                </a:lnTo>
                <a:lnTo>
                  <a:pt x="1121760" y="115484"/>
                </a:lnTo>
                <a:lnTo>
                  <a:pt x="1121881" y="116064"/>
                </a:lnTo>
                <a:lnTo>
                  <a:pt x="1122044" y="116591"/>
                </a:lnTo>
                <a:lnTo>
                  <a:pt x="1122248" y="117069"/>
                </a:lnTo>
                <a:lnTo>
                  <a:pt x="1122488" y="117499"/>
                </a:lnTo>
                <a:lnTo>
                  <a:pt x="1122762" y="117883"/>
                </a:lnTo>
                <a:lnTo>
                  <a:pt x="1123066" y="118225"/>
                </a:lnTo>
                <a:lnTo>
                  <a:pt x="1123398" y="118527"/>
                </a:lnTo>
                <a:lnTo>
                  <a:pt x="1123754" y="118791"/>
                </a:lnTo>
                <a:lnTo>
                  <a:pt x="1124132" y="119019"/>
                </a:lnTo>
                <a:lnTo>
                  <a:pt x="1124527" y="119216"/>
                </a:lnTo>
                <a:lnTo>
                  <a:pt x="1124938" y="119382"/>
                </a:lnTo>
                <a:lnTo>
                  <a:pt x="1125361" y="119520"/>
                </a:lnTo>
                <a:lnTo>
                  <a:pt x="1125792" y="119634"/>
                </a:lnTo>
                <a:lnTo>
                  <a:pt x="1126230" y="119724"/>
                </a:lnTo>
                <a:lnTo>
                  <a:pt x="1126670" y="119795"/>
                </a:lnTo>
                <a:lnTo>
                  <a:pt x="1127109" y="119848"/>
                </a:lnTo>
                <a:lnTo>
                  <a:pt x="1127545" y="119886"/>
                </a:lnTo>
                <a:lnTo>
                  <a:pt x="1127975" y="119912"/>
                </a:lnTo>
                <a:lnTo>
                  <a:pt x="1128394" y="119927"/>
                </a:lnTo>
                <a:lnTo>
                  <a:pt x="1128801" y="119935"/>
                </a:lnTo>
                <a:lnTo>
                  <a:pt x="1129192" y="119938"/>
                </a:lnTo>
                <a:lnTo>
                  <a:pt x="1129564" y="119939"/>
                </a:lnTo>
                <a:lnTo>
                  <a:pt x="1186437" y="119939"/>
                </a:lnTo>
                <a:lnTo>
                  <a:pt x="1186810" y="119938"/>
                </a:lnTo>
                <a:lnTo>
                  <a:pt x="1187201" y="119935"/>
                </a:lnTo>
                <a:lnTo>
                  <a:pt x="1187608" y="119927"/>
                </a:lnTo>
                <a:lnTo>
                  <a:pt x="1188028" y="119912"/>
                </a:lnTo>
                <a:lnTo>
                  <a:pt x="1188458" y="119886"/>
                </a:lnTo>
                <a:lnTo>
                  <a:pt x="1188894" y="119848"/>
                </a:lnTo>
                <a:lnTo>
                  <a:pt x="1189333" y="119795"/>
                </a:lnTo>
                <a:lnTo>
                  <a:pt x="1189773" y="119724"/>
                </a:lnTo>
                <a:lnTo>
                  <a:pt x="1190211" y="119634"/>
                </a:lnTo>
                <a:lnTo>
                  <a:pt x="1190642" y="119520"/>
                </a:lnTo>
                <a:lnTo>
                  <a:pt x="1191065" y="119382"/>
                </a:lnTo>
                <a:lnTo>
                  <a:pt x="1191475" y="119216"/>
                </a:lnTo>
                <a:lnTo>
                  <a:pt x="1191871" y="119019"/>
                </a:lnTo>
                <a:lnTo>
                  <a:pt x="1192248" y="118791"/>
                </a:lnTo>
                <a:lnTo>
                  <a:pt x="1192604" y="118527"/>
                </a:lnTo>
                <a:lnTo>
                  <a:pt x="1192936" y="118225"/>
                </a:lnTo>
                <a:lnTo>
                  <a:pt x="1193240" y="117883"/>
                </a:lnTo>
                <a:lnTo>
                  <a:pt x="1193514" y="117499"/>
                </a:lnTo>
                <a:lnTo>
                  <a:pt x="1193754" y="117069"/>
                </a:lnTo>
                <a:lnTo>
                  <a:pt x="1193957" y="116591"/>
                </a:lnTo>
                <a:lnTo>
                  <a:pt x="1194121" y="116064"/>
                </a:lnTo>
                <a:lnTo>
                  <a:pt x="1194242" y="115484"/>
                </a:lnTo>
                <a:lnTo>
                  <a:pt x="1194316" y="114848"/>
                </a:lnTo>
                <a:lnTo>
                  <a:pt x="1194342" y="114155"/>
                </a:lnTo>
                <a:lnTo>
                  <a:pt x="1194316" y="113439"/>
                </a:lnTo>
                <a:lnTo>
                  <a:pt x="1194242" y="112782"/>
                </a:lnTo>
                <a:lnTo>
                  <a:pt x="1194121" y="112182"/>
                </a:lnTo>
                <a:lnTo>
                  <a:pt x="1193957" y="111637"/>
                </a:lnTo>
                <a:lnTo>
                  <a:pt x="1193754" y="111144"/>
                </a:lnTo>
                <a:lnTo>
                  <a:pt x="1193514" y="110700"/>
                </a:lnTo>
                <a:close/>
                <a:moveTo>
                  <a:pt x="1800807" y="110700"/>
                </a:moveTo>
                <a:lnTo>
                  <a:pt x="1800533" y="110303"/>
                </a:lnTo>
                <a:lnTo>
                  <a:pt x="1800229" y="109950"/>
                </a:lnTo>
                <a:lnTo>
                  <a:pt x="1799897" y="109638"/>
                </a:lnTo>
                <a:lnTo>
                  <a:pt x="1799541" y="109366"/>
                </a:lnTo>
                <a:lnTo>
                  <a:pt x="1799164" y="109129"/>
                </a:lnTo>
                <a:lnTo>
                  <a:pt x="1798768" y="108926"/>
                </a:lnTo>
                <a:lnTo>
                  <a:pt x="1798357" y="108755"/>
                </a:lnTo>
                <a:lnTo>
                  <a:pt x="1797935" y="108612"/>
                </a:lnTo>
                <a:lnTo>
                  <a:pt x="1797503" y="108495"/>
                </a:lnTo>
                <a:lnTo>
                  <a:pt x="1797066" y="108401"/>
                </a:lnTo>
                <a:lnTo>
                  <a:pt x="1796626" y="108328"/>
                </a:lnTo>
                <a:lnTo>
                  <a:pt x="1796186" y="108273"/>
                </a:lnTo>
                <a:lnTo>
                  <a:pt x="1795750" y="108234"/>
                </a:lnTo>
                <a:lnTo>
                  <a:pt x="1795321" y="108207"/>
                </a:lnTo>
                <a:lnTo>
                  <a:pt x="1794901" y="108191"/>
                </a:lnTo>
                <a:lnTo>
                  <a:pt x="1794494" y="108183"/>
                </a:lnTo>
                <a:lnTo>
                  <a:pt x="1794103" y="108180"/>
                </a:lnTo>
                <a:lnTo>
                  <a:pt x="1793730" y="108180"/>
                </a:lnTo>
                <a:lnTo>
                  <a:pt x="1773488" y="108180"/>
                </a:lnTo>
                <a:lnTo>
                  <a:pt x="1773488" y="44809"/>
                </a:lnTo>
                <a:lnTo>
                  <a:pt x="1773482" y="44083"/>
                </a:lnTo>
                <a:lnTo>
                  <a:pt x="1773461" y="43399"/>
                </a:lnTo>
                <a:lnTo>
                  <a:pt x="1773425" y="42754"/>
                </a:lnTo>
                <a:lnTo>
                  <a:pt x="1773372" y="42149"/>
                </a:lnTo>
                <a:lnTo>
                  <a:pt x="1773299" y="41582"/>
                </a:lnTo>
                <a:lnTo>
                  <a:pt x="1773205" y="41053"/>
                </a:lnTo>
                <a:lnTo>
                  <a:pt x="1773088" y="40561"/>
                </a:lnTo>
                <a:lnTo>
                  <a:pt x="1772945" y="40104"/>
                </a:lnTo>
                <a:lnTo>
                  <a:pt x="1772776" y="39682"/>
                </a:lnTo>
                <a:lnTo>
                  <a:pt x="1772579" y="39294"/>
                </a:lnTo>
                <a:lnTo>
                  <a:pt x="1772351" y="38939"/>
                </a:lnTo>
                <a:lnTo>
                  <a:pt x="1772091" y="38616"/>
                </a:lnTo>
                <a:lnTo>
                  <a:pt x="1771796" y="38324"/>
                </a:lnTo>
                <a:lnTo>
                  <a:pt x="1771466" y="38062"/>
                </a:lnTo>
                <a:lnTo>
                  <a:pt x="1771097" y="37830"/>
                </a:lnTo>
                <a:lnTo>
                  <a:pt x="1770689" y="37626"/>
                </a:lnTo>
                <a:lnTo>
                  <a:pt x="1770240" y="37449"/>
                </a:lnTo>
                <a:lnTo>
                  <a:pt x="1769747" y="37299"/>
                </a:lnTo>
                <a:lnTo>
                  <a:pt x="1769209" y="37175"/>
                </a:lnTo>
                <a:lnTo>
                  <a:pt x="1768624" y="37075"/>
                </a:lnTo>
                <a:lnTo>
                  <a:pt x="1767991" y="36999"/>
                </a:lnTo>
                <a:lnTo>
                  <a:pt x="1767306" y="36946"/>
                </a:lnTo>
                <a:lnTo>
                  <a:pt x="1766569" y="36914"/>
                </a:lnTo>
                <a:lnTo>
                  <a:pt x="1765777" y="36904"/>
                </a:lnTo>
                <a:lnTo>
                  <a:pt x="1738401" y="36904"/>
                </a:lnTo>
                <a:lnTo>
                  <a:pt x="1738029" y="36905"/>
                </a:lnTo>
                <a:lnTo>
                  <a:pt x="1737638" y="36908"/>
                </a:lnTo>
                <a:lnTo>
                  <a:pt x="1737231" y="36916"/>
                </a:lnTo>
                <a:lnTo>
                  <a:pt x="1736812" y="36931"/>
                </a:lnTo>
                <a:lnTo>
                  <a:pt x="1736382" y="36957"/>
                </a:lnTo>
                <a:lnTo>
                  <a:pt x="1735946" y="36995"/>
                </a:lnTo>
                <a:lnTo>
                  <a:pt x="1735507" y="37048"/>
                </a:lnTo>
                <a:lnTo>
                  <a:pt x="1735067" y="37119"/>
                </a:lnTo>
                <a:lnTo>
                  <a:pt x="1734630" y="37209"/>
                </a:lnTo>
                <a:lnTo>
                  <a:pt x="1734198" y="37323"/>
                </a:lnTo>
                <a:lnTo>
                  <a:pt x="1733775" y="37461"/>
                </a:lnTo>
                <a:lnTo>
                  <a:pt x="1733365" y="37628"/>
                </a:lnTo>
                <a:lnTo>
                  <a:pt x="1732969" y="37824"/>
                </a:lnTo>
                <a:lnTo>
                  <a:pt x="1732592" y="38053"/>
                </a:lnTo>
                <a:lnTo>
                  <a:pt x="1732235" y="38317"/>
                </a:lnTo>
                <a:lnTo>
                  <a:pt x="1731904" y="38619"/>
                </a:lnTo>
                <a:lnTo>
                  <a:pt x="1731599" y="38961"/>
                </a:lnTo>
                <a:lnTo>
                  <a:pt x="1731325" y="39346"/>
                </a:lnTo>
                <a:lnTo>
                  <a:pt x="1731085" y="39775"/>
                </a:lnTo>
                <a:lnTo>
                  <a:pt x="1730882" y="40253"/>
                </a:lnTo>
                <a:lnTo>
                  <a:pt x="1730718" y="40781"/>
                </a:lnTo>
                <a:lnTo>
                  <a:pt x="1730597" y="41362"/>
                </a:lnTo>
                <a:lnTo>
                  <a:pt x="1730522" y="41997"/>
                </a:lnTo>
                <a:lnTo>
                  <a:pt x="1730497" y="42691"/>
                </a:lnTo>
                <a:lnTo>
                  <a:pt x="1730522" y="43407"/>
                </a:lnTo>
                <a:lnTo>
                  <a:pt x="1730597" y="44064"/>
                </a:lnTo>
                <a:lnTo>
                  <a:pt x="1730718" y="44663"/>
                </a:lnTo>
                <a:lnTo>
                  <a:pt x="1730882" y="45208"/>
                </a:lnTo>
                <a:lnTo>
                  <a:pt x="1731085" y="45702"/>
                </a:lnTo>
                <a:lnTo>
                  <a:pt x="1731325" y="46145"/>
                </a:lnTo>
                <a:lnTo>
                  <a:pt x="1731599" y="46543"/>
                </a:lnTo>
                <a:lnTo>
                  <a:pt x="1731904" y="46896"/>
                </a:lnTo>
                <a:lnTo>
                  <a:pt x="1732235" y="47207"/>
                </a:lnTo>
                <a:lnTo>
                  <a:pt x="1732592" y="47480"/>
                </a:lnTo>
                <a:lnTo>
                  <a:pt x="1732969" y="47717"/>
                </a:lnTo>
                <a:lnTo>
                  <a:pt x="1733365" y="47919"/>
                </a:lnTo>
                <a:lnTo>
                  <a:pt x="1733775" y="48091"/>
                </a:lnTo>
                <a:lnTo>
                  <a:pt x="1734198" y="48234"/>
                </a:lnTo>
                <a:lnTo>
                  <a:pt x="1734630" y="48351"/>
                </a:lnTo>
                <a:lnTo>
                  <a:pt x="1735067" y="48445"/>
                </a:lnTo>
                <a:lnTo>
                  <a:pt x="1735507" y="48518"/>
                </a:lnTo>
                <a:lnTo>
                  <a:pt x="1735946" y="48573"/>
                </a:lnTo>
                <a:lnTo>
                  <a:pt x="1736382" y="48612"/>
                </a:lnTo>
                <a:lnTo>
                  <a:pt x="1736812" y="48639"/>
                </a:lnTo>
                <a:lnTo>
                  <a:pt x="1737231" y="48655"/>
                </a:lnTo>
                <a:lnTo>
                  <a:pt x="1737638" y="48663"/>
                </a:lnTo>
                <a:lnTo>
                  <a:pt x="1738029" y="48666"/>
                </a:lnTo>
                <a:lnTo>
                  <a:pt x="1738401" y="48666"/>
                </a:lnTo>
                <a:lnTo>
                  <a:pt x="1760185" y="48666"/>
                </a:lnTo>
                <a:lnTo>
                  <a:pt x="1760185" y="108180"/>
                </a:lnTo>
                <a:lnTo>
                  <a:pt x="1736857" y="108180"/>
                </a:lnTo>
                <a:lnTo>
                  <a:pt x="1736463" y="108180"/>
                </a:lnTo>
                <a:lnTo>
                  <a:pt x="1736054" y="108183"/>
                </a:lnTo>
                <a:lnTo>
                  <a:pt x="1735632" y="108191"/>
                </a:lnTo>
                <a:lnTo>
                  <a:pt x="1735201" y="108207"/>
                </a:lnTo>
                <a:lnTo>
                  <a:pt x="1734763" y="108234"/>
                </a:lnTo>
                <a:lnTo>
                  <a:pt x="1734321" y="108273"/>
                </a:lnTo>
                <a:lnTo>
                  <a:pt x="1733878" y="108328"/>
                </a:lnTo>
                <a:lnTo>
                  <a:pt x="1733437" y="108401"/>
                </a:lnTo>
                <a:lnTo>
                  <a:pt x="1733001" y="108495"/>
                </a:lnTo>
                <a:lnTo>
                  <a:pt x="1732572" y="108612"/>
                </a:lnTo>
                <a:lnTo>
                  <a:pt x="1732154" y="108755"/>
                </a:lnTo>
                <a:lnTo>
                  <a:pt x="1731749" y="108926"/>
                </a:lnTo>
                <a:lnTo>
                  <a:pt x="1731359" y="109129"/>
                </a:lnTo>
                <a:lnTo>
                  <a:pt x="1730989" y="109366"/>
                </a:lnTo>
                <a:lnTo>
                  <a:pt x="1730641" y="109638"/>
                </a:lnTo>
                <a:lnTo>
                  <a:pt x="1730317" y="109950"/>
                </a:lnTo>
                <a:lnTo>
                  <a:pt x="1730020" y="110303"/>
                </a:lnTo>
                <a:lnTo>
                  <a:pt x="1729754" y="110700"/>
                </a:lnTo>
                <a:lnTo>
                  <a:pt x="1729521" y="111144"/>
                </a:lnTo>
                <a:lnTo>
                  <a:pt x="1729324" y="111637"/>
                </a:lnTo>
                <a:lnTo>
                  <a:pt x="1729166" y="112182"/>
                </a:lnTo>
                <a:lnTo>
                  <a:pt x="1729049" y="112782"/>
                </a:lnTo>
                <a:lnTo>
                  <a:pt x="1728977" y="113439"/>
                </a:lnTo>
                <a:lnTo>
                  <a:pt x="1728952" y="114155"/>
                </a:lnTo>
                <a:lnTo>
                  <a:pt x="1728978" y="114848"/>
                </a:lnTo>
                <a:lnTo>
                  <a:pt x="1729053" y="115484"/>
                </a:lnTo>
                <a:lnTo>
                  <a:pt x="1729173" y="116064"/>
                </a:lnTo>
                <a:lnTo>
                  <a:pt x="1729337" y="116591"/>
                </a:lnTo>
                <a:lnTo>
                  <a:pt x="1729541" y="117069"/>
                </a:lnTo>
                <a:lnTo>
                  <a:pt x="1729781" y="117499"/>
                </a:lnTo>
                <a:lnTo>
                  <a:pt x="1730055" y="117883"/>
                </a:lnTo>
                <a:lnTo>
                  <a:pt x="1730359" y="118225"/>
                </a:lnTo>
                <a:lnTo>
                  <a:pt x="1730691" y="118527"/>
                </a:lnTo>
                <a:lnTo>
                  <a:pt x="1731047" y="118791"/>
                </a:lnTo>
                <a:lnTo>
                  <a:pt x="1731425" y="119019"/>
                </a:lnTo>
                <a:lnTo>
                  <a:pt x="1731820" y="119216"/>
                </a:lnTo>
                <a:lnTo>
                  <a:pt x="1732231" y="119382"/>
                </a:lnTo>
                <a:lnTo>
                  <a:pt x="1732654" y="119520"/>
                </a:lnTo>
                <a:lnTo>
                  <a:pt x="1733085" y="119634"/>
                </a:lnTo>
                <a:lnTo>
                  <a:pt x="1733522" y="119724"/>
                </a:lnTo>
                <a:lnTo>
                  <a:pt x="1733962" y="119795"/>
                </a:lnTo>
                <a:lnTo>
                  <a:pt x="1734402" y="119848"/>
                </a:lnTo>
                <a:lnTo>
                  <a:pt x="1734838" y="119886"/>
                </a:lnTo>
                <a:lnTo>
                  <a:pt x="1735267" y="119912"/>
                </a:lnTo>
                <a:lnTo>
                  <a:pt x="1735687" y="119927"/>
                </a:lnTo>
                <a:lnTo>
                  <a:pt x="1736094" y="119935"/>
                </a:lnTo>
                <a:lnTo>
                  <a:pt x="1736485" y="119938"/>
                </a:lnTo>
                <a:lnTo>
                  <a:pt x="1736857" y="119939"/>
                </a:lnTo>
                <a:lnTo>
                  <a:pt x="1793730" y="119939"/>
                </a:lnTo>
                <a:lnTo>
                  <a:pt x="1794103" y="119938"/>
                </a:lnTo>
                <a:lnTo>
                  <a:pt x="1794494" y="119935"/>
                </a:lnTo>
                <a:lnTo>
                  <a:pt x="1794901" y="119927"/>
                </a:lnTo>
                <a:lnTo>
                  <a:pt x="1795321" y="119912"/>
                </a:lnTo>
                <a:lnTo>
                  <a:pt x="1795750" y="119886"/>
                </a:lnTo>
                <a:lnTo>
                  <a:pt x="1796186" y="119848"/>
                </a:lnTo>
                <a:lnTo>
                  <a:pt x="1796626" y="119795"/>
                </a:lnTo>
                <a:lnTo>
                  <a:pt x="1797066" y="119724"/>
                </a:lnTo>
                <a:lnTo>
                  <a:pt x="1797503" y="119634"/>
                </a:lnTo>
                <a:lnTo>
                  <a:pt x="1797935" y="119520"/>
                </a:lnTo>
                <a:lnTo>
                  <a:pt x="1798357" y="119382"/>
                </a:lnTo>
                <a:lnTo>
                  <a:pt x="1798768" y="119216"/>
                </a:lnTo>
                <a:lnTo>
                  <a:pt x="1799164" y="119019"/>
                </a:lnTo>
                <a:lnTo>
                  <a:pt x="1799541" y="118791"/>
                </a:lnTo>
                <a:lnTo>
                  <a:pt x="1799897" y="118527"/>
                </a:lnTo>
                <a:lnTo>
                  <a:pt x="1800229" y="118225"/>
                </a:lnTo>
                <a:lnTo>
                  <a:pt x="1800533" y="117883"/>
                </a:lnTo>
                <a:lnTo>
                  <a:pt x="1800807" y="117499"/>
                </a:lnTo>
                <a:lnTo>
                  <a:pt x="1801047" y="117069"/>
                </a:lnTo>
                <a:lnTo>
                  <a:pt x="1801250" y="116591"/>
                </a:lnTo>
                <a:lnTo>
                  <a:pt x="1801414" y="116064"/>
                </a:lnTo>
                <a:lnTo>
                  <a:pt x="1801534" y="115484"/>
                </a:lnTo>
                <a:lnTo>
                  <a:pt x="1801609" y="114848"/>
                </a:lnTo>
                <a:lnTo>
                  <a:pt x="1801635" y="114155"/>
                </a:lnTo>
                <a:lnTo>
                  <a:pt x="1801609" y="113439"/>
                </a:lnTo>
                <a:lnTo>
                  <a:pt x="1801534" y="112782"/>
                </a:lnTo>
                <a:lnTo>
                  <a:pt x="1801414" y="112182"/>
                </a:lnTo>
                <a:lnTo>
                  <a:pt x="1801250" y="111637"/>
                </a:lnTo>
                <a:lnTo>
                  <a:pt x="1801047" y="111144"/>
                </a:lnTo>
                <a:lnTo>
                  <a:pt x="1800807" y="110700"/>
                </a:lnTo>
                <a:close/>
                <a:moveTo>
                  <a:pt x="185468" y="87900"/>
                </a:moveTo>
                <a:lnTo>
                  <a:pt x="185468" y="87921"/>
                </a:lnTo>
                <a:lnTo>
                  <a:pt x="185468" y="87886"/>
                </a:lnTo>
                <a:lnTo>
                  <a:pt x="185468" y="87900"/>
                </a:lnTo>
                <a:close/>
                <a:moveTo>
                  <a:pt x="588785" y="98878"/>
                </a:moveTo>
                <a:lnTo>
                  <a:pt x="588785" y="98880"/>
                </a:lnTo>
                <a:lnTo>
                  <a:pt x="588785" y="98877"/>
                </a:lnTo>
                <a:lnTo>
                  <a:pt x="588785" y="98878"/>
                </a:lnTo>
                <a:close/>
                <a:moveTo>
                  <a:pt x="662204" y="103078"/>
                </a:moveTo>
                <a:lnTo>
                  <a:pt x="661862" y="102356"/>
                </a:lnTo>
                <a:lnTo>
                  <a:pt x="661476" y="101665"/>
                </a:lnTo>
                <a:lnTo>
                  <a:pt x="661049" y="101007"/>
                </a:lnTo>
                <a:lnTo>
                  <a:pt x="660582" y="100381"/>
                </a:lnTo>
                <a:lnTo>
                  <a:pt x="660079" y="99791"/>
                </a:lnTo>
                <a:lnTo>
                  <a:pt x="659541" y="99236"/>
                </a:lnTo>
                <a:lnTo>
                  <a:pt x="658971" y="98719"/>
                </a:lnTo>
                <a:lnTo>
                  <a:pt x="658371" y="98240"/>
                </a:lnTo>
                <a:lnTo>
                  <a:pt x="657744" y="97800"/>
                </a:lnTo>
                <a:lnTo>
                  <a:pt x="657092" y="97402"/>
                </a:lnTo>
                <a:lnTo>
                  <a:pt x="656417" y="97046"/>
                </a:lnTo>
                <a:lnTo>
                  <a:pt x="655721" y="96733"/>
                </a:lnTo>
                <a:lnTo>
                  <a:pt x="655008" y="96465"/>
                </a:lnTo>
                <a:lnTo>
                  <a:pt x="654279" y="96242"/>
                </a:lnTo>
                <a:lnTo>
                  <a:pt x="653536" y="96067"/>
                </a:lnTo>
                <a:lnTo>
                  <a:pt x="652782" y="95941"/>
                </a:lnTo>
                <a:lnTo>
                  <a:pt x="652020" y="95864"/>
                </a:lnTo>
                <a:lnTo>
                  <a:pt x="651251" y="95838"/>
                </a:lnTo>
                <a:lnTo>
                  <a:pt x="650349" y="95869"/>
                </a:lnTo>
                <a:lnTo>
                  <a:pt x="649473" y="95959"/>
                </a:lnTo>
                <a:lnTo>
                  <a:pt x="648626" y="96107"/>
                </a:lnTo>
                <a:lnTo>
                  <a:pt x="647807" y="96308"/>
                </a:lnTo>
                <a:lnTo>
                  <a:pt x="647019" y="96562"/>
                </a:lnTo>
                <a:lnTo>
                  <a:pt x="646262" y="96865"/>
                </a:lnTo>
                <a:lnTo>
                  <a:pt x="645537" y="97215"/>
                </a:lnTo>
                <a:lnTo>
                  <a:pt x="644845" y="97609"/>
                </a:lnTo>
                <a:lnTo>
                  <a:pt x="644188" y="98045"/>
                </a:lnTo>
                <a:lnTo>
                  <a:pt x="643565" y="98519"/>
                </a:lnTo>
                <a:lnTo>
                  <a:pt x="642979" y="99030"/>
                </a:lnTo>
                <a:lnTo>
                  <a:pt x="642430" y="99574"/>
                </a:lnTo>
                <a:lnTo>
                  <a:pt x="641919" y="100150"/>
                </a:lnTo>
                <a:lnTo>
                  <a:pt x="641447" y="100754"/>
                </a:lnTo>
                <a:lnTo>
                  <a:pt x="641016" y="101384"/>
                </a:lnTo>
                <a:lnTo>
                  <a:pt x="640625" y="102037"/>
                </a:lnTo>
                <a:lnTo>
                  <a:pt x="640277" y="102712"/>
                </a:lnTo>
                <a:lnTo>
                  <a:pt x="639972" y="103404"/>
                </a:lnTo>
                <a:lnTo>
                  <a:pt x="639711" y="104112"/>
                </a:lnTo>
                <a:lnTo>
                  <a:pt x="639496" y="104833"/>
                </a:lnTo>
                <a:lnTo>
                  <a:pt x="639326" y="105564"/>
                </a:lnTo>
                <a:lnTo>
                  <a:pt x="639204" y="106303"/>
                </a:lnTo>
                <a:lnTo>
                  <a:pt x="639130" y="107047"/>
                </a:lnTo>
                <a:lnTo>
                  <a:pt x="639105" y="107794"/>
                </a:lnTo>
                <a:lnTo>
                  <a:pt x="639135" y="108675"/>
                </a:lnTo>
                <a:lnTo>
                  <a:pt x="639222" y="109532"/>
                </a:lnTo>
                <a:lnTo>
                  <a:pt x="639365" y="110364"/>
                </a:lnTo>
                <a:lnTo>
                  <a:pt x="639562" y="111171"/>
                </a:lnTo>
                <a:lnTo>
                  <a:pt x="639809" y="111950"/>
                </a:lnTo>
                <a:lnTo>
                  <a:pt x="640105" y="112702"/>
                </a:lnTo>
                <a:lnTo>
                  <a:pt x="640447" y="113423"/>
                </a:lnTo>
                <a:lnTo>
                  <a:pt x="640833" y="114114"/>
                </a:lnTo>
                <a:lnTo>
                  <a:pt x="641260" y="114772"/>
                </a:lnTo>
                <a:lnTo>
                  <a:pt x="641727" y="115397"/>
                </a:lnTo>
                <a:lnTo>
                  <a:pt x="642230" y="115987"/>
                </a:lnTo>
                <a:lnTo>
                  <a:pt x="642768" y="116542"/>
                </a:lnTo>
                <a:lnTo>
                  <a:pt x="643338" y="117059"/>
                </a:lnTo>
                <a:lnTo>
                  <a:pt x="643937" y="117538"/>
                </a:lnTo>
                <a:lnTo>
                  <a:pt x="644564" y="117977"/>
                </a:lnTo>
                <a:lnTo>
                  <a:pt x="645217" y="118375"/>
                </a:lnTo>
                <a:lnTo>
                  <a:pt x="645892" y="118732"/>
                </a:lnTo>
                <a:lnTo>
                  <a:pt x="646587" y="119044"/>
                </a:lnTo>
                <a:lnTo>
                  <a:pt x="647301" y="119312"/>
                </a:lnTo>
                <a:lnTo>
                  <a:pt x="648030" y="119535"/>
                </a:lnTo>
                <a:lnTo>
                  <a:pt x="648772" y="119709"/>
                </a:lnTo>
                <a:lnTo>
                  <a:pt x="649526" y="119836"/>
                </a:lnTo>
                <a:lnTo>
                  <a:pt x="650288" y="119913"/>
                </a:lnTo>
                <a:lnTo>
                  <a:pt x="651057" y="119939"/>
                </a:lnTo>
                <a:lnTo>
                  <a:pt x="651960" y="119908"/>
                </a:lnTo>
                <a:lnTo>
                  <a:pt x="652835" y="119818"/>
                </a:lnTo>
                <a:lnTo>
                  <a:pt x="653682" y="119670"/>
                </a:lnTo>
                <a:lnTo>
                  <a:pt x="654500" y="119468"/>
                </a:lnTo>
                <a:lnTo>
                  <a:pt x="655288" y="119215"/>
                </a:lnTo>
                <a:lnTo>
                  <a:pt x="656045" y="118912"/>
                </a:lnTo>
                <a:lnTo>
                  <a:pt x="656770" y="118562"/>
                </a:lnTo>
                <a:lnTo>
                  <a:pt x="657462" y="118168"/>
                </a:lnTo>
                <a:lnTo>
                  <a:pt x="658119" y="117733"/>
                </a:lnTo>
                <a:lnTo>
                  <a:pt x="658742" y="117259"/>
                </a:lnTo>
                <a:lnTo>
                  <a:pt x="659328" y="116748"/>
                </a:lnTo>
                <a:lnTo>
                  <a:pt x="659877" y="116204"/>
                </a:lnTo>
                <a:lnTo>
                  <a:pt x="660388" y="115628"/>
                </a:lnTo>
                <a:lnTo>
                  <a:pt x="660860" y="115024"/>
                </a:lnTo>
                <a:lnTo>
                  <a:pt x="661292" y="114395"/>
                </a:lnTo>
                <a:lnTo>
                  <a:pt x="661682" y="113741"/>
                </a:lnTo>
                <a:lnTo>
                  <a:pt x="662031" y="113067"/>
                </a:lnTo>
                <a:lnTo>
                  <a:pt x="662336" y="112375"/>
                </a:lnTo>
                <a:lnTo>
                  <a:pt x="662597" y="111667"/>
                </a:lnTo>
                <a:lnTo>
                  <a:pt x="662813" y="110947"/>
                </a:lnTo>
                <a:lnTo>
                  <a:pt x="662982" y="110215"/>
                </a:lnTo>
                <a:lnTo>
                  <a:pt x="663105" y="109476"/>
                </a:lnTo>
                <a:lnTo>
                  <a:pt x="663179" y="108732"/>
                </a:lnTo>
                <a:lnTo>
                  <a:pt x="663204" y="107985"/>
                </a:lnTo>
                <a:lnTo>
                  <a:pt x="663174" y="107105"/>
                </a:lnTo>
                <a:lnTo>
                  <a:pt x="663086" y="106248"/>
                </a:lnTo>
                <a:lnTo>
                  <a:pt x="662943" y="105415"/>
                </a:lnTo>
                <a:lnTo>
                  <a:pt x="662747" y="104608"/>
                </a:lnTo>
                <a:lnTo>
                  <a:pt x="662500" y="103829"/>
                </a:lnTo>
                <a:lnTo>
                  <a:pt x="662204" y="103078"/>
                </a:lnTo>
                <a:close/>
                <a:moveTo>
                  <a:pt x="2482019" y="9246"/>
                </a:moveTo>
                <a:lnTo>
                  <a:pt x="2481760" y="8678"/>
                </a:lnTo>
                <a:lnTo>
                  <a:pt x="2481467" y="8131"/>
                </a:lnTo>
                <a:lnTo>
                  <a:pt x="2481140" y="7607"/>
                </a:lnTo>
                <a:lnTo>
                  <a:pt x="2480781" y="7107"/>
                </a:lnTo>
                <a:lnTo>
                  <a:pt x="2480391" y="6633"/>
                </a:lnTo>
                <a:lnTo>
                  <a:pt x="2479971" y="6185"/>
                </a:lnTo>
                <a:lnTo>
                  <a:pt x="2479524" y="5766"/>
                </a:lnTo>
                <a:lnTo>
                  <a:pt x="2479050" y="5375"/>
                </a:lnTo>
                <a:lnTo>
                  <a:pt x="2478550" y="5016"/>
                </a:lnTo>
                <a:lnTo>
                  <a:pt x="2478026" y="4689"/>
                </a:lnTo>
                <a:lnTo>
                  <a:pt x="2477480" y="4395"/>
                </a:lnTo>
                <a:lnTo>
                  <a:pt x="2476912" y="4136"/>
                </a:lnTo>
                <a:lnTo>
                  <a:pt x="2476324" y="3914"/>
                </a:lnTo>
                <a:lnTo>
                  <a:pt x="2475717" y="3728"/>
                </a:lnTo>
                <a:lnTo>
                  <a:pt x="2475092" y="3582"/>
                </a:lnTo>
                <a:lnTo>
                  <a:pt x="2474452" y="3476"/>
                </a:lnTo>
                <a:lnTo>
                  <a:pt x="2473797" y="3411"/>
                </a:lnTo>
                <a:lnTo>
                  <a:pt x="2473128" y="3389"/>
                </a:lnTo>
                <a:lnTo>
                  <a:pt x="2472460" y="3411"/>
                </a:lnTo>
                <a:lnTo>
                  <a:pt x="2471804" y="3476"/>
                </a:lnTo>
                <a:lnTo>
                  <a:pt x="2471164" y="3582"/>
                </a:lnTo>
                <a:lnTo>
                  <a:pt x="2470539" y="3728"/>
                </a:lnTo>
                <a:lnTo>
                  <a:pt x="2469932" y="3914"/>
                </a:lnTo>
                <a:lnTo>
                  <a:pt x="2469344" y="4136"/>
                </a:lnTo>
                <a:lnTo>
                  <a:pt x="2468775" y="4395"/>
                </a:lnTo>
                <a:lnTo>
                  <a:pt x="2468229" y="4689"/>
                </a:lnTo>
                <a:lnTo>
                  <a:pt x="2467705" y="5016"/>
                </a:lnTo>
                <a:lnTo>
                  <a:pt x="2467205" y="5375"/>
                </a:lnTo>
                <a:lnTo>
                  <a:pt x="2466731" y="5766"/>
                </a:lnTo>
                <a:lnTo>
                  <a:pt x="2466283" y="6185"/>
                </a:lnTo>
                <a:lnTo>
                  <a:pt x="2465864" y="6633"/>
                </a:lnTo>
                <a:lnTo>
                  <a:pt x="2465474" y="7107"/>
                </a:lnTo>
                <a:lnTo>
                  <a:pt x="2465114" y="7607"/>
                </a:lnTo>
                <a:lnTo>
                  <a:pt x="2464787" y="8131"/>
                </a:lnTo>
                <a:lnTo>
                  <a:pt x="2464494" y="8678"/>
                </a:lnTo>
                <a:lnTo>
                  <a:pt x="2464235" y="9246"/>
                </a:lnTo>
                <a:lnTo>
                  <a:pt x="2464012" y="9834"/>
                </a:lnTo>
                <a:lnTo>
                  <a:pt x="2463827" y="10441"/>
                </a:lnTo>
                <a:lnTo>
                  <a:pt x="2463681" y="11066"/>
                </a:lnTo>
                <a:lnTo>
                  <a:pt x="2463575" y="11706"/>
                </a:lnTo>
                <a:lnTo>
                  <a:pt x="2463510" y="12361"/>
                </a:lnTo>
                <a:lnTo>
                  <a:pt x="2463488" y="13030"/>
                </a:lnTo>
                <a:lnTo>
                  <a:pt x="2463510" y="13699"/>
                </a:lnTo>
                <a:lnTo>
                  <a:pt x="2463575" y="14354"/>
                </a:lnTo>
                <a:lnTo>
                  <a:pt x="2463681" y="14994"/>
                </a:lnTo>
                <a:lnTo>
                  <a:pt x="2463827" y="15619"/>
                </a:lnTo>
                <a:lnTo>
                  <a:pt x="2464012" y="16226"/>
                </a:lnTo>
                <a:lnTo>
                  <a:pt x="2464235" y="16814"/>
                </a:lnTo>
                <a:lnTo>
                  <a:pt x="2464494" y="17382"/>
                </a:lnTo>
                <a:lnTo>
                  <a:pt x="2464787" y="17929"/>
                </a:lnTo>
                <a:lnTo>
                  <a:pt x="2465114" y="18453"/>
                </a:lnTo>
                <a:lnTo>
                  <a:pt x="2465474" y="18953"/>
                </a:lnTo>
                <a:lnTo>
                  <a:pt x="2465864" y="19427"/>
                </a:lnTo>
                <a:lnTo>
                  <a:pt x="2466283" y="19875"/>
                </a:lnTo>
                <a:lnTo>
                  <a:pt x="2466731" y="20294"/>
                </a:lnTo>
                <a:lnTo>
                  <a:pt x="2467205" y="20685"/>
                </a:lnTo>
                <a:lnTo>
                  <a:pt x="2467705" y="21044"/>
                </a:lnTo>
                <a:lnTo>
                  <a:pt x="2468229" y="21371"/>
                </a:lnTo>
                <a:lnTo>
                  <a:pt x="2468775" y="21665"/>
                </a:lnTo>
                <a:lnTo>
                  <a:pt x="2469344" y="21924"/>
                </a:lnTo>
                <a:lnTo>
                  <a:pt x="2469932" y="22146"/>
                </a:lnTo>
                <a:lnTo>
                  <a:pt x="2470539" y="22332"/>
                </a:lnTo>
                <a:lnTo>
                  <a:pt x="2471164" y="22478"/>
                </a:lnTo>
                <a:lnTo>
                  <a:pt x="2471804" y="22584"/>
                </a:lnTo>
                <a:lnTo>
                  <a:pt x="2472460" y="22649"/>
                </a:lnTo>
                <a:lnTo>
                  <a:pt x="2473128" y="22671"/>
                </a:lnTo>
                <a:lnTo>
                  <a:pt x="2473797" y="22649"/>
                </a:lnTo>
                <a:lnTo>
                  <a:pt x="2474452" y="22584"/>
                </a:lnTo>
                <a:lnTo>
                  <a:pt x="2475092" y="22478"/>
                </a:lnTo>
                <a:lnTo>
                  <a:pt x="2475717" y="22332"/>
                </a:lnTo>
                <a:lnTo>
                  <a:pt x="2476324" y="22146"/>
                </a:lnTo>
                <a:lnTo>
                  <a:pt x="2476912" y="21924"/>
                </a:lnTo>
                <a:lnTo>
                  <a:pt x="2477480" y="21665"/>
                </a:lnTo>
                <a:lnTo>
                  <a:pt x="2478026" y="21371"/>
                </a:lnTo>
                <a:lnTo>
                  <a:pt x="2478550" y="21044"/>
                </a:lnTo>
                <a:lnTo>
                  <a:pt x="2479050" y="20685"/>
                </a:lnTo>
                <a:lnTo>
                  <a:pt x="2479524" y="20294"/>
                </a:lnTo>
                <a:lnTo>
                  <a:pt x="2479971" y="19875"/>
                </a:lnTo>
                <a:lnTo>
                  <a:pt x="2480391" y="19427"/>
                </a:lnTo>
                <a:lnTo>
                  <a:pt x="2480781" y="18953"/>
                </a:lnTo>
                <a:lnTo>
                  <a:pt x="2481140" y="18453"/>
                </a:lnTo>
                <a:lnTo>
                  <a:pt x="2481467" y="17929"/>
                </a:lnTo>
                <a:lnTo>
                  <a:pt x="2481760" y="17382"/>
                </a:lnTo>
                <a:lnTo>
                  <a:pt x="2482019" y="16814"/>
                </a:lnTo>
                <a:lnTo>
                  <a:pt x="2482242" y="16226"/>
                </a:lnTo>
                <a:lnTo>
                  <a:pt x="2482427" y="15619"/>
                </a:lnTo>
                <a:lnTo>
                  <a:pt x="2482573" y="14994"/>
                </a:lnTo>
                <a:lnTo>
                  <a:pt x="2482679" y="14354"/>
                </a:lnTo>
                <a:lnTo>
                  <a:pt x="2482744" y="13699"/>
                </a:lnTo>
                <a:lnTo>
                  <a:pt x="2482766" y="13030"/>
                </a:lnTo>
                <a:lnTo>
                  <a:pt x="2482744" y="12361"/>
                </a:lnTo>
                <a:lnTo>
                  <a:pt x="2482679" y="11706"/>
                </a:lnTo>
                <a:lnTo>
                  <a:pt x="2482573" y="11066"/>
                </a:lnTo>
                <a:lnTo>
                  <a:pt x="2482427" y="10441"/>
                </a:lnTo>
                <a:lnTo>
                  <a:pt x="2482242" y="9834"/>
                </a:lnTo>
                <a:lnTo>
                  <a:pt x="2482019" y="9246"/>
                </a:lnTo>
                <a:close/>
                <a:moveTo>
                  <a:pt x="2302486" y="6682"/>
                </a:moveTo>
                <a:lnTo>
                  <a:pt x="2301785" y="5823"/>
                </a:lnTo>
                <a:lnTo>
                  <a:pt x="2300996" y="5054"/>
                </a:lnTo>
                <a:lnTo>
                  <a:pt x="2300130" y="4370"/>
                </a:lnTo>
                <a:lnTo>
                  <a:pt x="2299200" y="3766"/>
                </a:lnTo>
                <a:lnTo>
                  <a:pt x="2298218" y="3238"/>
                </a:lnTo>
                <a:lnTo>
                  <a:pt x="2297196" y="2780"/>
                </a:lnTo>
                <a:lnTo>
                  <a:pt x="2296146" y="2388"/>
                </a:lnTo>
                <a:lnTo>
                  <a:pt x="2295079" y="2055"/>
                </a:lnTo>
                <a:lnTo>
                  <a:pt x="2294009" y="1778"/>
                </a:lnTo>
                <a:lnTo>
                  <a:pt x="2292946" y="1552"/>
                </a:lnTo>
                <a:lnTo>
                  <a:pt x="2291904" y="1370"/>
                </a:lnTo>
                <a:lnTo>
                  <a:pt x="2290894" y="1229"/>
                </a:lnTo>
                <a:lnTo>
                  <a:pt x="2289928" y="1122"/>
                </a:lnTo>
                <a:lnTo>
                  <a:pt x="2289018" y="1046"/>
                </a:lnTo>
                <a:lnTo>
                  <a:pt x="2288176" y="995"/>
                </a:lnTo>
                <a:lnTo>
                  <a:pt x="2287415" y="964"/>
                </a:lnTo>
                <a:lnTo>
                  <a:pt x="2286746" y="948"/>
                </a:lnTo>
                <a:lnTo>
                  <a:pt x="2286182" y="942"/>
                </a:lnTo>
                <a:lnTo>
                  <a:pt x="2285734" y="941"/>
                </a:lnTo>
                <a:lnTo>
                  <a:pt x="2283810" y="988"/>
                </a:lnTo>
                <a:lnTo>
                  <a:pt x="2281898" y="1126"/>
                </a:lnTo>
                <a:lnTo>
                  <a:pt x="2280005" y="1355"/>
                </a:lnTo>
                <a:lnTo>
                  <a:pt x="2278136" y="1676"/>
                </a:lnTo>
                <a:lnTo>
                  <a:pt x="2276298" y="2088"/>
                </a:lnTo>
                <a:lnTo>
                  <a:pt x="2274498" y="2590"/>
                </a:lnTo>
                <a:lnTo>
                  <a:pt x="2272740" y="3183"/>
                </a:lnTo>
                <a:lnTo>
                  <a:pt x="2271032" y="3865"/>
                </a:lnTo>
                <a:lnTo>
                  <a:pt x="2269379" y="4636"/>
                </a:lnTo>
                <a:lnTo>
                  <a:pt x="2267788" y="5496"/>
                </a:lnTo>
                <a:lnTo>
                  <a:pt x="2266265" y="6444"/>
                </a:lnTo>
                <a:lnTo>
                  <a:pt x="2264816" y="7481"/>
                </a:lnTo>
                <a:lnTo>
                  <a:pt x="2263447" y="8605"/>
                </a:lnTo>
                <a:lnTo>
                  <a:pt x="2262165" y="9816"/>
                </a:lnTo>
                <a:lnTo>
                  <a:pt x="2260976" y="11115"/>
                </a:lnTo>
                <a:lnTo>
                  <a:pt x="2259886" y="12500"/>
                </a:lnTo>
                <a:lnTo>
                  <a:pt x="2258900" y="13971"/>
                </a:lnTo>
                <a:lnTo>
                  <a:pt x="2258026" y="15527"/>
                </a:lnTo>
                <a:lnTo>
                  <a:pt x="2257270" y="17169"/>
                </a:lnTo>
                <a:lnTo>
                  <a:pt x="2256637" y="18896"/>
                </a:lnTo>
                <a:lnTo>
                  <a:pt x="2256134" y="20708"/>
                </a:lnTo>
                <a:lnTo>
                  <a:pt x="2255767" y="22603"/>
                </a:lnTo>
                <a:lnTo>
                  <a:pt x="2255542" y="24583"/>
                </a:lnTo>
                <a:lnTo>
                  <a:pt x="2255466" y="26646"/>
                </a:lnTo>
                <a:lnTo>
                  <a:pt x="2255466" y="36904"/>
                </a:lnTo>
                <a:lnTo>
                  <a:pt x="2236188" y="36904"/>
                </a:lnTo>
                <a:lnTo>
                  <a:pt x="2235794" y="36905"/>
                </a:lnTo>
                <a:lnTo>
                  <a:pt x="2235385" y="36908"/>
                </a:lnTo>
                <a:lnTo>
                  <a:pt x="2234963" y="36916"/>
                </a:lnTo>
                <a:lnTo>
                  <a:pt x="2234531" y="36932"/>
                </a:lnTo>
                <a:lnTo>
                  <a:pt x="2234093" y="36958"/>
                </a:lnTo>
                <a:lnTo>
                  <a:pt x="2233651" y="36998"/>
                </a:lnTo>
                <a:lnTo>
                  <a:pt x="2233209" y="37053"/>
                </a:lnTo>
                <a:lnTo>
                  <a:pt x="2232768" y="37126"/>
                </a:lnTo>
                <a:lnTo>
                  <a:pt x="2232331" y="37219"/>
                </a:lnTo>
                <a:lnTo>
                  <a:pt x="2231902" y="37337"/>
                </a:lnTo>
                <a:lnTo>
                  <a:pt x="2231484" y="37480"/>
                </a:lnTo>
                <a:lnTo>
                  <a:pt x="2231079" y="37651"/>
                </a:lnTo>
                <a:lnTo>
                  <a:pt x="2230690" y="37854"/>
                </a:lnTo>
                <a:lnTo>
                  <a:pt x="2230320" y="38091"/>
                </a:lnTo>
                <a:lnTo>
                  <a:pt x="2229971" y="38364"/>
                </a:lnTo>
                <a:lnTo>
                  <a:pt x="2229647" y="38675"/>
                </a:lnTo>
                <a:lnTo>
                  <a:pt x="2229351" y="39029"/>
                </a:lnTo>
                <a:lnTo>
                  <a:pt x="2229085" y="39426"/>
                </a:lnTo>
                <a:lnTo>
                  <a:pt x="2228852" y="39870"/>
                </a:lnTo>
                <a:lnTo>
                  <a:pt x="2228655" y="40364"/>
                </a:lnTo>
                <a:lnTo>
                  <a:pt x="2228497" y="40909"/>
                </a:lnTo>
                <a:lnTo>
                  <a:pt x="2228380" y="41509"/>
                </a:lnTo>
                <a:lnTo>
                  <a:pt x="2228309" y="42166"/>
                </a:lnTo>
                <a:lnTo>
                  <a:pt x="2228284" y="42882"/>
                </a:lnTo>
                <a:lnTo>
                  <a:pt x="2228308" y="43576"/>
                </a:lnTo>
                <a:lnTo>
                  <a:pt x="2228380" y="44211"/>
                </a:lnTo>
                <a:lnTo>
                  <a:pt x="2228497" y="44791"/>
                </a:lnTo>
                <a:lnTo>
                  <a:pt x="2228654" y="45319"/>
                </a:lnTo>
                <a:lnTo>
                  <a:pt x="2228850" y="45796"/>
                </a:lnTo>
                <a:lnTo>
                  <a:pt x="2229082" y="46226"/>
                </a:lnTo>
                <a:lnTo>
                  <a:pt x="2229346" y="46611"/>
                </a:lnTo>
                <a:lnTo>
                  <a:pt x="2229640" y="46952"/>
                </a:lnTo>
                <a:lnTo>
                  <a:pt x="2229961" y="47254"/>
                </a:lnTo>
                <a:lnTo>
                  <a:pt x="2230306" y="47518"/>
                </a:lnTo>
                <a:lnTo>
                  <a:pt x="2230671" y="47747"/>
                </a:lnTo>
                <a:lnTo>
                  <a:pt x="2231055" y="47943"/>
                </a:lnTo>
                <a:lnTo>
                  <a:pt x="2231453" y="48109"/>
                </a:lnTo>
                <a:lnTo>
                  <a:pt x="2231864" y="48248"/>
                </a:lnTo>
                <a:lnTo>
                  <a:pt x="2232284" y="48361"/>
                </a:lnTo>
                <a:lnTo>
                  <a:pt x="2232710" y="48452"/>
                </a:lnTo>
                <a:lnTo>
                  <a:pt x="2233140" y="48523"/>
                </a:lnTo>
                <a:lnTo>
                  <a:pt x="2233570" y="48576"/>
                </a:lnTo>
                <a:lnTo>
                  <a:pt x="2233997" y="48614"/>
                </a:lnTo>
                <a:lnTo>
                  <a:pt x="2234419" y="48639"/>
                </a:lnTo>
                <a:lnTo>
                  <a:pt x="2234833" y="48655"/>
                </a:lnTo>
                <a:lnTo>
                  <a:pt x="2235235" y="48663"/>
                </a:lnTo>
                <a:lnTo>
                  <a:pt x="2235623" y="48666"/>
                </a:lnTo>
                <a:lnTo>
                  <a:pt x="2235994" y="48666"/>
                </a:lnTo>
                <a:lnTo>
                  <a:pt x="2255466" y="48666"/>
                </a:lnTo>
                <a:lnTo>
                  <a:pt x="2255466" y="108180"/>
                </a:lnTo>
                <a:lnTo>
                  <a:pt x="2235994" y="108180"/>
                </a:lnTo>
                <a:lnTo>
                  <a:pt x="2235622" y="108180"/>
                </a:lnTo>
                <a:lnTo>
                  <a:pt x="2235231" y="108183"/>
                </a:lnTo>
                <a:lnTo>
                  <a:pt x="2234824" y="108191"/>
                </a:lnTo>
                <a:lnTo>
                  <a:pt x="2234405" y="108206"/>
                </a:lnTo>
                <a:lnTo>
                  <a:pt x="2233975" y="108232"/>
                </a:lnTo>
                <a:lnTo>
                  <a:pt x="2233539" y="108270"/>
                </a:lnTo>
                <a:lnTo>
                  <a:pt x="2233100" y="108323"/>
                </a:lnTo>
                <a:lnTo>
                  <a:pt x="2232660" y="108394"/>
                </a:lnTo>
                <a:lnTo>
                  <a:pt x="2232222" y="108485"/>
                </a:lnTo>
                <a:lnTo>
                  <a:pt x="2231791" y="108598"/>
                </a:lnTo>
                <a:lnTo>
                  <a:pt x="2231368" y="108736"/>
                </a:lnTo>
                <a:lnTo>
                  <a:pt x="2230958" y="108903"/>
                </a:lnTo>
                <a:lnTo>
                  <a:pt x="2230562" y="109099"/>
                </a:lnTo>
                <a:lnTo>
                  <a:pt x="2230185" y="109328"/>
                </a:lnTo>
                <a:lnTo>
                  <a:pt x="2229828" y="109592"/>
                </a:lnTo>
                <a:lnTo>
                  <a:pt x="2229496" y="109893"/>
                </a:lnTo>
                <a:lnTo>
                  <a:pt x="2229192" y="110235"/>
                </a:lnTo>
                <a:lnTo>
                  <a:pt x="2228918" y="110620"/>
                </a:lnTo>
                <a:lnTo>
                  <a:pt x="2228678" y="111049"/>
                </a:lnTo>
                <a:lnTo>
                  <a:pt x="2228474" y="111527"/>
                </a:lnTo>
                <a:lnTo>
                  <a:pt x="2228311" y="112054"/>
                </a:lnTo>
                <a:lnTo>
                  <a:pt x="2228190" y="112635"/>
                </a:lnTo>
                <a:lnTo>
                  <a:pt x="2228115" y="113270"/>
                </a:lnTo>
                <a:lnTo>
                  <a:pt x="2228090" y="113964"/>
                </a:lnTo>
                <a:lnTo>
                  <a:pt x="2228115" y="114680"/>
                </a:lnTo>
                <a:lnTo>
                  <a:pt x="2228190" y="115336"/>
                </a:lnTo>
                <a:lnTo>
                  <a:pt x="2228311" y="115936"/>
                </a:lnTo>
                <a:lnTo>
                  <a:pt x="2228474" y="116481"/>
                </a:lnTo>
                <a:lnTo>
                  <a:pt x="2228678" y="116974"/>
                </a:lnTo>
                <a:lnTo>
                  <a:pt x="2228918" y="117418"/>
                </a:lnTo>
                <a:lnTo>
                  <a:pt x="2229192" y="117815"/>
                </a:lnTo>
                <a:lnTo>
                  <a:pt x="2229496" y="118168"/>
                </a:lnTo>
                <a:lnTo>
                  <a:pt x="2229828" y="118480"/>
                </a:lnTo>
                <a:lnTo>
                  <a:pt x="2230185" y="118753"/>
                </a:lnTo>
                <a:lnTo>
                  <a:pt x="2230562" y="118989"/>
                </a:lnTo>
                <a:lnTo>
                  <a:pt x="2230958" y="119192"/>
                </a:lnTo>
                <a:lnTo>
                  <a:pt x="2231368" y="119363"/>
                </a:lnTo>
                <a:lnTo>
                  <a:pt x="2231791" y="119506"/>
                </a:lnTo>
                <a:lnTo>
                  <a:pt x="2232222" y="119624"/>
                </a:lnTo>
                <a:lnTo>
                  <a:pt x="2232660" y="119717"/>
                </a:lnTo>
                <a:lnTo>
                  <a:pt x="2233100" y="119790"/>
                </a:lnTo>
                <a:lnTo>
                  <a:pt x="2233539" y="119845"/>
                </a:lnTo>
                <a:lnTo>
                  <a:pt x="2233975" y="119885"/>
                </a:lnTo>
                <a:lnTo>
                  <a:pt x="2234405" y="119911"/>
                </a:lnTo>
                <a:lnTo>
                  <a:pt x="2234824" y="119927"/>
                </a:lnTo>
                <a:lnTo>
                  <a:pt x="2235231" y="119935"/>
                </a:lnTo>
                <a:lnTo>
                  <a:pt x="2235622" y="119938"/>
                </a:lnTo>
                <a:lnTo>
                  <a:pt x="2235994" y="119939"/>
                </a:lnTo>
                <a:lnTo>
                  <a:pt x="2288240" y="119939"/>
                </a:lnTo>
                <a:lnTo>
                  <a:pt x="2288612" y="119938"/>
                </a:lnTo>
                <a:lnTo>
                  <a:pt x="2289003" y="119935"/>
                </a:lnTo>
                <a:lnTo>
                  <a:pt x="2289410" y="119927"/>
                </a:lnTo>
                <a:lnTo>
                  <a:pt x="2289830" y="119912"/>
                </a:lnTo>
                <a:lnTo>
                  <a:pt x="2290259" y="119886"/>
                </a:lnTo>
                <a:lnTo>
                  <a:pt x="2290695" y="119848"/>
                </a:lnTo>
                <a:lnTo>
                  <a:pt x="2291135" y="119795"/>
                </a:lnTo>
                <a:lnTo>
                  <a:pt x="2291575" y="119724"/>
                </a:lnTo>
                <a:lnTo>
                  <a:pt x="2292012" y="119634"/>
                </a:lnTo>
                <a:lnTo>
                  <a:pt x="2292443" y="119520"/>
                </a:lnTo>
                <a:lnTo>
                  <a:pt x="2292866" y="119382"/>
                </a:lnTo>
                <a:lnTo>
                  <a:pt x="2293277" y="119216"/>
                </a:lnTo>
                <a:lnTo>
                  <a:pt x="2293672" y="119019"/>
                </a:lnTo>
                <a:lnTo>
                  <a:pt x="2294050" y="118791"/>
                </a:lnTo>
                <a:lnTo>
                  <a:pt x="2294406" y="118527"/>
                </a:lnTo>
                <a:lnTo>
                  <a:pt x="2294738" y="118225"/>
                </a:lnTo>
                <a:lnTo>
                  <a:pt x="2295042" y="117883"/>
                </a:lnTo>
                <a:lnTo>
                  <a:pt x="2295316" y="117499"/>
                </a:lnTo>
                <a:lnTo>
                  <a:pt x="2295556" y="117069"/>
                </a:lnTo>
                <a:lnTo>
                  <a:pt x="2295760" y="116591"/>
                </a:lnTo>
                <a:lnTo>
                  <a:pt x="2295924" y="116064"/>
                </a:lnTo>
                <a:lnTo>
                  <a:pt x="2296044" y="115484"/>
                </a:lnTo>
                <a:lnTo>
                  <a:pt x="2296119" y="114848"/>
                </a:lnTo>
                <a:lnTo>
                  <a:pt x="2296145" y="114155"/>
                </a:lnTo>
                <a:lnTo>
                  <a:pt x="2296119" y="113439"/>
                </a:lnTo>
                <a:lnTo>
                  <a:pt x="2296044" y="112782"/>
                </a:lnTo>
                <a:lnTo>
                  <a:pt x="2295924" y="112182"/>
                </a:lnTo>
                <a:lnTo>
                  <a:pt x="2295760" y="111637"/>
                </a:lnTo>
                <a:lnTo>
                  <a:pt x="2295556" y="111144"/>
                </a:lnTo>
                <a:lnTo>
                  <a:pt x="2295316" y="110700"/>
                </a:lnTo>
                <a:lnTo>
                  <a:pt x="2295042" y="110303"/>
                </a:lnTo>
                <a:lnTo>
                  <a:pt x="2294738" y="109950"/>
                </a:lnTo>
                <a:lnTo>
                  <a:pt x="2294406" y="109638"/>
                </a:lnTo>
                <a:lnTo>
                  <a:pt x="2294050" y="109366"/>
                </a:lnTo>
                <a:lnTo>
                  <a:pt x="2293672" y="109129"/>
                </a:lnTo>
                <a:lnTo>
                  <a:pt x="2293277" y="108926"/>
                </a:lnTo>
                <a:lnTo>
                  <a:pt x="2292866" y="108755"/>
                </a:lnTo>
                <a:lnTo>
                  <a:pt x="2292443" y="108612"/>
                </a:lnTo>
                <a:lnTo>
                  <a:pt x="2292012" y="108495"/>
                </a:lnTo>
                <a:lnTo>
                  <a:pt x="2291575" y="108401"/>
                </a:lnTo>
                <a:lnTo>
                  <a:pt x="2291135" y="108328"/>
                </a:lnTo>
                <a:lnTo>
                  <a:pt x="2290695" y="108273"/>
                </a:lnTo>
                <a:lnTo>
                  <a:pt x="2290259" y="108234"/>
                </a:lnTo>
                <a:lnTo>
                  <a:pt x="2289830" y="108207"/>
                </a:lnTo>
                <a:lnTo>
                  <a:pt x="2289410" y="108191"/>
                </a:lnTo>
                <a:lnTo>
                  <a:pt x="2289003" y="108183"/>
                </a:lnTo>
                <a:lnTo>
                  <a:pt x="2288612" y="108180"/>
                </a:lnTo>
                <a:lnTo>
                  <a:pt x="2288240" y="108180"/>
                </a:lnTo>
                <a:lnTo>
                  <a:pt x="2268769" y="108180"/>
                </a:lnTo>
                <a:lnTo>
                  <a:pt x="2268769" y="48666"/>
                </a:lnTo>
                <a:lnTo>
                  <a:pt x="2292291" y="48666"/>
                </a:lnTo>
                <a:lnTo>
                  <a:pt x="2292662" y="48666"/>
                </a:lnTo>
                <a:lnTo>
                  <a:pt x="2293050" y="48663"/>
                </a:lnTo>
                <a:lnTo>
                  <a:pt x="2293452" y="48655"/>
                </a:lnTo>
                <a:lnTo>
                  <a:pt x="2293866" y="48639"/>
                </a:lnTo>
                <a:lnTo>
                  <a:pt x="2294288" y="48614"/>
                </a:lnTo>
                <a:lnTo>
                  <a:pt x="2294716" y="48576"/>
                </a:lnTo>
                <a:lnTo>
                  <a:pt x="2295146" y="48523"/>
                </a:lnTo>
                <a:lnTo>
                  <a:pt x="2295575" y="48452"/>
                </a:lnTo>
                <a:lnTo>
                  <a:pt x="2296001" y="48361"/>
                </a:lnTo>
                <a:lnTo>
                  <a:pt x="2296421" y="48248"/>
                </a:lnTo>
                <a:lnTo>
                  <a:pt x="2296832" y="48109"/>
                </a:lnTo>
                <a:lnTo>
                  <a:pt x="2297231" y="47943"/>
                </a:lnTo>
                <a:lnTo>
                  <a:pt x="2297614" y="47747"/>
                </a:lnTo>
                <a:lnTo>
                  <a:pt x="2297980" y="47518"/>
                </a:lnTo>
                <a:lnTo>
                  <a:pt x="2298324" y="47254"/>
                </a:lnTo>
                <a:lnTo>
                  <a:pt x="2298645" y="46952"/>
                </a:lnTo>
                <a:lnTo>
                  <a:pt x="2298939" y="46611"/>
                </a:lnTo>
                <a:lnTo>
                  <a:pt x="2299203" y="46226"/>
                </a:lnTo>
                <a:lnTo>
                  <a:pt x="2299435" y="45796"/>
                </a:lnTo>
                <a:lnTo>
                  <a:pt x="2299631" y="45319"/>
                </a:lnTo>
                <a:lnTo>
                  <a:pt x="2299789" y="44791"/>
                </a:lnTo>
                <a:lnTo>
                  <a:pt x="2299905" y="44211"/>
                </a:lnTo>
                <a:lnTo>
                  <a:pt x="2299977" y="43576"/>
                </a:lnTo>
                <a:lnTo>
                  <a:pt x="2300001" y="42882"/>
                </a:lnTo>
                <a:lnTo>
                  <a:pt x="2299978" y="42166"/>
                </a:lnTo>
                <a:lnTo>
                  <a:pt x="2299908" y="41509"/>
                </a:lnTo>
                <a:lnTo>
                  <a:pt x="2299796" y="40909"/>
                </a:lnTo>
                <a:lnTo>
                  <a:pt x="2299644" y="40364"/>
                </a:lnTo>
                <a:lnTo>
                  <a:pt x="2299455" y="39870"/>
                </a:lnTo>
                <a:lnTo>
                  <a:pt x="2299230" y="39426"/>
                </a:lnTo>
                <a:lnTo>
                  <a:pt x="2298974" y="39029"/>
                </a:lnTo>
                <a:lnTo>
                  <a:pt x="2298687" y="38675"/>
                </a:lnTo>
                <a:lnTo>
                  <a:pt x="2298375" y="38364"/>
                </a:lnTo>
                <a:lnTo>
                  <a:pt x="2298038" y="38091"/>
                </a:lnTo>
                <a:lnTo>
                  <a:pt x="2297679" y="37854"/>
                </a:lnTo>
                <a:lnTo>
                  <a:pt x="2297302" y="37651"/>
                </a:lnTo>
                <a:lnTo>
                  <a:pt x="2296909" y="37480"/>
                </a:lnTo>
                <a:lnTo>
                  <a:pt x="2296503" y="37337"/>
                </a:lnTo>
                <a:lnTo>
                  <a:pt x="2296085" y="37219"/>
                </a:lnTo>
                <a:lnTo>
                  <a:pt x="2295660" y="37126"/>
                </a:lnTo>
                <a:lnTo>
                  <a:pt x="2295230" y="37053"/>
                </a:lnTo>
                <a:lnTo>
                  <a:pt x="2294796" y="36998"/>
                </a:lnTo>
                <a:lnTo>
                  <a:pt x="2294363" y="36958"/>
                </a:lnTo>
                <a:lnTo>
                  <a:pt x="2293933" y="36932"/>
                </a:lnTo>
                <a:lnTo>
                  <a:pt x="2293507" y="36916"/>
                </a:lnTo>
                <a:lnTo>
                  <a:pt x="2293090" y="36908"/>
                </a:lnTo>
                <a:lnTo>
                  <a:pt x="2292684" y="36905"/>
                </a:lnTo>
                <a:lnTo>
                  <a:pt x="2292291" y="36904"/>
                </a:lnTo>
                <a:lnTo>
                  <a:pt x="2268769" y="36904"/>
                </a:lnTo>
                <a:lnTo>
                  <a:pt x="2268769" y="27805"/>
                </a:lnTo>
                <a:lnTo>
                  <a:pt x="2268834" y="25995"/>
                </a:lnTo>
                <a:lnTo>
                  <a:pt x="2269026" y="24335"/>
                </a:lnTo>
                <a:lnTo>
                  <a:pt x="2269335" y="22820"/>
                </a:lnTo>
                <a:lnTo>
                  <a:pt x="2269752" y="21443"/>
                </a:lnTo>
                <a:lnTo>
                  <a:pt x="2270269" y="20196"/>
                </a:lnTo>
                <a:lnTo>
                  <a:pt x="2270877" y="19074"/>
                </a:lnTo>
                <a:lnTo>
                  <a:pt x="2271568" y="18070"/>
                </a:lnTo>
                <a:lnTo>
                  <a:pt x="2272332" y="17178"/>
                </a:lnTo>
                <a:lnTo>
                  <a:pt x="2273161" y="16390"/>
                </a:lnTo>
                <a:lnTo>
                  <a:pt x="2274046" y="15701"/>
                </a:lnTo>
                <a:lnTo>
                  <a:pt x="2274979" y="15103"/>
                </a:lnTo>
                <a:lnTo>
                  <a:pt x="2275950" y="14591"/>
                </a:lnTo>
                <a:lnTo>
                  <a:pt x="2276952" y="14157"/>
                </a:lnTo>
                <a:lnTo>
                  <a:pt x="2277975" y="13796"/>
                </a:lnTo>
                <a:lnTo>
                  <a:pt x="2279011" y="13500"/>
                </a:lnTo>
                <a:lnTo>
                  <a:pt x="2280051" y="13263"/>
                </a:lnTo>
                <a:lnTo>
                  <a:pt x="2281086" y="13078"/>
                </a:lnTo>
                <a:lnTo>
                  <a:pt x="2282107" y="12939"/>
                </a:lnTo>
                <a:lnTo>
                  <a:pt x="2283107" y="12840"/>
                </a:lnTo>
                <a:lnTo>
                  <a:pt x="2284076" y="12773"/>
                </a:lnTo>
                <a:lnTo>
                  <a:pt x="2285005" y="12733"/>
                </a:lnTo>
                <a:lnTo>
                  <a:pt x="2285886" y="12712"/>
                </a:lnTo>
                <a:lnTo>
                  <a:pt x="2286711" y="12705"/>
                </a:lnTo>
                <a:lnTo>
                  <a:pt x="2287469" y="12703"/>
                </a:lnTo>
                <a:lnTo>
                  <a:pt x="2287479" y="12834"/>
                </a:lnTo>
                <a:lnTo>
                  <a:pt x="2287507" y="13030"/>
                </a:lnTo>
                <a:lnTo>
                  <a:pt x="2287557" y="13283"/>
                </a:lnTo>
                <a:lnTo>
                  <a:pt x="2287629" y="13589"/>
                </a:lnTo>
                <a:lnTo>
                  <a:pt x="2287725" y="13940"/>
                </a:lnTo>
                <a:lnTo>
                  <a:pt x="2287846" y="14331"/>
                </a:lnTo>
                <a:lnTo>
                  <a:pt x="2287994" y="14755"/>
                </a:lnTo>
                <a:lnTo>
                  <a:pt x="2288169" y="15206"/>
                </a:lnTo>
                <a:lnTo>
                  <a:pt x="2288374" y="15678"/>
                </a:lnTo>
                <a:lnTo>
                  <a:pt x="2288610" y="16164"/>
                </a:lnTo>
                <a:lnTo>
                  <a:pt x="2288879" y="16659"/>
                </a:lnTo>
                <a:lnTo>
                  <a:pt x="2289181" y="17157"/>
                </a:lnTo>
                <a:lnTo>
                  <a:pt x="2289518" y="17650"/>
                </a:lnTo>
                <a:lnTo>
                  <a:pt x="2289892" y="18133"/>
                </a:lnTo>
                <a:lnTo>
                  <a:pt x="2290303" y="18599"/>
                </a:lnTo>
                <a:lnTo>
                  <a:pt x="2290755" y="19043"/>
                </a:lnTo>
                <a:lnTo>
                  <a:pt x="2291247" y="19457"/>
                </a:lnTo>
                <a:lnTo>
                  <a:pt x="2291781" y="19837"/>
                </a:lnTo>
                <a:lnTo>
                  <a:pt x="2292359" y="20176"/>
                </a:lnTo>
                <a:lnTo>
                  <a:pt x="2292982" y="20466"/>
                </a:lnTo>
                <a:lnTo>
                  <a:pt x="2293651" y="20703"/>
                </a:lnTo>
                <a:lnTo>
                  <a:pt x="2294369" y="20880"/>
                </a:lnTo>
                <a:lnTo>
                  <a:pt x="2295136" y="20991"/>
                </a:lnTo>
                <a:lnTo>
                  <a:pt x="2295953" y="21029"/>
                </a:lnTo>
                <a:lnTo>
                  <a:pt x="2296438" y="21013"/>
                </a:lnTo>
                <a:lnTo>
                  <a:pt x="2296926" y="20965"/>
                </a:lnTo>
                <a:lnTo>
                  <a:pt x="2297416" y="20886"/>
                </a:lnTo>
                <a:lnTo>
                  <a:pt x="2297906" y="20775"/>
                </a:lnTo>
                <a:lnTo>
                  <a:pt x="2298392" y="20633"/>
                </a:lnTo>
                <a:lnTo>
                  <a:pt x="2298875" y="20461"/>
                </a:lnTo>
                <a:lnTo>
                  <a:pt x="2299350" y="20258"/>
                </a:lnTo>
                <a:lnTo>
                  <a:pt x="2299815" y="20025"/>
                </a:lnTo>
                <a:lnTo>
                  <a:pt x="2300270" y="19763"/>
                </a:lnTo>
                <a:lnTo>
                  <a:pt x="2300711" y="19472"/>
                </a:lnTo>
                <a:lnTo>
                  <a:pt x="2301136" y="19152"/>
                </a:lnTo>
                <a:lnTo>
                  <a:pt x="2301544" y="18803"/>
                </a:lnTo>
                <a:lnTo>
                  <a:pt x="2301931" y="18426"/>
                </a:lnTo>
                <a:lnTo>
                  <a:pt x="2302296" y="18021"/>
                </a:lnTo>
                <a:lnTo>
                  <a:pt x="2302636" y="17589"/>
                </a:lnTo>
                <a:lnTo>
                  <a:pt x="2302951" y="17129"/>
                </a:lnTo>
                <a:lnTo>
                  <a:pt x="2303236" y="16642"/>
                </a:lnTo>
                <a:lnTo>
                  <a:pt x="2303490" y="16129"/>
                </a:lnTo>
                <a:lnTo>
                  <a:pt x="2303711" y="15590"/>
                </a:lnTo>
                <a:lnTo>
                  <a:pt x="2303897" y="15025"/>
                </a:lnTo>
                <a:lnTo>
                  <a:pt x="2304045" y="14434"/>
                </a:lnTo>
                <a:lnTo>
                  <a:pt x="2304154" y="13818"/>
                </a:lnTo>
                <a:lnTo>
                  <a:pt x="2304221" y="13177"/>
                </a:lnTo>
                <a:lnTo>
                  <a:pt x="2304243" y="12512"/>
                </a:lnTo>
                <a:lnTo>
                  <a:pt x="2304165" y="11125"/>
                </a:lnTo>
                <a:lnTo>
                  <a:pt x="2303938" y="9854"/>
                </a:lnTo>
                <a:lnTo>
                  <a:pt x="2303575" y="8693"/>
                </a:lnTo>
                <a:lnTo>
                  <a:pt x="2303087" y="7637"/>
                </a:lnTo>
                <a:lnTo>
                  <a:pt x="2302486" y="6682"/>
                </a:lnTo>
                <a:close/>
                <a:moveTo>
                  <a:pt x="2002803" y="93006"/>
                </a:moveTo>
                <a:lnTo>
                  <a:pt x="2002741" y="92576"/>
                </a:lnTo>
                <a:lnTo>
                  <a:pt x="2002659" y="92154"/>
                </a:lnTo>
                <a:lnTo>
                  <a:pt x="2002553" y="91742"/>
                </a:lnTo>
                <a:lnTo>
                  <a:pt x="2002421" y="91343"/>
                </a:lnTo>
                <a:lnTo>
                  <a:pt x="2002259" y="90957"/>
                </a:lnTo>
                <a:lnTo>
                  <a:pt x="2002065" y="90587"/>
                </a:lnTo>
                <a:lnTo>
                  <a:pt x="2001836" y="90236"/>
                </a:lnTo>
                <a:lnTo>
                  <a:pt x="2001569" y="89904"/>
                </a:lnTo>
                <a:lnTo>
                  <a:pt x="2001261" y="89595"/>
                </a:lnTo>
                <a:lnTo>
                  <a:pt x="2000909" y="89309"/>
                </a:lnTo>
                <a:lnTo>
                  <a:pt x="2000510" y="89050"/>
                </a:lnTo>
                <a:lnTo>
                  <a:pt x="2000062" y="88819"/>
                </a:lnTo>
                <a:lnTo>
                  <a:pt x="1999560" y="88617"/>
                </a:lnTo>
                <a:lnTo>
                  <a:pt x="1999003" y="88448"/>
                </a:lnTo>
                <a:lnTo>
                  <a:pt x="1998388" y="88313"/>
                </a:lnTo>
                <a:lnTo>
                  <a:pt x="1997711" y="88214"/>
                </a:lnTo>
                <a:lnTo>
                  <a:pt x="1996969" y="88154"/>
                </a:lnTo>
                <a:lnTo>
                  <a:pt x="1996160" y="88133"/>
                </a:lnTo>
                <a:lnTo>
                  <a:pt x="1995397" y="88154"/>
                </a:lnTo>
                <a:lnTo>
                  <a:pt x="1994695" y="88214"/>
                </a:lnTo>
                <a:lnTo>
                  <a:pt x="1994053" y="88313"/>
                </a:lnTo>
                <a:lnTo>
                  <a:pt x="1993466" y="88447"/>
                </a:lnTo>
                <a:lnTo>
                  <a:pt x="1992934" y="88616"/>
                </a:lnTo>
                <a:lnTo>
                  <a:pt x="1992453" y="88816"/>
                </a:lnTo>
                <a:lnTo>
                  <a:pt x="1992021" y="89045"/>
                </a:lnTo>
                <a:lnTo>
                  <a:pt x="1991634" y="89302"/>
                </a:lnTo>
                <a:lnTo>
                  <a:pt x="1991292" y="89584"/>
                </a:lnTo>
                <a:lnTo>
                  <a:pt x="1990990" y="89890"/>
                </a:lnTo>
                <a:lnTo>
                  <a:pt x="1990726" y="90217"/>
                </a:lnTo>
                <a:lnTo>
                  <a:pt x="1990498" y="90563"/>
                </a:lnTo>
                <a:lnTo>
                  <a:pt x="1990303" y="90926"/>
                </a:lnTo>
                <a:lnTo>
                  <a:pt x="1990139" y="91304"/>
                </a:lnTo>
                <a:lnTo>
                  <a:pt x="1990003" y="91695"/>
                </a:lnTo>
                <a:lnTo>
                  <a:pt x="1989892" y="92097"/>
                </a:lnTo>
                <a:lnTo>
                  <a:pt x="1989804" y="92507"/>
                </a:lnTo>
                <a:lnTo>
                  <a:pt x="1989736" y="92924"/>
                </a:lnTo>
                <a:lnTo>
                  <a:pt x="1989685" y="93345"/>
                </a:lnTo>
                <a:lnTo>
                  <a:pt x="1989650" y="93769"/>
                </a:lnTo>
                <a:lnTo>
                  <a:pt x="1989627" y="94193"/>
                </a:lnTo>
                <a:lnTo>
                  <a:pt x="1989614" y="94616"/>
                </a:lnTo>
                <a:lnTo>
                  <a:pt x="1989608" y="95034"/>
                </a:lnTo>
                <a:lnTo>
                  <a:pt x="1989606" y="95447"/>
                </a:lnTo>
                <a:lnTo>
                  <a:pt x="1989527" y="96887"/>
                </a:lnTo>
                <a:lnTo>
                  <a:pt x="1989343" y="98227"/>
                </a:lnTo>
                <a:lnTo>
                  <a:pt x="1989062" y="99469"/>
                </a:lnTo>
                <a:lnTo>
                  <a:pt x="1988691" y="100618"/>
                </a:lnTo>
                <a:lnTo>
                  <a:pt x="1988237" y="101676"/>
                </a:lnTo>
                <a:lnTo>
                  <a:pt x="1987709" y="102648"/>
                </a:lnTo>
                <a:lnTo>
                  <a:pt x="1987113" y="103537"/>
                </a:lnTo>
                <a:lnTo>
                  <a:pt x="1986458" y="104345"/>
                </a:lnTo>
                <a:lnTo>
                  <a:pt x="1985750" y="105078"/>
                </a:lnTo>
                <a:lnTo>
                  <a:pt x="1984998" y="105738"/>
                </a:lnTo>
                <a:lnTo>
                  <a:pt x="1984209" y="106329"/>
                </a:lnTo>
                <a:lnTo>
                  <a:pt x="1983389" y="106854"/>
                </a:lnTo>
                <a:lnTo>
                  <a:pt x="1982548" y="107317"/>
                </a:lnTo>
                <a:lnTo>
                  <a:pt x="1981692" y="107721"/>
                </a:lnTo>
                <a:lnTo>
                  <a:pt x="1980830" y="108070"/>
                </a:lnTo>
                <a:lnTo>
                  <a:pt x="1979967" y="108368"/>
                </a:lnTo>
                <a:lnTo>
                  <a:pt x="1979113" y="108617"/>
                </a:lnTo>
                <a:lnTo>
                  <a:pt x="1978274" y="108822"/>
                </a:lnTo>
                <a:lnTo>
                  <a:pt x="1977459" y="108985"/>
                </a:lnTo>
                <a:lnTo>
                  <a:pt x="1976674" y="109111"/>
                </a:lnTo>
                <a:lnTo>
                  <a:pt x="1975927" y="109203"/>
                </a:lnTo>
                <a:lnTo>
                  <a:pt x="1975226" y="109264"/>
                </a:lnTo>
                <a:lnTo>
                  <a:pt x="1974578" y="109299"/>
                </a:lnTo>
                <a:lnTo>
                  <a:pt x="1973991" y="109309"/>
                </a:lnTo>
                <a:lnTo>
                  <a:pt x="1972212" y="109258"/>
                </a:lnTo>
                <a:lnTo>
                  <a:pt x="1970581" y="109110"/>
                </a:lnTo>
                <a:lnTo>
                  <a:pt x="1969091" y="108870"/>
                </a:lnTo>
                <a:lnTo>
                  <a:pt x="1967737" y="108545"/>
                </a:lnTo>
                <a:lnTo>
                  <a:pt x="1966512" y="108143"/>
                </a:lnTo>
                <a:lnTo>
                  <a:pt x="1965409" y="107670"/>
                </a:lnTo>
                <a:lnTo>
                  <a:pt x="1964423" y="107132"/>
                </a:lnTo>
                <a:lnTo>
                  <a:pt x="1963545" y="106535"/>
                </a:lnTo>
                <a:lnTo>
                  <a:pt x="1962771" y="105888"/>
                </a:lnTo>
                <a:lnTo>
                  <a:pt x="1962093" y="105195"/>
                </a:lnTo>
                <a:lnTo>
                  <a:pt x="1961506" y="104464"/>
                </a:lnTo>
                <a:lnTo>
                  <a:pt x="1961003" y="103702"/>
                </a:lnTo>
                <a:lnTo>
                  <a:pt x="1960576" y="102914"/>
                </a:lnTo>
                <a:lnTo>
                  <a:pt x="1960221" y="102108"/>
                </a:lnTo>
                <a:lnTo>
                  <a:pt x="1959930" y="101290"/>
                </a:lnTo>
                <a:lnTo>
                  <a:pt x="1959697" y="100467"/>
                </a:lnTo>
                <a:lnTo>
                  <a:pt x="1959515" y="99645"/>
                </a:lnTo>
                <a:lnTo>
                  <a:pt x="1959379" y="98832"/>
                </a:lnTo>
                <a:lnTo>
                  <a:pt x="1959281" y="98032"/>
                </a:lnTo>
                <a:lnTo>
                  <a:pt x="1959216" y="97254"/>
                </a:lnTo>
                <a:lnTo>
                  <a:pt x="1959176" y="96504"/>
                </a:lnTo>
                <a:lnTo>
                  <a:pt x="1959156" y="95787"/>
                </a:lnTo>
                <a:lnTo>
                  <a:pt x="1959148" y="95112"/>
                </a:lnTo>
                <a:lnTo>
                  <a:pt x="1959147" y="94485"/>
                </a:lnTo>
                <a:lnTo>
                  <a:pt x="1959147" y="48666"/>
                </a:lnTo>
                <a:lnTo>
                  <a:pt x="1990762" y="48666"/>
                </a:lnTo>
                <a:lnTo>
                  <a:pt x="1991133" y="48666"/>
                </a:lnTo>
                <a:lnTo>
                  <a:pt x="1991521" y="48663"/>
                </a:lnTo>
                <a:lnTo>
                  <a:pt x="1991924" y="48655"/>
                </a:lnTo>
                <a:lnTo>
                  <a:pt x="1992338" y="48639"/>
                </a:lnTo>
                <a:lnTo>
                  <a:pt x="1992760" y="48614"/>
                </a:lnTo>
                <a:lnTo>
                  <a:pt x="1993187" y="48576"/>
                </a:lnTo>
                <a:lnTo>
                  <a:pt x="1993617" y="48523"/>
                </a:lnTo>
                <a:lnTo>
                  <a:pt x="1994047" y="48452"/>
                </a:lnTo>
                <a:lnTo>
                  <a:pt x="1994474" y="48361"/>
                </a:lnTo>
                <a:lnTo>
                  <a:pt x="1994894" y="48248"/>
                </a:lnTo>
                <a:lnTo>
                  <a:pt x="1995305" y="48109"/>
                </a:lnTo>
                <a:lnTo>
                  <a:pt x="1995703" y="47943"/>
                </a:lnTo>
                <a:lnTo>
                  <a:pt x="1996087" y="47747"/>
                </a:lnTo>
                <a:lnTo>
                  <a:pt x="1996453" y="47518"/>
                </a:lnTo>
                <a:lnTo>
                  <a:pt x="1996797" y="47254"/>
                </a:lnTo>
                <a:lnTo>
                  <a:pt x="1997118" y="46952"/>
                </a:lnTo>
                <a:lnTo>
                  <a:pt x="1997413" y="46611"/>
                </a:lnTo>
                <a:lnTo>
                  <a:pt x="1997677" y="46226"/>
                </a:lnTo>
                <a:lnTo>
                  <a:pt x="1997909" y="45796"/>
                </a:lnTo>
                <a:lnTo>
                  <a:pt x="1998105" y="45319"/>
                </a:lnTo>
                <a:lnTo>
                  <a:pt x="1998263" y="44791"/>
                </a:lnTo>
                <a:lnTo>
                  <a:pt x="1998379" y="44211"/>
                </a:lnTo>
                <a:lnTo>
                  <a:pt x="1998451" y="43576"/>
                </a:lnTo>
                <a:lnTo>
                  <a:pt x="1998476" y="42882"/>
                </a:lnTo>
                <a:lnTo>
                  <a:pt x="1998452" y="42166"/>
                </a:lnTo>
                <a:lnTo>
                  <a:pt x="1998383" y="41509"/>
                </a:lnTo>
                <a:lnTo>
                  <a:pt x="1998271" y="40909"/>
                </a:lnTo>
                <a:lnTo>
                  <a:pt x="1998118" y="40364"/>
                </a:lnTo>
                <a:lnTo>
                  <a:pt x="1997929" y="39870"/>
                </a:lnTo>
                <a:lnTo>
                  <a:pt x="1997704" y="39426"/>
                </a:lnTo>
                <a:lnTo>
                  <a:pt x="1997448" y="39029"/>
                </a:lnTo>
                <a:lnTo>
                  <a:pt x="1997162" y="38675"/>
                </a:lnTo>
                <a:lnTo>
                  <a:pt x="1996849" y="38364"/>
                </a:lnTo>
                <a:lnTo>
                  <a:pt x="1996512" y="38091"/>
                </a:lnTo>
                <a:lnTo>
                  <a:pt x="1996153" y="37854"/>
                </a:lnTo>
                <a:lnTo>
                  <a:pt x="1995776" y="37651"/>
                </a:lnTo>
                <a:lnTo>
                  <a:pt x="1995383" y="37480"/>
                </a:lnTo>
                <a:lnTo>
                  <a:pt x="1994976" y="37337"/>
                </a:lnTo>
                <a:lnTo>
                  <a:pt x="1994559" y="37219"/>
                </a:lnTo>
                <a:lnTo>
                  <a:pt x="1994133" y="37126"/>
                </a:lnTo>
                <a:lnTo>
                  <a:pt x="1993703" y="37053"/>
                </a:lnTo>
                <a:lnTo>
                  <a:pt x="1993269" y="36998"/>
                </a:lnTo>
                <a:lnTo>
                  <a:pt x="1992836" y="36958"/>
                </a:lnTo>
                <a:lnTo>
                  <a:pt x="1992405" y="36932"/>
                </a:lnTo>
                <a:lnTo>
                  <a:pt x="1991980" y="36916"/>
                </a:lnTo>
                <a:lnTo>
                  <a:pt x="1991562" y="36908"/>
                </a:lnTo>
                <a:lnTo>
                  <a:pt x="1991156" y="36905"/>
                </a:lnTo>
                <a:lnTo>
                  <a:pt x="1990762" y="36904"/>
                </a:lnTo>
                <a:lnTo>
                  <a:pt x="1959147" y="36904"/>
                </a:lnTo>
                <a:lnTo>
                  <a:pt x="1959147" y="21097"/>
                </a:lnTo>
                <a:lnTo>
                  <a:pt x="1959147" y="20636"/>
                </a:lnTo>
                <a:lnTo>
                  <a:pt x="1959143" y="20171"/>
                </a:lnTo>
                <a:lnTo>
                  <a:pt x="1959134" y="19705"/>
                </a:lnTo>
                <a:lnTo>
                  <a:pt x="1959117" y="19239"/>
                </a:lnTo>
                <a:lnTo>
                  <a:pt x="1959088" y="18775"/>
                </a:lnTo>
                <a:lnTo>
                  <a:pt x="1959045" y="18315"/>
                </a:lnTo>
                <a:lnTo>
                  <a:pt x="1958984" y="17862"/>
                </a:lnTo>
                <a:lnTo>
                  <a:pt x="1958904" y="17418"/>
                </a:lnTo>
                <a:lnTo>
                  <a:pt x="1958801" y="16985"/>
                </a:lnTo>
                <a:lnTo>
                  <a:pt x="1958673" y="16564"/>
                </a:lnTo>
                <a:lnTo>
                  <a:pt x="1958516" y="16158"/>
                </a:lnTo>
                <a:lnTo>
                  <a:pt x="1958327" y="15770"/>
                </a:lnTo>
                <a:lnTo>
                  <a:pt x="1958105" y="15400"/>
                </a:lnTo>
                <a:lnTo>
                  <a:pt x="1957845" y="15052"/>
                </a:lnTo>
                <a:lnTo>
                  <a:pt x="1957546" y="14727"/>
                </a:lnTo>
                <a:lnTo>
                  <a:pt x="1957204" y="14427"/>
                </a:lnTo>
                <a:lnTo>
                  <a:pt x="1956817" y="14154"/>
                </a:lnTo>
                <a:lnTo>
                  <a:pt x="1956381" y="13912"/>
                </a:lnTo>
                <a:lnTo>
                  <a:pt x="1955894" y="13700"/>
                </a:lnTo>
                <a:lnTo>
                  <a:pt x="1955352" y="13523"/>
                </a:lnTo>
                <a:lnTo>
                  <a:pt x="1954754" y="13381"/>
                </a:lnTo>
                <a:lnTo>
                  <a:pt x="1954096" y="13277"/>
                </a:lnTo>
                <a:lnTo>
                  <a:pt x="1953376" y="13214"/>
                </a:lnTo>
                <a:lnTo>
                  <a:pt x="1952590" y="13192"/>
                </a:lnTo>
                <a:lnTo>
                  <a:pt x="1951781" y="13213"/>
                </a:lnTo>
                <a:lnTo>
                  <a:pt x="1951040" y="13274"/>
                </a:lnTo>
                <a:lnTo>
                  <a:pt x="1950363" y="13373"/>
                </a:lnTo>
                <a:lnTo>
                  <a:pt x="1949748" y="13510"/>
                </a:lnTo>
                <a:lnTo>
                  <a:pt x="1949191" y="13681"/>
                </a:lnTo>
                <a:lnTo>
                  <a:pt x="1948690" y="13885"/>
                </a:lnTo>
                <a:lnTo>
                  <a:pt x="1948242" y="14120"/>
                </a:lnTo>
                <a:lnTo>
                  <a:pt x="1947843" y="14384"/>
                </a:lnTo>
                <a:lnTo>
                  <a:pt x="1947491" y="14676"/>
                </a:lnTo>
                <a:lnTo>
                  <a:pt x="1947183" y="14994"/>
                </a:lnTo>
                <a:lnTo>
                  <a:pt x="1946916" y="15335"/>
                </a:lnTo>
                <a:lnTo>
                  <a:pt x="1946687" y="15698"/>
                </a:lnTo>
                <a:lnTo>
                  <a:pt x="1946494" y="16081"/>
                </a:lnTo>
                <a:lnTo>
                  <a:pt x="1946332" y="16483"/>
                </a:lnTo>
                <a:lnTo>
                  <a:pt x="1946200" y="16901"/>
                </a:lnTo>
                <a:lnTo>
                  <a:pt x="1946094" y="17333"/>
                </a:lnTo>
                <a:lnTo>
                  <a:pt x="1946012" y="17779"/>
                </a:lnTo>
                <a:lnTo>
                  <a:pt x="1945950" y="18235"/>
                </a:lnTo>
                <a:lnTo>
                  <a:pt x="1945905" y="18700"/>
                </a:lnTo>
                <a:lnTo>
                  <a:pt x="1945876" y="19172"/>
                </a:lnTo>
                <a:lnTo>
                  <a:pt x="1945857" y="19650"/>
                </a:lnTo>
                <a:lnTo>
                  <a:pt x="1945848" y="20131"/>
                </a:lnTo>
                <a:lnTo>
                  <a:pt x="1945845" y="20614"/>
                </a:lnTo>
                <a:lnTo>
                  <a:pt x="1945844" y="21097"/>
                </a:lnTo>
                <a:lnTo>
                  <a:pt x="1945844" y="36904"/>
                </a:lnTo>
                <a:lnTo>
                  <a:pt x="1929070" y="36904"/>
                </a:lnTo>
                <a:lnTo>
                  <a:pt x="1928676" y="36905"/>
                </a:lnTo>
                <a:lnTo>
                  <a:pt x="1928267" y="36908"/>
                </a:lnTo>
                <a:lnTo>
                  <a:pt x="1927845" y="36916"/>
                </a:lnTo>
                <a:lnTo>
                  <a:pt x="1927413" y="36932"/>
                </a:lnTo>
                <a:lnTo>
                  <a:pt x="1926975" y="36958"/>
                </a:lnTo>
                <a:lnTo>
                  <a:pt x="1926533" y="36998"/>
                </a:lnTo>
                <a:lnTo>
                  <a:pt x="1926090" y="37053"/>
                </a:lnTo>
                <a:lnTo>
                  <a:pt x="1925649" y="37126"/>
                </a:lnTo>
                <a:lnTo>
                  <a:pt x="1925213" y="37219"/>
                </a:lnTo>
                <a:lnTo>
                  <a:pt x="1924784" y="37337"/>
                </a:lnTo>
                <a:lnTo>
                  <a:pt x="1924366" y="37480"/>
                </a:lnTo>
                <a:lnTo>
                  <a:pt x="1923961" y="37651"/>
                </a:lnTo>
                <a:lnTo>
                  <a:pt x="1923572" y="37854"/>
                </a:lnTo>
                <a:lnTo>
                  <a:pt x="1923202" y="38091"/>
                </a:lnTo>
                <a:lnTo>
                  <a:pt x="1922853" y="38364"/>
                </a:lnTo>
                <a:lnTo>
                  <a:pt x="1922529" y="38675"/>
                </a:lnTo>
                <a:lnTo>
                  <a:pt x="1922233" y="39029"/>
                </a:lnTo>
                <a:lnTo>
                  <a:pt x="1921967" y="39426"/>
                </a:lnTo>
                <a:lnTo>
                  <a:pt x="1921734" y="39870"/>
                </a:lnTo>
                <a:lnTo>
                  <a:pt x="1921537" y="40364"/>
                </a:lnTo>
                <a:lnTo>
                  <a:pt x="1921379" y="40909"/>
                </a:lnTo>
                <a:lnTo>
                  <a:pt x="1921262" y="41509"/>
                </a:lnTo>
                <a:lnTo>
                  <a:pt x="1921190" y="42166"/>
                </a:lnTo>
                <a:lnTo>
                  <a:pt x="1921166" y="42882"/>
                </a:lnTo>
                <a:lnTo>
                  <a:pt x="1921190" y="43576"/>
                </a:lnTo>
                <a:lnTo>
                  <a:pt x="1921262" y="44211"/>
                </a:lnTo>
                <a:lnTo>
                  <a:pt x="1921378" y="44791"/>
                </a:lnTo>
                <a:lnTo>
                  <a:pt x="1921536" y="45319"/>
                </a:lnTo>
                <a:lnTo>
                  <a:pt x="1921732" y="45796"/>
                </a:lnTo>
                <a:lnTo>
                  <a:pt x="1921964" y="46226"/>
                </a:lnTo>
                <a:lnTo>
                  <a:pt x="1922228" y="46611"/>
                </a:lnTo>
                <a:lnTo>
                  <a:pt x="1922522" y="46952"/>
                </a:lnTo>
                <a:lnTo>
                  <a:pt x="1922843" y="47254"/>
                </a:lnTo>
                <a:lnTo>
                  <a:pt x="1923188" y="47518"/>
                </a:lnTo>
                <a:lnTo>
                  <a:pt x="1923553" y="47747"/>
                </a:lnTo>
                <a:lnTo>
                  <a:pt x="1923937" y="47943"/>
                </a:lnTo>
                <a:lnTo>
                  <a:pt x="1924335" y="48109"/>
                </a:lnTo>
                <a:lnTo>
                  <a:pt x="1924746" y="48248"/>
                </a:lnTo>
                <a:lnTo>
                  <a:pt x="1925166" y="48361"/>
                </a:lnTo>
                <a:lnTo>
                  <a:pt x="1925592" y="48452"/>
                </a:lnTo>
                <a:lnTo>
                  <a:pt x="1926021" y="48523"/>
                </a:lnTo>
                <a:lnTo>
                  <a:pt x="1926451" y="48576"/>
                </a:lnTo>
                <a:lnTo>
                  <a:pt x="1926879" y="48614"/>
                </a:lnTo>
                <a:lnTo>
                  <a:pt x="1927301" y="48639"/>
                </a:lnTo>
                <a:lnTo>
                  <a:pt x="1927715" y="48655"/>
                </a:lnTo>
                <a:lnTo>
                  <a:pt x="1928117" y="48663"/>
                </a:lnTo>
                <a:lnTo>
                  <a:pt x="1928505" y="48666"/>
                </a:lnTo>
                <a:lnTo>
                  <a:pt x="1928876" y="48666"/>
                </a:lnTo>
                <a:lnTo>
                  <a:pt x="1945844" y="48666"/>
                </a:lnTo>
                <a:lnTo>
                  <a:pt x="1945844" y="95641"/>
                </a:lnTo>
                <a:lnTo>
                  <a:pt x="1945912" y="97892"/>
                </a:lnTo>
                <a:lnTo>
                  <a:pt x="1946110" y="100025"/>
                </a:lnTo>
                <a:lnTo>
                  <a:pt x="1946435" y="102041"/>
                </a:lnTo>
                <a:lnTo>
                  <a:pt x="1946880" y="103944"/>
                </a:lnTo>
                <a:lnTo>
                  <a:pt x="1947441" y="105734"/>
                </a:lnTo>
                <a:lnTo>
                  <a:pt x="1948112" y="107413"/>
                </a:lnTo>
                <a:lnTo>
                  <a:pt x="1948888" y="108985"/>
                </a:lnTo>
                <a:lnTo>
                  <a:pt x="1949764" y="110450"/>
                </a:lnTo>
                <a:lnTo>
                  <a:pt x="1950734" y="111811"/>
                </a:lnTo>
                <a:lnTo>
                  <a:pt x="1951793" y="113069"/>
                </a:lnTo>
                <a:lnTo>
                  <a:pt x="1952936" y="114227"/>
                </a:lnTo>
                <a:lnTo>
                  <a:pt x="1954158" y="115287"/>
                </a:lnTo>
                <a:lnTo>
                  <a:pt x="1955453" y="116251"/>
                </a:lnTo>
                <a:lnTo>
                  <a:pt x="1956815" y="117120"/>
                </a:lnTo>
                <a:lnTo>
                  <a:pt x="1958241" y="117898"/>
                </a:lnTo>
                <a:lnTo>
                  <a:pt x="1959724" y="118584"/>
                </a:lnTo>
                <a:lnTo>
                  <a:pt x="1961260" y="119183"/>
                </a:lnTo>
                <a:lnTo>
                  <a:pt x="1962842" y="119695"/>
                </a:lnTo>
                <a:lnTo>
                  <a:pt x="1964466" y="120123"/>
                </a:lnTo>
                <a:lnTo>
                  <a:pt x="1966126" y="120469"/>
                </a:lnTo>
                <a:lnTo>
                  <a:pt x="1967818" y="120734"/>
                </a:lnTo>
                <a:lnTo>
                  <a:pt x="1969535" y="120921"/>
                </a:lnTo>
                <a:lnTo>
                  <a:pt x="1971273" y="121032"/>
                </a:lnTo>
                <a:lnTo>
                  <a:pt x="1973026" y="121068"/>
                </a:lnTo>
                <a:lnTo>
                  <a:pt x="1974816" y="121025"/>
                </a:lnTo>
                <a:lnTo>
                  <a:pt x="1976611" y="120895"/>
                </a:lnTo>
                <a:lnTo>
                  <a:pt x="1978407" y="120679"/>
                </a:lnTo>
                <a:lnTo>
                  <a:pt x="1980194" y="120375"/>
                </a:lnTo>
                <a:lnTo>
                  <a:pt x="1981966" y="119984"/>
                </a:lnTo>
                <a:lnTo>
                  <a:pt x="1983715" y="119505"/>
                </a:lnTo>
                <a:lnTo>
                  <a:pt x="1985433" y="118939"/>
                </a:lnTo>
                <a:lnTo>
                  <a:pt x="1987115" y="118284"/>
                </a:lnTo>
                <a:lnTo>
                  <a:pt x="1988751" y="117542"/>
                </a:lnTo>
                <a:lnTo>
                  <a:pt x="1990335" y="116710"/>
                </a:lnTo>
                <a:lnTo>
                  <a:pt x="1991860" y="115790"/>
                </a:lnTo>
                <a:lnTo>
                  <a:pt x="1993318" y="114781"/>
                </a:lnTo>
                <a:lnTo>
                  <a:pt x="1994701" y="113683"/>
                </a:lnTo>
                <a:lnTo>
                  <a:pt x="1996003" y="112495"/>
                </a:lnTo>
                <a:lnTo>
                  <a:pt x="1997216" y="111217"/>
                </a:lnTo>
                <a:lnTo>
                  <a:pt x="1998332" y="109850"/>
                </a:lnTo>
                <a:lnTo>
                  <a:pt x="1999345" y="108392"/>
                </a:lnTo>
                <a:lnTo>
                  <a:pt x="2000246" y="106844"/>
                </a:lnTo>
                <a:lnTo>
                  <a:pt x="2001029" y="105205"/>
                </a:lnTo>
                <a:lnTo>
                  <a:pt x="2001686" y="103475"/>
                </a:lnTo>
                <a:lnTo>
                  <a:pt x="2002210" y="101654"/>
                </a:lnTo>
                <a:lnTo>
                  <a:pt x="2002593" y="99741"/>
                </a:lnTo>
                <a:lnTo>
                  <a:pt x="2002829" y="97737"/>
                </a:lnTo>
                <a:lnTo>
                  <a:pt x="2002909" y="95641"/>
                </a:lnTo>
                <a:lnTo>
                  <a:pt x="2002908" y="95205"/>
                </a:lnTo>
                <a:lnTo>
                  <a:pt x="2002905" y="94765"/>
                </a:lnTo>
                <a:lnTo>
                  <a:pt x="2002896" y="94323"/>
                </a:lnTo>
                <a:lnTo>
                  <a:pt x="2002878" y="93881"/>
                </a:lnTo>
                <a:lnTo>
                  <a:pt x="2002848" y="93441"/>
                </a:lnTo>
                <a:lnTo>
                  <a:pt x="2002803" y="93006"/>
                </a:lnTo>
                <a:close/>
                <a:moveTo>
                  <a:pt x="2711311" y="93006"/>
                </a:moveTo>
                <a:lnTo>
                  <a:pt x="2711249" y="92576"/>
                </a:lnTo>
                <a:lnTo>
                  <a:pt x="2711167" y="92154"/>
                </a:lnTo>
                <a:lnTo>
                  <a:pt x="2711061" y="91742"/>
                </a:lnTo>
                <a:lnTo>
                  <a:pt x="2710929" y="91343"/>
                </a:lnTo>
                <a:lnTo>
                  <a:pt x="2710767" y="90957"/>
                </a:lnTo>
                <a:lnTo>
                  <a:pt x="2710573" y="90587"/>
                </a:lnTo>
                <a:lnTo>
                  <a:pt x="2710344" y="90236"/>
                </a:lnTo>
                <a:lnTo>
                  <a:pt x="2710077" y="89904"/>
                </a:lnTo>
                <a:lnTo>
                  <a:pt x="2709769" y="89595"/>
                </a:lnTo>
                <a:lnTo>
                  <a:pt x="2709417" y="89309"/>
                </a:lnTo>
                <a:lnTo>
                  <a:pt x="2709018" y="89050"/>
                </a:lnTo>
                <a:lnTo>
                  <a:pt x="2708570" y="88819"/>
                </a:lnTo>
                <a:lnTo>
                  <a:pt x="2708068" y="88617"/>
                </a:lnTo>
                <a:lnTo>
                  <a:pt x="2707511" y="88448"/>
                </a:lnTo>
                <a:lnTo>
                  <a:pt x="2706896" y="88313"/>
                </a:lnTo>
                <a:lnTo>
                  <a:pt x="2706219" y="88214"/>
                </a:lnTo>
                <a:lnTo>
                  <a:pt x="2705477" y="88154"/>
                </a:lnTo>
                <a:lnTo>
                  <a:pt x="2704668" y="88133"/>
                </a:lnTo>
                <a:lnTo>
                  <a:pt x="2703905" y="88154"/>
                </a:lnTo>
                <a:lnTo>
                  <a:pt x="2703203" y="88214"/>
                </a:lnTo>
                <a:lnTo>
                  <a:pt x="2702561" y="88313"/>
                </a:lnTo>
                <a:lnTo>
                  <a:pt x="2701974" y="88447"/>
                </a:lnTo>
                <a:lnTo>
                  <a:pt x="2701442" y="88616"/>
                </a:lnTo>
                <a:lnTo>
                  <a:pt x="2700961" y="88816"/>
                </a:lnTo>
                <a:lnTo>
                  <a:pt x="2700529" y="89045"/>
                </a:lnTo>
                <a:lnTo>
                  <a:pt x="2700142" y="89302"/>
                </a:lnTo>
                <a:lnTo>
                  <a:pt x="2699800" y="89584"/>
                </a:lnTo>
                <a:lnTo>
                  <a:pt x="2699498" y="89890"/>
                </a:lnTo>
                <a:lnTo>
                  <a:pt x="2699234" y="90217"/>
                </a:lnTo>
                <a:lnTo>
                  <a:pt x="2699006" y="90563"/>
                </a:lnTo>
                <a:lnTo>
                  <a:pt x="2698811" y="90926"/>
                </a:lnTo>
                <a:lnTo>
                  <a:pt x="2698647" y="91304"/>
                </a:lnTo>
                <a:lnTo>
                  <a:pt x="2698511" y="91695"/>
                </a:lnTo>
                <a:lnTo>
                  <a:pt x="2698400" y="92097"/>
                </a:lnTo>
                <a:lnTo>
                  <a:pt x="2698312" y="92507"/>
                </a:lnTo>
                <a:lnTo>
                  <a:pt x="2698244" y="92924"/>
                </a:lnTo>
                <a:lnTo>
                  <a:pt x="2698193" y="93345"/>
                </a:lnTo>
                <a:lnTo>
                  <a:pt x="2698158" y="93769"/>
                </a:lnTo>
                <a:lnTo>
                  <a:pt x="2698135" y="94193"/>
                </a:lnTo>
                <a:lnTo>
                  <a:pt x="2698122" y="94616"/>
                </a:lnTo>
                <a:lnTo>
                  <a:pt x="2698116" y="95034"/>
                </a:lnTo>
                <a:lnTo>
                  <a:pt x="2698114" y="95447"/>
                </a:lnTo>
                <a:lnTo>
                  <a:pt x="2698035" y="96887"/>
                </a:lnTo>
                <a:lnTo>
                  <a:pt x="2697851" y="98227"/>
                </a:lnTo>
                <a:lnTo>
                  <a:pt x="2697570" y="99469"/>
                </a:lnTo>
                <a:lnTo>
                  <a:pt x="2697199" y="100618"/>
                </a:lnTo>
                <a:lnTo>
                  <a:pt x="2696745" y="101676"/>
                </a:lnTo>
                <a:lnTo>
                  <a:pt x="2696217" y="102648"/>
                </a:lnTo>
                <a:lnTo>
                  <a:pt x="2695621" y="103537"/>
                </a:lnTo>
                <a:lnTo>
                  <a:pt x="2694966" y="104345"/>
                </a:lnTo>
                <a:lnTo>
                  <a:pt x="2694258" y="105078"/>
                </a:lnTo>
                <a:lnTo>
                  <a:pt x="2693506" y="105738"/>
                </a:lnTo>
                <a:lnTo>
                  <a:pt x="2692716" y="106329"/>
                </a:lnTo>
                <a:lnTo>
                  <a:pt x="2691897" y="106854"/>
                </a:lnTo>
                <a:lnTo>
                  <a:pt x="2691056" y="107317"/>
                </a:lnTo>
                <a:lnTo>
                  <a:pt x="2690200" y="107721"/>
                </a:lnTo>
                <a:lnTo>
                  <a:pt x="2689338" y="108070"/>
                </a:lnTo>
                <a:lnTo>
                  <a:pt x="2688475" y="108368"/>
                </a:lnTo>
                <a:lnTo>
                  <a:pt x="2687621" y="108617"/>
                </a:lnTo>
                <a:lnTo>
                  <a:pt x="2686782" y="108822"/>
                </a:lnTo>
                <a:lnTo>
                  <a:pt x="2685967" y="108985"/>
                </a:lnTo>
                <a:lnTo>
                  <a:pt x="2685182" y="109111"/>
                </a:lnTo>
                <a:lnTo>
                  <a:pt x="2684435" y="109203"/>
                </a:lnTo>
                <a:lnTo>
                  <a:pt x="2683734" y="109264"/>
                </a:lnTo>
                <a:lnTo>
                  <a:pt x="2683086" y="109299"/>
                </a:lnTo>
                <a:lnTo>
                  <a:pt x="2682499" y="109309"/>
                </a:lnTo>
                <a:lnTo>
                  <a:pt x="2680720" y="109258"/>
                </a:lnTo>
                <a:lnTo>
                  <a:pt x="2679089" y="109110"/>
                </a:lnTo>
                <a:lnTo>
                  <a:pt x="2677599" y="108870"/>
                </a:lnTo>
                <a:lnTo>
                  <a:pt x="2676245" y="108545"/>
                </a:lnTo>
                <a:lnTo>
                  <a:pt x="2675020" y="108143"/>
                </a:lnTo>
                <a:lnTo>
                  <a:pt x="2673917" y="107670"/>
                </a:lnTo>
                <a:lnTo>
                  <a:pt x="2672931" y="107132"/>
                </a:lnTo>
                <a:lnTo>
                  <a:pt x="2672053" y="106535"/>
                </a:lnTo>
                <a:lnTo>
                  <a:pt x="2671279" y="105888"/>
                </a:lnTo>
                <a:lnTo>
                  <a:pt x="2670601" y="105195"/>
                </a:lnTo>
                <a:lnTo>
                  <a:pt x="2670014" y="104464"/>
                </a:lnTo>
                <a:lnTo>
                  <a:pt x="2669510" y="103702"/>
                </a:lnTo>
                <a:lnTo>
                  <a:pt x="2669084" y="102914"/>
                </a:lnTo>
                <a:lnTo>
                  <a:pt x="2668729" y="102108"/>
                </a:lnTo>
                <a:lnTo>
                  <a:pt x="2668438" y="101290"/>
                </a:lnTo>
                <a:lnTo>
                  <a:pt x="2668205" y="100467"/>
                </a:lnTo>
                <a:lnTo>
                  <a:pt x="2668023" y="99645"/>
                </a:lnTo>
                <a:lnTo>
                  <a:pt x="2667887" y="98832"/>
                </a:lnTo>
                <a:lnTo>
                  <a:pt x="2667789" y="98032"/>
                </a:lnTo>
                <a:lnTo>
                  <a:pt x="2667724" y="97254"/>
                </a:lnTo>
                <a:lnTo>
                  <a:pt x="2667684" y="96504"/>
                </a:lnTo>
                <a:lnTo>
                  <a:pt x="2667664" y="95787"/>
                </a:lnTo>
                <a:lnTo>
                  <a:pt x="2667656" y="95112"/>
                </a:lnTo>
                <a:lnTo>
                  <a:pt x="2667655" y="94485"/>
                </a:lnTo>
                <a:lnTo>
                  <a:pt x="2667655" y="48666"/>
                </a:lnTo>
                <a:lnTo>
                  <a:pt x="2699270" y="48666"/>
                </a:lnTo>
                <a:lnTo>
                  <a:pt x="2699641" y="48666"/>
                </a:lnTo>
                <a:lnTo>
                  <a:pt x="2700029" y="48663"/>
                </a:lnTo>
                <a:lnTo>
                  <a:pt x="2700432" y="48655"/>
                </a:lnTo>
                <a:lnTo>
                  <a:pt x="2700846" y="48639"/>
                </a:lnTo>
                <a:lnTo>
                  <a:pt x="2701268" y="48614"/>
                </a:lnTo>
                <a:lnTo>
                  <a:pt x="2701695" y="48576"/>
                </a:lnTo>
                <a:lnTo>
                  <a:pt x="2702125" y="48523"/>
                </a:lnTo>
                <a:lnTo>
                  <a:pt x="2702555" y="48452"/>
                </a:lnTo>
                <a:lnTo>
                  <a:pt x="2702982" y="48361"/>
                </a:lnTo>
                <a:lnTo>
                  <a:pt x="2703402" y="48248"/>
                </a:lnTo>
                <a:lnTo>
                  <a:pt x="2703813" y="48109"/>
                </a:lnTo>
                <a:lnTo>
                  <a:pt x="2704211" y="47943"/>
                </a:lnTo>
                <a:lnTo>
                  <a:pt x="2704595" y="47747"/>
                </a:lnTo>
                <a:lnTo>
                  <a:pt x="2704961" y="47518"/>
                </a:lnTo>
                <a:lnTo>
                  <a:pt x="2705305" y="47254"/>
                </a:lnTo>
                <a:lnTo>
                  <a:pt x="2705626" y="46952"/>
                </a:lnTo>
                <a:lnTo>
                  <a:pt x="2705921" y="46611"/>
                </a:lnTo>
                <a:lnTo>
                  <a:pt x="2706185" y="46226"/>
                </a:lnTo>
                <a:lnTo>
                  <a:pt x="2706417" y="45796"/>
                </a:lnTo>
                <a:lnTo>
                  <a:pt x="2706613" y="45319"/>
                </a:lnTo>
                <a:lnTo>
                  <a:pt x="2706771" y="44791"/>
                </a:lnTo>
                <a:lnTo>
                  <a:pt x="2706887" y="44211"/>
                </a:lnTo>
                <a:lnTo>
                  <a:pt x="2706959" y="43576"/>
                </a:lnTo>
                <a:lnTo>
                  <a:pt x="2706984" y="42882"/>
                </a:lnTo>
                <a:lnTo>
                  <a:pt x="2706960" y="42166"/>
                </a:lnTo>
                <a:lnTo>
                  <a:pt x="2706891" y="41509"/>
                </a:lnTo>
                <a:lnTo>
                  <a:pt x="2706779" y="40909"/>
                </a:lnTo>
                <a:lnTo>
                  <a:pt x="2706626" y="40364"/>
                </a:lnTo>
                <a:lnTo>
                  <a:pt x="2706437" y="39870"/>
                </a:lnTo>
                <a:lnTo>
                  <a:pt x="2706212" y="39426"/>
                </a:lnTo>
                <a:lnTo>
                  <a:pt x="2705956" y="39029"/>
                </a:lnTo>
                <a:lnTo>
                  <a:pt x="2705670" y="38675"/>
                </a:lnTo>
                <a:lnTo>
                  <a:pt x="2705357" y="38364"/>
                </a:lnTo>
                <a:lnTo>
                  <a:pt x="2705020" y="38091"/>
                </a:lnTo>
                <a:lnTo>
                  <a:pt x="2704661" y="37854"/>
                </a:lnTo>
                <a:lnTo>
                  <a:pt x="2704284" y="37651"/>
                </a:lnTo>
                <a:lnTo>
                  <a:pt x="2703891" y="37480"/>
                </a:lnTo>
                <a:lnTo>
                  <a:pt x="2703484" y="37337"/>
                </a:lnTo>
                <a:lnTo>
                  <a:pt x="2703067" y="37219"/>
                </a:lnTo>
                <a:lnTo>
                  <a:pt x="2702641" y="37126"/>
                </a:lnTo>
                <a:lnTo>
                  <a:pt x="2702211" y="37053"/>
                </a:lnTo>
                <a:lnTo>
                  <a:pt x="2701777" y="36998"/>
                </a:lnTo>
                <a:lnTo>
                  <a:pt x="2701344" y="36958"/>
                </a:lnTo>
                <a:lnTo>
                  <a:pt x="2700913" y="36932"/>
                </a:lnTo>
                <a:lnTo>
                  <a:pt x="2700488" y="36916"/>
                </a:lnTo>
                <a:lnTo>
                  <a:pt x="2700070" y="36908"/>
                </a:lnTo>
                <a:lnTo>
                  <a:pt x="2699664" y="36905"/>
                </a:lnTo>
                <a:lnTo>
                  <a:pt x="2699270" y="36904"/>
                </a:lnTo>
                <a:lnTo>
                  <a:pt x="2667655" y="36904"/>
                </a:lnTo>
                <a:lnTo>
                  <a:pt x="2667655" y="21097"/>
                </a:lnTo>
                <a:lnTo>
                  <a:pt x="2667654" y="20636"/>
                </a:lnTo>
                <a:lnTo>
                  <a:pt x="2667651" y="20171"/>
                </a:lnTo>
                <a:lnTo>
                  <a:pt x="2667642" y="19705"/>
                </a:lnTo>
                <a:lnTo>
                  <a:pt x="2667625" y="19239"/>
                </a:lnTo>
                <a:lnTo>
                  <a:pt x="2667596" y="18775"/>
                </a:lnTo>
                <a:lnTo>
                  <a:pt x="2667553" y="18315"/>
                </a:lnTo>
                <a:lnTo>
                  <a:pt x="2667492" y="17862"/>
                </a:lnTo>
                <a:lnTo>
                  <a:pt x="2667412" y="17418"/>
                </a:lnTo>
                <a:lnTo>
                  <a:pt x="2667309" y="16985"/>
                </a:lnTo>
                <a:lnTo>
                  <a:pt x="2667181" y="16564"/>
                </a:lnTo>
                <a:lnTo>
                  <a:pt x="2667024" y="16158"/>
                </a:lnTo>
                <a:lnTo>
                  <a:pt x="2666835" y="15770"/>
                </a:lnTo>
                <a:lnTo>
                  <a:pt x="2666613" y="15400"/>
                </a:lnTo>
                <a:lnTo>
                  <a:pt x="2666353" y="15052"/>
                </a:lnTo>
                <a:lnTo>
                  <a:pt x="2666054" y="14727"/>
                </a:lnTo>
                <a:lnTo>
                  <a:pt x="2665712" y="14427"/>
                </a:lnTo>
                <a:lnTo>
                  <a:pt x="2665325" y="14154"/>
                </a:lnTo>
                <a:lnTo>
                  <a:pt x="2664889" y="13912"/>
                </a:lnTo>
                <a:lnTo>
                  <a:pt x="2664402" y="13700"/>
                </a:lnTo>
                <a:lnTo>
                  <a:pt x="2663860" y="13523"/>
                </a:lnTo>
                <a:lnTo>
                  <a:pt x="2663262" y="13381"/>
                </a:lnTo>
                <a:lnTo>
                  <a:pt x="2662604" y="13277"/>
                </a:lnTo>
                <a:lnTo>
                  <a:pt x="2661884" y="13214"/>
                </a:lnTo>
                <a:lnTo>
                  <a:pt x="2661098" y="13192"/>
                </a:lnTo>
                <a:lnTo>
                  <a:pt x="2660289" y="13213"/>
                </a:lnTo>
                <a:lnTo>
                  <a:pt x="2659548" y="13274"/>
                </a:lnTo>
                <a:lnTo>
                  <a:pt x="2658871" y="13373"/>
                </a:lnTo>
                <a:lnTo>
                  <a:pt x="2658256" y="13510"/>
                </a:lnTo>
                <a:lnTo>
                  <a:pt x="2657699" y="13681"/>
                </a:lnTo>
                <a:lnTo>
                  <a:pt x="2657198" y="13885"/>
                </a:lnTo>
                <a:lnTo>
                  <a:pt x="2656750" y="14120"/>
                </a:lnTo>
                <a:lnTo>
                  <a:pt x="2656351" y="14384"/>
                </a:lnTo>
                <a:lnTo>
                  <a:pt x="2655999" y="14676"/>
                </a:lnTo>
                <a:lnTo>
                  <a:pt x="2655691" y="14994"/>
                </a:lnTo>
                <a:lnTo>
                  <a:pt x="2655424" y="15335"/>
                </a:lnTo>
                <a:lnTo>
                  <a:pt x="2655195" y="15698"/>
                </a:lnTo>
                <a:lnTo>
                  <a:pt x="2655002" y="16081"/>
                </a:lnTo>
                <a:lnTo>
                  <a:pt x="2654840" y="16483"/>
                </a:lnTo>
                <a:lnTo>
                  <a:pt x="2654708" y="16901"/>
                </a:lnTo>
                <a:lnTo>
                  <a:pt x="2654602" y="17333"/>
                </a:lnTo>
                <a:lnTo>
                  <a:pt x="2654520" y="17779"/>
                </a:lnTo>
                <a:lnTo>
                  <a:pt x="2654458" y="18235"/>
                </a:lnTo>
                <a:lnTo>
                  <a:pt x="2654413" y="18700"/>
                </a:lnTo>
                <a:lnTo>
                  <a:pt x="2654384" y="19172"/>
                </a:lnTo>
                <a:lnTo>
                  <a:pt x="2654365" y="19650"/>
                </a:lnTo>
                <a:lnTo>
                  <a:pt x="2654356" y="20131"/>
                </a:lnTo>
                <a:lnTo>
                  <a:pt x="2654353" y="20614"/>
                </a:lnTo>
                <a:lnTo>
                  <a:pt x="2654352" y="21097"/>
                </a:lnTo>
                <a:lnTo>
                  <a:pt x="2654352" y="36904"/>
                </a:lnTo>
                <a:lnTo>
                  <a:pt x="2637578" y="36904"/>
                </a:lnTo>
                <a:lnTo>
                  <a:pt x="2637184" y="36905"/>
                </a:lnTo>
                <a:lnTo>
                  <a:pt x="2636775" y="36908"/>
                </a:lnTo>
                <a:lnTo>
                  <a:pt x="2636353" y="36916"/>
                </a:lnTo>
                <a:lnTo>
                  <a:pt x="2635921" y="36932"/>
                </a:lnTo>
                <a:lnTo>
                  <a:pt x="2635483" y="36958"/>
                </a:lnTo>
                <a:lnTo>
                  <a:pt x="2635041" y="36998"/>
                </a:lnTo>
                <a:lnTo>
                  <a:pt x="2634598" y="37053"/>
                </a:lnTo>
                <a:lnTo>
                  <a:pt x="2634157" y="37126"/>
                </a:lnTo>
                <a:lnTo>
                  <a:pt x="2633721" y="37219"/>
                </a:lnTo>
                <a:lnTo>
                  <a:pt x="2633292" y="37337"/>
                </a:lnTo>
                <a:lnTo>
                  <a:pt x="2632874" y="37480"/>
                </a:lnTo>
                <a:lnTo>
                  <a:pt x="2632469" y="37651"/>
                </a:lnTo>
                <a:lnTo>
                  <a:pt x="2632080" y="37854"/>
                </a:lnTo>
                <a:lnTo>
                  <a:pt x="2631710" y="38091"/>
                </a:lnTo>
                <a:lnTo>
                  <a:pt x="2631361" y="38364"/>
                </a:lnTo>
                <a:lnTo>
                  <a:pt x="2631037" y="38675"/>
                </a:lnTo>
                <a:lnTo>
                  <a:pt x="2630741" y="39029"/>
                </a:lnTo>
                <a:lnTo>
                  <a:pt x="2630475" y="39426"/>
                </a:lnTo>
                <a:lnTo>
                  <a:pt x="2630242" y="39870"/>
                </a:lnTo>
                <a:lnTo>
                  <a:pt x="2630045" y="40364"/>
                </a:lnTo>
                <a:lnTo>
                  <a:pt x="2629887" y="40909"/>
                </a:lnTo>
                <a:lnTo>
                  <a:pt x="2629770" y="41509"/>
                </a:lnTo>
                <a:lnTo>
                  <a:pt x="2629698" y="42166"/>
                </a:lnTo>
                <a:lnTo>
                  <a:pt x="2629674" y="42882"/>
                </a:lnTo>
                <a:lnTo>
                  <a:pt x="2629698" y="43576"/>
                </a:lnTo>
                <a:lnTo>
                  <a:pt x="2629770" y="44211"/>
                </a:lnTo>
                <a:lnTo>
                  <a:pt x="2629886" y="44791"/>
                </a:lnTo>
                <a:lnTo>
                  <a:pt x="2630044" y="45319"/>
                </a:lnTo>
                <a:lnTo>
                  <a:pt x="2630240" y="45796"/>
                </a:lnTo>
                <a:lnTo>
                  <a:pt x="2630472" y="46226"/>
                </a:lnTo>
                <a:lnTo>
                  <a:pt x="2630736" y="46611"/>
                </a:lnTo>
                <a:lnTo>
                  <a:pt x="2631030" y="46952"/>
                </a:lnTo>
                <a:lnTo>
                  <a:pt x="2631351" y="47254"/>
                </a:lnTo>
                <a:lnTo>
                  <a:pt x="2631696" y="47518"/>
                </a:lnTo>
                <a:lnTo>
                  <a:pt x="2632061" y="47747"/>
                </a:lnTo>
                <a:lnTo>
                  <a:pt x="2632445" y="47943"/>
                </a:lnTo>
                <a:lnTo>
                  <a:pt x="2632843" y="48109"/>
                </a:lnTo>
                <a:lnTo>
                  <a:pt x="2633254" y="48248"/>
                </a:lnTo>
                <a:lnTo>
                  <a:pt x="2633674" y="48361"/>
                </a:lnTo>
                <a:lnTo>
                  <a:pt x="2634100" y="48452"/>
                </a:lnTo>
                <a:lnTo>
                  <a:pt x="2634529" y="48523"/>
                </a:lnTo>
                <a:lnTo>
                  <a:pt x="2634959" y="48576"/>
                </a:lnTo>
                <a:lnTo>
                  <a:pt x="2635387" y="48614"/>
                </a:lnTo>
                <a:lnTo>
                  <a:pt x="2635809" y="48639"/>
                </a:lnTo>
                <a:lnTo>
                  <a:pt x="2636223" y="48655"/>
                </a:lnTo>
                <a:lnTo>
                  <a:pt x="2636625" y="48663"/>
                </a:lnTo>
                <a:lnTo>
                  <a:pt x="2637013" y="48666"/>
                </a:lnTo>
                <a:lnTo>
                  <a:pt x="2637384" y="48666"/>
                </a:lnTo>
                <a:lnTo>
                  <a:pt x="2654352" y="48666"/>
                </a:lnTo>
                <a:lnTo>
                  <a:pt x="2654352" y="95641"/>
                </a:lnTo>
                <a:lnTo>
                  <a:pt x="2654420" y="97892"/>
                </a:lnTo>
                <a:lnTo>
                  <a:pt x="2654618" y="100025"/>
                </a:lnTo>
                <a:lnTo>
                  <a:pt x="2654943" y="102041"/>
                </a:lnTo>
                <a:lnTo>
                  <a:pt x="2655388" y="103944"/>
                </a:lnTo>
                <a:lnTo>
                  <a:pt x="2655949" y="105734"/>
                </a:lnTo>
                <a:lnTo>
                  <a:pt x="2656620" y="107413"/>
                </a:lnTo>
                <a:lnTo>
                  <a:pt x="2657396" y="108985"/>
                </a:lnTo>
                <a:lnTo>
                  <a:pt x="2658272" y="110450"/>
                </a:lnTo>
                <a:lnTo>
                  <a:pt x="2659242" y="111811"/>
                </a:lnTo>
                <a:lnTo>
                  <a:pt x="2660301" y="113069"/>
                </a:lnTo>
                <a:lnTo>
                  <a:pt x="2661444" y="114227"/>
                </a:lnTo>
                <a:lnTo>
                  <a:pt x="2662666" y="115287"/>
                </a:lnTo>
                <a:lnTo>
                  <a:pt x="2663961" y="116251"/>
                </a:lnTo>
                <a:lnTo>
                  <a:pt x="2665323" y="117120"/>
                </a:lnTo>
                <a:lnTo>
                  <a:pt x="2666749" y="117898"/>
                </a:lnTo>
                <a:lnTo>
                  <a:pt x="2668232" y="118584"/>
                </a:lnTo>
                <a:lnTo>
                  <a:pt x="2669768" y="119183"/>
                </a:lnTo>
                <a:lnTo>
                  <a:pt x="2671350" y="119695"/>
                </a:lnTo>
                <a:lnTo>
                  <a:pt x="2672974" y="120123"/>
                </a:lnTo>
                <a:lnTo>
                  <a:pt x="2674634" y="120469"/>
                </a:lnTo>
                <a:lnTo>
                  <a:pt x="2676326" y="120734"/>
                </a:lnTo>
                <a:lnTo>
                  <a:pt x="2678043" y="120921"/>
                </a:lnTo>
                <a:lnTo>
                  <a:pt x="2679781" y="121032"/>
                </a:lnTo>
                <a:lnTo>
                  <a:pt x="2681534" y="121068"/>
                </a:lnTo>
                <a:lnTo>
                  <a:pt x="2683323" y="121025"/>
                </a:lnTo>
                <a:lnTo>
                  <a:pt x="2685119" y="120895"/>
                </a:lnTo>
                <a:lnTo>
                  <a:pt x="2686915" y="120679"/>
                </a:lnTo>
                <a:lnTo>
                  <a:pt x="2688702" y="120375"/>
                </a:lnTo>
                <a:lnTo>
                  <a:pt x="2690474" y="119984"/>
                </a:lnTo>
                <a:lnTo>
                  <a:pt x="2692223" y="119505"/>
                </a:lnTo>
                <a:lnTo>
                  <a:pt x="2693941" y="118939"/>
                </a:lnTo>
                <a:lnTo>
                  <a:pt x="2695623" y="118284"/>
                </a:lnTo>
                <a:lnTo>
                  <a:pt x="2697259" y="117542"/>
                </a:lnTo>
                <a:lnTo>
                  <a:pt x="2698843" y="116710"/>
                </a:lnTo>
                <a:lnTo>
                  <a:pt x="2700368" y="115790"/>
                </a:lnTo>
                <a:lnTo>
                  <a:pt x="2701826" y="114781"/>
                </a:lnTo>
                <a:lnTo>
                  <a:pt x="2703209" y="113683"/>
                </a:lnTo>
                <a:lnTo>
                  <a:pt x="2704511" y="112495"/>
                </a:lnTo>
                <a:lnTo>
                  <a:pt x="2705724" y="111217"/>
                </a:lnTo>
                <a:lnTo>
                  <a:pt x="2706840" y="109850"/>
                </a:lnTo>
                <a:lnTo>
                  <a:pt x="2707853" y="108392"/>
                </a:lnTo>
                <a:lnTo>
                  <a:pt x="2708754" y="106844"/>
                </a:lnTo>
                <a:lnTo>
                  <a:pt x="2709537" y="105205"/>
                </a:lnTo>
                <a:lnTo>
                  <a:pt x="2710194" y="103475"/>
                </a:lnTo>
                <a:lnTo>
                  <a:pt x="2710718" y="101654"/>
                </a:lnTo>
                <a:lnTo>
                  <a:pt x="2711101" y="99741"/>
                </a:lnTo>
                <a:lnTo>
                  <a:pt x="2711337" y="97737"/>
                </a:lnTo>
                <a:lnTo>
                  <a:pt x="2711417" y="95641"/>
                </a:lnTo>
                <a:lnTo>
                  <a:pt x="2711416" y="95205"/>
                </a:lnTo>
                <a:lnTo>
                  <a:pt x="2711413" y="94765"/>
                </a:lnTo>
                <a:lnTo>
                  <a:pt x="2711404" y="94323"/>
                </a:lnTo>
                <a:lnTo>
                  <a:pt x="2711386" y="93881"/>
                </a:lnTo>
                <a:lnTo>
                  <a:pt x="2711356" y="93441"/>
                </a:lnTo>
                <a:lnTo>
                  <a:pt x="2711311" y="93006"/>
                </a:lnTo>
                <a:close/>
                <a:moveTo>
                  <a:pt x="2621547" y="110700"/>
                </a:moveTo>
                <a:lnTo>
                  <a:pt x="2621281" y="110303"/>
                </a:lnTo>
                <a:lnTo>
                  <a:pt x="2620985" y="109950"/>
                </a:lnTo>
                <a:lnTo>
                  <a:pt x="2620661" y="109638"/>
                </a:lnTo>
                <a:lnTo>
                  <a:pt x="2620312" y="109366"/>
                </a:lnTo>
                <a:lnTo>
                  <a:pt x="2619942" y="109129"/>
                </a:lnTo>
                <a:lnTo>
                  <a:pt x="2619553" y="108926"/>
                </a:lnTo>
                <a:lnTo>
                  <a:pt x="2619148" y="108755"/>
                </a:lnTo>
                <a:lnTo>
                  <a:pt x="2618730" y="108612"/>
                </a:lnTo>
                <a:lnTo>
                  <a:pt x="2618301" y="108495"/>
                </a:lnTo>
                <a:lnTo>
                  <a:pt x="2617864" y="108401"/>
                </a:lnTo>
                <a:lnTo>
                  <a:pt x="2617423" y="108328"/>
                </a:lnTo>
                <a:lnTo>
                  <a:pt x="2616981" y="108273"/>
                </a:lnTo>
                <a:lnTo>
                  <a:pt x="2616539" y="108234"/>
                </a:lnTo>
                <a:lnTo>
                  <a:pt x="2616101" y="108207"/>
                </a:lnTo>
                <a:lnTo>
                  <a:pt x="2615669" y="108191"/>
                </a:lnTo>
                <a:lnTo>
                  <a:pt x="2615247" y="108183"/>
                </a:lnTo>
                <a:lnTo>
                  <a:pt x="2614838" y="108180"/>
                </a:lnTo>
                <a:lnTo>
                  <a:pt x="2614444" y="108180"/>
                </a:lnTo>
                <a:lnTo>
                  <a:pt x="2605960" y="108180"/>
                </a:lnTo>
                <a:lnTo>
                  <a:pt x="2605960" y="63517"/>
                </a:lnTo>
                <a:lnTo>
                  <a:pt x="2605909" y="61144"/>
                </a:lnTo>
                <a:lnTo>
                  <a:pt x="2605757" y="58886"/>
                </a:lnTo>
                <a:lnTo>
                  <a:pt x="2605507" y="56741"/>
                </a:lnTo>
                <a:lnTo>
                  <a:pt x="2605161" y="54709"/>
                </a:lnTo>
                <a:lnTo>
                  <a:pt x="2604719" y="52788"/>
                </a:lnTo>
                <a:lnTo>
                  <a:pt x="2604185" y="50977"/>
                </a:lnTo>
                <a:lnTo>
                  <a:pt x="2603560" y="49275"/>
                </a:lnTo>
                <a:lnTo>
                  <a:pt x="2602847" y="47681"/>
                </a:lnTo>
                <a:lnTo>
                  <a:pt x="2602046" y="46192"/>
                </a:lnTo>
                <a:lnTo>
                  <a:pt x="2601160" y="44809"/>
                </a:lnTo>
                <a:lnTo>
                  <a:pt x="2600191" y="43529"/>
                </a:lnTo>
                <a:lnTo>
                  <a:pt x="2599140" y="42352"/>
                </a:lnTo>
                <a:lnTo>
                  <a:pt x="2598010" y="41277"/>
                </a:lnTo>
                <a:lnTo>
                  <a:pt x="2596803" y="40301"/>
                </a:lnTo>
                <a:lnTo>
                  <a:pt x="2595521" y="39424"/>
                </a:lnTo>
                <a:lnTo>
                  <a:pt x="2594165" y="38645"/>
                </a:lnTo>
                <a:lnTo>
                  <a:pt x="2592737" y="37962"/>
                </a:lnTo>
                <a:lnTo>
                  <a:pt x="2591239" y="37374"/>
                </a:lnTo>
                <a:lnTo>
                  <a:pt x="2589674" y="36880"/>
                </a:lnTo>
                <a:lnTo>
                  <a:pt x="2588043" y="36479"/>
                </a:lnTo>
                <a:lnTo>
                  <a:pt x="2586348" y="36169"/>
                </a:lnTo>
                <a:lnTo>
                  <a:pt x="2584591" y="35949"/>
                </a:lnTo>
                <a:lnTo>
                  <a:pt x="2582774" y="35818"/>
                </a:lnTo>
                <a:lnTo>
                  <a:pt x="2580899" y="35774"/>
                </a:lnTo>
                <a:lnTo>
                  <a:pt x="2579306" y="35808"/>
                </a:lnTo>
                <a:lnTo>
                  <a:pt x="2577758" y="35906"/>
                </a:lnTo>
                <a:lnTo>
                  <a:pt x="2576255" y="36063"/>
                </a:lnTo>
                <a:lnTo>
                  <a:pt x="2574797" y="36277"/>
                </a:lnTo>
                <a:lnTo>
                  <a:pt x="2573385" y="36543"/>
                </a:lnTo>
                <a:lnTo>
                  <a:pt x="2572018" y="36856"/>
                </a:lnTo>
                <a:lnTo>
                  <a:pt x="2570698" y="37214"/>
                </a:lnTo>
                <a:lnTo>
                  <a:pt x="2569424" y="37610"/>
                </a:lnTo>
                <a:lnTo>
                  <a:pt x="2568197" y="38043"/>
                </a:lnTo>
                <a:lnTo>
                  <a:pt x="2567017" y="38506"/>
                </a:lnTo>
                <a:lnTo>
                  <a:pt x="2565885" y="38997"/>
                </a:lnTo>
                <a:lnTo>
                  <a:pt x="2564800" y="39511"/>
                </a:lnTo>
                <a:lnTo>
                  <a:pt x="2563764" y="40044"/>
                </a:lnTo>
                <a:lnTo>
                  <a:pt x="2562776" y="40592"/>
                </a:lnTo>
                <a:lnTo>
                  <a:pt x="2561837" y="41151"/>
                </a:lnTo>
                <a:lnTo>
                  <a:pt x="2560947" y="41717"/>
                </a:lnTo>
                <a:lnTo>
                  <a:pt x="2560107" y="42286"/>
                </a:lnTo>
                <a:lnTo>
                  <a:pt x="2559317" y="42853"/>
                </a:lnTo>
                <a:lnTo>
                  <a:pt x="2558577" y="43414"/>
                </a:lnTo>
                <a:lnTo>
                  <a:pt x="2557887" y="43966"/>
                </a:lnTo>
                <a:lnTo>
                  <a:pt x="2557248" y="44504"/>
                </a:lnTo>
                <a:lnTo>
                  <a:pt x="2556661" y="45024"/>
                </a:lnTo>
                <a:lnTo>
                  <a:pt x="2556125" y="45523"/>
                </a:lnTo>
                <a:lnTo>
                  <a:pt x="2555641" y="45995"/>
                </a:lnTo>
                <a:lnTo>
                  <a:pt x="2555640" y="45238"/>
                </a:lnTo>
                <a:lnTo>
                  <a:pt x="2555636" y="44515"/>
                </a:lnTo>
                <a:lnTo>
                  <a:pt x="2555625" y="43825"/>
                </a:lnTo>
                <a:lnTo>
                  <a:pt x="2555605" y="43170"/>
                </a:lnTo>
                <a:lnTo>
                  <a:pt x="2555571" y="42549"/>
                </a:lnTo>
                <a:lnTo>
                  <a:pt x="2555520" y="41961"/>
                </a:lnTo>
                <a:lnTo>
                  <a:pt x="2555449" y="41406"/>
                </a:lnTo>
                <a:lnTo>
                  <a:pt x="2555355" y="40884"/>
                </a:lnTo>
                <a:lnTo>
                  <a:pt x="2555234" y="40396"/>
                </a:lnTo>
                <a:lnTo>
                  <a:pt x="2555083" y="39940"/>
                </a:lnTo>
                <a:lnTo>
                  <a:pt x="2554898" y="39517"/>
                </a:lnTo>
                <a:lnTo>
                  <a:pt x="2554677" y="39126"/>
                </a:lnTo>
                <a:lnTo>
                  <a:pt x="2554415" y="38768"/>
                </a:lnTo>
                <a:lnTo>
                  <a:pt x="2554110" y="38441"/>
                </a:lnTo>
                <a:lnTo>
                  <a:pt x="2553758" y="38147"/>
                </a:lnTo>
                <a:lnTo>
                  <a:pt x="2553356" y="37884"/>
                </a:lnTo>
                <a:lnTo>
                  <a:pt x="2552900" y="37653"/>
                </a:lnTo>
                <a:lnTo>
                  <a:pt x="2552388" y="37453"/>
                </a:lnTo>
                <a:lnTo>
                  <a:pt x="2551815" y="37285"/>
                </a:lnTo>
                <a:lnTo>
                  <a:pt x="2551178" y="37147"/>
                </a:lnTo>
                <a:lnTo>
                  <a:pt x="2550475" y="37041"/>
                </a:lnTo>
                <a:lnTo>
                  <a:pt x="2549702" y="36965"/>
                </a:lnTo>
                <a:lnTo>
                  <a:pt x="2548854" y="36919"/>
                </a:lnTo>
                <a:lnTo>
                  <a:pt x="2547930" y="36904"/>
                </a:lnTo>
                <a:lnTo>
                  <a:pt x="2533857" y="36904"/>
                </a:lnTo>
                <a:lnTo>
                  <a:pt x="2533462" y="36905"/>
                </a:lnTo>
                <a:lnTo>
                  <a:pt x="2533053" y="36908"/>
                </a:lnTo>
                <a:lnTo>
                  <a:pt x="2532631" y="36916"/>
                </a:lnTo>
                <a:lnTo>
                  <a:pt x="2532200" y="36932"/>
                </a:lnTo>
                <a:lnTo>
                  <a:pt x="2531762" y="36958"/>
                </a:lnTo>
                <a:lnTo>
                  <a:pt x="2531320" y="36998"/>
                </a:lnTo>
                <a:lnTo>
                  <a:pt x="2530877" y="37053"/>
                </a:lnTo>
                <a:lnTo>
                  <a:pt x="2530436" y="37126"/>
                </a:lnTo>
                <a:lnTo>
                  <a:pt x="2530000" y="37219"/>
                </a:lnTo>
                <a:lnTo>
                  <a:pt x="2529571" y="37337"/>
                </a:lnTo>
                <a:lnTo>
                  <a:pt x="2529152" y="37480"/>
                </a:lnTo>
                <a:lnTo>
                  <a:pt x="2528747" y="37651"/>
                </a:lnTo>
                <a:lnTo>
                  <a:pt x="2528358" y="37854"/>
                </a:lnTo>
                <a:lnTo>
                  <a:pt x="2527988" y="38091"/>
                </a:lnTo>
                <a:lnTo>
                  <a:pt x="2527640" y="38364"/>
                </a:lnTo>
                <a:lnTo>
                  <a:pt x="2527316" y="38675"/>
                </a:lnTo>
                <a:lnTo>
                  <a:pt x="2527019" y="39029"/>
                </a:lnTo>
                <a:lnTo>
                  <a:pt x="2526753" y="39426"/>
                </a:lnTo>
                <a:lnTo>
                  <a:pt x="2526520" y="39870"/>
                </a:lnTo>
                <a:lnTo>
                  <a:pt x="2526323" y="40364"/>
                </a:lnTo>
                <a:lnTo>
                  <a:pt x="2526165" y="40909"/>
                </a:lnTo>
                <a:lnTo>
                  <a:pt x="2526049" y="41509"/>
                </a:lnTo>
                <a:lnTo>
                  <a:pt x="2525977" y="42166"/>
                </a:lnTo>
                <a:lnTo>
                  <a:pt x="2525952" y="42882"/>
                </a:lnTo>
                <a:lnTo>
                  <a:pt x="2525978" y="43576"/>
                </a:lnTo>
                <a:lnTo>
                  <a:pt x="2526052" y="44211"/>
                </a:lnTo>
                <a:lnTo>
                  <a:pt x="2526173" y="44791"/>
                </a:lnTo>
                <a:lnTo>
                  <a:pt x="2526336" y="45319"/>
                </a:lnTo>
                <a:lnTo>
                  <a:pt x="2526539" y="45796"/>
                </a:lnTo>
                <a:lnTo>
                  <a:pt x="2526778" y="46226"/>
                </a:lnTo>
                <a:lnTo>
                  <a:pt x="2527050" y="46611"/>
                </a:lnTo>
                <a:lnTo>
                  <a:pt x="2527352" y="46952"/>
                </a:lnTo>
                <a:lnTo>
                  <a:pt x="2527680" y="47254"/>
                </a:lnTo>
                <a:lnTo>
                  <a:pt x="2528033" y="47518"/>
                </a:lnTo>
                <a:lnTo>
                  <a:pt x="2528406" y="47747"/>
                </a:lnTo>
                <a:lnTo>
                  <a:pt x="2528796" y="47943"/>
                </a:lnTo>
                <a:lnTo>
                  <a:pt x="2529200" y="48109"/>
                </a:lnTo>
                <a:lnTo>
                  <a:pt x="2529615" y="48248"/>
                </a:lnTo>
                <a:lnTo>
                  <a:pt x="2530037" y="48361"/>
                </a:lnTo>
                <a:lnTo>
                  <a:pt x="2530465" y="48452"/>
                </a:lnTo>
                <a:lnTo>
                  <a:pt x="2530893" y="48523"/>
                </a:lnTo>
                <a:lnTo>
                  <a:pt x="2531320" y="48576"/>
                </a:lnTo>
                <a:lnTo>
                  <a:pt x="2531741" y="48614"/>
                </a:lnTo>
                <a:lnTo>
                  <a:pt x="2532155" y="48639"/>
                </a:lnTo>
                <a:lnTo>
                  <a:pt x="2532557" y="48655"/>
                </a:lnTo>
                <a:lnTo>
                  <a:pt x="2532944" y="48663"/>
                </a:lnTo>
                <a:lnTo>
                  <a:pt x="2533314" y="48666"/>
                </a:lnTo>
                <a:lnTo>
                  <a:pt x="2533663" y="48666"/>
                </a:lnTo>
                <a:lnTo>
                  <a:pt x="2542341" y="48666"/>
                </a:lnTo>
                <a:lnTo>
                  <a:pt x="2542341" y="108180"/>
                </a:lnTo>
                <a:lnTo>
                  <a:pt x="2533857" y="108180"/>
                </a:lnTo>
                <a:lnTo>
                  <a:pt x="2533462" y="108180"/>
                </a:lnTo>
                <a:lnTo>
                  <a:pt x="2533053" y="108183"/>
                </a:lnTo>
                <a:lnTo>
                  <a:pt x="2532631" y="108191"/>
                </a:lnTo>
                <a:lnTo>
                  <a:pt x="2532200" y="108207"/>
                </a:lnTo>
                <a:lnTo>
                  <a:pt x="2531762" y="108234"/>
                </a:lnTo>
                <a:lnTo>
                  <a:pt x="2531320" y="108273"/>
                </a:lnTo>
                <a:lnTo>
                  <a:pt x="2530877" y="108328"/>
                </a:lnTo>
                <a:lnTo>
                  <a:pt x="2530436" y="108401"/>
                </a:lnTo>
                <a:lnTo>
                  <a:pt x="2530000" y="108495"/>
                </a:lnTo>
                <a:lnTo>
                  <a:pt x="2529571" y="108612"/>
                </a:lnTo>
                <a:lnTo>
                  <a:pt x="2529152" y="108755"/>
                </a:lnTo>
                <a:lnTo>
                  <a:pt x="2528747" y="108926"/>
                </a:lnTo>
                <a:lnTo>
                  <a:pt x="2528358" y="109129"/>
                </a:lnTo>
                <a:lnTo>
                  <a:pt x="2527988" y="109366"/>
                </a:lnTo>
                <a:lnTo>
                  <a:pt x="2527640" y="109638"/>
                </a:lnTo>
                <a:lnTo>
                  <a:pt x="2527316" y="109950"/>
                </a:lnTo>
                <a:lnTo>
                  <a:pt x="2527019" y="110303"/>
                </a:lnTo>
                <a:lnTo>
                  <a:pt x="2526753" y="110700"/>
                </a:lnTo>
                <a:lnTo>
                  <a:pt x="2526520" y="111144"/>
                </a:lnTo>
                <a:lnTo>
                  <a:pt x="2526323" y="111637"/>
                </a:lnTo>
                <a:lnTo>
                  <a:pt x="2526165" y="112182"/>
                </a:lnTo>
                <a:lnTo>
                  <a:pt x="2526049" y="112782"/>
                </a:lnTo>
                <a:lnTo>
                  <a:pt x="2525977" y="113439"/>
                </a:lnTo>
                <a:lnTo>
                  <a:pt x="2525952" y="114155"/>
                </a:lnTo>
                <a:lnTo>
                  <a:pt x="2525978" y="114848"/>
                </a:lnTo>
                <a:lnTo>
                  <a:pt x="2526052" y="115484"/>
                </a:lnTo>
                <a:lnTo>
                  <a:pt x="2526173" y="116064"/>
                </a:lnTo>
                <a:lnTo>
                  <a:pt x="2526336" y="116591"/>
                </a:lnTo>
                <a:lnTo>
                  <a:pt x="2526539" y="117069"/>
                </a:lnTo>
                <a:lnTo>
                  <a:pt x="2526778" y="117499"/>
                </a:lnTo>
                <a:lnTo>
                  <a:pt x="2527050" y="117883"/>
                </a:lnTo>
                <a:lnTo>
                  <a:pt x="2527352" y="118225"/>
                </a:lnTo>
                <a:lnTo>
                  <a:pt x="2527680" y="118527"/>
                </a:lnTo>
                <a:lnTo>
                  <a:pt x="2528033" y="118791"/>
                </a:lnTo>
                <a:lnTo>
                  <a:pt x="2528406" y="119019"/>
                </a:lnTo>
                <a:lnTo>
                  <a:pt x="2528796" y="119216"/>
                </a:lnTo>
                <a:lnTo>
                  <a:pt x="2529200" y="119382"/>
                </a:lnTo>
                <a:lnTo>
                  <a:pt x="2529615" y="119520"/>
                </a:lnTo>
                <a:lnTo>
                  <a:pt x="2530037" y="119634"/>
                </a:lnTo>
                <a:lnTo>
                  <a:pt x="2530465" y="119724"/>
                </a:lnTo>
                <a:lnTo>
                  <a:pt x="2530893" y="119795"/>
                </a:lnTo>
                <a:lnTo>
                  <a:pt x="2531320" y="119848"/>
                </a:lnTo>
                <a:lnTo>
                  <a:pt x="2531741" y="119886"/>
                </a:lnTo>
                <a:lnTo>
                  <a:pt x="2532155" y="119912"/>
                </a:lnTo>
                <a:lnTo>
                  <a:pt x="2532557" y="119927"/>
                </a:lnTo>
                <a:lnTo>
                  <a:pt x="2532944" y="119935"/>
                </a:lnTo>
                <a:lnTo>
                  <a:pt x="2533314" y="119938"/>
                </a:lnTo>
                <a:lnTo>
                  <a:pt x="2533663" y="119939"/>
                </a:lnTo>
                <a:lnTo>
                  <a:pt x="2564319" y="119939"/>
                </a:lnTo>
                <a:lnTo>
                  <a:pt x="2564667" y="119938"/>
                </a:lnTo>
                <a:lnTo>
                  <a:pt x="2565037" y="119935"/>
                </a:lnTo>
                <a:lnTo>
                  <a:pt x="2565425" y="119927"/>
                </a:lnTo>
                <a:lnTo>
                  <a:pt x="2565827" y="119912"/>
                </a:lnTo>
                <a:lnTo>
                  <a:pt x="2566240" y="119886"/>
                </a:lnTo>
                <a:lnTo>
                  <a:pt x="2566662" y="119848"/>
                </a:lnTo>
                <a:lnTo>
                  <a:pt x="2567088" y="119795"/>
                </a:lnTo>
                <a:lnTo>
                  <a:pt x="2567517" y="119724"/>
                </a:lnTo>
                <a:lnTo>
                  <a:pt x="2567944" y="119634"/>
                </a:lnTo>
                <a:lnTo>
                  <a:pt x="2568366" y="119520"/>
                </a:lnTo>
                <a:lnTo>
                  <a:pt x="2568781" y="119382"/>
                </a:lnTo>
                <a:lnTo>
                  <a:pt x="2569186" y="119216"/>
                </a:lnTo>
                <a:lnTo>
                  <a:pt x="2569576" y="119019"/>
                </a:lnTo>
                <a:lnTo>
                  <a:pt x="2569948" y="118791"/>
                </a:lnTo>
                <a:lnTo>
                  <a:pt x="2570301" y="118527"/>
                </a:lnTo>
                <a:lnTo>
                  <a:pt x="2570630" y="118225"/>
                </a:lnTo>
                <a:lnTo>
                  <a:pt x="2570932" y="117883"/>
                </a:lnTo>
                <a:lnTo>
                  <a:pt x="2571204" y="117499"/>
                </a:lnTo>
                <a:lnTo>
                  <a:pt x="2571443" y="117069"/>
                </a:lnTo>
                <a:lnTo>
                  <a:pt x="2571645" y="116591"/>
                </a:lnTo>
                <a:lnTo>
                  <a:pt x="2571808" y="116064"/>
                </a:lnTo>
                <a:lnTo>
                  <a:pt x="2571929" y="115484"/>
                </a:lnTo>
                <a:lnTo>
                  <a:pt x="2572004" y="114848"/>
                </a:lnTo>
                <a:lnTo>
                  <a:pt x="2572029" y="114155"/>
                </a:lnTo>
                <a:lnTo>
                  <a:pt x="2572004" y="113439"/>
                </a:lnTo>
                <a:lnTo>
                  <a:pt x="2571933" y="112782"/>
                </a:lnTo>
                <a:lnTo>
                  <a:pt x="2571816" y="112182"/>
                </a:lnTo>
                <a:lnTo>
                  <a:pt x="2571658" y="111637"/>
                </a:lnTo>
                <a:lnTo>
                  <a:pt x="2571461" y="111144"/>
                </a:lnTo>
                <a:lnTo>
                  <a:pt x="2571228" y="110700"/>
                </a:lnTo>
                <a:lnTo>
                  <a:pt x="2570962" y="110303"/>
                </a:lnTo>
                <a:lnTo>
                  <a:pt x="2570666" y="109950"/>
                </a:lnTo>
                <a:lnTo>
                  <a:pt x="2570342" y="109638"/>
                </a:lnTo>
                <a:lnTo>
                  <a:pt x="2569993" y="109366"/>
                </a:lnTo>
                <a:lnTo>
                  <a:pt x="2569623" y="109129"/>
                </a:lnTo>
                <a:lnTo>
                  <a:pt x="2569234" y="108926"/>
                </a:lnTo>
                <a:lnTo>
                  <a:pt x="2568829" y="108755"/>
                </a:lnTo>
                <a:lnTo>
                  <a:pt x="2568411" y="108612"/>
                </a:lnTo>
                <a:lnTo>
                  <a:pt x="2567982" y="108495"/>
                </a:lnTo>
                <a:lnTo>
                  <a:pt x="2567545" y="108401"/>
                </a:lnTo>
                <a:lnTo>
                  <a:pt x="2567104" y="108328"/>
                </a:lnTo>
                <a:lnTo>
                  <a:pt x="2566662" y="108273"/>
                </a:lnTo>
                <a:lnTo>
                  <a:pt x="2566220" y="108234"/>
                </a:lnTo>
                <a:lnTo>
                  <a:pt x="2565782" y="108207"/>
                </a:lnTo>
                <a:lnTo>
                  <a:pt x="2565350" y="108191"/>
                </a:lnTo>
                <a:lnTo>
                  <a:pt x="2564928" y="108183"/>
                </a:lnTo>
                <a:lnTo>
                  <a:pt x="2564519" y="108180"/>
                </a:lnTo>
                <a:lnTo>
                  <a:pt x="2564125" y="108180"/>
                </a:lnTo>
                <a:lnTo>
                  <a:pt x="2555641" y="108180"/>
                </a:lnTo>
                <a:lnTo>
                  <a:pt x="2555641" y="74091"/>
                </a:lnTo>
                <a:lnTo>
                  <a:pt x="2555713" y="71748"/>
                </a:lnTo>
                <a:lnTo>
                  <a:pt x="2555927" y="69527"/>
                </a:lnTo>
                <a:lnTo>
                  <a:pt x="2556273" y="67427"/>
                </a:lnTo>
                <a:lnTo>
                  <a:pt x="2556743" y="65444"/>
                </a:lnTo>
                <a:lnTo>
                  <a:pt x="2557329" y="63578"/>
                </a:lnTo>
                <a:lnTo>
                  <a:pt x="2558023" y="61826"/>
                </a:lnTo>
                <a:lnTo>
                  <a:pt x="2558818" y="60186"/>
                </a:lnTo>
                <a:lnTo>
                  <a:pt x="2559704" y="58656"/>
                </a:lnTo>
                <a:lnTo>
                  <a:pt x="2560673" y="57235"/>
                </a:lnTo>
                <a:lnTo>
                  <a:pt x="2561719" y="55920"/>
                </a:lnTo>
                <a:lnTo>
                  <a:pt x="2562832" y="54708"/>
                </a:lnTo>
                <a:lnTo>
                  <a:pt x="2564004" y="53600"/>
                </a:lnTo>
                <a:lnTo>
                  <a:pt x="2565227" y="52591"/>
                </a:lnTo>
                <a:lnTo>
                  <a:pt x="2566493" y="51680"/>
                </a:lnTo>
                <a:lnTo>
                  <a:pt x="2567795" y="50866"/>
                </a:lnTo>
                <a:lnTo>
                  <a:pt x="2569123" y="50146"/>
                </a:lnTo>
                <a:lnTo>
                  <a:pt x="2570470" y="49518"/>
                </a:lnTo>
                <a:lnTo>
                  <a:pt x="2571828" y="48980"/>
                </a:lnTo>
                <a:lnTo>
                  <a:pt x="2573188" y="48531"/>
                </a:lnTo>
                <a:lnTo>
                  <a:pt x="2574542" y="48168"/>
                </a:lnTo>
                <a:lnTo>
                  <a:pt x="2575883" y="47888"/>
                </a:lnTo>
                <a:lnTo>
                  <a:pt x="2577202" y="47692"/>
                </a:lnTo>
                <a:lnTo>
                  <a:pt x="2578491" y="47575"/>
                </a:lnTo>
                <a:lnTo>
                  <a:pt x="2579742" y="47537"/>
                </a:lnTo>
                <a:lnTo>
                  <a:pt x="2580981" y="47565"/>
                </a:lnTo>
                <a:lnTo>
                  <a:pt x="2582143" y="47649"/>
                </a:lnTo>
                <a:lnTo>
                  <a:pt x="2583231" y="47791"/>
                </a:lnTo>
                <a:lnTo>
                  <a:pt x="2584247" y="47989"/>
                </a:lnTo>
                <a:lnTo>
                  <a:pt x="2585192" y="48246"/>
                </a:lnTo>
                <a:lnTo>
                  <a:pt x="2586071" y="48560"/>
                </a:lnTo>
                <a:lnTo>
                  <a:pt x="2586883" y="48932"/>
                </a:lnTo>
                <a:lnTo>
                  <a:pt x="2587631" y="49362"/>
                </a:lnTo>
                <a:lnTo>
                  <a:pt x="2588318" y="49852"/>
                </a:lnTo>
                <a:lnTo>
                  <a:pt x="2588946" y="50401"/>
                </a:lnTo>
                <a:lnTo>
                  <a:pt x="2589516" y="51009"/>
                </a:lnTo>
                <a:lnTo>
                  <a:pt x="2590031" y="51677"/>
                </a:lnTo>
                <a:lnTo>
                  <a:pt x="2590493" y="52405"/>
                </a:lnTo>
                <a:lnTo>
                  <a:pt x="2590903" y="53193"/>
                </a:lnTo>
                <a:lnTo>
                  <a:pt x="2591265" y="54043"/>
                </a:lnTo>
                <a:lnTo>
                  <a:pt x="2591579" y="54953"/>
                </a:lnTo>
                <a:lnTo>
                  <a:pt x="2591849" y="55925"/>
                </a:lnTo>
                <a:lnTo>
                  <a:pt x="2592076" y="56959"/>
                </a:lnTo>
                <a:lnTo>
                  <a:pt x="2592262" y="58055"/>
                </a:lnTo>
                <a:lnTo>
                  <a:pt x="2592410" y="59214"/>
                </a:lnTo>
                <a:lnTo>
                  <a:pt x="2592521" y="60435"/>
                </a:lnTo>
                <a:lnTo>
                  <a:pt x="2592598" y="61720"/>
                </a:lnTo>
                <a:lnTo>
                  <a:pt x="2592642" y="63068"/>
                </a:lnTo>
                <a:lnTo>
                  <a:pt x="2592657" y="64479"/>
                </a:lnTo>
                <a:lnTo>
                  <a:pt x="2592657" y="108180"/>
                </a:lnTo>
                <a:lnTo>
                  <a:pt x="2585141" y="108180"/>
                </a:lnTo>
                <a:lnTo>
                  <a:pt x="2584746" y="108180"/>
                </a:lnTo>
                <a:lnTo>
                  <a:pt x="2584337" y="108183"/>
                </a:lnTo>
                <a:lnTo>
                  <a:pt x="2583915" y="108191"/>
                </a:lnTo>
                <a:lnTo>
                  <a:pt x="2583484" y="108207"/>
                </a:lnTo>
                <a:lnTo>
                  <a:pt x="2583046" y="108234"/>
                </a:lnTo>
                <a:lnTo>
                  <a:pt x="2582604" y="108273"/>
                </a:lnTo>
                <a:lnTo>
                  <a:pt x="2582161" y="108328"/>
                </a:lnTo>
                <a:lnTo>
                  <a:pt x="2581720" y="108401"/>
                </a:lnTo>
                <a:lnTo>
                  <a:pt x="2581283" y="108495"/>
                </a:lnTo>
                <a:lnTo>
                  <a:pt x="2580855" y="108612"/>
                </a:lnTo>
                <a:lnTo>
                  <a:pt x="2580436" y="108755"/>
                </a:lnTo>
                <a:lnTo>
                  <a:pt x="2580031" y="108926"/>
                </a:lnTo>
                <a:lnTo>
                  <a:pt x="2579642" y="109129"/>
                </a:lnTo>
                <a:lnTo>
                  <a:pt x="2579272" y="109366"/>
                </a:lnTo>
                <a:lnTo>
                  <a:pt x="2578923" y="109638"/>
                </a:lnTo>
                <a:lnTo>
                  <a:pt x="2578600" y="109950"/>
                </a:lnTo>
                <a:lnTo>
                  <a:pt x="2578303" y="110303"/>
                </a:lnTo>
                <a:lnTo>
                  <a:pt x="2578037" y="110700"/>
                </a:lnTo>
                <a:lnTo>
                  <a:pt x="2577804" y="111144"/>
                </a:lnTo>
                <a:lnTo>
                  <a:pt x="2577607" y="111637"/>
                </a:lnTo>
                <a:lnTo>
                  <a:pt x="2577449" y="112182"/>
                </a:lnTo>
                <a:lnTo>
                  <a:pt x="2577333" y="112782"/>
                </a:lnTo>
                <a:lnTo>
                  <a:pt x="2577261" y="113439"/>
                </a:lnTo>
                <a:lnTo>
                  <a:pt x="2577236" y="114155"/>
                </a:lnTo>
                <a:lnTo>
                  <a:pt x="2577263" y="114848"/>
                </a:lnTo>
                <a:lnTo>
                  <a:pt x="2577340" y="115484"/>
                </a:lnTo>
                <a:lnTo>
                  <a:pt x="2577465" y="116064"/>
                </a:lnTo>
                <a:lnTo>
                  <a:pt x="2577634" y="116591"/>
                </a:lnTo>
                <a:lnTo>
                  <a:pt x="2577844" y="117069"/>
                </a:lnTo>
                <a:lnTo>
                  <a:pt x="2578091" y="117499"/>
                </a:lnTo>
                <a:lnTo>
                  <a:pt x="2578373" y="117883"/>
                </a:lnTo>
                <a:lnTo>
                  <a:pt x="2578685" y="118225"/>
                </a:lnTo>
                <a:lnTo>
                  <a:pt x="2579025" y="118527"/>
                </a:lnTo>
                <a:lnTo>
                  <a:pt x="2579389" y="118791"/>
                </a:lnTo>
                <a:lnTo>
                  <a:pt x="2579774" y="119019"/>
                </a:lnTo>
                <a:lnTo>
                  <a:pt x="2580176" y="119216"/>
                </a:lnTo>
                <a:lnTo>
                  <a:pt x="2580592" y="119382"/>
                </a:lnTo>
                <a:lnTo>
                  <a:pt x="2581019" y="119520"/>
                </a:lnTo>
                <a:lnTo>
                  <a:pt x="2581453" y="119634"/>
                </a:lnTo>
                <a:lnTo>
                  <a:pt x="2581891" y="119724"/>
                </a:lnTo>
                <a:lnTo>
                  <a:pt x="2582330" y="119795"/>
                </a:lnTo>
                <a:lnTo>
                  <a:pt x="2582766" y="119848"/>
                </a:lnTo>
                <a:lnTo>
                  <a:pt x="2583196" y="119886"/>
                </a:lnTo>
                <a:lnTo>
                  <a:pt x="2583617" y="119912"/>
                </a:lnTo>
                <a:lnTo>
                  <a:pt x="2584026" y="119927"/>
                </a:lnTo>
                <a:lnTo>
                  <a:pt x="2584418" y="119935"/>
                </a:lnTo>
                <a:lnTo>
                  <a:pt x="2584791" y="119938"/>
                </a:lnTo>
                <a:lnTo>
                  <a:pt x="2585141" y="119939"/>
                </a:lnTo>
                <a:lnTo>
                  <a:pt x="2614638" y="119939"/>
                </a:lnTo>
                <a:lnTo>
                  <a:pt x="2614986" y="119938"/>
                </a:lnTo>
                <a:lnTo>
                  <a:pt x="2615356" y="119935"/>
                </a:lnTo>
                <a:lnTo>
                  <a:pt x="2615744" y="119927"/>
                </a:lnTo>
                <a:lnTo>
                  <a:pt x="2616146" y="119912"/>
                </a:lnTo>
                <a:lnTo>
                  <a:pt x="2616559" y="119886"/>
                </a:lnTo>
                <a:lnTo>
                  <a:pt x="2616981" y="119848"/>
                </a:lnTo>
                <a:lnTo>
                  <a:pt x="2617407" y="119795"/>
                </a:lnTo>
                <a:lnTo>
                  <a:pt x="2617836" y="119724"/>
                </a:lnTo>
                <a:lnTo>
                  <a:pt x="2618263" y="119634"/>
                </a:lnTo>
                <a:lnTo>
                  <a:pt x="2618685" y="119520"/>
                </a:lnTo>
                <a:lnTo>
                  <a:pt x="2619100" y="119382"/>
                </a:lnTo>
                <a:lnTo>
                  <a:pt x="2619505" y="119216"/>
                </a:lnTo>
                <a:lnTo>
                  <a:pt x="2619895" y="119019"/>
                </a:lnTo>
                <a:lnTo>
                  <a:pt x="2620267" y="118791"/>
                </a:lnTo>
                <a:lnTo>
                  <a:pt x="2620620" y="118527"/>
                </a:lnTo>
                <a:lnTo>
                  <a:pt x="2620949" y="118225"/>
                </a:lnTo>
                <a:lnTo>
                  <a:pt x="2621251" y="117883"/>
                </a:lnTo>
                <a:lnTo>
                  <a:pt x="2621523" y="117499"/>
                </a:lnTo>
                <a:lnTo>
                  <a:pt x="2621762" y="117069"/>
                </a:lnTo>
                <a:lnTo>
                  <a:pt x="2621964" y="116591"/>
                </a:lnTo>
                <a:lnTo>
                  <a:pt x="2622127" y="116064"/>
                </a:lnTo>
                <a:lnTo>
                  <a:pt x="2622248" y="115484"/>
                </a:lnTo>
                <a:lnTo>
                  <a:pt x="2622323" y="114848"/>
                </a:lnTo>
                <a:lnTo>
                  <a:pt x="2622348" y="114155"/>
                </a:lnTo>
                <a:lnTo>
                  <a:pt x="2622323" y="113439"/>
                </a:lnTo>
                <a:lnTo>
                  <a:pt x="2622252" y="112782"/>
                </a:lnTo>
                <a:lnTo>
                  <a:pt x="2622135" y="112182"/>
                </a:lnTo>
                <a:lnTo>
                  <a:pt x="2621977" y="111637"/>
                </a:lnTo>
                <a:lnTo>
                  <a:pt x="2621780" y="111144"/>
                </a:lnTo>
                <a:lnTo>
                  <a:pt x="2621547" y="110700"/>
                </a:lnTo>
                <a:close/>
                <a:moveTo>
                  <a:pt x="3122994" y="44235"/>
                </a:moveTo>
                <a:lnTo>
                  <a:pt x="3122733" y="43579"/>
                </a:lnTo>
                <a:lnTo>
                  <a:pt x="3122413" y="42917"/>
                </a:lnTo>
                <a:lnTo>
                  <a:pt x="3122030" y="42253"/>
                </a:lnTo>
                <a:lnTo>
                  <a:pt x="3121578" y="41593"/>
                </a:lnTo>
                <a:lnTo>
                  <a:pt x="3121052" y="40942"/>
                </a:lnTo>
                <a:lnTo>
                  <a:pt x="3120448" y="40306"/>
                </a:lnTo>
                <a:lnTo>
                  <a:pt x="3119761" y="39690"/>
                </a:lnTo>
                <a:lnTo>
                  <a:pt x="3118986" y="39100"/>
                </a:lnTo>
                <a:lnTo>
                  <a:pt x="3118117" y="38541"/>
                </a:lnTo>
                <a:lnTo>
                  <a:pt x="3117150" y="38017"/>
                </a:lnTo>
                <a:lnTo>
                  <a:pt x="3116080" y="37535"/>
                </a:lnTo>
                <a:lnTo>
                  <a:pt x="3114902" y="37100"/>
                </a:lnTo>
                <a:lnTo>
                  <a:pt x="3113611" y="36717"/>
                </a:lnTo>
                <a:lnTo>
                  <a:pt x="3112203" y="36392"/>
                </a:lnTo>
                <a:lnTo>
                  <a:pt x="3110671" y="36130"/>
                </a:lnTo>
                <a:lnTo>
                  <a:pt x="3109012" y="35936"/>
                </a:lnTo>
                <a:lnTo>
                  <a:pt x="3107220" y="35816"/>
                </a:lnTo>
                <a:lnTo>
                  <a:pt x="3105290" y="35774"/>
                </a:lnTo>
                <a:lnTo>
                  <a:pt x="3104048" y="35793"/>
                </a:lnTo>
                <a:lnTo>
                  <a:pt x="3102782" y="35850"/>
                </a:lnTo>
                <a:lnTo>
                  <a:pt x="3101493" y="35947"/>
                </a:lnTo>
                <a:lnTo>
                  <a:pt x="3100184" y="36088"/>
                </a:lnTo>
                <a:lnTo>
                  <a:pt x="3098856" y="36274"/>
                </a:lnTo>
                <a:lnTo>
                  <a:pt x="3097512" y="36507"/>
                </a:lnTo>
                <a:lnTo>
                  <a:pt x="3096152" y="36790"/>
                </a:lnTo>
                <a:lnTo>
                  <a:pt x="3094779" y="37124"/>
                </a:lnTo>
                <a:lnTo>
                  <a:pt x="3093394" y="37513"/>
                </a:lnTo>
                <a:lnTo>
                  <a:pt x="3092000" y="37959"/>
                </a:lnTo>
                <a:lnTo>
                  <a:pt x="3090599" y="38463"/>
                </a:lnTo>
                <a:lnTo>
                  <a:pt x="3089191" y="39029"/>
                </a:lnTo>
                <a:lnTo>
                  <a:pt x="3087780" y="39657"/>
                </a:lnTo>
                <a:lnTo>
                  <a:pt x="3086366" y="40351"/>
                </a:lnTo>
                <a:lnTo>
                  <a:pt x="3084952" y="41113"/>
                </a:lnTo>
                <a:lnTo>
                  <a:pt x="3083540" y="41945"/>
                </a:lnTo>
                <a:lnTo>
                  <a:pt x="3082131" y="42849"/>
                </a:lnTo>
                <a:lnTo>
                  <a:pt x="3080727" y="43828"/>
                </a:lnTo>
                <a:lnTo>
                  <a:pt x="3079330" y="44884"/>
                </a:lnTo>
                <a:lnTo>
                  <a:pt x="3077942" y="46019"/>
                </a:lnTo>
                <a:lnTo>
                  <a:pt x="3076565" y="47235"/>
                </a:lnTo>
                <a:lnTo>
                  <a:pt x="3075200" y="48534"/>
                </a:lnTo>
                <a:lnTo>
                  <a:pt x="3073850" y="49920"/>
                </a:lnTo>
                <a:lnTo>
                  <a:pt x="3072516" y="51393"/>
                </a:lnTo>
                <a:lnTo>
                  <a:pt x="3072516" y="44839"/>
                </a:lnTo>
                <a:lnTo>
                  <a:pt x="3072510" y="44109"/>
                </a:lnTo>
                <a:lnTo>
                  <a:pt x="3072490" y="43421"/>
                </a:lnTo>
                <a:lnTo>
                  <a:pt x="3072454" y="42774"/>
                </a:lnTo>
                <a:lnTo>
                  <a:pt x="3072400" y="42166"/>
                </a:lnTo>
                <a:lnTo>
                  <a:pt x="3072327" y="41597"/>
                </a:lnTo>
                <a:lnTo>
                  <a:pt x="3072233" y="41066"/>
                </a:lnTo>
                <a:lnTo>
                  <a:pt x="3072115" y="40571"/>
                </a:lnTo>
                <a:lnTo>
                  <a:pt x="3071973" y="40113"/>
                </a:lnTo>
                <a:lnTo>
                  <a:pt x="3071804" y="39689"/>
                </a:lnTo>
                <a:lnTo>
                  <a:pt x="3071606" y="39300"/>
                </a:lnTo>
                <a:lnTo>
                  <a:pt x="3071378" y="38944"/>
                </a:lnTo>
                <a:lnTo>
                  <a:pt x="3071117" y="38620"/>
                </a:lnTo>
                <a:lnTo>
                  <a:pt x="3070823" y="38327"/>
                </a:lnTo>
                <a:lnTo>
                  <a:pt x="3070492" y="38065"/>
                </a:lnTo>
                <a:lnTo>
                  <a:pt x="3070124" y="37831"/>
                </a:lnTo>
                <a:lnTo>
                  <a:pt x="3069716" y="37627"/>
                </a:lnTo>
                <a:lnTo>
                  <a:pt x="3069266" y="37450"/>
                </a:lnTo>
                <a:lnTo>
                  <a:pt x="3068773" y="37300"/>
                </a:lnTo>
                <a:lnTo>
                  <a:pt x="3068235" y="37175"/>
                </a:lnTo>
                <a:lnTo>
                  <a:pt x="3067650" y="37075"/>
                </a:lnTo>
                <a:lnTo>
                  <a:pt x="3067016" y="36999"/>
                </a:lnTo>
                <a:lnTo>
                  <a:pt x="3066331" y="36946"/>
                </a:lnTo>
                <a:lnTo>
                  <a:pt x="3065594" y="36914"/>
                </a:lnTo>
                <a:lnTo>
                  <a:pt x="3064803" y="36904"/>
                </a:lnTo>
                <a:lnTo>
                  <a:pt x="3043596" y="36904"/>
                </a:lnTo>
                <a:lnTo>
                  <a:pt x="3043225" y="36905"/>
                </a:lnTo>
                <a:lnTo>
                  <a:pt x="3042836" y="36908"/>
                </a:lnTo>
                <a:lnTo>
                  <a:pt x="3042434" y="36916"/>
                </a:lnTo>
                <a:lnTo>
                  <a:pt x="3042020" y="36931"/>
                </a:lnTo>
                <a:lnTo>
                  <a:pt x="3041598" y="36957"/>
                </a:lnTo>
                <a:lnTo>
                  <a:pt x="3041171" y="36995"/>
                </a:lnTo>
                <a:lnTo>
                  <a:pt x="3040741" y="37048"/>
                </a:lnTo>
                <a:lnTo>
                  <a:pt x="3040311" y="37119"/>
                </a:lnTo>
                <a:lnTo>
                  <a:pt x="3039885" y="37209"/>
                </a:lnTo>
                <a:lnTo>
                  <a:pt x="3039465" y="37323"/>
                </a:lnTo>
                <a:lnTo>
                  <a:pt x="3039055" y="37461"/>
                </a:lnTo>
                <a:lnTo>
                  <a:pt x="3038656" y="37628"/>
                </a:lnTo>
                <a:lnTo>
                  <a:pt x="3038272" y="37824"/>
                </a:lnTo>
                <a:lnTo>
                  <a:pt x="3037907" y="38053"/>
                </a:lnTo>
                <a:lnTo>
                  <a:pt x="3037562" y="38317"/>
                </a:lnTo>
                <a:lnTo>
                  <a:pt x="3037242" y="38619"/>
                </a:lnTo>
                <a:lnTo>
                  <a:pt x="3036948" y="38961"/>
                </a:lnTo>
                <a:lnTo>
                  <a:pt x="3036683" y="39346"/>
                </a:lnTo>
                <a:lnTo>
                  <a:pt x="3036452" y="39775"/>
                </a:lnTo>
                <a:lnTo>
                  <a:pt x="3036256" y="40253"/>
                </a:lnTo>
                <a:lnTo>
                  <a:pt x="3036098" y="40781"/>
                </a:lnTo>
                <a:lnTo>
                  <a:pt x="3035982" y="41362"/>
                </a:lnTo>
                <a:lnTo>
                  <a:pt x="3035910" y="41997"/>
                </a:lnTo>
                <a:lnTo>
                  <a:pt x="3035885" y="42691"/>
                </a:lnTo>
                <a:lnTo>
                  <a:pt x="3035909" y="43407"/>
                </a:lnTo>
                <a:lnTo>
                  <a:pt x="3035978" y="44064"/>
                </a:lnTo>
                <a:lnTo>
                  <a:pt x="3036090" y="44663"/>
                </a:lnTo>
                <a:lnTo>
                  <a:pt x="3036242" y="45208"/>
                </a:lnTo>
                <a:lnTo>
                  <a:pt x="3036432" y="45702"/>
                </a:lnTo>
                <a:lnTo>
                  <a:pt x="3036656" y="46145"/>
                </a:lnTo>
                <a:lnTo>
                  <a:pt x="3036913" y="46543"/>
                </a:lnTo>
                <a:lnTo>
                  <a:pt x="3037199" y="46896"/>
                </a:lnTo>
                <a:lnTo>
                  <a:pt x="3037512" y="47207"/>
                </a:lnTo>
                <a:lnTo>
                  <a:pt x="3037849" y="47480"/>
                </a:lnTo>
                <a:lnTo>
                  <a:pt x="3038207" y="47717"/>
                </a:lnTo>
                <a:lnTo>
                  <a:pt x="3038584" y="47919"/>
                </a:lnTo>
                <a:lnTo>
                  <a:pt x="3038977" y="48091"/>
                </a:lnTo>
                <a:lnTo>
                  <a:pt x="3039384" y="48234"/>
                </a:lnTo>
                <a:lnTo>
                  <a:pt x="3039801" y="48351"/>
                </a:lnTo>
                <a:lnTo>
                  <a:pt x="3040226" y="48445"/>
                </a:lnTo>
                <a:lnTo>
                  <a:pt x="3040657" y="48518"/>
                </a:lnTo>
                <a:lnTo>
                  <a:pt x="3041090" y="48573"/>
                </a:lnTo>
                <a:lnTo>
                  <a:pt x="3041523" y="48612"/>
                </a:lnTo>
                <a:lnTo>
                  <a:pt x="3041954" y="48639"/>
                </a:lnTo>
                <a:lnTo>
                  <a:pt x="3042379" y="48655"/>
                </a:lnTo>
                <a:lnTo>
                  <a:pt x="3042796" y="48663"/>
                </a:lnTo>
                <a:lnTo>
                  <a:pt x="3043203" y="48666"/>
                </a:lnTo>
                <a:lnTo>
                  <a:pt x="3043596" y="48666"/>
                </a:lnTo>
                <a:lnTo>
                  <a:pt x="3059213" y="48666"/>
                </a:lnTo>
                <a:lnTo>
                  <a:pt x="3059213" y="108180"/>
                </a:lnTo>
                <a:lnTo>
                  <a:pt x="3043596" y="108180"/>
                </a:lnTo>
                <a:lnTo>
                  <a:pt x="3043225" y="108180"/>
                </a:lnTo>
                <a:lnTo>
                  <a:pt x="3042836" y="108183"/>
                </a:lnTo>
                <a:lnTo>
                  <a:pt x="3042434" y="108191"/>
                </a:lnTo>
                <a:lnTo>
                  <a:pt x="3042020" y="108206"/>
                </a:lnTo>
                <a:lnTo>
                  <a:pt x="3041598" y="108232"/>
                </a:lnTo>
                <a:lnTo>
                  <a:pt x="3041171" y="108270"/>
                </a:lnTo>
                <a:lnTo>
                  <a:pt x="3040741" y="108323"/>
                </a:lnTo>
                <a:lnTo>
                  <a:pt x="3040311" y="108394"/>
                </a:lnTo>
                <a:lnTo>
                  <a:pt x="3039885" y="108485"/>
                </a:lnTo>
                <a:lnTo>
                  <a:pt x="3039465" y="108598"/>
                </a:lnTo>
                <a:lnTo>
                  <a:pt x="3039055" y="108736"/>
                </a:lnTo>
                <a:lnTo>
                  <a:pt x="3038656" y="108903"/>
                </a:lnTo>
                <a:lnTo>
                  <a:pt x="3038272" y="109099"/>
                </a:lnTo>
                <a:lnTo>
                  <a:pt x="3037907" y="109328"/>
                </a:lnTo>
                <a:lnTo>
                  <a:pt x="3037562" y="109592"/>
                </a:lnTo>
                <a:lnTo>
                  <a:pt x="3037242" y="109893"/>
                </a:lnTo>
                <a:lnTo>
                  <a:pt x="3036948" y="110235"/>
                </a:lnTo>
                <a:lnTo>
                  <a:pt x="3036683" y="110620"/>
                </a:lnTo>
                <a:lnTo>
                  <a:pt x="3036452" y="111049"/>
                </a:lnTo>
                <a:lnTo>
                  <a:pt x="3036256" y="111527"/>
                </a:lnTo>
                <a:lnTo>
                  <a:pt x="3036098" y="112054"/>
                </a:lnTo>
                <a:lnTo>
                  <a:pt x="3035982" y="112635"/>
                </a:lnTo>
                <a:lnTo>
                  <a:pt x="3035910" y="113270"/>
                </a:lnTo>
                <a:lnTo>
                  <a:pt x="3035885" y="113964"/>
                </a:lnTo>
                <a:lnTo>
                  <a:pt x="3035909" y="114680"/>
                </a:lnTo>
                <a:lnTo>
                  <a:pt x="3035978" y="115336"/>
                </a:lnTo>
                <a:lnTo>
                  <a:pt x="3036090" y="115936"/>
                </a:lnTo>
                <a:lnTo>
                  <a:pt x="3036242" y="116481"/>
                </a:lnTo>
                <a:lnTo>
                  <a:pt x="3036432" y="116974"/>
                </a:lnTo>
                <a:lnTo>
                  <a:pt x="3036656" y="117418"/>
                </a:lnTo>
                <a:lnTo>
                  <a:pt x="3036913" y="117815"/>
                </a:lnTo>
                <a:lnTo>
                  <a:pt x="3037199" y="118168"/>
                </a:lnTo>
                <a:lnTo>
                  <a:pt x="3037512" y="118480"/>
                </a:lnTo>
                <a:lnTo>
                  <a:pt x="3037849" y="118753"/>
                </a:lnTo>
                <a:lnTo>
                  <a:pt x="3038207" y="118989"/>
                </a:lnTo>
                <a:lnTo>
                  <a:pt x="3038584" y="119192"/>
                </a:lnTo>
                <a:lnTo>
                  <a:pt x="3038977" y="119363"/>
                </a:lnTo>
                <a:lnTo>
                  <a:pt x="3039384" y="119506"/>
                </a:lnTo>
                <a:lnTo>
                  <a:pt x="3039801" y="119624"/>
                </a:lnTo>
                <a:lnTo>
                  <a:pt x="3040226" y="119717"/>
                </a:lnTo>
                <a:lnTo>
                  <a:pt x="3040657" y="119790"/>
                </a:lnTo>
                <a:lnTo>
                  <a:pt x="3041090" y="119845"/>
                </a:lnTo>
                <a:lnTo>
                  <a:pt x="3041523" y="119885"/>
                </a:lnTo>
                <a:lnTo>
                  <a:pt x="3041954" y="119911"/>
                </a:lnTo>
                <a:lnTo>
                  <a:pt x="3042379" y="119927"/>
                </a:lnTo>
                <a:lnTo>
                  <a:pt x="3042796" y="119935"/>
                </a:lnTo>
                <a:lnTo>
                  <a:pt x="3043203" y="119938"/>
                </a:lnTo>
                <a:lnTo>
                  <a:pt x="3043596" y="119939"/>
                </a:lnTo>
                <a:lnTo>
                  <a:pt x="3093915" y="119939"/>
                </a:lnTo>
                <a:lnTo>
                  <a:pt x="3094287" y="119938"/>
                </a:lnTo>
                <a:lnTo>
                  <a:pt x="3094678" y="119935"/>
                </a:lnTo>
                <a:lnTo>
                  <a:pt x="3095084" y="119927"/>
                </a:lnTo>
                <a:lnTo>
                  <a:pt x="3095504" y="119912"/>
                </a:lnTo>
                <a:lnTo>
                  <a:pt x="3095934" y="119886"/>
                </a:lnTo>
                <a:lnTo>
                  <a:pt x="3096370" y="119848"/>
                </a:lnTo>
                <a:lnTo>
                  <a:pt x="3096809" y="119795"/>
                </a:lnTo>
                <a:lnTo>
                  <a:pt x="3097249" y="119724"/>
                </a:lnTo>
                <a:lnTo>
                  <a:pt x="3097686" y="119634"/>
                </a:lnTo>
                <a:lnTo>
                  <a:pt x="3098118" y="119520"/>
                </a:lnTo>
                <a:lnTo>
                  <a:pt x="3098541" y="119382"/>
                </a:lnTo>
                <a:lnTo>
                  <a:pt x="3098951" y="119216"/>
                </a:lnTo>
                <a:lnTo>
                  <a:pt x="3099347" y="119019"/>
                </a:lnTo>
                <a:lnTo>
                  <a:pt x="3099724" y="118791"/>
                </a:lnTo>
                <a:lnTo>
                  <a:pt x="3100081" y="118527"/>
                </a:lnTo>
                <a:lnTo>
                  <a:pt x="3100412" y="118225"/>
                </a:lnTo>
                <a:lnTo>
                  <a:pt x="3100717" y="117883"/>
                </a:lnTo>
                <a:lnTo>
                  <a:pt x="3100991" y="117499"/>
                </a:lnTo>
                <a:lnTo>
                  <a:pt x="3101231" y="117069"/>
                </a:lnTo>
                <a:lnTo>
                  <a:pt x="3101434" y="116591"/>
                </a:lnTo>
                <a:lnTo>
                  <a:pt x="3101598" y="116064"/>
                </a:lnTo>
                <a:lnTo>
                  <a:pt x="3101719" y="115484"/>
                </a:lnTo>
                <a:lnTo>
                  <a:pt x="3101794" y="114848"/>
                </a:lnTo>
                <a:lnTo>
                  <a:pt x="3101819" y="114155"/>
                </a:lnTo>
                <a:lnTo>
                  <a:pt x="3101794" y="113439"/>
                </a:lnTo>
                <a:lnTo>
                  <a:pt x="3101719" y="112782"/>
                </a:lnTo>
                <a:lnTo>
                  <a:pt x="3101598" y="112182"/>
                </a:lnTo>
                <a:lnTo>
                  <a:pt x="3101434" y="111637"/>
                </a:lnTo>
                <a:lnTo>
                  <a:pt x="3101231" y="111144"/>
                </a:lnTo>
                <a:lnTo>
                  <a:pt x="3100991" y="110700"/>
                </a:lnTo>
                <a:lnTo>
                  <a:pt x="3100717" y="110303"/>
                </a:lnTo>
                <a:lnTo>
                  <a:pt x="3100412" y="109950"/>
                </a:lnTo>
                <a:lnTo>
                  <a:pt x="3100081" y="109638"/>
                </a:lnTo>
                <a:lnTo>
                  <a:pt x="3099724" y="109366"/>
                </a:lnTo>
                <a:lnTo>
                  <a:pt x="3099347" y="109129"/>
                </a:lnTo>
                <a:lnTo>
                  <a:pt x="3098951" y="108926"/>
                </a:lnTo>
                <a:lnTo>
                  <a:pt x="3098541" y="108755"/>
                </a:lnTo>
                <a:lnTo>
                  <a:pt x="3098118" y="108612"/>
                </a:lnTo>
                <a:lnTo>
                  <a:pt x="3097686" y="108495"/>
                </a:lnTo>
                <a:lnTo>
                  <a:pt x="3097249" y="108401"/>
                </a:lnTo>
                <a:lnTo>
                  <a:pt x="3096809" y="108328"/>
                </a:lnTo>
                <a:lnTo>
                  <a:pt x="3096370" y="108273"/>
                </a:lnTo>
                <a:lnTo>
                  <a:pt x="3095934" y="108234"/>
                </a:lnTo>
                <a:lnTo>
                  <a:pt x="3095504" y="108207"/>
                </a:lnTo>
                <a:lnTo>
                  <a:pt x="3095084" y="108191"/>
                </a:lnTo>
                <a:lnTo>
                  <a:pt x="3094678" y="108183"/>
                </a:lnTo>
                <a:lnTo>
                  <a:pt x="3094287" y="108180"/>
                </a:lnTo>
                <a:lnTo>
                  <a:pt x="3093915" y="108180"/>
                </a:lnTo>
                <a:lnTo>
                  <a:pt x="3072516" y="108180"/>
                </a:lnTo>
                <a:lnTo>
                  <a:pt x="3072516" y="84105"/>
                </a:lnTo>
                <a:lnTo>
                  <a:pt x="3072575" y="81847"/>
                </a:lnTo>
                <a:lnTo>
                  <a:pt x="3072753" y="79592"/>
                </a:lnTo>
                <a:lnTo>
                  <a:pt x="3073050" y="77349"/>
                </a:lnTo>
                <a:lnTo>
                  <a:pt x="3073467" y="75126"/>
                </a:lnTo>
                <a:lnTo>
                  <a:pt x="3074002" y="72932"/>
                </a:lnTo>
                <a:lnTo>
                  <a:pt x="3074658" y="70773"/>
                </a:lnTo>
                <a:lnTo>
                  <a:pt x="3075433" y="68660"/>
                </a:lnTo>
                <a:lnTo>
                  <a:pt x="3076329" y="66599"/>
                </a:lnTo>
                <a:lnTo>
                  <a:pt x="3077345" y="64599"/>
                </a:lnTo>
                <a:lnTo>
                  <a:pt x="3078482" y="62669"/>
                </a:lnTo>
                <a:lnTo>
                  <a:pt x="3079740" y="60816"/>
                </a:lnTo>
                <a:lnTo>
                  <a:pt x="3081119" y="59049"/>
                </a:lnTo>
                <a:lnTo>
                  <a:pt x="3082619" y="57376"/>
                </a:lnTo>
                <a:lnTo>
                  <a:pt x="3084242" y="55806"/>
                </a:lnTo>
                <a:lnTo>
                  <a:pt x="3085986" y="54346"/>
                </a:lnTo>
                <a:lnTo>
                  <a:pt x="3087853" y="53004"/>
                </a:lnTo>
                <a:lnTo>
                  <a:pt x="3089842" y="51790"/>
                </a:lnTo>
                <a:lnTo>
                  <a:pt x="3091954" y="50711"/>
                </a:lnTo>
                <a:lnTo>
                  <a:pt x="3094189" y="49775"/>
                </a:lnTo>
                <a:lnTo>
                  <a:pt x="3096547" y="48991"/>
                </a:lnTo>
                <a:lnTo>
                  <a:pt x="3099028" y="48367"/>
                </a:lnTo>
                <a:lnTo>
                  <a:pt x="3101634" y="47911"/>
                </a:lnTo>
                <a:lnTo>
                  <a:pt x="3104363" y="47632"/>
                </a:lnTo>
                <a:lnTo>
                  <a:pt x="3107217" y="47537"/>
                </a:lnTo>
                <a:lnTo>
                  <a:pt x="3107257" y="48111"/>
                </a:lnTo>
                <a:lnTo>
                  <a:pt x="3107329" y="48676"/>
                </a:lnTo>
                <a:lnTo>
                  <a:pt x="3107432" y="49230"/>
                </a:lnTo>
                <a:lnTo>
                  <a:pt x="3107564" y="49772"/>
                </a:lnTo>
                <a:lnTo>
                  <a:pt x="3107726" y="50301"/>
                </a:lnTo>
                <a:lnTo>
                  <a:pt x="3107917" y="50815"/>
                </a:lnTo>
                <a:lnTo>
                  <a:pt x="3108136" y="51313"/>
                </a:lnTo>
                <a:lnTo>
                  <a:pt x="3108382" y="51793"/>
                </a:lnTo>
                <a:lnTo>
                  <a:pt x="3108655" y="52255"/>
                </a:lnTo>
                <a:lnTo>
                  <a:pt x="3108954" y="52696"/>
                </a:lnTo>
                <a:lnTo>
                  <a:pt x="3109279" y="53117"/>
                </a:lnTo>
                <a:lnTo>
                  <a:pt x="3109628" y="53514"/>
                </a:lnTo>
                <a:lnTo>
                  <a:pt x="3110001" y="53888"/>
                </a:lnTo>
                <a:lnTo>
                  <a:pt x="3110398" y="54236"/>
                </a:lnTo>
                <a:lnTo>
                  <a:pt x="3110818" y="54557"/>
                </a:lnTo>
                <a:lnTo>
                  <a:pt x="3111259" y="54850"/>
                </a:lnTo>
                <a:lnTo>
                  <a:pt x="3111723" y="55113"/>
                </a:lnTo>
                <a:lnTo>
                  <a:pt x="3112206" y="55346"/>
                </a:lnTo>
                <a:lnTo>
                  <a:pt x="3112710" y="55547"/>
                </a:lnTo>
                <a:lnTo>
                  <a:pt x="3113233" y="55714"/>
                </a:lnTo>
                <a:lnTo>
                  <a:pt x="3113775" y="55846"/>
                </a:lnTo>
                <a:lnTo>
                  <a:pt x="3114336" y="55943"/>
                </a:lnTo>
                <a:lnTo>
                  <a:pt x="3114913" y="56001"/>
                </a:lnTo>
                <a:lnTo>
                  <a:pt x="3115507" y="56021"/>
                </a:lnTo>
                <a:lnTo>
                  <a:pt x="3116035" y="56005"/>
                </a:lnTo>
                <a:lnTo>
                  <a:pt x="3116558" y="55957"/>
                </a:lnTo>
                <a:lnTo>
                  <a:pt x="3117073" y="55878"/>
                </a:lnTo>
                <a:lnTo>
                  <a:pt x="3117580" y="55768"/>
                </a:lnTo>
                <a:lnTo>
                  <a:pt x="3118077" y="55628"/>
                </a:lnTo>
                <a:lnTo>
                  <a:pt x="3118562" y="55458"/>
                </a:lnTo>
                <a:lnTo>
                  <a:pt x="3119034" y="55258"/>
                </a:lnTo>
                <a:lnTo>
                  <a:pt x="3119492" y="55028"/>
                </a:lnTo>
                <a:lnTo>
                  <a:pt x="3119934" y="54770"/>
                </a:lnTo>
                <a:lnTo>
                  <a:pt x="3120358" y="54484"/>
                </a:lnTo>
                <a:lnTo>
                  <a:pt x="3120763" y="54169"/>
                </a:lnTo>
                <a:lnTo>
                  <a:pt x="3121147" y="53828"/>
                </a:lnTo>
                <a:lnTo>
                  <a:pt x="3121510" y="53459"/>
                </a:lnTo>
                <a:lnTo>
                  <a:pt x="3121848" y="53063"/>
                </a:lnTo>
                <a:lnTo>
                  <a:pt x="3122162" y="52641"/>
                </a:lnTo>
                <a:lnTo>
                  <a:pt x="3122449" y="52193"/>
                </a:lnTo>
                <a:lnTo>
                  <a:pt x="3122708" y="51720"/>
                </a:lnTo>
                <a:lnTo>
                  <a:pt x="3122937" y="51222"/>
                </a:lnTo>
                <a:lnTo>
                  <a:pt x="3123135" y="50699"/>
                </a:lnTo>
                <a:lnTo>
                  <a:pt x="3123301" y="50152"/>
                </a:lnTo>
                <a:lnTo>
                  <a:pt x="3123432" y="49581"/>
                </a:lnTo>
                <a:lnTo>
                  <a:pt x="3123528" y="48987"/>
                </a:lnTo>
                <a:lnTo>
                  <a:pt x="3123586" y="48370"/>
                </a:lnTo>
                <a:lnTo>
                  <a:pt x="3123606" y="47731"/>
                </a:lnTo>
                <a:lnTo>
                  <a:pt x="3123593" y="47227"/>
                </a:lnTo>
                <a:lnTo>
                  <a:pt x="3123551" y="46685"/>
                </a:lnTo>
                <a:lnTo>
                  <a:pt x="3123475" y="46110"/>
                </a:lnTo>
                <a:lnTo>
                  <a:pt x="3123360" y="45506"/>
                </a:lnTo>
                <a:lnTo>
                  <a:pt x="3123202" y="44879"/>
                </a:lnTo>
                <a:lnTo>
                  <a:pt x="3122994" y="44235"/>
                </a:lnTo>
                <a:close/>
                <a:moveTo>
                  <a:pt x="3633701" y="110700"/>
                </a:moveTo>
                <a:lnTo>
                  <a:pt x="3633435" y="110303"/>
                </a:lnTo>
                <a:lnTo>
                  <a:pt x="3633138" y="109950"/>
                </a:lnTo>
                <a:lnTo>
                  <a:pt x="3632815" y="109638"/>
                </a:lnTo>
                <a:lnTo>
                  <a:pt x="3632466" y="109366"/>
                </a:lnTo>
                <a:lnTo>
                  <a:pt x="3632096" y="109129"/>
                </a:lnTo>
                <a:lnTo>
                  <a:pt x="3631707" y="108926"/>
                </a:lnTo>
                <a:lnTo>
                  <a:pt x="3631302" y="108755"/>
                </a:lnTo>
                <a:lnTo>
                  <a:pt x="3630883" y="108612"/>
                </a:lnTo>
                <a:lnTo>
                  <a:pt x="3630455" y="108495"/>
                </a:lnTo>
                <a:lnTo>
                  <a:pt x="3630018" y="108401"/>
                </a:lnTo>
                <a:lnTo>
                  <a:pt x="3629577" y="108328"/>
                </a:lnTo>
                <a:lnTo>
                  <a:pt x="3629134" y="108273"/>
                </a:lnTo>
                <a:lnTo>
                  <a:pt x="3628693" y="108234"/>
                </a:lnTo>
                <a:lnTo>
                  <a:pt x="3628255" y="108207"/>
                </a:lnTo>
                <a:lnTo>
                  <a:pt x="3627823" y="108191"/>
                </a:lnTo>
                <a:lnTo>
                  <a:pt x="3627401" y="108183"/>
                </a:lnTo>
                <a:lnTo>
                  <a:pt x="3626992" y="108180"/>
                </a:lnTo>
                <a:lnTo>
                  <a:pt x="3626598" y="108180"/>
                </a:lnTo>
                <a:lnTo>
                  <a:pt x="3618113" y="108180"/>
                </a:lnTo>
                <a:lnTo>
                  <a:pt x="3618113" y="63517"/>
                </a:lnTo>
                <a:lnTo>
                  <a:pt x="3618063" y="61144"/>
                </a:lnTo>
                <a:lnTo>
                  <a:pt x="3617911" y="58886"/>
                </a:lnTo>
                <a:lnTo>
                  <a:pt x="3617661" y="56741"/>
                </a:lnTo>
                <a:lnTo>
                  <a:pt x="3617315" y="54709"/>
                </a:lnTo>
                <a:lnTo>
                  <a:pt x="3616873" y="52788"/>
                </a:lnTo>
                <a:lnTo>
                  <a:pt x="3616339" y="50977"/>
                </a:lnTo>
                <a:lnTo>
                  <a:pt x="3615714" y="49275"/>
                </a:lnTo>
                <a:lnTo>
                  <a:pt x="3615001" y="47681"/>
                </a:lnTo>
                <a:lnTo>
                  <a:pt x="3614200" y="46192"/>
                </a:lnTo>
                <a:lnTo>
                  <a:pt x="3613314" y="44809"/>
                </a:lnTo>
                <a:lnTo>
                  <a:pt x="3612344" y="43529"/>
                </a:lnTo>
                <a:lnTo>
                  <a:pt x="3611294" y="42352"/>
                </a:lnTo>
                <a:lnTo>
                  <a:pt x="3610164" y="41277"/>
                </a:lnTo>
                <a:lnTo>
                  <a:pt x="3608957" y="40301"/>
                </a:lnTo>
                <a:lnTo>
                  <a:pt x="3607675" y="39424"/>
                </a:lnTo>
                <a:lnTo>
                  <a:pt x="3606318" y="38645"/>
                </a:lnTo>
                <a:lnTo>
                  <a:pt x="3604891" y="37962"/>
                </a:lnTo>
                <a:lnTo>
                  <a:pt x="3603393" y="37374"/>
                </a:lnTo>
                <a:lnTo>
                  <a:pt x="3601828" y="36880"/>
                </a:lnTo>
                <a:lnTo>
                  <a:pt x="3600197" y="36479"/>
                </a:lnTo>
                <a:lnTo>
                  <a:pt x="3598502" y="36169"/>
                </a:lnTo>
                <a:lnTo>
                  <a:pt x="3596745" y="35949"/>
                </a:lnTo>
                <a:lnTo>
                  <a:pt x="3594928" y="35818"/>
                </a:lnTo>
                <a:lnTo>
                  <a:pt x="3593052" y="35774"/>
                </a:lnTo>
                <a:lnTo>
                  <a:pt x="3591460" y="35808"/>
                </a:lnTo>
                <a:lnTo>
                  <a:pt x="3589912" y="35906"/>
                </a:lnTo>
                <a:lnTo>
                  <a:pt x="3588409" y="36063"/>
                </a:lnTo>
                <a:lnTo>
                  <a:pt x="3586951" y="36277"/>
                </a:lnTo>
                <a:lnTo>
                  <a:pt x="3585538" y="36543"/>
                </a:lnTo>
                <a:lnTo>
                  <a:pt x="3584172" y="36856"/>
                </a:lnTo>
                <a:lnTo>
                  <a:pt x="3582851" y="37214"/>
                </a:lnTo>
                <a:lnTo>
                  <a:pt x="3581578" y="37610"/>
                </a:lnTo>
                <a:lnTo>
                  <a:pt x="3580351" y="38043"/>
                </a:lnTo>
                <a:lnTo>
                  <a:pt x="3579171" y="38506"/>
                </a:lnTo>
                <a:lnTo>
                  <a:pt x="3578038" y="38997"/>
                </a:lnTo>
                <a:lnTo>
                  <a:pt x="3576954" y="39511"/>
                </a:lnTo>
                <a:lnTo>
                  <a:pt x="3575918" y="40044"/>
                </a:lnTo>
                <a:lnTo>
                  <a:pt x="3574930" y="40592"/>
                </a:lnTo>
                <a:lnTo>
                  <a:pt x="3573991" y="41151"/>
                </a:lnTo>
                <a:lnTo>
                  <a:pt x="3573101" y="41717"/>
                </a:lnTo>
                <a:lnTo>
                  <a:pt x="3572261" y="42286"/>
                </a:lnTo>
                <a:lnTo>
                  <a:pt x="3571471" y="42853"/>
                </a:lnTo>
                <a:lnTo>
                  <a:pt x="3570731" y="43414"/>
                </a:lnTo>
                <a:lnTo>
                  <a:pt x="3570041" y="43966"/>
                </a:lnTo>
                <a:lnTo>
                  <a:pt x="3569402" y="44504"/>
                </a:lnTo>
                <a:lnTo>
                  <a:pt x="3568815" y="45024"/>
                </a:lnTo>
                <a:lnTo>
                  <a:pt x="3568279" y="45523"/>
                </a:lnTo>
                <a:lnTo>
                  <a:pt x="3567794" y="45995"/>
                </a:lnTo>
                <a:lnTo>
                  <a:pt x="3567794" y="45238"/>
                </a:lnTo>
                <a:lnTo>
                  <a:pt x="3567790" y="44515"/>
                </a:lnTo>
                <a:lnTo>
                  <a:pt x="3567779" y="43825"/>
                </a:lnTo>
                <a:lnTo>
                  <a:pt x="3567759" y="43170"/>
                </a:lnTo>
                <a:lnTo>
                  <a:pt x="3567725" y="42549"/>
                </a:lnTo>
                <a:lnTo>
                  <a:pt x="3567674" y="41961"/>
                </a:lnTo>
                <a:lnTo>
                  <a:pt x="3567603" y="41406"/>
                </a:lnTo>
                <a:lnTo>
                  <a:pt x="3567509" y="40884"/>
                </a:lnTo>
                <a:lnTo>
                  <a:pt x="3567388" y="40396"/>
                </a:lnTo>
                <a:lnTo>
                  <a:pt x="3567237" y="39940"/>
                </a:lnTo>
                <a:lnTo>
                  <a:pt x="3567052" y="39517"/>
                </a:lnTo>
                <a:lnTo>
                  <a:pt x="3566831" y="39126"/>
                </a:lnTo>
                <a:lnTo>
                  <a:pt x="3566569" y="38768"/>
                </a:lnTo>
                <a:lnTo>
                  <a:pt x="3566264" y="38441"/>
                </a:lnTo>
                <a:lnTo>
                  <a:pt x="3565912" y="38147"/>
                </a:lnTo>
                <a:lnTo>
                  <a:pt x="3565510" y="37884"/>
                </a:lnTo>
                <a:lnTo>
                  <a:pt x="3565054" y="37653"/>
                </a:lnTo>
                <a:lnTo>
                  <a:pt x="3564542" y="37453"/>
                </a:lnTo>
                <a:lnTo>
                  <a:pt x="3563969" y="37285"/>
                </a:lnTo>
                <a:lnTo>
                  <a:pt x="3563332" y="37147"/>
                </a:lnTo>
                <a:lnTo>
                  <a:pt x="3562629" y="37041"/>
                </a:lnTo>
                <a:lnTo>
                  <a:pt x="3561855" y="36965"/>
                </a:lnTo>
                <a:lnTo>
                  <a:pt x="3561008" y="36919"/>
                </a:lnTo>
                <a:lnTo>
                  <a:pt x="3560084" y="36904"/>
                </a:lnTo>
                <a:lnTo>
                  <a:pt x="3546011" y="36904"/>
                </a:lnTo>
                <a:lnTo>
                  <a:pt x="3545616" y="36905"/>
                </a:lnTo>
                <a:lnTo>
                  <a:pt x="3545207" y="36908"/>
                </a:lnTo>
                <a:lnTo>
                  <a:pt x="3544785" y="36916"/>
                </a:lnTo>
                <a:lnTo>
                  <a:pt x="3544354" y="36932"/>
                </a:lnTo>
                <a:lnTo>
                  <a:pt x="3543916" y="36958"/>
                </a:lnTo>
                <a:lnTo>
                  <a:pt x="3543474" y="36998"/>
                </a:lnTo>
                <a:lnTo>
                  <a:pt x="3543031" y="37053"/>
                </a:lnTo>
                <a:lnTo>
                  <a:pt x="3542590" y="37126"/>
                </a:lnTo>
                <a:lnTo>
                  <a:pt x="3542153" y="37219"/>
                </a:lnTo>
                <a:lnTo>
                  <a:pt x="3541725" y="37337"/>
                </a:lnTo>
                <a:lnTo>
                  <a:pt x="3541306" y="37480"/>
                </a:lnTo>
                <a:lnTo>
                  <a:pt x="3540901" y="37651"/>
                </a:lnTo>
                <a:lnTo>
                  <a:pt x="3540512" y="37854"/>
                </a:lnTo>
                <a:lnTo>
                  <a:pt x="3540142" y="38091"/>
                </a:lnTo>
                <a:lnTo>
                  <a:pt x="3539793" y="38364"/>
                </a:lnTo>
                <a:lnTo>
                  <a:pt x="3539470" y="38675"/>
                </a:lnTo>
                <a:lnTo>
                  <a:pt x="3539173" y="39029"/>
                </a:lnTo>
                <a:lnTo>
                  <a:pt x="3538907" y="39426"/>
                </a:lnTo>
                <a:lnTo>
                  <a:pt x="3538674" y="39870"/>
                </a:lnTo>
                <a:lnTo>
                  <a:pt x="3538477" y="40364"/>
                </a:lnTo>
                <a:lnTo>
                  <a:pt x="3538319" y="40909"/>
                </a:lnTo>
                <a:lnTo>
                  <a:pt x="3538203" y="41509"/>
                </a:lnTo>
                <a:lnTo>
                  <a:pt x="3538131" y="42166"/>
                </a:lnTo>
                <a:lnTo>
                  <a:pt x="3538106" y="42882"/>
                </a:lnTo>
                <a:lnTo>
                  <a:pt x="3538132" y="43576"/>
                </a:lnTo>
                <a:lnTo>
                  <a:pt x="3538206" y="44211"/>
                </a:lnTo>
                <a:lnTo>
                  <a:pt x="3538327" y="44791"/>
                </a:lnTo>
                <a:lnTo>
                  <a:pt x="3538490" y="45319"/>
                </a:lnTo>
                <a:lnTo>
                  <a:pt x="3538693" y="45796"/>
                </a:lnTo>
                <a:lnTo>
                  <a:pt x="3538931" y="46226"/>
                </a:lnTo>
                <a:lnTo>
                  <a:pt x="3539204" y="46611"/>
                </a:lnTo>
                <a:lnTo>
                  <a:pt x="3539506" y="46952"/>
                </a:lnTo>
                <a:lnTo>
                  <a:pt x="3539834" y="47254"/>
                </a:lnTo>
                <a:lnTo>
                  <a:pt x="3540187" y="47518"/>
                </a:lnTo>
                <a:lnTo>
                  <a:pt x="3540560" y="47747"/>
                </a:lnTo>
                <a:lnTo>
                  <a:pt x="3540950" y="47943"/>
                </a:lnTo>
                <a:lnTo>
                  <a:pt x="3541354" y="48109"/>
                </a:lnTo>
                <a:lnTo>
                  <a:pt x="3541769" y="48248"/>
                </a:lnTo>
                <a:lnTo>
                  <a:pt x="3542191" y="48361"/>
                </a:lnTo>
                <a:lnTo>
                  <a:pt x="3542619" y="48452"/>
                </a:lnTo>
                <a:lnTo>
                  <a:pt x="3543047" y="48523"/>
                </a:lnTo>
                <a:lnTo>
                  <a:pt x="3543474" y="48576"/>
                </a:lnTo>
                <a:lnTo>
                  <a:pt x="3543895" y="48614"/>
                </a:lnTo>
                <a:lnTo>
                  <a:pt x="3544309" y="48639"/>
                </a:lnTo>
                <a:lnTo>
                  <a:pt x="3544711" y="48655"/>
                </a:lnTo>
                <a:lnTo>
                  <a:pt x="3545098" y="48663"/>
                </a:lnTo>
                <a:lnTo>
                  <a:pt x="3545468" y="48666"/>
                </a:lnTo>
                <a:lnTo>
                  <a:pt x="3545816" y="48666"/>
                </a:lnTo>
                <a:lnTo>
                  <a:pt x="3554495" y="48666"/>
                </a:lnTo>
                <a:lnTo>
                  <a:pt x="3554495" y="108180"/>
                </a:lnTo>
                <a:lnTo>
                  <a:pt x="3546011" y="108180"/>
                </a:lnTo>
                <a:lnTo>
                  <a:pt x="3545616" y="108180"/>
                </a:lnTo>
                <a:lnTo>
                  <a:pt x="3545207" y="108183"/>
                </a:lnTo>
                <a:lnTo>
                  <a:pt x="3544785" y="108191"/>
                </a:lnTo>
                <a:lnTo>
                  <a:pt x="3544354" y="108207"/>
                </a:lnTo>
                <a:lnTo>
                  <a:pt x="3543916" y="108234"/>
                </a:lnTo>
                <a:lnTo>
                  <a:pt x="3543474" y="108273"/>
                </a:lnTo>
                <a:lnTo>
                  <a:pt x="3543031" y="108328"/>
                </a:lnTo>
                <a:lnTo>
                  <a:pt x="3542590" y="108401"/>
                </a:lnTo>
                <a:lnTo>
                  <a:pt x="3542153" y="108495"/>
                </a:lnTo>
                <a:lnTo>
                  <a:pt x="3541725" y="108612"/>
                </a:lnTo>
                <a:lnTo>
                  <a:pt x="3541306" y="108755"/>
                </a:lnTo>
                <a:lnTo>
                  <a:pt x="3540901" y="108926"/>
                </a:lnTo>
                <a:lnTo>
                  <a:pt x="3540512" y="109129"/>
                </a:lnTo>
                <a:lnTo>
                  <a:pt x="3540142" y="109366"/>
                </a:lnTo>
                <a:lnTo>
                  <a:pt x="3539793" y="109638"/>
                </a:lnTo>
                <a:lnTo>
                  <a:pt x="3539470" y="109950"/>
                </a:lnTo>
                <a:lnTo>
                  <a:pt x="3539173" y="110303"/>
                </a:lnTo>
                <a:lnTo>
                  <a:pt x="3538907" y="110700"/>
                </a:lnTo>
                <a:lnTo>
                  <a:pt x="3538674" y="111144"/>
                </a:lnTo>
                <a:lnTo>
                  <a:pt x="3538477" y="111637"/>
                </a:lnTo>
                <a:lnTo>
                  <a:pt x="3538319" y="112182"/>
                </a:lnTo>
                <a:lnTo>
                  <a:pt x="3538203" y="112782"/>
                </a:lnTo>
                <a:lnTo>
                  <a:pt x="3538131" y="113439"/>
                </a:lnTo>
                <a:lnTo>
                  <a:pt x="3538106" y="114155"/>
                </a:lnTo>
                <a:lnTo>
                  <a:pt x="3538132" y="114848"/>
                </a:lnTo>
                <a:lnTo>
                  <a:pt x="3538206" y="115484"/>
                </a:lnTo>
                <a:lnTo>
                  <a:pt x="3538327" y="116064"/>
                </a:lnTo>
                <a:lnTo>
                  <a:pt x="3538490" y="116591"/>
                </a:lnTo>
                <a:lnTo>
                  <a:pt x="3538693" y="117069"/>
                </a:lnTo>
                <a:lnTo>
                  <a:pt x="3538931" y="117499"/>
                </a:lnTo>
                <a:lnTo>
                  <a:pt x="3539204" y="117883"/>
                </a:lnTo>
                <a:lnTo>
                  <a:pt x="3539506" y="118225"/>
                </a:lnTo>
                <a:lnTo>
                  <a:pt x="3539834" y="118527"/>
                </a:lnTo>
                <a:lnTo>
                  <a:pt x="3540187" y="118791"/>
                </a:lnTo>
                <a:lnTo>
                  <a:pt x="3540560" y="119019"/>
                </a:lnTo>
                <a:lnTo>
                  <a:pt x="3540950" y="119216"/>
                </a:lnTo>
                <a:lnTo>
                  <a:pt x="3541354" y="119382"/>
                </a:lnTo>
                <a:lnTo>
                  <a:pt x="3541769" y="119520"/>
                </a:lnTo>
                <a:lnTo>
                  <a:pt x="3542191" y="119634"/>
                </a:lnTo>
                <a:lnTo>
                  <a:pt x="3542619" y="119724"/>
                </a:lnTo>
                <a:lnTo>
                  <a:pt x="3543047" y="119795"/>
                </a:lnTo>
                <a:lnTo>
                  <a:pt x="3543474" y="119848"/>
                </a:lnTo>
                <a:lnTo>
                  <a:pt x="3543895" y="119886"/>
                </a:lnTo>
                <a:lnTo>
                  <a:pt x="3544309" y="119912"/>
                </a:lnTo>
                <a:lnTo>
                  <a:pt x="3544711" y="119927"/>
                </a:lnTo>
                <a:lnTo>
                  <a:pt x="3545098" y="119935"/>
                </a:lnTo>
                <a:lnTo>
                  <a:pt x="3545468" y="119938"/>
                </a:lnTo>
                <a:lnTo>
                  <a:pt x="3545816" y="119939"/>
                </a:lnTo>
                <a:lnTo>
                  <a:pt x="3576473" y="119939"/>
                </a:lnTo>
                <a:lnTo>
                  <a:pt x="3576821" y="119938"/>
                </a:lnTo>
                <a:lnTo>
                  <a:pt x="3577191" y="119935"/>
                </a:lnTo>
                <a:lnTo>
                  <a:pt x="3577578" y="119927"/>
                </a:lnTo>
                <a:lnTo>
                  <a:pt x="3577980" y="119912"/>
                </a:lnTo>
                <a:lnTo>
                  <a:pt x="3578394" y="119886"/>
                </a:lnTo>
                <a:lnTo>
                  <a:pt x="3578815" y="119848"/>
                </a:lnTo>
                <a:lnTo>
                  <a:pt x="3579242" y="119795"/>
                </a:lnTo>
                <a:lnTo>
                  <a:pt x="3579671" y="119724"/>
                </a:lnTo>
                <a:lnTo>
                  <a:pt x="3580098" y="119634"/>
                </a:lnTo>
                <a:lnTo>
                  <a:pt x="3580520" y="119520"/>
                </a:lnTo>
                <a:lnTo>
                  <a:pt x="3580935" y="119382"/>
                </a:lnTo>
                <a:lnTo>
                  <a:pt x="3581339" y="119216"/>
                </a:lnTo>
                <a:lnTo>
                  <a:pt x="3581730" y="119019"/>
                </a:lnTo>
                <a:lnTo>
                  <a:pt x="3582102" y="118791"/>
                </a:lnTo>
                <a:lnTo>
                  <a:pt x="3582455" y="118527"/>
                </a:lnTo>
                <a:lnTo>
                  <a:pt x="3582784" y="118225"/>
                </a:lnTo>
                <a:lnTo>
                  <a:pt x="3583086" y="117883"/>
                </a:lnTo>
                <a:lnTo>
                  <a:pt x="3583358" y="117499"/>
                </a:lnTo>
                <a:lnTo>
                  <a:pt x="3583597" y="117069"/>
                </a:lnTo>
                <a:lnTo>
                  <a:pt x="3583799" y="116591"/>
                </a:lnTo>
                <a:lnTo>
                  <a:pt x="3583962" y="116064"/>
                </a:lnTo>
                <a:lnTo>
                  <a:pt x="3584083" y="115484"/>
                </a:lnTo>
                <a:lnTo>
                  <a:pt x="3584157" y="114848"/>
                </a:lnTo>
                <a:lnTo>
                  <a:pt x="3584183" y="114155"/>
                </a:lnTo>
                <a:lnTo>
                  <a:pt x="3584158" y="113439"/>
                </a:lnTo>
                <a:lnTo>
                  <a:pt x="3584086" y="112782"/>
                </a:lnTo>
                <a:lnTo>
                  <a:pt x="3583970" y="112182"/>
                </a:lnTo>
                <a:lnTo>
                  <a:pt x="3583812" y="111637"/>
                </a:lnTo>
                <a:lnTo>
                  <a:pt x="3583615" y="111144"/>
                </a:lnTo>
                <a:lnTo>
                  <a:pt x="3583382" y="110700"/>
                </a:lnTo>
                <a:lnTo>
                  <a:pt x="3583116" y="110303"/>
                </a:lnTo>
                <a:lnTo>
                  <a:pt x="3582819" y="109950"/>
                </a:lnTo>
                <a:lnTo>
                  <a:pt x="3582496" y="109638"/>
                </a:lnTo>
                <a:lnTo>
                  <a:pt x="3582147" y="109366"/>
                </a:lnTo>
                <a:lnTo>
                  <a:pt x="3581777" y="109129"/>
                </a:lnTo>
                <a:lnTo>
                  <a:pt x="3581388" y="108926"/>
                </a:lnTo>
                <a:lnTo>
                  <a:pt x="3580983" y="108755"/>
                </a:lnTo>
                <a:lnTo>
                  <a:pt x="3580564" y="108612"/>
                </a:lnTo>
                <a:lnTo>
                  <a:pt x="3580136" y="108495"/>
                </a:lnTo>
                <a:lnTo>
                  <a:pt x="3579699" y="108401"/>
                </a:lnTo>
                <a:lnTo>
                  <a:pt x="3579258" y="108328"/>
                </a:lnTo>
                <a:lnTo>
                  <a:pt x="3578815" y="108273"/>
                </a:lnTo>
                <a:lnTo>
                  <a:pt x="3578374" y="108234"/>
                </a:lnTo>
                <a:lnTo>
                  <a:pt x="3577936" y="108207"/>
                </a:lnTo>
                <a:lnTo>
                  <a:pt x="3577504" y="108191"/>
                </a:lnTo>
                <a:lnTo>
                  <a:pt x="3577082" y="108183"/>
                </a:lnTo>
                <a:lnTo>
                  <a:pt x="3576673" y="108180"/>
                </a:lnTo>
                <a:lnTo>
                  <a:pt x="3576279" y="108180"/>
                </a:lnTo>
                <a:lnTo>
                  <a:pt x="3567794" y="108180"/>
                </a:lnTo>
                <a:lnTo>
                  <a:pt x="3567794" y="74091"/>
                </a:lnTo>
                <a:lnTo>
                  <a:pt x="3567867" y="71748"/>
                </a:lnTo>
                <a:lnTo>
                  <a:pt x="3568081" y="69527"/>
                </a:lnTo>
                <a:lnTo>
                  <a:pt x="3568427" y="67427"/>
                </a:lnTo>
                <a:lnTo>
                  <a:pt x="3568897" y="65444"/>
                </a:lnTo>
                <a:lnTo>
                  <a:pt x="3569483" y="63578"/>
                </a:lnTo>
                <a:lnTo>
                  <a:pt x="3570177" y="61826"/>
                </a:lnTo>
                <a:lnTo>
                  <a:pt x="3570972" y="60186"/>
                </a:lnTo>
                <a:lnTo>
                  <a:pt x="3571858" y="58656"/>
                </a:lnTo>
                <a:lnTo>
                  <a:pt x="3572827" y="57235"/>
                </a:lnTo>
                <a:lnTo>
                  <a:pt x="3573873" y="55920"/>
                </a:lnTo>
                <a:lnTo>
                  <a:pt x="3574985" y="54708"/>
                </a:lnTo>
                <a:lnTo>
                  <a:pt x="3576158" y="53600"/>
                </a:lnTo>
                <a:lnTo>
                  <a:pt x="3577381" y="52591"/>
                </a:lnTo>
                <a:lnTo>
                  <a:pt x="3578647" y="51680"/>
                </a:lnTo>
                <a:lnTo>
                  <a:pt x="3579949" y="50866"/>
                </a:lnTo>
                <a:lnTo>
                  <a:pt x="3581277" y="50146"/>
                </a:lnTo>
                <a:lnTo>
                  <a:pt x="3582624" y="49518"/>
                </a:lnTo>
                <a:lnTo>
                  <a:pt x="3583982" y="48980"/>
                </a:lnTo>
                <a:lnTo>
                  <a:pt x="3585342" y="48531"/>
                </a:lnTo>
                <a:lnTo>
                  <a:pt x="3586696" y="48168"/>
                </a:lnTo>
                <a:lnTo>
                  <a:pt x="3588037" y="47888"/>
                </a:lnTo>
                <a:lnTo>
                  <a:pt x="3589356" y="47692"/>
                </a:lnTo>
                <a:lnTo>
                  <a:pt x="3590645" y="47575"/>
                </a:lnTo>
                <a:lnTo>
                  <a:pt x="3591896" y="47537"/>
                </a:lnTo>
                <a:lnTo>
                  <a:pt x="3593135" y="47565"/>
                </a:lnTo>
                <a:lnTo>
                  <a:pt x="3594297" y="47649"/>
                </a:lnTo>
                <a:lnTo>
                  <a:pt x="3595385" y="47791"/>
                </a:lnTo>
                <a:lnTo>
                  <a:pt x="3596400" y="47989"/>
                </a:lnTo>
                <a:lnTo>
                  <a:pt x="3597346" y="48246"/>
                </a:lnTo>
                <a:lnTo>
                  <a:pt x="3598224" y="48560"/>
                </a:lnTo>
                <a:lnTo>
                  <a:pt x="3599037" y="48932"/>
                </a:lnTo>
                <a:lnTo>
                  <a:pt x="3599785" y="49362"/>
                </a:lnTo>
                <a:lnTo>
                  <a:pt x="3600472" y="49852"/>
                </a:lnTo>
                <a:lnTo>
                  <a:pt x="3601100" y="50401"/>
                </a:lnTo>
                <a:lnTo>
                  <a:pt x="3601670" y="51009"/>
                </a:lnTo>
                <a:lnTo>
                  <a:pt x="3602185" y="51677"/>
                </a:lnTo>
                <a:lnTo>
                  <a:pt x="3602646" y="52405"/>
                </a:lnTo>
                <a:lnTo>
                  <a:pt x="3603057" y="53193"/>
                </a:lnTo>
                <a:lnTo>
                  <a:pt x="3603418" y="54043"/>
                </a:lnTo>
                <a:lnTo>
                  <a:pt x="3603733" y="54953"/>
                </a:lnTo>
                <a:lnTo>
                  <a:pt x="3604003" y="55925"/>
                </a:lnTo>
                <a:lnTo>
                  <a:pt x="3604230" y="56959"/>
                </a:lnTo>
                <a:lnTo>
                  <a:pt x="3604416" y="58055"/>
                </a:lnTo>
                <a:lnTo>
                  <a:pt x="3604564" y="59214"/>
                </a:lnTo>
                <a:lnTo>
                  <a:pt x="3604675" y="60435"/>
                </a:lnTo>
                <a:lnTo>
                  <a:pt x="3604752" y="61720"/>
                </a:lnTo>
                <a:lnTo>
                  <a:pt x="3604796" y="63068"/>
                </a:lnTo>
                <a:lnTo>
                  <a:pt x="3604811" y="64479"/>
                </a:lnTo>
                <a:lnTo>
                  <a:pt x="3604811" y="108180"/>
                </a:lnTo>
                <a:lnTo>
                  <a:pt x="3597295" y="108180"/>
                </a:lnTo>
                <a:lnTo>
                  <a:pt x="3596900" y="108180"/>
                </a:lnTo>
                <a:lnTo>
                  <a:pt x="3596491" y="108183"/>
                </a:lnTo>
                <a:lnTo>
                  <a:pt x="3596069" y="108191"/>
                </a:lnTo>
                <a:lnTo>
                  <a:pt x="3595638" y="108207"/>
                </a:lnTo>
                <a:lnTo>
                  <a:pt x="3595199" y="108234"/>
                </a:lnTo>
                <a:lnTo>
                  <a:pt x="3594758" y="108273"/>
                </a:lnTo>
                <a:lnTo>
                  <a:pt x="3594315" y="108328"/>
                </a:lnTo>
                <a:lnTo>
                  <a:pt x="3593874" y="108401"/>
                </a:lnTo>
                <a:lnTo>
                  <a:pt x="3593437" y="108495"/>
                </a:lnTo>
                <a:lnTo>
                  <a:pt x="3593009" y="108612"/>
                </a:lnTo>
                <a:lnTo>
                  <a:pt x="3592590" y="108755"/>
                </a:lnTo>
                <a:lnTo>
                  <a:pt x="3592185" y="108926"/>
                </a:lnTo>
                <a:lnTo>
                  <a:pt x="3591796" y="109129"/>
                </a:lnTo>
                <a:lnTo>
                  <a:pt x="3591426" y="109366"/>
                </a:lnTo>
                <a:lnTo>
                  <a:pt x="3591077" y="109638"/>
                </a:lnTo>
                <a:lnTo>
                  <a:pt x="3590754" y="109950"/>
                </a:lnTo>
                <a:lnTo>
                  <a:pt x="3590457" y="110303"/>
                </a:lnTo>
                <a:lnTo>
                  <a:pt x="3590191" y="110700"/>
                </a:lnTo>
                <a:lnTo>
                  <a:pt x="3589958" y="111144"/>
                </a:lnTo>
                <a:lnTo>
                  <a:pt x="3589761" y="111637"/>
                </a:lnTo>
                <a:lnTo>
                  <a:pt x="3589603" y="112182"/>
                </a:lnTo>
                <a:lnTo>
                  <a:pt x="3589487" y="112782"/>
                </a:lnTo>
                <a:lnTo>
                  <a:pt x="3589415" y="113439"/>
                </a:lnTo>
                <a:lnTo>
                  <a:pt x="3589390" y="114155"/>
                </a:lnTo>
                <a:lnTo>
                  <a:pt x="3589417" y="114848"/>
                </a:lnTo>
                <a:lnTo>
                  <a:pt x="3589494" y="115484"/>
                </a:lnTo>
                <a:lnTo>
                  <a:pt x="3589619" y="116064"/>
                </a:lnTo>
                <a:lnTo>
                  <a:pt x="3589788" y="116591"/>
                </a:lnTo>
                <a:lnTo>
                  <a:pt x="3589998" y="117069"/>
                </a:lnTo>
                <a:lnTo>
                  <a:pt x="3590245" y="117499"/>
                </a:lnTo>
                <a:lnTo>
                  <a:pt x="3590527" y="117883"/>
                </a:lnTo>
                <a:lnTo>
                  <a:pt x="3590839" y="118225"/>
                </a:lnTo>
                <a:lnTo>
                  <a:pt x="3591179" y="118527"/>
                </a:lnTo>
                <a:lnTo>
                  <a:pt x="3591543" y="118791"/>
                </a:lnTo>
                <a:lnTo>
                  <a:pt x="3591927" y="119019"/>
                </a:lnTo>
                <a:lnTo>
                  <a:pt x="3592330" y="119216"/>
                </a:lnTo>
                <a:lnTo>
                  <a:pt x="3592746" y="119382"/>
                </a:lnTo>
                <a:lnTo>
                  <a:pt x="3593173" y="119520"/>
                </a:lnTo>
                <a:lnTo>
                  <a:pt x="3593607" y="119634"/>
                </a:lnTo>
                <a:lnTo>
                  <a:pt x="3594045" y="119724"/>
                </a:lnTo>
                <a:lnTo>
                  <a:pt x="3594484" y="119795"/>
                </a:lnTo>
                <a:lnTo>
                  <a:pt x="3594920" y="119848"/>
                </a:lnTo>
                <a:lnTo>
                  <a:pt x="3595350" y="119886"/>
                </a:lnTo>
                <a:lnTo>
                  <a:pt x="3595771" y="119912"/>
                </a:lnTo>
                <a:lnTo>
                  <a:pt x="3596180" y="119927"/>
                </a:lnTo>
                <a:lnTo>
                  <a:pt x="3596572" y="119935"/>
                </a:lnTo>
                <a:lnTo>
                  <a:pt x="3596944" y="119938"/>
                </a:lnTo>
                <a:lnTo>
                  <a:pt x="3597295" y="119939"/>
                </a:lnTo>
                <a:lnTo>
                  <a:pt x="3626792" y="119939"/>
                </a:lnTo>
                <a:lnTo>
                  <a:pt x="3627140" y="119938"/>
                </a:lnTo>
                <a:lnTo>
                  <a:pt x="3627510" y="119935"/>
                </a:lnTo>
                <a:lnTo>
                  <a:pt x="3627897" y="119927"/>
                </a:lnTo>
                <a:lnTo>
                  <a:pt x="3628299" y="119912"/>
                </a:lnTo>
                <a:lnTo>
                  <a:pt x="3628713" y="119886"/>
                </a:lnTo>
                <a:lnTo>
                  <a:pt x="3629134" y="119848"/>
                </a:lnTo>
                <a:lnTo>
                  <a:pt x="3629561" y="119795"/>
                </a:lnTo>
                <a:lnTo>
                  <a:pt x="3629990" y="119724"/>
                </a:lnTo>
                <a:lnTo>
                  <a:pt x="3630417" y="119634"/>
                </a:lnTo>
                <a:lnTo>
                  <a:pt x="3630839" y="119520"/>
                </a:lnTo>
                <a:lnTo>
                  <a:pt x="3631254" y="119382"/>
                </a:lnTo>
                <a:lnTo>
                  <a:pt x="3631658" y="119216"/>
                </a:lnTo>
                <a:lnTo>
                  <a:pt x="3632048" y="119019"/>
                </a:lnTo>
                <a:lnTo>
                  <a:pt x="3632421" y="118791"/>
                </a:lnTo>
                <a:lnTo>
                  <a:pt x="3632774" y="118527"/>
                </a:lnTo>
                <a:lnTo>
                  <a:pt x="3633103" y="118225"/>
                </a:lnTo>
                <a:lnTo>
                  <a:pt x="3633405" y="117883"/>
                </a:lnTo>
                <a:lnTo>
                  <a:pt x="3633677" y="117499"/>
                </a:lnTo>
                <a:lnTo>
                  <a:pt x="3633916" y="117069"/>
                </a:lnTo>
                <a:lnTo>
                  <a:pt x="3634118" y="116591"/>
                </a:lnTo>
                <a:lnTo>
                  <a:pt x="3634281" y="116064"/>
                </a:lnTo>
                <a:lnTo>
                  <a:pt x="3634402" y="115484"/>
                </a:lnTo>
                <a:lnTo>
                  <a:pt x="3634476" y="114848"/>
                </a:lnTo>
                <a:lnTo>
                  <a:pt x="3634502" y="114155"/>
                </a:lnTo>
                <a:lnTo>
                  <a:pt x="3634477" y="113439"/>
                </a:lnTo>
                <a:lnTo>
                  <a:pt x="3634405" y="112782"/>
                </a:lnTo>
                <a:lnTo>
                  <a:pt x="3634289" y="112182"/>
                </a:lnTo>
                <a:lnTo>
                  <a:pt x="3634131" y="111637"/>
                </a:lnTo>
                <a:lnTo>
                  <a:pt x="3633934" y="111144"/>
                </a:lnTo>
                <a:lnTo>
                  <a:pt x="3633701" y="110700"/>
                </a:lnTo>
                <a:close/>
                <a:moveTo>
                  <a:pt x="1900779" y="85225"/>
                </a:moveTo>
                <a:lnTo>
                  <a:pt x="1899641" y="83549"/>
                </a:lnTo>
                <a:lnTo>
                  <a:pt x="1898357" y="82006"/>
                </a:lnTo>
                <a:lnTo>
                  <a:pt x="1896947" y="80590"/>
                </a:lnTo>
                <a:lnTo>
                  <a:pt x="1895428" y="79297"/>
                </a:lnTo>
                <a:lnTo>
                  <a:pt x="1893821" y="78120"/>
                </a:lnTo>
                <a:lnTo>
                  <a:pt x="1892144" y="77053"/>
                </a:lnTo>
                <a:lnTo>
                  <a:pt x="1890416" y="76092"/>
                </a:lnTo>
                <a:lnTo>
                  <a:pt x="1888656" y="75230"/>
                </a:lnTo>
                <a:lnTo>
                  <a:pt x="1886883" y="74463"/>
                </a:lnTo>
                <a:lnTo>
                  <a:pt x="1885115" y="73783"/>
                </a:lnTo>
                <a:lnTo>
                  <a:pt x="1883372" y="73186"/>
                </a:lnTo>
                <a:lnTo>
                  <a:pt x="1881672" y="72666"/>
                </a:lnTo>
                <a:lnTo>
                  <a:pt x="1880035" y="72218"/>
                </a:lnTo>
                <a:lnTo>
                  <a:pt x="1878479" y="71835"/>
                </a:lnTo>
                <a:lnTo>
                  <a:pt x="1877023" y="71513"/>
                </a:lnTo>
                <a:lnTo>
                  <a:pt x="1875687" y="71245"/>
                </a:lnTo>
                <a:lnTo>
                  <a:pt x="1874489" y="71026"/>
                </a:lnTo>
                <a:lnTo>
                  <a:pt x="1873447" y="70851"/>
                </a:lnTo>
                <a:lnTo>
                  <a:pt x="1872582" y="70713"/>
                </a:lnTo>
                <a:lnTo>
                  <a:pt x="1859474" y="68398"/>
                </a:lnTo>
                <a:lnTo>
                  <a:pt x="1858737" y="68293"/>
                </a:lnTo>
                <a:lnTo>
                  <a:pt x="1857931" y="68170"/>
                </a:lnTo>
                <a:lnTo>
                  <a:pt x="1857064" y="68029"/>
                </a:lnTo>
                <a:lnTo>
                  <a:pt x="1856147" y="67866"/>
                </a:lnTo>
                <a:lnTo>
                  <a:pt x="1855186" y="67681"/>
                </a:lnTo>
                <a:lnTo>
                  <a:pt x="1854192" y="67471"/>
                </a:lnTo>
                <a:lnTo>
                  <a:pt x="1853174" y="67237"/>
                </a:lnTo>
                <a:lnTo>
                  <a:pt x="1852140" y="66975"/>
                </a:lnTo>
                <a:lnTo>
                  <a:pt x="1851099" y="66684"/>
                </a:lnTo>
                <a:lnTo>
                  <a:pt x="1850060" y="66363"/>
                </a:lnTo>
                <a:lnTo>
                  <a:pt x="1849033" y="66009"/>
                </a:lnTo>
                <a:lnTo>
                  <a:pt x="1848026" y="65623"/>
                </a:lnTo>
                <a:lnTo>
                  <a:pt x="1847048" y="65201"/>
                </a:lnTo>
                <a:lnTo>
                  <a:pt x="1846108" y="64742"/>
                </a:lnTo>
                <a:lnTo>
                  <a:pt x="1845215" y="64245"/>
                </a:lnTo>
                <a:lnTo>
                  <a:pt x="1844378" y="63708"/>
                </a:lnTo>
                <a:lnTo>
                  <a:pt x="1843606" y="63130"/>
                </a:lnTo>
                <a:lnTo>
                  <a:pt x="1842908" y="62508"/>
                </a:lnTo>
                <a:lnTo>
                  <a:pt x="1842293" y="61842"/>
                </a:lnTo>
                <a:lnTo>
                  <a:pt x="1841770" y="61129"/>
                </a:lnTo>
                <a:lnTo>
                  <a:pt x="1841347" y="60368"/>
                </a:lnTo>
                <a:lnTo>
                  <a:pt x="1841034" y="59558"/>
                </a:lnTo>
                <a:lnTo>
                  <a:pt x="1840839" y="58697"/>
                </a:lnTo>
                <a:lnTo>
                  <a:pt x="1840773" y="57783"/>
                </a:lnTo>
                <a:lnTo>
                  <a:pt x="1840805" y="57152"/>
                </a:lnTo>
                <a:lnTo>
                  <a:pt x="1840905" y="56513"/>
                </a:lnTo>
                <a:lnTo>
                  <a:pt x="1841074" y="55871"/>
                </a:lnTo>
                <a:lnTo>
                  <a:pt x="1841314" y="55227"/>
                </a:lnTo>
                <a:lnTo>
                  <a:pt x="1841630" y="54585"/>
                </a:lnTo>
                <a:lnTo>
                  <a:pt x="1842023" y="53949"/>
                </a:lnTo>
                <a:lnTo>
                  <a:pt x="1842495" y="53320"/>
                </a:lnTo>
                <a:lnTo>
                  <a:pt x="1843050" y="52702"/>
                </a:lnTo>
                <a:lnTo>
                  <a:pt x="1843690" y="52099"/>
                </a:lnTo>
                <a:lnTo>
                  <a:pt x="1844418" y="51512"/>
                </a:lnTo>
                <a:lnTo>
                  <a:pt x="1845236" y="50946"/>
                </a:lnTo>
                <a:lnTo>
                  <a:pt x="1846147" y="50402"/>
                </a:lnTo>
                <a:lnTo>
                  <a:pt x="1847153" y="49885"/>
                </a:lnTo>
                <a:lnTo>
                  <a:pt x="1848257" y="49397"/>
                </a:lnTo>
                <a:lnTo>
                  <a:pt x="1849461" y="48941"/>
                </a:lnTo>
                <a:lnTo>
                  <a:pt x="1850769" y="48521"/>
                </a:lnTo>
                <a:lnTo>
                  <a:pt x="1852183" y="48138"/>
                </a:lnTo>
                <a:lnTo>
                  <a:pt x="1853705" y="47797"/>
                </a:lnTo>
                <a:lnTo>
                  <a:pt x="1855337" y="47500"/>
                </a:lnTo>
                <a:lnTo>
                  <a:pt x="1857084" y="47250"/>
                </a:lnTo>
                <a:lnTo>
                  <a:pt x="1858946" y="47050"/>
                </a:lnTo>
                <a:lnTo>
                  <a:pt x="1860928" y="46904"/>
                </a:lnTo>
                <a:lnTo>
                  <a:pt x="1863030" y="46814"/>
                </a:lnTo>
                <a:lnTo>
                  <a:pt x="1865257" y="46783"/>
                </a:lnTo>
                <a:lnTo>
                  <a:pt x="1867189" y="46813"/>
                </a:lnTo>
                <a:lnTo>
                  <a:pt x="1868987" y="46900"/>
                </a:lnTo>
                <a:lnTo>
                  <a:pt x="1870656" y="47042"/>
                </a:lnTo>
                <a:lnTo>
                  <a:pt x="1872201" y="47235"/>
                </a:lnTo>
                <a:lnTo>
                  <a:pt x="1873627" y="47478"/>
                </a:lnTo>
                <a:lnTo>
                  <a:pt x="1874938" y="47766"/>
                </a:lnTo>
                <a:lnTo>
                  <a:pt x="1876140" y="48098"/>
                </a:lnTo>
                <a:lnTo>
                  <a:pt x="1877238" y="48470"/>
                </a:lnTo>
                <a:lnTo>
                  <a:pt x="1878236" y="48880"/>
                </a:lnTo>
                <a:lnTo>
                  <a:pt x="1879139" y="49324"/>
                </a:lnTo>
                <a:lnTo>
                  <a:pt x="1879952" y="49800"/>
                </a:lnTo>
                <a:lnTo>
                  <a:pt x="1880680" y="50305"/>
                </a:lnTo>
                <a:lnTo>
                  <a:pt x="1881328" y="50836"/>
                </a:lnTo>
                <a:lnTo>
                  <a:pt x="1881900" y="51391"/>
                </a:lnTo>
                <a:lnTo>
                  <a:pt x="1882401" y="51966"/>
                </a:lnTo>
                <a:lnTo>
                  <a:pt x="1882837" y="52558"/>
                </a:lnTo>
                <a:lnTo>
                  <a:pt x="1883212" y="53166"/>
                </a:lnTo>
                <a:lnTo>
                  <a:pt x="1883530" y="53785"/>
                </a:lnTo>
                <a:lnTo>
                  <a:pt x="1883798" y="54413"/>
                </a:lnTo>
                <a:lnTo>
                  <a:pt x="1884019" y="55047"/>
                </a:lnTo>
                <a:lnTo>
                  <a:pt x="1884199" y="55685"/>
                </a:lnTo>
                <a:lnTo>
                  <a:pt x="1884342" y="56323"/>
                </a:lnTo>
                <a:lnTo>
                  <a:pt x="1884453" y="56959"/>
                </a:lnTo>
                <a:lnTo>
                  <a:pt x="1884537" y="57589"/>
                </a:lnTo>
                <a:lnTo>
                  <a:pt x="1884563" y="57999"/>
                </a:lnTo>
                <a:lnTo>
                  <a:pt x="1884592" y="58408"/>
                </a:lnTo>
                <a:lnTo>
                  <a:pt x="1884629" y="58814"/>
                </a:lnTo>
                <a:lnTo>
                  <a:pt x="1884674" y="59215"/>
                </a:lnTo>
                <a:lnTo>
                  <a:pt x="1884731" y="59611"/>
                </a:lnTo>
                <a:lnTo>
                  <a:pt x="1884802" y="60000"/>
                </a:lnTo>
                <a:lnTo>
                  <a:pt x="1884888" y="60380"/>
                </a:lnTo>
                <a:lnTo>
                  <a:pt x="1884993" y="60750"/>
                </a:lnTo>
                <a:lnTo>
                  <a:pt x="1885119" y="61109"/>
                </a:lnTo>
                <a:lnTo>
                  <a:pt x="1885268" y="61455"/>
                </a:lnTo>
                <a:lnTo>
                  <a:pt x="1885442" y="61786"/>
                </a:lnTo>
                <a:lnTo>
                  <a:pt x="1885645" y="62102"/>
                </a:lnTo>
                <a:lnTo>
                  <a:pt x="1885877" y="62401"/>
                </a:lnTo>
                <a:lnTo>
                  <a:pt x="1886142" y="62681"/>
                </a:lnTo>
                <a:lnTo>
                  <a:pt x="1886441" y="62942"/>
                </a:lnTo>
                <a:lnTo>
                  <a:pt x="1886778" y="63181"/>
                </a:lnTo>
                <a:lnTo>
                  <a:pt x="1887154" y="63397"/>
                </a:lnTo>
                <a:lnTo>
                  <a:pt x="1887573" y="63589"/>
                </a:lnTo>
                <a:lnTo>
                  <a:pt x="1888035" y="63755"/>
                </a:lnTo>
                <a:lnTo>
                  <a:pt x="1888544" y="63895"/>
                </a:lnTo>
                <a:lnTo>
                  <a:pt x="1889102" y="64005"/>
                </a:lnTo>
                <a:lnTo>
                  <a:pt x="1889711" y="64086"/>
                </a:lnTo>
                <a:lnTo>
                  <a:pt x="1890373" y="64136"/>
                </a:lnTo>
                <a:lnTo>
                  <a:pt x="1891092" y="64153"/>
                </a:lnTo>
                <a:lnTo>
                  <a:pt x="1891901" y="64132"/>
                </a:lnTo>
                <a:lnTo>
                  <a:pt x="1892642" y="64071"/>
                </a:lnTo>
                <a:lnTo>
                  <a:pt x="1893319" y="63971"/>
                </a:lnTo>
                <a:lnTo>
                  <a:pt x="1893935" y="63835"/>
                </a:lnTo>
                <a:lnTo>
                  <a:pt x="1894492" y="63663"/>
                </a:lnTo>
                <a:lnTo>
                  <a:pt x="1894993" y="63459"/>
                </a:lnTo>
                <a:lnTo>
                  <a:pt x="1895442" y="63224"/>
                </a:lnTo>
                <a:lnTo>
                  <a:pt x="1895841" y="62959"/>
                </a:lnTo>
                <a:lnTo>
                  <a:pt x="1896193" y="62667"/>
                </a:lnTo>
                <a:lnTo>
                  <a:pt x="1896501" y="62349"/>
                </a:lnTo>
                <a:lnTo>
                  <a:pt x="1896768" y="62007"/>
                </a:lnTo>
                <a:lnTo>
                  <a:pt x="1896997" y="61643"/>
                </a:lnTo>
                <a:lnTo>
                  <a:pt x="1897190" y="61260"/>
                </a:lnTo>
                <a:lnTo>
                  <a:pt x="1897352" y="60858"/>
                </a:lnTo>
                <a:lnTo>
                  <a:pt x="1897484" y="60439"/>
                </a:lnTo>
                <a:lnTo>
                  <a:pt x="1897590" y="60006"/>
                </a:lnTo>
                <a:lnTo>
                  <a:pt x="1897673" y="59560"/>
                </a:lnTo>
                <a:lnTo>
                  <a:pt x="1897735" y="59104"/>
                </a:lnTo>
                <a:lnTo>
                  <a:pt x="1897779" y="58638"/>
                </a:lnTo>
                <a:lnTo>
                  <a:pt x="1897809" y="58165"/>
                </a:lnTo>
                <a:lnTo>
                  <a:pt x="1897827" y="57687"/>
                </a:lnTo>
                <a:lnTo>
                  <a:pt x="1897836" y="57205"/>
                </a:lnTo>
                <a:lnTo>
                  <a:pt x="1897840" y="56722"/>
                </a:lnTo>
                <a:lnTo>
                  <a:pt x="1897840" y="56239"/>
                </a:lnTo>
                <a:lnTo>
                  <a:pt x="1897840" y="42926"/>
                </a:lnTo>
                <a:lnTo>
                  <a:pt x="1897840" y="42532"/>
                </a:lnTo>
                <a:lnTo>
                  <a:pt x="1897837" y="42123"/>
                </a:lnTo>
                <a:lnTo>
                  <a:pt x="1897829" y="41702"/>
                </a:lnTo>
                <a:lnTo>
                  <a:pt x="1897813" y="41270"/>
                </a:lnTo>
                <a:lnTo>
                  <a:pt x="1897788" y="40832"/>
                </a:lnTo>
                <a:lnTo>
                  <a:pt x="1897750" y="40391"/>
                </a:lnTo>
                <a:lnTo>
                  <a:pt x="1897697" y="39948"/>
                </a:lnTo>
                <a:lnTo>
                  <a:pt x="1897626" y="39507"/>
                </a:lnTo>
                <a:lnTo>
                  <a:pt x="1897535" y="39070"/>
                </a:lnTo>
                <a:lnTo>
                  <a:pt x="1897422" y="38641"/>
                </a:lnTo>
                <a:lnTo>
                  <a:pt x="1897283" y="38223"/>
                </a:lnTo>
                <a:lnTo>
                  <a:pt x="1897117" y="37818"/>
                </a:lnTo>
                <a:lnTo>
                  <a:pt x="1896921" y="37428"/>
                </a:lnTo>
                <a:lnTo>
                  <a:pt x="1896692" y="37058"/>
                </a:lnTo>
                <a:lnTo>
                  <a:pt x="1896427" y="36710"/>
                </a:lnTo>
                <a:lnTo>
                  <a:pt x="1896126" y="36386"/>
                </a:lnTo>
                <a:lnTo>
                  <a:pt x="1895784" y="36089"/>
                </a:lnTo>
                <a:lnTo>
                  <a:pt x="1895399" y="35823"/>
                </a:lnTo>
                <a:lnTo>
                  <a:pt x="1894969" y="35590"/>
                </a:lnTo>
                <a:lnTo>
                  <a:pt x="1894491" y="35393"/>
                </a:lnTo>
                <a:lnTo>
                  <a:pt x="1893964" y="35235"/>
                </a:lnTo>
                <a:lnTo>
                  <a:pt x="1893383" y="35118"/>
                </a:lnTo>
                <a:lnTo>
                  <a:pt x="1892747" y="35046"/>
                </a:lnTo>
                <a:lnTo>
                  <a:pt x="1892054" y="35021"/>
                </a:lnTo>
                <a:lnTo>
                  <a:pt x="1891495" y="35035"/>
                </a:lnTo>
                <a:lnTo>
                  <a:pt x="1890976" y="35075"/>
                </a:lnTo>
                <a:lnTo>
                  <a:pt x="1890493" y="35140"/>
                </a:lnTo>
                <a:lnTo>
                  <a:pt x="1890046" y="35228"/>
                </a:lnTo>
                <a:lnTo>
                  <a:pt x="1889633" y="35336"/>
                </a:lnTo>
                <a:lnTo>
                  <a:pt x="1889253" y="35464"/>
                </a:lnTo>
                <a:lnTo>
                  <a:pt x="1888904" y="35610"/>
                </a:lnTo>
                <a:lnTo>
                  <a:pt x="1888585" y="35772"/>
                </a:lnTo>
                <a:lnTo>
                  <a:pt x="1888293" y="35947"/>
                </a:lnTo>
                <a:lnTo>
                  <a:pt x="1888028" y="36135"/>
                </a:lnTo>
                <a:lnTo>
                  <a:pt x="1887788" y="36333"/>
                </a:lnTo>
                <a:lnTo>
                  <a:pt x="1887572" y="36540"/>
                </a:lnTo>
                <a:lnTo>
                  <a:pt x="1887378" y="36755"/>
                </a:lnTo>
                <a:lnTo>
                  <a:pt x="1887205" y="36974"/>
                </a:lnTo>
                <a:lnTo>
                  <a:pt x="1887050" y="37197"/>
                </a:lnTo>
                <a:lnTo>
                  <a:pt x="1886913" y="37422"/>
                </a:lnTo>
                <a:lnTo>
                  <a:pt x="1886792" y="37647"/>
                </a:lnTo>
                <a:lnTo>
                  <a:pt x="1886686" y="37870"/>
                </a:lnTo>
                <a:lnTo>
                  <a:pt x="1886593" y="38089"/>
                </a:lnTo>
                <a:lnTo>
                  <a:pt x="1886511" y="38303"/>
                </a:lnTo>
                <a:lnTo>
                  <a:pt x="1886440" y="38511"/>
                </a:lnTo>
                <a:lnTo>
                  <a:pt x="1886377" y="38709"/>
                </a:lnTo>
                <a:lnTo>
                  <a:pt x="1886321" y="38897"/>
                </a:lnTo>
                <a:lnTo>
                  <a:pt x="1886270" y="39072"/>
                </a:lnTo>
                <a:lnTo>
                  <a:pt x="1885210" y="38587"/>
                </a:lnTo>
                <a:lnTo>
                  <a:pt x="1884153" y="38142"/>
                </a:lnTo>
                <a:lnTo>
                  <a:pt x="1883099" y="37735"/>
                </a:lnTo>
                <a:lnTo>
                  <a:pt x="1882052" y="37366"/>
                </a:lnTo>
                <a:lnTo>
                  <a:pt x="1881013" y="37031"/>
                </a:lnTo>
                <a:lnTo>
                  <a:pt x="1879984" y="36730"/>
                </a:lnTo>
                <a:lnTo>
                  <a:pt x="1878968" y="36461"/>
                </a:lnTo>
                <a:lnTo>
                  <a:pt x="1877967" y="36222"/>
                </a:lnTo>
                <a:lnTo>
                  <a:pt x="1876982" y="36010"/>
                </a:lnTo>
                <a:lnTo>
                  <a:pt x="1876016" y="35825"/>
                </a:lnTo>
                <a:lnTo>
                  <a:pt x="1875071" y="35665"/>
                </a:lnTo>
                <a:lnTo>
                  <a:pt x="1874149" y="35528"/>
                </a:lnTo>
                <a:lnTo>
                  <a:pt x="1873252" y="35411"/>
                </a:lnTo>
                <a:lnTo>
                  <a:pt x="1872383" y="35314"/>
                </a:lnTo>
                <a:lnTo>
                  <a:pt x="1871542" y="35235"/>
                </a:lnTo>
                <a:lnTo>
                  <a:pt x="1870733" y="35171"/>
                </a:lnTo>
                <a:lnTo>
                  <a:pt x="1869958" y="35122"/>
                </a:lnTo>
                <a:lnTo>
                  <a:pt x="1869218" y="35085"/>
                </a:lnTo>
                <a:lnTo>
                  <a:pt x="1868516" y="35058"/>
                </a:lnTo>
                <a:lnTo>
                  <a:pt x="1867853" y="35040"/>
                </a:lnTo>
                <a:lnTo>
                  <a:pt x="1867232" y="35029"/>
                </a:lnTo>
                <a:lnTo>
                  <a:pt x="1866656" y="35024"/>
                </a:lnTo>
                <a:lnTo>
                  <a:pt x="1866125" y="35022"/>
                </a:lnTo>
                <a:lnTo>
                  <a:pt x="1865642" y="35021"/>
                </a:lnTo>
                <a:lnTo>
                  <a:pt x="1861761" y="35102"/>
                </a:lnTo>
                <a:lnTo>
                  <a:pt x="1858158" y="35337"/>
                </a:lnTo>
                <a:lnTo>
                  <a:pt x="1854824" y="35714"/>
                </a:lnTo>
                <a:lnTo>
                  <a:pt x="1851749" y="36225"/>
                </a:lnTo>
                <a:lnTo>
                  <a:pt x="1848923" y="36858"/>
                </a:lnTo>
                <a:lnTo>
                  <a:pt x="1846335" y="37601"/>
                </a:lnTo>
                <a:lnTo>
                  <a:pt x="1843976" y="38445"/>
                </a:lnTo>
                <a:lnTo>
                  <a:pt x="1841835" y="39379"/>
                </a:lnTo>
                <a:lnTo>
                  <a:pt x="1839903" y="40392"/>
                </a:lnTo>
                <a:lnTo>
                  <a:pt x="1838168" y="41473"/>
                </a:lnTo>
                <a:lnTo>
                  <a:pt x="1836622" y="42612"/>
                </a:lnTo>
                <a:lnTo>
                  <a:pt x="1835253" y="43798"/>
                </a:lnTo>
                <a:lnTo>
                  <a:pt x="1834052" y="45019"/>
                </a:lnTo>
                <a:lnTo>
                  <a:pt x="1833008" y="46267"/>
                </a:lnTo>
                <a:lnTo>
                  <a:pt x="1832112" y="47529"/>
                </a:lnTo>
                <a:lnTo>
                  <a:pt x="1831353" y="48795"/>
                </a:lnTo>
                <a:lnTo>
                  <a:pt x="1830722" y="50054"/>
                </a:lnTo>
                <a:lnTo>
                  <a:pt x="1830207" y="51297"/>
                </a:lnTo>
                <a:lnTo>
                  <a:pt x="1829800" y="52510"/>
                </a:lnTo>
                <a:lnTo>
                  <a:pt x="1829489" y="53686"/>
                </a:lnTo>
                <a:lnTo>
                  <a:pt x="1829265" y="54811"/>
                </a:lnTo>
                <a:lnTo>
                  <a:pt x="1829117" y="55876"/>
                </a:lnTo>
                <a:lnTo>
                  <a:pt x="1829036" y="56871"/>
                </a:lnTo>
                <a:lnTo>
                  <a:pt x="1829012" y="57783"/>
                </a:lnTo>
                <a:lnTo>
                  <a:pt x="1829115" y="59928"/>
                </a:lnTo>
                <a:lnTo>
                  <a:pt x="1829420" y="61929"/>
                </a:lnTo>
                <a:lnTo>
                  <a:pt x="1829916" y="63790"/>
                </a:lnTo>
                <a:lnTo>
                  <a:pt x="1830593" y="65519"/>
                </a:lnTo>
                <a:lnTo>
                  <a:pt x="1831442" y="67121"/>
                </a:lnTo>
                <a:lnTo>
                  <a:pt x="1832452" y="68603"/>
                </a:lnTo>
                <a:lnTo>
                  <a:pt x="1833613" y="69970"/>
                </a:lnTo>
                <a:lnTo>
                  <a:pt x="1834917" y="71228"/>
                </a:lnTo>
                <a:lnTo>
                  <a:pt x="1836352" y="72384"/>
                </a:lnTo>
                <a:lnTo>
                  <a:pt x="1837909" y="73443"/>
                </a:lnTo>
                <a:lnTo>
                  <a:pt x="1839578" y="74412"/>
                </a:lnTo>
                <a:lnTo>
                  <a:pt x="1841350" y="75297"/>
                </a:lnTo>
                <a:lnTo>
                  <a:pt x="1843214" y="76103"/>
                </a:lnTo>
                <a:lnTo>
                  <a:pt x="1845161" y="76836"/>
                </a:lnTo>
                <a:lnTo>
                  <a:pt x="1847180" y="77504"/>
                </a:lnTo>
                <a:lnTo>
                  <a:pt x="1849262" y="78111"/>
                </a:lnTo>
                <a:lnTo>
                  <a:pt x="1851397" y="78664"/>
                </a:lnTo>
                <a:lnTo>
                  <a:pt x="1853575" y="79168"/>
                </a:lnTo>
                <a:lnTo>
                  <a:pt x="1855786" y="79630"/>
                </a:lnTo>
                <a:lnTo>
                  <a:pt x="1858020" y="80056"/>
                </a:lnTo>
                <a:lnTo>
                  <a:pt x="1860268" y="80452"/>
                </a:lnTo>
                <a:lnTo>
                  <a:pt x="1862519" y="80824"/>
                </a:lnTo>
                <a:lnTo>
                  <a:pt x="1864764" y="81178"/>
                </a:lnTo>
                <a:lnTo>
                  <a:pt x="1866993" y="81519"/>
                </a:lnTo>
                <a:lnTo>
                  <a:pt x="1868203" y="81718"/>
                </a:lnTo>
                <a:lnTo>
                  <a:pt x="1869466" y="81929"/>
                </a:lnTo>
                <a:lnTo>
                  <a:pt x="1870773" y="82157"/>
                </a:lnTo>
                <a:lnTo>
                  <a:pt x="1872115" y="82403"/>
                </a:lnTo>
                <a:lnTo>
                  <a:pt x="1873481" y="82671"/>
                </a:lnTo>
                <a:lnTo>
                  <a:pt x="1874864" y="82964"/>
                </a:lnTo>
                <a:lnTo>
                  <a:pt x="1876253" y="83285"/>
                </a:lnTo>
                <a:lnTo>
                  <a:pt x="1877639" y="83636"/>
                </a:lnTo>
                <a:lnTo>
                  <a:pt x="1879013" y="84020"/>
                </a:lnTo>
                <a:lnTo>
                  <a:pt x="1880365" y="84441"/>
                </a:lnTo>
                <a:lnTo>
                  <a:pt x="1881688" y="84901"/>
                </a:lnTo>
                <a:lnTo>
                  <a:pt x="1882970" y="85404"/>
                </a:lnTo>
                <a:lnTo>
                  <a:pt x="1884203" y="85952"/>
                </a:lnTo>
                <a:lnTo>
                  <a:pt x="1885377" y="86548"/>
                </a:lnTo>
                <a:lnTo>
                  <a:pt x="1886484" y="87195"/>
                </a:lnTo>
                <a:lnTo>
                  <a:pt x="1887514" y="87896"/>
                </a:lnTo>
                <a:lnTo>
                  <a:pt x="1888457" y="88654"/>
                </a:lnTo>
                <a:lnTo>
                  <a:pt x="1889305" y="89471"/>
                </a:lnTo>
                <a:lnTo>
                  <a:pt x="1890048" y="90352"/>
                </a:lnTo>
                <a:lnTo>
                  <a:pt x="1890676" y="91298"/>
                </a:lnTo>
                <a:lnTo>
                  <a:pt x="1891181" y="92313"/>
                </a:lnTo>
                <a:lnTo>
                  <a:pt x="1891554" y="93400"/>
                </a:lnTo>
                <a:lnTo>
                  <a:pt x="1891784" y="94561"/>
                </a:lnTo>
                <a:lnTo>
                  <a:pt x="1891862" y="95800"/>
                </a:lnTo>
                <a:lnTo>
                  <a:pt x="1891825" y="96688"/>
                </a:lnTo>
                <a:lnTo>
                  <a:pt x="1891712" y="97565"/>
                </a:lnTo>
                <a:lnTo>
                  <a:pt x="1891522" y="98430"/>
                </a:lnTo>
                <a:lnTo>
                  <a:pt x="1891253" y="99280"/>
                </a:lnTo>
                <a:lnTo>
                  <a:pt x="1890904" y="100111"/>
                </a:lnTo>
                <a:lnTo>
                  <a:pt x="1890474" y="100923"/>
                </a:lnTo>
                <a:lnTo>
                  <a:pt x="1889961" y="101712"/>
                </a:lnTo>
                <a:lnTo>
                  <a:pt x="1889363" y="102476"/>
                </a:lnTo>
                <a:lnTo>
                  <a:pt x="1888680" y="103212"/>
                </a:lnTo>
                <a:lnTo>
                  <a:pt x="1887910" y="103918"/>
                </a:lnTo>
                <a:lnTo>
                  <a:pt x="1887051" y="104593"/>
                </a:lnTo>
                <a:lnTo>
                  <a:pt x="1886102" y="105232"/>
                </a:lnTo>
                <a:lnTo>
                  <a:pt x="1885062" y="105834"/>
                </a:lnTo>
                <a:lnTo>
                  <a:pt x="1883930" y="106397"/>
                </a:lnTo>
                <a:lnTo>
                  <a:pt x="1882702" y="106917"/>
                </a:lnTo>
                <a:lnTo>
                  <a:pt x="1881380" y="107394"/>
                </a:lnTo>
                <a:lnTo>
                  <a:pt x="1879960" y="107823"/>
                </a:lnTo>
                <a:lnTo>
                  <a:pt x="1878442" y="108203"/>
                </a:lnTo>
                <a:lnTo>
                  <a:pt x="1876823" y="108531"/>
                </a:lnTo>
                <a:lnTo>
                  <a:pt x="1875104" y="108804"/>
                </a:lnTo>
                <a:lnTo>
                  <a:pt x="1873282" y="109022"/>
                </a:lnTo>
                <a:lnTo>
                  <a:pt x="1871355" y="109180"/>
                </a:lnTo>
                <a:lnTo>
                  <a:pt x="1869323" y="109277"/>
                </a:lnTo>
                <a:lnTo>
                  <a:pt x="1867184" y="109309"/>
                </a:lnTo>
                <a:lnTo>
                  <a:pt x="1866043" y="109297"/>
                </a:lnTo>
                <a:lnTo>
                  <a:pt x="1864887" y="109259"/>
                </a:lnTo>
                <a:lnTo>
                  <a:pt x="1863720" y="109189"/>
                </a:lnTo>
                <a:lnTo>
                  <a:pt x="1862545" y="109082"/>
                </a:lnTo>
                <a:lnTo>
                  <a:pt x="1861365" y="108935"/>
                </a:lnTo>
                <a:lnTo>
                  <a:pt x="1860184" y="108742"/>
                </a:lnTo>
                <a:lnTo>
                  <a:pt x="1859004" y="108499"/>
                </a:lnTo>
                <a:lnTo>
                  <a:pt x="1857830" y="108201"/>
                </a:lnTo>
                <a:lnTo>
                  <a:pt x="1856665" y="107843"/>
                </a:lnTo>
                <a:lnTo>
                  <a:pt x="1855512" y="107422"/>
                </a:lnTo>
                <a:lnTo>
                  <a:pt x="1854374" y="106931"/>
                </a:lnTo>
                <a:lnTo>
                  <a:pt x="1853255" y="106366"/>
                </a:lnTo>
                <a:lnTo>
                  <a:pt x="1852158" y="105723"/>
                </a:lnTo>
                <a:lnTo>
                  <a:pt x="1851087" y="104997"/>
                </a:lnTo>
                <a:lnTo>
                  <a:pt x="1850044" y="104183"/>
                </a:lnTo>
                <a:lnTo>
                  <a:pt x="1849034" y="103276"/>
                </a:lnTo>
                <a:lnTo>
                  <a:pt x="1848059" y="102273"/>
                </a:lnTo>
                <a:lnTo>
                  <a:pt x="1847123" y="101167"/>
                </a:lnTo>
                <a:lnTo>
                  <a:pt x="1846229" y="99955"/>
                </a:lnTo>
                <a:lnTo>
                  <a:pt x="1845380" y="98632"/>
                </a:lnTo>
                <a:lnTo>
                  <a:pt x="1844580" y="97193"/>
                </a:lnTo>
                <a:lnTo>
                  <a:pt x="1843833" y="95634"/>
                </a:lnTo>
                <a:lnTo>
                  <a:pt x="1843141" y="93949"/>
                </a:lnTo>
                <a:lnTo>
                  <a:pt x="1842508" y="92134"/>
                </a:lnTo>
                <a:lnTo>
                  <a:pt x="1842388" y="91707"/>
                </a:lnTo>
                <a:lnTo>
                  <a:pt x="1842269" y="91294"/>
                </a:lnTo>
                <a:lnTo>
                  <a:pt x="1842147" y="90896"/>
                </a:lnTo>
                <a:lnTo>
                  <a:pt x="1842022" y="90513"/>
                </a:lnTo>
                <a:lnTo>
                  <a:pt x="1841890" y="90146"/>
                </a:lnTo>
                <a:lnTo>
                  <a:pt x="1841752" y="89794"/>
                </a:lnTo>
                <a:lnTo>
                  <a:pt x="1841604" y="89458"/>
                </a:lnTo>
                <a:lnTo>
                  <a:pt x="1841444" y="89139"/>
                </a:lnTo>
                <a:lnTo>
                  <a:pt x="1841271" y="88837"/>
                </a:lnTo>
                <a:lnTo>
                  <a:pt x="1841082" y="88551"/>
                </a:lnTo>
                <a:lnTo>
                  <a:pt x="1840877" y="88283"/>
                </a:lnTo>
                <a:lnTo>
                  <a:pt x="1840652" y="88033"/>
                </a:lnTo>
                <a:lnTo>
                  <a:pt x="1840406" y="87801"/>
                </a:lnTo>
                <a:lnTo>
                  <a:pt x="1840137" y="87588"/>
                </a:lnTo>
                <a:lnTo>
                  <a:pt x="1839844" y="87393"/>
                </a:lnTo>
                <a:lnTo>
                  <a:pt x="1839523" y="87217"/>
                </a:lnTo>
                <a:lnTo>
                  <a:pt x="1839174" y="87061"/>
                </a:lnTo>
                <a:lnTo>
                  <a:pt x="1838793" y="86924"/>
                </a:lnTo>
                <a:lnTo>
                  <a:pt x="1838381" y="86808"/>
                </a:lnTo>
                <a:lnTo>
                  <a:pt x="1837933" y="86712"/>
                </a:lnTo>
                <a:lnTo>
                  <a:pt x="1837450" y="86636"/>
                </a:lnTo>
                <a:lnTo>
                  <a:pt x="1836927" y="86582"/>
                </a:lnTo>
                <a:lnTo>
                  <a:pt x="1836365" y="86549"/>
                </a:lnTo>
                <a:lnTo>
                  <a:pt x="1835760" y="86538"/>
                </a:lnTo>
                <a:lnTo>
                  <a:pt x="1834951" y="86559"/>
                </a:lnTo>
                <a:lnTo>
                  <a:pt x="1834210" y="86620"/>
                </a:lnTo>
                <a:lnTo>
                  <a:pt x="1833532" y="86720"/>
                </a:lnTo>
                <a:lnTo>
                  <a:pt x="1832917" y="86856"/>
                </a:lnTo>
                <a:lnTo>
                  <a:pt x="1832360" y="87027"/>
                </a:lnTo>
                <a:lnTo>
                  <a:pt x="1831858" y="87232"/>
                </a:lnTo>
                <a:lnTo>
                  <a:pt x="1831410" y="87467"/>
                </a:lnTo>
                <a:lnTo>
                  <a:pt x="1831011" y="87732"/>
                </a:lnTo>
                <a:lnTo>
                  <a:pt x="1830659" y="88024"/>
                </a:lnTo>
                <a:lnTo>
                  <a:pt x="1830351" y="88341"/>
                </a:lnTo>
                <a:lnTo>
                  <a:pt x="1830084" y="88683"/>
                </a:lnTo>
                <a:lnTo>
                  <a:pt x="1829855" y="89046"/>
                </a:lnTo>
                <a:lnTo>
                  <a:pt x="1829661" y="89430"/>
                </a:lnTo>
                <a:lnTo>
                  <a:pt x="1829500" y="89832"/>
                </a:lnTo>
                <a:lnTo>
                  <a:pt x="1829367" y="90250"/>
                </a:lnTo>
                <a:lnTo>
                  <a:pt x="1829261" y="90683"/>
                </a:lnTo>
                <a:lnTo>
                  <a:pt x="1829179" y="91128"/>
                </a:lnTo>
                <a:lnTo>
                  <a:pt x="1829117" y="91585"/>
                </a:lnTo>
                <a:lnTo>
                  <a:pt x="1829073" y="92050"/>
                </a:lnTo>
                <a:lnTo>
                  <a:pt x="1829043" y="92523"/>
                </a:lnTo>
                <a:lnTo>
                  <a:pt x="1829025" y="93001"/>
                </a:lnTo>
                <a:lnTo>
                  <a:pt x="1829015" y="93483"/>
                </a:lnTo>
                <a:lnTo>
                  <a:pt x="1829012" y="93966"/>
                </a:lnTo>
                <a:lnTo>
                  <a:pt x="1829012" y="94449"/>
                </a:lnTo>
                <a:lnTo>
                  <a:pt x="1829012" y="113166"/>
                </a:lnTo>
                <a:lnTo>
                  <a:pt x="1829012" y="113560"/>
                </a:lnTo>
                <a:lnTo>
                  <a:pt x="1829015" y="113969"/>
                </a:lnTo>
                <a:lnTo>
                  <a:pt x="1829023" y="114391"/>
                </a:lnTo>
                <a:lnTo>
                  <a:pt x="1829038" y="114822"/>
                </a:lnTo>
                <a:lnTo>
                  <a:pt x="1829064" y="115260"/>
                </a:lnTo>
                <a:lnTo>
                  <a:pt x="1829102" y="115702"/>
                </a:lnTo>
                <a:lnTo>
                  <a:pt x="1829155" y="116144"/>
                </a:lnTo>
                <a:lnTo>
                  <a:pt x="1829226" y="116585"/>
                </a:lnTo>
                <a:lnTo>
                  <a:pt x="1829316" y="117021"/>
                </a:lnTo>
                <a:lnTo>
                  <a:pt x="1829430" y="117450"/>
                </a:lnTo>
                <a:lnTo>
                  <a:pt x="1829568" y="117868"/>
                </a:lnTo>
                <a:lnTo>
                  <a:pt x="1829734" y="118274"/>
                </a:lnTo>
                <a:lnTo>
                  <a:pt x="1829931" y="118663"/>
                </a:lnTo>
                <a:lnTo>
                  <a:pt x="1830160" y="119033"/>
                </a:lnTo>
                <a:lnTo>
                  <a:pt x="1830423" y="119381"/>
                </a:lnTo>
                <a:lnTo>
                  <a:pt x="1830725" y="119705"/>
                </a:lnTo>
                <a:lnTo>
                  <a:pt x="1831067" y="120001"/>
                </a:lnTo>
                <a:lnTo>
                  <a:pt x="1831451" y="120267"/>
                </a:lnTo>
                <a:lnTo>
                  <a:pt x="1831881" y="120500"/>
                </a:lnTo>
                <a:lnTo>
                  <a:pt x="1832358" y="120697"/>
                </a:lnTo>
                <a:lnTo>
                  <a:pt x="1832886" y="120855"/>
                </a:lnTo>
                <a:lnTo>
                  <a:pt x="1833466" y="120972"/>
                </a:lnTo>
                <a:lnTo>
                  <a:pt x="1834102" y="121044"/>
                </a:lnTo>
                <a:lnTo>
                  <a:pt x="1834795" y="121068"/>
                </a:lnTo>
                <a:lnTo>
                  <a:pt x="1835019" y="121067"/>
                </a:lnTo>
                <a:lnTo>
                  <a:pt x="1835256" y="121060"/>
                </a:lnTo>
                <a:lnTo>
                  <a:pt x="1835505" y="121046"/>
                </a:lnTo>
                <a:lnTo>
                  <a:pt x="1835766" y="121021"/>
                </a:lnTo>
                <a:lnTo>
                  <a:pt x="1836036" y="120982"/>
                </a:lnTo>
                <a:lnTo>
                  <a:pt x="1836317" y="120927"/>
                </a:lnTo>
                <a:lnTo>
                  <a:pt x="1836606" y="120852"/>
                </a:lnTo>
                <a:lnTo>
                  <a:pt x="1836902" y="120755"/>
                </a:lnTo>
                <a:lnTo>
                  <a:pt x="1837205" y="120632"/>
                </a:lnTo>
                <a:lnTo>
                  <a:pt x="1837514" y="120480"/>
                </a:lnTo>
                <a:lnTo>
                  <a:pt x="1837828" y="120298"/>
                </a:lnTo>
                <a:lnTo>
                  <a:pt x="1838146" y="120081"/>
                </a:lnTo>
                <a:lnTo>
                  <a:pt x="1838466" y="119827"/>
                </a:lnTo>
                <a:lnTo>
                  <a:pt x="1838789" y="119533"/>
                </a:lnTo>
                <a:lnTo>
                  <a:pt x="1839113" y="119196"/>
                </a:lnTo>
                <a:lnTo>
                  <a:pt x="1839437" y="118813"/>
                </a:lnTo>
                <a:lnTo>
                  <a:pt x="1839761" y="118381"/>
                </a:lnTo>
                <a:lnTo>
                  <a:pt x="1840083" y="117897"/>
                </a:lnTo>
                <a:lnTo>
                  <a:pt x="1840402" y="117359"/>
                </a:lnTo>
                <a:lnTo>
                  <a:pt x="1840718" y="116763"/>
                </a:lnTo>
                <a:lnTo>
                  <a:pt x="1841030" y="116106"/>
                </a:lnTo>
                <a:lnTo>
                  <a:pt x="1841336" y="115386"/>
                </a:lnTo>
                <a:lnTo>
                  <a:pt x="1841636" y="114599"/>
                </a:lnTo>
                <a:lnTo>
                  <a:pt x="1841929" y="113743"/>
                </a:lnTo>
                <a:lnTo>
                  <a:pt x="1843113" y="114577"/>
                </a:lnTo>
                <a:lnTo>
                  <a:pt x="1844303" y="115345"/>
                </a:lnTo>
                <a:lnTo>
                  <a:pt x="1845496" y="116050"/>
                </a:lnTo>
                <a:lnTo>
                  <a:pt x="1846690" y="116695"/>
                </a:lnTo>
                <a:lnTo>
                  <a:pt x="1847883" y="117283"/>
                </a:lnTo>
                <a:lnTo>
                  <a:pt x="1849071" y="117815"/>
                </a:lnTo>
                <a:lnTo>
                  <a:pt x="1850253" y="118296"/>
                </a:lnTo>
                <a:lnTo>
                  <a:pt x="1851426" y="118727"/>
                </a:lnTo>
                <a:lnTo>
                  <a:pt x="1852587" y="119111"/>
                </a:lnTo>
                <a:lnTo>
                  <a:pt x="1853735" y="119450"/>
                </a:lnTo>
                <a:lnTo>
                  <a:pt x="1854866" y="119749"/>
                </a:lnTo>
                <a:lnTo>
                  <a:pt x="1855979" y="120008"/>
                </a:lnTo>
                <a:lnTo>
                  <a:pt x="1857070" y="120232"/>
                </a:lnTo>
                <a:lnTo>
                  <a:pt x="1858139" y="120421"/>
                </a:lnTo>
                <a:lnTo>
                  <a:pt x="1859181" y="120580"/>
                </a:lnTo>
                <a:lnTo>
                  <a:pt x="1860195" y="120711"/>
                </a:lnTo>
                <a:lnTo>
                  <a:pt x="1861178" y="120817"/>
                </a:lnTo>
                <a:lnTo>
                  <a:pt x="1862127" y="120900"/>
                </a:lnTo>
                <a:lnTo>
                  <a:pt x="1863042" y="120962"/>
                </a:lnTo>
                <a:lnTo>
                  <a:pt x="1863918" y="121008"/>
                </a:lnTo>
                <a:lnTo>
                  <a:pt x="1864753" y="121038"/>
                </a:lnTo>
                <a:lnTo>
                  <a:pt x="1865546" y="121057"/>
                </a:lnTo>
                <a:lnTo>
                  <a:pt x="1866293" y="121066"/>
                </a:lnTo>
                <a:lnTo>
                  <a:pt x="1866993" y="121068"/>
                </a:lnTo>
                <a:lnTo>
                  <a:pt x="1870675" y="120987"/>
                </a:lnTo>
                <a:lnTo>
                  <a:pt x="1874112" y="120748"/>
                </a:lnTo>
                <a:lnTo>
                  <a:pt x="1877312" y="120363"/>
                </a:lnTo>
                <a:lnTo>
                  <a:pt x="1880282" y="119840"/>
                </a:lnTo>
                <a:lnTo>
                  <a:pt x="1883031" y="119190"/>
                </a:lnTo>
                <a:lnTo>
                  <a:pt x="1885566" y="118423"/>
                </a:lnTo>
                <a:lnTo>
                  <a:pt x="1887896" y="117548"/>
                </a:lnTo>
                <a:lnTo>
                  <a:pt x="1890027" y="116576"/>
                </a:lnTo>
                <a:lnTo>
                  <a:pt x="1891968" y="115516"/>
                </a:lnTo>
                <a:lnTo>
                  <a:pt x="1893727" y="114378"/>
                </a:lnTo>
                <a:lnTo>
                  <a:pt x="1895312" y="113172"/>
                </a:lnTo>
                <a:lnTo>
                  <a:pt x="1896730" y="111908"/>
                </a:lnTo>
                <a:lnTo>
                  <a:pt x="1897990" y="110596"/>
                </a:lnTo>
                <a:lnTo>
                  <a:pt x="1899099" y="109245"/>
                </a:lnTo>
                <a:lnTo>
                  <a:pt x="1900065" y="107866"/>
                </a:lnTo>
                <a:lnTo>
                  <a:pt x="1900895" y="106468"/>
                </a:lnTo>
                <a:lnTo>
                  <a:pt x="1901599" y="105062"/>
                </a:lnTo>
                <a:lnTo>
                  <a:pt x="1902183" y="103656"/>
                </a:lnTo>
                <a:lnTo>
                  <a:pt x="1902656" y="102262"/>
                </a:lnTo>
                <a:lnTo>
                  <a:pt x="1903025" y="100888"/>
                </a:lnTo>
                <a:lnTo>
                  <a:pt x="1903299" y="99545"/>
                </a:lnTo>
                <a:lnTo>
                  <a:pt x="1903485" y="98243"/>
                </a:lnTo>
                <a:lnTo>
                  <a:pt x="1903590" y="96991"/>
                </a:lnTo>
                <a:lnTo>
                  <a:pt x="1903624" y="95800"/>
                </a:lnTo>
                <a:lnTo>
                  <a:pt x="1903497" y="93373"/>
                </a:lnTo>
                <a:lnTo>
                  <a:pt x="1903131" y="91108"/>
                </a:lnTo>
                <a:lnTo>
                  <a:pt x="1902543" y="88999"/>
                </a:lnTo>
                <a:lnTo>
                  <a:pt x="1901753" y="87040"/>
                </a:lnTo>
                <a:lnTo>
                  <a:pt x="1900779" y="85225"/>
                </a:lnTo>
                <a:close/>
                <a:moveTo>
                  <a:pt x="2205672" y="61310"/>
                </a:moveTo>
                <a:lnTo>
                  <a:pt x="2204589" y="58764"/>
                </a:lnTo>
                <a:lnTo>
                  <a:pt x="2203363" y="56314"/>
                </a:lnTo>
                <a:lnTo>
                  <a:pt x="2201999" y="53964"/>
                </a:lnTo>
                <a:lnTo>
                  <a:pt x="2200505" y="51722"/>
                </a:lnTo>
                <a:lnTo>
                  <a:pt x="2198885" y="49594"/>
                </a:lnTo>
                <a:lnTo>
                  <a:pt x="2197147" y="47585"/>
                </a:lnTo>
                <a:lnTo>
                  <a:pt x="2195296" y="45701"/>
                </a:lnTo>
                <a:lnTo>
                  <a:pt x="2193339" y="43949"/>
                </a:lnTo>
                <a:lnTo>
                  <a:pt x="2191283" y="42336"/>
                </a:lnTo>
                <a:lnTo>
                  <a:pt x="2189132" y="40866"/>
                </a:lnTo>
                <a:lnTo>
                  <a:pt x="2186893" y="39546"/>
                </a:lnTo>
                <a:lnTo>
                  <a:pt x="2184573" y="38382"/>
                </a:lnTo>
                <a:lnTo>
                  <a:pt x="2182178" y="37381"/>
                </a:lnTo>
                <a:lnTo>
                  <a:pt x="2179713" y="36548"/>
                </a:lnTo>
                <a:lnTo>
                  <a:pt x="2177186" y="35889"/>
                </a:lnTo>
                <a:lnTo>
                  <a:pt x="2174602" y="35411"/>
                </a:lnTo>
                <a:lnTo>
                  <a:pt x="2171967" y="35120"/>
                </a:lnTo>
                <a:lnTo>
                  <a:pt x="2169288" y="35021"/>
                </a:lnTo>
                <a:lnTo>
                  <a:pt x="2166609" y="35120"/>
                </a:lnTo>
                <a:lnTo>
                  <a:pt x="2163975" y="35411"/>
                </a:lnTo>
                <a:lnTo>
                  <a:pt x="2161391" y="35889"/>
                </a:lnTo>
                <a:lnTo>
                  <a:pt x="2158863" y="36548"/>
                </a:lnTo>
                <a:lnTo>
                  <a:pt x="2156399" y="37381"/>
                </a:lnTo>
                <a:lnTo>
                  <a:pt x="2154004" y="38382"/>
                </a:lnTo>
                <a:lnTo>
                  <a:pt x="2151684" y="39546"/>
                </a:lnTo>
                <a:lnTo>
                  <a:pt x="2149445" y="40866"/>
                </a:lnTo>
                <a:lnTo>
                  <a:pt x="2147294" y="42336"/>
                </a:lnTo>
                <a:lnTo>
                  <a:pt x="2145237" y="43949"/>
                </a:lnTo>
                <a:lnTo>
                  <a:pt x="2143280" y="45701"/>
                </a:lnTo>
                <a:lnTo>
                  <a:pt x="2141430" y="47585"/>
                </a:lnTo>
                <a:lnTo>
                  <a:pt x="2139692" y="49594"/>
                </a:lnTo>
                <a:lnTo>
                  <a:pt x="2138072" y="51722"/>
                </a:lnTo>
                <a:lnTo>
                  <a:pt x="2136578" y="53964"/>
                </a:lnTo>
                <a:lnTo>
                  <a:pt x="2135214" y="56314"/>
                </a:lnTo>
                <a:lnTo>
                  <a:pt x="2133988" y="58764"/>
                </a:lnTo>
                <a:lnTo>
                  <a:pt x="2132905" y="61310"/>
                </a:lnTo>
                <a:lnTo>
                  <a:pt x="2131971" y="63945"/>
                </a:lnTo>
                <a:lnTo>
                  <a:pt x="2131194" y="66662"/>
                </a:lnTo>
                <a:lnTo>
                  <a:pt x="2130578" y="69457"/>
                </a:lnTo>
                <a:lnTo>
                  <a:pt x="2130131" y="72322"/>
                </a:lnTo>
                <a:lnTo>
                  <a:pt x="2129858" y="75251"/>
                </a:lnTo>
                <a:lnTo>
                  <a:pt x="2129766" y="78239"/>
                </a:lnTo>
                <a:lnTo>
                  <a:pt x="2129860" y="81270"/>
                </a:lnTo>
                <a:lnTo>
                  <a:pt x="2130138" y="84230"/>
                </a:lnTo>
                <a:lnTo>
                  <a:pt x="2130594" y="87116"/>
                </a:lnTo>
                <a:lnTo>
                  <a:pt x="2131221" y="89922"/>
                </a:lnTo>
                <a:lnTo>
                  <a:pt x="2132011" y="92642"/>
                </a:lnTo>
                <a:lnTo>
                  <a:pt x="2132959" y="95271"/>
                </a:lnTo>
                <a:lnTo>
                  <a:pt x="2134057" y="97804"/>
                </a:lnTo>
                <a:lnTo>
                  <a:pt x="2135300" y="100236"/>
                </a:lnTo>
                <a:lnTo>
                  <a:pt x="2136679" y="102561"/>
                </a:lnTo>
                <a:lnTo>
                  <a:pt x="2138189" y="104775"/>
                </a:lnTo>
                <a:lnTo>
                  <a:pt x="2139823" y="106871"/>
                </a:lnTo>
                <a:lnTo>
                  <a:pt x="2141574" y="108845"/>
                </a:lnTo>
                <a:lnTo>
                  <a:pt x="2143436" y="110691"/>
                </a:lnTo>
                <a:lnTo>
                  <a:pt x="2145401" y="112404"/>
                </a:lnTo>
                <a:lnTo>
                  <a:pt x="2147464" y="113979"/>
                </a:lnTo>
                <a:lnTo>
                  <a:pt x="2149616" y="115411"/>
                </a:lnTo>
                <a:lnTo>
                  <a:pt x="2151853" y="116694"/>
                </a:lnTo>
                <a:lnTo>
                  <a:pt x="2154166" y="117823"/>
                </a:lnTo>
                <a:lnTo>
                  <a:pt x="2156550" y="118793"/>
                </a:lnTo>
                <a:lnTo>
                  <a:pt x="2158997" y="119598"/>
                </a:lnTo>
                <a:lnTo>
                  <a:pt x="2161501" y="120233"/>
                </a:lnTo>
                <a:lnTo>
                  <a:pt x="2164056" y="120694"/>
                </a:lnTo>
                <a:lnTo>
                  <a:pt x="2166654" y="120974"/>
                </a:lnTo>
                <a:lnTo>
                  <a:pt x="2169288" y="121068"/>
                </a:lnTo>
                <a:lnTo>
                  <a:pt x="2171923" y="120973"/>
                </a:lnTo>
                <a:lnTo>
                  <a:pt x="2174521" y="120690"/>
                </a:lnTo>
                <a:lnTo>
                  <a:pt x="2177075" y="120225"/>
                </a:lnTo>
                <a:lnTo>
                  <a:pt x="2179580" y="119584"/>
                </a:lnTo>
                <a:lnTo>
                  <a:pt x="2182027" y="118773"/>
                </a:lnTo>
                <a:lnTo>
                  <a:pt x="2184411" y="117796"/>
                </a:lnTo>
                <a:lnTo>
                  <a:pt x="2186724" y="116659"/>
                </a:lnTo>
                <a:lnTo>
                  <a:pt x="2188960" y="115368"/>
                </a:lnTo>
                <a:lnTo>
                  <a:pt x="2191113" y="113928"/>
                </a:lnTo>
                <a:lnTo>
                  <a:pt x="2193176" y="112345"/>
                </a:lnTo>
                <a:lnTo>
                  <a:pt x="2195141" y="110625"/>
                </a:lnTo>
                <a:lnTo>
                  <a:pt x="2197002" y="108772"/>
                </a:lnTo>
                <a:lnTo>
                  <a:pt x="2198754" y="106793"/>
                </a:lnTo>
                <a:lnTo>
                  <a:pt x="2200388" y="104692"/>
                </a:lnTo>
                <a:lnTo>
                  <a:pt x="2201898" y="102476"/>
                </a:lnTo>
                <a:lnTo>
                  <a:pt x="2203277" y="100150"/>
                </a:lnTo>
                <a:lnTo>
                  <a:pt x="2204520" y="97719"/>
                </a:lnTo>
                <a:lnTo>
                  <a:pt x="2205618" y="95189"/>
                </a:lnTo>
                <a:lnTo>
                  <a:pt x="2206566" y="92566"/>
                </a:lnTo>
                <a:lnTo>
                  <a:pt x="2207356" y="89854"/>
                </a:lnTo>
                <a:lnTo>
                  <a:pt x="2207983" y="87061"/>
                </a:lnTo>
                <a:lnTo>
                  <a:pt x="2208438" y="84190"/>
                </a:lnTo>
                <a:lnTo>
                  <a:pt x="2208717" y="81247"/>
                </a:lnTo>
                <a:lnTo>
                  <a:pt x="2208811" y="78239"/>
                </a:lnTo>
                <a:lnTo>
                  <a:pt x="2208719" y="75251"/>
                </a:lnTo>
                <a:lnTo>
                  <a:pt x="2208446" y="72322"/>
                </a:lnTo>
                <a:lnTo>
                  <a:pt x="2207998" y="69457"/>
                </a:lnTo>
                <a:lnTo>
                  <a:pt x="2207383" y="66662"/>
                </a:lnTo>
                <a:lnTo>
                  <a:pt x="2206605" y="63945"/>
                </a:lnTo>
                <a:lnTo>
                  <a:pt x="2205672" y="61310"/>
                </a:lnTo>
                <a:close/>
                <a:moveTo>
                  <a:pt x="2193418" y="89525"/>
                </a:moveTo>
                <a:lnTo>
                  <a:pt x="2192697" y="91433"/>
                </a:lnTo>
                <a:lnTo>
                  <a:pt x="2191881" y="93270"/>
                </a:lnTo>
                <a:lnTo>
                  <a:pt x="2190974" y="95033"/>
                </a:lnTo>
                <a:lnTo>
                  <a:pt x="2189980" y="96717"/>
                </a:lnTo>
                <a:lnTo>
                  <a:pt x="2188904" y="98317"/>
                </a:lnTo>
                <a:lnTo>
                  <a:pt x="2187749" y="99829"/>
                </a:lnTo>
                <a:lnTo>
                  <a:pt x="2186519" y="101247"/>
                </a:lnTo>
                <a:lnTo>
                  <a:pt x="2185220" y="102566"/>
                </a:lnTo>
                <a:lnTo>
                  <a:pt x="2183855" y="103783"/>
                </a:lnTo>
                <a:lnTo>
                  <a:pt x="2182427" y="104892"/>
                </a:lnTo>
                <a:lnTo>
                  <a:pt x="2180943" y="105888"/>
                </a:lnTo>
                <a:lnTo>
                  <a:pt x="2179404" y="106767"/>
                </a:lnTo>
                <a:lnTo>
                  <a:pt x="2177817" y="107524"/>
                </a:lnTo>
                <a:lnTo>
                  <a:pt x="2176185" y="108154"/>
                </a:lnTo>
                <a:lnTo>
                  <a:pt x="2174511" y="108652"/>
                </a:lnTo>
                <a:lnTo>
                  <a:pt x="2172801" y="109014"/>
                </a:lnTo>
                <a:lnTo>
                  <a:pt x="2171059" y="109235"/>
                </a:lnTo>
                <a:lnTo>
                  <a:pt x="2169288" y="109309"/>
                </a:lnTo>
                <a:lnTo>
                  <a:pt x="2167518" y="109235"/>
                </a:lnTo>
                <a:lnTo>
                  <a:pt x="2165775" y="109014"/>
                </a:lnTo>
                <a:lnTo>
                  <a:pt x="2164065" y="108652"/>
                </a:lnTo>
                <a:lnTo>
                  <a:pt x="2162392" y="108154"/>
                </a:lnTo>
                <a:lnTo>
                  <a:pt x="2160760" y="107524"/>
                </a:lnTo>
                <a:lnTo>
                  <a:pt x="2159172" y="106767"/>
                </a:lnTo>
                <a:lnTo>
                  <a:pt x="2157634" y="105888"/>
                </a:lnTo>
                <a:lnTo>
                  <a:pt x="2156149" y="104892"/>
                </a:lnTo>
                <a:lnTo>
                  <a:pt x="2154722" y="103783"/>
                </a:lnTo>
                <a:lnTo>
                  <a:pt x="2153357" y="102566"/>
                </a:lnTo>
                <a:lnTo>
                  <a:pt x="2152057" y="101247"/>
                </a:lnTo>
                <a:lnTo>
                  <a:pt x="2150828" y="99829"/>
                </a:lnTo>
                <a:lnTo>
                  <a:pt x="2149673" y="98317"/>
                </a:lnTo>
                <a:lnTo>
                  <a:pt x="2148596" y="96717"/>
                </a:lnTo>
                <a:lnTo>
                  <a:pt x="2147603" y="95033"/>
                </a:lnTo>
                <a:lnTo>
                  <a:pt x="2146696" y="93270"/>
                </a:lnTo>
                <a:lnTo>
                  <a:pt x="2145880" y="91433"/>
                </a:lnTo>
                <a:lnTo>
                  <a:pt x="2145159" y="89525"/>
                </a:lnTo>
                <a:lnTo>
                  <a:pt x="2144538" y="87553"/>
                </a:lnTo>
                <a:lnTo>
                  <a:pt x="2144020" y="85521"/>
                </a:lnTo>
                <a:lnTo>
                  <a:pt x="2143610" y="83434"/>
                </a:lnTo>
                <a:lnTo>
                  <a:pt x="2143312" y="81296"/>
                </a:lnTo>
                <a:lnTo>
                  <a:pt x="2143130" y="79113"/>
                </a:lnTo>
                <a:lnTo>
                  <a:pt x="2143068" y="76889"/>
                </a:lnTo>
                <a:lnTo>
                  <a:pt x="2143133" y="74720"/>
                </a:lnTo>
                <a:lnTo>
                  <a:pt x="2143323" y="72607"/>
                </a:lnTo>
                <a:lnTo>
                  <a:pt x="2143634" y="70553"/>
                </a:lnTo>
                <a:lnTo>
                  <a:pt x="2144060" y="68561"/>
                </a:lnTo>
                <a:lnTo>
                  <a:pt x="2144597" y="66634"/>
                </a:lnTo>
                <a:lnTo>
                  <a:pt x="2145240" y="64776"/>
                </a:lnTo>
                <a:lnTo>
                  <a:pt x="2145984" y="62990"/>
                </a:lnTo>
                <a:lnTo>
                  <a:pt x="2146824" y="61279"/>
                </a:lnTo>
                <a:lnTo>
                  <a:pt x="2147755" y="59646"/>
                </a:lnTo>
                <a:lnTo>
                  <a:pt x="2148773" y="58095"/>
                </a:lnTo>
                <a:lnTo>
                  <a:pt x="2149871" y="56629"/>
                </a:lnTo>
                <a:lnTo>
                  <a:pt x="2151045" y="55251"/>
                </a:lnTo>
                <a:lnTo>
                  <a:pt x="2152291" y="53964"/>
                </a:lnTo>
                <a:lnTo>
                  <a:pt x="2153603" y="52772"/>
                </a:lnTo>
                <a:lnTo>
                  <a:pt x="2154977" y="51679"/>
                </a:lnTo>
                <a:lnTo>
                  <a:pt x="2156407" y="50686"/>
                </a:lnTo>
                <a:lnTo>
                  <a:pt x="2157889" y="49798"/>
                </a:lnTo>
                <a:lnTo>
                  <a:pt x="2159417" y="49018"/>
                </a:lnTo>
                <a:lnTo>
                  <a:pt x="2160987" y="48349"/>
                </a:lnTo>
                <a:lnTo>
                  <a:pt x="2162593" y="47794"/>
                </a:lnTo>
                <a:lnTo>
                  <a:pt x="2164232" y="47357"/>
                </a:lnTo>
                <a:lnTo>
                  <a:pt x="2165897" y="47040"/>
                </a:lnTo>
                <a:lnTo>
                  <a:pt x="2167584" y="46848"/>
                </a:lnTo>
                <a:lnTo>
                  <a:pt x="2169288" y="46783"/>
                </a:lnTo>
                <a:lnTo>
                  <a:pt x="2171015" y="46848"/>
                </a:lnTo>
                <a:lnTo>
                  <a:pt x="2172721" y="47040"/>
                </a:lnTo>
                <a:lnTo>
                  <a:pt x="2174401" y="47357"/>
                </a:lnTo>
                <a:lnTo>
                  <a:pt x="2176051" y="47794"/>
                </a:lnTo>
                <a:lnTo>
                  <a:pt x="2177666" y="48349"/>
                </a:lnTo>
                <a:lnTo>
                  <a:pt x="2179242" y="49018"/>
                </a:lnTo>
                <a:lnTo>
                  <a:pt x="2180773" y="49798"/>
                </a:lnTo>
                <a:lnTo>
                  <a:pt x="2182256" y="50686"/>
                </a:lnTo>
                <a:lnTo>
                  <a:pt x="2183685" y="51679"/>
                </a:lnTo>
                <a:lnTo>
                  <a:pt x="2185056" y="52772"/>
                </a:lnTo>
                <a:lnTo>
                  <a:pt x="2186364" y="53964"/>
                </a:lnTo>
                <a:lnTo>
                  <a:pt x="2187604" y="55251"/>
                </a:lnTo>
                <a:lnTo>
                  <a:pt x="2188772" y="56629"/>
                </a:lnTo>
                <a:lnTo>
                  <a:pt x="2189863" y="58095"/>
                </a:lnTo>
                <a:lnTo>
                  <a:pt x="2190873" y="59646"/>
                </a:lnTo>
                <a:lnTo>
                  <a:pt x="2191796" y="61279"/>
                </a:lnTo>
                <a:lnTo>
                  <a:pt x="2192627" y="62990"/>
                </a:lnTo>
                <a:lnTo>
                  <a:pt x="2193364" y="64776"/>
                </a:lnTo>
                <a:lnTo>
                  <a:pt x="2194000" y="66634"/>
                </a:lnTo>
                <a:lnTo>
                  <a:pt x="2194530" y="68561"/>
                </a:lnTo>
                <a:lnTo>
                  <a:pt x="2194951" y="70553"/>
                </a:lnTo>
                <a:lnTo>
                  <a:pt x="2195258" y="72607"/>
                </a:lnTo>
                <a:lnTo>
                  <a:pt x="2195445" y="74720"/>
                </a:lnTo>
                <a:lnTo>
                  <a:pt x="2195508" y="76889"/>
                </a:lnTo>
                <a:lnTo>
                  <a:pt x="2195447" y="79113"/>
                </a:lnTo>
                <a:lnTo>
                  <a:pt x="2195265" y="81296"/>
                </a:lnTo>
                <a:lnTo>
                  <a:pt x="2194967" y="83434"/>
                </a:lnTo>
                <a:lnTo>
                  <a:pt x="2194557" y="85521"/>
                </a:lnTo>
                <a:lnTo>
                  <a:pt x="2194039" y="87553"/>
                </a:lnTo>
                <a:lnTo>
                  <a:pt x="2193418" y="89525"/>
                </a:lnTo>
                <a:close/>
                <a:moveTo>
                  <a:pt x="2814633" y="95752"/>
                </a:moveTo>
                <a:lnTo>
                  <a:pt x="2814347" y="95392"/>
                </a:lnTo>
                <a:lnTo>
                  <a:pt x="2814032" y="95073"/>
                </a:lnTo>
                <a:lnTo>
                  <a:pt x="2813695" y="94791"/>
                </a:lnTo>
                <a:lnTo>
                  <a:pt x="2813338" y="94544"/>
                </a:lnTo>
                <a:lnTo>
                  <a:pt x="2812967" y="94330"/>
                </a:lnTo>
                <a:lnTo>
                  <a:pt x="2812585" y="94146"/>
                </a:lnTo>
                <a:lnTo>
                  <a:pt x="2812197" y="93991"/>
                </a:lnTo>
                <a:lnTo>
                  <a:pt x="2811808" y="93861"/>
                </a:lnTo>
                <a:lnTo>
                  <a:pt x="2811421" y="93755"/>
                </a:lnTo>
                <a:lnTo>
                  <a:pt x="2811041" y="93670"/>
                </a:lnTo>
                <a:lnTo>
                  <a:pt x="2810673" y="93604"/>
                </a:lnTo>
                <a:lnTo>
                  <a:pt x="2810321" y="93554"/>
                </a:lnTo>
                <a:lnTo>
                  <a:pt x="2809988" y="93519"/>
                </a:lnTo>
                <a:lnTo>
                  <a:pt x="2809680" y="93495"/>
                </a:lnTo>
                <a:lnTo>
                  <a:pt x="2809401" y="93480"/>
                </a:lnTo>
                <a:lnTo>
                  <a:pt x="2809154" y="93473"/>
                </a:lnTo>
                <a:lnTo>
                  <a:pt x="2808946" y="93470"/>
                </a:lnTo>
                <a:lnTo>
                  <a:pt x="2808779" y="93470"/>
                </a:lnTo>
                <a:lnTo>
                  <a:pt x="2808355" y="93473"/>
                </a:lnTo>
                <a:lnTo>
                  <a:pt x="2807950" y="93483"/>
                </a:lnTo>
                <a:lnTo>
                  <a:pt x="2807564" y="93502"/>
                </a:lnTo>
                <a:lnTo>
                  <a:pt x="2807196" y="93530"/>
                </a:lnTo>
                <a:lnTo>
                  <a:pt x="2806845" y="93568"/>
                </a:lnTo>
                <a:lnTo>
                  <a:pt x="2806510" y="93618"/>
                </a:lnTo>
                <a:lnTo>
                  <a:pt x="2806191" y="93680"/>
                </a:lnTo>
                <a:lnTo>
                  <a:pt x="2805886" y="93756"/>
                </a:lnTo>
                <a:lnTo>
                  <a:pt x="2805596" y="93847"/>
                </a:lnTo>
                <a:lnTo>
                  <a:pt x="2805319" y="93953"/>
                </a:lnTo>
                <a:lnTo>
                  <a:pt x="2805055" y="94077"/>
                </a:lnTo>
                <a:lnTo>
                  <a:pt x="2804802" y="94218"/>
                </a:lnTo>
                <a:lnTo>
                  <a:pt x="2804560" y="94379"/>
                </a:lnTo>
                <a:lnTo>
                  <a:pt x="2804329" y="94560"/>
                </a:lnTo>
                <a:lnTo>
                  <a:pt x="2804107" y="94762"/>
                </a:lnTo>
                <a:lnTo>
                  <a:pt x="2803894" y="94987"/>
                </a:lnTo>
                <a:lnTo>
                  <a:pt x="2803689" y="95235"/>
                </a:lnTo>
                <a:lnTo>
                  <a:pt x="2803492" y="95508"/>
                </a:lnTo>
                <a:lnTo>
                  <a:pt x="2803300" y="95806"/>
                </a:lnTo>
                <a:lnTo>
                  <a:pt x="2803115" y="96131"/>
                </a:lnTo>
                <a:lnTo>
                  <a:pt x="2802934" y="96484"/>
                </a:lnTo>
                <a:lnTo>
                  <a:pt x="2802758" y="96866"/>
                </a:lnTo>
                <a:lnTo>
                  <a:pt x="2802586" y="97278"/>
                </a:lnTo>
                <a:lnTo>
                  <a:pt x="2802416" y="97721"/>
                </a:lnTo>
                <a:lnTo>
                  <a:pt x="2801854" y="98908"/>
                </a:lnTo>
                <a:lnTo>
                  <a:pt x="2801233" y="100015"/>
                </a:lnTo>
                <a:lnTo>
                  <a:pt x="2800558" y="101042"/>
                </a:lnTo>
                <a:lnTo>
                  <a:pt x="2799832" y="101993"/>
                </a:lnTo>
                <a:lnTo>
                  <a:pt x="2799062" y="102871"/>
                </a:lnTo>
                <a:lnTo>
                  <a:pt x="2798252" y="103678"/>
                </a:lnTo>
                <a:lnTo>
                  <a:pt x="2797407" y="104417"/>
                </a:lnTo>
                <a:lnTo>
                  <a:pt x="2796532" y="105092"/>
                </a:lnTo>
                <a:lnTo>
                  <a:pt x="2795631" y="105704"/>
                </a:lnTo>
                <a:lnTo>
                  <a:pt x="2794709" y="106257"/>
                </a:lnTo>
                <a:lnTo>
                  <a:pt x="2793772" y="106752"/>
                </a:lnTo>
                <a:lnTo>
                  <a:pt x="2792824" y="107194"/>
                </a:lnTo>
                <a:lnTo>
                  <a:pt x="2791870" y="107585"/>
                </a:lnTo>
                <a:lnTo>
                  <a:pt x="2790914" y="107927"/>
                </a:lnTo>
                <a:lnTo>
                  <a:pt x="2789963" y="108224"/>
                </a:lnTo>
                <a:lnTo>
                  <a:pt x="2789020" y="108477"/>
                </a:lnTo>
                <a:lnTo>
                  <a:pt x="2788090" y="108691"/>
                </a:lnTo>
                <a:lnTo>
                  <a:pt x="2787178" y="108867"/>
                </a:lnTo>
                <a:lnTo>
                  <a:pt x="2786290" y="109008"/>
                </a:lnTo>
                <a:lnTo>
                  <a:pt x="2785430" y="109118"/>
                </a:lnTo>
                <a:lnTo>
                  <a:pt x="2784602" y="109198"/>
                </a:lnTo>
                <a:lnTo>
                  <a:pt x="2783812" y="109252"/>
                </a:lnTo>
                <a:lnTo>
                  <a:pt x="2783065" y="109282"/>
                </a:lnTo>
                <a:lnTo>
                  <a:pt x="2782365" y="109292"/>
                </a:lnTo>
                <a:lnTo>
                  <a:pt x="2780558" y="109242"/>
                </a:lnTo>
                <a:lnTo>
                  <a:pt x="2778757" y="109092"/>
                </a:lnTo>
                <a:lnTo>
                  <a:pt x="2776965" y="108845"/>
                </a:lnTo>
                <a:lnTo>
                  <a:pt x="2775188" y="108501"/>
                </a:lnTo>
                <a:lnTo>
                  <a:pt x="2773431" y="108060"/>
                </a:lnTo>
                <a:lnTo>
                  <a:pt x="2771698" y="107526"/>
                </a:lnTo>
                <a:lnTo>
                  <a:pt x="2769995" y="106897"/>
                </a:lnTo>
                <a:lnTo>
                  <a:pt x="2768327" y="106177"/>
                </a:lnTo>
                <a:lnTo>
                  <a:pt x="2766698" y="105365"/>
                </a:lnTo>
                <a:lnTo>
                  <a:pt x="2765114" y="104463"/>
                </a:lnTo>
                <a:lnTo>
                  <a:pt x="2763579" y="103473"/>
                </a:lnTo>
                <a:lnTo>
                  <a:pt x="2762098" y="102394"/>
                </a:lnTo>
                <a:lnTo>
                  <a:pt x="2760677" y="101229"/>
                </a:lnTo>
                <a:lnTo>
                  <a:pt x="2759319" y="99979"/>
                </a:lnTo>
                <a:lnTo>
                  <a:pt x="2758031" y="98644"/>
                </a:lnTo>
                <a:lnTo>
                  <a:pt x="2756817" y="97227"/>
                </a:lnTo>
                <a:lnTo>
                  <a:pt x="2755682" y="95727"/>
                </a:lnTo>
                <a:lnTo>
                  <a:pt x="2754630" y="94147"/>
                </a:lnTo>
                <a:lnTo>
                  <a:pt x="2753668" y="92487"/>
                </a:lnTo>
                <a:lnTo>
                  <a:pt x="2752799" y="90749"/>
                </a:lnTo>
                <a:lnTo>
                  <a:pt x="2752029" y="88933"/>
                </a:lnTo>
                <a:lnTo>
                  <a:pt x="2751363" y="87042"/>
                </a:lnTo>
                <a:lnTo>
                  <a:pt x="2750805" y="85075"/>
                </a:lnTo>
                <a:lnTo>
                  <a:pt x="2750361" y="83034"/>
                </a:lnTo>
                <a:lnTo>
                  <a:pt x="2807814" y="83034"/>
                </a:lnTo>
                <a:lnTo>
                  <a:pt x="2808318" y="83034"/>
                </a:lnTo>
                <a:lnTo>
                  <a:pt x="2808816" y="83030"/>
                </a:lnTo>
                <a:lnTo>
                  <a:pt x="2809307" y="83021"/>
                </a:lnTo>
                <a:lnTo>
                  <a:pt x="2809791" y="83001"/>
                </a:lnTo>
                <a:lnTo>
                  <a:pt x="2810264" y="82970"/>
                </a:lnTo>
                <a:lnTo>
                  <a:pt x="2810726" y="82923"/>
                </a:lnTo>
                <a:lnTo>
                  <a:pt x="2811176" y="82858"/>
                </a:lnTo>
                <a:lnTo>
                  <a:pt x="2811612" y="82770"/>
                </a:lnTo>
                <a:lnTo>
                  <a:pt x="2812032" y="82658"/>
                </a:lnTo>
                <a:lnTo>
                  <a:pt x="2812436" y="82519"/>
                </a:lnTo>
                <a:lnTo>
                  <a:pt x="2812821" y="82348"/>
                </a:lnTo>
                <a:lnTo>
                  <a:pt x="2813187" y="82143"/>
                </a:lnTo>
                <a:lnTo>
                  <a:pt x="2813532" y="81901"/>
                </a:lnTo>
                <a:lnTo>
                  <a:pt x="2813854" y="81619"/>
                </a:lnTo>
                <a:lnTo>
                  <a:pt x="2814152" y="81293"/>
                </a:lnTo>
                <a:lnTo>
                  <a:pt x="2814425" y="80921"/>
                </a:lnTo>
                <a:lnTo>
                  <a:pt x="2814671" y="80500"/>
                </a:lnTo>
                <a:lnTo>
                  <a:pt x="2814889" y="80026"/>
                </a:lnTo>
                <a:lnTo>
                  <a:pt x="2815077" y="79496"/>
                </a:lnTo>
                <a:lnTo>
                  <a:pt x="2815234" y="78908"/>
                </a:lnTo>
                <a:lnTo>
                  <a:pt x="2815359" y="78257"/>
                </a:lnTo>
                <a:lnTo>
                  <a:pt x="2815450" y="77541"/>
                </a:lnTo>
                <a:lnTo>
                  <a:pt x="2815505" y="76758"/>
                </a:lnTo>
                <a:lnTo>
                  <a:pt x="2815524" y="75903"/>
                </a:lnTo>
                <a:lnTo>
                  <a:pt x="2815460" y="73172"/>
                </a:lnTo>
                <a:lnTo>
                  <a:pt x="2815267" y="70480"/>
                </a:lnTo>
                <a:lnTo>
                  <a:pt x="2814945" y="67834"/>
                </a:lnTo>
                <a:lnTo>
                  <a:pt x="2814494" y="65241"/>
                </a:lnTo>
                <a:lnTo>
                  <a:pt x="2813914" y="62707"/>
                </a:lnTo>
                <a:lnTo>
                  <a:pt x="2813205" y="60240"/>
                </a:lnTo>
                <a:lnTo>
                  <a:pt x="2812366" y="57846"/>
                </a:lnTo>
                <a:lnTo>
                  <a:pt x="2811397" y="55533"/>
                </a:lnTo>
                <a:lnTo>
                  <a:pt x="2810299" y="53306"/>
                </a:lnTo>
                <a:lnTo>
                  <a:pt x="2809070" y="51174"/>
                </a:lnTo>
                <a:lnTo>
                  <a:pt x="2807712" y="49142"/>
                </a:lnTo>
                <a:lnTo>
                  <a:pt x="2806222" y="47218"/>
                </a:lnTo>
                <a:lnTo>
                  <a:pt x="2804603" y="45408"/>
                </a:lnTo>
                <a:lnTo>
                  <a:pt x="2802852" y="43720"/>
                </a:lnTo>
                <a:lnTo>
                  <a:pt x="2800971" y="42160"/>
                </a:lnTo>
                <a:lnTo>
                  <a:pt x="2798959" y="40735"/>
                </a:lnTo>
                <a:lnTo>
                  <a:pt x="2796815" y="39452"/>
                </a:lnTo>
                <a:lnTo>
                  <a:pt x="2794540" y="38317"/>
                </a:lnTo>
                <a:lnTo>
                  <a:pt x="2792134" y="37339"/>
                </a:lnTo>
                <a:lnTo>
                  <a:pt x="2789596" y="36523"/>
                </a:lnTo>
                <a:lnTo>
                  <a:pt x="2786926" y="35876"/>
                </a:lnTo>
                <a:lnTo>
                  <a:pt x="2784124" y="35406"/>
                </a:lnTo>
                <a:lnTo>
                  <a:pt x="2781189" y="35119"/>
                </a:lnTo>
                <a:lnTo>
                  <a:pt x="2778123" y="35021"/>
                </a:lnTo>
                <a:lnTo>
                  <a:pt x="2775279" y="35121"/>
                </a:lnTo>
                <a:lnTo>
                  <a:pt x="2772487" y="35415"/>
                </a:lnTo>
                <a:lnTo>
                  <a:pt x="2769754" y="35896"/>
                </a:lnTo>
                <a:lnTo>
                  <a:pt x="2767086" y="36560"/>
                </a:lnTo>
                <a:lnTo>
                  <a:pt x="2764488" y="37398"/>
                </a:lnTo>
                <a:lnTo>
                  <a:pt x="2761967" y="38405"/>
                </a:lnTo>
                <a:lnTo>
                  <a:pt x="2759529" y="39574"/>
                </a:lnTo>
                <a:lnTo>
                  <a:pt x="2757180" y="40900"/>
                </a:lnTo>
                <a:lnTo>
                  <a:pt x="2754925" y="42374"/>
                </a:lnTo>
                <a:lnTo>
                  <a:pt x="2752772" y="43991"/>
                </a:lnTo>
                <a:lnTo>
                  <a:pt x="2750727" y="45745"/>
                </a:lnTo>
                <a:lnTo>
                  <a:pt x="2748794" y="47628"/>
                </a:lnTo>
                <a:lnTo>
                  <a:pt x="2746981" y="49636"/>
                </a:lnTo>
                <a:lnTo>
                  <a:pt x="2745294" y="51760"/>
                </a:lnTo>
                <a:lnTo>
                  <a:pt x="2743739" y="53995"/>
                </a:lnTo>
                <a:lnTo>
                  <a:pt x="2742321" y="56334"/>
                </a:lnTo>
                <a:lnTo>
                  <a:pt x="2741047" y="58771"/>
                </a:lnTo>
                <a:lnTo>
                  <a:pt x="2739923" y="61299"/>
                </a:lnTo>
                <a:lnTo>
                  <a:pt x="2738956" y="63912"/>
                </a:lnTo>
                <a:lnTo>
                  <a:pt x="2738150" y="66603"/>
                </a:lnTo>
                <a:lnTo>
                  <a:pt x="2737513" y="69367"/>
                </a:lnTo>
                <a:lnTo>
                  <a:pt x="2737050" y="72196"/>
                </a:lnTo>
                <a:lnTo>
                  <a:pt x="2736768" y="75084"/>
                </a:lnTo>
                <a:lnTo>
                  <a:pt x="2736673" y="78024"/>
                </a:lnTo>
                <a:lnTo>
                  <a:pt x="2736773" y="80947"/>
                </a:lnTo>
                <a:lnTo>
                  <a:pt x="2737071" y="83820"/>
                </a:lnTo>
                <a:lnTo>
                  <a:pt x="2737558" y="86637"/>
                </a:lnTo>
                <a:lnTo>
                  <a:pt x="2738231" y="89392"/>
                </a:lnTo>
                <a:lnTo>
                  <a:pt x="2739081" y="92078"/>
                </a:lnTo>
                <a:lnTo>
                  <a:pt x="2740104" y="94688"/>
                </a:lnTo>
                <a:lnTo>
                  <a:pt x="2741293" y="97215"/>
                </a:lnTo>
                <a:lnTo>
                  <a:pt x="2742642" y="99653"/>
                </a:lnTo>
                <a:lnTo>
                  <a:pt x="2744145" y="101996"/>
                </a:lnTo>
                <a:lnTo>
                  <a:pt x="2745796" y="104235"/>
                </a:lnTo>
                <a:lnTo>
                  <a:pt x="2747589" y="106366"/>
                </a:lnTo>
                <a:lnTo>
                  <a:pt x="2749518" y="108380"/>
                </a:lnTo>
                <a:lnTo>
                  <a:pt x="2751575" y="110272"/>
                </a:lnTo>
                <a:lnTo>
                  <a:pt x="2753757" y="112034"/>
                </a:lnTo>
                <a:lnTo>
                  <a:pt x="2756055" y="113660"/>
                </a:lnTo>
                <a:lnTo>
                  <a:pt x="2758465" y="115144"/>
                </a:lnTo>
                <a:lnTo>
                  <a:pt x="2760980" y="116478"/>
                </a:lnTo>
                <a:lnTo>
                  <a:pt x="2763594" y="117655"/>
                </a:lnTo>
                <a:lnTo>
                  <a:pt x="2766301" y="118670"/>
                </a:lnTo>
                <a:lnTo>
                  <a:pt x="2769095" y="119516"/>
                </a:lnTo>
                <a:lnTo>
                  <a:pt x="2771969" y="120185"/>
                </a:lnTo>
                <a:lnTo>
                  <a:pt x="2774918" y="120671"/>
                </a:lnTo>
                <a:lnTo>
                  <a:pt x="2777935" y="120968"/>
                </a:lnTo>
                <a:lnTo>
                  <a:pt x="2781014" y="121068"/>
                </a:lnTo>
                <a:lnTo>
                  <a:pt x="2784111" y="120980"/>
                </a:lnTo>
                <a:lnTo>
                  <a:pt x="2787040" y="120724"/>
                </a:lnTo>
                <a:lnTo>
                  <a:pt x="2789804" y="120313"/>
                </a:lnTo>
                <a:lnTo>
                  <a:pt x="2792407" y="119760"/>
                </a:lnTo>
                <a:lnTo>
                  <a:pt x="2794853" y="119078"/>
                </a:lnTo>
                <a:lnTo>
                  <a:pt x="2797143" y="118280"/>
                </a:lnTo>
                <a:lnTo>
                  <a:pt x="2799282" y="117379"/>
                </a:lnTo>
                <a:lnTo>
                  <a:pt x="2801272" y="116389"/>
                </a:lnTo>
                <a:lnTo>
                  <a:pt x="2803117" y="115321"/>
                </a:lnTo>
                <a:lnTo>
                  <a:pt x="2804820" y="114189"/>
                </a:lnTo>
                <a:lnTo>
                  <a:pt x="2806384" y="113005"/>
                </a:lnTo>
                <a:lnTo>
                  <a:pt x="2807813" y="111784"/>
                </a:lnTo>
                <a:lnTo>
                  <a:pt x="2809109" y="110538"/>
                </a:lnTo>
                <a:lnTo>
                  <a:pt x="2810275" y="109279"/>
                </a:lnTo>
                <a:lnTo>
                  <a:pt x="2811315" y="108021"/>
                </a:lnTo>
                <a:lnTo>
                  <a:pt x="2812233" y="106777"/>
                </a:lnTo>
                <a:lnTo>
                  <a:pt x="2813030" y="105560"/>
                </a:lnTo>
                <a:lnTo>
                  <a:pt x="2813711" y="104382"/>
                </a:lnTo>
                <a:lnTo>
                  <a:pt x="2814278" y="103257"/>
                </a:lnTo>
                <a:lnTo>
                  <a:pt x="2814735" y="102198"/>
                </a:lnTo>
                <a:lnTo>
                  <a:pt x="2815085" y="101218"/>
                </a:lnTo>
                <a:lnTo>
                  <a:pt x="2815331" y="100328"/>
                </a:lnTo>
                <a:lnTo>
                  <a:pt x="2815477" y="99544"/>
                </a:lnTo>
                <a:lnTo>
                  <a:pt x="2815524" y="98878"/>
                </a:lnTo>
                <a:lnTo>
                  <a:pt x="2815496" y="98231"/>
                </a:lnTo>
                <a:lnTo>
                  <a:pt x="2815414" y="97637"/>
                </a:lnTo>
                <a:lnTo>
                  <a:pt x="2815282" y="97094"/>
                </a:lnTo>
                <a:lnTo>
                  <a:pt x="2815105" y="96601"/>
                </a:lnTo>
                <a:lnTo>
                  <a:pt x="2814887" y="96154"/>
                </a:lnTo>
                <a:lnTo>
                  <a:pt x="2814633" y="95752"/>
                </a:lnTo>
                <a:close/>
                <a:moveTo>
                  <a:pt x="2753312" y="63185"/>
                </a:moveTo>
                <a:lnTo>
                  <a:pt x="2754103" y="61671"/>
                </a:lnTo>
                <a:lnTo>
                  <a:pt x="2754968" y="60212"/>
                </a:lnTo>
                <a:lnTo>
                  <a:pt x="2755903" y="58811"/>
                </a:lnTo>
                <a:lnTo>
                  <a:pt x="2756905" y="57470"/>
                </a:lnTo>
                <a:lnTo>
                  <a:pt x="2757973" y="56194"/>
                </a:lnTo>
                <a:lnTo>
                  <a:pt x="2759102" y="54985"/>
                </a:lnTo>
                <a:lnTo>
                  <a:pt x="2760290" y="53846"/>
                </a:lnTo>
                <a:lnTo>
                  <a:pt x="2761535" y="52780"/>
                </a:lnTo>
                <a:lnTo>
                  <a:pt x="2762833" y="51791"/>
                </a:lnTo>
                <a:lnTo>
                  <a:pt x="2764182" y="50881"/>
                </a:lnTo>
                <a:lnTo>
                  <a:pt x="2765578" y="50054"/>
                </a:lnTo>
                <a:lnTo>
                  <a:pt x="2767019" y="49313"/>
                </a:lnTo>
                <a:lnTo>
                  <a:pt x="2768502" y="48660"/>
                </a:lnTo>
                <a:lnTo>
                  <a:pt x="2770024" y="48100"/>
                </a:lnTo>
                <a:lnTo>
                  <a:pt x="2771583" y="47634"/>
                </a:lnTo>
                <a:lnTo>
                  <a:pt x="2773175" y="47267"/>
                </a:lnTo>
                <a:lnTo>
                  <a:pt x="2774797" y="47000"/>
                </a:lnTo>
                <a:lnTo>
                  <a:pt x="2776447" y="46838"/>
                </a:lnTo>
                <a:lnTo>
                  <a:pt x="2778123" y="46783"/>
                </a:lnTo>
                <a:lnTo>
                  <a:pt x="2779385" y="46809"/>
                </a:lnTo>
                <a:lnTo>
                  <a:pt x="2780662" y="46890"/>
                </a:lnTo>
                <a:lnTo>
                  <a:pt x="2781949" y="47029"/>
                </a:lnTo>
                <a:lnTo>
                  <a:pt x="2783240" y="47232"/>
                </a:lnTo>
                <a:lnTo>
                  <a:pt x="2784530" y="47504"/>
                </a:lnTo>
                <a:lnTo>
                  <a:pt x="2785813" y="47847"/>
                </a:lnTo>
                <a:lnTo>
                  <a:pt x="2787085" y="48267"/>
                </a:lnTo>
                <a:lnTo>
                  <a:pt x="2788341" y="48769"/>
                </a:lnTo>
                <a:lnTo>
                  <a:pt x="2789574" y="49356"/>
                </a:lnTo>
                <a:lnTo>
                  <a:pt x="2790780" y="50034"/>
                </a:lnTo>
                <a:lnTo>
                  <a:pt x="2791953" y="50806"/>
                </a:lnTo>
                <a:lnTo>
                  <a:pt x="2793088" y="51677"/>
                </a:lnTo>
                <a:lnTo>
                  <a:pt x="2794180" y="52651"/>
                </a:lnTo>
                <a:lnTo>
                  <a:pt x="2795224" y="53734"/>
                </a:lnTo>
                <a:lnTo>
                  <a:pt x="2796214" y="54929"/>
                </a:lnTo>
                <a:lnTo>
                  <a:pt x="2797145" y="56240"/>
                </a:lnTo>
                <a:lnTo>
                  <a:pt x="2798011" y="57673"/>
                </a:lnTo>
                <a:lnTo>
                  <a:pt x="2798809" y="59231"/>
                </a:lnTo>
                <a:lnTo>
                  <a:pt x="2799531" y="60919"/>
                </a:lnTo>
                <a:lnTo>
                  <a:pt x="2800173" y="62742"/>
                </a:lnTo>
                <a:lnTo>
                  <a:pt x="2800730" y="64704"/>
                </a:lnTo>
                <a:lnTo>
                  <a:pt x="2801197" y="66809"/>
                </a:lnTo>
                <a:lnTo>
                  <a:pt x="2801567" y="69062"/>
                </a:lnTo>
                <a:lnTo>
                  <a:pt x="2801836" y="71467"/>
                </a:lnTo>
                <a:lnTo>
                  <a:pt x="2750555" y="71467"/>
                </a:lnTo>
                <a:lnTo>
                  <a:pt x="2750937" y="69726"/>
                </a:lnTo>
                <a:lnTo>
                  <a:pt x="2751407" y="68024"/>
                </a:lnTo>
                <a:lnTo>
                  <a:pt x="2751961" y="66364"/>
                </a:lnTo>
                <a:lnTo>
                  <a:pt x="2752597" y="64750"/>
                </a:lnTo>
                <a:lnTo>
                  <a:pt x="2753312" y="63185"/>
                </a:lnTo>
                <a:close/>
                <a:moveTo>
                  <a:pt x="3017064" y="95752"/>
                </a:moveTo>
                <a:lnTo>
                  <a:pt x="3016778" y="95392"/>
                </a:lnTo>
                <a:lnTo>
                  <a:pt x="3016463" y="95073"/>
                </a:lnTo>
                <a:lnTo>
                  <a:pt x="3016126" y="94791"/>
                </a:lnTo>
                <a:lnTo>
                  <a:pt x="3015769" y="94544"/>
                </a:lnTo>
                <a:lnTo>
                  <a:pt x="3015398" y="94330"/>
                </a:lnTo>
                <a:lnTo>
                  <a:pt x="3015016" y="94146"/>
                </a:lnTo>
                <a:lnTo>
                  <a:pt x="3014628" y="93991"/>
                </a:lnTo>
                <a:lnTo>
                  <a:pt x="3014239" y="93861"/>
                </a:lnTo>
                <a:lnTo>
                  <a:pt x="3013852" y="93755"/>
                </a:lnTo>
                <a:lnTo>
                  <a:pt x="3013473" y="93670"/>
                </a:lnTo>
                <a:lnTo>
                  <a:pt x="3013104" y="93604"/>
                </a:lnTo>
                <a:lnTo>
                  <a:pt x="3012752" y="93554"/>
                </a:lnTo>
                <a:lnTo>
                  <a:pt x="3012419" y="93519"/>
                </a:lnTo>
                <a:lnTo>
                  <a:pt x="3012111" y="93495"/>
                </a:lnTo>
                <a:lnTo>
                  <a:pt x="3011832" y="93480"/>
                </a:lnTo>
                <a:lnTo>
                  <a:pt x="3011585" y="93473"/>
                </a:lnTo>
                <a:lnTo>
                  <a:pt x="3011377" y="93470"/>
                </a:lnTo>
                <a:lnTo>
                  <a:pt x="3011210" y="93470"/>
                </a:lnTo>
                <a:lnTo>
                  <a:pt x="3010786" y="93473"/>
                </a:lnTo>
                <a:lnTo>
                  <a:pt x="3010381" y="93483"/>
                </a:lnTo>
                <a:lnTo>
                  <a:pt x="3009995" y="93502"/>
                </a:lnTo>
                <a:lnTo>
                  <a:pt x="3009627" y="93530"/>
                </a:lnTo>
                <a:lnTo>
                  <a:pt x="3009276" y="93568"/>
                </a:lnTo>
                <a:lnTo>
                  <a:pt x="3008941" y="93618"/>
                </a:lnTo>
                <a:lnTo>
                  <a:pt x="3008622" y="93680"/>
                </a:lnTo>
                <a:lnTo>
                  <a:pt x="3008317" y="93756"/>
                </a:lnTo>
                <a:lnTo>
                  <a:pt x="3008027" y="93847"/>
                </a:lnTo>
                <a:lnTo>
                  <a:pt x="3007750" y="93953"/>
                </a:lnTo>
                <a:lnTo>
                  <a:pt x="3007486" y="94077"/>
                </a:lnTo>
                <a:lnTo>
                  <a:pt x="3007233" y="94218"/>
                </a:lnTo>
                <a:lnTo>
                  <a:pt x="3006991" y="94379"/>
                </a:lnTo>
                <a:lnTo>
                  <a:pt x="3006760" y="94560"/>
                </a:lnTo>
                <a:lnTo>
                  <a:pt x="3006538" y="94762"/>
                </a:lnTo>
                <a:lnTo>
                  <a:pt x="3006325" y="94987"/>
                </a:lnTo>
                <a:lnTo>
                  <a:pt x="3006120" y="95235"/>
                </a:lnTo>
                <a:lnTo>
                  <a:pt x="3005923" y="95508"/>
                </a:lnTo>
                <a:lnTo>
                  <a:pt x="3005731" y="95806"/>
                </a:lnTo>
                <a:lnTo>
                  <a:pt x="3005546" y="96131"/>
                </a:lnTo>
                <a:lnTo>
                  <a:pt x="3005366" y="96484"/>
                </a:lnTo>
                <a:lnTo>
                  <a:pt x="3005189" y="96866"/>
                </a:lnTo>
                <a:lnTo>
                  <a:pt x="3005017" y="97278"/>
                </a:lnTo>
                <a:lnTo>
                  <a:pt x="3004847" y="97721"/>
                </a:lnTo>
                <a:lnTo>
                  <a:pt x="3004285" y="98908"/>
                </a:lnTo>
                <a:lnTo>
                  <a:pt x="3003664" y="100015"/>
                </a:lnTo>
                <a:lnTo>
                  <a:pt x="3002989" y="101042"/>
                </a:lnTo>
                <a:lnTo>
                  <a:pt x="3002263" y="101993"/>
                </a:lnTo>
                <a:lnTo>
                  <a:pt x="3001493" y="102871"/>
                </a:lnTo>
                <a:lnTo>
                  <a:pt x="3000683" y="103678"/>
                </a:lnTo>
                <a:lnTo>
                  <a:pt x="2999838" y="104417"/>
                </a:lnTo>
                <a:lnTo>
                  <a:pt x="2998963" y="105092"/>
                </a:lnTo>
                <a:lnTo>
                  <a:pt x="2998062" y="105704"/>
                </a:lnTo>
                <a:lnTo>
                  <a:pt x="2997140" y="106257"/>
                </a:lnTo>
                <a:lnTo>
                  <a:pt x="2996203" y="106752"/>
                </a:lnTo>
                <a:lnTo>
                  <a:pt x="2995255" y="107194"/>
                </a:lnTo>
                <a:lnTo>
                  <a:pt x="2994301" y="107585"/>
                </a:lnTo>
                <a:lnTo>
                  <a:pt x="2993345" y="107927"/>
                </a:lnTo>
                <a:lnTo>
                  <a:pt x="2992394" y="108224"/>
                </a:lnTo>
                <a:lnTo>
                  <a:pt x="2991451" y="108477"/>
                </a:lnTo>
                <a:lnTo>
                  <a:pt x="2990521" y="108691"/>
                </a:lnTo>
                <a:lnTo>
                  <a:pt x="2989609" y="108867"/>
                </a:lnTo>
                <a:lnTo>
                  <a:pt x="2988721" y="109008"/>
                </a:lnTo>
                <a:lnTo>
                  <a:pt x="2987861" y="109118"/>
                </a:lnTo>
                <a:lnTo>
                  <a:pt x="2987033" y="109198"/>
                </a:lnTo>
                <a:lnTo>
                  <a:pt x="2986243" y="109252"/>
                </a:lnTo>
                <a:lnTo>
                  <a:pt x="2985496" y="109282"/>
                </a:lnTo>
                <a:lnTo>
                  <a:pt x="2984796" y="109292"/>
                </a:lnTo>
                <a:lnTo>
                  <a:pt x="2982989" y="109242"/>
                </a:lnTo>
                <a:lnTo>
                  <a:pt x="2981188" y="109092"/>
                </a:lnTo>
                <a:lnTo>
                  <a:pt x="2979396" y="108845"/>
                </a:lnTo>
                <a:lnTo>
                  <a:pt x="2977619" y="108501"/>
                </a:lnTo>
                <a:lnTo>
                  <a:pt x="2975862" y="108060"/>
                </a:lnTo>
                <a:lnTo>
                  <a:pt x="2974129" y="107526"/>
                </a:lnTo>
                <a:lnTo>
                  <a:pt x="2972426" y="106897"/>
                </a:lnTo>
                <a:lnTo>
                  <a:pt x="2970758" y="106177"/>
                </a:lnTo>
                <a:lnTo>
                  <a:pt x="2969129" y="105365"/>
                </a:lnTo>
                <a:lnTo>
                  <a:pt x="2967545" y="104463"/>
                </a:lnTo>
                <a:lnTo>
                  <a:pt x="2966010" y="103473"/>
                </a:lnTo>
                <a:lnTo>
                  <a:pt x="2964529" y="102394"/>
                </a:lnTo>
                <a:lnTo>
                  <a:pt x="2963108" y="101229"/>
                </a:lnTo>
                <a:lnTo>
                  <a:pt x="2961750" y="99979"/>
                </a:lnTo>
                <a:lnTo>
                  <a:pt x="2960462" y="98644"/>
                </a:lnTo>
                <a:lnTo>
                  <a:pt x="2959248" y="97227"/>
                </a:lnTo>
                <a:lnTo>
                  <a:pt x="2958113" y="95727"/>
                </a:lnTo>
                <a:lnTo>
                  <a:pt x="2957061" y="94147"/>
                </a:lnTo>
                <a:lnTo>
                  <a:pt x="2956099" y="92487"/>
                </a:lnTo>
                <a:lnTo>
                  <a:pt x="2955230" y="90749"/>
                </a:lnTo>
                <a:lnTo>
                  <a:pt x="2954460" y="88933"/>
                </a:lnTo>
                <a:lnTo>
                  <a:pt x="2953794" y="87042"/>
                </a:lnTo>
                <a:lnTo>
                  <a:pt x="2953236" y="85075"/>
                </a:lnTo>
                <a:lnTo>
                  <a:pt x="2952792" y="83034"/>
                </a:lnTo>
                <a:lnTo>
                  <a:pt x="3010245" y="83034"/>
                </a:lnTo>
                <a:lnTo>
                  <a:pt x="3010749" y="83034"/>
                </a:lnTo>
                <a:lnTo>
                  <a:pt x="3011247" y="83030"/>
                </a:lnTo>
                <a:lnTo>
                  <a:pt x="3011738" y="83021"/>
                </a:lnTo>
                <a:lnTo>
                  <a:pt x="3012222" y="83001"/>
                </a:lnTo>
                <a:lnTo>
                  <a:pt x="3012695" y="82970"/>
                </a:lnTo>
                <a:lnTo>
                  <a:pt x="3013157" y="82923"/>
                </a:lnTo>
                <a:lnTo>
                  <a:pt x="3013607" y="82858"/>
                </a:lnTo>
                <a:lnTo>
                  <a:pt x="3014043" y="82770"/>
                </a:lnTo>
                <a:lnTo>
                  <a:pt x="3014463" y="82658"/>
                </a:lnTo>
                <a:lnTo>
                  <a:pt x="3014867" y="82519"/>
                </a:lnTo>
                <a:lnTo>
                  <a:pt x="3015252" y="82348"/>
                </a:lnTo>
                <a:lnTo>
                  <a:pt x="3015618" y="82143"/>
                </a:lnTo>
                <a:lnTo>
                  <a:pt x="3015963" y="81901"/>
                </a:lnTo>
                <a:lnTo>
                  <a:pt x="3016285" y="81619"/>
                </a:lnTo>
                <a:lnTo>
                  <a:pt x="3016583" y="81293"/>
                </a:lnTo>
                <a:lnTo>
                  <a:pt x="3016856" y="80921"/>
                </a:lnTo>
                <a:lnTo>
                  <a:pt x="3017102" y="80500"/>
                </a:lnTo>
                <a:lnTo>
                  <a:pt x="3017320" y="80026"/>
                </a:lnTo>
                <a:lnTo>
                  <a:pt x="3017508" y="79496"/>
                </a:lnTo>
                <a:lnTo>
                  <a:pt x="3017665" y="78908"/>
                </a:lnTo>
                <a:lnTo>
                  <a:pt x="3017790" y="78257"/>
                </a:lnTo>
                <a:lnTo>
                  <a:pt x="3017881" y="77541"/>
                </a:lnTo>
                <a:lnTo>
                  <a:pt x="3017936" y="76758"/>
                </a:lnTo>
                <a:lnTo>
                  <a:pt x="3017955" y="75903"/>
                </a:lnTo>
                <a:lnTo>
                  <a:pt x="3017891" y="73172"/>
                </a:lnTo>
                <a:lnTo>
                  <a:pt x="3017698" y="70480"/>
                </a:lnTo>
                <a:lnTo>
                  <a:pt x="3017376" y="67834"/>
                </a:lnTo>
                <a:lnTo>
                  <a:pt x="3016925" y="65241"/>
                </a:lnTo>
                <a:lnTo>
                  <a:pt x="3016345" y="62707"/>
                </a:lnTo>
                <a:lnTo>
                  <a:pt x="3015636" y="60240"/>
                </a:lnTo>
                <a:lnTo>
                  <a:pt x="3014797" y="57846"/>
                </a:lnTo>
                <a:lnTo>
                  <a:pt x="3013828" y="55533"/>
                </a:lnTo>
                <a:lnTo>
                  <a:pt x="3012730" y="53306"/>
                </a:lnTo>
                <a:lnTo>
                  <a:pt x="3011501" y="51174"/>
                </a:lnTo>
                <a:lnTo>
                  <a:pt x="3010143" y="49142"/>
                </a:lnTo>
                <a:lnTo>
                  <a:pt x="3008653" y="47218"/>
                </a:lnTo>
                <a:lnTo>
                  <a:pt x="3007034" y="45408"/>
                </a:lnTo>
                <a:lnTo>
                  <a:pt x="3005283" y="43720"/>
                </a:lnTo>
                <a:lnTo>
                  <a:pt x="3003402" y="42160"/>
                </a:lnTo>
                <a:lnTo>
                  <a:pt x="3001390" y="40735"/>
                </a:lnTo>
                <a:lnTo>
                  <a:pt x="2999246" y="39452"/>
                </a:lnTo>
                <a:lnTo>
                  <a:pt x="2996971" y="38317"/>
                </a:lnTo>
                <a:lnTo>
                  <a:pt x="2994565" y="37339"/>
                </a:lnTo>
                <a:lnTo>
                  <a:pt x="2992027" y="36523"/>
                </a:lnTo>
                <a:lnTo>
                  <a:pt x="2989357" y="35876"/>
                </a:lnTo>
                <a:lnTo>
                  <a:pt x="2986555" y="35406"/>
                </a:lnTo>
                <a:lnTo>
                  <a:pt x="2983620" y="35119"/>
                </a:lnTo>
                <a:lnTo>
                  <a:pt x="2980554" y="35021"/>
                </a:lnTo>
                <a:lnTo>
                  <a:pt x="2977710" y="35121"/>
                </a:lnTo>
                <a:lnTo>
                  <a:pt x="2974918" y="35415"/>
                </a:lnTo>
                <a:lnTo>
                  <a:pt x="2972185" y="35896"/>
                </a:lnTo>
                <a:lnTo>
                  <a:pt x="2969517" y="36560"/>
                </a:lnTo>
                <a:lnTo>
                  <a:pt x="2966919" y="37398"/>
                </a:lnTo>
                <a:lnTo>
                  <a:pt x="2964398" y="38405"/>
                </a:lnTo>
                <a:lnTo>
                  <a:pt x="2961960" y="39574"/>
                </a:lnTo>
                <a:lnTo>
                  <a:pt x="2959611" y="40900"/>
                </a:lnTo>
                <a:lnTo>
                  <a:pt x="2957356" y="42374"/>
                </a:lnTo>
                <a:lnTo>
                  <a:pt x="2955203" y="43991"/>
                </a:lnTo>
                <a:lnTo>
                  <a:pt x="2953158" y="45745"/>
                </a:lnTo>
                <a:lnTo>
                  <a:pt x="2951225" y="47628"/>
                </a:lnTo>
                <a:lnTo>
                  <a:pt x="2949412" y="49636"/>
                </a:lnTo>
                <a:lnTo>
                  <a:pt x="2947725" y="51760"/>
                </a:lnTo>
                <a:lnTo>
                  <a:pt x="2946170" y="53995"/>
                </a:lnTo>
                <a:lnTo>
                  <a:pt x="2944752" y="56334"/>
                </a:lnTo>
                <a:lnTo>
                  <a:pt x="2943478" y="58771"/>
                </a:lnTo>
                <a:lnTo>
                  <a:pt x="2942354" y="61299"/>
                </a:lnTo>
                <a:lnTo>
                  <a:pt x="2941387" y="63912"/>
                </a:lnTo>
                <a:lnTo>
                  <a:pt x="2940581" y="66603"/>
                </a:lnTo>
                <a:lnTo>
                  <a:pt x="2939944" y="69367"/>
                </a:lnTo>
                <a:lnTo>
                  <a:pt x="2939482" y="72196"/>
                </a:lnTo>
                <a:lnTo>
                  <a:pt x="2939199" y="75084"/>
                </a:lnTo>
                <a:lnTo>
                  <a:pt x="2939104" y="78024"/>
                </a:lnTo>
                <a:lnTo>
                  <a:pt x="2939204" y="80947"/>
                </a:lnTo>
                <a:lnTo>
                  <a:pt x="2939502" y="83820"/>
                </a:lnTo>
                <a:lnTo>
                  <a:pt x="2939989" y="86637"/>
                </a:lnTo>
                <a:lnTo>
                  <a:pt x="2940662" y="89392"/>
                </a:lnTo>
                <a:lnTo>
                  <a:pt x="2941512" y="92078"/>
                </a:lnTo>
                <a:lnTo>
                  <a:pt x="2942535" y="94688"/>
                </a:lnTo>
                <a:lnTo>
                  <a:pt x="2943724" y="97215"/>
                </a:lnTo>
                <a:lnTo>
                  <a:pt x="2945073" y="99653"/>
                </a:lnTo>
                <a:lnTo>
                  <a:pt x="2946577" y="101996"/>
                </a:lnTo>
                <a:lnTo>
                  <a:pt x="2948228" y="104235"/>
                </a:lnTo>
                <a:lnTo>
                  <a:pt x="2950020" y="106366"/>
                </a:lnTo>
                <a:lnTo>
                  <a:pt x="2951949" y="108380"/>
                </a:lnTo>
                <a:lnTo>
                  <a:pt x="2954007" y="110272"/>
                </a:lnTo>
                <a:lnTo>
                  <a:pt x="2956188" y="112034"/>
                </a:lnTo>
                <a:lnTo>
                  <a:pt x="2958486" y="113660"/>
                </a:lnTo>
                <a:lnTo>
                  <a:pt x="2960896" y="115144"/>
                </a:lnTo>
                <a:lnTo>
                  <a:pt x="2963411" y="116478"/>
                </a:lnTo>
                <a:lnTo>
                  <a:pt x="2966025" y="117655"/>
                </a:lnTo>
                <a:lnTo>
                  <a:pt x="2968732" y="118670"/>
                </a:lnTo>
                <a:lnTo>
                  <a:pt x="2971526" y="119516"/>
                </a:lnTo>
                <a:lnTo>
                  <a:pt x="2974400" y="120185"/>
                </a:lnTo>
                <a:lnTo>
                  <a:pt x="2977349" y="120671"/>
                </a:lnTo>
                <a:lnTo>
                  <a:pt x="2980366" y="120968"/>
                </a:lnTo>
                <a:lnTo>
                  <a:pt x="2983445" y="121068"/>
                </a:lnTo>
                <a:lnTo>
                  <a:pt x="2986542" y="120980"/>
                </a:lnTo>
                <a:lnTo>
                  <a:pt x="2989471" y="120724"/>
                </a:lnTo>
                <a:lnTo>
                  <a:pt x="2992235" y="120313"/>
                </a:lnTo>
                <a:lnTo>
                  <a:pt x="2994838" y="119760"/>
                </a:lnTo>
                <a:lnTo>
                  <a:pt x="2997284" y="119078"/>
                </a:lnTo>
                <a:lnTo>
                  <a:pt x="2999574" y="118280"/>
                </a:lnTo>
                <a:lnTo>
                  <a:pt x="3001713" y="117379"/>
                </a:lnTo>
                <a:lnTo>
                  <a:pt x="3003703" y="116389"/>
                </a:lnTo>
                <a:lnTo>
                  <a:pt x="3005548" y="115321"/>
                </a:lnTo>
                <a:lnTo>
                  <a:pt x="3007251" y="114189"/>
                </a:lnTo>
                <a:lnTo>
                  <a:pt x="3008815" y="113005"/>
                </a:lnTo>
                <a:lnTo>
                  <a:pt x="3010244" y="111784"/>
                </a:lnTo>
                <a:lnTo>
                  <a:pt x="3011540" y="110538"/>
                </a:lnTo>
                <a:lnTo>
                  <a:pt x="3012706" y="109279"/>
                </a:lnTo>
                <a:lnTo>
                  <a:pt x="3013746" y="108021"/>
                </a:lnTo>
                <a:lnTo>
                  <a:pt x="3014664" y="106777"/>
                </a:lnTo>
                <a:lnTo>
                  <a:pt x="3015461" y="105560"/>
                </a:lnTo>
                <a:lnTo>
                  <a:pt x="3016142" y="104382"/>
                </a:lnTo>
                <a:lnTo>
                  <a:pt x="3016709" y="103257"/>
                </a:lnTo>
                <a:lnTo>
                  <a:pt x="3017166" y="102198"/>
                </a:lnTo>
                <a:lnTo>
                  <a:pt x="3017516" y="101218"/>
                </a:lnTo>
                <a:lnTo>
                  <a:pt x="3017762" y="100328"/>
                </a:lnTo>
                <a:lnTo>
                  <a:pt x="3017908" y="99544"/>
                </a:lnTo>
                <a:lnTo>
                  <a:pt x="3017955" y="98878"/>
                </a:lnTo>
                <a:lnTo>
                  <a:pt x="3017927" y="98231"/>
                </a:lnTo>
                <a:lnTo>
                  <a:pt x="3017845" y="97637"/>
                </a:lnTo>
                <a:lnTo>
                  <a:pt x="3017713" y="97094"/>
                </a:lnTo>
                <a:lnTo>
                  <a:pt x="3017536" y="96601"/>
                </a:lnTo>
                <a:lnTo>
                  <a:pt x="3017318" y="96154"/>
                </a:lnTo>
                <a:lnTo>
                  <a:pt x="3017064" y="95752"/>
                </a:lnTo>
                <a:close/>
                <a:moveTo>
                  <a:pt x="2955743" y="63185"/>
                </a:moveTo>
                <a:lnTo>
                  <a:pt x="2956534" y="61671"/>
                </a:lnTo>
                <a:lnTo>
                  <a:pt x="2957399" y="60212"/>
                </a:lnTo>
                <a:lnTo>
                  <a:pt x="2958334" y="58811"/>
                </a:lnTo>
                <a:lnTo>
                  <a:pt x="2959336" y="57470"/>
                </a:lnTo>
                <a:lnTo>
                  <a:pt x="2960404" y="56194"/>
                </a:lnTo>
                <a:lnTo>
                  <a:pt x="2961533" y="54985"/>
                </a:lnTo>
                <a:lnTo>
                  <a:pt x="2962721" y="53846"/>
                </a:lnTo>
                <a:lnTo>
                  <a:pt x="2963966" y="52780"/>
                </a:lnTo>
                <a:lnTo>
                  <a:pt x="2965264" y="51791"/>
                </a:lnTo>
                <a:lnTo>
                  <a:pt x="2966613" y="50881"/>
                </a:lnTo>
                <a:lnTo>
                  <a:pt x="2968009" y="50054"/>
                </a:lnTo>
                <a:lnTo>
                  <a:pt x="2969450" y="49313"/>
                </a:lnTo>
                <a:lnTo>
                  <a:pt x="2970933" y="48660"/>
                </a:lnTo>
                <a:lnTo>
                  <a:pt x="2972455" y="48100"/>
                </a:lnTo>
                <a:lnTo>
                  <a:pt x="2974014" y="47634"/>
                </a:lnTo>
                <a:lnTo>
                  <a:pt x="2975606" y="47267"/>
                </a:lnTo>
                <a:lnTo>
                  <a:pt x="2977228" y="47000"/>
                </a:lnTo>
                <a:lnTo>
                  <a:pt x="2978878" y="46838"/>
                </a:lnTo>
                <a:lnTo>
                  <a:pt x="2980554" y="46783"/>
                </a:lnTo>
                <a:lnTo>
                  <a:pt x="2981816" y="46809"/>
                </a:lnTo>
                <a:lnTo>
                  <a:pt x="2983093" y="46890"/>
                </a:lnTo>
                <a:lnTo>
                  <a:pt x="2984380" y="47029"/>
                </a:lnTo>
                <a:lnTo>
                  <a:pt x="2985671" y="47232"/>
                </a:lnTo>
                <a:lnTo>
                  <a:pt x="2986961" y="47504"/>
                </a:lnTo>
                <a:lnTo>
                  <a:pt x="2988244" y="47847"/>
                </a:lnTo>
                <a:lnTo>
                  <a:pt x="2989516" y="48267"/>
                </a:lnTo>
                <a:lnTo>
                  <a:pt x="2990772" y="48769"/>
                </a:lnTo>
                <a:lnTo>
                  <a:pt x="2992005" y="49356"/>
                </a:lnTo>
                <a:lnTo>
                  <a:pt x="2993211" y="50034"/>
                </a:lnTo>
                <a:lnTo>
                  <a:pt x="2994384" y="50806"/>
                </a:lnTo>
                <a:lnTo>
                  <a:pt x="2995519" y="51677"/>
                </a:lnTo>
                <a:lnTo>
                  <a:pt x="2996611" y="52651"/>
                </a:lnTo>
                <a:lnTo>
                  <a:pt x="2997655" y="53734"/>
                </a:lnTo>
                <a:lnTo>
                  <a:pt x="2998645" y="54929"/>
                </a:lnTo>
                <a:lnTo>
                  <a:pt x="2999576" y="56240"/>
                </a:lnTo>
                <a:lnTo>
                  <a:pt x="3000442" y="57673"/>
                </a:lnTo>
                <a:lnTo>
                  <a:pt x="3001240" y="59231"/>
                </a:lnTo>
                <a:lnTo>
                  <a:pt x="3001962" y="60919"/>
                </a:lnTo>
                <a:lnTo>
                  <a:pt x="3002604" y="62742"/>
                </a:lnTo>
                <a:lnTo>
                  <a:pt x="3003161" y="64704"/>
                </a:lnTo>
                <a:lnTo>
                  <a:pt x="3003628" y="66809"/>
                </a:lnTo>
                <a:lnTo>
                  <a:pt x="3003998" y="69062"/>
                </a:lnTo>
                <a:lnTo>
                  <a:pt x="3004267" y="71467"/>
                </a:lnTo>
                <a:lnTo>
                  <a:pt x="2952986" y="71467"/>
                </a:lnTo>
                <a:lnTo>
                  <a:pt x="2953368" y="69726"/>
                </a:lnTo>
                <a:lnTo>
                  <a:pt x="2953838" y="68024"/>
                </a:lnTo>
                <a:lnTo>
                  <a:pt x="2954392" y="66364"/>
                </a:lnTo>
                <a:lnTo>
                  <a:pt x="2955028" y="64750"/>
                </a:lnTo>
                <a:lnTo>
                  <a:pt x="2955743" y="63185"/>
                </a:lnTo>
                <a:close/>
                <a:moveTo>
                  <a:pt x="3215441" y="83549"/>
                </a:moveTo>
                <a:lnTo>
                  <a:pt x="3214157" y="82006"/>
                </a:lnTo>
                <a:lnTo>
                  <a:pt x="3212746" y="80590"/>
                </a:lnTo>
                <a:lnTo>
                  <a:pt x="3211228" y="79297"/>
                </a:lnTo>
                <a:lnTo>
                  <a:pt x="3209621" y="78120"/>
                </a:lnTo>
                <a:lnTo>
                  <a:pt x="3207944" y="77053"/>
                </a:lnTo>
                <a:lnTo>
                  <a:pt x="3206216" y="76092"/>
                </a:lnTo>
                <a:lnTo>
                  <a:pt x="3204456" y="75230"/>
                </a:lnTo>
                <a:lnTo>
                  <a:pt x="3202682" y="74463"/>
                </a:lnTo>
                <a:lnTo>
                  <a:pt x="3200914" y="73783"/>
                </a:lnTo>
                <a:lnTo>
                  <a:pt x="3199171" y="73186"/>
                </a:lnTo>
                <a:lnTo>
                  <a:pt x="3197472" y="72666"/>
                </a:lnTo>
                <a:lnTo>
                  <a:pt x="3195834" y="72218"/>
                </a:lnTo>
                <a:lnTo>
                  <a:pt x="3194279" y="71835"/>
                </a:lnTo>
                <a:lnTo>
                  <a:pt x="3192823" y="71513"/>
                </a:lnTo>
                <a:lnTo>
                  <a:pt x="3191487" y="71245"/>
                </a:lnTo>
                <a:lnTo>
                  <a:pt x="3190288" y="71026"/>
                </a:lnTo>
                <a:lnTo>
                  <a:pt x="3189247" y="70851"/>
                </a:lnTo>
                <a:lnTo>
                  <a:pt x="3188382" y="70713"/>
                </a:lnTo>
                <a:lnTo>
                  <a:pt x="3175273" y="68398"/>
                </a:lnTo>
                <a:lnTo>
                  <a:pt x="3174536" y="68293"/>
                </a:lnTo>
                <a:lnTo>
                  <a:pt x="3173730" y="68170"/>
                </a:lnTo>
                <a:lnTo>
                  <a:pt x="3172864" y="68029"/>
                </a:lnTo>
                <a:lnTo>
                  <a:pt x="3171946" y="67866"/>
                </a:lnTo>
                <a:lnTo>
                  <a:pt x="3170986" y="67681"/>
                </a:lnTo>
                <a:lnTo>
                  <a:pt x="3169992" y="67471"/>
                </a:lnTo>
                <a:lnTo>
                  <a:pt x="3168973" y="67237"/>
                </a:lnTo>
                <a:lnTo>
                  <a:pt x="3167939" y="66975"/>
                </a:lnTo>
                <a:lnTo>
                  <a:pt x="3166899" y="66684"/>
                </a:lnTo>
                <a:lnTo>
                  <a:pt x="3165860" y="66363"/>
                </a:lnTo>
                <a:lnTo>
                  <a:pt x="3164833" y="66009"/>
                </a:lnTo>
                <a:lnTo>
                  <a:pt x="3163826" y="65623"/>
                </a:lnTo>
                <a:lnTo>
                  <a:pt x="3162848" y="65201"/>
                </a:lnTo>
                <a:lnTo>
                  <a:pt x="3161908" y="64742"/>
                </a:lnTo>
                <a:lnTo>
                  <a:pt x="3161015" y="64245"/>
                </a:lnTo>
                <a:lnTo>
                  <a:pt x="3160178" y="63708"/>
                </a:lnTo>
                <a:lnTo>
                  <a:pt x="3159406" y="63130"/>
                </a:lnTo>
                <a:lnTo>
                  <a:pt x="3158708" y="62508"/>
                </a:lnTo>
                <a:lnTo>
                  <a:pt x="3158093" y="61842"/>
                </a:lnTo>
                <a:lnTo>
                  <a:pt x="3157569" y="61129"/>
                </a:lnTo>
                <a:lnTo>
                  <a:pt x="3157146" y="60368"/>
                </a:lnTo>
                <a:lnTo>
                  <a:pt x="3156833" y="59558"/>
                </a:lnTo>
                <a:lnTo>
                  <a:pt x="3156639" y="58697"/>
                </a:lnTo>
                <a:lnTo>
                  <a:pt x="3156572" y="57783"/>
                </a:lnTo>
                <a:lnTo>
                  <a:pt x="3156605" y="57152"/>
                </a:lnTo>
                <a:lnTo>
                  <a:pt x="3156704" y="56513"/>
                </a:lnTo>
                <a:lnTo>
                  <a:pt x="3156873" y="55871"/>
                </a:lnTo>
                <a:lnTo>
                  <a:pt x="3157114" y="55227"/>
                </a:lnTo>
                <a:lnTo>
                  <a:pt x="3157430" y="54585"/>
                </a:lnTo>
                <a:lnTo>
                  <a:pt x="3157822" y="53949"/>
                </a:lnTo>
                <a:lnTo>
                  <a:pt x="3158295" y="53320"/>
                </a:lnTo>
                <a:lnTo>
                  <a:pt x="3158850" y="52702"/>
                </a:lnTo>
                <a:lnTo>
                  <a:pt x="3159490" y="52099"/>
                </a:lnTo>
                <a:lnTo>
                  <a:pt x="3160218" y="51512"/>
                </a:lnTo>
                <a:lnTo>
                  <a:pt x="3161036" y="50946"/>
                </a:lnTo>
                <a:lnTo>
                  <a:pt x="3161946" y="50402"/>
                </a:lnTo>
                <a:lnTo>
                  <a:pt x="3162952" y="49885"/>
                </a:lnTo>
                <a:lnTo>
                  <a:pt x="3164056" y="49397"/>
                </a:lnTo>
                <a:lnTo>
                  <a:pt x="3165261" y="48941"/>
                </a:lnTo>
                <a:lnTo>
                  <a:pt x="3166569" y="48521"/>
                </a:lnTo>
                <a:lnTo>
                  <a:pt x="3167982" y="48138"/>
                </a:lnTo>
                <a:lnTo>
                  <a:pt x="3169504" y="47797"/>
                </a:lnTo>
                <a:lnTo>
                  <a:pt x="3171137" y="47500"/>
                </a:lnTo>
                <a:lnTo>
                  <a:pt x="3172883" y="47250"/>
                </a:lnTo>
                <a:lnTo>
                  <a:pt x="3174746" y="47050"/>
                </a:lnTo>
                <a:lnTo>
                  <a:pt x="3176727" y="46904"/>
                </a:lnTo>
                <a:lnTo>
                  <a:pt x="3178830" y="46814"/>
                </a:lnTo>
                <a:lnTo>
                  <a:pt x="3181057" y="46783"/>
                </a:lnTo>
                <a:lnTo>
                  <a:pt x="3182988" y="46813"/>
                </a:lnTo>
                <a:lnTo>
                  <a:pt x="3184786" y="46900"/>
                </a:lnTo>
                <a:lnTo>
                  <a:pt x="3186455" y="47042"/>
                </a:lnTo>
                <a:lnTo>
                  <a:pt x="3188000" y="47235"/>
                </a:lnTo>
                <a:lnTo>
                  <a:pt x="3189426" y="47478"/>
                </a:lnTo>
                <a:lnTo>
                  <a:pt x="3190738" y="47766"/>
                </a:lnTo>
                <a:lnTo>
                  <a:pt x="3191940" y="48098"/>
                </a:lnTo>
                <a:lnTo>
                  <a:pt x="3193038" y="48470"/>
                </a:lnTo>
                <a:lnTo>
                  <a:pt x="3194036" y="48880"/>
                </a:lnTo>
                <a:lnTo>
                  <a:pt x="3194939" y="49324"/>
                </a:lnTo>
                <a:lnTo>
                  <a:pt x="3195752" y="49800"/>
                </a:lnTo>
                <a:lnTo>
                  <a:pt x="3196480" y="50305"/>
                </a:lnTo>
                <a:lnTo>
                  <a:pt x="3197127" y="50836"/>
                </a:lnTo>
                <a:lnTo>
                  <a:pt x="3197699" y="51391"/>
                </a:lnTo>
                <a:lnTo>
                  <a:pt x="3198201" y="51966"/>
                </a:lnTo>
                <a:lnTo>
                  <a:pt x="3198636" y="52558"/>
                </a:lnTo>
                <a:lnTo>
                  <a:pt x="3199011" y="53166"/>
                </a:lnTo>
                <a:lnTo>
                  <a:pt x="3199330" y="53785"/>
                </a:lnTo>
                <a:lnTo>
                  <a:pt x="3199598" y="54413"/>
                </a:lnTo>
                <a:lnTo>
                  <a:pt x="3199819" y="55047"/>
                </a:lnTo>
                <a:lnTo>
                  <a:pt x="3199998" y="55685"/>
                </a:lnTo>
                <a:lnTo>
                  <a:pt x="3200141" y="56323"/>
                </a:lnTo>
                <a:lnTo>
                  <a:pt x="3200253" y="56959"/>
                </a:lnTo>
                <a:lnTo>
                  <a:pt x="3200337" y="57589"/>
                </a:lnTo>
                <a:lnTo>
                  <a:pt x="3200362" y="57999"/>
                </a:lnTo>
                <a:lnTo>
                  <a:pt x="3200392" y="58408"/>
                </a:lnTo>
                <a:lnTo>
                  <a:pt x="3200428" y="58814"/>
                </a:lnTo>
                <a:lnTo>
                  <a:pt x="3200474" y="59215"/>
                </a:lnTo>
                <a:lnTo>
                  <a:pt x="3200531" y="59611"/>
                </a:lnTo>
                <a:lnTo>
                  <a:pt x="3200601" y="60000"/>
                </a:lnTo>
                <a:lnTo>
                  <a:pt x="3200688" y="60380"/>
                </a:lnTo>
                <a:lnTo>
                  <a:pt x="3200793" y="60750"/>
                </a:lnTo>
                <a:lnTo>
                  <a:pt x="3200919" y="61109"/>
                </a:lnTo>
                <a:lnTo>
                  <a:pt x="3201068" y="61455"/>
                </a:lnTo>
                <a:lnTo>
                  <a:pt x="3201242" y="61786"/>
                </a:lnTo>
                <a:lnTo>
                  <a:pt x="3201444" y="62102"/>
                </a:lnTo>
                <a:lnTo>
                  <a:pt x="3201677" y="62401"/>
                </a:lnTo>
                <a:lnTo>
                  <a:pt x="3201941" y="62681"/>
                </a:lnTo>
                <a:lnTo>
                  <a:pt x="3202241" y="62942"/>
                </a:lnTo>
                <a:lnTo>
                  <a:pt x="3202578" y="63181"/>
                </a:lnTo>
                <a:lnTo>
                  <a:pt x="3202954" y="63397"/>
                </a:lnTo>
                <a:lnTo>
                  <a:pt x="3203372" y="63589"/>
                </a:lnTo>
                <a:lnTo>
                  <a:pt x="3203835" y="63755"/>
                </a:lnTo>
                <a:lnTo>
                  <a:pt x="3204343" y="63895"/>
                </a:lnTo>
                <a:lnTo>
                  <a:pt x="3204901" y="64005"/>
                </a:lnTo>
                <a:lnTo>
                  <a:pt x="3205510" y="64086"/>
                </a:lnTo>
                <a:lnTo>
                  <a:pt x="3206173" y="64136"/>
                </a:lnTo>
                <a:lnTo>
                  <a:pt x="3206891" y="64153"/>
                </a:lnTo>
                <a:lnTo>
                  <a:pt x="3207700" y="64132"/>
                </a:lnTo>
                <a:lnTo>
                  <a:pt x="3208442" y="64071"/>
                </a:lnTo>
                <a:lnTo>
                  <a:pt x="3209119" y="63971"/>
                </a:lnTo>
                <a:lnTo>
                  <a:pt x="3209734" y="63835"/>
                </a:lnTo>
                <a:lnTo>
                  <a:pt x="3210291" y="63663"/>
                </a:lnTo>
                <a:lnTo>
                  <a:pt x="3210793" y="63459"/>
                </a:lnTo>
                <a:lnTo>
                  <a:pt x="3211241" y="63224"/>
                </a:lnTo>
                <a:lnTo>
                  <a:pt x="3211640" y="62959"/>
                </a:lnTo>
                <a:lnTo>
                  <a:pt x="3211992" y="62667"/>
                </a:lnTo>
                <a:lnTo>
                  <a:pt x="3212300" y="62349"/>
                </a:lnTo>
                <a:lnTo>
                  <a:pt x="3212567" y="62007"/>
                </a:lnTo>
                <a:lnTo>
                  <a:pt x="3212796" y="61643"/>
                </a:lnTo>
                <a:lnTo>
                  <a:pt x="3212990" y="61260"/>
                </a:lnTo>
                <a:lnTo>
                  <a:pt x="3213152" y="60858"/>
                </a:lnTo>
                <a:lnTo>
                  <a:pt x="3213284" y="60439"/>
                </a:lnTo>
                <a:lnTo>
                  <a:pt x="3213390" y="60006"/>
                </a:lnTo>
                <a:lnTo>
                  <a:pt x="3213472" y="59560"/>
                </a:lnTo>
                <a:lnTo>
                  <a:pt x="3213534" y="59104"/>
                </a:lnTo>
                <a:lnTo>
                  <a:pt x="3213579" y="58638"/>
                </a:lnTo>
                <a:lnTo>
                  <a:pt x="3213608" y="58165"/>
                </a:lnTo>
                <a:lnTo>
                  <a:pt x="3213627" y="57687"/>
                </a:lnTo>
                <a:lnTo>
                  <a:pt x="3213636" y="57205"/>
                </a:lnTo>
                <a:lnTo>
                  <a:pt x="3213639" y="56722"/>
                </a:lnTo>
                <a:lnTo>
                  <a:pt x="3213640" y="56239"/>
                </a:lnTo>
                <a:lnTo>
                  <a:pt x="3213640" y="42926"/>
                </a:lnTo>
                <a:lnTo>
                  <a:pt x="3213639" y="42532"/>
                </a:lnTo>
                <a:lnTo>
                  <a:pt x="3213636" y="42123"/>
                </a:lnTo>
                <a:lnTo>
                  <a:pt x="3213628" y="41702"/>
                </a:lnTo>
                <a:lnTo>
                  <a:pt x="3213613" y="41270"/>
                </a:lnTo>
                <a:lnTo>
                  <a:pt x="3213587" y="40832"/>
                </a:lnTo>
                <a:lnTo>
                  <a:pt x="3213549" y="40391"/>
                </a:lnTo>
                <a:lnTo>
                  <a:pt x="3213496" y="39948"/>
                </a:lnTo>
                <a:lnTo>
                  <a:pt x="3213425" y="39507"/>
                </a:lnTo>
                <a:lnTo>
                  <a:pt x="3213335" y="39070"/>
                </a:lnTo>
                <a:lnTo>
                  <a:pt x="3213221" y="38641"/>
                </a:lnTo>
                <a:lnTo>
                  <a:pt x="3213083" y="38223"/>
                </a:lnTo>
                <a:lnTo>
                  <a:pt x="3212916" y="37818"/>
                </a:lnTo>
                <a:lnTo>
                  <a:pt x="3212720" y="37428"/>
                </a:lnTo>
                <a:lnTo>
                  <a:pt x="3212491" y="37058"/>
                </a:lnTo>
                <a:lnTo>
                  <a:pt x="3212227" y="36710"/>
                </a:lnTo>
                <a:lnTo>
                  <a:pt x="3211925" y="36386"/>
                </a:lnTo>
                <a:lnTo>
                  <a:pt x="3211583" y="36089"/>
                </a:lnTo>
                <a:lnTo>
                  <a:pt x="3211199" y="35823"/>
                </a:lnTo>
                <a:lnTo>
                  <a:pt x="3210769" y="35590"/>
                </a:lnTo>
                <a:lnTo>
                  <a:pt x="3210291" y="35393"/>
                </a:lnTo>
                <a:lnTo>
                  <a:pt x="3209763" y="35235"/>
                </a:lnTo>
                <a:lnTo>
                  <a:pt x="3209183" y="35118"/>
                </a:lnTo>
                <a:lnTo>
                  <a:pt x="3208547" y="35046"/>
                </a:lnTo>
                <a:lnTo>
                  <a:pt x="3207853" y="35021"/>
                </a:lnTo>
                <a:lnTo>
                  <a:pt x="3207295" y="35035"/>
                </a:lnTo>
                <a:lnTo>
                  <a:pt x="3206775" y="35075"/>
                </a:lnTo>
                <a:lnTo>
                  <a:pt x="3206293" y="35140"/>
                </a:lnTo>
                <a:lnTo>
                  <a:pt x="3205846" y="35228"/>
                </a:lnTo>
                <a:lnTo>
                  <a:pt x="3205433" y="35336"/>
                </a:lnTo>
                <a:lnTo>
                  <a:pt x="3205053" y="35464"/>
                </a:lnTo>
                <a:lnTo>
                  <a:pt x="3204704" y="35610"/>
                </a:lnTo>
                <a:lnTo>
                  <a:pt x="3204384" y="35772"/>
                </a:lnTo>
                <a:lnTo>
                  <a:pt x="3204093" y="35947"/>
                </a:lnTo>
                <a:lnTo>
                  <a:pt x="3203828" y="36135"/>
                </a:lnTo>
                <a:lnTo>
                  <a:pt x="3203588" y="36333"/>
                </a:lnTo>
                <a:lnTo>
                  <a:pt x="3203372" y="36540"/>
                </a:lnTo>
                <a:lnTo>
                  <a:pt x="3203178" y="36755"/>
                </a:lnTo>
                <a:lnTo>
                  <a:pt x="3203004" y="36974"/>
                </a:lnTo>
                <a:lnTo>
                  <a:pt x="3202850" y="37197"/>
                </a:lnTo>
                <a:lnTo>
                  <a:pt x="3202713" y="37422"/>
                </a:lnTo>
                <a:lnTo>
                  <a:pt x="3202592" y="37647"/>
                </a:lnTo>
                <a:lnTo>
                  <a:pt x="3202486" y="37870"/>
                </a:lnTo>
                <a:lnTo>
                  <a:pt x="3202392" y="38089"/>
                </a:lnTo>
                <a:lnTo>
                  <a:pt x="3202311" y="38303"/>
                </a:lnTo>
                <a:lnTo>
                  <a:pt x="3202239" y="38511"/>
                </a:lnTo>
                <a:lnTo>
                  <a:pt x="3202176" y="38709"/>
                </a:lnTo>
                <a:lnTo>
                  <a:pt x="3202120" y="38897"/>
                </a:lnTo>
                <a:lnTo>
                  <a:pt x="3202070" y="39072"/>
                </a:lnTo>
                <a:lnTo>
                  <a:pt x="3201010" y="38587"/>
                </a:lnTo>
                <a:lnTo>
                  <a:pt x="3199952" y="38142"/>
                </a:lnTo>
                <a:lnTo>
                  <a:pt x="3198899" y="37735"/>
                </a:lnTo>
                <a:lnTo>
                  <a:pt x="3197851" y="37366"/>
                </a:lnTo>
                <a:lnTo>
                  <a:pt x="3196812" y="37031"/>
                </a:lnTo>
                <a:lnTo>
                  <a:pt x="3195784" y="36730"/>
                </a:lnTo>
                <a:lnTo>
                  <a:pt x="3194768" y="36461"/>
                </a:lnTo>
                <a:lnTo>
                  <a:pt x="3193766" y="36222"/>
                </a:lnTo>
                <a:lnTo>
                  <a:pt x="3192782" y="36010"/>
                </a:lnTo>
                <a:lnTo>
                  <a:pt x="3191816" y="35825"/>
                </a:lnTo>
                <a:lnTo>
                  <a:pt x="3190871" y="35665"/>
                </a:lnTo>
                <a:lnTo>
                  <a:pt x="3189949" y="35528"/>
                </a:lnTo>
                <a:lnTo>
                  <a:pt x="3189052" y="35411"/>
                </a:lnTo>
                <a:lnTo>
                  <a:pt x="3188182" y="35314"/>
                </a:lnTo>
                <a:lnTo>
                  <a:pt x="3187342" y="35235"/>
                </a:lnTo>
                <a:lnTo>
                  <a:pt x="3186533" y="35171"/>
                </a:lnTo>
                <a:lnTo>
                  <a:pt x="3185758" y="35122"/>
                </a:lnTo>
                <a:lnTo>
                  <a:pt x="3185018" y="35085"/>
                </a:lnTo>
                <a:lnTo>
                  <a:pt x="3184315" y="35058"/>
                </a:lnTo>
                <a:lnTo>
                  <a:pt x="3183653" y="35040"/>
                </a:lnTo>
                <a:lnTo>
                  <a:pt x="3183032" y="35029"/>
                </a:lnTo>
                <a:lnTo>
                  <a:pt x="3182455" y="35024"/>
                </a:lnTo>
                <a:lnTo>
                  <a:pt x="3181925" y="35022"/>
                </a:lnTo>
                <a:lnTo>
                  <a:pt x="3181442" y="35021"/>
                </a:lnTo>
                <a:lnTo>
                  <a:pt x="3177560" y="35102"/>
                </a:lnTo>
                <a:lnTo>
                  <a:pt x="3173958" y="35337"/>
                </a:lnTo>
                <a:lnTo>
                  <a:pt x="3170624" y="35714"/>
                </a:lnTo>
                <a:lnTo>
                  <a:pt x="3167549" y="36225"/>
                </a:lnTo>
                <a:lnTo>
                  <a:pt x="3164723" y="36858"/>
                </a:lnTo>
                <a:lnTo>
                  <a:pt x="3162135" y="37601"/>
                </a:lnTo>
                <a:lnTo>
                  <a:pt x="3159776" y="38445"/>
                </a:lnTo>
                <a:lnTo>
                  <a:pt x="3157635" y="39379"/>
                </a:lnTo>
                <a:lnTo>
                  <a:pt x="3155702" y="40392"/>
                </a:lnTo>
                <a:lnTo>
                  <a:pt x="3153968" y="41473"/>
                </a:lnTo>
                <a:lnTo>
                  <a:pt x="3152421" y="42612"/>
                </a:lnTo>
                <a:lnTo>
                  <a:pt x="3151052" y="43798"/>
                </a:lnTo>
                <a:lnTo>
                  <a:pt x="3149851" y="45019"/>
                </a:lnTo>
                <a:lnTo>
                  <a:pt x="3148808" y="46267"/>
                </a:lnTo>
                <a:lnTo>
                  <a:pt x="3147912" y="47529"/>
                </a:lnTo>
                <a:lnTo>
                  <a:pt x="3147153" y="48795"/>
                </a:lnTo>
                <a:lnTo>
                  <a:pt x="3146521" y="50054"/>
                </a:lnTo>
                <a:lnTo>
                  <a:pt x="3146007" y="51297"/>
                </a:lnTo>
                <a:lnTo>
                  <a:pt x="3145599" y="52510"/>
                </a:lnTo>
                <a:lnTo>
                  <a:pt x="3145289" y="53686"/>
                </a:lnTo>
                <a:lnTo>
                  <a:pt x="3145064" y="54811"/>
                </a:lnTo>
                <a:lnTo>
                  <a:pt x="3144917" y="55876"/>
                </a:lnTo>
                <a:lnTo>
                  <a:pt x="3144836" y="56871"/>
                </a:lnTo>
                <a:lnTo>
                  <a:pt x="3144811" y="57783"/>
                </a:lnTo>
                <a:lnTo>
                  <a:pt x="3144915" y="59928"/>
                </a:lnTo>
                <a:lnTo>
                  <a:pt x="3145220" y="61929"/>
                </a:lnTo>
                <a:lnTo>
                  <a:pt x="3145716" y="63790"/>
                </a:lnTo>
                <a:lnTo>
                  <a:pt x="3146393" y="65519"/>
                </a:lnTo>
                <a:lnTo>
                  <a:pt x="3147241" y="67121"/>
                </a:lnTo>
                <a:lnTo>
                  <a:pt x="3148251" y="68603"/>
                </a:lnTo>
                <a:lnTo>
                  <a:pt x="3149413" y="69970"/>
                </a:lnTo>
                <a:lnTo>
                  <a:pt x="3150716" y="71228"/>
                </a:lnTo>
                <a:lnTo>
                  <a:pt x="3152151" y="72384"/>
                </a:lnTo>
                <a:lnTo>
                  <a:pt x="3153709" y="73443"/>
                </a:lnTo>
                <a:lnTo>
                  <a:pt x="3155378" y="74412"/>
                </a:lnTo>
                <a:lnTo>
                  <a:pt x="3157150" y="75297"/>
                </a:lnTo>
                <a:lnTo>
                  <a:pt x="3159014" y="76103"/>
                </a:lnTo>
                <a:lnTo>
                  <a:pt x="3160960" y="76836"/>
                </a:lnTo>
                <a:lnTo>
                  <a:pt x="3162979" y="77504"/>
                </a:lnTo>
                <a:lnTo>
                  <a:pt x="3165061" y="78111"/>
                </a:lnTo>
                <a:lnTo>
                  <a:pt x="3167196" y="78664"/>
                </a:lnTo>
                <a:lnTo>
                  <a:pt x="3169374" y="79168"/>
                </a:lnTo>
                <a:lnTo>
                  <a:pt x="3171585" y="79630"/>
                </a:lnTo>
                <a:lnTo>
                  <a:pt x="3173820" y="80056"/>
                </a:lnTo>
                <a:lnTo>
                  <a:pt x="3176067" y="80452"/>
                </a:lnTo>
                <a:lnTo>
                  <a:pt x="3178319" y="80824"/>
                </a:lnTo>
                <a:lnTo>
                  <a:pt x="3180564" y="81178"/>
                </a:lnTo>
                <a:lnTo>
                  <a:pt x="3182792" y="81519"/>
                </a:lnTo>
                <a:lnTo>
                  <a:pt x="3184003" y="81718"/>
                </a:lnTo>
                <a:lnTo>
                  <a:pt x="3185266" y="81929"/>
                </a:lnTo>
                <a:lnTo>
                  <a:pt x="3186573" y="82157"/>
                </a:lnTo>
                <a:lnTo>
                  <a:pt x="3187914" y="82403"/>
                </a:lnTo>
                <a:lnTo>
                  <a:pt x="3189281" y="82671"/>
                </a:lnTo>
                <a:lnTo>
                  <a:pt x="3190663" y="82964"/>
                </a:lnTo>
                <a:lnTo>
                  <a:pt x="3192052" y="83285"/>
                </a:lnTo>
                <a:lnTo>
                  <a:pt x="3193438" y="83636"/>
                </a:lnTo>
                <a:lnTo>
                  <a:pt x="3194812" y="84020"/>
                </a:lnTo>
                <a:lnTo>
                  <a:pt x="3196165" y="84441"/>
                </a:lnTo>
                <a:lnTo>
                  <a:pt x="3197487" y="84901"/>
                </a:lnTo>
                <a:lnTo>
                  <a:pt x="3198769" y="85404"/>
                </a:lnTo>
                <a:lnTo>
                  <a:pt x="3200002" y="85952"/>
                </a:lnTo>
                <a:lnTo>
                  <a:pt x="3201177" y="86548"/>
                </a:lnTo>
                <a:lnTo>
                  <a:pt x="3202284" y="87195"/>
                </a:lnTo>
                <a:lnTo>
                  <a:pt x="3203313" y="87896"/>
                </a:lnTo>
                <a:lnTo>
                  <a:pt x="3204257" y="88654"/>
                </a:lnTo>
                <a:lnTo>
                  <a:pt x="3205104" y="89471"/>
                </a:lnTo>
                <a:lnTo>
                  <a:pt x="3205847" y="90352"/>
                </a:lnTo>
                <a:lnTo>
                  <a:pt x="3206476" y="91298"/>
                </a:lnTo>
                <a:lnTo>
                  <a:pt x="3206981" y="92313"/>
                </a:lnTo>
                <a:lnTo>
                  <a:pt x="3207353" y="93400"/>
                </a:lnTo>
                <a:lnTo>
                  <a:pt x="3207583" y="94561"/>
                </a:lnTo>
                <a:lnTo>
                  <a:pt x="3207662" y="95800"/>
                </a:lnTo>
                <a:lnTo>
                  <a:pt x="3207625" y="96688"/>
                </a:lnTo>
                <a:lnTo>
                  <a:pt x="3207512" y="97565"/>
                </a:lnTo>
                <a:lnTo>
                  <a:pt x="3207321" y="98430"/>
                </a:lnTo>
                <a:lnTo>
                  <a:pt x="3207052" y="99280"/>
                </a:lnTo>
                <a:lnTo>
                  <a:pt x="3206704" y="100111"/>
                </a:lnTo>
                <a:lnTo>
                  <a:pt x="3206273" y="100923"/>
                </a:lnTo>
                <a:lnTo>
                  <a:pt x="3205760" y="101712"/>
                </a:lnTo>
                <a:lnTo>
                  <a:pt x="3205163" y="102476"/>
                </a:lnTo>
                <a:lnTo>
                  <a:pt x="3204480" y="103212"/>
                </a:lnTo>
                <a:lnTo>
                  <a:pt x="3203709" y="103918"/>
                </a:lnTo>
                <a:lnTo>
                  <a:pt x="3202851" y="104593"/>
                </a:lnTo>
                <a:lnTo>
                  <a:pt x="3201902" y="105232"/>
                </a:lnTo>
                <a:lnTo>
                  <a:pt x="3200862" y="105834"/>
                </a:lnTo>
                <a:lnTo>
                  <a:pt x="3199729" y="106397"/>
                </a:lnTo>
                <a:lnTo>
                  <a:pt x="3198502" y="106917"/>
                </a:lnTo>
                <a:lnTo>
                  <a:pt x="3197179" y="107394"/>
                </a:lnTo>
                <a:lnTo>
                  <a:pt x="3195760" y="107823"/>
                </a:lnTo>
                <a:lnTo>
                  <a:pt x="3194241" y="108203"/>
                </a:lnTo>
                <a:lnTo>
                  <a:pt x="3192623" y="108531"/>
                </a:lnTo>
                <a:lnTo>
                  <a:pt x="3190903" y="108804"/>
                </a:lnTo>
                <a:lnTo>
                  <a:pt x="3189081" y="109022"/>
                </a:lnTo>
                <a:lnTo>
                  <a:pt x="3187155" y="109180"/>
                </a:lnTo>
                <a:lnTo>
                  <a:pt x="3185123" y="109277"/>
                </a:lnTo>
                <a:lnTo>
                  <a:pt x="3182984" y="109309"/>
                </a:lnTo>
                <a:lnTo>
                  <a:pt x="3181842" y="109297"/>
                </a:lnTo>
                <a:lnTo>
                  <a:pt x="3180687" y="109259"/>
                </a:lnTo>
                <a:lnTo>
                  <a:pt x="3179519" y="109189"/>
                </a:lnTo>
                <a:lnTo>
                  <a:pt x="3178344" y="109082"/>
                </a:lnTo>
                <a:lnTo>
                  <a:pt x="3177164" y="108935"/>
                </a:lnTo>
                <a:lnTo>
                  <a:pt x="3175983" y="108742"/>
                </a:lnTo>
                <a:lnTo>
                  <a:pt x="3174804" y="108499"/>
                </a:lnTo>
                <a:lnTo>
                  <a:pt x="3173630" y="108201"/>
                </a:lnTo>
                <a:lnTo>
                  <a:pt x="3172465" y="107843"/>
                </a:lnTo>
                <a:lnTo>
                  <a:pt x="3171312" y="107422"/>
                </a:lnTo>
                <a:lnTo>
                  <a:pt x="3170174" y="106931"/>
                </a:lnTo>
                <a:lnTo>
                  <a:pt x="3169055" y="106366"/>
                </a:lnTo>
                <a:lnTo>
                  <a:pt x="3167958" y="105723"/>
                </a:lnTo>
                <a:lnTo>
                  <a:pt x="3166887" y="104997"/>
                </a:lnTo>
                <a:lnTo>
                  <a:pt x="3165844" y="104183"/>
                </a:lnTo>
                <a:lnTo>
                  <a:pt x="3164833" y="103276"/>
                </a:lnTo>
                <a:lnTo>
                  <a:pt x="3163858" y="102273"/>
                </a:lnTo>
                <a:lnTo>
                  <a:pt x="3162922" y="101167"/>
                </a:lnTo>
                <a:lnTo>
                  <a:pt x="3162028" y="99955"/>
                </a:lnTo>
                <a:lnTo>
                  <a:pt x="3161180" y="98632"/>
                </a:lnTo>
                <a:lnTo>
                  <a:pt x="3160380" y="97193"/>
                </a:lnTo>
                <a:lnTo>
                  <a:pt x="3159633" y="95634"/>
                </a:lnTo>
                <a:lnTo>
                  <a:pt x="3158941" y="93949"/>
                </a:lnTo>
                <a:lnTo>
                  <a:pt x="3158308" y="92134"/>
                </a:lnTo>
                <a:lnTo>
                  <a:pt x="3158188" y="91707"/>
                </a:lnTo>
                <a:lnTo>
                  <a:pt x="3158068" y="91294"/>
                </a:lnTo>
                <a:lnTo>
                  <a:pt x="3157947" y="90896"/>
                </a:lnTo>
                <a:lnTo>
                  <a:pt x="3157821" y="90513"/>
                </a:lnTo>
                <a:lnTo>
                  <a:pt x="3157690" y="90146"/>
                </a:lnTo>
                <a:lnTo>
                  <a:pt x="3157551" y="89794"/>
                </a:lnTo>
                <a:lnTo>
                  <a:pt x="3157403" y="89458"/>
                </a:lnTo>
                <a:lnTo>
                  <a:pt x="3157243" y="89139"/>
                </a:lnTo>
                <a:lnTo>
                  <a:pt x="3157070" y="88837"/>
                </a:lnTo>
                <a:lnTo>
                  <a:pt x="3156882" y="88551"/>
                </a:lnTo>
                <a:lnTo>
                  <a:pt x="3156676" y="88283"/>
                </a:lnTo>
                <a:lnTo>
                  <a:pt x="3156452" y="88033"/>
                </a:lnTo>
                <a:lnTo>
                  <a:pt x="3156206" y="87801"/>
                </a:lnTo>
                <a:lnTo>
                  <a:pt x="3155937" y="87588"/>
                </a:lnTo>
                <a:lnTo>
                  <a:pt x="3155643" y="87393"/>
                </a:lnTo>
                <a:lnTo>
                  <a:pt x="3155323" y="87217"/>
                </a:lnTo>
                <a:lnTo>
                  <a:pt x="3154973" y="87061"/>
                </a:lnTo>
                <a:lnTo>
                  <a:pt x="3154593" y="86924"/>
                </a:lnTo>
                <a:lnTo>
                  <a:pt x="3154180" y="86808"/>
                </a:lnTo>
                <a:lnTo>
                  <a:pt x="3153733" y="86712"/>
                </a:lnTo>
                <a:lnTo>
                  <a:pt x="3153249" y="86636"/>
                </a:lnTo>
                <a:lnTo>
                  <a:pt x="3152727" y="86582"/>
                </a:lnTo>
                <a:lnTo>
                  <a:pt x="3152164" y="86549"/>
                </a:lnTo>
                <a:lnTo>
                  <a:pt x="3151560" y="86538"/>
                </a:lnTo>
                <a:lnTo>
                  <a:pt x="3150751" y="86559"/>
                </a:lnTo>
                <a:lnTo>
                  <a:pt x="3150009" y="86620"/>
                </a:lnTo>
                <a:lnTo>
                  <a:pt x="3149332" y="86720"/>
                </a:lnTo>
                <a:lnTo>
                  <a:pt x="3148716" y="86856"/>
                </a:lnTo>
                <a:lnTo>
                  <a:pt x="3148159" y="87027"/>
                </a:lnTo>
                <a:lnTo>
                  <a:pt x="3147658" y="87232"/>
                </a:lnTo>
                <a:lnTo>
                  <a:pt x="3147209" y="87467"/>
                </a:lnTo>
                <a:lnTo>
                  <a:pt x="3146811" y="87732"/>
                </a:lnTo>
                <a:lnTo>
                  <a:pt x="3146459" y="88024"/>
                </a:lnTo>
                <a:lnTo>
                  <a:pt x="3146151" y="88341"/>
                </a:lnTo>
                <a:lnTo>
                  <a:pt x="3145884" y="88683"/>
                </a:lnTo>
                <a:lnTo>
                  <a:pt x="3145655" y="89046"/>
                </a:lnTo>
                <a:lnTo>
                  <a:pt x="3145461" y="89430"/>
                </a:lnTo>
                <a:lnTo>
                  <a:pt x="3145299" y="89832"/>
                </a:lnTo>
                <a:lnTo>
                  <a:pt x="3145167" y="90250"/>
                </a:lnTo>
                <a:lnTo>
                  <a:pt x="3145061" y="90683"/>
                </a:lnTo>
                <a:lnTo>
                  <a:pt x="3144979" y="91128"/>
                </a:lnTo>
                <a:lnTo>
                  <a:pt x="3144917" y="91585"/>
                </a:lnTo>
                <a:lnTo>
                  <a:pt x="3144872" y="92050"/>
                </a:lnTo>
                <a:lnTo>
                  <a:pt x="3144842" y="92523"/>
                </a:lnTo>
                <a:lnTo>
                  <a:pt x="3144824" y="93001"/>
                </a:lnTo>
                <a:lnTo>
                  <a:pt x="3144815" y="93483"/>
                </a:lnTo>
                <a:lnTo>
                  <a:pt x="3144812" y="93966"/>
                </a:lnTo>
                <a:lnTo>
                  <a:pt x="3144811" y="94449"/>
                </a:lnTo>
                <a:lnTo>
                  <a:pt x="3144811" y="113166"/>
                </a:lnTo>
                <a:lnTo>
                  <a:pt x="3144812" y="113560"/>
                </a:lnTo>
                <a:lnTo>
                  <a:pt x="3144814" y="113969"/>
                </a:lnTo>
                <a:lnTo>
                  <a:pt x="3144822" y="114391"/>
                </a:lnTo>
                <a:lnTo>
                  <a:pt x="3144838" y="114822"/>
                </a:lnTo>
                <a:lnTo>
                  <a:pt x="3144863" y="115260"/>
                </a:lnTo>
                <a:lnTo>
                  <a:pt x="3144901" y="115702"/>
                </a:lnTo>
                <a:lnTo>
                  <a:pt x="3144955" y="116144"/>
                </a:lnTo>
                <a:lnTo>
                  <a:pt x="3145025" y="116585"/>
                </a:lnTo>
                <a:lnTo>
                  <a:pt x="3145116" y="117021"/>
                </a:lnTo>
                <a:lnTo>
                  <a:pt x="3145229" y="117450"/>
                </a:lnTo>
                <a:lnTo>
                  <a:pt x="3145368" y="117868"/>
                </a:lnTo>
                <a:lnTo>
                  <a:pt x="3145534" y="118274"/>
                </a:lnTo>
                <a:lnTo>
                  <a:pt x="3145730" y="118663"/>
                </a:lnTo>
                <a:lnTo>
                  <a:pt x="3145959" y="119033"/>
                </a:lnTo>
                <a:lnTo>
                  <a:pt x="3146223" y="119381"/>
                </a:lnTo>
                <a:lnTo>
                  <a:pt x="3146525" y="119705"/>
                </a:lnTo>
                <a:lnTo>
                  <a:pt x="3146867" y="120001"/>
                </a:lnTo>
                <a:lnTo>
                  <a:pt x="3147251" y="120267"/>
                </a:lnTo>
                <a:lnTo>
                  <a:pt x="3147681" y="120500"/>
                </a:lnTo>
                <a:lnTo>
                  <a:pt x="3148158" y="120697"/>
                </a:lnTo>
                <a:lnTo>
                  <a:pt x="3148686" y="120855"/>
                </a:lnTo>
                <a:lnTo>
                  <a:pt x="3149266" y="120972"/>
                </a:lnTo>
                <a:lnTo>
                  <a:pt x="3149901" y="121044"/>
                </a:lnTo>
                <a:lnTo>
                  <a:pt x="3150595" y="121068"/>
                </a:lnTo>
                <a:lnTo>
                  <a:pt x="3150818" y="121067"/>
                </a:lnTo>
                <a:lnTo>
                  <a:pt x="3151055" y="121060"/>
                </a:lnTo>
                <a:lnTo>
                  <a:pt x="3151305" y="121046"/>
                </a:lnTo>
                <a:lnTo>
                  <a:pt x="3151565" y="121021"/>
                </a:lnTo>
                <a:lnTo>
                  <a:pt x="3151836" y="120982"/>
                </a:lnTo>
                <a:lnTo>
                  <a:pt x="3152116" y="120927"/>
                </a:lnTo>
                <a:lnTo>
                  <a:pt x="3152405" y="120852"/>
                </a:lnTo>
                <a:lnTo>
                  <a:pt x="3152702" y="120755"/>
                </a:lnTo>
                <a:lnTo>
                  <a:pt x="3153005" y="120632"/>
                </a:lnTo>
                <a:lnTo>
                  <a:pt x="3153314" y="120480"/>
                </a:lnTo>
                <a:lnTo>
                  <a:pt x="3153628" y="120298"/>
                </a:lnTo>
                <a:lnTo>
                  <a:pt x="3153945" y="120081"/>
                </a:lnTo>
                <a:lnTo>
                  <a:pt x="3154266" y="119827"/>
                </a:lnTo>
                <a:lnTo>
                  <a:pt x="3154589" y="119533"/>
                </a:lnTo>
                <a:lnTo>
                  <a:pt x="3154913" y="119196"/>
                </a:lnTo>
                <a:lnTo>
                  <a:pt x="3155237" y="118813"/>
                </a:lnTo>
                <a:lnTo>
                  <a:pt x="3155560" y="118381"/>
                </a:lnTo>
                <a:lnTo>
                  <a:pt x="3155882" y="117897"/>
                </a:lnTo>
                <a:lnTo>
                  <a:pt x="3156202" y="117359"/>
                </a:lnTo>
                <a:lnTo>
                  <a:pt x="3156518" y="116763"/>
                </a:lnTo>
                <a:lnTo>
                  <a:pt x="3156829" y="116106"/>
                </a:lnTo>
                <a:lnTo>
                  <a:pt x="3157135" y="115386"/>
                </a:lnTo>
                <a:lnTo>
                  <a:pt x="3157436" y="114599"/>
                </a:lnTo>
                <a:lnTo>
                  <a:pt x="3157728" y="113743"/>
                </a:lnTo>
                <a:lnTo>
                  <a:pt x="3158913" y="114577"/>
                </a:lnTo>
                <a:lnTo>
                  <a:pt x="3160103" y="115345"/>
                </a:lnTo>
                <a:lnTo>
                  <a:pt x="3161296" y="116050"/>
                </a:lnTo>
                <a:lnTo>
                  <a:pt x="3162490" y="116695"/>
                </a:lnTo>
                <a:lnTo>
                  <a:pt x="3163682" y="117283"/>
                </a:lnTo>
                <a:lnTo>
                  <a:pt x="3164871" y="117815"/>
                </a:lnTo>
                <a:lnTo>
                  <a:pt x="3166052" y="118296"/>
                </a:lnTo>
                <a:lnTo>
                  <a:pt x="3167225" y="118727"/>
                </a:lnTo>
                <a:lnTo>
                  <a:pt x="3168387" y="119111"/>
                </a:lnTo>
                <a:lnTo>
                  <a:pt x="3169534" y="119450"/>
                </a:lnTo>
                <a:lnTo>
                  <a:pt x="3170666" y="119749"/>
                </a:lnTo>
                <a:lnTo>
                  <a:pt x="3171778" y="120008"/>
                </a:lnTo>
                <a:lnTo>
                  <a:pt x="3172870" y="120232"/>
                </a:lnTo>
                <a:lnTo>
                  <a:pt x="3173938" y="120421"/>
                </a:lnTo>
                <a:lnTo>
                  <a:pt x="3174980" y="120580"/>
                </a:lnTo>
                <a:lnTo>
                  <a:pt x="3175994" y="120711"/>
                </a:lnTo>
                <a:lnTo>
                  <a:pt x="3176977" y="120817"/>
                </a:lnTo>
                <a:lnTo>
                  <a:pt x="3177927" y="120900"/>
                </a:lnTo>
                <a:lnTo>
                  <a:pt x="3178841" y="120962"/>
                </a:lnTo>
                <a:lnTo>
                  <a:pt x="3179717" y="121008"/>
                </a:lnTo>
                <a:lnTo>
                  <a:pt x="3180553" y="121038"/>
                </a:lnTo>
                <a:lnTo>
                  <a:pt x="3181346" y="121057"/>
                </a:lnTo>
                <a:lnTo>
                  <a:pt x="3182093" y="121066"/>
                </a:lnTo>
                <a:lnTo>
                  <a:pt x="3182792" y="121068"/>
                </a:lnTo>
                <a:lnTo>
                  <a:pt x="3186475" y="120987"/>
                </a:lnTo>
                <a:lnTo>
                  <a:pt x="3189912" y="120748"/>
                </a:lnTo>
                <a:lnTo>
                  <a:pt x="3193111" y="120363"/>
                </a:lnTo>
                <a:lnTo>
                  <a:pt x="3196082" y="119840"/>
                </a:lnTo>
                <a:lnTo>
                  <a:pt x="3198831" y="119190"/>
                </a:lnTo>
                <a:lnTo>
                  <a:pt x="3201366" y="118423"/>
                </a:lnTo>
                <a:lnTo>
                  <a:pt x="3203695" y="117548"/>
                </a:lnTo>
                <a:lnTo>
                  <a:pt x="3205827" y="116576"/>
                </a:lnTo>
                <a:lnTo>
                  <a:pt x="3207768" y="115516"/>
                </a:lnTo>
                <a:lnTo>
                  <a:pt x="3209527" y="114378"/>
                </a:lnTo>
                <a:lnTo>
                  <a:pt x="3211112" y="113172"/>
                </a:lnTo>
                <a:lnTo>
                  <a:pt x="3212530" y="111908"/>
                </a:lnTo>
                <a:lnTo>
                  <a:pt x="3213790" y="110596"/>
                </a:lnTo>
                <a:lnTo>
                  <a:pt x="3214898" y="109245"/>
                </a:lnTo>
                <a:lnTo>
                  <a:pt x="3215864" y="107866"/>
                </a:lnTo>
                <a:lnTo>
                  <a:pt x="3216695" y="106468"/>
                </a:lnTo>
                <a:lnTo>
                  <a:pt x="3217399" y="105062"/>
                </a:lnTo>
                <a:lnTo>
                  <a:pt x="3217983" y="103656"/>
                </a:lnTo>
                <a:lnTo>
                  <a:pt x="3218456" y="102262"/>
                </a:lnTo>
                <a:lnTo>
                  <a:pt x="3218825" y="100888"/>
                </a:lnTo>
                <a:lnTo>
                  <a:pt x="3219099" y="99545"/>
                </a:lnTo>
                <a:lnTo>
                  <a:pt x="3219284" y="98243"/>
                </a:lnTo>
                <a:lnTo>
                  <a:pt x="3219390" y="96991"/>
                </a:lnTo>
                <a:lnTo>
                  <a:pt x="3219423" y="95800"/>
                </a:lnTo>
                <a:lnTo>
                  <a:pt x="3219297" y="93373"/>
                </a:lnTo>
                <a:lnTo>
                  <a:pt x="3218930" y="91108"/>
                </a:lnTo>
                <a:lnTo>
                  <a:pt x="3218342" y="88999"/>
                </a:lnTo>
                <a:lnTo>
                  <a:pt x="3217552" y="87040"/>
                </a:lnTo>
                <a:lnTo>
                  <a:pt x="3216579" y="85225"/>
                </a:lnTo>
                <a:lnTo>
                  <a:pt x="3215441" y="83549"/>
                </a:lnTo>
                <a:close/>
                <a:moveTo>
                  <a:pt x="3533838" y="110620"/>
                </a:moveTo>
                <a:lnTo>
                  <a:pt x="3533574" y="110235"/>
                </a:lnTo>
                <a:lnTo>
                  <a:pt x="3533280" y="109893"/>
                </a:lnTo>
                <a:lnTo>
                  <a:pt x="3532959" y="109592"/>
                </a:lnTo>
                <a:lnTo>
                  <a:pt x="3532614" y="109328"/>
                </a:lnTo>
                <a:lnTo>
                  <a:pt x="3532248" y="109099"/>
                </a:lnTo>
                <a:lnTo>
                  <a:pt x="3531865" y="108903"/>
                </a:lnTo>
                <a:lnTo>
                  <a:pt x="3531466" y="108736"/>
                </a:lnTo>
                <a:lnTo>
                  <a:pt x="3531055" y="108598"/>
                </a:lnTo>
                <a:lnTo>
                  <a:pt x="3530635" y="108485"/>
                </a:lnTo>
                <a:lnTo>
                  <a:pt x="3530208" y="108394"/>
                </a:lnTo>
                <a:lnTo>
                  <a:pt x="3529779" y="108323"/>
                </a:lnTo>
                <a:lnTo>
                  <a:pt x="3529349" y="108270"/>
                </a:lnTo>
                <a:lnTo>
                  <a:pt x="3528921" y="108232"/>
                </a:lnTo>
                <a:lnTo>
                  <a:pt x="3528499" y="108206"/>
                </a:lnTo>
                <a:lnTo>
                  <a:pt x="3528085" y="108191"/>
                </a:lnTo>
                <a:lnTo>
                  <a:pt x="3527683" y="108183"/>
                </a:lnTo>
                <a:lnTo>
                  <a:pt x="3527295" y="108180"/>
                </a:lnTo>
                <a:lnTo>
                  <a:pt x="3526923" y="108180"/>
                </a:lnTo>
                <a:lnTo>
                  <a:pt x="3525943" y="108175"/>
                </a:lnTo>
                <a:lnTo>
                  <a:pt x="3525025" y="108160"/>
                </a:lnTo>
                <a:lnTo>
                  <a:pt x="3524165" y="108137"/>
                </a:lnTo>
                <a:lnTo>
                  <a:pt x="3523363" y="108105"/>
                </a:lnTo>
                <a:lnTo>
                  <a:pt x="3522614" y="108066"/>
                </a:lnTo>
                <a:lnTo>
                  <a:pt x="3521918" y="108020"/>
                </a:lnTo>
                <a:lnTo>
                  <a:pt x="3521270" y="107967"/>
                </a:lnTo>
                <a:lnTo>
                  <a:pt x="3520669" y="107908"/>
                </a:lnTo>
                <a:lnTo>
                  <a:pt x="3520112" y="107844"/>
                </a:lnTo>
                <a:lnTo>
                  <a:pt x="3519597" y="107775"/>
                </a:lnTo>
                <a:lnTo>
                  <a:pt x="3519121" y="107701"/>
                </a:lnTo>
                <a:lnTo>
                  <a:pt x="3518682" y="107625"/>
                </a:lnTo>
                <a:lnTo>
                  <a:pt x="3518277" y="107545"/>
                </a:lnTo>
                <a:lnTo>
                  <a:pt x="3517903" y="107463"/>
                </a:lnTo>
                <a:lnTo>
                  <a:pt x="3517559" y="107378"/>
                </a:lnTo>
                <a:lnTo>
                  <a:pt x="3517241" y="107293"/>
                </a:lnTo>
                <a:lnTo>
                  <a:pt x="3516948" y="107207"/>
                </a:lnTo>
                <a:lnTo>
                  <a:pt x="3516676" y="107121"/>
                </a:lnTo>
                <a:lnTo>
                  <a:pt x="3516423" y="107035"/>
                </a:lnTo>
                <a:lnTo>
                  <a:pt x="3516186" y="106951"/>
                </a:lnTo>
                <a:lnTo>
                  <a:pt x="3515964" y="106868"/>
                </a:lnTo>
                <a:lnTo>
                  <a:pt x="3515753" y="106787"/>
                </a:lnTo>
                <a:lnTo>
                  <a:pt x="3515552" y="106709"/>
                </a:lnTo>
                <a:lnTo>
                  <a:pt x="3515356" y="106635"/>
                </a:lnTo>
                <a:lnTo>
                  <a:pt x="3515356" y="64932"/>
                </a:lnTo>
                <a:lnTo>
                  <a:pt x="3515302" y="63207"/>
                </a:lnTo>
                <a:lnTo>
                  <a:pt x="3515136" y="61465"/>
                </a:lnTo>
                <a:lnTo>
                  <a:pt x="3514855" y="59712"/>
                </a:lnTo>
                <a:lnTo>
                  <a:pt x="3514457" y="57958"/>
                </a:lnTo>
                <a:lnTo>
                  <a:pt x="3513938" y="56210"/>
                </a:lnTo>
                <a:lnTo>
                  <a:pt x="3513296" y="54476"/>
                </a:lnTo>
                <a:lnTo>
                  <a:pt x="3512527" y="52766"/>
                </a:lnTo>
                <a:lnTo>
                  <a:pt x="3511629" y="51086"/>
                </a:lnTo>
                <a:lnTo>
                  <a:pt x="3510598" y="49445"/>
                </a:lnTo>
                <a:lnTo>
                  <a:pt x="3509432" y="47851"/>
                </a:lnTo>
                <a:lnTo>
                  <a:pt x="3508127" y="46312"/>
                </a:lnTo>
                <a:lnTo>
                  <a:pt x="3506681" y="44837"/>
                </a:lnTo>
                <a:lnTo>
                  <a:pt x="3505090" y="43433"/>
                </a:lnTo>
                <a:lnTo>
                  <a:pt x="3503351" y="42108"/>
                </a:lnTo>
                <a:lnTo>
                  <a:pt x="3501462" y="40871"/>
                </a:lnTo>
                <a:lnTo>
                  <a:pt x="3499419" y="39730"/>
                </a:lnTo>
                <a:lnTo>
                  <a:pt x="3497220" y="38693"/>
                </a:lnTo>
                <a:lnTo>
                  <a:pt x="3494860" y="37767"/>
                </a:lnTo>
                <a:lnTo>
                  <a:pt x="3492339" y="36962"/>
                </a:lnTo>
                <a:lnTo>
                  <a:pt x="3489651" y="36285"/>
                </a:lnTo>
                <a:lnTo>
                  <a:pt x="3486795" y="35744"/>
                </a:lnTo>
                <a:lnTo>
                  <a:pt x="3483767" y="35348"/>
                </a:lnTo>
                <a:lnTo>
                  <a:pt x="3480564" y="35104"/>
                </a:lnTo>
                <a:lnTo>
                  <a:pt x="3477184" y="35021"/>
                </a:lnTo>
                <a:lnTo>
                  <a:pt x="3476091" y="35022"/>
                </a:lnTo>
                <a:lnTo>
                  <a:pt x="3474893" y="35029"/>
                </a:lnTo>
                <a:lnTo>
                  <a:pt x="3473603" y="35049"/>
                </a:lnTo>
                <a:lnTo>
                  <a:pt x="3472235" y="35087"/>
                </a:lnTo>
                <a:lnTo>
                  <a:pt x="3470802" y="35149"/>
                </a:lnTo>
                <a:lnTo>
                  <a:pt x="3469319" y="35241"/>
                </a:lnTo>
                <a:lnTo>
                  <a:pt x="3467797" y="35371"/>
                </a:lnTo>
                <a:lnTo>
                  <a:pt x="3466252" y="35543"/>
                </a:lnTo>
                <a:lnTo>
                  <a:pt x="3464696" y="35764"/>
                </a:lnTo>
                <a:lnTo>
                  <a:pt x="3463142" y="36040"/>
                </a:lnTo>
                <a:lnTo>
                  <a:pt x="3461605" y="36377"/>
                </a:lnTo>
                <a:lnTo>
                  <a:pt x="3460097" y="36781"/>
                </a:lnTo>
                <a:lnTo>
                  <a:pt x="3458633" y="37259"/>
                </a:lnTo>
                <a:lnTo>
                  <a:pt x="3457225" y="37816"/>
                </a:lnTo>
                <a:lnTo>
                  <a:pt x="3455888" y="38459"/>
                </a:lnTo>
                <a:lnTo>
                  <a:pt x="3454634" y="39193"/>
                </a:lnTo>
                <a:lnTo>
                  <a:pt x="3453477" y="40025"/>
                </a:lnTo>
                <a:lnTo>
                  <a:pt x="3452431" y="40961"/>
                </a:lnTo>
                <a:lnTo>
                  <a:pt x="3451508" y="42008"/>
                </a:lnTo>
                <a:lnTo>
                  <a:pt x="3450723" y="43170"/>
                </a:lnTo>
                <a:lnTo>
                  <a:pt x="3450090" y="44454"/>
                </a:lnTo>
                <a:lnTo>
                  <a:pt x="3449620" y="45867"/>
                </a:lnTo>
                <a:lnTo>
                  <a:pt x="3449329" y="47414"/>
                </a:lnTo>
                <a:lnTo>
                  <a:pt x="3449228" y="49102"/>
                </a:lnTo>
                <a:lnTo>
                  <a:pt x="3449249" y="49812"/>
                </a:lnTo>
                <a:lnTo>
                  <a:pt x="3449311" y="50493"/>
                </a:lnTo>
                <a:lnTo>
                  <a:pt x="3449411" y="51146"/>
                </a:lnTo>
                <a:lnTo>
                  <a:pt x="3449550" y="51771"/>
                </a:lnTo>
                <a:lnTo>
                  <a:pt x="3449724" y="52367"/>
                </a:lnTo>
                <a:lnTo>
                  <a:pt x="3449934" y="52933"/>
                </a:lnTo>
                <a:lnTo>
                  <a:pt x="3450176" y="53471"/>
                </a:lnTo>
                <a:lnTo>
                  <a:pt x="3450450" y="53979"/>
                </a:lnTo>
                <a:lnTo>
                  <a:pt x="3450754" y="54458"/>
                </a:lnTo>
                <a:lnTo>
                  <a:pt x="3451087" y="54907"/>
                </a:lnTo>
                <a:lnTo>
                  <a:pt x="3451446" y="55326"/>
                </a:lnTo>
                <a:lnTo>
                  <a:pt x="3451832" y="55715"/>
                </a:lnTo>
                <a:lnTo>
                  <a:pt x="3452241" y="56074"/>
                </a:lnTo>
                <a:lnTo>
                  <a:pt x="3452673" y="56402"/>
                </a:lnTo>
                <a:lnTo>
                  <a:pt x="3453126" y="56701"/>
                </a:lnTo>
                <a:lnTo>
                  <a:pt x="3453599" y="56968"/>
                </a:lnTo>
                <a:lnTo>
                  <a:pt x="3454090" y="57205"/>
                </a:lnTo>
                <a:lnTo>
                  <a:pt x="3454597" y="57410"/>
                </a:lnTo>
                <a:lnTo>
                  <a:pt x="3455119" y="57585"/>
                </a:lnTo>
                <a:lnTo>
                  <a:pt x="3455655" y="57728"/>
                </a:lnTo>
                <a:lnTo>
                  <a:pt x="3456203" y="57839"/>
                </a:lnTo>
                <a:lnTo>
                  <a:pt x="3456761" y="57919"/>
                </a:lnTo>
                <a:lnTo>
                  <a:pt x="3457329" y="57967"/>
                </a:lnTo>
                <a:lnTo>
                  <a:pt x="3457904" y="57983"/>
                </a:lnTo>
                <a:lnTo>
                  <a:pt x="3458278" y="57974"/>
                </a:lnTo>
                <a:lnTo>
                  <a:pt x="3458674" y="57945"/>
                </a:lnTo>
                <a:lnTo>
                  <a:pt x="3459090" y="57895"/>
                </a:lnTo>
                <a:lnTo>
                  <a:pt x="3459523" y="57822"/>
                </a:lnTo>
                <a:lnTo>
                  <a:pt x="3459968" y="57724"/>
                </a:lnTo>
                <a:lnTo>
                  <a:pt x="3460422" y="57600"/>
                </a:lnTo>
                <a:lnTo>
                  <a:pt x="3460882" y="57449"/>
                </a:lnTo>
                <a:lnTo>
                  <a:pt x="3461345" y="57268"/>
                </a:lnTo>
                <a:lnTo>
                  <a:pt x="3461808" y="57057"/>
                </a:lnTo>
                <a:lnTo>
                  <a:pt x="3462266" y="56813"/>
                </a:lnTo>
                <a:lnTo>
                  <a:pt x="3462717" y="56535"/>
                </a:lnTo>
                <a:lnTo>
                  <a:pt x="3463157" y="56221"/>
                </a:lnTo>
                <a:lnTo>
                  <a:pt x="3463584" y="55870"/>
                </a:lnTo>
                <a:lnTo>
                  <a:pt x="3463992" y="55481"/>
                </a:lnTo>
                <a:lnTo>
                  <a:pt x="3464380" y="55051"/>
                </a:lnTo>
                <a:lnTo>
                  <a:pt x="3464744" y="54579"/>
                </a:lnTo>
                <a:lnTo>
                  <a:pt x="3465081" y="54064"/>
                </a:lnTo>
                <a:lnTo>
                  <a:pt x="3465387" y="53503"/>
                </a:lnTo>
                <a:lnTo>
                  <a:pt x="3465658" y="52896"/>
                </a:lnTo>
                <a:lnTo>
                  <a:pt x="3465893" y="52240"/>
                </a:lnTo>
                <a:lnTo>
                  <a:pt x="3466086" y="51534"/>
                </a:lnTo>
                <a:lnTo>
                  <a:pt x="3466235" y="50777"/>
                </a:lnTo>
                <a:lnTo>
                  <a:pt x="3466337" y="49967"/>
                </a:lnTo>
                <a:lnTo>
                  <a:pt x="3466388" y="49102"/>
                </a:lnTo>
                <a:lnTo>
                  <a:pt x="3466389" y="48916"/>
                </a:lnTo>
                <a:lnTo>
                  <a:pt x="3466394" y="48743"/>
                </a:lnTo>
                <a:lnTo>
                  <a:pt x="3466403" y="48583"/>
                </a:lnTo>
                <a:lnTo>
                  <a:pt x="3466420" y="48435"/>
                </a:lnTo>
                <a:lnTo>
                  <a:pt x="3466444" y="48298"/>
                </a:lnTo>
                <a:lnTo>
                  <a:pt x="3466478" y="48172"/>
                </a:lnTo>
                <a:lnTo>
                  <a:pt x="3466523" y="48057"/>
                </a:lnTo>
                <a:lnTo>
                  <a:pt x="3466580" y="47950"/>
                </a:lnTo>
                <a:lnTo>
                  <a:pt x="3466652" y="47852"/>
                </a:lnTo>
                <a:lnTo>
                  <a:pt x="3466739" y="47763"/>
                </a:lnTo>
                <a:lnTo>
                  <a:pt x="3466843" y="47680"/>
                </a:lnTo>
                <a:lnTo>
                  <a:pt x="3466965" y="47605"/>
                </a:lnTo>
                <a:lnTo>
                  <a:pt x="3467108" y="47535"/>
                </a:lnTo>
                <a:lnTo>
                  <a:pt x="3467273" y="47471"/>
                </a:lnTo>
                <a:lnTo>
                  <a:pt x="3467460" y="47412"/>
                </a:lnTo>
                <a:lnTo>
                  <a:pt x="3467672" y="47356"/>
                </a:lnTo>
                <a:lnTo>
                  <a:pt x="3467910" y="47304"/>
                </a:lnTo>
                <a:lnTo>
                  <a:pt x="3468176" y="47255"/>
                </a:lnTo>
                <a:lnTo>
                  <a:pt x="3468471" y="47207"/>
                </a:lnTo>
                <a:lnTo>
                  <a:pt x="3468797" y="47161"/>
                </a:lnTo>
                <a:lnTo>
                  <a:pt x="3469154" y="47116"/>
                </a:lnTo>
                <a:lnTo>
                  <a:pt x="3469546" y="47071"/>
                </a:lnTo>
                <a:lnTo>
                  <a:pt x="3469972" y="47025"/>
                </a:lnTo>
                <a:lnTo>
                  <a:pt x="3470436" y="46978"/>
                </a:lnTo>
                <a:lnTo>
                  <a:pt x="3470772" y="46954"/>
                </a:lnTo>
                <a:lnTo>
                  <a:pt x="3471106" y="46933"/>
                </a:lnTo>
                <a:lnTo>
                  <a:pt x="3471438" y="46913"/>
                </a:lnTo>
                <a:lnTo>
                  <a:pt x="3471767" y="46896"/>
                </a:lnTo>
                <a:lnTo>
                  <a:pt x="3472093" y="46880"/>
                </a:lnTo>
                <a:lnTo>
                  <a:pt x="3472416" y="46865"/>
                </a:lnTo>
                <a:lnTo>
                  <a:pt x="3472735" y="46852"/>
                </a:lnTo>
                <a:lnTo>
                  <a:pt x="3473050" y="46841"/>
                </a:lnTo>
                <a:lnTo>
                  <a:pt x="3473361" y="46831"/>
                </a:lnTo>
                <a:lnTo>
                  <a:pt x="3473668" y="46822"/>
                </a:lnTo>
                <a:lnTo>
                  <a:pt x="3473971" y="46814"/>
                </a:lnTo>
                <a:lnTo>
                  <a:pt x="3474269" y="46808"/>
                </a:lnTo>
                <a:lnTo>
                  <a:pt x="3474561" y="46802"/>
                </a:lnTo>
                <a:lnTo>
                  <a:pt x="3474849" y="46797"/>
                </a:lnTo>
                <a:lnTo>
                  <a:pt x="3475131" y="46794"/>
                </a:lnTo>
                <a:lnTo>
                  <a:pt x="3475407" y="46791"/>
                </a:lnTo>
                <a:lnTo>
                  <a:pt x="3475677" y="46788"/>
                </a:lnTo>
                <a:lnTo>
                  <a:pt x="3475941" y="46786"/>
                </a:lnTo>
                <a:lnTo>
                  <a:pt x="3476198" y="46785"/>
                </a:lnTo>
                <a:lnTo>
                  <a:pt x="3476449" y="46784"/>
                </a:lnTo>
                <a:lnTo>
                  <a:pt x="3476692" y="46784"/>
                </a:lnTo>
                <a:lnTo>
                  <a:pt x="3476929" y="46783"/>
                </a:lnTo>
                <a:lnTo>
                  <a:pt x="3477157" y="46783"/>
                </a:lnTo>
                <a:lnTo>
                  <a:pt x="3477378" y="46783"/>
                </a:lnTo>
                <a:lnTo>
                  <a:pt x="3479185" y="46815"/>
                </a:lnTo>
                <a:lnTo>
                  <a:pt x="3480941" y="46909"/>
                </a:lnTo>
                <a:lnTo>
                  <a:pt x="3482645" y="47067"/>
                </a:lnTo>
                <a:lnTo>
                  <a:pt x="3484293" y="47290"/>
                </a:lnTo>
                <a:lnTo>
                  <a:pt x="3485883" y="47579"/>
                </a:lnTo>
                <a:lnTo>
                  <a:pt x="3487414" y="47933"/>
                </a:lnTo>
                <a:lnTo>
                  <a:pt x="3488883" y="48354"/>
                </a:lnTo>
                <a:lnTo>
                  <a:pt x="3490287" y="48843"/>
                </a:lnTo>
                <a:lnTo>
                  <a:pt x="3491624" y="49400"/>
                </a:lnTo>
                <a:lnTo>
                  <a:pt x="3492891" y="50027"/>
                </a:lnTo>
                <a:lnTo>
                  <a:pt x="3494088" y="50723"/>
                </a:lnTo>
                <a:lnTo>
                  <a:pt x="3495210" y="51490"/>
                </a:lnTo>
                <a:lnTo>
                  <a:pt x="3496256" y="52329"/>
                </a:lnTo>
                <a:lnTo>
                  <a:pt x="3497223" y="53239"/>
                </a:lnTo>
                <a:lnTo>
                  <a:pt x="3498109" y="54222"/>
                </a:lnTo>
                <a:lnTo>
                  <a:pt x="3498912" y="55279"/>
                </a:lnTo>
                <a:lnTo>
                  <a:pt x="3499629" y="56411"/>
                </a:lnTo>
                <a:lnTo>
                  <a:pt x="3500258" y="57617"/>
                </a:lnTo>
                <a:lnTo>
                  <a:pt x="3500797" y="58900"/>
                </a:lnTo>
                <a:lnTo>
                  <a:pt x="3501243" y="60259"/>
                </a:lnTo>
                <a:lnTo>
                  <a:pt x="3501594" y="61695"/>
                </a:lnTo>
                <a:lnTo>
                  <a:pt x="3501848" y="63210"/>
                </a:lnTo>
                <a:lnTo>
                  <a:pt x="3502002" y="64804"/>
                </a:lnTo>
                <a:lnTo>
                  <a:pt x="3502054" y="66477"/>
                </a:lnTo>
                <a:lnTo>
                  <a:pt x="3497843" y="66597"/>
                </a:lnTo>
                <a:lnTo>
                  <a:pt x="3493747" y="66811"/>
                </a:lnTo>
                <a:lnTo>
                  <a:pt x="3489771" y="67119"/>
                </a:lnTo>
                <a:lnTo>
                  <a:pt x="3485921" y="67522"/>
                </a:lnTo>
                <a:lnTo>
                  <a:pt x="3482202" y="68019"/>
                </a:lnTo>
                <a:lnTo>
                  <a:pt x="3478620" y="68610"/>
                </a:lnTo>
                <a:lnTo>
                  <a:pt x="3475182" y="69295"/>
                </a:lnTo>
                <a:lnTo>
                  <a:pt x="3471892" y="70074"/>
                </a:lnTo>
                <a:lnTo>
                  <a:pt x="3468757" y="70947"/>
                </a:lnTo>
                <a:lnTo>
                  <a:pt x="3465783" y="71913"/>
                </a:lnTo>
                <a:lnTo>
                  <a:pt x="3462974" y="72973"/>
                </a:lnTo>
                <a:lnTo>
                  <a:pt x="3460338" y="74127"/>
                </a:lnTo>
                <a:lnTo>
                  <a:pt x="3457879" y="75375"/>
                </a:lnTo>
                <a:lnTo>
                  <a:pt x="3455604" y="76715"/>
                </a:lnTo>
                <a:lnTo>
                  <a:pt x="3453518" y="78149"/>
                </a:lnTo>
                <a:lnTo>
                  <a:pt x="3451627" y="79677"/>
                </a:lnTo>
                <a:lnTo>
                  <a:pt x="3449937" y="81297"/>
                </a:lnTo>
                <a:lnTo>
                  <a:pt x="3448454" y="83011"/>
                </a:lnTo>
                <a:lnTo>
                  <a:pt x="3447183" y="84818"/>
                </a:lnTo>
                <a:lnTo>
                  <a:pt x="3446130" y="86717"/>
                </a:lnTo>
                <a:lnTo>
                  <a:pt x="3445301" y="88710"/>
                </a:lnTo>
                <a:lnTo>
                  <a:pt x="3444702" y="90795"/>
                </a:lnTo>
                <a:lnTo>
                  <a:pt x="3444338" y="92973"/>
                </a:lnTo>
                <a:lnTo>
                  <a:pt x="3444216" y="95244"/>
                </a:lnTo>
                <a:lnTo>
                  <a:pt x="3444279" y="96901"/>
                </a:lnTo>
                <a:lnTo>
                  <a:pt x="3444466" y="98545"/>
                </a:lnTo>
                <a:lnTo>
                  <a:pt x="3444776" y="100170"/>
                </a:lnTo>
                <a:lnTo>
                  <a:pt x="3445206" y="101773"/>
                </a:lnTo>
                <a:lnTo>
                  <a:pt x="3445755" y="103347"/>
                </a:lnTo>
                <a:lnTo>
                  <a:pt x="3446421" y="104888"/>
                </a:lnTo>
                <a:lnTo>
                  <a:pt x="3447201" y="106390"/>
                </a:lnTo>
                <a:lnTo>
                  <a:pt x="3448093" y="107848"/>
                </a:lnTo>
                <a:lnTo>
                  <a:pt x="3449096" y="109257"/>
                </a:lnTo>
                <a:lnTo>
                  <a:pt x="3450207" y="110613"/>
                </a:lnTo>
                <a:lnTo>
                  <a:pt x="3451425" y="111909"/>
                </a:lnTo>
                <a:lnTo>
                  <a:pt x="3452747" y="113142"/>
                </a:lnTo>
                <a:lnTo>
                  <a:pt x="3454172" y="114305"/>
                </a:lnTo>
                <a:lnTo>
                  <a:pt x="3455697" y="115393"/>
                </a:lnTo>
                <a:lnTo>
                  <a:pt x="3457320" y="116403"/>
                </a:lnTo>
                <a:lnTo>
                  <a:pt x="3459040" y="117327"/>
                </a:lnTo>
                <a:lnTo>
                  <a:pt x="3460854" y="118163"/>
                </a:lnTo>
                <a:lnTo>
                  <a:pt x="3462761" y="118903"/>
                </a:lnTo>
                <a:lnTo>
                  <a:pt x="3464758" y="119543"/>
                </a:lnTo>
                <a:lnTo>
                  <a:pt x="3466843" y="120079"/>
                </a:lnTo>
                <a:lnTo>
                  <a:pt x="3469015" y="120504"/>
                </a:lnTo>
                <a:lnTo>
                  <a:pt x="3471271" y="120814"/>
                </a:lnTo>
                <a:lnTo>
                  <a:pt x="3473609" y="121004"/>
                </a:lnTo>
                <a:lnTo>
                  <a:pt x="3476028" y="121068"/>
                </a:lnTo>
                <a:lnTo>
                  <a:pt x="3476944" y="121061"/>
                </a:lnTo>
                <a:lnTo>
                  <a:pt x="3477907" y="121038"/>
                </a:lnTo>
                <a:lnTo>
                  <a:pt x="3478914" y="120999"/>
                </a:lnTo>
                <a:lnTo>
                  <a:pt x="3479961" y="120941"/>
                </a:lnTo>
                <a:lnTo>
                  <a:pt x="3481044" y="120863"/>
                </a:lnTo>
                <a:lnTo>
                  <a:pt x="3482161" y="120764"/>
                </a:lnTo>
                <a:lnTo>
                  <a:pt x="3483308" y="120643"/>
                </a:lnTo>
                <a:lnTo>
                  <a:pt x="3484482" y="120498"/>
                </a:lnTo>
                <a:lnTo>
                  <a:pt x="3485680" y="120327"/>
                </a:lnTo>
                <a:lnTo>
                  <a:pt x="3486897" y="120129"/>
                </a:lnTo>
                <a:lnTo>
                  <a:pt x="3488131" y="119903"/>
                </a:lnTo>
                <a:lnTo>
                  <a:pt x="3489379" y="119647"/>
                </a:lnTo>
                <a:lnTo>
                  <a:pt x="3490636" y="119361"/>
                </a:lnTo>
                <a:lnTo>
                  <a:pt x="3491901" y="119041"/>
                </a:lnTo>
                <a:lnTo>
                  <a:pt x="3493168" y="118688"/>
                </a:lnTo>
                <a:lnTo>
                  <a:pt x="3494436" y="118299"/>
                </a:lnTo>
                <a:lnTo>
                  <a:pt x="3495700" y="117873"/>
                </a:lnTo>
                <a:lnTo>
                  <a:pt x="3496958" y="117409"/>
                </a:lnTo>
                <a:lnTo>
                  <a:pt x="3498205" y="116906"/>
                </a:lnTo>
                <a:lnTo>
                  <a:pt x="3499439" y="116361"/>
                </a:lnTo>
                <a:lnTo>
                  <a:pt x="3500657" y="115774"/>
                </a:lnTo>
                <a:lnTo>
                  <a:pt x="3501854" y="115143"/>
                </a:lnTo>
                <a:lnTo>
                  <a:pt x="3503028" y="114466"/>
                </a:lnTo>
                <a:lnTo>
                  <a:pt x="3504175" y="113743"/>
                </a:lnTo>
                <a:lnTo>
                  <a:pt x="3504731" y="114464"/>
                </a:lnTo>
                <a:lnTo>
                  <a:pt x="3505336" y="115126"/>
                </a:lnTo>
                <a:lnTo>
                  <a:pt x="3505987" y="115733"/>
                </a:lnTo>
                <a:lnTo>
                  <a:pt x="3506681" y="116287"/>
                </a:lnTo>
                <a:lnTo>
                  <a:pt x="3507416" y="116790"/>
                </a:lnTo>
                <a:lnTo>
                  <a:pt x="3508188" y="117244"/>
                </a:lnTo>
                <a:lnTo>
                  <a:pt x="3508994" y="117653"/>
                </a:lnTo>
                <a:lnTo>
                  <a:pt x="3509831" y="118018"/>
                </a:lnTo>
                <a:lnTo>
                  <a:pt x="3510696" y="118342"/>
                </a:lnTo>
                <a:lnTo>
                  <a:pt x="3511586" y="118627"/>
                </a:lnTo>
                <a:lnTo>
                  <a:pt x="3512498" y="118877"/>
                </a:lnTo>
                <a:lnTo>
                  <a:pt x="3513430" y="119092"/>
                </a:lnTo>
                <a:lnTo>
                  <a:pt x="3514377" y="119277"/>
                </a:lnTo>
                <a:lnTo>
                  <a:pt x="3515337" y="119432"/>
                </a:lnTo>
                <a:lnTo>
                  <a:pt x="3516308" y="119562"/>
                </a:lnTo>
                <a:lnTo>
                  <a:pt x="3517285" y="119667"/>
                </a:lnTo>
                <a:lnTo>
                  <a:pt x="3518267" y="119750"/>
                </a:lnTo>
                <a:lnTo>
                  <a:pt x="3519250" y="119815"/>
                </a:lnTo>
                <a:lnTo>
                  <a:pt x="3520230" y="119863"/>
                </a:lnTo>
                <a:lnTo>
                  <a:pt x="3521205" y="119897"/>
                </a:lnTo>
                <a:lnTo>
                  <a:pt x="3522173" y="119919"/>
                </a:lnTo>
                <a:lnTo>
                  <a:pt x="3523129" y="119931"/>
                </a:lnTo>
                <a:lnTo>
                  <a:pt x="3524071" y="119937"/>
                </a:lnTo>
                <a:lnTo>
                  <a:pt x="3524997" y="119939"/>
                </a:lnTo>
                <a:lnTo>
                  <a:pt x="3525665" y="119938"/>
                </a:lnTo>
                <a:lnTo>
                  <a:pt x="3526320" y="119935"/>
                </a:lnTo>
                <a:lnTo>
                  <a:pt x="3526961" y="119927"/>
                </a:lnTo>
                <a:lnTo>
                  <a:pt x="3527585" y="119911"/>
                </a:lnTo>
                <a:lnTo>
                  <a:pt x="3528192" y="119885"/>
                </a:lnTo>
                <a:lnTo>
                  <a:pt x="3528780" y="119845"/>
                </a:lnTo>
                <a:lnTo>
                  <a:pt x="3529348" y="119790"/>
                </a:lnTo>
                <a:lnTo>
                  <a:pt x="3529895" y="119717"/>
                </a:lnTo>
                <a:lnTo>
                  <a:pt x="3530419" y="119624"/>
                </a:lnTo>
                <a:lnTo>
                  <a:pt x="3530919" y="119506"/>
                </a:lnTo>
                <a:lnTo>
                  <a:pt x="3531393" y="119363"/>
                </a:lnTo>
                <a:lnTo>
                  <a:pt x="3531841" y="119192"/>
                </a:lnTo>
                <a:lnTo>
                  <a:pt x="3532261" y="118989"/>
                </a:lnTo>
                <a:lnTo>
                  <a:pt x="3532651" y="118753"/>
                </a:lnTo>
                <a:lnTo>
                  <a:pt x="3533010" y="118480"/>
                </a:lnTo>
                <a:lnTo>
                  <a:pt x="3533337" y="118168"/>
                </a:lnTo>
                <a:lnTo>
                  <a:pt x="3533631" y="117815"/>
                </a:lnTo>
                <a:lnTo>
                  <a:pt x="3533890" y="117418"/>
                </a:lnTo>
                <a:lnTo>
                  <a:pt x="3534112" y="116974"/>
                </a:lnTo>
                <a:lnTo>
                  <a:pt x="3534298" y="116481"/>
                </a:lnTo>
                <a:lnTo>
                  <a:pt x="3534444" y="115936"/>
                </a:lnTo>
                <a:lnTo>
                  <a:pt x="3534550" y="115336"/>
                </a:lnTo>
                <a:lnTo>
                  <a:pt x="3534615" y="114680"/>
                </a:lnTo>
                <a:lnTo>
                  <a:pt x="3534637" y="113964"/>
                </a:lnTo>
                <a:lnTo>
                  <a:pt x="3534612" y="113270"/>
                </a:lnTo>
                <a:lnTo>
                  <a:pt x="3534540" y="112635"/>
                </a:lnTo>
                <a:lnTo>
                  <a:pt x="3534424" y="112054"/>
                </a:lnTo>
                <a:lnTo>
                  <a:pt x="3534266" y="111527"/>
                </a:lnTo>
                <a:lnTo>
                  <a:pt x="3534070" y="111049"/>
                </a:lnTo>
                <a:lnTo>
                  <a:pt x="3533838" y="110620"/>
                </a:lnTo>
                <a:close/>
                <a:moveTo>
                  <a:pt x="3501936" y="97355"/>
                </a:moveTo>
                <a:lnTo>
                  <a:pt x="3501867" y="97881"/>
                </a:lnTo>
                <a:lnTo>
                  <a:pt x="3501775" y="98403"/>
                </a:lnTo>
                <a:lnTo>
                  <a:pt x="3501657" y="98920"/>
                </a:lnTo>
                <a:lnTo>
                  <a:pt x="3501510" y="99433"/>
                </a:lnTo>
                <a:lnTo>
                  <a:pt x="3501330" y="99940"/>
                </a:lnTo>
                <a:lnTo>
                  <a:pt x="3501114" y="100443"/>
                </a:lnTo>
                <a:lnTo>
                  <a:pt x="3500859" y="100940"/>
                </a:lnTo>
                <a:lnTo>
                  <a:pt x="3500561" y="101432"/>
                </a:lnTo>
                <a:lnTo>
                  <a:pt x="3500218" y="101920"/>
                </a:lnTo>
                <a:lnTo>
                  <a:pt x="3499826" y="102402"/>
                </a:lnTo>
                <a:lnTo>
                  <a:pt x="3499381" y="102878"/>
                </a:lnTo>
                <a:lnTo>
                  <a:pt x="3498882" y="103350"/>
                </a:lnTo>
                <a:lnTo>
                  <a:pt x="3498323" y="103815"/>
                </a:lnTo>
                <a:lnTo>
                  <a:pt x="3497702" y="104275"/>
                </a:lnTo>
                <a:lnTo>
                  <a:pt x="3497016" y="104730"/>
                </a:lnTo>
                <a:lnTo>
                  <a:pt x="3496262" y="105179"/>
                </a:lnTo>
                <a:lnTo>
                  <a:pt x="3495436" y="105621"/>
                </a:lnTo>
                <a:lnTo>
                  <a:pt x="3494535" y="106058"/>
                </a:lnTo>
                <a:lnTo>
                  <a:pt x="3493659" y="106448"/>
                </a:lnTo>
                <a:lnTo>
                  <a:pt x="3492769" y="106805"/>
                </a:lnTo>
                <a:lnTo>
                  <a:pt x="3491868" y="107131"/>
                </a:lnTo>
                <a:lnTo>
                  <a:pt x="3490961" y="107428"/>
                </a:lnTo>
                <a:lnTo>
                  <a:pt x="3490052" y="107696"/>
                </a:lnTo>
                <a:lnTo>
                  <a:pt x="3489143" y="107938"/>
                </a:lnTo>
                <a:lnTo>
                  <a:pt x="3488240" y="108154"/>
                </a:lnTo>
                <a:lnTo>
                  <a:pt x="3487345" y="108346"/>
                </a:lnTo>
                <a:lnTo>
                  <a:pt x="3486463" y="108516"/>
                </a:lnTo>
                <a:lnTo>
                  <a:pt x="3485598" y="108664"/>
                </a:lnTo>
                <a:lnTo>
                  <a:pt x="3484753" y="108793"/>
                </a:lnTo>
                <a:lnTo>
                  <a:pt x="3483932" y="108903"/>
                </a:lnTo>
                <a:lnTo>
                  <a:pt x="3483140" y="108996"/>
                </a:lnTo>
                <a:lnTo>
                  <a:pt x="3482379" y="109074"/>
                </a:lnTo>
                <a:lnTo>
                  <a:pt x="3481654" y="109138"/>
                </a:lnTo>
                <a:lnTo>
                  <a:pt x="3480969" y="109189"/>
                </a:lnTo>
                <a:lnTo>
                  <a:pt x="3480328" y="109229"/>
                </a:lnTo>
                <a:lnTo>
                  <a:pt x="3479733" y="109258"/>
                </a:lnTo>
                <a:lnTo>
                  <a:pt x="3479190" y="109280"/>
                </a:lnTo>
                <a:lnTo>
                  <a:pt x="3478702" y="109294"/>
                </a:lnTo>
                <a:lnTo>
                  <a:pt x="3478273" y="109303"/>
                </a:lnTo>
                <a:lnTo>
                  <a:pt x="3477907" y="109307"/>
                </a:lnTo>
                <a:lnTo>
                  <a:pt x="3477607" y="109309"/>
                </a:lnTo>
                <a:lnTo>
                  <a:pt x="3477378" y="109309"/>
                </a:lnTo>
                <a:lnTo>
                  <a:pt x="3475905" y="109276"/>
                </a:lnTo>
                <a:lnTo>
                  <a:pt x="3474476" y="109176"/>
                </a:lnTo>
                <a:lnTo>
                  <a:pt x="3473092" y="109013"/>
                </a:lnTo>
                <a:lnTo>
                  <a:pt x="3471756" y="108789"/>
                </a:lnTo>
                <a:lnTo>
                  <a:pt x="3470468" y="108506"/>
                </a:lnTo>
                <a:lnTo>
                  <a:pt x="3469231" y="108168"/>
                </a:lnTo>
                <a:lnTo>
                  <a:pt x="3468047" y="107775"/>
                </a:lnTo>
                <a:lnTo>
                  <a:pt x="3466916" y="107331"/>
                </a:lnTo>
                <a:lnTo>
                  <a:pt x="3465841" y="106839"/>
                </a:lnTo>
                <a:lnTo>
                  <a:pt x="3464823" y="106300"/>
                </a:lnTo>
                <a:lnTo>
                  <a:pt x="3463863" y="105717"/>
                </a:lnTo>
                <a:lnTo>
                  <a:pt x="3462965" y="105092"/>
                </a:lnTo>
                <a:lnTo>
                  <a:pt x="3462129" y="104428"/>
                </a:lnTo>
                <a:lnTo>
                  <a:pt x="3461356" y="103728"/>
                </a:lnTo>
                <a:lnTo>
                  <a:pt x="3460650" y="102993"/>
                </a:lnTo>
                <a:lnTo>
                  <a:pt x="3460010" y="102226"/>
                </a:lnTo>
                <a:lnTo>
                  <a:pt x="3459440" y="101430"/>
                </a:lnTo>
                <a:lnTo>
                  <a:pt x="3458940" y="100606"/>
                </a:lnTo>
                <a:lnTo>
                  <a:pt x="3458513" y="99758"/>
                </a:lnTo>
                <a:lnTo>
                  <a:pt x="3458159" y="98888"/>
                </a:lnTo>
                <a:lnTo>
                  <a:pt x="3457881" y="97999"/>
                </a:lnTo>
                <a:lnTo>
                  <a:pt x="3457681" y="97091"/>
                </a:lnTo>
                <a:lnTo>
                  <a:pt x="3457559" y="96169"/>
                </a:lnTo>
                <a:lnTo>
                  <a:pt x="3457518" y="95235"/>
                </a:lnTo>
                <a:lnTo>
                  <a:pt x="3457604" y="94066"/>
                </a:lnTo>
                <a:lnTo>
                  <a:pt x="3457861" y="92923"/>
                </a:lnTo>
                <a:lnTo>
                  <a:pt x="3458285" y="91808"/>
                </a:lnTo>
                <a:lnTo>
                  <a:pt x="3458876" y="90722"/>
                </a:lnTo>
                <a:lnTo>
                  <a:pt x="3459630" y="89667"/>
                </a:lnTo>
                <a:lnTo>
                  <a:pt x="3460546" y="88645"/>
                </a:lnTo>
                <a:lnTo>
                  <a:pt x="3461620" y="87658"/>
                </a:lnTo>
                <a:lnTo>
                  <a:pt x="3462852" y="86708"/>
                </a:lnTo>
                <a:lnTo>
                  <a:pt x="3464238" y="85795"/>
                </a:lnTo>
                <a:lnTo>
                  <a:pt x="3465777" y="84922"/>
                </a:lnTo>
                <a:lnTo>
                  <a:pt x="3467466" y="84092"/>
                </a:lnTo>
                <a:lnTo>
                  <a:pt x="3469303" y="83304"/>
                </a:lnTo>
                <a:lnTo>
                  <a:pt x="3471285" y="82562"/>
                </a:lnTo>
                <a:lnTo>
                  <a:pt x="3473411" y="81866"/>
                </a:lnTo>
                <a:lnTo>
                  <a:pt x="3475677" y="81220"/>
                </a:lnTo>
                <a:lnTo>
                  <a:pt x="3478083" y="80623"/>
                </a:lnTo>
                <a:lnTo>
                  <a:pt x="3480625" y="80079"/>
                </a:lnTo>
                <a:lnTo>
                  <a:pt x="3483301" y="79589"/>
                </a:lnTo>
                <a:lnTo>
                  <a:pt x="3486110" y="79155"/>
                </a:lnTo>
                <a:lnTo>
                  <a:pt x="3489048" y="78778"/>
                </a:lnTo>
                <a:lnTo>
                  <a:pt x="3492114" y="78460"/>
                </a:lnTo>
                <a:lnTo>
                  <a:pt x="3495305" y="78204"/>
                </a:lnTo>
                <a:lnTo>
                  <a:pt x="3498619" y="78010"/>
                </a:lnTo>
                <a:lnTo>
                  <a:pt x="3502054" y="77880"/>
                </a:lnTo>
                <a:lnTo>
                  <a:pt x="3502054" y="94105"/>
                </a:lnTo>
                <a:lnTo>
                  <a:pt x="3502053" y="94657"/>
                </a:lnTo>
                <a:lnTo>
                  <a:pt x="3502049" y="95205"/>
                </a:lnTo>
                <a:lnTo>
                  <a:pt x="3502039" y="95749"/>
                </a:lnTo>
                <a:lnTo>
                  <a:pt x="3502019" y="96289"/>
                </a:lnTo>
                <a:lnTo>
                  <a:pt x="3501986" y="96824"/>
                </a:lnTo>
                <a:lnTo>
                  <a:pt x="3501936" y="97355"/>
                </a:lnTo>
                <a:close/>
                <a:moveTo>
                  <a:pt x="2509314" y="110700"/>
                </a:moveTo>
                <a:lnTo>
                  <a:pt x="2509040" y="110303"/>
                </a:lnTo>
                <a:lnTo>
                  <a:pt x="2508736" y="109950"/>
                </a:lnTo>
                <a:lnTo>
                  <a:pt x="2508404" y="109638"/>
                </a:lnTo>
                <a:lnTo>
                  <a:pt x="2508048" y="109366"/>
                </a:lnTo>
                <a:lnTo>
                  <a:pt x="2507671" y="109129"/>
                </a:lnTo>
                <a:lnTo>
                  <a:pt x="2507275" y="108926"/>
                </a:lnTo>
                <a:lnTo>
                  <a:pt x="2506865" y="108755"/>
                </a:lnTo>
                <a:lnTo>
                  <a:pt x="2506442" y="108612"/>
                </a:lnTo>
                <a:lnTo>
                  <a:pt x="2506010" y="108495"/>
                </a:lnTo>
                <a:lnTo>
                  <a:pt x="2505573" y="108401"/>
                </a:lnTo>
                <a:lnTo>
                  <a:pt x="2505133" y="108328"/>
                </a:lnTo>
                <a:lnTo>
                  <a:pt x="2504694" y="108273"/>
                </a:lnTo>
                <a:lnTo>
                  <a:pt x="2504257" y="108234"/>
                </a:lnTo>
                <a:lnTo>
                  <a:pt x="2503828" y="108207"/>
                </a:lnTo>
                <a:lnTo>
                  <a:pt x="2503408" y="108191"/>
                </a:lnTo>
                <a:lnTo>
                  <a:pt x="2503001" y="108183"/>
                </a:lnTo>
                <a:lnTo>
                  <a:pt x="2502610" y="108180"/>
                </a:lnTo>
                <a:lnTo>
                  <a:pt x="2502237" y="108180"/>
                </a:lnTo>
                <a:lnTo>
                  <a:pt x="2481995" y="108180"/>
                </a:lnTo>
                <a:lnTo>
                  <a:pt x="2481995" y="44809"/>
                </a:lnTo>
                <a:lnTo>
                  <a:pt x="2481989" y="44083"/>
                </a:lnTo>
                <a:lnTo>
                  <a:pt x="2481968" y="43399"/>
                </a:lnTo>
                <a:lnTo>
                  <a:pt x="2481933" y="42754"/>
                </a:lnTo>
                <a:lnTo>
                  <a:pt x="2481879" y="42149"/>
                </a:lnTo>
                <a:lnTo>
                  <a:pt x="2481806" y="41582"/>
                </a:lnTo>
                <a:lnTo>
                  <a:pt x="2481712" y="41053"/>
                </a:lnTo>
                <a:lnTo>
                  <a:pt x="2481595" y="40561"/>
                </a:lnTo>
                <a:lnTo>
                  <a:pt x="2481453" y="40104"/>
                </a:lnTo>
                <a:lnTo>
                  <a:pt x="2481284" y="39682"/>
                </a:lnTo>
                <a:lnTo>
                  <a:pt x="2481086" y="39294"/>
                </a:lnTo>
                <a:lnTo>
                  <a:pt x="2480858" y="38939"/>
                </a:lnTo>
                <a:lnTo>
                  <a:pt x="2480598" y="38616"/>
                </a:lnTo>
                <a:lnTo>
                  <a:pt x="2480303" y="38324"/>
                </a:lnTo>
                <a:lnTo>
                  <a:pt x="2479973" y="38062"/>
                </a:lnTo>
                <a:lnTo>
                  <a:pt x="2479605" y="37830"/>
                </a:lnTo>
                <a:lnTo>
                  <a:pt x="2479197" y="37626"/>
                </a:lnTo>
                <a:lnTo>
                  <a:pt x="2478747" y="37449"/>
                </a:lnTo>
                <a:lnTo>
                  <a:pt x="2478254" y="37299"/>
                </a:lnTo>
                <a:lnTo>
                  <a:pt x="2477717" y="37175"/>
                </a:lnTo>
                <a:lnTo>
                  <a:pt x="2477132" y="37075"/>
                </a:lnTo>
                <a:lnTo>
                  <a:pt x="2476498" y="36999"/>
                </a:lnTo>
                <a:lnTo>
                  <a:pt x="2475813" y="36946"/>
                </a:lnTo>
                <a:lnTo>
                  <a:pt x="2475076" y="36914"/>
                </a:lnTo>
                <a:lnTo>
                  <a:pt x="2474285" y="36904"/>
                </a:lnTo>
                <a:lnTo>
                  <a:pt x="2446908" y="36904"/>
                </a:lnTo>
                <a:lnTo>
                  <a:pt x="2446536" y="36905"/>
                </a:lnTo>
                <a:lnTo>
                  <a:pt x="2446145" y="36908"/>
                </a:lnTo>
                <a:lnTo>
                  <a:pt x="2445739" y="36916"/>
                </a:lnTo>
                <a:lnTo>
                  <a:pt x="2445319" y="36931"/>
                </a:lnTo>
                <a:lnTo>
                  <a:pt x="2444889" y="36957"/>
                </a:lnTo>
                <a:lnTo>
                  <a:pt x="2444453" y="36995"/>
                </a:lnTo>
                <a:lnTo>
                  <a:pt x="2444014" y="37048"/>
                </a:lnTo>
                <a:lnTo>
                  <a:pt x="2443574" y="37119"/>
                </a:lnTo>
                <a:lnTo>
                  <a:pt x="2443137" y="37209"/>
                </a:lnTo>
                <a:lnTo>
                  <a:pt x="2442705" y="37323"/>
                </a:lnTo>
                <a:lnTo>
                  <a:pt x="2442282" y="37461"/>
                </a:lnTo>
                <a:lnTo>
                  <a:pt x="2441872" y="37628"/>
                </a:lnTo>
                <a:lnTo>
                  <a:pt x="2441476" y="37824"/>
                </a:lnTo>
                <a:lnTo>
                  <a:pt x="2441099" y="38053"/>
                </a:lnTo>
                <a:lnTo>
                  <a:pt x="2440743" y="38317"/>
                </a:lnTo>
                <a:lnTo>
                  <a:pt x="2440411" y="38619"/>
                </a:lnTo>
                <a:lnTo>
                  <a:pt x="2440106" y="38961"/>
                </a:lnTo>
                <a:lnTo>
                  <a:pt x="2439832" y="39346"/>
                </a:lnTo>
                <a:lnTo>
                  <a:pt x="2439592" y="39775"/>
                </a:lnTo>
                <a:lnTo>
                  <a:pt x="2439389" y="40253"/>
                </a:lnTo>
                <a:lnTo>
                  <a:pt x="2439225" y="40781"/>
                </a:lnTo>
                <a:lnTo>
                  <a:pt x="2439104" y="41362"/>
                </a:lnTo>
                <a:lnTo>
                  <a:pt x="2439030" y="41997"/>
                </a:lnTo>
                <a:lnTo>
                  <a:pt x="2439004" y="42691"/>
                </a:lnTo>
                <a:lnTo>
                  <a:pt x="2439030" y="43407"/>
                </a:lnTo>
                <a:lnTo>
                  <a:pt x="2439104" y="44064"/>
                </a:lnTo>
                <a:lnTo>
                  <a:pt x="2439225" y="44663"/>
                </a:lnTo>
                <a:lnTo>
                  <a:pt x="2439389" y="45208"/>
                </a:lnTo>
                <a:lnTo>
                  <a:pt x="2439592" y="45702"/>
                </a:lnTo>
                <a:lnTo>
                  <a:pt x="2439832" y="46145"/>
                </a:lnTo>
                <a:lnTo>
                  <a:pt x="2440106" y="46543"/>
                </a:lnTo>
                <a:lnTo>
                  <a:pt x="2440411" y="46896"/>
                </a:lnTo>
                <a:lnTo>
                  <a:pt x="2440743" y="47207"/>
                </a:lnTo>
                <a:lnTo>
                  <a:pt x="2441099" y="47480"/>
                </a:lnTo>
                <a:lnTo>
                  <a:pt x="2441476" y="47717"/>
                </a:lnTo>
                <a:lnTo>
                  <a:pt x="2441872" y="47919"/>
                </a:lnTo>
                <a:lnTo>
                  <a:pt x="2442282" y="48091"/>
                </a:lnTo>
                <a:lnTo>
                  <a:pt x="2442705" y="48234"/>
                </a:lnTo>
                <a:lnTo>
                  <a:pt x="2443137" y="48351"/>
                </a:lnTo>
                <a:lnTo>
                  <a:pt x="2443574" y="48445"/>
                </a:lnTo>
                <a:lnTo>
                  <a:pt x="2444014" y="48518"/>
                </a:lnTo>
                <a:lnTo>
                  <a:pt x="2444453" y="48573"/>
                </a:lnTo>
                <a:lnTo>
                  <a:pt x="2444889" y="48612"/>
                </a:lnTo>
                <a:lnTo>
                  <a:pt x="2445319" y="48639"/>
                </a:lnTo>
                <a:lnTo>
                  <a:pt x="2445739" y="48655"/>
                </a:lnTo>
                <a:lnTo>
                  <a:pt x="2446145" y="48663"/>
                </a:lnTo>
                <a:lnTo>
                  <a:pt x="2446536" y="48666"/>
                </a:lnTo>
                <a:lnTo>
                  <a:pt x="2446908" y="48666"/>
                </a:lnTo>
                <a:lnTo>
                  <a:pt x="2468692" y="48666"/>
                </a:lnTo>
                <a:lnTo>
                  <a:pt x="2468692" y="108180"/>
                </a:lnTo>
                <a:lnTo>
                  <a:pt x="2445364" y="108180"/>
                </a:lnTo>
                <a:lnTo>
                  <a:pt x="2444970" y="108180"/>
                </a:lnTo>
                <a:lnTo>
                  <a:pt x="2444561" y="108183"/>
                </a:lnTo>
                <a:lnTo>
                  <a:pt x="2444139" y="108191"/>
                </a:lnTo>
                <a:lnTo>
                  <a:pt x="2443708" y="108207"/>
                </a:lnTo>
                <a:lnTo>
                  <a:pt x="2443270" y="108234"/>
                </a:lnTo>
                <a:lnTo>
                  <a:pt x="2442828" y="108273"/>
                </a:lnTo>
                <a:lnTo>
                  <a:pt x="2442386" y="108328"/>
                </a:lnTo>
                <a:lnTo>
                  <a:pt x="2441945" y="108401"/>
                </a:lnTo>
                <a:lnTo>
                  <a:pt x="2441508" y="108495"/>
                </a:lnTo>
                <a:lnTo>
                  <a:pt x="2441079" y="108612"/>
                </a:lnTo>
                <a:lnTo>
                  <a:pt x="2440661" y="108755"/>
                </a:lnTo>
                <a:lnTo>
                  <a:pt x="2440256" y="108926"/>
                </a:lnTo>
                <a:lnTo>
                  <a:pt x="2439866" y="109129"/>
                </a:lnTo>
                <a:lnTo>
                  <a:pt x="2439496" y="109366"/>
                </a:lnTo>
                <a:lnTo>
                  <a:pt x="2439148" y="109638"/>
                </a:lnTo>
                <a:lnTo>
                  <a:pt x="2438824" y="109950"/>
                </a:lnTo>
                <a:lnTo>
                  <a:pt x="2438527" y="110303"/>
                </a:lnTo>
                <a:lnTo>
                  <a:pt x="2438261" y="110700"/>
                </a:lnTo>
                <a:lnTo>
                  <a:pt x="2438028" y="111144"/>
                </a:lnTo>
                <a:lnTo>
                  <a:pt x="2437831" y="111637"/>
                </a:lnTo>
                <a:lnTo>
                  <a:pt x="2437673" y="112182"/>
                </a:lnTo>
                <a:lnTo>
                  <a:pt x="2437556" y="112782"/>
                </a:lnTo>
                <a:lnTo>
                  <a:pt x="2437484" y="113439"/>
                </a:lnTo>
                <a:lnTo>
                  <a:pt x="2437460" y="114155"/>
                </a:lnTo>
                <a:lnTo>
                  <a:pt x="2437485" y="114848"/>
                </a:lnTo>
                <a:lnTo>
                  <a:pt x="2437560" y="115484"/>
                </a:lnTo>
                <a:lnTo>
                  <a:pt x="2437681" y="116064"/>
                </a:lnTo>
                <a:lnTo>
                  <a:pt x="2437844" y="116591"/>
                </a:lnTo>
                <a:lnTo>
                  <a:pt x="2438048" y="117069"/>
                </a:lnTo>
                <a:lnTo>
                  <a:pt x="2438288" y="117499"/>
                </a:lnTo>
                <a:lnTo>
                  <a:pt x="2438562" y="117883"/>
                </a:lnTo>
                <a:lnTo>
                  <a:pt x="2438866" y="118225"/>
                </a:lnTo>
                <a:lnTo>
                  <a:pt x="2439198" y="118527"/>
                </a:lnTo>
                <a:lnTo>
                  <a:pt x="2439554" y="118791"/>
                </a:lnTo>
                <a:lnTo>
                  <a:pt x="2439932" y="119019"/>
                </a:lnTo>
                <a:lnTo>
                  <a:pt x="2440327" y="119216"/>
                </a:lnTo>
                <a:lnTo>
                  <a:pt x="2440738" y="119382"/>
                </a:lnTo>
                <a:lnTo>
                  <a:pt x="2441161" y="119520"/>
                </a:lnTo>
                <a:lnTo>
                  <a:pt x="2441592" y="119634"/>
                </a:lnTo>
                <a:lnTo>
                  <a:pt x="2442030" y="119724"/>
                </a:lnTo>
                <a:lnTo>
                  <a:pt x="2442469" y="119795"/>
                </a:lnTo>
                <a:lnTo>
                  <a:pt x="2442909" y="119848"/>
                </a:lnTo>
                <a:lnTo>
                  <a:pt x="2443345" y="119886"/>
                </a:lnTo>
                <a:lnTo>
                  <a:pt x="2443774" y="119912"/>
                </a:lnTo>
                <a:lnTo>
                  <a:pt x="2444194" y="119927"/>
                </a:lnTo>
                <a:lnTo>
                  <a:pt x="2444601" y="119935"/>
                </a:lnTo>
                <a:lnTo>
                  <a:pt x="2444992" y="119938"/>
                </a:lnTo>
                <a:lnTo>
                  <a:pt x="2445364" y="119939"/>
                </a:lnTo>
                <a:lnTo>
                  <a:pt x="2502237" y="119939"/>
                </a:lnTo>
                <a:lnTo>
                  <a:pt x="2502610" y="119938"/>
                </a:lnTo>
                <a:lnTo>
                  <a:pt x="2503001" y="119935"/>
                </a:lnTo>
                <a:lnTo>
                  <a:pt x="2503408" y="119927"/>
                </a:lnTo>
                <a:lnTo>
                  <a:pt x="2503828" y="119912"/>
                </a:lnTo>
                <a:lnTo>
                  <a:pt x="2504257" y="119886"/>
                </a:lnTo>
                <a:lnTo>
                  <a:pt x="2504694" y="119848"/>
                </a:lnTo>
                <a:lnTo>
                  <a:pt x="2505133" y="119795"/>
                </a:lnTo>
                <a:lnTo>
                  <a:pt x="2505573" y="119724"/>
                </a:lnTo>
                <a:lnTo>
                  <a:pt x="2506010" y="119634"/>
                </a:lnTo>
                <a:lnTo>
                  <a:pt x="2506442" y="119520"/>
                </a:lnTo>
                <a:lnTo>
                  <a:pt x="2506865" y="119382"/>
                </a:lnTo>
                <a:lnTo>
                  <a:pt x="2507275" y="119216"/>
                </a:lnTo>
                <a:lnTo>
                  <a:pt x="2507671" y="119019"/>
                </a:lnTo>
                <a:lnTo>
                  <a:pt x="2508048" y="118791"/>
                </a:lnTo>
                <a:lnTo>
                  <a:pt x="2508404" y="118527"/>
                </a:lnTo>
                <a:lnTo>
                  <a:pt x="2508736" y="118225"/>
                </a:lnTo>
                <a:lnTo>
                  <a:pt x="2509040" y="117883"/>
                </a:lnTo>
                <a:lnTo>
                  <a:pt x="2509314" y="117499"/>
                </a:lnTo>
                <a:lnTo>
                  <a:pt x="2509554" y="117069"/>
                </a:lnTo>
                <a:lnTo>
                  <a:pt x="2509757" y="116591"/>
                </a:lnTo>
                <a:lnTo>
                  <a:pt x="2509921" y="116064"/>
                </a:lnTo>
                <a:lnTo>
                  <a:pt x="2510042" y="115484"/>
                </a:lnTo>
                <a:lnTo>
                  <a:pt x="2510116" y="114848"/>
                </a:lnTo>
                <a:lnTo>
                  <a:pt x="2510142" y="114155"/>
                </a:lnTo>
                <a:lnTo>
                  <a:pt x="2510116" y="113439"/>
                </a:lnTo>
                <a:lnTo>
                  <a:pt x="2510042" y="112782"/>
                </a:lnTo>
                <a:lnTo>
                  <a:pt x="2509921" y="112182"/>
                </a:lnTo>
                <a:lnTo>
                  <a:pt x="2509757" y="111637"/>
                </a:lnTo>
                <a:lnTo>
                  <a:pt x="2509554" y="111144"/>
                </a:lnTo>
                <a:lnTo>
                  <a:pt x="2509314" y="110700"/>
                </a:lnTo>
                <a:close/>
                <a:moveTo>
                  <a:pt x="2815524" y="98877"/>
                </a:moveTo>
                <a:lnTo>
                  <a:pt x="2815524" y="98878"/>
                </a:lnTo>
                <a:lnTo>
                  <a:pt x="2815524" y="98880"/>
                </a:lnTo>
                <a:lnTo>
                  <a:pt x="2815524" y="98877"/>
                </a:lnTo>
                <a:close/>
                <a:moveTo>
                  <a:pt x="3017955" y="98878"/>
                </a:moveTo>
                <a:lnTo>
                  <a:pt x="3017955" y="98880"/>
                </a:lnTo>
                <a:lnTo>
                  <a:pt x="3017955" y="98877"/>
                </a:lnTo>
                <a:lnTo>
                  <a:pt x="3017955" y="98878"/>
                </a:lnTo>
                <a:close/>
                <a:moveTo>
                  <a:pt x="2924680" y="41696"/>
                </a:moveTo>
                <a:lnTo>
                  <a:pt x="2924404" y="41107"/>
                </a:lnTo>
                <a:lnTo>
                  <a:pt x="2924080" y="40524"/>
                </a:lnTo>
                <a:lnTo>
                  <a:pt x="2923707" y="39951"/>
                </a:lnTo>
                <a:lnTo>
                  <a:pt x="2923284" y="39391"/>
                </a:lnTo>
                <a:lnTo>
                  <a:pt x="2922810" y="38848"/>
                </a:lnTo>
                <a:lnTo>
                  <a:pt x="2922282" y="38325"/>
                </a:lnTo>
                <a:lnTo>
                  <a:pt x="2921701" y="37825"/>
                </a:lnTo>
                <a:lnTo>
                  <a:pt x="2921063" y="37352"/>
                </a:lnTo>
                <a:lnTo>
                  <a:pt x="2920369" y="36908"/>
                </a:lnTo>
                <a:lnTo>
                  <a:pt x="2919617" y="36496"/>
                </a:lnTo>
                <a:lnTo>
                  <a:pt x="2918805" y="36122"/>
                </a:lnTo>
                <a:lnTo>
                  <a:pt x="2917932" y="35786"/>
                </a:lnTo>
                <a:lnTo>
                  <a:pt x="2916997" y="35493"/>
                </a:lnTo>
                <a:lnTo>
                  <a:pt x="2915999" y="35246"/>
                </a:lnTo>
                <a:lnTo>
                  <a:pt x="2914935" y="35048"/>
                </a:lnTo>
                <a:lnTo>
                  <a:pt x="2913805" y="34903"/>
                </a:lnTo>
                <a:lnTo>
                  <a:pt x="2912608" y="34814"/>
                </a:lnTo>
                <a:lnTo>
                  <a:pt x="2911341" y="34783"/>
                </a:lnTo>
                <a:lnTo>
                  <a:pt x="2911039" y="34784"/>
                </a:lnTo>
                <a:lnTo>
                  <a:pt x="2910663" y="34791"/>
                </a:lnTo>
                <a:lnTo>
                  <a:pt x="2910218" y="34804"/>
                </a:lnTo>
                <a:lnTo>
                  <a:pt x="2909707" y="34828"/>
                </a:lnTo>
                <a:lnTo>
                  <a:pt x="2909133" y="34864"/>
                </a:lnTo>
                <a:lnTo>
                  <a:pt x="2908501" y="34915"/>
                </a:lnTo>
                <a:lnTo>
                  <a:pt x="2907812" y="34985"/>
                </a:lnTo>
                <a:lnTo>
                  <a:pt x="2907071" y="35075"/>
                </a:lnTo>
                <a:lnTo>
                  <a:pt x="2906282" y="35189"/>
                </a:lnTo>
                <a:lnTo>
                  <a:pt x="2905447" y="35329"/>
                </a:lnTo>
                <a:lnTo>
                  <a:pt x="2904569" y="35498"/>
                </a:lnTo>
                <a:lnTo>
                  <a:pt x="2903654" y="35698"/>
                </a:lnTo>
                <a:lnTo>
                  <a:pt x="2902703" y="35932"/>
                </a:lnTo>
                <a:lnTo>
                  <a:pt x="2901720" y="36203"/>
                </a:lnTo>
                <a:lnTo>
                  <a:pt x="2900710" y="36514"/>
                </a:lnTo>
                <a:lnTo>
                  <a:pt x="2899674" y="36867"/>
                </a:lnTo>
                <a:lnTo>
                  <a:pt x="2898617" y="37264"/>
                </a:lnTo>
                <a:lnTo>
                  <a:pt x="2897542" y="37710"/>
                </a:lnTo>
                <a:lnTo>
                  <a:pt x="2896452" y="38205"/>
                </a:lnTo>
                <a:lnTo>
                  <a:pt x="2895351" y="38753"/>
                </a:lnTo>
                <a:lnTo>
                  <a:pt x="2894243" y="39357"/>
                </a:lnTo>
                <a:lnTo>
                  <a:pt x="2893130" y="40019"/>
                </a:lnTo>
                <a:lnTo>
                  <a:pt x="2892016" y="40742"/>
                </a:lnTo>
                <a:lnTo>
                  <a:pt x="2890905" y="41529"/>
                </a:lnTo>
                <a:lnTo>
                  <a:pt x="2890501" y="41260"/>
                </a:lnTo>
                <a:lnTo>
                  <a:pt x="2890059" y="40977"/>
                </a:lnTo>
                <a:lnTo>
                  <a:pt x="2889580" y="40682"/>
                </a:lnTo>
                <a:lnTo>
                  <a:pt x="2889065" y="40377"/>
                </a:lnTo>
                <a:lnTo>
                  <a:pt x="2888515" y="40066"/>
                </a:lnTo>
                <a:lnTo>
                  <a:pt x="2887930" y="39749"/>
                </a:lnTo>
                <a:lnTo>
                  <a:pt x="2887310" y="39429"/>
                </a:lnTo>
                <a:lnTo>
                  <a:pt x="2886657" y="39109"/>
                </a:lnTo>
                <a:lnTo>
                  <a:pt x="2885972" y="38790"/>
                </a:lnTo>
                <a:lnTo>
                  <a:pt x="2885254" y="38476"/>
                </a:lnTo>
                <a:lnTo>
                  <a:pt x="2884505" y="38168"/>
                </a:lnTo>
                <a:lnTo>
                  <a:pt x="2883724" y="37868"/>
                </a:lnTo>
                <a:lnTo>
                  <a:pt x="2882914" y="37580"/>
                </a:lnTo>
                <a:lnTo>
                  <a:pt x="2882074" y="37304"/>
                </a:lnTo>
                <a:lnTo>
                  <a:pt x="2881206" y="37044"/>
                </a:lnTo>
                <a:lnTo>
                  <a:pt x="2880309" y="36802"/>
                </a:lnTo>
                <a:lnTo>
                  <a:pt x="2879385" y="36580"/>
                </a:lnTo>
                <a:lnTo>
                  <a:pt x="2878434" y="36380"/>
                </a:lnTo>
                <a:lnTo>
                  <a:pt x="2877457" y="36204"/>
                </a:lnTo>
                <a:lnTo>
                  <a:pt x="2876455" y="36056"/>
                </a:lnTo>
                <a:lnTo>
                  <a:pt x="2875428" y="35936"/>
                </a:lnTo>
                <a:lnTo>
                  <a:pt x="2874376" y="35848"/>
                </a:lnTo>
                <a:lnTo>
                  <a:pt x="2873302" y="35793"/>
                </a:lnTo>
                <a:lnTo>
                  <a:pt x="2872204" y="35774"/>
                </a:lnTo>
                <a:lnTo>
                  <a:pt x="2869963" y="35849"/>
                </a:lnTo>
                <a:lnTo>
                  <a:pt x="2867771" y="36069"/>
                </a:lnTo>
                <a:lnTo>
                  <a:pt x="2865634" y="36428"/>
                </a:lnTo>
                <a:lnTo>
                  <a:pt x="2863556" y="36922"/>
                </a:lnTo>
                <a:lnTo>
                  <a:pt x="2861539" y="37544"/>
                </a:lnTo>
                <a:lnTo>
                  <a:pt x="2859589" y="38290"/>
                </a:lnTo>
                <a:lnTo>
                  <a:pt x="2857709" y="39154"/>
                </a:lnTo>
                <a:lnTo>
                  <a:pt x="2855903" y="40131"/>
                </a:lnTo>
                <a:lnTo>
                  <a:pt x="2854176" y="41215"/>
                </a:lnTo>
                <a:lnTo>
                  <a:pt x="2852531" y="42400"/>
                </a:lnTo>
                <a:lnTo>
                  <a:pt x="2850972" y="43682"/>
                </a:lnTo>
                <a:lnTo>
                  <a:pt x="2849504" y="45054"/>
                </a:lnTo>
                <a:lnTo>
                  <a:pt x="2848130" y="46512"/>
                </a:lnTo>
                <a:lnTo>
                  <a:pt x="2846854" y="48050"/>
                </a:lnTo>
                <a:lnTo>
                  <a:pt x="2845681" y="49662"/>
                </a:lnTo>
                <a:lnTo>
                  <a:pt x="2844615" y="51343"/>
                </a:lnTo>
                <a:lnTo>
                  <a:pt x="2843658" y="53088"/>
                </a:lnTo>
                <a:lnTo>
                  <a:pt x="2842817" y="54891"/>
                </a:lnTo>
                <a:lnTo>
                  <a:pt x="2842093" y="56746"/>
                </a:lnTo>
                <a:lnTo>
                  <a:pt x="2841493" y="58649"/>
                </a:lnTo>
                <a:lnTo>
                  <a:pt x="2841018" y="60594"/>
                </a:lnTo>
                <a:lnTo>
                  <a:pt x="2840675" y="62575"/>
                </a:lnTo>
                <a:lnTo>
                  <a:pt x="2840465" y="64587"/>
                </a:lnTo>
                <a:lnTo>
                  <a:pt x="2840395" y="66624"/>
                </a:lnTo>
                <a:lnTo>
                  <a:pt x="2840411" y="67650"/>
                </a:lnTo>
                <a:lnTo>
                  <a:pt x="2840461" y="68656"/>
                </a:lnTo>
                <a:lnTo>
                  <a:pt x="2840541" y="69641"/>
                </a:lnTo>
                <a:lnTo>
                  <a:pt x="2840651" y="70605"/>
                </a:lnTo>
                <a:lnTo>
                  <a:pt x="2840788" y="71548"/>
                </a:lnTo>
                <a:lnTo>
                  <a:pt x="2840952" y="72469"/>
                </a:lnTo>
                <a:lnTo>
                  <a:pt x="2841140" y="73367"/>
                </a:lnTo>
                <a:lnTo>
                  <a:pt x="2841351" y="74244"/>
                </a:lnTo>
                <a:lnTo>
                  <a:pt x="2841584" y="75097"/>
                </a:lnTo>
                <a:lnTo>
                  <a:pt x="2841837" y="75928"/>
                </a:lnTo>
                <a:lnTo>
                  <a:pt x="2842107" y="76735"/>
                </a:lnTo>
                <a:lnTo>
                  <a:pt x="2842395" y="77518"/>
                </a:lnTo>
                <a:lnTo>
                  <a:pt x="2842697" y="78277"/>
                </a:lnTo>
                <a:lnTo>
                  <a:pt x="2843013" y="79012"/>
                </a:lnTo>
                <a:lnTo>
                  <a:pt x="2843341" y="79722"/>
                </a:lnTo>
                <a:lnTo>
                  <a:pt x="2843679" y="80407"/>
                </a:lnTo>
                <a:lnTo>
                  <a:pt x="2844026" y="81066"/>
                </a:lnTo>
                <a:lnTo>
                  <a:pt x="2844380" y="81699"/>
                </a:lnTo>
                <a:lnTo>
                  <a:pt x="2844739" y="82307"/>
                </a:lnTo>
                <a:lnTo>
                  <a:pt x="2845103" y="82888"/>
                </a:lnTo>
                <a:lnTo>
                  <a:pt x="2845468" y="83442"/>
                </a:lnTo>
                <a:lnTo>
                  <a:pt x="2845835" y="83969"/>
                </a:lnTo>
                <a:lnTo>
                  <a:pt x="2846200" y="84469"/>
                </a:lnTo>
                <a:lnTo>
                  <a:pt x="2846564" y="84941"/>
                </a:lnTo>
                <a:lnTo>
                  <a:pt x="2846301" y="85322"/>
                </a:lnTo>
                <a:lnTo>
                  <a:pt x="2846042" y="85716"/>
                </a:lnTo>
                <a:lnTo>
                  <a:pt x="2845789" y="86123"/>
                </a:lnTo>
                <a:lnTo>
                  <a:pt x="2845541" y="86543"/>
                </a:lnTo>
                <a:lnTo>
                  <a:pt x="2845300" y="86977"/>
                </a:lnTo>
                <a:lnTo>
                  <a:pt x="2845066" y="87425"/>
                </a:lnTo>
                <a:lnTo>
                  <a:pt x="2844840" y="87886"/>
                </a:lnTo>
                <a:lnTo>
                  <a:pt x="2844621" y="88362"/>
                </a:lnTo>
                <a:lnTo>
                  <a:pt x="2844411" y="88851"/>
                </a:lnTo>
                <a:lnTo>
                  <a:pt x="2844211" y="89354"/>
                </a:lnTo>
                <a:lnTo>
                  <a:pt x="2844020" y="89872"/>
                </a:lnTo>
                <a:lnTo>
                  <a:pt x="2843840" y="90404"/>
                </a:lnTo>
                <a:lnTo>
                  <a:pt x="2843671" y="90951"/>
                </a:lnTo>
                <a:lnTo>
                  <a:pt x="2843513" y="91512"/>
                </a:lnTo>
                <a:lnTo>
                  <a:pt x="2843368" y="92088"/>
                </a:lnTo>
                <a:lnTo>
                  <a:pt x="2843235" y="92679"/>
                </a:lnTo>
                <a:lnTo>
                  <a:pt x="2843116" y="93285"/>
                </a:lnTo>
                <a:lnTo>
                  <a:pt x="2843011" y="93906"/>
                </a:lnTo>
                <a:lnTo>
                  <a:pt x="2842921" y="94543"/>
                </a:lnTo>
                <a:lnTo>
                  <a:pt x="2842845" y="95194"/>
                </a:lnTo>
                <a:lnTo>
                  <a:pt x="2842786" y="95862"/>
                </a:lnTo>
                <a:lnTo>
                  <a:pt x="2842742" y="96545"/>
                </a:lnTo>
                <a:lnTo>
                  <a:pt x="2842716" y="97244"/>
                </a:lnTo>
                <a:lnTo>
                  <a:pt x="2842707" y="97959"/>
                </a:lnTo>
                <a:lnTo>
                  <a:pt x="2842721" y="98793"/>
                </a:lnTo>
                <a:lnTo>
                  <a:pt x="2842761" y="99606"/>
                </a:lnTo>
                <a:lnTo>
                  <a:pt x="2842826" y="100398"/>
                </a:lnTo>
                <a:lnTo>
                  <a:pt x="2842915" y="101170"/>
                </a:lnTo>
                <a:lnTo>
                  <a:pt x="2843025" y="101921"/>
                </a:lnTo>
                <a:lnTo>
                  <a:pt x="2843156" y="102650"/>
                </a:lnTo>
                <a:lnTo>
                  <a:pt x="2843305" y="103358"/>
                </a:lnTo>
                <a:lnTo>
                  <a:pt x="2843471" y="104044"/>
                </a:lnTo>
                <a:lnTo>
                  <a:pt x="2843653" y="104708"/>
                </a:lnTo>
                <a:lnTo>
                  <a:pt x="2843848" y="105349"/>
                </a:lnTo>
                <a:lnTo>
                  <a:pt x="2844056" y="105968"/>
                </a:lnTo>
                <a:lnTo>
                  <a:pt x="2844274" y="106564"/>
                </a:lnTo>
                <a:lnTo>
                  <a:pt x="2844501" y="107137"/>
                </a:lnTo>
                <a:lnTo>
                  <a:pt x="2844736" y="107687"/>
                </a:lnTo>
                <a:lnTo>
                  <a:pt x="2844977" y="108213"/>
                </a:lnTo>
                <a:lnTo>
                  <a:pt x="2845222" y="108715"/>
                </a:lnTo>
                <a:lnTo>
                  <a:pt x="2845469" y="109193"/>
                </a:lnTo>
                <a:lnTo>
                  <a:pt x="2845718" y="109647"/>
                </a:lnTo>
                <a:lnTo>
                  <a:pt x="2845966" y="110076"/>
                </a:lnTo>
                <a:lnTo>
                  <a:pt x="2846212" y="110480"/>
                </a:lnTo>
                <a:lnTo>
                  <a:pt x="2846454" y="110859"/>
                </a:lnTo>
                <a:lnTo>
                  <a:pt x="2846691" y="111212"/>
                </a:lnTo>
                <a:lnTo>
                  <a:pt x="2846921" y="111540"/>
                </a:lnTo>
                <a:lnTo>
                  <a:pt x="2847143" y="111842"/>
                </a:lnTo>
                <a:lnTo>
                  <a:pt x="2845433" y="112948"/>
                </a:lnTo>
                <a:lnTo>
                  <a:pt x="2843865" y="114093"/>
                </a:lnTo>
                <a:lnTo>
                  <a:pt x="2842434" y="115271"/>
                </a:lnTo>
                <a:lnTo>
                  <a:pt x="2841132" y="116475"/>
                </a:lnTo>
                <a:lnTo>
                  <a:pt x="2839955" y="117698"/>
                </a:lnTo>
                <a:lnTo>
                  <a:pt x="2838895" y="118934"/>
                </a:lnTo>
                <a:lnTo>
                  <a:pt x="2837946" y="120177"/>
                </a:lnTo>
                <a:lnTo>
                  <a:pt x="2837103" y="121419"/>
                </a:lnTo>
                <a:lnTo>
                  <a:pt x="2836359" y="122653"/>
                </a:lnTo>
                <a:lnTo>
                  <a:pt x="2835708" y="123874"/>
                </a:lnTo>
                <a:lnTo>
                  <a:pt x="2835143" y="125073"/>
                </a:lnTo>
                <a:lnTo>
                  <a:pt x="2834659" y="126246"/>
                </a:lnTo>
                <a:lnTo>
                  <a:pt x="2834249" y="127384"/>
                </a:lnTo>
                <a:lnTo>
                  <a:pt x="2833908" y="128482"/>
                </a:lnTo>
                <a:lnTo>
                  <a:pt x="2833628" y="129532"/>
                </a:lnTo>
                <a:lnTo>
                  <a:pt x="2833404" y="130528"/>
                </a:lnTo>
                <a:lnTo>
                  <a:pt x="2833230" y="131463"/>
                </a:lnTo>
                <a:lnTo>
                  <a:pt x="2833098" y="132330"/>
                </a:lnTo>
                <a:lnTo>
                  <a:pt x="2833005" y="133123"/>
                </a:lnTo>
                <a:lnTo>
                  <a:pt x="2832942" y="133835"/>
                </a:lnTo>
                <a:lnTo>
                  <a:pt x="2832903" y="134460"/>
                </a:lnTo>
                <a:lnTo>
                  <a:pt x="2832884" y="134990"/>
                </a:lnTo>
                <a:lnTo>
                  <a:pt x="2832877" y="135419"/>
                </a:lnTo>
                <a:lnTo>
                  <a:pt x="2832876" y="135740"/>
                </a:lnTo>
                <a:lnTo>
                  <a:pt x="2832980" y="137787"/>
                </a:lnTo>
                <a:lnTo>
                  <a:pt x="2833288" y="139781"/>
                </a:lnTo>
                <a:lnTo>
                  <a:pt x="2833794" y="141718"/>
                </a:lnTo>
                <a:lnTo>
                  <a:pt x="2834489" y="143597"/>
                </a:lnTo>
                <a:lnTo>
                  <a:pt x="2835368" y="145413"/>
                </a:lnTo>
                <a:lnTo>
                  <a:pt x="2836424" y="147164"/>
                </a:lnTo>
                <a:lnTo>
                  <a:pt x="2837649" y="148846"/>
                </a:lnTo>
                <a:lnTo>
                  <a:pt x="2839038" y="150458"/>
                </a:lnTo>
                <a:lnTo>
                  <a:pt x="2840582" y="151995"/>
                </a:lnTo>
                <a:lnTo>
                  <a:pt x="2842275" y="153454"/>
                </a:lnTo>
                <a:lnTo>
                  <a:pt x="2844111" y="154833"/>
                </a:lnTo>
                <a:lnTo>
                  <a:pt x="2846082" y="156129"/>
                </a:lnTo>
                <a:lnTo>
                  <a:pt x="2848181" y="157339"/>
                </a:lnTo>
                <a:lnTo>
                  <a:pt x="2850402" y="158459"/>
                </a:lnTo>
                <a:lnTo>
                  <a:pt x="2852738" y="159487"/>
                </a:lnTo>
                <a:lnTo>
                  <a:pt x="2855182" y="160420"/>
                </a:lnTo>
                <a:lnTo>
                  <a:pt x="2857727" y="161254"/>
                </a:lnTo>
                <a:lnTo>
                  <a:pt x="2860366" y="161986"/>
                </a:lnTo>
                <a:lnTo>
                  <a:pt x="2863093" y="162614"/>
                </a:lnTo>
                <a:lnTo>
                  <a:pt x="2865900" y="163135"/>
                </a:lnTo>
                <a:lnTo>
                  <a:pt x="2868781" y="163545"/>
                </a:lnTo>
                <a:lnTo>
                  <a:pt x="2871728" y="163842"/>
                </a:lnTo>
                <a:lnTo>
                  <a:pt x="2874736" y="164022"/>
                </a:lnTo>
                <a:lnTo>
                  <a:pt x="2877796" y="164083"/>
                </a:lnTo>
                <a:lnTo>
                  <a:pt x="2880857" y="164021"/>
                </a:lnTo>
                <a:lnTo>
                  <a:pt x="2883864" y="163838"/>
                </a:lnTo>
                <a:lnTo>
                  <a:pt x="2886812" y="163537"/>
                </a:lnTo>
                <a:lnTo>
                  <a:pt x="2889693" y="163122"/>
                </a:lnTo>
                <a:lnTo>
                  <a:pt x="2892500" y="162594"/>
                </a:lnTo>
                <a:lnTo>
                  <a:pt x="2895227" y="161959"/>
                </a:lnTo>
                <a:lnTo>
                  <a:pt x="2897866" y="161218"/>
                </a:lnTo>
                <a:lnTo>
                  <a:pt x="2900411" y="160376"/>
                </a:lnTo>
                <a:lnTo>
                  <a:pt x="2902855" y="159436"/>
                </a:lnTo>
                <a:lnTo>
                  <a:pt x="2905191" y="158400"/>
                </a:lnTo>
                <a:lnTo>
                  <a:pt x="2907412" y="157273"/>
                </a:lnTo>
                <a:lnTo>
                  <a:pt x="2909511" y="156057"/>
                </a:lnTo>
                <a:lnTo>
                  <a:pt x="2911482" y="154755"/>
                </a:lnTo>
                <a:lnTo>
                  <a:pt x="2913318" y="153372"/>
                </a:lnTo>
                <a:lnTo>
                  <a:pt x="2915011" y="151909"/>
                </a:lnTo>
                <a:lnTo>
                  <a:pt x="2916555" y="150371"/>
                </a:lnTo>
                <a:lnTo>
                  <a:pt x="2917943" y="148761"/>
                </a:lnTo>
                <a:lnTo>
                  <a:pt x="2919169" y="147082"/>
                </a:lnTo>
                <a:lnTo>
                  <a:pt x="2920224" y="145337"/>
                </a:lnTo>
                <a:lnTo>
                  <a:pt x="2921104" y="143529"/>
                </a:lnTo>
                <a:lnTo>
                  <a:pt x="2921799" y="141663"/>
                </a:lnTo>
                <a:lnTo>
                  <a:pt x="2922305" y="139740"/>
                </a:lnTo>
                <a:lnTo>
                  <a:pt x="2922613" y="137765"/>
                </a:lnTo>
                <a:lnTo>
                  <a:pt x="2922717" y="135740"/>
                </a:lnTo>
                <a:lnTo>
                  <a:pt x="2922699" y="134839"/>
                </a:lnTo>
                <a:lnTo>
                  <a:pt x="2922643" y="133915"/>
                </a:lnTo>
                <a:lnTo>
                  <a:pt x="2922549" y="132970"/>
                </a:lnTo>
                <a:lnTo>
                  <a:pt x="2922415" y="132009"/>
                </a:lnTo>
                <a:lnTo>
                  <a:pt x="2922239" y="131032"/>
                </a:lnTo>
                <a:lnTo>
                  <a:pt x="2922021" y="130045"/>
                </a:lnTo>
                <a:lnTo>
                  <a:pt x="2921760" y="129049"/>
                </a:lnTo>
                <a:lnTo>
                  <a:pt x="2921453" y="128048"/>
                </a:lnTo>
                <a:lnTo>
                  <a:pt x="2921100" y="127045"/>
                </a:lnTo>
                <a:lnTo>
                  <a:pt x="2920700" y="126042"/>
                </a:lnTo>
                <a:lnTo>
                  <a:pt x="2920251" y="125044"/>
                </a:lnTo>
                <a:lnTo>
                  <a:pt x="2919753" y="124052"/>
                </a:lnTo>
                <a:lnTo>
                  <a:pt x="2919203" y="123070"/>
                </a:lnTo>
                <a:lnTo>
                  <a:pt x="2918600" y="122101"/>
                </a:lnTo>
                <a:lnTo>
                  <a:pt x="2917944" y="121148"/>
                </a:lnTo>
                <a:lnTo>
                  <a:pt x="2917233" y="120214"/>
                </a:lnTo>
                <a:lnTo>
                  <a:pt x="2916466" y="119302"/>
                </a:lnTo>
                <a:lnTo>
                  <a:pt x="2915641" y="118415"/>
                </a:lnTo>
                <a:lnTo>
                  <a:pt x="2914757" y="117556"/>
                </a:lnTo>
                <a:lnTo>
                  <a:pt x="2913814" y="116728"/>
                </a:lnTo>
                <a:lnTo>
                  <a:pt x="2912809" y="115934"/>
                </a:lnTo>
                <a:lnTo>
                  <a:pt x="2911742" y="115177"/>
                </a:lnTo>
                <a:lnTo>
                  <a:pt x="2910611" y="114460"/>
                </a:lnTo>
                <a:lnTo>
                  <a:pt x="2909415" y="113787"/>
                </a:lnTo>
                <a:lnTo>
                  <a:pt x="2909072" y="113604"/>
                </a:lnTo>
                <a:lnTo>
                  <a:pt x="2908669" y="113394"/>
                </a:lnTo>
                <a:lnTo>
                  <a:pt x="2908205" y="113160"/>
                </a:lnTo>
                <a:lnTo>
                  <a:pt x="2907678" y="112905"/>
                </a:lnTo>
                <a:lnTo>
                  <a:pt x="2907087" y="112632"/>
                </a:lnTo>
                <a:lnTo>
                  <a:pt x="2906429" y="112345"/>
                </a:lnTo>
                <a:lnTo>
                  <a:pt x="2905703" y="112046"/>
                </a:lnTo>
                <a:lnTo>
                  <a:pt x="2904908" y="111739"/>
                </a:lnTo>
                <a:lnTo>
                  <a:pt x="2904043" y="111426"/>
                </a:lnTo>
                <a:lnTo>
                  <a:pt x="2903104" y="111111"/>
                </a:lnTo>
                <a:lnTo>
                  <a:pt x="2902092" y="110797"/>
                </a:lnTo>
                <a:lnTo>
                  <a:pt x="2901003" y="110487"/>
                </a:lnTo>
                <a:lnTo>
                  <a:pt x="2899838" y="110184"/>
                </a:lnTo>
                <a:lnTo>
                  <a:pt x="2898593" y="109890"/>
                </a:lnTo>
                <a:lnTo>
                  <a:pt x="2897268" y="109611"/>
                </a:lnTo>
                <a:lnTo>
                  <a:pt x="2895861" y="109347"/>
                </a:lnTo>
                <a:lnTo>
                  <a:pt x="2894370" y="109103"/>
                </a:lnTo>
                <a:lnTo>
                  <a:pt x="2892794" y="108881"/>
                </a:lnTo>
                <a:lnTo>
                  <a:pt x="2891131" y="108685"/>
                </a:lnTo>
                <a:lnTo>
                  <a:pt x="2889380" y="108518"/>
                </a:lnTo>
                <a:lnTo>
                  <a:pt x="2887539" y="108382"/>
                </a:lnTo>
                <a:lnTo>
                  <a:pt x="2885606" y="108281"/>
                </a:lnTo>
                <a:lnTo>
                  <a:pt x="2883580" y="108219"/>
                </a:lnTo>
                <a:lnTo>
                  <a:pt x="2881459" y="108197"/>
                </a:lnTo>
                <a:lnTo>
                  <a:pt x="2867965" y="108197"/>
                </a:lnTo>
                <a:lnTo>
                  <a:pt x="2867767" y="108197"/>
                </a:lnTo>
                <a:lnTo>
                  <a:pt x="2867560" y="108197"/>
                </a:lnTo>
                <a:lnTo>
                  <a:pt x="2867344" y="108196"/>
                </a:lnTo>
                <a:lnTo>
                  <a:pt x="2867122" y="108195"/>
                </a:lnTo>
                <a:lnTo>
                  <a:pt x="2866892" y="108194"/>
                </a:lnTo>
                <a:lnTo>
                  <a:pt x="2866656" y="108191"/>
                </a:lnTo>
                <a:lnTo>
                  <a:pt x="2866416" y="108188"/>
                </a:lnTo>
                <a:lnTo>
                  <a:pt x="2866171" y="108183"/>
                </a:lnTo>
                <a:lnTo>
                  <a:pt x="2865923" y="108177"/>
                </a:lnTo>
                <a:lnTo>
                  <a:pt x="2865673" y="108169"/>
                </a:lnTo>
                <a:lnTo>
                  <a:pt x="2865421" y="108160"/>
                </a:lnTo>
                <a:lnTo>
                  <a:pt x="2865168" y="108149"/>
                </a:lnTo>
                <a:lnTo>
                  <a:pt x="2864915" y="108136"/>
                </a:lnTo>
                <a:lnTo>
                  <a:pt x="2864663" y="108121"/>
                </a:lnTo>
                <a:lnTo>
                  <a:pt x="2864412" y="108103"/>
                </a:lnTo>
                <a:lnTo>
                  <a:pt x="2864164" y="108083"/>
                </a:lnTo>
                <a:lnTo>
                  <a:pt x="2863920" y="108060"/>
                </a:lnTo>
                <a:lnTo>
                  <a:pt x="2863680" y="108035"/>
                </a:lnTo>
                <a:lnTo>
                  <a:pt x="2863444" y="108006"/>
                </a:lnTo>
                <a:lnTo>
                  <a:pt x="2863215" y="107974"/>
                </a:lnTo>
                <a:lnTo>
                  <a:pt x="2862992" y="107939"/>
                </a:lnTo>
                <a:lnTo>
                  <a:pt x="2862777" y="107900"/>
                </a:lnTo>
                <a:lnTo>
                  <a:pt x="2862570" y="107858"/>
                </a:lnTo>
                <a:lnTo>
                  <a:pt x="2862373" y="107812"/>
                </a:lnTo>
                <a:lnTo>
                  <a:pt x="2862020" y="107812"/>
                </a:lnTo>
                <a:lnTo>
                  <a:pt x="2861684" y="107810"/>
                </a:lnTo>
                <a:lnTo>
                  <a:pt x="2861364" y="107807"/>
                </a:lnTo>
                <a:lnTo>
                  <a:pt x="2861058" y="107799"/>
                </a:lnTo>
                <a:lnTo>
                  <a:pt x="2860765" y="107787"/>
                </a:lnTo>
                <a:lnTo>
                  <a:pt x="2860484" y="107770"/>
                </a:lnTo>
                <a:lnTo>
                  <a:pt x="2860214" y="107745"/>
                </a:lnTo>
                <a:lnTo>
                  <a:pt x="2859952" y="107712"/>
                </a:lnTo>
                <a:lnTo>
                  <a:pt x="2859699" y="107669"/>
                </a:lnTo>
                <a:lnTo>
                  <a:pt x="2859453" y="107616"/>
                </a:lnTo>
                <a:lnTo>
                  <a:pt x="2859212" y="107552"/>
                </a:lnTo>
                <a:lnTo>
                  <a:pt x="2858975" y="107474"/>
                </a:lnTo>
                <a:lnTo>
                  <a:pt x="2858741" y="107383"/>
                </a:lnTo>
                <a:lnTo>
                  <a:pt x="2858509" y="107276"/>
                </a:lnTo>
                <a:lnTo>
                  <a:pt x="2858278" y="107152"/>
                </a:lnTo>
                <a:lnTo>
                  <a:pt x="2858046" y="107012"/>
                </a:lnTo>
                <a:lnTo>
                  <a:pt x="2857811" y="106852"/>
                </a:lnTo>
                <a:lnTo>
                  <a:pt x="2857574" y="106672"/>
                </a:lnTo>
                <a:lnTo>
                  <a:pt x="2857332" y="106472"/>
                </a:lnTo>
                <a:lnTo>
                  <a:pt x="2857084" y="106249"/>
                </a:lnTo>
                <a:lnTo>
                  <a:pt x="2856829" y="106003"/>
                </a:lnTo>
                <a:lnTo>
                  <a:pt x="2856566" y="105732"/>
                </a:lnTo>
                <a:lnTo>
                  <a:pt x="2856293" y="105435"/>
                </a:lnTo>
                <a:lnTo>
                  <a:pt x="2856010" y="105111"/>
                </a:lnTo>
                <a:lnTo>
                  <a:pt x="2855754" y="104769"/>
                </a:lnTo>
                <a:lnTo>
                  <a:pt x="2855519" y="104413"/>
                </a:lnTo>
                <a:lnTo>
                  <a:pt x="2855301" y="104046"/>
                </a:lnTo>
                <a:lnTo>
                  <a:pt x="2855102" y="103670"/>
                </a:lnTo>
                <a:lnTo>
                  <a:pt x="2854920" y="103288"/>
                </a:lnTo>
                <a:lnTo>
                  <a:pt x="2854754" y="102902"/>
                </a:lnTo>
                <a:lnTo>
                  <a:pt x="2854603" y="102515"/>
                </a:lnTo>
                <a:lnTo>
                  <a:pt x="2854467" y="102129"/>
                </a:lnTo>
                <a:lnTo>
                  <a:pt x="2854346" y="101747"/>
                </a:lnTo>
                <a:lnTo>
                  <a:pt x="2854238" y="101372"/>
                </a:lnTo>
                <a:lnTo>
                  <a:pt x="2854142" y="101005"/>
                </a:lnTo>
                <a:lnTo>
                  <a:pt x="2854058" y="100650"/>
                </a:lnTo>
                <a:lnTo>
                  <a:pt x="2853985" y="100309"/>
                </a:lnTo>
                <a:lnTo>
                  <a:pt x="2853923" y="99984"/>
                </a:lnTo>
                <a:lnTo>
                  <a:pt x="2853870" y="99678"/>
                </a:lnTo>
                <a:lnTo>
                  <a:pt x="2853826" y="99393"/>
                </a:lnTo>
                <a:lnTo>
                  <a:pt x="2853789" y="99133"/>
                </a:lnTo>
                <a:lnTo>
                  <a:pt x="2853760" y="98899"/>
                </a:lnTo>
                <a:lnTo>
                  <a:pt x="2853738" y="98694"/>
                </a:lnTo>
                <a:lnTo>
                  <a:pt x="2853721" y="98521"/>
                </a:lnTo>
                <a:lnTo>
                  <a:pt x="2853710" y="98382"/>
                </a:lnTo>
                <a:lnTo>
                  <a:pt x="2853702" y="98280"/>
                </a:lnTo>
                <a:lnTo>
                  <a:pt x="2853699" y="98216"/>
                </a:lnTo>
                <a:lnTo>
                  <a:pt x="2853697" y="98194"/>
                </a:lnTo>
                <a:lnTo>
                  <a:pt x="2853699" y="98088"/>
                </a:lnTo>
                <a:lnTo>
                  <a:pt x="2853705" y="97963"/>
                </a:lnTo>
                <a:lnTo>
                  <a:pt x="2853715" y="97820"/>
                </a:lnTo>
                <a:lnTo>
                  <a:pt x="2853729" y="97661"/>
                </a:lnTo>
                <a:lnTo>
                  <a:pt x="2853748" y="97486"/>
                </a:lnTo>
                <a:lnTo>
                  <a:pt x="2853770" y="97297"/>
                </a:lnTo>
                <a:lnTo>
                  <a:pt x="2853796" y="97095"/>
                </a:lnTo>
                <a:lnTo>
                  <a:pt x="2853826" y="96881"/>
                </a:lnTo>
                <a:lnTo>
                  <a:pt x="2853860" y="96656"/>
                </a:lnTo>
                <a:lnTo>
                  <a:pt x="2853898" y="96422"/>
                </a:lnTo>
                <a:lnTo>
                  <a:pt x="2853940" y="96180"/>
                </a:lnTo>
                <a:lnTo>
                  <a:pt x="2853986" y="95930"/>
                </a:lnTo>
                <a:lnTo>
                  <a:pt x="2854037" y="95674"/>
                </a:lnTo>
                <a:lnTo>
                  <a:pt x="2854091" y="95413"/>
                </a:lnTo>
                <a:lnTo>
                  <a:pt x="2854149" y="95149"/>
                </a:lnTo>
                <a:lnTo>
                  <a:pt x="2854211" y="94882"/>
                </a:lnTo>
                <a:lnTo>
                  <a:pt x="2854277" y="94614"/>
                </a:lnTo>
                <a:lnTo>
                  <a:pt x="2854348" y="94345"/>
                </a:lnTo>
                <a:lnTo>
                  <a:pt x="2854422" y="94078"/>
                </a:lnTo>
                <a:lnTo>
                  <a:pt x="2854500" y="93812"/>
                </a:lnTo>
                <a:lnTo>
                  <a:pt x="2854583" y="93550"/>
                </a:lnTo>
                <a:lnTo>
                  <a:pt x="2854669" y="93293"/>
                </a:lnTo>
                <a:lnTo>
                  <a:pt x="2854759" y="93041"/>
                </a:lnTo>
                <a:lnTo>
                  <a:pt x="2854853" y="92796"/>
                </a:lnTo>
                <a:lnTo>
                  <a:pt x="2854961" y="92865"/>
                </a:lnTo>
                <a:lnTo>
                  <a:pt x="2855136" y="92972"/>
                </a:lnTo>
                <a:lnTo>
                  <a:pt x="2855378" y="93114"/>
                </a:lnTo>
                <a:lnTo>
                  <a:pt x="2855684" y="93287"/>
                </a:lnTo>
                <a:lnTo>
                  <a:pt x="2856052" y="93488"/>
                </a:lnTo>
                <a:lnTo>
                  <a:pt x="2856481" y="93712"/>
                </a:lnTo>
                <a:lnTo>
                  <a:pt x="2856967" y="93956"/>
                </a:lnTo>
                <a:lnTo>
                  <a:pt x="2857510" y="94217"/>
                </a:lnTo>
                <a:lnTo>
                  <a:pt x="2858107" y="94491"/>
                </a:lnTo>
                <a:lnTo>
                  <a:pt x="2858757" y="94774"/>
                </a:lnTo>
                <a:lnTo>
                  <a:pt x="2859456" y="95062"/>
                </a:lnTo>
                <a:lnTo>
                  <a:pt x="2860204" y="95351"/>
                </a:lnTo>
                <a:lnTo>
                  <a:pt x="2860998" y="95639"/>
                </a:lnTo>
                <a:lnTo>
                  <a:pt x="2861836" y="95921"/>
                </a:lnTo>
                <a:lnTo>
                  <a:pt x="2862716" y="96194"/>
                </a:lnTo>
                <a:lnTo>
                  <a:pt x="2863636" y="96453"/>
                </a:lnTo>
                <a:lnTo>
                  <a:pt x="2864595" y="96696"/>
                </a:lnTo>
                <a:lnTo>
                  <a:pt x="2865589" y="96919"/>
                </a:lnTo>
                <a:lnTo>
                  <a:pt x="2866618" y="97117"/>
                </a:lnTo>
                <a:lnTo>
                  <a:pt x="2867679" y="97287"/>
                </a:lnTo>
                <a:lnTo>
                  <a:pt x="2868770" y="97426"/>
                </a:lnTo>
                <a:lnTo>
                  <a:pt x="2869889" y="97530"/>
                </a:lnTo>
                <a:lnTo>
                  <a:pt x="2871035" y="97595"/>
                </a:lnTo>
                <a:lnTo>
                  <a:pt x="2872204" y="97618"/>
                </a:lnTo>
                <a:lnTo>
                  <a:pt x="2874402" y="97546"/>
                </a:lnTo>
                <a:lnTo>
                  <a:pt x="2876556" y="97335"/>
                </a:lnTo>
                <a:lnTo>
                  <a:pt x="2878664" y="96988"/>
                </a:lnTo>
                <a:lnTo>
                  <a:pt x="2880720" y="96510"/>
                </a:lnTo>
                <a:lnTo>
                  <a:pt x="2882719" y="95906"/>
                </a:lnTo>
                <a:lnTo>
                  <a:pt x="2884658" y="95180"/>
                </a:lnTo>
                <a:lnTo>
                  <a:pt x="2886532" y="94338"/>
                </a:lnTo>
                <a:lnTo>
                  <a:pt x="2888336" y="93383"/>
                </a:lnTo>
                <a:lnTo>
                  <a:pt x="2890065" y="92320"/>
                </a:lnTo>
                <a:lnTo>
                  <a:pt x="2891716" y="91154"/>
                </a:lnTo>
                <a:lnTo>
                  <a:pt x="2893283" y="89890"/>
                </a:lnTo>
                <a:lnTo>
                  <a:pt x="2894762" y="88531"/>
                </a:lnTo>
                <a:lnTo>
                  <a:pt x="2896149" y="87083"/>
                </a:lnTo>
                <a:lnTo>
                  <a:pt x="2897439" y="85551"/>
                </a:lnTo>
                <a:lnTo>
                  <a:pt x="2898628" y="83938"/>
                </a:lnTo>
                <a:lnTo>
                  <a:pt x="2899711" y="82249"/>
                </a:lnTo>
                <a:lnTo>
                  <a:pt x="2900683" y="80490"/>
                </a:lnTo>
                <a:lnTo>
                  <a:pt x="2901540" y="78664"/>
                </a:lnTo>
                <a:lnTo>
                  <a:pt x="2902278" y="76777"/>
                </a:lnTo>
                <a:lnTo>
                  <a:pt x="2902892" y="74832"/>
                </a:lnTo>
                <a:lnTo>
                  <a:pt x="2903377" y="72835"/>
                </a:lnTo>
                <a:lnTo>
                  <a:pt x="2903729" y="70790"/>
                </a:lnTo>
                <a:lnTo>
                  <a:pt x="2903944" y="68701"/>
                </a:lnTo>
                <a:lnTo>
                  <a:pt x="2904016" y="66574"/>
                </a:lnTo>
                <a:lnTo>
                  <a:pt x="2904007" y="65854"/>
                </a:lnTo>
                <a:lnTo>
                  <a:pt x="2903980" y="65136"/>
                </a:lnTo>
                <a:lnTo>
                  <a:pt x="2903935" y="64419"/>
                </a:lnTo>
                <a:lnTo>
                  <a:pt x="2903873" y="63705"/>
                </a:lnTo>
                <a:lnTo>
                  <a:pt x="2903792" y="62992"/>
                </a:lnTo>
                <a:lnTo>
                  <a:pt x="2903694" y="62281"/>
                </a:lnTo>
                <a:lnTo>
                  <a:pt x="2903578" y="61573"/>
                </a:lnTo>
                <a:lnTo>
                  <a:pt x="2903445" y="60866"/>
                </a:lnTo>
                <a:lnTo>
                  <a:pt x="2903294" y="60161"/>
                </a:lnTo>
                <a:lnTo>
                  <a:pt x="2903126" y="59458"/>
                </a:lnTo>
                <a:lnTo>
                  <a:pt x="2902941" y="58757"/>
                </a:lnTo>
                <a:lnTo>
                  <a:pt x="2902739" y="58058"/>
                </a:lnTo>
                <a:lnTo>
                  <a:pt x="2902520" y="57361"/>
                </a:lnTo>
                <a:lnTo>
                  <a:pt x="2902283" y="56665"/>
                </a:lnTo>
                <a:lnTo>
                  <a:pt x="2902030" y="55972"/>
                </a:lnTo>
                <a:lnTo>
                  <a:pt x="2901760" y="55281"/>
                </a:lnTo>
                <a:lnTo>
                  <a:pt x="2901473" y="54591"/>
                </a:lnTo>
                <a:lnTo>
                  <a:pt x="2901169" y="53904"/>
                </a:lnTo>
                <a:lnTo>
                  <a:pt x="2900849" y="53218"/>
                </a:lnTo>
                <a:lnTo>
                  <a:pt x="2900513" y="52534"/>
                </a:lnTo>
                <a:lnTo>
                  <a:pt x="2900160" y="51853"/>
                </a:lnTo>
                <a:lnTo>
                  <a:pt x="2899791" y="51173"/>
                </a:lnTo>
                <a:lnTo>
                  <a:pt x="2899405" y="50495"/>
                </a:lnTo>
                <a:lnTo>
                  <a:pt x="2899004" y="49819"/>
                </a:lnTo>
                <a:lnTo>
                  <a:pt x="2899512" y="49538"/>
                </a:lnTo>
                <a:lnTo>
                  <a:pt x="2900026" y="49273"/>
                </a:lnTo>
                <a:lnTo>
                  <a:pt x="2900543" y="49023"/>
                </a:lnTo>
                <a:lnTo>
                  <a:pt x="2901063" y="48787"/>
                </a:lnTo>
                <a:lnTo>
                  <a:pt x="2901585" y="48566"/>
                </a:lnTo>
                <a:lnTo>
                  <a:pt x="2902106" y="48359"/>
                </a:lnTo>
                <a:lnTo>
                  <a:pt x="2902626" y="48166"/>
                </a:lnTo>
                <a:lnTo>
                  <a:pt x="2903145" y="47985"/>
                </a:lnTo>
                <a:lnTo>
                  <a:pt x="2903660" y="47818"/>
                </a:lnTo>
                <a:lnTo>
                  <a:pt x="2904170" y="47662"/>
                </a:lnTo>
                <a:lnTo>
                  <a:pt x="2904675" y="47519"/>
                </a:lnTo>
                <a:lnTo>
                  <a:pt x="2905172" y="47386"/>
                </a:lnTo>
                <a:lnTo>
                  <a:pt x="2905662" y="47265"/>
                </a:lnTo>
                <a:lnTo>
                  <a:pt x="2906143" y="47155"/>
                </a:lnTo>
                <a:lnTo>
                  <a:pt x="2906613" y="47055"/>
                </a:lnTo>
                <a:lnTo>
                  <a:pt x="2907072" y="46964"/>
                </a:lnTo>
                <a:lnTo>
                  <a:pt x="2907518" y="46883"/>
                </a:lnTo>
                <a:lnTo>
                  <a:pt x="2907950" y="46811"/>
                </a:lnTo>
                <a:lnTo>
                  <a:pt x="2908367" y="46747"/>
                </a:lnTo>
                <a:lnTo>
                  <a:pt x="2908768" y="46692"/>
                </a:lnTo>
                <a:lnTo>
                  <a:pt x="2909151" y="46644"/>
                </a:lnTo>
                <a:lnTo>
                  <a:pt x="2909516" y="46603"/>
                </a:lnTo>
                <a:lnTo>
                  <a:pt x="2909861" y="46569"/>
                </a:lnTo>
                <a:lnTo>
                  <a:pt x="2910185" y="46542"/>
                </a:lnTo>
                <a:lnTo>
                  <a:pt x="2910346" y="47173"/>
                </a:lnTo>
                <a:lnTo>
                  <a:pt x="2910539" y="47765"/>
                </a:lnTo>
                <a:lnTo>
                  <a:pt x="2910761" y="48319"/>
                </a:lnTo>
                <a:lnTo>
                  <a:pt x="2911010" y="48836"/>
                </a:lnTo>
                <a:lnTo>
                  <a:pt x="2911283" y="49317"/>
                </a:lnTo>
                <a:lnTo>
                  <a:pt x="2911577" y="49763"/>
                </a:lnTo>
                <a:lnTo>
                  <a:pt x="2911890" y="50176"/>
                </a:lnTo>
                <a:lnTo>
                  <a:pt x="2912220" y="50556"/>
                </a:lnTo>
                <a:lnTo>
                  <a:pt x="2912564" y="50904"/>
                </a:lnTo>
                <a:lnTo>
                  <a:pt x="2912920" y="51223"/>
                </a:lnTo>
                <a:lnTo>
                  <a:pt x="2913285" y="51512"/>
                </a:lnTo>
                <a:lnTo>
                  <a:pt x="2913656" y="51772"/>
                </a:lnTo>
                <a:lnTo>
                  <a:pt x="2914031" y="52006"/>
                </a:lnTo>
                <a:lnTo>
                  <a:pt x="2914408" y="52213"/>
                </a:lnTo>
                <a:lnTo>
                  <a:pt x="2914783" y="52396"/>
                </a:lnTo>
                <a:lnTo>
                  <a:pt x="2915156" y="52555"/>
                </a:lnTo>
                <a:lnTo>
                  <a:pt x="2915522" y="52691"/>
                </a:lnTo>
                <a:lnTo>
                  <a:pt x="2915879" y="52805"/>
                </a:lnTo>
                <a:lnTo>
                  <a:pt x="2916226" y="52899"/>
                </a:lnTo>
                <a:lnTo>
                  <a:pt x="2916559" y="52973"/>
                </a:lnTo>
                <a:lnTo>
                  <a:pt x="2916876" y="53029"/>
                </a:lnTo>
                <a:lnTo>
                  <a:pt x="2917174" y="53067"/>
                </a:lnTo>
                <a:lnTo>
                  <a:pt x="2917451" y="53090"/>
                </a:lnTo>
                <a:lnTo>
                  <a:pt x="2917704" y="53097"/>
                </a:lnTo>
                <a:lnTo>
                  <a:pt x="2918120" y="53085"/>
                </a:lnTo>
                <a:lnTo>
                  <a:pt x="2918545" y="53048"/>
                </a:lnTo>
                <a:lnTo>
                  <a:pt x="2918977" y="52987"/>
                </a:lnTo>
                <a:lnTo>
                  <a:pt x="2919413" y="52900"/>
                </a:lnTo>
                <a:lnTo>
                  <a:pt x="2919853" y="52787"/>
                </a:lnTo>
                <a:lnTo>
                  <a:pt x="2920292" y="52648"/>
                </a:lnTo>
                <a:lnTo>
                  <a:pt x="2920728" y="52483"/>
                </a:lnTo>
                <a:lnTo>
                  <a:pt x="2921160" y="52290"/>
                </a:lnTo>
                <a:lnTo>
                  <a:pt x="2921584" y="52070"/>
                </a:lnTo>
                <a:lnTo>
                  <a:pt x="2921999" y="51823"/>
                </a:lnTo>
                <a:lnTo>
                  <a:pt x="2922401" y="51547"/>
                </a:lnTo>
                <a:lnTo>
                  <a:pt x="2922789" y="51242"/>
                </a:lnTo>
                <a:lnTo>
                  <a:pt x="2923159" y="50908"/>
                </a:lnTo>
                <a:lnTo>
                  <a:pt x="2923510" y="50545"/>
                </a:lnTo>
                <a:lnTo>
                  <a:pt x="2923839" y="50151"/>
                </a:lnTo>
                <a:lnTo>
                  <a:pt x="2924144" y="49728"/>
                </a:lnTo>
                <a:lnTo>
                  <a:pt x="2924422" y="49273"/>
                </a:lnTo>
                <a:lnTo>
                  <a:pt x="2924671" y="48788"/>
                </a:lnTo>
                <a:lnTo>
                  <a:pt x="2924888" y="48270"/>
                </a:lnTo>
                <a:lnTo>
                  <a:pt x="2925071" y="47721"/>
                </a:lnTo>
                <a:lnTo>
                  <a:pt x="2925218" y="47139"/>
                </a:lnTo>
                <a:lnTo>
                  <a:pt x="2925326" y="46524"/>
                </a:lnTo>
                <a:lnTo>
                  <a:pt x="2925392" y="45876"/>
                </a:lnTo>
                <a:lnTo>
                  <a:pt x="2925415" y="45195"/>
                </a:lnTo>
                <a:lnTo>
                  <a:pt x="2925396" y="44633"/>
                </a:lnTo>
                <a:lnTo>
                  <a:pt x="2925337" y="44058"/>
                </a:lnTo>
                <a:lnTo>
                  <a:pt x="2925237" y="43474"/>
                </a:lnTo>
                <a:lnTo>
                  <a:pt x="2925095" y="42883"/>
                </a:lnTo>
                <a:lnTo>
                  <a:pt x="2924910" y="42289"/>
                </a:lnTo>
                <a:lnTo>
                  <a:pt x="2924680" y="41696"/>
                </a:lnTo>
                <a:close/>
                <a:moveTo>
                  <a:pt x="2890541" y="69276"/>
                </a:moveTo>
                <a:lnTo>
                  <a:pt x="2890330" y="70576"/>
                </a:lnTo>
                <a:lnTo>
                  <a:pt x="2890039" y="71842"/>
                </a:lnTo>
                <a:lnTo>
                  <a:pt x="2889672" y="73071"/>
                </a:lnTo>
                <a:lnTo>
                  <a:pt x="2889231" y="74261"/>
                </a:lnTo>
                <a:lnTo>
                  <a:pt x="2888721" y="75410"/>
                </a:lnTo>
                <a:lnTo>
                  <a:pt x="2888143" y="76514"/>
                </a:lnTo>
                <a:lnTo>
                  <a:pt x="2887501" y="77571"/>
                </a:lnTo>
                <a:lnTo>
                  <a:pt x="2886797" y="78579"/>
                </a:lnTo>
                <a:lnTo>
                  <a:pt x="2886035" y="79535"/>
                </a:lnTo>
                <a:lnTo>
                  <a:pt x="2885218" y="80436"/>
                </a:lnTo>
                <a:lnTo>
                  <a:pt x="2884349" y="81280"/>
                </a:lnTo>
                <a:lnTo>
                  <a:pt x="2883431" y="82064"/>
                </a:lnTo>
                <a:lnTo>
                  <a:pt x="2882466" y="82786"/>
                </a:lnTo>
                <a:lnTo>
                  <a:pt x="2881459" y="83443"/>
                </a:lnTo>
                <a:lnTo>
                  <a:pt x="2880411" y="84032"/>
                </a:lnTo>
                <a:lnTo>
                  <a:pt x="2879326" y="84551"/>
                </a:lnTo>
                <a:lnTo>
                  <a:pt x="2878207" y="84997"/>
                </a:lnTo>
                <a:lnTo>
                  <a:pt x="2877056" y="85368"/>
                </a:lnTo>
                <a:lnTo>
                  <a:pt x="2875878" y="85661"/>
                </a:lnTo>
                <a:lnTo>
                  <a:pt x="2874674" y="85874"/>
                </a:lnTo>
                <a:lnTo>
                  <a:pt x="2873449" y="86003"/>
                </a:lnTo>
                <a:lnTo>
                  <a:pt x="2872204" y="86047"/>
                </a:lnTo>
                <a:lnTo>
                  <a:pt x="2870915" y="86000"/>
                </a:lnTo>
                <a:lnTo>
                  <a:pt x="2869653" y="85863"/>
                </a:lnTo>
                <a:lnTo>
                  <a:pt x="2868420" y="85638"/>
                </a:lnTo>
                <a:lnTo>
                  <a:pt x="2867218" y="85329"/>
                </a:lnTo>
                <a:lnTo>
                  <a:pt x="2866051" y="84939"/>
                </a:lnTo>
                <a:lnTo>
                  <a:pt x="2864920" y="84473"/>
                </a:lnTo>
                <a:lnTo>
                  <a:pt x="2863829" y="83932"/>
                </a:lnTo>
                <a:lnTo>
                  <a:pt x="2862779" y="83321"/>
                </a:lnTo>
                <a:lnTo>
                  <a:pt x="2861773" y="82643"/>
                </a:lnTo>
                <a:lnTo>
                  <a:pt x="2860814" y="81902"/>
                </a:lnTo>
                <a:lnTo>
                  <a:pt x="2859905" y="81101"/>
                </a:lnTo>
                <a:lnTo>
                  <a:pt x="2859047" y="80243"/>
                </a:lnTo>
                <a:lnTo>
                  <a:pt x="2858243" y="79332"/>
                </a:lnTo>
                <a:lnTo>
                  <a:pt x="2857496" y="78371"/>
                </a:lnTo>
                <a:lnTo>
                  <a:pt x="2856808" y="77364"/>
                </a:lnTo>
                <a:lnTo>
                  <a:pt x="2856182" y="76314"/>
                </a:lnTo>
                <a:lnTo>
                  <a:pt x="2855620" y="75224"/>
                </a:lnTo>
                <a:lnTo>
                  <a:pt x="2855125" y="74099"/>
                </a:lnTo>
                <a:lnTo>
                  <a:pt x="2854699" y="72940"/>
                </a:lnTo>
                <a:lnTo>
                  <a:pt x="2854345" y="71753"/>
                </a:lnTo>
                <a:lnTo>
                  <a:pt x="2854066" y="70540"/>
                </a:lnTo>
                <a:lnTo>
                  <a:pt x="2853863" y="69304"/>
                </a:lnTo>
                <a:lnTo>
                  <a:pt x="2853739" y="68050"/>
                </a:lnTo>
                <a:lnTo>
                  <a:pt x="2853697" y="66780"/>
                </a:lnTo>
                <a:lnTo>
                  <a:pt x="2853741" y="65423"/>
                </a:lnTo>
                <a:lnTo>
                  <a:pt x="2853870" y="64095"/>
                </a:lnTo>
                <a:lnTo>
                  <a:pt x="2854082" y="62798"/>
                </a:lnTo>
                <a:lnTo>
                  <a:pt x="2854372" y="61534"/>
                </a:lnTo>
                <a:lnTo>
                  <a:pt x="2854739" y="60307"/>
                </a:lnTo>
                <a:lnTo>
                  <a:pt x="2855180" y="59119"/>
                </a:lnTo>
                <a:lnTo>
                  <a:pt x="2855690" y="57972"/>
                </a:lnTo>
                <a:lnTo>
                  <a:pt x="2856268" y="56869"/>
                </a:lnTo>
                <a:lnTo>
                  <a:pt x="2856910" y="55814"/>
                </a:lnTo>
                <a:lnTo>
                  <a:pt x="2857614" y="54807"/>
                </a:lnTo>
                <a:lnTo>
                  <a:pt x="2858375" y="53852"/>
                </a:lnTo>
                <a:lnTo>
                  <a:pt x="2859192" y="52952"/>
                </a:lnTo>
                <a:lnTo>
                  <a:pt x="2860061" y="52109"/>
                </a:lnTo>
                <a:lnTo>
                  <a:pt x="2860980" y="51325"/>
                </a:lnTo>
                <a:lnTo>
                  <a:pt x="2861944" y="50604"/>
                </a:lnTo>
                <a:lnTo>
                  <a:pt x="2862952" y="49948"/>
                </a:lnTo>
                <a:lnTo>
                  <a:pt x="2863999" y="49359"/>
                </a:lnTo>
                <a:lnTo>
                  <a:pt x="2865084" y="48840"/>
                </a:lnTo>
                <a:lnTo>
                  <a:pt x="2866203" y="48394"/>
                </a:lnTo>
                <a:lnTo>
                  <a:pt x="2867353" y="48024"/>
                </a:lnTo>
                <a:lnTo>
                  <a:pt x="2868531" y="47731"/>
                </a:lnTo>
                <a:lnTo>
                  <a:pt x="2869734" y="47518"/>
                </a:lnTo>
                <a:lnTo>
                  <a:pt x="2870960" y="47389"/>
                </a:lnTo>
                <a:lnTo>
                  <a:pt x="2872204" y="47345"/>
                </a:lnTo>
                <a:lnTo>
                  <a:pt x="2873493" y="47392"/>
                </a:lnTo>
                <a:lnTo>
                  <a:pt x="2874755" y="47529"/>
                </a:lnTo>
                <a:lnTo>
                  <a:pt x="2875988" y="47754"/>
                </a:lnTo>
                <a:lnTo>
                  <a:pt x="2877190" y="48063"/>
                </a:lnTo>
                <a:lnTo>
                  <a:pt x="2878357" y="48452"/>
                </a:lnTo>
                <a:lnTo>
                  <a:pt x="2879488" y="48919"/>
                </a:lnTo>
                <a:lnTo>
                  <a:pt x="2880580" y="49459"/>
                </a:lnTo>
                <a:lnTo>
                  <a:pt x="2881630" y="50069"/>
                </a:lnTo>
                <a:lnTo>
                  <a:pt x="2882636" y="50747"/>
                </a:lnTo>
                <a:lnTo>
                  <a:pt x="2883595" y="51488"/>
                </a:lnTo>
                <a:lnTo>
                  <a:pt x="2884505" y="52288"/>
                </a:lnTo>
                <a:lnTo>
                  <a:pt x="2885363" y="53146"/>
                </a:lnTo>
                <a:lnTo>
                  <a:pt x="2886167" y="54056"/>
                </a:lnTo>
                <a:lnTo>
                  <a:pt x="2886914" y="55017"/>
                </a:lnTo>
                <a:lnTo>
                  <a:pt x="2887602" y="56023"/>
                </a:lnTo>
                <a:lnTo>
                  <a:pt x="2888228" y="57073"/>
                </a:lnTo>
                <a:lnTo>
                  <a:pt x="2888790" y="58161"/>
                </a:lnTo>
                <a:lnTo>
                  <a:pt x="2889286" y="59286"/>
                </a:lnTo>
                <a:lnTo>
                  <a:pt x="2889711" y="60444"/>
                </a:lnTo>
                <a:lnTo>
                  <a:pt x="2890066" y="61631"/>
                </a:lnTo>
                <a:lnTo>
                  <a:pt x="2890345" y="62843"/>
                </a:lnTo>
                <a:lnTo>
                  <a:pt x="2890548" y="64078"/>
                </a:lnTo>
                <a:lnTo>
                  <a:pt x="2890672" y="65331"/>
                </a:lnTo>
                <a:lnTo>
                  <a:pt x="2890713" y="66593"/>
                </a:lnTo>
                <a:lnTo>
                  <a:pt x="2890670" y="67946"/>
                </a:lnTo>
                <a:lnTo>
                  <a:pt x="2890541" y="69276"/>
                </a:lnTo>
                <a:close/>
                <a:moveTo>
                  <a:pt x="2908975" y="141949"/>
                </a:moveTo>
                <a:lnTo>
                  <a:pt x="2908085" y="142921"/>
                </a:lnTo>
                <a:lnTo>
                  <a:pt x="2907073" y="143866"/>
                </a:lnTo>
                <a:lnTo>
                  <a:pt x="2905944" y="144782"/>
                </a:lnTo>
                <a:lnTo>
                  <a:pt x="2904702" y="145663"/>
                </a:lnTo>
                <a:lnTo>
                  <a:pt x="2903351" y="146508"/>
                </a:lnTo>
                <a:lnTo>
                  <a:pt x="2901896" y="147312"/>
                </a:lnTo>
                <a:lnTo>
                  <a:pt x="2900340" y="148072"/>
                </a:lnTo>
                <a:lnTo>
                  <a:pt x="2898688" y="148784"/>
                </a:lnTo>
                <a:lnTo>
                  <a:pt x="2896944" y="149445"/>
                </a:lnTo>
                <a:lnTo>
                  <a:pt x="2895113" y="150051"/>
                </a:lnTo>
                <a:lnTo>
                  <a:pt x="2893197" y="150599"/>
                </a:lnTo>
                <a:lnTo>
                  <a:pt x="2891202" y="151086"/>
                </a:lnTo>
                <a:lnTo>
                  <a:pt x="2889132" y="151507"/>
                </a:lnTo>
                <a:lnTo>
                  <a:pt x="2886990" y="151860"/>
                </a:lnTo>
                <a:lnTo>
                  <a:pt x="2884782" y="152140"/>
                </a:lnTo>
                <a:lnTo>
                  <a:pt x="2882510" y="152344"/>
                </a:lnTo>
                <a:lnTo>
                  <a:pt x="2880181" y="152470"/>
                </a:lnTo>
                <a:lnTo>
                  <a:pt x="2877796" y="152512"/>
                </a:lnTo>
                <a:lnTo>
                  <a:pt x="2875412" y="152470"/>
                </a:lnTo>
                <a:lnTo>
                  <a:pt x="2873082" y="152344"/>
                </a:lnTo>
                <a:lnTo>
                  <a:pt x="2870811" y="152140"/>
                </a:lnTo>
                <a:lnTo>
                  <a:pt x="2868603" y="151860"/>
                </a:lnTo>
                <a:lnTo>
                  <a:pt x="2866461" y="151507"/>
                </a:lnTo>
                <a:lnTo>
                  <a:pt x="2864391" y="151086"/>
                </a:lnTo>
                <a:lnTo>
                  <a:pt x="2862396" y="150599"/>
                </a:lnTo>
                <a:lnTo>
                  <a:pt x="2860480" y="150051"/>
                </a:lnTo>
                <a:lnTo>
                  <a:pt x="2858648" y="149445"/>
                </a:lnTo>
                <a:lnTo>
                  <a:pt x="2856904" y="148784"/>
                </a:lnTo>
                <a:lnTo>
                  <a:pt x="2855252" y="148072"/>
                </a:lnTo>
                <a:lnTo>
                  <a:pt x="2853697" y="147312"/>
                </a:lnTo>
                <a:lnTo>
                  <a:pt x="2852241" y="146508"/>
                </a:lnTo>
                <a:lnTo>
                  <a:pt x="2850891" y="145663"/>
                </a:lnTo>
                <a:lnTo>
                  <a:pt x="2849649" y="144782"/>
                </a:lnTo>
                <a:lnTo>
                  <a:pt x="2848520" y="143866"/>
                </a:lnTo>
                <a:lnTo>
                  <a:pt x="2847508" y="142921"/>
                </a:lnTo>
                <a:lnTo>
                  <a:pt x="2846618" y="141949"/>
                </a:lnTo>
                <a:lnTo>
                  <a:pt x="2845853" y="140954"/>
                </a:lnTo>
                <a:lnTo>
                  <a:pt x="2845217" y="139939"/>
                </a:lnTo>
                <a:lnTo>
                  <a:pt x="2844716" y="138908"/>
                </a:lnTo>
                <a:lnTo>
                  <a:pt x="2844353" y="137865"/>
                </a:lnTo>
                <a:lnTo>
                  <a:pt x="2844132" y="136813"/>
                </a:lnTo>
                <a:lnTo>
                  <a:pt x="2844057" y="135755"/>
                </a:lnTo>
                <a:lnTo>
                  <a:pt x="2844066" y="135308"/>
                </a:lnTo>
                <a:lnTo>
                  <a:pt x="2844095" y="134834"/>
                </a:lnTo>
                <a:lnTo>
                  <a:pt x="2844144" y="134337"/>
                </a:lnTo>
                <a:lnTo>
                  <a:pt x="2844214" y="133819"/>
                </a:lnTo>
                <a:lnTo>
                  <a:pt x="2844308" y="133281"/>
                </a:lnTo>
                <a:lnTo>
                  <a:pt x="2844425" y="132726"/>
                </a:lnTo>
                <a:lnTo>
                  <a:pt x="2844567" y="132156"/>
                </a:lnTo>
                <a:lnTo>
                  <a:pt x="2844736" y="131573"/>
                </a:lnTo>
                <a:lnTo>
                  <a:pt x="2844932" y="130980"/>
                </a:lnTo>
                <a:lnTo>
                  <a:pt x="2845156" y="130377"/>
                </a:lnTo>
                <a:lnTo>
                  <a:pt x="2845411" y="129769"/>
                </a:lnTo>
                <a:lnTo>
                  <a:pt x="2845696" y="129156"/>
                </a:lnTo>
                <a:lnTo>
                  <a:pt x="2846014" y="128542"/>
                </a:lnTo>
                <a:lnTo>
                  <a:pt x="2846364" y="127927"/>
                </a:lnTo>
                <a:lnTo>
                  <a:pt x="2846750" y="127315"/>
                </a:lnTo>
                <a:lnTo>
                  <a:pt x="2847171" y="126707"/>
                </a:lnTo>
                <a:lnTo>
                  <a:pt x="2847628" y="126106"/>
                </a:lnTo>
                <a:lnTo>
                  <a:pt x="2848124" y="125514"/>
                </a:lnTo>
                <a:lnTo>
                  <a:pt x="2848659" y="124933"/>
                </a:lnTo>
                <a:lnTo>
                  <a:pt x="2849234" y="124365"/>
                </a:lnTo>
                <a:lnTo>
                  <a:pt x="2849851" y="123812"/>
                </a:lnTo>
                <a:lnTo>
                  <a:pt x="2850510" y="123277"/>
                </a:lnTo>
                <a:lnTo>
                  <a:pt x="2851214" y="122762"/>
                </a:lnTo>
                <a:lnTo>
                  <a:pt x="2851962" y="122269"/>
                </a:lnTo>
                <a:lnTo>
                  <a:pt x="2852549" y="121899"/>
                </a:lnTo>
                <a:lnTo>
                  <a:pt x="2853112" y="121560"/>
                </a:lnTo>
                <a:lnTo>
                  <a:pt x="2853655" y="121251"/>
                </a:lnTo>
                <a:lnTo>
                  <a:pt x="2854187" y="120970"/>
                </a:lnTo>
                <a:lnTo>
                  <a:pt x="2854713" y="120715"/>
                </a:lnTo>
                <a:lnTo>
                  <a:pt x="2855240" y="120486"/>
                </a:lnTo>
                <a:lnTo>
                  <a:pt x="2855775" y="120281"/>
                </a:lnTo>
                <a:lnTo>
                  <a:pt x="2856325" y="120099"/>
                </a:lnTo>
                <a:lnTo>
                  <a:pt x="2856897" y="119938"/>
                </a:lnTo>
                <a:lnTo>
                  <a:pt x="2857496" y="119798"/>
                </a:lnTo>
                <a:lnTo>
                  <a:pt x="2858130" y="119676"/>
                </a:lnTo>
                <a:lnTo>
                  <a:pt x="2858806" y="119571"/>
                </a:lnTo>
                <a:lnTo>
                  <a:pt x="2859530" y="119482"/>
                </a:lnTo>
                <a:lnTo>
                  <a:pt x="2860309" y="119409"/>
                </a:lnTo>
                <a:lnTo>
                  <a:pt x="2861149" y="119348"/>
                </a:lnTo>
                <a:lnTo>
                  <a:pt x="2862058" y="119300"/>
                </a:lnTo>
                <a:lnTo>
                  <a:pt x="2863042" y="119262"/>
                </a:lnTo>
                <a:lnTo>
                  <a:pt x="2864107" y="119234"/>
                </a:lnTo>
                <a:lnTo>
                  <a:pt x="2865261" y="119213"/>
                </a:lnTo>
                <a:lnTo>
                  <a:pt x="2866510" y="119200"/>
                </a:lnTo>
                <a:lnTo>
                  <a:pt x="2867860" y="119192"/>
                </a:lnTo>
                <a:lnTo>
                  <a:pt x="2869319" y="119187"/>
                </a:lnTo>
                <a:lnTo>
                  <a:pt x="2870893" y="119186"/>
                </a:lnTo>
                <a:lnTo>
                  <a:pt x="2872589" y="119186"/>
                </a:lnTo>
                <a:lnTo>
                  <a:pt x="2874757" y="119187"/>
                </a:lnTo>
                <a:lnTo>
                  <a:pt x="2876960" y="119195"/>
                </a:lnTo>
                <a:lnTo>
                  <a:pt x="2879190" y="119218"/>
                </a:lnTo>
                <a:lnTo>
                  <a:pt x="2881432" y="119262"/>
                </a:lnTo>
                <a:lnTo>
                  <a:pt x="2883678" y="119335"/>
                </a:lnTo>
                <a:lnTo>
                  <a:pt x="2885914" y="119444"/>
                </a:lnTo>
                <a:lnTo>
                  <a:pt x="2888129" y="119597"/>
                </a:lnTo>
                <a:lnTo>
                  <a:pt x="2890313" y="119799"/>
                </a:lnTo>
                <a:lnTo>
                  <a:pt x="2892453" y="120059"/>
                </a:lnTo>
                <a:lnTo>
                  <a:pt x="2894538" y="120384"/>
                </a:lnTo>
                <a:lnTo>
                  <a:pt x="2896557" y="120781"/>
                </a:lnTo>
                <a:lnTo>
                  <a:pt x="2898497" y="121257"/>
                </a:lnTo>
                <a:lnTo>
                  <a:pt x="2900349" y="121819"/>
                </a:lnTo>
                <a:lnTo>
                  <a:pt x="2902099" y="122474"/>
                </a:lnTo>
                <a:lnTo>
                  <a:pt x="2903737" y="123231"/>
                </a:lnTo>
                <a:lnTo>
                  <a:pt x="2905252" y="124095"/>
                </a:lnTo>
                <a:lnTo>
                  <a:pt x="2906631" y="125074"/>
                </a:lnTo>
                <a:lnTo>
                  <a:pt x="2907863" y="126176"/>
                </a:lnTo>
                <a:lnTo>
                  <a:pt x="2908938" y="127407"/>
                </a:lnTo>
                <a:lnTo>
                  <a:pt x="2909842" y="128774"/>
                </a:lnTo>
                <a:lnTo>
                  <a:pt x="2910566" y="130286"/>
                </a:lnTo>
                <a:lnTo>
                  <a:pt x="2911097" y="131948"/>
                </a:lnTo>
                <a:lnTo>
                  <a:pt x="2911424" y="133769"/>
                </a:lnTo>
                <a:lnTo>
                  <a:pt x="2911536" y="135755"/>
                </a:lnTo>
                <a:lnTo>
                  <a:pt x="2911461" y="136813"/>
                </a:lnTo>
                <a:lnTo>
                  <a:pt x="2911240" y="137865"/>
                </a:lnTo>
                <a:lnTo>
                  <a:pt x="2910877" y="138908"/>
                </a:lnTo>
                <a:lnTo>
                  <a:pt x="2910375" y="139939"/>
                </a:lnTo>
                <a:lnTo>
                  <a:pt x="2909740" y="140954"/>
                </a:lnTo>
                <a:lnTo>
                  <a:pt x="2908975" y="141949"/>
                </a:lnTo>
                <a:close/>
                <a:moveTo>
                  <a:pt x="3297545" y="107145"/>
                </a:moveTo>
                <a:lnTo>
                  <a:pt x="3297096" y="105992"/>
                </a:lnTo>
                <a:lnTo>
                  <a:pt x="3296588" y="104893"/>
                </a:lnTo>
                <a:lnTo>
                  <a:pt x="3296026" y="103850"/>
                </a:lnTo>
                <a:lnTo>
                  <a:pt x="3295410" y="102864"/>
                </a:lnTo>
                <a:lnTo>
                  <a:pt x="3294745" y="101936"/>
                </a:lnTo>
                <a:lnTo>
                  <a:pt x="3294032" y="101068"/>
                </a:lnTo>
                <a:lnTo>
                  <a:pt x="3293276" y="100261"/>
                </a:lnTo>
                <a:lnTo>
                  <a:pt x="3292478" y="99517"/>
                </a:lnTo>
                <a:lnTo>
                  <a:pt x="3291641" y="98838"/>
                </a:lnTo>
                <a:lnTo>
                  <a:pt x="3290769" y="98223"/>
                </a:lnTo>
                <a:lnTo>
                  <a:pt x="3289864" y="97676"/>
                </a:lnTo>
                <a:lnTo>
                  <a:pt x="3288930" y="97197"/>
                </a:lnTo>
                <a:lnTo>
                  <a:pt x="3287968" y="96787"/>
                </a:lnTo>
                <a:lnTo>
                  <a:pt x="3286982" y="96449"/>
                </a:lnTo>
                <a:lnTo>
                  <a:pt x="3285974" y="96184"/>
                </a:lnTo>
                <a:lnTo>
                  <a:pt x="3284948" y="95993"/>
                </a:lnTo>
                <a:lnTo>
                  <a:pt x="3283906" y="95877"/>
                </a:lnTo>
                <a:lnTo>
                  <a:pt x="3282852" y="95838"/>
                </a:lnTo>
                <a:lnTo>
                  <a:pt x="3281905" y="95868"/>
                </a:lnTo>
                <a:lnTo>
                  <a:pt x="3280992" y="95955"/>
                </a:lnTo>
                <a:lnTo>
                  <a:pt x="3280115" y="96099"/>
                </a:lnTo>
                <a:lnTo>
                  <a:pt x="3279274" y="96295"/>
                </a:lnTo>
                <a:lnTo>
                  <a:pt x="3278468" y="96543"/>
                </a:lnTo>
                <a:lnTo>
                  <a:pt x="3277700" y="96839"/>
                </a:lnTo>
                <a:lnTo>
                  <a:pt x="3276968" y="97181"/>
                </a:lnTo>
                <a:lnTo>
                  <a:pt x="3276274" y="97567"/>
                </a:lnTo>
                <a:lnTo>
                  <a:pt x="3275619" y="97994"/>
                </a:lnTo>
                <a:lnTo>
                  <a:pt x="3275002" y="98461"/>
                </a:lnTo>
                <a:lnTo>
                  <a:pt x="3274424" y="98965"/>
                </a:lnTo>
                <a:lnTo>
                  <a:pt x="3273886" y="99503"/>
                </a:lnTo>
                <a:lnTo>
                  <a:pt x="3273388" y="100073"/>
                </a:lnTo>
                <a:lnTo>
                  <a:pt x="3272931" y="100673"/>
                </a:lnTo>
                <a:lnTo>
                  <a:pt x="3272515" y="101300"/>
                </a:lnTo>
                <a:lnTo>
                  <a:pt x="3272140" y="101952"/>
                </a:lnTo>
                <a:lnTo>
                  <a:pt x="3271808" y="102628"/>
                </a:lnTo>
                <a:lnTo>
                  <a:pt x="3271518" y="103323"/>
                </a:lnTo>
                <a:lnTo>
                  <a:pt x="3271272" y="104037"/>
                </a:lnTo>
                <a:lnTo>
                  <a:pt x="3271069" y="104766"/>
                </a:lnTo>
                <a:lnTo>
                  <a:pt x="3270911" y="105509"/>
                </a:lnTo>
                <a:lnTo>
                  <a:pt x="3270797" y="106263"/>
                </a:lnTo>
                <a:lnTo>
                  <a:pt x="3270728" y="107025"/>
                </a:lnTo>
                <a:lnTo>
                  <a:pt x="3270705" y="107794"/>
                </a:lnTo>
                <a:lnTo>
                  <a:pt x="3270734" y="108697"/>
                </a:lnTo>
                <a:lnTo>
                  <a:pt x="3270819" y="109572"/>
                </a:lnTo>
                <a:lnTo>
                  <a:pt x="3270958" y="110419"/>
                </a:lnTo>
                <a:lnTo>
                  <a:pt x="3271149" y="111237"/>
                </a:lnTo>
                <a:lnTo>
                  <a:pt x="3271389" y="112025"/>
                </a:lnTo>
                <a:lnTo>
                  <a:pt x="3271678" y="112782"/>
                </a:lnTo>
                <a:lnTo>
                  <a:pt x="3272012" y="113507"/>
                </a:lnTo>
                <a:lnTo>
                  <a:pt x="3272390" y="114199"/>
                </a:lnTo>
                <a:lnTo>
                  <a:pt x="3272809" y="114856"/>
                </a:lnTo>
                <a:lnTo>
                  <a:pt x="3273268" y="115478"/>
                </a:lnTo>
                <a:lnTo>
                  <a:pt x="3273764" y="116064"/>
                </a:lnTo>
                <a:lnTo>
                  <a:pt x="3274295" y="116613"/>
                </a:lnTo>
                <a:lnTo>
                  <a:pt x="3274860" y="117124"/>
                </a:lnTo>
                <a:lnTo>
                  <a:pt x="3275455" y="117596"/>
                </a:lnTo>
                <a:lnTo>
                  <a:pt x="3276079" y="118028"/>
                </a:lnTo>
                <a:lnTo>
                  <a:pt x="3276731" y="118418"/>
                </a:lnTo>
                <a:lnTo>
                  <a:pt x="3277407" y="118766"/>
                </a:lnTo>
                <a:lnTo>
                  <a:pt x="3278106" y="119071"/>
                </a:lnTo>
                <a:lnTo>
                  <a:pt x="3278825" y="119332"/>
                </a:lnTo>
                <a:lnTo>
                  <a:pt x="3279563" y="119548"/>
                </a:lnTo>
                <a:lnTo>
                  <a:pt x="3280317" y="119717"/>
                </a:lnTo>
                <a:lnTo>
                  <a:pt x="3281086" y="119840"/>
                </a:lnTo>
                <a:lnTo>
                  <a:pt x="3281867" y="119914"/>
                </a:lnTo>
                <a:lnTo>
                  <a:pt x="3282658" y="119939"/>
                </a:lnTo>
                <a:lnTo>
                  <a:pt x="3282803" y="119938"/>
                </a:lnTo>
                <a:lnTo>
                  <a:pt x="3282951" y="119935"/>
                </a:lnTo>
                <a:lnTo>
                  <a:pt x="3283100" y="119930"/>
                </a:lnTo>
                <a:lnTo>
                  <a:pt x="3283251" y="119923"/>
                </a:lnTo>
                <a:lnTo>
                  <a:pt x="3283404" y="119914"/>
                </a:lnTo>
                <a:lnTo>
                  <a:pt x="3283558" y="119903"/>
                </a:lnTo>
                <a:lnTo>
                  <a:pt x="3283714" y="119890"/>
                </a:lnTo>
                <a:lnTo>
                  <a:pt x="3283871" y="119875"/>
                </a:lnTo>
                <a:lnTo>
                  <a:pt x="3284030" y="119858"/>
                </a:lnTo>
                <a:lnTo>
                  <a:pt x="3284190" y="119839"/>
                </a:lnTo>
                <a:lnTo>
                  <a:pt x="3284351" y="119818"/>
                </a:lnTo>
                <a:lnTo>
                  <a:pt x="3284513" y="119795"/>
                </a:lnTo>
                <a:lnTo>
                  <a:pt x="3284676" y="119770"/>
                </a:lnTo>
                <a:lnTo>
                  <a:pt x="3284840" y="119743"/>
                </a:lnTo>
                <a:lnTo>
                  <a:pt x="3285005" y="119714"/>
                </a:lnTo>
                <a:lnTo>
                  <a:pt x="3285171" y="119683"/>
                </a:lnTo>
                <a:lnTo>
                  <a:pt x="3285338" y="119650"/>
                </a:lnTo>
                <a:lnTo>
                  <a:pt x="3285505" y="119615"/>
                </a:lnTo>
                <a:lnTo>
                  <a:pt x="3285672" y="119578"/>
                </a:lnTo>
                <a:lnTo>
                  <a:pt x="3285840" y="119539"/>
                </a:lnTo>
                <a:lnTo>
                  <a:pt x="3286008" y="119497"/>
                </a:lnTo>
                <a:lnTo>
                  <a:pt x="3286177" y="119454"/>
                </a:lnTo>
                <a:lnTo>
                  <a:pt x="3286345" y="119409"/>
                </a:lnTo>
                <a:lnTo>
                  <a:pt x="3286514" y="119362"/>
                </a:lnTo>
                <a:lnTo>
                  <a:pt x="3286122" y="120810"/>
                </a:lnTo>
                <a:lnTo>
                  <a:pt x="3285670" y="122169"/>
                </a:lnTo>
                <a:lnTo>
                  <a:pt x="3285166" y="123442"/>
                </a:lnTo>
                <a:lnTo>
                  <a:pt x="3284614" y="124630"/>
                </a:lnTo>
                <a:lnTo>
                  <a:pt x="3284020" y="125737"/>
                </a:lnTo>
                <a:lnTo>
                  <a:pt x="3283390" y="126767"/>
                </a:lnTo>
                <a:lnTo>
                  <a:pt x="3282729" y="127721"/>
                </a:lnTo>
                <a:lnTo>
                  <a:pt x="3282044" y="128602"/>
                </a:lnTo>
                <a:lnTo>
                  <a:pt x="3281339" y="129414"/>
                </a:lnTo>
                <a:lnTo>
                  <a:pt x="3280620" y="130159"/>
                </a:lnTo>
                <a:lnTo>
                  <a:pt x="3279893" y="130840"/>
                </a:lnTo>
                <a:lnTo>
                  <a:pt x="3279163" y="131461"/>
                </a:lnTo>
                <a:lnTo>
                  <a:pt x="3278436" y="132022"/>
                </a:lnTo>
                <a:lnTo>
                  <a:pt x="3277718" y="132529"/>
                </a:lnTo>
                <a:lnTo>
                  <a:pt x="3277015" y="132983"/>
                </a:lnTo>
                <a:lnTo>
                  <a:pt x="3276331" y="133387"/>
                </a:lnTo>
                <a:lnTo>
                  <a:pt x="3275672" y="133744"/>
                </a:lnTo>
                <a:lnTo>
                  <a:pt x="3275045" y="134058"/>
                </a:lnTo>
                <a:lnTo>
                  <a:pt x="3274454" y="134330"/>
                </a:lnTo>
                <a:lnTo>
                  <a:pt x="3273906" y="134564"/>
                </a:lnTo>
                <a:lnTo>
                  <a:pt x="3273405" y="134762"/>
                </a:lnTo>
                <a:lnTo>
                  <a:pt x="3272958" y="134928"/>
                </a:lnTo>
                <a:lnTo>
                  <a:pt x="3272570" y="135063"/>
                </a:lnTo>
                <a:lnTo>
                  <a:pt x="3272247" y="135172"/>
                </a:lnTo>
                <a:lnTo>
                  <a:pt x="3271998" y="135247"/>
                </a:lnTo>
                <a:lnTo>
                  <a:pt x="3271736" y="135326"/>
                </a:lnTo>
                <a:lnTo>
                  <a:pt x="3271461" y="135412"/>
                </a:lnTo>
                <a:lnTo>
                  <a:pt x="3271178" y="135505"/>
                </a:lnTo>
                <a:lnTo>
                  <a:pt x="3270887" y="135606"/>
                </a:lnTo>
                <a:lnTo>
                  <a:pt x="3270590" y="135717"/>
                </a:lnTo>
                <a:lnTo>
                  <a:pt x="3270291" y="135838"/>
                </a:lnTo>
                <a:lnTo>
                  <a:pt x="3269991" y="135971"/>
                </a:lnTo>
                <a:lnTo>
                  <a:pt x="3269692" y="136117"/>
                </a:lnTo>
                <a:lnTo>
                  <a:pt x="3269396" y="136276"/>
                </a:lnTo>
                <a:lnTo>
                  <a:pt x="3269107" y="136451"/>
                </a:lnTo>
                <a:lnTo>
                  <a:pt x="3268825" y="136641"/>
                </a:lnTo>
                <a:lnTo>
                  <a:pt x="3268553" y="136849"/>
                </a:lnTo>
                <a:lnTo>
                  <a:pt x="3268294" y="137075"/>
                </a:lnTo>
                <a:lnTo>
                  <a:pt x="3268048" y="137320"/>
                </a:lnTo>
                <a:lnTo>
                  <a:pt x="3267820" y="137585"/>
                </a:lnTo>
                <a:lnTo>
                  <a:pt x="3267610" y="137872"/>
                </a:lnTo>
                <a:lnTo>
                  <a:pt x="3267421" y="138181"/>
                </a:lnTo>
                <a:lnTo>
                  <a:pt x="3267255" y="138514"/>
                </a:lnTo>
                <a:lnTo>
                  <a:pt x="3267115" y="138872"/>
                </a:lnTo>
                <a:lnTo>
                  <a:pt x="3267001" y="139255"/>
                </a:lnTo>
                <a:lnTo>
                  <a:pt x="3266918" y="139665"/>
                </a:lnTo>
                <a:lnTo>
                  <a:pt x="3266866" y="140104"/>
                </a:lnTo>
                <a:lnTo>
                  <a:pt x="3266848" y="140571"/>
                </a:lnTo>
                <a:lnTo>
                  <a:pt x="3266863" y="140934"/>
                </a:lnTo>
                <a:lnTo>
                  <a:pt x="3266907" y="141300"/>
                </a:lnTo>
                <a:lnTo>
                  <a:pt x="3266979" y="141666"/>
                </a:lnTo>
                <a:lnTo>
                  <a:pt x="3267078" y="142032"/>
                </a:lnTo>
                <a:lnTo>
                  <a:pt x="3267202" y="142395"/>
                </a:lnTo>
                <a:lnTo>
                  <a:pt x="3267352" y="142755"/>
                </a:lnTo>
                <a:lnTo>
                  <a:pt x="3267524" y="143109"/>
                </a:lnTo>
                <a:lnTo>
                  <a:pt x="3267720" y="143456"/>
                </a:lnTo>
                <a:lnTo>
                  <a:pt x="3267936" y="143794"/>
                </a:lnTo>
                <a:lnTo>
                  <a:pt x="3268173" y="144122"/>
                </a:lnTo>
                <a:lnTo>
                  <a:pt x="3268430" y="144437"/>
                </a:lnTo>
                <a:lnTo>
                  <a:pt x="3268704" y="144740"/>
                </a:lnTo>
                <a:lnTo>
                  <a:pt x="3268995" y="145027"/>
                </a:lnTo>
                <a:lnTo>
                  <a:pt x="3269303" y="145298"/>
                </a:lnTo>
                <a:lnTo>
                  <a:pt x="3269625" y="145551"/>
                </a:lnTo>
                <a:lnTo>
                  <a:pt x="3269962" y="145783"/>
                </a:lnTo>
                <a:lnTo>
                  <a:pt x="3270310" y="145995"/>
                </a:lnTo>
                <a:lnTo>
                  <a:pt x="3270671" y="146183"/>
                </a:lnTo>
                <a:lnTo>
                  <a:pt x="3271042" y="146346"/>
                </a:lnTo>
                <a:lnTo>
                  <a:pt x="3271423" y="146484"/>
                </a:lnTo>
                <a:lnTo>
                  <a:pt x="3271811" y="146594"/>
                </a:lnTo>
                <a:lnTo>
                  <a:pt x="3272208" y="146674"/>
                </a:lnTo>
                <a:lnTo>
                  <a:pt x="3272610" y="146723"/>
                </a:lnTo>
                <a:lnTo>
                  <a:pt x="3273017" y="146740"/>
                </a:lnTo>
                <a:lnTo>
                  <a:pt x="3273856" y="146686"/>
                </a:lnTo>
                <a:lnTo>
                  <a:pt x="3274822" y="146523"/>
                </a:lnTo>
                <a:lnTo>
                  <a:pt x="3275899" y="146251"/>
                </a:lnTo>
                <a:lnTo>
                  <a:pt x="3277073" y="145871"/>
                </a:lnTo>
                <a:lnTo>
                  <a:pt x="3278330" y="145381"/>
                </a:lnTo>
                <a:lnTo>
                  <a:pt x="3279657" y="144782"/>
                </a:lnTo>
                <a:lnTo>
                  <a:pt x="3281037" y="144073"/>
                </a:lnTo>
                <a:lnTo>
                  <a:pt x="3282457" y="143255"/>
                </a:lnTo>
                <a:lnTo>
                  <a:pt x="3283903" y="142327"/>
                </a:lnTo>
                <a:lnTo>
                  <a:pt x="3285359" y="141289"/>
                </a:lnTo>
                <a:lnTo>
                  <a:pt x="3286812" y="140141"/>
                </a:lnTo>
                <a:lnTo>
                  <a:pt x="3288248" y="138883"/>
                </a:lnTo>
                <a:lnTo>
                  <a:pt x="3289651" y="137514"/>
                </a:lnTo>
                <a:lnTo>
                  <a:pt x="3291008" y="136035"/>
                </a:lnTo>
                <a:lnTo>
                  <a:pt x="3292304" y="134445"/>
                </a:lnTo>
                <a:lnTo>
                  <a:pt x="3293525" y="132744"/>
                </a:lnTo>
                <a:lnTo>
                  <a:pt x="3294656" y="130931"/>
                </a:lnTo>
                <a:lnTo>
                  <a:pt x="3295683" y="129008"/>
                </a:lnTo>
                <a:lnTo>
                  <a:pt x="3296591" y="126973"/>
                </a:lnTo>
                <a:lnTo>
                  <a:pt x="3297367" y="124826"/>
                </a:lnTo>
                <a:lnTo>
                  <a:pt x="3297995" y="122568"/>
                </a:lnTo>
                <a:lnTo>
                  <a:pt x="3298461" y="120197"/>
                </a:lnTo>
                <a:lnTo>
                  <a:pt x="3298752" y="117715"/>
                </a:lnTo>
                <a:lnTo>
                  <a:pt x="3298852" y="115120"/>
                </a:lnTo>
                <a:lnTo>
                  <a:pt x="3298813" y="113672"/>
                </a:lnTo>
                <a:lnTo>
                  <a:pt x="3298699" y="112269"/>
                </a:lnTo>
                <a:lnTo>
                  <a:pt x="3298512" y="110914"/>
                </a:lnTo>
                <a:lnTo>
                  <a:pt x="3298256" y="109607"/>
                </a:lnTo>
                <a:lnTo>
                  <a:pt x="3297932" y="108350"/>
                </a:lnTo>
                <a:lnTo>
                  <a:pt x="3297545" y="107145"/>
                </a:lnTo>
                <a:close/>
                <a:moveTo>
                  <a:pt x="4202682" y="9246"/>
                </a:moveTo>
                <a:lnTo>
                  <a:pt x="4202423" y="8678"/>
                </a:lnTo>
                <a:lnTo>
                  <a:pt x="4202130" y="8131"/>
                </a:lnTo>
                <a:lnTo>
                  <a:pt x="4201803" y="7607"/>
                </a:lnTo>
                <a:lnTo>
                  <a:pt x="4201443" y="7107"/>
                </a:lnTo>
                <a:lnTo>
                  <a:pt x="4201054" y="6633"/>
                </a:lnTo>
                <a:lnTo>
                  <a:pt x="4200634" y="6185"/>
                </a:lnTo>
                <a:lnTo>
                  <a:pt x="4200187" y="5766"/>
                </a:lnTo>
                <a:lnTo>
                  <a:pt x="4199712" y="5375"/>
                </a:lnTo>
                <a:lnTo>
                  <a:pt x="4199213" y="5016"/>
                </a:lnTo>
                <a:lnTo>
                  <a:pt x="4198689" y="4689"/>
                </a:lnTo>
                <a:lnTo>
                  <a:pt x="4198142" y="4395"/>
                </a:lnTo>
                <a:lnTo>
                  <a:pt x="4197574" y="4136"/>
                </a:lnTo>
                <a:lnTo>
                  <a:pt x="4196986" y="3914"/>
                </a:lnTo>
                <a:lnTo>
                  <a:pt x="4196379" y="3728"/>
                </a:lnTo>
                <a:lnTo>
                  <a:pt x="4195755" y="3582"/>
                </a:lnTo>
                <a:lnTo>
                  <a:pt x="4195115" y="3476"/>
                </a:lnTo>
                <a:lnTo>
                  <a:pt x="4194460" y="3411"/>
                </a:lnTo>
                <a:lnTo>
                  <a:pt x="4193791" y="3389"/>
                </a:lnTo>
                <a:lnTo>
                  <a:pt x="4193122" y="3411"/>
                </a:lnTo>
                <a:lnTo>
                  <a:pt x="4192467" y="3476"/>
                </a:lnTo>
                <a:lnTo>
                  <a:pt x="4191826" y="3582"/>
                </a:lnTo>
                <a:lnTo>
                  <a:pt x="4191202" y="3728"/>
                </a:lnTo>
                <a:lnTo>
                  <a:pt x="4190595" y="3914"/>
                </a:lnTo>
                <a:lnTo>
                  <a:pt x="4190006" y="4136"/>
                </a:lnTo>
                <a:lnTo>
                  <a:pt x="4189438" y="4395"/>
                </a:lnTo>
                <a:lnTo>
                  <a:pt x="4188891" y="4689"/>
                </a:lnTo>
                <a:lnTo>
                  <a:pt x="4188368" y="5016"/>
                </a:lnTo>
                <a:lnTo>
                  <a:pt x="4187868" y="5375"/>
                </a:lnTo>
                <a:lnTo>
                  <a:pt x="4187393" y="5766"/>
                </a:lnTo>
                <a:lnTo>
                  <a:pt x="4186946" y="6185"/>
                </a:lnTo>
                <a:lnTo>
                  <a:pt x="4186526" y="6633"/>
                </a:lnTo>
                <a:lnTo>
                  <a:pt x="4186136" y="7107"/>
                </a:lnTo>
                <a:lnTo>
                  <a:pt x="4185777" y="7607"/>
                </a:lnTo>
                <a:lnTo>
                  <a:pt x="4185450" y="8131"/>
                </a:lnTo>
                <a:lnTo>
                  <a:pt x="4185157" y="8678"/>
                </a:lnTo>
                <a:lnTo>
                  <a:pt x="4184898" y="9246"/>
                </a:lnTo>
                <a:lnTo>
                  <a:pt x="4184675" y="9834"/>
                </a:lnTo>
                <a:lnTo>
                  <a:pt x="4184490" y="10441"/>
                </a:lnTo>
                <a:lnTo>
                  <a:pt x="4184344" y="11066"/>
                </a:lnTo>
                <a:lnTo>
                  <a:pt x="4184238" y="11706"/>
                </a:lnTo>
                <a:lnTo>
                  <a:pt x="4184173" y="12361"/>
                </a:lnTo>
                <a:lnTo>
                  <a:pt x="4184151" y="13030"/>
                </a:lnTo>
                <a:lnTo>
                  <a:pt x="4184173" y="13699"/>
                </a:lnTo>
                <a:lnTo>
                  <a:pt x="4184238" y="14354"/>
                </a:lnTo>
                <a:lnTo>
                  <a:pt x="4184344" y="14994"/>
                </a:lnTo>
                <a:lnTo>
                  <a:pt x="4184490" y="15619"/>
                </a:lnTo>
                <a:lnTo>
                  <a:pt x="4184675" y="16226"/>
                </a:lnTo>
                <a:lnTo>
                  <a:pt x="4184898" y="16814"/>
                </a:lnTo>
                <a:lnTo>
                  <a:pt x="4185157" y="17382"/>
                </a:lnTo>
                <a:lnTo>
                  <a:pt x="4185450" y="17929"/>
                </a:lnTo>
                <a:lnTo>
                  <a:pt x="4185777" y="18453"/>
                </a:lnTo>
                <a:lnTo>
                  <a:pt x="4186136" y="18953"/>
                </a:lnTo>
                <a:lnTo>
                  <a:pt x="4186526" y="19427"/>
                </a:lnTo>
                <a:lnTo>
                  <a:pt x="4186946" y="19875"/>
                </a:lnTo>
                <a:lnTo>
                  <a:pt x="4187393" y="20294"/>
                </a:lnTo>
                <a:lnTo>
                  <a:pt x="4187868" y="20685"/>
                </a:lnTo>
                <a:lnTo>
                  <a:pt x="4188368" y="21044"/>
                </a:lnTo>
                <a:lnTo>
                  <a:pt x="4188891" y="21371"/>
                </a:lnTo>
                <a:lnTo>
                  <a:pt x="4189438" y="21665"/>
                </a:lnTo>
                <a:lnTo>
                  <a:pt x="4190006" y="21924"/>
                </a:lnTo>
                <a:lnTo>
                  <a:pt x="4190595" y="22146"/>
                </a:lnTo>
                <a:lnTo>
                  <a:pt x="4191202" y="22332"/>
                </a:lnTo>
                <a:lnTo>
                  <a:pt x="4191826" y="22478"/>
                </a:lnTo>
                <a:lnTo>
                  <a:pt x="4192467" y="22584"/>
                </a:lnTo>
                <a:lnTo>
                  <a:pt x="4193122" y="22649"/>
                </a:lnTo>
                <a:lnTo>
                  <a:pt x="4193791" y="22671"/>
                </a:lnTo>
                <a:lnTo>
                  <a:pt x="4194460" y="22649"/>
                </a:lnTo>
                <a:lnTo>
                  <a:pt x="4195115" y="22584"/>
                </a:lnTo>
                <a:lnTo>
                  <a:pt x="4195755" y="22478"/>
                </a:lnTo>
                <a:lnTo>
                  <a:pt x="4196379" y="22332"/>
                </a:lnTo>
                <a:lnTo>
                  <a:pt x="4196986" y="22146"/>
                </a:lnTo>
                <a:lnTo>
                  <a:pt x="4197574" y="21924"/>
                </a:lnTo>
                <a:lnTo>
                  <a:pt x="4198142" y="21665"/>
                </a:lnTo>
                <a:lnTo>
                  <a:pt x="4198689" y="21371"/>
                </a:lnTo>
                <a:lnTo>
                  <a:pt x="4199213" y="21044"/>
                </a:lnTo>
                <a:lnTo>
                  <a:pt x="4199712" y="20685"/>
                </a:lnTo>
                <a:lnTo>
                  <a:pt x="4200187" y="20294"/>
                </a:lnTo>
                <a:lnTo>
                  <a:pt x="4200634" y="19875"/>
                </a:lnTo>
                <a:lnTo>
                  <a:pt x="4201054" y="19427"/>
                </a:lnTo>
                <a:lnTo>
                  <a:pt x="4201443" y="18953"/>
                </a:lnTo>
                <a:lnTo>
                  <a:pt x="4201803" y="18453"/>
                </a:lnTo>
                <a:lnTo>
                  <a:pt x="4202130" y="17929"/>
                </a:lnTo>
                <a:lnTo>
                  <a:pt x="4202423" y="17382"/>
                </a:lnTo>
                <a:lnTo>
                  <a:pt x="4202682" y="16814"/>
                </a:lnTo>
                <a:lnTo>
                  <a:pt x="4202904" y="16226"/>
                </a:lnTo>
                <a:lnTo>
                  <a:pt x="4203090" y="15619"/>
                </a:lnTo>
                <a:lnTo>
                  <a:pt x="4203236" y="14994"/>
                </a:lnTo>
                <a:lnTo>
                  <a:pt x="4203342" y="14354"/>
                </a:lnTo>
                <a:lnTo>
                  <a:pt x="4203407" y="13699"/>
                </a:lnTo>
                <a:lnTo>
                  <a:pt x="4203429" y="13030"/>
                </a:lnTo>
                <a:lnTo>
                  <a:pt x="4203407" y="12361"/>
                </a:lnTo>
                <a:lnTo>
                  <a:pt x="4203342" y="11706"/>
                </a:lnTo>
                <a:lnTo>
                  <a:pt x="4203236" y="11066"/>
                </a:lnTo>
                <a:lnTo>
                  <a:pt x="4203090" y="10441"/>
                </a:lnTo>
                <a:lnTo>
                  <a:pt x="4202904" y="9834"/>
                </a:lnTo>
                <a:lnTo>
                  <a:pt x="4202682" y="9246"/>
                </a:lnTo>
                <a:close/>
                <a:moveTo>
                  <a:pt x="3734892" y="110620"/>
                </a:moveTo>
                <a:lnTo>
                  <a:pt x="3734620" y="110235"/>
                </a:lnTo>
                <a:lnTo>
                  <a:pt x="3734318" y="109893"/>
                </a:lnTo>
                <a:lnTo>
                  <a:pt x="3733989" y="109592"/>
                </a:lnTo>
                <a:lnTo>
                  <a:pt x="3733637" y="109328"/>
                </a:lnTo>
                <a:lnTo>
                  <a:pt x="3733264" y="109099"/>
                </a:lnTo>
                <a:lnTo>
                  <a:pt x="3732874" y="108903"/>
                </a:lnTo>
                <a:lnTo>
                  <a:pt x="3732470" y="108736"/>
                </a:lnTo>
                <a:lnTo>
                  <a:pt x="3732055" y="108598"/>
                </a:lnTo>
                <a:lnTo>
                  <a:pt x="3731632" y="108485"/>
                </a:lnTo>
                <a:lnTo>
                  <a:pt x="3731205" y="108394"/>
                </a:lnTo>
                <a:lnTo>
                  <a:pt x="3730777" y="108323"/>
                </a:lnTo>
                <a:lnTo>
                  <a:pt x="3730350" y="108270"/>
                </a:lnTo>
                <a:lnTo>
                  <a:pt x="3729928" y="108232"/>
                </a:lnTo>
                <a:lnTo>
                  <a:pt x="3729515" y="108206"/>
                </a:lnTo>
                <a:lnTo>
                  <a:pt x="3729113" y="108191"/>
                </a:lnTo>
                <a:lnTo>
                  <a:pt x="3728726" y="108183"/>
                </a:lnTo>
                <a:lnTo>
                  <a:pt x="3728356" y="108180"/>
                </a:lnTo>
                <a:lnTo>
                  <a:pt x="3728007" y="108180"/>
                </a:lnTo>
                <a:lnTo>
                  <a:pt x="3719329" y="108180"/>
                </a:lnTo>
                <a:lnTo>
                  <a:pt x="3719329" y="9976"/>
                </a:lnTo>
                <a:lnTo>
                  <a:pt x="3719323" y="9250"/>
                </a:lnTo>
                <a:lnTo>
                  <a:pt x="3719302" y="8566"/>
                </a:lnTo>
                <a:lnTo>
                  <a:pt x="3719266" y="7921"/>
                </a:lnTo>
                <a:lnTo>
                  <a:pt x="3719213" y="7316"/>
                </a:lnTo>
                <a:lnTo>
                  <a:pt x="3719140" y="6749"/>
                </a:lnTo>
                <a:lnTo>
                  <a:pt x="3719046" y="6220"/>
                </a:lnTo>
                <a:lnTo>
                  <a:pt x="3718929" y="5728"/>
                </a:lnTo>
                <a:lnTo>
                  <a:pt x="3718786" y="5271"/>
                </a:lnTo>
                <a:lnTo>
                  <a:pt x="3718618" y="4849"/>
                </a:lnTo>
                <a:lnTo>
                  <a:pt x="3718420" y="4461"/>
                </a:lnTo>
                <a:lnTo>
                  <a:pt x="3718192" y="4106"/>
                </a:lnTo>
                <a:lnTo>
                  <a:pt x="3717932" y="3783"/>
                </a:lnTo>
                <a:lnTo>
                  <a:pt x="3717637" y="3491"/>
                </a:lnTo>
                <a:lnTo>
                  <a:pt x="3717307" y="3229"/>
                </a:lnTo>
                <a:lnTo>
                  <a:pt x="3716938" y="2997"/>
                </a:lnTo>
                <a:lnTo>
                  <a:pt x="3716531" y="2793"/>
                </a:lnTo>
                <a:lnTo>
                  <a:pt x="3716081" y="2616"/>
                </a:lnTo>
                <a:lnTo>
                  <a:pt x="3715588" y="2466"/>
                </a:lnTo>
                <a:lnTo>
                  <a:pt x="3715050" y="2342"/>
                </a:lnTo>
                <a:lnTo>
                  <a:pt x="3714465" y="2242"/>
                </a:lnTo>
                <a:lnTo>
                  <a:pt x="3713832" y="2166"/>
                </a:lnTo>
                <a:lnTo>
                  <a:pt x="3713147" y="2113"/>
                </a:lnTo>
                <a:lnTo>
                  <a:pt x="3712410" y="2081"/>
                </a:lnTo>
                <a:lnTo>
                  <a:pt x="3711619" y="2071"/>
                </a:lnTo>
                <a:lnTo>
                  <a:pt x="3697545" y="2071"/>
                </a:lnTo>
                <a:lnTo>
                  <a:pt x="3697151" y="2072"/>
                </a:lnTo>
                <a:lnTo>
                  <a:pt x="3696741" y="2075"/>
                </a:lnTo>
                <a:lnTo>
                  <a:pt x="3696319" y="2083"/>
                </a:lnTo>
                <a:lnTo>
                  <a:pt x="3695888" y="2099"/>
                </a:lnTo>
                <a:lnTo>
                  <a:pt x="3695450" y="2125"/>
                </a:lnTo>
                <a:lnTo>
                  <a:pt x="3695008" y="2165"/>
                </a:lnTo>
                <a:lnTo>
                  <a:pt x="3694565" y="2219"/>
                </a:lnTo>
                <a:lnTo>
                  <a:pt x="3694124" y="2293"/>
                </a:lnTo>
                <a:lnTo>
                  <a:pt x="3693688" y="2386"/>
                </a:lnTo>
                <a:lnTo>
                  <a:pt x="3693259" y="2504"/>
                </a:lnTo>
                <a:lnTo>
                  <a:pt x="3692841" y="2647"/>
                </a:lnTo>
                <a:lnTo>
                  <a:pt x="3692436" y="2818"/>
                </a:lnTo>
                <a:lnTo>
                  <a:pt x="3692047" y="3021"/>
                </a:lnTo>
                <a:lnTo>
                  <a:pt x="3691676" y="3258"/>
                </a:lnTo>
                <a:lnTo>
                  <a:pt x="3691328" y="3531"/>
                </a:lnTo>
                <a:lnTo>
                  <a:pt x="3691004" y="3842"/>
                </a:lnTo>
                <a:lnTo>
                  <a:pt x="3690708" y="4196"/>
                </a:lnTo>
                <a:lnTo>
                  <a:pt x="3690442" y="4593"/>
                </a:lnTo>
                <a:lnTo>
                  <a:pt x="3690209" y="5037"/>
                </a:lnTo>
                <a:lnTo>
                  <a:pt x="3690012" y="5531"/>
                </a:lnTo>
                <a:lnTo>
                  <a:pt x="3689854" y="6076"/>
                </a:lnTo>
                <a:lnTo>
                  <a:pt x="3689737" y="6676"/>
                </a:lnTo>
                <a:lnTo>
                  <a:pt x="3689665" y="7333"/>
                </a:lnTo>
                <a:lnTo>
                  <a:pt x="3689641" y="8049"/>
                </a:lnTo>
                <a:lnTo>
                  <a:pt x="3689666" y="8743"/>
                </a:lnTo>
                <a:lnTo>
                  <a:pt x="3689741" y="9378"/>
                </a:lnTo>
                <a:lnTo>
                  <a:pt x="3689861" y="9958"/>
                </a:lnTo>
                <a:lnTo>
                  <a:pt x="3690024" y="10486"/>
                </a:lnTo>
                <a:lnTo>
                  <a:pt x="3690227" y="10963"/>
                </a:lnTo>
                <a:lnTo>
                  <a:pt x="3690466" y="11393"/>
                </a:lnTo>
                <a:lnTo>
                  <a:pt x="3690738" y="11778"/>
                </a:lnTo>
                <a:lnTo>
                  <a:pt x="3691040" y="12119"/>
                </a:lnTo>
                <a:lnTo>
                  <a:pt x="3691369" y="12421"/>
                </a:lnTo>
                <a:lnTo>
                  <a:pt x="3691721" y="12685"/>
                </a:lnTo>
                <a:lnTo>
                  <a:pt x="3692094" y="12914"/>
                </a:lnTo>
                <a:lnTo>
                  <a:pt x="3692484" y="13110"/>
                </a:lnTo>
                <a:lnTo>
                  <a:pt x="3692888" y="13276"/>
                </a:lnTo>
                <a:lnTo>
                  <a:pt x="3693303" y="13415"/>
                </a:lnTo>
                <a:lnTo>
                  <a:pt x="3693726" y="13528"/>
                </a:lnTo>
                <a:lnTo>
                  <a:pt x="3694153" y="13619"/>
                </a:lnTo>
                <a:lnTo>
                  <a:pt x="3694582" y="13690"/>
                </a:lnTo>
                <a:lnTo>
                  <a:pt x="3695008" y="13743"/>
                </a:lnTo>
                <a:lnTo>
                  <a:pt x="3695430" y="13781"/>
                </a:lnTo>
                <a:lnTo>
                  <a:pt x="3695843" y="13806"/>
                </a:lnTo>
                <a:lnTo>
                  <a:pt x="3696245" y="13822"/>
                </a:lnTo>
                <a:lnTo>
                  <a:pt x="3696633" y="13830"/>
                </a:lnTo>
                <a:lnTo>
                  <a:pt x="3697002" y="13833"/>
                </a:lnTo>
                <a:lnTo>
                  <a:pt x="3697351" y="13833"/>
                </a:lnTo>
                <a:lnTo>
                  <a:pt x="3706026" y="13833"/>
                </a:lnTo>
                <a:lnTo>
                  <a:pt x="3706026" y="44453"/>
                </a:lnTo>
                <a:lnTo>
                  <a:pt x="3705223" y="43767"/>
                </a:lnTo>
                <a:lnTo>
                  <a:pt x="3704405" y="43108"/>
                </a:lnTo>
                <a:lnTo>
                  <a:pt x="3703571" y="42475"/>
                </a:lnTo>
                <a:lnTo>
                  <a:pt x="3702723" y="41869"/>
                </a:lnTo>
                <a:lnTo>
                  <a:pt x="3701861" y="41290"/>
                </a:lnTo>
                <a:lnTo>
                  <a:pt x="3700985" y="40738"/>
                </a:lnTo>
                <a:lnTo>
                  <a:pt x="3700096" y="40214"/>
                </a:lnTo>
                <a:lnTo>
                  <a:pt x="3699194" y="39718"/>
                </a:lnTo>
                <a:lnTo>
                  <a:pt x="3698281" y="39250"/>
                </a:lnTo>
                <a:lnTo>
                  <a:pt x="3697356" y="38810"/>
                </a:lnTo>
                <a:lnTo>
                  <a:pt x="3696419" y="38399"/>
                </a:lnTo>
                <a:lnTo>
                  <a:pt x="3695473" y="38017"/>
                </a:lnTo>
                <a:lnTo>
                  <a:pt x="3694516" y="37664"/>
                </a:lnTo>
                <a:lnTo>
                  <a:pt x="3693550" y="37340"/>
                </a:lnTo>
                <a:lnTo>
                  <a:pt x="3692574" y="37046"/>
                </a:lnTo>
                <a:lnTo>
                  <a:pt x="3691590" y="36782"/>
                </a:lnTo>
                <a:lnTo>
                  <a:pt x="3690598" y="36548"/>
                </a:lnTo>
                <a:lnTo>
                  <a:pt x="3689599" y="36344"/>
                </a:lnTo>
                <a:lnTo>
                  <a:pt x="3688592" y="36171"/>
                </a:lnTo>
                <a:lnTo>
                  <a:pt x="3687579" y="36029"/>
                </a:lnTo>
                <a:lnTo>
                  <a:pt x="3686560" y="35918"/>
                </a:lnTo>
                <a:lnTo>
                  <a:pt x="3685535" y="35838"/>
                </a:lnTo>
                <a:lnTo>
                  <a:pt x="3684506" y="35791"/>
                </a:lnTo>
                <a:lnTo>
                  <a:pt x="3683472" y="35774"/>
                </a:lnTo>
                <a:lnTo>
                  <a:pt x="3680859" y="35869"/>
                </a:lnTo>
                <a:lnTo>
                  <a:pt x="3678279" y="36149"/>
                </a:lnTo>
                <a:lnTo>
                  <a:pt x="3675740" y="36609"/>
                </a:lnTo>
                <a:lnTo>
                  <a:pt x="3673247" y="37244"/>
                </a:lnTo>
                <a:lnTo>
                  <a:pt x="3670808" y="38048"/>
                </a:lnTo>
                <a:lnTo>
                  <a:pt x="3668430" y="39017"/>
                </a:lnTo>
                <a:lnTo>
                  <a:pt x="3666120" y="40145"/>
                </a:lnTo>
                <a:lnTo>
                  <a:pt x="3663885" y="41427"/>
                </a:lnTo>
                <a:lnTo>
                  <a:pt x="3661731" y="42857"/>
                </a:lnTo>
                <a:lnTo>
                  <a:pt x="3659666" y="44430"/>
                </a:lnTo>
                <a:lnTo>
                  <a:pt x="3657696" y="46141"/>
                </a:lnTo>
                <a:lnTo>
                  <a:pt x="3655829" y="47985"/>
                </a:lnTo>
                <a:lnTo>
                  <a:pt x="3654072" y="49956"/>
                </a:lnTo>
                <a:lnTo>
                  <a:pt x="3652431" y="52049"/>
                </a:lnTo>
                <a:lnTo>
                  <a:pt x="3650913" y="54259"/>
                </a:lnTo>
                <a:lnTo>
                  <a:pt x="3649525" y="56581"/>
                </a:lnTo>
                <a:lnTo>
                  <a:pt x="3648275" y="59008"/>
                </a:lnTo>
                <a:lnTo>
                  <a:pt x="3647169" y="61537"/>
                </a:lnTo>
                <a:lnTo>
                  <a:pt x="3646214" y="64161"/>
                </a:lnTo>
                <a:lnTo>
                  <a:pt x="3645417" y="66876"/>
                </a:lnTo>
                <a:lnTo>
                  <a:pt x="3644785" y="69676"/>
                </a:lnTo>
                <a:lnTo>
                  <a:pt x="3644325" y="72556"/>
                </a:lnTo>
                <a:lnTo>
                  <a:pt x="3644044" y="75510"/>
                </a:lnTo>
                <a:lnTo>
                  <a:pt x="3643949" y="78533"/>
                </a:lnTo>
                <a:lnTo>
                  <a:pt x="3644038" y="81485"/>
                </a:lnTo>
                <a:lnTo>
                  <a:pt x="3644302" y="84377"/>
                </a:lnTo>
                <a:lnTo>
                  <a:pt x="3644734" y="87204"/>
                </a:lnTo>
                <a:lnTo>
                  <a:pt x="3645329" y="89959"/>
                </a:lnTo>
                <a:lnTo>
                  <a:pt x="3646079" y="92638"/>
                </a:lnTo>
                <a:lnTo>
                  <a:pt x="3646979" y="95234"/>
                </a:lnTo>
                <a:lnTo>
                  <a:pt x="3648023" y="97741"/>
                </a:lnTo>
                <a:lnTo>
                  <a:pt x="3649204" y="100153"/>
                </a:lnTo>
                <a:lnTo>
                  <a:pt x="3650517" y="102465"/>
                </a:lnTo>
                <a:lnTo>
                  <a:pt x="3651954" y="104670"/>
                </a:lnTo>
                <a:lnTo>
                  <a:pt x="3653510" y="106763"/>
                </a:lnTo>
                <a:lnTo>
                  <a:pt x="3655179" y="108738"/>
                </a:lnTo>
                <a:lnTo>
                  <a:pt x="3656954" y="110589"/>
                </a:lnTo>
                <a:lnTo>
                  <a:pt x="3658830" y="112309"/>
                </a:lnTo>
                <a:lnTo>
                  <a:pt x="3660799" y="113894"/>
                </a:lnTo>
                <a:lnTo>
                  <a:pt x="3662857" y="115337"/>
                </a:lnTo>
                <a:lnTo>
                  <a:pt x="3664996" y="116632"/>
                </a:lnTo>
                <a:lnTo>
                  <a:pt x="3667210" y="117774"/>
                </a:lnTo>
                <a:lnTo>
                  <a:pt x="3669494" y="118756"/>
                </a:lnTo>
                <a:lnTo>
                  <a:pt x="3671841" y="119573"/>
                </a:lnTo>
                <a:lnTo>
                  <a:pt x="3674245" y="120218"/>
                </a:lnTo>
                <a:lnTo>
                  <a:pt x="3676699" y="120687"/>
                </a:lnTo>
                <a:lnTo>
                  <a:pt x="3679199" y="120972"/>
                </a:lnTo>
                <a:lnTo>
                  <a:pt x="3681736" y="121068"/>
                </a:lnTo>
                <a:lnTo>
                  <a:pt x="3683072" y="121042"/>
                </a:lnTo>
                <a:lnTo>
                  <a:pt x="3684379" y="120963"/>
                </a:lnTo>
                <a:lnTo>
                  <a:pt x="3685658" y="120834"/>
                </a:lnTo>
                <a:lnTo>
                  <a:pt x="3686909" y="120657"/>
                </a:lnTo>
                <a:lnTo>
                  <a:pt x="3688132" y="120434"/>
                </a:lnTo>
                <a:lnTo>
                  <a:pt x="3689327" y="120168"/>
                </a:lnTo>
                <a:lnTo>
                  <a:pt x="3690494" y="119860"/>
                </a:lnTo>
                <a:lnTo>
                  <a:pt x="3691632" y="119512"/>
                </a:lnTo>
                <a:lnTo>
                  <a:pt x="3692743" y="119127"/>
                </a:lnTo>
                <a:lnTo>
                  <a:pt x="3693825" y="118706"/>
                </a:lnTo>
                <a:lnTo>
                  <a:pt x="3694879" y="118252"/>
                </a:lnTo>
                <a:lnTo>
                  <a:pt x="3695905" y="117767"/>
                </a:lnTo>
                <a:lnTo>
                  <a:pt x="3696903" y="117253"/>
                </a:lnTo>
                <a:lnTo>
                  <a:pt x="3697873" y="116712"/>
                </a:lnTo>
                <a:lnTo>
                  <a:pt x="3698815" y="116145"/>
                </a:lnTo>
                <a:lnTo>
                  <a:pt x="3699729" y="115556"/>
                </a:lnTo>
                <a:lnTo>
                  <a:pt x="3700614" y="114946"/>
                </a:lnTo>
                <a:lnTo>
                  <a:pt x="3701472" y="114318"/>
                </a:lnTo>
                <a:lnTo>
                  <a:pt x="3702301" y="113673"/>
                </a:lnTo>
                <a:lnTo>
                  <a:pt x="3703102" y="113013"/>
                </a:lnTo>
                <a:lnTo>
                  <a:pt x="3703875" y="112341"/>
                </a:lnTo>
                <a:lnTo>
                  <a:pt x="3704621" y="111659"/>
                </a:lnTo>
                <a:lnTo>
                  <a:pt x="3705337" y="110968"/>
                </a:lnTo>
                <a:lnTo>
                  <a:pt x="3706026" y="110271"/>
                </a:lnTo>
                <a:lnTo>
                  <a:pt x="3706027" y="111120"/>
                </a:lnTo>
                <a:lnTo>
                  <a:pt x="3706031" y="111926"/>
                </a:lnTo>
                <a:lnTo>
                  <a:pt x="3706041" y="112688"/>
                </a:lnTo>
                <a:lnTo>
                  <a:pt x="3706062" y="113407"/>
                </a:lnTo>
                <a:lnTo>
                  <a:pt x="3706096" y="114085"/>
                </a:lnTo>
                <a:lnTo>
                  <a:pt x="3706147" y="114722"/>
                </a:lnTo>
                <a:lnTo>
                  <a:pt x="3706218" y="115319"/>
                </a:lnTo>
                <a:lnTo>
                  <a:pt x="3706312" y="115875"/>
                </a:lnTo>
                <a:lnTo>
                  <a:pt x="3706433" y="116393"/>
                </a:lnTo>
                <a:lnTo>
                  <a:pt x="3706584" y="116872"/>
                </a:lnTo>
                <a:lnTo>
                  <a:pt x="3706769" y="117314"/>
                </a:lnTo>
                <a:lnTo>
                  <a:pt x="3706990" y="117719"/>
                </a:lnTo>
                <a:lnTo>
                  <a:pt x="3707252" y="118087"/>
                </a:lnTo>
                <a:lnTo>
                  <a:pt x="3707557" y="118420"/>
                </a:lnTo>
                <a:lnTo>
                  <a:pt x="3707909" y="118718"/>
                </a:lnTo>
                <a:lnTo>
                  <a:pt x="3708312" y="118981"/>
                </a:lnTo>
                <a:lnTo>
                  <a:pt x="3708768" y="119211"/>
                </a:lnTo>
                <a:lnTo>
                  <a:pt x="3709280" y="119408"/>
                </a:lnTo>
                <a:lnTo>
                  <a:pt x="3709853" y="119573"/>
                </a:lnTo>
                <a:lnTo>
                  <a:pt x="3710490" y="119707"/>
                </a:lnTo>
                <a:lnTo>
                  <a:pt x="3711194" y="119809"/>
                </a:lnTo>
                <a:lnTo>
                  <a:pt x="3711967" y="119882"/>
                </a:lnTo>
                <a:lnTo>
                  <a:pt x="3712815" y="119924"/>
                </a:lnTo>
                <a:lnTo>
                  <a:pt x="3713740" y="119939"/>
                </a:lnTo>
                <a:lnTo>
                  <a:pt x="3727813" y="119939"/>
                </a:lnTo>
                <a:lnTo>
                  <a:pt x="3728207" y="119938"/>
                </a:lnTo>
                <a:lnTo>
                  <a:pt x="3728617" y="119935"/>
                </a:lnTo>
                <a:lnTo>
                  <a:pt x="3729039" y="119927"/>
                </a:lnTo>
                <a:lnTo>
                  <a:pt x="3729470" y="119911"/>
                </a:lnTo>
                <a:lnTo>
                  <a:pt x="3729908" y="119885"/>
                </a:lnTo>
                <a:lnTo>
                  <a:pt x="3730350" y="119845"/>
                </a:lnTo>
                <a:lnTo>
                  <a:pt x="3730793" y="119790"/>
                </a:lnTo>
                <a:lnTo>
                  <a:pt x="3731234" y="119717"/>
                </a:lnTo>
                <a:lnTo>
                  <a:pt x="3731670" y="119624"/>
                </a:lnTo>
                <a:lnTo>
                  <a:pt x="3732099" y="119506"/>
                </a:lnTo>
                <a:lnTo>
                  <a:pt x="3732517" y="119363"/>
                </a:lnTo>
                <a:lnTo>
                  <a:pt x="3732923" y="119192"/>
                </a:lnTo>
                <a:lnTo>
                  <a:pt x="3733312" y="118989"/>
                </a:lnTo>
                <a:lnTo>
                  <a:pt x="3733682" y="118753"/>
                </a:lnTo>
                <a:lnTo>
                  <a:pt x="3734030" y="118480"/>
                </a:lnTo>
                <a:lnTo>
                  <a:pt x="3734354" y="118168"/>
                </a:lnTo>
                <a:lnTo>
                  <a:pt x="3734650" y="117815"/>
                </a:lnTo>
                <a:lnTo>
                  <a:pt x="3734916" y="117418"/>
                </a:lnTo>
                <a:lnTo>
                  <a:pt x="3735149" y="116974"/>
                </a:lnTo>
                <a:lnTo>
                  <a:pt x="3735346" y="116481"/>
                </a:lnTo>
                <a:lnTo>
                  <a:pt x="3735504" y="115936"/>
                </a:lnTo>
                <a:lnTo>
                  <a:pt x="3735621" y="115336"/>
                </a:lnTo>
                <a:lnTo>
                  <a:pt x="3735693" y="114680"/>
                </a:lnTo>
                <a:lnTo>
                  <a:pt x="3735718" y="113964"/>
                </a:lnTo>
                <a:lnTo>
                  <a:pt x="3735692" y="113270"/>
                </a:lnTo>
                <a:lnTo>
                  <a:pt x="3735617" y="112635"/>
                </a:lnTo>
                <a:lnTo>
                  <a:pt x="3735497" y="112054"/>
                </a:lnTo>
                <a:lnTo>
                  <a:pt x="3735334" y="111527"/>
                </a:lnTo>
                <a:lnTo>
                  <a:pt x="3735131" y="111049"/>
                </a:lnTo>
                <a:lnTo>
                  <a:pt x="3734892" y="110620"/>
                </a:lnTo>
                <a:close/>
                <a:moveTo>
                  <a:pt x="3704439" y="91275"/>
                </a:moveTo>
                <a:lnTo>
                  <a:pt x="3703874" y="92782"/>
                </a:lnTo>
                <a:lnTo>
                  <a:pt x="3703227" y="94277"/>
                </a:lnTo>
                <a:lnTo>
                  <a:pt x="3702499" y="95753"/>
                </a:lnTo>
                <a:lnTo>
                  <a:pt x="3701689" y="97201"/>
                </a:lnTo>
                <a:lnTo>
                  <a:pt x="3700800" y="98610"/>
                </a:lnTo>
                <a:lnTo>
                  <a:pt x="3699833" y="99973"/>
                </a:lnTo>
                <a:lnTo>
                  <a:pt x="3698789" y="101279"/>
                </a:lnTo>
                <a:lnTo>
                  <a:pt x="3697668" y="102520"/>
                </a:lnTo>
                <a:lnTo>
                  <a:pt x="3696472" y="103686"/>
                </a:lnTo>
                <a:lnTo>
                  <a:pt x="3695202" y="104768"/>
                </a:lnTo>
                <a:lnTo>
                  <a:pt x="3693859" y="105758"/>
                </a:lnTo>
                <a:lnTo>
                  <a:pt x="3692444" y="106645"/>
                </a:lnTo>
                <a:lnTo>
                  <a:pt x="3690959" y="107421"/>
                </a:lnTo>
                <a:lnTo>
                  <a:pt x="3689403" y="108076"/>
                </a:lnTo>
                <a:lnTo>
                  <a:pt x="3687779" y="108602"/>
                </a:lnTo>
                <a:lnTo>
                  <a:pt x="3686088" y="108989"/>
                </a:lnTo>
                <a:lnTo>
                  <a:pt x="3684330" y="109228"/>
                </a:lnTo>
                <a:lnTo>
                  <a:pt x="3682507" y="109309"/>
                </a:lnTo>
                <a:lnTo>
                  <a:pt x="3680808" y="109239"/>
                </a:lnTo>
                <a:lnTo>
                  <a:pt x="3679134" y="109031"/>
                </a:lnTo>
                <a:lnTo>
                  <a:pt x="3677492" y="108689"/>
                </a:lnTo>
                <a:lnTo>
                  <a:pt x="3675883" y="108218"/>
                </a:lnTo>
                <a:lnTo>
                  <a:pt x="3674313" y="107623"/>
                </a:lnTo>
                <a:lnTo>
                  <a:pt x="3672786" y="106907"/>
                </a:lnTo>
                <a:lnTo>
                  <a:pt x="3671305" y="106075"/>
                </a:lnTo>
                <a:lnTo>
                  <a:pt x="3669876" y="105133"/>
                </a:lnTo>
                <a:lnTo>
                  <a:pt x="3668501" y="104083"/>
                </a:lnTo>
                <a:lnTo>
                  <a:pt x="3667185" y="102931"/>
                </a:lnTo>
                <a:lnTo>
                  <a:pt x="3665932" y="101681"/>
                </a:lnTo>
                <a:lnTo>
                  <a:pt x="3664746" y="100337"/>
                </a:lnTo>
                <a:lnTo>
                  <a:pt x="3663632" y="98904"/>
                </a:lnTo>
                <a:lnTo>
                  <a:pt x="3662593" y="97386"/>
                </a:lnTo>
                <a:lnTo>
                  <a:pt x="3661633" y="95788"/>
                </a:lnTo>
                <a:lnTo>
                  <a:pt x="3660758" y="94114"/>
                </a:lnTo>
                <a:lnTo>
                  <a:pt x="3659969" y="92368"/>
                </a:lnTo>
                <a:lnTo>
                  <a:pt x="3659273" y="90556"/>
                </a:lnTo>
                <a:lnTo>
                  <a:pt x="3658672" y="88680"/>
                </a:lnTo>
                <a:lnTo>
                  <a:pt x="3658172" y="86747"/>
                </a:lnTo>
                <a:lnTo>
                  <a:pt x="3657775" y="84759"/>
                </a:lnTo>
                <a:lnTo>
                  <a:pt x="3657487" y="82722"/>
                </a:lnTo>
                <a:lnTo>
                  <a:pt x="3657311" y="80641"/>
                </a:lnTo>
                <a:lnTo>
                  <a:pt x="3657252" y="78519"/>
                </a:lnTo>
                <a:lnTo>
                  <a:pt x="3657321" y="76241"/>
                </a:lnTo>
                <a:lnTo>
                  <a:pt x="3657525" y="74028"/>
                </a:lnTo>
                <a:lnTo>
                  <a:pt x="3657858" y="71884"/>
                </a:lnTo>
                <a:lnTo>
                  <a:pt x="3658314" y="69809"/>
                </a:lnTo>
                <a:lnTo>
                  <a:pt x="3658887" y="67809"/>
                </a:lnTo>
                <a:lnTo>
                  <a:pt x="3659571" y="65884"/>
                </a:lnTo>
                <a:lnTo>
                  <a:pt x="3660361" y="64039"/>
                </a:lnTo>
                <a:lnTo>
                  <a:pt x="3661250" y="62276"/>
                </a:lnTo>
                <a:lnTo>
                  <a:pt x="3662233" y="60598"/>
                </a:lnTo>
                <a:lnTo>
                  <a:pt x="3663304" y="59007"/>
                </a:lnTo>
                <a:lnTo>
                  <a:pt x="3664457" y="57507"/>
                </a:lnTo>
                <a:lnTo>
                  <a:pt x="3665686" y="56100"/>
                </a:lnTo>
                <a:lnTo>
                  <a:pt x="3666985" y="54790"/>
                </a:lnTo>
                <a:lnTo>
                  <a:pt x="3668349" y="53578"/>
                </a:lnTo>
                <a:lnTo>
                  <a:pt x="3669771" y="52469"/>
                </a:lnTo>
                <a:lnTo>
                  <a:pt x="3671246" y="51464"/>
                </a:lnTo>
                <a:lnTo>
                  <a:pt x="3672768" y="50567"/>
                </a:lnTo>
                <a:lnTo>
                  <a:pt x="3674331" y="49780"/>
                </a:lnTo>
                <a:lnTo>
                  <a:pt x="3675929" y="49106"/>
                </a:lnTo>
                <a:lnTo>
                  <a:pt x="3677557" y="48549"/>
                </a:lnTo>
                <a:lnTo>
                  <a:pt x="3679208" y="48110"/>
                </a:lnTo>
                <a:lnTo>
                  <a:pt x="3680876" y="47793"/>
                </a:lnTo>
                <a:lnTo>
                  <a:pt x="3682556" y="47601"/>
                </a:lnTo>
                <a:lnTo>
                  <a:pt x="3684242" y="47537"/>
                </a:lnTo>
                <a:lnTo>
                  <a:pt x="3685769" y="47592"/>
                </a:lnTo>
                <a:lnTo>
                  <a:pt x="3687263" y="47755"/>
                </a:lnTo>
                <a:lnTo>
                  <a:pt x="3688721" y="48020"/>
                </a:lnTo>
                <a:lnTo>
                  <a:pt x="3690140" y="48384"/>
                </a:lnTo>
                <a:lnTo>
                  <a:pt x="3691518" y="48841"/>
                </a:lnTo>
                <a:lnTo>
                  <a:pt x="3692851" y="49386"/>
                </a:lnTo>
                <a:lnTo>
                  <a:pt x="3694137" y="50015"/>
                </a:lnTo>
                <a:lnTo>
                  <a:pt x="3695374" y="50722"/>
                </a:lnTo>
                <a:lnTo>
                  <a:pt x="3696557" y="51504"/>
                </a:lnTo>
                <a:lnTo>
                  <a:pt x="3697684" y="52356"/>
                </a:lnTo>
                <a:lnTo>
                  <a:pt x="3698753" y="53272"/>
                </a:lnTo>
                <a:lnTo>
                  <a:pt x="3699761" y="54248"/>
                </a:lnTo>
                <a:lnTo>
                  <a:pt x="3700704" y="55279"/>
                </a:lnTo>
                <a:lnTo>
                  <a:pt x="3701581" y="56360"/>
                </a:lnTo>
                <a:lnTo>
                  <a:pt x="3702387" y="57488"/>
                </a:lnTo>
                <a:lnTo>
                  <a:pt x="3703120" y="58655"/>
                </a:lnTo>
                <a:lnTo>
                  <a:pt x="3703778" y="59859"/>
                </a:lnTo>
                <a:lnTo>
                  <a:pt x="3704358" y="61095"/>
                </a:lnTo>
                <a:lnTo>
                  <a:pt x="3704856" y="62357"/>
                </a:lnTo>
                <a:lnTo>
                  <a:pt x="3705269" y="63640"/>
                </a:lnTo>
                <a:lnTo>
                  <a:pt x="3705596" y="64941"/>
                </a:lnTo>
                <a:lnTo>
                  <a:pt x="3705833" y="66254"/>
                </a:lnTo>
                <a:lnTo>
                  <a:pt x="3705978" y="67575"/>
                </a:lnTo>
                <a:lnTo>
                  <a:pt x="3706026" y="68898"/>
                </a:lnTo>
                <a:lnTo>
                  <a:pt x="3706026" y="82534"/>
                </a:lnTo>
                <a:lnTo>
                  <a:pt x="3705981" y="83910"/>
                </a:lnTo>
                <a:lnTo>
                  <a:pt x="3705847" y="85331"/>
                </a:lnTo>
                <a:lnTo>
                  <a:pt x="3705624" y="86786"/>
                </a:lnTo>
                <a:lnTo>
                  <a:pt x="3705315" y="88269"/>
                </a:lnTo>
                <a:lnTo>
                  <a:pt x="3704919" y="89768"/>
                </a:lnTo>
                <a:lnTo>
                  <a:pt x="3704439" y="91275"/>
                </a:lnTo>
                <a:close/>
                <a:moveTo>
                  <a:pt x="4735620" y="93006"/>
                </a:moveTo>
                <a:lnTo>
                  <a:pt x="4735558" y="92576"/>
                </a:lnTo>
                <a:lnTo>
                  <a:pt x="4735476" y="92154"/>
                </a:lnTo>
                <a:lnTo>
                  <a:pt x="4735370" y="91742"/>
                </a:lnTo>
                <a:lnTo>
                  <a:pt x="4735237" y="91343"/>
                </a:lnTo>
                <a:lnTo>
                  <a:pt x="4735076" y="90957"/>
                </a:lnTo>
                <a:lnTo>
                  <a:pt x="4734882" y="90587"/>
                </a:lnTo>
                <a:lnTo>
                  <a:pt x="4734653" y="90236"/>
                </a:lnTo>
                <a:lnTo>
                  <a:pt x="4734386" y="89904"/>
                </a:lnTo>
                <a:lnTo>
                  <a:pt x="4734078" y="89595"/>
                </a:lnTo>
                <a:lnTo>
                  <a:pt x="4733726" y="89309"/>
                </a:lnTo>
                <a:lnTo>
                  <a:pt x="4733327" y="89050"/>
                </a:lnTo>
                <a:lnTo>
                  <a:pt x="4732878" y="88819"/>
                </a:lnTo>
                <a:lnTo>
                  <a:pt x="4732377" y="88617"/>
                </a:lnTo>
                <a:lnTo>
                  <a:pt x="4731820" y="88448"/>
                </a:lnTo>
                <a:lnTo>
                  <a:pt x="4731205" y="88313"/>
                </a:lnTo>
                <a:lnTo>
                  <a:pt x="4730527" y="88214"/>
                </a:lnTo>
                <a:lnTo>
                  <a:pt x="4729786" y="88154"/>
                </a:lnTo>
                <a:lnTo>
                  <a:pt x="4728977" y="88133"/>
                </a:lnTo>
                <a:lnTo>
                  <a:pt x="4728214" y="88154"/>
                </a:lnTo>
                <a:lnTo>
                  <a:pt x="4727512" y="88214"/>
                </a:lnTo>
                <a:lnTo>
                  <a:pt x="4726869" y="88313"/>
                </a:lnTo>
                <a:lnTo>
                  <a:pt x="4726283" y="88447"/>
                </a:lnTo>
                <a:lnTo>
                  <a:pt x="4725751" y="88616"/>
                </a:lnTo>
                <a:lnTo>
                  <a:pt x="4725270" y="88816"/>
                </a:lnTo>
                <a:lnTo>
                  <a:pt x="4724837" y="89045"/>
                </a:lnTo>
                <a:lnTo>
                  <a:pt x="4724451" y="89302"/>
                </a:lnTo>
                <a:lnTo>
                  <a:pt x="4724108" y="89584"/>
                </a:lnTo>
                <a:lnTo>
                  <a:pt x="4723806" y="89890"/>
                </a:lnTo>
                <a:lnTo>
                  <a:pt x="4723543" y="90217"/>
                </a:lnTo>
                <a:lnTo>
                  <a:pt x="4723315" y="90563"/>
                </a:lnTo>
                <a:lnTo>
                  <a:pt x="4723120" y="90926"/>
                </a:lnTo>
                <a:lnTo>
                  <a:pt x="4722956" y="91304"/>
                </a:lnTo>
                <a:lnTo>
                  <a:pt x="4722820" y="91695"/>
                </a:lnTo>
                <a:lnTo>
                  <a:pt x="4722709" y="92097"/>
                </a:lnTo>
                <a:lnTo>
                  <a:pt x="4722621" y="92507"/>
                </a:lnTo>
                <a:lnTo>
                  <a:pt x="4722553" y="92924"/>
                </a:lnTo>
                <a:lnTo>
                  <a:pt x="4722502" y="93345"/>
                </a:lnTo>
                <a:lnTo>
                  <a:pt x="4722467" y="93769"/>
                </a:lnTo>
                <a:lnTo>
                  <a:pt x="4722444" y="94193"/>
                </a:lnTo>
                <a:lnTo>
                  <a:pt x="4722430" y="94616"/>
                </a:lnTo>
                <a:lnTo>
                  <a:pt x="4722424" y="95034"/>
                </a:lnTo>
                <a:lnTo>
                  <a:pt x="4722423" y="95447"/>
                </a:lnTo>
                <a:lnTo>
                  <a:pt x="4722344" y="96887"/>
                </a:lnTo>
                <a:lnTo>
                  <a:pt x="4722160" y="98227"/>
                </a:lnTo>
                <a:lnTo>
                  <a:pt x="4721879" y="99469"/>
                </a:lnTo>
                <a:lnTo>
                  <a:pt x="4721508" y="100618"/>
                </a:lnTo>
                <a:lnTo>
                  <a:pt x="4721054" y="101676"/>
                </a:lnTo>
                <a:lnTo>
                  <a:pt x="4720526" y="102648"/>
                </a:lnTo>
                <a:lnTo>
                  <a:pt x="4719930" y="103537"/>
                </a:lnTo>
                <a:lnTo>
                  <a:pt x="4719275" y="104345"/>
                </a:lnTo>
                <a:lnTo>
                  <a:pt x="4718567" y="105078"/>
                </a:lnTo>
                <a:lnTo>
                  <a:pt x="4717815" y="105738"/>
                </a:lnTo>
                <a:lnTo>
                  <a:pt x="4717025" y="106329"/>
                </a:lnTo>
                <a:lnTo>
                  <a:pt x="4716206" y="106854"/>
                </a:lnTo>
                <a:lnTo>
                  <a:pt x="4715365" y="107317"/>
                </a:lnTo>
                <a:lnTo>
                  <a:pt x="4714509" y="107721"/>
                </a:lnTo>
                <a:lnTo>
                  <a:pt x="4713646" y="108070"/>
                </a:lnTo>
                <a:lnTo>
                  <a:pt x="4712784" y="108368"/>
                </a:lnTo>
                <a:lnTo>
                  <a:pt x="4711930" y="108617"/>
                </a:lnTo>
                <a:lnTo>
                  <a:pt x="4711091" y="108822"/>
                </a:lnTo>
                <a:lnTo>
                  <a:pt x="4710276" y="108985"/>
                </a:lnTo>
                <a:lnTo>
                  <a:pt x="4709491" y="109111"/>
                </a:lnTo>
                <a:lnTo>
                  <a:pt x="4708744" y="109203"/>
                </a:lnTo>
                <a:lnTo>
                  <a:pt x="4708043" y="109264"/>
                </a:lnTo>
                <a:lnTo>
                  <a:pt x="4707395" y="109299"/>
                </a:lnTo>
                <a:lnTo>
                  <a:pt x="4706808" y="109309"/>
                </a:lnTo>
                <a:lnTo>
                  <a:pt x="4705029" y="109258"/>
                </a:lnTo>
                <a:lnTo>
                  <a:pt x="4703397" y="109110"/>
                </a:lnTo>
                <a:lnTo>
                  <a:pt x="4701908" y="108870"/>
                </a:lnTo>
                <a:lnTo>
                  <a:pt x="4700554" y="108545"/>
                </a:lnTo>
                <a:lnTo>
                  <a:pt x="4699329" y="108143"/>
                </a:lnTo>
                <a:lnTo>
                  <a:pt x="4698226" y="107670"/>
                </a:lnTo>
                <a:lnTo>
                  <a:pt x="4697239" y="107132"/>
                </a:lnTo>
                <a:lnTo>
                  <a:pt x="4696362" y="106535"/>
                </a:lnTo>
                <a:lnTo>
                  <a:pt x="4695588" y="105888"/>
                </a:lnTo>
                <a:lnTo>
                  <a:pt x="4694910" y="105195"/>
                </a:lnTo>
                <a:lnTo>
                  <a:pt x="4694323" y="104464"/>
                </a:lnTo>
                <a:lnTo>
                  <a:pt x="4693819" y="103702"/>
                </a:lnTo>
                <a:lnTo>
                  <a:pt x="4693393" y="102914"/>
                </a:lnTo>
                <a:lnTo>
                  <a:pt x="4693037" y="102108"/>
                </a:lnTo>
                <a:lnTo>
                  <a:pt x="4692746" y="101290"/>
                </a:lnTo>
                <a:lnTo>
                  <a:pt x="4692513" y="100467"/>
                </a:lnTo>
                <a:lnTo>
                  <a:pt x="4692332" y="99645"/>
                </a:lnTo>
                <a:lnTo>
                  <a:pt x="4692196" y="98832"/>
                </a:lnTo>
                <a:lnTo>
                  <a:pt x="4692098" y="98032"/>
                </a:lnTo>
                <a:lnTo>
                  <a:pt x="4692032" y="97254"/>
                </a:lnTo>
                <a:lnTo>
                  <a:pt x="4691993" y="96504"/>
                </a:lnTo>
                <a:lnTo>
                  <a:pt x="4691972" y="95787"/>
                </a:lnTo>
                <a:lnTo>
                  <a:pt x="4691965" y="95112"/>
                </a:lnTo>
                <a:lnTo>
                  <a:pt x="4691964" y="94485"/>
                </a:lnTo>
                <a:lnTo>
                  <a:pt x="4691964" y="48666"/>
                </a:lnTo>
                <a:lnTo>
                  <a:pt x="4723579" y="48666"/>
                </a:lnTo>
                <a:lnTo>
                  <a:pt x="4723950" y="48666"/>
                </a:lnTo>
                <a:lnTo>
                  <a:pt x="4724338" y="48663"/>
                </a:lnTo>
                <a:lnTo>
                  <a:pt x="4724741" y="48655"/>
                </a:lnTo>
                <a:lnTo>
                  <a:pt x="4725154" y="48639"/>
                </a:lnTo>
                <a:lnTo>
                  <a:pt x="4725576" y="48614"/>
                </a:lnTo>
                <a:lnTo>
                  <a:pt x="4726004" y="48576"/>
                </a:lnTo>
                <a:lnTo>
                  <a:pt x="4726434" y="48523"/>
                </a:lnTo>
                <a:lnTo>
                  <a:pt x="4726864" y="48452"/>
                </a:lnTo>
                <a:lnTo>
                  <a:pt x="4727290" y="48361"/>
                </a:lnTo>
                <a:lnTo>
                  <a:pt x="4727710" y="48248"/>
                </a:lnTo>
                <a:lnTo>
                  <a:pt x="4728121" y="48109"/>
                </a:lnTo>
                <a:lnTo>
                  <a:pt x="4728520" y="47943"/>
                </a:lnTo>
                <a:lnTo>
                  <a:pt x="4728904" y="47747"/>
                </a:lnTo>
                <a:lnTo>
                  <a:pt x="4729269" y="47518"/>
                </a:lnTo>
                <a:lnTo>
                  <a:pt x="4729614" y="47254"/>
                </a:lnTo>
                <a:lnTo>
                  <a:pt x="4729935" y="46952"/>
                </a:lnTo>
                <a:lnTo>
                  <a:pt x="4730229" y="46611"/>
                </a:lnTo>
                <a:lnTo>
                  <a:pt x="4730494" y="46226"/>
                </a:lnTo>
                <a:lnTo>
                  <a:pt x="4730725" y="45796"/>
                </a:lnTo>
                <a:lnTo>
                  <a:pt x="4730922" y="45319"/>
                </a:lnTo>
                <a:lnTo>
                  <a:pt x="4731079" y="44791"/>
                </a:lnTo>
                <a:lnTo>
                  <a:pt x="4731196" y="44211"/>
                </a:lnTo>
                <a:lnTo>
                  <a:pt x="4731268" y="43576"/>
                </a:lnTo>
                <a:lnTo>
                  <a:pt x="4731292" y="42882"/>
                </a:lnTo>
                <a:lnTo>
                  <a:pt x="4731269" y="42166"/>
                </a:lnTo>
                <a:lnTo>
                  <a:pt x="4731199" y="41509"/>
                </a:lnTo>
                <a:lnTo>
                  <a:pt x="4731087" y="40909"/>
                </a:lnTo>
                <a:lnTo>
                  <a:pt x="4730935" y="40364"/>
                </a:lnTo>
                <a:lnTo>
                  <a:pt x="4730745" y="39870"/>
                </a:lnTo>
                <a:lnTo>
                  <a:pt x="4730521" y="39426"/>
                </a:lnTo>
                <a:lnTo>
                  <a:pt x="4730264" y="39029"/>
                </a:lnTo>
                <a:lnTo>
                  <a:pt x="4729978" y="38675"/>
                </a:lnTo>
                <a:lnTo>
                  <a:pt x="4729665" y="38364"/>
                </a:lnTo>
                <a:lnTo>
                  <a:pt x="4729328" y="38091"/>
                </a:lnTo>
                <a:lnTo>
                  <a:pt x="4728970" y="37854"/>
                </a:lnTo>
                <a:lnTo>
                  <a:pt x="4728593" y="37651"/>
                </a:lnTo>
                <a:lnTo>
                  <a:pt x="4728200" y="37480"/>
                </a:lnTo>
                <a:lnTo>
                  <a:pt x="4727793" y="37337"/>
                </a:lnTo>
                <a:lnTo>
                  <a:pt x="4727376" y="37219"/>
                </a:lnTo>
                <a:lnTo>
                  <a:pt x="4726950" y="37126"/>
                </a:lnTo>
                <a:lnTo>
                  <a:pt x="4726519" y="37053"/>
                </a:lnTo>
                <a:lnTo>
                  <a:pt x="4726086" y="36998"/>
                </a:lnTo>
                <a:lnTo>
                  <a:pt x="4725653" y="36958"/>
                </a:lnTo>
                <a:lnTo>
                  <a:pt x="4725222" y="36932"/>
                </a:lnTo>
                <a:lnTo>
                  <a:pt x="4724796" y="36916"/>
                </a:lnTo>
                <a:lnTo>
                  <a:pt x="4724379" y="36908"/>
                </a:lnTo>
                <a:lnTo>
                  <a:pt x="4723972" y="36905"/>
                </a:lnTo>
                <a:lnTo>
                  <a:pt x="4723579" y="36904"/>
                </a:lnTo>
                <a:lnTo>
                  <a:pt x="4691964" y="36904"/>
                </a:lnTo>
                <a:lnTo>
                  <a:pt x="4691964" y="21097"/>
                </a:lnTo>
                <a:lnTo>
                  <a:pt x="4691963" y="20636"/>
                </a:lnTo>
                <a:lnTo>
                  <a:pt x="4691960" y="20171"/>
                </a:lnTo>
                <a:lnTo>
                  <a:pt x="4691951" y="19705"/>
                </a:lnTo>
                <a:lnTo>
                  <a:pt x="4691933" y="19239"/>
                </a:lnTo>
                <a:lnTo>
                  <a:pt x="4691904" y="18775"/>
                </a:lnTo>
                <a:lnTo>
                  <a:pt x="4691861" y="18315"/>
                </a:lnTo>
                <a:lnTo>
                  <a:pt x="4691801" y="17862"/>
                </a:lnTo>
                <a:lnTo>
                  <a:pt x="4691721" y="17418"/>
                </a:lnTo>
                <a:lnTo>
                  <a:pt x="4691618" y="16985"/>
                </a:lnTo>
                <a:lnTo>
                  <a:pt x="4691489" y="16564"/>
                </a:lnTo>
                <a:lnTo>
                  <a:pt x="4691332" y="16158"/>
                </a:lnTo>
                <a:lnTo>
                  <a:pt x="4691144" y="15770"/>
                </a:lnTo>
                <a:lnTo>
                  <a:pt x="4690922" y="15400"/>
                </a:lnTo>
                <a:lnTo>
                  <a:pt x="4690662" y="15052"/>
                </a:lnTo>
                <a:lnTo>
                  <a:pt x="4690363" y="14727"/>
                </a:lnTo>
                <a:lnTo>
                  <a:pt x="4690021" y="14427"/>
                </a:lnTo>
                <a:lnTo>
                  <a:pt x="4689633" y="14154"/>
                </a:lnTo>
                <a:lnTo>
                  <a:pt x="4689197" y="13912"/>
                </a:lnTo>
                <a:lnTo>
                  <a:pt x="4688710" y="13700"/>
                </a:lnTo>
                <a:lnTo>
                  <a:pt x="4688169" y="13523"/>
                </a:lnTo>
                <a:lnTo>
                  <a:pt x="4687571" y="13381"/>
                </a:lnTo>
                <a:lnTo>
                  <a:pt x="4686913" y="13277"/>
                </a:lnTo>
                <a:lnTo>
                  <a:pt x="4686192" y="13214"/>
                </a:lnTo>
                <a:lnTo>
                  <a:pt x="4685406" y="13192"/>
                </a:lnTo>
                <a:lnTo>
                  <a:pt x="4684598" y="13213"/>
                </a:lnTo>
                <a:lnTo>
                  <a:pt x="4683857" y="13274"/>
                </a:lnTo>
                <a:lnTo>
                  <a:pt x="4683180" y="13373"/>
                </a:lnTo>
                <a:lnTo>
                  <a:pt x="4682565" y="13510"/>
                </a:lnTo>
                <a:lnTo>
                  <a:pt x="4682008" y="13681"/>
                </a:lnTo>
                <a:lnTo>
                  <a:pt x="4681507" y="13885"/>
                </a:lnTo>
                <a:lnTo>
                  <a:pt x="4681058" y="14120"/>
                </a:lnTo>
                <a:lnTo>
                  <a:pt x="4680660" y="14384"/>
                </a:lnTo>
                <a:lnTo>
                  <a:pt x="4680308" y="14676"/>
                </a:lnTo>
                <a:lnTo>
                  <a:pt x="4680000" y="14994"/>
                </a:lnTo>
                <a:lnTo>
                  <a:pt x="4679733" y="15335"/>
                </a:lnTo>
                <a:lnTo>
                  <a:pt x="4679504" y="15698"/>
                </a:lnTo>
                <a:lnTo>
                  <a:pt x="4679310" y="16081"/>
                </a:lnTo>
                <a:lnTo>
                  <a:pt x="4679149" y="16483"/>
                </a:lnTo>
                <a:lnTo>
                  <a:pt x="4679017" y="16901"/>
                </a:lnTo>
                <a:lnTo>
                  <a:pt x="4678911" y="17333"/>
                </a:lnTo>
                <a:lnTo>
                  <a:pt x="4678828" y="17779"/>
                </a:lnTo>
                <a:lnTo>
                  <a:pt x="4678766" y="18235"/>
                </a:lnTo>
                <a:lnTo>
                  <a:pt x="4678722" y="18700"/>
                </a:lnTo>
                <a:lnTo>
                  <a:pt x="4678692" y="19172"/>
                </a:lnTo>
                <a:lnTo>
                  <a:pt x="4678674" y="19650"/>
                </a:lnTo>
                <a:lnTo>
                  <a:pt x="4678665" y="20131"/>
                </a:lnTo>
                <a:lnTo>
                  <a:pt x="4678661" y="20614"/>
                </a:lnTo>
                <a:lnTo>
                  <a:pt x="4678661" y="21097"/>
                </a:lnTo>
                <a:lnTo>
                  <a:pt x="4678661" y="36904"/>
                </a:lnTo>
                <a:lnTo>
                  <a:pt x="4661887" y="36904"/>
                </a:lnTo>
                <a:lnTo>
                  <a:pt x="4661493" y="36905"/>
                </a:lnTo>
                <a:lnTo>
                  <a:pt x="4661083" y="36908"/>
                </a:lnTo>
                <a:lnTo>
                  <a:pt x="4660661" y="36916"/>
                </a:lnTo>
                <a:lnTo>
                  <a:pt x="4660230" y="36932"/>
                </a:lnTo>
                <a:lnTo>
                  <a:pt x="4659792" y="36958"/>
                </a:lnTo>
                <a:lnTo>
                  <a:pt x="4659350" y="36998"/>
                </a:lnTo>
                <a:lnTo>
                  <a:pt x="4658907" y="37053"/>
                </a:lnTo>
                <a:lnTo>
                  <a:pt x="4658466" y="37126"/>
                </a:lnTo>
                <a:lnTo>
                  <a:pt x="4658030" y="37219"/>
                </a:lnTo>
                <a:lnTo>
                  <a:pt x="4657601" y="37337"/>
                </a:lnTo>
                <a:lnTo>
                  <a:pt x="4657183" y="37480"/>
                </a:lnTo>
                <a:lnTo>
                  <a:pt x="4656778" y="37651"/>
                </a:lnTo>
                <a:lnTo>
                  <a:pt x="4656388" y="37854"/>
                </a:lnTo>
                <a:lnTo>
                  <a:pt x="4656018" y="38091"/>
                </a:lnTo>
                <a:lnTo>
                  <a:pt x="4655670" y="38364"/>
                </a:lnTo>
                <a:lnTo>
                  <a:pt x="4655346" y="38675"/>
                </a:lnTo>
                <a:lnTo>
                  <a:pt x="4655050" y="39029"/>
                </a:lnTo>
                <a:lnTo>
                  <a:pt x="4654784" y="39426"/>
                </a:lnTo>
                <a:lnTo>
                  <a:pt x="4654551" y="39870"/>
                </a:lnTo>
                <a:lnTo>
                  <a:pt x="4654354" y="40364"/>
                </a:lnTo>
                <a:lnTo>
                  <a:pt x="4654196" y="40909"/>
                </a:lnTo>
                <a:lnTo>
                  <a:pt x="4654079" y="41509"/>
                </a:lnTo>
                <a:lnTo>
                  <a:pt x="4654007" y="42166"/>
                </a:lnTo>
                <a:lnTo>
                  <a:pt x="4653982" y="42882"/>
                </a:lnTo>
                <a:lnTo>
                  <a:pt x="4654007" y="43576"/>
                </a:lnTo>
                <a:lnTo>
                  <a:pt x="4654079" y="44211"/>
                </a:lnTo>
                <a:lnTo>
                  <a:pt x="4654195" y="44791"/>
                </a:lnTo>
                <a:lnTo>
                  <a:pt x="4654353" y="45319"/>
                </a:lnTo>
                <a:lnTo>
                  <a:pt x="4654549" y="45796"/>
                </a:lnTo>
                <a:lnTo>
                  <a:pt x="4654781" y="46226"/>
                </a:lnTo>
                <a:lnTo>
                  <a:pt x="4655045" y="46611"/>
                </a:lnTo>
                <a:lnTo>
                  <a:pt x="4655339" y="46952"/>
                </a:lnTo>
                <a:lnTo>
                  <a:pt x="4655660" y="47254"/>
                </a:lnTo>
                <a:lnTo>
                  <a:pt x="4656004" y="47518"/>
                </a:lnTo>
                <a:lnTo>
                  <a:pt x="4656370" y="47747"/>
                </a:lnTo>
                <a:lnTo>
                  <a:pt x="4656753" y="47943"/>
                </a:lnTo>
                <a:lnTo>
                  <a:pt x="4657152" y="48109"/>
                </a:lnTo>
                <a:lnTo>
                  <a:pt x="4657563" y="48248"/>
                </a:lnTo>
                <a:lnTo>
                  <a:pt x="4657982" y="48361"/>
                </a:lnTo>
                <a:lnTo>
                  <a:pt x="4658409" y="48452"/>
                </a:lnTo>
                <a:lnTo>
                  <a:pt x="4658838" y="48523"/>
                </a:lnTo>
                <a:lnTo>
                  <a:pt x="4659268" y="48576"/>
                </a:lnTo>
                <a:lnTo>
                  <a:pt x="4659696" y="48614"/>
                </a:lnTo>
                <a:lnTo>
                  <a:pt x="4660118" y="48639"/>
                </a:lnTo>
                <a:lnTo>
                  <a:pt x="4660531" y="48655"/>
                </a:lnTo>
                <a:lnTo>
                  <a:pt x="4660934" y="48663"/>
                </a:lnTo>
                <a:lnTo>
                  <a:pt x="4661322" y="48666"/>
                </a:lnTo>
                <a:lnTo>
                  <a:pt x="4661693" y="48666"/>
                </a:lnTo>
                <a:lnTo>
                  <a:pt x="4678661" y="48666"/>
                </a:lnTo>
                <a:lnTo>
                  <a:pt x="4678661" y="95641"/>
                </a:lnTo>
                <a:lnTo>
                  <a:pt x="4678728" y="97892"/>
                </a:lnTo>
                <a:lnTo>
                  <a:pt x="4678927" y="100025"/>
                </a:lnTo>
                <a:lnTo>
                  <a:pt x="4679252" y="102041"/>
                </a:lnTo>
                <a:lnTo>
                  <a:pt x="4679697" y="103944"/>
                </a:lnTo>
                <a:lnTo>
                  <a:pt x="4680258" y="105734"/>
                </a:lnTo>
                <a:lnTo>
                  <a:pt x="4680929" y="107413"/>
                </a:lnTo>
                <a:lnTo>
                  <a:pt x="4681705" y="108985"/>
                </a:lnTo>
                <a:lnTo>
                  <a:pt x="4682581" y="110450"/>
                </a:lnTo>
                <a:lnTo>
                  <a:pt x="4683551" y="111811"/>
                </a:lnTo>
                <a:lnTo>
                  <a:pt x="4684610" y="113069"/>
                </a:lnTo>
                <a:lnTo>
                  <a:pt x="4685753" y="114227"/>
                </a:lnTo>
                <a:lnTo>
                  <a:pt x="4686974" y="115287"/>
                </a:lnTo>
                <a:lnTo>
                  <a:pt x="4688269" y="116251"/>
                </a:lnTo>
                <a:lnTo>
                  <a:pt x="4689632" y="117120"/>
                </a:lnTo>
                <a:lnTo>
                  <a:pt x="4691058" y="117898"/>
                </a:lnTo>
                <a:lnTo>
                  <a:pt x="4692541" y="118584"/>
                </a:lnTo>
                <a:lnTo>
                  <a:pt x="4694076" y="119183"/>
                </a:lnTo>
                <a:lnTo>
                  <a:pt x="4695659" y="119695"/>
                </a:lnTo>
                <a:lnTo>
                  <a:pt x="4697283" y="120123"/>
                </a:lnTo>
                <a:lnTo>
                  <a:pt x="4698943" y="120469"/>
                </a:lnTo>
                <a:lnTo>
                  <a:pt x="4700634" y="120734"/>
                </a:lnTo>
                <a:lnTo>
                  <a:pt x="4702352" y="120921"/>
                </a:lnTo>
                <a:lnTo>
                  <a:pt x="4704090" y="121032"/>
                </a:lnTo>
                <a:lnTo>
                  <a:pt x="4705843" y="121068"/>
                </a:lnTo>
                <a:lnTo>
                  <a:pt x="4707632" y="121025"/>
                </a:lnTo>
                <a:lnTo>
                  <a:pt x="4709428" y="120895"/>
                </a:lnTo>
                <a:lnTo>
                  <a:pt x="4711223" y="120679"/>
                </a:lnTo>
                <a:lnTo>
                  <a:pt x="4713011" y="120375"/>
                </a:lnTo>
                <a:lnTo>
                  <a:pt x="4714782" y="119984"/>
                </a:lnTo>
                <a:lnTo>
                  <a:pt x="4716531" y="119505"/>
                </a:lnTo>
                <a:lnTo>
                  <a:pt x="4718250" y="118939"/>
                </a:lnTo>
                <a:lnTo>
                  <a:pt x="4719931" y="118284"/>
                </a:lnTo>
                <a:lnTo>
                  <a:pt x="4721568" y="117542"/>
                </a:lnTo>
                <a:lnTo>
                  <a:pt x="4723152" y="116710"/>
                </a:lnTo>
                <a:lnTo>
                  <a:pt x="4724677" y="115790"/>
                </a:lnTo>
                <a:lnTo>
                  <a:pt x="4726135" y="114781"/>
                </a:lnTo>
                <a:lnTo>
                  <a:pt x="4727518" y="113683"/>
                </a:lnTo>
                <a:lnTo>
                  <a:pt x="4728820" y="112495"/>
                </a:lnTo>
                <a:lnTo>
                  <a:pt x="4730032" y="111217"/>
                </a:lnTo>
                <a:lnTo>
                  <a:pt x="4731149" y="109850"/>
                </a:lnTo>
                <a:lnTo>
                  <a:pt x="4732161" y="108392"/>
                </a:lnTo>
                <a:lnTo>
                  <a:pt x="4733063" y="106844"/>
                </a:lnTo>
                <a:lnTo>
                  <a:pt x="4733846" y="105205"/>
                </a:lnTo>
                <a:lnTo>
                  <a:pt x="4734503" y="103475"/>
                </a:lnTo>
                <a:lnTo>
                  <a:pt x="4735027" y="101654"/>
                </a:lnTo>
                <a:lnTo>
                  <a:pt x="4735410" y="99741"/>
                </a:lnTo>
                <a:lnTo>
                  <a:pt x="4735645" y="97737"/>
                </a:lnTo>
                <a:lnTo>
                  <a:pt x="4735725" y="95641"/>
                </a:lnTo>
                <a:lnTo>
                  <a:pt x="4735725" y="95205"/>
                </a:lnTo>
                <a:lnTo>
                  <a:pt x="4735722" y="94765"/>
                </a:lnTo>
                <a:lnTo>
                  <a:pt x="4735712" y="94323"/>
                </a:lnTo>
                <a:lnTo>
                  <a:pt x="4735694" y="93881"/>
                </a:lnTo>
                <a:lnTo>
                  <a:pt x="4735664" y="93441"/>
                </a:lnTo>
                <a:lnTo>
                  <a:pt x="4735620" y="93006"/>
                </a:lnTo>
                <a:close/>
                <a:moveTo>
                  <a:pt x="5241741" y="93441"/>
                </a:moveTo>
                <a:lnTo>
                  <a:pt x="5241697" y="93006"/>
                </a:lnTo>
                <a:lnTo>
                  <a:pt x="5241635" y="92576"/>
                </a:lnTo>
                <a:lnTo>
                  <a:pt x="5241553" y="92154"/>
                </a:lnTo>
                <a:lnTo>
                  <a:pt x="5241447" y="91742"/>
                </a:lnTo>
                <a:lnTo>
                  <a:pt x="5241314" y="91343"/>
                </a:lnTo>
                <a:lnTo>
                  <a:pt x="5241153" y="90957"/>
                </a:lnTo>
                <a:lnTo>
                  <a:pt x="5240959" y="90587"/>
                </a:lnTo>
                <a:lnTo>
                  <a:pt x="5240730" y="90236"/>
                </a:lnTo>
                <a:lnTo>
                  <a:pt x="5240463" y="89904"/>
                </a:lnTo>
                <a:lnTo>
                  <a:pt x="5240155" y="89595"/>
                </a:lnTo>
                <a:lnTo>
                  <a:pt x="5239803" y="89309"/>
                </a:lnTo>
                <a:lnTo>
                  <a:pt x="5239404" y="89050"/>
                </a:lnTo>
                <a:lnTo>
                  <a:pt x="5238955" y="88819"/>
                </a:lnTo>
                <a:lnTo>
                  <a:pt x="5238454" y="88617"/>
                </a:lnTo>
                <a:lnTo>
                  <a:pt x="5237897" y="88448"/>
                </a:lnTo>
                <a:lnTo>
                  <a:pt x="5237282" y="88313"/>
                </a:lnTo>
                <a:lnTo>
                  <a:pt x="5236604" y="88214"/>
                </a:lnTo>
                <a:lnTo>
                  <a:pt x="5235863" y="88154"/>
                </a:lnTo>
                <a:lnTo>
                  <a:pt x="5235054" y="88133"/>
                </a:lnTo>
                <a:lnTo>
                  <a:pt x="5234291" y="88154"/>
                </a:lnTo>
                <a:lnTo>
                  <a:pt x="5233589" y="88214"/>
                </a:lnTo>
                <a:lnTo>
                  <a:pt x="5232946" y="88313"/>
                </a:lnTo>
                <a:lnTo>
                  <a:pt x="5232360" y="88447"/>
                </a:lnTo>
                <a:lnTo>
                  <a:pt x="5231828" y="88616"/>
                </a:lnTo>
                <a:lnTo>
                  <a:pt x="5231347" y="88816"/>
                </a:lnTo>
                <a:lnTo>
                  <a:pt x="5230914" y="89045"/>
                </a:lnTo>
                <a:lnTo>
                  <a:pt x="5230528" y="89302"/>
                </a:lnTo>
                <a:lnTo>
                  <a:pt x="5230185" y="89584"/>
                </a:lnTo>
                <a:lnTo>
                  <a:pt x="5229883" y="89890"/>
                </a:lnTo>
                <a:lnTo>
                  <a:pt x="5229620" y="90217"/>
                </a:lnTo>
                <a:lnTo>
                  <a:pt x="5229392" y="90563"/>
                </a:lnTo>
                <a:lnTo>
                  <a:pt x="5229197" y="90926"/>
                </a:lnTo>
                <a:lnTo>
                  <a:pt x="5229033" y="91304"/>
                </a:lnTo>
                <a:lnTo>
                  <a:pt x="5228897" y="91695"/>
                </a:lnTo>
                <a:lnTo>
                  <a:pt x="5228786" y="92097"/>
                </a:lnTo>
                <a:lnTo>
                  <a:pt x="5228697" y="92507"/>
                </a:lnTo>
                <a:lnTo>
                  <a:pt x="5228629" y="92924"/>
                </a:lnTo>
                <a:lnTo>
                  <a:pt x="5228579" y="93345"/>
                </a:lnTo>
                <a:lnTo>
                  <a:pt x="5228544" y="93769"/>
                </a:lnTo>
                <a:lnTo>
                  <a:pt x="5228521" y="94193"/>
                </a:lnTo>
                <a:lnTo>
                  <a:pt x="5228507" y="94616"/>
                </a:lnTo>
                <a:lnTo>
                  <a:pt x="5228501" y="95034"/>
                </a:lnTo>
                <a:lnTo>
                  <a:pt x="5228500" y="95447"/>
                </a:lnTo>
                <a:lnTo>
                  <a:pt x="5228421" y="96887"/>
                </a:lnTo>
                <a:lnTo>
                  <a:pt x="5228237" y="98227"/>
                </a:lnTo>
                <a:lnTo>
                  <a:pt x="5227956" y="99469"/>
                </a:lnTo>
                <a:lnTo>
                  <a:pt x="5227585" y="100618"/>
                </a:lnTo>
                <a:lnTo>
                  <a:pt x="5227131" y="101676"/>
                </a:lnTo>
                <a:lnTo>
                  <a:pt x="5226603" y="102648"/>
                </a:lnTo>
                <a:lnTo>
                  <a:pt x="5226007" y="103537"/>
                </a:lnTo>
                <a:lnTo>
                  <a:pt x="5225352" y="104345"/>
                </a:lnTo>
                <a:lnTo>
                  <a:pt x="5224644" y="105078"/>
                </a:lnTo>
                <a:lnTo>
                  <a:pt x="5223892" y="105738"/>
                </a:lnTo>
                <a:lnTo>
                  <a:pt x="5223102" y="106329"/>
                </a:lnTo>
                <a:lnTo>
                  <a:pt x="5222283" y="106854"/>
                </a:lnTo>
                <a:lnTo>
                  <a:pt x="5221442" y="107317"/>
                </a:lnTo>
                <a:lnTo>
                  <a:pt x="5220586" y="107721"/>
                </a:lnTo>
                <a:lnTo>
                  <a:pt x="5219723" y="108070"/>
                </a:lnTo>
                <a:lnTo>
                  <a:pt x="5218861" y="108368"/>
                </a:lnTo>
                <a:lnTo>
                  <a:pt x="5218007" y="108617"/>
                </a:lnTo>
                <a:lnTo>
                  <a:pt x="5217168" y="108822"/>
                </a:lnTo>
                <a:lnTo>
                  <a:pt x="5216352" y="108985"/>
                </a:lnTo>
                <a:lnTo>
                  <a:pt x="5215568" y="109111"/>
                </a:lnTo>
                <a:lnTo>
                  <a:pt x="5214821" y="109203"/>
                </a:lnTo>
                <a:lnTo>
                  <a:pt x="5214120" y="109264"/>
                </a:lnTo>
                <a:lnTo>
                  <a:pt x="5213472" y="109299"/>
                </a:lnTo>
                <a:lnTo>
                  <a:pt x="5212885" y="109309"/>
                </a:lnTo>
                <a:lnTo>
                  <a:pt x="5211106" y="109258"/>
                </a:lnTo>
                <a:lnTo>
                  <a:pt x="5209474" y="109110"/>
                </a:lnTo>
                <a:lnTo>
                  <a:pt x="5207985" y="108870"/>
                </a:lnTo>
                <a:lnTo>
                  <a:pt x="5206631" y="108545"/>
                </a:lnTo>
                <a:lnTo>
                  <a:pt x="5205406" y="108143"/>
                </a:lnTo>
                <a:lnTo>
                  <a:pt x="5204303" y="107670"/>
                </a:lnTo>
                <a:lnTo>
                  <a:pt x="5203316" y="107132"/>
                </a:lnTo>
                <a:lnTo>
                  <a:pt x="5202439" y="106535"/>
                </a:lnTo>
                <a:lnTo>
                  <a:pt x="5201665" y="105888"/>
                </a:lnTo>
                <a:lnTo>
                  <a:pt x="5200987" y="105195"/>
                </a:lnTo>
                <a:lnTo>
                  <a:pt x="5200400" y="104464"/>
                </a:lnTo>
                <a:lnTo>
                  <a:pt x="5199896" y="103702"/>
                </a:lnTo>
                <a:lnTo>
                  <a:pt x="5199470" y="102914"/>
                </a:lnTo>
                <a:lnTo>
                  <a:pt x="5199114" y="102108"/>
                </a:lnTo>
                <a:lnTo>
                  <a:pt x="5198823" y="101290"/>
                </a:lnTo>
                <a:lnTo>
                  <a:pt x="5198590" y="100467"/>
                </a:lnTo>
                <a:lnTo>
                  <a:pt x="5198409" y="99645"/>
                </a:lnTo>
                <a:lnTo>
                  <a:pt x="5198273" y="98832"/>
                </a:lnTo>
                <a:lnTo>
                  <a:pt x="5198175" y="98032"/>
                </a:lnTo>
                <a:lnTo>
                  <a:pt x="5198109" y="97254"/>
                </a:lnTo>
                <a:lnTo>
                  <a:pt x="5198070" y="96504"/>
                </a:lnTo>
                <a:lnTo>
                  <a:pt x="5198049" y="95787"/>
                </a:lnTo>
                <a:lnTo>
                  <a:pt x="5198042" y="95112"/>
                </a:lnTo>
                <a:lnTo>
                  <a:pt x="5198041" y="94485"/>
                </a:lnTo>
                <a:lnTo>
                  <a:pt x="5198041" y="48666"/>
                </a:lnTo>
                <a:lnTo>
                  <a:pt x="5229656" y="48666"/>
                </a:lnTo>
                <a:lnTo>
                  <a:pt x="5230027" y="48666"/>
                </a:lnTo>
                <a:lnTo>
                  <a:pt x="5230415" y="48663"/>
                </a:lnTo>
                <a:lnTo>
                  <a:pt x="5230818" y="48655"/>
                </a:lnTo>
                <a:lnTo>
                  <a:pt x="5231231" y="48639"/>
                </a:lnTo>
                <a:lnTo>
                  <a:pt x="5231653" y="48614"/>
                </a:lnTo>
                <a:lnTo>
                  <a:pt x="5232081" y="48576"/>
                </a:lnTo>
                <a:lnTo>
                  <a:pt x="5232511" y="48523"/>
                </a:lnTo>
                <a:lnTo>
                  <a:pt x="5232941" y="48452"/>
                </a:lnTo>
                <a:lnTo>
                  <a:pt x="5233367" y="48361"/>
                </a:lnTo>
                <a:lnTo>
                  <a:pt x="5233787" y="48248"/>
                </a:lnTo>
                <a:lnTo>
                  <a:pt x="5234198" y="48109"/>
                </a:lnTo>
                <a:lnTo>
                  <a:pt x="5234597" y="47943"/>
                </a:lnTo>
                <a:lnTo>
                  <a:pt x="5234981" y="47747"/>
                </a:lnTo>
                <a:lnTo>
                  <a:pt x="5235346" y="47518"/>
                </a:lnTo>
                <a:lnTo>
                  <a:pt x="5235691" y="47254"/>
                </a:lnTo>
                <a:lnTo>
                  <a:pt x="5236012" y="46952"/>
                </a:lnTo>
                <a:lnTo>
                  <a:pt x="5236306" y="46611"/>
                </a:lnTo>
                <a:lnTo>
                  <a:pt x="5236571" y="46226"/>
                </a:lnTo>
                <a:lnTo>
                  <a:pt x="5236802" y="45796"/>
                </a:lnTo>
                <a:lnTo>
                  <a:pt x="5236999" y="45319"/>
                </a:lnTo>
                <a:lnTo>
                  <a:pt x="5237156" y="44791"/>
                </a:lnTo>
                <a:lnTo>
                  <a:pt x="5237273" y="44211"/>
                </a:lnTo>
                <a:lnTo>
                  <a:pt x="5237345" y="43576"/>
                </a:lnTo>
                <a:lnTo>
                  <a:pt x="5237369" y="42882"/>
                </a:lnTo>
                <a:lnTo>
                  <a:pt x="5237346" y="42166"/>
                </a:lnTo>
                <a:lnTo>
                  <a:pt x="5237276" y="41509"/>
                </a:lnTo>
                <a:lnTo>
                  <a:pt x="5237164" y="40909"/>
                </a:lnTo>
                <a:lnTo>
                  <a:pt x="5237012" y="40364"/>
                </a:lnTo>
                <a:lnTo>
                  <a:pt x="5236822" y="39870"/>
                </a:lnTo>
                <a:lnTo>
                  <a:pt x="5236598" y="39426"/>
                </a:lnTo>
                <a:lnTo>
                  <a:pt x="5236341" y="39029"/>
                </a:lnTo>
                <a:lnTo>
                  <a:pt x="5236055" y="38675"/>
                </a:lnTo>
                <a:lnTo>
                  <a:pt x="5235742" y="38364"/>
                </a:lnTo>
                <a:lnTo>
                  <a:pt x="5235405" y="38091"/>
                </a:lnTo>
                <a:lnTo>
                  <a:pt x="5235047" y="37854"/>
                </a:lnTo>
                <a:lnTo>
                  <a:pt x="5234670" y="37651"/>
                </a:lnTo>
                <a:lnTo>
                  <a:pt x="5234277" y="37480"/>
                </a:lnTo>
                <a:lnTo>
                  <a:pt x="5233870" y="37337"/>
                </a:lnTo>
                <a:lnTo>
                  <a:pt x="5233453" y="37219"/>
                </a:lnTo>
                <a:lnTo>
                  <a:pt x="5233027" y="37126"/>
                </a:lnTo>
                <a:lnTo>
                  <a:pt x="5232596" y="37053"/>
                </a:lnTo>
                <a:lnTo>
                  <a:pt x="5232163" y="36998"/>
                </a:lnTo>
                <a:lnTo>
                  <a:pt x="5231730" y="36958"/>
                </a:lnTo>
                <a:lnTo>
                  <a:pt x="5231299" y="36932"/>
                </a:lnTo>
                <a:lnTo>
                  <a:pt x="5230873" y="36916"/>
                </a:lnTo>
                <a:lnTo>
                  <a:pt x="5230456" y="36908"/>
                </a:lnTo>
                <a:lnTo>
                  <a:pt x="5230049" y="36905"/>
                </a:lnTo>
                <a:lnTo>
                  <a:pt x="5229656" y="36904"/>
                </a:lnTo>
                <a:lnTo>
                  <a:pt x="5198041" y="36904"/>
                </a:lnTo>
                <a:lnTo>
                  <a:pt x="5198041" y="21097"/>
                </a:lnTo>
                <a:lnTo>
                  <a:pt x="5198040" y="20636"/>
                </a:lnTo>
                <a:lnTo>
                  <a:pt x="5198037" y="20171"/>
                </a:lnTo>
                <a:lnTo>
                  <a:pt x="5198028" y="19705"/>
                </a:lnTo>
                <a:lnTo>
                  <a:pt x="5198010" y="19239"/>
                </a:lnTo>
                <a:lnTo>
                  <a:pt x="5197981" y="18775"/>
                </a:lnTo>
                <a:lnTo>
                  <a:pt x="5197938" y="18315"/>
                </a:lnTo>
                <a:lnTo>
                  <a:pt x="5197878" y="17862"/>
                </a:lnTo>
                <a:lnTo>
                  <a:pt x="5197798" y="17418"/>
                </a:lnTo>
                <a:lnTo>
                  <a:pt x="5197695" y="16985"/>
                </a:lnTo>
                <a:lnTo>
                  <a:pt x="5197566" y="16564"/>
                </a:lnTo>
                <a:lnTo>
                  <a:pt x="5197409" y="16158"/>
                </a:lnTo>
                <a:lnTo>
                  <a:pt x="5197221" y="15770"/>
                </a:lnTo>
                <a:lnTo>
                  <a:pt x="5196999" y="15400"/>
                </a:lnTo>
                <a:lnTo>
                  <a:pt x="5196739" y="15052"/>
                </a:lnTo>
                <a:lnTo>
                  <a:pt x="5196440" y="14727"/>
                </a:lnTo>
                <a:lnTo>
                  <a:pt x="5196098" y="14427"/>
                </a:lnTo>
                <a:lnTo>
                  <a:pt x="5195710" y="14154"/>
                </a:lnTo>
                <a:lnTo>
                  <a:pt x="5195274" y="13912"/>
                </a:lnTo>
                <a:lnTo>
                  <a:pt x="5194787" y="13700"/>
                </a:lnTo>
                <a:lnTo>
                  <a:pt x="5194246" y="13523"/>
                </a:lnTo>
                <a:lnTo>
                  <a:pt x="5193648" y="13381"/>
                </a:lnTo>
                <a:lnTo>
                  <a:pt x="5192990" y="13277"/>
                </a:lnTo>
                <a:lnTo>
                  <a:pt x="5192269" y="13214"/>
                </a:lnTo>
                <a:lnTo>
                  <a:pt x="5191483" y="13192"/>
                </a:lnTo>
                <a:lnTo>
                  <a:pt x="5190675" y="13213"/>
                </a:lnTo>
                <a:lnTo>
                  <a:pt x="5189934" y="13274"/>
                </a:lnTo>
                <a:lnTo>
                  <a:pt x="5189257" y="13373"/>
                </a:lnTo>
                <a:lnTo>
                  <a:pt x="5188642" y="13510"/>
                </a:lnTo>
                <a:lnTo>
                  <a:pt x="5188085" y="13681"/>
                </a:lnTo>
                <a:lnTo>
                  <a:pt x="5187584" y="13885"/>
                </a:lnTo>
                <a:lnTo>
                  <a:pt x="5187135" y="14120"/>
                </a:lnTo>
                <a:lnTo>
                  <a:pt x="5186737" y="14384"/>
                </a:lnTo>
                <a:lnTo>
                  <a:pt x="5186385" y="14676"/>
                </a:lnTo>
                <a:lnTo>
                  <a:pt x="5186077" y="14994"/>
                </a:lnTo>
                <a:lnTo>
                  <a:pt x="5185810" y="15335"/>
                </a:lnTo>
                <a:lnTo>
                  <a:pt x="5185581" y="15698"/>
                </a:lnTo>
                <a:lnTo>
                  <a:pt x="5185387" y="16081"/>
                </a:lnTo>
                <a:lnTo>
                  <a:pt x="5185226" y="16483"/>
                </a:lnTo>
                <a:lnTo>
                  <a:pt x="5185094" y="16901"/>
                </a:lnTo>
                <a:lnTo>
                  <a:pt x="5184988" y="17333"/>
                </a:lnTo>
                <a:lnTo>
                  <a:pt x="5184905" y="17779"/>
                </a:lnTo>
                <a:lnTo>
                  <a:pt x="5184843" y="18235"/>
                </a:lnTo>
                <a:lnTo>
                  <a:pt x="5184799" y="18700"/>
                </a:lnTo>
                <a:lnTo>
                  <a:pt x="5184769" y="19172"/>
                </a:lnTo>
                <a:lnTo>
                  <a:pt x="5184751" y="19650"/>
                </a:lnTo>
                <a:lnTo>
                  <a:pt x="5184742" y="20131"/>
                </a:lnTo>
                <a:lnTo>
                  <a:pt x="5184738" y="20614"/>
                </a:lnTo>
                <a:lnTo>
                  <a:pt x="5184738" y="21097"/>
                </a:lnTo>
                <a:lnTo>
                  <a:pt x="5184738" y="36904"/>
                </a:lnTo>
                <a:lnTo>
                  <a:pt x="5167964" y="36904"/>
                </a:lnTo>
                <a:lnTo>
                  <a:pt x="5167570" y="36905"/>
                </a:lnTo>
                <a:lnTo>
                  <a:pt x="5167160" y="36908"/>
                </a:lnTo>
                <a:lnTo>
                  <a:pt x="5166738" y="36916"/>
                </a:lnTo>
                <a:lnTo>
                  <a:pt x="5166307" y="36932"/>
                </a:lnTo>
                <a:lnTo>
                  <a:pt x="5165869" y="36958"/>
                </a:lnTo>
                <a:lnTo>
                  <a:pt x="5165427" y="36998"/>
                </a:lnTo>
                <a:lnTo>
                  <a:pt x="5164984" y="37053"/>
                </a:lnTo>
                <a:lnTo>
                  <a:pt x="5164543" y="37126"/>
                </a:lnTo>
                <a:lnTo>
                  <a:pt x="5164107" y="37219"/>
                </a:lnTo>
                <a:lnTo>
                  <a:pt x="5163678" y="37337"/>
                </a:lnTo>
                <a:lnTo>
                  <a:pt x="5163260" y="37480"/>
                </a:lnTo>
                <a:lnTo>
                  <a:pt x="5162855" y="37651"/>
                </a:lnTo>
                <a:lnTo>
                  <a:pt x="5162465" y="37854"/>
                </a:lnTo>
                <a:lnTo>
                  <a:pt x="5162095" y="38091"/>
                </a:lnTo>
                <a:lnTo>
                  <a:pt x="5161747" y="38364"/>
                </a:lnTo>
                <a:lnTo>
                  <a:pt x="5161423" y="38675"/>
                </a:lnTo>
                <a:lnTo>
                  <a:pt x="5161127" y="39029"/>
                </a:lnTo>
                <a:lnTo>
                  <a:pt x="5160861" y="39426"/>
                </a:lnTo>
                <a:lnTo>
                  <a:pt x="5160628" y="39870"/>
                </a:lnTo>
                <a:lnTo>
                  <a:pt x="5160431" y="40364"/>
                </a:lnTo>
                <a:lnTo>
                  <a:pt x="5160273" y="40909"/>
                </a:lnTo>
                <a:lnTo>
                  <a:pt x="5160156" y="41509"/>
                </a:lnTo>
                <a:lnTo>
                  <a:pt x="5160084" y="42166"/>
                </a:lnTo>
                <a:lnTo>
                  <a:pt x="5160059" y="42882"/>
                </a:lnTo>
                <a:lnTo>
                  <a:pt x="5160084" y="43576"/>
                </a:lnTo>
                <a:lnTo>
                  <a:pt x="5160156" y="44211"/>
                </a:lnTo>
                <a:lnTo>
                  <a:pt x="5160272" y="44791"/>
                </a:lnTo>
                <a:lnTo>
                  <a:pt x="5160430" y="45319"/>
                </a:lnTo>
                <a:lnTo>
                  <a:pt x="5160626" y="45796"/>
                </a:lnTo>
                <a:lnTo>
                  <a:pt x="5160858" y="46226"/>
                </a:lnTo>
                <a:lnTo>
                  <a:pt x="5161122" y="46611"/>
                </a:lnTo>
                <a:lnTo>
                  <a:pt x="5161416" y="46952"/>
                </a:lnTo>
                <a:lnTo>
                  <a:pt x="5161737" y="47254"/>
                </a:lnTo>
                <a:lnTo>
                  <a:pt x="5162081" y="47518"/>
                </a:lnTo>
                <a:lnTo>
                  <a:pt x="5162447" y="47747"/>
                </a:lnTo>
                <a:lnTo>
                  <a:pt x="5162830" y="47943"/>
                </a:lnTo>
                <a:lnTo>
                  <a:pt x="5163229" y="48109"/>
                </a:lnTo>
                <a:lnTo>
                  <a:pt x="5163640" y="48248"/>
                </a:lnTo>
                <a:lnTo>
                  <a:pt x="5164059" y="48361"/>
                </a:lnTo>
                <a:lnTo>
                  <a:pt x="5164486" y="48452"/>
                </a:lnTo>
                <a:lnTo>
                  <a:pt x="5164915" y="48523"/>
                </a:lnTo>
                <a:lnTo>
                  <a:pt x="5165345" y="48576"/>
                </a:lnTo>
                <a:lnTo>
                  <a:pt x="5165773" y="48614"/>
                </a:lnTo>
                <a:lnTo>
                  <a:pt x="5166195" y="48639"/>
                </a:lnTo>
                <a:lnTo>
                  <a:pt x="5166608" y="48655"/>
                </a:lnTo>
                <a:lnTo>
                  <a:pt x="5167011" y="48663"/>
                </a:lnTo>
                <a:lnTo>
                  <a:pt x="5167399" y="48666"/>
                </a:lnTo>
                <a:lnTo>
                  <a:pt x="5167770" y="48666"/>
                </a:lnTo>
                <a:lnTo>
                  <a:pt x="5184738" y="48666"/>
                </a:lnTo>
                <a:lnTo>
                  <a:pt x="5184738" y="95641"/>
                </a:lnTo>
                <a:lnTo>
                  <a:pt x="5184805" y="97892"/>
                </a:lnTo>
                <a:lnTo>
                  <a:pt x="5185004" y="100025"/>
                </a:lnTo>
                <a:lnTo>
                  <a:pt x="5185329" y="102041"/>
                </a:lnTo>
                <a:lnTo>
                  <a:pt x="5185774" y="103944"/>
                </a:lnTo>
                <a:lnTo>
                  <a:pt x="5186335" y="105734"/>
                </a:lnTo>
                <a:lnTo>
                  <a:pt x="5187006" y="107413"/>
                </a:lnTo>
                <a:lnTo>
                  <a:pt x="5187782" y="108985"/>
                </a:lnTo>
                <a:lnTo>
                  <a:pt x="5188658" y="110450"/>
                </a:lnTo>
                <a:lnTo>
                  <a:pt x="5189628" y="111811"/>
                </a:lnTo>
                <a:lnTo>
                  <a:pt x="5190687" y="113069"/>
                </a:lnTo>
                <a:lnTo>
                  <a:pt x="5191830" y="114227"/>
                </a:lnTo>
                <a:lnTo>
                  <a:pt x="5193051" y="115287"/>
                </a:lnTo>
                <a:lnTo>
                  <a:pt x="5194346" y="116251"/>
                </a:lnTo>
                <a:lnTo>
                  <a:pt x="5195709" y="117120"/>
                </a:lnTo>
                <a:lnTo>
                  <a:pt x="5197135" y="117898"/>
                </a:lnTo>
                <a:lnTo>
                  <a:pt x="5198618" y="118584"/>
                </a:lnTo>
                <a:lnTo>
                  <a:pt x="5200153" y="119183"/>
                </a:lnTo>
                <a:lnTo>
                  <a:pt x="5201736" y="119695"/>
                </a:lnTo>
                <a:lnTo>
                  <a:pt x="5203359" y="120123"/>
                </a:lnTo>
                <a:lnTo>
                  <a:pt x="5205020" y="120469"/>
                </a:lnTo>
                <a:lnTo>
                  <a:pt x="5206711" y="120734"/>
                </a:lnTo>
                <a:lnTo>
                  <a:pt x="5208429" y="120921"/>
                </a:lnTo>
                <a:lnTo>
                  <a:pt x="5210167" y="121032"/>
                </a:lnTo>
                <a:lnTo>
                  <a:pt x="5211920" y="121068"/>
                </a:lnTo>
                <a:lnTo>
                  <a:pt x="5213709" y="121025"/>
                </a:lnTo>
                <a:lnTo>
                  <a:pt x="5215505" y="120895"/>
                </a:lnTo>
                <a:lnTo>
                  <a:pt x="5217300" y="120679"/>
                </a:lnTo>
                <a:lnTo>
                  <a:pt x="5219087" y="120375"/>
                </a:lnTo>
                <a:lnTo>
                  <a:pt x="5220859" y="119984"/>
                </a:lnTo>
                <a:lnTo>
                  <a:pt x="5222608" y="119505"/>
                </a:lnTo>
                <a:lnTo>
                  <a:pt x="5224327" y="118939"/>
                </a:lnTo>
                <a:lnTo>
                  <a:pt x="5226008" y="118284"/>
                </a:lnTo>
                <a:lnTo>
                  <a:pt x="5227645" y="117542"/>
                </a:lnTo>
                <a:lnTo>
                  <a:pt x="5229229" y="116710"/>
                </a:lnTo>
                <a:lnTo>
                  <a:pt x="5230754" y="115790"/>
                </a:lnTo>
                <a:lnTo>
                  <a:pt x="5232212" y="114781"/>
                </a:lnTo>
                <a:lnTo>
                  <a:pt x="5233595" y="113683"/>
                </a:lnTo>
                <a:lnTo>
                  <a:pt x="5234897" y="112495"/>
                </a:lnTo>
                <a:lnTo>
                  <a:pt x="5236109" y="111217"/>
                </a:lnTo>
                <a:lnTo>
                  <a:pt x="5237226" y="109850"/>
                </a:lnTo>
                <a:lnTo>
                  <a:pt x="5238238" y="108392"/>
                </a:lnTo>
                <a:lnTo>
                  <a:pt x="5239140" y="106844"/>
                </a:lnTo>
                <a:lnTo>
                  <a:pt x="5239923" y="105205"/>
                </a:lnTo>
                <a:lnTo>
                  <a:pt x="5240580" y="103475"/>
                </a:lnTo>
                <a:lnTo>
                  <a:pt x="5241104" y="101654"/>
                </a:lnTo>
                <a:lnTo>
                  <a:pt x="5241487" y="99741"/>
                </a:lnTo>
                <a:lnTo>
                  <a:pt x="5241722" y="97737"/>
                </a:lnTo>
                <a:lnTo>
                  <a:pt x="5241802" y="95641"/>
                </a:lnTo>
                <a:lnTo>
                  <a:pt x="5241802" y="95205"/>
                </a:lnTo>
                <a:lnTo>
                  <a:pt x="5241799" y="94765"/>
                </a:lnTo>
                <a:lnTo>
                  <a:pt x="5241789" y="94323"/>
                </a:lnTo>
                <a:lnTo>
                  <a:pt x="5241771" y="93881"/>
                </a:lnTo>
                <a:lnTo>
                  <a:pt x="5241741" y="93441"/>
                </a:lnTo>
                <a:close/>
                <a:moveTo>
                  <a:pt x="4544640" y="110700"/>
                </a:moveTo>
                <a:lnTo>
                  <a:pt x="4544374" y="110303"/>
                </a:lnTo>
                <a:lnTo>
                  <a:pt x="4544077" y="109950"/>
                </a:lnTo>
                <a:lnTo>
                  <a:pt x="4543754" y="109638"/>
                </a:lnTo>
                <a:lnTo>
                  <a:pt x="4543405" y="109366"/>
                </a:lnTo>
                <a:lnTo>
                  <a:pt x="4543035" y="109129"/>
                </a:lnTo>
                <a:lnTo>
                  <a:pt x="4542646" y="108926"/>
                </a:lnTo>
                <a:lnTo>
                  <a:pt x="4542241" y="108755"/>
                </a:lnTo>
                <a:lnTo>
                  <a:pt x="4541822" y="108612"/>
                </a:lnTo>
                <a:lnTo>
                  <a:pt x="4541394" y="108495"/>
                </a:lnTo>
                <a:lnTo>
                  <a:pt x="4540957" y="108401"/>
                </a:lnTo>
                <a:lnTo>
                  <a:pt x="4540516" y="108328"/>
                </a:lnTo>
                <a:lnTo>
                  <a:pt x="4540073" y="108273"/>
                </a:lnTo>
                <a:lnTo>
                  <a:pt x="4539632" y="108234"/>
                </a:lnTo>
                <a:lnTo>
                  <a:pt x="4539194" y="108207"/>
                </a:lnTo>
                <a:lnTo>
                  <a:pt x="4538762" y="108191"/>
                </a:lnTo>
                <a:lnTo>
                  <a:pt x="4538340" y="108183"/>
                </a:lnTo>
                <a:lnTo>
                  <a:pt x="4537931" y="108180"/>
                </a:lnTo>
                <a:lnTo>
                  <a:pt x="4537537" y="108180"/>
                </a:lnTo>
                <a:lnTo>
                  <a:pt x="4529052" y="108180"/>
                </a:lnTo>
                <a:lnTo>
                  <a:pt x="4529052" y="63517"/>
                </a:lnTo>
                <a:lnTo>
                  <a:pt x="4529002" y="61144"/>
                </a:lnTo>
                <a:lnTo>
                  <a:pt x="4528850" y="58886"/>
                </a:lnTo>
                <a:lnTo>
                  <a:pt x="4528600" y="56741"/>
                </a:lnTo>
                <a:lnTo>
                  <a:pt x="4528254" y="54709"/>
                </a:lnTo>
                <a:lnTo>
                  <a:pt x="4527812" y="52788"/>
                </a:lnTo>
                <a:lnTo>
                  <a:pt x="4527278" y="50977"/>
                </a:lnTo>
                <a:lnTo>
                  <a:pt x="4526653" y="49275"/>
                </a:lnTo>
                <a:lnTo>
                  <a:pt x="4525939" y="47681"/>
                </a:lnTo>
                <a:lnTo>
                  <a:pt x="4525139" y="46192"/>
                </a:lnTo>
                <a:lnTo>
                  <a:pt x="4524253" y="44809"/>
                </a:lnTo>
                <a:lnTo>
                  <a:pt x="4523283" y="43529"/>
                </a:lnTo>
                <a:lnTo>
                  <a:pt x="4522233" y="42352"/>
                </a:lnTo>
                <a:lnTo>
                  <a:pt x="4521103" y="41277"/>
                </a:lnTo>
                <a:lnTo>
                  <a:pt x="4519896" y="40301"/>
                </a:lnTo>
                <a:lnTo>
                  <a:pt x="4518614" y="39424"/>
                </a:lnTo>
                <a:lnTo>
                  <a:pt x="4517257" y="38645"/>
                </a:lnTo>
                <a:lnTo>
                  <a:pt x="4515830" y="37962"/>
                </a:lnTo>
                <a:lnTo>
                  <a:pt x="4514332" y="37374"/>
                </a:lnTo>
                <a:lnTo>
                  <a:pt x="4512767" y="36880"/>
                </a:lnTo>
                <a:lnTo>
                  <a:pt x="4511136" y="36479"/>
                </a:lnTo>
                <a:lnTo>
                  <a:pt x="4509441" y="36169"/>
                </a:lnTo>
                <a:lnTo>
                  <a:pt x="4507684" y="35949"/>
                </a:lnTo>
                <a:lnTo>
                  <a:pt x="4505867" y="35818"/>
                </a:lnTo>
                <a:lnTo>
                  <a:pt x="4503991" y="35774"/>
                </a:lnTo>
                <a:lnTo>
                  <a:pt x="4502399" y="35808"/>
                </a:lnTo>
                <a:lnTo>
                  <a:pt x="4500851" y="35906"/>
                </a:lnTo>
                <a:lnTo>
                  <a:pt x="4499348" y="36063"/>
                </a:lnTo>
                <a:lnTo>
                  <a:pt x="4497890" y="36277"/>
                </a:lnTo>
                <a:lnTo>
                  <a:pt x="4496477" y="36543"/>
                </a:lnTo>
                <a:lnTo>
                  <a:pt x="4495111" y="36856"/>
                </a:lnTo>
                <a:lnTo>
                  <a:pt x="4493790" y="37214"/>
                </a:lnTo>
                <a:lnTo>
                  <a:pt x="4492517" y="37610"/>
                </a:lnTo>
                <a:lnTo>
                  <a:pt x="4491290" y="38043"/>
                </a:lnTo>
                <a:lnTo>
                  <a:pt x="4490110" y="38506"/>
                </a:lnTo>
                <a:lnTo>
                  <a:pt x="4488977" y="38997"/>
                </a:lnTo>
                <a:lnTo>
                  <a:pt x="4487893" y="39511"/>
                </a:lnTo>
                <a:lnTo>
                  <a:pt x="4486857" y="40044"/>
                </a:lnTo>
                <a:lnTo>
                  <a:pt x="4485869" y="40592"/>
                </a:lnTo>
                <a:lnTo>
                  <a:pt x="4484930" y="41151"/>
                </a:lnTo>
                <a:lnTo>
                  <a:pt x="4484040" y="41717"/>
                </a:lnTo>
                <a:lnTo>
                  <a:pt x="4483200" y="42286"/>
                </a:lnTo>
                <a:lnTo>
                  <a:pt x="4482410" y="42853"/>
                </a:lnTo>
                <a:lnTo>
                  <a:pt x="4481670" y="43414"/>
                </a:lnTo>
                <a:lnTo>
                  <a:pt x="4480980" y="43966"/>
                </a:lnTo>
                <a:lnTo>
                  <a:pt x="4480341" y="44504"/>
                </a:lnTo>
                <a:lnTo>
                  <a:pt x="4479754" y="45024"/>
                </a:lnTo>
                <a:lnTo>
                  <a:pt x="4479218" y="45523"/>
                </a:lnTo>
                <a:lnTo>
                  <a:pt x="4478733" y="45995"/>
                </a:lnTo>
                <a:lnTo>
                  <a:pt x="4478733" y="45238"/>
                </a:lnTo>
                <a:lnTo>
                  <a:pt x="4478729" y="44515"/>
                </a:lnTo>
                <a:lnTo>
                  <a:pt x="4478718" y="43825"/>
                </a:lnTo>
                <a:lnTo>
                  <a:pt x="4478698" y="43170"/>
                </a:lnTo>
                <a:lnTo>
                  <a:pt x="4478664" y="42549"/>
                </a:lnTo>
                <a:lnTo>
                  <a:pt x="4478613" y="41961"/>
                </a:lnTo>
                <a:lnTo>
                  <a:pt x="4478542" y="41406"/>
                </a:lnTo>
                <a:lnTo>
                  <a:pt x="4478448" y="40884"/>
                </a:lnTo>
                <a:lnTo>
                  <a:pt x="4478327" y="40396"/>
                </a:lnTo>
                <a:lnTo>
                  <a:pt x="4478176" y="39940"/>
                </a:lnTo>
                <a:lnTo>
                  <a:pt x="4477991" y="39517"/>
                </a:lnTo>
                <a:lnTo>
                  <a:pt x="4477770" y="39126"/>
                </a:lnTo>
                <a:lnTo>
                  <a:pt x="4477508" y="38768"/>
                </a:lnTo>
                <a:lnTo>
                  <a:pt x="4477203" y="38441"/>
                </a:lnTo>
                <a:lnTo>
                  <a:pt x="4476851" y="38147"/>
                </a:lnTo>
                <a:lnTo>
                  <a:pt x="4476449" y="37884"/>
                </a:lnTo>
                <a:lnTo>
                  <a:pt x="4475993" y="37653"/>
                </a:lnTo>
                <a:lnTo>
                  <a:pt x="4475481" y="37453"/>
                </a:lnTo>
                <a:lnTo>
                  <a:pt x="4474908" y="37285"/>
                </a:lnTo>
                <a:lnTo>
                  <a:pt x="4474271" y="37147"/>
                </a:lnTo>
                <a:lnTo>
                  <a:pt x="4473568" y="37041"/>
                </a:lnTo>
                <a:lnTo>
                  <a:pt x="4472794" y="36965"/>
                </a:lnTo>
                <a:lnTo>
                  <a:pt x="4471947" y="36919"/>
                </a:lnTo>
                <a:lnTo>
                  <a:pt x="4471023" y="36904"/>
                </a:lnTo>
                <a:lnTo>
                  <a:pt x="4456950" y="36904"/>
                </a:lnTo>
                <a:lnTo>
                  <a:pt x="4456555" y="36905"/>
                </a:lnTo>
                <a:lnTo>
                  <a:pt x="4456146" y="36908"/>
                </a:lnTo>
                <a:lnTo>
                  <a:pt x="4455724" y="36916"/>
                </a:lnTo>
                <a:lnTo>
                  <a:pt x="4455293" y="36932"/>
                </a:lnTo>
                <a:lnTo>
                  <a:pt x="4454855" y="36958"/>
                </a:lnTo>
                <a:lnTo>
                  <a:pt x="4454413" y="36998"/>
                </a:lnTo>
                <a:lnTo>
                  <a:pt x="4453970" y="37053"/>
                </a:lnTo>
                <a:lnTo>
                  <a:pt x="4453529" y="37126"/>
                </a:lnTo>
                <a:lnTo>
                  <a:pt x="4453092" y="37219"/>
                </a:lnTo>
                <a:lnTo>
                  <a:pt x="4452664" y="37337"/>
                </a:lnTo>
                <a:lnTo>
                  <a:pt x="4452245" y="37480"/>
                </a:lnTo>
                <a:lnTo>
                  <a:pt x="4451840" y="37651"/>
                </a:lnTo>
                <a:lnTo>
                  <a:pt x="4451451" y="37854"/>
                </a:lnTo>
                <a:lnTo>
                  <a:pt x="4451081" y="38091"/>
                </a:lnTo>
                <a:lnTo>
                  <a:pt x="4450732" y="38364"/>
                </a:lnTo>
                <a:lnTo>
                  <a:pt x="4450409" y="38675"/>
                </a:lnTo>
                <a:lnTo>
                  <a:pt x="4450112" y="39029"/>
                </a:lnTo>
                <a:lnTo>
                  <a:pt x="4449846" y="39426"/>
                </a:lnTo>
                <a:lnTo>
                  <a:pt x="4449613" y="39870"/>
                </a:lnTo>
                <a:lnTo>
                  <a:pt x="4449416" y="40364"/>
                </a:lnTo>
                <a:lnTo>
                  <a:pt x="4449258" y="40909"/>
                </a:lnTo>
                <a:lnTo>
                  <a:pt x="4449142" y="41509"/>
                </a:lnTo>
                <a:lnTo>
                  <a:pt x="4449070" y="42166"/>
                </a:lnTo>
                <a:lnTo>
                  <a:pt x="4449045" y="42882"/>
                </a:lnTo>
                <a:lnTo>
                  <a:pt x="4449071" y="43576"/>
                </a:lnTo>
                <a:lnTo>
                  <a:pt x="4449145" y="44211"/>
                </a:lnTo>
                <a:lnTo>
                  <a:pt x="4449266" y="44791"/>
                </a:lnTo>
                <a:lnTo>
                  <a:pt x="4449429" y="45319"/>
                </a:lnTo>
                <a:lnTo>
                  <a:pt x="4449632" y="45796"/>
                </a:lnTo>
                <a:lnTo>
                  <a:pt x="4449870" y="46226"/>
                </a:lnTo>
                <a:lnTo>
                  <a:pt x="4450143" y="46611"/>
                </a:lnTo>
                <a:lnTo>
                  <a:pt x="4450445" y="46952"/>
                </a:lnTo>
                <a:lnTo>
                  <a:pt x="4450773" y="47254"/>
                </a:lnTo>
                <a:lnTo>
                  <a:pt x="4451126" y="47518"/>
                </a:lnTo>
                <a:lnTo>
                  <a:pt x="4451499" y="47747"/>
                </a:lnTo>
                <a:lnTo>
                  <a:pt x="4451889" y="47943"/>
                </a:lnTo>
                <a:lnTo>
                  <a:pt x="4452293" y="48109"/>
                </a:lnTo>
                <a:lnTo>
                  <a:pt x="4452708" y="48248"/>
                </a:lnTo>
                <a:lnTo>
                  <a:pt x="4453130" y="48361"/>
                </a:lnTo>
                <a:lnTo>
                  <a:pt x="4453558" y="48452"/>
                </a:lnTo>
                <a:lnTo>
                  <a:pt x="4453986" y="48523"/>
                </a:lnTo>
                <a:lnTo>
                  <a:pt x="4454413" y="48576"/>
                </a:lnTo>
                <a:lnTo>
                  <a:pt x="4454834" y="48614"/>
                </a:lnTo>
                <a:lnTo>
                  <a:pt x="4455248" y="48639"/>
                </a:lnTo>
                <a:lnTo>
                  <a:pt x="4455650" y="48655"/>
                </a:lnTo>
                <a:lnTo>
                  <a:pt x="4456037" y="48663"/>
                </a:lnTo>
                <a:lnTo>
                  <a:pt x="4456407" y="48666"/>
                </a:lnTo>
                <a:lnTo>
                  <a:pt x="4456755" y="48666"/>
                </a:lnTo>
                <a:lnTo>
                  <a:pt x="4465434" y="48666"/>
                </a:lnTo>
                <a:lnTo>
                  <a:pt x="4465434" y="108180"/>
                </a:lnTo>
                <a:lnTo>
                  <a:pt x="4456950" y="108180"/>
                </a:lnTo>
                <a:lnTo>
                  <a:pt x="4456555" y="108180"/>
                </a:lnTo>
                <a:lnTo>
                  <a:pt x="4456146" y="108183"/>
                </a:lnTo>
                <a:lnTo>
                  <a:pt x="4455724" y="108191"/>
                </a:lnTo>
                <a:lnTo>
                  <a:pt x="4455293" y="108207"/>
                </a:lnTo>
                <a:lnTo>
                  <a:pt x="4454855" y="108234"/>
                </a:lnTo>
                <a:lnTo>
                  <a:pt x="4454413" y="108273"/>
                </a:lnTo>
                <a:lnTo>
                  <a:pt x="4453970" y="108328"/>
                </a:lnTo>
                <a:lnTo>
                  <a:pt x="4453529" y="108401"/>
                </a:lnTo>
                <a:lnTo>
                  <a:pt x="4453092" y="108495"/>
                </a:lnTo>
                <a:lnTo>
                  <a:pt x="4452664" y="108612"/>
                </a:lnTo>
                <a:lnTo>
                  <a:pt x="4452245" y="108755"/>
                </a:lnTo>
                <a:lnTo>
                  <a:pt x="4451840" y="108926"/>
                </a:lnTo>
                <a:lnTo>
                  <a:pt x="4451451" y="109129"/>
                </a:lnTo>
                <a:lnTo>
                  <a:pt x="4451081" y="109366"/>
                </a:lnTo>
                <a:lnTo>
                  <a:pt x="4450732" y="109638"/>
                </a:lnTo>
                <a:lnTo>
                  <a:pt x="4450409" y="109950"/>
                </a:lnTo>
                <a:lnTo>
                  <a:pt x="4450112" y="110303"/>
                </a:lnTo>
                <a:lnTo>
                  <a:pt x="4449846" y="110700"/>
                </a:lnTo>
                <a:lnTo>
                  <a:pt x="4449613" y="111144"/>
                </a:lnTo>
                <a:lnTo>
                  <a:pt x="4449416" y="111637"/>
                </a:lnTo>
                <a:lnTo>
                  <a:pt x="4449258" y="112182"/>
                </a:lnTo>
                <a:lnTo>
                  <a:pt x="4449142" y="112782"/>
                </a:lnTo>
                <a:lnTo>
                  <a:pt x="4449070" y="113439"/>
                </a:lnTo>
                <a:lnTo>
                  <a:pt x="4449045" y="114155"/>
                </a:lnTo>
                <a:lnTo>
                  <a:pt x="4449071" y="114848"/>
                </a:lnTo>
                <a:lnTo>
                  <a:pt x="4449145" y="115484"/>
                </a:lnTo>
                <a:lnTo>
                  <a:pt x="4449266" y="116064"/>
                </a:lnTo>
                <a:lnTo>
                  <a:pt x="4449429" y="116591"/>
                </a:lnTo>
                <a:lnTo>
                  <a:pt x="4449632" y="117069"/>
                </a:lnTo>
                <a:lnTo>
                  <a:pt x="4449870" y="117499"/>
                </a:lnTo>
                <a:lnTo>
                  <a:pt x="4450143" y="117883"/>
                </a:lnTo>
                <a:lnTo>
                  <a:pt x="4450445" y="118225"/>
                </a:lnTo>
                <a:lnTo>
                  <a:pt x="4450773" y="118527"/>
                </a:lnTo>
                <a:lnTo>
                  <a:pt x="4451126" y="118791"/>
                </a:lnTo>
                <a:lnTo>
                  <a:pt x="4451499" y="119019"/>
                </a:lnTo>
                <a:lnTo>
                  <a:pt x="4451889" y="119216"/>
                </a:lnTo>
                <a:lnTo>
                  <a:pt x="4452293" y="119382"/>
                </a:lnTo>
                <a:lnTo>
                  <a:pt x="4452708" y="119520"/>
                </a:lnTo>
                <a:lnTo>
                  <a:pt x="4453130" y="119634"/>
                </a:lnTo>
                <a:lnTo>
                  <a:pt x="4453558" y="119724"/>
                </a:lnTo>
                <a:lnTo>
                  <a:pt x="4453986" y="119795"/>
                </a:lnTo>
                <a:lnTo>
                  <a:pt x="4454413" y="119848"/>
                </a:lnTo>
                <a:lnTo>
                  <a:pt x="4454834" y="119886"/>
                </a:lnTo>
                <a:lnTo>
                  <a:pt x="4455248" y="119912"/>
                </a:lnTo>
                <a:lnTo>
                  <a:pt x="4455650" y="119927"/>
                </a:lnTo>
                <a:lnTo>
                  <a:pt x="4456037" y="119935"/>
                </a:lnTo>
                <a:lnTo>
                  <a:pt x="4456407" y="119938"/>
                </a:lnTo>
                <a:lnTo>
                  <a:pt x="4456755" y="119939"/>
                </a:lnTo>
                <a:lnTo>
                  <a:pt x="4487412" y="119939"/>
                </a:lnTo>
                <a:lnTo>
                  <a:pt x="4487760" y="119938"/>
                </a:lnTo>
                <a:lnTo>
                  <a:pt x="4488130" y="119935"/>
                </a:lnTo>
                <a:lnTo>
                  <a:pt x="4488517" y="119927"/>
                </a:lnTo>
                <a:lnTo>
                  <a:pt x="4488919" y="119912"/>
                </a:lnTo>
                <a:lnTo>
                  <a:pt x="4489333" y="119886"/>
                </a:lnTo>
                <a:lnTo>
                  <a:pt x="4489754" y="119848"/>
                </a:lnTo>
                <a:lnTo>
                  <a:pt x="4490181" y="119795"/>
                </a:lnTo>
                <a:lnTo>
                  <a:pt x="4490610" y="119724"/>
                </a:lnTo>
                <a:lnTo>
                  <a:pt x="4491037" y="119634"/>
                </a:lnTo>
                <a:lnTo>
                  <a:pt x="4491459" y="119520"/>
                </a:lnTo>
                <a:lnTo>
                  <a:pt x="4491874" y="119382"/>
                </a:lnTo>
                <a:lnTo>
                  <a:pt x="4492278" y="119216"/>
                </a:lnTo>
                <a:lnTo>
                  <a:pt x="4492668" y="119019"/>
                </a:lnTo>
                <a:lnTo>
                  <a:pt x="4493041" y="118791"/>
                </a:lnTo>
                <a:lnTo>
                  <a:pt x="4493394" y="118527"/>
                </a:lnTo>
                <a:lnTo>
                  <a:pt x="4493723" y="118225"/>
                </a:lnTo>
                <a:lnTo>
                  <a:pt x="4494025" y="117883"/>
                </a:lnTo>
                <a:lnTo>
                  <a:pt x="4494297" y="117499"/>
                </a:lnTo>
                <a:lnTo>
                  <a:pt x="4494536" y="117069"/>
                </a:lnTo>
                <a:lnTo>
                  <a:pt x="4494738" y="116591"/>
                </a:lnTo>
                <a:lnTo>
                  <a:pt x="4494901" y="116064"/>
                </a:lnTo>
                <a:lnTo>
                  <a:pt x="4495022" y="115484"/>
                </a:lnTo>
                <a:lnTo>
                  <a:pt x="4495096" y="114848"/>
                </a:lnTo>
                <a:lnTo>
                  <a:pt x="4495122" y="114155"/>
                </a:lnTo>
                <a:lnTo>
                  <a:pt x="4495097" y="113439"/>
                </a:lnTo>
                <a:lnTo>
                  <a:pt x="4495025" y="112782"/>
                </a:lnTo>
                <a:lnTo>
                  <a:pt x="4494909" y="112182"/>
                </a:lnTo>
                <a:lnTo>
                  <a:pt x="4494751" y="111637"/>
                </a:lnTo>
                <a:lnTo>
                  <a:pt x="4494554" y="111144"/>
                </a:lnTo>
                <a:lnTo>
                  <a:pt x="4494321" y="110700"/>
                </a:lnTo>
                <a:lnTo>
                  <a:pt x="4494055" y="110303"/>
                </a:lnTo>
                <a:lnTo>
                  <a:pt x="4493758" y="109950"/>
                </a:lnTo>
                <a:lnTo>
                  <a:pt x="4493435" y="109638"/>
                </a:lnTo>
                <a:lnTo>
                  <a:pt x="4493086" y="109366"/>
                </a:lnTo>
                <a:lnTo>
                  <a:pt x="4492716" y="109129"/>
                </a:lnTo>
                <a:lnTo>
                  <a:pt x="4492327" y="108926"/>
                </a:lnTo>
                <a:lnTo>
                  <a:pt x="4491922" y="108755"/>
                </a:lnTo>
                <a:lnTo>
                  <a:pt x="4491503" y="108612"/>
                </a:lnTo>
                <a:lnTo>
                  <a:pt x="4491075" y="108495"/>
                </a:lnTo>
                <a:lnTo>
                  <a:pt x="4490638" y="108401"/>
                </a:lnTo>
                <a:lnTo>
                  <a:pt x="4490197" y="108328"/>
                </a:lnTo>
                <a:lnTo>
                  <a:pt x="4489754" y="108273"/>
                </a:lnTo>
                <a:lnTo>
                  <a:pt x="4489313" y="108234"/>
                </a:lnTo>
                <a:lnTo>
                  <a:pt x="4488875" y="108207"/>
                </a:lnTo>
                <a:lnTo>
                  <a:pt x="4488443" y="108191"/>
                </a:lnTo>
                <a:lnTo>
                  <a:pt x="4488021" y="108183"/>
                </a:lnTo>
                <a:lnTo>
                  <a:pt x="4487612" y="108180"/>
                </a:lnTo>
                <a:lnTo>
                  <a:pt x="4487218" y="108180"/>
                </a:lnTo>
                <a:lnTo>
                  <a:pt x="4478733" y="108180"/>
                </a:lnTo>
                <a:lnTo>
                  <a:pt x="4478733" y="74091"/>
                </a:lnTo>
                <a:lnTo>
                  <a:pt x="4478806" y="71748"/>
                </a:lnTo>
                <a:lnTo>
                  <a:pt x="4479020" y="69527"/>
                </a:lnTo>
                <a:lnTo>
                  <a:pt x="4479366" y="67427"/>
                </a:lnTo>
                <a:lnTo>
                  <a:pt x="4479836" y="65444"/>
                </a:lnTo>
                <a:lnTo>
                  <a:pt x="4480422" y="63578"/>
                </a:lnTo>
                <a:lnTo>
                  <a:pt x="4481116" y="61826"/>
                </a:lnTo>
                <a:lnTo>
                  <a:pt x="4481911" y="60186"/>
                </a:lnTo>
                <a:lnTo>
                  <a:pt x="4482797" y="58656"/>
                </a:lnTo>
                <a:lnTo>
                  <a:pt x="4483766" y="57235"/>
                </a:lnTo>
                <a:lnTo>
                  <a:pt x="4484812" y="55920"/>
                </a:lnTo>
                <a:lnTo>
                  <a:pt x="4485924" y="54708"/>
                </a:lnTo>
                <a:lnTo>
                  <a:pt x="4487097" y="53600"/>
                </a:lnTo>
                <a:lnTo>
                  <a:pt x="4488320" y="52591"/>
                </a:lnTo>
                <a:lnTo>
                  <a:pt x="4489586" y="51680"/>
                </a:lnTo>
                <a:lnTo>
                  <a:pt x="4490888" y="50866"/>
                </a:lnTo>
                <a:lnTo>
                  <a:pt x="4492216" y="50146"/>
                </a:lnTo>
                <a:lnTo>
                  <a:pt x="4493563" y="49518"/>
                </a:lnTo>
                <a:lnTo>
                  <a:pt x="4494921" y="48980"/>
                </a:lnTo>
                <a:lnTo>
                  <a:pt x="4496281" y="48531"/>
                </a:lnTo>
                <a:lnTo>
                  <a:pt x="4497635" y="48168"/>
                </a:lnTo>
                <a:lnTo>
                  <a:pt x="4498976" y="47888"/>
                </a:lnTo>
                <a:lnTo>
                  <a:pt x="4500295" y="47692"/>
                </a:lnTo>
                <a:lnTo>
                  <a:pt x="4501584" y="47575"/>
                </a:lnTo>
                <a:lnTo>
                  <a:pt x="4502835" y="47537"/>
                </a:lnTo>
                <a:lnTo>
                  <a:pt x="4504074" y="47565"/>
                </a:lnTo>
                <a:lnTo>
                  <a:pt x="4505236" y="47649"/>
                </a:lnTo>
                <a:lnTo>
                  <a:pt x="4506324" y="47791"/>
                </a:lnTo>
                <a:lnTo>
                  <a:pt x="4507339" y="47989"/>
                </a:lnTo>
                <a:lnTo>
                  <a:pt x="4508285" y="48246"/>
                </a:lnTo>
                <a:lnTo>
                  <a:pt x="4509163" y="48560"/>
                </a:lnTo>
                <a:lnTo>
                  <a:pt x="4509976" y="48932"/>
                </a:lnTo>
                <a:lnTo>
                  <a:pt x="4510724" y="49362"/>
                </a:lnTo>
                <a:lnTo>
                  <a:pt x="4511411" y="49852"/>
                </a:lnTo>
                <a:lnTo>
                  <a:pt x="4512039" y="50401"/>
                </a:lnTo>
                <a:lnTo>
                  <a:pt x="4512609" y="51009"/>
                </a:lnTo>
                <a:lnTo>
                  <a:pt x="4513124" y="51677"/>
                </a:lnTo>
                <a:lnTo>
                  <a:pt x="4513585" y="52405"/>
                </a:lnTo>
                <a:lnTo>
                  <a:pt x="4513996" y="53193"/>
                </a:lnTo>
                <a:lnTo>
                  <a:pt x="4514357" y="54043"/>
                </a:lnTo>
                <a:lnTo>
                  <a:pt x="4514672" y="54953"/>
                </a:lnTo>
                <a:lnTo>
                  <a:pt x="4514942" y="55925"/>
                </a:lnTo>
                <a:lnTo>
                  <a:pt x="4515169" y="56959"/>
                </a:lnTo>
                <a:lnTo>
                  <a:pt x="4515355" y="58055"/>
                </a:lnTo>
                <a:lnTo>
                  <a:pt x="4515503" y="59214"/>
                </a:lnTo>
                <a:lnTo>
                  <a:pt x="4515614" y="60435"/>
                </a:lnTo>
                <a:lnTo>
                  <a:pt x="4515691" y="61720"/>
                </a:lnTo>
                <a:lnTo>
                  <a:pt x="4515735" y="63068"/>
                </a:lnTo>
                <a:lnTo>
                  <a:pt x="4515750" y="64479"/>
                </a:lnTo>
                <a:lnTo>
                  <a:pt x="4515750" y="108180"/>
                </a:lnTo>
                <a:lnTo>
                  <a:pt x="4508234" y="108180"/>
                </a:lnTo>
                <a:lnTo>
                  <a:pt x="4507839" y="108180"/>
                </a:lnTo>
                <a:lnTo>
                  <a:pt x="4507430" y="108183"/>
                </a:lnTo>
                <a:lnTo>
                  <a:pt x="4507008" y="108191"/>
                </a:lnTo>
                <a:lnTo>
                  <a:pt x="4506576" y="108207"/>
                </a:lnTo>
                <a:lnTo>
                  <a:pt x="4506138" y="108234"/>
                </a:lnTo>
                <a:lnTo>
                  <a:pt x="4505697" y="108273"/>
                </a:lnTo>
                <a:lnTo>
                  <a:pt x="4505254" y="108328"/>
                </a:lnTo>
                <a:lnTo>
                  <a:pt x="4504813" y="108401"/>
                </a:lnTo>
                <a:lnTo>
                  <a:pt x="4504376" y="108495"/>
                </a:lnTo>
                <a:lnTo>
                  <a:pt x="4503948" y="108612"/>
                </a:lnTo>
                <a:lnTo>
                  <a:pt x="4503529" y="108755"/>
                </a:lnTo>
                <a:lnTo>
                  <a:pt x="4503124" y="108926"/>
                </a:lnTo>
                <a:lnTo>
                  <a:pt x="4502735" y="109129"/>
                </a:lnTo>
                <a:lnTo>
                  <a:pt x="4502365" y="109366"/>
                </a:lnTo>
                <a:lnTo>
                  <a:pt x="4502016" y="109638"/>
                </a:lnTo>
                <a:lnTo>
                  <a:pt x="4501693" y="109950"/>
                </a:lnTo>
                <a:lnTo>
                  <a:pt x="4501396" y="110303"/>
                </a:lnTo>
                <a:lnTo>
                  <a:pt x="4501130" y="110700"/>
                </a:lnTo>
                <a:lnTo>
                  <a:pt x="4500897" y="111144"/>
                </a:lnTo>
                <a:lnTo>
                  <a:pt x="4500700" y="111637"/>
                </a:lnTo>
                <a:lnTo>
                  <a:pt x="4500542" y="112182"/>
                </a:lnTo>
                <a:lnTo>
                  <a:pt x="4500426" y="112782"/>
                </a:lnTo>
                <a:lnTo>
                  <a:pt x="4500354" y="113439"/>
                </a:lnTo>
                <a:lnTo>
                  <a:pt x="4500329" y="114155"/>
                </a:lnTo>
                <a:lnTo>
                  <a:pt x="4500356" y="114848"/>
                </a:lnTo>
                <a:lnTo>
                  <a:pt x="4500433" y="115484"/>
                </a:lnTo>
                <a:lnTo>
                  <a:pt x="4500558" y="116064"/>
                </a:lnTo>
                <a:lnTo>
                  <a:pt x="4500727" y="116591"/>
                </a:lnTo>
                <a:lnTo>
                  <a:pt x="4500937" y="117069"/>
                </a:lnTo>
                <a:lnTo>
                  <a:pt x="4501184" y="117499"/>
                </a:lnTo>
                <a:lnTo>
                  <a:pt x="4501466" y="117883"/>
                </a:lnTo>
                <a:lnTo>
                  <a:pt x="4501778" y="118225"/>
                </a:lnTo>
                <a:lnTo>
                  <a:pt x="4502118" y="118527"/>
                </a:lnTo>
                <a:lnTo>
                  <a:pt x="4502482" y="118791"/>
                </a:lnTo>
                <a:lnTo>
                  <a:pt x="4502866" y="119019"/>
                </a:lnTo>
                <a:lnTo>
                  <a:pt x="4503269" y="119216"/>
                </a:lnTo>
                <a:lnTo>
                  <a:pt x="4503685" y="119382"/>
                </a:lnTo>
                <a:lnTo>
                  <a:pt x="4504111" y="119520"/>
                </a:lnTo>
                <a:lnTo>
                  <a:pt x="4504546" y="119634"/>
                </a:lnTo>
                <a:lnTo>
                  <a:pt x="4504984" y="119724"/>
                </a:lnTo>
                <a:lnTo>
                  <a:pt x="4505423" y="119795"/>
                </a:lnTo>
                <a:lnTo>
                  <a:pt x="4505859" y="119848"/>
                </a:lnTo>
                <a:lnTo>
                  <a:pt x="4506289" y="119886"/>
                </a:lnTo>
                <a:lnTo>
                  <a:pt x="4506710" y="119912"/>
                </a:lnTo>
                <a:lnTo>
                  <a:pt x="4507119" y="119927"/>
                </a:lnTo>
                <a:lnTo>
                  <a:pt x="4507511" y="119935"/>
                </a:lnTo>
                <a:lnTo>
                  <a:pt x="4507883" y="119938"/>
                </a:lnTo>
                <a:lnTo>
                  <a:pt x="4508234" y="119939"/>
                </a:lnTo>
                <a:lnTo>
                  <a:pt x="4537731" y="119939"/>
                </a:lnTo>
                <a:lnTo>
                  <a:pt x="4538079" y="119938"/>
                </a:lnTo>
                <a:lnTo>
                  <a:pt x="4538449" y="119935"/>
                </a:lnTo>
                <a:lnTo>
                  <a:pt x="4538836" y="119927"/>
                </a:lnTo>
                <a:lnTo>
                  <a:pt x="4539238" y="119912"/>
                </a:lnTo>
                <a:lnTo>
                  <a:pt x="4539652" y="119886"/>
                </a:lnTo>
                <a:lnTo>
                  <a:pt x="4540073" y="119848"/>
                </a:lnTo>
                <a:lnTo>
                  <a:pt x="4540500" y="119795"/>
                </a:lnTo>
                <a:lnTo>
                  <a:pt x="4540929" y="119724"/>
                </a:lnTo>
                <a:lnTo>
                  <a:pt x="4541356" y="119634"/>
                </a:lnTo>
                <a:lnTo>
                  <a:pt x="4541778" y="119520"/>
                </a:lnTo>
                <a:lnTo>
                  <a:pt x="4542193" y="119382"/>
                </a:lnTo>
                <a:lnTo>
                  <a:pt x="4542597" y="119216"/>
                </a:lnTo>
                <a:lnTo>
                  <a:pt x="4542987" y="119019"/>
                </a:lnTo>
                <a:lnTo>
                  <a:pt x="4543360" y="118791"/>
                </a:lnTo>
                <a:lnTo>
                  <a:pt x="4543713" y="118527"/>
                </a:lnTo>
                <a:lnTo>
                  <a:pt x="4544042" y="118225"/>
                </a:lnTo>
                <a:lnTo>
                  <a:pt x="4544344" y="117883"/>
                </a:lnTo>
                <a:lnTo>
                  <a:pt x="4544616" y="117499"/>
                </a:lnTo>
                <a:lnTo>
                  <a:pt x="4544855" y="117069"/>
                </a:lnTo>
                <a:lnTo>
                  <a:pt x="4545057" y="116591"/>
                </a:lnTo>
                <a:lnTo>
                  <a:pt x="4545220" y="116064"/>
                </a:lnTo>
                <a:lnTo>
                  <a:pt x="4545341" y="115484"/>
                </a:lnTo>
                <a:lnTo>
                  <a:pt x="4545415" y="114848"/>
                </a:lnTo>
                <a:lnTo>
                  <a:pt x="4545441" y="114155"/>
                </a:lnTo>
                <a:lnTo>
                  <a:pt x="4545416" y="113439"/>
                </a:lnTo>
                <a:lnTo>
                  <a:pt x="4545344" y="112782"/>
                </a:lnTo>
                <a:lnTo>
                  <a:pt x="4545228" y="112182"/>
                </a:lnTo>
                <a:lnTo>
                  <a:pt x="4545070" y="111637"/>
                </a:lnTo>
                <a:lnTo>
                  <a:pt x="4544873" y="111144"/>
                </a:lnTo>
                <a:lnTo>
                  <a:pt x="4544640" y="110700"/>
                </a:lnTo>
                <a:close/>
                <a:moveTo>
                  <a:pt x="5051548" y="110700"/>
                </a:moveTo>
                <a:lnTo>
                  <a:pt x="5051284" y="110303"/>
                </a:lnTo>
                <a:lnTo>
                  <a:pt x="5050982" y="109950"/>
                </a:lnTo>
                <a:lnTo>
                  <a:pt x="5050642" y="109638"/>
                </a:lnTo>
                <a:lnTo>
                  <a:pt x="5050264" y="109366"/>
                </a:lnTo>
                <a:lnTo>
                  <a:pt x="5049849" y="109129"/>
                </a:lnTo>
                <a:lnTo>
                  <a:pt x="5049397" y="108926"/>
                </a:lnTo>
                <a:lnTo>
                  <a:pt x="5048910" y="108755"/>
                </a:lnTo>
                <a:lnTo>
                  <a:pt x="5048386" y="108612"/>
                </a:lnTo>
                <a:lnTo>
                  <a:pt x="5047827" y="108495"/>
                </a:lnTo>
                <a:lnTo>
                  <a:pt x="5047234" y="108401"/>
                </a:lnTo>
                <a:lnTo>
                  <a:pt x="5046607" y="108328"/>
                </a:lnTo>
                <a:lnTo>
                  <a:pt x="5045946" y="108273"/>
                </a:lnTo>
                <a:lnTo>
                  <a:pt x="5045252" y="108234"/>
                </a:lnTo>
                <a:lnTo>
                  <a:pt x="5044525" y="108207"/>
                </a:lnTo>
                <a:lnTo>
                  <a:pt x="5043766" y="108191"/>
                </a:lnTo>
                <a:lnTo>
                  <a:pt x="5042975" y="108183"/>
                </a:lnTo>
                <a:lnTo>
                  <a:pt x="5042154" y="108180"/>
                </a:lnTo>
                <a:lnTo>
                  <a:pt x="5041301" y="108180"/>
                </a:lnTo>
                <a:lnTo>
                  <a:pt x="5041301" y="61590"/>
                </a:lnTo>
                <a:lnTo>
                  <a:pt x="5041300" y="61018"/>
                </a:lnTo>
                <a:lnTo>
                  <a:pt x="5041291" y="60273"/>
                </a:lnTo>
                <a:lnTo>
                  <a:pt x="5041268" y="59375"/>
                </a:lnTo>
                <a:lnTo>
                  <a:pt x="5041222" y="58341"/>
                </a:lnTo>
                <a:lnTo>
                  <a:pt x="5041146" y="57187"/>
                </a:lnTo>
                <a:lnTo>
                  <a:pt x="5041033" y="55932"/>
                </a:lnTo>
                <a:lnTo>
                  <a:pt x="5040875" y="54592"/>
                </a:lnTo>
                <a:lnTo>
                  <a:pt x="5040666" y="53186"/>
                </a:lnTo>
                <a:lnTo>
                  <a:pt x="5040396" y="51730"/>
                </a:lnTo>
                <a:lnTo>
                  <a:pt x="5040060" y="50241"/>
                </a:lnTo>
                <a:lnTo>
                  <a:pt x="5039649" y="48739"/>
                </a:lnTo>
                <a:lnTo>
                  <a:pt x="5039156" y="47238"/>
                </a:lnTo>
                <a:lnTo>
                  <a:pt x="5038574" y="45758"/>
                </a:lnTo>
                <a:lnTo>
                  <a:pt x="5037895" y="44315"/>
                </a:lnTo>
                <a:lnTo>
                  <a:pt x="5037112" y="42927"/>
                </a:lnTo>
                <a:lnTo>
                  <a:pt x="5036217" y="41612"/>
                </a:lnTo>
                <a:lnTo>
                  <a:pt x="5035203" y="40386"/>
                </a:lnTo>
                <a:lnTo>
                  <a:pt x="5034062" y="39267"/>
                </a:lnTo>
                <a:lnTo>
                  <a:pt x="5032787" y="38272"/>
                </a:lnTo>
                <a:lnTo>
                  <a:pt x="5031371" y="37419"/>
                </a:lnTo>
                <a:lnTo>
                  <a:pt x="5029806" y="36726"/>
                </a:lnTo>
                <a:lnTo>
                  <a:pt x="5028084" y="36209"/>
                </a:lnTo>
                <a:lnTo>
                  <a:pt x="5026199" y="35886"/>
                </a:lnTo>
                <a:lnTo>
                  <a:pt x="5024142" y="35774"/>
                </a:lnTo>
                <a:lnTo>
                  <a:pt x="5023408" y="35788"/>
                </a:lnTo>
                <a:lnTo>
                  <a:pt x="5022654" y="35828"/>
                </a:lnTo>
                <a:lnTo>
                  <a:pt x="5021883" y="35897"/>
                </a:lnTo>
                <a:lnTo>
                  <a:pt x="5021095" y="35995"/>
                </a:lnTo>
                <a:lnTo>
                  <a:pt x="5020293" y="36124"/>
                </a:lnTo>
                <a:lnTo>
                  <a:pt x="5019479" y="36284"/>
                </a:lnTo>
                <a:lnTo>
                  <a:pt x="5018655" y="36476"/>
                </a:lnTo>
                <a:lnTo>
                  <a:pt x="5017823" y="36703"/>
                </a:lnTo>
                <a:lnTo>
                  <a:pt x="5016985" y="36964"/>
                </a:lnTo>
                <a:lnTo>
                  <a:pt x="5016143" y="37261"/>
                </a:lnTo>
                <a:lnTo>
                  <a:pt x="5015298" y="37595"/>
                </a:lnTo>
                <a:lnTo>
                  <a:pt x="5014454" y="37968"/>
                </a:lnTo>
                <a:lnTo>
                  <a:pt x="5013612" y="38379"/>
                </a:lnTo>
                <a:lnTo>
                  <a:pt x="5012774" y="38831"/>
                </a:lnTo>
                <a:lnTo>
                  <a:pt x="5011942" y="39324"/>
                </a:lnTo>
                <a:lnTo>
                  <a:pt x="5011118" y="39859"/>
                </a:lnTo>
                <a:lnTo>
                  <a:pt x="5010304" y="40438"/>
                </a:lnTo>
                <a:lnTo>
                  <a:pt x="5009502" y="41062"/>
                </a:lnTo>
                <a:lnTo>
                  <a:pt x="5008714" y="41731"/>
                </a:lnTo>
                <a:lnTo>
                  <a:pt x="5007942" y="42447"/>
                </a:lnTo>
                <a:lnTo>
                  <a:pt x="5007188" y="43211"/>
                </a:lnTo>
                <a:lnTo>
                  <a:pt x="5006455" y="44024"/>
                </a:lnTo>
                <a:lnTo>
                  <a:pt x="5005743" y="44887"/>
                </a:lnTo>
                <a:lnTo>
                  <a:pt x="5005056" y="45801"/>
                </a:lnTo>
                <a:lnTo>
                  <a:pt x="5004681" y="44997"/>
                </a:lnTo>
                <a:lnTo>
                  <a:pt x="5004281" y="44227"/>
                </a:lnTo>
                <a:lnTo>
                  <a:pt x="5003857" y="43488"/>
                </a:lnTo>
                <a:lnTo>
                  <a:pt x="5003408" y="42782"/>
                </a:lnTo>
                <a:lnTo>
                  <a:pt x="5002936" y="42109"/>
                </a:lnTo>
                <a:lnTo>
                  <a:pt x="5002441" y="41469"/>
                </a:lnTo>
                <a:lnTo>
                  <a:pt x="5001924" y="40862"/>
                </a:lnTo>
                <a:lnTo>
                  <a:pt x="5001386" y="40288"/>
                </a:lnTo>
                <a:lnTo>
                  <a:pt x="5000826" y="39748"/>
                </a:lnTo>
                <a:lnTo>
                  <a:pt x="5000247" y="39241"/>
                </a:lnTo>
                <a:lnTo>
                  <a:pt x="4999648" y="38768"/>
                </a:lnTo>
                <a:lnTo>
                  <a:pt x="4999031" y="38330"/>
                </a:lnTo>
                <a:lnTo>
                  <a:pt x="4998395" y="37925"/>
                </a:lnTo>
                <a:lnTo>
                  <a:pt x="4997742" y="37554"/>
                </a:lnTo>
                <a:lnTo>
                  <a:pt x="4997073" y="37219"/>
                </a:lnTo>
                <a:lnTo>
                  <a:pt x="4996387" y="36917"/>
                </a:lnTo>
                <a:lnTo>
                  <a:pt x="4995686" y="36651"/>
                </a:lnTo>
                <a:lnTo>
                  <a:pt x="4994970" y="36419"/>
                </a:lnTo>
                <a:lnTo>
                  <a:pt x="4994240" y="36223"/>
                </a:lnTo>
                <a:lnTo>
                  <a:pt x="4993497" y="36062"/>
                </a:lnTo>
                <a:lnTo>
                  <a:pt x="4992741" y="35936"/>
                </a:lnTo>
                <a:lnTo>
                  <a:pt x="4991972" y="35847"/>
                </a:lnTo>
                <a:lnTo>
                  <a:pt x="4991193" y="35793"/>
                </a:lnTo>
                <a:lnTo>
                  <a:pt x="4990403" y="35774"/>
                </a:lnTo>
                <a:lnTo>
                  <a:pt x="4989634" y="35788"/>
                </a:lnTo>
                <a:lnTo>
                  <a:pt x="4988869" y="35830"/>
                </a:lnTo>
                <a:lnTo>
                  <a:pt x="4988109" y="35899"/>
                </a:lnTo>
                <a:lnTo>
                  <a:pt x="4987354" y="35994"/>
                </a:lnTo>
                <a:lnTo>
                  <a:pt x="4986604" y="36116"/>
                </a:lnTo>
                <a:lnTo>
                  <a:pt x="4985860" y="36263"/>
                </a:lnTo>
                <a:lnTo>
                  <a:pt x="4985122" y="36435"/>
                </a:lnTo>
                <a:lnTo>
                  <a:pt x="4984391" y="36632"/>
                </a:lnTo>
                <a:lnTo>
                  <a:pt x="4983666" y="36853"/>
                </a:lnTo>
                <a:lnTo>
                  <a:pt x="4982948" y="37097"/>
                </a:lnTo>
                <a:lnTo>
                  <a:pt x="4982238" y="37365"/>
                </a:lnTo>
                <a:lnTo>
                  <a:pt x="4981535" y="37655"/>
                </a:lnTo>
                <a:lnTo>
                  <a:pt x="4980840" y="37967"/>
                </a:lnTo>
                <a:lnTo>
                  <a:pt x="4980154" y="38301"/>
                </a:lnTo>
                <a:lnTo>
                  <a:pt x="4979476" y="38656"/>
                </a:lnTo>
                <a:lnTo>
                  <a:pt x="4978807" y="39032"/>
                </a:lnTo>
                <a:lnTo>
                  <a:pt x="4978148" y="39428"/>
                </a:lnTo>
                <a:lnTo>
                  <a:pt x="4977498" y="39843"/>
                </a:lnTo>
                <a:lnTo>
                  <a:pt x="4976859" y="40277"/>
                </a:lnTo>
                <a:lnTo>
                  <a:pt x="4976229" y="40730"/>
                </a:lnTo>
                <a:lnTo>
                  <a:pt x="4975611" y="41201"/>
                </a:lnTo>
                <a:lnTo>
                  <a:pt x="4975003" y="41690"/>
                </a:lnTo>
                <a:lnTo>
                  <a:pt x="4974407" y="42195"/>
                </a:lnTo>
                <a:lnTo>
                  <a:pt x="4973823" y="42718"/>
                </a:lnTo>
                <a:lnTo>
                  <a:pt x="4973757" y="42021"/>
                </a:lnTo>
                <a:lnTo>
                  <a:pt x="4973656" y="41382"/>
                </a:lnTo>
                <a:lnTo>
                  <a:pt x="4973523" y="40799"/>
                </a:lnTo>
                <a:lnTo>
                  <a:pt x="4973359" y="40268"/>
                </a:lnTo>
                <a:lnTo>
                  <a:pt x="4973165" y="39789"/>
                </a:lnTo>
                <a:lnTo>
                  <a:pt x="4972943" y="39357"/>
                </a:lnTo>
                <a:lnTo>
                  <a:pt x="4972695" y="38970"/>
                </a:lnTo>
                <a:lnTo>
                  <a:pt x="4972423" y="38627"/>
                </a:lnTo>
                <a:lnTo>
                  <a:pt x="4972128" y="38323"/>
                </a:lnTo>
                <a:lnTo>
                  <a:pt x="4971812" y="38058"/>
                </a:lnTo>
                <a:lnTo>
                  <a:pt x="4971477" y="37828"/>
                </a:lnTo>
                <a:lnTo>
                  <a:pt x="4971123" y="37631"/>
                </a:lnTo>
                <a:lnTo>
                  <a:pt x="4970754" y="37464"/>
                </a:lnTo>
                <a:lnTo>
                  <a:pt x="4970370" y="37325"/>
                </a:lnTo>
                <a:lnTo>
                  <a:pt x="4969974" y="37211"/>
                </a:lnTo>
                <a:lnTo>
                  <a:pt x="4969566" y="37120"/>
                </a:lnTo>
                <a:lnTo>
                  <a:pt x="4969150" y="37048"/>
                </a:lnTo>
                <a:lnTo>
                  <a:pt x="4968725" y="36995"/>
                </a:lnTo>
                <a:lnTo>
                  <a:pt x="4968294" y="36957"/>
                </a:lnTo>
                <a:lnTo>
                  <a:pt x="4967859" y="36931"/>
                </a:lnTo>
                <a:lnTo>
                  <a:pt x="4967422" y="36916"/>
                </a:lnTo>
                <a:lnTo>
                  <a:pt x="4966983" y="36908"/>
                </a:lnTo>
                <a:lnTo>
                  <a:pt x="4966545" y="36905"/>
                </a:lnTo>
                <a:lnTo>
                  <a:pt x="4966110" y="36904"/>
                </a:lnTo>
                <a:lnTo>
                  <a:pt x="4959941" y="36904"/>
                </a:lnTo>
                <a:lnTo>
                  <a:pt x="4959569" y="36905"/>
                </a:lnTo>
                <a:lnTo>
                  <a:pt x="4959178" y="36908"/>
                </a:lnTo>
                <a:lnTo>
                  <a:pt x="4958771" y="36916"/>
                </a:lnTo>
                <a:lnTo>
                  <a:pt x="4958351" y="36931"/>
                </a:lnTo>
                <a:lnTo>
                  <a:pt x="4957922" y="36957"/>
                </a:lnTo>
                <a:lnTo>
                  <a:pt x="4957486" y="36995"/>
                </a:lnTo>
                <a:lnTo>
                  <a:pt x="4957046" y="37048"/>
                </a:lnTo>
                <a:lnTo>
                  <a:pt x="4956606" y="37119"/>
                </a:lnTo>
                <a:lnTo>
                  <a:pt x="4956169" y="37209"/>
                </a:lnTo>
                <a:lnTo>
                  <a:pt x="4955737" y="37323"/>
                </a:lnTo>
                <a:lnTo>
                  <a:pt x="4955315" y="37461"/>
                </a:lnTo>
                <a:lnTo>
                  <a:pt x="4954904" y="37628"/>
                </a:lnTo>
                <a:lnTo>
                  <a:pt x="4954508" y="37824"/>
                </a:lnTo>
                <a:lnTo>
                  <a:pt x="4954131" y="38053"/>
                </a:lnTo>
                <a:lnTo>
                  <a:pt x="4953775" y="38317"/>
                </a:lnTo>
                <a:lnTo>
                  <a:pt x="4953443" y="38619"/>
                </a:lnTo>
                <a:lnTo>
                  <a:pt x="4953138" y="38961"/>
                </a:lnTo>
                <a:lnTo>
                  <a:pt x="4952865" y="39346"/>
                </a:lnTo>
                <a:lnTo>
                  <a:pt x="4952624" y="39775"/>
                </a:lnTo>
                <a:lnTo>
                  <a:pt x="4952421" y="40253"/>
                </a:lnTo>
                <a:lnTo>
                  <a:pt x="4952257" y="40781"/>
                </a:lnTo>
                <a:lnTo>
                  <a:pt x="4952136" y="41362"/>
                </a:lnTo>
                <a:lnTo>
                  <a:pt x="4952062" y="41997"/>
                </a:lnTo>
                <a:lnTo>
                  <a:pt x="4952036" y="42691"/>
                </a:lnTo>
                <a:lnTo>
                  <a:pt x="4952057" y="43407"/>
                </a:lnTo>
                <a:lnTo>
                  <a:pt x="4952120" y="44064"/>
                </a:lnTo>
                <a:lnTo>
                  <a:pt x="4952224" y="44663"/>
                </a:lnTo>
                <a:lnTo>
                  <a:pt x="4952368" y="45208"/>
                </a:lnTo>
                <a:lnTo>
                  <a:pt x="4952553" y="45702"/>
                </a:lnTo>
                <a:lnTo>
                  <a:pt x="4952778" y="46145"/>
                </a:lnTo>
                <a:lnTo>
                  <a:pt x="4953041" y="46543"/>
                </a:lnTo>
                <a:lnTo>
                  <a:pt x="4953343" y="46896"/>
                </a:lnTo>
                <a:lnTo>
                  <a:pt x="4953684" y="47207"/>
                </a:lnTo>
                <a:lnTo>
                  <a:pt x="4954062" y="47480"/>
                </a:lnTo>
                <a:lnTo>
                  <a:pt x="4954477" y="47717"/>
                </a:lnTo>
                <a:lnTo>
                  <a:pt x="4954929" y="47919"/>
                </a:lnTo>
                <a:lnTo>
                  <a:pt x="4955417" y="48091"/>
                </a:lnTo>
                <a:lnTo>
                  <a:pt x="4955941" y="48234"/>
                </a:lnTo>
                <a:lnTo>
                  <a:pt x="4956499" y="48351"/>
                </a:lnTo>
                <a:lnTo>
                  <a:pt x="4957093" y="48445"/>
                </a:lnTo>
                <a:lnTo>
                  <a:pt x="4957720" y="48518"/>
                </a:lnTo>
                <a:lnTo>
                  <a:pt x="4958382" y="48573"/>
                </a:lnTo>
                <a:lnTo>
                  <a:pt x="4959076" y="48612"/>
                </a:lnTo>
                <a:lnTo>
                  <a:pt x="4959803" y="48639"/>
                </a:lnTo>
                <a:lnTo>
                  <a:pt x="4960562" y="48655"/>
                </a:lnTo>
                <a:lnTo>
                  <a:pt x="4961353" y="48663"/>
                </a:lnTo>
                <a:lnTo>
                  <a:pt x="4962174" y="48666"/>
                </a:lnTo>
                <a:lnTo>
                  <a:pt x="4963027" y="48666"/>
                </a:lnTo>
                <a:lnTo>
                  <a:pt x="4963027" y="108180"/>
                </a:lnTo>
                <a:lnTo>
                  <a:pt x="4962174" y="108180"/>
                </a:lnTo>
                <a:lnTo>
                  <a:pt x="4961353" y="108183"/>
                </a:lnTo>
                <a:lnTo>
                  <a:pt x="4960562" y="108191"/>
                </a:lnTo>
                <a:lnTo>
                  <a:pt x="4959803" y="108207"/>
                </a:lnTo>
                <a:lnTo>
                  <a:pt x="4959076" y="108234"/>
                </a:lnTo>
                <a:lnTo>
                  <a:pt x="4958382" y="108273"/>
                </a:lnTo>
                <a:lnTo>
                  <a:pt x="4957720" y="108328"/>
                </a:lnTo>
                <a:lnTo>
                  <a:pt x="4957093" y="108401"/>
                </a:lnTo>
                <a:lnTo>
                  <a:pt x="4956499" y="108495"/>
                </a:lnTo>
                <a:lnTo>
                  <a:pt x="4955941" y="108612"/>
                </a:lnTo>
                <a:lnTo>
                  <a:pt x="4955417" y="108755"/>
                </a:lnTo>
                <a:lnTo>
                  <a:pt x="4954929" y="108926"/>
                </a:lnTo>
                <a:lnTo>
                  <a:pt x="4954477" y="109129"/>
                </a:lnTo>
                <a:lnTo>
                  <a:pt x="4954062" y="109366"/>
                </a:lnTo>
                <a:lnTo>
                  <a:pt x="4953684" y="109638"/>
                </a:lnTo>
                <a:lnTo>
                  <a:pt x="4953343" y="109950"/>
                </a:lnTo>
                <a:lnTo>
                  <a:pt x="4953041" y="110303"/>
                </a:lnTo>
                <a:lnTo>
                  <a:pt x="4952778" y="110700"/>
                </a:lnTo>
                <a:lnTo>
                  <a:pt x="4952553" y="111144"/>
                </a:lnTo>
                <a:lnTo>
                  <a:pt x="4952368" y="111637"/>
                </a:lnTo>
                <a:lnTo>
                  <a:pt x="4952224" y="112182"/>
                </a:lnTo>
                <a:lnTo>
                  <a:pt x="4952120" y="112782"/>
                </a:lnTo>
                <a:lnTo>
                  <a:pt x="4952057" y="113439"/>
                </a:lnTo>
                <a:lnTo>
                  <a:pt x="4952036" y="114155"/>
                </a:lnTo>
                <a:lnTo>
                  <a:pt x="4952063" y="114848"/>
                </a:lnTo>
                <a:lnTo>
                  <a:pt x="4952140" y="115484"/>
                </a:lnTo>
                <a:lnTo>
                  <a:pt x="4952265" y="116064"/>
                </a:lnTo>
                <a:lnTo>
                  <a:pt x="4952434" y="116591"/>
                </a:lnTo>
                <a:lnTo>
                  <a:pt x="4952644" y="117069"/>
                </a:lnTo>
                <a:lnTo>
                  <a:pt x="4952892" y="117499"/>
                </a:lnTo>
                <a:lnTo>
                  <a:pt x="4953174" y="117883"/>
                </a:lnTo>
                <a:lnTo>
                  <a:pt x="4953486" y="118225"/>
                </a:lnTo>
                <a:lnTo>
                  <a:pt x="4953826" y="118527"/>
                </a:lnTo>
                <a:lnTo>
                  <a:pt x="4954190" y="118791"/>
                </a:lnTo>
                <a:lnTo>
                  <a:pt x="4954575" y="119019"/>
                </a:lnTo>
                <a:lnTo>
                  <a:pt x="4954977" y="119216"/>
                </a:lnTo>
                <a:lnTo>
                  <a:pt x="4955393" y="119382"/>
                </a:lnTo>
                <a:lnTo>
                  <a:pt x="4955820" y="119520"/>
                </a:lnTo>
                <a:lnTo>
                  <a:pt x="4956254" y="119634"/>
                </a:lnTo>
                <a:lnTo>
                  <a:pt x="4956692" y="119724"/>
                </a:lnTo>
                <a:lnTo>
                  <a:pt x="4957131" y="119795"/>
                </a:lnTo>
                <a:lnTo>
                  <a:pt x="4957568" y="119848"/>
                </a:lnTo>
                <a:lnTo>
                  <a:pt x="4957998" y="119886"/>
                </a:lnTo>
                <a:lnTo>
                  <a:pt x="4958418" y="119912"/>
                </a:lnTo>
                <a:lnTo>
                  <a:pt x="4958827" y="119927"/>
                </a:lnTo>
                <a:lnTo>
                  <a:pt x="4959218" y="119935"/>
                </a:lnTo>
                <a:lnTo>
                  <a:pt x="4959591" y="119938"/>
                </a:lnTo>
                <a:lnTo>
                  <a:pt x="4959941" y="119939"/>
                </a:lnTo>
                <a:lnTo>
                  <a:pt x="4976909" y="119939"/>
                </a:lnTo>
                <a:lnTo>
                  <a:pt x="4977281" y="119938"/>
                </a:lnTo>
                <a:lnTo>
                  <a:pt x="4977672" y="119935"/>
                </a:lnTo>
                <a:lnTo>
                  <a:pt x="4978079" y="119927"/>
                </a:lnTo>
                <a:lnTo>
                  <a:pt x="4978498" y="119912"/>
                </a:lnTo>
                <a:lnTo>
                  <a:pt x="4978927" y="119886"/>
                </a:lnTo>
                <a:lnTo>
                  <a:pt x="4979363" y="119848"/>
                </a:lnTo>
                <a:lnTo>
                  <a:pt x="4979803" y="119795"/>
                </a:lnTo>
                <a:lnTo>
                  <a:pt x="4980243" y="119724"/>
                </a:lnTo>
                <a:lnTo>
                  <a:pt x="4980680" y="119634"/>
                </a:lnTo>
                <a:lnTo>
                  <a:pt x="4981111" y="119520"/>
                </a:lnTo>
                <a:lnTo>
                  <a:pt x="4981534" y="119382"/>
                </a:lnTo>
                <a:lnTo>
                  <a:pt x="4981944" y="119216"/>
                </a:lnTo>
                <a:lnTo>
                  <a:pt x="4982339" y="119019"/>
                </a:lnTo>
                <a:lnTo>
                  <a:pt x="4982717" y="118791"/>
                </a:lnTo>
                <a:lnTo>
                  <a:pt x="4983073" y="118527"/>
                </a:lnTo>
                <a:lnTo>
                  <a:pt x="4983404" y="118225"/>
                </a:lnTo>
                <a:lnTo>
                  <a:pt x="4983709" y="117883"/>
                </a:lnTo>
                <a:lnTo>
                  <a:pt x="4983982" y="117499"/>
                </a:lnTo>
                <a:lnTo>
                  <a:pt x="4984223" y="117069"/>
                </a:lnTo>
                <a:lnTo>
                  <a:pt x="4984426" y="116591"/>
                </a:lnTo>
                <a:lnTo>
                  <a:pt x="4984589" y="116064"/>
                </a:lnTo>
                <a:lnTo>
                  <a:pt x="4984710" y="115484"/>
                </a:lnTo>
                <a:lnTo>
                  <a:pt x="4984785" y="114848"/>
                </a:lnTo>
                <a:lnTo>
                  <a:pt x="4984810" y="114155"/>
                </a:lnTo>
                <a:lnTo>
                  <a:pt x="4984789" y="113439"/>
                </a:lnTo>
                <a:lnTo>
                  <a:pt x="4984727" y="112782"/>
                </a:lnTo>
                <a:lnTo>
                  <a:pt x="4984623" y="112182"/>
                </a:lnTo>
                <a:lnTo>
                  <a:pt x="4984478" y="111637"/>
                </a:lnTo>
                <a:lnTo>
                  <a:pt x="4984294" y="111144"/>
                </a:lnTo>
                <a:lnTo>
                  <a:pt x="4984069" y="110700"/>
                </a:lnTo>
                <a:lnTo>
                  <a:pt x="4983806" y="110303"/>
                </a:lnTo>
                <a:lnTo>
                  <a:pt x="4983504" y="109950"/>
                </a:lnTo>
                <a:lnTo>
                  <a:pt x="4983164" y="109638"/>
                </a:lnTo>
                <a:lnTo>
                  <a:pt x="4982786" y="109366"/>
                </a:lnTo>
                <a:lnTo>
                  <a:pt x="4982371" y="109129"/>
                </a:lnTo>
                <a:lnTo>
                  <a:pt x="4981919" y="108926"/>
                </a:lnTo>
                <a:lnTo>
                  <a:pt x="4981431" y="108755"/>
                </a:lnTo>
                <a:lnTo>
                  <a:pt x="4980908" y="108612"/>
                </a:lnTo>
                <a:lnTo>
                  <a:pt x="4980349" y="108495"/>
                </a:lnTo>
                <a:lnTo>
                  <a:pt x="4979756" y="108401"/>
                </a:lnTo>
                <a:lnTo>
                  <a:pt x="4979128" y="108328"/>
                </a:lnTo>
                <a:lnTo>
                  <a:pt x="4978467" y="108273"/>
                </a:lnTo>
                <a:lnTo>
                  <a:pt x="4977773" y="108234"/>
                </a:lnTo>
                <a:lnTo>
                  <a:pt x="4977046" y="108207"/>
                </a:lnTo>
                <a:lnTo>
                  <a:pt x="4976287" y="108191"/>
                </a:lnTo>
                <a:lnTo>
                  <a:pt x="4975497" y="108183"/>
                </a:lnTo>
                <a:lnTo>
                  <a:pt x="4974675" y="108180"/>
                </a:lnTo>
                <a:lnTo>
                  <a:pt x="4973823" y="108180"/>
                </a:lnTo>
                <a:lnTo>
                  <a:pt x="4973823" y="73705"/>
                </a:lnTo>
                <a:lnTo>
                  <a:pt x="4973863" y="71608"/>
                </a:lnTo>
                <a:lnTo>
                  <a:pt x="4973983" y="69594"/>
                </a:lnTo>
                <a:lnTo>
                  <a:pt x="4974178" y="67666"/>
                </a:lnTo>
                <a:lnTo>
                  <a:pt x="4974445" y="65823"/>
                </a:lnTo>
                <a:lnTo>
                  <a:pt x="4974781" y="64065"/>
                </a:lnTo>
                <a:lnTo>
                  <a:pt x="4975181" y="62394"/>
                </a:lnTo>
                <a:lnTo>
                  <a:pt x="4975644" y="60810"/>
                </a:lnTo>
                <a:lnTo>
                  <a:pt x="4976165" y="59312"/>
                </a:lnTo>
                <a:lnTo>
                  <a:pt x="4976741" y="57902"/>
                </a:lnTo>
                <a:lnTo>
                  <a:pt x="4977368" y="56580"/>
                </a:lnTo>
                <a:lnTo>
                  <a:pt x="4978043" y="55346"/>
                </a:lnTo>
                <a:lnTo>
                  <a:pt x="4978763" y="54201"/>
                </a:lnTo>
                <a:lnTo>
                  <a:pt x="4979524" y="53145"/>
                </a:lnTo>
                <a:lnTo>
                  <a:pt x="4980323" y="52179"/>
                </a:lnTo>
                <a:lnTo>
                  <a:pt x="4981156" y="51303"/>
                </a:lnTo>
                <a:lnTo>
                  <a:pt x="4982020" y="50517"/>
                </a:lnTo>
                <a:lnTo>
                  <a:pt x="4982912" y="49822"/>
                </a:lnTo>
                <a:lnTo>
                  <a:pt x="4983827" y="49218"/>
                </a:lnTo>
                <a:lnTo>
                  <a:pt x="4984763" y="48706"/>
                </a:lnTo>
                <a:lnTo>
                  <a:pt x="4985716" y="48286"/>
                </a:lnTo>
                <a:lnTo>
                  <a:pt x="4986683" y="47959"/>
                </a:lnTo>
                <a:lnTo>
                  <a:pt x="4987660" y="47724"/>
                </a:lnTo>
                <a:lnTo>
                  <a:pt x="4988644" y="47584"/>
                </a:lnTo>
                <a:lnTo>
                  <a:pt x="4989632" y="47537"/>
                </a:lnTo>
                <a:lnTo>
                  <a:pt x="4990177" y="47554"/>
                </a:lnTo>
                <a:lnTo>
                  <a:pt x="4990704" y="47608"/>
                </a:lnTo>
                <a:lnTo>
                  <a:pt x="4991211" y="47702"/>
                </a:lnTo>
                <a:lnTo>
                  <a:pt x="4991700" y="47837"/>
                </a:lnTo>
                <a:lnTo>
                  <a:pt x="4992168" y="48017"/>
                </a:lnTo>
                <a:lnTo>
                  <a:pt x="4992617" y="48244"/>
                </a:lnTo>
                <a:lnTo>
                  <a:pt x="4993045" y="48520"/>
                </a:lnTo>
                <a:lnTo>
                  <a:pt x="4993452" y="48849"/>
                </a:lnTo>
                <a:lnTo>
                  <a:pt x="4993837" y="49232"/>
                </a:lnTo>
                <a:lnTo>
                  <a:pt x="4994201" y="49673"/>
                </a:lnTo>
                <a:lnTo>
                  <a:pt x="4994543" y="50174"/>
                </a:lnTo>
                <a:lnTo>
                  <a:pt x="4994861" y="50738"/>
                </a:lnTo>
                <a:lnTo>
                  <a:pt x="4995157" y="51366"/>
                </a:lnTo>
                <a:lnTo>
                  <a:pt x="4995429" y="52063"/>
                </a:lnTo>
                <a:lnTo>
                  <a:pt x="4995678" y="52830"/>
                </a:lnTo>
                <a:lnTo>
                  <a:pt x="4995901" y="53669"/>
                </a:lnTo>
                <a:lnTo>
                  <a:pt x="4996101" y="54585"/>
                </a:lnTo>
                <a:lnTo>
                  <a:pt x="4996275" y="55578"/>
                </a:lnTo>
                <a:lnTo>
                  <a:pt x="4996423" y="56652"/>
                </a:lnTo>
                <a:lnTo>
                  <a:pt x="4996545" y="57809"/>
                </a:lnTo>
                <a:lnTo>
                  <a:pt x="4996641" y="59052"/>
                </a:lnTo>
                <a:lnTo>
                  <a:pt x="4996710" y="60384"/>
                </a:lnTo>
                <a:lnTo>
                  <a:pt x="4996752" y="61807"/>
                </a:lnTo>
                <a:lnTo>
                  <a:pt x="4996766" y="63323"/>
                </a:lnTo>
                <a:lnTo>
                  <a:pt x="4996766" y="108180"/>
                </a:lnTo>
                <a:lnTo>
                  <a:pt x="4996302" y="108180"/>
                </a:lnTo>
                <a:lnTo>
                  <a:pt x="4995829" y="108183"/>
                </a:lnTo>
                <a:lnTo>
                  <a:pt x="4995350" y="108191"/>
                </a:lnTo>
                <a:lnTo>
                  <a:pt x="4994866" y="108207"/>
                </a:lnTo>
                <a:lnTo>
                  <a:pt x="4994380" y="108234"/>
                </a:lnTo>
                <a:lnTo>
                  <a:pt x="4993895" y="108273"/>
                </a:lnTo>
                <a:lnTo>
                  <a:pt x="4993414" y="108328"/>
                </a:lnTo>
                <a:lnTo>
                  <a:pt x="4992938" y="108401"/>
                </a:lnTo>
                <a:lnTo>
                  <a:pt x="4992472" y="108495"/>
                </a:lnTo>
                <a:lnTo>
                  <a:pt x="4992017" y="108612"/>
                </a:lnTo>
                <a:lnTo>
                  <a:pt x="4991575" y="108755"/>
                </a:lnTo>
                <a:lnTo>
                  <a:pt x="4991150" y="108926"/>
                </a:lnTo>
                <a:lnTo>
                  <a:pt x="4990744" y="109129"/>
                </a:lnTo>
                <a:lnTo>
                  <a:pt x="4990360" y="109366"/>
                </a:lnTo>
                <a:lnTo>
                  <a:pt x="4990000" y="109638"/>
                </a:lnTo>
                <a:lnTo>
                  <a:pt x="4989667" y="109950"/>
                </a:lnTo>
                <a:lnTo>
                  <a:pt x="4989364" y="110303"/>
                </a:lnTo>
                <a:lnTo>
                  <a:pt x="4989092" y="110700"/>
                </a:lnTo>
                <a:lnTo>
                  <a:pt x="4988855" y="111144"/>
                </a:lnTo>
                <a:lnTo>
                  <a:pt x="4988656" y="111637"/>
                </a:lnTo>
                <a:lnTo>
                  <a:pt x="4988496" y="112182"/>
                </a:lnTo>
                <a:lnTo>
                  <a:pt x="4988379" y="112782"/>
                </a:lnTo>
                <a:lnTo>
                  <a:pt x="4988306" y="113439"/>
                </a:lnTo>
                <a:lnTo>
                  <a:pt x="4988282" y="114155"/>
                </a:lnTo>
                <a:lnTo>
                  <a:pt x="4988308" y="114848"/>
                </a:lnTo>
                <a:lnTo>
                  <a:pt x="4988386" y="115484"/>
                </a:lnTo>
                <a:lnTo>
                  <a:pt x="4988511" y="116064"/>
                </a:lnTo>
                <a:lnTo>
                  <a:pt x="4988680" y="116591"/>
                </a:lnTo>
                <a:lnTo>
                  <a:pt x="4988890" y="117069"/>
                </a:lnTo>
                <a:lnTo>
                  <a:pt x="4989137" y="117499"/>
                </a:lnTo>
                <a:lnTo>
                  <a:pt x="4989419" y="117883"/>
                </a:lnTo>
                <a:lnTo>
                  <a:pt x="4989732" y="118225"/>
                </a:lnTo>
                <a:lnTo>
                  <a:pt x="4990071" y="118527"/>
                </a:lnTo>
                <a:lnTo>
                  <a:pt x="4990435" y="118791"/>
                </a:lnTo>
                <a:lnTo>
                  <a:pt x="4990820" y="119019"/>
                </a:lnTo>
                <a:lnTo>
                  <a:pt x="4991222" y="119216"/>
                </a:lnTo>
                <a:lnTo>
                  <a:pt x="4991639" y="119382"/>
                </a:lnTo>
                <a:lnTo>
                  <a:pt x="4992065" y="119520"/>
                </a:lnTo>
                <a:lnTo>
                  <a:pt x="4992500" y="119634"/>
                </a:lnTo>
                <a:lnTo>
                  <a:pt x="4992938" y="119724"/>
                </a:lnTo>
                <a:lnTo>
                  <a:pt x="4993377" y="119795"/>
                </a:lnTo>
                <a:lnTo>
                  <a:pt x="4993813" y="119848"/>
                </a:lnTo>
                <a:lnTo>
                  <a:pt x="4994243" y="119886"/>
                </a:lnTo>
                <a:lnTo>
                  <a:pt x="4994664" y="119912"/>
                </a:lnTo>
                <a:lnTo>
                  <a:pt x="4995072" y="119927"/>
                </a:lnTo>
                <a:lnTo>
                  <a:pt x="4995464" y="119935"/>
                </a:lnTo>
                <a:lnTo>
                  <a:pt x="4995837" y="119938"/>
                </a:lnTo>
                <a:lnTo>
                  <a:pt x="4996186" y="119939"/>
                </a:lnTo>
                <a:lnTo>
                  <a:pt x="5010645" y="119939"/>
                </a:lnTo>
                <a:lnTo>
                  <a:pt x="5011017" y="119938"/>
                </a:lnTo>
                <a:lnTo>
                  <a:pt x="5011408" y="119935"/>
                </a:lnTo>
                <a:lnTo>
                  <a:pt x="5011815" y="119927"/>
                </a:lnTo>
                <a:lnTo>
                  <a:pt x="5012235" y="119912"/>
                </a:lnTo>
                <a:lnTo>
                  <a:pt x="5012664" y="119886"/>
                </a:lnTo>
                <a:lnTo>
                  <a:pt x="5013100" y="119848"/>
                </a:lnTo>
                <a:lnTo>
                  <a:pt x="5013540" y="119795"/>
                </a:lnTo>
                <a:lnTo>
                  <a:pt x="5013980" y="119724"/>
                </a:lnTo>
                <a:lnTo>
                  <a:pt x="5014417" y="119634"/>
                </a:lnTo>
                <a:lnTo>
                  <a:pt x="5014848" y="119520"/>
                </a:lnTo>
                <a:lnTo>
                  <a:pt x="5015271" y="119382"/>
                </a:lnTo>
                <a:lnTo>
                  <a:pt x="5015682" y="119216"/>
                </a:lnTo>
                <a:lnTo>
                  <a:pt x="5016077" y="119019"/>
                </a:lnTo>
                <a:lnTo>
                  <a:pt x="5016455" y="118791"/>
                </a:lnTo>
                <a:lnTo>
                  <a:pt x="5016811" y="118527"/>
                </a:lnTo>
                <a:lnTo>
                  <a:pt x="5017143" y="118225"/>
                </a:lnTo>
                <a:lnTo>
                  <a:pt x="5017447" y="117883"/>
                </a:lnTo>
                <a:lnTo>
                  <a:pt x="5017721" y="117499"/>
                </a:lnTo>
                <a:lnTo>
                  <a:pt x="5017961" y="117069"/>
                </a:lnTo>
                <a:lnTo>
                  <a:pt x="5018165" y="116591"/>
                </a:lnTo>
                <a:lnTo>
                  <a:pt x="5018329" y="116064"/>
                </a:lnTo>
                <a:lnTo>
                  <a:pt x="5018449" y="115484"/>
                </a:lnTo>
                <a:lnTo>
                  <a:pt x="5018524" y="114848"/>
                </a:lnTo>
                <a:lnTo>
                  <a:pt x="5018550" y="114155"/>
                </a:lnTo>
                <a:lnTo>
                  <a:pt x="5018529" y="113439"/>
                </a:lnTo>
                <a:lnTo>
                  <a:pt x="5018466" y="112782"/>
                </a:lnTo>
                <a:lnTo>
                  <a:pt x="5018362" y="112182"/>
                </a:lnTo>
                <a:lnTo>
                  <a:pt x="5018218" y="111637"/>
                </a:lnTo>
                <a:lnTo>
                  <a:pt x="5018033" y="111144"/>
                </a:lnTo>
                <a:lnTo>
                  <a:pt x="5017809" y="110700"/>
                </a:lnTo>
                <a:lnTo>
                  <a:pt x="5017545" y="110303"/>
                </a:lnTo>
                <a:lnTo>
                  <a:pt x="5017243" y="109950"/>
                </a:lnTo>
                <a:lnTo>
                  <a:pt x="5016903" y="109638"/>
                </a:lnTo>
                <a:lnTo>
                  <a:pt x="5016525" y="109366"/>
                </a:lnTo>
                <a:lnTo>
                  <a:pt x="5016110" y="109129"/>
                </a:lnTo>
                <a:lnTo>
                  <a:pt x="5015658" y="108926"/>
                </a:lnTo>
                <a:lnTo>
                  <a:pt x="5015170" y="108755"/>
                </a:lnTo>
                <a:lnTo>
                  <a:pt x="5014647" y="108612"/>
                </a:lnTo>
                <a:lnTo>
                  <a:pt x="5014088" y="108495"/>
                </a:lnTo>
                <a:lnTo>
                  <a:pt x="5013495" y="108401"/>
                </a:lnTo>
                <a:lnTo>
                  <a:pt x="5012868" y="108328"/>
                </a:lnTo>
                <a:lnTo>
                  <a:pt x="5012207" y="108273"/>
                </a:lnTo>
                <a:lnTo>
                  <a:pt x="5011512" y="108234"/>
                </a:lnTo>
                <a:lnTo>
                  <a:pt x="5010786" y="108207"/>
                </a:lnTo>
                <a:lnTo>
                  <a:pt x="5010027" y="108191"/>
                </a:lnTo>
                <a:lnTo>
                  <a:pt x="5009236" y="108183"/>
                </a:lnTo>
                <a:lnTo>
                  <a:pt x="5008414" y="108180"/>
                </a:lnTo>
                <a:lnTo>
                  <a:pt x="5007562" y="108180"/>
                </a:lnTo>
                <a:lnTo>
                  <a:pt x="5007562" y="73720"/>
                </a:lnTo>
                <a:lnTo>
                  <a:pt x="5007603" y="71621"/>
                </a:lnTo>
                <a:lnTo>
                  <a:pt x="5007722" y="69606"/>
                </a:lnTo>
                <a:lnTo>
                  <a:pt x="5007917" y="67676"/>
                </a:lnTo>
                <a:lnTo>
                  <a:pt x="5008184" y="65831"/>
                </a:lnTo>
                <a:lnTo>
                  <a:pt x="5008520" y="64073"/>
                </a:lnTo>
                <a:lnTo>
                  <a:pt x="5008921" y="62401"/>
                </a:lnTo>
                <a:lnTo>
                  <a:pt x="5009383" y="60815"/>
                </a:lnTo>
                <a:lnTo>
                  <a:pt x="5009904" y="59317"/>
                </a:lnTo>
                <a:lnTo>
                  <a:pt x="5010480" y="57906"/>
                </a:lnTo>
                <a:lnTo>
                  <a:pt x="5011107" y="56583"/>
                </a:lnTo>
                <a:lnTo>
                  <a:pt x="5011783" y="55349"/>
                </a:lnTo>
                <a:lnTo>
                  <a:pt x="5012502" y="54203"/>
                </a:lnTo>
                <a:lnTo>
                  <a:pt x="5013263" y="53147"/>
                </a:lnTo>
                <a:lnTo>
                  <a:pt x="5014062" y="52180"/>
                </a:lnTo>
                <a:lnTo>
                  <a:pt x="5014895" y="51303"/>
                </a:lnTo>
                <a:lnTo>
                  <a:pt x="5015759" y="50517"/>
                </a:lnTo>
                <a:lnTo>
                  <a:pt x="5016651" y="49822"/>
                </a:lnTo>
                <a:lnTo>
                  <a:pt x="5017566" y="49218"/>
                </a:lnTo>
                <a:lnTo>
                  <a:pt x="5018502" y="48706"/>
                </a:lnTo>
                <a:lnTo>
                  <a:pt x="5019455" y="48286"/>
                </a:lnTo>
                <a:lnTo>
                  <a:pt x="5020422" y="47959"/>
                </a:lnTo>
                <a:lnTo>
                  <a:pt x="5021400" y="47724"/>
                </a:lnTo>
                <a:lnTo>
                  <a:pt x="5022384" y="47584"/>
                </a:lnTo>
                <a:lnTo>
                  <a:pt x="5023371" y="47537"/>
                </a:lnTo>
                <a:lnTo>
                  <a:pt x="5023916" y="47554"/>
                </a:lnTo>
                <a:lnTo>
                  <a:pt x="5024443" y="47608"/>
                </a:lnTo>
                <a:lnTo>
                  <a:pt x="5024950" y="47702"/>
                </a:lnTo>
                <a:lnTo>
                  <a:pt x="5025439" y="47837"/>
                </a:lnTo>
                <a:lnTo>
                  <a:pt x="5025908" y="48017"/>
                </a:lnTo>
                <a:lnTo>
                  <a:pt x="5026356" y="48244"/>
                </a:lnTo>
                <a:lnTo>
                  <a:pt x="5026784" y="48520"/>
                </a:lnTo>
                <a:lnTo>
                  <a:pt x="5027191" y="48849"/>
                </a:lnTo>
                <a:lnTo>
                  <a:pt x="5027577" y="49232"/>
                </a:lnTo>
                <a:lnTo>
                  <a:pt x="5027940" y="49673"/>
                </a:lnTo>
                <a:lnTo>
                  <a:pt x="5028282" y="50174"/>
                </a:lnTo>
                <a:lnTo>
                  <a:pt x="5028601" y="50738"/>
                </a:lnTo>
                <a:lnTo>
                  <a:pt x="5028896" y="51366"/>
                </a:lnTo>
                <a:lnTo>
                  <a:pt x="5029168" y="52063"/>
                </a:lnTo>
                <a:lnTo>
                  <a:pt x="5029417" y="52830"/>
                </a:lnTo>
                <a:lnTo>
                  <a:pt x="5029641" y="53669"/>
                </a:lnTo>
                <a:lnTo>
                  <a:pt x="5029840" y="54585"/>
                </a:lnTo>
                <a:lnTo>
                  <a:pt x="5030014" y="55578"/>
                </a:lnTo>
                <a:lnTo>
                  <a:pt x="5030162" y="56652"/>
                </a:lnTo>
                <a:lnTo>
                  <a:pt x="5030284" y="57809"/>
                </a:lnTo>
                <a:lnTo>
                  <a:pt x="5030380" y="59052"/>
                </a:lnTo>
                <a:lnTo>
                  <a:pt x="5030449" y="60384"/>
                </a:lnTo>
                <a:lnTo>
                  <a:pt x="5030491" y="61807"/>
                </a:lnTo>
                <a:lnTo>
                  <a:pt x="5030505" y="63323"/>
                </a:lnTo>
                <a:lnTo>
                  <a:pt x="5030505" y="108180"/>
                </a:lnTo>
                <a:lnTo>
                  <a:pt x="5030041" y="108180"/>
                </a:lnTo>
                <a:lnTo>
                  <a:pt x="5029568" y="108183"/>
                </a:lnTo>
                <a:lnTo>
                  <a:pt x="5029088" y="108191"/>
                </a:lnTo>
                <a:lnTo>
                  <a:pt x="5028604" y="108207"/>
                </a:lnTo>
                <a:lnTo>
                  <a:pt x="5028118" y="108234"/>
                </a:lnTo>
                <a:lnTo>
                  <a:pt x="5027633" y="108273"/>
                </a:lnTo>
                <a:lnTo>
                  <a:pt x="5027152" y="108328"/>
                </a:lnTo>
                <a:lnTo>
                  <a:pt x="5026676" y="108401"/>
                </a:lnTo>
                <a:lnTo>
                  <a:pt x="5026210" y="108495"/>
                </a:lnTo>
                <a:lnTo>
                  <a:pt x="5025755" y="108612"/>
                </a:lnTo>
                <a:lnTo>
                  <a:pt x="5025313" y="108755"/>
                </a:lnTo>
                <a:lnTo>
                  <a:pt x="5024888" y="108926"/>
                </a:lnTo>
                <a:lnTo>
                  <a:pt x="5024483" y="109129"/>
                </a:lnTo>
                <a:lnTo>
                  <a:pt x="5024099" y="109366"/>
                </a:lnTo>
                <a:lnTo>
                  <a:pt x="5023739" y="109638"/>
                </a:lnTo>
                <a:lnTo>
                  <a:pt x="5023406" y="109950"/>
                </a:lnTo>
                <a:lnTo>
                  <a:pt x="5023102" y="110303"/>
                </a:lnTo>
                <a:lnTo>
                  <a:pt x="5022831" y="110700"/>
                </a:lnTo>
                <a:lnTo>
                  <a:pt x="5022594" y="111144"/>
                </a:lnTo>
                <a:lnTo>
                  <a:pt x="5022395" y="111637"/>
                </a:lnTo>
                <a:lnTo>
                  <a:pt x="5022235" y="112182"/>
                </a:lnTo>
                <a:lnTo>
                  <a:pt x="5022118" y="112782"/>
                </a:lnTo>
                <a:lnTo>
                  <a:pt x="5022046" y="113439"/>
                </a:lnTo>
                <a:lnTo>
                  <a:pt x="5022021" y="114155"/>
                </a:lnTo>
                <a:lnTo>
                  <a:pt x="5022047" y="114848"/>
                </a:lnTo>
                <a:lnTo>
                  <a:pt x="5022125" y="115484"/>
                </a:lnTo>
                <a:lnTo>
                  <a:pt x="5022250" y="116064"/>
                </a:lnTo>
                <a:lnTo>
                  <a:pt x="5022419" y="116591"/>
                </a:lnTo>
                <a:lnTo>
                  <a:pt x="5022629" y="117069"/>
                </a:lnTo>
                <a:lnTo>
                  <a:pt x="5022876" y="117499"/>
                </a:lnTo>
                <a:lnTo>
                  <a:pt x="5023158" y="117883"/>
                </a:lnTo>
                <a:lnTo>
                  <a:pt x="5023470" y="118225"/>
                </a:lnTo>
                <a:lnTo>
                  <a:pt x="5023810" y="118527"/>
                </a:lnTo>
                <a:lnTo>
                  <a:pt x="5024174" y="118791"/>
                </a:lnTo>
                <a:lnTo>
                  <a:pt x="5024558" y="119019"/>
                </a:lnTo>
                <a:lnTo>
                  <a:pt x="5024960" y="119216"/>
                </a:lnTo>
                <a:lnTo>
                  <a:pt x="5025377" y="119382"/>
                </a:lnTo>
                <a:lnTo>
                  <a:pt x="5025803" y="119520"/>
                </a:lnTo>
                <a:lnTo>
                  <a:pt x="5026238" y="119634"/>
                </a:lnTo>
                <a:lnTo>
                  <a:pt x="5026676" y="119724"/>
                </a:lnTo>
                <a:lnTo>
                  <a:pt x="5027115" y="119795"/>
                </a:lnTo>
                <a:lnTo>
                  <a:pt x="5027551" y="119848"/>
                </a:lnTo>
                <a:lnTo>
                  <a:pt x="5027981" y="119886"/>
                </a:lnTo>
                <a:lnTo>
                  <a:pt x="5028402" y="119912"/>
                </a:lnTo>
                <a:lnTo>
                  <a:pt x="5028810" y="119927"/>
                </a:lnTo>
                <a:lnTo>
                  <a:pt x="5029203" y="119935"/>
                </a:lnTo>
                <a:lnTo>
                  <a:pt x="5029575" y="119938"/>
                </a:lnTo>
                <a:lnTo>
                  <a:pt x="5029925" y="119939"/>
                </a:lnTo>
                <a:lnTo>
                  <a:pt x="5044384" y="119939"/>
                </a:lnTo>
                <a:lnTo>
                  <a:pt x="5044756" y="119938"/>
                </a:lnTo>
                <a:lnTo>
                  <a:pt x="5045147" y="119935"/>
                </a:lnTo>
                <a:lnTo>
                  <a:pt x="5045554" y="119927"/>
                </a:lnTo>
                <a:lnTo>
                  <a:pt x="5045974" y="119912"/>
                </a:lnTo>
                <a:lnTo>
                  <a:pt x="5046403" y="119886"/>
                </a:lnTo>
                <a:lnTo>
                  <a:pt x="5046839" y="119848"/>
                </a:lnTo>
                <a:lnTo>
                  <a:pt x="5047279" y="119795"/>
                </a:lnTo>
                <a:lnTo>
                  <a:pt x="5047719" y="119724"/>
                </a:lnTo>
                <a:lnTo>
                  <a:pt x="5048156" y="119634"/>
                </a:lnTo>
                <a:lnTo>
                  <a:pt x="5048588" y="119520"/>
                </a:lnTo>
                <a:lnTo>
                  <a:pt x="5049010" y="119382"/>
                </a:lnTo>
                <a:lnTo>
                  <a:pt x="5049421" y="119216"/>
                </a:lnTo>
                <a:lnTo>
                  <a:pt x="5049817" y="119019"/>
                </a:lnTo>
                <a:lnTo>
                  <a:pt x="5050194" y="118791"/>
                </a:lnTo>
                <a:lnTo>
                  <a:pt x="5050550" y="118527"/>
                </a:lnTo>
                <a:lnTo>
                  <a:pt x="5050882" y="118225"/>
                </a:lnTo>
                <a:lnTo>
                  <a:pt x="5051186" y="117883"/>
                </a:lnTo>
                <a:lnTo>
                  <a:pt x="5051460" y="117499"/>
                </a:lnTo>
                <a:lnTo>
                  <a:pt x="5051701" y="117069"/>
                </a:lnTo>
                <a:lnTo>
                  <a:pt x="5051904" y="116591"/>
                </a:lnTo>
                <a:lnTo>
                  <a:pt x="5052068" y="116064"/>
                </a:lnTo>
                <a:lnTo>
                  <a:pt x="5052188" y="115484"/>
                </a:lnTo>
                <a:lnTo>
                  <a:pt x="5052263" y="114848"/>
                </a:lnTo>
                <a:lnTo>
                  <a:pt x="5052289" y="114155"/>
                </a:lnTo>
                <a:lnTo>
                  <a:pt x="5052268" y="113439"/>
                </a:lnTo>
                <a:lnTo>
                  <a:pt x="5052205" y="112782"/>
                </a:lnTo>
                <a:lnTo>
                  <a:pt x="5052101" y="112182"/>
                </a:lnTo>
                <a:lnTo>
                  <a:pt x="5051957" y="111637"/>
                </a:lnTo>
                <a:lnTo>
                  <a:pt x="5051772" y="111144"/>
                </a:lnTo>
                <a:lnTo>
                  <a:pt x="5051548" y="110700"/>
                </a:lnTo>
                <a:close/>
                <a:moveTo>
                  <a:pt x="4025165" y="83549"/>
                </a:moveTo>
                <a:lnTo>
                  <a:pt x="4023881" y="82006"/>
                </a:lnTo>
                <a:lnTo>
                  <a:pt x="4022470" y="80590"/>
                </a:lnTo>
                <a:lnTo>
                  <a:pt x="4020952" y="79297"/>
                </a:lnTo>
                <a:lnTo>
                  <a:pt x="4019345" y="78120"/>
                </a:lnTo>
                <a:lnTo>
                  <a:pt x="4017668" y="77053"/>
                </a:lnTo>
                <a:lnTo>
                  <a:pt x="4015940" y="76092"/>
                </a:lnTo>
                <a:lnTo>
                  <a:pt x="4014180" y="75230"/>
                </a:lnTo>
                <a:lnTo>
                  <a:pt x="4012406" y="74463"/>
                </a:lnTo>
                <a:lnTo>
                  <a:pt x="4010638" y="73783"/>
                </a:lnTo>
                <a:lnTo>
                  <a:pt x="4008895" y="73186"/>
                </a:lnTo>
                <a:lnTo>
                  <a:pt x="4007196" y="72666"/>
                </a:lnTo>
                <a:lnTo>
                  <a:pt x="4005558" y="72218"/>
                </a:lnTo>
                <a:lnTo>
                  <a:pt x="4004003" y="71835"/>
                </a:lnTo>
                <a:lnTo>
                  <a:pt x="4002547" y="71513"/>
                </a:lnTo>
                <a:lnTo>
                  <a:pt x="4001211" y="71245"/>
                </a:lnTo>
                <a:lnTo>
                  <a:pt x="4000012" y="71026"/>
                </a:lnTo>
                <a:lnTo>
                  <a:pt x="3998971" y="70851"/>
                </a:lnTo>
                <a:lnTo>
                  <a:pt x="3998106" y="70713"/>
                </a:lnTo>
                <a:lnTo>
                  <a:pt x="3984997" y="68398"/>
                </a:lnTo>
                <a:lnTo>
                  <a:pt x="3984261" y="68293"/>
                </a:lnTo>
                <a:lnTo>
                  <a:pt x="3983454" y="68170"/>
                </a:lnTo>
                <a:lnTo>
                  <a:pt x="3982588" y="68029"/>
                </a:lnTo>
                <a:lnTo>
                  <a:pt x="3981670" y="67866"/>
                </a:lnTo>
                <a:lnTo>
                  <a:pt x="3980710" y="67681"/>
                </a:lnTo>
                <a:lnTo>
                  <a:pt x="3979716" y="67471"/>
                </a:lnTo>
                <a:lnTo>
                  <a:pt x="3978697" y="67237"/>
                </a:lnTo>
                <a:lnTo>
                  <a:pt x="3977663" y="66975"/>
                </a:lnTo>
                <a:lnTo>
                  <a:pt x="3976623" y="66684"/>
                </a:lnTo>
                <a:lnTo>
                  <a:pt x="3975584" y="66363"/>
                </a:lnTo>
                <a:lnTo>
                  <a:pt x="3974557" y="66009"/>
                </a:lnTo>
                <a:lnTo>
                  <a:pt x="3973550" y="65623"/>
                </a:lnTo>
                <a:lnTo>
                  <a:pt x="3972572" y="65201"/>
                </a:lnTo>
                <a:lnTo>
                  <a:pt x="3971632" y="64742"/>
                </a:lnTo>
                <a:lnTo>
                  <a:pt x="3970739" y="64245"/>
                </a:lnTo>
                <a:lnTo>
                  <a:pt x="3969902" y="63708"/>
                </a:lnTo>
                <a:lnTo>
                  <a:pt x="3969130" y="63130"/>
                </a:lnTo>
                <a:lnTo>
                  <a:pt x="3968432" y="62508"/>
                </a:lnTo>
                <a:lnTo>
                  <a:pt x="3967817" y="61842"/>
                </a:lnTo>
                <a:lnTo>
                  <a:pt x="3967293" y="61129"/>
                </a:lnTo>
                <a:lnTo>
                  <a:pt x="3966871" y="60368"/>
                </a:lnTo>
                <a:lnTo>
                  <a:pt x="3966558" y="59558"/>
                </a:lnTo>
                <a:lnTo>
                  <a:pt x="3966363" y="58697"/>
                </a:lnTo>
                <a:lnTo>
                  <a:pt x="3966296" y="57783"/>
                </a:lnTo>
                <a:lnTo>
                  <a:pt x="3966329" y="57152"/>
                </a:lnTo>
                <a:lnTo>
                  <a:pt x="3966428" y="56513"/>
                </a:lnTo>
                <a:lnTo>
                  <a:pt x="3966597" y="55871"/>
                </a:lnTo>
                <a:lnTo>
                  <a:pt x="3966838" y="55227"/>
                </a:lnTo>
                <a:lnTo>
                  <a:pt x="3967154" y="54585"/>
                </a:lnTo>
                <a:lnTo>
                  <a:pt x="3967546" y="53949"/>
                </a:lnTo>
                <a:lnTo>
                  <a:pt x="3968019" y="53320"/>
                </a:lnTo>
                <a:lnTo>
                  <a:pt x="3968574" y="52702"/>
                </a:lnTo>
                <a:lnTo>
                  <a:pt x="3969214" y="52099"/>
                </a:lnTo>
                <a:lnTo>
                  <a:pt x="3969942" y="51512"/>
                </a:lnTo>
                <a:lnTo>
                  <a:pt x="3970760" y="50946"/>
                </a:lnTo>
                <a:lnTo>
                  <a:pt x="3971670" y="50402"/>
                </a:lnTo>
                <a:lnTo>
                  <a:pt x="3972676" y="49885"/>
                </a:lnTo>
                <a:lnTo>
                  <a:pt x="3973780" y="49397"/>
                </a:lnTo>
                <a:lnTo>
                  <a:pt x="3974985" y="48941"/>
                </a:lnTo>
                <a:lnTo>
                  <a:pt x="3976293" y="48521"/>
                </a:lnTo>
                <a:lnTo>
                  <a:pt x="3977706" y="48138"/>
                </a:lnTo>
                <a:lnTo>
                  <a:pt x="3979228" y="47797"/>
                </a:lnTo>
                <a:lnTo>
                  <a:pt x="3980861" y="47500"/>
                </a:lnTo>
                <a:lnTo>
                  <a:pt x="3982608" y="47250"/>
                </a:lnTo>
                <a:lnTo>
                  <a:pt x="3984470" y="47050"/>
                </a:lnTo>
                <a:lnTo>
                  <a:pt x="3986451" y="46904"/>
                </a:lnTo>
                <a:lnTo>
                  <a:pt x="3988554" y="46814"/>
                </a:lnTo>
                <a:lnTo>
                  <a:pt x="3990781" y="46783"/>
                </a:lnTo>
                <a:lnTo>
                  <a:pt x="3992712" y="46813"/>
                </a:lnTo>
                <a:lnTo>
                  <a:pt x="3994510" y="46900"/>
                </a:lnTo>
                <a:lnTo>
                  <a:pt x="3996179" y="47042"/>
                </a:lnTo>
                <a:lnTo>
                  <a:pt x="3997724" y="47235"/>
                </a:lnTo>
                <a:lnTo>
                  <a:pt x="3999150" y="47478"/>
                </a:lnTo>
                <a:lnTo>
                  <a:pt x="4000462" y="47766"/>
                </a:lnTo>
                <a:lnTo>
                  <a:pt x="4001664" y="48098"/>
                </a:lnTo>
                <a:lnTo>
                  <a:pt x="4002762" y="48470"/>
                </a:lnTo>
                <a:lnTo>
                  <a:pt x="4003760" y="48880"/>
                </a:lnTo>
                <a:lnTo>
                  <a:pt x="4004663" y="49324"/>
                </a:lnTo>
                <a:lnTo>
                  <a:pt x="4005476" y="49800"/>
                </a:lnTo>
                <a:lnTo>
                  <a:pt x="4006204" y="50305"/>
                </a:lnTo>
                <a:lnTo>
                  <a:pt x="4006851" y="50836"/>
                </a:lnTo>
                <a:lnTo>
                  <a:pt x="4007423" y="51391"/>
                </a:lnTo>
                <a:lnTo>
                  <a:pt x="4007925" y="51966"/>
                </a:lnTo>
                <a:lnTo>
                  <a:pt x="4008361" y="52558"/>
                </a:lnTo>
                <a:lnTo>
                  <a:pt x="4008735" y="53166"/>
                </a:lnTo>
                <a:lnTo>
                  <a:pt x="4009054" y="53785"/>
                </a:lnTo>
                <a:lnTo>
                  <a:pt x="4009322" y="54413"/>
                </a:lnTo>
                <a:lnTo>
                  <a:pt x="4009543" y="55047"/>
                </a:lnTo>
                <a:lnTo>
                  <a:pt x="4009723" y="55685"/>
                </a:lnTo>
                <a:lnTo>
                  <a:pt x="4009866" y="56323"/>
                </a:lnTo>
                <a:lnTo>
                  <a:pt x="4009977" y="56959"/>
                </a:lnTo>
                <a:lnTo>
                  <a:pt x="4010061" y="57589"/>
                </a:lnTo>
                <a:lnTo>
                  <a:pt x="4010086" y="57999"/>
                </a:lnTo>
                <a:lnTo>
                  <a:pt x="4010116" y="58408"/>
                </a:lnTo>
                <a:lnTo>
                  <a:pt x="4010152" y="58814"/>
                </a:lnTo>
                <a:lnTo>
                  <a:pt x="4010198" y="59215"/>
                </a:lnTo>
                <a:lnTo>
                  <a:pt x="4010255" y="59611"/>
                </a:lnTo>
                <a:lnTo>
                  <a:pt x="4010325" y="60000"/>
                </a:lnTo>
                <a:lnTo>
                  <a:pt x="4010412" y="60380"/>
                </a:lnTo>
                <a:lnTo>
                  <a:pt x="4010517" y="60750"/>
                </a:lnTo>
                <a:lnTo>
                  <a:pt x="4010643" y="61109"/>
                </a:lnTo>
                <a:lnTo>
                  <a:pt x="4010792" y="61455"/>
                </a:lnTo>
                <a:lnTo>
                  <a:pt x="4010966" y="61786"/>
                </a:lnTo>
                <a:lnTo>
                  <a:pt x="4011168" y="62102"/>
                </a:lnTo>
                <a:lnTo>
                  <a:pt x="4011401" y="62401"/>
                </a:lnTo>
                <a:lnTo>
                  <a:pt x="4011665" y="62681"/>
                </a:lnTo>
                <a:lnTo>
                  <a:pt x="4011965" y="62942"/>
                </a:lnTo>
                <a:lnTo>
                  <a:pt x="4012302" y="63181"/>
                </a:lnTo>
                <a:lnTo>
                  <a:pt x="4012678" y="63397"/>
                </a:lnTo>
                <a:lnTo>
                  <a:pt x="4013096" y="63589"/>
                </a:lnTo>
                <a:lnTo>
                  <a:pt x="4013559" y="63755"/>
                </a:lnTo>
                <a:lnTo>
                  <a:pt x="4014068" y="63895"/>
                </a:lnTo>
                <a:lnTo>
                  <a:pt x="4014625" y="64005"/>
                </a:lnTo>
                <a:lnTo>
                  <a:pt x="4015234" y="64086"/>
                </a:lnTo>
                <a:lnTo>
                  <a:pt x="4015897" y="64136"/>
                </a:lnTo>
                <a:lnTo>
                  <a:pt x="4016615" y="64153"/>
                </a:lnTo>
                <a:lnTo>
                  <a:pt x="4017424" y="64132"/>
                </a:lnTo>
                <a:lnTo>
                  <a:pt x="4018166" y="64071"/>
                </a:lnTo>
                <a:lnTo>
                  <a:pt x="4018843" y="63971"/>
                </a:lnTo>
                <a:lnTo>
                  <a:pt x="4019458" y="63835"/>
                </a:lnTo>
                <a:lnTo>
                  <a:pt x="4020015" y="63663"/>
                </a:lnTo>
                <a:lnTo>
                  <a:pt x="4020517" y="63459"/>
                </a:lnTo>
                <a:lnTo>
                  <a:pt x="4020965" y="63224"/>
                </a:lnTo>
                <a:lnTo>
                  <a:pt x="4021364" y="62959"/>
                </a:lnTo>
                <a:lnTo>
                  <a:pt x="4021716" y="62667"/>
                </a:lnTo>
                <a:lnTo>
                  <a:pt x="4022024" y="62349"/>
                </a:lnTo>
                <a:lnTo>
                  <a:pt x="4022291" y="62007"/>
                </a:lnTo>
                <a:lnTo>
                  <a:pt x="4022520" y="61643"/>
                </a:lnTo>
                <a:lnTo>
                  <a:pt x="4022714" y="61260"/>
                </a:lnTo>
                <a:lnTo>
                  <a:pt x="4022876" y="60858"/>
                </a:lnTo>
                <a:lnTo>
                  <a:pt x="4023008" y="60439"/>
                </a:lnTo>
                <a:lnTo>
                  <a:pt x="4023114" y="60006"/>
                </a:lnTo>
                <a:lnTo>
                  <a:pt x="4023196" y="59560"/>
                </a:lnTo>
                <a:lnTo>
                  <a:pt x="4023258" y="59104"/>
                </a:lnTo>
                <a:lnTo>
                  <a:pt x="4023303" y="58638"/>
                </a:lnTo>
                <a:lnTo>
                  <a:pt x="4023333" y="58165"/>
                </a:lnTo>
                <a:lnTo>
                  <a:pt x="4023351" y="57687"/>
                </a:lnTo>
                <a:lnTo>
                  <a:pt x="4023360" y="57205"/>
                </a:lnTo>
                <a:lnTo>
                  <a:pt x="4023363" y="56722"/>
                </a:lnTo>
                <a:lnTo>
                  <a:pt x="4023364" y="56239"/>
                </a:lnTo>
                <a:lnTo>
                  <a:pt x="4023364" y="42926"/>
                </a:lnTo>
                <a:lnTo>
                  <a:pt x="4023363" y="42532"/>
                </a:lnTo>
                <a:lnTo>
                  <a:pt x="4023360" y="42123"/>
                </a:lnTo>
                <a:lnTo>
                  <a:pt x="4023352" y="41702"/>
                </a:lnTo>
                <a:lnTo>
                  <a:pt x="4023337" y="41270"/>
                </a:lnTo>
                <a:lnTo>
                  <a:pt x="4023311" y="40832"/>
                </a:lnTo>
                <a:lnTo>
                  <a:pt x="4023273" y="40391"/>
                </a:lnTo>
                <a:lnTo>
                  <a:pt x="4023220" y="39948"/>
                </a:lnTo>
                <a:lnTo>
                  <a:pt x="4023149" y="39507"/>
                </a:lnTo>
                <a:lnTo>
                  <a:pt x="4023059" y="39070"/>
                </a:lnTo>
                <a:lnTo>
                  <a:pt x="4022945" y="38641"/>
                </a:lnTo>
                <a:lnTo>
                  <a:pt x="4022807" y="38223"/>
                </a:lnTo>
                <a:lnTo>
                  <a:pt x="4022640" y="37818"/>
                </a:lnTo>
                <a:lnTo>
                  <a:pt x="4022444" y="37428"/>
                </a:lnTo>
                <a:lnTo>
                  <a:pt x="4022215" y="37058"/>
                </a:lnTo>
                <a:lnTo>
                  <a:pt x="4021951" y="36710"/>
                </a:lnTo>
                <a:lnTo>
                  <a:pt x="4021649" y="36386"/>
                </a:lnTo>
                <a:lnTo>
                  <a:pt x="4021307" y="36089"/>
                </a:lnTo>
                <a:lnTo>
                  <a:pt x="4020923" y="35823"/>
                </a:lnTo>
                <a:lnTo>
                  <a:pt x="4020493" y="35590"/>
                </a:lnTo>
                <a:lnTo>
                  <a:pt x="4020015" y="35393"/>
                </a:lnTo>
                <a:lnTo>
                  <a:pt x="4019487" y="35235"/>
                </a:lnTo>
                <a:lnTo>
                  <a:pt x="4018907" y="35118"/>
                </a:lnTo>
                <a:lnTo>
                  <a:pt x="4018271" y="35046"/>
                </a:lnTo>
                <a:lnTo>
                  <a:pt x="4017577" y="35021"/>
                </a:lnTo>
                <a:lnTo>
                  <a:pt x="4017019" y="35035"/>
                </a:lnTo>
                <a:lnTo>
                  <a:pt x="4016499" y="35075"/>
                </a:lnTo>
                <a:lnTo>
                  <a:pt x="4016017" y="35140"/>
                </a:lnTo>
                <a:lnTo>
                  <a:pt x="4015570" y="35228"/>
                </a:lnTo>
                <a:lnTo>
                  <a:pt x="4015157" y="35336"/>
                </a:lnTo>
                <a:lnTo>
                  <a:pt x="4014777" y="35464"/>
                </a:lnTo>
                <a:lnTo>
                  <a:pt x="4014428" y="35610"/>
                </a:lnTo>
                <a:lnTo>
                  <a:pt x="4014108" y="35772"/>
                </a:lnTo>
                <a:lnTo>
                  <a:pt x="4013817" y="35947"/>
                </a:lnTo>
                <a:lnTo>
                  <a:pt x="4013552" y="36135"/>
                </a:lnTo>
                <a:lnTo>
                  <a:pt x="4013312" y="36333"/>
                </a:lnTo>
                <a:lnTo>
                  <a:pt x="4013096" y="36540"/>
                </a:lnTo>
                <a:lnTo>
                  <a:pt x="4012902" y="36755"/>
                </a:lnTo>
                <a:lnTo>
                  <a:pt x="4012728" y="36974"/>
                </a:lnTo>
                <a:lnTo>
                  <a:pt x="4012574" y="37197"/>
                </a:lnTo>
                <a:lnTo>
                  <a:pt x="4012437" y="37422"/>
                </a:lnTo>
                <a:lnTo>
                  <a:pt x="4012316" y="37647"/>
                </a:lnTo>
                <a:lnTo>
                  <a:pt x="4012210" y="37870"/>
                </a:lnTo>
                <a:lnTo>
                  <a:pt x="4012117" y="38089"/>
                </a:lnTo>
                <a:lnTo>
                  <a:pt x="4012035" y="38303"/>
                </a:lnTo>
                <a:lnTo>
                  <a:pt x="4011963" y="38511"/>
                </a:lnTo>
                <a:lnTo>
                  <a:pt x="4011900" y="38709"/>
                </a:lnTo>
                <a:lnTo>
                  <a:pt x="4011844" y="38897"/>
                </a:lnTo>
                <a:lnTo>
                  <a:pt x="4011794" y="39072"/>
                </a:lnTo>
                <a:lnTo>
                  <a:pt x="4010734" y="38587"/>
                </a:lnTo>
                <a:lnTo>
                  <a:pt x="4009676" y="38142"/>
                </a:lnTo>
                <a:lnTo>
                  <a:pt x="4008623" y="37735"/>
                </a:lnTo>
                <a:lnTo>
                  <a:pt x="4007575" y="37366"/>
                </a:lnTo>
                <a:lnTo>
                  <a:pt x="4006536" y="37031"/>
                </a:lnTo>
                <a:lnTo>
                  <a:pt x="4005508" y="36730"/>
                </a:lnTo>
                <a:lnTo>
                  <a:pt x="4004492" y="36461"/>
                </a:lnTo>
                <a:lnTo>
                  <a:pt x="4003490" y="36222"/>
                </a:lnTo>
                <a:lnTo>
                  <a:pt x="4002506" y="36010"/>
                </a:lnTo>
                <a:lnTo>
                  <a:pt x="4001540" y="35825"/>
                </a:lnTo>
                <a:lnTo>
                  <a:pt x="4000595" y="35665"/>
                </a:lnTo>
                <a:lnTo>
                  <a:pt x="3999673" y="35528"/>
                </a:lnTo>
                <a:lnTo>
                  <a:pt x="3998776" y="35411"/>
                </a:lnTo>
                <a:lnTo>
                  <a:pt x="3997906" y="35314"/>
                </a:lnTo>
                <a:lnTo>
                  <a:pt x="3997066" y="35235"/>
                </a:lnTo>
                <a:lnTo>
                  <a:pt x="3996257" y="35171"/>
                </a:lnTo>
                <a:lnTo>
                  <a:pt x="3995482" y="35122"/>
                </a:lnTo>
                <a:lnTo>
                  <a:pt x="3994742" y="35085"/>
                </a:lnTo>
                <a:lnTo>
                  <a:pt x="3994039" y="35058"/>
                </a:lnTo>
                <a:lnTo>
                  <a:pt x="3993377" y="35040"/>
                </a:lnTo>
                <a:lnTo>
                  <a:pt x="3992756" y="35029"/>
                </a:lnTo>
                <a:lnTo>
                  <a:pt x="3992179" y="35024"/>
                </a:lnTo>
                <a:lnTo>
                  <a:pt x="3991649" y="35022"/>
                </a:lnTo>
                <a:lnTo>
                  <a:pt x="3991166" y="35021"/>
                </a:lnTo>
                <a:lnTo>
                  <a:pt x="3987284" y="35102"/>
                </a:lnTo>
                <a:lnTo>
                  <a:pt x="3983682" y="35337"/>
                </a:lnTo>
                <a:lnTo>
                  <a:pt x="3980348" y="35714"/>
                </a:lnTo>
                <a:lnTo>
                  <a:pt x="3977273" y="36225"/>
                </a:lnTo>
                <a:lnTo>
                  <a:pt x="3974447" y="36858"/>
                </a:lnTo>
                <a:lnTo>
                  <a:pt x="3971859" y="37601"/>
                </a:lnTo>
                <a:lnTo>
                  <a:pt x="3969500" y="38445"/>
                </a:lnTo>
                <a:lnTo>
                  <a:pt x="3967359" y="39379"/>
                </a:lnTo>
                <a:lnTo>
                  <a:pt x="3965426" y="40392"/>
                </a:lnTo>
                <a:lnTo>
                  <a:pt x="3963692" y="41473"/>
                </a:lnTo>
                <a:lnTo>
                  <a:pt x="3962145" y="42612"/>
                </a:lnTo>
                <a:lnTo>
                  <a:pt x="3960776" y="43798"/>
                </a:lnTo>
                <a:lnTo>
                  <a:pt x="3959575" y="45019"/>
                </a:lnTo>
                <a:lnTo>
                  <a:pt x="3958532" y="46267"/>
                </a:lnTo>
                <a:lnTo>
                  <a:pt x="3957636" y="47529"/>
                </a:lnTo>
                <a:lnTo>
                  <a:pt x="3956877" y="48795"/>
                </a:lnTo>
                <a:lnTo>
                  <a:pt x="3956245" y="50054"/>
                </a:lnTo>
                <a:lnTo>
                  <a:pt x="3955731" y="51297"/>
                </a:lnTo>
                <a:lnTo>
                  <a:pt x="3955323" y="52510"/>
                </a:lnTo>
                <a:lnTo>
                  <a:pt x="3955013" y="53686"/>
                </a:lnTo>
                <a:lnTo>
                  <a:pt x="3954789" y="54811"/>
                </a:lnTo>
                <a:lnTo>
                  <a:pt x="3954641" y="55876"/>
                </a:lnTo>
                <a:lnTo>
                  <a:pt x="3954560" y="56871"/>
                </a:lnTo>
                <a:lnTo>
                  <a:pt x="3954535" y="57783"/>
                </a:lnTo>
                <a:lnTo>
                  <a:pt x="3954639" y="59928"/>
                </a:lnTo>
                <a:lnTo>
                  <a:pt x="3954944" y="61929"/>
                </a:lnTo>
                <a:lnTo>
                  <a:pt x="3955440" y="63790"/>
                </a:lnTo>
                <a:lnTo>
                  <a:pt x="3956117" y="65519"/>
                </a:lnTo>
                <a:lnTo>
                  <a:pt x="3956965" y="67121"/>
                </a:lnTo>
                <a:lnTo>
                  <a:pt x="3957975" y="68603"/>
                </a:lnTo>
                <a:lnTo>
                  <a:pt x="3959137" y="69970"/>
                </a:lnTo>
                <a:lnTo>
                  <a:pt x="3960440" y="71228"/>
                </a:lnTo>
                <a:lnTo>
                  <a:pt x="3961875" y="72384"/>
                </a:lnTo>
                <a:lnTo>
                  <a:pt x="3963433" y="73443"/>
                </a:lnTo>
                <a:lnTo>
                  <a:pt x="3965102" y="74412"/>
                </a:lnTo>
                <a:lnTo>
                  <a:pt x="3966874" y="75297"/>
                </a:lnTo>
                <a:lnTo>
                  <a:pt x="3968738" y="76103"/>
                </a:lnTo>
                <a:lnTo>
                  <a:pt x="3970684" y="76836"/>
                </a:lnTo>
                <a:lnTo>
                  <a:pt x="3972703" y="77504"/>
                </a:lnTo>
                <a:lnTo>
                  <a:pt x="3974785" y="78111"/>
                </a:lnTo>
                <a:lnTo>
                  <a:pt x="3976920" y="78664"/>
                </a:lnTo>
                <a:lnTo>
                  <a:pt x="3979098" y="79168"/>
                </a:lnTo>
                <a:lnTo>
                  <a:pt x="3981309" y="79630"/>
                </a:lnTo>
                <a:lnTo>
                  <a:pt x="3983544" y="80056"/>
                </a:lnTo>
                <a:lnTo>
                  <a:pt x="3985791" y="80452"/>
                </a:lnTo>
                <a:lnTo>
                  <a:pt x="3988043" y="80824"/>
                </a:lnTo>
                <a:lnTo>
                  <a:pt x="3990288" y="81178"/>
                </a:lnTo>
                <a:lnTo>
                  <a:pt x="3992516" y="81519"/>
                </a:lnTo>
                <a:lnTo>
                  <a:pt x="3993727" y="81718"/>
                </a:lnTo>
                <a:lnTo>
                  <a:pt x="3994990" y="81929"/>
                </a:lnTo>
                <a:lnTo>
                  <a:pt x="3996297" y="82157"/>
                </a:lnTo>
                <a:lnTo>
                  <a:pt x="3997638" y="82403"/>
                </a:lnTo>
                <a:lnTo>
                  <a:pt x="3999005" y="82671"/>
                </a:lnTo>
                <a:lnTo>
                  <a:pt x="4000387" y="82964"/>
                </a:lnTo>
                <a:lnTo>
                  <a:pt x="4001776" y="83285"/>
                </a:lnTo>
                <a:lnTo>
                  <a:pt x="4003162" y="83636"/>
                </a:lnTo>
                <a:lnTo>
                  <a:pt x="4004536" y="84020"/>
                </a:lnTo>
                <a:lnTo>
                  <a:pt x="4005889" y="84441"/>
                </a:lnTo>
                <a:lnTo>
                  <a:pt x="4007211" y="84901"/>
                </a:lnTo>
                <a:lnTo>
                  <a:pt x="4008493" y="85404"/>
                </a:lnTo>
                <a:lnTo>
                  <a:pt x="4009727" y="85952"/>
                </a:lnTo>
                <a:lnTo>
                  <a:pt x="4010901" y="86548"/>
                </a:lnTo>
                <a:lnTo>
                  <a:pt x="4012008" y="87195"/>
                </a:lnTo>
                <a:lnTo>
                  <a:pt x="4013038" y="87896"/>
                </a:lnTo>
                <a:lnTo>
                  <a:pt x="4013981" y="88654"/>
                </a:lnTo>
                <a:lnTo>
                  <a:pt x="4014829" y="89471"/>
                </a:lnTo>
                <a:lnTo>
                  <a:pt x="4015571" y="90352"/>
                </a:lnTo>
                <a:lnTo>
                  <a:pt x="4016200" y="91298"/>
                </a:lnTo>
                <a:lnTo>
                  <a:pt x="4016705" y="92313"/>
                </a:lnTo>
                <a:lnTo>
                  <a:pt x="4017077" y="93400"/>
                </a:lnTo>
                <a:lnTo>
                  <a:pt x="4017307" y="94561"/>
                </a:lnTo>
                <a:lnTo>
                  <a:pt x="4017386" y="95800"/>
                </a:lnTo>
                <a:lnTo>
                  <a:pt x="4017349" y="96688"/>
                </a:lnTo>
                <a:lnTo>
                  <a:pt x="4017236" y="97565"/>
                </a:lnTo>
                <a:lnTo>
                  <a:pt x="4017045" y="98430"/>
                </a:lnTo>
                <a:lnTo>
                  <a:pt x="4016776" y="99280"/>
                </a:lnTo>
                <a:lnTo>
                  <a:pt x="4016428" y="100111"/>
                </a:lnTo>
                <a:lnTo>
                  <a:pt x="4015997" y="100923"/>
                </a:lnTo>
                <a:lnTo>
                  <a:pt x="4015484" y="101712"/>
                </a:lnTo>
                <a:lnTo>
                  <a:pt x="4014887" y="102476"/>
                </a:lnTo>
                <a:lnTo>
                  <a:pt x="4014204" y="103212"/>
                </a:lnTo>
                <a:lnTo>
                  <a:pt x="4013434" y="103918"/>
                </a:lnTo>
                <a:lnTo>
                  <a:pt x="4012575" y="104593"/>
                </a:lnTo>
                <a:lnTo>
                  <a:pt x="4011626" y="105232"/>
                </a:lnTo>
                <a:lnTo>
                  <a:pt x="4010586" y="105834"/>
                </a:lnTo>
                <a:lnTo>
                  <a:pt x="4009453" y="106397"/>
                </a:lnTo>
                <a:lnTo>
                  <a:pt x="4008226" y="106917"/>
                </a:lnTo>
                <a:lnTo>
                  <a:pt x="4006903" y="107394"/>
                </a:lnTo>
                <a:lnTo>
                  <a:pt x="4005484" y="107823"/>
                </a:lnTo>
                <a:lnTo>
                  <a:pt x="4003965" y="108203"/>
                </a:lnTo>
                <a:lnTo>
                  <a:pt x="4002347" y="108531"/>
                </a:lnTo>
                <a:lnTo>
                  <a:pt x="4000628" y="108804"/>
                </a:lnTo>
                <a:lnTo>
                  <a:pt x="3998805" y="109022"/>
                </a:lnTo>
                <a:lnTo>
                  <a:pt x="3996879" y="109180"/>
                </a:lnTo>
                <a:lnTo>
                  <a:pt x="3994847" y="109277"/>
                </a:lnTo>
                <a:lnTo>
                  <a:pt x="3992708" y="109309"/>
                </a:lnTo>
                <a:lnTo>
                  <a:pt x="3991567" y="109297"/>
                </a:lnTo>
                <a:lnTo>
                  <a:pt x="3990411" y="109259"/>
                </a:lnTo>
                <a:lnTo>
                  <a:pt x="3989244" y="109189"/>
                </a:lnTo>
                <a:lnTo>
                  <a:pt x="3988068" y="109082"/>
                </a:lnTo>
                <a:lnTo>
                  <a:pt x="3986888" y="108935"/>
                </a:lnTo>
                <a:lnTo>
                  <a:pt x="3985707" y="108742"/>
                </a:lnTo>
                <a:lnTo>
                  <a:pt x="3984528" y="108499"/>
                </a:lnTo>
                <a:lnTo>
                  <a:pt x="3983354" y="108201"/>
                </a:lnTo>
                <a:lnTo>
                  <a:pt x="3982189" y="107843"/>
                </a:lnTo>
                <a:lnTo>
                  <a:pt x="3981036" y="107422"/>
                </a:lnTo>
                <a:lnTo>
                  <a:pt x="3979898" y="106931"/>
                </a:lnTo>
                <a:lnTo>
                  <a:pt x="3978779" y="106366"/>
                </a:lnTo>
                <a:lnTo>
                  <a:pt x="3977682" y="105723"/>
                </a:lnTo>
                <a:lnTo>
                  <a:pt x="3976611" y="104997"/>
                </a:lnTo>
                <a:lnTo>
                  <a:pt x="3975568" y="104183"/>
                </a:lnTo>
                <a:lnTo>
                  <a:pt x="3974558" y="103276"/>
                </a:lnTo>
                <a:lnTo>
                  <a:pt x="3973582" y="102273"/>
                </a:lnTo>
                <a:lnTo>
                  <a:pt x="3972646" y="101167"/>
                </a:lnTo>
                <a:lnTo>
                  <a:pt x="3971752" y="99955"/>
                </a:lnTo>
                <a:lnTo>
                  <a:pt x="3970904" y="98632"/>
                </a:lnTo>
                <a:lnTo>
                  <a:pt x="3970104" y="97193"/>
                </a:lnTo>
                <a:lnTo>
                  <a:pt x="3969357" y="95634"/>
                </a:lnTo>
                <a:lnTo>
                  <a:pt x="3968665" y="93949"/>
                </a:lnTo>
                <a:lnTo>
                  <a:pt x="3968032" y="92134"/>
                </a:lnTo>
                <a:lnTo>
                  <a:pt x="3967912" y="91707"/>
                </a:lnTo>
                <a:lnTo>
                  <a:pt x="3967792" y="91294"/>
                </a:lnTo>
                <a:lnTo>
                  <a:pt x="3967671" y="90896"/>
                </a:lnTo>
                <a:lnTo>
                  <a:pt x="3967545" y="90513"/>
                </a:lnTo>
                <a:lnTo>
                  <a:pt x="3967414" y="90146"/>
                </a:lnTo>
                <a:lnTo>
                  <a:pt x="3967275" y="89794"/>
                </a:lnTo>
                <a:lnTo>
                  <a:pt x="3967127" y="89458"/>
                </a:lnTo>
                <a:lnTo>
                  <a:pt x="3966968" y="89139"/>
                </a:lnTo>
                <a:lnTo>
                  <a:pt x="3966794" y="88837"/>
                </a:lnTo>
                <a:lnTo>
                  <a:pt x="3966606" y="88551"/>
                </a:lnTo>
                <a:lnTo>
                  <a:pt x="3966401" y="88283"/>
                </a:lnTo>
                <a:lnTo>
                  <a:pt x="3966176" y="88033"/>
                </a:lnTo>
                <a:lnTo>
                  <a:pt x="3965930" y="87801"/>
                </a:lnTo>
                <a:lnTo>
                  <a:pt x="3965661" y="87588"/>
                </a:lnTo>
                <a:lnTo>
                  <a:pt x="3965367" y="87393"/>
                </a:lnTo>
                <a:lnTo>
                  <a:pt x="3965047" y="87217"/>
                </a:lnTo>
                <a:lnTo>
                  <a:pt x="3964697" y="87061"/>
                </a:lnTo>
                <a:lnTo>
                  <a:pt x="3964317" y="86924"/>
                </a:lnTo>
                <a:lnTo>
                  <a:pt x="3963904" y="86808"/>
                </a:lnTo>
                <a:lnTo>
                  <a:pt x="3963457" y="86712"/>
                </a:lnTo>
                <a:lnTo>
                  <a:pt x="3962973" y="86636"/>
                </a:lnTo>
                <a:lnTo>
                  <a:pt x="3962451" y="86582"/>
                </a:lnTo>
                <a:lnTo>
                  <a:pt x="3961888" y="86549"/>
                </a:lnTo>
                <a:lnTo>
                  <a:pt x="3961284" y="86538"/>
                </a:lnTo>
                <a:lnTo>
                  <a:pt x="3960475" y="86559"/>
                </a:lnTo>
                <a:lnTo>
                  <a:pt x="3959733" y="86620"/>
                </a:lnTo>
                <a:lnTo>
                  <a:pt x="3959056" y="86720"/>
                </a:lnTo>
                <a:lnTo>
                  <a:pt x="3958440" y="86856"/>
                </a:lnTo>
                <a:lnTo>
                  <a:pt x="3957883" y="87027"/>
                </a:lnTo>
                <a:lnTo>
                  <a:pt x="3957382" y="87232"/>
                </a:lnTo>
                <a:lnTo>
                  <a:pt x="3956934" y="87467"/>
                </a:lnTo>
                <a:lnTo>
                  <a:pt x="3956535" y="87732"/>
                </a:lnTo>
                <a:lnTo>
                  <a:pt x="3956183" y="88024"/>
                </a:lnTo>
                <a:lnTo>
                  <a:pt x="3955875" y="88341"/>
                </a:lnTo>
                <a:lnTo>
                  <a:pt x="3955608" y="88683"/>
                </a:lnTo>
                <a:lnTo>
                  <a:pt x="3955379" y="89046"/>
                </a:lnTo>
                <a:lnTo>
                  <a:pt x="3955185" y="89430"/>
                </a:lnTo>
                <a:lnTo>
                  <a:pt x="3955023" y="89832"/>
                </a:lnTo>
                <a:lnTo>
                  <a:pt x="3954891" y="90250"/>
                </a:lnTo>
                <a:lnTo>
                  <a:pt x="3954785" y="90683"/>
                </a:lnTo>
                <a:lnTo>
                  <a:pt x="3954703" y="91128"/>
                </a:lnTo>
                <a:lnTo>
                  <a:pt x="3954641" y="91585"/>
                </a:lnTo>
                <a:lnTo>
                  <a:pt x="3954596" y="92050"/>
                </a:lnTo>
                <a:lnTo>
                  <a:pt x="3954566" y="92523"/>
                </a:lnTo>
                <a:lnTo>
                  <a:pt x="3954548" y="93001"/>
                </a:lnTo>
                <a:lnTo>
                  <a:pt x="3954539" y="93483"/>
                </a:lnTo>
                <a:lnTo>
                  <a:pt x="3954536" y="93966"/>
                </a:lnTo>
                <a:lnTo>
                  <a:pt x="3954535" y="94449"/>
                </a:lnTo>
                <a:lnTo>
                  <a:pt x="3954535" y="113166"/>
                </a:lnTo>
                <a:lnTo>
                  <a:pt x="3954536" y="113560"/>
                </a:lnTo>
                <a:lnTo>
                  <a:pt x="3954539" y="113969"/>
                </a:lnTo>
                <a:lnTo>
                  <a:pt x="3954546" y="114391"/>
                </a:lnTo>
                <a:lnTo>
                  <a:pt x="3954562" y="114822"/>
                </a:lnTo>
                <a:lnTo>
                  <a:pt x="3954587" y="115260"/>
                </a:lnTo>
                <a:lnTo>
                  <a:pt x="3954626" y="115702"/>
                </a:lnTo>
                <a:lnTo>
                  <a:pt x="3954679" y="116144"/>
                </a:lnTo>
                <a:lnTo>
                  <a:pt x="3954749" y="116585"/>
                </a:lnTo>
                <a:lnTo>
                  <a:pt x="3954840" y="117021"/>
                </a:lnTo>
                <a:lnTo>
                  <a:pt x="3954954" y="117450"/>
                </a:lnTo>
                <a:lnTo>
                  <a:pt x="3955092" y="117868"/>
                </a:lnTo>
                <a:lnTo>
                  <a:pt x="3955258" y="118274"/>
                </a:lnTo>
                <a:lnTo>
                  <a:pt x="3955454" y="118663"/>
                </a:lnTo>
                <a:lnTo>
                  <a:pt x="3955683" y="119033"/>
                </a:lnTo>
                <a:lnTo>
                  <a:pt x="3955947" y="119381"/>
                </a:lnTo>
                <a:lnTo>
                  <a:pt x="3956249" y="119705"/>
                </a:lnTo>
                <a:lnTo>
                  <a:pt x="3956591" y="120001"/>
                </a:lnTo>
                <a:lnTo>
                  <a:pt x="3956975" y="120267"/>
                </a:lnTo>
                <a:lnTo>
                  <a:pt x="3957405" y="120500"/>
                </a:lnTo>
                <a:lnTo>
                  <a:pt x="3957882" y="120697"/>
                </a:lnTo>
                <a:lnTo>
                  <a:pt x="3958410" y="120855"/>
                </a:lnTo>
                <a:lnTo>
                  <a:pt x="3958990" y="120972"/>
                </a:lnTo>
                <a:lnTo>
                  <a:pt x="3959625" y="121044"/>
                </a:lnTo>
                <a:lnTo>
                  <a:pt x="3960319" y="121068"/>
                </a:lnTo>
                <a:lnTo>
                  <a:pt x="3960543" y="121067"/>
                </a:lnTo>
                <a:lnTo>
                  <a:pt x="3960779" y="121060"/>
                </a:lnTo>
                <a:lnTo>
                  <a:pt x="3961029" y="121046"/>
                </a:lnTo>
                <a:lnTo>
                  <a:pt x="3961289" y="121021"/>
                </a:lnTo>
                <a:lnTo>
                  <a:pt x="3961560" y="120982"/>
                </a:lnTo>
                <a:lnTo>
                  <a:pt x="3961840" y="120927"/>
                </a:lnTo>
                <a:lnTo>
                  <a:pt x="3962129" y="120852"/>
                </a:lnTo>
                <a:lnTo>
                  <a:pt x="3962426" y="120755"/>
                </a:lnTo>
                <a:lnTo>
                  <a:pt x="3962729" y="120632"/>
                </a:lnTo>
                <a:lnTo>
                  <a:pt x="3963038" y="120480"/>
                </a:lnTo>
                <a:lnTo>
                  <a:pt x="3963352" y="120298"/>
                </a:lnTo>
                <a:lnTo>
                  <a:pt x="3963669" y="120081"/>
                </a:lnTo>
                <a:lnTo>
                  <a:pt x="3963990" y="119827"/>
                </a:lnTo>
                <a:lnTo>
                  <a:pt x="3964313" y="119533"/>
                </a:lnTo>
                <a:lnTo>
                  <a:pt x="3964637" y="119196"/>
                </a:lnTo>
                <a:lnTo>
                  <a:pt x="3964961" y="118813"/>
                </a:lnTo>
                <a:lnTo>
                  <a:pt x="3965285" y="118381"/>
                </a:lnTo>
                <a:lnTo>
                  <a:pt x="3965606" y="117897"/>
                </a:lnTo>
                <a:lnTo>
                  <a:pt x="3965926" y="117359"/>
                </a:lnTo>
                <a:lnTo>
                  <a:pt x="3966242" y="116763"/>
                </a:lnTo>
                <a:lnTo>
                  <a:pt x="3966553" y="116106"/>
                </a:lnTo>
                <a:lnTo>
                  <a:pt x="3966860" y="115386"/>
                </a:lnTo>
                <a:lnTo>
                  <a:pt x="3967160" y="114599"/>
                </a:lnTo>
                <a:lnTo>
                  <a:pt x="3967452" y="113743"/>
                </a:lnTo>
                <a:lnTo>
                  <a:pt x="3968637" y="114577"/>
                </a:lnTo>
                <a:lnTo>
                  <a:pt x="3969827" y="115345"/>
                </a:lnTo>
                <a:lnTo>
                  <a:pt x="3971020" y="116050"/>
                </a:lnTo>
                <a:lnTo>
                  <a:pt x="3972214" y="116695"/>
                </a:lnTo>
                <a:lnTo>
                  <a:pt x="3973406" y="117283"/>
                </a:lnTo>
                <a:lnTo>
                  <a:pt x="3974595" y="117815"/>
                </a:lnTo>
                <a:lnTo>
                  <a:pt x="3975776" y="118296"/>
                </a:lnTo>
                <a:lnTo>
                  <a:pt x="3976949" y="118727"/>
                </a:lnTo>
                <a:lnTo>
                  <a:pt x="3978111" y="119111"/>
                </a:lnTo>
                <a:lnTo>
                  <a:pt x="3979258" y="119450"/>
                </a:lnTo>
                <a:lnTo>
                  <a:pt x="3980390" y="119749"/>
                </a:lnTo>
                <a:lnTo>
                  <a:pt x="3981502" y="120008"/>
                </a:lnTo>
                <a:lnTo>
                  <a:pt x="3982594" y="120232"/>
                </a:lnTo>
                <a:lnTo>
                  <a:pt x="3983662" y="120421"/>
                </a:lnTo>
                <a:lnTo>
                  <a:pt x="3984704" y="120580"/>
                </a:lnTo>
                <a:lnTo>
                  <a:pt x="3985718" y="120711"/>
                </a:lnTo>
                <a:lnTo>
                  <a:pt x="3986701" y="120817"/>
                </a:lnTo>
                <a:lnTo>
                  <a:pt x="3987651" y="120900"/>
                </a:lnTo>
                <a:lnTo>
                  <a:pt x="3988565" y="120962"/>
                </a:lnTo>
                <a:lnTo>
                  <a:pt x="3989441" y="121008"/>
                </a:lnTo>
                <a:lnTo>
                  <a:pt x="3990277" y="121038"/>
                </a:lnTo>
                <a:lnTo>
                  <a:pt x="3991070" y="121057"/>
                </a:lnTo>
                <a:lnTo>
                  <a:pt x="3991817" y="121066"/>
                </a:lnTo>
                <a:lnTo>
                  <a:pt x="3992516" y="121068"/>
                </a:lnTo>
                <a:lnTo>
                  <a:pt x="3996199" y="120987"/>
                </a:lnTo>
                <a:lnTo>
                  <a:pt x="3999636" y="120748"/>
                </a:lnTo>
                <a:lnTo>
                  <a:pt x="4002835" y="120363"/>
                </a:lnTo>
                <a:lnTo>
                  <a:pt x="4005806" y="119840"/>
                </a:lnTo>
                <a:lnTo>
                  <a:pt x="4008555" y="119190"/>
                </a:lnTo>
                <a:lnTo>
                  <a:pt x="4011090" y="118423"/>
                </a:lnTo>
                <a:lnTo>
                  <a:pt x="4013419" y="117548"/>
                </a:lnTo>
                <a:lnTo>
                  <a:pt x="4015551" y="116576"/>
                </a:lnTo>
                <a:lnTo>
                  <a:pt x="4017492" y="115516"/>
                </a:lnTo>
                <a:lnTo>
                  <a:pt x="4019251" y="114378"/>
                </a:lnTo>
                <a:lnTo>
                  <a:pt x="4020836" y="113172"/>
                </a:lnTo>
                <a:lnTo>
                  <a:pt x="4022254" y="111908"/>
                </a:lnTo>
                <a:lnTo>
                  <a:pt x="4023514" y="110596"/>
                </a:lnTo>
                <a:lnTo>
                  <a:pt x="4024622" y="109245"/>
                </a:lnTo>
                <a:lnTo>
                  <a:pt x="4025588" y="107866"/>
                </a:lnTo>
                <a:lnTo>
                  <a:pt x="4026419" y="106468"/>
                </a:lnTo>
                <a:lnTo>
                  <a:pt x="4027123" y="105062"/>
                </a:lnTo>
                <a:lnTo>
                  <a:pt x="4027707" y="103656"/>
                </a:lnTo>
                <a:lnTo>
                  <a:pt x="4028180" y="102262"/>
                </a:lnTo>
                <a:lnTo>
                  <a:pt x="4028549" y="100888"/>
                </a:lnTo>
                <a:lnTo>
                  <a:pt x="4028823" y="99545"/>
                </a:lnTo>
                <a:lnTo>
                  <a:pt x="4029008" y="98243"/>
                </a:lnTo>
                <a:lnTo>
                  <a:pt x="4029114" y="96991"/>
                </a:lnTo>
                <a:lnTo>
                  <a:pt x="4029147" y="95800"/>
                </a:lnTo>
                <a:lnTo>
                  <a:pt x="4029021" y="93373"/>
                </a:lnTo>
                <a:lnTo>
                  <a:pt x="4028654" y="91108"/>
                </a:lnTo>
                <a:lnTo>
                  <a:pt x="4028067" y="88999"/>
                </a:lnTo>
                <a:lnTo>
                  <a:pt x="4027276" y="87040"/>
                </a:lnTo>
                <a:lnTo>
                  <a:pt x="4026303" y="85225"/>
                </a:lnTo>
                <a:lnTo>
                  <a:pt x="4025165" y="83549"/>
                </a:lnTo>
                <a:close/>
                <a:moveTo>
                  <a:pt x="4328811" y="83549"/>
                </a:moveTo>
                <a:lnTo>
                  <a:pt x="4327527" y="82006"/>
                </a:lnTo>
                <a:lnTo>
                  <a:pt x="4326116" y="80590"/>
                </a:lnTo>
                <a:lnTo>
                  <a:pt x="4324598" y="79297"/>
                </a:lnTo>
                <a:lnTo>
                  <a:pt x="4322991" y="78120"/>
                </a:lnTo>
                <a:lnTo>
                  <a:pt x="4321314" y="77053"/>
                </a:lnTo>
                <a:lnTo>
                  <a:pt x="4319586" y="76092"/>
                </a:lnTo>
                <a:lnTo>
                  <a:pt x="4317826" y="75230"/>
                </a:lnTo>
                <a:lnTo>
                  <a:pt x="4316052" y="74463"/>
                </a:lnTo>
                <a:lnTo>
                  <a:pt x="4314284" y="73783"/>
                </a:lnTo>
                <a:lnTo>
                  <a:pt x="4312541" y="73186"/>
                </a:lnTo>
                <a:lnTo>
                  <a:pt x="4310842" y="72666"/>
                </a:lnTo>
                <a:lnTo>
                  <a:pt x="4309204" y="72218"/>
                </a:lnTo>
                <a:lnTo>
                  <a:pt x="4307649" y="71835"/>
                </a:lnTo>
                <a:lnTo>
                  <a:pt x="4306193" y="71513"/>
                </a:lnTo>
                <a:lnTo>
                  <a:pt x="4304857" y="71245"/>
                </a:lnTo>
                <a:lnTo>
                  <a:pt x="4303658" y="71026"/>
                </a:lnTo>
                <a:lnTo>
                  <a:pt x="4302617" y="70851"/>
                </a:lnTo>
                <a:lnTo>
                  <a:pt x="4301752" y="70713"/>
                </a:lnTo>
                <a:lnTo>
                  <a:pt x="4288643" y="68398"/>
                </a:lnTo>
                <a:lnTo>
                  <a:pt x="4287906" y="68293"/>
                </a:lnTo>
                <a:lnTo>
                  <a:pt x="4287100" y="68170"/>
                </a:lnTo>
                <a:lnTo>
                  <a:pt x="4286234" y="68029"/>
                </a:lnTo>
                <a:lnTo>
                  <a:pt x="4285316" y="67866"/>
                </a:lnTo>
                <a:lnTo>
                  <a:pt x="4284356" y="67681"/>
                </a:lnTo>
                <a:lnTo>
                  <a:pt x="4283362" y="67471"/>
                </a:lnTo>
                <a:lnTo>
                  <a:pt x="4282343" y="67237"/>
                </a:lnTo>
                <a:lnTo>
                  <a:pt x="4281309" y="66975"/>
                </a:lnTo>
                <a:lnTo>
                  <a:pt x="4280269" y="66684"/>
                </a:lnTo>
                <a:lnTo>
                  <a:pt x="4279230" y="66363"/>
                </a:lnTo>
                <a:lnTo>
                  <a:pt x="4278203" y="66009"/>
                </a:lnTo>
                <a:lnTo>
                  <a:pt x="4277196" y="65623"/>
                </a:lnTo>
                <a:lnTo>
                  <a:pt x="4276218" y="65201"/>
                </a:lnTo>
                <a:lnTo>
                  <a:pt x="4275278" y="64742"/>
                </a:lnTo>
                <a:lnTo>
                  <a:pt x="4274385" y="64245"/>
                </a:lnTo>
                <a:lnTo>
                  <a:pt x="4273548" y="63708"/>
                </a:lnTo>
                <a:lnTo>
                  <a:pt x="4272776" y="63130"/>
                </a:lnTo>
                <a:lnTo>
                  <a:pt x="4272078" y="62508"/>
                </a:lnTo>
                <a:lnTo>
                  <a:pt x="4271463" y="61842"/>
                </a:lnTo>
                <a:lnTo>
                  <a:pt x="4270939" y="61129"/>
                </a:lnTo>
                <a:lnTo>
                  <a:pt x="4270516" y="60368"/>
                </a:lnTo>
                <a:lnTo>
                  <a:pt x="4270203" y="59558"/>
                </a:lnTo>
                <a:lnTo>
                  <a:pt x="4270009" y="58697"/>
                </a:lnTo>
                <a:lnTo>
                  <a:pt x="4269942" y="57783"/>
                </a:lnTo>
                <a:lnTo>
                  <a:pt x="4269975" y="57152"/>
                </a:lnTo>
                <a:lnTo>
                  <a:pt x="4270074" y="56513"/>
                </a:lnTo>
                <a:lnTo>
                  <a:pt x="4270243" y="55871"/>
                </a:lnTo>
                <a:lnTo>
                  <a:pt x="4270484" y="55227"/>
                </a:lnTo>
                <a:lnTo>
                  <a:pt x="4270800" y="54585"/>
                </a:lnTo>
                <a:lnTo>
                  <a:pt x="4271192" y="53949"/>
                </a:lnTo>
                <a:lnTo>
                  <a:pt x="4271665" y="53320"/>
                </a:lnTo>
                <a:lnTo>
                  <a:pt x="4272220" y="52702"/>
                </a:lnTo>
                <a:lnTo>
                  <a:pt x="4272860" y="52099"/>
                </a:lnTo>
                <a:lnTo>
                  <a:pt x="4273588" y="51512"/>
                </a:lnTo>
                <a:lnTo>
                  <a:pt x="4274406" y="50946"/>
                </a:lnTo>
                <a:lnTo>
                  <a:pt x="4275316" y="50402"/>
                </a:lnTo>
                <a:lnTo>
                  <a:pt x="4276322" y="49885"/>
                </a:lnTo>
                <a:lnTo>
                  <a:pt x="4277426" y="49397"/>
                </a:lnTo>
                <a:lnTo>
                  <a:pt x="4278631" y="48941"/>
                </a:lnTo>
                <a:lnTo>
                  <a:pt x="4279939" y="48521"/>
                </a:lnTo>
                <a:lnTo>
                  <a:pt x="4281352" y="48138"/>
                </a:lnTo>
                <a:lnTo>
                  <a:pt x="4282874" y="47797"/>
                </a:lnTo>
                <a:lnTo>
                  <a:pt x="4284507" y="47500"/>
                </a:lnTo>
                <a:lnTo>
                  <a:pt x="4286253" y="47250"/>
                </a:lnTo>
                <a:lnTo>
                  <a:pt x="4288116" y="47050"/>
                </a:lnTo>
                <a:lnTo>
                  <a:pt x="4290097" y="46904"/>
                </a:lnTo>
                <a:lnTo>
                  <a:pt x="4292200" y="46814"/>
                </a:lnTo>
                <a:lnTo>
                  <a:pt x="4294427" y="46783"/>
                </a:lnTo>
                <a:lnTo>
                  <a:pt x="4296358" y="46813"/>
                </a:lnTo>
                <a:lnTo>
                  <a:pt x="4298156" y="46900"/>
                </a:lnTo>
                <a:lnTo>
                  <a:pt x="4299825" y="47042"/>
                </a:lnTo>
                <a:lnTo>
                  <a:pt x="4301370" y="47235"/>
                </a:lnTo>
                <a:lnTo>
                  <a:pt x="4302796" y="47478"/>
                </a:lnTo>
                <a:lnTo>
                  <a:pt x="4304108" y="47766"/>
                </a:lnTo>
                <a:lnTo>
                  <a:pt x="4305310" y="48098"/>
                </a:lnTo>
                <a:lnTo>
                  <a:pt x="4306408" y="48470"/>
                </a:lnTo>
                <a:lnTo>
                  <a:pt x="4307406" y="48880"/>
                </a:lnTo>
                <a:lnTo>
                  <a:pt x="4308309" y="49324"/>
                </a:lnTo>
                <a:lnTo>
                  <a:pt x="4309122" y="49800"/>
                </a:lnTo>
                <a:lnTo>
                  <a:pt x="4309850" y="50305"/>
                </a:lnTo>
                <a:lnTo>
                  <a:pt x="4310497" y="50836"/>
                </a:lnTo>
                <a:lnTo>
                  <a:pt x="4311069" y="51391"/>
                </a:lnTo>
                <a:lnTo>
                  <a:pt x="4311571" y="51966"/>
                </a:lnTo>
                <a:lnTo>
                  <a:pt x="4312006" y="52558"/>
                </a:lnTo>
                <a:lnTo>
                  <a:pt x="4312381" y="53166"/>
                </a:lnTo>
                <a:lnTo>
                  <a:pt x="4312700" y="53785"/>
                </a:lnTo>
                <a:lnTo>
                  <a:pt x="4312968" y="54413"/>
                </a:lnTo>
                <a:lnTo>
                  <a:pt x="4313189" y="55047"/>
                </a:lnTo>
                <a:lnTo>
                  <a:pt x="4313368" y="55685"/>
                </a:lnTo>
                <a:lnTo>
                  <a:pt x="4313512" y="56323"/>
                </a:lnTo>
                <a:lnTo>
                  <a:pt x="4313623" y="56959"/>
                </a:lnTo>
                <a:lnTo>
                  <a:pt x="4313707" y="57589"/>
                </a:lnTo>
                <a:lnTo>
                  <a:pt x="4313732" y="57999"/>
                </a:lnTo>
                <a:lnTo>
                  <a:pt x="4313762" y="58408"/>
                </a:lnTo>
                <a:lnTo>
                  <a:pt x="4313798" y="58814"/>
                </a:lnTo>
                <a:lnTo>
                  <a:pt x="4313844" y="59215"/>
                </a:lnTo>
                <a:lnTo>
                  <a:pt x="4313901" y="59611"/>
                </a:lnTo>
                <a:lnTo>
                  <a:pt x="4313971" y="60000"/>
                </a:lnTo>
                <a:lnTo>
                  <a:pt x="4314058" y="60380"/>
                </a:lnTo>
                <a:lnTo>
                  <a:pt x="4314163" y="60750"/>
                </a:lnTo>
                <a:lnTo>
                  <a:pt x="4314289" y="61109"/>
                </a:lnTo>
                <a:lnTo>
                  <a:pt x="4314438" y="61455"/>
                </a:lnTo>
                <a:lnTo>
                  <a:pt x="4314612" y="61786"/>
                </a:lnTo>
                <a:lnTo>
                  <a:pt x="4314814" y="62102"/>
                </a:lnTo>
                <a:lnTo>
                  <a:pt x="4315047" y="62401"/>
                </a:lnTo>
                <a:lnTo>
                  <a:pt x="4315311" y="62681"/>
                </a:lnTo>
                <a:lnTo>
                  <a:pt x="4315611" y="62942"/>
                </a:lnTo>
                <a:lnTo>
                  <a:pt x="4315948" y="63181"/>
                </a:lnTo>
                <a:lnTo>
                  <a:pt x="4316324" y="63397"/>
                </a:lnTo>
                <a:lnTo>
                  <a:pt x="4316742" y="63589"/>
                </a:lnTo>
                <a:lnTo>
                  <a:pt x="4317205" y="63755"/>
                </a:lnTo>
                <a:lnTo>
                  <a:pt x="4317714" y="63895"/>
                </a:lnTo>
                <a:lnTo>
                  <a:pt x="4318271" y="64005"/>
                </a:lnTo>
                <a:lnTo>
                  <a:pt x="4318880" y="64086"/>
                </a:lnTo>
                <a:lnTo>
                  <a:pt x="4319543" y="64136"/>
                </a:lnTo>
                <a:lnTo>
                  <a:pt x="4320261" y="64153"/>
                </a:lnTo>
                <a:lnTo>
                  <a:pt x="4321070" y="64132"/>
                </a:lnTo>
                <a:lnTo>
                  <a:pt x="4321812" y="64071"/>
                </a:lnTo>
                <a:lnTo>
                  <a:pt x="4322489" y="63971"/>
                </a:lnTo>
                <a:lnTo>
                  <a:pt x="4323104" y="63835"/>
                </a:lnTo>
                <a:lnTo>
                  <a:pt x="4323661" y="63663"/>
                </a:lnTo>
                <a:lnTo>
                  <a:pt x="4324163" y="63459"/>
                </a:lnTo>
                <a:lnTo>
                  <a:pt x="4324611" y="63224"/>
                </a:lnTo>
                <a:lnTo>
                  <a:pt x="4325010" y="62959"/>
                </a:lnTo>
                <a:lnTo>
                  <a:pt x="4325362" y="62667"/>
                </a:lnTo>
                <a:lnTo>
                  <a:pt x="4325670" y="62349"/>
                </a:lnTo>
                <a:lnTo>
                  <a:pt x="4325937" y="62007"/>
                </a:lnTo>
                <a:lnTo>
                  <a:pt x="4326166" y="61643"/>
                </a:lnTo>
                <a:lnTo>
                  <a:pt x="4326360" y="61260"/>
                </a:lnTo>
                <a:lnTo>
                  <a:pt x="4326522" y="60858"/>
                </a:lnTo>
                <a:lnTo>
                  <a:pt x="4326654" y="60439"/>
                </a:lnTo>
                <a:lnTo>
                  <a:pt x="4326760" y="60006"/>
                </a:lnTo>
                <a:lnTo>
                  <a:pt x="4326842" y="59560"/>
                </a:lnTo>
                <a:lnTo>
                  <a:pt x="4326904" y="59104"/>
                </a:lnTo>
                <a:lnTo>
                  <a:pt x="4326949" y="58638"/>
                </a:lnTo>
                <a:lnTo>
                  <a:pt x="4326978" y="58165"/>
                </a:lnTo>
                <a:lnTo>
                  <a:pt x="4326997" y="57687"/>
                </a:lnTo>
                <a:lnTo>
                  <a:pt x="4327006" y="57205"/>
                </a:lnTo>
                <a:lnTo>
                  <a:pt x="4327009" y="56722"/>
                </a:lnTo>
                <a:lnTo>
                  <a:pt x="4327010" y="56239"/>
                </a:lnTo>
                <a:lnTo>
                  <a:pt x="4327010" y="42926"/>
                </a:lnTo>
                <a:lnTo>
                  <a:pt x="4327009" y="42532"/>
                </a:lnTo>
                <a:lnTo>
                  <a:pt x="4327006" y="42123"/>
                </a:lnTo>
                <a:lnTo>
                  <a:pt x="4326998" y="41702"/>
                </a:lnTo>
                <a:lnTo>
                  <a:pt x="4326983" y="41270"/>
                </a:lnTo>
                <a:lnTo>
                  <a:pt x="4326957" y="40832"/>
                </a:lnTo>
                <a:lnTo>
                  <a:pt x="4326919" y="40391"/>
                </a:lnTo>
                <a:lnTo>
                  <a:pt x="4326866" y="39948"/>
                </a:lnTo>
                <a:lnTo>
                  <a:pt x="4326795" y="39507"/>
                </a:lnTo>
                <a:lnTo>
                  <a:pt x="4326705" y="39070"/>
                </a:lnTo>
                <a:lnTo>
                  <a:pt x="4326591" y="38641"/>
                </a:lnTo>
                <a:lnTo>
                  <a:pt x="4326453" y="38223"/>
                </a:lnTo>
                <a:lnTo>
                  <a:pt x="4326286" y="37818"/>
                </a:lnTo>
                <a:lnTo>
                  <a:pt x="4326090" y="37428"/>
                </a:lnTo>
                <a:lnTo>
                  <a:pt x="4325861" y="37058"/>
                </a:lnTo>
                <a:lnTo>
                  <a:pt x="4325597" y="36710"/>
                </a:lnTo>
                <a:lnTo>
                  <a:pt x="4325295" y="36386"/>
                </a:lnTo>
                <a:lnTo>
                  <a:pt x="4324953" y="36089"/>
                </a:lnTo>
                <a:lnTo>
                  <a:pt x="4324569" y="35823"/>
                </a:lnTo>
                <a:lnTo>
                  <a:pt x="4324139" y="35590"/>
                </a:lnTo>
                <a:lnTo>
                  <a:pt x="4323661" y="35393"/>
                </a:lnTo>
                <a:lnTo>
                  <a:pt x="4323133" y="35235"/>
                </a:lnTo>
                <a:lnTo>
                  <a:pt x="4322553" y="35118"/>
                </a:lnTo>
                <a:lnTo>
                  <a:pt x="4321917" y="35046"/>
                </a:lnTo>
                <a:lnTo>
                  <a:pt x="4321223" y="35021"/>
                </a:lnTo>
                <a:lnTo>
                  <a:pt x="4320665" y="35035"/>
                </a:lnTo>
                <a:lnTo>
                  <a:pt x="4320145" y="35075"/>
                </a:lnTo>
                <a:lnTo>
                  <a:pt x="4319663" y="35140"/>
                </a:lnTo>
                <a:lnTo>
                  <a:pt x="4319216" y="35228"/>
                </a:lnTo>
                <a:lnTo>
                  <a:pt x="4318803" y="35336"/>
                </a:lnTo>
                <a:lnTo>
                  <a:pt x="4318423" y="35464"/>
                </a:lnTo>
                <a:lnTo>
                  <a:pt x="4318074" y="35610"/>
                </a:lnTo>
                <a:lnTo>
                  <a:pt x="4317754" y="35772"/>
                </a:lnTo>
                <a:lnTo>
                  <a:pt x="4317463" y="35947"/>
                </a:lnTo>
                <a:lnTo>
                  <a:pt x="4317198" y="36135"/>
                </a:lnTo>
                <a:lnTo>
                  <a:pt x="4316958" y="36333"/>
                </a:lnTo>
                <a:lnTo>
                  <a:pt x="4316742" y="36540"/>
                </a:lnTo>
                <a:lnTo>
                  <a:pt x="4316548" y="36755"/>
                </a:lnTo>
                <a:lnTo>
                  <a:pt x="4316374" y="36974"/>
                </a:lnTo>
                <a:lnTo>
                  <a:pt x="4316220" y="37197"/>
                </a:lnTo>
                <a:lnTo>
                  <a:pt x="4316083" y="37422"/>
                </a:lnTo>
                <a:lnTo>
                  <a:pt x="4315962" y="37647"/>
                </a:lnTo>
                <a:lnTo>
                  <a:pt x="4315856" y="37870"/>
                </a:lnTo>
                <a:lnTo>
                  <a:pt x="4315762" y="38089"/>
                </a:lnTo>
                <a:lnTo>
                  <a:pt x="4315681" y="38303"/>
                </a:lnTo>
                <a:lnTo>
                  <a:pt x="4315609" y="38511"/>
                </a:lnTo>
                <a:lnTo>
                  <a:pt x="4315546" y="38709"/>
                </a:lnTo>
                <a:lnTo>
                  <a:pt x="4315490" y="38897"/>
                </a:lnTo>
                <a:lnTo>
                  <a:pt x="4315440" y="39072"/>
                </a:lnTo>
                <a:lnTo>
                  <a:pt x="4314380" y="38587"/>
                </a:lnTo>
                <a:lnTo>
                  <a:pt x="4313322" y="38142"/>
                </a:lnTo>
                <a:lnTo>
                  <a:pt x="4312269" y="37735"/>
                </a:lnTo>
                <a:lnTo>
                  <a:pt x="4311221" y="37366"/>
                </a:lnTo>
                <a:lnTo>
                  <a:pt x="4310182" y="37031"/>
                </a:lnTo>
                <a:lnTo>
                  <a:pt x="4309154" y="36730"/>
                </a:lnTo>
                <a:lnTo>
                  <a:pt x="4308138" y="36461"/>
                </a:lnTo>
                <a:lnTo>
                  <a:pt x="4307136" y="36222"/>
                </a:lnTo>
                <a:lnTo>
                  <a:pt x="4306152" y="36010"/>
                </a:lnTo>
                <a:lnTo>
                  <a:pt x="4305186" y="35825"/>
                </a:lnTo>
                <a:lnTo>
                  <a:pt x="4304241" y="35665"/>
                </a:lnTo>
                <a:lnTo>
                  <a:pt x="4303319" y="35528"/>
                </a:lnTo>
                <a:lnTo>
                  <a:pt x="4302422" y="35411"/>
                </a:lnTo>
                <a:lnTo>
                  <a:pt x="4301552" y="35314"/>
                </a:lnTo>
                <a:lnTo>
                  <a:pt x="4300712" y="35235"/>
                </a:lnTo>
                <a:lnTo>
                  <a:pt x="4299903" y="35171"/>
                </a:lnTo>
                <a:lnTo>
                  <a:pt x="4299128" y="35122"/>
                </a:lnTo>
                <a:lnTo>
                  <a:pt x="4298388" y="35085"/>
                </a:lnTo>
                <a:lnTo>
                  <a:pt x="4297685" y="35058"/>
                </a:lnTo>
                <a:lnTo>
                  <a:pt x="4297023" y="35040"/>
                </a:lnTo>
                <a:lnTo>
                  <a:pt x="4296402" y="35029"/>
                </a:lnTo>
                <a:lnTo>
                  <a:pt x="4295825" y="35024"/>
                </a:lnTo>
                <a:lnTo>
                  <a:pt x="4295295" y="35022"/>
                </a:lnTo>
                <a:lnTo>
                  <a:pt x="4294812" y="35021"/>
                </a:lnTo>
                <a:lnTo>
                  <a:pt x="4290930" y="35102"/>
                </a:lnTo>
                <a:lnTo>
                  <a:pt x="4287328" y="35337"/>
                </a:lnTo>
                <a:lnTo>
                  <a:pt x="4283994" y="35714"/>
                </a:lnTo>
                <a:lnTo>
                  <a:pt x="4280919" y="36225"/>
                </a:lnTo>
                <a:lnTo>
                  <a:pt x="4278093" y="36858"/>
                </a:lnTo>
                <a:lnTo>
                  <a:pt x="4275505" y="37601"/>
                </a:lnTo>
                <a:lnTo>
                  <a:pt x="4273146" y="38445"/>
                </a:lnTo>
                <a:lnTo>
                  <a:pt x="4271005" y="39379"/>
                </a:lnTo>
                <a:lnTo>
                  <a:pt x="4269072" y="40392"/>
                </a:lnTo>
                <a:lnTo>
                  <a:pt x="4267338" y="41473"/>
                </a:lnTo>
                <a:lnTo>
                  <a:pt x="4265791" y="42612"/>
                </a:lnTo>
                <a:lnTo>
                  <a:pt x="4264422" y="43798"/>
                </a:lnTo>
                <a:lnTo>
                  <a:pt x="4263221" y="45019"/>
                </a:lnTo>
                <a:lnTo>
                  <a:pt x="4262178" y="46267"/>
                </a:lnTo>
                <a:lnTo>
                  <a:pt x="4261282" y="47529"/>
                </a:lnTo>
                <a:lnTo>
                  <a:pt x="4260523" y="48795"/>
                </a:lnTo>
                <a:lnTo>
                  <a:pt x="4259891" y="50054"/>
                </a:lnTo>
                <a:lnTo>
                  <a:pt x="4259377" y="51297"/>
                </a:lnTo>
                <a:lnTo>
                  <a:pt x="4258969" y="52510"/>
                </a:lnTo>
                <a:lnTo>
                  <a:pt x="4258659" y="53686"/>
                </a:lnTo>
                <a:lnTo>
                  <a:pt x="4258434" y="54811"/>
                </a:lnTo>
                <a:lnTo>
                  <a:pt x="4258287" y="55876"/>
                </a:lnTo>
                <a:lnTo>
                  <a:pt x="4258206" y="56871"/>
                </a:lnTo>
                <a:lnTo>
                  <a:pt x="4258181" y="57783"/>
                </a:lnTo>
                <a:lnTo>
                  <a:pt x="4258285" y="59928"/>
                </a:lnTo>
                <a:lnTo>
                  <a:pt x="4258590" y="61929"/>
                </a:lnTo>
                <a:lnTo>
                  <a:pt x="4259086" y="63790"/>
                </a:lnTo>
                <a:lnTo>
                  <a:pt x="4259763" y="65519"/>
                </a:lnTo>
                <a:lnTo>
                  <a:pt x="4260611" y="67121"/>
                </a:lnTo>
                <a:lnTo>
                  <a:pt x="4261621" y="68603"/>
                </a:lnTo>
                <a:lnTo>
                  <a:pt x="4262783" y="69970"/>
                </a:lnTo>
                <a:lnTo>
                  <a:pt x="4264086" y="71228"/>
                </a:lnTo>
                <a:lnTo>
                  <a:pt x="4265521" y="72384"/>
                </a:lnTo>
                <a:lnTo>
                  <a:pt x="4267079" y="73443"/>
                </a:lnTo>
                <a:lnTo>
                  <a:pt x="4268748" y="74412"/>
                </a:lnTo>
                <a:lnTo>
                  <a:pt x="4270520" y="75297"/>
                </a:lnTo>
                <a:lnTo>
                  <a:pt x="4272384" y="76103"/>
                </a:lnTo>
                <a:lnTo>
                  <a:pt x="4274330" y="76836"/>
                </a:lnTo>
                <a:lnTo>
                  <a:pt x="4276349" y="77504"/>
                </a:lnTo>
                <a:lnTo>
                  <a:pt x="4278431" y="78111"/>
                </a:lnTo>
                <a:lnTo>
                  <a:pt x="4280566" y="78664"/>
                </a:lnTo>
                <a:lnTo>
                  <a:pt x="4282744" y="79168"/>
                </a:lnTo>
                <a:lnTo>
                  <a:pt x="4284955" y="79630"/>
                </a:lnTo>
                <a:lnTo>
                  <a:pt x="4287190" y="80056"/>
                </a:lnTo>
                <a:lnTo>
                  <a:pt x="4289437" y="80452"/>
                </a:lnTo>
                <a:lnTo>
                  <a:pt x="4291689" y="80824"/>
                </a:lnTo>
                <a:lnTo>
                  <a:pt x="4293934" y="81178"/>
                </a:lnTo>
                <a:lnTo>
                  <a:pt x="4296162" y="81519"/>
                </a:lnTo>
                <a:lnTo>
                  <a:pt x="4297373" y="81718"/>
                </a:lnTo>
                <a:lnTo>
                  <a:pt x="4298636" y="81929"/>
                </a:lnTo>
                <a:lnTo>
                  <a:pt x="4299943" y="82157"/>
                </a:lnTo>
                <a:lnTo>
                  <a:pt x="4301284" y="82403"/>
                </a:lnTo>
                <a:lnTo>
                  <a:pt x="4302651" y="82671"/>
                </a:lnTo>
                <a:lnTo>
                  <a:pt x="4304033" y="82964"/>
                </a:lnTo>
                <a:lnTo>
                  <a:pt x="4305422" y="83285"/>
                </a:lnTo>
                <a:lnTo>
                  <a:pt x="4306808" y="83636"/>
                </a:lnTo>
                <a:lnTo>
                  <a:pt x="4308182" y="84020"/>
                </a:lnTo>
                <a:lnTo>
                  <a:pt x="4309535" y="84441"/>
                </a:lnTo>
                <a:lnTo>
                  <a:pt x="4310857" y="84901"/>
                </a:lnTo>
                <a:lnTo>
                  <a:pt x="4312139" y="85404"/>
                </a:lnTo>
                <a:lnTo>
                  <a:pt x="4313372" y="85952"/>
                </a:lnTo>
                <a:lnTo>
                  <a:pt x="4314547" y="86548"/>
                </a:lnTo>
                <a:lnTo>
                  <a:pt x="4315654" y="87195"/>
                </a:lnTo>
                <a:lnTo>
                  <a:pt x="4316683" y="87896"/>
                </a:lnTo>
                <a:lnTo>
                  <a:pt x="4317627" y="88654"/>
                </a:lnTo>
                <a:lnTo>
                  <a:pt x="4318475" y="89471"/>
                </a:lnTo>
                <a:lnTo>
                  <a:pt x="4319217" y="90352"/>
                </a:lnTo>
                <a:lnTo>
                  <a:pt x="4319846" y="91298"/>
                </a:lnTo>
                <a:lnTo>
                  <a:pt x="4320351" y="92313"/>
                </a:lnTo>
                <a:lnTo>
                  <a:pt x="4320723" y="93400"/>
                </a:lnTo>
                <a:lnTo>
                  <a:pt x="4320953" y="94561"/>
                </a:lnTo>
                <a:lnTo>
                  <a:pt x="4321032" y="95800"/>
                </a:lnTo>
                <a:lnTo>
                  <a:pt x="4320995" y="96688"/>
                </a:lnTo>
                <a:lnTo>
                  <a:pt x="4320882" y="97565"/>
                </a:lnTo>
                <a:lnTo>
                  <a:pt x="4320691" y="98430"/>
                </a:lnTo>
                <a:lnTo>
                  <a:pt x="4320422" y="99280"/>
                </a:lnTo>
                <a:lnTo>
                  <a:pt x="4320074" y="100111"/>
                </a:lnTo>
                <a:lnTo>
                  <a:pt x="4319643" y="100923"/>
                </a:lnTo>
                <a:lnTo>
                  <a:pt x="4319130" y="101712"/>
                </a:lnTo>
                <a:lnTo>
                  <a:pt x="4318533" y="102476"/>
                </a:lnTo>
                <a:lnTo>
                  <a:pt x="4317850" y="103212"/>
                </a:lnTo>
                <a:lnTo>
                  <a:pt x="4317079" y="103918"/>
                </a:lnTo>
                <a:lnTo>
                  <a:pt x="4316221" y="104593"/>
                </a:lnTo>
                <a:lnTo>
                  <a:pt x="4315272" y="105232"/>
                </a:lnTo>
                <a:lnTo>
                  <a:pt x="4314232" y="105834"/>
                </a:lnTo>
                <a:lnTo>
                  <a:pt x="4313099" y="106397"/>
                </a:lnTo>
                <a:lnTo>
                  <a:pt x="4311872" y="106917"/>
                </a:lnTo>
                <a:lnTo>
                  <a:pt x="4310549" y="107394"/>
                </a:lnTo>
                <a:lnTo>
                  <a:pt x="4309130" y="107823"/>
                </a:lnTo>
                <a:lnTo>
                  <a:pt x="4307611" y="108203"/>
                </a:lnTo>
                <a:lnTo>
                  <a:pt x="4305993" y="108531"/>
                </a:lnTo>
                <a:lnTo>
                  <a:pt x="4304273" y="108804"/>
                </a:lnTo>
                <a:lnTo>
                  <a:pt x="4302451" y="109022"/>
                </a:lnTo>
                <a:lnTo>
                  <a:pt x="4300525" y="109180"/>
                </a:lnTo>
                <a:lnTo>
                  <a:pt x="4298493" y="109277"/>
                </a:lnTo>
                <a:lnTo>
                  <a:pt x="4296354" y="109309"/>
                </a:lnTo>
                <a:lnTo>
                  <a:pt x="4295212" y="109297"/>
                </a:lnTo>
                <a:lnTo>
                  <a:pt x="4294057" y="109259"/>
                </a:lnTo>
                <a:lnTo>
                  <a:pt x="4292889" y="109189"/>
                </a:lnTo>
                <a:lnTo>
                  <a:pt x="4291714" y="109082"/>
                </a:lnTo>
                <a:lnTo>
                  <a:pt x="4290534" y="108935"/>
                </a:lnTo>
                <a:lnTo>
                  <a:pt x="4289353" y="108742"/>
                </a:lnTo>
                <a:lnTo>
                  <a:pt x="4288174" y="108499"/>
                </a:lnTo>
                <a:lnTo>
                  <a:pt x="4287000" y="108201"/>
                </a:lnTo>
                <a:lnTo>
                  <a:pt x="4285835" y="107843"/>
                </a:lnTo>
                <a:lnTo>
                  <a:pt x="4284682" y="107422"/>
                </a:lnTo>
                <a:lnTo>
                  <a:pt x="4283544" y="106931"/>
                </a:lnTo>
                <a:lnTo>
                  <a:pt x="4282425" y="106366"/>
                </a:lnTo>
                <a:lnTo>
                  <a:pt x="4281328" y="105723"/>
                </a:lnTo>
                <a:lnTo>
                  <a:pt x="4280257" y="104997"/>
                </a:lnTo>
                <a:lnTo>
                  <a:pt x="4279214" y="104183"/>
                </a:lnTo>
                <a:lnTo>
                  <a:pt x="4278203" y="103276"/>
                </a:lnTo>
                <a:lnTo>
                  <a:pt x="4277228" y="102273"/>
                </a:lnTo>
                <a:lnTo>
                  <a:pt x="4276292" y="101167"/>
                </a:lnTo>
                <a:lnTo>
                  <a:pt x="4275398" y="99955"/>
                </a:lnTo>
                <a:lnTo>
                  <a:pt x="4274550" y="98632"/>
                </a:lnTo>
                <a:lnTo>
                  <a:pt x="4273750" y="97193"/>
                </a:lnTo>
                <a:lnTo>
                  <a:pt x="4273003" y="95634"/>
                </a:lnTo>
                <a:lnTo>
                  <a:pt x="4272311" y="93949"/>
                </a:lnTo>
                <a:lnTo>
                  <a:pt x="4271678" y="92134"/>
                </a:lnTo>
                <a:lnTo>
                  <a:pt x="4271558" y="91707"/>
                </a:lnTo>
                <a:lnTo>
                  <a:pt x="4271438" y="91294"/>
                </a:lnTo>
                <a:lnTo>
                  <a:pt x="4271317" y="90896"/>
                </a:lnTo>
                <a:lnTo>
                  <a:pt x="4271191" y="90513"/>
                </a:lnTo>
                <a:lnTo>
                  <a:pt x="4271060" y="90146"/>
                </a:lnTo>
                <a:lnTo>
                  <a:pt x="4270921" y="89794"/>
                </a:lnTo>
                <a:lnTo>
                  <a:pt x="4270773" y="89458"/>
                </a:lnTo>
                <a:lnTo>
                  <a:pt x="4270613" y="89139"/>
                </a:lnTo>
                <a:lnTo>
                  <a:pt x="4270440" y="88837"/>
                </a:lnTo>
                <a:lnTo>
                  <a:pt x="4270252" y="88551"/>
                </a:lnTo>
                <a:lnTo>
                  <a:pt x="4270046" y="88283"/>
                </a:lnTo>
                <a:lnTo>
                  <a:pt x="4269822" y="88033"/>
                </a:lnTo>
                <a:lnTo>
                  <a:pt x="4269576" y="87801"/>
                </a:lnTo>
                <a:lnTo>
                  <a:pt x="4269307" y="87588"/>
                </a:lnTo>
                <a:lnTo>
                  <a:pt x="4269013" y="87393"/>
                </a:lnTo>
                <a:lnTo>
                  <a:pt x="4268693" y="87217"/>
                </a:lnTo>
                <a:lnTo>
                  <a:pt x="4268343" y="87061"/>
                </a:lnTo>
                <a:lnTo>
                  <a:pt x="4267963" y="86924"/>
                </a:lnTo>
                <a:lnTo>
                  <a:pt x="4267550" y="86808"/>
                </a:lnTo>
                <a:lnTo>
                  <a:pt x="4267103" y="86712"/>
                </a:lnTo>
                <a:lnTo>
                  <a:pt x="4266619" y="86636"/>
                </a:lnTo>
                <a:lnTo>
                  <a:pt x="4266097" y="86582"/>
                </a:lnTo>
                <a:lnTo>
                  <a:pt x="4265534" y="86549"/>
                </a:lnTo>
                <a:lnTo>
                  <a:pt x="4264930" y="86538"/>
                </a:lnTo>
                <a:lnTo>
                  <a:pt x="4264121" y="86559"/>
                </a:lnTo>
                <a:lnTo>
                  <a:pt x="4263379" y="86620"/>
                </a:lnTo>
                <a:lnTo>
                  <a:pt x="4262702" y="86720"/>
                </a:lnTo>
                <a:lnTo>
                  <a:pt x="4262086" y="86856"/>
                </a:lnTo>
                <a:lnTo>
                  <a:pt x="4261529" y="87027"/>
                </a:lnTo>
                <a:lnTo>
                  <a:pt x="4261028" y="87232"/>
                </a:lnTo>
                <a:lnTo>
                  <a:pt x="4260579" y="87467"/>
                </a:lnTo>
                <a:lnTo>
                  <a:pt x="4260181" y="87732"/>
                </a:lnTo>
                <a:lnTo>
                  <a:pt x="4259829" y="88024"/>
                </a:lnTo>
                <a:lnTo>
                  <a:pt x="4259521" y="88341"/>
                </a:lnTo>
                <a:lnTo>
                  <a:pt x="4259254" y="88683"/>
                </a:lnTo>
                <a:lnTo>
                  <a:pt x="4259025" y="89046"/>
                </a:lnTo>
                <a:lnTo>
                  <a:pt x="4258831" y="89430"/>
                </a:lnTo>
                <a:lnTo>
                  <a:pt x="4258669" y="89832"/>
                </a:lnTo>
                <a:lnTo>
                  <a:pt x="4258537" y="90250"/>
                </a:lnTo>
                <a:lnTo>
                  <a:pt x="4258431" y="90683"/>
                </a:lnTo>
                <a:lnTo>
                  <a:pt x="4258349" y="91128"/>
                </a:lnTo>
                <a:lnTo>
                  <a:pt x="4258287" y="91585"/>
                </a:lnTo>
                <a:lnTo>
                  <a:pt x="4258242" y="92050"/>
                </a:lnTo>
                <a:lnTo>
                  <a:pt x="4258212" y="92523"/>
                </a:lnTo>
                <a:lnTo>
                  <a:pt x="4258194" y="93001"/>
                </a:lnTo>
                <a:lnTo>
                  <a:pt x="4258185" y="93483"/>
                </a:lnTo>
                <a:lnTo>
                  <a:pt x="4258182" y="93966"/>
                </a:lnTo>
                <a:lnTo>
                  <a:pt x="4258181" y="94449"/>
                </a:lnTo>
                <a:lnTo>
                  <a:pt x="4258181" y="113166"/>
                </a:lnTo>
                <a:lnTo>
                  <a:pt x="4258182" y="113560"/>
                </a:lnTo>
                <a:lnTo>
                  <a:pt x="4258184" y="113969"/>
                </a:lnTo>
                <a:lnTo>
                  <a:pt x="4258192" y="114391"/>
                </a:lnTo>
                <a:lnTo>
                  <a:pt x="4258208" y="114822"/>
                </a:lnTo>
                <a:lnTo>
                  <a:pt x="4258233" y="115260"/>
                </a:lnTo>
                <a:lnTo>
                  <a:pt x="4258271" y="115702"/>
                </a:lnTo>
                <a:lnTo>
                  <a:pt x="4258325" y="116144"/>
                </a:lnTo>
                <a:lnTo>
                  <a:pt x="4258395" y="116585"/>
                </a:lnTo>
                <a:lnTo>
                  <a:pt x="4258486" y="117021"/>
                </a:lnTo>
                <a:lnTo>
                  <a:pt x="4258599" y="117450"/>
                </a:lnTo>
                <a:lnTo>
                  <a:pt x="4258738" y="117868"/>
                </a:lnTo>
                <a:lnTo>
                  <a:pt x="4258904" y="118274"/>
                </a:lnTo>
                <a:lnTo>
                  <a:pt x="4259100" y="118663"/>
                </a:lnTo>
                <a:lnTo>
                  <a:pt x="4259329" y="119033"/>
                </a:lnTo>
                <a:lnTo>
                  <a:pt x="4259593" y="119381"/>
                </a:lnTo>
                <a:lnTo>
                  <a:pt x="4259895" y="119705"/>
                </a:lnTo>
                <a:lnTo>
                  <a:pt x="4260237" y="120001"/>
                </a:lnTo>
                <a:lnTo>
                  <a:pt x="4260621" y="120267"/>
                </a:lnTo>
                <a:lnTo>
                  <a:pt x="4261051" y="120500"/>
                </a:lnTo>
                <a:lnTo>
                  <a:pt x="4261528" y="120697"/>
                </a:lnTo>
                <a:lnTo>
                  <a:pt x="4262056" y="120855"/>
                </a:lnTo>
                <a:lnTo>
                  <a:pt x="4262636" y="120972"/>
                </a:lnTo>
                <a:lnTo>
                  <a:pt x="4263271" y="121044"/>
                </a:lnTo>
                <a:lnTo>
                  <a:pt x="4263965" y="121068"/>
                </a:lnTo>
                <a:lnTo>
                  <a:pt x="4264188" y="121067"/>
                </a:lnTo>
                <a:lnTo>
                  <a:pt x="4264425" y="121060"/>
                </a:lnTo>
                <a:lnTo>
                  <a:pt x="4264675" y="121046"/>
                </a:lnTo>
                <a:lnTo>
                  <a:pt x="4264935" y="121021"/>
                </a:lnTo>
                <a:lnTo>
                  <a:pt x="4265206" y="120982"/>
                </a:lnTo>
                <a:lnTo>
                  <a:pt x="4265486" y="120927"/>
                </a:lnTo>
                <a:lnTo>
                  <a:pt x="4265775" y="120852"/>
                </a:lnTo>
                <a:lnTo>
                  <a:pt x="4266072" y="120755"/>
                </a:lnTo>
                <a:lnTo>
                  <a:pt x="4266375" y="120632"/>
                </a:lnTo>
                <a:lnTo>
                  <a:pt x="4266684" y="120480"/>
                </a:lnTo>
                <a:lnTo>
                  <a:pt x="4266998" y="120298"/>
                </a:lnTo>
                <a:lnTo>
                  <a:pt x="4267315" y="120081"/>
                </a:lnTo>
                <a:lnTo>
                  <a:pt x="4267636" y="119827"/>
                </a:lnTo>
                <a:lnTo>
                  <a:pt x="4267959" y="119533"/>
                </a:lnTo>
                <a:lnTo>
                  <a:pt x="4268283" y="119196"/>
                </a:lnTo>
                <a:lnTo>
                  <a:pt x="4268607" y="118813"/>
                </a:lnTo>
                <a:lnTo>
                  <a:pt x="4268930" y="118381"/>
                </a:lnTo>
                <a:lnTo>
                  <a:pt x="4269252" y="117897"/>
                </a:lnTo>
                <a:lnTo>
                  <a:pt x="4269572" y="117359"/>
                </a:lnTo>
                <a:lnTo>
                  <a:pt x="4269888" y="116763"/>
                </a:lnTo>
                <a:lnTo>
                  <a:pt x="4270199" y="116106"/>
                </a:lnTo>
                <a:lnTo>
                  <a:pt x="4270505" y="115386"/>
                </a:lnTo>
                <a:lnTo>
                  <a:pt x="4270806" y="114599"/>
                </a:lnTo>
                <a:lnTo>
                  <a:pt x="4271098" y="113743"/>
                </a:lnTo>
                <a:lnTo>
                  <a:pt x="4272283" y="114577"/>
                </a:lnTo>
                <a:lnTo>
                  <a:pt x="4273473" y="115345"/>
                </a:lnTo>
                <a:lnTo>
                  <a:pt x="4274666" y="116050"/>
                </a:lnTo>
                <a:lnTo>
                  <a:pt x="4275860" y="116695"/>
                </a:lnTo>
                <a:lnTo>
                  <a:pt x="4277052" y="117283"/>
                </a:lnTo>
                <a:lnTo>
                  <a:pt x="4278241" y="117815"/>
                </a:lnTo>
                <a:lnTo>
                  <a:pt x="4279422" y="118296"/>
                </a:lnTo>
                <a:lnTo>
                  <a:pt x="4280595" y="118727"/>
                </a:lnTo>
                <a:lnTo>
                  <a:pt x="4281757" y="119111"/>
                </a:lnTo>
                <a:lnTo>
                  <a:pt x="4282904" y="119450"/>
                </a:lnTo>
                <a:lnTo>
                  <a:pt x="4284036" y="119749"/>
                </a:lnTo>
                <a:lnTo>
                  <a:pt x="4285148" y="120008"/>
                </a:lnTo>
                <a:lnTo>
                  <a:pt x="4286240" y="120232"/>
                </a:lnTo>
                <a:lnTo>
                  <a:pt x="4287308" y="120421"/>
                </a:lnTo>
                <a:lnTo>
                  <a:pt x="4288350" y="120580"/>
                </a:lnTo>
                <a:lnTo>
                  <a:pt x="4289364" y="120711"/>
                </a:lnTo>
                <a:lnTo>
                  <a:pt x="4290347" y="120817"/>
                </a:lnTo>
                <a:lnTo>
                  <a:pt x="4291297" y="120900"/>
                </a:lnTo>
                <a:lnTo>
                  <a:pt x="4292211" y="120962"/>
                </a:lnTo>
                <a:lnTo>
                  <a:pt x="4293087" y="121008"/>
                </a:lnTo>
                <a:lnTo>
                  <a:pt x="4293923" y="121038"/>
                </a:lnTo>
                <a:lnTo>
                  <a:pt x="4294716" y="121057"/>
                </a:lnTo>
                <a:lnTo>
                  <a:pt x="4295463" y="121066"/>
                </a:lnTo>
                <a:lnTo>
                  <a:pt x="4296162" y="121068"/>
                </a:lnTo>
                <a:lnTo>
                  <a:pt x="4299845" y="120987"/>
                </a:lnTo>
                <a:lnTo>
                  <a:pt x="4303282" y="120748"/>
                </a:lnTo>
                <a:lnTo>
                  <a:pt x="4306481" y="120363"/>
                </a:lnTo>
                <a:lnTo>
                  <a:pt x="4309452" y="119840"/>
                </a:lnTo>
                <a:lnTo>
                  <a:pt x="4312201" y="119190"/>
                </a:lnTo>
                <a:lnTo>
                  <a:pt x="4314736" y="118423"/>
                </a:lnTo>
                <a:lnTo>
                  <a:pt x="4317065" y="117548"/>
                </a:lnTo>
                <a:lnTo>
                  <a:pt x="4319197" y="116576"/>
                </a:lnTo>
                <a:lnTo>
                  <a:pt x="4321138" y="115516"/>
                </a:lnTo>
                <a:lnTo>
                  <a:pt x="4322897" y="114378"/>
                </a:lnTo>
                <a:lnTo>
                  <a:pt x="4324482" y="113172"/>
                </a:lnTo>
                <a:lnTo>
                  <a:pt x="4325900" y="111908"/>
                </a:lnTo>
                <a:lnTo>
                  <a:pt x="4327160" y="110596"/>
                </a:lnTo>
                <a:lnTo>
                  <a:pt x="4328268" y="109245"/>
                </a:lnTo>
                <a:lnTo>
                  <a:pt x="4329234" y="107866"/>
                </a:lnTo>
                <a:lnTo>
                  <a:pt x="4330065" y="106468"/>
                </a:lnTo>
                <a:lnTo>
                  <a:pt x="4330769" y="105062"/>
                </a:lnTo>
                <a:lnTo>
                  <a:pt x="4331353" y="103656"/>
                </a:lnTo>
                <a:lnTo>
                  <a:pt x="4331826" y="102262"/>
                </a:lnTo>
                <a:lnTo>
                  <a:pt x="4332195" y="100888"/>
                </a:lnTo>
                <a:lnTo>
                  <a:pt x="4332469" y="99545"/>
                </a:lnTo>
                <a:lnTo>
                  <a:pt x="4332654" y="98243"/>
                </a:lnTo>
                <a:lnTo>
                  <a:pt x="4332760" y="96991"/>
                </a:lnTo>
                <a:lnTo>
                  <a:pt x="4332793" y="95800"/>
                </a:lnTo>
                <a:lnTo>
                  <a:pt x="4332667" y="93373"/>
                </a:lnTo>
                <a:lnTo>
                  <a:pt x="4332300" y="91108"/>
                </a:lnTo>
                <a:lnTo>
                  <a:pt x="4331712" y="88999"/>
                </a:lnTo>
                <a:lnTo>
                  <a:pt x="4330922" y="87040"/>
                </a:lnTo>
                <a:lnTo>
                  <a:pt x="4329949" y="85225"/>
                </a:lnTo>
                <a:lnTo>
                  <a:pt x="4328811" y="83549"/>
                </a:lnTo>
                <a:close/>
                <a:moveTo>
                  <a:pt x="4634842" y="61310"/>
                </a:moveTo>
                <a:lnTo>
                  <a:pt x="4633759" y="58764"/>
                </a:lnTo>
                <a:lnTo>
                  <a:pt x="4632532" y="56314"/>
                </a:lnTo>
                <a:lnTo>
                  <a:pt x="4631169" y="53964"/>
                </a:lnTo>
                <a:lnTo>
                  <a:pt x="4629674" y="51722"/>
                </a:lnTo>
                <a:lnTo>
                  <a:pt x="4628055" y="49594"/>
                </a:lnTo>
                <a:lnTo>
                  <a:pt x="4626317" y="47585"/>
                </a:lnTo>
                <a:lnTo>
                  <a:pt x="4624466" y="45701"/>
                </a:lnTo>
                <a:lnTo>
                  <a:pt x="4622509" y="43949"/>
                </a:lnTo>
                <a:lnTo>
                  <a:pt x="4620452" y="42336"/>
                </a:lnTo>
                <a:lnTo>
                  <a:pt x="4618301" y="40866"/>
                </a:lnTo>
                <a:lnTo>
                  <a:pt x="4616063" y="39546"/>
                </a:lnTo>
                <a:lnTo>
                  <a:pt x="4613743" y="38382"/>
                </a:lnTo>
                <a:lnTo>
                  <a:pt x="4611347" y="37381"/>
                </a:lnTo>
                <a:lnTo>
                  <a:pt x="4608883" y="36548"/>
                </a:lnTo>
                <a:lnTo>
                  <a:pt x="4606356" y="35889"/>
                </a:lnTo>
                <a:lnTo>
                  <a:pt x="4603772" y="35411"/>
                </a:lnTo>
                <a:lnTo>
                  <a:pt x="4601137" y="35120"/>
                </a:lnTo>
                <a:lnTo>
                  <a:pt x="4598458" y="35021"/>
                </a:lnTo>
                <a:lnTo>
                  <a:pt x="4595779" y="35120"/>
                </a:lnTo>
                <a:lnTo>
                  <a:pt x="4593144" y="35411"/>
                </a:lnTo>
                <a:lnTo>
                  <a:pt x="4590560" y="35889"/>
                </a:lnTo>
                <a:lnTo>
                  <a:pt x="4588033" y="36548"/>
                </a:lnTo>
                <a:lnTo>
                  <a:pt x="4585569" y="37381"/>
                </a:lnTo>
                <a:lnTo>
                  <a:pt x="4583173" y="38382"/>
                </a:lnTo>
                <a:lnTo>
                  <a:pt x="4580853" y="39546"/>
                </a:lnTo>
                <a:lnTo>
                  <a:pt x="4578615" y="40866"/>
                </a:lnTo>
                <a:lnTo>
                  <a:pt x="4576464" y="42336"/>
                </a:lnTo>
                <a:lnTo>
                  <a:pt x="4574407" y="43949"/>
                </a:lnTo>
                <a:lnTo>
                  <a:pt x="4572450" y="45701"/>
                </a:lnTo>
                <a:lnTo>
                  <a:pt x="4570599" y="47585"/>
                </a:lnTo>
                <a:lnTo>
                  <a:pt x="4568861" y="49594"/>
                </a:lnTo>
                <a:lnTo>
                  <a:pt x="4567242" y="51722"/>
                </a:lnTo>
                <a:lnTo>
                  <a:pt x="4565747" y="53964"/>
                </a:lnTo>
                <a:lnTo>
                  <a:pt x="4564384" y="56314"/>
                </a:lnTo>
                <a:lnTo>
                  <a:pt x="4563157" y="58764"/>
                </a:lnTo>
                <a:lnTo>
                  <a:pt x="4562074" y="61310"/>
                </a:lnTo>
                <a:lnTo>
                  <a:pt x="4561141" y="63945"/>
                </a:lnTo>
                <a:lnTo>
                  <a:pt x="4560363" y="66662"/>
                </a:lnTo>
                <a:lnTo>
                  <a:pt x="4559748" y="69457"/>
                </a:lnTo>
                <a:lnTo>
                  <a:pt x="4559301" y="72322"/>
                </a:lnTo>
                <a:lnTo>
                  <a:pt x="4559028" y="75251"/>
                </a:lnTo>
                <a:lnTo>
                  <a:pt x="4558935" y="78239"/>
                </a:lnTo>
                <a:lnTo>
                  <a:pt x="4559030" y="81270"/>
                </a:lnTo>
                <a:lnTo>
                  <a:pt x="4559308" y="84230"/>
                </a:lnTo>
                <a:lnTo>
                  <a:pt x="4559764" y="87116"/>
                </a:lnTo>
                <a:lnTo>
                  <a:pt x="4560390" y="89922"/>
                </a:lnTo>
                <a:lnTo>
                  <a:pt x="4561181" y="92642"/>
                </a:lnTo>
                <a:lnTo>
                  <a:pt x="4562128" y="95271"/>
                </a:lnTo>
                <a:lnTo>
                  <a:pt x="4563227" y="97804"/>
                </a:lnTo>
                <a:lnTo>
                  <a:pt x="4564469" y="100236"/>
                </a:lnTo>
                <a:lnTo>
                  <a:pt x="4565849" y="102561"/>
                </a:lnTo>
                <a:lnTo>
                  <a:pt x="4567359" y="104775"/>
                </a:lnTo>
                <a:lnTo>
                  <a:pt x="4568993" y="106871"/>
                </a:lnTo>
                <a:lnTo>
                  <a:pt x="4570744" y="108845"/>
                </a:lnTo>
                <a:lnTo>
                  <a:pt x="4572605" y="110691"/>
                </a:lnTo>
                <a:lnTo>
                  <a:pt x="4574571" y="112404"/>
                </a:lnTo>
                <a:lnTo>
                  <a:pt x="4576633" y="113979"/>
                </a:lnTo>
                <a:lnTo>
                  <a:pt x="4578786" y="115411"/>
                </a:lnTo>
                <a:lnTo>
                  <a:pt x="4581022" y="116694"/>
                </a:lnTo>
                <a:lnTo>
                  <a:pt x="4583336" y="117823"/>
                </a:lnTo>
                <a:lnTo>
                  <a:pt x="4585719" y="118793"/>
                </a:lnTo>
                <a:lnTo>
                  <a:pt x="4588167" y="119598"/>
                </a:lnTo>
                <a:lnTo>
                  <a:pt x="4590671" y="120233"/>
                </a:lnTo>
                <a:lnTo>
                  <a:pt x="4593225" y="120694"/>
                </a:lnTo>
                <a:lnTo>
                  <a:pt x="4595823" y="120974"/>
                </a:lnTo>
                <a:lnTo>
                  <a:pt x="4598458" y="121068"/>
                </a:lnTo>
                <a:lnTo>
                  <a:pt x="4601093" y="120973"/>
                </a:lnTo>
                <a:lnTo>
                  <a:pt x="4603691" y="120690"/>
                </a:lnTo>
                <a:lnTo>
                  <a:pt x="4606245" y="120225"/>
                </a:lnTo>
                <a:lnTo>
                  <a:pt x="4608749" y="119584"/>
                </a:lnTo>
                <a:lnTo>
                  <a:pt x="4611197" y="118773"/>
                </a:lnTo>
                <a:lnTo>
                  <a:pt x="4613580" y="117796"/>
                </a:lnTo>
                <a:lnTo>
                  <a:pt x="4615894" y="116659"/>
                </a:lnTo>
                <a:lnTo>
                  <a:pt x="4618130" y="115368"/>
                </a:lnTo>
                <a:lnTo>
                  <a:pt x="4620283" y="113928"/>
                </a:lnTo>
                <a:lnTo>
                  <a:pt x="4622345" y="112345"/>
                </a:lnTo>
                <a:lnTo>
                  <a:pt x="4624311" y="110625"/>
                </a:lnTo>
                <a:lnTo>
                  <a:pt x="4626172" y="108772"/>
                </a:lnTo>
                <a:lnTo>
                  <a:pt x="4627923" y="106793"/>
                </a:lnTo>
                <a:lnTo>
                  <a:pt x="4629557" y="104692"/>
                </a:lnTo>
                <a:lnTo>
                  <a:pt x="4631067" y="102476"/>
                </a:lnTo>
                <a:lnTo>
                  <a:pt x="4632447" y="100150"/>
                </a:lnTo>
                <a:lnTo>
                  <a:pt x="4633689" y="97719"/>
                </a:lnTo>
                <a:lnTo>
                  <a:pt x="4634788" y="95189"/>
                </a:lnTo>
                <a:lnTo>
                  <a:pt x="4635735" y="92566"/>
                </a:lnTo>
                <a:lnTo>
                  <a:pt x="4636526" y="89854"/>
                </a:lnTo>
                <a:lnTo>
                  <a:pt x="4637152" y="87061"/>
                </a:lnTo>
                <a:lnTo>
                  <a:pt x="4637608" y="84190"/>
                </a:lnTo>
                <a:lnTo>
                  <a:pt x="4637886" y="81247"/>
                </a:lnTo>
                <a:lnTo>
                  <a:pt x="4637981" y="78239"/>
                </a:lnTo>
                <a:lnTo>
                  <a:pt x="4637888" y="75251"/>
                </a:lnTo>
                <a:lnTo>
                  <a:pt x="4637615" y="72322"/>
                </a:lnTo>
                <a:lnTo>
                  <a:pt x="4637168" y="69457"/>
                </a:lnTo>
                <a:lnTo>
                  <a:pt x="4636553" y="66662"/>
                </a:lnTo>
                <a:lnTo>
                  <a:pt x="4635775" y="63945"/>
                </a:lnTo>
                <a:lnTo>
                  <a:pt x="4634842" y="61310"/>
                </a:lnTo>
                <a:close/>
                <a:moveTo>
                  <a:pt x="4622588" y="89525"/>
                </a:moveTo>
                <a:lnTo>
                  <a:pt x="4621867" y="91433"/>
                </a:lnTo>
                <a:lnTo>
                  <a:pt x="4621051" y="93270"/>
                </a:lnTo>
                <a:lnTo>
                  <a:pt x="4620144" y="95033"/>
                </a:lnTo>
                <a:lnTo>
                  <a:pt x="4619150" y="96717"/>
                </a:lnTo>
                <a:lnTo>
                  <a:pt x="4618073" y="98317"/>
                </a:lnTo>
                <a:lnTo>
                  <a:pt x="4616918" y="99829"/>
                </a:lnTo>
                <a:lnTo>
                  <a:pt x="4615689" y="101247"/>
                </a:lnTo>
                <a:lnTo>
                  <a:pt x="4614390" y="102566"/>
                </a:lnTo>
                <a:lnTo>
                  <a:pt x="4613024" y="103783"/>
                </a:lnTo>
                <a:lnTo>
                  <a:pt x="4611597" y="104892"/>
                </a:lnTo>
                <a:lnTo>
                  <a:pt x="4610112" y="105888"/>
                </a:lnTo>
                <a:lnTo>
                  <a:pt x="4608574" y="106767"/>
                </a:lnTo>
                <a:lnTo>
                  <a:pt x="4606987" y="107524"/>
                </a:lnTo>
                <a:lnTo>
                  <a:pt x="4605354" y="108154"/>
                </a:lnTo>
                <a:lnTo>
                  <a:pt x="4603681" y="108652"/>
                </a:lnTo>
                <a:lnTo>
                  <a:pt x="4601971" y="109014"/>
                </a:lnTo>
                <a:lnTo>
                  <a:pt x="4600229" y="109235"/>
                </a:lnTo>
                <a:lnTo>
                  <a:pt x="4598458" y="109309"/>
                </a:lnTo>
                <a:lnTo>
                  <a:pt x="4596687" y="109235"/>
                </a:lnTo>
                <a:lnTo>
                  <a:pt x="4594945" y="109014"/>
                </a:lnTo>
                <a:lnTo>
                  <a:pt x="4593235" y="108652"/>
                </a:lnTo>
                <a:lnTo>
                  <a:pt x="4591562" y="108154"/>
                </a:lnTo>
                <a:lnTo>
                  <a:pt x="4589929" y="107524"/>
                </a:lnTo>
                <a:lnTo>
                  <a:pt x="4588342" y="106767"/>
                </a:lnTo>
                <a:lnTo>
                  <a:pt x="4586804" y="105888"/>
                </a:lnTo>
                <a:lnTo>
                  <a:pt x="4585319" y="104892"/>
                </a:lnTo>
                <a:lnTo>
                  <a:pt x="4583892" y="103783"/>
                </a:lnTo>
                <a:lnTo>
                  <a:pt x="4582526" y="102566"/>
                </a:lnTo>
                <a:lnTo>
                  <a:pt x="4581227" y="101247"/>
                </a:lnTo>
                <a:lnTo>
                  <a:pt x="4579998" y="99829"/>
                </a:lnTo>
                <a:lnTo>
                  <a:pt x="4578843" y="98317"/>
                </a:lnTo>
                <a:lnTo>
                  <a:pt x="4577766" y="96717"/>
                </a:lnTo>
                <a:lnTo>
                  <a:pt x="4576772" y="95033"/>
                </a:lnTo>
                <a:lnTo>
                  <a:pt x="4575865" y="93270"/>
                </a:lnTo>
                <a:lnTo>
                  <a:pt x="4575049" y="91433"/>
                </a:lnTo>
                <a:lnTo>
                  <a:pt x="4574328" y="89525"/>
                </a:lnTo>
                <a:lnTo>
                  <a:pt x="4573707" y="87553"/>
                </a:lnTo>
                <a:lnTo>
                  <a:pt x="4573189" y="85521"/>
                </a:lnTo>
                <a:lnTo>
                  <a:pt x="4572779" y="83434"/>
                </a:lnTo>
                <a:lnTo>
                  <a:pt x="4572481" y="81296"/>
                </a:lnTo>
                <a:lnTo>
                  <a:pt x="4572300" y="79113"/>
                </a:lnTo>
                <a:lnTo>
                  <a:pt x="4572238" y="76889"/>
                </a:lnTo>
                <a:lnTo>
                  <a:pt x="4572302" y="74720"/>
                </a:lnTo>
                <a:lnTo>
                  <a:pt x="4572492" y="72607"/>
                </a:lnTo>
                <a:lnTo>
                  <a:pt x="4572803" y="70553"/>
                </a:lnTo>
                <a:lnTo>
                  <a:pt x="4573230" y="68561"/>
                </a:lnTo>
                <a:lnTo>
                  <a:pt x="4573767" y="66634"/>
                </a:lnTo>
                <a:lnTo>
                  <a:pt x="4574410" y="64776"/>
                </a:lnTo>
                <a:lnTo>
                  <a:pt x="4575154" y="62990"/>
                </a:lnTo>
                <a:lnTo>
                  <a:pt x="4575994" y="61279"/>
                </a:lnTo>
                <a:lnTo>
                  <a:pt x="4576925" y="59646"/>
                </a:lnTo>
                <a:lnTo>
                  <a:pt x="4577942" y="58095"/>
                </a:lnTo>
                <a:lnTo>
                  <a:pt x="4579040" y="56629"/>
                </a:lnTo>
                <a:lnTo>
                  <a:pt x="4580215" y="55251"/>
                </a:lnTo>
                <a:lnTo>
                  <a:pt x="4581461" y="53964"/>
                </a:lnTo>
                <a:lnTo>
                  <a:pt x="4582773" y="52772"/>
                </a:lnTo>
                <a:lnTo>
                  <a:pt x="4584147" y="51679"/>
                </a:lnTo>
                <a:lnTo>
                  <a:pt x="4585577" y="50686"/>
                </a:lnTo>
                <a:lnTo>
                  <a:pt x="4587058" y="49798"/>
                </a:lnTo>
                <a:lnTo>
                  <a:pt x="4588586" y="49018"/>
                </a:lnTo>
                <a:lnTo>
                  <a:pt x="4590156" y="48349"/>
                </a:lnTo>
                <a:lnTo>
                  <a:pt x="4591763" y="47794"/>
                </a:lnTo>
                <a:lnTo>
                  <a:pt x="4593401" y="47357"/>
                </a:lnTo>
                <a:lnTo>
                  <a:pt x="4595067" y="47040"/>
                </a:lnTo>
                <a:lnTo>
                  <a:pt x="4596754" y="46848"/>
                </a:lnTo>
                <a:lnTo>
                  <a:pt x="4598458" y="46783"/>
                </a:lnTo>
                <a:lnTo>
                  <a:pt x="4600184" y="46848"/>
                </a:lnTo>
                <a:lnTo>
                  <a:pt x="4601890" y="47040"/>
                </a:lnTo>
                <a:lnTo>
                  <a:pt x="4603570" y="47357"/>
                </a:lnTo>
                <a:lnTo>
                  <a:pt x="4605220" y="47794"/>
                </a:lnTo>
                <a:lnTo>
                  <a:pt x="4606836" y="48349"/>
                </a:lnTo>
                <a:lnTo>
                  <a:pt x="4608411" y="49018"/>
                </a:lnTo>
                <a:lnTo>
                  <a:pt x="4609943" y="49798"/>
                </a:lnTo>
                <a:lnTo>
                  <a:pt x="4611426" y="50686"/>
                </a:lnTo>
                <a:lnTo>
                  <a:pt x="4612855" y="51679"/>
                </a:lnTo>
                <a:lnTo>
                  <a:pt x="4614226" y="52772"/>
                </a:lnTo>
                <a:lnTo>
                  <a:pt x="4615534" y="53964"/>
                </a:lnTo>
                <a:lnTo>
                  <a:pt x="4616774" y="55251"/>
                </a:lnTo>
                <a:lnTo>
                  <a:pt x="4617942" y="56629"/>
                </a:lnTo>
                <a:lnTo>
                  <a:pt x="4619033" y="58095"/>
                </a:lnTo>
                <a:lnTo>
                  <a:pt x="4620042" y="59646"/>
                </a:lnTo>
                <a:lnTo>
                  <a:pt x="4620965" y="61279"/>
                </a:lnTo>
                <a:lnTo>
                  <a:pt x="4621797" y="62990"/>
                </a:lnTo>
                <a:lnTo>
                  <a:pt x="4622533" y="64776"/>
                </a:lnTo>
                <a:lnTo>
                  <a:pt x="4623169" y="66634"/>
                </a:lnTo>
                <a:lnTo>
                  <a:pt x="4623700" y="68561"/>
                </a:lnTo>
                <a:lnTo>
                  <a:pt x="4624121" y="70553"/>
                </a:lnTo>
                <a:lnTo>
                  <a:pt x="4624427" y="72607"/>
                </a:lnTo>
                <a:lnTo>
                  <a:pt x="4624615" y="74720"/>
                </a:lnTo>
                <a:lnTo>
                  <a:pt x="4624678" y="76889"/>
                </a:lnTo>
                <a:lnTo>
                  <a:pt x="4624616" y="79113"/>
                </a:lnTo>
                <a:lnTo>
                  <a:pt x="4624435" y="81296"/>
                </a:lnTo>
                <a:lnTo>
                  <a:pt x="4624137" y="83434"/>
                </a:lnTo>
                <a:lnTo>
                  <a:pt x="4623727" y="85521"/>
                </a:lnTo>
                <a:lnTo>
                  <a:pt x="4623209" y="87553"/>
                </a:lnTo>
                <a:lnTo>
                  <a:pt x="4622588" y="89525"/>
                </a:lnTo>
                <a:close/>
                <a:moveTo>
                  <a:pt x="4940157" y="95752"/>
                </a:moveTo>
                <a:lnTo>
                  <a:pt x="4939870" y="95392"/>
                </a:lnTo>
                <a:lnTo>
                  <a:pt x="4939556" y="95073"/>
                </a:lnTo>
                <a:lnTo>
                  <a:pt x="4939219" y="94791"/>
                </a:lnTo>
                <a:lnTo>
                  <a:pt x="4938862" y="94544"/>
                </a:lnTo>
                <a:lnTo>
                  <a:pt x="4938491" y="94330"/>
                </a:lnTo>
                <a:lnTo>
                  <a:pt x="4938109" y="94146"/>
                </a:lnTo>
                <a:lnTo>
                  <a:pt x="4937721" y="93991"/>
                </a:lnTo>
                <a:lnTo>
                  <a:pt x="4937332" y="93861"/>
                </a:lnTo>
                <a:lnTo>
                  <a:pt x="4936945" y="93755"/>
                </a:lnTo>
                <a:lnTo>
                  <a:pt x="4936565" y="93670"/>
                </a:lnTo>
                <a:lnTo>
                  <a:pt x="4936197" y="93604"/>
                </a:lnTo>
                <a:lnTo>
                  <a:pt x="4935844" y="93554"/>
                </a:lnTo>
                <a:lnTo>
                  <a:pt x="4935512" y="93519"/>
                </a:lnTo>
                <a:lnTo>
                  <a:pt x="4935204" y="93495"/>
                </a:lnTo>
                <a:lnTo>
                  <a:pt x="4934925" y="93480"/>
                </a:lnTo>
                <a:lnTo>
                  <a:pt x="4934678" y="93473"/>
                </a:lnTo>
                <a:lnTo>
                  <a:pt x="4934470" y="93470"/>
                </a:lnTo>
                <a:lnTo>
                  <a:pt x="4934303" y="93470"/>
                </a:lnTo>
                <a:lnTo>
                  <a:pt x="4933879" y="93473"/>
                </a:lnTo>
                <a:lnTo>
                  <a:pt x="4933474" y="93483"/>
                </a:lnTo>
                <a:lnTo>
                  <a:pt x="4933088" y="93502"/>
                </a:lnTo>
                <a:lnTo>
                  <a:pt x="4932720" y="93530"/>
                </a:lnTo>
                <a:lnTo>
                  <a:pt x="4932369" y="93568"/>
                </a:lnTo>
                <a:lnTo>
                  <a:pt x="4932034" y="93618"/>
                </a:lnTo>
                <a:lnTo>
                  <a:pt x="4931715" y="93680"/>
                </a:lnTo>
                <a:lnTo>
                  <a:pt x="4931410" y="93756"/>
                </a:lnTo>
                <a:lnTo>
                  <a:pt x="4931120" y="93847"/>
                </a:lnTo>
                <a:lnTo>
                  <a:pt x="4930843" y="93953"/>
                </a:lnTo>
                <a:lnTo>
                  <a:pt x="4930579" y="94077"/>
                </a:lnTo>
                <a:lnTo>
                  <a:pt x="4930326" y="94218"/>
                </a:lnTo>
                <a:lnTo>
                  <a:pt x="4930084" y="94379"/>
                </a:lnTo>
                <a:lnTo>
                  <a:pt x="4929853" y="94560"/>
                </a:lnTo>
                <a:lnTo>
                  <a:pt x="4929631" y="94762"/>
                </a:lnTo>
                <a:lnTo>
                  <a:pt x="4929418" y="94987"/>
                </a:lnTo>
                <a:lnTo>
                  <a:pt x="4929213" y="95235"/>
                </a:lnTo>
                <a:lnTo>
                  <a:pt x="4929015" y="95508"/>
                </a:lnTo>
                <a:lnTo>
                  <a:pt x="4928824" y="95806"/>
                </a:lnTo>
                <a:lnTo>
                  <a:pt x="4928639" y="96131"/>
                </a:lnTo>
                <a:lnTo>
                  <a:pt x="4928458" y="96484"/>
                </a:lnTo>
                <a:lnTo>
                  <a:pt x="4928282" y="96866"/>
                </a:lnTo>
                <a:lnTo>
                  <a:pt x="4928110" y="97278"/>
                </a:lnTo>
                <a:lnTo>
                  <a:pt x="4927940" y="97721"/>
                </a:lnTo>
                <a:lnTo>
                  <a:pt x="4927378" y="98908"/>
                </a:lnTo>
                <a:lnTo>
                  <a:pt x="4926757" y="100015"/>
                </a:lnTo>
                <a:lnTo>
                  <a:pt x="4926082" y="101042"/>
                </a:lnTo>
                <a:lnTo>
                  <a:pt x="4925356" y="101993"/>
                </a:lnTo>
                <a:lnTo>
                  <a:pt x="4924586" y="102871"/>
                </a:lnTo>
                <a:lnTo>
                  <a:pt x="4923776" y="103678"/>
                </a:lnTo>
                <a:lnTo>
                  <a:pt x="4922931" y="104417"/>
                </a:lnTo>
                <a:lnTo>
                  <a:pt x="4922056" y="105092"/>
                </a:lnTo>
                <a:lnTo>
                  <a:pt x="4921155" y="105704"/>
                </a:lnTo>
                <a:lnTo>
                  <a:pt x="4920233" y="106257"/>
                </a:lnTo>
                <a:lnTo>
                  <a:pt x="4919296" y="106752"/>
                </a:lnTo>
                <a:lnTo>
                  <a:pt x="4918348" y="107194"/>
                </a:lnTo>
                <a:lnTo>
                  <a:pt x="4917394" y="107585"/>
                </a:lnTo>
                <a:lnTo>
                  <a:pt x="4916438" y="107927"/>
                </a:lnTo>
                <a:lnTo>
                  <a:pt x="4915487" y="108224"/>
                </a:lnTo>
                <a:lnTo>
                  <a:pt x="4914544" y="108477"/>
                </a:lnTo>
                <a:lnTo>
                  <a:pt x="4913614" y="108691"/>
                </a:lnTo>
                <a:lnTo>
                  <a:pt x="4912702" y="108867"/>
                </a:lnTo>
                <a:lnTo>
                  <a:pt x="4911814" y="109008"/>
                </a:lnTo>
                <a:lnTo>
                  <a:pt x="4910954" y="109118"/>
                </a:lnTo>
                <a:lnTo>
                  <a:pt x="4910126" y="109198"/>
                </a:lnTo>
                <a:lnTo>
                  <a:pt x="4909336" y="109252"/>
                </a:lnTo>
                <a:lnTo>
                  <a:pt x="4908589" y="109282"/>
                </a:lnTo>
                <a:lnTo>
                  <a:pt x="4907889" y="109292"/>
                </a:lnTo>
                <a:lnTo>
                  <a:pt x="4906082" y="109242"/>
                </a:lnTo>
                <a:lnTo>
                  <a:pt x="4904280" y="109092"/>
                </a:lnTo>
                <a:lnTo>
                  <a:pt x="4902489" y="108845"/>
                </a:lnTo>
                <a:lnTo>
                  <a:pt x="4900712" y="108501"/>
                </a:lnTo>
                <a:lnTo>
                  <a:pt x="4898955" y="108060"/>
                </a:lnTo>
                <a:lnTo>
                  <a:pt x="4897222" y="107526"/>
                </a:lnTo>
                <a:lnTo>
                  <a:pt x="4895519" y="106897"/>
                </a:lnTo>
                <a:lnTo>
                  <a:pt x="4893851" y="106177"/>
                </a:lnTo>
                <a:lnTo>
                  <a:pt x="4892222" y="105365"/>
                </a:lnTo>
                <a:lnTo>
                  <a:pt x="4890638" y="104463"/>
                </a:lnTo>
                <a:lnTo>
                  <a:pt x="4889103" y="103473"/>
                </a:lnTo>
                <a:lnTo>
                  <a:pt x="4887622" y="102394"/>
                </a:lnTo>
                <a:lnTo>
                  <a:pt x="4886201" y="101229"/>
                </a:lnTo>
                <a:lnTo>
                  <a:pt x="4884843" y="99979"/>
                </a:lnTo>
                <a:lnTo>
                  <a:pt x="4883555" y="98644"/>
                </a:lnTo>
                <a:lnTo>
                  <a:pt x="4882341" y="97227"/>
                </a:lnTo>
                <a:lnTo>
                  <a:pt x="4881206" y="95727"/>
                </a:lnTo>
                <a:lnTo>
                  <a:pt x="4880154" y="94147"/>
                </a:lnTo>
                <a:lnTo>
                  <a:pt x="4879192" y="92487"/>
                </a:lnTo>
                <a:lnTo>
                  <a:pt x="4878323" y="90749"/>
                </a:lnTo>
                <a:lnTo>
                  <a:pt x="4877553" y="88933"/>
                </a:lnTo>
                <a:lnTo>
                  <a:pt x="4876887" y="87042"/>
                </a:lnTo>
                <a:lnTo>
                  <a:pt x="4876329" y="85075"/>
                </a:lnTo>
                <a:lnTo>
                  <a:pt x="4875885" y="83034"/>
                </a:lnTo>
                <a:lnTo>
                  <a:pt x="4933338" y="83034"/>
                </a:lnTo>
                <a:lnTo>
                  <a:pt x="4933842" y="83034"/>
                </a:lnTo>
                <a:lnTo>
                  <a:pt x="4934340" y="83030"/>
                </a:lnTo>
                <a:lnTo>
                  <a:pt x="4934831" y="83021"/>
                </a:lnTo>
                <a:lnTo>
                  <a:pt x="4935315" y="83001"/>
                </a:lnTo>
                <a:lnTo>
                  <a:pt x="4935788" y="82970"/>
                </a:lnTo>
                <a:lnTo>
                  <a:pt x="4936250" y="82923"/>
                </a:lnTo>
                <a:lnTo>
                  <a:pt x="4936700" y="82858"/>
                </a:lnTo>
                <a:lnTo>
                  <a:pt x="4937136" y="82770"/>
                </a:lnTo>
                <a:lnTo>
                  <a:pt x="4937556" y="82658"/>
                </a:lnTo>
                <a:lnTo>
                  <a:pt x="4937960" y="82519"/>
                </a:lnTo>
                <a:lnTo>
                  <a:pt x="4938345" y="82348"/>
                </a:lnTo>
                <a:lnTo>
                  <a:pt x="4938711" y="82143"/>
                </a:lnTo>
                <a:lnTo>
                  <a:pt x="4939056" y="81901"/>
                </a:lnTo>
                <a:lnTo>
                  <a:pt x="4939378" y="81619"/>
                </a:lnTo>
                <a:lnTo>
                  <a:pt x="4939676" y="81293"/>
                </a:lnTo>
                <a:lnTo>
                  <a:pt x="4939949" y="80921"/>
                </a:lnTo>
                <a:lnTo>
                  <a:pt x="4940195" y="80500"/>
                </a:lnTo>
                <a:lnTo>
                  <a:pt x="4940413" y="80026"/>
                </a:lnTo>
                <a:lnTo>
                  <a:pt x="4940601" y="79496"/>
                </a:lnTo>
                <a:lnTo>
                  <a:pt x="4940758" y="78908"/>
                </a:lnTo>
                <a:lnTo>
                  <a:pt x="4940883" y="78257"/>
                </a:lnTo>
                <a:lnTo>
                  <a:pt x="4940974" y="77541"/>
                </a:lnTo>
                <a:lnTo>
                  <a:pt x="4941029" y="76758"/>
                </a:lnTo>
                <a:lnTo>
                  <a:pt x="4941048" y="75903"/>
                </a:lnTo>
                <a:lnTo>
                  <a:pt x="4940984" y="73172"/>
                </a:lnTo>
                <a:lnTo>
                  <a:pt x="4940791" y="70480"/>
                </a:lnTo>
                <a:lnTo>
                  <a:pt x="4940469" y="67834"/>
                </a:lnTo>
                <a:lnTo>
                  <a:pt x="4940018" y="65241"/>
                </a:lnTo>
                <a:lnTo>
                  <a:pt x="4939438" y="62707"/>
                </a:lnTo>
                <a:lnTo>
                  <a:pt x="4938729" y="60240"/>
                </a:lnTo>
                <a:lnTo>
                  <a:pt x="4937890" y="57846"/>
                </a:lnTo>
                <a:lnTo>
                  <a:pt x="4936921" y="55533"/>
                </a:lnTo>
                <a:lnTo>
                  <a:pt x="4935823" y="53306"/>
                </a:lnTo>
                <a:lnTo>
                  <a:pt x="4934594" y="51174"/>
                </a:lnTo>
                <a:lnTo>
                  <a:pt x="4933235" y="49142"/>
                </a:lnTo>
                <a:lnTo>
                  <a:pt x="4931746" y="47218"/>
                </a:lnTo>
                <a:lnTo>
                  <a:pt x="4930127" y="45408"/>
                </a:lnTo>
                <a:lnTo>
                  <a:pt x="4928376" y="43720"/>
                </a:lnTo>
                <a:lnTo>
                  <a:pt x="4926495" y="42160"/>
                </a:lnTo>
                <a:lnTo>
                  <a:pt x="4924483" y="40735"/>
                </a:lnTo>
                <a:lnTo>
                  <a:pt x="4922339" y="39452"/>
                </a:lnTo>
                <a:lnTo>
                  <a:pt x="4920064" y="38317"/>
                </a:lnTo>
                <a:lnTo>
                  <a:pt x="4917658" y="37339"/>
                </a:lnTo>
                <a:lnTo>
                  <a:pt x="4915120" y="36523"/>
                </a:lnTo>
                <a:lnTo>
                  <a:pt x="4912450" y="35876"/>
                </a:lnTo>
                <a:lnTo>
                  <a:pt x="4909648" y="35406"/>
                </a:lnTo>
                <a:lnTo>
                  <a:pt x="4906713" y="35119"/>
                </a:lnTo>
                <a:lnTo>
                  <a:pt x="4903647" y="35021"/>
                </a:lnTo>
                <a:lnTo>
                  <a:pt x="4900803" y="35121"/>
                </a:lnTo>
                <a:lnTo>
                  <a:pt x="4898011" y="35415"/>
                </a:lnTo>
                <a:lnTo>
                  <a:pt x="4895278" y="35896"/>
                </a:lnTo>
                <a:lnTo>
                  <a:pt x="4892610" y="36560"/>
                </a:lnTo>
                <a:lnTo>
                  <a:pt x="4890012" y="37398"/>
                </a:lnTo>
                <a:lnTo>
                  <a:pt x="4887491" y="38405"/>
                </a:lnTo>
                <a:lnTo>
                  <a:pt x="4885053" y="39574"/>
                </a:lnTo>
                <a:lnTo>
                  <a:pt x="4882704" y="40900"/>
                </a:lnTo>
                <a:lnTo>
                  <a:pt x="4880449" y="42374"/>
                </a:lnTo>
                <a:lnTo>
                  <a:pt x="4878296" y="43991"/>
                </a:lnTo>
                <a:lnTo>
                  <a:pt x="4876251" y="45745"/>
                </a:lnTo>
                <a:lnTo>
                  <a:pt x="4874318" y="47628"/>
                </a:lnTo>
                <a:lnTo>
                  <a:pt x="4872505" y="49636"/>
                </a:lnTo>
                <a:lnTo>
                  <a:pt x="4870818" y="51760"/>
                </a:lnTo>
                <a:lnTo>
                  <a:pt x="4869263" y="53995"/>
                </a:lnTo>
                <a:lnTo>
                  <a:pt x="4867845" y="56334"/>
                </a:lnTo>
                <a:lnTo>
                  <a:pt x="4866571" y="58771"/>
                </a:lnTo>
                <a:lnTo>
                  <a:pt x="4865447" y="61299"/>
                </a:lnTo>
                <a:lnTo>
                  <a:pt x="4864480" y="63912"/>
                </a:lnTo>
                <a:lnTo>
                  <a:pt x="4863674" y="66603"/>
                </a:lnTo>
                <a:lnTo>
                  <a:pt x="4863037" y="69367"/>
                </a:lnTo>
                <a:lnTo>
                  <a:pt x="4862574" y="72196"/>
                </a:lnTo>
                <a:lnTo>
                  <a:pt x="4862292" y="75084"/>
                </a:lnTo>
                <a:lnTo>
                  <a:pt x="4862197" y="78024"/>
                </a:lnTo>
                <a:lnTo>
                  <a:pt x="4862297" y="80947"/>
                </a:lnTo>
                <a:lnTo>
                  <a:pt x="4862595" y="83820"/>
                </a:lnTo>
                <a:lnTo>
                  <a:pt x="4863082" y="86637"/>
                </a:lnTo>
                <a:lnTo>
                  <a:pt x="4863754" y="89392"/>
                </a:lnTo>
                <a:lnTo>
                  <a:pt x="4864605" y="92078"/>
                </a:lnTo>
                <a:lnTo>
                  <a:pt x="4865628" y="94688"/>
                </a:lnTo>
                <a:lnTo>
                  <a:pt x="4866817" y="97215"/>
                </a:lnTo>
                <a:lnTo>
                  <a:pt x="4868166" y="99653"/>
                </a:lnTo>
                <a:lnTo>
                  <a:pt x="4869669" y="101996"/>
                </a:lnTo>
                <a:lnTo>
                  <a:pt x="4871320" y="104235"/>
                </a:lnTo>
                <a:lnTo>
                  <a:pt x="4873113" y="106366"/>
                </a:lnTo>
                <a:lnTo>
                  <a:pt x="4875042" y="108380"/>
                </a:lnTo>
                <a:lnTo>
                  <a:pt x="4877099" y="110272"/>
                </a:lnTo>
                <a:lnTo>
                  <a:pt x="4879281" y="112034"/>
                </a:lnTo>
                <a:lnTo>
                  <a:pt x="4881579" y="113660"/>
                </a:lnTo>
                <a:lnTo>
                  <a:pt x="4883989" y="115144"/>
                </a:lnTo>
                <a:lnTo>
                  <a:pt x="4886504" y="116478"/>
                </a:lnTo>
                <a:lnTo>
                  <a:pt x="4889118" y="117655"/>
                </a:lnTo>
                <a:lnTo>
                  <a:pt x="4891825" y="118670"/>
                </a:lnTo>
                <a:lnTo>
                  <a:pt x="4894618" y="119516"/>
                </a:lnTo>
                <a:lnTo>
                  <a:pt x="4897493" y="120185"/>
                </a:lnTo>
                <a:lnTo>
                  <a:pt x="4900442" y="120671"/>
                </a:lnTo>
                <a:lnTo>
                  <a:pt x="4903459" y="120968"/>
                </a:lnTo>
                <a:lnTo>
                  <a:pt x="4906538" y="121068"/>
                </a:lnTo>
                <a:lnTo>
                  <a:pt x="4909635" y="120980"/>
                </a:lnTo>
                <a:lnTo>
                  <a:pt x="4912563" y="120724"/>
                </a:lnTo>
                <a:lnTo>
                  <a:pt x="4915328" y="120313"/>
                </a:lnTo>
                <a:lnTo>
                  <a:pt x="4917931" y="119760"/>
                </a:lnTo>
                <a:lnTo>
                  <a:pt x="4920376" y="119078"/>
                </a:lnTo>
                <a:lnTo>
                  <a:pt x="4922667" y="118280"/>
                </a:lnTo>
                <a:lnTo>
                  <a:pt x="4924806" y="117379"/>
                </a:lnTo>
                <a:lnTo>
                  <a:pt x="4926796" y="116389"/>
                </a:lnTo>
                <a:lnTo>
                  <a:pt x="4928641" y="115321"/>
                </a:lnTo>
                <a:lnTo>
                  <a:pt x="4930344" y="114189"/>
                </a:lnTo>
                <a:lnTo>
                  <a:pt x="4931908" y="113005"/>
                </a:lnTo>
                <a:lnTo>
                  <a:pt x="4933337" y="111784"/>
                </a:lnTo>
                <a:lnTo>
                  <a:pt x="4934633" y="110538"/>
                </a:lnTo>
                <a:lnTo>
                  <a:pt x="4935799" y="109279"/>
                </a:lnTo>
                <a:lnTo>
                  <a:pt x="4936839" y="108021"/>
                </a:lnTo>
                <a:lnTo>
                  <a:pt x="4937757" y="106777"/>
                </a:lnTo>
                <a:lnTo>
                  <a:pt x="4938554" y="105560"/>
                </a:lnTo>
                <a:lnTo>
                  <a:pt x="4939235" y="104382"/>
                </a:lnTo>
                <a:lnTo>
                  <a:pt x="4939802" y="103257"/>
                </a:lnTo>
                <a:lnTo>
                  <a:pt x="4940259" y="102198"/>
                </a:lnTo>
                <a:lnTo>
                  <a:pt x="4940609" y="101218"/>
                </a:lnTo>
                <a:lnTo>
                  <a:pt x="4940855" y="100328"/>
                </a:lnTo>
                <a:lnTo>
                  <a:pt x="4941001" y="99544"/>
                </a:lnTo>
                <a:lnTo>
                  <a:pt x="4941048" y="98878"/>
                </a:lnTo>
                <a:lnTo>
                  <a:pt x="4941020" y="98231"/>
                </a:lnTo>
                <a:lnTo>
                  <a:pt x="4940938" y="97637"/>
                </a:lnTo>
                <a:lnTo>
                  <a:pt x="4940806" y="97094"/>
                </a:lnTo>
                <a:lnTo>
                  <a:pt x="4940629" y="96601"/>
                </a:lnTo>
                <a:lnTo>
                  <a:pt x="4940411" y="96154"/>
                </a:lnTo>
                <a:lnTo>
                  <a:pt x="4940157" y="95752"/>
                </a:lnTo>
                <a:close/>
                <a:moveTo>
                  <a:pt x="4878836" y="63185"/>
                </a:moveTo>
                <a:lnTo>
                  <a:pt x="4879627" y="61671"/>
                </a:lnTo>
                <a:lnTo>
                  <a:pt x="4880492" y="60212"/>
                </a:lnTo>
                <a:lnTo>
                  <a:pt x="4881427" y="58811"/>
                </a:lnTo>
                <a:lnTo>
                  <a:pt x="4882429" y="57470"/>
                </a:lnTo>
                <a:lnTo>
                  <a:pt x="4883497" y="56194"/>
                </a:lnTo>
                <a:lnTo>
                  <a:pt x="4884626" y="54985"/>
                </a:lnTo>
                <a:lnTo>
                  <a:pt x="4885814" y="53846"/>
                </a:lnTo>
                <a:lnTo>
                  <a:pt x="4887059" y="52780"/>
                </a:lnTo>
                <a:lnTo>
                  <a:pt x="4888357" y="51791"/>
                </a:lnTo>
                <a:lnTo>
                  <a:pt x="4889705" y="50881"/>
                </a:lnTo>
                <a:lnTo>
                  <a:pt x="4891102" y="50054"/>
                </a:lnTo>
                <a:lnTo>
                  <a:pt x="4892543" y="49313"/>
                </a:lnTo>
                <a:lnTo>
                  <a:pt x="4894026" y="48660"/>
                </a:lnTo>
                <a:lnTo>
                  <a:pt x="4895548" y="48100"/>
                </a:lnTo>
                <a:lnTo>
                  <a:pt x="4897107" y="47634"/>
                </a:lnTo>
                <a:lnTo>
                  <a:pt x="4898698" y="47267"/>
                </a:lnTo>
                <a:lnTo>
                  <a:pt x="4900321" y="47000"/>
                </a:lnTo>
                <a:lnTo>
                  <a:pt x="4901971" y="46838"/>
                </a:lnTo>
                <a:lnTo>
                  <a:pt x="4903647" y="46783"/>
                </a:lnTo>
                <a:lnTo>
                  <a:pt x="4904909" y="46809"/>
                </a:lnTo>
                <a:lnTo>
                  <a:pt x="4906186" y="46890"/>
                </a:lnTo>
                <a:lnTo>
                  <a:pt x="4907473" y="47029"/>
                </a:lnTo>
                <a:lnTo>
                  <a:pt x="4908764" y="47232"/>
                </a:lnTo>
                <a:lnTo>
                  <a:pt x="4910054" y="47504"/>
                </a:lnTo>
                <a:lnTo>
                  <a:pt x="4911337" y="47847"/>
                </a:lnTo>
                <a:lnTo>
                  <a:pt x="4912609" y="48267"/>
                </a:lnTo>
                <a:lnTo>
                  <a:pt x="4913865" y="48769"/>
                </a:lnTo>
                <a:lnTo>
                  <a:pt x="4915098" y="49356"/>
                </a:lnTo>
                <a:lnTo>
                  <a:pt x="4916304" y="50034"/>
                </a:lnTo>
                <a:lnTo>
                  <a:pt x="4917477" y="50806"/>
                </a:lnTo>
                <a:lnTo>
                  <a:pt x="4918612" y="51677"/>
                </a:lnTo>
                <a:lnTo>
                  <a:pt x="4919704" y="52651"/>
                </a:lnTo>
                <a:lnTo>
                  <a:pt x="4920748" y="53734"/>
                </a:lnTo>
                <a:lnTo>
                  <a:pt x="4921738" y="54929"/>
                </a:lnTo>
                <a:lnTo>
                  <a:pt x="4922669" y="56240"/>
                </a:lnTo>
                <a:lnTo>
                  <a:pt x="4923535" y="57673"/>
                </a:lnTo>
                <a:lnTo>
                  <a:pt x="4924333" y="59231"/>
                </a:lnTo>
                <a:lnTo>
                  <a:pt x="4925055" y="60919"/>
                </a:lnTo>
                <a:lnTo>
                  <a:pt x="4925697" y="62742"/>
                </a:lnTo>
                <a:lnTo>
                  <a:pt x="4926254" y="64704"/>
                </a:lnTo>
                <a:lnTo>
                  <a:pt x="4926720" y="66809"/>
                </a:lnTo>
                <a:lnTo>
                  <a:pt x="4927091" y="69062"/>
                </a:lnTo>
                <a:lnTo>
                  <a:pt x="4927360" y="71467"/>
                </a:lnTo>
                <a:lnTo>
                  <a:pt x="4876079" y="71467"/>
                </a:lnTo>
                <a:lnTo>
                  <a:pt x="4876461" y="69726"/>
                </a:lnTo>
                <a:lnTo>
                  <a:pt x="4876931" y="68024"/>
                </a:lnTo>
                <a:lnTo>
                  <a:pt x="4877485" y="66364"/>
                </a:lnTo>
                <a:lnTo>
                  <a:pt x="4878121" y="64750"/>
                </a:lnTo>
                <a:lnTo>
                  <a:pt x="4878836" y="63185"/>
                </a:lnTo>
                <a:close/>
                <a:moveTo>
                  <a:pt x="5148104" y="78350"/>
                </a:moveTo>
                <a:lnTo>
                  <a:pt x="5148106" y="78386"/>
                </a:lnTo>
                <a:lnTo>
                  <a:pt x="5148106" y="78316"/>
                </a:lnTo>
                <a:lnTo>
                  <a:pt x="5148104" y="78350"/>
                </a:lnTo>
                <a:close/>
                <a:moveTo>
                  <a:pt x="3934234" y="110700"/>
                </a:moveTo>
                <a:lnTo>
                  <a:pt x="3933960" y="110303"/>
                </a:lnTo>
                <a:lnTo>
                  <a:pt x="3933656" y="109950"/>
                </a:lnTo>
                <a:lnTo>
                  <a:pt x="3933324" y="109638"/>
                </a:lnTo>
                <a:lnTo>
                  <a:pt x="3932968" y="109366"/>
                </a:lnTo>
                <a:lnTo>
                  <a:pt x="3932590" y="109129"/>
                </a:lnTo>
                <a:lnTo>
                  <a:pt x="3932195" y="108926"/>
                </a:lnTo>
                <a:lnTo>
                  <a:pt x="3931784" y="108755"/>
                </a:lnTo>
                <a:lnTo>
                  <a:pt x="3931361" y="108612"/>
                </a:lnTo>
                <a:lnTo>
                  <a:pt x="3930930" y="108495"/>
                </a:lnTo>
                <a:lnTo>
                  <a:pt x="3930492" y="108401"/>
                </a:lnTo>
                <a:lnTo>
                  <a:pt x="3930052" y="108328"/>
                </a:lnTo>
                <a:lnTo>
                  <a:pt x="3929613" y="108273"/>
                </a:lnTo>
                <a:lnTo>
                  <a:pt x="3929177" y="108234"/>
                </a:lnTo>
                <a:lnTo>
                  <a:pt x="3928747" y="108207"/>
                </a:lnTo>
                <a:lnTo>
                  <a:pt x="3928328" y="108191"/>
                </a:lnTo>
                <a:lnTo>
                  <a:pt x="3927921" y="108183"/>
                </a:lnTo>
                <a:lnTo>
                  <a:pt x="3927530" y="108180"/>
                </a:lnTo>
                <a:lnTo>
                  <a:pt x="3927158" y="108180"/>
                </a:lnTo>
                <a:lnTo>
                  <a:pt x="3919447" y="108180"/>
                </a:lnTo>
                <a:lnTo>
                  <a:pt x="3894769" y="77171"/>
                </a:lnTo>
                <a:lnTo>
                  <a:pt x="3916747" y="48666"/>
                </a:lnTo>
                <a:lnTo>
                  <a:pt x="3924460" y="48666"/>
                </a:lnTo>
                <a:lnTo>
                  <a:pt x="3924810" y="48666"/>
                </a:lnTo>
                <a:lnTo>
                  <a:pt x="3925182" y="48663"/>
                </a:lnTo>
                <a:lnTo>
                  <a:pt x="3925574" y="48655"/>
                </a:lnTo>
                <a:lnTo>
                  <a:pt x="3925982" y="48639"/>
                </a:lnTo>
                <a:lnTo>
                  <a:pt x="3926403" y="48614"/>
                </a:lnTo>
                <a:lnTo>
                  <a:pt x="3926833" y="48576"/>
                </a:lnTo>
                <a:lnTo>
                  <a:pt x="3927270" y="48523"/>
                </a:lnTo>
                <a:lnTo>
                  <a:pt x="3927708" y="48452"/>
                </a:lnTo>
                <a:lnTo>
                  <a:pt x="3928147" y="48361"/>
                </a:lnTo>
                <a:lnTo>
                  <a:pt x="3928581" y="48248"/>
                </a:lnTo>
                <a:lnTo>
                  <a:pt x="3929008" y="48109"/>
                </a:lnTo>
                <a:lnTo>
                  <a:pt x="3929424" y="47943"/>
                </a:lnTo>
                <a:lnTo>
                  <a:pt x="3929826" y="47747"/>
                </a:lnTo>
                <a:lnTo>
                  <a:pt x="3930211" y="47518"/>
                </a:lnTo>
                <a:lnTo>
                  <a:pt x="3930575" y="47254"/>
                </a:lnTo>
                <a:lnTo>
                  <a:pt x="3930915" y="46952"/>
                </a:lnTo>
                <a:lnTo>
                  <a:pt x="3931227" y="46611"/>
                </a:lnTo>
                <a:lnTo>
                  <a:pt x="3931509" y="46226"/>
                </a:lnTo>
                <a:lnTo>
                  <a:pt x="3931757" y="45796"/>
                </a:lnTo>
                <a:lnTo>
                  <a:pt x="3931967" y="45319"/>
                </a:lnTo>
                <a:lnTo>
                  <a:pt x="3932136" y="44791"/>
                </a:lnTo>
                <a:lnTo>
                  <a:pt x="3932261" y="44211"/>
                </a:lnTo>
                <a:lnTo>
                  <a:pt x="3932338" y="43576"/>
                </a:lnTo>
                <a:lnTo>
                  <a:pt x="3932365" y="42882"/>
                </a:lnTo>
                <a:lnTo>
                  <a:pt x="3932339" y="42166"/>
                </a:lnTo>
                <a:lnTo>
                  <a:pt x="3932264" y="41509"/>
                </a:lnTo>
                <a:lnTo>
                  <a:pt x="3932144" y="40909"/>
                </a:lnTo>
                <a:lnTo>
                  <a:pt x="3931980" y="40364"/>
                </a:lnTo>
                <a:lnTo>
                  <a:pt x="3931777" y="39870"/>
                </a:lnTo>
                <a:lnTo>
                  <a:pt x="3931536" y="39426"/>
                </a:lnTo>
                <a:lnTo>
                  <a:pt x="3931262" y="39029"/>
                </a:lnTo>
                <a:lnTo>
                  <a:pt x="3930958" y="38675"/>
                </a:lnTo>
                <a:lnTo>
                  <a:pt x="3930626" y="38364"/>
                </a:lnTo>
                <a:lnTo>
                  <a:pt x="3930270" y="38091"/>
                </a:lnTo>
                <a:lnTo>
                  <a:pt x="3929893" y="37854"/>
                </a:lnTo>
                <a:lnTo>
                  <a:pt x="3929497" y="37651"/>
                </a:lnTo>
                <a:lnTo>
                  <a:pt x="3929086" y="37480"/>
                </a:lnTo>
                <a:lnTo>
                  <a:pt x="3928664" y="37337"/>
                </a:lnTo>
                <a:lnTo>
                  <a:pt x="3928232" y="37219"/>
                </a:lnTo>
                <a:lnTo>
                  <a:pt x="3927795" y="37126"/>
                </a:lnTo>
                <a:lnTo>
                  <a:pt x="3927355" y="37053"/>
                </a:lnTo>
                <a:lnTo>
                  <a:pt x="3926915" y="36998"/>
                </a:lnTo>
                <a:lnTo>
                  <a:pt x="3926479" y="36958"/>
                </a:lnTo>
                <a:lnTo>
                  <a:pt x="3926050" y="36932"/>
                </a:lnTo>
                <a:lnTo>
                  <a:pt x="3925630" y="36916"/>
                </a:lnTo>
                <a:lnTo>
                  <a:pt x="3925223" y="36908"/>
                </a:lnTo>
                <a:lnTo>
                  <a:pt x="3924832" y="36905"/>
                </a:lnTo>
                <a:lnTo>
                  <a:pt x="3924460" y="36904"/>
                </a:lnTo>
                <a:lnTo>
                  <a:pt x="3901903" y="36904"/>
                </a:lnTo>
                <a:lnTo>
                  <a:pt x="3901532" y="36905"/>
                </a:lnTo>
                <a:lnTo>
                  <a:pt x="3901144" y="36908"/>
                </a:lnTo>
                <a:lnTo>
                  <a:pt x="3900741" y="36916"/>
                </a:lnTo>
                <a:lnTo>
                  <a:pt x="3900327" y="36931"/>
                </a:lnTo>
                <a:lnTo>
                  <a:pt x="3899905" y="36957"/>
                </a:lnTo>
                <a:lnTo>
                  <a:pt x="3899478" y="36995"/>
                </a:lnTo>
                <a:lnTo>
                  <a:pt x="3899048" y="37048"/>
                </a:lnTo>
                <a:lnTo>
                  <a:pt x="3898619" y="37119"/>
                </a:lnTo>
                <a:lnTo>
                  <a:pt x="3898192" y="37209"/>
                </a:lnTo>
                <a:lnTo>
                  <a:pt x="3897772" y="37323"/>
                </a:lnTo>
                <a:lnTo>
                  <a:pt x="3897362" y="37461"/>
                </a:lnTo>
                <a:lnTo>
                  <a:pt x="3896963" y="37628"/>
                </a:lnTo>
                <a:lnTo>
                  <a:pt x="3896580" y="37824"/>
                </a:lnTo>
                <a:lnTo>
                  <a:pt x="3896214" y="38053"/>
                </a:lnTo>
                <a:lnTo>
                  <a:pt x="3895869" y="38317"/>
                </a:lnTo>
                <a:lnTo>
                  <a:pt x="3895549" y="38619"/>
                </a:lnTo>
                <a:lnTo>
                  <a:pt x="3895255" y="38961"/>
                </a:lnTo>
                <a:lnTo>
                  <a:pt x="3894990" y="39346"/>
                </a:lnTo>
                <a:lnTo>
                  <a:pt x="3894759" y="39775"/>
                </a:lnTo>
                <a:lnTo>
                  <a:pt x="3894563" y="40253"/>
                </a:lnTo>
                <a:lnTo>
                  <a:pt x="3894405" y="40781"/>
                </a:lnTo>
                <a:lnTo>
                  <a:pt x="3894289" y="41362"/>
                </a:lnTo>
                <a:lnTo>
                  <a:pt x="3894217" y="41997"/>
                </a:lnTo>
                <a:lnTo>
                  <a:pt x="3894192" y="42691"/>
                </a:lnTo>
                <a:lnTo>
                  <a:pt x="3894214" y="43407"/>
                </a:lnTo>
                <a:lnTo>
                  <a:pt x="3894279" y="44064"/>
                </a:lnTo>
                <a:lnTo>
                  <a:pt x="3894385" y="44663"/>
                </a:lnTo>
                <a:lnTo>
                  <a:pt x="3894531" y="45208"/>
                </a:lnTo>
                <a:lnTo>
                  <a:pt x="3894715" y="45702"/>
                </a:lnTo>
                <a:lnTo>
                  <a:pt x="3894936" y="46145"/>
                </a:lnTo>
                <a:lnTo>
                  <a:pt x="3895194" y="46543"/>
                </a:lnTo>
                <a:lnTo>
                  <a:pt x="3895485" y="46896"/>
                </a:lnTo>
                <a:lnTo>
                  <a:pt x="3895809" y="47207"/>
                </a:lnTo>
                <a:lnTo>
                  <a:pt x="3896164" y="47480"/>
                </a:lnTo>
                <a:lnTo>
                  <a:pt x="3896550" y="47717"/>
                </a:lnTo>
                <a:lnTo>
                  <a:pt x="3896964" y="47919"/>
                </a:lnTo>
                <a:lnTo>
                  <a:pt x="3897405" y="48091"/>
                </a:lnTo>
                <a:lnTo>
                  <a:pt x="3897872" y="48234"/>
                </a:lnTo>
                <a:lnTo>
                  <a:pt x="3898363" y="48351"/>
                </a:lnTo>
                <a:lnTo>
                  <a:pt x="3898877" y="48445"/>
                </a:lnTo>
                <a:lnTo>
                  <a:pt x="3899412" y="48518"/>
                </a:lnTo>
                <a:lnTo>
                  <a:pt x="3899967" y="48573"/>
                </a:lnTo>
                <a:lnTo>
                  <a:pt x="3900541" y="48612"/>
                </a:lnTo>
                <a:lnTo>
                  <a:pt x="3901132" y="48639"/>
                </a:lnTo>
                <a:lnTo>
                  <a:pt x="3901738" y="48655"/>
                </a:lnTo>
                <a:lnTo>
                  <a:pt x="3902359" y="48663"/>
                </a:lnTo>
                <a:lnTo>
                  <a:pt x="3902993" y="48666"/>
                </a:lnTo>
                <a:lnTo>
                  <a:pt x="3903638" y="48666"/>
                </a:lnTo>
                <a:lnTo>
                  <a:pt x="3889371" y="68119"/>
                </a:lnTo>
                <a:lnTo>
                  <a:pt x="3874721" y="48666"/>
                </a:lnTo>
                <a:lnTo>
                  <a:pt x="3875343" y="48666"/>
                </a:lnTo>
                <a:lnTo>
                  <a:pt x="3875956" y="48663"/>
                </a:lnTo>
                <a:lnTo>
                  <a:pt x="3876558" y="48655"/>
                </a:lnTo>
                <a:lnTo>
                  <a:pt x="3877147" y="48639"/>
                </a:lnTo>
                <a:lnTo>
                  <a:pt x="3877722" y="48612"/>
                </a:lnTo>
                <a:lnTo>
                  <a:pt x="3878281" y="48573"/>
                </a:lnTo>
                <a:lnTo>
                  <a:pt x="3878823" y="48518"/>
                </a:lnTo>
                <a:lnTo>
                  <a:pt x="3879347" y="48445"/>
                </a:lnTo>
                <a:lnTo>
                  <a:pt x="3879851" y="48351"/>
                </a:lnTo>
                <a:lnTo>
                  <a:pt x="3880333" y="48234"/>
                </a:lnTo>
                <a:lnTo>
                  <a:pt x="3880792" y="48091"/>
                </a:lnTo>
                <a:lnTo>
                  <a:pt x="3881226" y="47919"/>
                </a:lnTo>
                <a:lnTo>
                  <a:pt x="3881635" y="47717"/>
                </a:lnTo>
                <a:lnTo>
                  <a:pt x="3882015" y="47480"/>
                </a:lnTo>
                <a:lnTo>
                  <a:pt x="3882367" y="47207"/>
                </a:lnTo>
                <a:lnTo>
                  <a:pt x="3882688" y="46896"/>
                </a:lnTo>
                <a:lnTo>
                  <a:pt x="3882977" y="46543"/>
                </a:lnTo>
                <a:lnTo>
                  <a:pt x="3883232" y="46145"/>
                </a:lnTo>
                <a:lnTo>
                  <a:pt x="3883452" y="45702"/>
                </a:lnTo>
                <a:lnTo>
                  <a:pt x="3883635" y="45208"/>
                </a:lnTo>
                <a:lnTo>
                  <a:pt x="3883781" y="44663"/>
                </a:lnTo>
                <a:lnTo>
                  <a:pt x="3883886" y="44064"/>
                </a:lnTo>
                <a:lnTo>
                  <a:pt x="3883951" y="43407"/>
                </a:lnTo>
                <a:lnTo>
                  <a:pt x="3883973" y="42691"/>
                </a:lnTo>
                <a:lnTo>
                  <a:pt x="3883948" y="41997"/>
                </a:lnTo>
                <a:lnTo>
                  <a:pt x="3883876" y="41362"/>
                </a:lnTo>
                <a:lnTo>
                  <a:pt x="3883760" y="40781"/>
                </a:lnTo>
                <a:lnTo>
                  <a:pt x="3883602" y="40253"/>
                </a:lnTo>
                <a:lnTo>
                  <a:pt x="3883406" y="39775"/>
                </a:lnTo>
                <a:lnTo>
                  <a:pt x="3883175" y="39346"/>
                </a:lnTo>
                <a:lnTo>
                  <a:pt x="3882910" y="38961"/>
                </a:lnTo>
                <a:lnTo>
                  <a:pt x="3882616" y="38619"/>
                </a:lnTo>
                <a:lnTo>
                  <a:pt x="3882295" y="38317"/>
                </a:lnTo>
                <a:lnTo>
                  <a:pt x="3881951" y="38053"/>
                </a:lnTo>
                <a:lnTo>
                  <a:pt x="3881585" y="37824"/>
                </a:lnTo>
                <a:lnTo>
                  <a:pt x="3881202" y="37628"/>
                </a:lnTo>
                <a:lnTo>
                  <a:pt x="3880803" y="37461"/>
                </a:lnTo>
                <a:lnTo>
                  <a:pt x="3880393" y="37323"/>
                </a:lnTo>
                <a:lnTo>
                  <a:pt x="3879973" y="37209"/>
                </a:lnTo>
                <a:lnTo>
                  <a:pt x="3879546" y="37119"/>
                </a:lnTo>
                <a:lnTo>
                  <a:pt x="3879117" y="37048"/>
                </a:lnTo>
                <a:lnTo>
                  <a:pt x="3878687" y="36995"/>
                </a:lnTo>
                <a:lnTo>
                  <a:pt x="3878259" y="36957"/>
                </a:lnTo>
                <a:lnTo>
                  <a:pt x="3877837" y="36931"/>
                </a:lnTo>
                <a:lnTo>
                  <a:pt x="3877424" y="36916"/>
                </a:lnTo>
                <a:lnTo>
                  <a:pt x="3877021" y="36908"/>
                </a:lnTo>
                <a:lnTo>
                  <a:pt x="3876633" y="36905"/>
                </a:lnTo>
                <a:lnTo>
                  <a:pt x="3876262" y="36904"/>
                </a:lnTo>
                <a:lnTo>
                  <a:pt x="3853705" y="36904"/>
                </a:lnTo>
                <a:lnTo>
                  <a:pt x="3853333" y="36905"/>
                </a:lnTo>
                <a:lnTo>
                  <a:pt x="3852942" y="36908"/>
                </a:lnTo>
                <a:lnTo>
                  <a:pt x="3852535" y="36916"/>
                </a:lnTo>
                <a:lnTo>
                  <a:pt x="3852115" y="36932"/>
                </a:lnTo>
                <a:lnTo>
                  <a:pt x="3851686" y="36958"/>
                </a:lnTo>
                <a:lnTo>
                  <a:pt x="3851250" y="36998"/>
                </a:lnTo>
                <a:lnTo>
                  <a:pt x="3850810" y="37053"/>
                </a:lnTo>
                <a:lnTo>
                  <a:pt x="3850370" y="37126"/>
                </a:lnTo>
                <a:lnTo>
                  <a:pt x="3849933" y="37219"/>
                </a:lnTo>
                <a:lnTo>
                  <a:pt x="3849501" y="37337"/>
                </a:lnTo>
                <a:lnTo>
                  <a:pt x="3849079" y="37480"/>
                </a:lnTo>
                <a:lnTo>
                  <a:pt x="3848668" y="37651"/>
                </a:lnTo>
                <a:lnTo>
                  <a:pt x="3848272" y="37854"/>
                </a:lnTo>
                <a:lnTo>
                  <a:pt x="3847895" y="38091"/>
                </a:lnTo>
                <a:lnTo>
                  <a:pt x="3847539" y="38364"/>
                </a:lnTo>
                <a:lnTo>
                  <a:pt x="3847207" y="38675"/>
                </a:lnTo>
                <a:lnTo>
                  <a:pt x="3846902" y="39029"/>
                </a:lnTo>
                <a:lnTo>
                  <a:pt x="3846629" y="39426"/>
                </a:lnTo>
                <a:lnTo>
                  <a:pt x="3846388" y="39870"/>
                </a:lnTo>
                <a:lnTo>
                  <a:pt x="3846185" y="40364"/>
                </a:lnTo>
                <a:lnTo>
                  <a:pt x="3846021" y="40909"/>
                </a:lnTo>
                <a:lnTo>
                  <a:pt x="3845901" y="41509"/>
                </a:lnTo>
                <a:lnTo>
                  <a:pt x="3845826" y="42166"/>
                </a:lnTo>
                <a:lnTo>
                  <a:pt x="3845800" y="42882"/>
                </a:lnTo>
                <a:lnTo>
                  <a:pt x="3845827" y="43576"/>
                </a:lnTo>
                <a:lnTo>
                  <a:pt x="3845904" y="44211"/>
                </a:lnTo>
                <a:lnTo>
                  <a:pt x="3846029" y="44791"/>
                </a:lnTo>
                <a:lnTo>
                  <a:pt x="3846198" y="45319"/>
                </a:lnTo>
                <a:lnTo>
                  <a:pt x="3846408" y="45796"/>
                </a:lnTo>
                <a:lnTo>
                  <a:pt x="3846656" y="46226"/>
                </a:lnTo>
                <a:lnTo>
                  <a:pt x="3846938" y="46611"/>
                </a:lnTo>
                <a:lnTo>
                  <a:pt x="3847250" y="46952"/>
                </a:lnTo>
                <a:lnTo>
                  <a:pt x="3847590" y="47254"/>
                </a:lnTo>
                <a:lnTo>
                  <a:pt x="3847954" y="47518"/>
                </a:lnTo>
                <a:lnTo>
                  <a:pt x="3848339" y="47747"/>
                </a:lnTo>
                <a:lnTo>
                  <a:pt x="3848741" y="47943"/>
                </a:lnTo>
                <a:lnTo>
                  <a:pt x="3849157" y="48109"/>
                </a:lnTo>
                <a:lnTo>
                  <a:pt x="3849584" y="48248"/>
                </a:lnTo>
                <a:lnTo>
                  <a:pt x="3850018" y="48361"/>
                </a:lnTo>
                <a:lnTo>
                  <a:pt x="3850456" y="48452"/>
                </a:lnTo>
                <a:lnTo>
                  <a:pt x="3850895" y="48523"/>
                </a:lnTo>
                <a:lnTo>
                  <a:pt x="3851332" y="48576"/>
                </a:lnTo>
                <a:lnTo>
                  <a:pt x="3851762" y="48614"/>
                </a:lnTo>
                <a:lnTo>
                  <a:pt x="3852183" y="48639"/>
                </a:lnTo>
                <a:lnTo>
                  <a:pt x="3852591" y="48655"/>
                </a:lnTo>
                <a:lnTo>
                  <a:pt x="3852983" y="48663"/>
                </a:lnTo>
                <a:lnTo>
                  <a:pt x="3853355" y="48666"/>
                </a:lnTo>
                <a:lnTo>
                  <a:pt x="3853705" y="48666"/>
                </a:lnTo>
                <a:lnTo>
                  <a:pt x="3861418" y="48666"/>
                </a:lnTo>
                <a:lnTo>
                  <a:pt x="3884167" y="77171"/>
                </a:lnTo>
                <a:lnTo>
                  <a:pt x="3860259" y="108180"/>
                </a:lnTo>
                <a:lnTo>
                  <a:pt x="3852549" y="108180"/>
                </a:lnTo>
                <a:lnTo>
                  <a:pt x="3852177" y="108180"/>
                </a:lnTo>
                <a:lnTo>
                  <a:pt x="3851786" y="108183"/>
                </a:lnTo>
                <a:lnTo>
                  <a:pt x="3851379" y="108191"/>
                </a:lnTo>
                <a:lnTo>
                  <a:pt x="3850959" y="108207"/>
                </a:lnTo>
                <a:lnTo>
                  <a:pt x="3850530" y="108234"/>
                </a:lnTo>
                <a:lnTo>
                  <a:pt x="3850094" y="108273"/>
                </a:lnTo>
                <a:lnTo>
                  <a:pt x="3849654" y="108328"/>
                </a:lnTo>
                <a:lnTo>
                  <a:pt x="3849214" y="108401"/>
                </a:lnTo>
                <a:lnTo>
                  <a:pt x="3848777" y="108495"/>
                </a:lnTo>
                <a:lnTo>
                  <a:pt x="3848345" y="108612"/>
                </a:lnTo>
                <a:lnTo>
                  <a:pt x="3847923" y="108755"/>
                </a:lnTo>
                <a:lnTo>
                  <a:pt x="3847512" y="108926"/>
                </a:lnTo>
                <a:lnTo>
                  <a:pt x="3847116" y="109129"/>
                </a:lnTo>
                <a:lnTo>
                  <a:pt x="3846739" y="109366"/>
                </a:lnTo>
                <a:lnTo>
                  <a:pt x="3846383" y="109638"/>
                </a:lnTo>
                <a:lnTo>
                  <a:pt x="3846051" y="109950"/>
                </a:lnTo>
                <a:lnTo>
                  <a:pt x="3845746" y="110303"/>
                </a:lnTo>
                <a:lnTo>
                  <a:pt x="3845473" y="110700"/>
                </a:lnTo>
                <a:lnTo>
                  <a:pt x="3845232" y="111144"/>
                </a:lnTo>
                <a:lnTo>
                  <a:pt x="3845029" y="111637"/>
                </a:lnTo>
                <a:lnTo>
                  <a:pt x="3844865" y="112182"/>
                </a:lnTo>
                <a:lnTo>
                  <a:pt x="3844744" y="112782"/>
                </a:lnTo>
                <a:lnTo>
                  <a:pt x="3844670" y="113439"/>
                </a:lnTo>
                <a:lnTo>
                  <a:pt x="3844644" y="114155"/>
                </a:lnTo>
                <a:lnTo>
                  <a:pt x="3844671" y="114848"/>
                </a:lnTo>
                <a:lnTo>
                  <a:pt x="3844748" y="115484"/>
                </a:lnTo>
                <a:lnTo>
                  <a:pt x="3844873" y="116064"/>
                </a:lnTo>
                <a:lnTo>
                  <a:pt x="3845042" y="116591"/>
                </a:lnTo>
                <a:lnTo>
                  <a:pt x="3845252" y="117069"/>
                </a:lnTo>
                <a:lnTo>
                  <a:pt x="3845499" y="117499"/>
                </a:lnTo>
                <a:lnTo>
                  <a:pt x="3845781" y="117883"/>
                </a:lnTo>
                <a:lnTo>
                  <a:pt x="3846093" y="118225"/>
                </a:lnTo>
                <a:lnTo>
                  <a:pt x="3846433" y="118527"/>
                </a:lnTo>
                <a:lnTo>
                  <a:pt x="3846797" y="118791"/>
                </a:lnTo>
                <a:lnTo>
                  <a:pt x="3847182" y="119019"/>
                </a:lnTo>
                <a:lnTo>
                  <a:pt x="3847584" y="119216"/>
                </a:lnTo>
                <a:lnTo>
                  <a:pt x="3848000" y="119382"/>
                </a:lnTo>
                <a:lnTo>
                  <a:pt x="3848427" y="119520"/>
                </a:lnTo>
                <a:lnTo>
                  <a:pt x="3848861" y="119634"/>
                </a:lnTo>
                <a:lnTo>
                  <a:pt x="3849299" y="119724"/>
                </a:lnTo>
                <a:lnTo>
                  <a:pt x="3849738" y="119795"/>
                </a:lnTo>
                <a:lnTo>
                  <a:pt x="3850174" y="119848"/>
                </a:lnTo>
                <a:lnTo>
                  <a:pt x="3850605" y="119886"/>
                </a:lnTo>
                <a:lnTo>
                  <a:pt x="3851025" y="119912"/>
                </a:lnTo>
                <a:lnTo>
                  <a:pt x="3851434" y="119927"/>
                </a:lnTo>
                <a:lnTo>
                  <a:pt x="3851826" y="119935"/>
                </a:lnTo>
                <a:lnTo>
                  <a:pt x="3852199" y="119938"/>
                </a:lnTo>
                <a:lnTo>
                  <a:pt x="3852549" y="119939"/>
                </a:lnTo>
                <a:lnTo>
                  <a:pt x="3875106" y="119939"/>
                </a:lnTo>
                <a:lnTo>
                  <a:pt x="3875477" y="119938"/>
                </a:lnTo>
                <a:lnTo>
                  <a:pt x="3875865" y="119935"/>
                </a:lnTo>
                <a:lnTo>
                  <a:pt x="3876268" y="119927"/>
                </a:lnTo>
                <a:lnTo>
                  <a:pt x="3876681" y="119912"/>
                </a:lnTo>
                <a:lnTo>
                  <a:pt x="3877103" y="119886"/>
                </a:lnTo>
                <a:lnTo>
                  <a:pt x="3877531" y="119848"/>
                </a:lnTo>
                <a:lnTo>
                  <a:pt x="3877961" y="119795"/>
                </a:lnTo>
                <a:lnTo>
                  <a:pt x="3878390" y="119724"/>
                </a:lnTo>
                <a:lnTo>
                  <a:pt x="3878817" y="119634"/>
                </a:lnTo>
                <a:lnTo>
                  <a:pt x="3879236" y="119520"/>
                </a:lnTo>
                <a:lnTo>
                  <a:pt x="3879647" y="119382"/>
                </a:lnTo>
                <a:lnTo>
                  <a:pt x="3880046" y="119216"/>
                </a:lnTo>
                <a:lnTo>
                  <a:pt x="3880429" y="119019"/>
                </a:lnTo>
                <a:lnTo>
                  <a:pt x="3880795" y="118791"/>
                </a:lnTo>
                <a:lnTo>
                  <a:pt x="3881139" y="118527"/>
                </a:lnTo>
                <a:lnTo>
                  <a:pt x="3881460" y="118225"/>
                </a:lnTo>
                <a:lnTo>
                  <a:pt x="3881754" y="117883"/>
                </a:lnTo>
                <a:lnTo>
                  <a:pt x="3882018" y="117499"/>
                </a:lnTo>
                <a:lnTo>
                  <a:pt x="3882250" y="117069"/>
                </a:lnTo>
                <a:lnTo>
                  <a:pt x="3882446" y="116591"/>
                </a:lnTo>
                <a:lnTo>
                  <a:pt x="3882604" y="116064"/>
                </a:lnTo>
                <a:lnTo>
                  <a:pt x="3882720" y="115484"/>
                </a:lnTo>
                <a:lnTo>
                  <a:pt x="3882792" y="114848"/>
                </a:lnTo>
                <a:lnTo>
                  <a:pt x="3882817" y="114155"/>
                </a:lnTo>
                <a:lnTo>
                  <a:pt x="3882796" y="113439"/>
                </a:lnTo>
                <a:lnTo>
                  <a:pt x="3882733" y="112782"/>
                </a:lnTo>
                <a:lnTo>
                  <a:pt x="3882631" y="112182"/>
                </a:lnTo>
                <a:lnTo>
                  <a:pt x="3882489" y="111637"/>
                </a:lnTo>
                <a:lnTo>
                  <a:pt x="3882309" y="111144"/>
                </a:lnTo>
                <a:lnTo>
                  <a:pt x="3882091" y="110700"/>
                </a:lnTo>
                <a:lnTo>
                  <a:pt x="3881836" y="110303"/>
                </a:lnTo>
                <a:lnTo>
                  <a:pt x="3881546" y="109950"/>
                </a:lnTo>
                <a:lnTo>
                  <a:pt x="3881221" y="109638"/>
                </a:lnTo>
                <a:lnTo>
                  <a:pt x="3880861" y="109366"/>
                </a:lnTo>
                <a:lnTo>
                  <a:pt x="3880469" y="109129"/>
                </a:lnTo>
                <a:lnTo>
                  <a:pt x="3880045" y="108926"/>
                </a:lnTo>
                <a:lnTo>
                  <a:pt x="3879590" y="108755"/>
                </a:lnTo>
                <a:lnTo>
                  <a:pt x="3879105" y="108612"/>
                </a:lnTo>
                <a:lnTo>
                  <a:pt x="3878590" y="108495"/>
                </a:lnTo>
                <a:lnTo>
                  <a:pt x="3878047" y="108401"/>
                </a:lnTo>
                <a:lnTo>
                  <a:pt x="3877476" y="108328"/>
                </a:lnTo>
                <a:lnTo>
                  <a:pt x="3876879" y="108273"/>
                </a:lnTo>
                <a:lnTo>
                  <a:pt x="3876257" y="108234"/>
                </a:lnTo>
                <a:lnTo>
                  <a:pt x="3875609" y="108207"/>
                </a:lnTo>
                <a:lnTo>
                  <a:pt x="3874938" y="108191"/>
                </a:lnTo>
                <a:lnTo>
                  <a:pt x="3874244" y="108183"/>
                </a:lnTo>
                <a:lnTo>
                  <a:pt x="3873528" y="108180"/>
                </a:lnTo>
                <a:lnTo>
                  <a:pt x="3872791" y="108180"/>
                </a:lnTo>
                <a:lnTo>
                  <a:pt x="3889371" y="84464"/>
                </a:lnTo>
                <a:lnTo>
                  <a:pt x="3906530" y="108180"/>
                </a:lnTo>
                <a:lnTo>
                  <a:pt x="3905862" y="108180"/>
                </a:lnTo>
                <a:lnTo>
                  <a:pt x="3905206" y="108183"/>
                </a:lnTo>
                <a:lnTo>
                  <a:pt x="3904566" y="108191"/>
                </a:lnTo>
                <a:lnTo>
                  <a:pt x="3903942" y="108207"/>
                </a:lnTo>
                <a:lnTo>
                  <a:pt x="3903335" y="108234"/>
                </a:lnTo>
                <a:lnTo>
                  <a:pt x="3902747" y="108273"/>
                </a:lnTo>
                <a:lnTo>
                  <a:pt x="3902178" y="108328"/>
                </a:lnTo>
                <a:lnTo>
                  <a:pt x="3901632" y="108401"/>
                </a:lnTo>
                <a:lnTo>
                  <a:pt x="3901108" y="108495"/>
                </a:lnTo>
                <a:lnTo>
                  <a:pt x="3900608" y="108612"/>
                </a:lnTo>
                <a:lnTo>
                  <a:pt x="3900133" y="108755"/>
                </a:lnTo>
                <a:lnTo>
                  <a:pt x="3899686" y="108926"/>
                </a:lnTo>
                <a:lnTo>
                  <a:pt x="3899266" y="109129"/>
                </a:lnTo>
                <a:lnTo>
                  <a:pt x="3898876" y="109366"/>
                </a:lnTo>
                <a:lnTo>
                  <a:pt x="3898517" y="109638"/>
                </a:lnTo>
                <a:lnTo>
                  <a:pt x="3898190" y="109950"/>
                </a:lnTo>
                <a:lnTo>
                  <a:pt x="3897896" y="110303"/>
                </a:lnTo>
                <a:lnTo>
                  <a:pt x="3897637" y="110700"/>
                </a:lnTo>
                <a:lnTo>
                  <a:pt x="3897414" y="111144"/>
                </a:lnTo>
                <a:lnTo>
                  <a:pt x="3897229" y="111637"/>
                </a:lnTo>
                <a:lnTo>
                  <a:pt x="3897083" y="112182"/>
                </a:lnTo>
                <a:lnTo>
                  <a:pt x="3896977" y="112782"/>
                </a:lnTo>
                <a:lnTo>
                  <a:pt x="3896912" y="113439"/>
                </a:lnTo>
                <a:lnTo>
                  <a:pt x="3896890" y="114155"/>
                </a:lnTo>
                <a:lnTo>
                  <a:pt x="3896915" y="114848"/>
                </a:lnTo>
                <a:lnTo>
                  <a:pt x="3896986" y="115484"/>
                </a:lnTo>
                <a:lnTo>
                  <a:pt x="3897103" y="116064"/>
                </a:lnTo>
                <a:lnTo>
                  <a:pt x="3897260" y="116591"/>
                </a:lnTo>
                <a:lnTo>
                  <a:pt x="3897457" y="117069"/>
                </a:lnTo>
                <a:lnTo>
                  <a:pt x="3897688" y="117499"/>
                </a:lnTo>
                <a:lnTo>
                  <a:pt x="3897953" y="117883"/>
                </a:lnTo>
                <a:lnTo>
                  <a:pt x="3898247" y="118225"/>
                </a:lnTo>
                <a:lnTo>
                  <a:pt x="3898568" y="118527"/>
                </a:lnTo>
                <a:lnTo>
                  <a:pt x="3898913" y="118791"/>
                </a:lnTo>
                <a:lnTo>
                  <a:pt x="3899278" y="119019"/>
                </a:lnTo>
                <a:lnTo>
                  <a:pt x="3899662" y="119216"/>
                </a:lnTo>
                <a:lnTo>
                  <a:pt x="3900061" y="119382"/>
                </a:lnTo>
                <a:lnTo>
                  <a:pt x="3900472" y="119520"/>
                </a:lnTo>
                <a:lnTo>
                  <a:pt x="3900892" y="119634"/>
                </a:lnTo>
                <a:lnTo>
                  <a:pt x="3901318" y="119724"/>
                </a:lnTo>
                <a:lnTo>
                  <a:pt x="3901748" y="119795"/>
                </a:lnTo>
                <a:lnTo>
                  <a:pt x="3902178" y="119848"/>
                </a:lnTo>
                <a:lnTo>
                  <a:pt x="3902606" y="119886"/>
                </a:lnTo>
                <a:lnTo>
                  <a:pt x="3903028" y="119912"/>
                </a:lnTo>
                <a:lnTo>
                  <a:pt x="3903442" y="119927"/>
                </a:lnTo>
                <a:lnTo>
                  <a:pt x="3903844" y="119935"/>
                </a:lnTo>
                <a:lnTo>
                  <a:pt x="3904232" y="119938"/>
                </a:lnTo>
                <a:lnTo>
                  <a:pt x="3904603" y="119939"/>
                </a:lnTo>
                <a:lnTo>
                  <a:pt x="3927158" y="119939"/>
                </a:lnTo>
                <a:lnTo>
                  <a:pt x="3927508" y="119938"/>
                </a:lnTo>
                <a:lnTo>
                  <a:pt x="3927881" y="119935"/>
                </a:lnTo>
                <a:lnTo>
                  <a:pt x="3928273" y="119927"/>
                </a:lnTo>
                <a:lnTo>
                  <a:pt x="3928681" y="119912"/>
                </a:lnTo>
                <a:lnTo>
                  <a:pt x="3929102" y="119886"/>
                </a:lnTo>
                <a:lnTo>
                  <a:pt x="3929532" y="119848"/>
                </a:lnTo>
                <a:lnTo>
                  <a:pt x="3929968" y="119795"/>
                </a:lnTo>
                <a:lnTo>
                  <a:pt x="3930407" y="119724"/>
                </a:lnTo>
                <a:lnTo>
                  <a:pt x="3930846" y="119634"/>
                </a:lnTo>
                <a:lnTo>
                  <a:pt x="3931280" y="119520"/>
                </a:lnTo>
                <a:lnTo>
                  <a:pt x="3931707" y="119382"/>
                </a:lnTo>
                <a:lnTo>
                  <a:pt x="3932123" y="119216"/>
                </a:lnTo>
                <a:lnTo>
                  <a:pt x="3932525" y="119019"/>
                </a:lnTo>
                <a:lnTo>
                  <a:pt x="3932909" y="118791"/>
                </a:lnTo>
                <a:lnTo>
                  <a:pt x="3933273" y="118527"/>
                </a:lnTo>
                <a:lnTo>
                  <a:pt x="3933613" y="118225"/>
                </a:lnTo>
                <a:lnTo>
                  <a:pt x="3933926" y="117883"/>
                </a:lnTo>
                <a:lnTo>
                  <a:pt x="3934207" y="117499"/>
                </a:lnTo>
                <a:lnTo>
                  <a:pt x="3934454" y="117069"/>
                </a:lnTo>
                <a:lnTo>
                  <a:pt x="3934664" y="116591"/>
                </a:lnTo>
                <a:lnTo>
                  <a:pt x="3934833" y="116064"/>
                </a:lnTo>
                <a:lnTo>
                  <a:pt x="3934958" y="115484"/>
                </a:lnTo>
                <a:lnTo>
                  <a:pt x="3935036" y="114848"/>
                </a:lnTo>
                <a:lnTo>
                  <a:pt x="3935062" y="114155"/>
                </a:lnTo>
                <a:lnTo>
                  <a:pt x="3935037" y="113439"/>
                </a:lnTo>
                <a:lnTo>
                  <a:pt x="3934962" y="112782"/>
                </a:lnTo>
                <a:lnTo>
                  <a:pt x="3934841" y="112182"/>
                </a:lnTo>
                <a:lnTo>
                  <a:pt x="3934678" y="111637"/>
                </a:lnTo>
                <a:lnTo>
                  <a:pt x="3934474" y="111144"/>
                </a:lnTo>
                <a:lnTo>
                  <a:pt x="3934234" y="110700"/>
                </a:lnTo>
                <a:close/>
                <a:moveTo>
                  <a:pt x="4229977" y="110700"/>
                </a:moveTo>
                <a:lnTo>
                  <a:pt x="4229703" y="110303"/>
                </a:lnTo>
                <a:lnTo>
                  <a:pt x="4229399" y="109950"/>
                </a:lnTo>
                <a:lnTo>
                  <a:pt x="4229067" y="109638"/>
                </a:lnTo>
                <a:lnTo>
                  <a:pt x="4228711" y="109366"/>
                </a:lnTo>
                <a:lnTo>
                  <a:pt x="4228333" y="109129"/>
                </a:lnTo>
                <a:lnTo>
                  <a:pt x="4227938" y="108926"/>
                </a:lnTo>
                <a:lnTo>
                  <a:pt x="4227527" y="108755"/>
                </a:lnTo>
                <a:lnTo>
                  <a:pt x="4227105" y="108612"/>
                </a:lnTo>
                <a:lnTo>
                  <a:pt x="4226673" y="108495"/>
                </a:lnTo>
                <a:lnTo>
                  <a:pt x="4226236" y="108401"/>
                </a:lnTo>
                <a:lnTo>
                  <a:pt x="4225796" y="108328"/>
                </a:lnTo>
                <a:lnTo>
                  <a:pt x="4225356" y="108273"/>
                </a:lnTo>
                <a:lnTo>
                  <a:pt x="4224920" y="108234"/>
                </a:lnTo>
                <a:lnTo>
                  <a:pt x="4224491" y="108207"/>
                </a:lnTo>
                <a:lnTo>
                  <a:pt x="4224071" y="108191"/>
                </a:lnTo>
                <a:lnTo>
                  <a:pt x="4223664" y="108183"/>
                </a:lnTo>
                <a:lnTo>
                  <a:pt x="4223272" y="108180"/>
                </a:lnTo>
                <a:lnTo>
                  <a:pt x="4222900" y="108180"/>
                </a:lnTo>
                <a:lnTo>
                  <a:pt x="4202658" y="108180"/>
                </a:lnTo>
                <a:lnTo>
                  <a:pt x="4202658" y="44809"/>
                </a:lnTo>
                <a:lnTo>
                  <a:pt x="4202651" y="44083"/>
                </a:lnTo>
                <a:lnTo>
                  <a:pt x="4202631" y="43399"/>
                </a:lnTo>
                <a:lnTo>
                  <a:pt x="4202595" y="42754"/>
                </a:lnTo>
                <a:lnTo>
                  <a:pt x="4202542" y="42149"/>
                </a:lnTo>
                <a:lnTo>
                  <a:pt x="4202469" y="41582"/>
                </a:lnTo>
                <a:lnTo>
                  <a:pt x="4202375" y="41053"/>
                </a:lnTo>
                <a:lnTo>
                  <a:pt x="4202257" y="40561"/>
                </a:lnTo>
                <a:lnTo>
                  <a:pt x="4202115" y="40104"/>
                </a:lnTo>
                <a:lnTo>
                  <a:pt x="4201946" y="39682"/>
                </a:lnTo>
                <a:lnTo>
                  <a:pt x="4201749" y="39294"/>
                </a:lnTo>
                <a:lnTo>
                  <a:pt x="4201521" y="38939"/>
                </a:lnTo>
                <a:lnTo>
                  <a:pt x="4201260" y="38616"/>
                </a:lnTo>
                <a:lnTo>
                  <a:pt x="4200966" y="38324"/>
                </a:lnTo>
                <a:lnTo>
                  <a:pt x="4200636" y="38062"/>
                </a:lnTo>
                <a:lnTo>
                  <a:pt x="4200267" y="37830"/>
                </a:lnTo>
                <a:lnTo>
                  <a:pt x="4199859" y="37626"/>
                </a:lnTo>
                <a:lnTo>
                  <a:pt x="4199410" y="37449"/>
                </a:lnTo>
                <a:lnTo>
                  <a:pt x="4198917" y="37299"/>
                </a:lnTo>
                <a:lnTo>
                  <a:pt x="4198379" y="37175"/>
                </a:lnTo>
                <a:lnTo>
                  <a:pt x="4197794" y="37075"/>
                </a:lnTo>
                <a:lnTo>
                  <a:pt x="4197160" y="36999"/>
                </a:lnTo>
                <a:lnTo>
                  <a:pt x="4196476" y="36946"/>
                </a:lnTo>
                <a:lnTo>
                  <a:pt x="4195739" y="36914"/>
                </a:lnTo>
                <a:lnTo>
                  <a:pt x="4194947" y="36904"/>
                </a:lnTo>
                <a:lnTo>
                  <a:pt x="4167571" y="36904"/>
                </a:lnTo>
                <a:lnTo>
                  <a:pt x="4167199" y="36905"/>
                </a:lnTo>
                <a:lnTo>
                  <a:pt x="4166808" y="36908"/>
                </a:lnTo>
                <a:lnTo>
                  <a:pt x="4166401" y="36916"/>
                </a:lnTo>
                <a:lnTo>
                  <a:pt x="4165982" y="36931"/>
                </a:lnTo>
                <a:lnTo>
                  <a:pt x="4165552" y="36957"/>
                </a:lnTo>
                <a:lnTo>
                  <a:pt x="4165116" y="36995"/>
                </a:lnTo>
                <a:lnTo>
                  <a:pt x="4164677" y="37048"/>
                </a:lnTo>
                <a:lnTo>
                  <a:pt x="4164237" y="37119"/>
                </a:lnTo>
                <a:lnTo>
                  <a:pt x="4163799" y="37209"/>
                </a:lnTo>
                <a:lnTo>
                  <a:pt x="4163368" y="37323"/>
                </a:lnTo>
                <a:lnTo>
                  <a:pt x="4162945" y="37461"/>
                </a:lnTo>
                <a:lnTo>
                  <a:pt x="4162535" y="37628"/>
                </a:lnTo>
                <a:lnTo>
                  <a:pt x="4162139" y="37824"/>
                </a:lnTo>
                <a:lnTo>
                  <a:pt x="4161761" y="38053"/>
                </a:lnTo>
                <a:lnTo>
                  <a:pt x="4161405" y="38317"/>
                </a:lnTo>
                <a:lnTo>
                  <a:pt x="4161073" y="38619"/>
                </a:lnTo>
                <a:lnTo>
                  <a:pt x="4160769" y="38961"/>
                </a:lnTo>
                <a:lnTo>
                  <a:pt x="4160495" y="39346"/>
                </a:lnTo>
                <a:lnTo>
                  <a:pt x="4160255" y="39775"/>
                </a:lnTo>
                <a:lnTo>
                  <a:pt x="4160051" y="40253"/>
                </a:lnTo>
                <a:lnTo>
                  <a:pt x="4159888" y="40781"/>
                </a:lnTo>
                <a:lnTo>
                  <a:pt x="4159767" y="41362"/>
                </a:lnTo>
                <a:lnTo>
                  <a:pt x="4159692" y="41997"/>
                </a:lnTo>
                <a:lnTo>
                  <a:pt x="4159667" y="42691"/>
                </a:lnTo>
                <a:lnTo>
                  <a:pt x="4159692" y="43407"/>
                </a:lnTo>
                <a:lnTo>
                  <a:pt x="4159767" y="44064"/>
                </a:lnTo>
                <a:lnTo>
                  <a:pt x="4159888" y="44663"/>
                </a:lnTo>
                <a:lnTo>
                  <a:pt x="4160051" y="45208"/>
                </a:lnTo>
                <a:lnTo>
                  <a:pt x="4160255" y="45702"/>
                </a:lnTo>
                <a:lnTo>
                  <a:pt x="4160495" y="46145"/>
                </a:lnTo>
                <a:lnTo>
                  <a:pt x="4160769" y="46543"/>
                </a:lnTo>
                <a:lnTo>
                  <a:pt x="4161073" y="46896"/>
                </a:lnTo>
                <a:lnTo>
                  <a:pt x="4161405" y="47207"/>
                </a:lnTo>
                <a:lnTo>
                  <a:pt x="4161761" y="47480"/>
                </a:lnTo>
                <a:lnTo>
                  <a:pt x="4162139" y="47717"/>
                </a:lnTo>
                <a:lnTo>
                  <a:pt x="4162535" y="47919"/>
                </a:lnTo>
                <a:lnTo>
                  <a:pt x="4162945" y="48091"/>
                </a:lnTo>
                <a:lnTo>
                  <a:pt x="4163368" y="48234"/>
                </a:lnTo>
                <a:lnTo>
                  <a:pt x="4163799" y="48351"/>
                </a:lnTo>
                <a:lnTo>
                  <a:pt x="4164237" y="48445"/>
                </a:lnTo>
                <a:lnTo>
                  <a:pt x="4164677" y="48518"/>
                </a:lnTo>
                <a:lnTo>
                  <a:pt x="4165116" y="48573"/>
                </a:lnTo>
                <a:lnTo>
                  <a:pt x="4165552" y="48612"/>
                </a:lnTo>
                <a:lnTo>
                  <a:pt x="4165982" y="48639"/>
                </a:lnTo>
                <a:lnTo>
                  <a:pt x="4166401" y="48655"/>
                </a:lnTo>
                <a:lnTo>
                  <a:pt x="4166808" y="48663"/>
                </a:lnTo>
                <a:lnTo>
                  <a:pt x="4167199" y="48666"/>
                </a:lnTo>
                <a:lnTo>
                  <a:pt x="4167571" y="48666"/>
                </a:lnTo>
                <a:lnTo>
                  <a:pt x="4189355" y="48666"/>
                </a:lnTo>
                <a:lnTo>
                  <a:pt x="4189355" y="108180"/>
                </a:lnTo>
                <a:lnTo>
                  <a:pt x="4166027" y="108180"/>
                </a:lnTo>
                <a:lnTo>
                  <a:pt x="4165633" y="108180"/>
                </a:lnTo>
                <a:lnTo>
                  <a:pt x="4165224" y="108183"/>
                </a:lnTo>
                <a:lnTo>
                  <a:pt x="4164802" y="108191"/>
                </a:lnTo>
                <a:lnTo>
                  <a:pt x="4164371" y="108207"/>
                </a:lnTo>
                <a:lnTo>
                  <a:pt x="4163933" y="108234"/>
                </a:lnTo>
                <a:lnTo>
                  <a:pt x="4163491" y="108273"/>
                </a:lnTo>
                <a:lnTo>
                  <a:pt x="4163048" y="108328"/>
                </a:lnTo>
                <a:lnTo>
                  <a:pt x="4162607" y="108401"/>
                </a:lnTo>
                <a:lnTo>
                  <a:pt x="4162171" y="108495"/>
                </a:lnTo>
                <a:lnTo>
                  <a:pt x="4161742" y="108612"/>
                </a:lnTo>
                <a:lnTo>
                  <a:pt x="4161324" y="108755"/>
                </a:lnTo>
                <a:lnTo>
                  <a:pt x="4160918" y="108926"/>
                </a:lnTo>
                <a:lnTo>
                  <a:pt x="4160529" y="109129"/>
                </a:lnTo>
                <a:lnTo>
                  <a:pt x="4160159" y="109366"/>
                </a:lnTo>
                <a:lnTo>
                  <a:pt x="4159810" y="109638"/>
                </a:lnTo>
                <a:lnTo>
                  <a:pt x="4159487" y="109950"/>
                </a:lnTo>
                <a:lnTo>
                  <a:pt x="4159190" y="110303"/>
                </a:lnTo>
                <a:lnTo>
                  <a:pt x="4158924" y="110700"/>
                </a:lnTo>
                <a:lnTo>
                  <a:pt x="4158691" y="111144"/>
                </a:lnTo>
                <a:lnTo>
                  <a:pt x="4158494" y="111637"/>
                </a:lnTo>
                <a:lnTo>
                  <a:pt x="4158335" y="112182"/>
                </a:lnTo>
                <a:lnTo>
                  <a:pt x="4158219" y="112782"/>
                </a:lnTo>
                <a:lnTo>
                  <a:pt x="4158147" y="113439"/>
                </a:lnTo>
                <a:lnTo>
                  <a:pt x="4158122" y="114155"/>
                </a:lnTo>
                <a:lnTo>
                  <a:pt x="4158148" y="114848"/>
                </a:lnTo>
                <a:lnTo>
                  <a:pt x="4158223" y="115484"/>
                </a:lnTo>
                <a:lnTo>
                  <a:pt x="4158343" y="116064"/>
                </a:lnTo>
                <a:lnTo>
                  <a:pt x="4158507" y="116591"/>
                </a:lnTo>
                <a:lnTo>
                  <a:pt x="4158710" y="117069"/>
                </a:lnTo>
                <a:lnTo>
                  <a:pt x="4158951" y="117499"/>
                </a:lnTo>
                <a:lnTo>
                  <a:pt x="4159225" y="117883"/>
                </a:lnTo>
                <a:lnTo>
                  <a:pt x="4159529" y="118225"/>
                </a:lnTo>
                <a:lnTo>
                  <a:pt x="4159861" y="118527"/>
                </a:lnTo>
                <a:lnTo>
                  <a:pt x="4160217" y="118791"/>
                </a:lnTo>
                <a:lnTo>
                  <a:pt x="4160595" y="119019"/>
                </a:lnTo>
                <a:lnTo>
                  <a:pt x="4160990" y="119216"/>
                </a:lnTo>
                <a:lnTo>
                  <a:pt x="4161401" y="119382"/>
                </a:lnTo>
                <a:lnTo>
                  <a:pt x="4161823" y="119520"/>
                </a:lnTo>
                <a:lnTo>
                  <a:pt x="4162255" y="119634"/>
                </a:lnTo>
                <a:lnTo>
                  <a:pt x="4162692" y="119724"/>
                </a:lnTo>
                <a:lnTo>
                  <a:pt x="4163132" y="119795"/>
                </a:lnTo>
                <a:lnTo>
                  <a:pt x="4163572" y="119848"/>
                </a:lnTo>
                <a:lnTo>
                  <a:pt x="4164008" y="119886"/>
                </a:lnTo>
                <a:lnTo>
                  <a:pt x="4164437" y="119912"/>
                </a:lnTo>
                <a:lnTo>
                  <a:pt x="4164857" y="119927"/>
                </a:lnTo>
                <a:lnTo>
                  <a:pt x="4165264" y="119935"/>
                </a:lnTo>
                <a:lnTo>
                  <a:pt x="4165655" y="119938"/>
                </a:lnTo>
                <a:lnTo>
                  <a:pt x="4166027" y="119939"/>
                </a:lnTo>
                <a:lnTo>
                  <a:pt x="4222900" y="119939"/>
                </a:lnTo>
                <a:lnTo>
                  <a:pt x="4223272" y="119938"/>
                </a:lnTo>
                <a:lnTo>
                  <a:pt x="4223664" y="119935"/>
                </a:lnTo>
                <a:lnTo>
                  <a:pt x="4224071" y="119927"/>
                </a:lnTo>
                <a:lnTo>
                  <a:pt x="4224491" y="119912"/>
                </a:lnTo>
                <a:lnTo>
                  <a:pt x="4224920" y="119886"/>
                </a:lnTo>
                <a:lnTo>
                  <a:pt x="4225356" y="119848"/>
                </a:lnTo>
                <a:lnTo>
                  <a:pt x="4225796" y="119795"/>
                </a:lnTo>
                <a:lnTo>
                  <a:pt x="4226236" y="119724"/>
                </a:lnTo>
                <a:lnTo>
                  <a:pt x="4226673" y="119634"/>
                </a:lnTo>
                <a:lnTo>
                  <a:pt x="4227105" y="119520"/>
                </a:lnTo>
                <a:lnTo>
                  <a:pt x="4227527" y="119382"/>
                </a:lnTo>
                <a:lnTo>
                  <a:pt x="4227938" y="119216"/>
                </a:lnTo>
                <a:lnTo>
                  <a:pt x="4228333" y="119019"/>
                </a:lnTo>
                <a:lnTo>
                  <a:pt x="4228711" y="118791"/>
                </a:lnTo>
                <a:lnTo>
                  <a:pt x="4229067" y="118527"/>
                </a:lnTo>
                <a:lnTo>
                  <a:pt x="4229399" y="118225"/>
                </a:lnTo>
                <a:lnTo>
                  <a:pt x="4229703" y="117883"/>
                </a:lnTo>
                <a:lnTo>
                  <a:pt x="4229977" y="117499"/>
                </a:lnTo>
                <a:lnTo>
                  <a:pt x="4230217" y="117069"/>
                </a:lnTo>
                <a:lnTo>
                  <a:pt x="4230420" y="116591"/>
                </a:lnTo>
                <a:lnTo>
                  <a:pt x="4230584" y="116064"/>
                </a:lnTo>
                <a:lnTo>
                  <a:pt x="4230704" y="115484"/>
                </a:lnTo>
                <a:lnTo>
                  <a:pt x="4230779" y="114848"/>
                </a:lnTo>
                <a:lnTo>
                  <a:pt x="4230805" y="114155"/>
                </a:lnTo>
                <a:lnTo>
                  <a:pt x="4230779" y="113439"/>
                </a:lnTo>
                <a:lnTo>
                  <a:pt x="4230704" y="112782"/>
                </a:lnTo>
                <a:lnTo>
                  <a:pt x="4230584" y="112182"/>
                </a:lnTo>
                <a:lnTo>
                  <a:pt x="4230420" y="111637"/>
                </a:lnTo>
                <a:lnTo>
                  <a:pt x="4230217" y="111144"/>
                </a:lnTo>
                <a:lnTo>
                  <a:pt x="4229977" y="110700"/>
                </a:lnTo>
                <a:close/>
                <a:moveTo>
                  <a:pt x="4941048" y="98878"/>
                </a:moveTo>
                <a:lnTo>
                  <a:pt x="4941048" y="98880"/>
                </a:lnTo>
                <a:lnTo>
                  <a:pt x="4941048" y="98877"/>
                </a:lnTo>
                <a:lnTo>
                  <a:pt x="4941048" y="98878"/>
                </a:lnTo>
                <a:close/>
                <a:moveTo>
                  <a:pt x="5145105" y="61723"/>
                </a:moveTo>
                <a:lnTo>
                  <a:pt x="5144071" y="59214"/>
                </a:lnTo>
                <a:lnTo>
                  <a:pt x="5142900" y="56799"/>
                </a:lnTo>
                <a:lnTo>
                  <a:pt x="5141599" y="54482"/>
                </a:lnTo>
                <a:lnTo>
                  <a:pt x="5140173" y="52270"/>
                </a:lnTo>
                <a:lnTo>
                  <a:pt x="5138628" y="50170"/>
                </a:lnTo>
                <a:lnTo>
                  <a:pt x="5136972" y="48187"/>
                </a:lnTo>
                <a:lnTo>
                  <a:pt x="5135208" y="46328"/>
                </a:lnTo>
                <a:lnTo>
                  <a:pt x="5133345" y="44598"/>
                </a:lnTo>
                <a:lnTo>
                  <a:pt x="5131387" y="43004"/>
                </a:lnTo>
                <a:lnTo>
                  <a:pt x="5129341" y="41552"/>
                </a:lnTo>
                <a:lnTo>
                  <a:pt x="5127212" y="40248"/>
                </a:lnTo>
                <a:lnTo>
                  <a:pt x="5125007" y="39098"/>
                </a:lnTo>
                <a:lnTo>
                  <a:pt x="5122732" y="38108"/>
                </a:lnTo>
                <a:lnTo>
                  <a:pt x="5120392" y="37284"/>
                </a:lnTo>
                <a:lnTo>
                  <a:pt x="5117995" y="36633"/>
                </a:lnTo>
                <a:lnTo>
                  <a:pt x="5115545" y="36160"/>
                </a:lnTo>
                <a:lnTo>
                  <a:pt x="5113049" y="35872"/>
                </a:lnTo>
                <a:lnTo>
                  <a:pt x="5110513" y="35774"/>
                </a:lnTo>
                <a:lnTo>
                  <a:pt x="5109359" y="35792"/>
                </a:lnTo>
                <a:lnTo>
                  <a:pt x="5108212" y="35846"/>
                </a:lnTo>
                <a:lnTo>
                  <a:pt x="5107072" y="35935"/>
                </a:lnTo>
                <a:lnTo>
                  <a:pt x="5105941" y="36059"/>
                </a:lnTo>
                <a:lnTo>
                  <a:pt x="5104818" y="36218"/>
                </a:lnTo>
                <a:lnTo>
                  <a:pt x="5103704" y="36410"/>
                </a:lnTo>
                <a:lnTo>
                  <a:pt x="5102601" y="36637"/>
                </a:lnTo>
                <a:lnTo>
                  <a:pt x="5101508" y="36896"/>
                </a:lnTo>
                <a:lnTo>
                  <a:pt x="5100427" y="37188"/>
                </a:lnTo>
                <a:lnTo>
                  <a:pt x="5099357" y="37513"/>
                </a:lnTo>
                <a:lnTo>
                  <a:pt x="5098301" y="37869"/>
                </a:lnTo>
                <a:lnTo>
                  <a:pt x="5097257" y="38258"/>
                </a:lnTo>
                <a:lnTo>
                  <a:pt x="5096228" y="38677"/>
                </a:lnTo>
                <a:lnTo>
                  <a:pt x="5095214" y="39127"/>
                </a:lnTo>
                <a:lnTo>
                  <a:pt x="5094215" y="39607"/>
                </a:lnTo>
                <a:lnTo>
                  <a:pt x="5093232" y="40117"/>
                </a:lnTo>
                <a:lnTo>
                  <a:pt x="5092265" y="40657"/>
                </a:lnTo>
                <a:lnTo>
                  <a:pt x="5091316" y="41226"/>
                </a:lnTo>
                <a:lnTo>
                  <a:pt x="5090385" y="41823"/>
                </a:lnTo>
                <a:lnTo>
                  <a:pt x="5089473" y="42448"/>
                </a:lnTo>
                <a:lnTo>
                  <a:pt x="5088581" y="43102"/>
                </a:lnTo>
                <a:lnTo>
                  <a:pt x="5087708" y="43782"/>
                </a:lnTo>
                <a:lnTo>
                  <a:pt x="5086856" y="44490"/>
                </a:lnTo>
                <a:lnTo>
                  <a:pt x="5086025" y="45224"/>
                </a:lnTo>
                <a:lnTo>
                  <a:pt x="5086023" y="44537"/>
                </a:lnTo>
                <a:lnTo>
                  <a:pt x="5086014" y="43880"/>
                </a:lnTo>
                <a:lnTo>
                  <a:pt x="5085994" y="43253"/>
                </a:lnTo>
                <a:lnTo>
                  <a:pt x="5085963" y="42657"/>
                </a:lnTo>
                <a:lnTo>
                  <a:pt x="5085916" y="42090"/>
                </a:lnTo>
                <a:lnTo>
                  <a:pt x="5085851" y="41554"/>
                </a:lnTo>
                <a:lnTo>
                  <a:pt x="5085764" y="41047"/>
                </a:lnTo>
                <a:lnTo>
                  <a:pt x="5085654" y="40570"/>
                </a:lnTo>
                <a:lnTo>
                  <a:pt x="5085517" y="40122"/>
                </a:lnTo>
                <a:lnTo>
                  <a:pt x="5085350" y="39704"/>
                </a:lnTo>
                <a:lnTo>
                  <a:pt x="5085151" y="39316"/>
                </a:lnTo>
                <a:lnTo>
                  <a:pt x="5084917" y="38957"/>
                </a:lnTo>
                <a:lnTo>
                  <a:pt x="5084644" y="38627"/>
                </a:lnTo>
                <a:lnTo>
                  <a:pt x="5084331" y="38327"/>
                </a:lnTo>
                <a:lnTo>
                  <a:pt x="5083974" y="38055"/>
                </a:lnTo>
                <a:lnTo>
                  <a:pt x="5083570" y="37813"/>
                </a:lnTo>
                <a:lnTo>
                  <a:pt x="5083116" y="37599"/>
                </a:lnTo>
                <a:lnTo>
                  <a:pt x="5082610" y="37414"/>
                </a:lnTo>
                <a:lnTo>
                  <a:pt x="5082049" y="37258"/>
                </a:lnTo>
                <a:lnTo>
                  <a:pt x="5081430" y="37130"/>
                </a:lnTo>
                <a:lnTo>
                  <a:pt x="5080749" y="37031"/>
                </a:lnTo>
                <a:lnTo>
                  <a:pt x="5080005" y="36961"/>
                </a:lnTo>
                <a:lnTo>
                  <a:pt x="5079195" y="36918"/>
                </a:lnTo>
                <a:lnTo>
                  <a:pt x="5078315" y="36904"/>
                </a:lnTo>
                <a:lnTo>
                  <a:pt x="5064242" y="36904"/>
                </a:lnTo>
                <a:lnTo>
                  <a:pt x="5063847" y="36905"/>
                </a:lnTo>
                <a:lnTo>
                  <a:pt x="5063438" y="36908"/>
                </a:lnTo>
                <a:lnTo>
                  <a:pt x="5063016" y="36916"/>
                </a:lnTo>
                <a:lnTo>
                  <a:pt x="5062585" y="36932"/>
                </a:lnTo>
                <a:lnTo>
                  <a:pt x="5062146" y="36958"/>
                </a:lnTo>
                <a:lnTo>
                  <a:pt x="5061705" y="36998"/>
                </a:lnTo>
                <a:lnTo>
                  <a:pt x="5061262" y="37053"/>
                </a:lnTo>
                <a:lnTo>
                  <a:pt x="5060821" y="37126"/>
                </a:lnTo>
                <a:lnTo>
                  <a:pt x="5060384" y="37219"/>
                </a:lnTo>
                <a:lnTo>
                  <a:pt x="5059956" y="37337"/>
                </a:lnTo>
                <a:lnTo>
                  <a:pt x="5059537" y="37480"/>
                </a:lnTo>
                <a:lnTo>
                  <a:pt x="5059132" y="37651"/>
                </a:lnTo>
                <a:lnTo>
                  <a:pt x="5058743" y="37854"/>
                </a:lnTo>
                <a:lnTo>
                  <a:pt x="5058373" y="38091"/>
                </a:lnTo>
                <a:lnTo>
                  <a:pt x="5058024" y="38364"/>
                </a:lnTo>
                <a:lnTo>
                  <a:pt x="5057701" y="38675"/>
                </a:lnTo>
                <a:lnTo>
                  <a:pt x="5057404" y="39029"/>
                </a:lnTo>
                <a:lnTo>
                  <a:pt x="5057138" y="39426"/>
                </a:lnTo>
                <a:lnTo>
                  <a:pt x="5056905" y="39870"/>
                </a:lnTo>
                <a:lnTo>
                  <a:pt x="5056708" y="40364"/>
                </a:lnTo>
                <a:lnTo>
                  <a:pt x="5056550" y="40909"/>
                </a:lnTo>
                <a:lnTo>
                  <a:pt x="5056434" y="41509"/>
                </a:lnTo>
                <a:lnTo>
                  <a:pt x="5056362" y="42166"/>
                </a:lnTo>
                <a:lnTo>
                  <a:pt x="5056337" y="42882"/>
                </a:lnTo>
                <a:lnTo>
                  <a:pt x="5056363" y="43576"/>
                </a:lnTo>
                <a:lnTo>
                  <a:pt x="5056437" y="44211"/>
                </a:lnTo>
                <a:lnTo>
                  <a:pt x="5056558" y="44791"/>
                </a:lnTo>
                <a:lnTo>
                  <a:pt x="5056721" y="45319"/>
                </a:lnTo>
                <a:lnTo>
                  <a:pt x="5056923" y="45796"/>
                </a:lnTo>
                <a:lnTo>
                  <a:pt x="5057162" y="46226"/>
                </a:lnTo>
                <a:lnTo>
                  <a:pt x="5057434" y="46611"/>
                </a:lnTo>
                <a:lnTo>
                  <a:pt x="5057737" y="46952"/>
                </a:lnTo>
                <a:lnTo>
                  <a:pt x="5058065" y="47254"/>
                </a:lnTo>
                <a:lnTo>
                  <a:pt x="5058418" y="47518"/>
                </a:lnTo>
                <a:lnTo>
                  <a:pt x="5058791" y="47747"/>
                </a:lnTo>
                <a:lnTo>
                  <a:pt x="5059181" y="47943"/>
                </a:lnTo>
                <a:lnTo>
                  <a:pt x="5059585" y="48109"/>
                </a:lnTo>
                <a:lnTo>
                  <a:pt x="5060000" y="48248"/>
                </a:lnTo>
                <a:lnTo>
                  <a:pt x="5060422" y="48361"/>
                </a:lnTo>
                <a:lnTo>
                  <a:pt x="5060849" y="48452"/>
                </a:lnTo>
                <a:lnTo>
                  <a:pt x="5061278" y="48523"/>
                </a:lnTo>
                <a:lnTo>
                  <a:pt x="5061705" y="48576"/>
                </a:lnTo>
                <a:lnTo>
                  <a:pt x="5062126" y="48614"/>
                </a:lnTo>
                <a:lnTo>
                  <a:pt x="5062540" y="48639"/>
                </a:lnTo>
                <a:lnTo>
                  <a:pt x="5062942" y="48655"/>
                </a:lnTo>
                <a:lnTo>
                  <a:pt x="5063329" y="48663"/>
                </a:lnTo>
                <a:lnTo>
                  <a:pt x="5063699" y="48666"/>
                </a:lnTo>
                <a:lnTo>
                  <a:pt x="5064047" y="48666"/>
                </a:lnTo>
                <a:lnTo>
                  <a:pt x="5072726" y="48666"/>
                </a:lnTo>
                <a:lnTo>
                  <a:pt x="5072726" y="150921"/>
                </a:lnTo>
                <a:lnTo>
                  <a:pt x="5064242" y="150921"/>
                </a:lnTo>
                <a:lnTo>
                  <a:pt x="5063847" y="150921"/>
                </a:lnTo>
                <a:lnTo>
                  <a:pt x="5063438" y="150924"/>
                </a:lnTo>
                <a:lnTo>
                  <a:pt x="5063016" y="150932"/>
                </a:lnTo>
                <a:lnTo>
                  <a:pt x="5062585" y="150948"/>
                </a:lnTo>
                <a:lnTo>
                  <a:pt x="5062146" y="150975"/>
                </a:lnTo>
                <a:lnTo>
                  <a:pt x="5061705" y="151014"/>
                </a:lnTo>
                <a:lnTo>
                  <a:pt x="5061262" y="151069"/>
                </a:lnTo>
                <a:lnTo>
                  <a:pt x="5060821" y="151142"/>
                </a:lnTo>
                <a:lnTo>
                  <a:pt x="5060384" y="151236"/>
                </a:lnTo>
                <a:lnTo>
                  <a:pt x="5059956" y="151353"/>
                </a:lnTo>
                <a:lnTo>
                  <a:pt x="5059537" y="151496"/>
                </a:lnTo>
                <a:lnTo>
                  <a:pt x="5059132" y="151668"/>
                </a:lnTo>
                <a:lnTo>
                  <a:pt x="5058743" y="151870"/>
                </a:lnTo>
                <a:lnTo>
                  <a:pt x="5058373" y="152107"/>
                </a:lnTo>
                <a:lnTo>
                  <a:pt x="5058024" y="152379"/>
                </a:lnTo>
                <a:lnTo>
                  <a:pt x="5057701" y="152691"/>
                </a:lnTo>
                <a:lnTo>
                  <a:pt x="5057404" y="153044"/>
                </a:lnTo>
                <a:lnTo>
                  <a:pt x="5057138" y="153441"/>
                </a:lnTo>
                <a:lnTo>
                  <a:pt x="5056905" y="153885"/>
                </a:lnTo>
                <a:lnTo>
                  <a:pt x="5056708" y="154379"/>
                </a:lnTo>
                <a:lnTo>
                  <a:pt x="5056550" y="154924"/>
                </a:lnTo>
                <a:lnTo>
                  <a:pt x="5056434" y="155523"/>
                </a:lnTo>
                <a:lnTo>
                  <a:pt x="5056362" y="156180"/>
                </a:lnTo>
                <a:lnTo>
                  <a:pt x="5056337" y="156896"/>
                </a:lnTo>
                <a:lnTo>
                  <a:pt x="5056363" y="157589"/>
                </a:lnTo>
                <a:lnTo>
                  <a:pt x="5056437" y="158225"/>
                </a:lnTo>
                <a:lnTo>
                  <a:pt x="5056558" y="158805"/>
                </a:lnTo>
                <a:lnTo>
                  <a:pt x="5056721" y="159333"/>
                </a:lnTo>
                <a:lnTo>
                  <a:pt x="5056923" y="159810"/>
                </a:lnTo>
                <a:lnTo>
                  <a:pt x="5057162" y="160240"/>
                </a:lnTo>
                <a:lnTo>
                  <a:pt x="5057434" y="160624"/>
                </a:lnTo>
                <a:lnTo>
                  <a:pt x="5057737" y="160966"/>
                </a:lnTo>
                <a:lnTo>
                  <a:pt x="5058065" y="161268"/>
                </a:lnTo>
                <a:lnTo>
                  <a:pt x="5058418" y="161532"/>
                </a:lnTo>
                <a:lnTo>
                  <a:pt x="5058791" y="161761"/>
                </a:lnTo>
                <a:lnTo>
                  <a:pt x="5059181" y="161957"/>
                </a:lnTo>
                <a:lnTo>
                  <a:pt x="5059585" y="162123"/>
                </a:lnTo>
                <a:lnTo>
                  <a:pt x="5060000" y="162261"/>
                </a:lnTo>
                <a:lnTo>
                  <a:pt x="5060422" y="162375"/>
                </a:lnTo>
                <a:lnTo>
                  <a:pt x="5060849" y="162466"/>
                </a:lnTo>
                <a:lnTo>
                  <a:pt x="5061278" y="162536"/>
                </a:lnTo>
                <a:lnTo>
                  <a:pt x="5061705" y="162589"/>
                </a:lnTo>
                <a:lnTo>
                  <a:pt x="5062126" y="162627"/>
                </a:lnTo>
                <a:lnTo>
                  <a:pt x="5062540" y="162653"/>
                </a:lnTo>
                <a:lnTo>
                  <a:pt x="5062942" y="162668"/>
                </a:lnTo>
                <a:lnTo>
                  <a:pt x="5063329" y="162676"/>
                </a:lnTo>
                <a:lnTo>
                  <a:pt x="5063699" y="162679"/>
                </a:lnTo>
                <a:lnTo>
                  <a:pt x="5064047" y="162680"/>
                </a:lnTo>
                <a:lnTo>
                  <a:pt x="5094704" y="162680"/>
                </a:lnTo>
                <a:lnTo>
                  <a:pt x="5095052" y="162679"/>
                </a:lnTo>
                <a:lnTo>
                  <a:pt x="5095422" y="162676"/>
                </a:lnTo>
                <a:lnTo>
                  <a:pt x="5095809" y="162668"/>
                </a:lnTo>
                <a:lnTo>
                  <a:pt x="5096211" y="162653"/>
                </a:lnTo>
                <a:lnTo>
                  <a:pt x="5096625" y="162627"/>
                </a:lnTo>
                <a:lnTo>
                  <a:pt x="5097046" y="162589"/>
                </a:lnTo>
                <a:lnTo>
                  <a:pt x="5097473" y="162536"/>
                </a:lnTo>
                <a:lnTo>
                  <a:pt x="5097901" y="162466"/>
                </a:lnTo>
                <a:lnTo>
                  <a:pt x="5098329" y="162375"/>
                </a:lnTo>
                <a:lnTo>
                  <a:pt x="5098751" y="162261"/>
                </a:lnTo>
                <a:lnTo>
                  <a:pt x="5099166" y="162123"/>
                </a:lnTo>
                <a:lnTo>
                  <a:pt x="5099570" y="161957"/>
                </a:lnTo>
                <a:lnTo>
                  <a:pt x="5099960" y="161761"/>
                </a:lnTo>
                <a:lnTo>
                  <a:pt x="5100333" y="161532"/>
                </a:lnTo>
                <a:lnTo>
                  <a:pt x="5100686" y="161268"/>
                </a:lnTo>
                <a:lnTo>
                  <a:pt x="5101014" y="160966"/>
                </a:lnTo>
                <a:lnTo>
                  <a:pt x="5101316" y="160624"/>
                </a:lnTo>
                <a:lnTo>
                  <a:pt x="5101589" y="160240"/>
                </a:lnTo>
                <a:lnTo>
                  <a:pt x="5101828" y="159810"/>
                </a:lnTo>
                <a:lnTo>
                  <a:pt x="5102030" y="159333"/>
                </a:lnTo>
                <a:lnTo>
                  <a:pt x="5102193" y="158805"/>
                </a:lnTo>
                <a:lnTo>
                  <a:pt x="5102314" y="158225"/>
                </a:lnTo>
                <a:lnTo>
                  <a:pt x="5102388" y="157589"/>
                </a:lnTo>
                <a:lnTo>
                  <a:pt x="5102414" y="156896"/>
                </a:lnTo>
                <a:lnTo>
                  <a:pt x="5102389" y="156180"/>
                </a:lnTo>
                <a:lnTo>
                  <a:pt x="5102317" y="155523"/>
                </a:lnTo>
                <a:lnTo>
                  <a:pt x="5102201" y="154924"/>
                </a:lnTo>
                <a:lnTo>
                  <a:pt x="5102043" y="154379"/>
                </a:lnTo>
                <a:lnTo>
                  <a:pt x="5101846" y="153885"/>
                </a:lnTo>
                <a:lnTo>
                  <a:pt x="5101613" y="153441"/>
                </a:lnTo>
                <a:lnTo>
                  <a:pt x="5101347" y="153044"/>
                </a:lnTo>
                <a:lnTo>
                  <a:pt x="5101050" y="152691"/>
                </a:lnTo>
                <a:lnTo>
                  <a:pt x="5100727" y="152379"/>
                </a:lnTo>
                <a:lnTo>
                  <a:pt x="5100378" y="152107"/>
                </a:lnTo>
                <a:lnTo>
                  <a:pt x="5100008" y="151870"/>
                </a:lnTo>
                <a:lnTo>
                  <a:pt x="5099619" y="151668"/>
                </a:lnTo>
                <a:lnTo>
                  <a:pt x="5099214" y="151496"/>
                </a:lnTo>
                <a:lnTo>
                  <a:pt x="5098795" y="151353"/>
                </a:lnTo>
                <a:lnTo>
                  <a:pt x="5098367" y="151236"/>
                </a:lnTo>
                <a:lnTo>
                  <a:pt x="5097930" y="151142"/>
                </a:lnTo>
                <a:lnTo>
                  <a:pt x="5097489" y="151069"/>
                </a:lnTo>
                <a:lnTo>
                  <a:pt x="5097046" y="151014"/>
                </a:lnTo>
                <a:lnTo>
                  <a:pt x="5096604" y="150975"/>
                </a:lnTo>
                <a:lnTo>
                  <a:pt x="5096166" y="150948"/>
                </a:lnTo>
                <a:lnTo>
                  <a:pt x="5095735" y="150932"/>
                </a:lnTo>
                <a:lnTo>
                  <a:pt x="5095313" y="150924"/>
                </a:lnTo>
                <a:lnTo>
                  <a:pt x="5094904" y="150921"/>
                </a:lnTo>
                <a:lnTo>
                  <a:pt x="5094509" y="150921"/>
                </a:lnTo>
                <a:lnTo>
                  <a:pt x="5086025" y="150921"/>
                </a:lnTo>
                <a:lnTo>
                  <a:pt x="5086025" y="111236"/>
                </a:lnTo>
                <a:lnTo>
                  <a:pt x="5087015" y="112216"/>
                </a:lnTo>
                <a:lnTo>
                  <a:pt x="5088008" y="113131"/>
                </a:lnTo>
                <a:lnTo>
                  <a:pt x="5089003" y="113984"/>
                </a:lnTo>
                <a:lnTo>
                  <a:pt x="5089998" y="114777"/>
                </a:lnTo>
                <a:lnTo>
                  <a:pt x="5090994" y="115511"/>
                </a:lnTo>
                <a:lnTo>
                  <a:pt x="5091987" y="116189"/>
                </a:lnTo>
                <a:lnTo>
                  <a:pt x="5092979" y="116813"/>
                </a:lnTo>
                <a:lnTo>
                  <a:pt x="5093966" y="117385"/>
                </a:lnTo>
                <a:lnTo>
                  <a:pt x="5094949" y="117906"/>
                </a:lnTo>
                <a:lnTo>
                  <a:pt x="5095927" y="118380"/>
                </a:lnTo>
                <a:lnTo>
                  <a:pt x="5096897" y="118807"/>
                </a:lnTo>
                <a:lnTo>
                  <a:pt x="5097859" y="119190"/>
                </a:lnTo>
                <a:lnTo>
                  <a:pt x="5098813" y="119530"/>
                </a:lnTo>
                <a:lnTo>
                  <a:pt x="5099756" y="119831"/>
                </a:lnTo>
                <a:lnTo>
                  <a:pt x="5100688" y="120093"/>
                </a:lnTo>
                <a:lnTo>
                  <a:pt x="5101608" y="120319"/>
                </a:lnTo>
                <a:lnTo>
                  <a:pt x="5102514" y="120511"/>
                </a:lnTo>
                <a:lnTo>
                  <a:pt x="5103406" y="120671"/>
                </a:lnTo>
                <a:lnTo>
                  <a:pt x="5104282" y="120801"/>
                </a:lnTo>
                <a:lnTo>
                  <a:pt x="5105142" y="120903"/>
                </a:lnTo>
                <a:lnTo>
                  <a:pt x="5105984" y="120978"/>
                </a:lnTo>
                <a:lnTo>
                  <a:pt x="5106807" y="121030"/>
                </a:lnTo>
                <a:lnTo>
                  <a:pt x="5107610" y="121059"/>
                </a:lnTo>
                <a:lnTo>
                  <a:pt x="5108392" y="121068"/>
                </a:lnTo>
                <a:lnTo>
                  <a:pt x="5111005" y="120974"/>
                </a:lnTo>
                <a:lnTo>
                  <a:pt x="5113587" y="120694"/>
                </a:lnTo>
                <a:lnTo>
                  <a:pt x="5116131" y="120234"/>
                </a:lnTo>
                <a:lnTo>
                  <a:pt x="5118630" y="119599"/>
                </a:lnTo>
                <a:lnTo>
                  <a:pt x="5121076" y="118795"/>
                </a:lnTo>
                <a:lnTo>
                  <a:pt x="5123462" y="117826"/>
                </a:lnTo>
                <a:lnTo>
                  <a:pt x="5125781" y="116699"/>
                </a:lnTo>
                <a:lnTo>
                  <a:pt x="5128027" y="115417"/>
                </a:lnTo>
                <a:lnTo>
                  <a:pt x="5130192" y="113987"/>
                </a:lnTo>
                <a:lnTo>
                  <a:pt x="5132268" y="112414"/>
                </a:lnTo>
                <a:lnTo>
                  <a:pt x="5134249" y="110703"/>
                </a:lnTo>
                <a:lnTo>
                  <a:pt x="5136128" y="108860"/>
                </a:lnTo>
                <a:lnTo>
                  <a:pt x="5137898" y="106889"/>
                </a:lnTo>
                <a:lnTo>
                  <a:pt x="5139551" y="104796"/>
                </a:lnTo>
                <a:lnTo>
                  <a:pt x="5141080" y="102586"/>
                </a:lnTo>
                <a:lnTo>
                  <a:pt x="5142479" y="100265"/>
                </a:lnTo>
                <a:lnTo>
                  <a:pt x="5143740" y="97838"/>
                </a:lnTo>
                <a:lnTo>
                  <a:pt x="5144855" y="95310"/>
                </a:lnTo>
                <a:lnTo>
                  <a:pt x="5145819" y="92686"/>
                </a:lnTo>
                <a:lnTo>
                  <a:pt x="5146623" y="89971"/>
                </a:lnTo>
                <a:lnTo>
                  <a:pt x="5147261" y="87172"/>
                </a:lnTo>
                <a:lnTo>
                  <a:pt x="5147725" y="84292"/>
                </a:lnTo>
                <a:lnTo>
                  <a:pt x="5148009" y="81339"/>
                </a:lnTo>
                <a:lnTo>
                  <a:pt x="5148104" y="78350"/>
                </a:lnTo>
                <a:lnTo>
                  <a:pt x="5148017" y="75448"/>
                </a:lnTo>
                <a:lnTo>
                  <a:pt x="5147756" y="72566"/>
                </a:lnTo>
                <a:lnTo>
                  <a:pt x="5147328" y="69746"/>
                </a:lnTo>
                <a:lnTo>
                  <a:pt x="5146740" y="66995"/>
                </a:lnTo>
                <a:lnTo>
                  <a:pt x="5145997" y="64319"/>
                </a:lnTo>
                <a:lnTo>
                  <a:pt x="5145105" y="61723"/>
                </a:lnTo>
                <a:close/>
                <a:moveTo>
                  <a:pt x="5133168" y="89029"/>
                </a:moveTo>
                <a:lnTo>
                  <a:pt x="5132484" y="90954"/>
                </a:lnTo>
                <a:lnTo>
                  <a:pt x="5131694" y="92800"/>
                </a:lnTo>
                <a:lnTo>
                  <a:pt x="5130805" y="94564"/>
                </a:lnTo>
                <a:lnTo>
                  <a:pt x="5129822" y="96243"/>
                </a:lnTo>
                <a:lnTo>
                  <a:pt x="5128751" y="97834"/>
                </a:lnTo>
                <a:lnTo>
                  <a:pt x="5127598" y="99335"/>
                </a:lnTo>
                <a:lnTo>
                  <a:pt x="5126369" y="100742"/>
                </a:lnTo>
                <a:lnTo>
                  <a:pt x="5125069" y="102053"/>
                </a:lnTo>
                <a:lnTo>
                  <a:pt x="5123706" y="103265"/>
                </a:lnTo>
                <a:lnTo>
                  <a:pt x="5122283" y="104375"/>
                </a:lnTo>
                <a:lnTo>
                  <a:pt x="5120808" y="105380"/>
                </a:lnTo>
                <a:lnTo>
                  <a:pt x="5119286" y="106278"/>
                </a:lnTo>
                <a:lnTo>
                  <a:pt x="5117723" y="107065"/>
                </a:lnTo>
                <a:lnTo>
                  <a:pt x="5116125" y="107739"/>
                </a:lnTo>
                <a:lnTo>
                  <a:pt x="5114498" y="108297"/>
                </a:lnTo>
                <a:lnTo>
                  <a:pt x="5112847" y="108735"/>
                </a:lnTo>
                <a:lnTo>
                  <a:pt x="5111178" y="109052"/>
                </a:lnTo>
                <a:lnTo>
                  <a:pt x="5109498" y="109245"/>
                </a:lnTo>
                <a:lnTo>
                  <a:pt x="5107812" y="109309"/>
                </a:lnTo>
                <a:lnTo>
                  <a:pt x="5105975" y="109223"/>
                </a:lnTo>
                <a:lnTo>
                  <a:pt x="5104224" y="108971"/>
                </a:lnTo>
                <a:lnTo>
                  <a:pt x="5102558" y="108563"/>
                </a:lnTo>
                <a:lnTo>
                  <a:pt x="5100977" y="108011"/>
                </a:lnTo>
                <a:lnTo>
                  <a:pt x="5099479" y="107326"/>
                </a:lnTo>
                <a:lnTo>
                  <a:pt x="5098064" y="106518"/>
                </a:lnTo>
                <a:lnTo>
                  <a:pt x="5096731" y="105597"/>
                </a:lnTo>
                <a:lnTo>
                  <a:pt x="5095480" y="104574"/>
                </a:lnTo>
                <a:lnTo>
                  <a:pt x="5094310" y="103461"/>
                </a:lnTo>
                <a:lnTo>
                  <a:pt x="5093220" y="102268"/>
                </a:lnTo>
                <a:lnTo>
                  <a:pt x="5092210" y="101005"/>
                </a:lnTo>
                <a:lnTo>
                  <a:pt x="5091279" y="99683"/>
                </a:lnTo>
                <a:lnTo>
                  <a:pt x="5090427" y="98313"/>
                </a:lnTo>
                <a:lnTo>
                  <a:pt x="5089652" y="96905"/>
                </a:lnTo>
                <a:lnTo>
                  <a:pt x="5088954" y="95471"/>
                </a:lnTo>
                <a:lnTo>
                  <a:pt x="5088332" y="94021"/>
                </a:lnTo>
                <a:lnTo>
                  <a:pt x="5087786" y="92565"/>
                </a:lnTo>
                <a:lnTo>
                  <a:pt x="5087315" y="91115"/>
                </a:lnTo>
                <a:lnTo>
                  <a:pt x="5086918" y="89681"/>
                </a:lnTo>
                <a:lnTo>
                  <a:pt x="5086595" y="88274"/>
                </a:lnTo>
                <a:lnTo>
                  <a:pt x="5086345" y="86904"/>
                </a:lnTo>
                <a:lnTo>
                  <a:pt x="5086167" y="85582"/>
                </a:lnTo>
                <a:lnTo>
                  <a:pt x="5086061" y="84319"/>
                </a:lnTo>
                <a:lnTo>
                  <a:pt x="5086025" y="83126"/>
                </a:lnTo>
                <a:lnTo>
                  <a:pt x="5086025" y="69075"/>
                </a:lnTo>
                <a:lnTo>
                  <a:pt x="5086083" y="67666"/>
                </a:lnTo>
                <a:lnTo>
                  <a:pt x="5086252" y="66273"/>
                </a:lnTo>
                <a:lnTo>
                  <a:pt x="5086530" y="64900"/>
                </a:lnTo>
                <a:lnTo>
                  <a:pt x="5086910" y="63550"/>
                </a:lnTo>
                <a:lnTo>
                  <a:pt x="5087389" y="62227"/>
                </a:lnTo>
                <a:lnTo>
                  <a:pt x="5087963" y="60935"/>
                </a:lnTo>
                <a:lnTo>
                  <a:pt x="5088626" y="59678"/>
                </a:lnTo>
                <a:lnTo>
                  <a:pt x="5089375" y="58461"/>
                </a:lnTo>
                <a:lnTo>
                  <a:pt x="5090205" y="57286"/>
                </a:lnTo>
                <a:lnTo>
                  <a:pt x="5091111" y="56159"/>
                </a:lnTo>
                <a:lnTo>
                  <a:pt x="5092089" y="55083"/>
                </a:lnTo>
                <a:lnTo>
                  <a:pt x="5093136" y="54061"/>
                </a:lnTo>
                <a:lnTo>
                  <a:pt x="5094245" y="53099"/>
                </a:lnTo>
                <a:lnTo>
                  <a:pt x="5095413" y="52200"/>
                </a:lnTo>
                <a:lnTo>
                  <a:pt x="5096636" y="51367"/>
                </a:lnTo>
                <a:lnTo>
                  <a:pt x="5097908" y="50605"/>
                </a:lnTo>
                <a:lnTo>
                  <a:pt x="5099226" y="49918"/>
                </a:lnTo>
                <a:lnTo>
                  <a:pt x="5100585" y="49310"/>
                </a:lnTo>
                <a:lnTo>
                  <a:pt x="5101981" y="48785"/>
                </a:lnTo>
                <a:lnTo>
                  <a:pt x="5103409" y="48346"/>
                </a:lnTo>
                <a:lnTo>
                  <a:pt x="5104865" y="47998"/>
                </a:lnTo>
                <a:lnTo>
                  <a:pt x="5106344" y="47744"/>
                </a:lnTo>
                <a:lnTo>
                  <a:pt x="5107841" y="47589"/>
                </a:lnTo>
                <a:lnTo>
                  <a:pt x="5109354" y="47537"/>
                </a:lnTo>
                <a:lnTo>
                  <a:pt x="5111120" y="47609"/>
                </a:lnTo>
                <a:lnTo>
                  <a:pt x="5112852" y="47823"/>
                </a:lnTo>
                <a:lnTo>
                  <a:pt x="5114543" y="48174"/>
                </a:lnTo>
                <a:lnTo>
                  <a:pt x="5116193" y="48657"/>
                </a:lnTo>
                <a:lnTo>
                  <a:pt x="5117796" y="49266"/>
                </a:lnTo>
                <a:lnTo>
                  <a:pt x="5119349" y="49998"/>
                </a:lnTo>
                <a:lnTo>
                  <a:pt x="5120849" y="50846"/>
                </a:lnTo>
                <a:lnTo>
                  <a:pt x="5122293" y="51807"/>
                </a:lnTo>
                <a:lnTo>
                  <a:pt x="5123676" y="52874"/>
                </a:lnTo>
                <a:lnTo>
                  <a:pt x="5124995" y="54044"/>
                </a:lnTo>
                <a:lnTo>
                  <a:pt x="5126247" y="55311"/>
                </a:lnTo>
                <a:lnTo>
                  <a:pt x="5127429" y="56671"/>
                </a:lnTo>
                <a:lnTo>
                  <a:pt x="5128536" y="58117"/>
                </a:lnTo>
                <a:lnTo>
                  <a:pt x="5129565" y="59647"/>
                </a:lnTo>
                <a:lnTo>
                  <a:pt x="5130513" y="61253"/>
                </a:lnTo>
                <a:lnTo>
                  <a:pt x="5131375" y="62932"/>
                </a:lnTo>
                <a:lnTo>
                  <a:pt x="5132150" y="64679"/>
                </a:lnTo>
                <a:lnTo>
                  <a:pt x="5132833" y="66489"/>
                </a:lnTo>
                <a:lnTo>
                  <a:pt x="5133420" y="68356"/>
                </a:lnTo>
                <a:lnTo>
                  <a:pt x="5133909" y="70276"/>
                </a:lnTo>
                <a:lnTo>
                  <a:pt x="5134295" y="72244"/>
                </a:lnTo>
                <a:lnTo>
                  <a:pt x="5134575" y="74255"/>
                </a:lnTo>
                <a:lnTo>
                  <a:pt x="5134745" y="76304"/>
                </a:lnTo>
                <a:lnTo>
                  <a:pt x="5134802" y="78349"/>
                </a:lnTo>
                <a:lnTo>
                  <a:pt x="5134734" y="80594"/>
                </a:lnTo>
                <a:lnTo>
                  <a:pt x="5134530" y="82807"/>
                </a:lnTo>
                <a:lnTo>
                  <a:pt x="5134197" y="84953"/>
                </a:lnTo>
                <a:lnTo>
                  <a:pt x="5133741" y="87028"/>
                </a:lnTo>
                <a:lnTo>
                  <a:pt x="5133168" y="89029"/>
                </a:lnTo>
                <a:close/>
                <a:moveTo>
                  <a:pt x="5352080" y="39426"/>
                </a:moveTo>
                <a:lnTo>
                  <a:pt x="5351824" y="39029"/>
                </a:lnTo>
                <a:lnTo>
                  <a:pt x="5351538" y="38675"/>
                </a:lnTo>
                <a:lnTo>
                  <a:pt x="5351225" y="38364"/>
                </a:lnTo>
                <a:lnTo>
                  <a:pt x="5350888" y="38091"/>
                </a:lnTo>
                <a:lnTo>
                  <a:pt x="5350529" y="37854"/>
                </a:lnTo>
                <a:lnTo>
                  <a:pt x="5350152" y="37651"/>
                </a:lnTo>
                <a:lnTo>
                  <a:pt x="5349759" y="37480"/>
                </a:lnTo>
                <a:lnTo>
                  <a:pt x="5349352" y="37337"/>
                </a:lnTo>
                <a:lnTo>
                  <a:pt x="5348935" y="37219"/>
                </a:lnTo>
                <a:lnTo>
                  <a:pt x="5348510" y="37126"/>
                </a:lnTo>
                <a:lnTo>
                  <a:pt x="5348079" y="37053"/>
                </a:lnTo>
                <a:lnTo>
                  <a:pt x="5347645" y="36998"/>
                </a:lnTo>
                <a:lnTo>
                  <a:pt x="5347212" y="36958"/>
                </a:lnTo>
                <a:lnTo>
                  <a:pt x="5346781" y="36932"/>
                </a:lnTo>
                <a:lnTo>
                  <a:pt x="5346356" y="36916"/>
                </a:lnTo>
                <a:lnTo>
                  <a:pt x="5345938" y="36908"/>
                </a:lnTo>
                <a:lnTo>
                  <a:pt x="5345532" y="36905"/>
                </a:lnTo>
                <a:lnTo>
                  <a:pt x="5345138" y="36904"/>
                </a:lnTo>
                <a:lnTo>
                  <a:pt x="5322581" y="36904"/>
                </a:lnTo>
                <a:lnTo>
                  <a:pt x="5322210" y="36905"/>
                </a:lnTo>
                <a:lnTo>
                  <a:pt x="5321822" y="36908"/>
                </a:lnTo>
                <a:lnTo>
                  <a:pt x="5321419" y="36916"/>
                </a:lnTo>
                <a:lnTo>
                  <a:pt x="5321006" y="36931"/>
                </a:lnTo>
                <a:lnTo>
                  <a:pt x="5320584" y="36957"/>
                </a:lnTo>
                <a:lnTo>
                  <a:pt x="5320156" y="36995"/>
                </a:lnTo>
                <a:lnTo>
                  <a:pt x="5319726" y="37048"/>
                </a:lnTo>
                <a:lnTo>
                  <a:pt x="5319297" y="37119"/>
                </a:lnTo>
                <a:lnTo>
                  <a:pt x="5318870" y="37209"/>
                </a:lnTo>
                <a:lnTo>
                  <a:pt x="5318451" y="37323"/>
                </a:lnTo>
                <a:lnTo>
                  <a:pt x="5318040" y="37461"/>
                </a:lnTo>
                <a:lnTo>
                  <a:pt x="5317641" y="37628"/>
                </a:lnTo>
                <a:lnTo>
                  <a:pt x="5317258" y="37824"/>
                </a:lnTo>
                <a:lnTo>
                  <a:pt x="5316892" y="38053"/>
                </a:lnTo>
                <a:lnTo>
                  <a:pt x="5316548" y="38317"/>
                </a:lnTo>
                <a:lnTo>
                  <a:pt x="5316227" y="38619"/>
                </a:lnTo>
                <a:lnTo>
                  <a:pt x="5315933" y="38961"/>
                </a:lnTo>
                <a:lnTo>
                  <a:pt x="5315669" y="39346"/>
                </a:lnTo>
                <a:lnTo>
                  <a:pt x="5315437" y="39775"/>
                </a:lnTo>
                <a:lnTo>
                  <a:pt x="5315241" y="40253"/>
                </a:lnTo>
                <a:lnTo>
                  <a:pt x="5315083" y="40781"/>
                </a:lnTo>
                <a:lnTo>
                  <a:pt x="5314967" y="41362"/>
                </a:lnTo>
                <a:lnTo>
                  <a:pt x="5314895" y="41997"/>
                </a:lnTo>
                <a:lnTo>
                  <a:pt x="5314871" y="42691"/>
                </a:lnTo>
                <a:lnTo>
                  <a:pt x="5314894" y="43407"/>
                </a:lnTo>
                <a:lnTo>
                  <a:pt x="5314963" y="44064"/>
                </a:lnTo>
                <a:lnTo>
                  <a:pt x="5315075" y="44663"/>
                </a:lnTo>
                <a:lnTo>
                  <a:pt x="5315228" y="45208"/>
                </a:lnTo>
                <a:lnTo>
                  <a:pt x="5315417" y="45702"/>
                </a:lnTo>
                <a:lnTo>
                  <a:pt x="5315642" y="46145"/>
                </a:lnTo>
                <a:lnTo>
                  <a:pt x="5315898" y="46543"/>
                </a:lnTo>
                <a:lnTo>
                  <a:pt x="5316184" y="46896"/>
                </a:lnTo>
                <a:lnTo>
                  <a:pt x="5316497" y="47207"/>
                </a:lnTo>
                <a:lnTo>
                  <a:pt x="5316834" y="47480"/>
                </a:lnTo>
                <a:lnTo>
                  <a:pt x="5317193" y="47717"/>
                </a:lnTo>
                <a:lnTo>
                  <a:pt x="5317570" y="47919"/>
                </a:lnTo>
                <a:lnTo>
                  <a:pt x="5317963" y="48091"/>
                </a:lnTo>
                <a:lnTo>
                  <a:pt x="5318369" y="48234"/>
                </a:lnTo>
                <a:lnTo>
                  <a:pt x="5318786" y="48351"/>
                </a:lnTo>
                <a:lnTo>
                  <a:pt x="5319212" y="48445"/>
                </a:lnTo>
                <a:lnTo>
                  <a:pt x="5319642" y="48518"/>
                </a:lnTo>
                <a:lnTo>
                  <a:pt x="5320076" y="48573"/>
                </a:lnTo>
                <a:lnTo>
                  <a:pt x="5320509" y="48612"/>
                </a:lnTo>
                <a:lnTo>
                  <a:pt x="5320939" y="48639"/>
                </a:lnTo>
                <a:lnTo>
                  <a:pt x="5321364" y="48655"/>
                </a:lnTo>
                <a:lnTo>
                  <a:pt x="5321782" y="48663"/>
                </a:lnTo>
                <a:lnTo>
                  <a:pt x="5322188" y="48666"/>
                </a:lnTo>
                <a:lnTo>
                  <a:pt x="5322581" y="48666"/>
                </a:lnTo>
                <a:lnTo>
                  <a:pt x="5327979" y="48666"/>
                </a:lnTo>
                <a:lnTo>
                  <a:pt x="5314100" y="89733"/>
                </a:lnTo>
                <a:lnTo>
                  <a:pt x="5313793" y="90607"/>
                </a:lnTo>
                <a:lnTo>
                  <a:pt x="5313500" y="91444"/>
                </a:lnTo>
                <a:lnTo>
                  <a:pt x="5313220" y="92249"/>
                </a:lnTo>
                <a:lnTo>
                  <a:pt x="5312952" y="93024"/>
                </a:lnTo>
                <a:lnTo>
                  <a:pt x="5312695" y="93771"/>
                </a:lnTo>
                <a:lnTo>
                  <a:pt x="5312449" y="94494"/>
                </a:lnTo>
                <a:lnTo>
                  <a:pt x="5312213" y="95194"/>
                </a:lnTo>
                <a:lnTo>
                  <a:pt x="5311986" y="95875"/>
                </a:lnTo>
                <a:lnTo>
                  <a:pt x="5311768" y="96540"/>
                </a:lnTo>
                <a:lnTo>
                  <a:pt x="5311558" y="97190"/>
                </a:lnTo>
                <a:lnTo>
                  <a:pt x="5311356" y="97829"/>
                </a:lnTo>
                <a:lnTo>
                  <a:pt x="5311160" y="98459"/>
                </a:lnTo>
                <a:lnTo>
                  <a:pt x="5310970" y="99083"/>
                </a:lnTo>
                <a:lnTo>
                  <a:pt x="5310785" y="99704"/>
                </a:lnTo>
                <a:lnTo>
                  <a:pt x="5310606" y="100324"/>
                </a:lnTo>
                <a:lnTo>
                  <a:pt x="5310430" y="100946"/>
                </a:lnTo>
                <a:lnTo>
                  <a:pt x="5310257" y="101573"/>
                </a:lnTo>
                <a:lnTo>
                  <a:pt x="5310087" y="102207"/>
                </a:lnTo>
                <a:lnTo>
                  <a:pt x="5309920" y="102852"/>
                </a:lnTo>
                <a:lnTo>
                  <a:pt x="5309753" y="103509"/>
                </a:lnTo>
                <a:lnTo>
                  <a:pt x="5309587" y="104181"/>
                </a:lnTo>
                <a:lnTo>
                  <a:pt x="5309421" y="104871"/>
                </a:lnTo>
                <a:lnTo>
                  <a:pt x="5309255" y="105583"/>
                </a:lnTo>
                <a:lnTo>
                  <a:pt x="5309087" y="106317"/>
                </a:lnTo>
                <a:lnTo>
                  <a:pt x="5308893" y="106317"/>
                </a:lnTo>
                <a:lnTo>
                  <a:pt x="5308769" y="105857"/>
                </a:lnTo>
                <a:lnTo>
                  <a:pt x="5308637" y="105393"/>
                </a:lnTo>
                <a:lnTo>
                  <a:pt x="5308498" y="104926"/>
                </a:lnTo>
                <a:lnTo>
                  <a:pt x="5308353" y="104456"/>
                </a:lnTo>
                <a:lnTo>
                  <a:pt x="5308201" y="103983"/>
                </a:lnTo>
                <a:lnTo>
                  <a:pt x="5308044" y="103508"/>
                </a:lnTo>
                <a:lnTo>
                  <a:pt x="5307882" y="103031"/>
                </a:lnTo>
                <a:lnTo>
                  <a:pt x="5307716" y="102553"/>
                </a:lnTo>
                <a:lnTo>
                  <a:pt x="5307545" y="102073"/>
                </a:lnTo>
                <a:lnTo>
                  <a:pt x="5307371" y="101592"/>
                </a:lnTo>
                <a:lnTo>
                  <a:pt x="5307194" y="101110"/>
                </a:lnTo>
                <a:lnTo>
                  <a:pt x="5307015" y="100628"/>
                </a:lnTo>
                <a:lnTo>
                  <a:pt x="5306833" y="100146"/>
                </a:lnTo>
                <a:lnTo>
                  <a:pt x="5306650" y="99664"/>
                </a:lnTo>
                <a:lnTo>
                  <a:pt x="5306465" y="99183"/>
                </a:lnTo>
                <a:lnTo>
                  <a:pt x="5306281" y="98703"/>
                </a:lnTo>
                <a:lnTo>
                  <a:pt x="5306096" y="98225"/>
                </a:lnTo>
                <a:lnTo>
                  <a:pt x="5305912" y="97748"/>
                </a:lnTo>
                <a:lnTo>
                  <a:pt x="5305729" y="97273"/>
                </a:lnTo>
                <a:lnTo>
                  <a:pt x="5305547" y="96801"/>
                </a:lnTo>
                <a:lnTo>
                  <a:pt x="5305367" y="96331"/>
                </a:lnTo>
                <a:lnTo>
                  <a:pt x="5305190" y="95864"/>
                </a:lnTo>
                <a:lnTo>
                  <a:pt x="5305016" y="95400"/>
                </a:lnTo>
                <a:lnTo>
                  <a:pt x="5304845" y="94941"/>
                </a:lnTo>
                <a:lnTo>
                  <a:pt x="5286915" y="48666"/>
                </a:lnTo>
                <a:lnTo>
                  <a:pt x="5291736" y="48666"/>
                </a:lnTo>
                <a:lnTo>
                  <a:pt x="5292107" y="48666"/>
                </a:lnTo>
                <a:lnTo>
                  <a:pt x="5292496" y="48663"/>
                </a:lnTo>
                <a:lnTo>
                  <a:pt x="5292898" y="48655"/>
                </a:lnTo>
                <a:lnTo>
                  <a:pt x="5293312" y="48639"/>
                </a:lnTo>
                <a:lnTo>
                  <a:pt x="5293734" y="48614"/>
                </a:lnTo>
                <a:lnTo>
                  <a:pt x="5294161" y="48576"/>
                </a:lnTo>
                <a:lnTo>
                  <a:pt x="5294591" y="48523"/>
                </a:lnTo>
                <a:lnTo>
                  <a:pt x="5295021" y="48452"/>
                </a:lnTo>
                <a:lnTo>
                  <a:pt x="5295447" y="48361"/>
                </a:lnTo>
                <a:lnTo>
                  <a:pt x="5295867" y="48248"/>
                </a:lnTo>
                <a:lnTo>
                  <a:pt x="5296277" y="48109"/>
                </a:lnTo>
                <a:lnTo>
                  <a:pt x="5296676" y="47943"/>
                </a:lnTo>
                <a:lnTo>
                  <a:pt x="5297060" y="47747"/>
                </a:lnTo>
                <a:lnTo>
                  <a:pt x="5297425" y="47518"/>
                </a:lnTo>
                <a:lnTo>
                  <a:pt x="5297770" y="47254"/>
                </a:lnTo>
                <a:lnTo>
                  <a:pt x="5298090" y="46952"/>
                </a:lnTo>
                <a:lnTo>
                  <a:pt x="5298384" y="46611"/>
                </a:lnTo>
                <a:lnTo>
                  <a:pt x="5298649" y="46226"/>
                </a:lnTo>
                <a:lnTo>
                  <a:pt x="5298880" y="45796"/>
                </a:lnTo>
                <a:lnTo>
                  <a:pt x="5299076" y="45319"/>
                </a:lnTo>
                <a:lnTo>
                  <a:pt x="5299234" y="44791"/>
                </a:lnTo>
                <a:lnTo>
                  <a:pt x="5299350" y="44211"/>
                </a:lnTo>
                <a:lnTo>
                  <a:pt x="5299422" y="43576"/>
                </a:lnTo>
                <a:lnTo>
                  <a:pt x="5299447" y="42882"/>
                </a:lnTo>
                <a:lnTo>
                  <a:pt x="5299423" y="42166"/>
                </a:lnTo>
                <a:lnTo>
                  <a:pt x="5299354" y="41509"/>
                </a:lnTo>
                <a:lnTo>
                  <a:pt x="5299242" y="40909"/>
                </a:lnTo>
                <a:lnTo>
                  <a:pt x="5299090" y="40364"/>
                </a:lnTo>
                <a:lnTo>
                  <a:pt x="5298900" y="39870"/>
                </a:lnTo>
                <a:lnTo>
                  <a:pt x="5298676" y="39426"/>
                </a:lnTo>
                <a:lnTo>
                  <a:pt x="5298419" y="39029"/>
                </a:lnTo>
                <a:lnTo>
                  <a:pt x="5298133" y="38675"/>
                </a:lnTo>
                <a:lnTo>
                  <a:pt x="5297820" y="38364"/>
                </a:lnTo>
                <a:lnTo>
                  <a:pt x="5297483" y="38091"/>
                </a:lnTo>
                <a:lnTo>
                  <a:pt x="5297125" y="37854"/>
                </a:lnTo>
                <a:lnTo>
                  <a:pt x="5296748" y="37651"/>
                </a:lnTo>
                <a:lnTo>
                  <a:pt x="5296355" y="37480"/>
                </a:lnTo>
                <a:lnTo>
                  <a:pt x="5295948" y="37337"/>
                </a:lnTo>
                <a:lnTo>
                  <a:pt x="5295531" y="37219"/>
                </a:lnTo>
                <a:lnTo>
                  <a:pt x="5295106" y="37126"/>
                </a:lnTo>
                <a:lnTo>
                  <a:pt x="5294675" y="37053"/>
                </a:lnTo>
                <a:lnTo>
                  <a:pt x="5294242" y="36998"/>
                </a:lnTo>
                <a:lnTo>
                  <a:pt x="5293809" y="36958"/>
                </a:lnTo>
                <a:lnTo>
                  <a:pt x="5293378" y="36932"/>
                </a:lnTo>
                <a:lnTo>
                  <a:pt x="5292953" y="36916"/>
                </a:lnTo>
                <a:lnTo>
                  <a:pt x="5292536" y="36908"/>
                </a:lnTo>
                <a:lnTo>
                  <a:pt x="5292129" y="36905"/>
                </a:lnTo>
                <a:lnTo>
                  <a:pt x="5291736" y="36904"/>
                </a:lnTo>
                <a:lnTo>
                  <a:pt x="5269179" y="36904"/>
                </a:lnTo>
                <a:lnTo>
                  <a:pt x="5268786" y="36905"/>
                </a:lnTo>
                <a:lnTo>
                  <a:pt x="5268379" y="36908"/>
                </a:lnTo>
                <a:lnTo>
                  <a:pt x="5267961" y="36916"/>
                </a:lnTo>
                <a:lnTo>
                  <a:pt x="5267536" y="36932"/>
                </a:lnTo>
                <a:lnTo>
                  <a:pt x="5267105" y="36958"/>
                </a:lnTo>
                <a:lnTo>
                  <a:pt x="5266672" y="36998"/>
                </a:lnTo>
                <a:lnTo>
                  <a:pt x="5266238" y="37053"/>
                </a:lnTo>
                <a:lnTo>
                  <a:pt x="5265808" y="37126"/>
                </a:lnTo>
                <a:lnTo>
                  <a:pt x="5265382" y="37219"/>
                </a:lnTo>
                <a:lnTo>
                  <a:pt x="5264965" y="37337"/>
                </a:lnTo>
                <a:lnTo>
                  <a:pt x="5264558" y="37480"/>
                </a:lnTo>
                <a:lnTo>
                  <a:pt x="5264165" y="37651"/>
                </a:lnTo>
                <a:lnTo>
                  <a:pt x="5263788" y="37854"/>
                </a:lnTo>
                <a:lnTo>
                  <a:pt x="5263429" y="38091"/>
                </a:lnTo>
                <a:lnTo>
                  <a:pt x="5263092" y="38364"/>
                </a:lnTo>
                <a:lnTo>
                  <a:pt x="5262780" y="38675"/>
                </a:lnTo>
                <a:lnTo>
                  <a:pt x="5262493" y="39029"/>
                </a:lnTo>
                <a:lnTo>
                  <a:pt x="5262237" y="39426"/>
                </a:lnTo>
                <a:lnTo>
                  <a:pt x="5262012" y="39870"/>
                </a:lnTo>
                <a:lnTo>
                  <a:pt x="5261823" y="40364"/>
                </a:lnTo>
                <a:lnTo>
                  <a:pt x="5261670" y="40909"/>
                </a:lnTo>
                <a:lnTo>
                  <a:pt x="5261558" y="41509"/>
                </a:lnTo>
                <a:lnTo>
                  <a:pt x="5261489" y="42166"/>
                </a:lnTo>
                <a:lnTo>
                  <a:pt x="5261466" y="42882"/>
                </a:lnTo>
                <a:lnTo>
                  <a:pt x="5261490" y="43576"/>
                </a:lnTo>
                <a:lnTo>
                  <a:pt x="5261562" y="44211"/>
                </a:lnTo>
                <a:lnTo>
                  <a:pt x="5261678" y="44791"/>
                </a:lnTo>
                <a:lnTo>
                  <a:pt x="5261836" y="45319"/>
                </a:lnTo>
                <a:lnTo>
                  <a:pt x="5262032" y="45796"/>
                </a:lnTo>
                <a:lnTo>
                  <a:pt x="5262264" y="46226"/>
                </a:lnTo>
                <a:lnTo>
                  <a:pt x="5262529" y="46611"/>
                </a:lnTo>
                <a:lnTo>
                  <a:pt x="5262823" y="46952"/>
                </a:lnTo>
                <a:lnTo>
                  <a:pt x="5263144" y="47254"/>
                </a:lnTo>
                <a:lnTo>
                  <a:pt x="5263488" y="47518"/>
                </a:lnTo>
                <a:lnTo>
                  <a:pt x="5263854" y="47747"/>
                </a:lnTo>
                <a:lnTo>
                  <a:pt x="5264238" y="47943"/>
                </a:lnTo>
                <a:lnTo>
                  <a:pt x="5264637" y="48109"/>
                </a:lnTo>
                <a:lnTo>
                  <a:pt x="5265047" y="48248"/>
                </a:lnTo>
                <a:lnTo>
                  <a:pt x="5265468" y="48361"/>
                </a:lnTo>
                <a:lnTo>
                  <a:pt x="5265894" y="48452"/>
                </a:lnTo>
                <a:lnTo>
                  <a:pt x="5266324" y="48523"/>
                </a:lnTo>
                <a:lnTo>
                  <a:pt x="5266754" y="48576"/>
                </a:lnTo>
                <a:lnTo>
                  <a:pt x="5267181" y="48614"/>
                </a:lnTo>
                <a:lnTo>
                  <a:pt x="5267603" y="48639"/>
                </a:lnTo>
                <a:lnTo>
                  <a:pt x="5268017" y="48655"/>
                </a:lnTo>
                <a:lnTo>
                  <a:pt x="5268420" y="48663"/>
                </a:lnTo>
                <a:lnTo>
                  <a:pt x="5268808" y="48666"/>
                </a:lnTo>
                <a:lnTo>
                  <a:pt x="5269179" y="48666"/>
                </a:lnTo>
                <a:lnTo>
                  <a:pt x="5275157" y="48666"/>
                </a:lnTo>
                <a:lnTo>
                  <a:pt x="5302533" y="117500"/>
                </a:lnTo>
                <a:lnTo>
                  <a:pt x="5302625" y="117734"/>
                </a:lnTo>
                <a:lnTo>
                  <a:pt x="5302710" y="117954"/>
                </a:lnTo>
                <a:lnTo>
                  <a:pt x="5302787" y="118161"/>
                </a:lnTo>
                <a:lnTo>
                  <a:pt x="5302857" y="118355"/>
                </a:lnTo>
                <a:lnTo>
                  <a:pt x="5302921" y="118536"/>
                </a:lnTo>
                <a:lnTo>
                  <a:pt x="5302978" y="118704"/>
                </a:lnTo>
                <a:lnTo>
                  <a:pt x="5303030" y="118861"/>
                </a:lnTo>
                <a:lnTo>
                  <a:pt x="5303075" y="119006"/>
                </a:lnTo>
                <a:lnTo>
                  <a:pt x="5303115" y="119140"/>
                </a:lnTo>
                <a:lnTo>
                  <a:pt x="5303150" y="119262"/>
                </a:lnTo>
                <a:lnTo>
                  <a:pt x="5303181" y="119374"/>
                </a:lnTo>
                <a:lnTo>
                  <a:pt x="5303207" y="119476"/>
                </a:lnTo>
                <a:lnTo>
                  <a:pt x="5303229" y="119567"/>
                </a:lnTo>
                <a:lnTo>
                  <a:pt x="5303248" y="119649"/>
                </a:lnTo>
                <a:lnTo>
                  <a:pt x="5303263" y="119721"/>
                </a:lnTo>
                <a:lnTo>
                  <a:pt x="5303275" y="119785"/>
                </a:lnTo>
                <a:lnTo>
                  <a:pt x="5303284" y="119839"/>
                </a:lnTo>
                <a:lnTo>
                  <a:pt x="5303291" y="119886"/>
                </a:lnTo>
                <a:lnTo>
                  <a:pt x="5303297" y="119924"/>
                </a:lnTo>
                <a:lnTo>
                  <a:pt x="5303300" y="119954"/>
                </a:lnTo>
                <a:lnTo>
                  <a:pt x="5303302" y="119978"/>
                </a:lnTo>
                <a:lnTo>
                  <a:pt x="5303303" y="119994"/>
                </a:lnTo>
                <a:lnTo>
                  <a:pt x="5303303" y="120003"/>
                </a:lnTo>
                <a:lnTo>
                  <a:pt x="5303303" y="120006"/>
                </a:lnTo>
                <a:lnTo>
                  <a:pt x="5303279" y="120089"/>
                </a:lnTo>
                <a:lnTo>
                  <a:pt x="5303207" y="120328"/>
                </a:lnTo>
                <a:lnTo>
                  <a:pt x="5303091" y="120712"/>
                </a:lnTo>
                <a:lnTo>
                  <a:pt x="5302935" y="121228"/>
                </a:lnTo>
                <a:lnTo>
                  <a:pt x="5302740" y="121866"/>
                </a:lnTo>
                <a:lnTo>
                  <a:pt x="5302511" y="122612"/>
                </a:lnTo>
                <a:lnTo>
                  <a:pt x="5302250" y="123455"/>
                </a:lnTo>
                <a:lnTo>
                  <a:pt x="5301961" y="124384"/>
                </a:lnTo>
                <a:lnTo>
                  <a:pt x="5301646" y="125385"/>
                </a:lnTo>
                <a:lnTo>
                  <a:pt x="5301308" y="126447"/>
                </a:lnTo>
                <a:lnTo>
                  <a:pt x="5300952" y="127558"/>
                </a:lnTo>
                <a:lnTo>
                  <a:pt x="5300579" y="128707"/>
                </a:lnTo>
                <a:lnTo>
                  <a:pt x="5300194" y="129880"/>
                </a:lnTo>
                <a:lnTo>
                  <a:pt x="5299798" y="131066"/>
                </a:lnTo>
                <a:lnTo>
                  <a:pt x="5299396" y="132254"/>
                </a:lnTo>
                <a:lnTo>
                  <a:pt x="5298989" y="133431"/>
                </a:lnTo>
                <a:lnTo>
                  <a:pt x="5298582" y="134585"/>
                </a:lnTo>
                <a:lnTo>
                  <a:pt x="5298178" y="135704"/>
                </a:lnTo>
                <a:lnTo>
                  <a:pt x="5297779" y="136777"/>
                </a:lnTo>
                <a:lnTo>
                  <a:pt x="5297389" y="137791"/>
                </a:lnTo>
                <a:lnTo>
                  <a:pt x="5297010" y="138734"/>
                </a:lnTo>
                <a:lnTo>
                  <a:pt x="5296646" y="139595"/>
                </a:lnTo>
                <a:lnTo>
                  <a:pt x="5296300" y="140361"/>
                </a:lnTo>
                <a:lnTo>
                  <a:pt x="5295976" y="141021"/>
                </a:lnTo>
                <a:lnTo>
                  <a:pt x="5295270" y="142286"/>
                </a:lnTo>
                <a:lnTo>
                  <a:pt x="5294553" y="143450"/>
                </a:lnTo>
                <a:lnTo>
                  <a:pt x="5293827" y="144516"/>
                </a:lnTo>
                <a:lnTo>
                  <a:pt x="5293093" y="145490"/>
                </a:lnTo>
                <a:lnTo>
                  <a:pt x="5292355" y="146375"/>
                </a:lnTo>
                <a:lnTo>
                  <a:pt x="5291615" y="147176"/>
                </a:lnTo>
                <a:lnTo>
                  <a:pt x="5290874" y="147898"/>
                </a:lnTo>
                <a:lnTo>
                  <a:pt x="5290136" y="148544"/>
                </a:lnTo>
                <a:lnTo>
                  <a:pt x="5289403" y="149118"/>
                </a:lnTo>
                <a:lnTo>
                  <a:pt x="5288676" y="149626"/>
                </a:lnTo>
                <a:lnTo>
                  <a:pt x="5287959" y="150071"/>
                </a:lnTo>
                <a:lnTo>
                  <a:pt x="5287254" y="150458"/>
                </a:lnTo>
                <a:lnTo>
                  <a:pt x="5286562" y="150792"/>
                </a:lnTo>
                <a:lnTo>
                  <a:pt x="5285887" y="151075"/>
                </a:lnTo>
                <a:lnTo>
                  <a:pt x="5285231" y="151313"/>
                </a:lnTo>
                <a:lnTo>
                  <a:pt x="5284596" y="151511"/>
                </a:lnTo>
                <a:lnTo>
                  <a:pt x="5283984" y="151672"/>
                </a:lnTo>
                <a:lnTo>
                  <a:pt x="5283398" y="151800"/>
                </a:lnTo>
                <a:lnTo>
                  <a:pt x="5282840" y="151901"/>
                </a:lnTo>
                <a:lnTo>
                  <a:pt x="5282313" y="151978"/>
                </a:lnTo>
                <a:lnTo>
                  <a:pt x="5281818" y="152035"/>
                </a:lnTo>
                <a:lnTo>
                  <a:pt x="5281359" y="152078"/>
                </a:lnTo>
                <a:lnTo>
                  <a:pt x="5280937" y="152110"/>
                </a:lnTo>
                <a:lnTo>
                  <a:pt x="5280555" y="152136"/>
                </a:lnTo>
                <a:lnTo>
                  <a:pt x="5280560" y="152127"/>
                </a:lnTo>
                <a:lnTo>
                  <a:pt x="5280574" y="152100"/>
                </a:lnTo>
                <a:lnTo>
                  <a:pt x="5280596" y="152056"/>
                </a:lnTo>
                <a:lnTo>
                  <a:pt x="5280626" y="151996"/>
                </a:lnTo>
                <a:lnTo>
                  <a:pt x="5280663" y="151919"/>
                </a:lnTo>
                <a:lnTo>
                  <a:pt x="5280705" y="151826"/>
                </a:lnTo>
                <a:lnTo>
                  <a:pt x="5280753" y="151717"/>
                </a:lnTo>
                <a:lnTo>
                  <a:pt x="5280804" y="151594"/>
                </a:lnTo>
                <a:lnTo>
                  <a:pt x="5280859" y="151455"/>
                </a:lnTo>
                <a:lnTo>
                  <a:pt x="5280917" y="151303"/>
                </a:lnTo>
                <a:lnTo>
                  <a:pt x="5280976" y="151136"/>
                </a:lnTo>
                <a:lnTo>
                  <a:pt x="5281036" y="150956"/>
                </a:lnTo>
                <a:lnTo>
                  <a:pt x="5281096" y="150763"/>
                </a:lnTo>
                <a:lnTo>
                  <a:pt x="5281155" y="150557"/>
                </a:lnTo>
                <a:lnTo>
                  <a:pt x="5281212" y="150339"/>
                </a:lnTo>
                <a:lnTo>
                  <a:pt x="5281267" y="150109"/>
                </a:lnTo>
                <a:lnTo>
                  <a:pt x="5281319" y="149868"/>
                </a:lnTo>
                <a:lnTo>
                  <a:pt x="5281366" y="149616"/>
                </a:lnTo>
                <a:lnTo>
                  <a:pt x="5281409" y="149353"/>
                </a:lnTo>
                <a:lnTo>
                  <a:pt x="5281445" y="149081"/>
                </a:lnTo>
                <a:lnTo>
                  <a:pt x="5281475" y="148798"/>
                </a:lnTo>
                <a:lnTo>
                  <a:pt x="5281498" y="148506"/>
                </a:lnTo>
                <a:lnTo>
                  <a:pt x="5281512" y="148206"/>
                </a:lnTo>
                <a:lnTo>
                  <a:pt x="5281517" y="147896"/>
                </a:lnTo>
                <a:lnTo>
                  <a:pt x="5281499" y="147291"/>
                </a:lnTo>
                <a:lnTo>
                  <a:pt x="5281446" y="146701"/>
                </a:lnTo>
                <a:lnTo>
                  <a:pt x="5281358" y="146128"/>
                </a:lnTo>
                <a:lnTo>
                  <a:pt x="5281237" y="145573"/>
                </a:lnTo>
                <a:lnTo>
                  <a:pt x="5281084" y="145036"/>
                </a:lnTo>
                <a:lnTo>
                  <a:pt x="5280899" y="144519"/>
                </a:lnTo>
                <a:lnTo>
                  <a:pt x="5280684" y="144021"/>
                </a:lnTo>
                <a:lnTo>
                  <a:pt x="5280439" y="143545"/>
                </a:lnTo>
                <a:lnTo>
                  <a:pt x="5280165" y="143091"/>
                </a:lnTo>
                <a:lnTo>
                  <a:pt x="5279863" y="142660"/>
                </a:lnTo>
                <a:lnTo>
                  <a:pt x="5279535" y="142252"/>
                </a:lnTo>
                <a:lnTo>
                  <a:pt x="5279180" y="141869"/>
                </a:lnTo>
                <a:lnTo>
                  <a:pt x="5278800" y="141512"/>
                </a:lnTo>
                <a:lnTo>
                  <a:pt x="5278396" y="141181"/>
                </a:lnTo>
                <a:lnTo>
                  <a:pt x="5277969" y="140878"/>
                </a:lnTo>
                <a:lnTo>
                  <a:pt x="5277519" y="140602"/>
                </a:lnTo>
                <a:lnTo>
                  <a:pt x="5277048" y="140356"/>
                </a:lnTo>
                <a:lnTo>
                  <a:pt x="5276556" y="140140"/>
                </a:lnTo>
                <a:lnTo>
                  <a:pt x="5276045" y="139954"/>
                </a:lnTo>
                <a:lnTo>
                  <a:pt x="5275515" y="139800"/>
                </a:lnTo>
                <a:lnTo>
                  <a:pt x="5274967" y="139679"/>
                </a:lnTo>
                <a:lnTo>
                  <a:pt x="5274403" y="139592"/>
                </a:lnTo>
                <a:lnTo>
                  <a:pt x="5273822" y="139538"/>
                </a:lnTo>
                <a:lnTo>
                  <a:pt x="5273227" y="139520"/>
                </a:lnTo>
                <a:lnTo>
                  <a:pt x="5272586" y="139548"/>
                </a:lnTo>
                <a:lnTo>
                  <a:pt x="5271967" y="139610"/>
                </a:lnTo>
                <a:lnTo>
                  <a:pt x="5271368" y="139706"/>
                </a:lnTo>
                <a:lnTo>
                  <a:pt x="5270792" y="139834"/>
                </a:lnTo>
                <a:lnTo>
                  <a:pt x="5270237" y="139995"/>
                </a:lnTo>
                <a:lnTo>
                  <a:pt x="5269706" y="140187"/>
                </a:lnTo>
                <a:lnTo>
                  <a:pt x="5269199" y="140409"/>
                </a:lnTo>
                <a:lnTo>
                  <a:pt x="5268715" y="140661"/>
                </a:lnTo>
                <a:lnTo>
                  <a:pt x="5268256" y="140942"/>
                </a:lnTo>
                <a:lnTo>
                  <a:pt x="5267823" y="141252"/>
                </a:lnTo>
                <a:lnTo>
                  <a:pt x="5267416" y="141588"/>
                </a:lnTo>
                <a:lnTo>
                  <a:pt x="5267035" y="141951"/>
                </a:lnTo>
                <a:lnTo>
                  <a:pt x="5266681" y="142340"/>
                </a:lnTo>
                <a:lnTo>
                  <a:pt x="5266355" y="142753"/>
                </a:lnTo>
                <a:lnTo>
                  <a:pt x="5266057" y="143191"/>
                </a:lnTo>
                <a:lnTo>
                  <a:pt x="5265788" y="143652"/>
                </a:lnTo>
                <a:lnTo>
                  <a:pt x="5265549" y="144135"/>
                </a:lnTo>
                <a:lnTo>
                  <a:pt x="5265339" y="144640"/>
                </a:lnTo>
                <a:lnTo>
                  <a:pt x="5265160" y="145166"/>
                </a:lnTo>
                <a:lnTo>
                  <a:pt x="5265013" y="145712"/>
                </a:lnTo>
                <a:lnTo>
                  <a:pt x="5264897" y="146278"/>
                </a:lnTo>
                <a:lnTo>
                  <a:pt x="5264813" y="146862"/>
                </a:lnTo>
                <a:lnTo>
                  <a:pt x="5264763" y="147463"/>
                </a:lnTo>
                <a:lnTo>
                  <a:pt x="5264746" y="148082"/>
                </a:lnTo>
                <a:lnTo>
                  <a:pt x="5264780" y="149092"/>
                </a:lnTo>
                <a:lnTo>
                  <a:pt x="5264880" y="150095"/>
                </a:lnTo>
                <a:lnTo>
                  <a:pt x="5265046" y="151088"/>
                </a:lnTo>
                <a:lnTo>
                  <a:pt x="5265275" y="152068"/>
                </a:lnTo>
                <a:lnTo>
                  <a:pt x="5265566" y="153030"/>
                </a:lnTo>
                <a:lnTo>
                  <a:pt x="5265917" y="153972"/>
                </a:lnTo>
                <a:lnTo>
                  <a:pt x="5266328" y="154892"/>
                </a:lnTo>
                <a:lnTo>
                  <a:pt x="5266795" y="155784"/>
                </a:lnTo>
                <a:lnTo>
                  <a:pt x="5267318" y="156648"/>
                </a:lnTo>
                <a:lnTo>
                  <a:pt x="5267894" y="157478"/>
                </a:lnTo>
                <a:lnTo>
                  <a:pt x="5268524" y="158273"/>
                </a:lnTo>
                <a:lnTo>
                  <a:pt x="5269204" y="159029"/>
                </a:lnTo>
                <a:lnTo>
                  <a:pt x="5269933" y="159743"/>
                </a:lnTo>
                <a:lnTo>
                  <a:pt x="5270709" y="160411"/>
                </a:lnTo>
                <a:lnTo>
                  <a:pt x="5271532" y="161031"/>
                </a:lnTo>
                <a:lnTo>
                  <a:pt x="5272400" y="161598"/>
                </a:lnTo>
                <a:lnTo>
                  <a:pt x="5273310" y="162111"/>
                </a:lnTo>
                <a:lnTo>
                  <a:pt x="5274261" y="162566"/>
                </a:lnTo>
                <a:lnTo>
                  <a:pt x="5275252" y="162960"/>
                </a:lnTo>
                <a:lnTo>
                  <a:pt x="5276281" y="163289"/>
                </a:lnTo>
                <a:lnTo>
                  <a:pt x="5277346" y="163551"/>
                </a:lnTo>
                <a:lnTo>
                  <a:pt x="5278447" y="163741"/>
                </a:lnTo>
                <a:lnTo>
                  <a:pt x="5279581" y="163858"/>
                </a:lnTo>
                <a:lnTo>
                  <a:pt x="5280746" y="163898"/>
                </a:lnTo>
                <a:lnTo>
                  <a:pt x="5283101" y="163769"/>
                </a:lnTo>
                <a:lnTo>
                  <a:pt x="5285347" y="163396"/>
                </a:lnTo>
                <a:lnTo>
                  <a:pt x="5287484" y="162800"/>
                </a:lnTo>
                <a:lnTo>
                  <a:pt x="5289515" y="162002"/>
                </a:lnTo>
                <a:lnTo>
                  <a:pt x="5291440" y="161024"/>
                </a:lnTo>
                <a:lnTo>
                  <a:pt x="5293260" y="159887"/>
                </a:lnTo>
                <a:lnTo>
                  <a:pt x="5294977" y="158612"/>
                </a:lnTo>
                <a:lnTo>
                  <a:pt x="5296591" y="157219"/>
                </a:lnTo>
                <a:lnTo>
                  <a:pt x="5298105" y="155731"/>
                </a:lnTo>
                <a:lnTo>
                  <a:pt x="5299518" y="154168"/>
                </a:lnTo>
                <a:lnTo>
                  <a:pt x="5300833" y="152552"/>
                </a:lnTo>
                <a:lnTo>
                  <a:pt x="5302050" y="150904"/>
                </a:lnTo>
                <a:lnTo>
                  <a:pt x="5303171" y="149245"/>
                </a:lnTo>
                <a:lnTo>
                  <a:pt x="5304197" y="147596"/>
                </a:lnTo>
                <a:lnTo>
                  <a:pt x="5305128" y="145978"/>
                </a:lnTo>
                <a:lnTo>
                  <a:pt x="5305967" y="144412"/>
                </a:lnTo>
                <a:lnTo>
                  <a:pt x="5306714" y="142920"/>
                </a:lnTo>
                <a:lnTo>
                  <a:pt x="5307370" y="141524"/>
                </a:lnTo>
                <a:lnTo>
                  <a:pt x="5307937" y="140243"/>
                </a:lnTo>
                <a:lnTo>
                  <a:pt x="5308416" y="139099"/>
                </a:lnTo>
                <a:lnTo>
                  <a:pt x="5308808" y="138114"/>
                </a:lnTo>
                <a:lnTo>
                  <a:pt x="5309113" y="137308"/>
                </a:lnTo>
                <a:lnTo>
                  <a:pt x="5309335" y="136703"/>
                </a:lnTo>
                <a:lnTo>
                  <a:pt x="5309472" y="136320"/>
                </a:lnTo>
                <a:lnTo>
                  <a:pt x="5339355" y="48666"/>
                </a:lnTo>
                <a:lnTo>
                  <a:pt x="5345138" y="48666"/>
                </a:lnTo>
                <a:lnTo>
                  <a:pt x="5345509" y="48666"/>
                </a:lnTo>
                <a:lnTo>
                  <a:pt x="5345898" y="48663"/>
                </a:lnTo>
                <a:lnTo>
                  <a:pt x="5346300" y="48655"/>
                </a:lnTo>
                <a:lnTo>
                  <a:pt x="5346714" y="48639"/>
                </a:lnTo>
                <a:lnTo>
                  <a:pt x="5347136" y="48614"/>
                </a:lnTo>
                <a:lnTo>
                  <a:pt x="5347564" y="48576"/>
                </a:lnTo>
                <a:lnTo>
                  <a:pt x="5347994" y="48523"/>
                </a:lnTo>
                <a:lnTo>
                  <a:pt x="5348423" y="48452"/>
                </a:lnTo>
                <a:lnTo>
                  <a:pt x="5348850" y="48361"/>
                </a:lnTo>
                <a:lnTo>
                  <a:pt x="5349270" y="48248"/>
                </a:lnTo>
                <a:lnTo>
                  <a:pt x="5349681" y="48109"/>
                </a:lnTo>
                <a:lnTo>
                  <a:pt x="5350079" y="47943"/>
                </a:lnTo>
                <a:lnTo>
                  <a:pt x="5350463" y="47747"/>
                </a:lnTo>
                <a:lnTo>
                  <a:pt x="5350829" y="47518"/>
                </a:lnTo>
                <a:lnTo>
                  <a:pt x="5351174" y="47254"/>
                </a:lnTo>
                <a:lnTo>
                  <a:pt x="5351495" y="46952"/>
                </a:lnTo>
                <a:lnTo>
                  <a:pt x="5351789" y="46611"/>
                </a:lnTo>
                <a:lnTo>
                  <a:pt x="5352053" y="46226"/>
                </a:lnTo>
                <a:lnTo>
                  <a:pt x="5352285" y="45796"/>
                </a:lnTo>
                <a:lnTo>
                  <a:pt x="5352481" y="45319"/>
                </a:lnTo>
                <a:lnTo>
                  <a:pt x="5352639" y="44791"/>
                </a:lnTo>
                <a:lnTo>
                  <a:pt x="5352755" y="44211"/>
                </a:lnTo>
                <a:lnTo>
                  <a:pt x="5352827" y="43576"/>
                </a:lnTo>
                <a:lnTo>
                  <a:pt x="5352852" y="42882"/>
                </a:lnTo>
                <a:lnTo>
                  <a:pt x="5352828" y="42166"/>
                </a:lnTo>
                <a:lnTo>
                  <a:pt x="5352759" y="41509"/>
                </a:lnTo>
                <a:lnTo>
                  <a:pt x="5352647" y="40909"/>
                </a:lnTo>
                <a:lnTo>
                  <a:pt x="5352495" y="40364"/>
                </a:lnTo>
                <a:lnTo>
                  <a:pt x="5352305" y="39870"/>
                </a:lnTo>
                <a:lnTo>
                  <a:pt x="5352080" y="39426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min_end_here=xs[0]">
            <a:extLst xmlns:a="http://schemas.openxmlformats.org/drawingml/2006/main">
              <a:ext uri="{FF2B5EF4-FFF2-40B4-BE49-F238E27FC236}">
                <a16:creationId xmlns:a16="http://schemas.microsoft.com/office/drawing/2014/main" id="{F4630D44-3BB5-45A4-81A6-EDD5D311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1567" y="1828151"/>
            <a:ext cx="1982087" cy="165966"/>
          </a:xfrm>
          <a:custGeom xmlns:a="http://schemas.openxmlformats.org/drawingml/2006/main">
            <a:pathLst>
              <a:path w="1982087" h="165966">
                <a:moveTo>
                  <a:pt x="100253" y="127985"/>
                </a:moveTo>
                <a:cubicBezTo>
                  <a:pt x="100253" y="122010"/>
                  <a:pt x="96205" y="122010"/>
                  <a:pt x="89265" y="122010"/>
                </a:cubicBezTo>
                <a:lnTo>
                  <a:pt x="89265" y="75421"/>
                </a:lnTo>
                <a:cubicBezTo>
                  <a:pt x="89265" y="71570"/>
                  <a:pt x="89265" y="49605"/>
                  <a:pt x="72106" y="49605"/>
                </a:cubicBezTo>
                <a:cubicBezTo>
                  <a:pt x="66322" y="49605"/>
                  <a:pt x="58418" y="52111"/>
                  <a:pt x="53020" y="59631"/>
                </a:cubicBezTo>
                <a:cubicBezTo>
                  <a:pt x="50128" y="53076"/>
                  <a:pt x="44730" y="49605"/>
                  <a:pt x="38367" y="49605"/>
                </a:cubicBezTo>
                <a:cubicBezTo>
                  <a:pt x="32198" y="49605"/>
                  <a:pt x="26414" y="52305"/>
                  <a:pt x="21787" y="56548"/>
                </a:cubicBezTo>
                <a:cubicBezTo>
                  <a:pt x="21401" y="50734"/>
                  <a:pt x="17545" y="50734"/>
                  <a:pt x="14073" y="50734"/>
                </a:cubicBezTo>
                <a:lnTo>
                  <a:pt x="7905" y="50734"/>
                </a:lnTo>
                <a:cubicBezTo>
                  <a:pt x="5013" y="50734"/>
                  <a:pt x="0" y="50734"/>
                  <a:pt x="0" y="56521"/>
                </a:cubicBezTo>
                <a:cubicBezTo>
                  <a:pt x="0" y="62496"/>
                  <a:pt x="4051" y="62496"/>
                  <a:pt x="10990" y="62496"/>
                </a:cubicBezTo>
                <a:lnTo>
                  <a:pt x="10990" y="122010"/>
                </a:lnTo>
                <a:cubicBezTo>
                  <a:pt x="4051" y="122010"/>
                  <a:pt x="0" y="122010"/>
                  <a:pt x="0" y="127985"/>
                </a:cubicBezTo>
                <a:cubicBezTo>
                  <a:pt x="0" y="133769"/>
                  <a:pt x="5207" y="133769"/>
                  <a:pt x="7905" y="133769"/>
                </a:cubicBezTo>
                <a:lnTo>
                  <a:pt x="24873" y="133769"/>
                </a:lnTo>
                <a:cubicBezTo>
                  <a:pt x="27764" y="133769"/>
                  <a:pt x="32774" y="133769"/>
                  <a:pt x="32774" y="127985"/>
                </a:cubicBezTo>
                <a:cubicBezTo>
                  <a:pt x="32774" y="122010"/>
                  <a:pt x="28726" y="122010"/>
                  <a:pt x="21787" y="122010"/>
                </a:cubicBezTo>
                <a:lnTo>
                  <a:pt x="21787" y="87536"/>
                </a:lnTo>
                <a:cubicBezTo>
                  <a:pt x="21787" y="70416"/>
                  <a:pt x="29691" y="61367"/>
                  <a:pt x="37596" y="61367"/>
                </a:cubicBezTo>
                <a:cubicBezTo>
                  <a:pt x="42029" y="61367"/>
                  <a:pt x="44730" y="64641"/>
                  <a:pt x="44730" y="77153"/>
                </a:cubicBezTo>
                <a:lnTo>
                  <a:pt x="44730" y="122010"/>
                </a:lnTo>
                <a:cubicBezTo>
                  <a:pt x="41067" y="122010"/>
                  <a:pt x="36246" y="122010"/>
                  <a:pt x="36246" y="127985"/>
                </a:cubicBezTo>
                <a:cubicBezTo>
                  <a:pt x="36246" y="133769"/>
                  <a:pt x="41453" y="133769"/>
                  <a:pt x="44150" y="133769"/>
                </a:cubicBezTo>
                <a:lnTo>
                  <a:pt x="58609" y="133769"/>
                </a:lnTo>
                <a:cubicBezTo>
                  <a:pt x="61501" y="133769"/>
                  <a:pt x="66513" y="133769"/>
                  <a:pt x="66513" y="127985"/>
                </a:cubicBezTo>
                <a:cubicBezTo>
                  <a:pt x="66513" y="122010"/>
                  <a:pt x="62466" y="122010"/>
                  <a:pt x="55526" y="122010"/>
                </a:cubicBezTo>
                <a:lnTo>
                  <a:pt x="55526" y="87550"/>
                </a:lnTo>
                <a:cubicBezTo>
                  <a:pt x="55526" y="70416"/>
                  <a:pt x="63430" y="61367"/>
                  <a:pt x="71335" y="61367"/>
                </a:cubicBezTo>
                <a:cubicBezTo>
                  <a:pt x="75768" y="61367"/>
                  <a:pt x="78469" y="64641"/>
                  <a:pt x="78469" y="77153"/>
                </a:cubicBezTo>
                <a:lnTo>
                  <a:pt x="78469" y="122010"/>
                </a:lnTo>
                <a:cubicBezTo>
                  <a:pt x="74803" y="122010"/>
                  <a:pt x="69985" y="122010"/>
                  <a:pt x="69985" y="127985"/>
                </a:cubicBezTo>
                <a:cubicBezTo>
                  <a:pt x="69985" y="133769"/>
                  <a:pt x="75189" y="133769"/>
                  <a:pt x="77889" y="133769"/>
                </a:cubicBezTo>
                <a:lnTo>
                  <a:pt x="92348" y="133769"/>
                </a:lnTo>
                <a:cubicBezTo>
                  <a:pt x="95240" y="133769"/>
                  <a:pt x="100253" y="133769"/>
                  <a:pt x="100253" y="127985"/>
                </a:cubicBezTo>
                <a:close/>
                <a:moveTo>
                  <a:pt x="189707" y="127985"/>
                </a:moveTo>
                <a:cubicBezTo>
                  <a:pt x="189707" y="122010"/>
                  <a:pt x="184697" y="122010"/>
                  <a:pt x="181803" y="122010"/>
                </a:cubicBezTo>
                <a:lnTo>
                  <a:pt x="161560" y="122010"/>
                </a:lnTo>
                <a:lnTo>
                  <a:pt x="161560" y="58640"/>
                </a:lnTo>
                <a:cubicBezTo>
                  <a:pt x="161560" y="52664"/>
                  <a:pt x="160404" y="50734"/>
                  <a:pt x="153850" y="50734"/>
                </a:cubicBezTo>
                <a:lnTo>
                  <a:pt x="126474" y="50734"/>
                </a:lnTo>
                <a:cubicBezTo>
                  <a:pt x="123582" y="50734"/>
                  <a:pt x="118569" y="50734"/>
                  <a:pt x="118569" y="56521"/>
                </a:cubicBezTo>
                <a:cubicBezTo>
                  <a:pt x="118569" y="62496"/>
                  <a:pt x="123582" y="62496"/>
                  <a:pt x="126474" y="62496"/>
                </a:cubicBezTo>
                <a:lnTo>
                  <a:pt x="148258" y="62496"/>
                </a:lnTo>
                <a:lnTo>
                  <a:pt x="148258" y="122010"/>
                </a:lnTo>
                <a:lnTo>
                  <a:pt x="124929" y="122010"/>
                </a:lnTo>
                <a:cubicBezTo>
                  <a:pt x="121846" y="122010"/>
                  <a:pt x="117025" y="122010"/>
                  <a:pt x="117025" y="127985"/>
                </a:cubicBezTo>
                <a:cubicBezTo>
                  <a:pt x="117025" y="133769"/>
                  <a:pt x="122038" y="133769"/>
                  <a:pt x="124929" y="133769"/>
                </a:cubicBezTo>
                <a:lnTo>
                  <a:pt x="181803" y="133769"/>
                </a:lnTo>
                <a:cubicBezTo>
                  <a:pt x="184697" y="133769"/>
                  <a:pt x="189707" y="133769"/>
                  <a:pt x="189707" y="127985"/>
                </a:cubicBezTo>
                <a:moveTo>
                  <a:pt x="162331" y="26860"/>
                </a:moveTo>
                <a:cubicBezTo>
                  <a:pt x="162331" y="21462"/>
                  <a:pt x="158092" y="17219"/>
                  <a:pt x="152694" y="17219"/>
                </a:cubicBezTo>
                <a:cubicBezTo>
                  <a:pt x="147293" y="17219"/>
                  <a:pt x="143054" y="21462"/>
                  <a:pt x="143054" y="26860"/>
                </a:cubicBezTo>
                <a:cubicBezTo>
                  <a:pt x="143054" y="32259"/>
                  <a:pt x="147293" y="36501"/>
                  <a:pt x="152694" y="36501"/>
                </a:cubicBezTo>
                <a:cubicBezTo>
                  <a:pt x="158092" y="36501"/>
                  <a:pt x="162331" y="32259"/>
                  <a:pt x="162331" y="26860"/>
                </a:cubicBezTo>
                <a:close/>
                <a:moveTo>
                  <a:pt x="301912" y="127985"/>
                </a:moveTo>
                <a:cubicBezTo>
                  <a:pt x="301912" y="122010"/>
                  <a:pt x="297094" y="122010"/>
                  <a:pt x="294008" y="122010"/>
                </a:cubicBezTo>
                <a:lnTo>
                  <a:pt x="285524" y="122010"/>
                </a:lnTo>
                <a:lnTo>
                  <a:pt x="285524" y="77348"/>
                </a:lnTo>
                <a:cubicBezTo>
                  <a:pt x="285524" y="57898"/>
                  <a:pt x="275692" y="49605"/>
                  <a:pt x="260463" y="49605"/>
                </a:cubicBezTo>
                <a:cubicBezTo>
                  <a:pt x="247545" y="49605"/>
                  <a:pt x="238870" y="56162"/>
                  <a:pt x="235205" y="59825"/>
                </a:cubicBezTo>
                <a:cubicBezTo>
                  <a:pt x="235205" y="53629"/>
                  <a:pt x="235205" y="50734"/>
                  <a:pt x="227494" y="50734"/>
                </a:cubicBezTo>
                <a:lnTo>
                  <a:pt x="213421" y="50734"/>
                </a:lnTo>
                <a:cubicBezTo>
                  <a:pt x="210335" y="50734"/>
                  <a:pt x="205516" y="50734"/>
                  <a:pt x="205516" y="56713"/>
                </a:cubicBezTo>
                <a:cubicBezTo>
                  <a:pt x="205516" y="62496"/>
                  <a:pt x="210529" y="62496"/>
                  <a:pt x="213227" y="62496"/>
                </a:cubicBezTo>
                <a:lnTo>
                  <a:pt x="221905" y="62496"/>
                </a:lnTo>
                <a:lnTo>
                  <a:pt x="221905" y="122010"/>
                </a:lnTo>
                <a:lnTo>
                  <a:pt x="213421" y="122010"/>
                </a:lnTo>
                <a:cubicBezTo>
                  <a:pt x="210335" y="122010"/>
                  <a:pt x="205516" y="122010"/>
                  <a:pt x="205516" y="127985"/>
                </a:cubicBezTo>
                <a:cubicBezTo>
                  <a:pt x="205516" y="133769"/>
                  <a:pt x="210529" y="133769"/>
                  <a:pt x="213227" y="133769"/>
                </a:cubicBezTo>
                <a:lnTo>
                  <a:pt x="243883" y="133769"/>
                </a:lnTo>
                <a:cubicBezTo>
                  <a:pt x="246581" y="133769"/>
                  <a:pt x="251593" y="133769"/>
                  <a:pt x="251593" y="127985"/>
                </a:cubicBezTo>
                <a:cubicBezTo>
                  <a:pt x="251593" y="122010"/>
                  <a:pt x="246775" y="122010"/>
                  <a:pt x="243689" y="122010"/>
                </a:cubicBezTo>
                <a:lnTo>
                  <a:pt x="235205" y="122010"/>
                </a:lnTo>
                <a:lnTo>
                  <a:pt x="235205" y="87921"/>
                </a:lnTo>
                <a:cubicBezTo>
                  <a:pt x="235205" y="68683"/>
                  <a:pt x="249472" y="61367"/>
                  <a:pt x="259307" y="61367"/>
                </a:cubicBezTo>
                <a:cubicBezTo>
                  <a:pt x="269523" y="61367"/>
                  <a:pt x="272221" y="66759"/>
                  <a:pt x="272221" y="78310"/>
                </a:cubicBezTo>
                <a:lnTo>
                  <a:pt x="272221" y="122010"/>
                </a:lnTo>
                <a:lnTo>
                  <a:pt x="264705" y="122010"/>
                </a:lnTo>
                <a:cubicBezTo>
                  <a:pt x="261619" y="122010"/>
                  <a:pt x="256800" y="122010"/>
                  <a:pt x="256800" y="127985"/>
                </a:cubicBezTo>
                <a:cubicBezTo>
                  <a:pt x="256800" y="133769"/>
                  <a:pt x="262004" y="133769"/>
                  <a:pt x="264705" y="133769"/>
                </a:cubicBezTo>
                <a:lnTo>
                  <a:pt x="294202" y="133769"/>
                </a:lnTo>
                <a:cubicBezTo>
                  <a:pt x="296900" y="133769"/>
                  <a:pt x="301912" y="133769"/>
                  <a:pt x="301912" y="127985"/>
                </a:cubicBezTo>
                <a:close/>
                <a:moveTo>
                  <a:pt x="394645" y="159220"/>
                </a:moveTo>
                <a:cubicBezTo>
                  <a:pt x="394645" y="152471"/>
                  <a:pt x="387899" y="152471"/>
                  <a:pt x="385584" y="152471"/>
                </a:cubicBezTo>
                <a:lnTo>
                  <a:pt x="324277" y="152471"/>
                </a:lnTo>
                <a:cubicBezTo>
                  <a:pt x="321962" y="152471"/>
                  <a:pt x="315217" y="152471"/>
                  <a:pt x="315217" y="159220"/>
                </a:cubicBezTo>
                <a:cubicBezTo>
                  <a:pt x="315217" y="165966"/>
                  <a:pt x="321962" y="165966"/>
                  <a:pt x="324277" y="165966"/>
                </a:cubicBezTo>
                <a:lnTo>
                  <a:pt x="385584" y="165966"/>
                </a:lnTo>
                <a:cubicBezTo>
                  <a:pt x="387899" y="165966"/>
                  <a:pt x="394645" y="165966"/>
                  <a:pt x="394645" y="159220"/>
                </a:cubicBezTo>
                <a:close/>
                <a:moveTo>
                  <a:pt x="495089" y="112710"/>
                </a:moveTo>
                <a:cubicBezTo>
                  <a:pt x="495089" y="107300"/>
                  <a:pt x="489499" y="107300"/>
                  <a:pt x="488343" y="107300"/>
                </a:cubicBezTo>
                <a:cubicBezTo>
                  <a:pt x="484872" y="107300"/>
                  <a:pt x="483330" y="107879"/>
                  <a:pt x="481980" y="111551"/>
                </a:cubicBezTo>
                <a:cubicBezTo>
                  <a:pt x="477738" y="121386"/>
                  <a:pt x="467327" y="123122"/>
                  <a:pt x="461929" y="123122"/>
                </a:cubicBezTo>
                <a:cubicBezTo>
                  <a:pt x="447470" y="123122"/>
                  <a:pt x="433011" y="113481"/>
                  <a:pt x="429925" y="96865"/>
                </a:cubicBezTo>
                <a:lnTo>
                  <a:pt x="487378" y="96865"/>
                </a:lnTo>
                <a:cubicBezTo>
                  <a:pt x="491426" y="96865"/>
                  <a:pt x="495089" y="96865"/>
                  <a:pt x="495089" y="89733"/>
                </a:cubicBezTo>
                <a:cubicBezTo>
                  <a:pt x="495089" y="67748"/>
                  <a:pt x="482751" y="48852"/>
                  <a:pt x="457687" y="48852"/>
                </a:cubicBezTo>
                <a:cubicBezTo>
                  <a:pt x="434744" y="48852"/>
                  <a:pt x="416237" y="68136"/>
                  <a:pt x="416237" y="91855"/>
                </a:cubicBezTo>
                <a:cubicBezTo>
                  <a:pt x="416237" y="115411"/>
                  <a:pt x="435709" y="134899"/>
                  <a:pt x="460579" y="134899"/>
                </a:cubicBezTo>
                <a:cubicBezTo>
                  <a:pt x="486028" y="134899"/>
                  <a:pt x="495089" y="117538"/>
                  <a:pt x="495089" y="112707"/>
                </a:cubicBezTo>
                <a:lnTo>
                  <a:pt x="495089" y="112710"/>
                </a:lnTo>
                <a:moveTo>
                  <a:pt x="481400" y="85297"/>
                </a:moveTo>
                <a:lnTo>
                  <a:pt x="430120" y="85297"/>
                </a:lnTo>
                <a:cubicBezTo>
                  <a:pt x="432817" y="71219"/>
                  <a:pt x="444193" y="60614"/>
                  <a:pt x="457687" y="60614"/>
                </a:cubicBezTo>
                <a:cubicBezTo>
                  <a:pt x="467712" y="60614"/>
                  <a:pt x="479665" y="65436"/>
                  <a:pt x="481400" y="85297"/>
                </a:cubicBezTo>
                <a:close/>
                <a:moveTo>
                  <a:pt x="605559" y="127985"/>
                </a:moveTo>
                <a:cubicBezTo>
                  <a:pt x="605559" y="122010"/>
                  <a:pt x="600740" y="122010"/>
                  <a:pt x="597654" y="122010"/>
                </a:cubicBezTo>
                <a:lnTo>
                  <a:pt x="589170" y="122010"/>
                </a:lnTo>
                <a:lnTo>
                  <a:pt x="589170" y="77348"/>
                </a:lnTo>
                <a:cubicBezTo>
                  <a:pt x="589170" y="57898"/>
                  <a:pt x="579339" y="49605"/>
                  <a:pt x="564109" y="49605"/>
                </a:cubicBezTo>
                <a:cubicBezTo>
                  <a:pt x="551192" y="49605"/>
                  <a:pt x="542517" y="56162"/>
                  <a:pt x="538851" y="59825"/>
                </a:cubicBezTo>
                <a:cubicBezTo>
                  <a:pt x="538851" y="53629"/>
                  <a:pt x="538851" y="50734"/>
                  <a:pt x="531141" y="50734"/>
                </a:cubicBezTo>
                <a:lnTo>
                  <a:pt x="517067" y="50734"/>
                </a:lnTo>
                <a:cubicBezTo>
                  <a:pt x="513982" y="50734"/>
                  <a:pt x="509163" y="50734"/>
                  <a:pt x="509163" y="56713"/>
                </a:cubicBezTo>
                <a:cubicBezTo>
                  <a:pt x="509163" y="62496"/>
                  <a:pt x="514176" y="62496"/>
                  <a:pt x="516873" y="62496"/>
                </a:cubicBezTo>
                <a:lnTo>
                  <a:pt x="525551" y="62496"/>
                </a:lnTo>
                <a:lnTo>
                  <a:pt x="525551" y="122010"/>
                </a:lnTo>
                <a:lnTo>
                  <a:pt x="517067" y="122010"/>
                </a:lnTo>
                <a:cubicBezTo>
                  <a:pt x="513982" y="122010"/>
                  <a:pt x="509163" y="122010"/>
                  <a:pt x="509163" y="127985"/>
                </a:cubicBezTo>
                <a:cubicBezTo>
                  <a:pt x="509163" y="133769"/>
                  <a:pt x="514176" y="133769"/>
                  <a:pt x="516873" y="133769"/>
                </a:cubicBezTo>
                <a:lnTo>
                  <a:pt x="547529" y="133769"/>
                </a:lnTo>
                <a:cubicBezTo>
                  <a:pt x="550227" y="133769"/>
                  <a:pt x="555240" y="133769"/>
                  <a:pt x="555240" y="127985"/>
                </a:cubicBezTo>
                <a:cubicBezTo>
                  <a:pt x="555240" y="122010"/>
                  <a:pt x="550421" y="122010"/>
                  <a:pt x="547335" y="122010"/>
                </a:cubicBezTo>
                <a:lnTo>
                  <a:pt x="538851" y="122010"/>
                </a:lnTo>
                <a:lnTo>
                  <a:pt x="538851" y="87921"/>
                </a:lnTo>
                <a:cubicBezTo>
                  <a:pt x="538851" y="68683"/>
                  <a:pt x="553119" y="61367"/>
                  <a:pt x="562953" y="61367"/>
                </a:cubicBezTo>
                <a:cubicBezTo>
                  <a:pt x="573170" y="61367"/>
                  <a:pt x="575868" y="66759"/>
                  <a:pt x="575868" y="78310"/>
                </a:cubicBezTo>
                <a:lnTo>
                  <a:pt x="575868" y="122010"/>
                </a:lnTo>
                <a:lnTo>
                  <a:pt x="568351" y="122010"/>
                </a:lnTo>
                <a:cubicBezTo>
                  <a:pt x="565265" y="122010"/>
                  <a:pt x="560447" y="122010"/>
                  <a:pt x="560447" y="127985"/>
                </a:cubicBezTo>
                <a:cubicBezTo>
                  <a:pt x="560447" y="133769"/>
                  <a:pt x="565651" y="133769"/>
                  <a:pt x="568351" y="133769"/>
                </a:cubicBezTo>
                <a:lnTo>
                  <a:pt x="597848" y="133769"/>
                </a:lnTo>
                <a:cubicBezTo>
                  <a:pt x="600546" y="133769"/>
                  <a:pt x="605559" y="133769"/>
                  <a:pt x="605559" y="127985"/>
                </a:cubicBezTo>
                <a:close/>
                <a:moveTo>
                  <a:pt x="706774" y="127794"/>
                </a:moveTo>
                <a:cubicBezTo>
                  <a:pt x="706774" y="122010"/>
                  <a:pt x="701762" y="122010"/>
                  <a:pt x="699064" y="122010"/>
                </a:cubicBezTo>
                <a:lnTo>
                  <a:pt x="690386" y="122010"/>
                </a:lnTo>
                <a:lnTo>
                  <a:pt x="690386" y="23807"/>
                </a:lnTo>
                <a:cubicBezTo>
                  <a:pt x="690386" y="17831"/>
                  <a:pt x="689230" y="15901"/>
                  <a:pt x="682675" y="15901"/>
                </a:cubicBezTo>
                <a:lnTo>
                  <a:pt x="668602" y="15901"/>
                </a:lnTo>
                <a:cubicBezTo>
                  <a:pt x="665516" y="15901"/>
                  <a:pt x="660697" y="15901"/>
                  <a:pt x="660697" y="21880"/>
                </a:cubicBezTo>
                <a:cubicBezTo>
                  <a:pt x="660697" y="27663"/>
                  <a:pt x="665710" y="27663"/>
                  <a:pt x="668408" y="27663"/>
                </a:cubicBezTo>
                <a:lnTo>
                  <a:pt x="677083" y="27663"/>
                </a:lnTo>
                <a:lnTo>
                  <a:pt x="677083" y="58284"/>
                </a:lnTo>
                <a:cubicBezTo>
                  <a:pt x="670723" y="52691"/>
                  <a:pt x="662818" y="49605"/>
                  <a:pt x="654528" y="49605"/>
                </a:cubicBezTo>
                <a:cubicBezTo>
                  <a:pt x="633512" y="49605"/>
                  <a:pt x="615006" y="67913"/>
                  <a:pt x="615006" y="92363"/>
                </a:cubicBezTo>
                <a:cubicBezTo>
                  <a:pt x="615006" y="116196"/>
                  <a:pt x="632356" y="134899"/>
                  <a:pt x="652793" y="134899"/>
                </a:cubicBezTo>
                <a:cubicBezTo>
                  <a:pt x="663589" y="134899"/>
                  <a:pt x="671685" y="129694"/>
                  <a:pt x="677083" y="124102"/>
                </a:cubicBezTo>
                <a:cubicBezTo>
                  <a:pt x="677083" y="131071"/>
                  <a:pt x="677083" y="133769"/>
                  <a:pt x="684796" y="133769"/>
                </a:cubicBezTo>
                <a:lnTo>
                  <a:pt x="698870" y="133769"/>
                </a:lnTo>
                <a:cubicBezTo>
                  <a:pt x="701956" y="133769"/>
                  <a:pt x="706774" y="133769"/>
                  <a:pt x="706774" y="127794"/>
                </a:cubicBezTo>
                <a:moveTo>
                  <a:pt x="677083" y="96365"/>
                </a:moveTo>
                <a:cubicBezTo>
                  <a:pt x="677083" y="107168"/>
                  <a:pt x="668408" y="123140"/>
                  <a:pt x="653564" y="123140"/>
                </a:cubicBezTo>
                <a:cubicBezTo>
                  <a:pt x="639876" y="123140"/>
                  <a:pt x="628308" y="109477"/>
                  <a:pt x="628308" y="92349"/>
                </a:cubicBezTo>
                <a:cubicBezTo>
                  <a:pt x="628308" y="73876"/>
                  <a:pt x="641802" y="61367"/>
                  <a:pt x="655299" y="61367"/>
                </a:cubicBezTo>
                <a:cubicBezTo>
                  <a:pt x="667637" y="61367"/>
                  <a:pt x="677083" y="72143"/>
                  <a:pt x="677083" y="82728"/>
                </a:cubicBezTo>
                <a:lnTo>
                  <a:pt x="677083" y="96365"/>
                </a:lnTo>
                <a:close/>
                <a:moveTo>
                  <a:pt x="799506" y="159220"/>
                </a:moveTo>
                <a:cubicBezTo>
                  <a:pt x="799506" y="152471"/>
                  <a:pt x="792760" y="152471"/>
                  <a:pt x="790445" y="152471"/>
                </a:cubicBezTo>
                <a:lnTo>
                  <a:pt x="729138" y="152471"/>
                </a:lnTo>
                <a:cubicBezTo>
                  <a:pt x="726823" y="152471"/>
                  <a:pt x="720078" y="152471"/>
                  <a:pt x="720078" y="159220"/>
                </a:cubicBezTo>
                <a:cubicBezTo>
                  <a:pt x="720078" y="165966"/>
                  <a:pt x="726823" y="165966"/>
                  <a:pt x="729138" y="165966"/>
                </a:cubicBezTo>
                <a:lnTo>
                  <a:pt x="790445" y="165966"/>
                </a:lnTo>
                <a:cubicBezTo>
                  <a:pt x="792760" y="165966"/>
                  <a:pt x="799506" y="165966"/>
                  <a:pt x="799506" y="159220"/>
                </a:cubicBezTo>
                <a:close/>
                <a:moveTo>
                  <a:pt x="909205" y="127985"/>
                </a:moveTo>
                <a:cubicBezTo>
                  <a:pt x="909205" y="122010"/>
                  <a:pt x="904387" y="122010"/>
                  <a:pt x="901301" y="122010"/>
                </a:cubicBezTo>
                <a:lnTo>
                  <a:pt x="892817" y="122010"/>
                </a:lnTo>
                <a:lnTo>
                  <a:pt x="892817" y="77348"/>
                </a:lnTo>
                <a:cubicBezTo>
                  <a:pt x="892817" y="57898"/>
                  <a:pt x="882985" y="49605"/>
                  <a:pt x="867756" y="49605"/>
                </a:cubicBezTo>
                <a:cubicBezTo>
                  <a:pt x="854838" y="49605"/>
                  <a:pt x="846163" y="56162"/>
                  <a:pt x="842498" y="59825"/>
                </a:cubicBezTo>
                <a:lnTo>
                  <a:pt x="842498" y="23807"/>
                </a:lnTo>
                <a:cubicBezTo>
                  <a:pt x="842498" y="17831"/>
                  <a:pt x="841342" y="15901"/>
                  <a:pt x="834787" y="15901"/>
                </a:cubicBezTo>
                <a:lnTo>
                  <a:pt x="820714" y="15901"/>
                </a:lnTo>
                <a:cubicBezTo>
                  <a:pt x="817628" y="15901"/>
                  <a:pt x="812809" y="15901"/>
                  <a:pt x="812809" y="21880"/>
                </a:cubicBezTo>
                <a:cubicBezTo>
                  <a:pt x="812809" y="27663"/>
                  <a:pt x="817822" y="27663"/>
                  <a:pt x="820520" y="27663"/>
                </a:cubicBezTo>
                <a:lnTo>
                  <a:pt x="829198" y="27663"/>
                </a:lnTo>
                <a:lnTo>
                  <a:pt x="829198" y="122010"/>
                </a:lnTo>
                <a:lnTo>
                  <a:pt x="820714" y="122010"/>
                </a:lnTo>
                <a:cubicBezTo>
                  <a:pt x="817628" y="122010"/>
                  <a:pt x="812809" y="122010"/>
                  <a:pt x="812809" y="127985"/>
                </a:cubicBezTo>
                <a:cubicBezTo>
                  <a:pt x="812809" y="133769"/>
                  <a:pt x="817822" y="133769"/>
                  <a:pt x="820520" y="133769"/>
                </a:cubicBezTo>
                <a:lnTo>
                  <a:pt x="851176" y="133769"/>
                </a:lnTo>
                <a:cubicBezTo>
                  <a:pt x="853874" y="133769"/>
                  <a:pt x="858886" y="133769"/>
                  <a:pt x="858886" y="127985"/>
                </a:cubicBezTo>
                <a:cubicBezTo>
                  <a:pt x="858886" y="122010"/>
                  <a:pt x="854068" y="122010"/>
                  <a:pt x="850982" y="122010"/>
                </a:cubicBezTo>
                <a:lnTo>
                  <a:pt x="842498" y="122010"/>
                </a:lnTo>
                <a:lnTo>
                  <a:pt x="842498" y="87936"/>
                </a:lnTo>
                <a:cubicBezTo>
                  <a:pt x="842498" y="68683"/>
                  <a:pt x="856765" y="61367"/>
                  <a:pt x="866600" y="61367"/>
                </a:cubicBezTo>
                <a:cubicBezTo>
                  <a:pt x="876816" y="61367"/>
                  <a:pt x="879514" y="66759"/>
                  <a:pt x="879514" y="78310"/>
                </a:cubicBezTo>
                <a:lnTo>
                  <a:pt x="879514" y="122010"/>
                </a:lnTo>
                <a:lnTo>
                  <a:pt x="871998" y="122010"/>
                </a:lnTo>
                <a:cubicBezTo>
                  <a:pt x="868912" y="122010"/>
                  <a:pt x="864093" y="122010"/>
                  <a:pt x="864093" y="127985"/>
                </a:cubicBezTo>
                <a:cubicBezTo>
                  <a:pt x="864093" y="133769"/>
                  <a:pt x="869297" y="133769"/>
                  <a:pt x="871998" y="133769"/>
                </a:cubicBezTo>
                <a:lnTo>
                  <a:pt x="901495" y="133769"/>
                </a:lnTo>
                <a:cubicBezTo>
                  <a:pt x="904193" y="133769"/>
                  <a:pt x="909205" y="133769"/>
                  <a:pt x="909205" y="127985"/>
                </a:cubicBezTo>
                <a:close/>
                <a:moveTo>
                  <a:pt x="1001166" y="112710"/>
                </a:moveTo>
                <a:cubicBezTo>
                  <a:pt x="1001166" y="107300"/>
                  <a:pt x="995576" y="107300"/>
                  <a:pt x="994420" y="107300"/>
                </a:cubicBezTo>
                <a:cubicBezTo>
                  <a:pt x="990949" y="107300"/>
                  <a:pt x="989408" y="107879"/>
                  <a:pt x="988057" y="111551"/>
                </a:cubicBezTo>
                <a:cubicBezTo>
                  <a:pt x="983815" y="121386"/>
                  <a:pt x="973404" y="123122"/>
                  <a:pt x="968006" y="123122"/>
                </a:cubicBezTo>
                <a:cubicBezTo>
                  <a:pt x="953547" y="123122"/>
                  <a:pt x="939089" y="113481"/>
                  <a:pt x="936003" y="96865"/>
                </a:cubicBezTo>
                <a:lnTo>
                  <a:pt x="993455" y="96865"/>
                </a:lnTo>
                <a:cubicBezTo>
                  <a:pt x="997503" y="96865"/>
                  <a:pt x="1001166" y="96865"/>
                  <a:pt x="1001166" y="89733"/>
                </a:cubicBezTo>
                <a:cubicBezTo>
                  <a:pt x="1001166" y="67748"/>
                  <a:pt x="988828" y="48852"/>
                  <a:pt x="963764" y="48852"/>
                </a:cubicBezTo>
                <a:cubicBezTo>
                  <a:pt x="940821" y="48852"/>
                  <a:pt x="922315" y="68136"/>
                  <a:pt x="922315" y="91855"/>
                </a:cubicBezTo>
                <a:cubicBezTo>
                  <a:pt x="922315" y="115411"/>
                  <a:pt x="941786" y="134899"/>
                  <a:pt x="966656" y="134899"/>
                </a:cubicBezTo>
                <a:cubicBezTo>
                  <a:pt x="992105" y="134899"/>
                  <a:pt x="1001166" y="117538"/>
                  <a:pt x="1001166" y="112707"/>
                </a:cubicBezTo>
                <a:lnTo>
                  <a:pt x="1001166" y="112710"/>
                </a:lnTo>
                <a:moveTo>
                  <a:pt x="987478" y="85297"/>
                </a:moveTo>
                <a:lnTo>
                  <a:pt x="936197" y="85297"/>
                </a:lnTo>
                <a:cubicBezTo>
                  <a:pt x="938894" y="71219"/>
                  <a:pt x="950270" y="60614"/>
                  <a:pt x="963764" y="60614"/>
                </a:cubicBezTo>
                <a:cubicBezTo>
                  <a:pt x="973790" y="60614"/>
                  <a:pt x="985742" y="65436"/>
                  <a:pt x="987478" y="85297"/>
                </a:cubicBezTo>
                <a:close/>
                <a:moveTo>
                  <a:pt x="1106818" y="61561"/>
                </a:moveTo>
                <a:cubicBezTo>
                  <a:pt x="1106818" y="57704"/>
                  <a:pt x="1104503" y="49605"/>
                  <a:pt x="1088502" y="49605"/>
                </a:cubicBezTo>
                <a:cubicBezTo>
                  <a:pt x="1078668" y="49605"/>
                  <a:pt x="1066330" y="53076"/>
                  <a:pt x="1055728" y="65224"/>
                </a:cubicBezTo>
                <a:lnTo>
                  <a:pt x="1055728" y="58669"/>
                </a:lnTo>
                <a:cubicBezTo>
                  <a:pt x="1055728" y="52664"/>
                  <a:pt x="1054569" y="50734"/>
                  <a:pt x="1048015" y="50734"/>
                </a:cubicBezTo>
                <a:lnTo>
                  <a:pt x="1026807" y="50734"/>
                </a:lnTo>
                <a:cubicBezTo>
                  <a:pt x="1023916" y="50734"/>
                  <a:pt x="1019097" y="50734"/>
                  <a:pt x="1019097" y="56521"/>
                </a:cubicBezTo>
                <a:cubicBezTo>
                  <a:pt x="1019097" y="62496"/>
                  <a:pt x="1023724" y="62496"/>
                  <a:pt x="1026807" y="62496"/>
                </a:cubicBezTo>
                <a:lnTo>
                  <a:pt x="1042425" y="62496"/>
                </a:lnTo>
                <a:lnTo>
                  <a:pt x="1042425" y="122010"/>
                </a:lnTo>
                <a:lnTo>
                  <a:pt x="1026807" y="122010"/>
                </a:lnTo>
                <a:cubicBezTo>
                  <a:pt x="1023916" y="122010"/>
                  <a:pt x="1019097" y="122010"/>
                  <a:pt x="1019097" y="127794"/>
                </a:cubicBezTo>
                <a:cubicBezTo>
                  <a:pt x="1019097" y="133769"/>
                  <a:pt x="1023724" y="133769"/>
                  <a:pt x="1026807" y="133769"/>
                </a:cubicBezTo>
                <a:lnTo>
                  <a:pt x="1077126" y="133769"/>
                </a:lnTo>
                <a:cubicBezTo>
                  <a:pt x="1080018" y="133769"/>
                  <a:pt x="1085031" y="133769"/>
                  <a:pt x="1085031" y="127985"/>
                </a:cubicBezTo>
                <a:cubicBezTo>
                  <a:pt x="1085031" y="122010"/>
                  <a:pt x="1080018" y="122010"/>
                  <a:pt x="1077126" y="122010"/>
                </a:cubicBezTo>
                <a:lnTo>
                  <a:pt x="1055728" y="122010"/>
                </a:lnTo>
                <a:lnTo>
                  <a:pt x="1055728" y="97936"/>
                </a:lnTo>
                <a:cubicBezTo>
                  <a:pt x="1055728" y="79878"/>
                  <a:pt x="1067101" y="61367"/>
                  <a:pt x="1090429" y="61367"/>
                </a:cubicBezTo>
                <a:cubicBezTo>
                  <a:pt x="1090623" y="65995"/>
                  <a:pt x="1093900" y="69851"/>
                  <a:pt x="1098719" y="69851"/>
                </a:cubicBezTo>
                <a:cubicBezTo>
                  <a:pt x="1102961" y="69851"/>
                  <a:pt x="1106818" y="66765"/>
                  <a:pt x="1106818" y="61561"/>
                </a:cubicBezTo>
                <a:close/>
                <a:moveTo>
                  <a:pt x="1203597" y="112710"/>
                </a:moveTo>
                <a:cubicBezTo>
                  <a:pt x="1203597" y="107300"/>
                  <a:pt x="1198007" y="107300"/>
                  <a:pt x="1196851" y="107300"/>
                </a:cubicBezTo>
                <a:cubicBezTo>
                  <a:pt x="1193380" y="107300"/>
                  <a:pt x="1191839" y="107879"/>
                  <a:pt x="1190488" y="111551"/>
                </a:cubicBezTo>
                <a:cubicBezTo>
                  <a:pt x="1186246" y="121386"/>
                  <a:pt x="1175835" y="123122"/>
                  <a:pt x="1170437" y="123122"/>
                </a:cubicBezTo>
                <a:cubicBezTo>
                  <a:pt x="1155978" y="123122"/>
                  <a:pt x="1141520" y="113481"/>
                  <a:pt x="1138434" y="96865"/>
                </a:cubicBezTo>
                <a:lnTo>
                  <a:pt x="1195886" y="96865"/>
                </a:lnTo>
                <a:cubicBezTo>
                  <a:pt x="1199934" y="96865"/>
                  <a:pt x="1203597" y="96865"/>
                  <a:pt x="1203597" y="89733"/>
                </a:cubicBezTo>
                <a:cubicBezTo>
                  <a:pt x="1203597" y="67748"/>
                  <a:pt x="1191259" y="48852"/>
                  <a:pt x="1166195" y="48852"/>
                </a:cubicBezTo>
                <a:cubicBezTo>
                  <a:pt x="1143252" y="48852"/>
                  <a:pt x="1124746" y="68136"/>
                  <a:pt x="1124746" y="91855"/>
                </a:cubicBezTo>
                <a:cubicBezTo>
                  <a:pt x="1124746" y="115411"/>
                  <a:pt x="1144217" y="134899"/>
                  <a:pt x="1169087" y="134899"/>
                </a:cubicBezTo>
                <a:cubicBezTo>
                  <a:pt x="1194536" y="134899"/>
                  <a:pt x="1203597" y="117538"/>
                  <a:pt x="1203597" y="112707"/>
                </a:cubicBezTo>
                <a:lnTo>
                  <a:pt x="1203597" y="112710"/>
                </a:lnTo>
                <a:moveTo>
                  <a:pt x="1189909" y="85297"/>
                </a:moveTo>
                <a:lnTo>
                  <a:pt x="1138628" y="85297"/>
                </a:lnTo>
                <a:cubicBezTo>
                  <a:pt x="1141325" y="71219"/>
                  <a:pt x="1152701" y="60614"/>
                  <a:pt x="1166195" y="60614"/>
                </a:cubicBezTo>
                <a:cubicBezTo>
                  <a:pt x="1176221" y="60614"/>
                  <a:pt x="1188173" y="65436"/>
                  <a:pt x="1189909" y="85297"/>
                </a:cubicBezTo>
                <a:close/>
                <a:moveTo>
                  <a:pt x="1410270" y="60119"/>
                </a:moveTo>
                <a:cubicBezTo>
                  <a:pt x="1410270" y="53370"/>
                  <a:pt x="1403136" y="53370"/>
                  <a:pt x="1400438" y="53370"/>
                </a:cubicBezTo>
                <a:lnTo>
                  <a:pt x="1333731" y="53370"/>
                </a:lnTo>
                <a:cubicBezTo>
                  <a:pt x="1331033" y="53370"/>
                  <a:pt x="1323899" y="53370"/>
                  <a:pt x="1323899" y="60119"/>
                </a:cubicBezTo>
                <a:cubicBezTo>
                  <a:pt x="1323899" y="66868"/>
                  <a:pt x="1330262" y="66868"/>
                  <a:pt x="1332575" y="66868"/>
                </a:cubicBezTo>
                <a:lnTo>
                  <a:pt x="1401595" y="66868"/>
                </a:lnTo>
                <a:cubicBezTo>
                  <a:pt x="1403907" y="66868"/>
                  <a:pt x="1410270" y="66868"/>
                  <a:pt x="1410270" y="60119"/>
                </a:cubicBezTo>
                <a:moveTo>
                  <a:pt x="1410270" y="89366"/>
                </a:moveTo>
                <a:cubicBezTo>
                  <a:pt x="1410270" y="82617"/>
                  <a:pt x="1403907" y="82617"/>
                  <a:pt x="1401595" y="82617"/>
                </a:cubicBezTo>
                <a:lnTo>
                  <a:pt x="1332575" y="82617"/>
                </a:lnTo>
                <a:cubicBezTo>
                  <a:pt x="1330262" y="82617"/>
                  <a:pt x="1323899" y="82617"/>
                  <a:pt x="1323899" y="89366"/>
                </a:cubicBezTo>
                <a:cubicBezTo>
                  <a:pt x="1323899" y="96112"/>
                  <a:pt x="1331033" y="96112"/>
                  <a:pt x="1333731" y="96112"/>
                </a:cubicBezTo>
                <a:lnTo>
                  <a:pt x="1400438" y="96112"/>
                </a:lnTo>
                <a:cubicBezTo>
                  <a:pt x="1403136" y="96112"/>
                  <a:pt x="1410270" y="96112"/>
                  <a:pt x="1410270" y="89366"/>
                </a:cubicBezTo>
                <a:close/>
                <a:moveTo>
                  <a:pt x="1614628" y="127985"/>
                </a:moveTo>
                <a:cubicBezTo>
                  <a:pt x="1614628" y="122010"/>
                  <a:pt x="1609615" y="122010"/>
                  <a:pt x="1606723" y="122010"/>
                </a:cubicBezTo>
                <a:lnTo>
                  <a:pt x="1599013" y="122010"/>
                </a:lnTo>
                <a:lnTo>
                  <a:pt x="1574334" y="91001"/>
                </a:lnTo>
                <a:lnTo>
                  <a:pt x="1596312" y="62496"/>
                </a:lnTo>
                <a:lnTo>
                  <a:pt x="1604026" y="62496"/>
                </a:lnTo>
                <a:cubicBezTo>
                  <a:pt x="1606723" y="62496"/>
                  <a:pt x="1611930" y="62496"/>
                  <a:pt x="1611930" y="56713"/>
                </a:cubicBezTo>
                <a:cubicBezTo>
                  <a:pt x="1611930" y="50734"/>
                  <a:pt x="1606917" y="50734"/>
                  <a:pt x="1604026" y="50734"/>
                </a:cubicBezTo>
                <a:lnTo>
                  <a:pt x="1581468" y="50734"/>
                </a:lnTo>
                <a:cubicBezTo>
                  <a:pt x="1578576" y="50734"/>
                  <a:pt x="1573758" y="50734"/>
                  <a:pt x="1573758" y="56521"/>
                </a:cubicBezTo>
                <a:cubicBezTo>
                  <a:pt x="1573758" y="62496"/>
                  <a:pt x="1578000" y="62496"/>
                  <a:pt x="1583204" y="62496"/>
                </a:cubicBezTo>
                <a:lnTo>
                  <a:pt x="1568936" y="81949"/>
                </a:lnTo>
                <a:lnTo>
                  <a:pt x="1554286" y="62496"/>
                </a:lnTo>
                <a:cubicBezTo>
                  <a:pt x="1559299" y="62496"/>
                  <a:pt x="1563538" y="62496"/>
                  <a:pt x="1563538" y="56521"/>
                </a:cubicBezTo>
                <a:cubicBezTo>
                  <a:pt x="1563538" y="50734"/>
                  <a:pt x="1558719" y="50734"/>
                  <a:pt x="1555828" y="50734"/>
                </a:cubicBezTo>
                <a:lnTo>
                  <a:pt x="1533270" y="50734"/>
                </a:lnTo>
                <a:cubicBezTo>
                  <a:pt x="1530378" y="50734"/>
                  <a:pt x="1525366" y="50734"/>
                  <a:pt x="1525366" y="56713"/>
                </a:cubicBezTo>
                <a:cubicBezTo>
                  <a:pt x="1525366" y="62496"/>
                  <a:pt x="1530572" y="62496"/>
                  <a:pt x="1533270" y="62496"/>
                </a:cubicBezTo>
                <a:lnTo>
                  <a:pt x="1540983" y="62496"/>
                </a:lnTo>
                <a:lnTo>
                  <a:pt x="1563732" y="91001"/>
                </a:lnTo>
                <a:lnTo>
                  <a:pt x="1539824" y="122010"/>
                </a:lnTo>
                <a:lnTo>
                  <a:pt x="1532114" y="122010"/>
                </a:lnTo>
                <a:cubicBezTo>
                  <a:pt x="1529222" y="122010"/>
                  <a:pt x="1524209" y="122010"/>
                  <a:pt x="1524209" y="127985"/>
                </a:cubicBezTo>
                <a:cubicBezTo>
                  <a:pt x="1524209" y="133769"/>
                  <a:pt x="1529413" y="133769"/>
                  <a:pt x="1532114" y="133769"/>
                </a:cubicBezTo>
                <a:lnTo>
                  <a:pt x="1554671" y="133769"/>
                </a:lnTo>
                <a:cubicBezTo>
                  <a:pt x="1557563" y="133769"/>
                  <a:pt x="1562382" y="133769"/>
                  <a:pt x="1562382" y="127985"/>
                </a:cubicBezTo>
                <a:cubicBezTo>
                  <a:pt x="1562382" y="122010"/>
                  <a:pt x="1558334" y="122010"/>
                  <a:pt x="1552356" y="122010"/>
                </a:cubicBezTo>
                <a:lnTo>
                  <a:pt x="1568936" y="98295"/>
                </a:lnTo>
                <a:lnTo>
                  <a:pt x="1586095" y="122010"/>
                </a:lnTo>
                <a:cubicBezTo>
                  <a:pt x="1580697" y="122010"/>
                  <a:pt x="1576455" y="122010"/>
                  <a:pt x="1576455" y="127985"/>
                </a:cubicBezTo>
                <a:cubicBezTo>
                  <a:pt x="1576455" y="133769"/>
                  <a:pt x="1581277" y="133769"/>
                  <a:pt x="1584169" y="133769"/>
                </a:cubicBezTo>
                <a:lnTo>
                  <a:pt x="1606723" y="133769"/>
                </a:lnTo>
                <a:cubicBezTo>
                  <a:pt x="1609424" y="133769"/>
                  <a:pt x="1614628" y="133769"/>
                  <a:pt x="1614628" y="127985"/>
                </a:cubicBezTo>
                <a:close/>
                <a:moveTo>
                  <a:pt x="1708712" y="109630"/>
                </a:moveTo>
                <a:cubicBezTo>
                  <a:pt x="1708712" y="89560"/>
                  <a:pt x="1683839" y="85509"/>
                  <a:pt x="1677670" y="84544"/>
                </a:cubicBezTo>
                <a:lnTo>
                  <a:pt x="1664562" y="82228"/>
                </a:lnTo>
                <a:cubicBezTo>
                  <a:pt x="1658969" y="81455"/>
                  <a:pt x="1645861" y="79139"/>
                  <a:pt x="1645861" y="71614"/>
                </a:cubicBezTo>
                <a:cubicBezTo>
                  <a:pt x="1645861" y="66598"/>
                  <a:pt x="1652030" y="60614"/>
                  <a:pt x="1670345" y="60614"/>
                </a:cubicBezTo>
                <a:cubicBezTo>
                  <a:pt x="1686346" y="60614"/>
                  <a:pt x="1689046" y="66403"/>
                  <a:pt x="1689626" y="71420"/>
                </a:cubicBezTo>
                <a:cubicBezTo>
                  <a:pt x="1689817" y="74703"/>
                  <a:pt x="1690202" y="77983"/>
                  <a:pt x="1696180" y="77983"/>
                </a:cubicBezTo>
                <a:cubicBezTo>
                  <a:pt x="1702928" y="77983"/>
                  <a:pt x="1702928" y="73929"/>
                  <a:pt x="1702928" y="70069"/>
                </a:cubicBezTo>
                <a:lnTo>
                  <a:pt x="1702928" y="56757"/>
                </a:lnTo>
                <a:cubicBezTo>
                  <a:pt x="1702928" y="53673"/>
                  <a:pt x="1702928" y="48852"/>
                  <a:pt x="1697142" y="48852"/>
                </a:cubicBezTo>
                <a:cubicBezTo>
                  <a:pt x="1692517" y="48852"/>
                  <a:pt x="1691744" y="51552"/>
                  <a:pt x="1691358" y="52903"/>
                </a:cubicBezTo>
                <a:cubicBezTo>
                  <a:pt x="1682877" y="48852"/>
                  <a:pt x="1674393" y="48852"/>
                  <a:pt x="1670731" y="48852"/>
                </a:cubicBezTo>
                <a:cubicBezTo>
                  <a:pt x="1638533" y="48852"/>
                  <a:pt x="1634100" y="64668"/>
                  <a:pt x="1634100" y="71614"/>
                </a:cubicBezTo>
                <a:cubicBezTo>
                  <a:pt x="1634100" y="89369"/>
                  <a:pt x="1654342" y="92649"/>
                  <a:pt x="1672081" y="95350"/>
                </a:cubicBezTo>
                <a:cubicBezTo>
                  <a:pt x="1681527" y="96894"/>
                  <a:pt x="1696951" y="99404"/>
                  <a:pt x="1696951" y="109630"/>
                </a:cubicBezTo>
                <a:cubicBezTo>
                  <a:pt x="1696951" y="116770"/>
                  <a:pt x="1689817" y="123140"/>
                  <a:pt x="1672272" y="123140"/>
                </a:cubicBezTo>
                <a:cubicBezTo>
                  <a:pt x="1663211" y="123140"/>
                  <a:pt x="1652415" y="121015"/>
                  <a:pt x="1647597" y="105964"/>
                </a:cubicBezTo>
                <a:cubicBezTo>
                  <a:pt x="1646632" y="102490"/>
                  <a:pt x="1645861" y="100369"/>
                  <a:pt x="1640848" y="100369"/>
                </a:cubicBezTo>
                <a:cubicBezTo>
                  <a:pt x="1634100" y="100369"/>
                  <a:pt x="1634100" y="104420"/>
                  <a:pt x="1634100" y="108280"/>
                </a:cubicBezTo>
                <a:lnTo>
                  <a:pt x="1634100" y="126996"/>
                </a:lnTo>
                <a:cubicBezTo>
                  <a:pt x="1634100" y="130080"/>
                  <a:pt x="1634100" y="134899"/>
                  <a:pt x="1639883" y="134899"/>
                </a:cubicBezTo>
                <a:cubicBezTo>
                  <a:pt x="1641619" y="134899"/>
                  <a:pt x="1644705" y="134707"/>
                  <a:pt x="1647017" y="127573"/>
                </a:cubicBezTo>
                <a:cubicBezTo>
                  <a:pt x="1656463" y="134513"/>
                  <a:pt x="1666683" y="134899"/>
                  <a:pt x="1672081" y="134899"/>
                </a:cubicBezTo>
                <a:cubicBezTo>
                  <a:pt x="1702540" y="134899"/>
                  <a:pt x="1708712" y="118894"/>
                  <a:pt x="1708712" y="109630"/>
                </a:cubicBezTo>
                <a:close/>
                <a:moveTo>
                  <a:pt x="1814552" y="143989"/>
                </a:moveTo>
                <a:cubicBezTo>
                  <a:pt x="1814552" y="138014"/>
                  <a:pt x="1809928" y="138014"/>
                  <a:pt x="1806842" y="138014"/>
                </a:cubicBezTo>
                <a:lnTo>
                  <a:pt x="1777539" y="138014"/>
                </a:lnTo>
                <a:lnTo>
                  <a:pt x="1777539" y="11759"/>
                </a:lnTo>
                <a:lnTo>
                  <a:pt x="1806842" y="11759"/>
                </a:lnTo>
                <a:cubicBezTo>
                  <a:pt x="1809733" y="11759"/>
                  <a:pt x="1814552" y="11759"/>
                  <a:pt x="1814552" y="5975"/>
                </a:cubicBezTo>
                <a:cubicBezTo>
                  <a:pt x="1814552" y="0"/>
                  <a:pt x="1809928" y="0"/>
                  <a:pt x="1806842" y="0"/>
                </a:cubicBezTo>
                <a:lnTo>
                  <a:pt x="1771946" y="0"/>
                </a:lnTo>
                <a:cubicBezTo>
                  <a:pt x="1765583" y="0"/>
                  <a:pt x="1764236" y="1736"/>
                  <a:pt x="1764236" y="7905"/>
                </a:cubicBezTo>
                <a:lnTo>
                  <a:pt x="1764236" y="141871"/>
                </a:lnTo>
                <a:cubicBezTo>
                  <a:pt x="1764236" y="147846"/>
                  <a:pt x="1765392" y="149773"/>
                  <a:pt x="1771946" y="149773"/>
                </a:cubicBezTo>
                <a:lnTo>
                  <a:pt x="1806842" y="149773"/>
                </a:lnTo>
                <a:cubicBezTo>
                  <a:pt x="1809733" y="149773"/>
                  <a:pt x="1814552" y="149773"/>
                  <a:pt x="1814552" y="143989"/>
                </a:cubicBezTo>
                <a:close/>
                <a:moveTo>
                  <a:pt x="1914035" y="74932"/>
                </a:moveTo>
                <a:cubicBezTo>
                  <a:pt x="1914035" y="39084"/>
                  <a:pt x="1894369" y="13830"/>
                  <a:pt x="1873162" y="13830"/>
                </a:cubicBezTo>
                <a:cubicBezTo>
                  <a:pt x="1851569" y="13830"/>
                  <a:pt x="1832289" y="39664"/>
                  <a:pt x="1832289" y="74741"/>
                </a:cubicBezTo>
                <a:cubicBezTo>
                  <a:pt x="1832289" y="110589"/>
                  <a:pt x="1851954" y="135840"/>
                  <a:pt x="1873162" y="135840"/>
                </a:cubicBezTo>
                <a:cubicBezTo>
                  <a:pt x="1894754" y="135840"/>
                  <a:pt x="1914035" y="110009"/>
                  <a:pt x="1914035" y="74932"/>
                </a:cubicBezTo>
                <a:moveTo>
                  <a:pt x="1900732" y="72814"/>
                </a:moveTo>
                <a:cubicBezTo>
                  <a:pt x="1900732" y="101337"/>
                  <a:pt x="1888200" y="124081"/>
                  <a:pt x="1873162" y="124081"/>
                </a:cubicBezTo>
                <a:cubicBezTo>
                  <a:pt x="1858123" y="124081"/>
                  <a:pt x="1845591" y="101337"/>
                  <a:pt x="1845591" y="72814"/>
                </a:cubicBezTo>
                <a:cubicBezTo>
                  <a:pt x="1845591" y="44674"/>
                  <a:pt x="1858894" y="25592"/>
                  <a:pt x="1873162" y="25592"/>
                </a:cubicBezTo>
                <a:cubicBezTo>
                  <a:pt x="1887235" y="25592"/>
                  <a:pt x="1900732" y="44480"/>
                  <a:pt x="1900732" y="72814"/>
                </a:cubicBezTo>
                <a:close/>
                <a:moveTo>
                  <a:pt x="1982087" y="141871"/>
                </a:moveTo>
                <a:lnTo>
                  <a:pt x="1982087" y="7905"/>
                </a:lnTo>
                <a:cubicBezTo>
                  <a:pt x="1982087" y="1927"/>
                  <a:pt x="1980931" y="0"/>
                  <a:pt x="1974377" y="0"/>
                </a:cubicBezTo>
                <a:lnTo>
                  <a:pt x="1939481" y="0"/>
                </a:lnTo>
                <a:cubicBezTo>
                  <a:pt x="1936589" y="0"/>
                  <a:pt x="1931768" y="0"/>
                  <a:pt x="1931768" y="5784"/>
                </a:cubicBezTo>
                <a:cubicBezTo>
                  <a:pt x="1931768" y="11759"/>
                  <a:pt x="1936395" y="11759"/>
                  <a:pt x="1939481" y="11759"/>
                </a:cubicBezTo>
                <a:lnTo>
                  <a:pt x="1968784" y="11759"/>
                </a:lnTo>
                <a:lnTo>
                  <a:pt x="1968784" y="138014"/>
                </a:lnTo>
                <a:lnTo>
                  <a:pt x="1939481" y="138014"/>
                </a:lnTo>
                <a:cubicBezTo>
                  <a:pt x="1936589" y="138014"/>
                  <a:pt x="1931768" y="138014"/>
                  <a:pt x="1931768" y="143798"/>
                </a:cubicBezTo>
                <a:cubicBezTo>
                  <a:pt x="1931768" y="149773"/>
                  <a:pt x="1936395" y="149773"/>
                  <a:pt x="1939481" y="149773"/>
                </a:cubicBezTo>
                <a:lnTo>
                  <a:pt x="1974377" y="149773"/>
                </a:lnTo>
                <a:cubicBezTo>
                  <a:pt x="1980740" y="149773"/>
                  <a:pt x="1982087" y="148040"/>
                  <a:pt x="1982087" y="1418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max_end_here=xs[0]">
            <a:extLst xmlns:a="http://schemas.openxmlformats.org/drawingml/2006/main">
              <a:ext uri="{FF2B5EF4-FFF2-40B4-BE49-F238E27FC236}">
                <a16:creationId xmlns:a16="http://schemas.microsoft.com/office/drawing/2014/main" id="{E7E8F3B0-F831-4023-A2FA-4C45265C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1567" y="2022275"/>
            <a:ext cx="1982087" cy="165966"/>
          </a:xfrm>
          <a:custGeom xmlns:a="http://schemas.openxmlformats.org/drawingml/2006/main">
            <a:pathLst>
              <a:path w="1982087" h="165966">
                <a:moveTo>
                  <a:pt x="100253" y="127985"/>
                </a:moveTo>
                <a:cubicBezTo>
                  <a:pt x="100253" y="122010"/>
                  <a:pt x="96205" y="122010"/>
                  <a:pt x="89265" y="122010"/>
                </a:cubicBezTo>
                <a:lnTo>
                  <a:pt x="89265" y="75421"/>
                </a:lnTo>
                <a:cubicBezTo>
                  <a:pt x="89265" y="71570"/>
                  <a:pt x="89265" y="49605"/>
                  <a:pt x="72106" y="49605"/>
                </a:cubicBezTo>
                <a:cubicBezTo>
                  <a:pt x="66322" y="49605"/>
                  <a:pt x="58418" y="52111"/>
                  <a:pt x="53020" y="59631"/>
                </a:cubicBezTo>
                <a:cubicBezTo>
                  <a:pt x="50128" y="53076"/>
                  <a:pt x="44730" y="49605"/>
                  <a:pt x="38367" y="49605"/>
                </a:cubicBezTo>
                <a:cubicBezTo>
                  <a:pt x="32198" y="49605"/>
                  <a:pt x="26414" y="52305"/>
                  <a:pt x="21787" y="56548"/>
                </a:cubicBezTo>
                <a:cubicBezTo>
                  <a:pt x="21401" y="50734"/>
                  <a:pt x="17545" y="50734"/>
                  <a:pt x="14073" y="50734"/>
                </a:cubicBezTo>
                <a:lnTo>
                  <a:pt x="7905" y="50734"/>
                </a:lnTo>
                <a:cubicBezTo>
                  <a:pt x="5013" y="50734"/>
                  <a:pt x="0" y="50734"/>
                  <a:pt x="0" y="56521"/>
                </a:cubicBezTo>
                <a:cubicBezTo>
                  <a:pt x="0" y="62496"/>
                  <a:pt x="4051" y="62496"/>
                  <a:pt x="10990" y="62496"/>
                </a:cubicBezTo>
                <a:lnTo>
                  <a:pt x="10990" y="122010"/>
                </a:lnTo>
                <a:cubicBezTo>
                  <a:pt x="4051" y="122010"/>
                  <a:pt x="0" y="122010"/>
                  <a:pt x="0" y="127985"/>
                </a:cubicBezTo>
                <a:cubicBezTo>
                  <a:pt x="0" y="133769"/>
                  <a:pt x="5207" y="133769"/>
                  <a:pt x="7905" y="133769"/>
                </a:cubicBezTo>
                <a:lnTo>
                  <a:pt x="24873" y="133769"/>
                </a:lnTo>
                <a:cubicBezTo>
                  <a:pt x="27764" y="133769"/>
                  <a:pt x="32774" y="133769"/>
                  <a:pt x="32774" y="127985"/>
                </a:cubicBezTo>
                <a:cubicBezTo>
                  <a:pt x="32774" y="122010"/>
                  <a:pt x="28726" y="122010"/>
                  <a:pt x="21787" y="122010"/>
                </a:cubicBezTo>
                <a:lnTo>
                  <a:pt x="21787" y="87536"/>
                </a:lnTo>
                <a:cubicBezTo>
                  <a:pt x="21787" y="70416"/>
                  <a:pt x="29691" y="61367"/>
                  <a:pt x="37596" y="61367"/>
                </a:cubicBezTo>
                <a:cubicBezTo>
                  <a:pt x="42029" y="61367"/>
                  <a:pt x="44730" y="64641"/>
                  <a:pt x="44730" y="77153"/>
                </a:cubicBezTo>
                <a:lnTo>
                  <a:pt x="44730" y="122010"/>
                </a:lnTo>
                <a:cubicBezTo>
                  <a:pt x="41067" y="122010"/>
                  <a:pt x="36246" y="122010"/>
                  <a:pt x="36246" y="127985"/>
                </a:cubicBezTo>
                <a:cubicBezTo>
                  <a:pt x="36246" y="133769"/>
                  <a:pt x="41453" y="133769"/>
                  <a:pt x="44150" y="133769"/>
                </a:cubicBezTo>
                <a:lnTo>
                  <a:pt x="58609" y="133769"/>
                </a:lnTo>
                <a:cubicBezTo>
                  <a:pt x="61501" y="133769"/>
                  <a:pt x="66513" y="133769"/>
                  <a:pt x="66513" y="127985"/>
                </a:cubicBezTo>
                <a:cubicBezTo>
                  <a:pt x="66513" y="122010"/>
                  <a:pt x="62466" y="122010"/>
                  <a:pt x="55526" y="122010"/>
                </a:cubicBezTo>
                <a:lnTo>
                  <a:pt x="55526" y="87550"/>
                </a:lnTo>
                <a:cubicBezTo>
                  <a:pt x="55526" y="70416"/>
                  <a:pt x="63430" y="61367"/>
                  <a:pt x="71335" y="61367"/>
                </a:cubicBezTo>
                <a:cubicBezTo>
                  <a:pt x="75768" y="61367"/>
                  <a:pt x="78469" y="64641"/>
                  <a:pt x="78469" y="77153"/>
                </a:cubicBezTo>
                <a:lnTo>
                  <a:pt x="78469" y="122010"/>
                </a:lnTo>
                <a:cubicBezTo>
                  <a:pt x="74803" y="122010"/>
                  <a:pt x="69985" y="122010"/>
                  <a:pt x="69985" y="127985"/>
                </a:cubicBezTo>
                <a:cubicBezTo>
                  <a:pt x="69985" y="133769"/>
                  <a:pt x="75189" y="133769"/>
                  <a:pt x="77889" y="133769"/>
                </a:cubicBezTo>
                <a:lnTo>
                  <a:pt x="92348" y="133769"/>
                </a:lnTo>
                <a:cubicBezTo>
                  <a:pt x="95240" y="133769"/>
                  <a:pt x="100253" y="133769"/>
                  <a:pt x="100253" y="127985"/>
                </a:cubicBezTo>
                <a:close/>
                <a:moveTo>
                  <a:pt x="202048" y="127794"/>
                </a:moveTo>
                <a:cubicBezTo>
                  <a:pt x="202048" y="122010"/>
                  <a:pt x="197226" y="122010"/>
                  <a:pt x="194335" y="122010"/>
                </a:cubicBezTo>
                <a:cubicBezTo>
                  <a:pt x="186239" y="122010"/>
                  <a:pt x="184309" y="121045"/>
                  <a:pt x="182768" y="120465"/>
                </a:cubicBezTo>
                <a:lnTo>
                  <a:pt x="182768" y="78763"/>
                </a:lnTo>
                <a:cubicBezTo>
                  <a:pt x="182768" y="65056"/>
                  <a:pt x="172357" y="48852"/>
                  <a:pt x="144595" y="48852"/>
                </a:cubicBezTo>
                <a:cubicBezTo>
                  <a:pt x="136305" y="48852"/>
                  <a:pt x="116640" y="48852"/>
                  <a:pt x="116640" y="62932"/>
                </a:cubicBezTo>
                <a:cubicBezTo>
                  <a:pt x="116640" y="68725"/>
                  <a:pt x="120690" y="71814"/>
                  <a:pt x="125315" y="71814"/>
                </a:cubicBezTo>
                <a:cubicBezTo>
                  <a:pt x="128207" y="71814"/>
                  <a:pt x="133605" y="70075"/>
                  <a:pt x="133799" y="62932"/>
                </a:cubicBezTo>
                <a:cubicBezTo>
                  <a:pt x="133799" y="61387"/>
                  <a:pt x="133990" y="61193"/>
                  <a:pt x="137847" y="60808"/>
                </a:cubicBezTo>
                <a:cubicBezTo>
                  <a:pt x="140547" y="60614"/>
                  <a:pt x="143054" y="60614"/>
                  <a:pt x="144789" y="60614"/>
                </a:cubicBezTo>
                <a:cubicBezTo>
                  <a:pt x="159439" y="60614"/>
                  <a:pt x="169465" y="66601"/>
                  <a:pt x="169465" y="80307"/>
                </a:cubicBezTo>
                <a:cubicBezTo>
                  <a:pt x="135340" y="80887"/>
                  <a:pt x="111627" y="90539"/>
                  <a:pt x="111627" y="109074"/>
                </a:cubicBezTo>
                <a:cubicBezTo>
                  <a:pt x="111627" y="122369"/>
                  <a:pt x="123773" y="134899"/>
                  <a:pt x="143439" y="134899"/>
                </a:cubicBezTo>
                <a:cubicBezTo>
                  <a:pt x="150573" y="134899"/>
                  <a:pt x="162525" y="133551"/>
                  <a:pt x="171586" y="127573"/>
                </a:cubicBezTo>
                <a:cubicBezTo>
                  <a:pt x="175828" y="133578"/>
                  <a:pt x="185083" y="133769"/>
                  <a:pt x="192408" y="133769"/>
                </a:cubicBezTo>
                <a:cubicBezTo>
                  <a:pt x="197806" y="133769"/>
                  <a:pt x="202048" y="133769"/>
                  <a:pt x="202048" y="127794"/>
                </a:cubicBezTo>
                <a:moveTo>
                  <a:pt x="169465" y="107935"/>
                </a:moveTo>
                <a:cubicBezTo>
                  <a:pt x="169465" y="112369"/>
                  <a:pt x="169465" y="116417"/>
                  <a:pt x="161946" y="119889"/>
                </a:cubicBezTo>
                <a:cubicBezTo>
                  <a:pt x="155006" y="123140"/>
                  <a:pt x="146331" y="123140"/>
                  <a:pt x="144789" y="123140"/>
                </a:cubicBezTo>
                <a:cubicBezTo>
                  <a:pt x="132834" y="123140"/>
                  <a:pt x="124929" y="116585"/>
                  <a:pt x="124929" y="109065"/>
                </a:cubicBezTo>
                <a:cubicBezTo>
                  <a:pt x="124929" y="99615"/>
                  <a:pt x="141509" y="92484"/>
                  <a:pt x="169465" y="91710"/>
                </a:cubicBezTo>
                <a:lnTo>
                  <a:pt x="169465" y="107935"/>
                </a:lnTo>
                <a:close/>
                <a:moveTo>
                  <a:pt x="298826" y="127985"/>
                </a:moveTo>
                <a:cubicBezTo>
                  <a:pt x="298826" y="122010"/>
                  <a:pt x="293814" y="122010"/>
                  <a:pt x="290922" y="122010"/>
                </a:cubicBezTo>
                <a:lnTo>
                  <a:pt x="283211" y="122010"/>
                </a:lnTo>
                <a:lnTo>
                  <a:pt x="258533" y="91001"/>
                </a:lnTo>
                <a:lnTo>
                  <a:pt x="280511" y="62496"/>
                </a:lnTo>
                <a:lnTo>
                  <a:pt x="288224" y="62496"/>
                </a:lnTo>
                <a:cubicBezTo>
                  <a:pt x="290922" y="62496"/>
                  <a:pt x="296129" y="62496"/>
                  <a:pt x="296129" y="56713"/>
                </a:cubicBezTo>
                <a:cubicBezTo>
                  <a:pt x="296129" y="50734"/>
                  <a:pt x="291116" y="50734"/>
                  <a:pt x="288224" y="50734"/>
                </a:cubicBezTo>
                <a:lnTo>
                  <a:pt x="265667" y="50734"/>
                </a:lnTo>
                <a:cubicBezTo>
                  <a:pt x="262775" y="50734"/>
                  <a:pt x="257956" y="50734"/>
                  <a:pt x="257956" y="56521"/>
                </a:cubicBezTo>
                <a:cubicBezTo>
                  <a:pt x="257956" y="62496"/>
                  <a:pt x="262198" y="62496"/>
                  <a:pt x="267402" y="62496"/>
                </a:cubicBezTo>
                <a:lnTo>
                  <a:pt x="253135" y="81949"/>
                </a:lnTo>
                <a:lnTo>
                  <a:pt x="238485" y="62496"/>
                </a:lnTo>
                <a:cubicBezTo>
                  <a:pt x="243498" y="62496"/>
                  <a:pt x="247737" y="62496"/>
                  <a:pt x="247737" y="56521"/>
                </a:cubicBezTo>
                <a:cubicBezTo>
                  <a:pt x="247737" y="50734"/>
                  <a:pt x="242918" y="50734"/>
                  <a:pt x="240026" y="50734"/>
                </a:cubicBezTo>
                <a:lnTo>
                  <a:pt x="217469" y="50734"/>
                </a:lnTo>
                <a:cubicBezTo>
                  <a:pt x="214577" y="50734"/>
                  <a:pt x="209564" y="50734"/>
                  <a:pt x="209564" y="56713"/>
                </a:cubicBezTo>
                <a:cubicBezTo>
                  <a:pt x="209564" y="62496"/>
                  <a:pt x="214771" y="62496"/>
                  <a:pt x="217469" y="62496"/>
                </a:cubicBezTo>
                <a:lnTo>
                  <a:pt x="225182" y="62496"/>
                </a:lnTo>
                <a:lnTo>
                  <a:pt x="247931" y="91001"/>
                </a:lnTo>
                <a:lnTo>
                  <a:pt x="224023" y="122010"/>
                </a:lnTo>
                <a:lnTo>
                  <a:pt x="216313" y="122010"/>
                </a:lnTo>
                <a:cubicBezTo>
                  <a:pt x="213421" y="122010"/>
                  <a:pt x="208408" y="122010"/>
                  <a:pt x="208408" y="127985"/>
                </a:cubicBezTo>
                <a:cubicBezTo>
                  <a:pt x="208408" y="133769"/>
                  <a:pt x="213612" y="133769"/>
                  <a:pt x="216313" y="133769"/>
                </a:cubicBezTo>
                <a:lnTo>
                  <a:pt x="238870" y="133769"/>
                </a:lnTo>
                <a:cubicBezTo>
                  <a:pt x="241762" y="133769"/>
                  <a:pt x="246581" y="133769"/>
                  <a:pt x="246581" y="127985"/>
                </a:cubicBezTo>
                <a:cubicBezTo>
                  <a:pt x="246581" y="122010"/>
                  <a:pt x="242533" y="122010"/>
                  <a:pt x="236555" y="122010"/>
                </a:cubicBezTo>
                <a:lnTo>
                  <a:pt x="253135" y="98295"/>
                </a:lnTo>
                <a:lnTo>
                  <a:pt x="270294" y="122010"/>
                </a:lnTo>
                <a:cubicBezTo>
                  <a:pt x="264896" y="122010"/>
                  <a:pt x="260654" y="122010"/>
                  <a:pt x="260654" y="127985"/>
                </a:cubicBezTo>
                <a:cubicBezTo>
                  <a:pt x="260654" y="133769"/>
                  <a:pt x="265476" y="133769"/>
                  <a:pt x="268367" y="133769"/>
                </a:cubicBezTo>
                <a:lnTo>
                  <a:pt x="290922" y="133769"/>
                </a:lnTo>
                <a:cubicBezTo>
                  <a:pt x="293622" y="133769"/>
                  <a:pt x="298826" y="133769"/>
                  <a:pt x="298826" y="127985"/>
                </a:cubicBezTo>
                <a:close/>
                <a:moveTo>
                  <a:pt x="394645" y="159220"/>
                </a:moveTo>
                <a:cubicBezTo>
                  <a:pt x="394645" y="152471"/>
                  <a:pt x="387899" y="152471"/>
                  <a:pt x="385584" y="152471"/>
                </a:cubicBezTo>
                <a:lnTo>
                  <a:pt x="324277" y="152471"/>
                </a:lnTo>
                <a:cubicBezTo>
                  <a:pt x="321962" y="152471"/>
                  <a:pt x="315217" y="152471"/>
                  <a:pt x="315217" y="159220"/>
                </a:cubicBezTo>
                <a:cubicBezTo>
                  <a:pt x="315217" y="165966"/>
                  <a:pt x="321962" y="165966"/>
                  <a:pt x="324277" y="165966"/>
                </a:cubicBezTo>
                <a:lnTo>
                  <a:pt x="385584" y="165966"/>
                </a:lnTo>
                <a:cubicBezTo>
                  <a:pt x="387899" y="165966"/>
                  <a:pt x="394645" y="165966"/>
                  <a:pt x="394645" y="159220"/>
                </a:cubicBezTo>
                <a:close/>
                <a:moveTo>
                  <a:pt x="495089" y="112710"/>
                </a:moveTo>
                <a:cubicBezTo>
                  <a:pt x="495089" y="107300"/>
                  <a:pt x="489499" y="107300"/>
                  <a:pt x="488343" y="107300"/>
                </a:cubicBezTo>
                <a:cubicBezTo>
                  <a:pt x="484872" y="107300"/>
                  <a:pt x="483330" y="107879"/>
                  <a:pt x="481980" y="111551"/>
                </a:cubicBezTo>
                <a:cubicBezTo>
                  <a:pt x="477738" y="121386"/>
                  <a:pt x="467327" y="123122"/>
                  <a:pt x="461929" y="123122"/>
                </a:cubicBezTo>
                <a:cubicBezTo>
                  <a:pt x="447470" y="123122"/>
                  <a:pt x="433011" y="113481"/>
                  <a:pt x="429925" y="96865"/>
                </a:cubicBezTo>
                <a:lnTo>
                  <a:pt x="487378" y="96865"/>
                </a:lnTo>
                <a:cubicBezTo>
                  <a:pt x="491426" y="96865"/>
                  <a:pt x="495089" y="96865"/>
                  <a:pt x="495089" y="89733"/>
                </a:cubicBezTo>
                <a:cubicBezTo>
                  <a:pt x="495089" y="67748"/>
                  <a:pt x="482751" y="48852"/>
                  <a:pt x="457687" y="48852"/>
                </a:cubicBezTo>
                <a:cubicBezTo>
                  <a:pt x="434744" y="48852"/>
                  <a:pt x="416237" y="68136"/>
                  <a:pt x="416237" y="91855"/>
                </a:cubicBezTo>
                <a:cubicBezTo>
                  <a:pt x="416237" y="115411"/>
                  <a:pt x="435709" y="134899"/>
                  <a:pt x="460579" y="134899"/>
                </a:cubicBezTo>
                <a:cubicBezTo>
                  <a:pt x="486028" y="134899"/>
                  <a:pt x="495089" y="117538"/>
                  <a:pt x="495089" y="112707"/>
                </a:cubicBezTo>
                <a:lnTo>
                  <a:pt x="495089" y="112710"/>
                </a:lnTo>
                <a:moveTo>
                  <a:pt x="481400" y="85297"/>
                </a:moveTo>
                <a:lnTo>
                  <a:pt x="430120" y="85297"/>
                </a:lnTo>
                <a:cubicBezTo>
                  <a:pt x="432817" y="71219"/>
                  <a:pt x="444193" y="60614"/>
                  <a:pt x="457687" y="60614"/>
                </a:cubicBezTo>
                <a:cubicBezTo>
                  <a:pt x="467712" y="60614"/>
                  <a:pt x="479665" y="65436"/>
                  <a:pt x="481400" y="85297"/>
                </a:cubicBezTo>
                <a:close/>
                <a:moveTo>
                  <a:pt x="605559" y="127985"/>
                </a:moveTo>
                <a:cubicBezTo>
                  <a:pt x="605559" y="122010"/>
                  <a:pt x="600740" y="122010"/>
                  <a:pt x="597654" y="122010"/>
                </a:cubicBezTo>
                <a:lnTo>
                  <a:pt x="589170" y="122010"/>
                </a:lnTo>
                <a:lnTo>
                  <a:pt x="589170" y="77348"/>
                </a:lnTo>
                <a:cubicBezTo>
                  <a:pt x="589170" y="57898"/>
                  <a:pt x="579339" y="49605"/>
                  <a:pt x="564109" y="49605"/>
                </a:cubicBezTo>
                <a:cubicBezTo>
                  <a:pt x="551192" y="49605"/>
                  <a:pt x="542517" y="56162"/>
                  <a:pt x="538851" y="59825"/>
                </a:cubicBezTo>
                <a:cubicBezTo>
                  <a:pt x="538851" y="53629"/>
                  <a:pt x="538851" y="50734"/>
                  <a:pt x="531141" y="50734"/>
                </a:cubicBezTo>
                <a:lnTo>
                  <a:pt x="517067" y="50734"/>
                </a:lnTo>
                <a:cubicBezTo>
                  <a:pt x="513982" y="50734"/>
                  <a:pt x="509163" y="50734"/>
                  <a:pt x="509163" y="56713"/>
                </a:cubicBezTo>
                <a:cubicBezTo>
                  <a:pt x="509163" y="62496"/>
                  <a:pt x="514176" y="62496"/>
                  <a:pt x="516873" y="62496"/>
                </a:cubicBezTo>
                <a:lnTo>
                  <a:pt x="525551" y="62496"/>
                </a:lnTo>
                <a:lnTo>
                  <a:pt x="525551" y="122010"/>
                </a:lnTo>
                <a:lnTo>
                  <a:pt x="517067" y="122010"/>
                </a:lnTo>
                <a:cubicBezTo>
                  <a:pt x="513982" y="122010"/>
                  <a:pt x="509163" y="122010"/>
                  <a:pt x="509163" y="127985"/>
                </a:cubicBezTo>
                <a:cubicBezTo>
                  <a:pt x="509163" y="133769"/>
                  <a:pt x="514176" y="133769"/>
                  <a:pt x="516873" y="133769"/>
                </a:cubicBezTo>
                <a:lnTo>
                  <a:pt x="547529" y="133769"/>
                </a:lnTo>
                <a:cubicBezTo>
                  <a:pt x="550227" y="133769"/>
                  <a:pt x="555240" y="133769"/>
                  <a:pt x="555240" y="127985"/>
                </a:cubicBezTo>
                <a:cubicBezTo>
                  <a:pt x="555240" y="122010"/>
                  <a:pt x="550421" y="122010"/>
                  <a:pt x="547335" y="122010"/>
                </a:cubicBezTo>
                <a:lnTo>
                  <a:pt x="538851" y="122010"/>
                </a:lnTo>
                <a:lnTo>
                  <a:pt x="538851" y="87921"/>
                </a:lnTo>
                <a:cubicBezTo>
                  <a:pt x="538851" y="68683"/>
                  <a:pt x="553119" y="61367"/>
                  <a:pt x="562953" y="61367"/>
                </a:cubicBezTo>
                <a:cubicBezTo>
                  <a:pt x="573170" y="61367"/>
                  <a:pt x="575868" y="66759"/>
                  <a:pt x="575868" y="78310"/>
                </a:cubicBezTo>
                <a:lnTo>
                  <a:pt x="575868" y="122010"/>
                </a:lnTo>
                <a:lnTo>
                  <a:pt x="568351" y="122010"/>
                </a:lnTo>
                <a:cubicBezTo>
                  <a:pt x="565265" y="122010"/>
                  <a:pt x="560447" y="122010"/>
                  <a:pt x="560447" y="127985"/>
                </a:cubicBezTo>
                <a:cubicBezTo>
                  <a:pt x="560447" y="133769"/>
                  <a:pt x="565651" y="133769"/>
                  <a:pt x="568351" y="133769"/>
                </a:cubicBezTo>
                <a:lnTo>
                  <a:pt x="597848" y="133769"/>
                </a:lnTo>
                <a:cubicBezTo>
                  <a:pt x="600546" y="133769"/>
                  <a:pt x="605559" y="133769"/>
                  <a:pt x="605559" y="127985"/>
                </a:cubicBezTo>
                <a:close/>
                <a:moveTo>
                  <a:pt x="706774" y="127794"/>
                </a:moveTo>
                <a:cubicBezTo>
                  <a:pt x="706774" y="122010"/>
                  <a:pt x="701762" y="122010"/>
                  <a:pt x="699064" y="122010"/>
                </a:cubicBezTo>
                <a:lnTo>
                  <a:pt x="690386" y="122010"/>
                </a:lnTo>
                <a:lnTo>
                  <a:pt x="690386" y="23807"/>
                </a:lnTo>
                <a:cubicBezTo>
                  <a:pt x="690386" y="17831"/>
                  <a:pt x="689230" y="15901"/>
                  <a:pt x="682675" y="15901"/>
                </a:cubicBezTo>
                <a:lnTo>
                  <a:pt x="668602" y="15901"/>
                </a:lnTo>
                <a:cubicBezTo>
                  <a:pt x="665516" y="15901"/>
                  <a:pt x="660697" y="15901"/>
                  <a:pt x="660697" y="21880"/>
                </a:cubicBezTo>
                <a:cubicBezTo>
                  <a:pt x="660697" y="27663"/>
                  <a:pt x="665710" y="27663"/>
                  <a:pt x="668408" y="27663"/>
                </a:cubicBezTo>
                <a:lnTo>
                  <a:pt x="677083" y="27663"/>
                </a:lnTo>
                <a:lnTo>
                  <a:pt x="677083" y="58284"/>
                </a:lnTo>
                <a:cubicBezTo>
                  <a:pt x="670723" y="52691"/>
                  <a:pt x="662818" y="49605"/>
                  <a:pt x="654528" y="49605"/>
                </a:cubicBezTo>
                <a:cubicBezTo>
                  <a:pt x="633512" y="49605"/>
                  <a:pt x="615006" y="67913"/>
                  <a:pt x="615006" y="92363"/>
                </a:cubicBezTo>
                <a:cubicBezTo>
                  <a:pt x="615006" y="116196"/>
                  <a:pt x="632356" y="134899"/>
                  <a:pt x="652793" y="134899"/>
                </a:cubicBezTo>
                <a:cubicBezTo>
                  <a:pt x="663589" y="134899"/>
                  <a:pt x="671685" y="129694"/>
                  <a:pt x="677083" y="124102"/>
                </a:cubicBezTo>
                <a:cubicBezTo>
                  <a:pt x="677083" y="131071"/>
                  <a:pt x="677083" y="133769"/>
                  <a:pt x="684796" y="133769"/>
                </a:cubicBezTo>
                <a:lnTo>
                  <a:pt x="698870" y="133769"/>
                </a:lnTo>
                <a:cubicBezTo>
                  <a:pt x="701956" y="133769"/>
                  <a:pt x="706774" y="133769"/>
                  <a:pt x="706774" y="127794"/>
                </a:cubicBezTo>
                <a:moveTo>
                  <a:pt x="677083" y="96365"/>
                </a:moveTo>
                <a:cubicBezTo>
                  <a:pt x="677083" y="107168"/>
                  <a:pt x="668408" y="123140"/>
                  <a:pt x="653564" y="123140"/>
                </a:cubicBezTo>
                <a:cubicBezTo>
                  <a:pt x="639876" y="123140"/>
                  <a:pt x="628308" y="109477"/>
                  <a:pt x="628308" y="92349"/>
                </a:cubicBezTo>
                <a:cubicBezTo>
                  <a:pt x="628308" y="73876"/>
                  <a:pt x="641802" y="61367"/>
                  <a:pt x="655299" y="61367"/>
                </a:cubicBezTo>
                <a:cubicBezTo>
                  <a:pt x="667637" y="61367"/>
                  <a:pt x="677083" y="72143"/>
                  <a:pt x="677083" y="82728"/>
                </a:cubicBezTo>
                <a:lnTo>
                  <a:pt x="677083" y="96365"/>
                </a:lnTo>
                <a:close/>
                <a:moveTo>
                  <a:pt x="799506" y="159220"/>
                </a:moveTo>
                <a:cubicBezTo>
                  <a:pt x="799506" y="152471"/>
                  <a:pt x="792760" y="152471"/>
                  <a:pt x="790445" y="152471"/>
                </a:cubicBezTo>
                <a:lnTo>
                  <a:pt x="729138" y="152471"/>
                </a:lnTo>
                <a:cubicBezTo>
                  <a:pt x="726823" y="152471"/>
                  <a:pt x="720078" y="152471"/>
                  <a:pt x="720078" y="159220"/>
                </a:cubicBezTo>
                <a:cubicBezTo>
                  <a:pt x="720078" y="165966"/>
                  <a:pt x="726823" y="165966"/>
                  <a:pt x="729138" y="165966"/>
                </a:cubicBezTo>
                <a:lnTo>
                  <a:pt x="790445" y="165966"/>
                </a:lnTo>
                <a:cubicBezTo>
                  <a:pt x="792760" y="165966"/>
                  <a:pt x="799506" y="165966"/>
                  <a:pt x="799506" y="159220"/>
                </a:cubicBezTo>
                <a:close/>
                <a:moveTo>
                  <a:pt x="909205" y="127985"/>
                </a:moveTo>
                <a:cubicBezTo>
                  <a:pt x="909205" y="122010"/>
                  <a:pt x="904387" y="122010"/>
                  <a:pt x="901301" y="122010"/>
                </a:cubicBezTo>
                <a:lnTo>
                  <a:pt x="892817" y="122010"/>
                </a:lnTo>
                <a:lnTo>
                  <a:pt x="892817" y="77348"/>
                </a:lnTo>
                <a:cubicBezTo>
                  <a:pt x="892817" y="57898"/>
                  <a:pt x="882985" y="49605"/>
                  <a:pt x="867756" y="49605"/>
                </a:cubicBezTo>
                <a:cubicBezTo>
                  <a:pt x="854838" y="49605"/>
                  <a:pt x="846163" y="56162"/>
                  <a:pt x="842498" y="59825"/>
                </a:cubicBezTo>
                <a:lnTo>
                  <a:pt x="842498" y="23807"/>
                </a:lnTo>
                <a:cubicBezTo>
                  <a:pt x="842498" y="17831"/>
                  <a:pt x="841342" y="15901"/>
                  <a:pt x="834787" y="15901"/>
                </a:cubicBezTo>
                <a:lnTo>
                  <a:pt x="820714" y="15901"/>
                </a:lnTo>
                <a:cubicBezTo>
                  <a:pt x="817628" y="15901"/>
                  <a:pt x="812809" y="15901"/>
                  <a:pt x="812809" y="21880"/>
                </a:cubicBezTo>
                <a:cubicBezTo>
                  <a:pt x="812809" y="27663"/>
                  <a:pt x="817822" y="27663"/>
                  <a:pt x="820520" y="27663"/>
                </a:cubicBezTo>
                <a:lnTo>
                  <a:pt x="829198" y="27663"/>
                </a:lnTo>
                <a:lnTo>
                  <a:pt x="829198" y="122010"/>
                </a:lnTo>
                <a:lnTo>
                  <a:pt x="820714" y="122010"/>
                </a:lnTo>
                <a:cubicBezTo>
                  <a:pt x="817628" y="122010"/>
                  <a:pt x="812809" y="122010"/>
                  <a:pt x="812809" y="127985"/>
                </a:cubicBezTo>
                <a:cubicBezTo>
                  <a:pt x="812809" y="133769"/>
                  <a:pt x="817822" y="133769"/>
                  <a:pt x="820520" y="133769"/>
                </a:cubicBezTo>
                <a:lnTo>
                  <a:pt x="851176" y="133769"/>
                </a:lnTo>
                <a:cubicBezTo>
                  <a:pt x="853874" y="133769"/>
                  <a:pt x="858886" y="133769"/>
                  <a:pt x="858886" y="127985"/>
                </a:cubicBezTo>
                <a:cubicBezTo>
                  <a:pt x="858886" y="122010"/>
                  <a:pt x="854068" y="122010"/>
                  <a:pt x="850982" y="122010"/>
                </a:cubicBezTo>
                <a:lnTo>
                  <a:pt x="842498" y="122010"/>
                </a:lnTo>
                <a:lnTo>
                  <a:pt x="842498" y="87936"/>
                </a:lnTo>
                <a:cubicBezTo>
                  <a:pt x="842498" y="68683"/>
                  <a:pt x="856765" y="61367"/>
                  <a:pt x="866600" y="61367"/>
                </a:cubicBezTo>
                <a:cubicBezTo>
                  <a:pt x="876816" y="61367"/>
                  <a:pt x="879514" y="66759"/>
                  <a:pt x="879514" y="78310"/>
                </a:cubicBezTo>
                <a:lnTo>
                  <a:pt x="879514" y="122010"/>
                </a:lnTo>
                <a:lnTo>
                  <a:pt x="871998" y="122010"/>
                </a:lnTo>
                <a:cubicBezTo>
                  <a:pt x="868912" y="122010"/>
                  <a:pt x="864093" y="122010"/>
                  <a:pt x="864093" y="127985"/>
                </a:cubicBezTo>
                <a:cubicBezTo>
                  <a:pt x="864093" y="133769"/>
                  <a:pt x="869297" y="133769"/>
                  <a:pt x="871998" y="133769"/>
                </a:cubicBezTo>
                <a:lnTo>
                  <a:pt x="901495" y="133769"/>
                </a:lnTo>
                <a:cubicBezTo>
                  <a:pt x="904193" y="133769"/>
                  <a:pt x="909205" y="133769"/>
                  <a:pt x="909205" y="127985"/>
                </a:cubicBezTo>
                <a:close/>
                <a:moveTo>
                  <a:pt x="1001166" y="112710"/>
                </a:moveTo>
                <a:cubicBezTo>
                  <a:pt x="1001166" y="107300"/>
                  <a:pt x="995576" y="107300"/>
                  <a:pt x="994420" y="107300"/>
                </a:cubicBezTo>
                <a:cubicBezTo>
                  <a:pt x="990949" y="107300"/>
                  <a:pt x="989408" y="107879"/>
                  <a:pt x="988057" y="111551"/>
                </a:cubicBezTo>
                <a:cubicBezTo>
                  <a:pt x="983815" y="121386"/>
                  <a:pt x="973404" y="123122"/>
                  <a:pt x="968006" y="123122"/>
                </a:cubicBezTo>
                <a:cubicBezTo>
                  <a:pt x="953547" y="123122"/>
                  <a:pt x="939089" y="113481"/>
                  <a:pt x="936003" y="96865"/>
                </a:cubicBezTo>
                <a:lnTo>
                  <a:pt x="993455" y="96865"/>
                </a:lnTo>
                <a:cubicBezTo>
                  <a:pt x="997503" y="96865"/>
                  <a:pt x="1001166" y="96865"/>
                  <a:pt x="1001166" y="89733"/>
                </a:cubicBezTo>
                <a:cubicBezTo>
                  <a:pt x="1001166" y="67748"/>
                  <a:pt x="988828" y="48852"/>
                  <a:pt x="963764" y="48852"/>
                </a:cubicBezTo>
                <a:cubicBezTo>
                  <a:pt x="940821" y="48852"/>
                  <a:pt x="922315" y="68136"/>
                  <a:pt x="922315" y="91855"/>
                </a:cubicBezTo>
                <a:cubicBezTo>
                  <a:pt x="922315" y="115411"/>
                  <a:pt x="941786" y="134899"/>
                  <a:pt x="966656" y="134899"/>
                </a:cubicBezTo>
                <a:cubicBezTo>
                  <a:pt x="992105" y="134899"/>
                  <a:pt x="1001166" y="117538"/>
                  <a:pt x="1001166" y="112707"/>
                </a:cubicBezTo>
                <a:lnTo>
                  <a:pt x="1001166" y="112710"/>
                </a:lnTo>
                <a:moveTo>
                  <a:pt x="987478" y="85297"/>
                </a:moveTo>
                <a:lnTo>
                  <a:pt x="936197" y="85297"/>
                </a:lnTo>
                <a:cubicBezTo>
                  <a:pt x="938894" y="71219"/>
                  <a:pt x="950270" y="60614"/>
                  <a:pt x="963764" y="60614"/>
                </a:cubicBezTo>
                <a:cubicBezTo>
                  <a:pt x="973790" y="60614"/>
                  <a:pt x="985742" y="65436"/>
                  <a:pt x="987478" y="85297"/>
                </a:cubicBezTo>
                <a:close/>
                <a:moveTo>
                  <a:pt x="1106818" y="61561"/>
                </a:moveTo>
                <a:cubicBezTo>
                  <a:pt x="1106818" y="57704"/>
                  <a:pt x="1104503" y="49605"/>
                  <a:pt x="1088502" y="49605"/>
                </a:cubicBezTo>
                <a:cubicBezTo>
                  <a:pt x="1078668" y="49605"/>
                  <a:pt x="1066330" y="53076"/>
                  <a:pt x="1055728" y="65224"/>
                </a:cubicBezTo>
                <a:lnTo>
                  <a:pt x="1055728" y="58669"/>
                </a:lnTo>
                <a:cubicBezTo>
                  <a:pt x="1055728" y="52664"/>
                  <a:pt x="1054569" y="50734"/>
                  <a:pt x="1048015" y="50734"/>
                </a:cubicBezTo>
                <a:lnTo>
                  <a:pt x="1026807" y="50734"/>
                </a:lnTo>
                <a:cubicBezTo>
                  <a:pt x="1023916" y="50734"/>
                  <a:pt x="1019097" y="50734"/>
                  <a:pt x="1019097" y="56521"/>
                </a:cubicBezTo>
                <a:cubicBezTo>
                  <a:pt x="1019097" y="62496"/>
                  <a:pt x="1023724" y="62496"/>
                  <a:pt x="1026807" y="62496"/>
                </a:cubicBezTo>
                <a:lnTo>
                  <a:pt x="1042425" y="62496"/>
                </a:lnTo>
                <a:lnTo>
                  <a:pt x="1042425" y="122010"/>
                </a:lnTo>
                <a:lnTo>
                  <a:pt x="1026807" y="122010"/>
                </a:lnTo>
                <a:cubicBezTo>
                  <a:pt x="1023916" y="122010"/>
                  <a:pt x="1019097" y="122010"/>
                  <a:pt x="1019097" y="127794"/>
                </a:cubicBezTo>
                <a:cubicBezTo>
                  <a:pt x="1019097" y="133769"/>
                  <a:pt x="1023724" y="133769"/>
                  <a:pt x="1026807" y="133769"/>
                </a:cubicBezTo>
                <a:lnTo>
                  <a:pt x="1077126" y="133769"/>
                </a:lnTo>
                <a:cubicBezTo>
                  <a:pt x="1080018" y="133769"/>
                  <a:pt x="1085031" y="133769"/>
                  <a:pt x="1085031" y="127985"/>
                </a:cubicBezTo>
                <a:cubicBezTo>
                  <a:pt x="1085031" y="122010"/>
                  <a:pt x="1080018" y="122010"/>
                  <a:pt x="1077126" y="122010"/>
                </a:cubicBezTo>
                <a:lnTo>
                  <a:pt x="1055728" y="122010"/>
                </a:lnTo>
                <a:lnTo>
                  <a:pt x="1055728" y="97936"/>
                </a:lnTo>
                <a:cubicBezTo>
                  <a:pt x="1055728" y="79878"/>
                  <a:pt x="1067101" y="61367"/>
                  <a:pt x="1090429" y="61367"/>
                </a:cubicBezTo>
                <a:cubicBezTo>
                  <a:pt x="1090623" y="65995"/>
                  <a:pt x="1093900" y="69851"/>
                  <a:pt x="1098719" y="69851"/>
                </a:cubicBezTo>
                <a:cubicBezTo>
                  <a:pt x="1102961" y="69851"/>
                  <a:pt x="1106818" y="66765"/>
                  <a:pt x="1106818" y="61561"/>
                </a:cubicBezTo>
                <a:close/>
                <a:moveTo>
                  <a:pt x="1203597" y="112710"/>
                </a:moveTo>
                <a:cubicBezTo>
                  <a:pt x="1203597" y="107300"/>
                  <a:pt x="1198007" y="107300"/>
                  <a:pt x="1196851" y="107300"/>
                </a:cubicBezTo>
                <a:cubicBezTo>
                  <a:pt x="1193380" y="107300"/>
                  <a:pt x="1191839" y="107879"/>
                  <a:pt x="1190488" y="111551"/>
                </a:cubicBezTo>
                <a:cubicBezTo>
                  <a:pt x="1186246" y="121386"/>
                  <a:pt x="1175835" y="123122"/>
                  <a:pt x="1170437" y="123122"/>
                </a:cubicBezTo>
                <a:cubicBezTo>
                  <a:pt x="1155978" y="123122"/>
                  <a:pt x="1141520" y="113481"/>
                  <a:pt x="1138434" y="96865"/>
                </a:cubicBezTo>
                <a:lnTo>
                  <a:pt x="1195886" y="96865"/>
                </a:lnTo>
                <a:cubicBezTo>
                  <a:pt x="1199934" y="96865"/>
                  <a:pt x="1203597" y="96865"/>
                  <a:pt x="1203597" y="89733"/>
                </a:cubicBezTo>
                <a:cubicBezTo>
                  <a:pt x="1203597" y="67748"/>
                  <a:pt x="1191259" y="48852"/>
                  <a:pt x="1166195" y="48852"/>
                </a:cubicBezTo>
                <a:cubicBezTo>
                  <a:pt x="1143252" y="48852"/>
                  <a:pt x="1124746" y="68136"/>
                  <a:pt x="1124746" y="91855"/>
                </a:cubicBezTo>
                <a:cubicBezTo>
                  <a:pt x="1124746" y="115411"/>
                  <a:pt x="1144217" y="134899"/>
                  <a:pt x="1169087" y="134899"/>
                </a:cubicBezTo>
                <a:cubicBezTo>
                  <a:pt x="1194536" y="134899"/>
                  <a:pt x="1203597" y="117538"/>
                  <a:pt x="1203597" y="112707"/>
                </a:cubicBezTo>
                <a:lnTo>
                  <a:pt x="1203597" y="112710"/>
                </a:lnTo>
                <a:moveTo>
                  <a:pt x="1189909" y="85297"/>
                </a:moveTo>
                <a:lnTo>
                  <a:pt x="1138628" y="85297"/>
                </a:lnTo>
                <a:cubicBezTo>
                  <a:pt x="1141325" y="71219"/>
                  <a:pt x="1152701" y="60614"/>
                  <a:pt x="1166195" y="60614"/>
                </a:cubicBezTo>
                <a:cubicBezTo>
                  <a:pt x="1176221" y="60614"/>
                  <a:pt x="1188173" y="65436"/>
                  <a:pt x="1189909" y="85297"/>
                </a:cubicBezTo>
                <a:close/>
                <a:moveTo>
                  <a:pt x="1410270" y="60119"/>
                </a:moveTo>
                <a:cubicBezTo>
                  <a:pt x="1410270" y="53370"/>
                  <a:pt x="1403136" y="53370"/>
                  <a:pt x="1400438" y="53370"/>
                </a:cubicBezTo>
                <a:lnTo>
                  <a:pt x="1333731" y="53370"/>
                </a:lnTo>
                <a:cubicBezTo>
                  <a:pt x="1331033" y="53370"/>
                  <a:pt x="1323899" y="53370"/>
                  <a:pt x="1323899" y="60119"/>
                </a:cubicBezTo>
                <a:cubicBezTo>
                  <a:pt x="1323899" y="66868"/>
                  <a:pt x="1330262" y="66868"/>
                  <a:pt x="1332575" y="66868"/>
                </a:cubicBezTo>
                <a:lnTo>
                  <a:pt x="1401595" y="66868"/>
                </a:lnTo>
                <a:cubicBezTo>
                  <a:pt x="1403907" y="66868"/>
                  <a:pt x="1410270" y="66868"/>
                  <a:pt x="1410270" y="60119"/>
                </a:cubicBezTo>
                <a:moveTo>
                  <a:pt x="1410270" y="89366"/>
                </a:moveTo>
                <a:cubicBezTo>
                  <a:pt x="1410270" y="82617"/>
                  <a:pt x="1403907" y="82617"/>
                  <a:pt x="1401595" y="82617"/>
                </a:cubicBezTo>
                <a:lnTo>
                  <a:pt x="1332575" y="82617"/>
                </a:lnTo>
                <a:cubicBezTo>
                  <a:pt x="1330262" y="82617"/>
                  <a:pt x="1323899" y="82617"/>
                  <a:pt x="1323899" y="89366"/>
                </a:cubicBezTo>
                <a:cubicBezTo>
                  <a:pt x="1323899" y="96112"/>
                  <a:pt x="1331033" y="96112"/>
                  <a:pt x="1333731" y="96112"/>
                </a:cubicBezTo>
                <a:lnTo>
                  <a:pt x="1400438" y="96112"/>
                </a:lnTo>
                <a:cubicBezTo>
                  <a:pt x="1403136" y="96112"/>
                  <a:pt x="1410270" y="96112"/>
                  <a:pt x="1410270" y="89366"/>
                </a:cubicBezTo>
                <a:close/>
                <a:moveTo>
                  <a:pt x="1614628" y="127985"/>
                </a:moveTo>
                <a:cubicBezTo>
                  <a:pt x="1614628" y="122010"/>
                  <a:pt x="1609615" y="122010"/>
                  <a:pt x="1606723" y="122010"/>
                </a:cubicBezTo>
                <a:lnTo>
                  <a:pt x="1599013" y="122010"/>
                </a:lnTo>
                <a:lnTo>
                  <a:pt x="1574334" y="91001"/>
                </a:lnTo>
                <a:lnTo>
                  <a:pt x="1596312" y="62496"/>
                </a:lnTo>
                <a:lnTo>
                  <a:pt x="1604026" y="62496"/>
                </a:lnTo>
                <a:cubicBezTo>
                  <a:pt x="1606723" y="62496"/>
                  <a:pt x="1611930" y="62496"/>
                  <a:pt x="1611930" y="56713"/>
                </a:cubicBezTo>
                <a:cubicBezTo>
                  <a:pt x="1611930" y="50734"/>
                  <a:pt x="1606917" y="50734"/>
                  <a:pt x="1604026" y="50734"/>
                </a:cubicBezTo>
                <a:lnTo>
                  <a:pt x="1581468" y="50734"/>
                </a:lnTo>
                <a:cubicBezTo>
                  <a:pt x="1578576" y="50734"/>
                  <a:pt x="1573758" y="50734"/>
                  <a:pt x="1573758" y="56521"/>
                </a:cubicBezTo>
                <a:cubicBezTo>
                  <a:pt x="1573758" y="62496"/>
                  <a:pt x="1578000" y="62496"/>
                  <a:pt x="1583204" y="62496"/>
                </a:cubicBezTo>
                <a:lnTo>
                  <a:pt x="1568936" y="81949"/>
                </a:lnTo>
                <a:lnTo>
                  <a:pt x="1554286" y="62496"/>
                </a:lnTo>
                <a:cubicBezTo>
                  <a:pt x="1559299" y="62496"/>
                  <a:pt x="1563538" y="62496"/>
                  <a:pt x="1563538" y="56521"/>
                </a:cubicBezTo>
                <a:cubicBezTo>
                  <a:pt x="1563538" y="50734"/>
                  <a:pt x="1558719" y="50734"/>
                  <a:pt x="1555828" y="50734"/>
                </a:cubicBezTo>
                <a:lnTo>
                  <a:pt x="1533270" y="50734"/>
                </a:lnTo>
                <a:cubicBezTo>
                  <a:pt x="1530378" y="50734"/>
                  <a:pt x="1525366" y="50734"/>
                  <a:pt x="1525366" y="56713"/>
                </a:cubicBezTo>
                <a:cubicBezTo>
                  <a:pt x="1525366" y="62496"/>
                  <a:pt x="1530572" y="62496"/>
                  <a:pt x="1533270" y="62496"/>
                </a:cubicBezTo>
                <a:lnTo>
                  <a:pt x="1540983" y="62496"/>
                </a:lnTo>
                <a:lnTo>
                  <a:pt x="1563732" y="91001"/>
                </a:lnTo>
                <a:lnTo>
                  <a:pt x="1539824" y="122010"/>
                </a:lnTo>
                <a:lnTo>
                  <a:pt x="1532114" y="122010"/>
                </a:lnTo>
                <a:cubicBezTo>
                  <a:pt x="1529222" y="122010"/>
                  <a:pt x="1524209" y="122010"/>
                  <a:pt x="1524209" y="127985"/>
                </a:cubicBezTo>
                <a:cubicBezTo>
                  <a:pt x="1524209" y="133769"/>
                  <a:pt x="1529413" y="133769"/>
                  <a:pt x="1532114" y="133769"/>
                </a:cubicBezTo>
                <a:lnTo>
                  <a:pt x="1554671" y="133769"/>
                </a:lnTo>
                <a:cubicBezTo>
                  <a:pt x="1557563" y="133769"/>
                  <a:pt x="1562382" y="133769"/>
                  <a:pt x="1562382" y="127985"/>
                </a:cubicBezTo>
                <a:cubicBezTo>
                  <a:pt x="1562382" y="122010"/>
                  <a:pt x="1558334" y="122010"/>
                  <a:pt x="1552356" y="122010"/>
                </a:cubicBezTo>
                <a:lnTo>
                  <a:pt x="1568936" y="98295"/>
                </a:lnTo>
                <a:lnTo>
                  <a:pt x="1586095" y="122010"/>
                </a:lnTo>
                <a:cubicBezTo>
                  <a:pt x="1580697" y="122010"/>
                  <a:pt x="1576455" y="122010"/>
                  <a:pt x="1576455" y="127985"/>
                </a:cubicBezTo>
                <a:cubicBezTo>
                  <a:pt x="1576455" y="133769"/>
                  <a:pt x="1581277" y="133769"/>
                  <a:pt x="1584169" y="133769"/>
                </a:cubicBezTo>
                <a:lnTo>
                  <a:pt x="1606723" y="133769"/>
                </a:lnTo>
                <a:cubicBezTo>
                  <a:pt x="1609424" y="133769"/>
                  <a:pt x="1614628" y="133769"/>
                  <a:pt x="1614628" y="127985"/>
                </a:cubicBezTo>
                <a:close/>
                <a:moveTo>
                  <a:pt x="1708712" y="109630"/>
                </a:moveTo>
                <a:cubicBezTo>
                  <a:pt x="1708712" y="89560"/>
                  <a:pt x="1683839" y="85509"/>
                  <a:pt x="1677670" y="84544"/>
                </a:cubicBezTo>
                <a:lnTo>
                  <a:pt x="1664562" y="82228"/>
                </a:lnTo>
                <a:cubicBezTo>
                  <a:pt x="1658969" y="81455"/>
                  <a:pt x="1645861" y="79139"/>
                  <a:pt x="1645861" y="71614"/>
                </a:cubicBezTo>
                <a:cubicBezTo>
                  <a:pt x="1645861" y="66598"/>
                  <a:pt x="1652030" y="60614"/>
                  <a:pt x="1670345" y="60614"/>
                </a:cubicBezTo>
                <a:cubicBezTo>
                  <a:pt x="1686346" y="60614"/>
                  <a:pt x="1689046" y="66403"/>
                  <a:pt x="1689626" y="71420"/>
                </a:cubicBezTo>
                <a:cubicBezTo>
                  <a:pt x="1689817" y="74703"/>
                  <a:pt x="1690202" y="77983"/>
                  <a:pt x="1696180" y="77983"/>
                </a:cubicBezTo>
                <a:cubicBezTo>
                  <a:pt x="1702928" y="77983"/>
                  <a:pt x="1702928" y="73929"/>
                  <a:pt x="1702928" y="70069"/>
                </a:cubicBezTo>
                <a:lnTo>
                  <a:pt x="1702928" y="56757"/>
                </a:lnTo>
                <a:cubicBezTo>
                  <a:pt x="1702928" y="53673"/>
                  <a:pt x="1702928" y="48852"/>
                  <a:pt x="1697142" y="48852"/>
                </a:cubicBezTo>
                <a:cubicBezTo>
                  <a:pt x="1692517" y="48852"/>
                  <a:pt x="1691744" y="51552"/>
                  <a:pt x="1691358" y="52903"/>
                </a:cubicBezTo>
                <a:cubicBezTo>
                  <a:pt x="1682877" y="48852"/>
                  <a:pt x="1674393" y="48852"/>
                  <a:pt x="1670731" y="48852"/>
                </a:cubicBezTo>
                <a:cubicBezTo>
                  <a:pt x="1638533" y="48852"/>
                  <a:pt x="1634100" y="64668"/>
                  <a:pt x="1634100" y="71614"/>
                </a:cubicBezTo>
                <a:cubicBezTo>
                  <a:pt x="1634100" y="89369"/>
                  <a:pt x="1654342" y="92649"/>
                  <a:pt x="1672081" y="95350"/>
                </a:cubicBezTo>
                <a:cubicBezTo>
                  <a:pt x="1681527" y="96894"/>
                  <a:pt x="1696951" y="99404"/>
                  <a:pt x="1696951" y="109630"/>
                </a:cubicBezTo>
                <a:cubicBezTo>
                  <a:pt x="1696951" y="116770"/>
                  <a:pt x="1689817" y="123140"/>
                  <a:pt x="1672272" y="123140"/>
                </a:cubicBezTo>
                <a:cubicBezTo>
                  <a:pt x="1663211" y="123140"/>
                  <a:pt x="1652415" y="121015"/>
                  <a:pt x="1647597" y="105964"/>
                </a:cubicBezTo>
                <a:cubicBezTo>
                  <a:pt x="1646632" y="102490"/>
                  <a:pt x="1645861" y="100369"/>
                  <a:pt x="1640848" y="100369"/>
                </a:cubicBezTo>
                <a:cubicBezTo>
                  <a:pt x="1634100" y="100369"/>
                  <a:pt x="1634100" y="104420"/>
                  <a:pt x="1634100" y="108280"/>
                </a:cubicBezTo>
                <a:lnTo>
                  <a:pt x="1634100" y="126996"/>
                </a:lnTo>
                <a:cubicBezTo>
                  <a:pt x="1634100" y="130080"/>
                  <a:pt x="1634100" y="134899"/>
                  <a:pt x="1639883" y="134899"/>
                </a:cubicBezTo>
                <a:cubicBezTo>
                  <a:pt x="1641619" y="134899"/>
                  <a:pt x="1644705" y="134707"/>
                  <a:pt x="1647017" y="127573"/>
                </a:cubicBezTo>
                <a:cubicBezTo>
                  <a:pt x="1656463" y="134513"/>
                  <a:pt x="1666683" y="134899"/>
                  <a:pt x="1672081" y="134899"/>
                </a:cubicBezTo>
                <a:cubicBezTo>
                  <a:pt x="1702540" y="134899"/>
                  <a:pt x="1708712" y="118894"/>
                  <a:pt x="1708712" y="109630"/>
                </a:cubicBezTo>
                <a:close/>
                <a:moveTo>
                  <a:pt x="1814552" y="143989"/>
                </a:moveTo>
                <a:cubicBezTo>
                  <a:pt x="1814552" y="138014"/>
                  <a:pt x="1809928" y="138014"/>
                  <a:pt x="1806842" y="138014"/>
                </a:cubicBezTo>
                <a:lnTo>
                  <a:pt x="1777539" y="138014"/>
                </a:lnTo>
                <a:lnTo>
                  <a:pt x="1777539" y="11759"/>
                </a:lnTo>
                <a:lnTo>
                  <a:pt x="1806842" y="11759"/>
                </a:lnTo>
                <a:cubicBezTo>
                  <a:pt x="1809733" y="11759"/>
                  <a:pt x="1814552" y="11759"/>
                  <a:pt x="1814552" y="5975"/>
                </a:cubicBezTo>
                <a:cubicBezTo>
                  <a:pt x="1814552" y="0"/>
                  <a:pt x="1809928" y="0"/>
                  <a:pt x="1806842" y="0"/>
                </a:cubicBezTo>
                <a:lnTo>
                  <a:pt x="1771946" y="0"/>
                </a:lnTo>
                <a:cubicBezTo>
                  <a:pt x="1765583" y="0"/>
                  <a:pt x="1764236" y="1736"/>
                  <a:pt x="1764236" y="7905"/>
                </a:cubicBezTo>
                <a:lnTo>
                  <a:pt x="1764236" y="141871"/>
                </a:lnTo>
                <a:cubicBezTo>
                  <a:pt x="1764236" y="147846"/>
                  <a:pt x="1765392" y="149773"/>
                  <a:pt x="1771946" y="149773"/>
                </a:cubicBezTo>
                <a:lnTo>
                  <a:pt x="1806842" y="149773"/>
                </a:lnTo>
                <a:cubicBezTo>
                  <a:pt x="1809733" y="149773"/>
                  <a:pt x="1814552" y="149773"/>
                  <a:pt x="1814552" y="143989"/>
                </a:cubicBezTo>
                <a:close/>
                <a:moveTo>
                  <a:pt x="1914035" y="74932"/>
                </a:moveTo>
                <a:cubicBezTo>
                  <a:pt x="1914035" y="39084"/>
                  <a:pt x="1894369" y="13830"/>
                  <a:pt x="1873162" y="13830"/>
                </a:cubicBezTo>
                <a:cubicBezTo>
                  <a:pt x="1851569" y="13830"/>
                  <a:pt x="1832289" y="39664"/>
                  <a:pt x="1832289" y="74741"/>
                </a:cubicBezTo>
                <a:cubicBezTo>
                  <a:pt x="1832289" y="110589"/>
                  <a:pt x="1851954" y="135840"/>
                  <a:pt x="1873162" y="135840"/>
                </a:cubicBezTo>
                <a:cubicBezTo>
                  <a:pt x="1894754" y="135840"/>
                  <a:pt x="1914035" y="110009"/>
                  <a:pt x="1914035" y="74932"/>
                </a:cubicBezTo>
                <a:moveTo>
                  <a:pt x="1900732" y="72814"/>
                </a:moveTo>
                <a:cubicBezTo>
                  <a:pt x="1900732" y="101337"/>
                  <a:pt x="1888200" y="124081"/>
                  <a:pt x="1873162" y="124081"/>
                </a:cubicBezTo>
                <a:cubicBezTo>
                  <a:pt x="1858123" y="124081"/>
                  <a:pt x="1845591" y="101337"/>
                  <a:pt x="1845591" y="72814"/>
                </a:cubicBezTo>
                <a:cubicBezTo>
                  <a:pt x="1845591" y="44674"/>
                  <a:pt x="1858894" y="25592"/>
                  <a:pt x="1873162" y="25592"/>
                </a:cubicBezTo>
                <a:cubicBezTo>
                  <a:pt x="1887235" y="25592"/>
                  <a:pt x="1900732" y="44480"/>
                  <a:pt x="1900732" y="72814"/>
                </a:cubicBezTo>
                <a:close/>
                <a:moveTo>
                  <a:pt x="1982087" y="141871"/>
                </a:moveTo>
                <a:lnTo>
                  <a:pt x="1982087" y="7905"/>
                </a:lnTo>
                <a:cubicBezTo>
                  <a:pt x="1982087" y="1927"/>
                  <a:pt x="1980931" y="0"/>
                  <a:pt x="1974377" y="0"/>
                </a:cubicBezTo>
                <a:lnTo>
                  <a:pt x="1939481" y="0"/>
                </a:lnTo>
                <a:cubicBezTo>
                  <a:pt x="1936589" y="0"/>
                  <a:pt x="1931768" y="0"/>
                  <a:pt x="1931768" y="5784"/>
                </a:cubicBezTo>
                <a:cubicBezTo>
                  <a:pt x="1931768" y="11759"/>
                  <a:pt x="1936395" y="11759"/>
                  <a:pt x="1939481" y="11759"/>
                </a:cubicBezTo>
                <a:lnTo>
                  <a:pt x="1968784" y="11759"/>
                </a:lnTo>
                <a:lnTo>
                  <a:pt x="1968784" y="138014"/>
                </a:lnTo>
                <a:lnTo>
                  <a:pt x="1939481" y="138014"/>
                </a:lnTo>
                <a:cubicBezTo>
                  <a:pt x="1936589" y="138014"/>
                  <a:pt x="1931768" y="138014"/>
                  <a:pt x="1931768" y="143798"/>
                </a:cubicBezTo>
                <a:cubicBezTo>
                  <a:pt x="1931768" y="149773"/>
                  <a:pt x="1936395" y="149773"/>
                  <a:pt x="1939481" y="149773"/>
                </a:cubicBezTo>
                <a:lnTo>
                  <a:pt x="1974377" y="149773"/>
                </a:lnTo>
                <a:cubicBezTo>
                  <a:pt x="1980740" y="149773"/>
                  <a:pt x="1982087" y="148040"/>
                  <a:pt x="1982087" y="1418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best_so_far=xs[0]">
            <a:extLst xmlns:a="http://schemas.openxmlformats.org/drawingml/2006/main">
              <a:ext uri="{FF2B5EF4-FFF2-40B4-BE49-F238E27FC236}">
                <a16:creationId xmlns:a16="http://schemas.microsoft.com/office/drawing/2014/main" id="{5D3D9CA9-D540-40E5-BF8F-341D2819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653" y="2216399"/>
            <a:ext cx="1877786" cy="165966"/>
          </a:xfrm>
          <a:custGeom xmlns:a="http://schemas.openxmlformats.org/drawingml/2006/main">
            <a:pathLst>
              <a:path w="1877786" h="165966">
                <a:moveTo>
                  <a:pt x="91769" y="92158"/>
                </a:moveTo>
                <a:cubicBezTo>
                  <a:pt x="91769" y="68486"/>
                  <a:pt x="74609" y="49605"/>
                  <a:pt x="54176" y="49605"/>
                </a:cubicBezTo>
                <a:cubicBezTo>
                  <a:pt x="44921" y="49605"/>
                  <a:pt x="36246" y="53076"/>
                  <a:pt x="29688" y="59054"/>
                </a:cubicBezTo>
                <a:lnTo>
                  <a:pt x="29688" y="23807"/>
                </a:lnTo>
                <a:cubicBezTo>
                  <a:pt x="29688" y="17831"/>
                  <a:pt x="28532" y="15901"/>
                  <a:pt x="21978" y="15901"/>
                </a:cubicBezTo>
                <a:lnTo>
                  <a:pt x="7905" y="15901"/>
                </a:lnTo>
                <a:cubicBezTo>
                  <a:pt x="4819" y="15901"/>
                  <a:pt x="0" y="15901"/>
                  <a:pt x="0" y="21880"/>
                </a:cubicBezTo>
                <a:cubicBezTo>
                  <a:pt x="0" y="27663"/>
                  <a:pt x="5013" y="27663"/>
                  <a:pt x="7710" y="27663"/>
                </a:cubicBezTo>
                <a:lnTo>
                  <a:pt x="16389" y="27663"/>
                </a:lnTo>
                <a:lnTo>
                  <a:pt x="16389" y="125837"/>
                </a:lnTo>
                <a:cubicBezTo>
                  <a:pt x="16389" y="129694"/>
                  <a:pt x="16389" y="133742"/>
                  <a:pt x="23134" y="133742"/>
                </a:cubicBezTo>
                <a:cubicBezTo>
                  <a:pt x="29688" y="133742"/>
                  <a:pt x="29688" y="129888"/>
                  <a:pt x="29688" y="125067"/>
                </a:cubicBezTo>
                <a:cubicBezTo>
                  <a:pt x="37593" y="133166"/>
                  <a:pt x="45886" y="134899"/>
                  <a:pt x="52055" y="134899"/>
                </a:cubicBezTo>
                <a:cubicBezTo>
                  <a:pt x="73068" y="134899"/>
                  <a:pt x="91769" y="116597"/>
                  <a:pt x="91769" y="92158"/>
                </a:cubicBezTo>
                <a:moveTo>
                  <a:pt x="78466" y="92158"/>
                </a:moveTo>
                <a:cubicBezTo>
                  <a:pt x="78466" y="110630"/>
                  <a:pt x="64972" y="123140"/>
                  <a:pt x="51475" y="123140"/>
                </a:cubicBezTo>
                <a:cubicBezTo>
                  <a:pt x="36437" y="123140"/>
                  <a:pt x="29688" y="106206"/>
                  <a:pt x="29688" y="96968"/>
                </a:cubicBezTo>
                <a:lnTo>
                  <a:pt x="29688" y="82920"/>
                </a:lnTo>
                <a:cubicBezTo>
                  <a:pt x="29688" y="71567"/>
                  <a:pt x="40873" y="61367"/>
                  <a:pt x="53017" y="61367"/>
                </a:cubicBezTo>
                <a:cubicBezTo>
                  <a:pt x="67284" y="61367"/>
                  <a:pt x="78466" y="75415"/>
                  <a:pt x="78466" y="92158"/>
                </a:cubicBezTo>
                <a:close/>
                <a:moveTo>
                  <a:pt x="188357" y="112710"/>
                </a:moveTo>
                <a:cubicBezTo>
                  <a:pt x="188357" y="107300"/>
                  <a:pt x="182768" y="107300"/>
                  <a:pt x="181611" y="107300"/>
                </a:cubicBezTo>
                <a:cubicBezTo>
                  <a:pt x="178140" y="107300"/>
                  <a:pt x="176599" y="107879"/>
                  <a:pt x="175248" y="111551"/>
                </a:cubicBezTo>
                <a:cubicBezTo>
                  <a:pt x="171006" y="121386"/>
                  <a:pt x="160595" y="123122"/>
                  <a:pt x="155197" y="123122"/>
                </a:cubicBezTo>
                <a:cubicBezTo>
                  <a:pt x="140738" y="123122"/>
                  <a:pt x="126280" y="113481"/>
                  <a:pt x="123194" y="96865"/>
                </a:cubicBezTo>
                <a:lnTo>
                  <a:pt x="180647" y="96865"/>
                </a:lnTo>
                <a:cubicBezTo>
                  <a:pt x="184694" y="96865"/>
                  <a:pt x="188357" y="96865"/>
                  <a:pt x="188357" y="89733"/>
                </a:cubicBezTo>
                <a:cubicBezTo>
                  <a:pt x="188357" y="67748"/>
                  <a:pt x="176019" y="48852"/>
                  <a:pt x="150955" y="48852"/>
                </a:cubicBezTo>
                <a:cubicBezTo>
                  <a:pt x="128012" y="48852"/>
                  <a:pt x="109506" y="68136"/>
                  <a:pt x="109506" y="91855"/>
                </a:cubicBezTo>
                <a:cubicBezTo>
                  <a:pt x="109506" y="115411"/>
                  <a:pt x="128977" y="134899"/>
                  <a:pt x="153847" y="134899"/>
                </a:cubicBezTo>
                <a:cubicBezTo>
                  <a:pt x="179296" y="134899"/>
                  <a:pt x="188357" y="117538"/>
                  <a:pt x="188357" y="112707"/>
                </a:cubicBezTo>
                <a:lnTo>
                  <a:pt x="188357" y="112710"/>
                </a:lnTo>
                <a:moveTo>
                  <a:pt x="174669" y="85297"/>
                </a:moveTo>
                <a:lnTo>
                  <a:pt x="123388" y="85297"/>
                </a:lnTo>
                <a:cubicBezTo>
                  <a:pt x="126086" y="71219"/>
                  <a:pt x="137461" y="60614"/>
                  <a:pt x="150955" y="60614"/>
                </a:cubicBezTo>
                <a:cubicBezTo>
                  <a:pt x="160981" y="60614"/>
                  <a:pt x="172933" y="65436"/>
                  <a:pt x="174669" y="85297"/>
                </a:cubicBezTo>
                <a:close/>
                <a:moveTo>
                  <a:pt x="288610" y="109630"/>
                </a:moveTo>
                <a:cubicBezTo>
                  <a:pt x="288610" y="89560"/>
                  <a:pt x="263737" y="85509"/>
                  <a:pt x="257568" y="84544"/>
                </a:cubicBezTo>
                <a:lnTo>
                  <a:pt x="244460" y="82228"/>
                </a:lnTo>
                <a:cubicBezTo>
                  <a:pt x="238867" y="81455"/>
                  <a:pt x="225759" y="79139"/>
                  <a:pt x="225759" y="71614"/>
                </a:cubicBezTo>
                <a:cubicBezTo>
                  <a:pt x="225759" y="66598"/>
                  <a:pt x="231928" y="60614"/>
                  <a:pt x="250243" y="60614"/>
                </a:cubicBezTo>
                <a:cubicBezTo>
                  <a:pt x="266243" y="60614"/>
                  <a:pt x="268944" y="66403"/>
                  <a:pt x="269523" y="71420"/>
                </a:cubicBezTo>
                <a:cubicBezTo>
                  <a:pt x="269715" y="74703"/>
                  <a:pt x="270100" y="77983"/>
                  <a:pt x="276078" y="77983"/>
                </a:cubicBezTo>
                <a:cubicBezTo>
                  <a:pt x="282826" y="77983"/>
                  <a:pt x="282826" y="73929"/>
                  <a:pt x="282826" y="70069"/>
                </a:cubicBezTo>
                <a:lnTo>
                  <a:pt x="282826" y="56757"/>
                </a:lnTo>
                <a:cubicBezTo>
                  <a:pt x="282826" y="53673"/>
                  <a:pt x="282826" y="48852"/>
                  <a:pt x="277040" y="48852"/>
                </a:cubicBezTo>
                <a:cubicBezTo>
                  <a:pt x="272415" y="48852"/>
                  <a:pt x="271641" y="51552"/>
                  <a:pt x="271256" y="52903"/>
                </a:cubicBezTo>
                <a:cubicBezTo>
                  <a:pt x="262775" y="48852"/>
                  <a:pt x="254291" y="48852"/>
                  <a:pt x="250628" y="48852"/>
                </a:cubicBezTo>
                <a:cubicBezTo>
                  <a:pt x="218431" y="48852"/>
                  <a:pt x="213997" y="64668"/>
                  <a:pt x="213997" y="71614"/>
                </a:cubicBezTo>
                <a:cubicBezTo>
                  <a:pt x="213997" y="89369"/>
                  <a:pt x="234240" y="92649"/>
                  <a:pt x="251979" y="95350"/>
                </a:cubicBezTo>
                <a:cubicBezTo>
                  <a:pt x="261425" y="96894"/>
                  <a:pt x="276848" y="99404"/>
                  <a:pt x="276848" y="109630"/>
                </a:cubicBezTo>
                <a:cubicBezTo>
                  <a:pt x="276848" y="116770"/>
                  <a:pt x="269715" y="123140"/>
                  <a:pt x="252170" y="123140"/>
                </a:cubicBezTo>
                <a:cubicBezTo>
                  <a:pt x="243109" y="123140"/>
                  <a:pt x="232313" y="121015"/>
                  <a:pt x="227494" y="105964"/>
                </a:cubicBezTo>
                <a:cubicBezTo>
                  <a:pt x="226529" y="102490"/>
                  <a:pt x="225759" y="100369"/>
                  <a:pt x="220746" y="100369"/>
                </a:cubicBezTo>
                <a:cubicBezTo>
                  <a:pt x="213997" y="100369"/>
                  <a:pt x="213997" y="104420"/>
                  <a:pt x="213997" y="108280"/>
                </a:cubicBezTo>
                <a:lnTo>
                  <a:pt x="213997" y="126996"/>
                </a:lnTo>
                <a:cubicBezTo>
                  <a:pt x="213997" y="130080"/>
                  <a:pt x="213997" y="134899"/>
                  <a:pt x="219781" y="134899"/>
                </a:cubicBezTo>
                <a:cubicBezTo>
                  <a:pt x="221517" y="134899"/>
                  <a:pt x="224603" y="134707"/>
                  <a:pt x="226915" y="127573"/>
                </a:cubicBezTo>
                <a:cubicBezTo>
                  <a:pt x="236361" y="134513"/>
                  <a:pt x="246581" y="134899"/>
                  <a:pt x="251979" y="134899"/>
                </a:cubicBezTo>
                <a:cubicBezTo>
                  <a:pt x="282438" y="134899"/>
                  <a:pt x="288610" y="118894"/>
                  <a:pt x="288610" y="109630"/>
                </a:cubicBezTo>
                <a:close/>
                <a:moveTo>
                  <a:pt x="387896" y="109471"/>
                </a:moveTo>
                <a:cubicBezTo>
                  <a:pt x="387896" y="106005"/>
                  <a:pt x="387896" y="101963"/>
                  <a:pt x="381148" y="101963"/>
                </a:cubicBezTo>
                <a:cubicBezTo>
                  <a:pt x="374788" y="101963"/>
                  <a:pt x="374594" y="106005"/>
                  <a:pt x="374594" y="109277"/>
                </a:cubicBezTo>
                <a:cubicBezTo>
                  <a:pt x="374402" y="121213"/>
                  <a:pt x="363412" y="123140"/>
                  <a:pt x="358979" y="123140"/>
                </a:cubicBezTo>
                <a:cubicBezTo>
                  <a:pt x="344134" y="123140"/>
                  <a:pt x="344134" y="113128"/>
                  <a:pt x="344134" y="108315"/>
                </a:cubicBezTo>
                <a:lnTo>
                  <a:pt x="344134" y="62496"/>
                </a:lnTo>
                <a:lnTo>
                  <a:pt x="375750" y="62496"/>
                </a:lnTo>
                <a:cubicBezTo>
                  <a:pt x="378641" y="62496"/>
                  <a:pt x="383463" y="62496"/>
                  <a:pt x="383463" y="56713"/>
                </a:cubicBezTo>
                <a:cubicBezTo>
                  <a:pt x="383463" y="50734"/>
                  <a:pt x="378836" y="50734"/>
                  <a:pt x="375750" y="50734"/>
                </a:cubicBezTo>
                <a:lnTo>
                  <a:pt x="344134" y="50734"/>
                </a:lnTo>
                <a:lnTo>
                  <a:pt x="344134" y="34927"/>
                </a:lnTo>
                <a:cubicBezTo>
                  <a:pt x="344134" y="31261"/>
                  <a:pt x="344134" y="27022"/>
                  <a:pt x="337577" y="27022"/>
                </a:cubicBezTo>
                <a:cubicBezTo>
                  <a:pt x="330832" y="27022"/>
                  <a:pt x="330832" y="31070"/>
                  <a:pt x="330832" y="34927"/>
                </a:cubicBezTo>
                <a:lnTo>
                  <a:pt x="330832" y="50734"/>
                </a:lnTo>
                <a:lnTo>
                  <a:pt x="314058" y="50734"/>
                </a:lnTo>
                <a:cubicBezTo>
                  <a:pt x="310972" y="50734"/>
                  <a:pt x="306153" y="50734"/>
                  <a:pt x="306153" y="56713"/>
                </a:cubicBezTo>
                <a:cubicBezTo>
                  <a:pt x="306153" y="62496"/>
                  <a:pt x="310972" y="62496"/>
                  <a:pt x="313864" y="62496"/>
                </a:cubicBezTo>
                <a:lnTo>
                  <a:pt x="330832" y="62496"/>
                </a:lnTo>
                <a:lnTo>
                  <a:pt x="330832" y="109471"/>
                </a:lnTo>
                <a:cubicBezTo>
                  <a:pt x="330832" y="127959"/>
                  <a:pt x="343940" y="134899"/>
                  <a:pt x="358014" y="134899"/>
                </a:cubicBezTo>
                <a:cubicBezTo>
                  <a:pt x="372281" y="134899"/>
                  <a:pt x="387896" y="126608"/>
                  <a:pt x="387896" y="109471"/>
                </a:cubicBezTo>
                <a:close/>
                <a:moveTo>
                  <a:pt x="492773" y="159220"/>
                </a:moveTo>
                <a:cubicBezTo>
                  <a:pt x="492773" y="152471"/>
                  <a:pt x="486028" y="152471"/>
                  <a:pt x="483713" y="152471"/>
                </a:cubicBezTo>
                <a:lnTo>
                  <a:pt x="422406" y="152471"/>
                </a:lnTo>
                <a:cubicBezTo>
                  <a:pt x="420091" y="152471"/>
                  <a:pt x="413346" y="152471"/>
                  <a:pt x="413346" y="159220"/>
                </a:cubicBezTo>
                <a:cubicBezTo>
                  <a:pt x="413346" y="165966"/>
                  <a:pt x="420091" y="165966"/>
                  <a:pt x="422406" y="165966"/>
                </a:cubicBezTo>
                <a:lnTo>
                  <a:pt x="483713" y="165966"/>
                </a:lnTo>
                <a:cubicBezTo>
                  <a:pt x="486028" y="165966"/>
                  <a:pt x="492773" y="165966"/>
                  <a:pt x="492773" y="159220"/>
                </a:cubicBezTo>
                <a:close/>
                <a:moveTo>
                  <a:pt x="592256" y="109630"/>
                </a:moveTo>
                <a:cubicBezTo>
                  <a:pt x="592256" y="89560"/>
                  <a:pt x="567383" y="85509"/>
                  <a:pt x="561215" y="84544"/>
                </a:cubicBezTo>
                <a:lnTo>
                  <a:pt x="548106" y="82228"/>
                </a:lnTo>
                <a:cubicBezTo>
                  <a:pt x="542514" y="81455"/>
                  <a:pt x="529405" y="79139"/>
                  <a:pt x="529405" y="71614"/>
                </a:cubicBezTo>
                <a:cubicBezTo>
                  <a:pt x="529405" y="66598"/>
                  <a:pt x="535574" y="60614"/>
                  <a:pt x="553890" y="60614"/>
                </a:cubicBezTo>
                <a:cubicBezTo>
                  <a:pt x="569890" y="60614"/>
                  <a:pt x="572590" y="66403"/>
                  <a:pt x="573170" y="71420"/>
                </a:cubicBezTo>
                <a:cubicBezTo>
                  <a:pt x="573361" y="74703"/>
                  <a:pt x="573747" y="77983"/>
                  <a:pt x="579724" y="77983"/>
                </a:cubicBezTo>
                <a:cubicBezTo>
                  <a:pt x="586473" y="77983"/>
                  <a:pt x="586473" y="73929"/>
                  <a:pt x="586473" y="70069"/>
                </a:cubicBezTo>
                <a:lnTo>
                  <a:pt x="586473" y="56757"/>
                </a:lnTo>
                <a:cubicBezTo>
                  <a:pt x="586473" y="53673"/>
                  <a:pt x="586473" y="48852"/>
                  <a:pt x="580686" y="48852"/>
                </a:cubicBezTo>
                <a:cubicBezTo>
                  <a:pt x="576062" y="48852"/>
                  <a:pt x="575288" y="51552"/>
                  <a:pt x="574903" y="52903"/>
                </a:cubicBezTo>
                <a:cubicBezTo>
                  <a:pt x="566422" y="48852"/>
                  <a:pt x="557937" y="48852"/>
                  <a:pt x="554275" y="48852"/>
                </a:cubicBezTo>
                <a:cubicBezTo>
                  <a:pt x="522077" y="48852"/>
                  <a:pt x="517644" y="64668"/>
                  <a:pt x="517644" y="71614"/>
                </a:cubicBezTo>
                <a:cubicBezTo>
                  <a:pt x="517644" y="89369"/>
                  <a:pt x="537886" y="92649"/>
                  <a:pt x="555625" y="95350"/>
                </a:cubicBezTo>
                <a:cubicBezTo>
                  <a:pt x="565071" y="96894"/>
                  <a:pt x="580495" y="99404"/>
                  <a:pt x="580495" y="109630"/>
                </a:cubicBezTo>
                <a:cubicBezTo>
                  <a:pt x="580495" y="116770"/>
                  <a:pt x="573361" y="123140"/>
                  <a:pt x="555816" y="123140"/>
                </a:cubicBezTo>
                <a:cubicBezTo>
                  <a:pt x="546756" y="123140"/>
                  <a:pt x="535959" y="121015"/>
                  <a:pt x="531141" y="105964"/>
                </a:cubicBezTo>
                <a:cubicBezTo>
                  <a:pt x="530176" y="102490"/>
                  <a:pt x="529405" y="100369"/>
                  <a:pt x="524392" y="100369"/>
                </a:cubicBezTo>
                <a:cubicBezTo>
                  <a:pt x="517644" y="100369"/>
                  <a:pt x="517644" y="104420"/>
                  <a:pt x="517644" y="108280"/>
                </a:cubicBezTo>
                <a:lnTo>
                  <a:pt x="517644" y="126996"/>
                </a:lnTo>
                <a:cubicBezTo>
                  <a:pt x="517644" y="130080"/>
                  <a:pt x="517644" y="134899"/>
                  <a:pt x="523428" y="134899"/>
                </a:cubicBezTo>
                <a:cubicBezTo>
                  <a:pt x="525163" y="134899"/>
                  <a:pt x="528249" y="134707"/>
                  <a:pt x="530561" y="127573"/>
                </a:cubicBezTo>
                <a:cubicBezTo>
                  <a:pt x="540007" y="134513"/>
                  <a:pt x="550227" y="134899"/>
                  <a:pt x="555625" y="134899"/>
                </a:cubicBezTo>
                <a:cubicBezTo>
                  <a:pt x="586084" y="134899"/>
                  <a:pt x="592256" y="118894"/>
                  <a:pt x="592256" y="109630"/>
                </a:cubicBezTo>
                <a:close/>
                <a:moveTo>
                  <a:pt x="695013" y="92069"/>
                </a:moveTo>
                <a:cubicBezTo>
                  <a:pt x="695013" y="67948"/>
                  <a:pt x="677083" y="48852"/>
                  <a:pt x="655490" y="48852"/>
                </a:cubicBezTo>
                <a:cubicBezTo>
                  <a:pt x="633898" y="48852"/>
                  <a:pt x="615968" y="67948"/>
                  <a:pt x="615968" y="92069"/>
                </a:cubicBezTo>
                <a:cubicBezTo>
                  <a:pt x="615968" y="116579"/>
                  <a:pt x="634283" y="134899"/>
                  <a:pt x="655490" y="134899"/>
                </a:cubicBezTo>
                <a:cubicBezTo>
                  <a:pt x="676698" y="134899"/>
                  <a:pt x="695013" y="116385"/>
                  <a:pt x="695013" y="92069"/>
                </a:cubicBezTo>
                <a:moveTo>
                  <a:pt x="681710" y="90719"/>
                </a:moveTo>
                <a:cubicBezTo>
                  <a:pt x="681710" y="108665"/>
                  <a:pt x="669758" y="123140"/>
                  <a:pt x="655490" y="123140"/>
                </a:cubicBezTo>
                <a:cubicBezTo>
                  <a:pt x="641223" y="123140"/>
                  <a:pt x="629270" y="108665"/>
                  <a:pt x="629270" y="90719"/>
                </a:cubicBezTo>
                <a:cubicBezTo>
                  <a:pt x="629270" y="73158"/>
                  <a:pt x="641802" y="60614"/>
                  <a:pt x="655490" y="60614"/>
                </a:cubicBezTo>
                <a:cubicBezTo>
                  <a:pt x="669373" y="60614"/>
                  <a:pt x="681710" y="73158"/>
                  <a:pt x="681710" y="90719"/>
                </a:cubicBezTo>
                <a:close/>
                <a:moveTo>
                  <a:pt x="796420" y="159220"/>
                </a:moveTo>
                <a:cubicBezTo>
                  <a:pt x="796420" y="152471"/>
                  <a:pt x="789674" y="152471"/>
                  <a:pt x="787359" y="152471"/>
                </a:cubicBezTo>
                <a:lnTo>
                  <a:pt x="726052" y="152471"/>
                </a:lnTo>
                <a:cubicBezTo>
                  <a:pt x="723737" y="152471"/>
                  <a:pt x="716992" y="152471"/>
                  <a:pt x="716992" y="159220"/>
                </a:cubicBezTo>
                <a:cubicBezTo>
                  <a:pt x="716992" y="165966"/>
                  <a:pt x="723737" y="165966"/>
                  <a:pt x="726052" y="165966"/>
                </a:cubicBezTo>
                <a:lnTo>
                  <a:pt x="787359" y="165966"/>
                </a:lnTo>
                <a:cubicBezTo>
                  <a:pt x="789674" y="165966"/>
                  <a:pt x="796420" y="165966"/>
                  <a:pt x="796420" y="159220"/>
                </a:cubicBezTo>
                <a:close/>
                <a:moveTo>
                  <a:pt x="891661" y="26342"/>
                </a:moveTo>
                <a:cubicBezTo>
                  <a:pt x="891661" y="14772"/>
                  <a:pt x="876237" y="14772"/>
                  <a:pt x="873151" y="14772"/>
                </a:cubicBezTo>
                <a:cubicBezTo>
                  <a:pt x="857727" y="14772"/>
                  <a:pt x="842883" y="23642"/>
                  <a:pt x="842883" y="40476"/>
                </a:cubicBezTo>
                <a:lnTo>
                  <a:pt x="842883" y="50734"/>
                </a:lnTo>
                <a:lnTo>
                  <a:pt x="823606" y="50734"/>
                </a:lnTo>
                <a:cubicBezTo>
                  <a:pt x="820520" y="50734"/>
                  <a:pt x="815701" y="50734"/>
                  <a:pt x="815701" y="56713"/>
                </a:cubicBezTo>
                <a:cubicBezTo>
                  <a:pt x="815701" y="62496"/>
                  <a:pt x="820520" y="62496"/>
                  <a:pt x="823412" y="62496"/>
                </a:cubicBezTo>
                <a:lnTo>
                  <a:pt x="842883" y="62496"/>
                </a:lnTo>
                <a:lnTo>
                  <a:pt x="842883" y="122010"/>
                </a:lnTo>
                <a:lnTo>
                  <a:pt x="823412" y="122010"/>
                </a:lnTo>
                <a:cubicBezTo>
                  <a:pt x="820520" y="122010"/>
                  <a:pt x="815507" y="122010"/>
                  <a:pt x="815507" y="127794"/>
                </a:cubicBezTo>
                <a:cubicBezTo>
                  <a:pt x="815507" y="133769"/>
                  <a:pt x="820520" y="133769"/>
                  <a:pt x="823412" y="133769"/>
                </a:cubicBezTo>
                <a:lnTo>
                  <a:pt x="875657" y="133769"/>
                </a:lnTo>
                <a:cubicBezTo>
                  <a:pt x="878549" y="133769"/>
                  <a:pt x="883562" y="133769"/>
                  <a:pt x="883562" y="127985"/>
                </a:cubicBezTo>
                <a:cubicBezTo>
                  <a:pt x="883562" y="122010"/>
                  <a:pt x="878549" y="122010"/>
                  <a:pt x="875657" y="122010"/>
                </a:cubicBezTo>
                <a:lnTo>
                  <a:pt x="856186" y="122010"/>
                </a:lnTo>
                <a:lnTo>
                  <a:pt x="856186" y="62496"/>
                </a:lnTo>
                <a:lnTo>
                  <a:pt x="879708" y="62496"/>
                </a:lnTo>
                <a:cubicBezTo>
                  <a:pt x="882600" y="62496"/>
                  <a:pt x="887419" y="62496"/>
                  <a:pt x="887419" y="56713"/>
                </a:cubicBezTo>
                <a:cubicBezTo>
                  <a:pt x="887419" y="50734"/>
                  <a:pt x="882791" y="50734"/>
                  <a:pt x="879708" y="50734"/>
                </a:cubicBezTo>
                <a:lnTo>
                  <a:pt x="856186" y="50734"/>
                </a:lnTo>
                <a:lnTo>
                  <a:pt x="856186" y="41635"/>
                </a:lnTo>
                <a:cubicBezTo>
                  <a:pt x="856186" y="26534"/>
                  <a:pt x="869103" y="26534"/>
                  <a:pt x="874887" y="26534"/>
                </a:cubicBezTo>
                <a:cubicBezTo>
                  <a:pt x="874887" y="27307"/>
                  <a:pt x="876622" y="34860"/>
                  <a:pt x="883371" y="34860"/>
                </a:cubicBezTo>
                <a:cubicBezTo>
                  <a:pt x="887224" y="34860"/>
                  <a:pt x="891661" y="31762"/>
                  <a:pt x="891661" y="26342"/>
                </a:cubicBezTo>
                <a:close/>
                <a:moveTo>
                  <a:pt x="1008685" y="127794"/>
                </a:moveTo>
                <a:cubicBezTo>
                  <a:pt x="1008685" y="122010"/>
                  <a:pt x="1003863" y="122010"/>
                  <a:pt x="1000972" y="122010"/>
                </a:cubicBezTo>
                <a:cubicBezTo>
                  <a:pt x="992876" y="122010"/>
                  <a:pt x="990946" y="121045"/>
                  <a:pt x="989405" y="120465"/>
                </a:cubicBezTo>
                <a:lnTo>
                  <a:pt x="989405" y="78763"/>
                </a:lnTo>
                <a:cubicBezTo>
                  <a:pt x="989405" y="65056"/>
                  <a:pt x="978994" y="48852"/>
                  <a:pt x="951232" y="48852"/>
                </a:cubicBezTo>
                <a:cubicBezTo>
                  <a:pt x="942942" y="48852"/>
                  <a:pt x="923276" y="48852"/>
                  <a:pt x="923276" y="62932"/>
                </a:cubicBezTo>
                <a:cubicBezTo>
                  <a:pt x="923276" y="68725"/>
                  <a:pt x="927327" y="71814"/>
                  <a:pt x="931952" y="71814"/>
                </a:cubicBezTo>
                <a:cubicBezTo>
                  <a:pt x="934844" y="71814"/>
                  <a:pt x="940242" y="70075"/>
                  <a:pt x="940436" y="62932"/>
                </a:cubicBezTo>
                <a:cubicBezTo>
                  <a:pt x="940436" y="61387"/>
                  <a:pt x="940627" y="61193"/>
                  <a:pt x="944484" y="60808"/>
                </a:cubicBezTo>
                <a:cubicBezTo>
                  <a:pt x="947184" y="60614"/>
                  <a:pt x="949691" y="60614"/>
                  <a:pt x="951426" y="60614"/>
                </a:cubicBezTo>
                <a:cubicBezTo>
                  <a:pt x="966076" y="60614"/>
                  <a:pt x="976102" y="66601"/>
                  <a:pt x="976102" y="80307"/>
                </a:cubicBezTo>
                <a:cubicBezTo>
                  <a:pt x="941977" y="80887"/>
                  <a:pt x="918264" y="90539"/>
                  <a:pt x="918264" y="109074"/>
                </a:cubicBezTo>
                <a:cubicBezTo>
                  <a:pt x="918264" y="122369"/>
                  <a:pt x="930410" y="134899"/>
                  <a:pt x="950076" y="134899"/>
                </a:cubicBezTo>
                <a:cubicBezTo>
                  <a:pt x="957210" y="134899"/>
                  <a:pt x="969162" y="133551"/>
                  <a:pt x="978223" y="127573"/>
                </a:cubicBezTo>
                <a:cubicBezTo>
                  <a:pt x="982465" y="133578"/>
                  <a:pt x="991720" y="133769"/>
                  <a:pt x="999045" y="133769"/>
                </a:cubicBezTo>
                <a:cubicBezTo>
                  <a:pt x="1004443" y="133769"/>
                  <a:pt x="1008685" y="133769"/>
                  <a:pt x="1008685" y="127794"/>
                </a:cubicBezTo>
                <a:moveTo>
                  <a:pt x="976102" y="107935"/>
                </a:moveTo>
                <a:cubicBezTo>
                  <a:pt x="976102" y="112369"/>
                  <a:pt x="976102" y="116417"/>
                  <a:pt x="968583" y="119889"/>
                </a:cubicBezTo>
                <a:cubicBezTo>
                  <a:pt x="961643" y="123140"/>
                  <a:pt x="952968" y="123140"/>
                  <a:pt x="951426" y="123140"/>
                </a:cubicBezTo>
                <a:cubicBezTo>
                  <a:pt x="939471" y="123140"/>
                  <a:pt x="931566" y="116585"/>
                  <a:pt x="931566" y="109065"/>
                </a:cubicBezTo>
                <a:cubicBezTo>
                  <a:pt x="931566" y="99615"/>
                  <a:pt x="948146" y="92484"/>
                  <a:pt x="976102" y="91710"/>
                </a:cubicBezTo>
                <a:lnTo>
                  <a:pt x="976102" y="107935"/>
                </a:lnTo>
                <a:close/>
                <a:moveTo>
                  <a:pt x="1103732" y="61561"/>
                </a:moveTo>
                <a:cubicBezTo>
                  <a:pt x="1103732" y="57704"/>
                  <a:pt x="1101417" y="49605"/>
                  <a:pt x="1085416" y="49605"/>
                </a:cubicBezTo>
                <a:cubicBezTo>
                  <a:pt x="1075582" y="49605"/>
                  <a:pt x="1063244" y="53076"/>
                  <a:pt x="1052642" y="65224"/>
                </a:cubicBezTo>
                <a:lnTo>
                  <a:pt x="1052642" y="58669"/>
                </a:lnTo>
                <a:cubicBezTo>
                  <a:pt x="1052642" y="52664"/>
                  <a:pt x="1051483" y="50734"/>
                  <a:pt x="1044929" y="50734"/>
                </a:cubicBezTo>
                <a:lnTo>
                  <a:pt x="1023722" y="50734"/>
                </a:lnTo>
                <a:cubicBezTo>
                  <a:pt x="1020830" y="50734"/>
                  <a:pt x="1016011" y="50734"/>
                  <a:pt x="1016011" y="56521"/>
                </a:cubicBezTo>
                <a:cubicBezTo>
                  <a:pt x="1016011" y="62496"/>
                  <a:pt x="1020639" y="62496"/>
                  <a:pt x="1023722" y="62496"/>
                </a:cubicBezTo>
                <a:lnTo>
                  <a:pt x="1039339" y="62496"/>
                </a:lnTo>
                <a:lnTo>
                  <a:pt x="1039339" y="122010"/>
                </a:lnTo>
                <a:lnTo>
                  <a:pt x="1023722" y="122010"/>
                </a:lnTo>
                <a:cubicBezTo>
                  <a:pt x="1020830" y="122010"/>
                  <a:pt x="1016011" y="122010"/>
                  <a:pt x="1016011" y="127794"/>
                </a:cubicBezTo>
                <a:cubicBezTo>
                  <a:pt x="1016011" y="133769"/>
                  <a:pt x="1020639" y="133769"/>
                  <a:pt x="1023722" y="133769"/>
                </a:cubicBezTo>
                <a:lnTo>
                  <a:pt x="1074041" y="133769"/>
                </a:lnTo>
                <a:cubicBezTo>
                  <a:pt x="1076932" y="133769"/>
                  <a:pt x="1081945" y="133769"/>
                  <a:pt x="1081945" y="127985"/>
                </a:cubicBezTo>
                <a:cubicBezTo>
                  <a:pt x="1081945" y="122010"/>
                  <a:pt x="1076932" y="122010"/>
                  <a:pt x="1074041" y="122010"/>
                </a:cubicBezTo>
                <a:lnTo>
                  <a:pt x="1052642" y="122010"/>
                </a:lnTo>
                <a:lnTo>
                  <a:pt x="1052642" y="97936"/>
                </a:lnTo>
                <a:cubicBezTo>
                  <a:pt x="1052642" y="79878"/>
                  <a:pt x="1064015" y="61367"/>
                  <a:pt x="1087343" y="61367"/>
                </a:cubicBezTo>
                <a:cubicBezTo>
                  <a:pt x="1087537" y="65995"/>
                  <a:pt x="1090815" y="69851"/>
                  <a:pt x="1095633" y="69851"/>
                </a:cubicBezTo>
                <a:cubicBezTo>
                  <a:pt x="1099875" y="69851"/>
                  <a:pt x="1103732" y="66765"/>
                  <a:pt x="1103732" y="61561"/>
                </a:cubicBezTo>
                <a:close/>
                <a:moveTo>
                  <a:pt x="1305968" y="60119"/>
                </a:moveTo>
                <a:cubicBezTo>
                  <a:pt x="1305968" y="53370"/>
                  <a:pt x="1298834" y="53370"/>
                  <a:pt x="1296136" y="53370"/>
                </a:cubicBezTo>
                <a:lnTo>
                  <a:pt x="1229429" y="53370"/>
                </a:lnTo>
                <a:cubicBezTo>
                  <a:pt x="1226731" y="53370"/>
                  <a:pt x="1219597" y="53370"/>
                  <a:pt x="1219597" y="60119"/>
                </a:cubicBezTo>
                <a:cubicBezTo>
                  <a:pt x="1219597" y="66868"/>
                  <a:pt x="1225960" y="66868"/>
                  <a:pt x="1228273" y="66868"/>
                </a:cubicBezTo>
                <a:lnTo>
                  <a:pt x="1297293" y="66868"/>
                </a:lnTo>
                <a:cubicBezTo>
                  <a:pt x="1299605" y="66868"/>
                  <a:pt x="1305968" y="66868"/>
                  <a:pt x="1305968" y="60119"/>
                </a:cubicBezTo>
                <a:moveTo>
                  <a:pt x="1305968" y="89366"/>
                </a:moveTo>
                <a:cubicBezTo>
                  <a:pt x="1305968" y="82617"/>
                  <a:pt x="1299605" y="82617"/>
                  <a:pt x="1297293" y="82617"/>
                </a:cubicBezTo>
                <a:lnTo>
                  <a:pt x="1228273" y="82617"/>
                </a:lnTo>
                <a:cubicBezTo>
                  <a:pt x="1225960" y="82617"/>
                  <a:pt x="1219597" y="82617"/>
                  <a:pt x="1219597" y="89366"/>
                </a:cubicBezTo>
                <a:cubicBezTo>
                  <a:pt x="1219597" y="96112"/>
                  <a:pt x="1226731" y="96112"/>
                  <a:pt x="1229429" y="96112"/>
                </a:cubicBezTo>
                <a:lnTo>
                  <a:pt x="1296136" y="96112"/>
                </a:lnTo>
                <a:cubicBezTo>
                  <a:pt x="1298834" y="96112"/>
                  <a:pt x="1305968" y="96112"/>
                  <a:pt x="1305968" y="89366"/>
                </a:cubicBezTo>
                <a:close/>
                <a:moveTo>
                  <a:pt x="1510326" y="127985"/>
                </a:moveTo>
                <a:cubicBezTo>
                  <a:pt x="1510326" y="122010"/>
                  <a:pt x="1505313" y="122010"/>
                  <a:pt x="1502421" y="122010"/>
                </a:cubicBezTo>
                <a:lnTo>
                  <a:pt x="1494711" y="122010"/>
                </a:lnTo>
                <a:lnTo>
                  <a:pt x="1470032" y="91001"/>
                </a:lnTo>
                <a:lnTo>
                  <a:pt x="1492010" y="62496"/>
                </a:lnTo>
                <a:lnTo>
                  <a:pt x="1499724" y="62496"/>
                </a:lnTo>
                <a:cubicBezTo>
                  <a:pt x="1502421" y="62496"/>
                  <a:pt x="1507628" y="62496"/>
                  <a:pt x="1507628" y="56713"/>
                </a:cubicBezTo>
                <a:cubicBezTo>
                  <a:pt x="1507628" y="50734"/>
                  <a:pt x="1502615" y="50734"/>
                  <a:pt x="1499724" y="50734"/>
                </a:cubicBezTo>
                <a:lnTo>
                  <a:pt x="1477166" y="50734"/>
                </a:lnTo>
                <a:cubicBezTo>
                  <a:pt x="1474274" y="50734"/>
                  <a:pt x="1469456" y="50734"/>
                  <a:pt x="1469456" y="56521"/>
                </a:cubicBezTo>
                <a:cubicBezTo>
                  <a:pt x="1469456" y="62496"/>
                  <a:pt x="1473698" y="62496"/>
                  <a:pt x="1478902" y="62496"/>
                </a:cubicBezTo>
                <a:lnTo>
                  <a:pt x="1464634" y="81949"/>
                </a:lnTo>
                <a:lnTo>
                  <a:pt x="1449984" y="62496"/>
                </a:lnTo>
                <a:cubicBezTo>
                  <a:pt x="1454997" y="62496"/>
                  <a:pt x="1459236" y="62496"/>
                  <a:pt x="1459236" y="56521"/>
                </a:cubicBezTo>
                <a:cubicBezTo>
                  <a:pt x="1459236" y="50734"/>
                  <a:pt x="1454417" y="50734"/>
                  <a:pt x="1451526" y="50734"/>
                </a:cubicBezTo>
                <a:lnTo>
                  <a:pt x="1428968" y="50734"/>
                </a:lnTo>
                <a:cubicBezTo>
                  <a:pt x="1426076" y="50734"/>
                  <a:pt x="1421064" y="50734"/>
                  <a:pt x="1421064" y="56713"/>
                </a:cubicBezTo>
                <a:cubicBezTo>
                  <a:pt x="1421064" y="62496"/>
                  <a:pt x="1426270" y="62496"/>
                  <a:pt x="1428968" y="62496"/>
                </a:cubicBezTo>
                <a:lnTo>
                  <a:pt x="1436681" y="62496"/>
                </a:lnTo>
                <a:lnTo>
                  <a:pt x="1459430" y="91001"/>
                </a:lnTo>
                <a:lnTo>
                  <a:pt x="1435522" y="122010"/>
                </a:lnTo>
                <a:lnTo>
                  <a:pt x="1427812" y="122010"/>
                </a:lnTo>
                <a:cubicBezTo>
                  <a:pt x="1424920" y="122010"/>
                  <a:pt x="1419907" y="122010"/>
                  <a:pt x="1419907" y="127985"/>
                </a:cubicBezTo>
                <a:cubicBezTo>
                  <a:pt x="1419907" y="133769"/>
                  <a:pt x="1425111" y="133769"/>
                  <a:pt x="1427812" y="133769"/>
                </a:cubicBezTo>
                <a:lnTo>
                  <a:pt x="1450369" y="133769"/>
                </a:lnTo>
                <a:cubicBezTo>
                  <a:pt x="1453261" y="133769"/>
                  <a:pt x="1458080" y="133769"/>
                  <a:pt x="1458080" y="127985"/>
                </a:cubicBezTo>
                <a:cubicBezTo>
                  <a:pt x="1458080" y="122010"/>
                  <a:pt x="1454032" y="122010"/>
                  <a:pt x="1448054" y="122010"/>
                </a:cubicBezTo>
                <a:lnTo>
                  <a:pt x="1464634" y="98295"/>
                </a:lnTo>
                <a:lnTo>
                  <a:pt x="1481793" y="122010"/>
                </a:lnTo>
                <a:cubicBezTo>
                  <a:pt x="1476395" y="122010"/>
                  <a:pt x="1472153" y="122010"/>
                  <a:pt x="1472153" y="127985"/>
                </a:cubicBezTo>
                <a:cubicBezTo>
                  <a:pt x="1472153" y="133769"/>
                  <a:pt x="1476975" y="133769"/>
                  <a:pt x="1479867" y="133769"/>
                </a:cubicBezTo>
                <a:lnTo>
                  <a:pt x="1502421" y="133769"/>
                </a:lnTo>
                <a:cubicBezTo>
                  <a:pt x="1505122" y="133769"/>
                  <a:pt x="1510326" y="133769"/>
                  <a:pt x="1510326" y="127985"/>
                </a:cubicBezTo>
                <a:close/>
                <a:moveTo>
                  <a:pt x="1604411" y="109630"/>
                </a:moveTo>
                <a:cubicBezTo>
                  <a:pt x="1604411" y="89560"/>
                  <a:pt x="1579538" y="85509"/>
                  <a:pt x="1573369" y="84544"/>
                </a:cubicBezTo>
                <a:lnTo>
                  <a:pt x="1560261" y="82228"/>
                </a:lnTo>
                <a:cubicBezTo>
                  <a:pt x="1554669" y="81455"/>
                  <a:pt x="1541560" y="79139"/>
                  <a:pt x="1541560" y="71614"/>
                </a:cubicBezTo>
                <a:cubicBezTo>
                  <a:pt x="1541560" y="66598"/>
                  <a:pt x="1547729" y="60614"/>
                  <a:pt x="1566044" y="60614"/>
                </a:cubicBezTo>
                <a:cubicBezTo>
                  <a:pt x="1582045" y="60614"/>
                  <a:pt x="1584745" y="66403"/>
                  <a:pt x="1585325" y="71420"/>
                </a:cubicBezTo>
                <a:cubicBezTo>
                  <a:pt x="1585516" y="74703"/>
                  <a:pt x="1585901" y="77983"/>
                  <a:pt x="1591879" y="77983"/>
                </a:cubicBezTo>
                <a:cubicBezTo>
                  <a:pt x="1598627" y="77983"/>
                  <a:pt x="1598627" y="73929"/>
                  <a:pt x="1598627" y="70069"/>
                </a:cubicBezTo>
                <a:lnTo>
                  <a:pt x="1598627" y="56757"/>
                </a:lnTo>
                <a:cubicBezTo>
                  <a:pt x="1598627" y="53673"/>
                  <a:pt x="1598627" y="48852"/>
                  <a:pt x="1592841" y="48852"/>
                </a:cubicBezTo>
                <a:cubicBezTo>
                  <a:pt x="1588216" y="48852"/>
                  <a:pt x="1587443" y="51552"/>
                  <a:pt x="1587057" y="52903"/>
                </a:cubicBezTo>
                <a:cubicBezTo>
                  <a:pt x="1578576" y="48852"/>
                  <a:pt x="1570092" y="48852"/>
                  <a:pt x="1566430" y="48852"/>
                </a:cubicBezTo>
                <a:cubicBezTo>
                  <a:pt x="1534232" y="48852"/>
                  <a:pt x="1529799" y="64668"/>
                  <a:pt x="1529799" y="71614"/>
                </a:cubicBezTo>
                <a:cubicBezTo>
                  <a:pt x="1529799" y="89369"/>
                  <a:pt x="1550041" y="92649"/>
                  <a:pt x="1567780" y="95350"/>
                </a:cubicBezTo>
                <a:cubicBezTo>
                  <a:pt x="1577226" y="96894"/>
                  <a:pt x="1592650" y="99404"/>
                  <a:pt x="1592650" y="109630"/>
                </a:cubicBezTo>
                <a:cubicBezTo>
                  <a:pt x="1592650" y="116770"/>
                  <a:pt x="1585516" y="123140"/>
                  <a:pt x="1567971" y="123140"/>
                </a:cubicBezTo>
                <a:cubicBezTo>
                  <a:pt x="1558911" y="123140"/>
                  <a:pt x="1548114" y="121015"/>
                  <a:pt x="1543296" y="105964"/>
                </a:cubicBezTo>
                <a:cubicBezTo>
                  <a:pt x="1542331" y="102490"/>
                  <a:pt x="1541560" y="100369"/>
                  <a:pt x="1536547" y="100369"/>
                </a:cubicBezTo>
                <a:cubicBezTo>
                  <a:pt x="1529799" y="100369"/>
                  <a:pt x="1529799" y="104420"/>
                  <a:pt x="1529799" y="108280"/>
                </a:cubicBezTo>
                <a:lnTo>
                  <a:pt x="1529799" y="126996"/>
                </a:lnTo>
                <a:cubicBezTo>
                  <a:pt x="1529799" y="130080"/>
                  <a:pt x="1529799" y="134899"/>
                  <a:pt x="1535582" y="134899"/>
                </a:cubicBezTo>
                <a:cubicBezTo>
                  <a:pt x="1537318" y="134899"/>
                  <a:pt x="1540404" y="134707"/>
                  <a:pt x="1542716" y="127573"/>
                </a:cubicBezTo>
                <a:cubicBezTo>
                  <a:pt x="1552162" y="134513"/>
                  <a:pt x="1562382" y="134899"/>
                  <a:pt x="1567780" y="134899"/>
                </a:cubicBezTo>
                <a:cubicBezTo>
                  <a:pt x="1598239" y="134899"/>
                  <a:pt x="1604411" y="118894"/>
                  <a:pt x="1604411" y="109630"/>
                </a:cubicBezTo>
                <a:close/>
                <a:moveTo>
                  <a:pt x="1710250" y="143989"/>
                </a:moveTo>
                <a:cubicBezTo>
                  <a:pt x="1710250" y="138014"/>
                  <a:pt x="1705626" y="138014"/>
                  <a:pt x="1702540" y="138014"/>
                </a:cubicBezTo>
                <a:lnTo>
                  <a:pt x="1673237" y="138014"/>
                </a:lnTo>
                <a:lnTo>
                  <a:pt x="1673237" y="11759"/>
                </a:lnTo>
                <a:lnTo>
                  <a:pt x="1702540" y="11759"/>
                </a:lnTo>
                <a:cubicBezTo>
                  <a:pt x="1705432" y="11759"/>
                  <a:pt x="1710250" y="11759"/>
                  <a:pt x="1710250" y="5975"/>
                </a:cubicBezTo>
                <a:cubicBezTo>
                  <a:pt x="1710250" y="0"/>
                  <a:pt x="1705626" y="0"/>
                  <a:pt x="1702540" y="0"/>
                </a:cubicBezTo>
                <a:lnTo>
                  <a:pt x="1667645" y="0"/>
                </a:lnTo>
                <a:cubicBezTo>
                  <a:pt x="1661282" y="0"/>
                  <a:pt x="1659934" y="1736"/>
                  <a:pt x="1659934" y="7905"/>
                </a:cubicBezTo>
                <a:lnTo>
                  <a:pt x="1659934" y="141871"/>
                </a:lnTo>
                <a:cubicBezTo>
                  <a:pt x="1659934" y="147846"/>
                  <a:pt x="1661090" y="149773"/>
                  <a:pt x="1667645" y="149773"/>
                </a:cubicBezTo>
                <a:lnTo>
                  <a:pt x="1702540" y="149773"/>
                </a:lnTo>
                <a:cubicBezTo>
                  <a:pt x="1705432" y="149773"/>
                  <a:pt x="1710250" y="149773"/>
                  <a:pt x="1710250" y="143989"/>
                </a:cubicBezTo>
                <a:close/>
                <a:moveTo>
                  <a:pt x="1809733" y="74932"/>
                </a:moveTo>
                <a:cubicBezTo>
                  <a:pt x="1809733" y="39084"/>
                  <a:pt x="1790068" y="13830"/>
                  <a:pt x="1768860" y="13830"/>
                </a:cubicBezTo>
                <a:cubicBezTo>
                  <a:pt x="1747268" y="13830"/>
                  <a:pt x="1727987" y="39664"/>
                  <a:pt x="1727987" y="74741"/>
                </a:cubicBezTo>
                <a:cubicBezTo>
                  <a:pt x="1727987" y="110589"/>
                  <a:pt x="1747653" y="135840"/>
                  <a:pt x="1768860" y="135840"/>
                </a:cubicBezTo>
                <a:cubicBezTo>
                  <a:pt x="1790453" y="135840"/>
                  <a:pt x="1809733" y="110009"/>
                  <a:pt x="1809733" y="74932"/>
                </a:cubicBezTo>
                <a:moveTo>
                  <a:pt x="1796431" y="72814"/>
                </a:moveTo>
                <a:cubicBezTo>
                  <a:pt x="1796431" y="101337"/>
                  <a:pt x="1783899" y="124081"/>
                  <a:pt x="1768860" y="124081"/>
                </a:cubicBezTo>
                <a:cubicBezTo>
                  <a:pt x="1753822" y="124081"/>
                  <a:pt x="1741290" y="101337"/>
                  <a:pt x="1741290" y="72814"/>
                </a:cubicBezTo>
                <a:cubicBezTo>
                  <a:pt x="1741290" y="44674"/>
                  <a:pt x="1754593" y="25592"/>
                  <a:pt x="1768860" y="25592"/>
                </a:cubicBezTo>
                <a:cubicBezTo>
                  <a:pt x="1782934" y="25592"/>
                  <a:pt x="1796431" y="44480"/>
                  <a:pt x="1796431" y="72814"/>
                </a:cubicBezTo>
                <a:close/>
                <a:moveTo>
                  <a:pt x="1877786" y="141871"/>
                </a:moveTo>
                <a:lnTo>
                  <a:pt x="1877786" y="7905"/>
                </a:lnTo>
                <a:cubicBezTo>
                  <a:pt x="1877786" y="1927"/>
                  <a:pt x="1876630" y="0"/>
                  <a:pt x="1870076" y="0"/>
                </a:cubicBezTo>
                <a:lnTo>
                  <a:pt x="1835180" y="0"/>
                </a:lnTo>
                <a:cubicBezTo>
                  <a:pt x="1832289" y="0"/>
                  <a:pt x="1827467" y="0"/>
                  <a:pt x="1827467" y="5784"/>
                </a:cubicBezTo>
                <a:cubicBezTo>
                  <a:pt x="1827467" y="11759"/>
                  <a:pt x="1832094" y="11759"/>
                  <a:pt x="1835180" y="11759"/>
                </a:cubicBezTo>
                <a:lnTo>
                  <a:pt x="1864483" y="11759"/>
                </a:lnTo>
                <a:lnTo>
                  <a:pt x="1864483" y="138014"/>
                </a:lnTo>
                <a:lnTo>
                  <a:pt x="1835180" y="138014"/>
                </a:lnTo>
                <a:cubicBezTo>
                  <a:pt x="1832289" y="138014"/>
                  <a:pt x="1827467" y="138014"/>
                  <a:pt x="1827467" y="143798"/>
                </a:cubicBezTo>
                <a:cubicBezTo>
                  <a:pt x="1827467" y="149773"/>
                  <a:pt x="1832094" y="149773"/>
                  <a:pt x="1835180" y="149773"/>
                </a:cubicBezTo>
                <a:lnTo>
                  <a:pt x="1870076" y="149773"/>
                </a:lnTo>
                <a:cubicBezTo>
                  <a:pt x="1876439" y="149773"/>
                  <a:pt x="1877786" y="148040"/>
                  <a:pt x="1877786" y="1418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fornuminxs[1:]:">
            <a:extLst xmlns:a="http://schemas.openxmlformats.org/drawingml/2006/main">
              <a:ext uri="{FF2B5EF4-FFF2-40B4-BE49-F238E27FC236}">
                <a16:creationId xmlns:a16="http://schemas.microsoft.com/office/drawing/2014/main" id="{8AB4B6E6-5EC7-40D9-861E-06260557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0436" y="2410523"/>
            <a:ext cx="1775224" cy="149773"/>
          </a:xfrm>
          <a:custGeom xmlns:a="http://schemas.openxmlformats.org/drawingml/2006/main">
            <a:pathLst>
              <a:path w="1775224" h="149773">
                <a:moveTo>
                  <a:pt x="76154" y="26342"/>
                </a:moveTo>
                <a:cubicBezTo>
                  <a:pt x="76154" y="14772"/>
                  <a:pt x="60730" y="14772"/>
                  <a:pt x="57644" y="14772"/>
                </a:cubicBezTo>
                <a:cubicBezTo>
                  <a:pt x="42220" y="14772"/>
                  <a:pt x="27376" y="23642"/>
                  <a:pt x="27376" y="40476"/>
                </a:cubicBezTo>
                <a:lnTo>
                  <a:pt x="27376" y="50734"/>
                </a:lnTo>
                <a:lnTo>
                  <a:pt x="8099" y="50734"/>
                </a:lnTo>
                <a:cubicBezTo>
                  <a:pt x="5013" y="50734"/>
                  <a:pt x="194" y="50734"/>
                  <a:pt x="194" y="56713"/>
                </a:cubicBezTo>
                <a:cubicBezTo>
                  <a:pt x="194" y="62496"/>
                  <a:pt x="5013" y="62496"/>
                  <a:pt x="7905" y="62496"/>
                </a:cubicBezTo>
                <a:lnTo>
                  <a:pt x="27376" y="62496"/>
                </a:lnTo>
                <a:lnTo>
                  <a:pt x="27376" y="122010"/>
                </a:lnTo>
                <a:lnTo>
                  <a:pt x="7905" y="122010"/>
                </a:lnTo>
                <a:cubicBezTo>
                  <a:pt x="5013" y="122010"/>
                  <a:pt x="0" y="122010"/>
                  <a:pt x="0" y="127794"/>
                </a:cubicBezTo>
                <a:cubicBezTo>
                  <a:pt x="0" y="133769"/>
                  <a:pt x="5013" y="133769"/>
                  <a:pt x="7905" y="133769"/>
                </a:cubicBezTo>
                <a:lnTo>
                  <a:pt x="60150" y="133769"/>
                </a:lnTo>
                <a:cubicBezTo>
                  <a:pt x="63042" y="133769"/>
                  <a:pt x="68055" y="133769"/>
                  <a:pt x="68055" y="127985"/>
                </a:cubicBezTo>
                <a:cubicBezTo>
                  <a:pt x="68055" y="122010"/>
                  <a:pt x="63042" y="122010"/>
                  <a:pt x="60150" y="122010"/>
                </a:cubicBezTo>
                <a:lnTo>
                  <a:pt x="40679" y="122010"/>
                </a:lnTo>
                <a:lnTo>
                  <a:pt x="40679" y="62496"/>
                </a:lnTo>
                <a:lnTo>
                  <a:pt x="64201" y="62496"/>
                </a:lnTo>
                <a:cubicBezTo>
                  <a:pt x="67093" y="62496"/>
                  <a:pt x="71912" y="62496"/>
                  <a:pt x="71912" y="56713"/>
                </a:cubicBezTo>
                <a:cubicBezTo>
                  <a:pt x="71912" y="50734"/>
                  <a:pt x="67284" y="50734"/>
                  <a:pt x="64201" y="50734"/>
                </a:cubicBezTo>
                <a:lnTo>
                  <a:pt x="40679" y="50734"/>
                </a:lnTo>
                <a:lnTo>
                  <a:pt x="40679" y="41635"/>
                </a:lnTo>
                <a:cubicBezTo>
                  <a:pt x="40679" y="26534"/>
                  <a:pt x="53596" y="26534"/>
                  <a:pt x="59380" y="26534"/>
                </a:cubicBezTo>
                <a:cubicBezTo>
                  <a:pt x="59380" y="27307"/>
                  <a:pt x="61115" y="34860"/>
                  <a:pt x="67864" y="34860"/>
                </a:cubicBezTo>
                <a:cubicBezTo>
                  <a:pt x="71717" y="34860"/>
                  <a:pt x="76154" y="31762"/>
                  <a:pt x="76154" y="26342"/>
                </a:cubicBezTo>
                <a:close/>
                <a:moveTo>
                  <a:pt x="183153" y="92069"/>
                </a:moveTo>
                <a:cubicBezTo>
                  <a:pt x="183153" y="67948"/>
                  <a:pt x="165223" y="48852"/>
                  <a:pt x="143630" y="48852"/>
                </a:cubicBezTo>
                <a:cubicBezTo>
                  <a:pt x="122038" y="48852"/>
                  <a:pt x="104108" y="67948"/>
                  <a:pt x="104108" y="92069"/>
                </a:cubicBezTo>
                <a:cubicBezTo>
                  <a:pt x="104108" y="116579"/>
                  <a:pt x="122423" y="134899"/>
                  <a:pt x="143630" y="134899"/>
                </a:cubicBezTo>
                <a:cubicBezTo>
                  <a:pt x="164837" y="134899"/>
                  <a:pt x="183153" y="116385"/>
                  <a:pt x="183153" y="92069"/>
                </a:cubicBezTo>
                <a:moveTo>
                  <a:pt x="169850" y="90719"/>
                </a:moveTo>
                <a:cubicBezTo>
                  <a:pt x="169850" y="108665"/>
                  <a:pt x="157898" y="123140"/>
                  <a:pt x="143630" y="123140"/>
                </a:cubicBezTo>
                <a:cubicBezTo>
                  <a:pt x="129363" y="123140"/>
                  <a:pt x="117410" y="108665"/>
                  <a:pt x="117410" y="90719"/>
                </a:cubicBezTo>
                <a:cubicBezTo>
                  <a:pt x="117410" y="73158"/>
                  <a:pt x="129942" y="60614"/>
                  <a:pt x="143630" y="60614"/>
                </a:cubicBezTo>
                <a:cubicBezTo>
                  <a:pt x="157512" y="60614"/>
                  <a:pt x="169850" y="73158"/>
                  <a:pt x="169850" y="90719"/>
                </a:cubicBezTo>
                <a:close/>
                <a:moveTo>
                  <a:pt x="288224" y="61561"/>
                </a:moveTo>
                <a:cubicBezTo>
                  <a:pt x="288224" y="57704"/>
                  <a:pt x="285909" y="49605"/>
                  <a:pt x="269909" y="49605"/>
                </a:cubicBezTo>
                <a:cubicBezTo>
                  <a:pt x="260074" y="49605"/>
                  <a:pt x="247737" y="53076"/>
                  <a:pt x="237135" y="65224"/>
                </a:cubicBezTo>
                <a:lnTo>
                  <a:pt x="237135" y="58669"/>
                </a:lnTo>
                <a:cubicBezTo>
                  <a:pt x="237135" y="52664"/>
                  <a:pt x="235975" y="50734"/>
                  <a:pt x="229421" y="50734"/>
                </a:cubicBezTo>
                <a:lnTo>
                  <a:pt x="208214" y="50734"/>
                </a:lnTo>
                <a:cubicBezTo>
                  <a:pt x="205322" y="50734"/>
                  <a:pt x="200504" y="50734"/>
                  <a:pt x="200504" y="56521"/>
                </a:cubicBezTo>
                <a:cubicBezTo>
                  <a:pt x="200504" y="62496"/>
                  <a:pt x="205131" y="62496"/>
                  <a:pt x="208214" y="62496"/>
                </a:cubicBezTo>
                <a:lnTo>
                  <a:pt x="223832" y="62496"/>
                </a:lnTo>
                <a:lnTo>
                  <a:pt x="223832" y="122010"/>
                </a:lnTo>
                <a:lnTo>
                  <a:pt x="208214" y="122010"/>
                </a:lnTo>
                <a:cubicBezTo>
                  <a:pt x="205322" y="122010"/>
                  <a:pt x="200504" y="122010"/>
                  <a:pt x="200504" y="127794"/>
                </a:cubicBezTo>
                <a:cubicBezTo>
                  <a:pt x="200504" y="133769"/>
                  <a:pt x="205131" y="133769"/>
                  <a:pt x="208214" y="133769"/>
                </a:cubicBezTo>
                <a:lnTo>
                  <a:pt x="258533" y="133769"/>
                </a:lnTo>
                <a:cubicBezTo>
                  <a:pt x="261425" y="133769"/>
                  <a:pt x="266438" y="133769"/>
                  <a:pt x="266438" y="127985"/>
                </a:cubicBezTo>
                <a:cubicBezTo>
                  <a:pt x="266438" y="122010"/>
                  <a:pt x="261425" y="122010"/>
                  <a:pt x="258533" y="122010"/>
                </a:cubicBezTo>
                <a:lnTo>
                  <a:pt x="237135" y="122010"/>
                </a:lnTo>
                <a:lnTo>
                  <a:pt x="237135" y="97936"/>
                </a:lnTo>
                <a:cubicBezTo>
                  <a:pt x="237135" y="79878"/>
                  <a:pt x="248507" y="61367"/>
                  <a:pt x="271836" y="61367"/>
                </a:cubicBezTo>
                <a:cubicBezTo>
                  <a:pt x="272030" y="65995"/>
                  <a:pt x="275307" y="69851"/>
                  <a:pt x="280126" y="69851"/>
                </a:cubicBezTo>
                <a:cubicBezTo>
                  <a:pt x="284368" y="69851"/>
                  <a:pt x="288224" y="66765"/>
                  <a:pt x="288224" y="61561"/>
                </a:cubicBezTo>
                <a:close/>
                <a:moveTo>
                  <a:pt x="495474" y="127985"/>
                </a:moveTo>
                <a:cubicBezTo>
                  <a:pt x="495474" y="122010"/>
                  <a:pt x="490655" y="122010"/>
                  <a:pt x="487569" y="122010"/>
                </a:cubicBezTo>
                <a:lnTo>
                  <a:pt x="479085" y="122010"/>
                </a:lnTo>
                <a:lnTo>
                  <a:pt x="479085" y="77348"/>
                </a:lnTo>
                <a:cubicBezTo>
                  <a:pt x="479085" y="57898"/>
                  <a:pt x="469254" y="49605"/>
                  <a:pt x="454024" y="49605"/>
                </a:cubicBezTo>
                <a:cubicBezTo>
                  <a:pt x="441107" y="49605"/>
                  <a:pt x="432432" y="56162"/>
                  <a:pt x="428766" y="59825"/>
                </a:cubicBezTo>
                <a:cubicBezTo>
                  <a:pt x="428766" y="53629"/>
                  <a:pt x="428766" y="50734"/>
                  <a:pt x="421056" y="50734"/>
                </a:cubicBezTo>
                <a:lnTo>
                  <a:pt x="406982" y="50734"/>
                </a:lnTo>
                <a:cubicBezTo>
                  <a:pt x="403897" y="50734"/>
                  <a:pt x="399078" y="50734"/>
                  <a:pt x="399078" y="56713"/>
                </a:cubicBezTo>
                <a:cubicBezTo>
                  <a:pt x="399078" y="62496"/>
                  <a:pt x="404091" y="62496"/>
                  <a:pt x="406788" y="62496"/>
                </a:cubicBezTo>
                <a:lnTo>
                  <a:pt x="415467" y="62496"/>
                </a:lnTo>
                <a:lnTo>
                  <a:pt x="415467" y="122010"/>
                </a:lnTo>
                <a:lnTo>
                  <a:pt x="406982" y="122010"/>
                </a:lnTo>
                <a:cubicBezTo>
                  <a:pt x="403897" y="122010"/>
                  <a:pt x="399078" y="122010"/>
                  <a:pt x="399078" y="127985"/>
                </a:cubicBezTo>
                <a:cubicBezTo>
                  <a:pt x="399078" y="133769"/>
                  <a:pt x="404091" y="133769"/>
                  <a:pt x="406788" y="133769"/>
                </a:cubicBezTo>
                <a:lnTo>
                  <a:pt x="437445" y="133769"/>
                </a:lnTo>
                <a:cubicBezTo>
                  <a:pt x="440142" y="133769"/>
                  <a:pt x="445155" y="133769"/>
                  <a:pt x="445155" y="127985"/>
                </a:cubicBezTo>
                <a:cubicBezTo>
                  <a:pt x="445155" y="122010"/>
                  <a:pt x="440336" y="122010"/>
                  <a:pt x="437250" y="122010"/>
                </a:cubicBezTo>
                <a:lnTo>
                  <a:pt x="428766" y="122010"/>
                </a:lnTo>
                <a:lnTo>
                  <a:pt x="428766" y="87921"/>
                </a:lnTo>
                <a:cubicBezTo>
                  <a:pt x="428766" y="68683"/>
                  <a:pt x="443034" y="61367"/>
                  <a:pt x="452868" y="61367"/>
                </a:cubicBezTo>
                <a:cubicBezTo>
                  <a:pt x="463085" y="61367"/>
                  <a:pt x="465783" y="66759"/>
                  <a:pt x="465783" y="78310"/>
                </a:cubicBezTo>
                <a:lnTo>
                  <a:pt x="465783" y="122010"/>
                </a:lnTo>
                <a:lnTo>
                  <a:pt x="458266" y="122010"/>
                </a:lnTo>
                <a:cubicBezTo>
                  <a:pt x="455180" y="122010"/>
                  <a:pt x="450362" y="122010"/>
                  <a:pt x="450362" y="127985"/>
                </a:cubicBezTo>
                <a:cubicBezTo>
                  <a:pt x="450362" y="133769"/>
                  <a:pt x="455566" y="133769"/>
                  <a:pt x="458266" y="133769"/>
                </a:cubicBezTo>
                <a:lnTo>
                  <a:pt x="487764" y="133769"/>
                </a:lnTo>
                <a:cubicBezTo>
                  <a:pt x="490461" y="133769"/>
                  <a:pt x="495474" y="133769"/>
                  <a:pt x="495474" y="127985"/>
                </a:cubicBezTo>
                <a:close/>
                <a:moveTo>
                  <a:pt x="596689" y="127794"/>
                </a:moveTo>
                <a:cubicBezTo>
                  <a:pt x="596689" y="122010"/>
                  <a:pt x="591677" y="122010"/>
                  <a:pt x="588979" y="122010"/>
                </a:cubicBezTo>
                <a:lnTo>
                  <a:pt x="580301" y="122010"/>
                </a:lnTo>
                <a:lnTo>
                  <a:pt x="580301" y="58640"/>
                </a:lnTo>
                <a:cubicBezTo>
                  <a:pt x="580301" y="52664"/>
                  <a:pt x="579145" y="50734"/>
                  <a:pt x="572590" y="50734"/>
                </a:cubicBezTo>
                <a:lnTo>
                  <a:pt x="558517" y="50734"/>
                </a:lnTo>
                <a:cubicBezTo>
                  <a:pt x="555431" y="50734"/>
                  <a:pt x="550612" y="50734"/>
                  <a:pt x="550612" y="56713"/>
                </a:cubicBezTo>
                <a:cubicBezTo>
                  <a:pt x="550612" y="62496"/>
                  <a:pt x="555625" y="62496"/>
                  <a:pt x="558323" y="62496"/>
                </a:cubicBezTo>
                <a:lnTo>
                  <a:pt x="566998" y="62496"/>
                </a:lnTo>
                <a:lnTo>
                  <a:pt x="566998" y="103519"/>
                </a:lnTo>
                <a:cubicBezTo>
                  <a:pt x="566998" y="120830"/>
                  <a:pt x="551383" y="123140"/>
                  <a:pt x="545214" y="123140"/>
                </a:cubicBezTo>
                <a:cubicBezTo>
                  <a:pt x="529982" y="123140"/>
                  <a:pt x="529982" y="116785"/>
                  <a:pt x="529982" y="110624"/>
                </a:cubicBezTo>
                <a:lnTo>
                  <a:pt x="529982" y="58640"/>
                </a:lnTo>
                <a:cubicBezTo>
                  <a:pt x="529982" y="52664"/>
                  <a:pt x="528826" y="50734"/>
                  <a:pt x="522271" y="50734"/>
                </a:cubicBezTo>
                <a:lnTo>
                  <a:pt x="508198" y="50734"/>
                </a:lnTo>
                <a:cubicBezTo>
                  <a:pt x="505112" y="50734"/>
                  <a:pt x="500293" y="50734"/>
                  <a:pt x="500293" y="56713"/>
                </a:cubicBezTo>
                <a:cubicBezTo>
                  <a:pt x="500293" y="62496"/>
                  <a:pt x="505306" y="62496"/>
                  <a:pt x="508004" y="62496"/>
                </a:cubicBezTo>
                <a:lnTo>
                  <a:pt x="516682" y="62496"/>
                </a:lnTo>
                <a:lnTo>
                  <a:pt x="516682" y="111781"/>
                </a:lnTo>
                <a:cubicBezTo>
                  <a:pt x="516682" y="130274"/>
                  <a:pt x="529982" y="134899"/>
                  <a:pt x="544058" y="134899"/>
                </a:cubicBezTo>
                <a:cubicBezTo>
                  <a:pt x="551963" y="134899"/>
                  <a:pt x="559867" y="132972"/>
                  <a:pt x="566998" y="127573"/>
                </a:cubicBezTo>
                <a:cubicBezTo>
                  <a:pt x="567192" y="133769"/>
                  <a:pt x="571240" y="133769"/>
                  <a:pt x="574711" y="133769"/>
                </a:cubicBezTo>
                <a:lnTo>
                  <a:pt x="588785" y="133769"/>
                </a:lnTo>
                <a:cubicBezTo>
                  <a:pt x="591871" y="133769"/>
                  <a:pt x="596689" y="133769"/>
                  <a:pt x="596689" y="127794"/>
                </a:cubicBezTo>
                <a:close/>
                <a:moveTo>
                  <a:pt x="698676" y="127985"/>
                </a:moveTo>
                <a:cubicBezTo>
                  <a:pt x="698676" y="122010"/>
                  <a:pt x="694628" y="122010"/>
                  <a:pt x="687688" y="122010"/>
                </a:cubicBezTo>
                <a:lnTo>
                  <a:pt x="687688" y="75421"/>
                </a:lnTo>
                <a:cubicBezTo>
                  <a:pt x="687688" y="71570"/>
                  <a:pt x="687688" y="49605"/>
                  <a:pt x="670529" y="49605"/>
                </a:cubicBezTo>
                <a:cubicBezTo>
                  <a:pt x="664745" y="49605"/>
                  <a:pt x="656841" y="52111"/>
                  <a:pt x="651443" y="59631"/>
                </a:cubicBezTo>
                <a:cubicBezTo>
                  <a:pt x="648551" y="53076"/>
                  <a:pt x="643153" y="49605"/>
                  <a:pt x="636790" y="49605"/>
                </a:cubicBezTo>
                <a:cubicBezTo>
                  <a:pt x="630621" y="49605"/>
                  <a:pt x="624837" y="52305"/>
                  <a:pt x="620210" y="56548"/>
                </a:cubicBezTo>
                <a:cubicBezTo>
                  <a:pt x="619824" y="50734"/>
                  <a:pt x="615968" y="50734"/>
                  <a:pt x="612496" y="50734"/>
                </a:cubicBezTo>
                <a:lnTo>
                  <a:pt x="606328" y="50734"/>
                </a:lnTo>
                <a:cubicBezTo>
                  <a:pt x="603436" y="50734"/>
                  <a:pt x="598423" y="50734"/>
                  <a:pt x="598423" y="56521"/>
                </a:cubicBezTo>
                <a:cubicBezTo>
                  <a:pt x="598423" y="62496"/>
                  <a:pt x="602474" y="62496"/>
                  <a:pt x="609413" y="62496"/>
                </a:cubicBezTo>
                <a:lnTo>
                  <a:pt x="609413" y="122010"/>
                </a:lnTo>
                <a:cubicBezTo>
                  <a:pt x="602474" y="122010"/>
                  <a:pt x="598423" y="122010"/>
                  <a:pt x="598423" y="127985"/>
                </a:cubicBezTo>
                <a:cubicBezTo>
                  <a:pt x="598423" y="133769"/>
                  <a:pt x="603630" y="133769"/>
                  <a:pt x="606328" y="133769"/>
                </a:cubicBezTo>
                <a:lnTo>
                  <a:pt x="623296" y="133769"/>
                </a:lnTo>
                <a:cubicBezTo>
                  <a:pt x="626187" y="133769"/>
                  <a:pt x="631197" y="133769"/>
                  <a:pt x="631197" y="127985"/>
                </a:cubicBezTo>
                <a:cubicBezTo>
                  <a:pt x="631197" y="122010"/>
                  <a:pt x="627149" y="122010"/>
                  <a:pt x="620210" y="122010"/>
                </a:cubicBezTo>
                <a:lnTo>
                  <a:pt x="620210" y="87536"/>
                </a:lnTo>
                <a:cubicBezTo>
                  <a:pt x="620210" y="70416"/>
                  <a:pt x="628114" y="61367"/>
                  <a:pt x="636019" y="61367"/>
                </a:cubicBezTo>
                <a:cubicBezTo>
                  <a:pt x="640452" y="61367"/>
                  <a:pt x="643153" y="64641"/>
                  <a:pt x="643153" y="77153"/>
                </a:cubicBezTo>
                <a:lnTo>
                  <a:pt x="643153" y="122010"/>
                </a:lnTo>
                <a:cubicBezTo>
                  <a:pt x="639490" y="122010"/>
                  <a:pt x="634669" y="122010"/>
                  <a:pt x="634669" y="127985"/>
                </a:cubicBezTo>
                <a:cubicBezTo>
                  <a:pt x="634669" y="133769"/>
                  <a:pt x="639876" y="133769"/>
                  <a:pt x="642573" y="133769"/>
                </a:cubicBezTo>
                <a:lnTo>
                  <a:pt x="657032" y="133769"/>
                </a:lnTo>
                <a:cubicBezTo>
                  <a:pt x="659924" y="133769"/>
                  <a:pt x="664936" y="133769"/>
                  <a:pt x="664936" y="127985"/>
                </a:cubicBezTo>
                <a:cubicBezTo>
                  <a:pt x="664936" y="122010"/>
                  <a:pt x="660889" y="122010"/>
                  <a:pt x="653949" y="122010"/>
                </a:cubicBezTo>
                <a:lnTo>
                  <a:pt x="653949" y="87550"/>
                </a:lnTo>
                <a:cubicBezTo>
                  <a:pt x="653949" y="70416"/>
                  <a:pt x="661854" y="61367"/>
                  <a:pt x="669758" y="61367"/>
                </a:cubicBezTo>
                <a:cubicBezTo>
                  <a:pt x="674191" y="61367"/>
                  <a:pt x="676892" y="64641"/>
                  <a:pt x="676892" y="77153"/>
                </a:cubicBezTo>
                <a:lnTo>
                  <a:pt x="676892" y="122010"/>
                </a:lnTo>
                <a:cubicBezTo>
                  <a:pt x="673226" y="122010"/>
                  <a:pt x="668408" y="122010"/>
                  <a:pt x="668408" y="127985"/>
                </a:cubicBezTo>
                <a:cubicBezTo>
                  <a:pt x="668408" y="133769"/>
                  <a:pt x="673612" y="133769"/>
                  <a:pt x="676312" y="133769"/>
                </a:cubicBezTo>
                <a:lnTo>
                  <a:pt x="690771" y="133769"/>
                </a:lnTo>
                <a:cubicBezTo>
                  <a:pt x="693663" y="133769"/>
                  <a:pt x="698676" y="133769"/>
                  <a:pt x="698676" y="127985"/>
                </a:cubicBezTo>
                <a:close/>
                <a:moveTo>
                  <a:pt x="889345" y="127985"/>
                </a:moveTo>
                <a:cubicBezTo>
                  <a:pt x="889345" y="122010"/>
                  <a:pt x="884336" y="122010"/>
                  <a:pt x="881441" y="122010"/>
                </a:cubicBezTo>
                <a:lnTo>
                  <a:pt x="861199" y="122010"/>
                </a:lnTo>
                <a:lnTo>
                  <a:pt x="861199" y="58640"/>
                </a:lnTo>
                <a:cubicBezTo>
                  <a:pt x="861199" y="52664"/>
                  <a:pt x="860042" y="50734"/>
                  <a:pt x="853488" y="50734"/>
                </a:cubicBezTo>
                <a:lnTo>
                  <a:pt x="826112" y="50734"/>
                </a:lnTo>
                <a:cubicBezTo>
                  <a:pt x="823220" y="50734"/>
                  <a:pt x="818208" y="50734"/>
                  <a:pt x="818208" y="56521"/>
                </a:cubicBezTo>
                <a:cubicBezTo>
                  <a:pt x="818208" y="62496"/>
                  <a:pt x="823220" y="62496"/>
                  <a:pt x="826112" y="62496"/>
                </a:cubicBezTo>
                <a:lnTo>
                  <a:pt x="847896" y="62496"/>
                </a:lnTo>
                <a:lnTo>
                  <a:pt x="847896" y="122010"/>
                </a:lnTo>
                <a:lnTo>
                  <a:pt x="824568" y="122010"/>
                </a:lnTo>
                <a:cubicBezTo>
                  <a:pt x="821485" y="122010"/>
                  <a:pt x="816663" y="122010"/>
                  <a:pt x="816663" y="127985"/>
                </a:cubicBezTo>
                <a:cubicBezTo>
                  <a:pt x="816663" y="133769"/>
                  <a:pt x="821676" y="133769"/>
                  <a:pt x="824568" y="133769"/>
                </a:cubicBezTo>
                <a:lnTo>
                  <a:pt x="881441" y="133769"/>
                </a:lnTo>
                <a:cubicBezTo>
                  <a:pt x="884336" y="133769"/>
                  <a:pt x="889345" y="133769"/>
                  <a:pt x="889345" y="127985"/>
                </a:cubicBezTo>
                <a:moveTo>
                  <a:pt x="861969" y="26860"/>
                </a:moveTo>
                <a:cubicBezTo>
                  <a:pt x="861969" y="21462"/>
                  <a:pt x="857730" y="17219"/>
                  <a:pt x="852332" y="17219"/>
                </a:cubicBezTo>
                <a:cubicBezTo>
                  <a:pt x="846931" y="17219"/>
                  <a:pt x="842692" y="21462"/>
                  <a:pt x="842692" y="26860"/>
                </a:cubicBezTo>
                <a:cubicBezTo>
                  <a:pt x="842692" y="32259"/>
                  <a:pt x="846931" y="36501"/>
                  <a:pt x="852332" y="36501"/>
                </a:cubicBezTo>
                <a:cubicBezTo>
                  <a:pt x="857730" y="36501"/>
                  <a:pt x="861969" y="32259"/>
                  <a:pt x="861969" y="26860"/>
                </a:cubicBezTo>
                <a:close/>
                <a:moveTo>
                  <a:pt x="1001551" y="127985"/>
                </a:moveTo>
                <a:cubicBezTo>
                  <a:pt x="1001551" y="122010"/>
                  <a:pt x="996733" y="122010"/>
                  <a:pt x="993647" y="122010"/>
                </a:cubicBezTo>
                <a:lnTo>
                  <a:pt x="985163" y="122010"/>
                </a:lnTo>
                <a:lnTo>
                  <a:pt x="985163" y="77348"/>
                </a:lnTo>
                <a:cubicBezTo>
                  <a:pt x="985163" y="57898"/>
                  <a:pt x="975331" y="49605"/>
                  <a:pt x="960102" y="49605"/>
                </a:cubicBezTo>
                <a:cubicBezTo>
                  <a:pt x="947184" y="49605"/>
                  <a:pt x="938509" y="56162"/>
                  <a:pt x="934844" y="59825"/>
                </a:cubicBezTo>
                <a:cubicBezTo>
                  <a:pt x="934844" y="53629"/>
                  <a:pt x="934844" y="50734"/>
                  <a:pt x="927133" y="50734"/>
                </a:cubicBezTo>
                <a:lnTo>
                  <a:pt x="913060" y="50734"/>
                </a:lnTo>
                <a:cubicBezTo>
                  <a:pt x="909974" y="50734"/>
                  <a:pt x="905155" y="50734"/>
                  <a:pt x="905155" y="56713"/>
                </a:cubicBezTo>
                <a:cubicBezTo>
                  <a:pt x="905155" y="62496"/>
                  <a:pt x="910168" y="62496"/>
                  <a:pt x="912866" y="62496"/>
                </a:cubicBezTo>
                <a:lnTo>
                  <a:pt x="921544" y="62496"/>
                </a:lnTo>
                <a:lnTo>
                  <a:pt x="921544" y="122010"/>
                </a:lnTo>
                <a:lnTo>
                  <a:pt x="913060" y="122010"/>
                </a:lnTo>
                <a:cubicBezTo>
                  <a:pt x="909974" y="122010"/>
                  <a:pt x="905155" y="122010"/>
                  <a:pt x="905155" y="127985"/>
                </a:cubicBezTo>
                <a:cubicBezTo>
                  <a:pt x="905155" y="133769"/>
                  <a:pt x="910168" y="133769"/>
                  <a:pt x="912866" y="133769"/>
                </a:cubicBezTo>
                <a:lnTo>
                  <a:pt x="943522" y="133769"/>
                </a:lnTo>
                <a:cubicBezTo>
                  <a:pt x="946219" y="133769"/>
                  <a:pt x="951232" y="133769"/>
                  <a:pt x="951232" y="127985"/>
                </a:cubicBezTo>
                <a:cubicBezTo>
                  <a:pt x="951232" y="122010"/>
                  <a:pt x="946414" y="122010"/>
                  <a:pt x="943328" y="122010"/>
                </a:cubicBezTo>
                <a:lnTo>
                  <a:pt x="934844" y="122010"/>
                </a:lnTo>
                <a:lnTo>
                  <a:pt x="934844" y="87921"/>
                </a:lnTo>
                <a:cubicBezTo>
                  <a:pt x="934844" y="68683"/>
                  <a:pt x="949111" y="61367"/>
                  <a:pt x="958945" y="61367"/>
                </a:cubicBezTo>
                <a:cubicBezTo>
                  <a:pt x="969162" y="61367"/>
                  <a:pt x="971860" y="66759"/>
                  <a:pt x="971860" y="78310"/>
                </a:cubicBezTo>
                <a:lnTo>
                  <a:pt x="971860" y="122010"/>
                </a:lnTo>
                <a:lnTo>
                  <a:pt x="964344" y="122010"/>
                </a:lnTo>
                <a:cubicBezTo>
                  <a:pt x="961258" y="122010"/>
                  <a:pt x="956439" y="122010"/>
                  <a:pt x="956439" y="127985"/>
                </a:cubicBezTo>
                <a:cubicBezTo>
                  <a:pt x="956439" y="133769"/>
                  <a:pt x="961643" y="133769"/>
                  <a:pt x="964344" y="133769"/>
                </a:cubicBezTo>
                <a:lnTo>
                  <a:pt x="993841" y="133769"/>
                </a:lnTo>
                <a:cubicBezTo>
                  <a:pt x="996538" y="133769"/>
                  <a:pt x="1001551" y="133769"/>
                  <a:pt x="1001551" y="127985"/>
                </a:cubicBezTo>
                <a:close/>
                <a:moveTo>
                  <a:pt x="1200896" y="127985"/>
                </a:moveTo>
                <a:cubicBezTo>
                  <a:pt x="1200896" y="122010"/>
                  <a:pt x="1195883" y="122010"/>
                  <a:pt x="1192992" y="122010"/>
                </a:cubicBezTo>
                <a:lnTo>
                  <a:pt x="1185281" y="122010"/>
                </a:lnTo>
                <a:lnTo>
                  <a:pt x="1160603" y="91001"/>
                </a:lnTo>
                <a:lnTo>
                  <a:pt x="1182581" y="62496"/>
                </a:lnTo>
                <a:lnTo>
                  <a:pt x="1190294" y="62496"/>
                </a:lnTo>
                <a:cubicBezTo>
                  <a:pt x="1192992" y="62496"/>
                  <a:pt x="1198199" y="62496"/>
                  <a:pt x="1198199" y="56713"/>
                </a:cubicBezTo>
                <a:cubicBezTo>
                  <a:pt x="1198199" y="50734"/>
                  <a:pt x="1193186" y="50734"/>
                  <a:pt x="1190294" y="50734"/>
                </a:cubicBezTo>
                <a:lnTo>
                  <a:pt x="1167737" y="50734"/>
                </a:lnTo>
                <a:cubicBezTo>
                  <a:pt x="1164845" y="50734"/>
                  <a:pt x="1160026" y="50734"/>
                  <a:pt x="1160026" y="56521"/>
                </a:cubicBezTo>
                <a:cubicBezTo>
                  <a:pt x="1160026" y="62496"/>
                  <a:pt x="1164268" y="62496"/>
                  <a:pt x="1169472" y="62496"/>
                </a:cubicBezTo>
                <a:lnTo>
                  <a:pt x="1155205" y="81949"/>
                </a:lnTo>
                <a:lnTo>
                  <a:pt x="1140555" y="62496"/>
                </a:lnTo>
                <a:cubicBezTo>
                  <a:pt x="1145567" y="62496"/>
                  <a:pt x="1149807" y="62496"/>
                  <a:pt x="1149807" y="56521"/>
                </a:cubicBezTo>
                <a:cubicBezTo>
                  <a:pt x="1149807" y="50734"/>
                  <a:pt x="1144988" y="50734"/>
                  <a:pt x="1142096" y="50734"/>
                </a:cubicBezTo>
                <a:lnTo>
                  <a:pt x="1119539" y="50734"/>
                </a:lnTo>
                <a:cubicBezTo>
                  <a:pt x="1116647" y="50734"/>
                  <a:pt x="1111634" y="50734"/>
                  <a:pt x="1111634" y="56713"/>
                </a:cubicBezTo>
                <a:cubicBezTo>
                  <a:pt x="1111634" y="62496"/>
                  <a:pt x="1116841" y="62496"/>
                  <a:pt x="1119539" y="62496"/>
                </a:cubicBezTo>
                <a:lnTo>
                  <a:pt x="1127252" y="62496"/>
                </a:lnTo>
                <a:lnTo>
                  <a:pt x="1150001" y="91001"/>
                </a:lnTo>
                <a:lnTo>
                  <a:pt x="1126093" y="122010"/>
                </a:lnTo>
                <a:lnTo>
                  <a:pt x="1118383" y="122010"/>
                </a:lnTo>
                <a:cubicBezTo>
                  <a:pt x="1115491" y="122010"/>
                  <a:pt x="1110478" y="122010"/>
                  <a:pt x="1110478" y="127985"/>
                </a:cubicBezTo>
                <a:cubicBezTo>
                  <a:pt x="1110478" y="133769"/>
                  <a:pt x="1115682" y="133769"/>
                  <a:pt x="1118383" y="133769"/>
                </a:cubicBezTo>
                <a:lnTo>
                  <a:pt x="1140940" y="133769"/>
                </a:lnTo>
                <a:cubicBezTo>
                  <a:pt x="1143832" y="133769"/>
                  <a:pt x="1148650" y="133769"/>
                  <a:pt x="1148650" y="127985"/>
                </a:cubicBezTo>
                <a:cubicBezTo>
                  <a:pt x="1148650" y="122010"/>
                  <a:pt x="1144603" y="122010"/>
                  <a:pt x="1138625" y="122010"/>
                </a:cubicBezTo>
                <a:lnTo>
                  <a:pt x="1155205" y="98295"/>
                </a:lnTo>
                <a:lnTo>
                  <a:pt x="1172364" y="122010"/>
                </a:lnTo>
                <a:cubicBezTo>
                  <a:pt x="1166966" y="122010"/>
                  <a:pt x="1162724" y="122010"/>
                  <a:pt x="1162724" y="127985"/>
                </a:cubicBezTo>
                <a:cubicBezTo>
                  <a:pt x="1162724" y="133769"/>
                  <a:pt x="1167545" y="133769"/>
                  <a:pt x="1170437" y="133769"/>
                </a:cubicBezTo>
                <a:lnTo>
                  <a:pt x="1192992" y="133769"/>
                </a:lnTo>
                <a:cubicBezTo>
                  <a:pt x="1195692" y="133769"/>
                  <a:pt x="1200896" y="133769"/>
                  <a:pt x="1200896" y="127985"/>
                </a:cubicBezTo>
                <a:close/>
                <a:moveTo>
                  <a:pt x="1294980" y="109630"/>
                </a:moveTo>
                <a:cubicBezTo>
                  <a:pt x="1294980" y="89560"/>
                  <a:pt x="1270108" y="85509"/>
                  <a:pt x="1263939" y="84544"/>
                </a:cubicBezTo>
                <a:lnTo>
                  <a:pt x="1250830" y="82228"/>
                </a:lnTo>
                <a:cubicBezTo>
                  <a:pt x="1245238" y="81455"/>
                  <a:pt x="1232129" y="79139"/>
                  <a:pt x="1232129" y="71614"/>
                </a:cubicBezTo>
                <a:cubicBezTo>
                  <a:pt x="1232129" y="66598"/>
                  <a:pt x="1238298" y="60614"/>
                  <a:pt x="1256614" y="60614"/>
                </a:cubicBezTo>
                <a:cubicBezTo>
                  <a:pt x="1272614" y="60614"/>
                  <a:pt x="1275315" y="66403"/>
                  <a:pt x="1275894" y="71420"/>
                </a:cubicBezTo>
                <a:cubicBezTo>
                  <a:pt x="1276085" y="74703"/>
                  <a:pt x="1276471" y="77983"/>
                  <a:pt x="1282448" y="77983"/>
                </a:cubicBezTo>
                <a:cubicBezTo>
                  <a:pt x="1289197" y="77983"/>
                  <a:pt x="1289197" y="73929"/>
                  <a:pt x="1289197" y="70069"/>
                </a:cubicBezTo>
                <a:lnTo>
                  <a:pt x="1289197" y="56757"/>
                </a:lnTo>
                <a:cubicBezTo>
                  <a:pt x="1289197" y="53673"/>
                  <a:pt x="1289197" y="48852"/>
                  <a:pt x="1283410" y="48852"/>
                </a:cubicBezTo>
                <a:cubicBezTo>
                  <a:pt x="1278786" y="48852"/>
                  <a:pt x="1278012" y="51552"/>
                  <a:pt x="1277627" y="52903"/>
                </a:cubicBezTo>
                <a:cubicBezTo>
                  <a:pt x="1269146" y="48852"/>
                  <a:pt x="1260662" y="48852"/>
                  <a:pt x="1256999" y="48852"/>
                </a:cubicBezTo>
                <a:cubicBezTo>
                  <a:pt x="1224801" y="48852"/>
                  <a:pt x="1220368" y="64668"/>
                  <a:pt x="1220368" y="71614"/>
                </a:cubicBezTo>
                <a:cubicBezTo>
                  <a:pt x="1220368" y="89369"/>
                  <a:pt x="1240611" y="92649"/>
                  <a:pt x="1258349" y="95350"/>
                </a:cubicBezTo>
                <a:cubicBezTo>
                  <a:pt x="1267795" y="96894"/>
                  <a:pt x="1283219" y="99404"/>
                  <a:pt x="1283219" y="109630"/>
                </a:cubicBezTo>
                <a:cubicBezTo>
                  <a:pt x="1283219" y="116770"/>
                  <a:pt x="1276085" y="123140"/>
                  <a:pt x="1258541" y="123140"/>
                </a:cubicBezTo>
                <a:cubicBezTo>
                  <a:pt x="1249480" y="123140"/>
                  <a:pt x="1238684" y="121015"/>
                  <a:pt x="1233865" y="105964"/>
                </a:cubicBezTo>
                <a:cubicBezTo>
                  <a:pt x="1232900" y="102490"/>
                  <a:pt x="1232129" y="100369"/>
                  <a:pt x="1227117" y="100369"/>
                </a:cubicBezTo>
                <a:cubicBezTo>
                  <a:pt x="1220368" y="100369"/>
                  <a:pt x="1220368" y="104420"/>
                  <a:pt x="1220368" y="108280"/>
                </a:cubicBezTo>
                <a:lnTo>
                  <a:pt x="1220368" y="126996"/>
                </a:lnTo>
                <a:cubicBezTo>
                  <a:pt x="1220368" y="130080"/>
                  <a:pt x="1220368" y="134899"/>
                  <a:pt x="1226152" y="134899"/>
                </a:cubicBezTo>
                <a:cubicBezTo>
                  <a:pt x="1227887" y="134899"/>
                  <a:pt x="1230973" y="134707"/>
                  <a:pt x="1233286" y="127573"/>
                </a:cubicBezTo>
                <a:cubicBezTo>
                  <a:pt x="1242732" y="134513"/>
                  <a:pt x="1252951" y="134899"/>
                  <a:pt x="1258349" y="134899"/>
                </a:cubicBezTo>
                <a:cubicBezTo>
                  <a:pt x="1288808" y="134899"/>
                  <a:pt x="1294980" y="118894"/>
                  <a:pt x="1294980" y="109630"/>
                </a:cubicBezTo>
                <a:close/>
                <a:moveTo>
                  <a:pt x="1400821" y="143989"/>
                </a:moveTo>
                <a:cubicBezTo>
                  <a:pt x="1400821" y="138014"/>
                  <a:pt x="1396196" y="138014"/>
                  <a:pt x="1393110" y="138014"/>
                </a:cubicBezTo>
                <a:lnTo>
                  <a:pt x="1363808" y="138014"/>
                </a:lnTo>
                <a:lnTo>
                  <a:pt x="1363808" y="11759"/>
                </a:lnTo>
                <a:lnTo>
                  <a:pt x="1393110" y="11759"/>
                </a:lnTo>
                <a:cubicBezTo>
                  <a:pt x="1396002" y="11759"/>
                  <a:pt x="1400821" y="11759"/>
                  <a:pt x="1400821" y="5975"/>
                </a:cubicBezTo>
                <a:cubicBezTo>
                  <a:pt x="1400821" y="0"/>
                  <a:pt x="1396196" y="0"/>
                  <a:pt x="1393110" y="0"/>
                </a:cubicBezTo>
                <a:lnTo>
                  <a:pt x="1358215" y="0"/>
                </a:lnTo>
                <a:cubicBezTo>
                  <a:pt x="1351852" y="0"/>
                  <a:pt x="1350505" y="1736"/>
                  <a:pt x="1350505" y="7905"/>
                </a:cubicBezTo>
                <a:lnTo>
                  <a:pt x="1350505" y="141871"/>
                </a:lnTo>
                <a:cubicBezTo>
                  <a:pt x="1350505" y="147846"/>
                  <a:pt x="1351661" y="149773"/>
                  <a:pt x="1358215" y="149773"/>
                </a:cubicBezTo>
                <a:lnTo>
                  <a:pt x="1393110" y="149773"/>
                </a:lnTo>
                <a:cubicBezTo>
                  <a:pt x="1396002" y="149773"/>
                  <a:pt x="1400821" y="149773"/>
                  <a:pt x="1400821" y="143989"/>
                </a:cubicBezTo>
                <a:close/>
                <a:moveTo>
                  <a:pt x="1494131" y="127985"/>
                </a:moveTo>
                <a:cubicBezTo>
                  <a:pt x="1494131" y="122010"/>
                  <a:pt x="1489507" y="122010"/>
                  <a:pt x="1486421" y="122010"/>
                </a:cubicBezTo>
                <a:lnTo>
                  <a:pt x="1468876" y="122010"/>
                </a:lnTo>
                <a:lnTo>
                  <a:pt x="1468876" y="21741"/>
                </a:lnTo>
                <a:cubicBezTo>
                  <a:pt x="1468876" y="18655"/>
                  <a:pt x="1468876" y="13830"/>
                  <a:pt x="1463093" y="13830"/>
                </a:cubicBezTo>
                <a:cubicBezTo>
                  <a:pt x="1459430" y="13830"/>
                  <a:pt x="1458274" y="16146"/>
                  <a:pt x="1457309" y="18461"/>
                </a:cubicBezTo>
                <a:cubicBezTo>
                  <a:pt x="1449984" y="34860"/>
                  <a:pt x="1439959" y="36981"/>
                  <a:pt x="1436296" y="37366"/>
                </a:cubicBezTo>
                <a:cubicBezTo>
                  <a:pt x="1433210" y="37560"/>
                  <a:pt x="1429162" y="37946"/>
                  <a:pt x="1429162" y="43344"/>
                </a:cubicBezTo>
                <a:cubicBezTo>
                  <a:pt x="1429162" y="48166"/>
                  <a:pt x="1432631" y="49128"/>
                  <a:pt x="1435522" y="49128"/>
                </a:cubicBezTo>
                <a:cubicBezTo>
                  <a:pt x="1439188" y="49128"/>
                  <a:pt x="1447092" y="47972"/>
                  <a:pt x="1455573" y="40646"/>
                </a:cubicBezTo>
                <a:lnTo>
                  <a:pt x="1455573" y="122010"/>
                </a:lnTo>
                <a:lnTo>
                  <a:pt x="1438029" y="122010"/>
                </a:lnTo>
                <a:cubicBezTo>
                  <a:pt x="1434946" y="122010"/>
                  <a:pt x="1430318" y="122010"/>
                  <a:pt x="1430318" y="127985"/>
                </a:cubicBezTo>
                <a:cubicBezTo>
                  <a:pt x="1430318" y="133769"/>
                  <a:pt x="1435137" y="133769"/>
                  <a:pt x="1438029" y="133769"/>
                </a:cubicBezTo>
                <a:lnTo>
                  <a:pt x="1486421" y="133769"/>
                </a:lnTo>
                <a:cubicBezTo>
                  <a:pt x="1489313" y="133769"/>
                  <a:pt x="1494131" y="133769"/>
                  <a:pt x="1494131" y="127985"/>
                </a:cubicBezTo>
                <a:close/>
                <a:moveTo>
                  <a:pt x="1572793" y="62882"/>
                </a:moveTo>
                <a:cubicBezTo>
                  <a:pt x="1572793" y="55748"/>
                  <a:pt x="1567009" y="50734"/>
                  <a:pt x="1560840" y="50734"/>
                </a:cubicBezTo>
                <a:cubicBezTo>
                  <a:pt x="1553512" y="50734"/>
                  <a:pt x="1548694" y="56713"/>
                  <a:pt x="1548694" y="62691"/>
                </a:cubicBezTo>
                <a:cubicBezTo>
                  <a:pt x="1548694" y="69825"/>
                  <a:pt x="1554477" y="74838"/>
                  <a:pt x="1560646" y="74838"/>
                </a:cubicBezTo>
                <a:cubicBezTo>
                  <a:pt x="1567971" y="74838"/>
                  <a:pt x="1572793" y="68860"/>
                  <a:pt x="1572793" y="62882"/>
                </a:cubicBezTo>
                <a:moveTo>
                  <a:pt x="1572793" y="121816"/>
                </a:moveTo>
                <a:cubicBezTo>
                  <a:pt x="1572793" y="114681"/>
                  <a:pt x="1567009" y="109668"/>
                  <a:pt x="1560840" y="109668"/>
                </a:cubicBezTo>
                <a:cubicBezTo>
                  <a:pt x="1553512" y="109668"/>
                  <a:pt x="1548694" y="115646"/>
                  <a:pt x="1548694" y="121624"/>
                </a:cubicBezTo>
                <a:cubicBezTo>
                  <a:pt x="1548694" y="128759"/>
                  <a:pt x="1554477" y="133769"/>
                  <a:pt x="1560646" y="133769"/>
                </a:cubicBezTo>
                <a:cubicBezTo>
                  <a:pt x="1567971" y="133769"/>
                  <a:pt x="1572793" y="127794"/>
                  <a:pt x="1572793" y="121816"/>
                </a:cubicBezTo>
                <a:close/>
                <a:moveTo>
                  <a:pt x="1669572" y="141871"/>
                </a:moveTo>
                <a:lnTo>
                  <a:pt x="1669572" y="7905"/>
                </a:lnTo>
                <a:cubicBezTo>
                  <a:pt x="1669572" y="1927"/>
                  <a:pt x="1668415" y="0"/>
                  <a:pt x="1661861" y="0"/>
                </a:cubicBezTo>
                <a:lnTo>
                  <a:pt x="1626966" y="0"/>
                </a:lnTo>
                <a:cubicBezTo>
                  <a:pt x="1624074" y="0"/>
                  <a:pt x="1619253" y="0"/>
                  <a:pt x="1619253" y="5784"/>
                </a:cubicBezTo>
                <a:cubicBezTo>
                  <a:pt x="1619253" y="11759"/>
                  <a:pt x="1623880" y="11759"/>
                  <a:pt x="1626966" y="11759"/>
                </a:cubicBezTo>
                <a:lnTo>
                  <a:pt x="1656269" y="11759"/>
                </a:lnTo>
                <a:lnTo>
                  <a:pt x="1656269" y="138014"/>
                </a:lnTo>
                <a:lnTo>
                  <a:pt x="1626966" y="138014"/>
                </a:lnTo>
                <a:cubicBezTo>
                  <a:pt x="1624074" y="138014"/>
                  <a:pt x="1619253" y="138014"/>
                  <a:pt x="1619253" y="143798"/>
                </a:cubicBezTo>
                <a:cubicBezTo>
                  <a:pt x="1619253" y="149773"/>
                  <a:pt x="1623880" y="149773"/>
                  <a:pt x="1626966" y="149773"/>
                </a:cubicBezTo>
                <a:lnTo>
                  <a:pt x="1661861" y="149773"/>
                </a:lnTo>
                <a:cubicBezTo>
                  <a:pt x="1668224" y="149773"/>
                  <a:pt x="1669572" y="148040"/>
                  <a:pt x="1669572" y="141871"/>
                </a:cubicBezTo>
                <a:close/>
                <a:moveTo>
                  <a:pt x="1775224" y="62882"/>
                </a:moveTo>
                <a:cubicBezTo>
                  <a:pt x="1775224" y="55748"/>
                  <a:pt x="1769440" y="50734"/>
                  <a:pt x="1763271" y="50734"/>
                </a:cubicBezTo>
                <a:cubicBezTo>
                  <a:pt x="1755943" y="50734"/>
                  <a:pt x="1751125" y="56713"/>
                  <a:pt x="1751125" y="62691"/>
                </a:cubicBezTo>
                <a:cubicBezTo>
                  <a:pt x="1751125" y="69825"/>
                  <a:pt x="1756908" y="74838"/>
                  <a:pt x="1763077" y="74838"/>
                </a:cubicBezTo>
                <a:cubicBezTo>
                  <a:pt x="1770402" y="74838"/>
                  <a:pt x="1775224" y="68860"/>
                  <a:pt x="1775224" y="62882"/>
                </a:cubicBezTo>
                <a:moveTo>
                  <a:pt x="1775224" y="121816"/>
                </a:moveTo>
                <a:cubicBezTo>
                  <a:pt x="1775224" y="114681"/>
                  <a:pt x="1769440" y="109668"/>
                  <a:pt x="1763271" y="109668"/>
                </a:cubicBezTo>
                <a:cubicBezTo>
                  <a:pt x="1755943" y="109668"/>
                  <a:pt x="1751125" y="115646"/>
                  <a:pt x="1751125" y="121624"/>
                </a:cubicBezTo>
                <a:cubicBezTo>
                  <a:pt x="1751125" y="128759"/>
                  <a:pt x="1756908" y="133769"/>
                  <a:pt x="1763077" y="133769"/>
                </a:cubicBezTo>
                <a:cubicBezTo>
                  <a:pt x="1770402" y="133769"/>
                  <a:pt x="1775224" y="127794"/>
                  <a:pt x="1775224" y="1218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temp=max_end_here*num">
            <a:extLst xmlns:a="http://schemas.openxmlformats.org/drawingml/2006/main">
              <a:ext uri="{FF2B5EF4-FFF2-40B4-BE49-F238E27FC236}">
                <a16:creationId xmlns:a16="http://schemas.microsoft.com/office/drawing/2014/main" id="{9F3BDD9C-CA19-44A9-9F72-B0278228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042" y="2620548"/>
            <a:ext cx="2523830" cy="160609"/>
          </a:xfrm>
          <a:custGeom xmlns:a="http://schemas.openxmlformats.org/drawingml/2006/main">
            <a:pathLst>
              <a:path w="2523830" h="160609">
                <a:moveTo>
                  <a:pt x="594412" y="41375"/>
                </a:moveTo>
                <a:lnTo>
                  <a:pt x="594129" y="40818"/>
                </a:lnTo>
                <a:lnTo>
                  <a:pt x="593796" y="40316"/>
                </a:lnTo>
                <a:lnTo>
                  <a:pt x="593420" y="39868"/>
                </a:lnTo>
                <a:lnTo>
                  <a:pt x="593004" y="39469"/>
                </a:lnTo>
                <a:lnTo>
                  <a:pt x="592554" y="39117"/>
                </a:lnTo>
                <a:lnTo>
                  <a:pt x="592075" y="38809"/>
                </a:lnTo>
                <a:lnTo>
                  <a:pt x="591571" y="38542"/>
                </a:lnTo>
                <a:lnTo>
                  <a:pt x="591049" y="38313"/>
                </a:lnTo>
                <a:lnTo>
                  <a:pt x="590513" y="38119"/>
                </a:lnTo>
                <a:lnTo>
                  <a:pt x="589967" y="37957"/>
                </a:lnTo>
                <a:lnTo>
                  <a:pt x="589418" y="37825"/>
                </a:lnTo>
                <a:lnTo>
                  <a:pt x="588870" y="37719"/>
                </a:lnTo>
                <a:lnTo>
                  <a:pt x="588327" y="37637"/>
                </a:lnTo>
                <a:lnTo>
                  <a:pt x="587796" y="37575"/>
                </a:lnTo>
                <a:lnTo>
                  <a:pt x="587281" y="37530"/>
                </a:lnTo>
                <a:lnTo>
                  <a:pt x="586787" y="37500"/>
                </a:lnTo>
                <a:lnTo>
                  <a:pt x="586319" y="37482"/>
                </a:lnTo>
                <a:lnTo>
                  <a:pt x="585882" y="37473"/>
                </a:lnTo>
                <a:lnTo>
                  <a:pt x="585481" y="37470"/>
                </a:lnTo>
                <a:lnTo>
                  <a:pt x="585122" y="37469"/>
                </a:lnTo>
                <a:lnTo>
                  <a:pt x="518414" y="37469"/>
                </a:lnTo>
                <a:lnTo>
                  <a:pt x="518055" y="37470"/>
                </a:lnTo>
                <a:lnTo>
                  <a:pt x="517654" y="37473"/>
                </a:lnTo>
                <a:lnTo>
                  <a:pt x="517217" y="37482"/>
                </a:lnTo>
                <a:lnTo>
                  <a:pt x="516749" y="37500"/>
                </a:lnTo>
                <a:lnTo>
                  <a:pt x="516255" y="37530"/>
                </a:lnTo>
                <a:lnTo>
                  <a:pt x="515740" y="37575"/>
                </a:lnTo>
                <a:lnTo>
                  <a:pt x="515209" y="37637"/>
                </a:lnTo>
                <a:lnTo>
                  <a:pt x="514666" y="37719"/>
                </a:lnTo>
                <a:lnTo>
                  <a:pt x="514118" y="37825"/>
                </a:lnTo>
                <a:lnTo>
                  <a:pt x="513569" y="37957"/>
                </a:lnTo>
                <a:lnTo>
                  <a:pt x="513023" y="38119"/>
                </a:lnTo>
                <a:lnTo>
                  <a:pt x="512487" y="38313"/>
                </a:lnTo>
                <a:lnTo>
                  <a:pt x="511965" y="38542"/>
                </a:lnTo>
                <a:lnTo>
                  <a:pt x="511461" y="38809"/>
                </a:lnTo>
                <a:lnTo>
                  <a:pt x="510982" y="39117"/>
                </a:lnTo>
                <a:lnTo>
                  <a:pt x="510532" y="39469"/>
                </a:lnTo>
                <a:lnTo>
                  <a:pt x="510116" y="39868"/>
                </a:lnTo>
                <a:lnTo>
                  <a:pt x="509740" y="40316"/>
                </a:lnTo>
                <a:lnTo>
                  <a:pt x="509407" y="40818"/>
                </a:lnTo>
                <a:lnTo>
                  <a:pt x="509124" y="41375"/>
                </a:lnTo>
                <a:lnTo>
                  <a:pt x="508895" y="41990"/>
                </a:lnTo>
                <a:lnTo>
                  <a:pt x="508725" y="42667"/>
                </a:lnTo>
                <a:lnTo>
                  <a:pt x="508619" y="43409"/>
                </a:lnTo>
                <a:lnTo>
                  <a:pt x="508583" y="44218"/>
                </a:lnTo>
                <a:lnTo>
                  <a:pt x="508615" y="45027"/>
                </a:lnTo>
                <a:lnTo>
                  <a:pt x="508709" y="45768"/>
                </a:lnTo>
                <a:lnTo>
                  <a:pt x="508861" y="46446"/>
                </a:lnTo>
                <a:lnTo>
                  <a:pt x="509065" y="47061"/>
                </a:lnTo>
                <a:lnTo>
                  <a:pt x="509317" y="47618"/>
                </a:lnTo>
                <a:lnTo>
                  <a:pt x="509613" y="48120"/>
                </a:lnTo>
                <a:lnTo>
                  <a:pt x="509948" y="48568"/>
                </a:lnTo>
                <a:lnTo>
                  <a:pt x="510318" y="48967"/>
                </a:lnTo>
                <a:lnTo>
                  <a:pt x="510718" y="49319"/>
                </a:lnTo>
                <a:lnTo>
                  <a:pt x="511144" y="49627"/>
                </a:lnTo>
                <a:lnTo>
                  <a:pt x="511590" y="49894"/>
                </a:lnTo>
                <a:lnTo>
                  <a:pt x="512053" y="50123"/>
                </a:lnTo>
                <a:lnTo>
                  <a:pt x="512529" y="50317"/>
                </a:lnTo>
                <a:lnTo>
                  <a:pt x="513011" y="50479"/>
                </a:lnTo>
                <a:lnTo>
                  <a:pt x="513497" y="50611"/>
                </a:lnTo>
                <a:lnTo>
                  <a:pt x="513981" y="50717"/>
                </a:lnTo>
                <a:lnTo>
                  <a:pt x="514459" y="50799"/>
                </a:lnTo>
                <a:lnTo>
                  <a:pt x="514927" y="50861"/>
                </a:lnTo>
                <a:lnTo>
                  <a:pt x="515380" y="50906"/>
                </a:lnTo>
                <a:lnTo>
                  <a:pt x="515813" y="50936"/>
                </a:lnTo>
                <a:lnTo>
                  <a:pt x="516221" y="50954"/>
                </a:lnTo>
                <a:lnTo>
                  <a:pt x="516602" y="50963"/>
                </a:lnTo>
                <a:lnTo>
                  <a:pt x="516949" y="50966"/>
                </a:lnTo>
                <a:lnTo>
                  <a:pt x="517258" y="50967"/>
                </a:lnTo>
                <a:lnTo>
                  <a:pt x="586278" y="50967"/>
                </a:lnTo>
                <a:lnTo>
                  <a:pt x="586587" y="50966"/>
                </a:lnTo>
                <a:lnTo>
                  <a:pt x="586934" y="50963"/>
                </a:lnTo>
                <a:lnTo>
                  <a:pt x="587315" y="50954"/>
                </a:lnTo>
                <a:lnTo>
                  <a:pt x="587723" y="50936"/>
                </a:lnTo>
                <a:lnTo>
                  <a:pt x="588156" y="50906"/>
                </a:lnTo>
                <a:lnTo>
                  <a:pt x="588609" y="50861"/>
                </a:lnTo>
                <a:lnTo>
                  <a:pt x="589077" y="50799"/>
                </a:lnTo>
                <a:lnTo>
                  <a:pt x="589555" y="50717"/>
                </a:lnTo>
                <a:lnTo>
                  <a:pt x="590039" y="50611"/>
                </a:lnTo>
                <a:lnTo>
                  <a:pt x="590525" y="50479"/>
                </a:lnTo>
                <a:lnTo>
                  <a:pt x="591007" y="50317"/>
                </a:lnTo>
                <a:lnTo>
                  <a:pt x="591483" y="50123"/>
                </a:lnTo>
                <a:lnTo>
                  <a:pt x="591946" y="49894"/>
                </a:lnTo>
                <a:lnTo>
                  <a:pt x="592392" y="49627"/>
                </a:lnTo>
                <a:lnTo>
                  <a:pt x="592818" y="49319"/>
                </a:lnTo>
                <a:lnTo>
                  <a:pt x="593218" y="48967"/>
                </a:lnTo>
                <a:lnTo>
                  <a:pt x="593588" y="48568"/>
                </a:lnTo>
                <a:lnTo>
                  <a:pt x="593923" y="48120"/>
                </a:lnTo>
                <a:lnTo>
                  <a:pt x="594219" y="47618"/>
                </a:lnTo>
                <a:lnTo>
                  <a:pt x="594471" y="47061"/>
                </a:lnTo>
                <a:lnTo>
                  <a:pt x="594675" y="46446"/>
                </a:lnTo>
                <a:lnTo>
                  <a:pt x="594827" y="45768"/>
                </a:lnTo>
                <a:lnTo>
                  <a:pt x="594921" y="45027"/>
                </a:lnTo>
                <a:lnTo>
                  <a:pt x="594953" y="44218"/>
                </a:lnTo>
                <a:lnTo>
                  <a:pt x="594917" y="43409"/>
                </a:lnTo>
                <a:lnTo>
                  <a:pt x="594811" y="42667"/>
                </a:lnTo>
                <a:lnTo>
                  <a:pt x="594641" y="41990"/>
                </a:lnTo>
                <a:lnTo>
                  <a:pt x="594412" y="41375"/>
                </a:lnTo>
                <a:close/>
                <a:moveTo>
                  <a:pt x="81682" y="91370"/>
                </a:moveTo>
                <a:lnTo>
                  <a:pt x="81638" y="90935"/>
                </a:lnTo>
                <a:lnTo>
                  <a:pt x="81576" y="90505"/>
                </a:lnTo>
                <a:lnTo>
                  <a:pt x="81493" y="90083"/>
                </a:lnTo>
                <a:lnTo>
                  <a:pt x="81387" y="89671"/>
                </a:lnTo>
                <a:lnTo>
                  <a:pt x="81255" y="89271"/>
                </a:lnTo>
                <a:lnTo>
                  <a:pt x="81093" y="88886"/>
                </a:lnTo>
                <a:lnTo>
                  <a:pt x="80899" y="88516"/>
                </a:lnTo>
                <a:lnTo>
                  <a:pt x="80670" y="88165"/>
                </a:lnTo>
                <a:lnTo>
                  <a:pt x="80403" y="87833"/>
                </a:lnTo>
                <a:lnTo>
                  <a:pt x="80095" y="87524"/>
                </a:lnTo>
                <a:lnTo>
                  <a:pt x="79743" y="87238"/>
                </a:lnTo>
                <a:lnTo>
                  <a:pt x="79345" y="86979"/>
                </a:lnTo>
                <a:lnTo>
                  <a:pt x="78896" y="86748"/>
                </a:lnTo>
                <a:lnTo>
                  <a:pt x="78395" y="86546"/>
                </a:lnTo>
                <a:lnTo>
                  <a:pt x="77838" y="86377"/>
                </a:lnTo>
                <a:lnTo>
                  <a:pt x="77222" y="86242"/>
                </a:lnTo>
                <a:lnTo>
                  <a:pt x="76545" y="86143"/>
                </a:lnTo>
                <a:lnTo>
                  <a:pt x="75803" y="86082"/>
                </a:lnTo>
                <a:lnTo>
                  <a:pt x="74995" y="86062"/>
                </a:lnTo>
                <a:lnTo>
                  <a:pt x="74231" y="86082"/>
                </a:lnTo>
                <a:lnTo>
                  <a:pt x="73530" y="86143"/>
                </a:lnTo>
                <a:lnTo>
                  <a:pt x="72887" y="86242"/>
                </a:lnTo>
                <a:lnTo>
                  <a:pt x="72301" y="86376"/>
                </a:lnTo>
                <a:lnTo>
                  <a:pt x="71768" y="86545"/>
                </a:lnTo>
                <a:lnTo>
                  <a:pt x="71287" y="86744"/>
                </a:lnTo>
                <a:lnTo>
                  <a:pt x="70855" y="86974"/>
                </a:lnTo>
                <a:lnTo>
                  <a:pt x="70469" y="87231"/>
                </a:lnTo>
                <a:lnTo>
                  <a:pt x="70126" y="87513"/>
                </a:lnTo>
                <a:lnTo>
                  <a:pt x="69824" y="87819"/>
                </a:lnTo>
                <a:lnTo>
                  <a:pt x="69560" y="88146"/>
                </a:lnTo>
                <a:lnTo>
                  <a:pt x="69332" y="88492"/>
                </a:lnTo>
                <a:lnTo>
                  <a:pt x="69138" y="88855"/>
                </a:lnTo>
                <a:lnTo>
                  <a:pt x="68973" y="89233"/>
                </a:lnTo>
                <a:lnTo>
                  <a:pt x="68837" y="89624"/>
                </a:lnTo>
                <a:lnTo>
                  <a:pt x="68726" y="90025"/>
                </a:lnTo>
                <a:lnTo>
                  <a:pt x="68638" y="90436"/>
                </a:lnTo>
                <a:lnTo>
                  <a:pt x="68570" y="90853"/>
                </a:lnTo>
                <a:lnTo>
                  <a:pt x="68520" y="91274"/>
                </a:lnTo>
                <a:lnTo>
                  <a:pt x="68484" y="91698"/>
                </a:lnTo>
                <a:lnTo>
                  <a:pt x="68461" y="92122"/>
                </a:lnTo>
                <a:lnTo>
                  <a:pt x="68448" y="92544"/>
                </a:lnTo>
                <a:lnTo>
                  <a:pt x="68442" y="92963"/>
                </a:lnTo>
                <a:lnTo>
                  <a:pt x="68440" y="93376"/>
                </a:lnTo>
                <a:lnTo>
                  <a:pt x="68361" y="94816"/>
                </a:lnTo>
                <a:lnTo>
                  <a:pt x="68178" y="96156"/>
                </a:lnTo>
                <a:lnTo>
                  <a:pt x="67896" y="97398"/>
                </a:lnTo>
                <a:lnTo>
                  <a:pt x="67525" y="98547"/>
                </a:lnTo>
                <a:lnTo>
                  <a:pt x="67072" y="99605"/>
                </a:lnTo>
                <a:lnTo>
                  <a:pt x="66543" y="100577"/>
                </a:lnTo>
                <a:lnTo>
                  <a:pt x="65948" y="101465"/>
                </a:lnTo>
                <a:lnTo>
                  <a:pt x="65292" y="102274"/>
                </a:lnTo>
                <a:lnTo>
                  <a:pt x="64585" y="103007"/>
                </a:lnTo>
                <a:lnTo>
                  <a:pt x="63832" y="103667"/>
                </a:lnTo>
                <a:lnTo>
                  <a:pt x="63043" y="104258"/>
                </a:lnTo>
                <a:lnTo>
                  <a:pt x="62224" y="104783"/>
                </a:lnTo>
                <a:lnTo>
                  <a:pt x="61382" y="105246"/>
                </a:lnTo>
                <a:lnTo>
                  <a:pt x="60527" y="105650"/>
                </a:lnTo>
                <a:lnTo>
                  <a:pt x="59664" y="105999"/>
                </a:lnTo>
                <a:lnTo>
                  <a:pt x="58802" y="106296"/>
                </a:lnTo>
                <a:lnTo>
                  <a:pt x="57947" y="106546"/>
                </a:lnTo>
                <a:lnTo>
                  <a:pt x="57109" y="106751"/>
                </a:lnTo>
                <a:lnTo>
                  <a:pt x="56293" y="106914"/>
                </a:lnTo>
                <a:lnTo>
                  <a:pt x="55508" y="107040"/>
                </a:lnTo>
                <a:lnTo>
                  <a:pt x="54761" y="107132"/>
                </a:lnTo>
                <a:lnTo>
                  <a:pt x="54060" y="107193"/>
                </a:lnTo>
                <a:lnTo>
                  <a:pt x="53412" y="107228"/>
                </a:lnTo>
                <a:lnTo>
                  <a:pt x="52825" y="107238"/>
                </a:lnTo>
                <a:lnTo>
                  <a:pt x="51046" y="107187"/>
                </a:lnTo>
                <a:lnTo>
                  <a:pt x="49415" y="107038"/>
                </a:lnTo>
                <a:lnTo>
                  <a:pt x="47926" y="106799"/>
                </a:lnTo>
                <a:lnTo>
                  <a:pt x="46572" y="106474"/>
                </a:lnTo>
                <a:lnTo>
                  <a:pt x="45346" y="106072"/>
                </a:lnTo>
                <a:lnTo>
                  <a:pt x="44244" y="105599"/>
                </a:lnTo>
                <a:lnTo>
                  <a:pt x="43257" y="105060"/>
                </a:lnTo>
                <a:lnTo>
                  <a:pt x="42379" y="104464"/>
                </a:lnTo>
                <a:lnTo>
                  <a:pt x="41605" y="103817"/>
                </a:lnTo>
                <a:lnTo>
                  <a:pt x="40928" y="103124"/>
                </a:lnTo>
                <a:lnTo>
                  <a:pt x="40340" y="102393"/>
                </a:lnTo>
                <a:lnTo>
                  <a:pt x="39837" y="101631"/>
                </a:lnTo>
                <a:lnTo>
                  <a:pt x="39410" y="100843"/>
                </a:lnTo>
                <a:lnTo>
                  <a:pt x="39055" y="100037"/>
                </a:lnTo>
                <a:lnTo>
                  <a:pt x="38764" y="99219"/>
                </a:lnTo>
                <a:lnTo>
                  <a:pt x="38531" y="98396"/>
                </a:lnTo>
                <a:lnTo>
                  <a:pt x="38350" y="97574"/>
                </a:lnTo>
                <a:lnTo>
                  <a:pt x="38213" y="96760"/>
                </a:lnTo>
                <a:lnTo>
                  <a:pt x="38115" y="95961"/>
                </a:lnTo>
                <a:lnTo>
                  <a:pt x="38050" y="95183"/>
                </a:lnTo>
                <a:lnTo>
                  <a:pt x="38010" y="94432"/>
                </a:lnTo>
                <a:lnTo>
                  <a:pt x="37990" y="93716"/>
                </a:lnTo>
                <a:lnTo>
                  <a:pt x="37982" y="93041"/>
                </a:lnTo>
                <a:lnTo>
                  <a:pt x="37981" y="92413"/>
                </a:lnTo>
                <a:lnTo>
                  <a:pt x="37981" y="46595"/>
                </a:lnTo>
                <a:lnTo>
                  <a:pt x="69596" y="46595"/>
                </a:lnTo>
                <a:lnTo>
                  <a:pt x="69967" y="46595"/>
                </a:lnTo>
                <a:lnTo>
                  <a:pt x="70356" y="46592"/>
                </a:lnTo>
                <a:lnTo>
                  <a:pt x="70758" y="46584"/>
                </a:lnTo>
                <a:lnTo>
                  <a:pt x="71172" y="46568"/>
                </a:lnTo>
                <a:lnTo>
                  <a:pt x="71594" y="46543"/>
                </a:lnTo>
                <a:lnTo>
                  <a:pt x="72022" y="46505"/>
                </a:lnTo>
                <a:lnTo>
                  <a:pt x="72452" y="46452"/>
                </a:lnTo>
                <a:lnTo>
                  <a:pt x="72881" y="46381"/>
                </a:lnTo>
                <a:lnTo>
                  <a:pt x="73308" y="46290"/>
                </a:lnTo>
                <a:lnTo>
                  <a:pt x="73728" y="46177"/>
                </a:lnTo>
                <a:lnTo>
                  <a:pt x="74139" y="46038"/>
                </a:lnTo>
                <a:lnTo>
                  <a:pt x="74538" y="45872"/>
                </a:lnTo>
                <a:lnTo>
                  <a:pt x="74921" y="45676"/>
                </a:lnTo>
                <a:lnTo>
                  <a:pt x="75287" y="45447"/>
                </a:lnTo>
                <a:lnTo>
                  <a:pt x="75632" y="45183"/>
                </a:lnTo>
                <a:lnTo>
                  <a:pt x="75953" y="44881"/>
                </a:lnTo>
                <a:lnTo>
                  <a:pt x="76247" y="44539"/>
                </a:lnTo>
                <a:lnTo>
                  <a:pt x="76511" y="44155"/>
                </a:lnTo>
                <a:lnTo>
                  <a:pt x="76743" y="43725"/>
                </a:lnTo>
                <a:lnTo>
                  <a:pt x="76939" y="43248"/>
                </a:lnTo>
                <a:lnTo>
                  <a:pt x="77097" y="42720"/>
                </a:lnTo>
                <a:lnTo>
                  <a:pt x="77213" y="42140"/>
                </a:lnTo>
                <a:lnTo>
                  <a:pt x="77285" y="41504"/>
                </a:lnTo>
                <a:lnTo>
                  <a:pt x="77310" y="40811"/>
                </a:lnTo>
                <a:lnTo>
                  <a:pt x="77286" y="40095"/>
                </a:lnTo>
                <a:lnTo>
                  <a:pt x="77217" y="39438"/>
                </a:lnTo>
                <a:lnTo>
                  <a:pt x="77105" y="38838"/>
                </a:lnTo>
                <a:lnTo>
                  <a:pt x="76953" y="38293"/>
                </a:lnTo>
                <a:lnTo>
                  <a:pt x="76763" y="37799"/>
                </a:lnTo>
                <a:lnTo>
                  <a:pt x="76539" y="37355"/>
                </a:lnTo>
                <a:lnTo>
                  <a:pt x="76282" y="36958"/>
                </a:lnTo>
                <a:lnTo>
                  <a:pt x="75996" y="36604"/>
                </a:lnTo>
                <a:lnTo>
                  <a:pt x="75683" y="36293"/>
                </a:lnTo>
                <a:lnTo>
                  <a:pt x="75346" y="36020"/>
                </a:lnTo>
                <a:lnTo>
                  <a:pt x="74987" y="35783"/>
                </a:lnTo>
                <a:lnTo>
                  <a:pt x="74610" y="35580"/>
                </a:lnTo>
                <a:lnTo>
                  <a:pt x="74217" y="35409"/>
                </a:lnTo>
                <a:lnTo>
                  <a:pt x="73810" y="35265"/>
                </a:lnTo>
                <a:lnTo>
                  <a:pt x="73393" y="35148"/>
                </a:lnTo>
                <a:lnTo>
                  <a:pt x="72968" y="35054"/>
                </a:lnTo>
                <a:lnTo>
                  <a:pt x="72537" y="34981"/>
                </a:lnTo>
                <a:lnTo>
                  <a:pt x="72104" y="34926"/>
                </a:lnTo>
                <a:lnTo>
                  <a:pt x="71670" y="34887"/>
                </a:lnTo>
                <a:lnTo>
                  <a:pt x="71239" y="34861"/>
                </a:lnTo>
                <a:lnTo>
                  <a:pt x="70814" y="34845"/>
                </a:lnTo>
                <a:lnTo>
                  <a:pt x="70396" y="34837"/>
                </a:lnTo>
                <a:lnTo>
                  <a:pt x="69990" y="34833"/>
                </a:lnTo>
                <a:lnTo>
                  <a:pt x="69596" y="34833"/>
                </a:lnTo>
                <a:lnTo>
                  <a:pt x="37981" y="34833"/>
                </a:lnTo>
                <a:lnTo>
                  <a:pt x="37981" y="19026"/>
                </a:lnTo>
                <a:lnTo>
                  <a:pt x="37981" y="18565"/>
                </a:lnTo>
                <a:lnTo>
                  <a:pt x="37977" y="18100"/>
                </a:lnTo>
                <a:lnTo>
                  <a:pt x="37968" y="17634"/>
                </a:lnTo>
                <a:lnTo>
                  <a:pt x="37951" y="17167"/>
                </a:lnTo>
                <a:lnTo>
                  <a:pt x="37922" y="16704"/>
                </a:lnTo>
                <a:lnTo>
                  <a:pt x="37879" y="16244"/>
                </a:lnTo>
                <a:lnTo>
                  <a:pt x="37819" y="15791"/>
                </a:lnTo>
                <a:lnTo>
                  <a:pt x="37738" y="15347"/>
                </a:lnTo>
                <a:lnTo>
                  <a:pt x="37635" y="14914"/>
                </a:lnTo>
                <a:lnTo>
                  <a:pt x="37507" y="14493"/>
                </a:lnTo>
                <a:lnTo>
                  <a:pt x="37350" y="14087"/>
                </a:lnTo>
                <a:lnTo>
                  <a:pt x="37162" y="13699"/>
                </a:lnTo>
                <a:lnTo>
                  <a:pt x="36939" y="13329"/>
                </a:lnTo>
                <a:lnTo>
                  <a:pt x="36680" y="12981"/>
                </a:lnTo>
                <a:lnTo>
                  <a:pt x="36380" y="12655"/>
                </a:lnTo>
                <a:lnTo>
                  <a:pt x="36038" y="12356"/>
                </a:lnTo>
                <a:lnTo>
                  <a:pt x="35651" y="12083"/>
                </a:lnTo>
                <a:lnTo>
                  <a:pt x="35215" y="11840"/>
                </a:lnTo>
                <a:lnTo>
                  <a:pt x="34728" y="11629"/>
                </a:lnTo>
                <a:lnTo>
                  <a:pt x="34187" y="11452"/>
                </a:lnTo>
                <a:lnTo>
                  <a:pt x="33588" y="11310"/>
                </a:lnTo>
                <a:lnTo>
                  <a:pt x="32930" y="11206"/>
                </a:lnTo>
                <a:lnTo>
                  <a:pt x="32210" y="11142"/>
                </a:lnTo>
                <a:lnTo>
                  <a:pt x="31424" y="11121"/>
                </a:lnTo>
                <a:lnTo>
                  <a:pt x="30615" y="11141"/>
                </a:lnTo>
                <a:lnTo>
                  <a:pt x="29874" y="11203"/>
                </a:lnTo>
                <a:lnTo>
                  <a:pt x="29197" y="11302"/>
                </a:lnTo>
                <a:lnTo>
                  <a:pt x="28582" y="11438"/>
                </a:lnTo>
                <a:lnTo>
                  <a:pt x="28025" y="11609"/>
                </a:lnTo>
                <a:lnTo>
                  <a:pt x="27524" y="11813"/>
                </a:lnTo>
                <a:lnTo>
                  <a:pt x="27076" y="12049"/>
                </a:lnTo>
                <a:lnTo>
                  <a:pt x="26677" y="12313"/>
                </a:lnTo>
                <a:lnTo>
                  <a:pt x="26325" y="12605"/>
                </a:lnTo>
                <a:lnTo>
                  <a:pt x="26017" y="12922"/>
                </a:lnTo>
                <a:lnTo>
                  <a:pt x="25751" y="13264"/>
                </a:lnTo>
                <a:lnTo>
                  <a:pt x="25522" y="13627"/>
                </a:lnTo>
                <a:lnTo>
                  <a:pt x="25328" y="14010"/>
                </a:lnTo>
                <a:lnTo>
                  <a:pt x="25166" y="14412"/>
                </a:lnTo>
                <a:lnTo>
                  <a:pt x="25034" y="14830"/>
                </a:lnTo>
                <a:lnTo>
                  <a:pt x="24928" y="15262"/>
                </a:lnTo>
                <a:lnTo>
                  <a:pt x="24846" y="15707"/>
                </a:lnTo>
                <a:lnTo>
                  <a:pt x="24784" y="16163"/>
                </a:lnTo>
                <a:lnTo>
                  <a:pt x="24740" y="16629"/>
                </a:lnTo>
                <a:lnTo>
                  <a:pt x="24710" y="17101"/>
                </a:lnTo>
                <a:lnTo>
                  <a:pt x="24692" y="17579"/>
                </a:lnTo>
                <a:lnTo>
                  <a:pt x="24682" y="18060"/>
                </a:lnTo>
                <a:lnTo>
                  <a:pt x="24679" y="18543"/>
                </a:lnTo>
                <a:lnTo>
                  <a:pt x="24679" y="19026"/>
                </a:lnTo>
                <a:lnTo>
                  <a:pt x="24679" y="34833"/>
                </a:lnTo>
                <a:lnTo>
                  <a:pt x="7905" y="34833"/>
                </a:lnTo>
                <a:lnTo>
                  <a:pt x="7510" y="34833"/>
                </a:lnTo>
                <a:lnTo>
                  <a:pt x="7101" y="34837"/>
                </a:lnTo>
                <a:lnTo>
                  <a:pt x="6679" y="34845"/>
                </a:lnTo>
                <a:lnTo>
                  <a:pt x="6248" y="34861"/>
                </a:lnTo>
                <a:lnTo>
                  <a:pt x="5809" y="34887"/>
                </a:lnTo>
                <a:lnTo>
                  <a:pt x="5368" y="34926"/>
                </a:lnTo>
                <a:lnTo>
                  <a:pt x="4925" y="34981"/>
                </a:lnTo>
                <a:lnTo>
                  <a:pt x="4484" y="35054"/>
                </a:lnTo>
                <a:lnTo>
                  <a:pt x="4047" y="35148"/>
                </a:lnTo>
                <a:lnTo>
                  <a:pt x="3619" y="35265"/>
                </a:lnTo>
                <a:lnTo>
                  <a:pt x="3200" y="35409"/>
                </a:lnTo>
                <a:lnTo>
                  <a:pt x="2795" y="35580"/>
                </a:lnTo>
                <a:lnTo>
                  <a:pt x="2406" y="35783"/>
                </a:lnTo>
                <a:lnTo>
                  <a:pt x="2036" y="36020"/>
                </a:lnTo>
                <a:lnTo>
                  <a:pt x="1687" y="36293"/>
                </a:lnTo>
                <a:lnTo>
                  <a:pt x="1364" y="36604"/>
                </a:lnTo>
                <a:lnTo>
                  <a:pt x="1067" y="36958"/>
                </a:lnTo>
                <a:lnTo>
                  <a:pt x="801" y="37355"/>
                </a:lnTo>
                <a:lnTo>
                  <a:pt x="568" y="37799"/>
                </a:lnTo>
                <a:lnTo>
                  <a:pt x="371" y="38293"/>
                </a:lnTo>
                <a:lnTo>
                  <a:pt x="213" y="38838"/>
                </a:lnTo>
                <a:lnTo>
                  <a:pt x="97" y="39438"/>
                </a:lnTo>
                <a:lnTo>
                  <a:pt x="25" y="40095"/>
                </a:lnTo>
                <a:lnTo>
                  <a:pt x="0" y="40811"/>
                </a:lnTo>
                <a:lnTo>
                  <a:pt x="25" y="41504"/>
                </a:lnTo>
                <a:lnTo>
                  <a:pt x="96" y="42140"/>
                </a:lnTo>
                <a:lnTo>
                  <a:pt x="213" y="42720"/>
                </a:lnTo>
                <a:lnTo>
                  <a:pt x="370" y="43248"/>
                </a:lnTo>
                <a:lnTo>
                  <a:pt x="566" y="43725"/>
                </a:lnTo>
                <a:lnTo>
                  <a:pt x="798" y="44155"/>
                </a:lnTo>
                <a:lnTo>
                  <a:pt x="1062" y="44539"/>
                </a:lnTo>
                <a:lnTo>
                  <a:pt x="1356" y="44881"/>
                </a:lnTo>
                <a:lnTo>
                  <a:pt x="1677" y="45183"/>
                </a:lnTo>
                <a:lnTo>
                  <a:pt x="2022" y="45447"/>
                </a:lnTo>
                <a:lnTo>
                  <a:pt x="2387" y="45676"/>
                </a:lnTo>
                <a:lnTo>
                  <a:pt x="2771" y="45872"/>
                </a:lnTo>
                <a:lnTo>
                  <a:pt x="3169" y="46038"/>
                </a:lnTo>
                <a:lnTo>
                  <a:pt x="3580" y="46177"/>
                </a:lnTo>
                <a:lnTo>
                  <a:pt x="4000" y="46290"/>
                </a:lnTo>
                <a:lnTo>
                  <a:pt x="4426" y="46381"/>
                </a:lnTo>
                <a:lnTo>
                  <a:pt x="4856" y="46452"/>
                </a:lnTo>
                <a:lnTo>
                  <a:pt x="5286" y="46505"/>
                </a:lnTo>
                <a:lnTo>
                  <a:pt x="5713" y="46543"/>
                </a:lnTo>
                <a:lnTo>
                  <a:pt x="6135" y="46568"/>
                </a:lnTo>
                <a:lnTo>
                  <a:pt x="6549" y="46584"/>
                </a:lnTo>
                <a:lnTo>
                  <a:pt x="6951" y="46592"/>
                </a:lnTo>
                <a:lnTo>
                  <a:pt x="7339" y="46595"/>
                </a:lnTo>
                <a:lnTo>
                  <a:pt x="7710" y="46595"/>
                </a:lnTo>
                <a:lnTo>
                  <a:pt x="24679" y="46595"/>
                </a:lnTo>
                <a:lnTo>
                  <a:pt x="24679" y="93570"/>
                </a:lnTo>
                <a:lnTo>
                  <a:pt x="24746" y="95821"/>
                </a:lnTo>
                <a:lnTo>
                  <a:pt x="24945" y="97954"/>
                </a:lnTo>
                <a:lnTo>
                  <a:pt x="25269" y="99970"/>
                </a:lnTo>
                <a:lnTo>
                  <a:pt x="25715" y="101872"/>
                </a:lnTo>
                <a:lnTo>
                  <a:pt x="26276" y="103662"/>
                </a:lnTo>
                <a:lnTo>
                  <a:pt x="26947" y="105342"/>
                </a:lnTo>
                <a:lnTo>
                  <a:pt x="27723" y="106914"/>
                </a:lnTo>
                <a:lnTo>
                  <a:pt x="28598" y="108379"/>
                </a:lnTo>
                <a:lnTo>
                  <a:pt x="29568" y="109739"/>
                </a:lnTo>
                <a:lnTo>
                  <a:pt x="30627" y="110998"/>
                </a:lnTo>
                <a:lnTo>
                  <a:pt x="31770" y="112156"/>
                </a:lnTo>
                <a:lnTo>
                  <a:pt x="32992" y="113216"/>
                </a:lnTo>
                <a:lnTo>
                  <a:pt x="34287" y="114180"/>
                </a:lnTo>
                <a:lnTo>
                  <a:pt x="35650" y="115049"/>
                </a:lnTo>
                <a:lnTo>
                  <a:pt x="37075" y="115826"/>
                </a:lnTo>
                <a:lnTo>
                  <a:pt x="38558" y="116513"/>
                </a:lnTo>
                <a:lnTo>
                  <a:pt x="40094" y="117112"/>
                </a:lnTo>
                <a:lnTo>
                  <a:pt x="41676" y="117624"/>
                </a:lnTo>
                <a:lnTo>
                  <a:pt x="43300" y="118052"/>
                </a:lnTo>
                <a:lnTo>
                  <a:pt x="44960" y="118398"/>
                </a:lnTo>
                <a:lnTo>
                  <a:pt x="46652" y="118663"/>
                </a:lnTo>
                <a:lnTo>
                  <a:pt x="48369" y="118850"/>
                </a:lnTo>
                <a:lnTo>
                  <a:pt x="50107" y="118961"/>
                </a:lnTo>
                <a:lnTo>
                  <a:pt x="51860" y="118997"/>
                </a:lnTo>
                <a:lnTo>
                  <a:pt x="53650" y="118954"/>
                </a:lnTo>
                <a:lnTo>
                  <a:pt x="55446" y="118824"/>
                </a:lnTo>
                <a:lnTo>
                  <a:pt x="57241" y="118608"/>
                </a:lnTo>
                <a:lnTo>
                  <a:pt x="59028" y="118304"/>
                </a:lnTo>
                <a:lnTo>
                  <a:pt x="60800" y="117913"/>
                </a:lnTo>
                <a:lnTo>
                  <a:pt x="62549" y="117434"/>
                </a:lnTo>
                <a:lnTo>
                  <a:pt x="64268" y="116868"/>
                </a:lnTo>
                <a:lnTo>
                  <a:pt x="65949" y="116213"/>
                </a:lnTo>
                <a:lnTo>
                  <a:pt x="67585" y="115470"/>
                </a:lnTo>
                <a:lnTo>
                  <a:pt x="69170" y="114639"/>
                </a:lnTo>
                <a:lnTo>
                  <a:pt x="70694" y="113719"/>
                </a:lnTo>
                <a:lnTo>
                  <a:pt x="72152" y="112710"/>
                </a:lnTo>
                <a:lnTo>
                  <a:pt x="73536" y="111611"/>
                </a:lnTo>
                <a:lnTo>
                  <a:pt x="74837" y="110424"/>
                </a:lnTo>
                <a:lnTo>
                  <a:pt x="76050" y="109146"/>
                </a:lnTo>
                <a:lnTo>
                  <a:pt x="77166" y="107778"/>
                </a:lnTo>
                <a:lnTo>
                  <a:pt x="78179" y="106321"/>
                </a:lnTo>
                <a:lnTo>
                  <a:pt x="79080" y="104772"/>
                </a:lnTo>
                <a:lnTo>
                  <a:pt x="79863" y="103133"/>
                </a:lnTo>
                <a:lnTo>
                  <a:pt x="80520" y="101404"/>
                </a:lnTo>
                <a:lnTo>
                  <a:pt x="81044" y="99582"/>
                </a:lnTo>
                <a:lnTo>
                  <a:pt x="81428" y="97670"/>
                </a:lnTo>
                <a:lnTo>
                  <a:pt x="81663" y="95666"/>
                </a:lnTo>
                <a:lnTo>
                  <a:pt x="81743" y="93570"/>
                </a:lnTo>
                <a:lnTo>
                  <a:pt x="81743" y="93134"/>
                </a:lnTo>
                <a:lnTo>
                  <a:pt x="81739" y="92694"/>
                </a:lnTo>
                <a:lnTo>
                  <a:pt x="81730" y="92252"/>
                </a:lnTo>
                <a:lnTo>
                  <a:pt x="81712" y="91810"/>
                </a:lnTo>
                <a:lnTo>
                  <a:pt x="81682" y="91370"/>
                </a:lnTo>
                <a:close/>
                <a:moveTo>
                  <a:pt x="594219" y="70064"/>
                </a:moveTo>
                <a:lnTo>
                  <a:pt x="593923" y="69562"/>
                </a:lnTo>
                <a:lnTo>
                  <a:pt x="593588" y="69114"/>
                </a:lnTo>
                <a:lnTo>
                  <a:pt x="593218" y="68715"/>
                </a:lnTo>
                <a:lnTo>
                  <a:pt x="592818" y="68363"/>
                </a:lnTo>
                <a:lnTo>
                  <a:pt x="592392" y="68055"/>
                </a:lnTo>
                <a:lnTo>
                  <a:pt x="591946" y="67788"/>
                </a:lnTo>
                <a:lnTo>
                  <a:pt x="591483" y="67559"/>
                </a:lnTo>
                <a:lnTo>
                  <a:pt x="591007" y="67365"/>
                </a:lnTo>
                <a:lnTo>
                  <a:pt x="590525" y="67203"/>
                </a:lnTo>
                <a:lnTo>
                  <a:pt x="590039" y="67071"/>
                </a:lnTo>
                <a:lnTo>
                  <a:pt x="589555" y="66965"/>
                </a:lnTo>
                <a:lnTo>
                  <a:pt x="589077" y="66883"/>
                </a:lnTo>
                <a:lnTo>
                  <a:pt x="588609" y="66821"/>
                </a:lnTo>
                <a:lnTo>
                  <a:pt x="588156" y="66776"/>
                </a:lnTo>
                <a:lnTo>
                  <a:pt x="587723" y="66747"/>
                </a:lnTo>
                <a:lnTo>
                  <a:pt x="587315" y="66728"/>
                </a:lnTo>
                <a:lnTo>
                  <a:pt x="586934" y="66719"/>
                </a:lnTo>
                <a:lnTo>
                  <a:pt x="586587" y="66716"/>
                </a:lnTo>
                <a:lnTo>
                  <a:pt x="586278" y="66715"/>
                </a:lnTo>
                <a:lnTo>
                  <a:pt x="517258" y="66715"/>
                </a:lnTo>
                <a:lnTo>
                  <a:pt x="516949" y="66716"/>
                </a:lnTo>
                <a:lnTo>
                  <a:pt x="516602" y="66719"/>
                </a:lnTo>
                <a:lnTo>
                  <a:pt x="516221" y="66728"/>
                </a:lnTo>
                <a:lnTo>
                  <a:pt x="515813" y="66747"/>
                </a:lnTo>
                <a:lnTo>
                  <a:pt x="515380" y="66776"/>
                </a:lnTo>
                <a:lnTo>
                  <a:pt x="514927" y="66821"/>
                </a:lnTo>
                <a:lnTo>
                  <a:pt x="514459" y="66883"/>
                </a:lnTo>
                <a:lnTo>
                  <a:pt x="513981" y="66965"/>
                </a:lnTo>
                <a:lnTo>
                  <a:pt x="513497" y="67071"/>
                </a:lnTo>
                <a:lnTo>
                  <a:pt x="513011" y="67203"/>
                </a:lnTo>
                <a:lnTo>
                  <a:pt x="512529" y="67365"/>
                </a:lnTo>
                <a:lnTo>
                  <a:pt x="512053" y="67559"/>
                </a:lnTo>
                <a:lnTo>
                  <a:pt x="511590" y="67788"/>
                </a:lnTo>
                <a:lnTo>
                  <a:pt x="511144" y="68055"/>
                </a:lnTo>
                <a:lnTo>
                  <a:pt x="510718" y="68363"/>
                </a:lnTo>
                <a:lnTo>
                  <a:pt x="510318" y="68715"/>
                </a:lnTo>
                <a:lnTo>
                  <a:pt x="509948" y="69114"/>
                </a:lnTo>
                <a:lnTo>
                  <a:pt x="509613" y="69562"/>
                </a:lnTo>
                <a:lnTo>
                  <a:pt x="509317" y="70064"/>
                </a:lnTo>
                <a:lnTo>
                  <a:pt x="509065" y="70621"/>
                </a:lnTo>
                <a:lnTo>
                  <a:pt x="508861" y="71237"/>
                </a:lnTo>
                <a:lnTo>
                  <a:pt x="508709" y="71914"/>
                </a:lnTo>
                <a:lnTo>
                  <a:pt x="508615" y="72655"/>
                </a:lnTo>
                <a:lnTo>
                  <a:pt x="508583" y="73464"/>
                </a:lnTo>
                <a:lnTo>
                  <a:pt x="508619" y="74273"/>
                </a:lnTo>
                <a:lnTo>
                  <a:pt x="508725" y="75014"/>
                </a:lnTo>
                <a:lnTo>
                  <a:pt x="508895" y="75691"/>
                </a:lnTo>
                <a:lnTo>
                  <a:pt x="509124" y="76306"/>
                </a:lnTo>
                <a:lnTo>
                  <a:pt x="509407" y="76863"/>
                </a:lnTo>
                <a:lnTo>
                  <a:pt x="509740" y="77364"/>
                </a:lnTo>
                <a:lnTo>
                  <a:pt x="510116" y="77813"/>
                </a:lnTo>
                <a:lnTo>
                  <a:pt x="510532" y="78211"/>
                </a:lnTo>
                <a:lnTo>
                  <a:pt x="510982" y="78563"/>
                </a:lnTo>
                <a:lnTo>
                  <a:pt x="511461" y="78871"/>
                </a:lnTo>
                <a:lnTo>
                  <a:pt x="511965" y="79138"/>
                </a:lnTo>
                <a:lnTo>
                  <a:pt x="512487" y="79367"/>
                </a:lnTo>
                <a:lnTo>
                  <a:pt x="513023" y="79561"/>
                </a:lnTo>
                <a:lnTo>
                  <a:pt x="513569" y="79722"/>
                </a:lnTo>
                <a:lnTo>
                  <a:pt x="514118" y="79854"/>
                </a:lnTo>
                <a:lnTo>
                  <a:pt x="514666" y="79960"/>
                </a:lnTo>
                <a:lnTo>
                  <a:pt x="515209" y="80043"/>
                </a:lnTo>
                <a:lnTo>
                  <a:pt x="515740" y="80105"/>
                </a:lnTo>
                <a:lnTo>
                  <a:pt x="516255" y="80149"/>
                </a:lnTo>
                <a:lnTo>
                  <a:pt x="516749" y="80179"/>
                </a:lnTo>
                <a:lnTo>
                  <a:pt x="517217" y="80197"/>
                </a:lnTo>
                <a:lnTo>
                  <a:pt x="517654" y="80206"/>
                </a:lnTo>
                <a:lnTo>
                  <a:pt x="518055" y="80210"/>
                </a:lnTo>
                <a:lnTo>
                  <a:pt x="518414" y="80210"/>
                </a:lnTo>
                <a:lnTo>
                  <a:pt x="585122" y="80210"/>
                </a:lnTo>
                <a:lnTo>
                  <a:pt x="585481" y="80210"/>
                </a:lnTo>
                <a:lnTo>
                  <a:pt x="585882" y="80206"/>
                </a:lnTo>
                <a:lnTo>
                  <a:pt x="586319" y="80197"/>
                </a:lnTo>
                <a:lnTo>
                  <a:pt x="586787" y="80179"/>
                </a:lnTo>
                <a:lnTo>
                  <a:pt x="587281" y="80149"/>
                </a:lnTo>
                <a:lnTo>
                  <a:pt x="587796" y="80105"/>
                </a:lnTo>
                <a:lnTo>
                  <a:pt x="588327" y="80043"/>
                </a:lnTo>
                <a:lnTo>
                  <a:pt x="588870" y="79960"/>
                </a:lnTo>
                <a:lnTo>
                  <a:pt x="589418" y="79854"/>
                </a:lnTo>
                <a:lnTo>
                  <a:pt x="589967" y="79722"/>
                </a:lnTo>
                <a:lnTo>
                  <a:pt x="590513" y="79561"/>
                </a:lnTo>
                <a:lnTo>
                  <a:pt x="591049" y="79367"/>
                </a:lnTo>
                <a:lnTo>
                  <a:pt x="591571" y="79138"/>
                </a:lnTo>
                <a:lnTo>
                  <a:pt x="592075" y="78871"/>
                </a:lnTo>
                <a:lnTo>
                  <a:pt x="592554" y="78563"/>
                </a:lnTo>
                <a:lnTo>
                  <a:pt x="593004" y="78211"/>
                </a:lnTo>
                <a:lnTo>
                  <a:pt x="593420" y="77813"/>
                </a:lnTo>
                <a:lnTo>
                  <a:pt x="593796" y="77364"/>
                </a:lnTo>
                <a:lnTo>
                  <a:pt x="594129" y="76863"/>
                </a:lnTo>
                <a:lnTo>
                  <a:pt x="594412" y="76306"/>
                </a:lnTo>
                <a:lnTo>
                  <a:pt x="594641" y="75691"/>
                </a:lnTo>
                <a:lnTo>
                  <a:pt x="594811" y="75014"/>
                </a:lnTo>
                <a:lnTo>
                  <a:pt x="594917" y="74273"/>
                </a:lnTo>
                <a:lnTo>
                  <a:pt x="594953" y="73464"/>
                </a:lnTo>
                <a:lnTo>
                  <a:pt x="594921" y="72655"/>
                </a:lnTo>
                <a:lnTo>
                  <a:pt x="594827" y="71914"/>
                </a:lnTo>
                <a:lnTo>
                  <a:pt x="594675" y="71237"/>
                </a:lnTo>
                <a:lnTo>
                  <a:pt x="594471" y="70621"/>
                </a:lnTo>
                <a:lnTo>
                  <a:pt x="594219" y="70064"/>
                </a:lnTo>
                <a:close/>
                <a:moveTo>
                  <a:pt x="296575" y="109073"/>
                </a:moveTo>
                <a:lnTo>
                  <a:pt x="296350" y="108629"/>
                </a:lnTo>
                <a:lnTo>
                  <a:pt x="296087" y="108232"/>
                </a:lnTo>
                <a:lnTo>
                  <a:pt x="295785" y="107879"/>
                </a:lnTo>
                <a:lnTo>
                  <a:pt x="295445" y="107567"/>
                </a:lnTo>
                <a:lnTo>
                  <a:pt x="295067" y="107294"/>
                </a:lnTo>
                <a:lnTo>
                  <a:pt x="294652" y="107058"/>
                </a:lnTo>
                <a:lnTo>
                  <a:pt x="294200" y="106855"/>
                </a:lnTo>
                <a:lnTo>
                  <a:pt x="293712" y="106684"/>
                </a:lnTo>
                <a:lnTo>
                  <a:pt x="293189" y="106541"/>
                </a:lnTo>
                <a:lnTo>
                  <a:pt x="292630" y="106424"/>
                </a:lnTo>
                <a:lnTo>
                  <a:pt x="292037" y="106330"/>
                </a:lnTo>
                <a:lnTo>
                  <a:pt x="291409" y="106257"/>
                </a:lnTo>
                <a:lnTo>
                  <a:pt x="290748" y="106202"/>
                </a:lnTo>
                <a:lnTo>
                  <a:pt x="290054" y="106162"/>
                </a:lnTo>
                <a:lnTo>
                  <a:pt x="289327" y="106136"/>
                </a:lnTo>
                <a:lnTo>
                  <a:pt x="288568" y="106120"/>
                </a:lnTo>
                <a:lnTo>
                  <a:pt x="287778" y="106112"/>
                </a:lnTo>
                <a:lnTo>
                  <a:pt x="286956" y="106109"/>
                </a:lnTo>
                <a:lnTo>
                  <a:pt x="286104" y="106108"/>
                </a:lnTo>
                <a:lnTo>
                  <a:pt x="286104" y="59519"/>
                </a:lnTo>
                <a:lnTo>
                  <a:pt x="286103" y="58946"/>
                </a:lnTo>
                <a:lnTo>
                  <a:pt x="286094" y="58202"/>
                </a:lnTo>
                <a:lnTo>
                  <a:pt x="286070" y="57304"/>
                </a:lnTo>
                <a:lnTo>
                  <a:pt x="286024" y="56270"/>
                </a:lnTo>
                <a:lnTo>
                  <a:pt x="285949" y="55116"/>
                </a:lnTo>
                <a:lnTo>
                  <a:pt x="285836" y="53861"/>
                </a:lnTo>
                <a:lnTo>
                  <a:pt x="285678" y="52521"/>
                </a:lnTo>
                <a:lnTo>
                  <a:pt x="285468" y="51115"/>
                </a:lnTo>
                <a:lnTo>
                  <a:pt x="285199" y="49659"/>
                </a:lnTo>
                <a:lnTo>
                  <a:pt x="284863" y="48170"/>
                </a:lnTo>
                <a:lnTo>
                  <a:pt x="284452" y="46667"/>
                </a:lnTo>
                <a:lnTo>
                  <a:pt x="283959" y="45167"/>
                </a:lnTo>
                <a:lnTo>
                  <a:pt x="283377" y="43687"/>
                </a:lnTo>
                <a:lnTo>
                  <a:pt x="282698" y="42244"/>
                </a:lnTo>
                <a:lnTo>
                  <a:pt x="281915" y="40856"/>
                </a:lnTo>
                <a:lnTo>
                  <a:pt x="281020" y="39541"/>
                </a:lnTo>
                <a:lnTo>
                  <a:pt x="280005" y="38315"/>
                </a:lnTo>
                <a:lnTo>
                  <a:pt x="278865" y="37195"/>
                </a:lnTo>
                <a:lnTo>
                  <a:pt x="277590" y="36201"/>
                </a:lnTo>
                <a:lnTo>
                  <a:pt x="276174" y="35348"/>
                </a:lnTo>
                <a:lnTo>
                  <a:pt x="274608" y="34655"/>
                </a:lnTo>
                <a:lnTo>
                  <a:pt x="272887" y="34138"/>
                </a:lnTo>
                <a:lnTo>
                  <a:pt x="271001" y="33815"/>
                </a:lnTo>
                <a:lnTo>
                  <a:pt x="268944" y="33703"/>
                </a:lnTo>
                <a:lnTo>
                  <a:pt x="268211" y="33717"/>
                </a:lnTo>
                <a:lnTo>
                  <a:pt x="267457" y="33757"/>
                </a:lnTo>
                <a:lnTo>
                  <a:pt x="266685" y="33826"/>
                </a:lnTo>
                <a:lnTo>
                  <a:pt x="265897" y="33924"/>
                </a:lnTo>
                <a:lnTo>
                  <a:pt x="265095" y="34052"/>
                </a:lnTo>
                <a:lnTo>
                  <a:pt x="264281" y="34212"/>
                </a:lnTo>
                <a:lnTo>
                  <a:pt x="263457" y="34405"/>
                </a:lnTo>
                <a:lnTo>
                  <a:pt x="262625" y="34632"/>
                </a:lnTo>
                <a:lnTo>
                  <a:pt x="261787" y="34893"/>
                </a:lnTo>
                <a:lnTo>
                  <a:pt x="260945" y="35190"/>
                </a:lnTo>
                <a:lnTo>
                  <a:pt x="260101" y="35524"/>
                </a:lnTo>
                <a:lnTo>
                  <a:pt x="259257" y="35897"/>
                </a:lnTo>
                <a:lnTo>
                  <a:pt x="258415" y="36308"/>
                </a:lnTo>
                <a:lnTo>
                  <a:pt x="257577" y="36760"/>
                </a:lnTo>
                <a:lnTo>
                  <a:pt x="256745" y="37253"/>
                </a:lnTo>
                <a:lnTo>
                  <a:pt x="255920" y="37788"/>
                </a:lnTo>
                <a:lnTo>
                  <a:pt x="255106" y="38367"/>
                </a:lnTo>
                <a:lnTo>
                  <a:pt x="254305" y="38991"/>
                </a:lnTo>
                <a:lnTo>
                  <a:pt x="253517" y="39660"/>
                </a:lnTo>
                <a:lnTo>
                  <a:pt x="252745" y="40376"/>
                </a:lnTo>
                <a:lnTo>
                  <a:pt x="251991" y="41140"/>
                </a:lnTo>
                <a:lnTo>
                  <a:pt x="251257" y="41953"/>
                </a:lnTo>
                <a:lnTo>
                  <a:pt x="250546" y="42816"/>
                </a:lnTo>
                <a:lnTo>
                  <a:pt x="249858" y="43730"/>
                </a:lnTo>
                <a:lnTo>
                  <a:pt x="249484" y="42926"/>
                </a:lnTo>
                <a:lnTo>
                  <a:pt x="249084" y="42155"/>
                </a:lnTo>
                <a:lnTo>
                  <a:pt x="248659" y="41417"/>
                </a:lnTo>
                <a:lnTo>
                  <a:pt x="248211" y="40711"/>
                </a:lnTo>
                <a:lnTo>
                  <a:pt x="247738" y="40038"/>
                </a:lnTo>
                <a:lnTo>
                  <a:pt x="247244" y="39398"/>
                </a:lnTo>
                <a:lnTo>
                  <a:pt x="246727" y="38791"/>
                </a:lnTo>
                <a:lnTo>
                  <a:pt x="246188" y="38217"/>
                </a:lnTo>
                <a:lnTo>
                  <a:pt x="245629" y="37677"/>
                </a:lnTo>
                <a:lnTo>
                  <a:pt x="245050" y="37170"/>
                </a:lnTo>
                <a:lnTo>
                  <a:pt x="244451" y="36697"/>
                </a:lnTo>
                <a:lnTo>
                  <a:pt x="243834" y="36258"/>
                </a:lnTo>
                <a:lnTo>
                  <a:pt x="243198" y="35854"/>
                </a:lnTo>
                <a:lnTo>
                  <a:pt x="242545" y="35483"/>
                </a:lnTo>
                <a:lnTo>
                  <a:pt x="241875" y="35147"/>
                </a:lnTo>
                <a:lnTo>
                  <a:pt x="241190" y="34846"/>
                </a:lnTo>
                <a:lnTo>
                  <a:pt x="240488" y="34580"/>
                </a:lnTo>
                <a:lnTo>
                  <a:pt x="239773" y="34348"/>
                </a:lnTo>
                <a:lnTo>
                  <a:pt x="239043" y="34152"/>
                </a:lnTo>
                <a:lnTo>
                  <a:pt x="238299" y="33991"/>
                </a:lnTo>
                <a:lnTo>
                  <a:pt x="237543" y="33865"/>
                </a:lnTo>
                <a:lnTo>
                  <a:pt x="236775" y="33775"/>
                </a:lnTo>
                <a:lnTo>
                  <a:pt x="235996" y="33721"/>
                </a:lnTo>
                <a:lnTo>
                  <a:pt x="235205" y="33703"/>
                </a:lnTo>
                <a:lnTo>
                  <a:pt x="234436" y="33717"/>
                </a:lnTo>
                <a:lnTo>
                  <a:pt x="233672" y="33759"/>
                </a:lnTo>
                <a:lnTo>
                  <a:pt x="232912" y="33828"/>
                </a:lnTo>
                <a:lnTo>
                  <a:pt x="232157" y="33923"/>
                </a:lnTo>
                <a:lnTo>
                  <a:pt x="231407" y="34044"/>
                </a:lnTo>
                <a:lnTo>
                  <a:pt x="230663" y="34192"/>
                </a:lnTo>
                <a:lnTo>
                  <a:pt x="229925" y="34364"/>
                </a:lnTo>
                <a:lnTo>
                  <a:pt x="229193" y="34561"/>
                </a:lnTo>
                <a:lnTo>
                  <a:pt x="228469" y="34782"/>
                </a:lnTo>
                <a:lnTo>
                  <a:pt x="227751" y="35026"/>
                </a:lnTo>
                <a:lnTo>
                  <a:pt x="227040" y="35294"/>
                </a:lnTo>
                <a:lnTo>
                  <a:pt x="226337" y="35584"/>
                </a:lnTo>
                <a:lnTo>
                  <a:pt x="225643" y="35896"/>
                </a:lnTo>
                <a:lnTo>
                  <a:pt x="224956" y="36230"/>
                </a:lnTo>
                <a:lnTo>
                  <a:pt x="224278" y="36585"/>
                </a:lnTo>
                <a:lnTo>
                  <a:pt x="223610" y="36961"/>
                </a:lnTo>
                <a:lnTo>
                  <a:pt x="222950" y="37357"/>
                </a:lnTo>
                <a:lnTo>
                  <a:pt x="222301" y="37772"/>
                </a:lnTo>
                <a:lnTo>
                  <a:pt x="221661" y="38206"/>
                </a:lnTo>
                <a:lnTo>
                  <a:pt x="221032" y="38659"/>
                </a:lnTo>
                <a:lnTo>
                  <a:pt x="220413" y="39130"/>
                </a:lnTo>
                <a:lnTo>
                  <a:pt x="219806" y="39619"/>
                </a:lnTo>
                <a:lnTo>
                  <a:pt x="219210" y="40124"/>
                </a:lnTo>
                <a:lnTo>
                  <a:pt x="218625" y="40646"/>
                </a:lnTo>
                <a:lnTo>
                  <a:pt x="218559" y="39950"/>
                </a:lnTo>
                <a:lnTo>
                  <a:pt x="218459" y="39311"/>
                </a:lnTo>
                <a:lnTo>
                  <a:pt x="218326" y="38728"/>
                </a:lnTo>
                <a:lnTo>
                  <a:pt x="218161" y="38197"/>
                </a:lnTo>
                <a:lnTo>
                  <a:pt x="217967" y="37717"/>
                </a:lnTo>
                <a:lnTo>
                  <a:pt x="217746" y="37286"/>
                </a:lnTo>
                <a:lnTo>
                  <a:pt x="217498" y="36899"/>
                </a:lnTo>
                <a:lnTo>
                  <a:pt x="217226" y="36556"/>
                </a:lnTo>
                <a:lnTo>
                  <a:pt x="216931" y="36252"/>
                </a:lnTo>
                <a:lnTo>
                  <a:pt x="216615" y="35987"/>
                </a:lnTo>
                <a:lnTo>
                  <a:pt x="216279" y="35757"/>
                </a:lnTo>
                <a:lnTo>
                  <a:pt x="215926" y="35560"/>
                </a:lnTo>
                <a:lnTo>
                  <a:pt x="215557" y="35393"/>
                </a:lnTo>
                <a:lnTo>
                  <a:pt x="215173" y="35254"/>
                </a:lnTo>
                <a:lnTo>
                  <a:pt x="214777" y="35140"/>
                </a:lnTo>
                <a:lnTo>
                  <a:pt x="214369" y="35048"/>
                </a:lnTo>
                <a:lnTo>
                  <a:pt x="213952" y="34977"/>
                </a:lnTo>
                <a:lnTo>
                  <a:pt x="213528" y="34924"/>
                </a:lnTo>
                <a:lnTo>
                  <a:pt x="213097" y="34886"/>
                </a:lnTo>
                <a:lnTo>
                  <a:pt x="212662" y="34860"/>
                </a:lnTo>
                <a:lnTo>
                  <a:pt x="212224" y="34844"/>
                </a:lnTo>
                <a:lnTo>
                  <a:pt x="211786" y="34836"/>
                </a:lnTo>
                <a:lnTo>
                  <a:pt x="211348" y="34833"/>
                </a:lnTo>
                <a:lnTo>
                  <a:pt x="210912" y="34833"/>
                </a:lnTo>
                <a:lnTo>
                  <a:pt x="204743" y="34833"/>
                </a:lnTo>
                <a:lnTo>
                  <a:pt x="204371" y="34833"/>
                </a:lnTo>
                <a:lnTo>
                  <a:pt x="203980" y="34836"/>
                </a:lnTo>
                <a:lnTo>
                  <a:pt x="203573" y="34844"/>
                </a:lnTo>
                <a:lnTo>
                  <a:pt x="203154" y="34860"/>
                </a:lnTo>
                <a:lnTo>
                  <a:pt x="202724" y="34885"/>
                </a:lnTo>
                <a:lnTo>
                  <a:pt x="202288" y="34923"/>
                </a:lnTo>
                <a:lnTo>
                  <a:pt x="201849" y="34977"/>
                </a:lnTo>
                <a:lnTo>
                  <a:pt x="201409" y="35047"/>
                </a:lnTo>
                <a:lnTo>
                  <a:pt x="200971" y="35138"/>
                </a:lnTo>
                <a:lnTo>
                  <a:pt x="200540" y="35252"/>
                </a:lnTo>
                <a:lnTo>
                  <a:pt x="200117" y="35390"/>
                </a:lnTo>
                <a:lnTo>
                  <a:pt x="199707" y="35556"/>
                </a:lnTo>
                <a:lnTo>
                  <a:pt x="199311" y="35753"/>
                </a:lnTo>
                <a:lnTo>
                  <a:pt x="198933" y="35982"/>
                </a:lnTo>
                <a:lnTo>
                  <a:pt x="198577" y="36246"/>
                </a:lnTo>
                <a:lnTo>
                  <a:pt x="198245" y="36548"/>
                </a:lnTo>
                <a:lnTo>
                  <a:pt x="197941" y="36890"/>
                </a:lnTo>
                <a:lnTo>
                  <a:pt x="197667" y="37274"/>
                </a:lnTo>
                <a:lnTo>
                  <a:pt x="197427" y="37704"/>
                </a:lnTo>
                <a:lnTo>
                  <a:pt x="197223" y="38182"/>
                </a:lnTo>
                <a:lnTo>
                  <a:pt x="197060" y="38710"/>
                </a:lnTo>
                <a:lnTo>
                  <a:pt x="196939" y="39290"/>
                </a:lnTo>
                <a:lnTo>
                  <a:pt x="196864" y="39926"/>
                </a:lnTo>
                <a:lnTo>
                  <a:pt x="196839" y="40620"/>
                </a:lnTo>
                <a:lnTo>
                  <a:pt x="196860" y="41336"/>
                </a:lnTo>
                <a:lnTo>
                  <a:pt x="196922" y="41993"/>
                </a:lnTo>
                <a:lnTo>
                  <a:pt x="197026" y="42592"/>
                </a:lnTo>
                <a:lnTo>
                  <a:pt x="197171" y="43137"/>
                </a:lnTo>
                <a:lnTo>
                  <a:pt x="197356" y="43630"/>
                </a:lnTo>
                <a:lnTo>
                  <a:pt x="197580" y="44074"/>
                </a:lnTo>
                <a:lnTo>
                  <a:pt x="197844" y="44472"/>
                </a:lnTo>
                <a:lnTo>
                  <a:pt x="198146" y="44825"/>
                </a:lnTo>
                <a:lnTo>
                  <a:pt x="198486" y="45136"/>
                </a:lnTo>
                <a:lnTo>
                  <a:pt x="198864" y="45409"/>
                </a:lnTo>
                <a:lnTo>
                  <a:pt x="199280" y="45645"/>
                </a:lnTo>
                <a:lnTo>
                  <a:pt x="199732" y="45848"/>
                </a:lnTo>
                <a:lnTo>
                  <a:pt x="200220" y="46020"/>
                </a:lnTo>
                <a:lnTo>
                  <a:pt x="200743" y="46163"/>
                </a:lnTo>
                <a:lnTo>
                  <a:pt x="201302" y="46280"/>
                </a:lnTo>
                <a:lnTo>
                  <a:pt x="201896" y="46374"/>
                </a:lnTo>
                <a:lnTo>
                  <a:pt x="202523" y="46447"/>
                </a:lnTo>
                <a:lnTo>
                  <a:pt x="203184" y="46502"/>
                </a:lnTo>
                <a:lnTo>
                  <a:pt x="203879" y="46541"/>
                </a:lnTo>
                <a:lnTo>
                  <a:pt x="204605" y="46567"/>
                </a:lnTo>
                <a:lnTo>
                  <a:pt x="205364" y="46583"/>
                </a:lnTo>
                <a:lnTo>
                  <a:pt x="206155" y="46592"/>
                </a:lnTo>
                <a:lnTo>
                  <a:pt x="206977" y="46595"/>
                </a:lnTo>
                <a:lnTo>
                  <a:pt x="207829" y="46595"/>
                </a:lnTo>
                <a:lnTo>
                  <a:pt x="207829" y="106108"/>
                </a:lnTo>
                <a:lnTo>
                  <a:pt x="206977" y="106109"/>
                </a:lnTo>
                <a:lnTo>
                  <a:pt x="206155" y="106112"/>
                </a:lnTo>
                <a:lnTo>
                  <a:pt x="205364" y="106120"/>
                </a:lnTo>
                <a:lnTo>
                  <a:pt x="204605" y="106136"/>
                </a:lnTo>
                <a:lnTo>
                  <a:pt x="203879" y="106162"/>
                </a:lnTo>
                <a:lnTo>
                  <a:pt x="203184" y="106202"/>
                </a:lnTo>
                <a:lnTo>
                  <a:pt x="202523" y="106257"/>
                </a:lnTo>
                <a:lnTo>
                  <a:pt x="201896" y="106330"/>
                </a:lnTo>
                <a:lnTo>
                  <a:pt x="201302" y="106424"/>
                </a:lnTo>
                <a:lnTo>
                  <a:pt x="200743" y="106541"/>
                </a:lnTo>
                <a:lnTo>
                  <a:pt x="200220" y="106684"/>
                </a:lnTo>
                <a:lnTo>
                  <a:pt x="199732" y="106855"/>
                </a:lnTo>
                <a:lnTo>
                  <a:pt x="199280" y="107058"/>
                </a:lnTo>
                <a:lnTo>
                  <a:pt x="198864" y="107294"/>
                </a:lnTo>
                <a:lnTo>
                  <a:pt x="198486" y="107567"/>
                </a:lnTo>
                <a:lnTo>
                  <a:pt x="198146" y="107879"/>
                </a:lnTo>
                <a:lnTo>
                  <a:pt x="197844" y="108232"/>
                </a:lnTo>
                <a:lnTo>
                  <a:pt x="197580" y="108629"/>
                </a:lnTo>
                <a:lnTo>
                  <a:pt x="197356" y="109073"/>
                </a:lnTo>
                <a:lnTo>
                  <a:pt x="197171" y="109566"/>
                </a:lnTo>
                <a:lnTo>
                  <a:pt x="197026" y="110111"/>
                </a:lnTo>
                <a:lnTo>
                  <a:pt x="196922" y="110711"/>
                </a:lnTo>
                <a:lnTo>
                  <a:pt x="196860" y="111367"/>
                </a:lnTo>
                <a:lnTo>
                  <a:pt x="196839" y="112084"/>
                </a:lnTo>
                <a:lnTo>
                  <a:pt x="196865" y="112777"/>
                </a:lnTo>
                <a:lnTo>
                  <a:pt x="196943" y="113412"/>
                </a:lnTo>
                <a:lnTo>
                  <a:pt x="197068" y="113993"/>
                </a:lnTo>
                <a:lnTo>
                  <a:pt x="197237" y="114520"/>
                </a:lnTo>
                <a:lnTo>
                  <a:pt x="197447" y="114998"/>
                </a:lnTo>
                <a:lnTo>
                  <a:pt x="197694" y="115427"/>
                </a:lnTo>
                <a:lnTo>
                  <a:pt x="197976" y="115812"/>
                </a:lnTo>
                <a:lnTo>
                  <a:pt x="198289" y="116154"/>
                </a:lnTo>
                <a:lnTo>
                  <a:pt x="198628" y="116455"/>
                </a:lnTo>
                <a:lnTo>
                  <a:pt x="198992" y="116719"/>
                </a:lnTo>
                <a:lnTo>
                  <a:pt x="199377" y="116948"/>
                </a:lnTo>
                <a:lnTo>
                  <a:pt x="199779" y="117145"/>
                </a:lnTo>
                <a:lnTo>
                  <a:pt x="200196" y="117311"/>
                </a:lnTo>
                <a:lnTo>
                  <a:pt x="200622" y="117449"/>
                </a:lnTo>
                <a:lnTo>
                  <a:pt x="201057" y="117562"/>
                </a:lnTo>
                <a:lnTo>
                  <a:pt x="201495" y="117653"/>
                </a:lnTo>
                <a:lnTo>
                  <a:pt x="201934" y="117724"/>
                </a:lnTo>
                <a:lnTo>
                  <a:pt x="202370" y="117777"/>
                </a:lnTo>
                <a:lnTo>
                  <a:pt x="202800" y="117815"/>
                </a:lnTo>
                <a:lnTo>
                  <a:pt x="203221" y="117841"/>
                </a:lnTo>
                <a:lnTo>
                  <a:pt x="203629" y="117856"/>
                </a:lnTo>
                <a:lnTo>
                  <a:pt x="204021" y="117864"/>
                </a:lnTo>
                <a:lnTo>
                  <a:pt x="204394" y="117867"/>
                </a:lnTo>
                <a:lnTo>
                  <a:pt x="204743" y="117868"/>
                </a:lnTo>
                <a:lnTo>
                  <a:pt x="221711" y="117868"/>
                </a:lnTo>
                <a:lnTo>
                  <a:pt x="222083" y="117867"/>
                </a:lnTo>
                <a:lnTo>
                  <a:pt x="222474" y="117864"/>
                </a:lnTo>
                <a:lnTo>
                  <a:pt x="222881" y="117856"/>
                </a:lnTo>
                <a:lnTo>
                  <a:pt x="223301" y="117841"/>
                </a:lnTo>
                <a:lnTo>
                  <a:pt x="223730" y="117815"/>
                </a:lnTo>
                <a:lnTo>
                  <a:pt x="224166" y="117777"/>
                </a:lnTo>
                <a:lnTo>
                  <a:pt x="224605" y="117724"/>
                </a:lnTo>
                <a:lnTo>
                  <a:pt x="225045" y="117653"/>
                </a:lnTo>
                <a:lnTo>
                  <a:pt x="225482" y="117562"/>
                </a:lnTo>
                <a:lnTo>
                  <a:pt x="225914" y="117449"/>
                </a:lnTo>
                <a:lnTo>
                  <a:pt x="226336" y="117311"/>
                </a:lnTo>
                <a:lnTo>
                  <a:pt x="226747" y="117145"/>
                </a:lnTo>
                <a:lnTo>
                  <a:pt x="227142" y="116948"/>
                </a:lnTo>
                <a:lnTo>
                  <a:pt x="227519" y="116719"/>
                </a:lnTo>
                <a:lnTo>
                  <a:pt x="227875" y="116455"/>
                </a:lnTo>
                <a:lnTo>
                  <a:pt x="228207" y="116154"/>
                </a:lnTo>
                <a:lnTo>
                  <a:pt x="228511" y="115812"/>
                </a:lnTo>
                <a:lnTo>
                  <a:pt x="228785" y="115427"/>
                </a:lnTo>
                <a:lnTo>
                  <a:pt x="229025" y="114998"/>
                </a:lnTo>
                <a:lnTo>
                  <a:pt x="229228" y="114520"/>
                </a:lnTo>
                <a:lnTo>
                  <a:pt x="229392" y="113993"/>
                </a:lnTo>
                <a:lnTo>
                  <a:pt x="229513" y="113412"/>
                </a:lnTo>
                <a:lnTo>
                  <a:pt x="229587" y="112777"/>
                </a:lnTo>
                <a:lnTo>
                  <a:pt x="229613" y="112084"/>
                </a:lnTo>
                <a:lnTo>
                  <a:pt x="229592" y="111367"/>
                </a:lnTo>
                <a:lnTo>
                  <a:pt x="229529" y="110711"/>
                </a:lnTo>
                <a:lnTo>
                  <a:pt x="229425" y="110111"/>
                </a:lnTo>
                <a:lnTo>
                  <a:pt x="229281" y="109566"/>
                </a:lnTo>
                <a:lnTo>
                  <a:pt x="229096" y="109073"/>
                </a:lnTo>
                <a:lnTo>
                  <a:pt x="228872" y="108629"/>
                </a:lnTo>
                <a:lnTo>
                  <a:pt x="228609" y="108232"/>
                </a:lnTo>
                <a:lnTo>
                  <a:pt x="228307" y="107879"/>
                </a:lnTo>
                <a:lnTo>
                  <a:pt x="227966" y="107567"/>
                </a:lnTo>
                <a:lnTo>
                  <a:pt x="227588" y="107294"/>
                </a:lnTo>
                <a:lnTo>
                  <a:pt x="227173" y="107058"/>
                </a:lnTo>
                <a:lnTo>
                  <a:pt x="226722" y="106855"/>
                </a:lnTo>
                <a:lnTo>
                  <a:pt x="226234" y="106684"/>
                </a:lnTo>
                <a:lnTo>
                  <a:pt x="225710" y="106541"/>
                </a:lnTo>
                <a:lnTo>
                  <a:pt x="225152" y="106424"/>
                </a:lnTo>
                <a:lnTo>
                  <a:pt x="224558" y="106330"/>
                </a:lnTo>
                <a:lnTo>
                  <a:pt x="223931" y="106257"/>
                </a:lnTo>
                <a:lnTo>
                  <a:pt x="223270" y="106202"/>
                </a:lnTo>
                <a:lnTo>
                  <a:pt x="222576" y="106162"/>
                </a:lnTo>
                <a:lnTo>
                  <a:pt x="221849" y="106136"/>
                </a:lnTo>
                <a:lnTo>
                  <a:pt x="221090" y="106120"/>
                </a:lnTo>
                <a:lnTo>
                  <a:pt x="220299" y="106112"/>
                </a:lnTo>
                <a:lnTo>
                  <a:pt x="219478" y="106109"/>
                </a:lnTo>
                <a:lnTo>
                  <a:pt x="218625" y="106108"/>
                </a:lnTo>
                <a:lnTo>
                  <a:pt x="218625" y="71634"/>
                </a:lnTo>
                <a:lnTo>
                  <a:pt x="218666" y="69536"/>
                </a:lnTo>
                <a:lnTo>
                  <a:pt x="218786" y="67523"/>
                </a:lnTo>
                <a:lnTo>
                  <a:pt x="218981" y="65595"/>
                </a:lnTo>
                <a:lnTo>
                  <a:pt x="219248" y="63752"/>
                </a:lnTo>
                <a:lnTo>
                  <a:pt x="219583" y="61994"/>
                </a:lnTo>
                <a:lnTo>
                  <a:pt x="219984" y="60323"/>
                </a:lnTo>
                <a:lnTo>
                  <a:pt x="220447" y="58739"/>
                </a:lnTo>
                <a:lnTo>
                  <a:pt x="220968" y="57241"/>
                </a:lnTo>
                <a:lnTo>
                  <a:pt x="221543" y="55831"/>
                </a:lnTo>
                <a:lnTo>
                  <a:pt x="222171" y="54509"/>
                </a:lnTo>
                <a:lnTo>
                  <a:pt x="222846" y="53275"/>
                </a:lnTo>
                <a:lnTo>
                  <a:pt x="223566" y="52130"/>
                </a:lnTo>
                <a:lnTo>
                  <a:pt x="224327" y="51074"/>
                </a:lnTo>
                <a:lnTo>
                  <a:pt x="225126" y="50108"/>
                </a:lnTo>
                <a:lnTo>
                  <a:pt x="225959" y="49231"/>
                </a:lnTo>
                <a:lnTo>
                  <a:pt x="226823" y="48446"/>
                </a:lnTo>
                <a:lnTo>
                  <a:pt x="227714" y="47751"/>
                </a:lnTo>
                <a:lnTo>
                  <a:pt x="228630" y="47147"/>
                </a:lnTo>
                <a:lnTo>
                  <a:pt x="229566" y="46635"/>
                </a:lnTo>
                <a:lnTo>
                  <a:pt x="230519" y="46215"/>
                </a:lnTo>
                <a:lnTo>
                  <a:pt x="231486" y="45888"/>
                </a:lnTo>
                <a:lnTo>
                  <a:pt x="232463" y="45653"/>
                </a:lnTo>
                <a:lnTo>
                  <a:pt x="233447" y="45512"/>
                </a:lnTo>
                <a:lnTo>
                  <a:pt x="234435" y="45465"/>
                </a:lnTo>
                <a:lnTo>
                  <a:pt x="234980" y="45483"/>
                </a:lnTo>
                <a:lnTo>
                  <a:pt x="235506" y="45537"/>
                </a:lnTo>
                <a:lnTo>
                  <a:pt x="236014" y="45630"/>
                </a:lnTo>
                <a:lnTo>
                  <a:pt x="236502" y="45766"/>
                </a:lnTo>
                <a:lnTo>
                  <a:pt x="236971" y="45946"/>
                </a:lnTo>
                <a:lnTo>
                  <a:pt x="237419" y="46172"/>
                </a:lnTo>
                <a:lnTo>
                  <a:pt x="237847" y="46449"/>
                </a:lnTo>
                <a:lnTo>
                  <a:pt x="238254" y="46778"/>
                </a:lnTo>
                <a:lnTo>
                  <a:pt x="238640" y="47161"/>
                </a:lnTo>
                <a:lnTo>
                  <a:pt x="239004" y="47602"/>
                </a:lnTo>
                <a:lnTo>
                  <a:pt x="239345" y="48103"/>
                </a:lnTo>
                <a:lnTo>
                  <a:pt x="239664" y="48667"/>
                </a:lnTo>
                <a:lnTo>
                  <a:pt x="239960" y="49295"/>
                </a:lnTo>
                <a:lnTo>
                  <a:pt x="240232" y="49992"/>
                </a:lnTo>
                <a:lnTo>
                  <a:pt x="240480" y="50758"/>
                </a:lnTo>
                <a:lnTo>
                  <a:pt x="240704" y="51598"/>
                </a:lnTo>
                <a:lnTo>
                  <a:pt x="240903" y="52513"/>
                </a:lnTo>
                <a:lnTo>
                  <a:pt x="241077" y="53507"/>
                </a:lnTo>
                <a:lnTo>
                  <a:pt x="241225" y="54581"/>
                </a:lnTo>
                <a:lnTo>
                  <a:pt x="241348" y="55738"/>
                </a:lnTo>
                <a:lnTo>
                  <a:pt x="241444" y="56981"/>
                </a:lnTo>
                <a:lnTo>
                  <a:pt x="241513" y="58313"/>
                </a:lnTo>
                <a:lnTo>
                  <a:pt x="241554" y="59736"/>
                </a:lnTo>
                <a:lnTo>
                  <a:pt x="241568" y="61252"/>
                </a:lnTo>
                <a:lnTo>
                  <a:pt x="241568" y="106108"/>
                </a:lnTo>
                <a:lnTo>
                  <a:pt x="241105" y="106109"/>
                </a:lnTo>
                <a:lnTo>
                  <a:pt x="240632" y="106112"/>
                </a:lnTo>
                <a:lnTo>
                  <a:pt x="240152" y="106120"/>
                </a:lnTo>
                <a:lnTo>
                  <a:pt x="239668" y="106136"/>
                </a:lnTo>
                <a:lnTo>
                  <a:pt x="239182" y="106162"/>
                </a:lnTo>
                <a:lnTo>
                  <a:pt x="238698" y="106202"/>
                </a:lnTo>
                <a:lnTo>
                  <a:pt x="238216" y="106257"/>
                </a:lnTo>
                <a:lnTo>
                  <a:pt x="237741" y="106330"/>
                </a:lnTo>
                <a:lnTo>
                  <a:pt x="237274" y="106424"/>
                </a:lnTo>
                <a:lnTo>
                  <a:pt x="236819" y="106541"/>
                </a:lnTo>
                <a:lnTo>
                  <a:pt x="236378" y="106684"/>
                </a:lnTo>
                <a:lnTo>
                  <a:pt x="235953" y="106855"/>
                </a:lnTo>
                <a:lnTo>
                  <a:pt x="235547" y="107058"/>
                </a:lnTo>
                <a:lnTo>
                  <a:pt x="235163" y="107294"/>
                </a:lnTo>
                <a:lnTo>
                  <a:pt x="234803" y="107567"/>
                </a:lnTo>
                <a:lnTo>
                  <a:pt x="234470" y="107879"/>
                </a:lnTo>
                <a:lnTo>
                  <a:pt x="234166" y="108232"/>
                </a:lnTo>
                <a:lnTo>
                  <a:pt x="233895" y="108629"/>
                </a:lnTo>
                <a:lnTo>
                  <a:pt x="233658" y="109073"/>
                </a:lnTo>
                <a:lnTo>
                  <a:pt x="233458" y="109566"/>
                </a:lnTo>
                <a:lnTo>
                  <a:pt x="233299" y="110111"/>
                </a:lnTo>
                <a:lnTo>
                  <a:pt x="233181" y="110711"/>
                </a:lnTo>
                <a:lnTo>
                  <a:pt x="233109" y="111367"/>
                </a:lnTo>
                <a:lnTo>
                  <a:pt x="233084" y="112084"/>
                </a:lnTo>
                <a:lnTo>
                  <a:pt x="233111" y="112777"/>
                </a:lnTo>
                <a:lnTo>
                  <a:pt x="233188" y="113412"/>
                </a:lnTo>
                <a:lnTo>
                  <a:pt x="233313" y="113993"/>
                </a:lnTo>
                <a:lnTo>
                  <a:pt x="233482" y="114520"/>
                </a:lnTo>
                <a:lnTo>
                  <a:pt x="233692" y="114998"/>
                </a:lnTo>
                <a:lnTo>
                  <a:pt x="233940" y="115427"/>
                </a:lnTo>
                <a:lnTo>
                  <a:pt x="234222" y="115812"/>
                </a:lnTo>
                <a:lnTo>
                  <a:pt x="234534" y="116154"/>
                </a:lnTo>
                <a:lnTo>
                  <a:pt x="234874" y="116455"/>
                </a:lnTo>
                <a:lnTo>
                  <a:pt x="235238" y="116719"/>
                </a:lnTo>
                <a:lnTo>
                  <a:pt x="235623" y="116948"/>
                </a:lnTo>
                <a:lnTo>
                  <a:pt x="236025" y="117145"/>
                </a:lnTo>
                <a:lnTo>
                  <a:pt x="236441" y="117311"/>
                </a:lnTo>
                <a:lnTo>
                  <a:pt x="236868" y="117449"/>
                </a:lnTo>
                <a:lnTo>
                  <a:pt x="237302" y="117562"/>
                </a:lnTo>
                <a:lnTo>
                  <a:pt x="237741" y="117653"/>
                </a:lnTo>
                <a:lnTo>
                  <a:pt x="238179" y="117724"/>
                </a:lnTo>
                <a:lnTo>
                  <a:pt x="238616" y="117777"/>
                </a:lnTo>
                <a:lnTo>
                  <a:pt x="239046" y="117815"/>
                </a:lnTo>
                <a:lnTo>
                  <a:pt x="239467" y="117841"/>
                </a:lnTo>
                <a:lnTo>
                  <a:pt x="239875" y="117856"/>
                </a:lnTo>
                <a:lnTo>
                  <a:pt x="240267" y="117864"/>
                </a:lnTo>
                <a:lnTo>
                  <a:pt x="240639" y="117867"/>
                </a:lnTo>
                <a:lnTo>
                  <a:pt x="240989" y="117868"/>
                </a:lnTo>
                <a:lnTo>
                  <a:pt x="255448" y="117868"/>
                </a:lnTo>
                <a:lnTo>
                  <a:pt x="255820" y="117867"/>
                </a:lnTo>
                <a:lnTo>
                  <a:pt x="256211" y="117864"/>
                </a:lnTo>
                <a:lnTo>
                  <a:pt x="256618" y="117856"/>
                </a:lnTo>
                <a:lnTo>
                  <a:pt x="257037" y="117841"/>
                </a:lnTo>
                <a:lnTo>
                  <a:pt x="257467" y="117815"/>
                </a:lnTo>
                <a:lnTo>
                  <a:pt x="257903" y="117777"/>
                </a:lnTo>
                <a:lnTo>
                  <a:pt x="258342" y="117724"/>
                </a:lnTo>
                <a:lnTo>
                  <a:pt x="258782" y="117653"/>
                </a:lnTo>
                <a:lnTo>
                  <a:pt x="259219" y="117562"/>
                </a:lnTo>
                <a:lnTo>
                  <a:pt x="259651" y="117449"/>
                </a:lnTo>
                <a:lnTo>
                  <a:pt x="260074" y="117311"/>
                </a:lnTo>
                <a:lnTo>
                  <a:pt x="260484" y="117145"/>
                </a:lnTo>
                <a:lnTo>
                  <a:pt x="260880" y="116948"/>
                </a:lnTo>
                <a:lnTo>
                  <a:pt x="261257" y="116719"/>
                </a:lnTo>
                <a:lnTo>
                  <a:pt x="261614" y="116455"/>
                </a:lnTo>
                <a:lnTo>
                  <a:pt x="261945" y="116154"/>
                </a:lnTo>
                <a:lnTo>
                  <a:pt x="262250" y="115812"/>
                </a:lnTo>
                <a:lnTo>
                  <a:pt x="262524" y="115427"/>
                </a:lnTo>
                <a:lnTo>
                  <a:pt x="262764" y="114998"/>
                </a:lnTo>
                <a:lnTo>
                  <a:pt x="262967" y="114520"/>
                </a:lnTo>
                <a:lnTo>
                  <a:pt x="263131" y="113993"/>
                </a:lnTo>
                <a:lnTo>
                  <a:pt x="263252" y="113412"/>
                </a:lnTo>
                <a:lnTo>
                  <a:pt x="263327" y="112777"/>
                </a:lnTo>
                <a:lnTo>
                  <a:pt x="263352" y="112084"/>
                </a:lnTo>
                <a:lnTo>
                  <a:pt x="263331" y="111367"/>
                </a:lnTo>
                <a:lnTo>
                  <a:pt x="263268" y="110711"/>
                </a:lnTo>
                <a:lnTo>
                  <a:pt x="263165" y="110111"/>
                </a:lnTo>
                <a:lnTo>
                  <a:pt x="263020" y="109566"/>
                </a:lnTo>
                <a:lnTo>
                  <a:pt x="262836" y="109073"/>
                </a:lnTo>
                <a:lnTo>
                  <a:pt x="262611" y="108629"/>
                </a:lnTo>
                <a:lnTo>
                  <a:pt x="262348" y="108232"/>
                </a:lnTo>
                <a:lnTo>
                  <a:pt x="262046" y="107879"/>
                </a:lnTo>
                <a:lnTo>
                  <a:pt x="261705" y="107567"/>
                </a:lnTo>
                <a:lnTo>
                  <a:pt x="261328" y="107294"/>
                </a:lnTo>
                <a:lnTo>
                  <a:pt x="260912" y="107058"/>
                </a:lnTo>
                <a:lnTo>
                  <a:pt x="260461" y="106855"/>
                </a:lnTo>
                <a:lnTo>
                  <a:pt x="259973" y="106684"/>
                </a:lnTo>
                <a:lnTo>
                  <a:pt x="259449" y="106541"/>
                </a:lnTo>
                <a:lnTo>
                  <a:pt x="258891" y="106424"/>
                </a:lnTo>
                <a:lnTo>
                  <a:pt x="258298" y="106330"/>
                </a:lnTo>
                <a:lnTo>
                  <a:pt x="257670" y="106257"/>
                </a:lnTo>
                <a:lnTo>
                  <a:pt x="257009" y="106202"/>
                </a:lnTo>
                <a:lnTo>
                  <a:pt x="256315" y="106162"/>
                </a:lnTo>
                <a:lnTo>
                  <a:pt x="255588" y="106136"/>
                </a:lnTo>
                <a:lnTo>
                  <a:pt x="254829" y="106120"/>
                </a:lnTo>
                <a:lnTo>
                  <a:pt x="254039" y="106112"/>
                </a:lnTo>
                <a:lnTo>
                  <a:pt x="253217" y="106109"/>
                </a:lnTo>
                <a:lnTo>
                  <a:pt x="252365" y="106108"/>
                </a:lnTo>
                <a:lnTo>
                  <a:pt x="252365" y="71649"/>
                </a:lnTo>
                <a:lnTo>
                  <a:pt x="252405" y="69549"/>
                </a:lnTo>
                <a:lnTo>
                  <a:pt x="252525" y="67534"/>
                </a:lnTo>
                <a:lnTo>
                  <a:pt x="252720" y="65605"/>
                </a:lnTo>
                <a:lnTo>
                  <a:pt x="252987" y="63760"/>
                </a:lnTo>
                <a:lnTo>
                  <a:pt x="253322" y="62002"/>
                </a:lnTo>
                <a:lnTo>
                  <a:pt x="253723" y="60329"/>
                </a:lnTo>
                <a:lnTo>
                  <a:pt x="254186" y="58744"/>
                </a:lnTo>
                <a:lnTo>
                  <a:pt x="254707" y="57245"/>
                </a:lnTo>
                <a:lnTo>
                  <a:pt x="255283" y="55835"/>
                </a:lnTo>
                <a:lnTo>
                  <a:pt x="255910" y="54512"/>
                </a:lnTo>
                <a:lnTo>
                  <a:pt x="256585" y="53277"/>
                </a:lnTo>
                <a:lnTo>
                  <a:pt x="257305" y="52132"/>
                </a:lnTo>
                <a:lnTo>
                  <a:pt x="258066" y="51076"/>
                </a:lnTo>
                <a:lnTo>
                  <a:pt x="258865" y="50109"/>
                </a:lnTo>
                <a:lnTo>
                  <a:pt x="259698" y="49232"/>
                </a:lnTo>
                <a:lnTo>
                  <a:pt x="260562" y="48446"/>
                </a:lnTo>
                <a:lnTo>
                  <a:pt x="261453" y="47751"/>
                </a:lnTo>
                <a:lnTo>
                  <a:pt x="262369" y="47147"/>
                </a:lnTo>
                <a:lnTo>
                  <a:pt x="263305" y="46635"/>
                </a:lnTo>
                <a:lnTo>
                  <a:pt x="264258" y="46215"/>
                </a:lnTo>
                <a:lnTo>
                  <a:pt x="265225" y="45888"/>
                </a:lnTo>
                <a:lnTo>
                  <a:pt x="266202" y="45653"/>
                </a:lnTo>
                <a:lnTo>
                  <a:pt x="267186" y="45512"/>
                </a:lnTo>
                <a:lnTo>
                  <a:pt x="268174" y="45465"/>
                </a:lnTo>
                <a:lnTo>
                  <a:pt x="268719" y="45483"/>
                </a:lnTo>
                <a:lnTo>
                  <a:pt x="269245" y="45537"/>
                </a:lnTo>
                <a:lnTo>
                  <a:pt x="269753" y="45630"/>
                </a:lnTo>
                <a:lnTo>
                  <a:pt x="270241" y="45766"/>
                </a:lnTo>
                <a:lnTo>
                  <a:pt x="270710" y="45946"/>
                </a:lnTo>
                <a:lnTo>
                  <a:pt x="271159" y="46172"/>
                </a:lnTo>
                <a:lnTo>
                  <a:pt x="271587" y="46449"/>
                </a:lnTo>
                <a:lnTo>
                  <a:pt x="271994" y="46778"/>
                </a:lnTo>
                <a:lnTo>
                  <a:pt x="272379" y="47161"/>
                </a:lnTo>
                <a:lnTo>
                  <a:pt x="272743" y="47602"/>
                </a:lnTo>
                <a:lnTo>
                  <a:pt x="273084" y="48103"/>
                </a:lnTo>
                <a:lnTo>
                  <a:pt x="273403" y="48667"/>
                </a:lnTo>
                <a:lnTo>
                  <a:pt x="273699" y="49295"/>
                </a:lnTo>
                <a:lnTo>
                  <a:pt x="273971" y="49992"/>
                </a:lnTo>
                <a:lnTo>
                  <a:pt x="274219" y="50758"/>
                </a:lnTo>
                <a:lnTo>
                  <a:pt x="274443" y="51598"/>
                </a:lnTo>
                <a:lnTo>
                  <a:pt x="274642" y="52513"/>
                </a:lnTo>
                <a:lnTo>
                  <a:pt x="274816" y="53507"/>
                </a:lnTo>
                <a:lnTo>
                  <a:pt x="274965" y="54581"/>
                </a:lnTo>
                <a:lnTo>
                  <a:pt x="275087" y="55738"/>
                </a:lnTo>
                <a:lnTo>
                  <a:pt x="275183" y="56981"/>
                </a:lnTo>
                <a:lnTo>
                  <a:pt x="275252" y="58313"/>
                </a:lnTo>
                <a:lnTo>
                  <a:pt x="275294" y="59736"/>
                </a:lnTo>
                <a:lnTo>
                  <a:pt x="275308" y="61252"/>
                </a:lnTo>
                <a:lnTo>
                  <a:pt x="275308" y="106108"/>
                </a:lnTo>
                <a:lnTo>
                  <a:pt x="274844" y="106109"/>
                </a:lnTo>
                <a:lnTo>
                  <a:pt x="274371" y="106112"/>
                </a:lnTo>
                <a:lnTo>
                  <a:pt x="273891" y="106120"/>
                </a:lnTo>
                <a:lnTo>
                  <a:pt x="273406" y="106136"/>
                </a:lnTo>
                <a:lnTo>
                  <a:pt x="272920" y="106162"/>
                </a:lnTo>
                <a:lnTo>
                  <a:pt x="272436" y="106202"/>
                </a:lnTo>
                <a:lnTo>
                  <a:pt x="271954" y="106257"/>
                </a:lnTo>
                <a:lnTo>
                  <a:pt x="271479" y="106330"/>
                </a:lnTo>
                <a:lnTo>
                  <a:pt x="271012" y="106424"/>
                </a:lnTo>
                <a:lnTo>
                  <a:pt x="270557" y="106541"/>
                </a:lnTo>
                <a:lnTo>
                  <a:pt x="270116" y="106684"/>
                </a:lnTo>
                <a:lnTo>
                  <a:pt x="269691" y="106855"/>
                </a:lnTo>
                <a:lnTo>
                  <a:pt x="269285" y="107058"/>
                </a:lnTo>
                <a:lnTo>
                  <a:pt x="268901" y="107294"/>
                </a:lnTo>
                <a:lnTo>
                  <a:pt x="268541" y="107567"/>
                </a:lnTo>
                <a:lnTo>
                  <a:pt x="268208" y="107879"/>
                </a:lnTo>
                <a:lnTo>
                  <a:pt x="267905" y="108232"/>
                </a:lnTo>
                <a:lnTo>
                  <a:pt x="267634" y="108629"/>
                </a:lnTo>
                <a:lnTo>
                  <a:pt x="267397" y="109073"/>
                </a:lnTo>
                <a:lnTo>
                  <a:pt x="267197" y="109566"/>
                </a:lnTo>
                <a:lnTo>
                  <a:pt x="267038" y="110111"/>
                </a:lnTo>
                <a:lnTo>
                  <a:pt x="266920" y="110711"/>
                </a:lnTo>
                <a:lnTo>
                  <a:pt x="266848" y="111367"/>
                </a:lnTo>
                <a:lnTo>
                  <a:pt x="266823" y="112084"/>
                </a:lnTo>
                <a:lnTo>
                  <a:pt x="266850" y="112777"/>
                </a:lnTo>
                <a:lnTo>
                  <a:pt x="266927" y="113412"/>
                </a:lnTo>
                <a:lnTo>
                  <a:pt x="267052" y="113993"/>
                </a:lnTo>
                <a:lnTo>
                  <a:pt x="267221" y="114520"/>
                </a:lnTo>
                <a:lnTo>
                  <a:pt x="267431" y="114998"/>
                </a:lnTo>
                <a:lnTo>
                  <a:pt x="267679" y="115427"/>
                </a:lnTo>
                <a:lnTo>
                  <a:pt x="267960" y="115812"/>
                </a:lnTo>
                <a:lnTo>
                  <a:pt x="268273" y="116154"/>
                </a:lnTo>
                <a:lnTo>
                  <a:pt x="268612" y="116455"/>
                </a:lnTo>
                <a:lnTo>
                  <a:pt x="268976" y="116719"/>
                </a:lnTo>
                <a:lnTo>
                  <a:pt x="269361" y="116948"/>
                </a:lnTo>
                <a:lnTo>
                  <a:pt x="269763" y="117145"/>
                </a:lnTo>
                <a:lnTo>
                  <a:pt x="270179" y="117311"/>
                </a:lnTo>
                <a:lnTo>
                  <a:pt x="270606" y="117449"/>
                </a:lnTo>
                <a:lnTo>
                  <a:pt x="271040" y="117562"/>
                </a:lnTo>
                <a:lnTo>
                  <a:pt x="271478" y="117653"/>
                </a:lnTo>
                <a:lnTo>
                  <a:pt x="271917" y="117724"/>
                </a:lnTo>
                <a:lnTo>
                  <a:pt x="272354" y="117777"/>
                </a:lnTo>
                <a:lnTo>
                  <a:pt x="272784" y="117815"/>
                </a:lnTo>
                <a:lnTo>
                  <a:pt x="273205" y="117841"/>
                </a:lnTo>
                <a:lnTo>
                  <a:pt x="273613" y="117856"/>
                </a:lnTo>
                <a:lnTo>
                  <a:pt x="274005" y="117864"/>
                </a:lnTo>
                <a:lnTo>
                  <a:pt x="274378" y="117867"/>
                </a:lnTo>
                <a:lnTo>
                  <a:pt x="274728" y="117868"/>
                </a:lnTo>
                <a:lnTo>
                  <a:pt x="289187" y="117868"/>
                </a:lnTo>
                <a:lnTo>
                  <a:pt x="289559" y="117867"/>
                </a:lnTo>
                <a:lnTo>
                  <a:pt x="289950" y="117864"/>
                </a:lnTo>
                <a:lnTo>
                  <a:pt x="290357" y="117856"/>
                </a:lnTo>
                <a:lnTo>
                  <a:pt x="290776" y="117841"/>
                </a:lnTo>
                <a:lnTo>
                  <a:pt x="291206" y="117815"/>
                </a:lnTo>
                <a:lnTo>
                  <a:pt x="291642" y="117777"/>
                </a:lnTo>
                <a:lnTo>
                  <a:pt x="292081" y="117724"/>
                </a:lnTo>
                <a:lnTo>
                  <a:pt x="292521" y="117653"/>
                </a:lnTo>
                <a:lnTo>
                  <a:pt x="292959" y="117562"/>
                </a:lnTo>
                <a:lnTo>
                  <a:pt x="293390" y="117449"/>
                </a:lnTo>
                <a:lnTo>
                  <a:pt x="293813" y="117311"/>
                </a:lnTo>
                <a:lnTo>
                  <a:pt x="294223" y="117145"/>
                </a:lnTo>
                <a:lnTo>
                  <a:pt x="294619" y="116948"/>
                </a:lnTo>
                <a:lnTo>
                  <a:pt x="294997" y="116719"/>
                </a:lnTo>
                <a:lnTo>
                  <a:pt x="295353" y="116455"/>
                </a:lnTo>
                <a:lnTo>
                  <a:pt x="295685" y="116154"/>
                </a:lnTo>
                <a:lnTo>
                  <a:pt x="295989" y="115812"/>
                </a:lnTo>
                <a:lnTo>
                  <a:pt x="296263" y="115427"/>
                </a:lnTo>
                <a:lnTo>
                  <a:pt x="296503" y="114998"/>
                </a:lnTo>
                <a:lnTo>
                  <a:pt x="296707" y="114520"/>
                </a:lnTo>
                <a:lnTo>
                  <a:pt x="296870" y="113993"/>
                </a:lnTo>
                <a:lnTo>
                  <a:pt x="296991" y="113412"/>
                </a:lnTo>
                <a:lnTo>
                  <a:pt x="297066" y="112777"/>
                </a:lnTo>
                <a:lnTo>
                  <a:pt x="297091" y="112084"/>
                </a:lnTo>
                <a:lnTo>
                  <a:pt x="297070" y="111367"/>
                </a:lnTo>
                <a:lnTo>
                  <a:pt x="297008" y="110711"/>
                </a:lnTo>
                <a:lnTo>
                  <a:pt x="296904" y="110111"/>
                </a:lnTo>
                <a:lnTo>
                  <a:pt x="296759" y="109566"/>
                </a:lnTo>
                <a:lnTo>
                  <a:pt x="296575" y="109073"/>
                </a:lnTo>
                <a:close/>
                <a:moveTo>
                  <a:pt x="802651" y="109073"/>
                </a:moveTo>
                <a:lnTo>
                  <a:pt x="802427" y="108629"/>
                </a:lnTo>
                <a:lnTo>
                  <a:pt x="802163" y="108232"/>
                </a:lnTo>
                <a:lnTo>
                  <a:pt x="801861" y="107879"/>
                </a:lnTo>
                <a:lnTo>
                  <a:pt x="801521" y="107567"/>
                </a:lnTo>
                <a:lnTo>
                  <a:pt x="801143" y="107294"/>
                </a:lnTo>
                <a:lnTo>
                  <a:pt x="800728" y="107058"/>
                </a:lnTo>
                <a:lnTo>
                  <a:pt x="800276" y="106855"/>
                </a:lnTo>
                <a:lnTo>
                  <a:pt x="799788" y="106684"/>
                </a:lnTo>
                <a:lnTo>
                  <a:pt x="799265" y="106541"/>
                </a:lnTo>
                <a:lnTo>
                  <a:pt x="798706" y="106424"/>
                </a:lnTo>
                <a:lnTo>
                  <a:pt x="798113" y="106330"/>
                </a:lnTo>
                <a:lnTo>
                  <a:pt x="797486" y="106257"/>
                </a:lnTo>
                <a:lnTo>
                  <a:pt x="796825" y="106202"/>
                </a:lnTo>
                <a:lnTo>
                  <a:pt x="796131" y="106162"/>
                </a:lnTo>
                <a:lnTo>
                  <a:pt x="795404" y="106136"/>
                </a:lnTo>
                <a:lnTo>
                  <a:pt x="794645" y="106120"/>
                </a:lnTo>
                <a:lnTo>
                  <a:pt x="793854" y="106112"/>
                </a:lnTo>
                <a:lnTo>
                  <a:pt x="793033" y="106109"/>
                </a:lnTo>
                <a:lnTo>
                  <a:pt x="792180" y="106108"/>
                </a:lnTo>
                <a:lnTo>
                  <a:pt x="792180" y="59519"/>
                </a:lnTo>
                <a:lnTo>
                  <a:pt x="792179" y="58946"/>
                </a:lnTo>
                <a:lnTo>
                  <a:pt x="792170" y="58202"/>
                </a:lnTo>
                <a:lnTo>
                  <a:pt x="792147" y="57304"/>
                </a:lnTo>
                <a:lnTo>
                  <a:pt x="792101" y="56270"/>
                </a:lnTo>
                <a:lnTo>
                  <a:pt x="792025" y="55116"/>
                </a:lnTo>
                <a:lnTo>
                  <a:pt x="791912" y="53861"/>
                </a:lnTo>
                <a:lnTo>
                  <a:pt x="791754" y="52521"/>
                </a:lnTo>
                <a:lnTo>
                  <a:pt x="791545" y="51115"/>
                </a:lnTo>
                <a:lnTo>
                  <a:pt x="791275" y="49659"/>
                </a:lnTo>
                <a:lnTo>
                  <a:pt x="790939" y="48170"/>
                </a:lnTo>
                <a:lnTo>
                  <a:pt x="790528" y="46667"/>
                </a:lnTo>
                <a:lnTo>
                  <a:pt x="790035" y="45167"/>
                </a:lnTo>
                <a:lnTo>
                  <a:pt x="789453" y="43687"/>
                </a:lnTo>
                <a:lnTo>
                  <a:pt x="788774" y="42244"/>
                </a:lnTo>
                <a:lnTo>
                  <a:pt x="787991" y="40856"/>
                </a:lnTo>
                <a:lnTo>
                  <a:pt x="787096" y="39541"/>
                </a:lnTo>
                <a:lnTo>
                  <a:pt x="786082" y="38315"/>
                </a:lnTo>
                <a:lnTo>
                  <a:pt x="784941" y="37195"/>
                </a:lnTo>
                <a:lnTo>
                  <a:pt x="783666" y="36201"/>
                </a:lnTo>
                <a:lnTo>
                  <a:pt x="782250" y="35348"/>
                </a:lnTo>
                <a:lnTo>
                  <a:pt x="780685" y="34655"/>
                </a:lnTo>
                <a:lnTo>
                  <a:pt x="778963" y="34138"/>
                </a:lnTo>
                <a:lnTo>
                  <a:pt x="777078" y="33815"/>
                </a:lnTo>
                <a:lnTo>
                  <a:pt x="775021" y="33703"/>
                </a:lnTo>
                <a:lnTo>
                  <a:pt x="774287" y="33717"/>
                </a:lnTo>
                <a:lnTo>
                  <a:pt x="773533" y="33757"/>
                </a:lnTo>
                <a:lnTo>
                  <a:pt x="772762" y="33826"/>
                </a:lnTo>
                <a:lnTo>
                  <a:pt x="771974" y="33924"/>
                </a:lnTo>
                <a:lnTo>
                  <a:pt x="771172" y="34052"/>
                </a:lnTo>
                <a:lnTo>
                  <a:pt x="770358" y="34212"/>
                </a:lnTo>
                <a:lnTo>
                  <a:pt x="769534" y="34405"/>
                </a:lnTo>
                <a:lnTo>
                  <a:pt x="768702" y="34632"/>
                </a:lnTo>
                <a:lnTo>
                  <a:pt x="767864" y="34893"/>
                </a:lnTo>
                <a:lnTo>
                  <a:pt x="767021" y="35190"/>
                </a:lnTo>
                <a:lnTo>
                  <a:pt x="766177" y="35524"/>
                </a:lnTo>
                <a:lnTo>
                  <a:pt x="765333" y="35897"/>
                </a:lnTo>
                <a:lnTo>
                  <a:pt x="764491" y="36308"/>
                </a:lnTo>
                <a:lnTo>
                  <a:pt x="763653" y="36760"/>
                </a:lnTo>
                <a:lnTo>
                  <a:pt x="762821" y="37253"/>
                </a:lnTo>
                <a:lnTo>
                  <a:pt x="761997" y="37788"/>
                </a:lnTo>
                <a:lnTo>
                  <a:pt x="761183" y="38367"/>
                </a:lnTo>
                <a:lnTo>
                  <a:pt x="760381" y="38991"/>
                </a:lnTo>
                <a:lnTo>
                  <a:pt x="759593" y="39660"/>
                </a:lnTo>
                <a:lnTo>
                  <a:pt x="758821" y="40376"/>
                </a:lnTo>
                <a:lnTo>
                  <a:pt x="758067" y="41140"/>
                </a:lnTo>
                <a:lnTo>
                  <a:pt x="757334" y="41953"/>
                </a:lnTo>
                <a:lnTo>
                  <a:pt x="756622" y="42816"/>
                </a:lnTo>
                <a:lnTo>
                  <a:pt x="755935" y="43730"/>
                </a:lnTo>
                <a:lnTo>
                  <a:pt x="755560" y="42926"/>
                </a:lnTo>
                <a:lnTo>
                  <a:pt x="755160" y="42155"/>
                </a:lnTo>
                <a:lnTo>
                  <a:pt x="754736" y="41417"/>
                </a:lnTo>
                <a:lnTo>
                  <a:pt x="754287" y="40711"/>
                </a:lnTo>
                <a:lnTo>
                  <a:pt x="753815" y="40038"/>
                </a:lnTo>
                <a:lnTo>
                  <a:pt x="753320" y="39398"/>
                </a:lnTo>
                <a:lnTo>
                  <a:pt x="752803" y="38791"/>
                </a:lnTo>
                <a:lnTo>
                  <a:pt x="752265" y="38217"/>
                </a:lnTo>
                <a:lnTo>
                  <a:pt x="751705" y="37677"/>
                </a:lnTo>
                <a:lnTo>
                  <a:pt x="751126" y="37170"/>
                </a:lnTo>
                <a:lnTo>
                  <a:pt x="750527" y="36697"/>
                </a:lnTo>
                <a:lnTo>
                  <a:pt x="749910" y="36258"/>
                </a:lnTo>
                <a:lnTo>
                  <a:pt x="749274" y="35854"/>
                </a:lnTo>
                <a:lnTo>
                  <a:pt x="748621" y="35483"/>
                </a:lnTo>
                <a:lnTo>
                  <a:pt x="747952" y="35147"/>
                </a:lnTo>
                <a:lnTo>
                  <a:pt x="747266" y="34846"/>
                </a:lnTo>
                <a:lnTo>
                  <a:pt x="746565" y="34580"/>
                </a:lnTo>
                <a:lnTo>
                  <a:pt x="745849" y="34348"/>
                </a:lnTo>
                <a:lnTo>
                  <a:pt x="745119" y="34152"/>
                </a:lnTo>
                <a:lnTo>
                  <a:pt x="744376" y="33991"/>
                </a:lnTo>
                <a:lnTo>
                  <a:pt x="743620" y="33865"/>
                </a:lnTo>
                <a:lnTo>
                  <a:pt x="742851" y="33775"/>
                </a:lnTo>
                <a:lnTo>
                  <a:pt x="742072" y="33721"/>
                </a:lnTo>
                <a:lnTo>
                  <a:pt x="741282" y="33703"/>
                </a:lnTo>
                <a:lnTo>
                  <a:pt x="740513" y="33717"/>
                </a:lnTo>
                <a:lnTo>
                  <a:pt x="739748" y="33759"/>
                </a:lnTo>
                <a:lnTo>
                  <a:pt x="738988" y="33828"/>
                </a:lnTo>
                <a:lnTo>
                  <a:pt x="738233" y="33923"/>
                </a:lnTo>
                <a:lnTo>
                  <a:pt x="737483" y="34044"/>
                </a:lnTo>
                <a:lnTo>
                  <a:pt x="736739" y="34192"/>
                </a:lnTo>
                <a:lnTo>
                  <a:pt x="736001" y="34364"/>
                </a:lnTo>
                <a:lnTo>
                  <a:pt x="735270" y="34561"/>
                </a:lnTo>
                <a:lnTo>
                  <a:pt x="734545" y="34782"/>
                </a:lnTo>
                <a:lnTo>
                  <a:pt x="733827" y="35026"/>
                </a:lnTo>
                <a:lnTo>
                  <a:pt x="733117" y="35294"/>
                </a:lnTo>
                <a:lnTo>
                  <a:pt x="732414" y="35584"/>
                </a:lnTo>
                <a:lnTo>
                  <a:pt x="731719" y="35896"/>
                </a:lnTo>
                <a:lnTo>
                  <a:pt x="731033" y="36230"/>
                </a:lnTo>
                <a:lnTo>
                  <a:pt x="730355" y="36585"/>
                </a:lnTo>
                <a:lnTo>
                  <a:pt x="729686" y="36961"/>
                </a:lnTo>
                <a:lnTo>
                  <a:pt x="729027" y="37357"/>
                </a:lnTo>
                <a:lnTo>
                  <a:pt x="728377" y="37772"/>
                </a:lnTo>
                <a:lnTo>
                  <a:pt x="727738" y="38206"/>
                </a:lnTo>
                <a:lnTo>
                  <a:pt x="727108" y="38659"/>
                </a:lnTo>
                <a:lnTo>
                  <a:pt x="726490" y="39130"/>
                </a:lnTo>
                <a:lnTo>
                  <a:pt x="725882" y="39619"/>
                </a:lnTo>
                <a:lnTo>
                  <a:pt x="725286" y="40124"/>
                </a:lnTo>
                <a:lnTo>
                  <a:pt x="724702" y="40646"/>
                </a:lnTo>
                <a:lnTo>
                  <a:pt x="724636" y="39950"/>
                </a:lnTo>
                <a:lnTo>
                  <a:pt x="724535" y="39311"/>
                </a:lnTo>
                <a:lnTo>
                  <a:pt x="724402" y="38728"/>
                </a:lnTo>
                <a:lnTo>
                  <a:pt x="724238" y="38197"/>
                </a:lnTo>
                <a:lnTo>
                  <a:pt x="724044" y="37717"/>
                </a:lnTo>
                <a:lnTo>
                  <a:pt x="723822" y="37286"/>
                </a:lnTo>
                <a:lnTo>
                  <a:pt x="723574" y="36899"/>
                </a:lnTo>
                <a:lnTo>
                  <a:pt x="723302" y="36556"/>
                </a:lnTo>
                <a:lnTo>
                  <a:pt x="723007" y="36252"/>
                </a:lnTo>
                <a:lnTo>
                  <a:pt x="722691" y="35987"/>
                </a:lnTo>
                <a:lnTo>
                  <a:pt x="722356" y="35757"/>
                </a:lnTo>
                <a:lnTo>
                  <a:pt x="722002" y="35560"/>
                </a:lnTo>
                <a:lnTo>
                  <a:pt x="721633" y="35393"/>
                </a:lnTo>
                <a:lnTo>
                  <a:pt x="721249" y="35254"/>
                </a:lnTo>
                <a:lnTo>
                  <a:pt x="720853" y="35140"/>
                </a:lnTo>
                <a:lnTo>
                  <a:pt x="720445" y="35048"/>
                </a:lnTo>
                <a:lnTo>
                  <a:pt x="720029" y="34977"/>
                </a:lnTo>
                <a:lnTo>
                  <a:pt x="719604" y="34924"/>
                </a:lnTo>
                <a:lnTo>
                  <a:pt x="719173" y="34886"/>
                </a:lnTo>
                <a:lnTo>
                  <a:pt x="718738" y="34860"/>
                </a:lnTo>
                <a:lnTo>
                  <a:pt x="718301" y="34844"/>
                </a:lnTo>
                <a:lnTo>
                  <a:pt x="717862" y="34836"/>
                </a:lnTo>
                <a:lnTo>
                  <a:pt x="717424" y="34833"/>
                </a:lnTo>
                <a:lnTo>
                  <a:pt x="716989" y="34833"/>
                </a:lnTo>
                <a:lnTo>
                  <a:pt x="710820" y="34833"/>
                </a:lnTo>
                <a:lnTo>
                  <a:pt x="710448" y="34833"/>
                </a:lnTo>
                <a:lnTo>
                  <a:pt x="710057" y="34836"/>
                </a:lnTo>
                <a:lnTo>
                  <a:pt x="709650" y="34844"/>
                </a:lnTo>
                <a:lnTo>
                  <a:pt x="709230" y="34860"/>
                </a:lnTo>
                <a:lnTo>
                  <a:pt x="708801" y="34885"/>
                </a:lnTo>
                <a:lnTo>
                  <a:pt x="708365" y="34923"/>
                </a:lnTo>
                <a:lnTo>
                  <a:pt x="707925" y="34977"/>
                </a:lnTo>
                <a:lnTo>
                  <a:pt x="707485" y="35047"/>
                </a:lnTo>
                <a:lnTo>
                  <a:pt x="707048" y="35138"/>
                </a:lnTo>
                <a:lnTo>
                  <a:pt x="706616" y="35252"/>
                </a:lnTo>
                <a:lnTo>
                  <a:pt x="706194" y="35390"/>
                </a:lnTo>
                <a:lnTo>
                  <a:pt x="705783" y="35556"/>
                </a:lnTo>
                <a:lnTo>
                  <a:pt x="705387" y="35753"/>
                </a:lnTo>
                <a:lnTo>
                  <a:pt x="705010" y="35982"/>
                </a:lnTo>
                <a:lnTo>
                  <a:pt x="704654" y="36246"/>
                </a:lnTo>
                <a:lnTo>
                  <a:pt x="704322" y="36548"/>
                </a:lnTo>
                <a:lnTo>
                  <a:pt x="704017" y="36890"/>
                </a:lnTo>
                <a:lnTo>
                  <a:pt x="703744" y="37274"/>
                </a:lnTo>
                <a:lnTo>
                  <a:pt x="703503" y="37704"/>
                </a:lnTo>
                <a:lnTo>
                  <a:pt x="703300" y="38182"/>
                </a:lnTo>
                <a:lnTo>
                  <a:pt x="703136" y="38710"/>
                </a:lnTo>
                <a:lnTo>
                  <a:pt x="703015" y="39290"/>
                </a:lnTo>
                <a:lnTo>
                  <a:pt x="702941" y="39926"/>
                </a:lnTo>
                <a:lnTo>
                  <a:pt x="702915" y="40620"/>
                </a:lnTo>
                <a:lnTo>
                  <a:pt x="702936" y="41336"/>
                </a:lnTo>
                <a:lnTo>
                  <a:pt x="702999" y="41993"/>
                </a:lnTo>
                <a:lnTo>
                  <a:pt x="703103" y="42592"/>
                </a:lnTo>
                <a:lnTo>
                  <a:pt x="703247" y="43137"/>
                </a:lnTo>
                <a:lnTo>
                  <a:pt x="703432" y="43630"/>
                </a:lnTo>
                <a:lnTo>
                  <a:pt x="703656" y="44074"/>
                </a:lnTo>
                <a:lnTo>
                  <a:pt x="703920" y="44472"/>
                </a:lnTo>
                <a:lnTo>
                  <a:pt x="704222" y="44825"/>
                </a:lnTo>
                <a:lnTo>
                  <a:pt x="704563" y="45136"/>
                </a:lnTo>
                <a:lnTo>
                  <a:pt x="704941" y="45409"/>
                </a:lnTo>
                <a:lnTo>
                  <a:pt x="705356" y="45645"/>
                </a:lnTo>
                <a:lnTo>
                  <a:pt x="705808" y="45848"/>
                </a:lnTo>
                <a:lnTo>
                  <a:pt x="706296" y="46020"/>
                </a:lnTo>
                <a:lnTo>
                  <a:pt x="706820" y="46163"/>
                </a:lnTo>
                <a:lnTo>
                  <a:pt x="707378" y="46280"/>
                </a:lnTo>
                <a:lnTo>
                  <a:pt x="707972" y="46374"/>
                </a:lnTo>
                <a:lnTo>
                  <a:pt x="708599" y="46447"/>
                </a:lnTo>
                <a:lnTo>
                  <a:pt x="709261" y="46502"/>
                </a:lnTo>
                <a:lnTo>
                  <a:pt x="709955" y="46541"/>
                </a:lnTo>
                <a:lnTo>
                  <a:pt x="710682" y="46567"/>
                </a:lnTo>
                <a:lnTo>
                  <a:pt x="711441" y="46583"/>
                </a:lnTo>
                <a:lnTo>
                  <a:pt x="712232" y="46592"/>
                </a:lnTo>
                <a:lnTo>
                  <a:pt x="713053" y="46595"/>
                </a:lnTo>
                <a:lnTo>
                  <a:pt x="713906" y="46595"/>
                </a:lnTo>
                <a:lnTo>
                  <a:pt x="713906" y="106108"/>
                </a:lnTo>
                <a:lnTo>
                  <a:pt x="713053" y="106109"/>
                </a:lnTo>
                <a:lnTo>
                  <a:pt x="712232" y="106112"/>
                </a:lnTo>
                <a:lnTo>
                  <a:pt x="711441" y="106120"/>
                </a:lnTo>
                <a:lnTo>
                  <a:pt x="710682" y="106136"/>
                </a:lnTo>
                <a:lnTo>
                  <a:pt x="709955" y="106162"/>
                </a:lnTo>
                <a:lnTo>
                  <a:pt x="709261" y="106202"/>
                </a:lnTo>
                <a:lnTo>
                  <a:pt x="708599" y="106257"/>
                </a:lnTo>
                <a:lnTo>
                  <a:pt x="707972" y="106330"/>
                </a:lnTo>
                <a:lnTo>
                  <a:pt x="707378" y="106424"/>
                </a:lnTo>
                <a:lnTo>
                  <a:pt x="706820" y="106541"/>
                </a:lnTo>
                <a:lnTo>
                  <a:pt x="706296" y="106684"/>
                </a:lnTo>
                <a:lnTo>
                  <a:pt x="705808" y="106855"/>
                </a:lnTo>
                <a:lnTo>
                  <a:pt x="705356" y="107058"/>
                </a:lnTo>
                <a:lnTo>
                  <a:pt x="704941" y="107294"/>
                </a:lnTo>
                <a:lnTo>
                  <a:pt x="704563" y="107567"/>
                </a:lnTo>
                <a:lnTo>
                  <a:pt x="704222" y="107879"/>
                </a:lnTo>
                <a:lnTo>
                  <a:pt x="703920" y="108232"/>
                </a:lnTo>
                <a:lnTo>
                  <a:pt x="703656" y="108629"/>
                </a:lnTo>
                <a:lnTo>
                  <a:pt x="703432" y="109073"/>
                </a:lnTo>
                <a:lnTo>
                  <a:pt x="703247" y="109566"/>
                </a:lnTo>
                <a:lnTo>
                  <a:pt x="703103" y="110111"/>
                </a:lnTo>
                <a:lnTo>
                  <a:pt x="702999" y="110711"/>
                </a:lnTo>
                <a:lnTo>
                  <a:pt x="702936" y="111367"/>
                </a:lnTo>
                <a:lnTo>
                  <a:pt x="702915" y="112084"/>
                </a:lnTo>
                <a:lnTo>
                  <a:pt x="702942" y="112777"/>
                </a:lnTo>
                <a:lnTo>
                  <a:pt x="703019" y="113412"/>
                </a:lnTo>
                <a:lnTo>
                  <a:pt x="703144" y="113993"/>
                </a:lnTo>
                <a:lnTo>
                  <a:pt x="703313" y="114520"/>
                </a:lnTo>
                <a:lnTo>
                  <a:pt x="703523" y="114998"/>
                </a:lnTo>
                <a:lnTo>
                  <a:pt x="703771" y="115427"/>
                </a:lnTo>
                <a:lnTo>
                  <a:pt x="704053" y="115812"/>
                </a:lnTo>
                <a:lnTo>
                  <a:pt x="704365" y="116154"/>
                </a:lnTo>
                <a:lnTo>
                  <a:pt x="704705" y="116455"/>
                </a:lnTo>
                <a:lnTo>
                  <a:pt x="705069" y="116719"/>
                </a:lnTo>
                <a:lnTo>
                  <a:pt x="705454" y="116948"/>
                </a:lnTo>
                <a:lnTo>
                  <a:pt x="705856" y="117145"/>
                </a:lnTo>
                <a:lnTo>
                  <a:pt x="706272" y="117311"/>
                </a:lnTo>
                <a:lnTo>
                  <a:pt x="706699" y="117449"/>
                </a:lnTo>
                <a:lnTo>
                  <a:pt x="707133" y="117562"/>
                </a:lnTo>
                <a:lnTo>
                  <a:pt x="707571" y="117653"/>
                </a:lnTo>
                <a:lnTo>
                  <a:pt x="708010" y="117724"/>
                </a:lnTo>
                <a:lnTo>
                  <a:pt x="708447" y="117777"/>
                </a:lnTo>
                <a:lnTo>
                  <a:pt x="708877" y="117815"/>
                </a:lnTo>
                <a:lnTo>
                  <a:pt x="709297" y="117841"/>
                </a:lnTo>
                <a:lnTo>
                  <a:pt x="709705" y="117856"/>
                </a:lnTo>
                <a:lnTo>
                  <a:pt x="710097" y="117864"/>
                </a:lnTo>
                <a:lnTo>
                  <a:pt x="710470" y="117867"/>
                </a:lnTo>
                <a:lnTo>
                  <a:pt x="710820" y="117868"/>
                </a:lnTo>
                <a:lnTo>
                  <a:pt x="727788" y="117868"/>
                </a:lnTo>
                <a:lnTo>
                  <a:pt x="728160" y="117867"/>
                </a:lnTo>
                <a:lnTo>
                  <a:pt x="728551" y="117864"/>
                </a:lnTo>
                <a:lnTo>
                  <a:pt x="728958" y="117856"/>
                </a:lnTo>
                <a:lnTo>
                  <a:pt x="729377" y="117841"/>
                </a:lnTo>
                <a:lnTo>
                  <a:pt x="729806" y="117815"/>
                </a:lnTo>
                <a:lnTo>
                  <a:pt x="730242" y="117777"/>
                </a:lnTo>
                <a:lnTo>
                  <a:pt x="730682" y="117724"/>
                </a:lnTo>
                <a:lnTo>
                  <a:pt x="731122" y="117653"/>
                </a:lnTo>
                <a:lnTo>
                  <a:pt x="731559" y="117562"/>
                </a:lnTo>
                <a:lnTo>
                  <a:pt x="731990" y="117449"/>
                </a:lnTo>
                <a:lnTo>
                  <a:pt x="732412" y="117311"/>
                </a:lnTo>
                <a:lnTo>
                  <a:pt x="732823" y="117145"/>
                </a:lnTo>
                <a:lnTo>
                  <a:pt x="733218" y="116948"/>
                </a:lnTo>
                <a:lnTo>
                  <a:pt x="733596" y="116719"/>
                </a:lnTo>
                <a:lnTo>
                  <a:pt x="733952" y="116455"/>
                </a:lnTo>
                <a:lnTo>
                  <a:pt x="734283" y="116154"/>
                </a:lnTo>
                <a:lnTo>
                  <a:pt x="734588" y="115812"/>
                </a:lnTo>
                <a:lnTo>
                  <a:pt x="734861" y="115427"/>
                </a:lnTo>
                <a:lnTo>
                  <a:pt x="735102" y="114998"/>
                </a:lnTo>
                <a:lnTo>
                  <a:pt x="735305" y="114520"/>
                </a:lnTo>
                <a:lnTo>
                  <a:pt x="735468" y="113993"/>
                </a:lnTo>
                <a:lnTo>
                  <a:pt x="735589" y="113412"/>
                </a:lnTo>
                <a:lnTo>
                  <a:pt x="735664" y="112777"/>
                </a:lnTo>
                <a:lnTo>
                  <a:pt x="735689" y="112084"/>
                </a:lnTo>
                <a:lnTo>
                  <a:pt x="735668" y="111367"/>
                </a:lnTo>
                <a:lnTo>
                  <a:pt x="735606" y="110711"/>
                </a:lnTo>
                <a:lnTo>
                  <a:pt x="735502" y="110111"/>
                </a:lnTo>
                <a:lnTo>
                  <a:pt x="735357" y="109566"/>
                </a:lnTo>
                <a:lnTo>
                  <a:pt x="735173" y="109073"/>
                </a:lnTo>
                <a:lnTo>
                  <a:pt x="734948" y="108629"/>
                </a:lnTo>
                <a:lnTo>
                  <a:pt x="734685" y="108232"/>
                </a:lnTo>
                <a:lnTo>
                  <a:pt x="734383" y="107879"/>
                </a:lnTo>
                <a:lnTo>
                  <a:pt x="734043" y="107567"/>
                </a:lnTo>
                <a:lnTo>
                  <a:pt x="733665" y="107294"/>
                </a:lnTo>
                <a:lnTo>
                  <a:pt x="733250" y="107058"/>
                </a:lnTo>
                <a:lnTo>
                  <a:pt x="732798" y="106855"/>
                </a:lnTo>
                <a:lnTo>
                  <a:pt x="732310" y="106684"/>
                </a:lnTo>
                <a:lnTo>
                  <a:pt x="731787" y="106541"/>
                </a:lnTo>
                <a:lnTo>
                  <a:pt x="731228" y="106424"/>
                </a:lnTo>
                <a:lnTo>
                  <a:pt x="730635" y="106330"/>
                </a:lnTo>
                <a:lnTo>
                  <a:pt x="730007" y="106257"/>
                </a:lnTo>
                <a:lnTo>
                  <a:pt x="729346" y="106202"/>
                </a:lnTo>
                <a:lnTo>
                  <a:pt x="728652" y="106162"/>
                </a:lnTo>
                <a:lnTo>
                  <a:pt x="727925" y="106136"/>
                </a:lnTo>
                <a:lnTo>
                  <a:pt x="727166" y="106120"/>
                </a:lnTo>
                <a:lnTo>
                  <a:pt x="726376" y="106112"/>
                </a:lnTo>
                <a:lnTo>
                  <a:pt x="725554" y="106109"/>
                </a:lnTo>
                <a:lnTo>
                  <a:pt x="724702" y="106108"/>
                </a:lnTo>
                <a:lnTo>
                  <a:pt x="724702" y="71634"/>
                </a:lnTo>
                <a:lnTo>
                  <a:pt x="724742" y="69536"/>
                </a:lnTo>
                <a:lnTo>
                  <a:pt x="724862" y="67523"/>
                </a:lnTo>
                <a:lnTo>
                  <a:pt x="725057" y="65595"/>
                </a:lnTo>
                <a:lnTo>
                  <a:pt x="725324" y="63752"/>
                </a:lnTo>
                <a:lnTo>
                  <a:pt x="725660" y="61994"/>
                </a:lnTo>
                <a:lnTo>
                  <a:pt x="726060" y="60323"/>
                </a:lnTo>
                <a:lnTo>
                  <a:pt x="726523" y="58739"/>
                </a:lnTo>
                <a:lnTo>
                  <a:pt x="727044" y="57241"/>
                </a:lnTo>
                <a:lnTo>
                  <a:pt x="727620" y="55831"/>
                </a:lnTo>
                <a:lnTo>
                  <a:pt x="728247" y="54509"/>
                </a:lnTo>
                <a:lnTo>
                  <a:pt x="728922" y="53275"/>
                </a:lnTo>
                <a:lnTo>
                  <a:pt x="729642" y="52130"/>
                </a:lnTo>
                <a:lnTo>
                  <a:pt x="730403" y="51074"/>
                </a:lnTo>
                <a:lnTo>
                  <a:pt x="731202" y="50108"/>
                </a:lnTo>
                <a:lnTo>
                  <a:pt x="732035" y="49231"/>
                </a:lnTo>
                <a:lnTo>
                  <a:pt x="732899" y="48446"/>
                </a:lnTo>
                <a:lnTo>
                  <a:pt x="733791" y="47751"/>
                </a:lnTo>
                <a:lnTo>
                  <a:pt x="734706" y="47147"/>
                </a:lnTo>
                <a:lnTo>
                  <a:pt x="735642" y="46635"/>
                </a:lnTo>
                <a:lnTo>
                  <a:pt x="736595" y="46215"/>
                </a:lnTo>
                <a:lnTo>
                  <a:pt x="737562" y="45888"/>
                </a:lnTo>
                <a:lnTo>
                  <a:pt x="738539" y="45653"/>
                </a:lnTo>
                <a:lnTo>
                  <a:pt x="739523" y="45512"/>
                </a:lnTo>
                <a:lnTo>
                  <a:pt x="740511" y="45465"/>
                </a:lnTo>
                <a:lnTo>
                  <a:pt x="741056" y="45483"/>
                </a:lnTo>
                <a:lnTo>
                  <a:pt x="741583" y="45537"/>
                </a:lnTo>
                <a:lnTo>
                  <a:pt x="742090" y="45630"/>
                </a:lnTo>
                <a:lnTo>
                  <a:pt x="742579" y="45766"/>
                </a:lnTo>
                <a:lnTo>
                  <a:pt x="743047" y="45946"/>
                </a:lnTo>
                <a:lnTo>
                  <a:pt x="743496" y="46172"/>
                </a:lnTo>
                <a:lnTo>
                  <a:pt x="743924" y="46449"/>
                </a:lnTo>
                <a:lnTo>
                  <a:pt x="744331" y="46778"/>
                </a:lnTo>
                <a:lnTo>
                  <a:pt x="744716" y="47161"/>
                </a:lnTo>
                <a:lnTo>
                  <a:pt x="745080" y="47602"/>
                </a:lnTo>
                <a:lnTo>
                  <a:pt x="745422" y="48103"/>
                </a:lnTo>
                <a:lnTo>
                  <a:pt x="745740" y="48667"/>
                </a:lnTo>
                <a:lnTo>
                  <a:pt x="746036" y="49295"/>
                </a:lnTo>
                <a:lnTo>
                  <a:pt x="746308" y="49992"/>
                </a:lnTo>
                <a:lnTo>
                  <a:pt x="746556" y="50758"/>
                </a:lnTo>
                <a:lnTo>
                  <a:pt x="746780" y="51598"/>
                </a:lnTo>
                <a:lnTo>
                  <a:pt x="746980" y="52513"/>
                </a:lnTo>
                <a:lnTo>
                  <a:pt x="747154" y="53507"/>
                </a:lnTo>
                <a:lnTo>
                  <a:pt x="747302" y="54581"/>
                </a:lnTo>
                <a:lnTo>
                  <a:pt x="747424" y="55738"/>
                </a:lnTo>
                <a:lnTo>
                  <a:pt x="747520" y="56981"/>
                </a:lnTo>
                <a:lnTo>
                  <a:pt x="747589" y="58313"/>
                </a:lnTo>
                <a:lnTo>
                  <a:pt x="747631" y="59736"/>
                </a:lnTo>
                <a:lnTo>
                  <a:pt x="747645" y="61252"/>
                </a:lnTo>
                <a:lnTo>
                  <a:pt x="747645" y="106108"/>
                </a:lnTo>
                <a:lnTo>
                  <a:pt x="747181" y="106109"/>
                </a:lnTo>
                <a:lnTo>
                  <a:pt x="746708" y="106112"/>
                </a:lnTo>
                <a:lnTo>
                  <a:pt x="746229" y="106120"/>
                </a:lnTo>
                <a:lnTo>
                  <a:pt x="745745" y="106136"/>
                </a:lnTo>
                <a:lnTo>
                  <a:pt x="745259" y="106162"/>
                </a:lnTo>
                <a:lnTo>
                  <a:pt x="744774" y="106202"/>
                </a:lnTo>
                <a:lnTo>
                  <a:pt x="744293" y="106257"/>
                </a:lnTo>
                <a:lnTo>
                  <a:pt x="743817" y="106330"/>
                </a:lnTo>
                <a:lnTo>
                  <a:pt x="743351" y="106424"/>
                </a:lnTo>
                <a:lnTo>
                  <a:pt x="742896" y="106541"/>
                </a:lnTo>
                <a:lnTo>
                  <a:pt x="742454" y="106684"/>
                </a:lnTo>
                <a:lnTo>
                  <a:pt x="742029" y="106855"/>
                </a:lnTo>
                <a:lnTo>
                  <a:pt x="741623" y="107058"/>
                </a:lnTo>
                <a:lnTo>
                  <a:pt x="741239" y="107294"/>
                </a:lnTo>
                <a:lnTo>
                  <a:pt x="740879" y="107567"/>
                </a:lnTo>
                <a:lnTo>
                  <a:pt x="740546" y="107879"/>
                </a:lnTo>
                <a:lnTo>
                  <a:pt x="740243" y="108232"/>
                </a:lnTo>
                <a:lnTo>
                  <a:pt x="739971" y="108629"/>
                </a:lnTo>
                <a:lnTo>
                  <a:pt x="739734" y="109073"/>
                </a:lnTo>
                <a:lnTo>
                  <a:pt x="739535" y="109566"/>
                </a:lnTo>
                <a:lnTo>
                  <a:pt x="739375" y="110111"/>
                </a:lnTo>
                <a:lnTo>
                  <a:pt x="739258" y="110711"/>
                </a:lnTo>
                <a:lnTo>
                  <a:pt x="739185" y="111367"/>
                </a:lnTo>
                <a:lnTo>
                  <a:pt x="739161" y="112084"/>
                </a:lnTo>
                <a:lnTo>
                  <a:pt x="739187" y="112777"/>
                </a:lnTo>
                <a:lnTo>
                  <a:pt x="739265" y="113412"/>
                </a:lnTo>
                <a:lnTo>
                  <a:pt x="739390" y="113993"/>
                </a:lnTo>
                <a:lnTo>
                  <a:pt x="739559" y="114520"/>
                </a:lnTo>
                <a:lnTo>
                  <a:pt x="739769" y="114998"/>
                </a:lnTo>
                <a:lnTo>
                  <a:pt x="740016" y="115427"/>
                </a:lnTo>
                <a:lnTo>
                  <a:pt x="740298" y="115812"/>
                </a:lnTo>
                <a:lnTo>
                  <a:pt x="740611" y="116154"/>
                </a:lnTo>
                <a:lnTo>
                  <a:pt x="740950" y="116455"/>
                </a:lnTo>
                <a:lnTo>
                  <a:pt x="741314" y="116719"/>
                </a:lnTo>
                <a:lnTo>
                  <a:pt x="741699" y="116948"/>
                </a:lnTo>
                <a:lnTo>
                  <a:pt x="742101" y="117145"/>
                </a:lnTo>
                <a:lnTo>
                  <a:pt x="742518" y="117311"/>
                </a:lnTo>
                <a:lnTo>
                  <a:pt x="742944" y="117449"/>
                </a:lnTo>
                <a:lnTo>
                  <a:pt x="743379" y="117562"/>
                </a:lnTo>
                <a:lnTo>
                  <a:pt x="743817" y="117653"/>
                </a:lnTo>
                <a:lnTo>
                  <a:pt x="744256" y="117724"/>
                </a:lnTo>
                <a:lnTo>
                  <a:pt x="744692" y="117777"/>
                </a:lnTo>
                <a:lnTo>
                  <a:pt x="745122" y="117815"/>
                </a:lnTo>
                <a:lnTo>
                  <a:pt x="745543" y="117841"/>
                </a:lnTo>
                <a:lnTo>
                  <a:pt x="745951" y="117856"/>
                </a:lnTo>
                <a:lnTo>
                  <a:pt x="746343" y="117864"/>
                </a:lnTo>
                <a:lnTo>
                  <a:pt x="746715" y="117867"/>
                </a:lnTo>
                <a:lnTo>
                  <a:pt x="747065" y="117868"/>
                </a:lnTo>
                <a:lnTo>
                  <a:pt x="761524" y="117868"/>
                </a:lnTo>
                <a:lnTo>
                  <a:pt x="761896" y="117867"/>
                </a:lnTo>
                <a:lnTo>
                  <a:pt x="762287" y="117864"/>
                </a:lnTo>
                <a:lnTo>
                  <a:pt x="762694" y="117856"/>
                </a:lnTo>
                <a:lnTo>
                  <a:pt x="763114" y="117841"/>
                </a:lnTo>
                <a:lnTo>
                  <a:pt x="763543" y="117815"/>
                </a:lnTo>
                <a:lnTo>
                  <a:pt x="763979" y="117777"/>
                </a:lnTo>
                <a:lnTo>
                  <a:pt x="764419" y="117724"/>
                </a:lnTo>
                <a:lnTo>
                  <a:pt x="764859" y="117653"/>
                </a:lnTo>
                <a:lnTo>
                  <a:pt x="765296" y="117562"/>
                </a:lnTo>
                <a:lnTo>
                  <a:pt x="765727" y="117449"/>
                </a:lnTo>
                <a:lnTo>
                  <a:pt x="766150" y="117311"/>
                </a:lnTo>
                <a:lnTo>
                  <a:pt x="766561" y="117145"/>
                </a:lnTo>
                <a:lnTo>
                  <a:pt x="766956" y="116948"/>
                </a:lnTo>
                <a:lnTo>
                  <a:pt x="767334" y="116719"/>
                </a:lnTo>
                <a:lnTo>
                  <a:pt x="767690" y="116455"/>
                </a:lnTo>
                <a:lnTo>
                  <a:pt x="768022" y="116154"/>
                </a:lnTo>
                <a:lnTo>
                  <a:pt x="768326" y="115812"/>
                </a:lnTo>
                <a:lnTo>
                  <a:pt x="768600" y="115427"/>
                </a:lnTo>
                <a:lnTo>
                  <a:pt x="768840" y="114998"/>
                </a:lnTo>
                <a:lnTo>
                  <a:pt x="769044" y="114520"/>
                </a:lnTo>
                <a:lnTo>
                  <a:pt x="769208" y="113993"/>
                </a:lnTo>
                <a:lnTo>
                  <a:pt x="769328" y="113412"/>
                </a:lnTo>
                <a:lnTo>
                  <a:pt x="769403" y="112777"/>
                </a:lnTo>
                <a:lnTo>
                  <a:pt x="769429" y="112084"/>
                </a:lnTo>
                <a:lnTo>
                  <a:pt x="769408" y="111367"/>
                </a:lnTo>
                <a:lnTo>
                  <a:pt x="769345" y="110711"/>
                </a:lnTo>
                <a:lnTo>
                  <a:pt x="769241" y="110111"/>
                </a:lnTo>
                <a:lnTo>
                  <a:pt x="769097" y="109566"/>
                </a:lnTo>
                <a:lnTo>
                  <a:pt x="768912" y="109073"/>
                </a:lnTo>
                <a:lnTo>
                  <a:pt x="768688" y="108629"/>
                </a:lnTo>
                <a:lnTo>
                  <a:pt x="768424" y="108232"/>
                </a:lnTo>
                <a:lnTo>
                  <a:pt x="768122" y="107879"/>
                </a:lnTo>
                <a:lnTo>
                  <a:pt x="767782" y="107567"/>
                </a:lnTo>
                <a:lnTo>
                  <a:pt x="767404" y="107294"/>
                </a:lnTo>
                <a:lnTo>
                  <a:pt x="766989" y="107058"/>
                </a:lnTo>
                <a:lnTo>
                  <a:pt x="766537" y="106855"/>
                </a:lnTo>
                <a:lnTo>
                  <a:pt x="766049" y="106684"/>
                </a:lnTo>
                <a:lnTo>
                  <a:pt x="765526" y="106541"/>
                </a:lnTo>
                <a:lnTo>
                  <a:pt x="764967" y="106424"/>
                </a:lnTo>
                <a:lnTo>
                  <a:pt x="764374" y="106330"/>
                </a:lnTo>
                <a:lnTo>
                  <a:pt x="763747" y="106257"/>
                </a:lnTo>
                <a:lnTo>
                  <a:pt x="763085" y="106202"/>
                </a:lnTo>
                <a:lnTo>
                  <a:pt x="762391" y="106162"/>
                </a:lnTo>
                <a:lnTo>
                  <a:pt x="761665" y="106136"/>
                </a:lnTo>
                <a:lnTo>
                  <a:pt x="760906" y="106120"/>
                </a:lnTo>
                <a:lnTo>
                  <a:pt x="760115" y="106112"/>
                </a:lnTo>
                <a:lnTo>
                  <a:pt x="759293" y="106109"/>
                </a:lnTo>
                <a:lnTo>
                  <a:pt x="758441" y="106108"/>
                </a:lnTo>
                <a:lnTo>
                  <a:pt x="758441" y="71649"/>
                </a:lnTo>
                <a:lnTo>
                  <a:pt x="758482" y="69549"/>
                </a:lnTo>
                <a:lnTo>
                  <a:pt x="758601" y="67534"/>
                </a:lnTo>
                <a:lnTo>
                  <a:pt x="758796" y="65605"/>
                </a:lnTo>
                <a:lnTo>
                  <a:pt x="759063" y="63760"/>
                </a:lnTo>
                <a:lnTo>
                  <a:pt x="759399" y="62002"/>
                </a:lnTo>
                <a:lnTo>
                  <a:pt x="759800" y="60329"/>
                </a:lnTo>
                <a:lnTo>
                  <a:pt x="760262" y="58744"/>
                </a:lnTo>
                <a:lnTo>
                  <a:pt x="760783" y="57245"/>
                </a:lnTo>
                <a:lnTo>
                  <a:pt x="761359" y="55835"/>
                </a:lnTo>
                <a:lnTo>
                  <a:pt x="761986" y="54512"/>
                </a:lnTo>
                <a:lnTo>
                  <a:pt x="762661" y="53277"/>
                </a:lnTo>
                <a:lnTo>
                  <a:pt x="763381" y="52132"/>
                </a:lnTo>
                <a:lnTo>
                  <a:pt x="764142" y="51076"/>
                </a:lnTo>
                <a:lnTo>
                  <a:pt x="764941" y="50109"/>
                </a:lnTo>
                <a:lnTo>
                  <a:pt x="765774" y="49232"/>
                </a:lnTo>
                <a:lnTo>
                  <a:pt x="766638" y="48446"/>
                </a:lnTo>
                <a:lnTo>
                  <a:pt x="767530" y="47751"/>
                </a:lnTo>
                <a:lnTo>
                  <a:pt x="768445" y="47147"/>
                </a:lnTo>
                <a:lnTo>
                  <a:pt x="769381" y="46635"/>
                </a:lnTo>
                <a:lnTo>
                  <a:pt x="770334" y="46215"/>
                </a:lnTo>
                <a:lnTo>
                  <a:pt x="771301" y="45888"/>
                </a:lnTo>
                <a:lnTo>
                  <a:pt x="772279" y="45653"/>
                </a:lnTo>
                <a:lnTo>
                  <a:pt x="773263" y="45512"/>
                </a:lnTo>
                <a:lnTo>
                  <a:pt x="774250" y="45465"/>
                </a:lnTo>
                <a:lnTo>
                  <a:pt x="774795" y="45483"/>
                </a:lnTo>
                <a:lnTo>
                  <a:pt x="775322" y="45537"/>
                </a:lnTo>
                <a:lnTo>
                  <a:pt x="775829" y="45630"/>
                </a:lnTo>
                <a:lnTo>
                  <a:pt x="776318" y="45766"/>
                </a:lnTo>
                <a:lnTo>
                  <a:pt x="776787" y="45946"/>
                </a:lnTo>
                <a:lnTo>
                  <a:pt x="777235" y="46172"/>
                </a:lnTo>
                <a:lnTo>
                  <a:pt x="777663" y="46449"/>
                </a:lnTo>
                <a:lnTo>
                  <a:pt x="778070" y="46778"/>
                </a:lnTo>
                <a:lnTo>
                  <a:pt x="778455" y="47161"/>
                </a:lnTo>
                <a:lnTo>
                  <a:pt x="778819" y="47602"/>
                </a:lnTo>
                <a:lnTo>
                  <a:pt x="779161" y="48103"/>
                </a:lnTo>
                <a:lnTo>
                  <a:pt x="779479" y="48667"/>
                </a:lnTo>
                <a:lnTo>
                  <a:pt x="779775" y="49295"/>
                </a:lnTo>
                <a:lnTo>
                  <a:pt x="780047" y="49992"/>
                </a:lnTo>
                <a:lnTo>
                  <a:pt x="780296" y="50758"/>
                </a:lnTo>
                <a:lnTo>
                  <a:pt x="780520" y="51598"/>
                </a:lnTo>
                <a:lnTo>
                  <a:pt x="780719" y="52513"/>
                </a:lnTo>
                <a:lnTo>
                  <a:pt x="780893" y="53507"/>
                </a:lnTo>
                <a:lnTo>
                  <a:pt x="781041" y="54581"/>
                </a:lnTo>
                <a:lnTo>
                  <a:pt x="781163" y="55738"/>
                </a:lnTo>
                <a:lnTo>
                  <a:pt x="781259" y="56981"/>
                </a:lnTo>
                <a:lnTo>
                  <a:pt x="781328" y="58313"/>
                </a:lnTo>
                <a:lnTo>
                  <a:pt x="781370" y="59736"/>
                </a:lnTo>
                <a:lnTo>
                  <a:pt x="781384" y="61252"/>
                </a:lnTo>
                <a:lnTo>
                  <a:pt x="781384" y="106108"/>
                </a:lnTo>
                <a:lnTo>
                  <a:pt x="780920" y="106109"/>
                </a:lnTo>
                <a:lnTo>
                  <a:pt x="780447" y="106112"/>
                </a:lnTo>
                <a:lnTo>
                  <a:pt x="779967" y="106120"/>
                </a:lnTo>
                <a:lnTo>
                  <a:pt x="779483" y="106136"/>
                </a:lnTo>
                <a:lnTo>
                  <a:pt x="778997" y="106162"/>
                </a:lnTo>
                <a:lnTo>
                  <a:pt x="778512" y="106202"/>
                </a:lnTo>
                <a:lnTo>
                  <a:pt x="778031" y="106257"/>
                </a:lnTo>
                <a:lnTo>
                  <a:pt x="777555" y="106330"/>
                </a:lnTo>
                <a:lnTo>
                  <a:pt x="777089" y="106424"/>
                </a:lnTo>
                <a:lnTo>
                  <a:pt x="776633" y="106541"/>
                </a:lnTo>
                <a:lnTo>
                  <a:pt x="776192" y="106684"/>
                </a:lnTo>
                <a:lnTo>
                  <a:pt x="775767" y="106855"/>
                </a:lnTo>
                <a:lnTo>
                  <a:pt x="775362" y="107058"/>
                </a:lnTo>
                <a:lnTo>
                  <a:pt x="774978" y="107294"/>
                </a:lnTo>
                <a:lnTo>
                  <a:pt x="774618" y="107567"/>
                </a:lnTo>
                <a:lnTo>
                  <a:pt x="774285" y="107879"/>
                </a:lnTo>
                <a:lnTo>
                  <a:pt x="773981" y="108232"/>
                </a:lnTo>
                <a:lnTo>
                  <a:pt x="773710" y="108629"/>
                </a:lnTo>
                <a:lnTo>
                  <a:pt x="773473" y="109073"/>
                </a:lnTo>
                <a:lnTo>
                  <a:pt x="773274" y="109566"/>
                </a:lnTo>
                <a:lnTo>
                  <a:pt x="773114" y="110111"/>
                </a:lnTo>
                <a:lnTo>
                  <a:pt x="772997" y="110711"/>
                </a:lnTo>
                <a:lnTo>
                  <a:pt x="772925" y="111367"/>
                </a:lnTo>
                <a:lnTo>
                  <a:pt x="772900" y="112084"/>
                </a:lnTo>
                <a:lnTo>
                  <a:pt x="772926" y="112777"/>
                </a:lnTo>
                <a:lnTo>
                  <a:pt x="773004" y="113412"/>
                </a:lnTo>
                <a:lnTo>
                  <a:pt x="773129" y="113993"/>
                </a:lnTo>
                <a:lnTo>
                  <a:pt x="773298" y="114520"/>
                </a:lnTo>
                <a:lnTo>
                  <a:pt x="773508" y="114998"/>
                </a:lnTo>
                <a:lnTo>
                  <a:pt x="773755" y="115427"/>
                </a:lnTo>
                <a:lnTo>
                  <a:pt x="774037" y="115812"/>
                </a:lnTo>
                <a:lnTo>
                  <a:pt x="774349" y="116154"/>
                </a:lnTo>
                <a:lnTo>
                  <a:pt x="774689" y="116455"/>
                </a:lnTo>
                <a:lnTo>
                  <a:pt x="775053" y="116719"/>
                </a:lnTo>
                <a:lnTo>
                  <a:pt x="775437" y="116948"/>
                </a:lnTo>
                <a:lnTo>
                  <a:pt x="775839" y="117145"/>
                </a:lnTo>
                <a:lnTo>
                  <a:pt x="776256" y="117311"/>
                </a:lnTo>
                <a:lnTo>
                  <a:pt x="776682" y="117449"/>
                </a:lnTo>
                <a:lnTo>
                  <a:pt x="777117" y="117562"/>
                </a:lnTo>
                <a:lnTo>
                  <a:pt x="777555" y="117653"/>
                </a:lnTo>
                <a:lnTo>
                  <a:pt x="777994" y="117724"/>
                </a:lnTo>
                <a:lnTo>
                  <a:pt x="778430" y="117777"/>
                </a:lnTo>
                <a:lnTo>
                  <a:pt x="778860" y="117815"/>
                </a:lnTo>
                <a:lnTo>
                  <a:pt x="779281" y="117841"/>
                </a:lnTo>
                <a:lnTo>
                  <a:pt x="779689" y="117856"/>
                </a:lnTo>
                <a:lnTo>
                  <a:pt x="780082" y="117864"/>
                </a:lnTo>
                <a:lnTo>
                  <a:pt x="780454" y="117867"/>
                </a:lnTo>
                <a:lnTo>
                  <a:pt x="780804" y="117868"/>
                </a:lnTo>
                <a:lnTo>
                  <a:pt x="795263" y="117868"/>
                </a:lnTo>
                <a:lnTo>
                  <a:pt x="795635" y="117867"/>
                </a:lnTo>
                <a:lnTo>
                  <a:pt x="796026" y="117864"/>
                </a:lnTo>
                <a:lnTo>
                  <a:pt x="796433" y="117856"/>
                </a:lnTo>
                <a:lnTo>
                  <a:pt x="796853" y="117841"/>
                </a:lnTo>
                <a:lnTo>
                  <a:pt x="797282" y="117815"/>
                </a:lnTo>
                <a:lnTo>
                  <a:pt x="797718" y="117777"/>
                </a:lnTo>
                <a:lnTo>
                  <a:pt x="798158" y="117724"/>
                </a:lnTo>
                <a:lnTo>
                  <a:pt x="798598" y="117653"/>
                </a:lnTo>
                <a:lnTo>
                  <a:pt x="799035" y="117562"/>
                </a:lnTo>
                <a:lnTo>
                  <a:pt x="799467" y="117449"/>
                </a:lnTo>
                <a:lnTo>
                  <a:pt x="799889" y="117311"/>
                </a:lnTo>
                <a:lnTo>
                  <a:pt x="800300" y="117145"/>
                </a:lnTo>
                <a:lnTo>
                  <a:pt x="800695" y="116948"/>
                </a:lnTo>
                <a:lnTo>
                  <a:pt x="801073" y="116719"/>
                </a:lnTo>
                <a:lnTo>
                  <a:pt x="801429" y="116455"/>
                </a:lnTo>
                <a:lnTo>
                  <a:pt x="801761" y="116154"/>
                </a:lnTo>
                <a:lnTo>
                  <a:pt x="802065" y="115812"/>
                </a:lnTo>
                <a:lnTo>
                  <a:pt x="802339" y="115427"/>
                </a:lnTo>
                <a:lnTo>
                  <a:pt x="802580" y="114998"/>
                </a:lnTo>
                <a:lnTo>
                  <a:pt x="802783" y="114520"/>
                </a:lnTo>
                <a:lnTo>
                  <a:pt x="802947" y="113993"/>
                </a:lnTo>
                <a:lnTo>
                  <a:pt x="803067" y="113412"/>
                </a:lnTo>
                <a:lnTo>
                  <a:pt x="803142" y="112777"/>
                </a:lnTo>
                <a:lnTo>
                  <a:pt x="803168" y="112084"/>
                </a:lnTo>
                <a:lnTo>
                  <a:pt x="803147" y="111367"/>
                </a:lnTo>
                <a:lnTo>
                  <a:pt x="803084" y="110711"/>
                </a:lnTo>
                <a:lnTo>
                  <a:pt x="802980" y="110111"/>
                </a:lnTo>
                <a:lnTo>
                  <a:pt x="802836" y="109566"/>
                </a:lnTo>
                <a:lnTo>
                  <a:pt x="802651" y="109073"/>
                </a:lnTo>
                <a:close/>
                <a:moveTo>
                  <a:pt x="185213" y="94083"/>
                </a:moveTo>
                <a:lnTo>
                  <a:pt x="184959" y="93681"/>
                </a:lnTo>
                <a:lnTo>
                  <a:pt x="184672" y="93321"/>
                </a:lnTo>
                <a:lnTo>
                  <a:pt x="184358" y="93002"/>
                </a:lnTo>
                <a:lnTo>
                  <a:pt x="184021" y="92719"/>
                </a:lnTo>
                <a:lnTo>
                  <a:pt x="183664" y="92472"/>
                </a:lnTo>
                <a:lnTo>
                  <a:pt x="183293" y="92258"/>
                </a:lnTo>
                <a:lnTo>
                  <a:pt x="182911" y="92075"/>
                </a:lnTo>
                <a:lnTo>
                  <a:pt x="182523" y="91919"/>
                </a:lnTo>
                <a:lnTo>
                  <a:pt x="182134" y="91790"/>
                </a:lnTo>
                <a:lnTo>
                  <a:pt x="181747" y="91684"/>
                </a:lnTo>
                <a:lnTo>
                  <a:pt x="181367" y="91599"/>
                </a:lnTo>
                <a:lnTo>
                  <a:pt x="180999" y="91533"/>
                </a:lnTo>
                <a:lnTo>
                  <a:pt x="180646" y="91483"/>
                </a:lnTo>
                <a:lnTo>
                  <a:pt x="180314" y="91447"/>
                </a:lnTo>
                <a:lnTo>
                  <a:pt x="180006" y="91424"/>
                </a:lnTo>
                <a:lnTo>
                  <a:pt x="179726" y="91409"/>
                </a:lnTo>
                <a:lnTo>
                  <a:pt x="179480" y="91402"/>
                </a:lnTo>
                <a:lnTo>
                  <a:pt x="179271" y="91399"/>
                </a:lnTo>
                <a:lnTo>
                  <a:pt x="179105" y="91399"/>
                </a:lnTo>
                <a:lnTo>
                  <a:pt x="178681" y="91402"/>
                </a:lnTo>
                <a:lnTo>
                  <a:pt x="178276" y="91412"/>
                </a:lnTo>
                <a:lnTo>
                  <a:pt x="177890" y="91431"/>
                </a:lnTo>
                <a:lnTo>
                  <a:pt x="177522" y="91458"/>
                </a:lnTo>
                <a:lnTo>
                  <a:pt x="177171" y="91497"/>
                </a:lnTo>
                <a:lnTo>
                  <a:pt x="176836" y="91546"/>
                </a:lnTo>
                <a:lnTo>
                  <a:pt x="176516" y="91609"/>
                </a:lnTo>
                <a:lnTo>
                  <a:pt x="176212" y="91685"/>
                </a:lnTo>
                <a:lnTo>
                  <a:pt x="175922" y="91776"/>
                </a:lnTo>
                <a:lnTo>
                  <a:pt x="175645" y="91882"/>
                </a:lnTo>
                <a:lnTo>
                  <a:pt x="175380" y="92006"/>
                </a:lnTo>
                <a:lnTo>
                  <a:pt x="175128" y="92147"/>
                </a:lnTo>
                <a:lnTo>
                  <a:pt x="174886" y="92308"/>
                </a:lnTo>
                <a:lnTo>
                  <a:pt x="174655" y="92489"/>
                </a:lnTo>
                <a:lnTo>
                  <a:pt x="174433" y="92691"/>
                </a:lnTo>
                <a:lnTo>
                  <a:pt x="174220" y="92916"/>
                </a:lnTo>
                <a:lnTo>
                  <a:pt x="174015" y="93164"/>
                </a:lnTo>
                <a:lnTo>
                  <a:pt x="173817" y="93436"/>
                </a:lnTo>
                <a:lnTo>
                  <a:pt x="173626" y="93735"/>
                </a:lnTo>
                <a:lnTo>
                  <a:pt x="173441" y="94060"/>
                </a:lnTo>
                <a:lnTo>
                  <a:pt x="173260" y="94413"/>
                </a:lnTo>
                <a:lnTo>
                  <a:pt x="173084" y="94795"/>
                </a:lnTo>
                <a:lnTo>
                  <a:pt x="172911" y="95207"/>
                </a:lnTo>
                <a:lnTo>
                  <a:pt x="172741" y="95650"/>
                </a:lnTo>
                <a:lnTo>
                  <a:pt x="172180" y="96837"/>
                </a:lnTo>
                <a:lnTo>
                  <a:pt x="171559" y="97943"/>
                </a:lnTo>
                <a:lnTo>
                  <a:pt x="170883" y="98971"/>
                </a:lnTo>
                <a:lnTo>
                  <a:pt x="170158" y="99922"/>
                </a:lnTo>
                <a:lnTo>
                  <a:pt x="169388" y="100800"/>
                </a:lnTo>
                <a:lnTo>
                  <a:pt x="168578" y="101607"/>
                </a:lnTo>
                <a:lnTo>
                  <a:pt x="167733" y="102346"/>
                </a:lnTo>
                <a:lnTo>
                  <a:pt x="166857" y="103021"/>
                </a:lnTo>
                <a:lnTo>
                  <a:pt x="165956" y="103633"/>
                </a:lnTo>
                <a:lnTo>
                  <a:pt x="165035" y="104185"/>
                </a:lnTo>
                <a:lnTo>
                  <a:pt x="164098" y="104681"/>
                </a:lnTo>
                <a:lnTo>
                  <a:pt x="163149" y="105123"/>
                </a:lnTo>
                <a:lnTo>
                  <a:pt x="162195" y="105514"/>
                </a:lnTo>
                <a:lnTo>
                  <a:pt x="161240" y="105856"/>
                </a:lnTo>
                <a:lnTo>
                  <a:pt x="160288" y="106153"/>
                </a:lnTo>
                <a:lnTo>
                  <a:pt x="159345" y="106406"/>
                </a:lnTo>
                <a:lnTo>
                  <a:pt x="158416" y="106620"/>
                </a:lnTo>
                <a:lnTo>
                  <a:pt x="157504" y="106796"/>
                </a:lnTo>
                <a:lnTo>
                  <a:pt x="156616" y="106937"/>
                </a:lnTo>
                <a:lnTo>
                  <a:pt x="155755" y="107046"/>
                </a:lnTo>
                <a:lnTo>
                  <a:pt x="154928" y="107127"/>
                </a:lnTo>
                <a:lnTo>
                  <a:pt x="154138" y="107181"/>
                </a:lnTo>
                <a:lnTo>
                  <a:pt x="153390" y="107211"/>
                </a:lnTo>
                <a:lnTo>
                  <a:pt x="152690" y="107220"/>
                </a:lnTo>
                <a:lnTo>
                  <a:pt x="150884" y="107170"/>
                </a:lnTo>
                <a:lnTo>
                  <a:pt x="149082" y="107021"/>
                </a:lnTo>
                <a:lnTo>
                  <a:pt x="147290" y="106774"/>
                </a:lnTo>
                <a:lnTo>
                  <a:pt x="145514" y="106429"/>
                </a:lnTo>
                <a:lnTo>
                  <a:pt x="143756" y="105989"/>
                </a:lnTo>
                <a:lnTo>
                  <a:pt x="142024" y="105454"/>
                </a:lnTo>
                <a:lnTo>
                  <a:pt x="140321" y="104826"/>
                </a:lnTo>
                <a:lnTo>
                  <a:pt x="138653" y="104106"/>
                </a:lnTo>
                <a:lnTo>
                  <a:pt x="137024" y="103294"/>
                </a:lnTo>
                <a:lnTo>
                  <a:pt x="135440" y="102392"/>
                </a:lnTo>
                <a:lnTo>
                  <a:pt x="133904" y="101401"/>
                </a:lnTo>
                <a:lnTo>
                  <a:pt x="132424" y="100323"/>
                </a:lnTo>
                <a:lnTo>
                  <a:pt x="131002" y="99158"/>
                </a:lnTo>
                <a:lnTo>
                  <a:pt x="129645" y="97908"/>
                </a:lnTo>
                <a:lnTo>
                  <a:pt x="128357" y="96573"/>
                </a:lnTo>
                <a:lnTo>
                  <a:pt x="127142" y="95156"/>
                </a:lnTo>
                <a:lnTo>
                  <a:pt x="126007" y="93656"/>
                </a:lnTo>
                <a:lnTo>
                  <a:pt x="124956" y="92076"/>
                </a:lnTo>
                <a:lnTo>
                  <a:pt x="123994" y="90416"/>
                </a:lnTo>
                <a:lnTo>
                  <a:pt x="123125" y="88678"/>
                </a:lnTo>
                <a:lnTo>
                  <a:pt x="122355" y="86862"/>
                </a:lnTo>
                <a:lnTo>
                  <a:pt x="121689" y="84971"/>
                </a:lnTo>
                <a:lnTo>
                  <a:pt x="121131" y="83004"/>
                </a:lnTo>
                <a:lnTo>
                  <a:pt x="120687" y="80963"/>
                </a:lnTo>
                <a:lnTo>
                  <a:pt x="178140" y="80963"/>
                </a:lnTo>
                <a:lnTo>
                  <a:pt x="178643" y="80963"/>
                </a:lnTo>
                <a:lnTo>
                  <a:pt x="179142" y="80959"/>
                </a:lnTo>
                <a:lnTo>
                  <a:pt x="179633" y="80949"/>
                </a:lnTo>
                <a:lnTo>
                  <a:pt x="180116" y="80930"/>
                </a:lnTo>
                <a:lnTo>
                  <a:pt x="180590" y="80899"/>
                </a:lnTo>
                <a:lnTo>
                  <a:pt x="181052" y="80852"/>
                </a:lnTo>
                <a:lnTo>
                  <a:pt x="181502" y="80786"/>
                </a:lnTo>
                <a:lnTo>
                  <a:pt x="181938" y="80699"/>
                </a:lnTo>
                <a:lnTo>
                  <a:pt x="182358" y="80587"/>
                </a:lnTo>
                <a:lnTo>
                  <a:pt x="182762" y="80447"/>
                </a:lnTo>
                <a:lnTo>
                  <a:pt x="183147" y="80277"/>
                </a:lnTo>
                <a:lnTo>
                  <a:pt x="183513" y="80072"/>
                </a:lnTo>
                <a:lnTo>
                  <a:pt x="183857" y="79830"/>
                </a:lnTo>
                <a:lnTo>
                  <a:pt x="184179" y="79548"/>
                </a:lnTo>
                <a:lnTo>
                  <a:pt x="184478" y="79222"/>
                </a:lnTo>
                <a:lnTo>
                  <a:pt x="184751" y="78850"/>
                </a:lnTo>
                <a:lnTo>
                  <a:pt x="184997" y="78429"/>
                </a:lnTo>
                <a:lnTo>
                  <a:pt x="185214" y="77955"/>
                </a:lnTo>
                <a:lnTo>
                  <a:pt x="185403" y="77425"/>
                </a:lnTo>
                <a:lnTo>
                  <a:pt x="185560" y="76836"/>
                </a:lnTo>
                <a:lnTo>
                  <a:pt x="185685" y="76186"/>
                </a:lnTo>
                <a:lnTo>
                  <a:pt x="185776" y="75470"/>
                </a:lnTo>
                <a:lnTo>
                  <a:pt x="185831" y="74687"/>
                </a:lnTo>
                <a:lnTo>
                  <a:pt x="185850" y="73832"/>
                </a:lnTo>
                <a:lnTo>
                  <a:pt x="185786" y="71101"/>
                </a:lnTo>
                <a:lnTo>
                  <a:pt x="185593" y="68409"/>
                </a:lnTo>
                <a:lnTo>
                  <a:pt x="185271" y="65763"/>
                </a:lnTo>
                <a:lnTo>
                  <a:pt x="184820" y="63170"/>
                </a:lnTo>
                <a:lnTo>
                  <a:pt x="184240" y="60636"/>
                </a:lnTo>
                <a:lnTo>
                  <a:pt x="183531" y="58169"/>
                </a:lnTo>
                <a:lnTo>
                  <a:pt x="182692" y="55775"/>
                </a:lnTo>
                <a:lnTo>
                  <a:pt x="181723" y="53462"/>
                </a:lnTo>
                <a:lnTo>
                  <a:pt x="180625" y="51235"/>
                </a:lnTo>
                <a:lnTo>
                  <a:pt x="179396" y="49103"/>
                </a:lnTo>
                <a:lnTo>
                  <a:pt x="178037" y="47071"/>
                </a:lnTo>
                <a:lnTo>
                  <a:pt x="176548" y="45147"/>
                </a:lnTo>
                <a:lnTo>
                  <a:pt x="174928" y="43337"/>
                </a:lnTo>
                <a:lnTo>
                  <a:pt x="173178" y="41649"/>
                </a:lnTo>
                <a:lnTo>
                  <a:pt x="171297" y="40088"/>
                </a:lnTo>
                <a:lnTo>
                  <a:pt x="169285" y="38664"/>
                </a:lnTo>
                <a:lnTo>
                  <a:pt x="167141" y="37380"/>
                </a:lnTo>
                <a:lnTo>
                  <a:pt x="164866" y="36246"/>
                </a:lnTo>
                <a:lnTo>
                  <a:pt x="162460" y="35268"/>
                </a:lnTo>
                <a:lnTo>
                  <a:pt x="159922" y="34452"/>
                </a:lnTo>
                <a:lnTo>
                  <a:pt x="157251" y="33805"/>
                </a:lnTo>
                <a:lnTo>
                  <a:pt x="154449" y="33335"/>
                </a:lnTo>
                <a:lnTo>
                  <a:pt x="151515" y="33047"/>
                </a:lnTo>
                <a:lnTo>
                  <a:pt x="148448" y="32950"/>
                </a:lnTo>
                <a:lnTo>
                  <a:pt x="145605" y="33050"/>
                </a:lnTo>
                <a:lnTo>
                  <a:pt x="142813" y="33343"/>
                </a:lnTo>
                <a:lnTo>
                  <a:pt x="140080" y="33825"/>
                </a:lnTo>
                <a:lnTo>
                  <a:pt x="137412" y="34488"/>
                </a:lnTo>
                <a:lnTo>
                  <a:pt x="134814" y="35327"/>
                </a:lnTo>
                <a:lnTo>
                  <a:pt x="132293" y="36334"/>
                </a:lnTo>
                <a:lnTo>
                  <a:pt x="129855" y="37503"/>
                </a:lnTo>
                <a:lnTo>
                  <a:pt x="127505" y="38828"/>
                </a:lnTo>
                <a:lnTo>
                  <a:pt x="125251" y="40303"/>
                </a:lnTo>
                <a:lnTo>
                  <a:pt x="123098" y="41920"/>
                </a:lnTo>
                <a:lnTo>
                  <a:pt x="121052" y="43674"/>
                </a:lnTo>
                <a:lnTo>
                  <a:pt x="119120" y="45557"/>
                </a:lnTo>
                <a:lnTo>
                  <a:pt x="117307" y="47564"/>
                </a:lnTo>
                <a:lnTo>
                  <a:pt x="115620" y="49689"/>
                </a:lnTo>
                <a:lnTo>
                  <a:pt x="114064" y="51924"/>
                </a:lnTo>
                <a:lnTo>
                  <a:pt x="112647" y="54263"/>
                </a:lnTo>
                <a:lnTo>
                  <a:pt x="111373" y="56700"/>
                </a:lnTo>
                <a:lnTo>
                  <a:pt x="110249" y="59228"/>
                </a:lnTo>
                <a:lnTo>
                  <a:pt x="109281" y="61841"/>
                </a:lnTo>
                <a:lnTo>
                  <a:pt x="108476" y="64532"/>
                </a:lnTo>
                <a:lnTo>
                  <a:pt x="107839" y="67296"/>
                </a:lnTo>
                <a:lnTo>
                  <a:pt x="107376" y="70125"/>
                </a:lnTo>
                <a:lnTo>
                  <a:pt x="107094" y="73012"/>
                </a:lnTo>
                <a:lnTo>
                  <a:pt x="106999" y="75953"/>
                </a:lnTo>
                <a:lnTo>
                  <a:pt x="107099" y="78875"/>
                </a:lnTo>
                <a:lnTo>
                  <a:pt x="107396" y="81749"/>
                </a:lnTo>
                <a:lnTo>
                  <a:pt x="107884" y="84566"/>
                </a:lnTo>
                <a:lnTo>
                  <a:pt x="108556" y="87321"/>
                </a:lnTo>
                <a:lnTo>
                  <a:pt x="109407" y="90007"/>
                </a:lnTo>
                <a:lnTo>
                  <a:pt x="110430" y="92617"/>
                </a:lnTo>
                <a:lnTo>
                  <a:pt x="111619" y="95144"/>
                </a:lnTo>
                <a:lnTo>
                  <a:pt x="112968" y="97582"/>
                </a:lnTo>
                <a:lnTo>
                  <a:pt x="114471" y="99924"/>
                </a:lnTo>
                <a:lnTo>
                  <a:pt x="116122" y="102164"/>
                </a:lnTo>
                <a:lnTo>
                  <a:pt x="117915" y="104294"/>
                </a:lnTo>
                <a:lnTo>
                  <a:pt x="119843" y="106309"/>
                </a:lnTo>
                <a:lnTo>
                  <a:pt x="121901" y="108200"/>
                </a:lnTo>
                <a:lnTo>
                  <a:pt x="124082" y="109963"/>
                </a:lnTo>
                <a:lnTo>
                  <a:pt x="126381" y="111589"/>
                </a:lnTo>
                <a:lnTo>
                  <a:pt x="128791" y="113072"/>
                </a:lnTo>
                <a:lnTo>
                  <a:pt x="131306" y="114406"/>
                </a:lnTo>
                <a:lnTo>
                  <a:pt x="133920" y="115584"/>
                </a:lnTo>
                <a:lnTo>
                  <a:pt x="136627" y="116599"/>
                </a:lnTo>
                <a:lnTo>
                  <a:pt x="139420" y="117445"/>
                </a:lnTo>
                <a:lnTo>
                  <a:pt x="142294" y="118114"/>
                </a:lnTo>
                <a:lnTo>
                  <a:pt x="145243" y="118600"/>
                </a:lnTo>
                <a:lnTo>
                  <a:pt x="148260" y="118897"/>
                </a:lnTo>
                <a:lnTo>
                  <a:pt x="151340" y="118997"/>
                </a:lnTo>
                <a:lnTo>
                  <a:pt x="154436" y="118909"/>
                </a:lnTo>
                <a:lnTo>
                  <a:pt x="157365" y="118653"/>
                </a:lnTo>
                <a:lnTo>
                  <a:pt x="160130" y="118242"/>
                </a:lnTo>
                <a:lnTo>
                  <a:pt x="162733" y="117689"/>
                </a:lnTo>
                <a:lnTo>
                  <a:pt x="165178" y="117007"/>
                </a:lnTo>
                <a:lnTo>
                  <a:pt x="167469" y="116209"/>
                </a:lnTo>
                <a:lnTo>
                  <a:pt x="169607" y="115308"/>
                </a:lnTo>
                <a:lnTo>
                  <a:pt x="171598" y="114317"/>
                </a:lnTo>
                <a:lnTo>
                  <a:pt x="173443" y="113249"/>
                </a:lnTo>
                <a:lnTo>
                  <a:pt x="175146" y="112117"/>
                </a:lnTo>
                <a:lnTo>
                  <a:pt x="176710" y="110934"/>
                </a:lnTo>
                <a:lnTo>
                  <a:pt x="178138" y="109713"/>
                </a:lnTo>
                <a:lnTo>
                  <a:pt x="179434" y="108467"/>
                </a:lnTo>
                <a:lnTo>
                  <a:pt x="180601" y="107208"/>
                </a:lnTo>
                <a:lnTo>
                  <a:pt x="181641" y="105950"/>
                </a:lnTo>
                <a:lnTo>
                  <a:pt x="182558" y="104706"/>
                </a:lnTo>
                <a:lnTo>
                  <a:pt x="183356" y="103489"/>
                </a:lnTo>
                <a:lnTo>
                  <a:pt x="184037" y="102311"/>
                </a:lnTo>
                <a:lnTo>
                  <a:pt x="184604" y="101186"/>
                </a:lnTo>
                <a:lnTo>
                  <a:pt x="185061" y="100127"/>
                </a:lnTo>
                <a:lnTo>
                  <a:pt x="185411" y="99146"/>
                </a:lnTo>
                <a:lnTo>
                  <a:pt x="185657" y="98257"/>
                </a:lnTo>
                <a:lnTo>
                  <a:pt x="185802" y="97473"/>
                </a:lnTo>
                <a:lnTo>
                  <a:pt x="185850" y="96807"/>
                </a:lnTo>
                <a:lnTo>
                  <a:pt x="185822" y="96160"/>
                </a:lnTo>
                <a:lnTo>
                  <a:pt x="185739" y="95566"/>
                </a:lnTo>
                <a:lnTo>
                  <a:pt x="185608" y="95023"/>
                </a:lnTo>
                <a:lnTo>
                  <a:pt x="185431" y="94529"/>
                </a:lnTo>
                <a:lnTo>
                  <a:pt x="185213" y="94083"/>
                </a:lnTo>
                <a:close/>
                <a:moveTo>
                  <a:pt x="122923" y="62679"/>
                </a:moveTo>
                <a:lnTo>
                  <a:pt x="123638" y="61114"/>
                </a:lnTo>
                <a:lnTo>
                  <a:pt x="124429" y="59600"/>
                </a:lnTo>
                <a:lnTo>
                  <a:pt x="125293" y="58141"/>
                </a:lnTo>
                <a:lnTo>
                  <a:pt x="126228" y="56739"/>
                </a:lnTo>
                <a:lnTo>
                  <a:pt x="127231" y="55399"/>
                </a:lnTo>
                <a:lnTo>
                  <a:pt x="128298" y="54123"/>
                </a:lnTo>
                <a:lnTo>
                  <a:pt x="129428" y="52914"/>
                </a:lnTo>
                <a:lnTo>
                  <a:pt x="130616" y="51775"/>
                </a:lnTo>
                <a:lnTo>
                  <a:pt x="131861" y="50709"/>
                </a:lnTo>
                <a:lnTo>
                  <a:pt x="133159" y="49720"/>
                </a:lnTo>
                <a:lnTo>
                  <a:pt x="134507" y="48810"/>
                </a:lnTo>
                <a:lnTo>
                  <a:pt x="135903" y="47983"/>
                </a:lnTo>
                <a:lnTo>
                  <a:pt x="137344" y="47242"/>
                </a:lnTo>
                <a:lnTo>
                  <a:pt x="138828" y="46589"/>
                </a:lnTo>
                <a:lnTo>
                  <a:pt x="140350" y="46029"/>
                </a:lnTo>
                <a:lnTo>
                  <a:pt x="141908" y="45563"/>
                </a:lnTo>
                <a:lnTo>
                  <a:pt x="143500" y="45195"/>
                </a:lnTo>
                <a:lnTo>
                  <a:pt x="145123" y="44929"/>
                </a:lnTo>
                <a:lnTo>
                  <a:pt x="146773" y="44767"/>
                </a:lnTo>
                <a:lnTo>
                  <a:pt x="148448" y="44712"/>
                </a:lnTo>
                <a:lnTo>
                  <a:pt x="149711" y="44738"/>
                </a:lnTo>
                <a:lnTo>
                  <a:pt x="150988" y="44819"/>
                </a:lnTo>
                <a:lnTo>
                  <a:pt x="152274" y="44958"/>
                </a:lnTo>
                <a:lnTo>
                  <a:pt x="153565" y="45161"/>
                </a:lnTo>
                <a:lnTo>
                  <a:pt x="154855" y="45432"/>
                </a:lnTo>
                <a:lnTo>
                  <a:pt x="156139" y="45776"/>
                </a:lnTo>
                <a:lnTo>
                  <a:pt x="157411" y="46196"/>
                </a:lnTo>
                <a:lnTo>
                  <a:pt x="158666" y="46698"/>
                </a:lnTo>
                <a:lnTo>
                  <a:pt x="159900" y="47285"/>
                </a:lnTo>
                <a:lnTo>
                  <a:pt x="161105" y="47963"/>
                </a:lnTo>
                <a:lnTo>
                  <a:pt x="162279" y="48735"/>
                </a:lnTo>
                <a:lnTo>
                  <a:pt x="163414" y="49606"/>
                </a:lnTo>
                <a:lnTo>
                  <a:pt x="164506" y="50580"/>
                </a:lnTo>
                <a:lnTo>
                  <a:pt x="165550" y="51663"/>
                </a:lnTo>
                <a:lnTo>
                  <a:pt x="166540" y="52857"/>
                </a:lnTo>
                <a:lnTo>
                  <a:pt x="167470" y="54169"/>
                </a:lnTo>
                <a:lnTo>
                  <a:pt x="168337" y="55601"/>
                </a:lnTo>
                <a:lnTo>
                  <a:pt x="169134" y="57160"/>
                </a:lnTo>
                <a:lnTo>
                  <a:pt x="169857" y="58848"/>
                </a:lnTo>
                <a:lnTo>
                  <a:pt x="170499" y="60671"/>
                </a:lnTo>
                <a:lnTo>
                  <a:pt x="171056" y="62632"/>
                </a:lnTo>
                <a:lnTo>
                  <a:pt x="171522" y="64738"/>
                </a:lnTo>
                <a:lnTo>
                  <a:pt x="171893" y="66990"/>
                </a:lnTo>
                <a:lnTo>
                  <a:pt x="172162" y="69395"/>
                </a:lnTo>
                <a:lnTo>
                  <a:pt x="120881" y="69395"/>
                </a:lnTo>
                <a:lnTo>
                  <a:pt x="121263" y="67654"/>
                </a:lnTo>
                <a:lnTo>
                  <a:pt x="121732" y="65953"/>
                </a:lnTo>
                <a:lnTo>
                  <a:pt x="122287" y="64293"/>
                </a:lnTo>
                <a:lnTo>
                  <a:pt x="122923" y="62679"/>
                </a:lnTo>
                <a:close/>
                <a:moveTo>
                  <a:pt x="904396" y="108978"/>
                </a:moveTo>
                <a:lnTo>
                  <a:pt x="904164" y="108549"/>
                </a:lnTo>
                <a:lnTo>
                  <a:pt x="903900" y="108164"/>
                </a:lnTo>
                <a:lnTo>
                  <a:pt x="903606" y="107822"/>
                </a:lnTo>
                <a:lnTo>
                  <a:pt x="903285" y="107521"/>
                </a:lnTo>
                <a:lnTo>
                  <a:pt x="902940" y="107256"/>
                </a:lnTo>
                <a:lnTo>
                  <a:pt x="902574" y="107028"/>
                </a:lnTo>
                <a:lnTo>
                  <a:pt x="902191" y="106831"/>
                </a:lnTo>
                <a:lnTo>
                  <a:pt x="901792" y="106665"/>
                </a:lnTo>
                <a:lnTo>
                  <a:pt x="901381" y="106527"/>
                </a:lnTo>
                <a:lnTo>
                  <a:pt x="900961" y="106413"/>
                </a:lnTo>
                <a:lnTo>
                  <a:pt x="900534" y="106323"/>
                </a:lnTo>
                <a:lnTo>
                  <a:pt x="900105" y="106252"/>
                </a:lnTo>
                <a:lnTo>
                  <a:pt x="899675" y="106199"/>
                </a:lnTo>
                <a:lnTo>
                  <a:pt x="899247" y="106161"/>
                </a:lnTo>
                <a:lnTo>
                  <a:pt x="898825" y="106135"/>
                </a:lnTo>
                <a:lnTo>
                  <a:pt x="898411" y="106120"/>
                </a:lnTo>
                <a:lnTo>
                  <a:pt x="898009" y="106112"/>
                </a:lnTo>
                <a:lnTo>
                  <a:pt x="897620" y="106109"/>
                </a:lnTo>
                <a:lnTo>
                  <a:pt x="897249" y="106108"/>
                </a:lnTo>
                <a:lnTo>
                  <a:pt x="896269" y="106103"/>
                </a:lnTo>
                <a:lnTo>
                  <a:pt x="895351" y="106089"/>
                </a:lnTo>
                <a:lnTo>
                  <a:pt x="894491" y="106066"/>
                </a:lnTo>
                <a:lnTo>
                  <a:pt x="893689" y="106034"/>
                </a:lnTo>
                <a:lnTo>
                  <a:pt x="892940" y="105995"/>
                </a:lnTo>
                <a:lnTo>
                  <a:pt x="892243" y="105949"/>
                </a:lnTo>
                <a:lnTo>
                  <a:pt x="891596" y="105896"/>
                </a:lnTo>
                <a:lnTo>
                  <a:pt x="890995" y="105837"/>
                </a:lnTo>
                <a:lnTo>
                  <a:pt x="890438" y="105773"/>
                </a:lnTo>
                <a:lnTo>
                  <a:pt x="889923" y="105704"/>
                </a:lnTo>
                <a:lnTo>
                  <a:pt x="889447" y="105630"/>
                </a:lnTo>
                <a:lnTo>
                  <a:pt x="889008" y="105553"/>
                </a:lnTo>
                <a:lnTo>
                  <a:pt x="888603" y="105474"/>
                </a:lnTo>
                <a:lnTo>
                  <a:pt x="888229" y="105391"/>
                </a:lnTo>
                <a:lnTo>
                  <a:pt x="887885" y="105307"/>
                </a:lnTo>
                <a:lnTo>
                  <a:pt x="887567" y="105222"/>
                </a:lnTo>
                <a:lnTo>
                  <a:pt x="887274" y="105136"/>
                </a:lnTo>
                <a:lnTo>
                  <a:pt x="887002" y="105050"/>
                </a:lnTo>
                <a:lnTo>
                  <a:pt x="886749" y="104964"/>
                </a:lnTo>
                <a:lnTo>
                  <a:pt x="886512" y="104880"/>
                </a:lnTo>
                <a:lnTo>
                  <a:pt x="886290" y="104797"/>
                </a:lnTo>
                <a:lnTo>
                  <a:pt x="886079" y="104716"/>
                </a:lnTo>
                <a:lnTo>
                  <a:pt x="885878" y="104638"/>
                </a:lnTo>
                <a:lnTo>
                  <a:pt x="885682" y="104564"/>
                </a:lnTo>
                <a:lnTo>
                  <a:pt x="885682" y="62861"/>
                </a:lnTo>
                <a:lnTo>
                  <a:pt x="885628" y="61136"/>
                </a:lnTo>
                <a:lnTo>
                  <a:pt x="885461" y="59393"/>
                </a:lnTo>
                <a:lnTo>
                  <a:pt x="885181" y="57641"/>
                </a:lnTo>
                <a:lnTo>
                  <a:pt x="884783" y="55886"/>
                </a:lnTo>
                <a:lnTo>
                  <a:pt x="884264" y="54138"/>
                </a:lnTo>
                <a:lnTo>
                  <a:pt x="883622" y="52405"/>
                </a:lnTo>
                <a:lnTo>
                  <a:pt x="882853" y="50695"/>
                </a:lnTo>
                <a:lnTo>
                  <a:pt x="881955" y="49015"/>
                </a:lnTo>
                <a:lnTo>
                  <a:pt x="880924" y="47374"/>
                </a:lnTo>
                <a:lnTo>
                  <a:pt x="879758" y="45780"/>
                </a:lnTo>
                <a:lnTo>
                  <a:pt x="878453" y="44241"/>
                </a:lnTo>
                <a:lnTo>
                  <a:pt x="877007" y="42766"/>
                </a:lnTo>
                <a:lnTo>
                  <a:pt x="875416" y="41362"/>
                </a:lnTo>
                <a:lnTo>
                  <a:pt x="873677" y="40037"/>
                </a:lnTo>
                <a:lnTo>
                  <a:pt x="871788" y="38800"/>
                </a:lnTo>
                <a:lnTo>
                  <a:pt x="869745" y="37659"/>
                </a:lnTo>
                <a:lnTo>
                  <a:pt x="867545" y="36622"/>
                </a:lnTo>
                <a:lnTo>
                  <a:pt x="865186" y="35696"/>
                </a:lnTo>
                <a:lnTo>
                  <a:pt x="862664" y="34891"/>
                </a:lnTo>
                <a:lnTo>
                  <a:pt x="859977" y="34214"/>
                </a:lnTo>
                <a:lnTo>
                  <a:pt x="857121" y="33673"/>
                </a:lnTo>
                <a:lnTo>
                  <a:pt x="854093" y="33277"/>
                </a:lnTo>
                <a:lnTo>
                  <a:pt x="850890" y="33033"/>
                </a:lnTo>
                <a:lnTo>
                  <a:pt x="847510" y="32950"/>
                </a:lnTo>
                <a:lnTo>
                  <a:pt x="846417" y="32951"/>
                </a:lnTo>
                <a:lnTo>
                  <a:pt x="845218" y="32958"/>
                </a:lnTo>
                <a:lnTo>
                  <a:pt x="843929" y="32978"/>
                </a:lnTo>
                <a:lnTo>
                  <a:pt x="842561" y="33015"/>
                </a:lnTo>
                <a:lnTo>
                  <a:pt x="841128" y="33077"/>
                </a:lnTo>
                <a:lnTo>
                  <a:pt x="839645" y="33170"/>
                </a:lnTo>
                <a:lnTo>
                  <a:pt x="838123" y="33300"/>
                </a:lnTo>
                <a:lnTo>
                  <a:pt x="836578" y="33472"/>
                </a:lnTo>
                <a:lnTo>
                  <a:pt x="835022" y="33693"/>
                </a:lnTo>
                <a:lnTo>
                  <a:pt x="833468" y="33969"/>
                </a:lnTo>
                <a:lnTo>
                  <a:pt x="831931" y="34306"/>
                </a:lnTo>
                <a:lnTo>
                  <a:pt x="830423" y="34710"/>
                </a:lnTo>
                <a:lnTo>
                  <a:pt x="828959" y="35188"/>
                </a:lnTo>
                <a:lnTo>
                  <a:pt x="827551" y="35745"/>
                </a:lnTo>
                <a:lnTo>
                  <a:pt x="826214" y="36388"/>
                </a:lnTo>
                <a:lnTo>
                  <a:pt x="824960" y="37122"/>
                </a:lnTo>
                <a:lnTo>
                  <a:pt x="823803" y="37954"/>
                </a:lnTo>
                <a:lnTo>
                  <a:pt x="822757" y="38890"/>
                </a:lnTo>
                <a:lnTo>
                  <a:pt x="821834" y="39936"/>
                </a:lnTo>
                <a:lnTo>
                  <a:pt x="821049" y="41099"/>
                </a:lnTo>
                <a:lnTo>
                  <a:pt x="820416" y="42383"/>
                </a:lnTo>
                <a:lnTo>
                  <a:pt x="819946" y="43796"/>
                </a:lnTo>
                <a:lnTo>
                  <a:pt x="819654" y="45343"/>
                </a:lnTo>
                <a:lnTo>
                  <a:pt x="819554" y="47030"/>
                </a:lnTo>
                <a:lnTo>
                  <a:pt x="819575" y="47740"/>
                </a:lnTo>
                <a:lnTo>
                  <a:pt x="819637" y="48422"/>
                </a:lnTo>
                <a:lnTo>
                  <a:pt x="819737" y="49075"/>
                </a:lnTo>
                <a:lnTo>
                  <a:pt x="819876" y="49700"/>
                </a:lnTo>
                <a:lnTo>
                  <a:pt x="820050" y="50295"/>
                </a:lnTo>
                <a:lnTo>
                  <a:pt x="820260" y="50862"/>
                </a:lnTo>
                <a:lnTo>
                  <a:pt x="820502" y="51400"/>
                </a:lnTo>
                <a:lnTo>
                  <a:pt x="820776" y="51908"/>
                </a:lnTo>
                <a:lnTo>
                  <a:pt x="821080" y="52386"/>
                </a:lnTo>
                <a:lnTo>
                  <a:pt x="821413" y="52835"/>
                </a:lnTo>
                <a:lnTo>
                  <a:pt x="821772" y="53255"/>
                </a:lnTo>
                <a:lnTo>
                  <a:pt x="822158" y="53644"/>
                </a:lnTo>
                <a:lnTo>
                  <a:pt x="822567" y="54003"/>
                </a:lnTo>
                <a:lnTo>
                  <a:pt x="822999" y="54331"/>
                </a:lnTo>
                <a:lnTo>
                  <a:pt x="823452" y="54629"/>
                </a:lnTo>
                <a:lnTo>
                  <a:pt x="823925" y="54897"/>
                </a:lnTo>
                <a:lnTo>
                  <a:pt x="824416" y="55134"/>
                </a:lnTo>
                <a:lnTo>
                  <a:pt x="824923" y="55339"/>
                </a:lnTo>
                <a:lnTo>
                  <a:pt x="825445" y="55514"/>
                </a:lnTo>
                <a:lnTo>
                  <a:pt x="825981" y="55657"/>
                </a:lnTo>
                <a:lnTo>
                  <a:pt x="826529" y="55768"/>
                </a:lnTo>
                <a:lnTo>
                  <a:pt x="827087" y="55848"/>
                </a:lnTo>
                <a:lnTo>
                  <a:pt x="827655" y="55896"/>
                </a:lnTo>
                <a:lnTo>
                  <a:pt x="828230" y="55912"/>
                </a:lnTo>
                <a:lnTo>
                  <a:pt x="828604" y="55903"/>
                </a:lnTo>
                <a:lnTo>
                  <a:pt x="829000" y="55874"/>
                </a:lnTo>
                <a:lnTo>
                  <a:pt x="829416" y="55824"/>
                </a:lnTo>
                <a:lnTo>
                  <a:pt x="829849" y="55750"/>
                </a:lnTo>
                <a:lnTo>
                  <a:pt x="830294" y="55653"/>
                </a:lnTo>
                <a:lnTo>
                  <a:pt x="830748" y="55529"/>
                </a:lnTo>
                <a:lnTo>
                  <a:pt x="831208" y="55378"/>
                </a:lnTo>
                <a:lnTo>
                  <a:pt x="831671" y="55197"/>
                </a:lnTo>
                <a:lnTo>
                  <a:pt x="832134" y="54986"/>
                </a:lnTo>
                <a:lnTo>
                  <a:pt x="832592" y="54742"/>
                </a:lnTo>
                <a:lnTo>
                  <a:pt x="833043" y="54464"/>
                </a:lnTo>
                <a:lnTo>
                  <a:pt x="833483" y="54150"/>
                </a:lnTo>
                <a:lnTo>
                  <a:pt x="833909" y="53799"/>
                </a:lnTo>
                <a:lnTo>
                  <a:pt x="834318" y="53410"/>
                </a:lnTo>
                <a:lnTo>
                  <a:pt x="834706" y="52980"/>
                </a:lnTo>
                <a:lnTo>
                  <a:pt x="835070" y="52508"/>
                </a:lnTo>
                <a:lnTo>
                  <a:pt x="835407" y="51992"/>
                </a:lnTo>
                <a:lnTo>
                  <a:pt x="835713" y="51432"/>
                </a:lnTo>
                <a:lnTo>
                  <a:pt x="835984" y="50824"/>
                </a:lnTo>
                <a:lnTo>
                  <a:pt x="836219" y="50169"/>
                </a:lnTo>
                <a:lnTo>
                  <a:pt x="836412" y="49463"/>
                </a:lnTo>
                <a:lnTo>
                  <a:pt x="836561" y="48706"/>
                </a:lnTo>
                <a:lnTo>
                  <a:pt x="836663" y="47896"/>
                </a:lnTo>
                <a:lnTo>
                  <a:pt x="836714" y="47030"/>
                </a:lnTo>
                <a:lnTo>
                  <a:pt x="836715" y="46844"/>
                </a:lnTo>
                <a:lnTo>
                  <a:pt x="836720" y="46672"/>
                </a:lnTo>
                <a:lnTo>
                  <a:pt x="836729" y="46512"/>
                </a:lnTo>
                <a:lnTo>
                  <a:pt x="836746" y="46364"/>
                </a:lnTo>
                <a:lnTo>
                  <a:pt x="836770" y="46227"/>
                </a:lnTo>
                <a:lnTo>
                  <a:pt x="836804" y="46101"/>
                </a:lnTo>
                <a:lnTo>
                  <a:pt x="836849" y="45985"/>
                </a:lnTo>
                <a:lnTo>
                  <a:pt x="836906" y="45879"/>
                </a:lnTo>
                <a:lnTo>
                  <a:pt x="836978" y="45781"/>
                </a:lnTo>
                <a:lnTo>
                  <a:pt x="837065" y="45692"/>
                </a:lnTo>
                <a:lnTo>
                  <a:pt x="837169" y="45609"/>
                </a:lnTo>
                <a:lnTo>
                  <a:pt x="837291" y="45534"/>
                </a:lnTo>
                <a:lnTo>
                  <a:pt x="837434" y="45464"/>
                </a:lnTo>
                <a:lnTo>
                  <a:pt x="837598" y="45400"/>
                </a:lnTo>
                <a:lnTo>
                  <a:pt x="837786" y="45341"/>
                </a:lnTo>
                <a:lnTo>
                  <a:pt x="837998" y="45285"/>
                </a:lnTo>
                <a:lnTo>
                  <a:pt x="838236" y="45233"/>
                </a:lnTo>
                <a:lnTo>
                  <a:pt x="838502" y="45184"/>
                </a:lnTo>
                <a:lnTo>
                  <a:pt x="838797" y="45136"/>
                </a:lnTo>
                <a:lnTo>
                  <a:pt x="839123" y="45090"/>
                </a:lnTo>
                <a:lnTo>
                  <a:pt x="839480" y="45045"/>
                </a:lnTo>
                <a:lnTo>
                  <a:pt x="839872" y="45000"/>
                </a:lnTo>
                <a:lnTo>
                  <a:pt x="840298" y="44954"/>
                </a:lnTo>
                <a:lnTo>
                  <a:pt x="840762" y="44906"/>
                </a:lnTo>
                <a:lnTo>
                  <a:pt x="841098" y="44883"/>
                </a:lnTo>
                <a:lnTo>
                  <a:pt x="841432" y="44862"/>
                </a:lnTo>
                <a:lnTo>
                  <a:pt x="841764" y="44842"/>
                </a:lnTo>
                <a:lnTo>
                  <a:pt x="842093" y="44825"/>
                </a:lnTo>
                <a:lnTo>
                  <a:pt x="842419" y="44809"/>
                </a:lnTo>
                <a:lnTo>
                  <a:pt x="842742" y="44794"/>
                </a:lnTo>
                <a:lnTo>
                  <a:pt x="843061" y="44781"/>
                </a:lnTo>
                <a:lnTo>
                  <a:pt x="843376" y="44770"/>
                </a:lnTo>
                <a:lnTo>
                  <a:pt x="843687" y="44760"/>
                </a:lnTo>
                <a:lnTo>
                  <a:pt x="843994" y="44751"/>
                </a:lnTo>
                <a:lnTo>
                  <a:pt x="844297" y="44743"/>
                </a:lnTo>
                <a:lnTo>
                  <a:pt x="844595" y="44736"/>
                </a:lnTo>
                <a:lnTo>
                  <a:pt x="844887" y="44731"/>
                </a:lnTo>
                <a:lnTo>
                  <a:pt x="845175" y="44726"/>
                </a:lnTo>
                <a:lnTo>
                  <a:pt x="845457" y="44722"/>
                </a:lnTo>
                <a:lnTo>
                  <a:pt x="845733" y="44719"/>
                </a:lnTo>
                <a:lnTo>
                  <a:pt x="846003" y="44717"/>
                </a:lnTo>
                <a:lnTo>
                  <a:pt x="846267" y="44715"/>
                </a:lnTo>
                <a:lnTo>
                  <a:pt x="846524" y="44714"/>
                </a:lnTo>
                <a:lnTo>
                  <a:pt x="846775" y="44713"/>
                </a:lnTo>
                <a:lnTo>
                  <a:pt x="847018" y="44713"/>
                </a:lnTo>
                <a:lnTo>
                  <a:pt x="847254" y="44712"/>
                </a:lnTo>
                <a:lnTo>
                  <a:pt x="847483" y="44712"/>
                </a:lnTo>
                <a:lnTo>
                  <a:pt x="847704" y="44712"/>
                </a:lnTo>
                <a:lnTo>
                  <a:pt x="849511" y="44744"/>
                </a:lnTo>
                <a:lnTo>
                  <a:pt x="851267" y="44838"/>
                </a:lnTo>
                <a:lnTo>
                  <a:pt x="852971" y="44996"/>
                </a:lnTo>
                <a:lnTo>
                  <a:pt x="854619" y="45219"/>
                </a:lnTo>
                <a:lnTo>
                  <a:pt x="856209" y="45507"/>
                </a:lnTo>
                <a:lnTo>
                  <a:pt x="857740" y="45862"/>
                </a:lnTo>
                <a:lnTo>
                  <a:pt x="859209" y="46283"/>
                </a:lnTo>
                <a:lnTo>
                  <a:pt x="860613" y="46772"/>
                </a:lnTo>
                <a:lnTo>
                  <a:pt x="861950" y="47329"/>
                </a:lnTo>
                <a:lnTo>
                  <a:pt x="863217" y="47956"/>
                </a:lnTo>
                <a:lnTo>
                  <a:pt x="864414" y="48652"/>
                </a:lnTo>
                <a:lnTo>
                  <a:pt x="865536" y="49419"/>
                </a:lnTo>
                <a:lnTo>
                  <a:pt x="866582" y="50257"/>
                </a:lnTo>
                <a:lnTo>
                  <a:pt x="867549" y="51168"/>
                </a:lnTo>
                <a:lnTo>
                  <a:pt x="868435" y="52151"/>
                </a:lnTo>
                <a:lnTo>
                  <a:pt x="869238" y="53208"/>
                </a:lnTo>
                <a:lnTo>
                  <a:pt x="869955" y="54340"/>
                </a:lnTo>
                <a:lnTo>
                  <a:pt x="870584" y="55546"/>
                </a:lnTo>
                <a:lnTo>
                  <a:pt x="871123" y="56829"/>
                </a:lnTo>
                <a:lnTo>
                  <a:pt x="871569" y="58188"/>
                </a:lnTo>
                <a:lnTo>
                  <a:pt x="871920" y="59624"/>
                </a:lnTo>
                <a:lnTo>
                  <a:pt x="872174" y="61139"/>
                </a:lnTo>
                <a:lnTo>
                  <a:pt x="872328" y="62733"/>
                </a:lnTo>
                <a:lnTo>
                  <a:pt x="872380" y="64406"/>
                </a:lnTo>
                <a:lnTo>
                  <a:pt x="868169" y="64526"/>
                </a:lnTo>
                <a:lnTo>
                  <a:pt x="864073" y="64740"/>
                </a:lnTo>
                <a:lnTo>
                  <a:pt x="860097" y="65048"/>
                </a:lnTo>
                <a:lnTo>
                  <a:pt x="856247" y="65451"/>
                </a:lnTo>
                <a:lnTo>
                  <a:pt x="852528" y="65948"/>
                </a:lnTo>
                <a:lnTo>
                  <a:pt x="848946" y="66539"/>
                </a:lnTo>
                <a:lnTo>
                  <a:pt x="845508" y="67224"/>
                </a:lnTo>
                <a:lnTo>
                  <a:pt x="842218" y="68003"/>
                </a:lnTo>
                <a:lnTo>
                  <a:pt x="839083" y="68875"/>
                </a:lnTo>
                <a:lnTo>
                  <a:pt x="836109" y="69842"/>
                </a:lnTo>
                <a:lnTo>
                  <a:pt x="833300" y="70902"/>
                </a:lnTo>
                <a:lnTo>
                  <a:pt x="830664" y="72056"/>
                </a:lnTo>
                <a:lnTo>
                  <a:pt x="828205" y="73303"/>
                </a:lnTo>
                <a:lnTo>
                  <a:pt x="825930" y="74644"/>
                </a:lnTo>
                <a:lnTo>
                  <a:pt x="823844" y="76078"/>
                </a:lnTo>
                <a:lnTo>
                  <a:pt x="821953" y="77606"/>
                </a:lnTo>
                <a:lnTo>
                  <a:pt x="820263" y="79226"/>
                </a:lnTo>
                <a:lnTo>
                  <a:pt x="818780" y="80940"/>
                </a:lnTo>
                <a:lnTo>
                  <a:pt x="817509" y="82747"/>
                </a:lnTo>
                <a:lnTo>
                  <a:pt x="816456" y="84646"/>
                </a:lnTo>
                <a:lnTo>
                  <a:pt x="815627" y="86639"/>
                </a:lnTo>
                <a:lnTo>
                  <a:pt x="815028" y="88724"/>
                </a:lnTo>
                <a:lnTo>
                  <a:pt x="814664" y="90902"/>
                </a:lnTo>
                <a:lnTo>
                  <a:pt x="814542" y="93173"/>
                </a:lnTo>
                <a:lnTo>
                  <a:pt x="814604" y="94830"/>
                </a:lnTo>
                <a:lnTo>
                  <a:pt x="814792" y="96473"/>
                </a:lnTo>
                <a:lnTo>
                  <a:pt x="815102" y="98099"/>
                </a:lnTo>
                <a:lnTo>
                  <a:pt x="815532" y="99702"/>
                </a:lnTo>
                <a:lnTo>
                  <a:pt x="816081" y="101276"/>
                </a:lnTo>
                <a:lnTo>
                  <a:pt x="816747" y="102816"/>
                </a:lnTo>
                <a:lnTo>
                  <a:pt x="817527" y="104318"/>
                </a:lnTo>
                <a:lnTo>
                  <a:pt x="818419" y="105777"/>
                </a:lnTo>
                <a:lnTo>
                  <a:pt x="819422" y="107186"/>
                </a:lnTo>
                <a:lnTo>
                  <a:pt x="820533" y="108542"/>
                </a:lnTo>
                <a:lnTo>
                  <a:pt x="821751" y="109838"/>
                </a:lnTo>
                <a:lnTo>
                  <a:pt x="823073" y="111070"/>
                </a:lnTo>
                <a:lnTo>
                  <a:pt x="824498" y="112234"/>
                </a:lnTo>
                <a:lnTo>
                  <a:pt x="826023" y="113322"/>
                </a:lnTo>
                <a:lnTo>
                  <a:pt x="827646" y="114332"/>
                </a:lnTo>
                <a:lnTo>
                  <a:pt x="829366" y="115256"/>
                </a:lnTo>
                <a:lnTo>
                  <a:pt x="831180" y="116091"/>
                </a:lnTo>
                <a:lnTo>
                  <a:pt x="833087" y="116832"/>
                </a:lnTo>
                <a:lnTo>
                  <a:pt x="835084" y="117472"/>
                </a:lnTo>
                <a:lnTo>
                  <a:pt x="837169" y="118008"/>
                </a:lnTo>
                <a:lnTo>
                  <a:pt x="839341" y="118433"/>
                </a:lnTo>
                <a:lnTo>
                  <a:pt x="841597" y="118743"/>
                </a:lnTo>
                <a:lnTo>
                  <a:pt x="843935" y="118933"/>
                </a:lnTo>
                <a:lnTo>
                  <a:pt x="846354" y="118997"/>
                </a:lnTo>
                <a:lnTo>
                  <a:pt x="847270" y="118990"/>
                </a:lnTo>
                <a:lnTo>
                  <a:pt x="848233" y="118967"/>
                </a:lnTo>
                <a:lnTo>
                  <a:pt x="849240" y="118928"/>
                </a:lnTo>
                <a:lnTo>
                  <a:pt x="850287" y="118870"/>
                </a:lnTo>
                <a:lnTo>
                  <a:pt x="851370" y="118792"/>
                </a:lnTo>
                <a:lnTo>
                  <a:pt x="852487" y="118693"/>
                </a:lnTo>
                <a:lnTo>
                  <a:pt x="853634" y="118572"/>
                </a:lnTo>
                <a:lnTo>
                  <a:pt x="854808" y="118426"/>
                </a:lnTo>
                <a:lnTo>
                  <a:pt x="856006" y="118256"/>
                </a:lnTo>
                <a:lnTo>
                  <a:pt x="857223" y="118058"/>
                </a:lnTo>
                <a:lnTo>
                  <a:pt x="858457" y="117832"/>
                </a:lnTo>
                <a:lnTo>
                  <a:pt x="859705" y="117576"/>
                </a:lnTo>
                <a:lnTo>
                  <a:pt x="860962" y="117289"/>
                </a:lnTo>
                <a:lnTo>
                  <a:pt x="862227" y="116970"/>
                </a:lnTo>
                <a:lnTo>
                  <a:pt x="863494" y="116617"/>
                </a:lnTo>
                <a:lnTo>
                  <a:pt x="864762" y="116228"/>
                </a:lnTo>
                <a:lnTo>
                  <a:pt x="866026" y="115802"/>
                </a:lnTo>
                <a:lnTo>
                  <a:pt x="867284" y="115338"/>
                </a:lnTo>
                <a:lnTo>
                  <a:pt x="868531" y="114835"/>
                </a:lnTo>
                <a:lnTo>
                  <a:pt x="869765" y="114290"/>
                </a:lnTo>
                <a:lnTo>
                  <a:pt x="870982" y="113703"/>
                </a:lnTo>
                <a:lnTo>
                  <a:pt x="872180" y="113072"/>
                </a:lnTo>
                <a:lnTo>
                  <a:pt x="873354" y="112395"/>
                </a:lnTo>
                <a:lnTo>
                  <a:pt x="874501" y="111672"/>
                </a:lnTo>
                <a:lnTo>
                  <a:pt x="875057" y="112392"/>
                </a:lnTo>
                <a:lnTo>
                  <a:pt x="875662" y="113055"/>
                </a:lnTo>
                <a:lnTo>
                  <a:pt x="876313" y="113662"/>
                </a:lnTo>
                <a:lnTo>
                  <a:pt x="877007" y="114216"/>
                </a:lnTo>
                <a:lnTo>
                  <a:pt x="877742" y="114718"/>
                </a:lnTo>
                <a:lnTo>
                  <a:pt x="878514" y="115173"/>
                </a:lnTo>
                <a:lnTo>
                  <a:pt x="879320" y="115582"/>
                </a:lnTo>
                <a:lnTo>
                  <a:pt x="880157" y="115947"/>
                </a:lnTo>
                <a:lnTo>
                  <a:pt x="881022" y="116271"/>
                </a:lnTo>
                <a:lnTo>
                  <a:pt x="881912" y="116556"/>
                </a:lnTo>
                <a:lnTo>
                  <a:pt x="882824" y="116806"/>
                </a:lnTo>
                <a:lnTo>
                  <a:pt x="883756" y="117021"/>
                </a:lnTo>
                <a:lnTo>
                  <a:pt x="884703" y="117206"/>
                </a:lnTo>
                <a:lnTo>
                  <a:pt x="885663" y="117361"/>
                </a:lnTo>
                <a:lnTo>
                  <a:pt x="886634" y="117490"/>
                </a:lnTo>
                <a:lnTo>
                  <a:pt x="887611" y="117596"/>
                </a:lnTo>
                <a:lnTo>
                  <a:pt x="888593" y="117679"/>
                </a:lnTo>
                <a:lnTo>
                  <a:pt x="889575" y="117744"/>
                </a:lnTo>
                <a:lnTo>
                  <a:pt x="890556" y="117792"/>
                </a:lnTo>
                <a:lnTo>
                  <a:pt x="891531" y="117826"/>
                </a:lnTo>
                <a:lnTo>
                  <a:pt x="892499" y="117848"/>
                </a:lnTo>
                <a:lnTo>
                  <a:pt x="893455" y="117860"/>
                </a:lnTo>
                <a:lnTo>
                  <a:pt x="894397" y="117866"/>
                </a:lnTo>
                <a:lnTo>
                  <a:pt x="895323" y="117868"/>
                </a:lnTo>
                <a:lnTo>
                  <a:pt x="895991" y="117867"/>
                </a:lnTo>
                <a:lnTo>
                  <a:pt x="896646" y="117864"/>
                </a:lnTo>
                <a:lnTo>
                  <a:pt x="897287" y="117856"/>
                </a:lnTo>
                <a:lnTo>
                  <a:pt x="897911" y="117840"/>
                </a:lnTo>
                <a:lnTo>
                  <a:pt x="898518" y="117813"/>
                </a:lnTo>
                <a:lnTo>
                  <a:pt x="899106" y="117774"/>
                </a:lnTo>
                <a:lnTo>
                  <a:pt x="899674" y="117719"/>
                </a:lnTo>
                <a:lnTo>
                  <a:pt x="900221" y="117646"/>
                </a:lnTo>
                <a:lnTo>
                  <a:pt x="900745" y="117552"/>
                </a:lnTo>
                <a:lnTo>
                  <a:pt x="901245" y="117435"/>
                </a:lnTo>
                <a:lnTo>
                  <a:pt x="901719" y="117292"/>
                </a:lnTo>
                <a:lnTo>
                  <a:pt x="902167" y="117121"/>
                </a:lnTo>
                <a:lnTo>
                  <a:pt x="902587" y="116918"/>
                </a:lnTo>
                <a:lnTo>
                  <a:pt x="902977" y="116681"/>
                </a:lnTo>
                <a:lnTo>
                  <a:pt x="903336" y="116409"/>
                </a:lnTo>
                <a:lnTo>
                  <a:pt x="903663" y="116097"/>
                </a:lnTo>
                <a:lnTo>
                  <a:pt x="903957" y="115744"/>
                </a:lnTo>
                <a:lnTo>
                  <a:pt x="904216" y="115347"/>
                </a:lnTo>
                <a:lnTo>
                  <a:pt x="904438" y="114903"/>
                </a:lnTo>
                <a:lnTo>
                  <a:pt x="904624" y="114410"/>
                </a:lnTo>
                <a:lnTo>
                  <a:pt x="904770" y="113865"/>
                </a:lnTo>
                <a:lnTo>
                  <a:pt x="904876" y="113265"/>
                </a:lnTo>
                <a:lnTo>
                  <a:pt x="904941" y="112609"/>
                </a:lnTo>
                <a:lnTo>
                  <a:pt x="904963" y="111892"/>
                </a:lnTo>
                <a:lnTo>
                  <a:pt x="904938" y="111199"/>
                </a:lnTo>
                <a:lnTo>
                  <a:pt x="904866" y="110564"/>
                </a:lnTo>
                <a:lnTo>
                  <a:pt x="904750" y="109983"/>
                </a:lnTo>
                <a:lnTo>
                  <a:pt x="904592" y="109456"/>
                </a:lnTo>
                <a:lnTo>
                  <a:pt x="904396" y="108978"/>
                </a:lnTo>
                <a:close/>
                <a:moveTo>
                  <a:pt x="872312" y="94753"/>
                </a:moveTo>
                <a:lnTo>
                  <a:pt x="872262" y="95284"/>
                </a:lnTo>
                <a:lnTo>
                  <a:pt x="872193" y="95810"/>
                </a:lnTo>
                <a:lnTo>
                  <a:pt x="872101" y="96332"/>
                </a:lnTo>
                <a:lnTo>
                  <a:pt x="871983" y="96849"/>
                </a:lnTo>
                <a:lnTo>
                  <a:pt x="871836" y="97361"/>
                </a:lnTo>
                <a:lnTo>
                  <a:pt x="871656" y="97869"/>
                </a:lnTo>
                <a:lnTo>
                  <a:pt x="871440" y="98371"/>
                </a:lnTo>
                <a:lnTo>
                  <a:pt x="871185" y="98869"/>
                </a:lnTo>
                <a:lnTo>
                  <a:pt x="870887" y="99361"/>
                </a:lnTo>
                <a:lnTo>
                  <a:pt x="870544" y="99849"/>
                </a:lnTo>
                <a:lnTo>
                  <a:pt x="870152" y="100331"/>
                </a:lnTo>
                <a:lnTo>
                  <a:pt x="869707" y="100807"/>
                </a:lnTo>
                <a:lnTo>
                  <a:pt x="869208" y="101278"/>
                </a:lnTo>
                <a:lnTo>
                  <a:pt x="868649" y="101744"/>
                </a:lnTo>
                <a:lnTo>
                  <a:pt x="868028" y="102204"/>
                </a:lnTo>
                <a:lnTo>
                  <a:pt x="867342" y="102659"/>
                </a:lnTo>
                <a:lnTo>
                  <a:pt x="866588" y="103107"/>
                </a:lnTo>
                <a:lnTo>
                  <a:pt x="865762" y="103550"/>
                </a:lnTo>
                <a:lnTo>
                  <a:pt x="864861" y="103987"/>
                </a:lnTo>
                <a:lnTo>
                  <a:pt x="863985" y="104377"/>
                </a:lnTo>
                <a:lnTo>
                  <a:pt x="863095" y="104734"/>
                </a:lnTo>
                <a:lnTo>
                  <a:pt x="862194" y="105060"/>
                </a:lnTo>
                <a:lnTo>
                  <a:pt x="861287" y="105357"/>
                </a:lnTo>
                <a:lnTo>
                  <a:pt x="860377" y="105625"/>
                </a:lnTo>
                <a:lnTo>
                  <a:pt x="859469" y="105867"/>
                </a:lnTo>
                <a:lnTo>
                  <a:pt x="858565" y="106083"/>
                </a:lnTo>
                <a:lnTo>
                  <a:pt x="857671" y="106275"/>
                </a:lnTo>
                <a:lnTo>
                  <a:pt x="856789" y="106444"/>
                </a:lnTo>
                <a:lnTo>
                  <a:pt x="855924" y="106593"/>
                </a:lnTo>
                <a:lnTo>
                  <a:pt x="855079" y="106721"/>
                </a:lnTo>
                <a:lnTo>
                  <a:pt x="854258" y="106832"/>
                </a:lnTo>
                <a:lnTo>
                  <a:pt x="853465" y="106925"/>
                </a:lnTo>
                <a:lnTo>
                  <a:pt x="852705" y="107003"/>
                </a:lnTo>
                <a:lnTo>
                  <a:pt x="851980" y="107067"/>
                </a:lnTo>
                <a:lnTo>
                  <a:pt x="851295" y="107118"/>
                </a:lnTo>
                <a:lnTo>
                  <a:pt x="850653" y="107157"/>
                </a:lnTo>
                <a:lnTo>
                  <a:pt x="850059" y="107187"/>
                </a:lnTo>
                <a:lnTo>
                  <a:pt x="849516" y="107209"/>
                </a:lnTo>
                <a:lnTo>
                  <a:pt x="849028" y="107223"/>
                </a:lnTo>
                <a:lnTo>
                  <a:pt x="848599" y="107232"/>
                </a:lnTo>
                <a:lnTo>
                  <a:pt x="848233" y="107236"/>
                </a:lnTo>
                <a:lnTo>
                  <a:pt x="847933" y="107238"/>
                </a:lnTo>
                <a:lnTo>
                  <a:pt x="847704" y="107238"/>
                </a:lnTo>
                <a:lnTo>
                  <a:pt x="846231" y="107204"/>
                </a:lnTo>
                <a:lnTo>
                  <a:pt x="844802" y="107105"/>
                </a:lnTo>
                <a:lnTo>
                  <a:pt x="843418" y="106942"/>
                </a:lnTo>
                <a:lnTo>
                  <a:pt x="842082" y="106718"/>
                </a:lnTo>
                <a:lnTo>
                  <a:pt x="840794" y="106435"/>
                </a:lnTo>
                <a:lnTo>
                  <a:pt x="839557" y="106096"/>
                </a:lnTo>
                <a:lnTo>
                  <a:pt x="838373" y="105704"/>
                </a:lnTo>
                <a:lnTo>
                  <a:pt x="837242" y="105260"/>
                </a:lnTo>
                <a:lnTo>
                  <a:pt x="836167" y="104768"/>
                </a:lnTo>
                <a:lnTo>
                  <a:pt x="835148" y="104229"/>
                </a:lnTo>
                <a:lnTo>
                  <a:pt x="834189" y="103645"/>
                </a:lnTo>
                <a:lnTo>
                  <a:pt x="833291" y="103021"/>
                </a:lnTo>
                <a:lnTo>
                  <a:pt x="832455" y="102357"/>
                </a:lnTo>
                <a:lnTo>
                  <a:pt x="831682" y="101656"/>
                </a:lnTo>
                <a:lnTo>
                  <a:pt x="830976" y="100921"/>
                </a:lnTo>
                <a:lnTo>
                  <a:pt x="830336" y="100155"/>
                </a:lnTo>
                <a:lnTo>
                  <a:pt x="829766" y="99358"/>
                </a:lnTo>
                <a:lnTo>
                  <a:pt x="829266" y="98535"/>
                </a:lnTo>
                <a:lnTo>
                  <a:pt x="828839" y="97687"/>
                </a:lnTo>
                <a:lnTo>
                  <a:pt x="828485" y="96817"/>
                </a:lnTo>
                <a:lnTo>
                  <a:pt x="828207" y="95927"/>
                </a:lnTo>
                <a:lnTo>
                  <a:pt x="828007" y="95020"/>
                </a:lnTo>
                <a:lnTo>
                  <a:pt x="827885" y="94098"/>
                </a:lnTo>
                <a:lnTo>
                  <a:pt x="827844" y="93164"/>
                </a:lnTo>
                <a:lnTo>
                  <a:pt x="827930" y="91995"/>
                </a:lnTo>
                <a:lnTo>
                  <a:pt x="828187" y="90852"/>
                </a:lnTo>
                <a:lnTo>
                  <a:pt x="828611" y="89737"/>
                </a:lnTo>
                <a:lnTo>
                  <a:pt x="829202" y="88651"/>
                </a:lnTo>
                <a:lnTo>
                  <a:pt x="829956" y="87596"/>
                </a:lnTo>
                <a:lnTo>
                  <a:pt x="830872" y="86574"/>
                </a:lnTo>
                <a:lnTo>
                  <a:pt x="831946" y="85587"/>
                </a:lnTo>
                <a:lnTo>
                  <a:pt x="833178" y="84636"/>
                </a:lnTo>
                <a:lnTo>
                  <a:pt x="834564" y="83724"/>
                </a:lnTo>
                <a:lnTo>
                  <a:pt x="836103" y="82851"/>
                </a:lnTo>
                <a:lnTo>
                  <a:pt x="837792" y="82020"/>
                </a:lnTo>
                <a:lnTo>
                  <a:pt x="839629" y="81233"/>
                </a:lnTo>
                <a:lnTo>
                  <a:pt x="841611" y="80491"/>
                </a:lnTo>
                <a:lnTo>
                  <a:pt x="843736" y="79795"/>
                </a:lnTo>
                <a:lnTo>
                  <a:pt x="846003" y="79149"/>
                </a:lnTo>
                <a:lnTo>
                  <a:pt x="848409" y="78552"/>
                </a:lnTo>
                <a:lnTo>
                  <a:pt x="850951" y="78008"/>
                </a:lnTo>
                <a:lnTo>
                  <a:pt x="853627" y="77518"/>
                </a:lnTo>
                <a:lnTo>
                  <a:pt x="856436" y="77084"/>
                </a:lnTo>
                <a:lnTo>
                  <a:pt x="859374" y="76707"/>
                </a:lnTo>
                <a:lnTo>
                  <a:pt x="862440" y="76389"/>
                </a:lnTo>
                <a:lnTo>
                  <a:pt x="865631" y="76132"/>
                </a:lnTo>
                <a:lnTo>
                  <a:pt x="868945" y="75938"/>
                </a:lnTo>
                <a:lnTo>
                  <a:pt x="872380" y="75809"/>
                </a:lnTo>
                <a:lnTo>
                  <a:pt x="872380" y="92034"/>
                </a:lnTo>
                <a:lnTo>
                  <a:pt x="872379" y="92586"/>
                </a:lnTo>
                <a:lnTo>
                  <a:pt x="872375" y="93134"/>
                </a:lnTo>
                <a:lnTo>
                  <a:pt x="872365" y="93678"/>
                </a:lnTo>
                <a:lnTo>
                  <a:pt x="872345" y="94218"/>
                </a:lnTo>
                <a:lnTo>
                  <a:pt x="872312" y="94753"/>
                </a:lnTo>
                <a:close/>
                <a:moveTo>
                  <a:pt x="1197585" y="94529"/>
                </a:moveTo>
                <a:lnTo>
                  <a:pt x="1197367" y="94083"/>
                </a:lnTo>
                <a:lnTo>
                  <a:pt x="1197113" y="93681"/>
                </a:lnTo>
                <a:lnTo>
                  <a:pt x="1196826" y="93321"/>
                </a:lnTo>
                <a:lnTo>
                  <a:pt x="1196512" y="93002"/>
                </a:lnTo>
                <a:lnTo>
                  <a:pt x="1196174" y="92719"/>
                </a:lnTo>
                <a:lnTo>
                  <a:pt x="1195818" y="92472"/>
                </a:lnTo>
                <a:lnTo>
                  <a:pt x="1195446" y="92258"/>
                </a:lnTo>
                <a:lnTo>
                  <a:pt x="1195065" y="92075"/>
                </a:lnTo>
                <a:lnTo>
                  <a:pt x="1194677" y="91919"/>
                </a:lnTo>
                <a:lnTo>
                  <a:pt x="1194288" y="91790"/>
                </a:lnTo>
                <a:lnTo>
                  <a:pt x="1193901" y="91684"/>
                </a:lnTo>
                <a:lnTo>
                  <a:pt x="1193521" y="91599"/>
                </a:lnTo>
                <a:lnTo>
                  <a:pt x="1193153" y="91533"/>
                </a:lnTo>
                <a:lnTo>
                  <a:pt x="1192800" y="91483"/>
                </a:lnTo>
                <a:lnTo>
                  <a:pt x="1192468" y="91447"/>
                </a:lnTo>
                <a:lnTo>
                  <a:pt x="1192160" y="91424"/>
                </a:lnTo>
                <a:lnTo>
                  <a:pt x="1191880" y="91409"/>
                </a:lnTo>
                <a:lnTo>
                  <a:pt x="1191634" y="91402"/>
                </a:lnTo>
                <a:lnTo>
                  <a:pt x="1191425" y="91399"/>
                </a:lnTo>
                <a:lnTo>
                  <a:pt x="1191258" y="91399"/>
                </a:lnTo>
                <a:lnTo>
                  <a:pt x="1190834" y="91402"/>
                </a:lnTo>
                <a:lnTo>
                  <a:pt x="1190430" y="91412"/>
                </a:lnTo>
                <a:lnTo>
                  <a:pt x="1190044" y="91431"/>
                </a:lnTo>
                <a:lnTo>
                  <a:pt x="1189676" y="91458"/>
                </a:lnTo>
                <a:lnTo>
                  <a:pt x="1189324" y="91497"/>
                </a:lnTo>
                <a:lnTo>
                  <a:pt x="1188990" y="91546"/>
                </a:lnTo>
                <a:lnTo>
                  <a:pt x="1188670" y="91609"/>
                </a:lnTo>
                <a:lnTo>
                  <a:pt x="1188366" y="91685"/>
                </a:lnTo>
                <a:lnTo>
                  <a:pt x="1188076" y="91776"/>
                </a:lnTo>
                <a:lnTo>
                  <a:pt x="1187799" y="91882"/>
                </a:lnTo>
                <a:lnTo>
                  <a:pt x="1187534" y="92006"/>
                </a:lnTo>
                <a:lnTo>
                  <a:pt x="1187282" y="92147"/>
                </a:lnTo>
                <a:lnTo>
                  <a:pt x="1187040" y="92308"/>
                </a:lnTo>
                <a:lnTo>
                  <a:pt x="1186809" y="92489"/>
                </a:lnTo>
                <a:lnTo>
                  <a:pt x="1186587" y="92691"/>
                </a:lnTo>
                <a:lnTo>
                  <a:pt x="1186374" y="92916"/>
                </a:lnTo>
                <a:lnTo>
                  <a:pt x="1186169" y="93164"/>
                </a:lnTo>
                <a:lnTo>
                  <a:pt x="1185971" y="93436"/>
                </a:lnTo>
                <a:lnTo>
                  <a:pt x="1185780" y="93735"/>
                </a:lnTo>
                <a:lnTo>
                  <a:pt x="1185595" y="94060"/>
                </a:lnTo>
                <a:lnTo>
                  <a:pt x="1185414" y="94413"/>
                </a:lnTo>
                <a:lnTo>
                  <a:pt x="1185238" y="94795"/>
                </a:lnTo>
                <a:lnTo>
                  <a:pt x="1185065" y="95207"/>
                </a:lnTo>
                <a:lnTo>
                  <a:pt x="1184895" y="95650"/>
                </a:lnTo>
                <a:lnTo>
                  <a:pt x="1184334" y="96837"/>
                </a:lnTo>
                <a:lnTo>
                  <a:pt x="1183713" y="97943"/>
                </a:lnTo>
                <a:lnTo>
                  <a:pt x="1183037" y="98971"/>
                </a:lnTo>
                <a:lnTo>
                  <a:pt x="1182312" y="99922"/>
                </a:lnTo>
                <a:lnTo>
                  <a:pt x="1181542" y="100800"/>
                </a:lnTo>
                <a:lnTo>
                  <a:pt x="1180732" y="101607"/>
                </a:lnTo>
                <a:lnTo>
                  <a:pt x="1179887" y="102346"/>
                </a:lnTo>
                <a:lnTo>
                  <a:pt x="1179011" y="103021"/>
                </a:lnTo>
                <a:lnTo>
                  <a:pt x="1178110" y="103633"/>
                </a:lnTo>
                <a:lnTo>
                  <a:pt x="1177189" y="104185"/>
                </a:lnTo>
                <a:lnTo>
                  <a:pt x="1176251" y="104681"/>
                </a:lnTo>
                <a:lnTo>
                  <a:pt x="1175303" y="105123"/>
                </a:lnTo>
                <a:lnTo>
                  <a:pt x="1174349" y="105514"/>
                </a:lnTo>
                <a:lnTo>
                  <a:pt x="1173394" y="105856"/>
                </a:lnTo>
                <a:lnTo>
                  <a:pt x="1172442" y="106153"/>
                </a:lnTo>
                <a:lnTo>
                  <a:pt x="1171499" y="106406"/>
                </a:lnTo>
                <a:lnTo>
                  <a:pt x="1170570" y="106620"/>
                </a:lnTo>
                <a:lnTo>
                  <a:pt x="1169658" y="106796"/>
                </a:lnTo>
                <a:lnTo>
                  <a:pt x="1168770" y="106937"/>
                </a:lnTo>
                <a:lnTo>
                  <a:pt x="1167909" y="107046"/>
                </a:lnTo>
                <a:lnTo>
                  <a:pt x="1167082" y="107127"/>
                </a:lnTo>
                <a:lnTo>
                  <a:pt x="1166292" y="107181"/>
                </a:lnTo>
                <a:lnTo>
                  <a:pt x="1165544" y="107211"/>
                </a:lnTo>
                <a:lnTo>
                  <a:pt x="1164844" y="107220"/>
                </a:lnTo>
                <a:lnTo>
                  <a:pt x="1163038" y="107170"/>
                </a:lnTo>
                <a:lnTo>
                  <a:pt x="1161236" y="107021"/>
                </a:lnTo>
                <a:lnTo>
                  <a:pt x="1159444" y="106774"/>
                </a:lnTo>
                <a:lnTo>
                  <a:pt x="1157668" y="106429"/>
                </a:lnTo>
                <a:lnTo>
                  <a:pt x="1155910" y="105989"/>
                </a:lnTo>
                <a:lnTo>
                  <a:pt x="1154178" y="105454"/>
                </a:lnTo>
                <a:lnTo>
                  <a:pt x="1152475" y="104826"/>
                </a:lnTo>
                <a:lnTo>
                  <a:pt x="1150807" y="104106"/>
                </a:lnTo>
                <a:lnTo>
                  <a:pt x="1149178" y="103294"/>
                </a:lnTo>
                <a:lnTo>
                  <a:pt x="1147593" y="102392"/>
                </a:lnTo>
                <a:lnTo>
                  <a:pt x="1146058" y="101401"/>
                </a:lnTo>
                <a:lnTo>
                  <a:pt x="1144578" y="100323"/>
                </a:lnTo>
                <a:lnTo>
                  <a:pt x="1143156" y="99158"/>
                </a:lnTo>
                <a:lnTo>
                  <a:pt x="1141799" y="97908"/>
                </a:lnTo>
                <a:lnTo>
                  <a:pt x="1140511" y="96573"/>
                </a:lnTo>
                <a:lnTo>
                  <a:pt x="1139296" y="95156"/>
                </a:lnTo>
                <a:lnTo>
                  <a:pt x="1138161" y="93656"/>
                </a:lnTo>
                <a:lnTo>
                  <a:pt x="1137110" y="92076"/>
                </a:lnTo>
                <a:lnTo>
                  <a:pt x="1136147" y="90416"/>
                </a:lnTo>
                <a:lnTo>
                  <a:pt x="1135279" y="88678"/>
                </a:lnTo>
                <a:lnTo>
                  <a:pt x="1134509" y="86862"/>
                </a:lnTo>
                <a:lnTo>
                  <a:pt x="1133843" y="84971"/>
                </a:lnTo>
                <a:lnTo>
                  <a:pt x="1133285" y="83004"/>
                </a:lnTo>
                <a:lnTo>
                  <a:pt x="1132841" y="80963"/>
                </a:lnTo>
                <a:lnTo>
                  <a:pt x="1190294" y="80963"/>
                </a:lnTo>
                <a:lnTo>
                  <a:pt x="1190797" y="80963"/>
                </a:lnTo>
                <a:lnTo>
                  <a:pt x="1191296" y="80959"/>
                </a:lnTo>
                <a:lnTo>
                  <a:pt x="1191787" y="80949"/>
                </a:lnTo>
                <a:lnTo>
                  <a:pt x="1192270" y="80930"/>
                </a:lnTo>
                <a:lnTo>
                  <a:pt x="1192744" y="80899"/>
                </a:lnTo>
                <a:lnTo>
                  <a:pt x="1193206" y="80852"/>
                </a:lnTo>
                <a:lnTo>
                  <a:pt x="1193656" y="80786"/>
                </a:lnTo>
                <a:lnTo>
                  <a:pt x="1194092" y="80699"/>
                </a:lnTo>
                <a:lnTo>
                  <a:pt x="1194512" y="80587"/>
                </a:lnTo>
                <a:lnTo>
                  <a:pt x="1194916" y="80447"/>
                </a:lnTo>
                <a:lnTo>
                  <a:pt x="1195301" y="80277"/>
                </a:lnTo>
                <a:lnTo>
                  <a:pt x="1195667" y="80072"/>
                </a:lnTo>
                <a:lnTo>
                  <a:pt x="1196011" y="79830"/>
                </a:lnTo>
                <a:lnTo>
                  <a:pt x="1196333" y="79548"/>
                </a:lnTo>
                <a:lnTo>
                  <a:pt x="1196632" y="79222"/>
                </a:lnTo>
                <a:lnTo>
                  <a:pt x="1196904" y="78850"/>
                </a:lnTo>
                <a:lnTo>
                  <a:pt x="1197151" y="78429"/>
                </a:lnTo>
                <a:lnTo>
                  <a:pt x="1197368" y="77955"/>
                </a:lnTo>
                <a:lnTo>
                  <a:pt x="1197557" y="77425"/>
                </a:lnTo>
                <a:lnTo>
                  <a:pt x="1197714" y="76836"/>
                </a:lnTo>
                <a:lnTo>
                  <a:pt x="1197839" y="76186"/>
                </a:lnTo>
                <a:lnTo>
                  <a:pt x="1197930" y="75470"/>
                </a:lnTo>
                <a:lnTo>
                  <a:pt x="1197985" y="74687"/>
                </a:lnTo>
                <a:lnTo>
                  <a:pt x="1198004" y="73832"/>
                </a:lnTo>
                <a:lnTo>
                  <a:pt x="1197940" y="71101"/>
                </a:lnTo>
                <a:lnTo>
                  <a:pt x="1197747" y="68409"/>
                </a:lnTo>
                <a:lnTo>
                  <a:pt x="1197425" y="65763"/>
                </a:lnTo>
                <a:lnTo>
                  <a:pt x="1196974" y="63170"/>
                </a:lnTo>
                <a:lnTo>
                  <a:pt x="1196394" y="60636"/>
                </a:lnTo>
                <a:lnTo>
                  <a:pt x="1195685" y="58169"/>
                </a:lnTo>
                <a:lnTo>
                  <a:pt x="1194846" y="55775"/>
                </a:lnTo>
                <a:lnTo>
                  <a:pt x="1193877" y="53462"/>
                </a:lnTo>
                <a:lnTo>
                  <a:pt x="1192778" y="51235"/>
                </a:lnTo>
                <a:lnTo>
                  <a:pt x="1191550" y="49103"/>
                </a:lnTo>
                <a:lnTo>
                  <a:pt x="1190191" y="47071"/>
                </a:lnTo>
                <a:lnTo>
                  <a:pt x="1188702" y="45147"/>
                </a:lnTo>
                <a:lnTo>
                  <a:pt x="1187082" y="43337"/>
                </a:lnTo>
                <a:lnTo>
                  <a:pt x="1185332" y="41649"/>
                </a:lnTo>
                <a:lnTo>
                  <a:pt x="1183451" y="40088"/>
                </a:lnTo>
                <a:lnTo>
                  <a:pt x="1181438" y="38664"/>
                </a:lnTo>
                <a:lnTo>
                  <a:pt x="1179295" y="37380"/>
                </a:lnTo>
                <a:lnTo>
                  <a:pt x="1177020" y="36246"/>
                </a:lnTo>
                <a:lnTo>
                  <a:pt x="1174614" y="35268"/>
                </a:lnTo>
                <a:lnTo>
                  <a:pt x="1172075" y="34452"/>
                </a:lnTo>
                <a:lnTo>
                  <a:pt x="1169405" y="33805"/>
                </a:lnTo>
                <a:lnTo>
                  <a:pt x="1166603" y="33335"/>
                </a:lnTo>
                <a:lnTo>
                  <a:pt x="1163669" y="33047"/>
                </a:lnTo>
                <a:lnTo>
                  <a:pt x="1160602" y="32950"/>
                </a:lnTo>
                <a:lnTo>
                  <a:pt x="1157758" y="33050"/>
                </a:lnTo>
                <a:lnTo>
                  <a:pt x="1154967" y="33343"/>
                </a:lnTo>
                <a:lnTo>
                  <a:pt x="1152234" y="33825"/>
                </a:lnTo>
                <a:lnTo>
                  <a:pt x="1149566" y="34488"/>
                </a:lnTo>
                <a:lnTo>
                  <a:pt x="1146968" y="35327"/>
                </a:lnTo>
                <a:lnTo>
                  <a:pt x="1144447" y="36334"/>
                </a:lnTo>
                <a:lnTo>
                  <a:pt x="1142008" y="37503"/>
                </a:lnTo>
                <a:lnTo>
                  <a:pt x="1139659" y="38828"/>
                </a:lnTo>
                <a:lnTo>
                  <a:pt x="1137405" y="40303"/>
                </a:lnTo>
                <a:lnTo>
                  <a:pt x="1135252" y="41920"/>
                </a:lnTo>
                <a:lnTo>
                  <a:pt x="1133206" y="43674"/>
                </a:lnTo>
                <a:lnTo>
                  <a:pt x="1131274" y="45557"/>
                </a:lnTo>
                <a:lnTo>
                  <a:pt x="1129461" y="47564"/>
                </a:lnTo>
                <a:lnTo>
                  <a:pt x="1127774" y="49689"/>
                </a:lnTo>
                <a:lnTo>
                  <a:pt x="1126218" y="51924"/>
                </a:lnTo>
                <a:lnTo>
                  <a:pt x="1124800" y="54263"/>
                </a:lnTo>
                <a:lnTo>
                  <a:pt x="1123527" y="56700"/>
                </a:lnTo>
                <a:lnTo>
                  <a:pt x="1122403" y="59228"/>
                </a:lnTo>
                <a:lnTo>
                  <a:pt x="1121435" y="61841"/>
                </a:lnTo>
                <a:lnTo>
                  <a:pt x="1120630" y="64532"/>
                </a:lnTo>
                <a:lnTo>
                  <a:pt x="1119993" y="67296"/>
                </a:lnTo>
                <a:lnTo>
                  <a:pt x="1119530" y="70125"/>
                </a:lnTo>
                <a:lnTo>
                  <a:pt x="1119248" y="73012"/>
                </a:lnTo>
                <a:lnTo>
                  <a:pt x="1119153" y="75953"/>
                </a:lnTo>
                <a:lnTo>
                  <a:pt x="1119253" y="78875"/>
                </a:lnTo>
                <a:lnTo>
                  <a:pt x="1119550" y="81749"/>
                </a:lnTo>
                <a:lnTo>
                  <a:pt x="1120038" y="84566"/>
                </a:lnTo>
                <a:lnTo>
                  <a:pt x="1120710" y="87321"/>
                </a:lnTo>
                <a:lnTo>
                  <a:pt x="1121561" y="90007"/>
                </a:lnTo>
                <a:lnTo>
                  <a:pt x="1122584" y="92617"/>
                </a:lnTo>
                <a:lnTo>
                  <a:pt x="1123773" y="95144"/>
                </a:lnTo>
                <a:lnTo>
                  <a:pt x="1125122" y="97582"/>
                </a:lnTo>
                <a:lnTo>
                  <a:pt x="1126625" y="99924"/>
                </a:lnTo>
                <a:lnTo>
                  <a:pt x="1128276" y="102164"/>
                </a:lnTo>
                <a:lnTo>
                  <a:pt x="1130069" y="104294"/>
                </a:lnTo>
                <a:lnTo>
                  <a:pt x="1131997" y="106309"/>
                </a:lnTo>
                <a:lnTo>
                  <a:pt x="1134055" y="108200"/>
                </a:lnTo>
                <a:lnTo>
                  <a:pt x="1136236" y="109963"/>
                </a:lnTo>
                <a:lnTo>
                  <a:pt x="1138535" y="111589"/>
                </a:lnTo>
                <a:lnTo>
                  <a:pt x="1140945" y="113072"/>
                </a:lnTo>
                <a:lnTo>
                  <a:pt x="1143460" y="114406"/>
                </a:lnTo>
                <a:lnTo>
                  <a:pt x="1146074" y="115584"/>
                </a:lnTo>
                <a:lnTo>
                  <a:pt x="1148781" y="116599"/>
                </a:lnTo>
                <a:lnTo>
                  <a:pt x="1151574" y="117445"/>
                </a:lnTo>
                <a:lnTo>
                  <a:pt x="1154448" y="118114"/>
                </a:lnTo>
                <a:lnTo>
                  <a:pt x="1157397" y="118600"/>
                </a:lnTo>
                <a:lnTo>
                  <a:pt x="1160414" y="118897"/>
                </a:lnTo>
                <a:lnTo>
                  <a:pt x="1163494" y="118997"/>
                </a:lnTo>
                <a:lnTo>
                  <a:pt x="1166590" y="118909"/>
                </a:lnTo>
                <a:lnTo>
                  <a:pt x="1169519" y="118653"/>
                </a:lnTo>
                <a:lnTo>
                  <a:pt x="1172284" y="118242"/>
                </a:lnTo>
                <a:lnTo>
                  <a:pt x="1174887" y="117689"/>
                </a:lnTo>
                <a:lnTo>
                  <a:pt x="1177332" y="117007"/>
                </a:lnTo>
                <a:lnTo>
                  <a:pt x="1179623" y="116209"/>
                </a:lnTo>
                <a:lnTo>
                  <a:pt x="1181761" y="115308"/>
                </a:lnTo>
                <a:lnTo>
                  <a:pt x="1183752" y="114317"/>
                </a:lnTo>
                <a:lnTo>
                  <a:pt x="1185597" y="113249"/>
                </a:lnTo>
                <a:lnTo>
                  <a:pt x="1187300" y="112117"/>
                </a:lnTo>
                <a:lnTo>
                  <a:pt x="1188864" y="110934"/>
                </a:lnTo>
                <a:lnTo>
                  <a:pt x="1190292" y="109713"/>
                </a:lnTo>
                <a:lnTo>
                  <a:pt x="1191588" y="108467"/>
                </a:lnTo>
                <a:lnTo>
                  <a:pt x="1192755" y="107208"/>
                </a:lnTo>
                <a:lnTo>
                  <a:pt x="1193795" y="105950"/>
                </a:lnTo>
                <a:lnTo>
                  <a:pt x="1194712" y="104706"/>
                </a:lnTo>
                <a:lnTo>
                  <a:pt x="1195510" y="103489"/>
                </a:lnTo>
                <a:lnTo>
                  <a:pt x="1196191" y="102311"/>
                </a:lnTo>
                <a:lnTo>
                  <a:pt x="1196758" y="101186"/>
                </a:lnTo>
                <a:lnTo>
                  <a:pt x="1197215" y="100127"/>
                </a:lnTo>
                <a:lnTo>
                  <a:pt x="1197565" y="99146"/>
                </a:lnTo>
                <a:lnTo>
                  <a:pt x="1197811" y="98257"/>
                </a:lnTo>
                <a:lnTo>
                  <a:pt x="1197956" y="97473"/>
                </a:lnTo>
                <a:lnTo>
                  <a:pt x="1198004" y="96807"/>
                </a:lnTo>
                <a:lnTo>
                  <a:pt x="1197976" y="96160"/>
                </a:lnTo>
                <a:lnTo>
                  <a:pt x="1197893" y="95566"/>
                </a:lnTo>
                <a:lnTo>
                  <a:pt x="1197761" y="95023"/>
                </a:lnTo>
                <a:lnTo>
                  <a:pt x="1197585" y="94529"/>
                </a:lnTo>
                <a:close/>
                <a:moveTo>
                  <a:pt x="1134440" y="64293"/>
                </a:moveTo>
                <a:lnTo>
                  <a:pt x="1135077" y="62679"/>
                </a:lnTo>
                <a:lnTo>
                  <a:pt x="1135792" y="61114"/>
                </a:lnTo>
                <a:lnTo>
                  <a:pt x="1136583" y="59600"/>
                </a:lnTo>
                <a:lnTo>
                  <a:pt x="1137447" y="58141"/>
                </a:lnTo>
                <a:lnTo>
                  <a:pt x="1138382" y="56739"/>
                </a:lnTo>
                <a:lnTo>
                  <a:pt x="1139385" y="55399"/>
                </a:lnTo>
                <a:lnTo>
                  <a:pt x="1140452" y="54123"/>
                </a:lnTo>
                <a:lnTo>
                  <a:pt x="1141582" y="52914"/>
                </a:lnTo>
                <a:lnTo>
                  <a:pt x="1142770" y="51775"/>
                </a:lnTo>
                <a:lnTo>
                  <a:pt x="1144015" y="50709"/>
                </a:lnTo>
                <a:lnTo>
                  <a:pt x="1145313" y="49720"/>
                </a:lnTo>
                <a:lnTo>
                  <a:pt x="1146661" y="48810"/>
                </a:lnTo>
                <a:lnTo>
                  <a:pt x="1148057" y="47983"/>
                </a:lnTo>
                <a:lnTo>
                  <a:pt x="1149498" y="47242"/>
                </a:lnTo>
                <a:lnTo>
                  <a:pt x="1150981" y="46589"/>
                </a:lnTo>
                <a:lnTo>
                  <a:pt x="1152504" y="46029"/>
                </a:lnTo>
                <a:lnTo>
                  <a:pt x="1154062" y="45563"/>
                </a:lnTo>
                <a:lnTo>
                  <a:pt x="1155654" y="45195"/>
                </a:lnTo>
                <a:lnTo>
                  <a:pt x="1157277" y="44929"/>
                </a:lnTo>
                <a:lnTo>
                  <a:pt x="1158927" y="44767"/>
                </a:lnTo>
                <a:lnTo>
                  <a:pt x="1160602" y="44712"/>
                </a:lnTo>
                <a:lnTo>
                  <a:pt x="1161865" y="44738"/>
                </a:lnTo>
                <a:lnTo>
                  <a:pt x="1163142" y="44819"/>
                </a:lnTo>
                <a:lnTo>
                  <a:pt x="1164428" y="44958"/>
                </a:lnTo>
                <a:lnTo>
                  <a:pt x="1165719" y="45161"/>
                </a:lnTo>
                <a:lnTo>
                  <a:pt x="1167009" y="45432"/>
                </a:lnTo>
                <a:lnTo>
                  <a:pt x="1168293" y="45776"/>
                </a:lnTo>
                <a:lnTo>
                  <a:pt x="1169565" y="46196"/>
                </a:lnTo>
                <a:lnTo>
                  <a:pt x="1170820" y="46698"/>
                </a:lnTo>
                <a:lnTo>
                  <a:pt x="1172053" y="47285"/>
                </a:lnTo>
                <a:lnTo>
                  <a:pt x="1173259" y="47963"/>
                </a:lnTo>
                <a:lnTo>
                  <a:pt x="1174432" y="48735"/>
                </a:lnTo>
                <a:lnTo>
                  <a:pt x="1175568" y="49606"/>
                </a:lnTo>
                <a:lnTo>
                  <a:pt x="1176660" y="50580"/>
                </a:lnTo>
                <a:lnTo>
                  <a:pt x="1177704" y="51663"/>
                </a:lnTo>
                <a:lnTo>
                  <a:pt x="1178693" y="52857"/>
                </a:lnTo>
                <a:lnTo>
                  <a:pt x="1179624" y="54169"/>
                </a:lnTo>
                <a:lnTo>
                  <a:pt x="1180491" y="55601"/>
                </a:lnTo>
                <a:lnTo>
                  <a:pt x="1181288" y="57160"/>
                </a:lnTo>
                <a:lnTo>
                  <a:pt x="1182011" y="58848"/>
                </a:lnTo>
                <a:lnTo>
                  <a:pt x="1182653" y="60671"/>
                </a:lnTo>
                <a:lnTo>
                  <a:pt x="1183210" y="62632"/>
                </a:lnTo>
                <a:lnTo>
                  <a:pt x="1183676" y="64738"/>
                </a:lnTo>
                <a:lnTo>
                  <a:pt x="1184047" y="66990"/>
                </a:lnTo>
                <a:lnTo>
                  <a:pt x="1184316" y="69395"/>
                </a:lnTo>
                <a:lnTo>
                  <a:pt x="1133035" y="69395"/>
                </a:lnTo>
                <a:lnTo>
                  <a:pt x="1133417" y="67654"/>
                </a:lnTo>
                <a:lnTo>
                  <a:pt x="1133886" y="65953"/>
                </a:lnTo>
                <a:lnTo>
                  <a:pt x="1134440" y="64293"/>
                </a:lnTo>
                <a:close/>
                <a:moveTo>
                  <a:pt x="392908" y="76244"/>
                </a:moveTo>
                <a:lnTo>
                  <a:pt x="392907" y="76279"/>
                </a:lnTo>
                <a:lnTo>
                  <a:pt x="392908" y="76315"/>
                </a:lnTo>
                <a:lnTo>
                  <a:pt x="392908" y="76244"/>
                </a:lnTo>
                <a:close/>
                <a:moveTo>
                  <a:pt x="1001154" y="109073"/>
                </a:moveTo>
                <a:lnTo>
                  <a:pt x="1000913" y="108629"/>
                </a:lnTo>
                <a:lnTo>
                  <a:pt x="1000639" y="108232"/>
                </a:lnTo>
                <a:lnTo>
                  <a:pt x="1000335" y="107879"/>
                </a:lnTo>
                <a:lnTo>
                  <a:pt x="1000003" y="107567"/>
                </a:lnTo>
                <a:lnTo>
                  <a:pt x="999647" y="107294"/>
                </a:lnTo>
                <a:lnTo>
                  <a:pt x="999270" y="107058"/>
                </a:lnTo>
                <a:lnTo>
                  <a:pt x="998874" y="106855"/>
                </a:lnTo>
                <a:lnTo>
                  <a:pt x="998463" y="106684"/>
                </a:lnTo>
                <a:lnTo>
                  <a:pt x="998041" y="106541"/>
                </a:lnTo>
                <a:lnTo>
                  <a:pt x="997609" y="106424"/>
                </a:lnTo>
                <a:lnTo>
                  <a:pt x="997172" y="106330"/>
                </a:lnTo>
                <a:lnTo>
                  <a:pt x="996732" y="106257"/>
                </a:lnTo>
                <a:lnTo>
                  <a:pt x="996292" y="106202"/>
                </a:lnTo>
                <a:lnTo>
                  <a:pt x="995856" y="106162"/>
                </a:lnTo>
                <a:lnTo>
                  <a:pt x="995427" y="106136"/>
                </a:lnTo>
                <a:lnTo>
                  <a:pt x="995007" y="106120"/>
                </a:lnTo>
                <a:lnTo>
                  <a:pt x="994600" y="106112"/>
                </a:lnTo>
                <a:lnTo>
                  <a:pt x="994209" y="106109"/>
                </a:lnTo>
                <a:lnTo>
                  <a:pt x="993837" y="106108"/>
                </a:lnTo>
                <a:lnTo>
                  <a:pt x="986127" y="106108"/>
                </a:lnTo>
                <a:lnTo>
                  <a:pt x="961448" y="75100"/>
                </a:lnTo>
                <a:lnTo>
                  <a:pt x="983426" y="46595"/>
                </a:lnTo>
                <a:lnTo>
                  <a:pt x="991140" y="46595"/>
                </a:lnTo>
                <a:lnTo>
                  <a:pt x="991489" y="46595"/>
                </a:lnTo>
                <a:lnTo>
                  <a:pt x="991862" y="46592"/>
                </a:lnTo>
                <a:lnTo>
                  <a:pt x="992254" y="46584"/>
                </a:lnTo>
                <a:lnTo>
                  <a:pt x="992662" y="46568"/>
                </a:lnTo>
                <a:lnTo>
                  <a:pt x="993083" y="46543"/>
                </a:lnTo>
                <a:lnTo>
                  <a:pt x="993513" y="46505"/>
                </a:lnTo>
                <a:lnTo>
                  <a:pt x="993949" y="46452"/>
                </a:lnTo>
                <a:lnTo>
                  <a:pt x="994388" y="46381"/>
                </a:lnTo>
                <a:lnTo>
                  <a:pt x="994826" y="46290"/>
                </a:lnTo>
                <a:lnTo>
                  <a:pt x="995260" y="46177"/>
                </a:lnTo>
                <a:lnTo>
                  <a:pt x="995687" y="46038"/>
                </a:lnTo>
                <a:lnTo>
                  <a:pt x="996104" y="45872"/>
                </a:lnTo>
                <a:lnTo>
                  <a:pt x="996506" y="45676"/>
                </a:lnTo>
                <a:lnTo>
                  <a:pt x="996890" y="45447"/>
                </a:lnTo>
                <a:lnTo>
                  <a:pt x="997254" y="45183"/>
                </a:lnTo>
                <a:lnTo>
                  <a:pt x="997594" y="44881"/>
                </a:lnTo>
                <a:lnTo>
                  <a:pt x="997907" y="44539"/>
                </a:lnTo>
                <a:lnTo>
                  <a:pt x="998188" y="44155"/>
                </a:lnTo>
                <a:lnTo>
                  <a:pt x="998436" y="43725"/>
                </a:lnTo>
                <a:lnTo>
                  <a:pt x="998646" y="43248"/>
                </a:lnTo>
                <a:lnTo>
                  <a:pt x="998815" y="42720"/>
                </a:lnTo>
                <a:lnTo>
                  <a:pt x="998940" y="42140"/>
                </a:lnTo>
                <a:lnTo>
                  <a:pt x="999018" y="41504"/>
                </a:lnTo>
                <a:lnTo>
                  <a:pt x="999044" y="40811"/>
                </a:lnTo>
                <a:lnTo>
                  <a:pt x="999019" y="40095"/>
                </a:lnTo>
                <a:lnTo>
                  <a:pt x="998944" y="39438"/>
                </a:lnTo>
                <a:lnTo>
                  <a:pt x="998823" y="38838"/>
                </a:lnTo>
                <a:lnTo>
                  <a:pt x="998659" y="38293"/>
                </a:lnTo>
                <a:lnTo>
                  <a:pt x="998456" y="37799"/>
                </a:lnTo>
                <a:lnTo>
                  <a:pt x="998216" y="37355"/>
                </a:lnTo>
                <a:lnTo>
                  <a:pt x="997942" y="36958"/>
                </a:lnTo>
                <a:lnTo>
                  <a:pt x="997637" y="36604"/>
                </a:lnTo>
                <a:lnTo>
                  <a:pt x="997306" y="36293"/>
                </a:lnTo>
                <a:lnTo>
                  <a:pt x="996949" y="36020"/>
                </a:lnTo>
                <a:lnTo>
                  <a:pt x="996572" y="35783"/>
                </a:lnTo>
                <a:lnTo>
                  <a:pt x="996176" y="35580"/>
                </a:lnTo>
                <a:lnTo>
                  <a:pt x="995766" y="35409"/>
                </a:lnTo>
                <a:lnTo>
                  <a:pt x="995343" y="35265"/>
                </a:lnTo>
                <a:lnTo>
                  <a:pt x="994911" y="35148"/>
                </a:lnTo>
                <a:lnTo>
                  <a:pt x="994474" y="35054"/>
                </a:lnTo>
                <a:lnTo>
                  <a:pt x="994034" y="34981"/>
                </a:lnTo>
                <a:lnTo>
                  <a:pt x="993595" y="34926"/>
                </a:lnTo>
                <a:lnTo>
                  <a:pt x="993159" y="34887"/>
                </a:lnTo>
                <a:lnTo>
                  <a:pt x="992729" y="34861"/>
                </a:lnTo>
                <a:lnTo>
                  <a:pt x="992310" y="34845"/>
                </a:lnTo>
                <a:lnTo>
                  <a:pt x="991903" y="34837"/>
                </a:lnTo>
                <a:lnTo>
                  <a:pt x="991512" y="34833"/>
                </a:lnTo>
                <a:lnTo>
                  <a:pt x="991140" y="34833"/>
                </a:lnTo>
                <a:lnTo>
                  <a:pt x="968582" y="34833"/>
                </a:lnTo>
                <a:lnTo>
                  <a:pt x="968211" y="34833"/>
                </a:lnTo>
                <a:lnTo>
                  <a:pt x="967823" y="34836"/>
                </a:lnTo>
                <a:lnTo>
                  <a:pt x="967421" y="34844"/>
                </a:lnTo>
                <a:lnTo>
                  <a:pt x="967007" y="34860"/>
                </a:lnTo>
                <a:lnTo>
                  <a:pt x="966585" y="34885"/>
                </a:lnTo>
                <a:lnTo>
                  <a:pt x="966157" y="34923"/>
                </a:lnTo>
                <a:lnTo>
                  <a:pt x="965727" y="34977"/>
                </a:lnTo>
                <a:lnTo>
                  <a:pt x="965298" y="35047"/>
                </a:lnTo>
                <a:lnTo>
                  <a:pt x="964872" y="35138"/>
                </a:lnTo>
                <a:lnTo>
                  <a:pt x="964452" y="35252"/>
                </a:lnTo>
                <a:lnTo>
                  <a:pt x="964041" y="35390"/>
                </a:lnTo>
                <a:lnTo>
                  <a:pt x="963643" y="35556"/>
                </a:lnTo>
                <a:lnTo>
                  <a:pt x="963259" y="35753"/>
                </a:lnTo>
                <a:lnTo>
                  <a:pt x="962894" y="35982"/>
                </a:lnTo>
                <a:lnTo>
                  <a:pt x="962549" y="36246"/>
                </a:lnTo>
                <a:lnTo>
                  <a:pt x="962228" y="36548"/>
                </a:lnTo>
                <a:lnTo>
                  <a:pt x="961934" y="36890"/>
                </a:lnTo>
                <a:lnTo>
                  <a:pt x="961670" y="37274"/>
                </a:lnTo>
                <a:lnTo>
                  <a:pt x="961438" y="37704"/>
                </a:lnTo>
                <a:lnTo>
                  <a:pt x="961242" y="38182"/>
                </a:lnTo>
                <a:lnTo>
                  <a:pt x="961084" y="38710"/>
                </a:lnTo>
                <a:lnTo>
                  <a:pt x="960968" y="39290"/>
                </a:lnTo>
                <a:lnTo>
                  <a:pt x="960896" y="39926"/>
                </a:lnTo>
                <a:lnTo>
                  <a:pt x="960872" y="40620"/>
                </a:lnTo>
                <a:lnTo>
                  <a:pt x="960894" y="41336"/>
                </a:lnTo>
                <a:lnTo>
                  <a:pt x="960958" y="41993"/>
                </a:lnTo>
                <a:lnTo>
                  <a:pt x="961064" y="42592"/>
                </a:lnTo>
                <a:lnTo>
                  <a:pt x="961210" y="43137"/>
                </a:lnTo>
                <a:lnTo>
                  <a:pt x="961394" y="43630"/>
                </a:lnTo>
                <a:lnTo>
                  <a:pt x="961616" y="44074"/>
                </a:lnTo>
                <a:lnTo>
                  <a:pt x="961873" y="44472"/>
                </a:lnTo>
                <a:lnTo>
                  <a:pt x="962164" y="44825"/>
                </a:lnTo>
                <a:lnTo>
                  <a:pt x="962488" y="45136"/>
                </a:lnTo>
                <a:lnTo>
                  <a:pt x="962844" y="45409"/>
                </a:lnTo>
                <a:lnTo>
                  <a:pt x="963229" y="45645"/>
                </a:lnTo>
                <a:lnTo>
                  <a:pt x="963643" y="45848"/>
                </a:lnTo>
                <a:lnTo>
                  <a:pt x="964084" y="46020"/>
                </a:lnTo>
                <a:lnTo>
                  <a:pt x="964551" y="46163"/>
                </a:lnTo>
                <a:lnTo>
                  <a:pt x="965042" y="46280"/>
                </a:lnTo>
                <a:lnTo>
                  <a:pt x="965556" y="46374"/>
                </a:lnTo>
                <a:lnTo>
                  <a:pt x="966091" y="46447"/>
                </a:lnTo>
                <a:lnTo>
                  <a:pt x="966646" y="46502"/>
                </a:lnTo>
                <a:lnTo>
                  <a:pt x="967220" y="46541"/>
                </a:lnTo>
                <a:lnTo>
                  <a:pt x="967811" y="46567"/>
                </a:lnTo>
                <a:lnTo>
                  <a:pt x="968418" y="46583"/>
                </a:lnTo>
                <a:lnTo>
                  <a:pt x="969039" y="46592"/>
                </a:lnTo>
                <a:lnTo>
                  <a:pt x="969673" y="46595"/>
                </a:lnTo>
                <a:lnTo>
                  <a:pt x="970318" y="46595"/>
                </a:lnTo>
                <a:lnTo>
                  <a:pt x="956050" y="66047"/>
                </a:lnTo>
                <a:lnTo>
                  <a:pt x="941400" y="46595"/>
                </a:lnTo>
                <a:lnTo>
                  <a:pt x="942022" y="46595"/>
                </a:lnTo>
                <a:lnTo>
                  <a:pt x="942635" y="46592"/>
                </a:lnTo>
                <a:lnTo>
                  <a:pt x="943237" y="46583"/>
                </a:lnTo>
                <a:lnTo>
                  <a:pt x="943826" y="46567"/>
                </a:lnTo>
                <a:lnTo>
                  <a:pt x="944401" y="46541"/>
                </a:lnTo>
                <a:lnTo>
                  <a:pt x="944961" y="46502"/>
                </a:lnTo>
                <a:lnTo>
                  <a:pt x="945503" y="46447"/>
                </a:lnTo>
                <a:lnTo>
                  <a:pt x="946027" y="46374"/>
                </a:lnTo>
                <a:lnTo>
                  <a:pt x="946530" y="46280"/>
                </a:lnTo>
                <a:lnTo>
                  <a:pt x="947013" y="46163"/>
                </a:lnTo>
                <a:lnTo>
                  <a:pt x="947472" y="46020"/>
                </a:lnTo>
                <a:lnTo>
                  <a:pt x="947906" y="45848"/>
                </a:lnTo>
                <a:lnTo>
                  <a:pt x="948314" y="45645"/>
                </a:lnTo>
                <a:lnTo>
                  <a:pt x="948695" y="45409"/>
                </a:lnTo>
                <a:lnTo>
                  <a:pt x="949046" y="45136"/>
                </a:lnTo>
                <a:lnTo>
                  <a:pt x="949367" y="44825"/>
                </a:lnTo>
                <a:lnTo>
                  <a:pt x="949656" y="44472"/>
                </a:lnTo>
                <a:lnTo>
                  <a:pt x="949911" y="44074"/>
                </a:lnTo>
                <a:lnTo>
                  <a:pt x="950131" y="43630"/>
                </a:lnTo>
                <a:lnTo>
                  <a:pt x="950315" y="43137"/>
                </a:lnTo>
                <a:lnTo>
                  <a:pt x="950460" y="42592"/>
                </a:lnTo>
                <a:lnTo>
                  <a:pt x="950566" y="41993"/>
                </a:lnTo>
                <a:lnTo>
                  <a:pt x="950630" y="41336"/>
                </a:lnTo>
                <a:lnTo>
                  <a:pt x="950652" y="40620"/>
                </a:lnTo>
                <a:lnTo>
                  <a:pt x="950627" y="39926"/>
                </a:lnTo>
                <a:lnTo>
                  <a:pt x="950556" y="39290"/>
                </a:lnTo>
                <a:lnTo>
                  <a:pt x="950439" y="38710"/>
                </a:lnTo>
                <a:lnTo>
                  <a:pt x="950282" y="38182"/>
                </a:lnTo>
                <a:lnTo>
                  <a:pt x="950086" y="37704"/>
                </a:lnTo>
                <a:lnTo>
                  <a:pt x="949854" y="37274"/>
                </a:lnTo>
                <a:lnTo>
                  <a:pt x="949590" y="36890"/>
                </a:lnTo>
                <a:lnTo>
                  <a:pt x="949296" y="36548"/>
                </a:lnTo>
                <a:lnTo>
                  <a:pt x="948975" y="36246"/>
                </a:lnTo>
                <a:lnTo>
                  <a:pt x="948630" y="35982"/>
                </a:lnTo>
                <a:lnTo>
                  <a:pt x="948265" y="35753"/>
                </a:lnTo>
                <a:lnTo>
                  <a:pt x="947881" y="35556"/>
                </a:lnTo>
                <a:lnTo>
                  <a:pt x="947483" y="35390"/>
                </a:lnTo>
                <a:lnTo>
                  <a:pt x="947072" y="35252"/>
                </a:lnTo>
                <a:lnTo>
                  <a:pt x="946652" y="35138"/>
                </a:lnTo>
                <a:lnTo>
                  <a:pt x="946226" y="35047"/>
                </a:lnTo>
                <a:lnTo>
                  <a:pt x="945796" y="34977"/>
                </a:lnTo>
                <a:lnTo>
                  <a:pt x="945366" y="34923"/>
                </a:lnTo>
                <a:lnTo>
                  <a:pt x="944939" y="34885"/>
                </a:lnTo>
                <a:lnTo>
                  <a:pt x="944517" y="34860"/>
                </a:lnTo>
                <a:lnTo>
                  <a:pt x="944103" y="34844"/>
                </a:lnTo>
                <a:lnTo>
                  <a:pt x="943701" y="34836"/>
                </a:lnTo>
                <a:lnTo>
                  <a:pt x="943313" y="34833"/>
                </a:lnTo>
                <a:lnTo>
                  <a:pt x="942942" y="34833"/>
                </a:lnTo>
                <a:lnTo>
                  <a:pt x="920384" y="34833"/>
                </a:lnTo>
                <a:lnTo>
                  <a:pt x="920012" y="34833"/>
                </a:lnTo>
                <a:lnTo>
                  <a:pt x="919621" y="34837"/>
                </a:lnTo>
                <a:lnTo>
                  <a:pt x="919214" y="34845"/>
                </a:lnTo>
                <a:lnTo>
                  <a:pt x="918795" y="34861"/>
                </a:lnTo>
                <a:lnTo>
                  <a:pt x="918365" y="34887"/>
                </a:lnTo>
                <a:lnTo>
                  <a:pt x="917929" y="34926"/>
                </a:lnTo>
                <a:lnTo>
                  <a:pt x="917490" y="34981"/>
                </a:lnTo>
                <a:lnTo>
                  <a:pt x="917050" y="35054"/>
                </a:lnTo>
                <a:lnTo>
                  <a:pt x="916612" y="35148"/>
                </a:lnTo>
                <a:lnTo>
                  <a:pt x="916181" y="35265"/>
                </a:lnTo>
                <a:lnTo>
                  <a:pt x="915758" y="35409"/>
                </a:lnTo>
                <a:lnTo>
                  <a:pt x="915347" y="35580"/>
                </a:lnTo>
                <a:lnTo>
                  <a:pt x="914952" y="35783"/>
                </a:lnTo>
                <a:lnTo>
                  <a:pt x="914574" y="36020"/>
                </a:lnTo>
                <a:lnTo>
                  <a:pt x="914218" y="36293"/>
                </a:lnTo>
                <a:lnTo>
                  <a:pt x="913886" y="36604"/>
                </a:lnTo>
                <a:lnTo>
                  <a:pt x="913582" y="36958"/>
                </a:lnTo>
                <a:lnTo>
                  <a:pt x="913308" y="37355"/>
                </a:lnTo>
                <a:lnTo>
                  <a:pt x="913068" y="37799"/>
                </a:lnTo>
                <a:lnTo>
                  <a:pt x="912864" y="38293"/>
                </a:lnTo>
                <a:lnTo>
                  <a:pt x="912701" y="38838"/>
                </a:lnTo>
                <a:lnTo>
                  <a:pt x="912580" y="39438"/>
                </a:lnTo>
                <a:lnTo>
                  <a:pt x="912505" y="40095"/>
                </a:lnTo>
                <a:lnTo>
                  <a:pt x="912480" y="40811"/>
                </a:lnTo>
                <a:lnTo>
                  <a:pt x="912506" y="41504"/>
                </a:lnTo>
                <a:lnTo>
                  <a:pt x="912584" y="42140"/>
                </a:lnTo>
                <a:lnTo>
                  <a:pt x="912709" y="42720"/>
                </a:lnTo>
                <a:lnTo>
                  <a:pt x="912878" y="43248"/>
                </a:lnTo>
                <a:lnTo>
                  <a:pt x="913088" y="43725"/>
                </a:lnTo>
                <a:lnTo>
                  <a:pt x="913335" y="44155"/>
                </a:lnTo>
                <a:lnTo>
                  <a:pt x="913617" y="44539"/>
                </a:lnTo>
                <a:lnTo>
                  <a:pt x="913929" y="44881"/>
                </a:lnTo>
                <a:lnTo>
                  <a:pt x="914269" y="45183"/>
                </a:lnTo>
                <a:lnTo>
                  <a:pt x="914633" y="45447"/>
                </a:lnTo>
                <a:lnTo>
                  <a:pt x="915018" y="45676"/>
                </a:lnTo>
                <a:lnTo>
                  <a:pt x="915420" y="45872"/>
                </a:lnTo>
                <a:lnTo>
                  <a:pt x="915836" y="46038"/>
                </a:lnTo>
                <a:lnTo>
                  <a:pt x="916263" y="46177"/>
                </a:lnTo>
                <a:lnTo>
                  <a:pt x="916698" y="46290"/>
                </a:lnTo>
                <a:lnTo>
                  <a:pt x="917136" y="46381"/>
                </a:lnTo>
                <a:lnTo>
                  <a:pt x="917575" y="46452"/>
                </a:lnTo>
                <a:lnTo>
                  <a:pt x="918011" y="46505"/>
                </a:lnTo>
                <a:lnTo>
                  <a:pt x="918441" y="46543"/>
                </a:lnTo>
                <a:lnTo>
                  <a:pt x="918862" y="46568"/>
                </a:lnTo>
                <a:lnTo>
                  <a:pt x="919270" y="46584"/>
                </a:lnTo>
                <a:lnTo>
                  <a:pt x="919662" y="46592"/>
                </a:lnTo>
                <a:lnTo>
                  <a:pt x="920034" y="46595"/>
                </a:lnTo>
                <a:lnTo>
                  <a:pt x="920384" y="46595"/>
                </a:lnTo>
                <a:lnTo>
                  <a:pt x="928097" y="46595"/>
                </a:lnTo>
                <a:lnTo>
                  <a:pt x="950846" y="75100"/>
                </a:lnTo>
                <a:lnTo>
                  <a:pt x="926938" y="106108"/>
                </a:lnTo>
                <a:lnTo>
                  <a:pt x="919228" y="106108"/>
                </a:lnTo>
                <a:lnTo>
                  <a:pt x="918856" y="106109"/>
                </a:lnTo>
                <a:lnTo>
                  <a:pt x="918465" y="106112"/>
                </a:lnTo>
                <a:lnTo>
                  <a:pt x="918058" y="106120"/>
                </a:lnTo>
                <a:lnTo>
                  <a:pt x="917638" y="106136"/>
                </a:lnTo>
                <a:lnTo>
                  <a:pt x="917209" y="106162"/>
                </a:lnTo>
                <a:lnTo>
                  <a:pt x="916773" y="106202"/>
                </a:lnTo>
                <a:lnTo>
                  <a:pt x="916333" y="106257"/>
                </a:lnTo>
                <a:lnTo>
                  <a:pt x="915893" y="106330"/>
                </a:lnTo>
                <a:lnTo>
                  <a:pt x="915456" y="106424"/>
                </a:lnTo>
                <a:lnTo>
                  <a:pt x="915025" y="106541"/>
                </a:lnTo>
                <a:lnTo>
                  <a:pt x="914602" y="106684"/>
                </a:lnTo>
                <a:lnTo>
                  <a:pt x="914191" y="106855"/>
                </a:lnTo>
                <a:lnTo>
                  <a:pt x="913796" y="107058"/>
                </a:lnTo>
                <a:lnTo>
                  <a:pt x="913418" y="107294"/>
                </a:lnTo>
                <a:lnTo>
                  <a:pt x="913062" y="107567"/>
                </a:lnTo>
                <a:lnTo>
                  <a:pt x="912730" y="107879"/>
                </a:lnTo>
                <a:lnTo>
                  <a:pt x="912426" y="108232"/>
                </a:lnTo>
                <a:lnTo>
                  <a:pt x="912152" y="108629"/>
                </a:lnTo>
                <a:lnTo>
                  <a:pt x="911912" y="109073"/>
                </a:lnTo>
                <a:lnTo>
                  <a:pt x="911708" y="109566"/>
                </a:lnTo>
                <a:lnTo>
                  <a:pt x="911545" y="110111"/>
                </a:lnTo>
                <a:lnTo>
                  <a:pt x="911424" y="110711"/>
                </a:lnTo>
                <a:lnTo>
                  <a:pt x="911349" y="111367"/>
                </a:lnTo>
                <a:lnTo>
                  <a:pt x="911324" y="112084"/>
                </a:lnTo>
                <a:lnTo>
                  <a:pt x="911350" y="112777"/>
                </a:lnTo>
                <a:lnTo>
                  <a:pt x="911427" y="113412"/>
                </a:lnTo>
                <a:lnTo>
                  <a:pt x="911552" y="113993"/>
                </a:lnTo>
                <a:lnTo>
                  <a:pt x="911721" y="114520"/>
                </a:lnTo>
                <a:lnTo>
                  <a:pt x="911931" y="114998"/>
                </a:lnTo>
                <a:lnTo>
                  <a:pt x="912179" y="115427"/>
                </a:lnTo>
                <a:lnTo>
                  <a:pt x="912460" y="115812"/>
                </a:lnTo>
                <a:lnTo>
                  <a:pt x="912773" y="116154"/>
                </a:lnTo>
                <a:lnTo>
                  <a:pt x="913112" y="116455"/>
                </a:lnTo>
                <a:lnTo>
                  <a:pt x="913476" y="116719"/>
                </a:lnTo>
                <a:lnTo>
                  <a:pt x="913861" y="116948"/>
                </a:lnTo>
                <a:lnTo>
                  <a:pt x="914263" y="117145"/>
                </a:lnTo>
                <a:lnTo>
                  <a:pt x="914679" y="117311"/>
                </a:lnTo>
                <a:lnTo>
                  <a:pt x="915106" y="117449"/>
                </a:lnTo>
                <a:lnTo>
                  <a:pt x="915540" y="117562"/>
                </a:lnTo>
                <a:lnTo>
                  <a:pt x="915978" y="117653"/>
                </a:lnTo>
                <a:lnTo>
                  <a:pt x="916417" y="117724"/>
                </a:lnTo>
                <a:lnTo>
                  <a:pt x="916854" y="117777"/>
                </a:lnTo>
                <a:lnTo>
                  <a:pt x="917284" y="117815"/>
                </a:lnTo>
                <a:lnTo>
                  <a:pt x="917705" y="117841"/>
                </a:lnTo>
                <a:lnTo>
                  <a:pt x="918113" y="117856"/>
                </a:lnTo>
                <a:lnTo>
                  <a:pt x="918505" y="117864"/>
                </a:lnTo>
                <a:lnTo>
                  <a:pt x="918878" y="117867"/>
                </a:lnTo>
                <a:lnTo>
                  <a:pt x="919228" y="117868"/>
                </a:lnTo>
                <a:lnTo>
                  <a:pt x="941786" y="117868"/>
                </a:lnTo>
                <a:lnTo>
                  <a:pt x="942157" y="117867"/>
                </a:lnTo>
                <a:lnTo>
                  <a:pt x="942545" y="117864"/>
                </a:lnTo>
                <a:lnTo>
                  <a:pt x="942947" y="117856"/>
                </a:lnTo>
                <a:lnTo>
                  <a:pt x="943361" y="117841"/>
                </a:lnTo>
                <a:lnTo>
                  <a:pt x="943783" y="117815"/>
                </a:lnTo>
                <a:lnTo>
                  <a:pt x="944210" y="117777"/>
                </a:lnTo>
                <a:lnTo>
                  <a:pt x="944640" y="117724"/>
                </a:lnTo>
                <a:lnTo>
                  <a:pt x="945070" y="117653"/>
                </a:lnTo>
                <a:lnTo>
                  <a:pt x="945496" y="117562"/>
                </a:lnTo>
                <a:lnTo>
                  <a:pt x="945916" y="117449"/>
                </a:lnTo>
                <a:lnTo>
                  <a:pt x="946327" y="117311"/>
                </a:lnTo>
                <a:lnTo>
                  <a:pt x="946725" y="117145"/>
                </a:lnTo>
                <a:lnTo>
                  <a:pt x="947109" y="116948"/>
                </a:lnTo>
                <a:lnTo>
                  <a:pt x="947474" y="116719"/>
                </a:lnTo>
                <a:lnTo>
                  <a:pt x="947819" y="116455"/>
                </a:lnTo>
                <a:lnTo>
                  <a:pt x="948140" y="116154"/>
                </a:lnTo>
                <a:lnTo>
                  <a:pt x="948434" y="115812"/>
                </a:lnTo>
                <a:lnTo>
                  <a:pt x="948698" y="115427"/>
                </a:lnTo>
                <a:lnTo>
                  <a:pt x="948930" y="114998"/>
                </a:lnTo>
                <a:lnTo>
                  <a:pt x="949126" y="114520"/>
                </a:lnTo>
                <a:lnTo>
                  <a:pt x="949283" y="113993"/>
                </a:lnTo>
                <a:lnTo>
                  <a:pt x="949399" y="113412"/>
                </a:lnTo>
                <a:lnTo>
                  <a:pt x="949471" y="112777"/>
                </a:lnTo>
                <a:lnTo>
                  <a:pt x="949496" y="112084"/>
                </a:lnTo>
                <a:lnTo>
                  <a:pt x="949475" y="111367"/>
                </a:lnTo>
                <a:lnTo>
                  <a:pt x="949413" y="110711"/>
                </a:lnTo>
                <a:lnTo>
                  <a:pt x="949310" y="110111"/>
                </a:lnTo>
                <a:lnTo>
                  <a:pt x="949168" y="109566"/>
                </a:lnTo>
                <a:lnTo>
                  <a:pt x="948988" y="109073"/>
                </a:lnTo>
                <a:lnTo>
                  <a:pt x="948770" y="108629"/>
                </a:lnTo>
                <a:lnTo>
                  <a:pt x="948515" y="108232"/>
                </a:lnTo>
                <a:lnTo>
                  <a:pt x="948225" y="107879"/>
                </a:lnTo>
                <a:lnTo>
                  <a:pt x="947900" y="107567"/>
                </a:lnTo>
                <a:lnTo>
                  <a:pt x="947541" y="107294"/>
                </a:lnTo>
                <a:lnTo>
                  <a:pt x="947149" y="107058"/>
                </a:lnTo>
                <a:lnTo>
                  <a:pt x="946725" y="106855"/>
                </a:lnTo>
                <a:lnTo>
                  <a:pt x="946270" y="106684"/>
                </a:lnTo>
                <a:lnTo>
                  <a:pt x="945784" y="106541"/>
                </a:lnTo>
                <a:lnTo>
                  <a:pt x="945269" y="106424"/>
                </a:lnTo>
                <a:lnTo>
                  <a:pt x="944726" y="106330"/>
                </a:lnTo>
                <a:lnTo>
                  <a:pt x="944156" y="106257"/>
                </a:lnTo>
                <a:lnTo>
                  <a:pt x="943559" y="106202"/>
                </a:lnTo>
                <a:lnTo>
                  <a:pt x="942936" y="106162"/>
                </a:lnTo>
                <a:lnTo>
                  <a:pt x="942289" y="106136"/>
                </a:lnTo>
                <a:lnTo>
                  <a:pt x="941617" y="106120"/>
                </a:lnTo>
                <a:lnTo>
                  <a:pt x="940923" y="106112"/>
                </a:lnTo>
                <a:lnTo>
                  <a:pt x="940207" y="106109"/>
                </a:lnTo>
                <a:lnTo>
                  <a:pt x="939470" y="106108"/>
                </a:lnTo>
                <a:lnTo>
                  <a:pt x="956050" y="82393"/>
                </a:lnTo>
                <a:lnTo>
                  <a:pt x="973210" y="106108"/>
                </a:lnTo>
                <a:lnTo>
                  <a:pt x="972541" y="106109"/>
                </a:lnTo>
                <a:lnTo>
                  <a:pt x="971886" y="106112"/>
                </a:lnTo>
                <a:lnTo>
                  <a:pt x="971245" y="106120"/>
                </a:lnTo>
                <a:lnTo>
                  <a:pt x="970621" y="106136"/>
                </a:lnTo>
                <a:lnTo>
                  <a:pt x="970014" y="106162"/>
                </a:lnTo>
                <a:lnTo>
                  <a:pt x="969426" y="106202"/>
                </a:lnTo>
                <a:lnTo>
                  <a:pt x="968858" y="106257"/>
                </a:lnTo>
                <a:lnTo>
                  <a:pt x="968311" y="106330"/>
                </a:lnTo>
                <a:lnTo>
                  <a:pt x="967787" y="106424"/>
                </a:lnTo>
                <a:lnTo>
                  <a:pt x="967287" y="106541"/>
                </a:lnTo>
                <a:lnTo>
                  <a:pt x="966813" y="106684"/>
                </a:lnTo>
                <a:lnTo>
                  <a:pt x="966365" y="106855"/>
                </a:lnTo>
                <a:lnTo>
                  <a:pt x="965946" y="107058"/>
                </a:lnTo>
                <a:lnTo>
                  <a:pt x="965556" y="107294"/>
                </a:lnTo>
                <a:lnTo>
                  <a:pt x="965196" y="107567"/>
                </a:lnTo>
                <a:lnTo>
                  <a:pt x="964869" y="107879"/>
                </a:lnTo>
                <a:lnTo>
                  <a:pt x="964575" y="108232"/>
                </a:lnTo>
                <a:lnTo>
                  <a:pt x="964317" y="108629"/>
                </a:lnTo>
                <a:lnTo>
                  <a:pt x="964094" y="109073"/>
                </a:lnTo>
                <a:lnTo>
                  <a:pt x="963909" y="109566"/>
                </a:lnTo>
                <a:lnTo>
                  <a:pt x="963762" y="110111"/>
                </a:lnTo>
                <a:lnTo>
                  <a:pt x="963656" y="110711"/>
                </a:lnTo>
                <a:lnTo>
                  <a:pt x="963591" y="111367"/>
                </a:lnTo>
                <a:lnTo>
                  <a:pt x="963569" y="112084"/>
                </a:lnTo>
                <a:lnTo>
                  <a:pt x="963594" y="112777"/>
                </a:lnTo>
                <a:lnTo>
                  <a:pt x="963666" y="113412"/>
                </a:lnTo>
                <a:lnTo>
                  <a:pt x="963782" y="113993"/>
                </a:lnTo>
                <a:lnTo>
                  <a:pt x="963940" y="114520"/>
                </a:lnTo>
                <a:lnTo>
                  <a:pt x="964136" y="114998"/>
                </a:lnTo>
                <a:lnTo>
                  <a:pt x="964368" y="115427"/>
                </a:lnTo>
                <a:lnTo>
                  <a:pt x="964632" y="115812"/>
                </a:lnTo>
                <a:lnTo>
                  <a:pt x="964927" y="116154"/>
                </a:lnTo>
                <a:lnTo>
                  <a:pt x="965247" y="116455"/>
                </a:lnTo>
                <a:lnTo>
                  <a:pt x="965592" y="116719"/>
                </a:lnTo>
                <a:lnTo>
                  <a:pt x="965958" y="116948"/>
                </a:lnTo>
                <a:lnTo>
                  <a:pt x="966342" y="117145"/>
                </a:lnTo>
                <a:lnTo>
                  <a:pt x="966740" y="117311"/>
                </a:lnTo>
                <a:lnTo>
                  <a:pt x="967151" y="117449"/>
                </a:lnTo>
                <a:lnTo>
                  <a:pt x="967571" y="117562"/>
                </a:lnTo>
                <a:lnTo>
                  <a:pt x="967998" y="117653"/>
                </a:lnTo>
                <a:lnTo>
                  <a:pt x="968427" y="117724"/>
                </a:lnTo>
                <a:lnTo>
                  <a:pt x="968858" y="117777"/>
                </a:lnTo>
                <a:lnTo>
                  <a:pt x="969285" y="117815"/>
                </a:lnTo>
                <a:lnTo>
                  <a:pt x="969707" y="117841"/>
                </a:lnTo>
                <a:lnTo>
                  <a:pt x="970121" y="117856"/>
                </a:lnTo>
                <a:lnTo>
                  <a:pt x="970523" y="117864"/>
                </a:lnTo>
                <a:lnTo>
                  <a:pt x="970912" y="117867"/>
                </a:lnTo>
                <a:lnTo>
                  <a:pt x="971283" y="117868"/>
                </a:lnTo>
                <a:lnTo>
                  <a:pt x="993837" y="117868"/>
                </a:lnTo>
                <a:lnTo>
                  <a:pt x="994187" y="117867"/>
                </a:lnTo>
                <a:lnTo>
                  <a:pt x="994560" y="117864"/>
                </a:lnTo>
                <a:lnTo>
                  <a:pt x="994952" y="117856"/>
                </a:lnTo>
                <a:lnTo>
                  <a:pt x="995360" y="117841"/>
                </a:lnTo>
                <a:lnTo>
                  <a:pt x="995781" y="117815"/>
                </a:lnTo>
                <a:lnTo>
                  <a:pt x="996212" y="117777"/>
                </a:lnTo>
                <a:lnTo>
                  <a:pt x="996648" y="117724"/>
                </a:lnTo>
                <a:lnTo>
                  <a:pt x="997087" y="117653"/>
                </a:lnTo>
                <a:lnTo>
                  <a:pt x="997525" y="117562"/>
                </a:lnTo>
                <a:lnTo>
                  <a:pt x="997959" y="117449"/>
                </a:lnTo>
                <a:lnTo>
                  <a:pt x="998386" y="117311"/>
                </a:lnTo>
                <a:lnTo>
                  <a:pt x="998802" y="117145"/>
                </a:lnTo>
                <a:lnTo>
                  <a:pt x="999204" y="116948"/>
                </a:lnTo>
                <a:lnTo>
                  <a:pt x="999589" y="116719"/>
                </a:lnTo>
                <a:lnTo>
                  <a:pt x="999953" y="116455"/>
                </a:lnTo>
                <a:lnTo>
                  <a:pt x="1000293" y="116154"/>
                </a:lnTo>
                <a:lnTo>
                  <a:pt x="1000605" y="115812"/>
                </a:lnTo>
                <a:lnTo>
                  <a:pt x="1000886" y="115427"/>
                </a:lnTo>
                <a:lnTo>
                  <a:pt x="1001134" y="114998"/>
                </a:lnTo>
                <a:lnTo>
                  <a:pt x="1001344" y="114520"/>
                </a:lnTo>
                <a:lnTo>
                  <a:pt x="1001513" y="113993"/>
                </a:lnTo>
                <a:lnTo>
                  <a:pt x="1001638" y="113412"/>
                </a:lnTo>
                <a:lnTo>
                  <a:pt x="1001715" y="112777"/>
                </a:lnTo>
                <a:lnTo>
                  <a:pt x="1001742" y="112084"/>
                </a:lnTo>
                <a:lnTo>
                  <a:pt x="1001716" y="111367"/>
                </a:lnTo>
                <a:lnTo>
                  <a:pt x="1001641" y="110711"/>
                </a:lnTo>
                <a:lnTo>
                  <a:pt x="1001521" y="110111"/>
                </a:lnTo>
                <a:lnTo>
                  <a:pt x="1001357" y="109566"/>
                </a:lnTo>
                <a:lnTo>
                  <a:pt x="1001154" y="109073"/>
                </a:lnTo>
                <a:close/>
                <a:moveTo>
                  <a:pt x="185850" y="96806"/>
                </a:moveTo>
                <a:lnTo>
                  <a:pt x="185850" y="96807"/>
                </a:lnTo>
                <a:lnTo>
                  <a:pt x="185850" y="96809"/>
                </a:lnTo>
                <a:lnTo>
                  <a:pt x="185850" y="96806"/>
                </a:lnTo>
                <a:close/>
                <a:moveTo>
                  <a:pt x="390800" y="62248"/>
                </a:moveTo>
                <a:lnTo>
                  <a:pt x="389908" y="59652"/>
                </a:lnTo>
                <a:lnTo>
                  <a:pt x="388874" y="57143"/>
                </a:lnTo>
                <a:lnTo>
                  <a:pt x="387703" y="54727"/>
                </a:lnTo>
                <a:lnTo>
                  <a:pt x="386402" y="52411"/>
                </a:lnTo>
                <a:lnTo>
                  <a:pt x="384976" y="50199"/>
                </a:lnTo>
                <a:lnTo>
                  <a:pt x="383431" y="48099"/>
                </a:lnTo>
                <a:lnTo>
                  <a:pt x="381775" y="46116"/>
                </a:lnTo>
                <a:lnTo>
                  <a:pt x="380011" y="44257"/>
                </a:lnTo>
                <a:lnTo>
                  <a:pt x="378148" y="42527"/>
                </a:lnTo>
                <a:lnTo>
                  <a:pt x="376190" y="40933"/>
                </a:lnTo>
                <a:lnTo>
                  <a:pt x="374143" y="39481"/>
                </a:lnTo>
                <a:lnTo>
                  <a:pt x="372015" y="38177"/>
                </a:lnTo>
                <a:lnTo>
                  <a:pt x="369810" y="37026"/>
                </a:lnTo>
                <a:lnTo>
                  <a:pt x="367535" y="36036"/>
                </a:lnTo>
                <a:lnTo>
                  <a:pt x="365195" y="35213"/>
                </a:lnTo>
                <a:lnTo>
                  <a:pt x="362797" y="34562"/>
                </a:lnTo>
                <a:lnTo>
                  <a:pt x="360348" y="34089"/>
                </a:lnTo>
                <a:lnTo>
                  <a:pt x="357852" y="33801"/>
                </a:lnTo>
                <a:lnTo>
                  <a:pt x="355316" y="33703"/>
                </a:lnTo>
                <a:lnTo>
                  <a:pt x="354162" y="33721"/>
                </a:lnTo>
                <a:lnTo>
                  <a:pt x="353015" y="33775"/>
                </a:lnTo>
                <a:lnTo>
                  <a:pt x="351875" y="33864"/>
                </a:lnTo>
                <a:lnTo>
                  <a:pt x="350744" y="33988"/>
                </a:lnTo>
                <a:lnTo>
                  <a:pt x="349621" y="34147"/>
                </a:lnTo>
                <a:lnTo>
                  <a:pt x="348507" y="34339"/>
                </a:lnTo>
                <a:lnTo>
                  <a:pt x="347404" y="34565"/>
                </a:lnTo>
                <a:lnTo>
                  <a:pt x="346311" y="34825"/>
                </a:lnTo>
                <a:lnTo>
                  <a:pt x="345229" y="35117"/>
                </a:lnTo>
                <a:lnTo>
                  <a:pt x="344160" y="35442"/>
                </a:lnTo>
                <a:lnTo>
                  <a:pt x="343103" y="35798"/>
                </a:lnTo>
                <a:lnTo>
                  <a:pt x="342060" y="36186"/>
                </a:lnTo>
                <a:lnTo>
                  <a:pt x="341031" y="36606"/>
                </a:lnTo>
                <a:lnTo>
                  <a:pt x="340017" y="37056"/>
                </a:lnTo>
                <a:lnTo>
                  <a:pt x="339017" y="37536"/>
                </a:lnTo>
                <a:lnTo>
                  <a:pt x="338034" y="38046"/>
                </a:lnTo>
                <a:lnTo>
                  <a:pt x="337068" y="38586"/>
                </a:lnTo>
                <a:lnTo>
                  <a:pt x="336119" y="39154"/>
                </a:lnTo>
                <a:lnTo>
                  <a:pt x="335188" y="39752"/>
                </a:lnTo>
                <a:lnTo>
                  <a:pt x="334276" y="40377"/>
                </a:lnTo>
                <a:lnTo>
                  <a:pt x="333383" y="41031"/>
                </a:lnTo>
                <a:lnTo>
                  <a:pt x="332511" y="41711"/>
                </a:lnTo>
                <a:lnTo>
                  <a:pt x="331659" y="42419"/>
                </a:lnTo>
                <a:lnTo>
                  <a:pt x="330828" y="43153"/>
                </a:lnTo>
                <a:lnTo>
                  <a:pt x="330826" y="42466"/>
                </a:lnTo>
                <a:lnTo>
                  <a:pt x="330816" y="41809"/>
                </a:lnTo>
                <a:lnTo>
                  <a:pt x="330797" y="41182"/>
                </a:lnTo>
                <a:lnTo>
                  <a:pt x="330766" y="40586"/>
                </a:lnTo>
                <a:lnTo>
                  <a:pt x="330719" y="40019"/>
                </a:lnTo>
                <a:lnTo>
                  <a:pt x="330654" y="39482"/>
                </a:lnTo>
                <a:lnTo>
                  <a:pt x="330567" y="38976"/>
                </a:lnTo>
                <a:lnTo>
                  <a:pt x="330457" y="38499"/>
                </a:lnTo>
                <a:lnTo>
                  <a:pt x="330320" y="38051"/>
                </a:lnTo>
                <a:lnTo>
                  <a:pt x="330153" y="37633"/>
                </a:lnTo>
                <a:lnTo>
                  <a:pt x="329954" y="37245"/>
                </a:lnTo>
                <a:lnTo>
                  <a:pt x="329720" y="36886"/>
                </a:lnTo>
                <a:lnTo>
                  <a:pt x="329447" y="36556"/>
                </a:lnTo>
                <a:lnTo>
                  <a:pt x="329134" y="36255"/>
                </a:lnTo>
                <a:lnTo>
                  <a:pt x="328776" y="35984"/>
                </a:lnTo>
                <a:lnTo>
                  <a:pt x="328372" y="35741"/>
                </a:lnTo>
                <a:lnTo>
                  <a:pt x="327919" y="35528"/>
                </a:lnTo>
                <a:lnTo>
                  <a:pt x="327413" y="35343"/>
                </a:lnTo>
                <a:lnTo>
                  <a:pt x="326852" y="35187"/>
                </a:lnTo>
                <a:lnTo>
                  <a:pt x="326232" y="35059"/>
                </a:lnTo>
                <a:lnTo>
                  <a:pt x="325552" y="34960"/>
                </a:lnTo>
                <a:lnTo>
                  <a:pt x="324808" y="34889"/>
                </a:lnTo>
                <a:lnTo>
                  <a:pt x="323998" y="34847"/>
                </a:lnTo>
                <a:lnTo>
                  <a:pt x="323118" y="34833"/>
                </a:lnTo>
                <a:lnTo>
                  <a:pt x="309044" y="34833"/>
                </a:lnTo>
                <a:lnTo>
                  <a:pt x="308650" y="34833"/>
                </a:lnTo>
                <a:lnTo>
                  <a:pt x="308241" y="34837"/>
                </a:lnTo>
                <a:lnTo>
                  <a:pt x="307819" y="34845"/>
                </a:lnTo>
                <a:lnTo>
                  <a:pt x="307387" y="34861"/>
                </a:lnTo>
                <a:lnTo>
                  <a:pt x="306949" y="34887"/>
                </a:lnTo>
                <a:lnTo>
                  <a:pt x="306507" y="34926"/>
                </a:lnTo>
                <a:lnTo>
                  <a:pt x="306065" y="34981"/>
                </a:lnTo>
                <a:lnTo>
                  <a:pt x="305624" y="35054"/>
                </a:lnTo>
                <a:lnTo>
                  <a:pt x="305187" y="35148"/>
                </a:lnTo>
                <a:lnTo>
                  <a:pt x="304758" y="35265"/>
                </a:lnTo>
                <a:lnTo>
                  <a:pt x="304340" y="35409"/>
                </a:lnTo>
                <a:lnTo>
                  <a:pt x="303935" y="35580"/>
                </a:lnTo>
                <a:lnTo>
                  <a:pt x="303546" y="35783"/>
                </a:lnTo>
                <a:lnTo>
                  <a:pt x="303176" y="36020"/>
                </a:lnTo>
                <a:lnTo>
                  <a:pt x="302827" y="36293"/>
                </a:lnTo>
                <a:lnTo>
                  <a:pt x="302503" y="36604"/>
                </a:lnTo>
                <a:lnTo>
                  <a:pt x="302207" y="36958"/>
                </a:lnTo>
                <a:lnTo>
                  <a:pt x="301941" y="37355"/>
                </a:lnTo>
                <a:lnTo>
                  <a:pt x="301708" y="37799"/>
                </a:lnTo>
                <a:lnTo>
                  <a:pt x="301511" y="38293"/>
                </a:lnTo>
                <a:lnTo>
                  <a:pt x="301353" y="38838"/>
                </a:lnTo>
                <a:lnTo>
                  <a:pt x="301236" y="39438"/>
                </a:lnTo>
                <a:lnTo>
                  <a:pt x="301164" y="40095"/>
                </a:lnTo>
                <a:lnTo>
                  <a:pt x="301140" y="40811"/>
                </a:lnTo>
                <a:lnTo>
                  <a:pt x="301165" y="41504"/>
                </a:lnTo>
                <a:lnTo>
                  <a:pt x="301240" y="42140"/>
                </a:lnTo>
                <a:lnTo>
                  <a:pt x="301361" y="42720"/>
                </a:lnTo>
                <a:lnTo>
                  <a:pt x="301524" y="43248"/>
                </a:lnTo>
                <a:lnTo>
                  <a:pt x="301726" y="43725"/>
                </a:lnTo>
                <a:lnTo>
                  <a:pt x="301965" y="44155"/>
                </a:lnTo>
                <a:lnTo>
                  <a:pt x="302237" y="44539"/>
                </a:lnTo>
                <a:lnTo>
                  <a:pt x="302539" y="44881"/>
                </a:lnTo>
                <a:lnTo>
                  <a:pt x="302868" y="45183"/>
                </a:lnTo>
                <a:lnTo>
                  <a:pt x="303221" y="45447"/>
                </a:lnTo>
                <a:lnTo>
                  <a:pt x="303593" y="45676"/>
                </a:lnTo>
                <a:lnTo>
                  <a:pt x="303983" y="45872"/>
                </a:lnTo>
                <a:lnTo>
                  <a:pt x="304388" y="46038"/>
                </a:lnTo>
                <a:lnTo>
                  <a:pt x="304802" y="46177"/>
                </a:lnTo>
                <a:lnTo>
                  <a:pt x="305225" y="46290"/>
                </a:lnTo>
                <a:lnTo>
                  <a:pt x="305652" y="46381"/>
                </a:lnTo>
                <a:lnTo>
                  <a:pt x="306081" y="46452"/>
                </a:lnTo>
                <a:lnTo>
                  <a:pt x="306507" y="46505"/>
                </a:lnTo>
                <a:lnTo>
                  <a:pt x="306929" y="46543"/>
                </a:lnTo>
                <a:lnTo>
                  <a:pt x="307342" y="46568"/>
                </a:lnTo>
                <a:lnTo>
                  <a:pt x="307744" y="46584"/>
                </a:lnTo>
                <a:lnTo>
                  <a:pt x="308132" y="46592"/>
                </a:lnTo>
                <a:lnTo>
                  <a:pt x="308502" y="46595"/>
                </a:lnTo>
                <a:lnTo>
                  <a:pt x="308850" y="46595"/>
                </a:lnTo>
                <a:lnTo>
                  <a:pt x="317528" y="46595"/>
                </a:lnTo>
                <a:lnTo>
                  <a:pt x="317528" y="148850"/>
                </a:lnTo>
                <a:lnTo>
                  <a:pt x="309044" y="148850"/>
                </a:lnTo>
                <a:lnTo>
                  <a:pt x="308650" y="148850"/>
                </a:lnTo>
                <a:lnTo>
                  <a:pt x="308241" y="148853"/>
                </a:lnTo>
                <a:lnTo>
                  <a:pt x="307819" y="148861"/>
                </a:lnTo>
                <a:lnTo>
                  <a:pt x="307387" y="148877"/>
                </a:lnTo>
                <a:lnTo>
                  <a:pt x="306949" y="148904"/>
                </a:lnTo>
                <a:lnTo>
                  <a:pt x="306507" y="148943"/>
                </a:lnTo>
                <a:lnTo>
                  <a:pt x="306065" y="148998"/>
                </a:lnTo>
                <a:lnTo>
                  <a:pt x="305624" y="149071"/>
                </a:lnTo>
                <a:lnTo>
                  <a:pt x="305187" y="149165"/>
                </a:lnTo>
                <a:lnTo>
                  <a:pt x="304758" y="149282"/>
                </a:lnTo>
                <a:lnTo>
                  <a:pt x="304340" y="149425"/>
                </a:lnTo>
                <a:lnTo>
                  <a:pt x="303935" y="149596"/>
                </a:lnTo>
                <a:lnTo>
                  <a:pt x="303546" y="149799"/>
                </a:lnTo>
                <a:lnTo>
                  <a:pt x="303176" y="150036"/>
                </a:lnTo>
                <a:lnTo>
                  <a:pt x="302827" y="150308"/>
                </a:lnTo>
                <a:lnTo>
                  <a:pt x="302503" y="150620"/>
                </a:lnTo>
                <a:lnTo>
                  <a:pt x="302207" y="150973"/>
                </a:lnTo>
                <a:lnTo>
                  <a:pt x="301941" y="151370"/>
                </a:lnTo>
                <a:lnTo>
                  <a:pt x="301708" y="151814"/>
                </a:lnTo>
                <a:lnTo>
                  <a:pt x="301511" y="152307"/>
                </a:lnTo>
                <a:lnTo>
                  <a:pt x="301353" y="152852"/>
                </a:lnTo>
                <a:lnTo>
                  <a:pt x="301236" y="153452"/>
                </a:lnTo>
                <a:lnTo>
                  <a:pt x="301164" y="154108"/>
                </a:lnTo>
                <a:lnTo>
                  <a:pt x="301140" y="154825"/>
                </a:lnTo>
                <a:lnTo>
                  <a:pt x="301165" y="155518"/>
                </a:lnTo>
                <a:lnTo>
                  <a:pt x="301240" y="156153"/>
                </a:lnTo>
                <a:lnTo>
                  <a:pt x="301361" y="156734"/>
                </a:lnTo>
                <a:lnTo>
                  <a:pt x="301524" y="157261"/>
                </a:lnTo>
                <a:lnTo>
                  <a:pt x="301726" y="157739"/>
                </a:lnTo>
                <a:lnTo>
                  <a:pt x="301965" y="158169"/>
                </a:lnTo>
                <a:lnTo>
                  <a:pt x="302237" y="158553"/>
                </a:lnTo>
                <a:lnTo>
                  <a:pt x="302539" y="158895"/>
                </a:lnTo>
                <a:lnTo>
                  <a:pt x="302868" y="159197"/>
                </a:lnTo>
                <a:lnTo>
                  <a:pt x="303221" y="159461"/>
                </a:lnTo>
                <a:lnTo>
                  <a:pt x="303593" y="159689"/>
                </a:lnTo>
                <a:lnTo>
                  <a:pt x="303983" y="159886"/>
                </a:lnTo>
                <a:lnTo>
                  <a:pt x="304388" y="160052"/>
                </a:lnTo>
                <a:lnTo>
                  <a:pt x="304802" y="160190"/>
                </a:lnTo>
                <a:lnTo>
                  <a:pt x="305225" y="160304"/>
                </a:lnTo>
                <a:lnTo>
                  <a:pt x="305652" y="160394"/>
                </a:lnTo>
                <a:lnTo>
                  <a:pt x="306081" y="160465"/>
                </a:lnTo>
                <a:lnTo>
                  <a:pt x="306507" y="160518"/>
                </a:lnTo>
                <a:lnTo>
                  <a:pt x="306929" y="160556"/>
                </a:lnTo>
                <a:lnTo>
                  <a:pt x="307342" y="160582"/>
                </a:lnTo>
                <a:lnTo>
                  <a:pt x="307744" y="160597"/>
                </a:lnTo>
                <a:lnTo>
                  <a:pt x="308132" y="160605"/>
                </a:lnTo>
                <a:lnTo>
                  <a:pt x="308502" y="160608"/>
                </a:lnTo>
                <a:lnTo>
                  <a:pt x="308850" y="160609"/>
                </a:lnTo>
                <a:lnTo>
                  <a:pt x="339506" y="160609"/>
                </a:lnTo>
                <a:lnTo>
                  <a:pt x="339855" y="160608"/>
                </a:lnTo>
                <a:lnTo>
                  <a:pt x="340225" y="160605"/>
                </a:lnTo>
                <a:lnTo>
                  <a:pt x="340612" y="160597"/>
                </a:lnTo>
                <a:lnTo>
                  <a:pt x="341014" y="160582"/>
                </a:lnTo>
                <a:lnTo>
                  <a:pt x="341428" y="160556"/>
                </a:lnTo>
                <a:lnTo>
                  <a:pt x="341849" y="160518"/>
                </a:lnTo>
                <a:lnTo>
                  <a:pt x="342276" y="160465"/>
                </a:lnTo>
                <a:lnTo>
                  <a:pt x="342704" y="160394"/>
                </a:lnTo>
                <a:lnTo>
                  <a:pt x="343132" y="160304"/>
                </a:lnTo>
                <a:lnTo>
                  <a:pt x="343554" y="160190"/>
                </a:lnTo>
                <a:lnTo>
                  <a:pt x="343969" y="160052"/>
                </a:lnTo>
                <a:lnTo>
                  <a:pt x="344373" y="159886"/>
                </a:lnTo>
                <a:lnTo>
                  <a:pt x="344763" y="159689"/>
                </a:lnTo>
                <a:lnTo>
                  <a:pt x="345136" y="159461"/>
                </a:lnTo>
                <a:lnTo>
                  <a:pt x="345488" y="159197"/>
                </a:lnTo>
                <a:lnTo>
                  <a:pt x="345817" y="158895"/>
                </a:lnTo>
                <a:lnTo>
                  <a:pt x="346119" y="158553"/>
                </a:lnTo>
                <a:lnTo>
                  <a:pt x="346391" y="158169"/>
                </a:lnTo>
                <a:lnTo>
                  <a:pt x="346630" y="157739"/>
                </a:lnTo>
                <a:lnTo>
                  <a:pt x="346833" y="157261"/>
                </a:lnTo>
                <a:lnTo>
                  <a:pt x="346996" y="156734"/>
                </a:lnTo>
                <a:lnTo>
                  <a:pt x="347117" y="156153"/>
                </a:lnTo>
                <a:lnTo>
                  <a:pt x="347191" y="155518"/>
                </a:lnTo>
                <a:lnTo>
                  <a:pt x="347217" y="154825"/>
                </a:lnTo>
                <a:lnTo>
                  <a:pt x="347192" y="154108"/>
                </a:lnTo>
                <a:lnTo>
                  <a:pt x="347120" y="153452"/>
                </a:lnTo>
                <a:lnTo>
                  <a:pt x="347004" y="152852"/>
                </a:lnTo>
                <a:lnTo>
                  <a:pt x="346846" y="152307"/>
                </a:lnTo>
                <a:lnTo>
                  <a:pt x="346649" y="151814"/>
                </a:lnTo>
                <a:lnTo>
                  <a:pt x="346416" y="151370"/>
                </a:lnTo>
                <a:lnTo>
                  <a:pt x="346150" y="150973"/>
                </a:lnTo>
                <a:lnTo>
                  <a:pt x="345853" y="150620"/>
                </a:lnTo>
                <a:lnTo>
                  <a:pt x="345529" y="150308"/>
                </a:lnTo>
                <a:lnTo>
                  <a:pt x="345181" y="150036"/>
                </a:lnTo>
                <a:lnTo>
                  <a:pt x="344811" y="149799"/>
                </a:lnTo>
                <a:lnTo>
                  <a:pt x="344422" y="149596"/>
                </a:lnTo>
                <a:lnTo>
                  <a:pt x="344017" y="149425"/>
                </a:lnTo>
                <a:lnTo>
                  <a:pt x="343598" y="149282"/>
                </a:lnTo>
                <a:lnTo>
                  <a:pt x="343169" y="149165"/>
                </a:lnTo>
                <a:lnTo>
                  <a:pt x="342733" y="149071"/>
                </a:lnTo>
                <a:lnTo>
                  <a:pt x="342292" y="148998"/>
                </a:lnTo>
                <a:lnTo>
                  <a:pt x="341849" y="148943"/>
                </a:lnTo>
                <a:lnTo>
                  <a:pt x="341407" y="148904"/>
                </a:lnTo>
                <a:lnTo>
                  <a:pt x="340969" y="148877"/>
                </a:lnTo>
                <a:lnTo>
                  <a:pt x="340538" y="148861"/>
                </a:lnTo>
                <a:lnTo>
                  <a:pt x="340116" y="148853"/>
                </a:lnTo>
                <a:lnTo>
                  <a:pt x="339707" y="148850"/>
                </a:lnTo>
                <a:lnTo>
                  <a:pt x="339312" y="148850"/>
                </a:lnTo>
                <a:lnTo>
                  <a:pt x="330828" y="148850"/>
                </a:lnTo>
                <a:lnTo>
                  <a:pt x="330828" y="109165"/>
                </a:lnTo>
                <a:lnTo>
                  <a:pt x="331818" y="110145"/>
                </a:lnTo>
                <a:lnTo>
                  <a:pt x="332811" y="111060"/>
                </a:lnTo>
                <a:lnTo>
                  <a:pt x="333806" y="111913"/>
                </a:lnTo>
                <a:lnTo>
                  <a:pt x="334801" y="112706"/>
                </a:lnTo>
                <a:lnTo>
                  <a:pt x="335796" y="113440"/>
                </a:lnTo>
                <a:lnTo>
                  <a:pt x="336790" y="114118"/>
                </a:lnTo>
                <a:lnTo>
                  <a:pt x="337781" y="114742"/>
                </a:lnTo>
                <a:lnTo>
                  <a:pt x="338769" y="115314"/>
                </a:lnTo>
                <a:lnTo>
                  <a:pt x="339752" y="115835"/>
                </a:lnTo>
                <a:lnTo>
                  <a:pt x="340729" y="116309"/>
                </a:lnTo>
                <a:lnTo>
                  <a:pt x="341700" y="116736"/>
                </a:lnTo>
                <a:lnTo>
                  <a:pt x="342662" y="117118"/>
                </a:lnTo>
                <a:lnTo>
                  <a:pt x="343616" y="117459"/>
                </a:lnTo>
                <a:lnTo>
                  <a:pt x="344559" y="117760"/>
                </a:lnTo>
                <a:lnTo>
                  <a:pt x="345491" y="118022"/>
                </a:lnTo>
                <a:lnTo>
                  <a:pt x="346411" y="118248"/>
                </a:lnTo>
                <a:lnTo>
                  <a:pt x="347317" y="118440"/>
                </a:lnTo>
                <a:lnTo>
                  <a:pt x="348209" y="118600"/>
                </a:lnTo>
                <a:lnTo>
                  <a:pt x="349085" y="118730"/>
                </a:lnTo>
                <a:lnTo>
                  <a:pt x="349945" y="118831"/>
                </a:lnTo>
                <a:lnTo>
                  <a:pt x="350787" y="118907"/>
                </a:lnTo>
                <a:lnTo>
                  <a:pt x="351609" y="118958"/>
                </a:lnTo>
                <a:lnTo>
                  <a:pt x="352413" y="118988"/>
                </a:lnTo>
                <a:lnTo>
                  <a:pt x="353194" y="118997"/>
                </a:lnTo>
                <a:lnTo>
                  <a:pt x="355808" y="118903"/>
                </a:lnTo>
                <a:lnTo>
                  <a:pt x="358390" y="118623"/>
                </a:lnTo>
                <a:lnTo>
                  <a:pt x="360934" y="118163"/>
                </a:lnTo>
                <a:lnTo>
                  <a:pt x="363432" y="117528"/>
                </a:lnTo>
                <a:lnTo>
                  <a:pt x="365878" y="116724"/>
                </a:lnTo>
                <a:lnTo>
                  <a:pt x="368265" y="115755"/>
                </a:lnTo>
                <a:lnTo>
                  <a:pt x="370584" y="114627"/>
                </a:lnTo>
                <a:lnTo>
                  <a:pt x="372830" y="113346"/>
                </a:lnTo>
                <a:lnTo>
                  <a:pt x="374994" y="111916"/>
                </a:lnTo>
                <a:lnTo>
                  <a:pt x="377071" y="110343"/>
                </a:lnTo>
                <a:lnTo>
                  <a:pt x="379052" y="108632"/>
                </a:lnTo>
                <a:lnTo>
                  <a:pt x="380931" y="106789"/>
                </a:lnTo>
                <a:lnTo>
                  <a:pt x="382701" y="104818"/>
                </a:lnTo>
                <a:lnTo>
                  <a:pt x="384354" y="102725"/>
                </a:lnTo>
                <a:lnTo>
                  <a:pt x="385883" y="100515"/>
                </a:lnTo>
                <a:lnTo>
                  <a:pt x="387282" y="98194"/>
                </a:lnTo>
                <a:lnTo>
                  <a:pt x="388542" y="95767"/>
                </a:lnTo>
                <a:lnTo>
                  <a:pt x="389658" y="93238"/>
                </a:lnTo>
                <a:lnTo>
                  <a:pt x="390622" y="90614"/>
                </a:lnTo>
                <a:lnTo>
                  <a:pt x="391426" y="87900"/>
                </a:lnTo>
                <a:lnTo>
                  <a:pt x="392064" y="85101"/>
                </a:lnTo>
                <a:lnTo>
                  <a:pt x="392528" y="82221"/>
                </a:lnTo>
                <a:lnTo>
                  <a:pt x="392812" y="79267"/>
                </a:lnTo>
                <a:lnTo>
                  <a:pt x="392907" y="76279"/>
                </a:lnTo>
                <a:lnTo>
                  <a:pt x="392820" y="73377"/>
                </a:lnTo>
                <a:lnTo>
                  <a:pt x="392559" y="70495"/>
                </a:lnTo>
                <a:lnTo>
                  <a:pt x="392131" y="67675"/>
                </a:lnTo>
                <a:lnTo>
                  <a:pt x="391543" y="64924"/>
                </a:lnTo>
                <a:lnTo>
                  <a:pt x="390800" y="62248"/>
                </a:lnTo>
                <a:close/>
                <a:moveTo>
                  <a:pt x="378544" y="84956"/>
                </a:moveTo>
                <a:lnTo>
                  <a:pt x="377971" y="86958"/>
                </a:lnTo>
                <a:lnTo>
                  <a:pt x="377286" y="88883"/>
                </a:lnTo>
                <a:lnTo>
                  <a:pt x="376497" y="90729"/>
                </a:lnTo>
                <a:lnTo>
                  <a:pt x="375607" y="92492"/>
                </a:lnTo>
                <a:lnTo>
                  <a:pt x="374624" y="94171"/>
                </a:lnTo>
                <a:lnTo>
                  <a:pt x="373554" y="95763"/>
                </a:lnTo>
                <a:lnTo>
                  <a:pt x="372401" y="97263"/>
                </a:lnTo>
                <a:lnTo>
                  <a:pt x="371172" y="98671"/>
                </a:lnTo>
                <a:lnTo>
                  <a:pt x="369872" y="99982"/>
                </a:lnTo>
                <a:lnTo>
                  <a:pt x="368509" y="101194"/>
                </a:lnTo>
                <a:lnTo>
                  <a:pt x="367086" y="102304"/>
                </a:lnTo>
                <a:lnTo>
                  <a:pt x="365611" y="103309"/>
                </a:lnTo>
                <a:lnTo>
                  <a:pt x="364089" y="104207"/>
                </a:lnTo>
                <a:lnTo>
                  <a:pt x="362526" y="104994"/>
                </a:lnTo>
                <a:lnTo>
                  <a:pt x="360928" y="105668"/>
                </a:lnTo>
                <a:lnTo>
                  <a:pt x="359301" y="106226"/>
                </a:lnTo>
                <a:lnTo>
                  <a:pt x="357650" y="106664"/>
                </a:lnTo>
                <a:lnTo>
                  <a:pt x="355981" y="106981"/>
                </a:lnTo>
                <a:lnTo>
                  <a:pt x="354301" y="107173"/>
                </a:lnTo>
                <a:lnTo>
                  <a:pt x="352615" y="107238"/>
                </a:lnTo>
                <a:lnTo>
                  <a:pt x="350778" y="107152"/>
                </a:lnTo>
                <a:lnTo>
                  <a:pt x="349027" y="106899"/>
                </a:lnTo>
                <a:lnTo>
                  <a:pt x="347361" y="106492"/>
                </a:lnTo>
                <a:lnTo>
                  <a:pt x="345779" y="105940"/>
                </a:lnTo>
                <a:lnTo>
                  <a:pt x="344281" y="105255"/>
                </a:lnTo>
                <a:lnTo>
                  <a:pt x="342866" y="104446"/>
                </a:lnTo>
                <a:lnTo>
                  <a:pt x="341534" y="103526"/>
                </a:lnTo>
                <a:lnTo>
                  <a:pt x="340283" y="102503"/>
                </a:lnTo>
                <a:lnTo>
                  <a:pt x="339113" y="101390"/>
                </a:lnTo>
                <a:lnTo>
                  <a:pt x="338023" y="100196"/>
                </a:lnTo>
                <a:lnTo>
                  <a:pt x="337013" y="98933"/>
                </a:lnTo>
                <a:lnTo>
                  <a:pt x="336082" y="97612"/>
                </a:lnTo>
                <a:lnTo>
                  <a:pt x="335230" y="96242"/>
                </a:lnTo>
                <a:lnTo>
                  <a:pt x="334455" y="94834"/>
                </a:lnTo>
                <a:lnTo>
                  <a:pt x="333756" y="93400"/>
                </a:lnTo>
                <a:lnTo>
                  <a:pt x="333135" y="91950"/>
                </a:lnTo>
                <a:lnTo>
                  <a:pt x="332589" y="90494"/>
                </a:lnTo>
                <a:lnTo>
                  <a:pt x="332118" y="89044"/>
                </a:lnTo>
                <a:lnTo>
                  <a:pt x="331721" y="87610"/>
                </a:lnTo>
                <a:lnTo>
                  <a:pt x="331398" y="86203"/>
                </a:lnTo>
                <a:lnTo>
                  <a:pt x="331148" y="84833"/>
                </a:lnTo>
                <a:lnTo>
                  <a:pt x="330970" y="83511"/>
                </a:lnTo>
                <a:lnTo>
                  <a:pt x="330863" y="82248"/>
                </a:lnTo>
                <a:lnTo>
                  <a:pt x="330828" y="81055"/>
                </a:lnTo>
                <a:lnTo>
                  <a:pt x="330828" y="67004"/>
                </a:lnTo>
                <a:lnTo>
                  <a:pt x="330886" y="65595"/>
                </a:lnTo>
                <a:lnTo>
                  <a:pt x="331055" y="64202"/>
                </a:lnTo>
                <a:lnTo>
                  <a:pt x="331333" y="62829"/>
                </a:lnTo>
                <a:lnTo>
                  <a:pt x="331713" y="61478"/>
                </a:lnTo>
                <a:lnTo>
                  <a:pt x="332192" y="60155"/>
                </a:lnTo>
                <a:lnTo>
                  <a:pt x="332766" y="58864"/>
                </a:lnTo>
                <a:lnTo>
                  <a:pt x="333429" y="57607"/>
                </a:lnTo>
                <a:lnTo>
                  <a:pt x="334178" y="56389"/>
                </a:lnTo>
                <a:lnTo>
                  <a:pt x="335007" y="55215"/>
                </a:lnTo>
                <a:lnTo>
                  <a:pt x="335914" y="54088"/>
                </a:lnTo>
                <a:lnTo>
                  <a:pt x="336892" y="53012"/>
                </a:lnTo>
                <a:lnTo>
                  <a:pt x="337938" y="51990"/>
                </a:lnTo>
                <a:lnTo>
                  <a:pt x="339048" y="51028"/>
                </a:lnTo>
                <a:lnTo>
                  <a:pt x="340216" y="50129"/>
                </a:lnTo>
                <a:lnTo>
                  <a:pt x="341439" y="49296"/>
                </a:lnTo>
                <a:lnTo>
                  <a:pt x="342711" y="48534"/>
                </a:lnTo>
                <a:lnTo>
                  <a:pt x="344029" y="47847"/>
                </a:lnTo>
                <a:lnTo>
                  <a:pt x="345388" y="47239"/>
                </a:lnTo>
                <a:lnTo>
                  <a:pt x="346784" y="46714"/>
                </a:lnTo>
                <a:lnTo>
                  <a:pt x="348212" y="46275"/>
                </a:lnTo>
                <a:lnTo>
                  <a:pt x="349668" y="45927"/>
                </a:lnTo>
                <a:lnTo>
                  <a:pt x="351146" y="45673"/>
                </a:lnTo>
                <a:lnTo>
                  <a:pt x="352644" y="45518"/>
                </a:lnTo>
                <a:lnTo>
                  <a:pt x="354156" y="45465"/>
                </a:lnTo>
                <a:lnTo>
                  <a:pt x="355923" y="45538"/>
                </a:lnTo>
                <a:lnTo>
                  <a:pt x="357654" y="45752"/>
                </a:lnTo>
                <a:lnTo>
                  <a:pt x="359346" y="46103"/>
                </a:lnTo>
                <a:lnTo>
                  <a:pt x="360996" y="46586"/>
                </a:lnTo>
                <a:lnTo>
                  <a:pt x="362599" y="47195"/>
                </a:lnTo>
                <a:lnTo>
                  <a:pt x="364152" y="47927"/>
                </a:lnTo>
                <a:lnTo>
                  <a:pt x="365652" y="48775"/>
                </a:lnTo>
                <a:lnTo>
                  <a:pt x="367096" y="49736"/>
                </a:lnTo>
                <a:lnTo>
                  <a:pt x="368479" y="50803"/>
                </a:lnTo>
                <a:lnTo>
                  <a:pt x="369798" y="51973"/>
                </a:lnTo>
                <a:lnTo>
                  <a:pt x="371050" y="53240"/>
                </a:lnTo>
                <a:lnTo>
                  <a:pt x="372231" y="54599"/>
                </a:lnTo>
                <a:lnTo>
                  <a:pt x="373338" y="56046"/>
                </a:lnTo>
                <a:lnTo>
                  <a:pt x="374368" y="57575"/>
                </a:lnTo>
                <a:lnTo>
                  <a:pt x="375315" y="59182"/>
                </a:lnTo>
                <a:lnTo>
                  <a:pt x="376178" y="60861"/>
                </a:lnTo>
                <a:lnTo>
                  <a:pt x="376953" y="62608"/>
                </a:lnTo>
                <a:lnTo>
                  <a:pt x="377636" y="64418"/>
                </a:lnTo>
                <a:lnTo>
                  <a:pt x="378223" y="66285"/>
                </a:lnTo>
                <a:lnTo>
                  <a:pt x="378711" y="68205"/>
                </a:lnTo>
                <a:lnTo>
                  <a:pt x="379097" y="70173"/>
                </a:lnTo>
                <a:lnTo>
                  <a:pt x="379377" y="72184"/>
                </a:lnTo>
                <a:lnTo>
                  <a:pt x="379548" y="74233"/>
                </a:lnTo>
                <a:lnTo>
                  <a:pt x="379605" y="76278"/>
                </a:lnTo>
                <a:lnTo>
                  <a:pt x="379536" y="78523"/>
                </a:lnTo>
                <a:lnTo>
                  <a:pt x="379332" y="80736"/>
                </a:lnTo>
                <a:lnTo>
                  <a:pt x="379000" y="82882"/>
                </a:lnTo>
                <a:lnTo>
                  <a:pt x="378544" y="84956"/>
                </a:lnTo>
                <a:close/>
                <a:moveTo>
                  <a:pt x="1096782" y="139918"/>
                </a:moveTo>
                <a:lnTo>
                  <a:pt x="1096469" y="139417"/>
                </a:lnTo>
                <a:lnTo>
                  <a:pt x="1096115" y="138968"/>
                </a:lnTo>
                <a:lnTo>
                  <a:pt x="1095725" y="138569"/>
                </a:lnTo>
                <a:lnTo>
                  <a:pt x="1095303" y="138217"/>
                </a:lnTo>
                <a:lnTo>
                  <a:pt x="1094855" y="137909"/>
                </a:lnTo>
                <a:lnTo>
                  <a:pt x="1094384" y="137642"/>
                </a:lnTo>
                <a:lnTo>
                  <a:pt x="1093897" y="137413"/>
                </a:lnTo>
                <a:lnTo>
                  <a:pt x="1093398" y="137219"/>
                </a:lnTo>
                <a:lnTo>
                  <a:pt x="1092892" y="137058"/>
                </a:lnTo>
                <a:lnTo>
                  <a:pt x="1092383" y="136926"/>
                </a:lnTo>
                <a:lnTo>
                  <a:pt x="1091877" y="136820"/>
                </a:lnTo>
                <a:lnTo>
                  <a:pt x="1091378" y="136737"/>
                </a:lnTo>
                <a:lnTo>
                  <a:pt x="1090891" y="136675"/>
                </a:lnTo>
                <a:lnTo>
                  <a:pt x="1090422" y="136631"/>
                </a:lnTo>
                <a:lnTo>
                  <a:pt x="1089974" y="136601"/>
                </a:lnTo>
                <a:lnTo>
                  <a:pt x="1089553" y="136583"/>
                </a:lnTo>
                <a:lnTo>
                  <a:pt x="1089163" y="136574"/>
                </a:lnTo>
                <a:lnTo>
                  <a:pt x="1088810" y="136570"/>
                </a:lnTo>
                <a:lnTo>
                  <a:pt x="1088499" y="136570"/>
                </a:lnTo>
                <a:lnTo>
                  <a:pt x="1027192" y="136570"/>
                </a:lnTo>
                <a:lnTo>
                  <a:pt x="1026881" y="136570"/>
                </a:lnTo>
                <a:lnTo>
                  <a:pt x="1026528" y="136574"/>
                </a:lnTo>
                <a:lnTo>
                  <a:pt x="1026138" y="136583"/>
                </a:lnTo>
                <a:lnTo>
                  <a:pt x="1025717" y="136601"/>
                </a:lnTo>
                <a:lnTo>
                  <a:pt x="1025269" y="136631"/>
                </a:lnTo>
                <a:lnTo>
                  <a:pt x="1024800" y="136675"/>
                </a:lnTo>
                <a:lnTo>
                  <a:pt x="1024313" y="136737"/>
                </a:lnTo>
                <a:lnTo>
                  <a:pt x="1023814" y="136820"/>
                </a:lnTo>
                <a:lnTo>
                  <a:pt x="1023308" y="136926"/>
                </a:lnTo>
                <a:lnTo>
                  <a:pt x="1022799" y="137058"/>
                </a:lnTo>
                <a:lnTo>
                  <a:pt x="1022293" y="137219"/>
                </a:lnTo>
                <a:lnTo>
                  <a:pt x="1021794" y="137413"/>
                </a:lnTo>
                <a:lnTo>
                  <a:pt x="1021307" y="137642"/>
                </a:lnTo>
                <a:lnTo>
                  <a:pt x="1020836" y="137909"/>
                </a:lnTo>
                <a:lnTo>
                  <a:pt x="1020388" y="138217"/>
                </a:lnTo>
                <a:lnTo>
                  <a:pt x="1019966" y="138569"/>
                </a:lnTo>
                <a:lnTo>
                  <a:pt x="1019576" y="138968"/>
                </a:lnTo>
                <a:lnTo>
                  <a:pt x="1019222" y="139417"/>
                </a:lnTo>
                <a:lnTo>
                  <a:pt x="1018909" y="139918"/>
                </a:lnTo>
                <a:lnTo>
                  <a:pt x="1018642" y="140475"/>
                </a:lnTo>
                <a:lnTo>
                  <a:pt x="1018426" y="141091"/>
                </a:lnTo>
                <a:lnTo>
                  <a:pt x="1018266" y="141768"/>
                </a:lnTo>
                <a:lnTo>
                  <a:pt x="1018166" y="142510"/>
                </a:lnTo>
                <a:lnTo>
                  <a:pt x="1018132" y="143319"/>
                </a:lnTo>
                <a:lnTo>
                  <a:pt x="1018166" y="144127"/>
                </a:lnTo>
                <a:lnTo>
                  <a:pt x="1018266" y="144868"/>
                </a:lnTo>
                <a:lnTo>
                  <a:pt x="1018426" y="145545"/>
                </a:lnTo>
                <a:lnTo>
                  <a:pt x="1018642" y="146161"/>
                </a:lnTo>
                <a:lnTo>
                  <a:pt x="1018909" y="146717"/>
                </a:lnTo>
                <a:lnTo>
                  <a:pt x="1019222" y="147219"/>
                </a:lnTo>
                <a:lnTo>
                  <a:pt x="1019576" y="147667"/>
                </a:lnTo>
                <a:lnTo>
                  <a:pt x="1019966" y="148066"/>
                </a:lnTo>
                <a:lnTo>
                  <a:pt x="1020388" y="148418"/>
                </a:lnTo>
                <a:lnTo>
                  <a:pt x="1020836" y="148726"/>
                </a:lnTo>
                <a:lnTo>
                  <a:pt x="1021307" y="148992"/>
                </a:lnTo>
                <a:lnTo>
                  <a:pt x="1021794" y="149221"/>
                </a:lnTo>
                <a:lnTo>
                  <a:pt x="1022293" y="149415"/>
                </a:lnTo>
                <a:lnTo>
                  <a:pt x="1022799" y="149577"/>
                </a:lnTo>
                <a:lnTo>
                  <a:pt x="1023308" y="149709"/>
                </a:lnTo>
                <a:lnTo>
                  <a:pt x="1023814" y="149815"/>
                </a:lnTo>
                <a:lnTo>
                  <a:pt x="1024313" y="149897"/>
                </a:lnTo>
                <a:lnTo>
                  <a:pt x="1024800" y="149959"/>
                </a:lnTo>
                <a:lnTo>
                  <a:pt x="1025269" y="150004"/>
                </a:lnTo>
                <a:lnTo>
                  <a:pt x="1025717" y="150033"/>
                </a:lnTo>
                <a:lnTo>
                  <a:pt x="1026138" y="150051"/>
                </a:lnTo>
                <a:lnTo>
                  <a:pt x="1026528" y="150061"/>
                </a:lnTo>
                <a:lnTo>
                  <a:pt x="1026881" y="150064"/>
                </a:lnTo>
                <a:lnTo>
                  <a:pt x="1027192" y="150065"/>
                </a:lnTo>
                <a:lnTo>
                  <a:pt x="1088499" y="150065"/>
                </a:lnTo>
                <a:lnTo>
                  <a:pt x="1088810" y="150064"/>
                </a:lnTo>
                <a:lnTo>
                  <a:pt x="1089163" y="150061"/>
                </a:lnTo>
                <a:lnTo>
                  <a:pt x="1089553" y="150051"/>
                </a:lnTo>
                <a:lnTo>
                  <a:pt x="1089974" y="150033"/>
                </a:lnTo>
                <a:lnTo>
                  <a:pt x="1090422" y="150004"/>
                </a:lnTo>
                <a:lnTo>
                  <a:pt x="1090891" y="149959"/>
                </a:lnTo>
                <a:lnTo>
                  <a:pt x="1091378" y="149897"/>
                </a:lnTo>
                <a:lnTo>
                  <a:pt x="1091877" y="149815"/>
                </a:lnTo>
                <a:lnTo>
                  <a:pt x="1092383" y="149709"/>
                </a:lnTo>
                <a:lnTo>
                  <a:pt x="1092892" y="149577"/>
                </a:lnTo>
                <a:lnTo>
                  <a:pt x="1093398" y="149415"/>
                </a:lnTo>
                <a:lnTo>
                  <a:pt x="1093897" y="149221"/>
                </a:lnTo>
                <a:lnTo>
                  <a:pt x="1094384" y="148992"/>
                </a:lnTo>
                <a:lnTo>
                  <a:pt x="1094855" y="148726"/>
                </a:lnTo>
                <a:lnTo>
                  <a:pt x="1095303" y="148418"/>
                </a:lnTo>
                <a:lnTo>
                  <a:pt x="1095725" y="148066"/>
                </a:lnTo>
                <a:lnTo>
                  <a:pt x="1096115" y="147667"/>
                </a:lnTo>
                <a:lnTo>
                  <a:pt x="1096469" y="147219"/>
                </a:lnTo>
                <a:lnTo>
                  <a:pt x="1096782" y="146717"/>
                </a:lnTo>
                <a:lnTo>
                  <a:pt x="1097049" y="146161"/>
                </a:lnTo>
                <a:lnTo>
                  <a:pt x="1097265" y="145545"/>
                </a:lnTo>
                <a:lnTo>
                  <a:pt x="1097425" y="144868"/>
                </a:lnTo>
                <a:lnTo>
                  <a:pt x="1097525" y="144127"/>
                </a:lnTo>
                <a:lnTo>
                  <a:pt x="1097559" y="143319"/>
                </a:lnTo>
                <a:lnTo>
                  <a:pt x="1097525" y="142510"/>
                </a:lnTo>
                <a:lnTo>
                  <a:pt x="1097425" y="141768"/>
                </a:lnTo>
                <a:lnTo>
                  <a:pt x="1097265" y="141091"/>
                </a:lnTo>
                <a:lnTo>
                  <a:pt x="1097049" y="140475"/>
                </a:lnTo>
                <a:lnTo>
                  <a:pt x="1096782" y="139918"/>
                </a:lnTo>
                <a:close/>
                <a:moveTo>
                  <a:pt x="1611749" y="109566"/>
                </a:moveTo>
                <a:lnTo>
                  <a:pt x="1611552" y="109073"/>
                </a:lnTo>
                <a:lnTo>
                  <a:pt x="1611319" y="108629"/>
                </a:lnTo>
                <a:lnTo>
                  <a:pt x="1611053" y="108232"/>
                </a:lnTo>
                <a:lnTo>
                  <a:pt x="1610757" y="107879"/>
                </a:lnTo>
                <a:lnTo>
                  <a:pt x="1610433" y="107567"/>
                </a:lnTo>
                <a:lnTo>
                  <a:pt x="1610085" y="107294"/>
                </a:lnTo>
                <a:lnTo>
                  <a:pt x="1609715" y="107058"/>
                </a:lnTo>
                <a:lnTo>
                  <a:pt x="1609325" y="106855"/>
                </a:lnTo>
                <a:lnTo>
                  <a:pt x="1608920" y="106684"/>
                </a:lnTo>
                <a:lnTo>
                  <a:pt x="1608502" y="106541"/>
                </a:lnTo>
                <a:lnTo>
                  <a:pt x="1608073" y="106424"/>
                </a:lnTo>
                <a:lnTo>
                  <a:pt x="1607637" y="106330"/>
                </a:lnTo>
                <a:lnTo>
                  <a:pt x="1607196" y="106257"/>
                </a:lnTo>
                <a:lnTo>
                  <a:pt x="1606753" y="106202"/>
                </a:lnTo>
                <a:lnTo>
                  <a:pt x="1606311" y="106162"/>
                </a:lnTo>
                <a:lnTo>
                  <a:pt x="1605873" y="106136"/>
                </a:lnTo>
                <a:lnTo>
                  <a:pt x="1605442" y="106120"/>
                </a:lnTo>
                <a:lnTo>
                  <a:pt x="1605020" y="106112"/>
                </a:lnTo>
                <a:lnTo>
                  <a:pt x="1604610" y="106109"/>
                </a:lnTo>
                <a:lnTo>
                  <a:pt x="1604216" y="106108"/>
                </a:lnTo>
                <a:lnTo>
                  <a:pt x="1595732" y="106108"/>
                </a:lnTo>
                <a:lnTo>
                  <a:pt x="1595732" y="61446"/>
                </a:lnTo>
                <a:lnTo>
                  <a:pt x="1595681" y="59073"/>
                </a:lnTo>
                <a:lnTo>
                  <a:pt x="1595530" y="56815"/>
                </a:lnTo>
                <a:lnTo>
                  <a:pt x="1595280" y="54670"/>
                </a:lnTo>
                <a:lnTo>
                  <a:pt x="1594933" y="52638"/>
                </a:lnTo>
                <a:lnTo>
                  <a:pt x="1594492" y="50717"/>
                </a:lnTo>
                <a:lnTo>
                  <a:pt x="1593958" y="48906"/>
                </a:lnTo>
                <a:lnTo>
                  <a:pt x="1593333" y="47204"/>
                </a:lnTo>
                <a:lnTo>
                  <a:pt x="1592619" y="45609"/>
                </a:lnTo>
                <a:lnTo>
                  <a:pt x="1591818" y="44121"/>
                </a:lnTo>
                <a:lnTo>
                  <a:pt x="1590932" y="42738"/>
                </a:lnTo>
                <a:lnTo>
                  <a:pt x="1589963" y="41458"/>
                </a:lnTo>
                <a:lnTo>
                  <a:pt x="1588912" y="40281"/>
                </a:lnTo>
                <a:lnTo>
                  <a:pt x="1587783" y="39206"/>
                </a:lnTo>
                <a:lnTo>
                  <a:pt x="1586576" y="38230"/>
                </a:lnTo>
                <a:lnTo>
                  <a:pt x="1585293" y="37353"/>
                </a:lnTo>
                <a:lnTo>
                  <a:pt x="1583937" y="36574"/>
                </a:lnTo>
                <a:lnTo>
                  <a:pt x="1582509" y="35891"/>
                </a:lnTo>
                <a:lnTo>
                  <a:pt x="1581012" y="35303"/>
                </a:lnTo>
                <a:lnTo>
                  <a:pt x="1579446" y="34809"/>
                </a:lnTo>
                <a:lnTo>
                  <a:pt x="1577815" y="34408"/>
                </a:lnTo>
                <a:lnTo>
                  <a:pt x="1576120" y="34098"/>
                </a:lnTo>
                <a:lnTo>
                  <a:pt x="1574363" y="33878"/>
                </a:lnTo>
                <a:lnTo>
                  <a:pt x="1572546" y="33747"/>
                </a:lnTo>
                <a:lnTo>
                  <a:pt x="1570671" y="33703"/>
                </a:lnTo>
                <a:lnTo>
                  <a:pt x="1569078" y="33737"/>
                </a:lnTo>
                <a:lnTo>
                  <a:pt x="1567530" y="33834"/>
                </a:lnTo>
                <a:lnTo>
                  <a:pt x="1566027" y="33992"/>
                </a:lnTo>
                <a:lnTo>
                  <a:pt x="1564569" y="34206"/>
                </a:lnTo>
                <a:lnTo>
                  <a:pt x="1563157" y="34472"/>
                </a:lnTo>
                <a:lnTo>
                  <a:pt x="1561790" y="34785"/>
                </a:lnTo>
                <a:lnTo>
                  <a:pt x="1560470" y="35142"/>
                </a:lnTo>
                <a:lnTo>
                  <a:pt x="1559196" y="35539"/>
                </a:lnTo>
                <a:lnTo>
                  <a:pt x="1557969" y="35971"/>
                </a:lnTo>
                <a:lnTo>
                  <a:pt x="1556789" y="36435"/>
                </a:lnTo>
                <a:lnTo>
                  <a:pt x="1555657" y="36926"/>
                </a:lnTo>
                <a:lnTo>
                  <a:pt x="1554572" y="37440"/>
                </a:lnTo>
                <a:lnTo>
                  <a:pt x="1553536" y="37973"/>
                </a:lnTo>
                <a:lnTo>
                  <a:pt x="1552548" y="38521"/>
                </a:lnTo>
                <a:lnTo>
                  <a:pt x="1551610" y="39080"/>
                </a:lnTo>
                <a:lnTo>
                  <a:pt x="1550720" y="39646"/>
                </a:lnTo>
                <a:lnTo>
                  <a:pt x="1549880" y="40215"/>
                </a:lnTo>
                <a:lnTo>
                  <a:pt x="1549089" y="40782"/>
                </a:lnTo>
                <a:lnTo>
                  <a:pt x="1548349" y="41343"/>
                </a:lnTo>
                <a:lnTo>
                  <a:pt x="1547660" y="41895"/>
                </a:lnTo>
                <a:lnTo>
                  <a:pt x="1547021" y="42433"/>
                </a:lnTo>
                <a:lnTo>
                  <a:pt x="1546433" y="42953"/>
                </a:lnTo>
                <a:lnTo>
                  <a:pt x="1545897" y="43452"/>
                </a:lnTo>
                <a:lnTo>
                  <a:pt x="1545413" y="43924"/>
                </a:lnTo>
                <a:lnTo>
                  <a:pt x="1545413" y="7905"/>
                </a:lnTo>
                <a:lnTo>
                  <a:pt x="1545407" y="7179"/>
                </a:lnTo>
                <a:lnTo>
                  <a:pt x="1545386" y="6494"/>
                </a:lnTo>
                <a:lnTo>
                  <a:pt x="1545350" y="5850"/>
                </a:lnTo>
                <a:lnTo>
                  <a:pt x="1545297" y="5245"/>
                </a:lnTo>
                <a:lnTo>
                  <a:pt x="1545224" y="4678"/>
                </a:lnTo>
                <a:lnTo>
                  <a:pt x="1545130" y="4149"/>
                </a:lnTo>
                <a:lnTo>
                  <a:pt x="1545013" y="3657"/>
                </a:lnTo>
                <a:lnTo>
                  <a:pt x="1544870" y="3200"/>
                </a:lnTo>
                <a:lnTo>
                  <a:pt x="1544701" y="2778"/>
                </a:lnTo>
                <a:lnTo>
                  <a:pt x="1544504" y="2390"/>
                </a:lnTo>
                <a:lnTo>
                  <a:pt x="1544276" y="2035"/>
                </a:lnTo>
                <a:lnTo>
                  <a:pt x="1544016" y="1712"/>
                </a:lnTo>
                <a:lnTo>
                  <a:pt x="1543721" y="1420"/>
                </a:lnTo>
                <a:lnTo>
                  <a:pt x="1543391" y="1158"/>
                </a:lnTo>
                <a:lnTo>
                  <a:pt x="1543022" y="926"/>
                </a:lnTo>
                <a:lnTo>
                  <a:pt x="1542614" y="722"/>
                </a:lnTo>
                <a:lnTo>
                  <a:pt x="1542165" y="545"/>
                </a:lnTo>
                <a:lnTo>
                  <a:pt x="1541672" y="395"/>
                </a:lnTo>
                <a:lnTo>
                  <a:pt x="1541134" y="270"/>
                </a:lnTo>
                <a:lnTo>
                  <a:pt x="1540549" y="171"/>
                </a:lnTo>
                <a:lnTo>
                  <a:pt x="1539916" y="95"/>
                </a:lnTo>
                <a:lnTo>
                  <a:pt x="1539231" y="41"/>
                </a:lnTo>
                <a:lnTo>
                  <a:pt x="1538494" y="10"/>
                </a:lnTo>
                <a:lnTo>
                  <a:pt x="1537702" y="0"/>
                </a:lnTo>
                <a:lnTo>
                  <a:pt x="1523629" y="0"/>
                </a:lnTo>
                <a:lnTo>
                  <a:pt x="1523235" y="0"/>
                </a:lnTo>
                <a:lnTo>
                  <a:pt x="1522825" y="3"/>
                </a:lnTo>
                <a:lnTo>
                  <a:pt x="1522403" y="12"/>
                </a:lnTo>
                <a:lnTo>
                  <a:pt x="1521972" y="28"/>
                </a:lnTo>
                <a:lnTo>
                  <a:pt x="1521534" y="54"/>
                </a:lnTo>
                <a:lnTo>
                  <a:pt x="1521092" y="93"/>
                </a:lnTo>
                <a:lnTo>
                  <a:pt x="1520649" y="148"/>
                </a:lnTo>
                <a:lnTo>
                  <a:pt x="1520208" y="221"/>
                </a:lnTo>
                <a:lnTo>
                  <a:pt x="1519772" y="315"/>
                </a:lnTo>
                <a:lnTo>
                  <a:pt x="1519343" y="432"/>
                </a:lnTo>
                <a:lnTo>
                  <a:pt x="1518925" y="576"/>
                </a:lnTo>
                <a:lnTo>
                  <a:pt x="1518520" y="747"/>
                </a:lnTo>
                <a:lnTo>
                  <a:pt x="1518130" y="950"/>
                </a:lnTo>
                <a:lnTo>
                  <a:pt x="1517760" y="1187"/>
                </a:lnTo>
                <a:lnTo>
                  <a:pt x="1517412" y="1459"/>
                </a:lnTo>
                <a:lnTo>
                  <a:pt x="1517088" y="1771"/>
                </a:lnTo>
                <a:lnTo>
                  <a:pt x="1516792" y="2125"/>
                </a:lnTo>
                <a:lnTo>
                  <a:pt x="1516526" y="2522"/>
                </a:lnTo>
                <a:lnTo>
                  <a:pt x="1516293" y="2966"/>
                </a:lnTo>
                <a:lnTo>
                  <a:pt x="1516096" y="3460"/>
                </a:lnTo>
                <a:lnTo>
                  <a:pt x="1515938" y="4005"/>
                </a:lnTo>
                <a:lnTo>
                  <a:pt x="1515821" y="4605"/>
                </a:lnTo>
                <a:lnTo>
                  <a:pt x="1515749" y="5262"/>
                </a:lnTo>
                <a:lnTo>
                  <a:pt x="1515725" y="5978"/>
                </a:lnTo>
                <a:lnTo>
                  <a:pt x="1515750" y="6671"/>
                </a:lnTo>
                <a:lnTo>
                  <a:pt x="1515825" y="7307"/>
                </a:lnTo>
                <a:lnTo>
                  <a:pt x="1515945" y="7887"/>
                </a:lnTo>
                <a:lnTo>
                  <a:pt x="1516108" y="8415"/>
                </a:lnTo>
                <a:lnTo>
                  <a:pt x="1516311" y="8892"/>
                </a:lnTo>
                <a:lnTo>
                  <a:pt x="1516550" y="9322"/>
                </a:lnTo>
                <a:lnTo>
                  <a:pt x="1516822" y="9706"/>
                </a:lnTo>
                <a:lnTo>
                  <a:pt x="1517124" y="10048"/>
                </a:lnTo>
                <a:lnTo>
                  <a:pt x="1517453" y="10350"/>
                </a:lnTo>
                <a:lnTo>
                  <a:pt x="1517805" y="10614"/>
                </a:lnTo>
                <a:lnTo>
                  <a:pt x="1518178" y="10843"/>
                </a:lnTo>
                <a:lnTo>
                  <a:pt x="1518568" y="11039"/>
                </a:lnTo>
                <a:lnTo>
                  <a:pt x="1518972" y="11205"/>
                </a:lnTo>
                <a:lnTo>
                  <a:pt x="1519387" y="11344"/>
                </a:lnTo>
                <a:lnTo>
                  <a:pt x="1519810" y="11457"/>
                </a:lnTo>
                <a:lnTo>
                  <a:pt x="1520237" y="11548"/>
                </a:lnTo>
                <a:lnTo>
                  <a:pt x="1520665" y="11619"/>
                </a:lnTo>
                <a:lnTo>
                  <a:pt x="1521092" y="11672"/>
                </a:lnTo>
                <a:lnTo>
                  <a:pt x="1521514" y="11710"/>
                </a:lnTo>
                <a:lnTo>
                  <a:pt x="1521927" y="11735"/>
                </a:lnTo>
                <a:lnTo>
                  <a:pt x="1522329" y="11751"/>
                </a:lnTo>
                <a:lnTo>
                  <a:pt x="1522716" y="11759"/>
                </a:lnTo>
                <a:lnTo>
                  <a:pt x="1523086" y="11762"/>
                </a:lnTo>
                <a:lnTo>
                  <a:pt x="1523435" y="11762"/>
                </a:lnTo>
                <a:lnTo>
                  <a:pt x="1532113" y="11762"/>
                </a:lnTo>
                <a:lnTo>
                  <a:pt x="1532113" y="106108"/>
                </a:lnTo>
                <a:lnTo>
                  <a:pt x="1523629" y="106108"/>
                </a:lnTo>
                <a:lnTo>
                  <a:pt x="1523235" y="106109"/>
                </a:lnTo>
                <a:lnTo>
                  <a:pt x="1522825" y="106112"/>
                </a:lnTo>
                <a:lnTo>
                  <a:pt x="1522403" y="106120"/>
                </a:lnTo>
                <a:lnTo>
                  <a:pt x="1521972" y="106136"/>
                </a:lnTo>
                <a:lnTo>
                  <a:pt x="1521534" y="106162"/>
                </a:lnTo>
                <a:lnTo>
                  <a:pt x="1521092" y="106202"/>
                </a:lnTo>
                <a:lnTo>
                  <a:pt x="1520649" y="106257"/>
                </a:lnTo>
                <a:lnTo>
                  <a:pt x="1520208" y="106330"/>
                </a:lnTo>
                <a:lnTo>
                  <a:pt x="1519772" y="106424"/>
                </a:lnTo>
                <a:lnTo>
                  <a:pt x="1519343" y="106541"/>
                </a:lnTo>
                <a:lnTo>
                  <a:pt x="1518925" y="106684"/>
                </a:lnTo>
                <a:lnTo>
                  <a:pt x="1518520" y="106855"/>
                </a:lnTo>
                <a:lnTo>
                  <a:pt x="1518130" y="107058"/>
                </a:lnTo>
                <a:lnTo>
                  <a:pt x="1517760" y="107294"/>
                </a:lnTo>
                <a:lnTo>
                  <a:pt x="1517412" y="107567"/>
                </a:lnTo>
                <a:lnTo>
                  <a:pt x="1517088" y="107879"/>
                </a:lnTo>
                <a:lnTo>
                  <a:pt x="1516792" y="108232"/>
                </a:lnTo>
                <a:lnTo>
                  <a:pt x="1516526" y="108629"/>
                </a:lnTo>
                <a:lnTo>
                  <a:pt x="1516293" y="109073"/>
                </a:lnTo>
                <a:lnTo>
                  <a:pt x="1516096" y="109566"/>
                </a:lnTo>
                <a:lnTo>
                  <a:pt x="1515938" y="110111"/>
                </a:lnTo>
                <a:lnTo>
                  <a:pt x="1515821" y="110711"/>
                </a:lnTo>
                <a:lnTo>
                  <a:pt x="1515749" y="111367"/>
                </a:lnTo>
                <a:lnTo>
                  <a:pt x="1515725" y="112084"/>
                </a:lnTo>
                <a:lnTo>
                  <a:pt x="1515750" y="112777"/>
                </a:lnTo>
                <a:lnTo>
                  <a:pt x="1515825" y="113412"/>
                </a:lnTo>
                <a:lnTo>
                  <a:pt x="1515945" y="113993"/>
                </a:lnTo>
                <a:lnTo>
                  <a:pt x="1516108" y="114520"/>
                </a:lnTo>
                <a:lnTo>
                  <a:pt x="1516311" y="114998"/>
                </a:lnTo>
                <a:lnTo>
                  <a:pt x="1516550" y="115427"/>
                </a:lnTo>
                <a:lnTo>
                  <a:pt x="1516822" y="115812"/>
                </a:lnTo>
                <a:lnTo>
                  <a:pt x="1517124" y="116154"/>
                </a:lnTo>
                <a:lnTo>
                  <a:pt x="1517453" y="116455"/>
                </a:lnTo>
                <a:lnTo>
                  <a:pt x="1517805" y="116719"/>
                </a:lnTo>
                <a:lnTo>
                  <a:pt x="1518178" y="116948"/>
                </a:lnTo>
                <a:lnTo>
                  <a:pt x="1518568" y="117145"/>
                </a:lnTo>
                <a:lnTo>
                  <a:pt x="1518972" y="117311"/>
                </a:lnTo>
                <a:lnTo>
                  <a:pt x="1519387" y="117449"/>
                </a:lnTo>
                <a:lnTo>
                  <a:pt x="1519810" y="117562"/>
                </a:lnTo>
                <a:lnTo>
                  <a:pt x="1520237" y="117653"/>
                </a:lnTo>
                <a:lnTo>
                  <a:pt x="1520665" y="117724"/>
                </a:lnTo>
                <a:lnTo>
                  <a:pt x="1521092" y="117777"/>
                </a:lnTo>
                <a:lnTo>
                  <a:pt x="1521514" y="117815"/>
                </a:lnTo>
                <a:lnTo>
                  <a:pt x="1521927" y="117841"/>
                </a:lnTo>
                <a:lnTo>
                  <a:pt x="1522329" y="117856"/>
                </a:lnTo>
                <a:lnTo>
                  <a:pt x="1522716" y="117864"/>
                </a:lnTo>
                <a:lnTo>
                  <a:pt x="1523086" y="117867"/>
                </a:lnTo>
                <a:lnTo>
                  <a:pt x="1523435" y="117868"/>
                </a:lnTo>
                <a:lnTo>
                  <a:pt x="1554091" y="117868"/>
                </a:lnTo>
                <a:lnTo>
                  <a:pt x="1554440" y="117867"/>
                </a:lnTo>
                <a:lnTo>
                  <a:pt x="1554809" y="117864"/>
                </a:lnTo>
                <a:lnTo>
                  <a:pt x="1555197" y="117856"/>
                </a:lnTo>
                <a:lnTo>
                  <a:pt x="1555599" y="117841"/>
                </a:lnTo>
                <a:lnTo>
                  <a:pt x="1556012" y="117815"/>
                </a:lnTo>
                <a:lnTo>
                  <a:pt x="1556434" y="117777"/>
                </a:lnTo>
                <a:lnTo>
                  <a:pt x="1556861" y="117724"/>
                </a:lnTo>
                <a:lnTo>
                  <a:pt x="1557289" y="117653"/>
                </a:lnTo>
                <a:lnTo>
                  <a:pt x="1557716" y="117562"/>
                </a:lnTo>
                <a:lnTo>
                  <a:pt x="1558139" y="117449"/>
                </a:lnTo>
                <a:lnTo>
                  <a:pt x="1558554" y="117311"/>
                </a:lnTo>
                <a:lnTo>
                  <a:pt x="1558958" y="117145"/>
                </a:lnTo>
                <a:lnTo>
                  <a:pt x="1559348" y="116948"/>
                </a:lnTo>
                <a:lnTo>
                  <a:pt x="1559721" y="116719"/>
                </a:lnTo>
                <a:lnTo>
                  <a:pt x="1560073" y="116455"/>
                </a:lnTo>
                <a:lnTo>
                  <a:pt x="1560402" y="116154"/>
                </a:lnTo>
                <a:lnTo>
                  <a:pt x="1560704" y="115812"/>
                </a:lnTo>
                <a:lnTo>
                  <a:pt x="1560976" y="115427"/>
                </a:lnTo>
                <a:lnTo>
                  <a:pt x="1561215" y="114998"/>
                </a:lnTo>
                <a:lnTo>
                  <a:pt x="1561418" y="114520"/>
                </a:lnTo>
                <a:lnTo>
                  <a:pt x="1561581" y="113993"/>
                </a:lnTo>
                <a:lnTo>
                  <a:pt x="1561701" y="113412"/>
                </a:lnTo>
                <a:lnTo>
                  <a:pt x="1561776" y="112777"/>
                </a:lnTo>
                <a:lnTo>
                  <a:pt x="1561801" y="112084"/>
                </a:lnTo>
                <a:lnTo>
                  <a:pt x="1561777" y="111367"/>
                </a:lnTo>
                <a:lnTo>
                  <a:pt x="1561705" y="110711"/>
                </a:lnTo>
                <a:lnTo>
                  <a:pt x="1561588" y="110111"/>
                </a:lnTo>
                <a:lnTo>
                  <a:pt x="1561430" y="109566"/>
                </a:lnTo>
                <a:lnTo>
                  <a:pt x="1561233" y="109073"/>
                </a:lnTo>
                <a:lnTo>
                  <a:pt x="1561000" y="108629"/>
                </a:lnTo>
                <a:lnTo>
                  <a:pt x="1560734" y="108232"/>
                </a:lnTo>
                <a:lnTo>
                  <a:pt x="1560438" y="107879"/>
                </a:lnTo>
                <a:lnTo>
                  <a:pt x="1560114" y="107567"/>
                </a:lnTo>
                <a:lnTo>
                  <a:pt x="1559766" y="107294"/>
                </a:lnTo>
                <a:lnTo>
                  <a:pt x="1559396" y="107058"/>
                </a:lnTo>
                <a:lnTo>
                  <a:pt x="1559006" y="106855"/>
                </a:lnTo>
                <a:lnTo>
                  <a:pt x="1558601" y="106684"/>
                </a:lnTo>
                <a:lnTo>
                  <a:pt x="1558183" y="106541"/>
                </a:lnTo>
                <a:lnTo>
                  <a:pt x="1557754" y="106424"/>
                </a:lnTo>
                <a:lnTo>
                  <a:pt x="1557318" y="106330"/>
                </a:lnTo>
                <a:lnTo>
                  <a:pt x="1556877" y="106257"/>
                </a:lnTo>
                <a:lnTo>
                  <a:pt x="1556434" y="106202"/>
                </a:lnTo>
                <a:lnTo>
                  <a:pt x="1555992" y="106162"/>
                </a:lnTo>
                <a:lnTo>
                  <a:pt x="1555554" y="106136"/>
                </a:lnTo>
                <a:lnTo>
                  <a:pt x="1555123" y="106120"/>
                </a:lnTo>
                <a:lnTo>
                  <a:pt x="1554701" y="106112"/>
                </a:lnTo>
                <a:lnTo>
                  <a:pt x="1554291" y="106109"/>
                </a:lnTo>
                <a:lnTo>
                  <a:pt x="1553897" y="106108"/>
                </a:lnTo>
                <a:lnTo>
                  <a:pt x="1545413" y="106108"/>
                </a:lnTo>
                <a:lnTo>
                  <a:pt x="1545413" y="72034"/>
                </a:lnTo>
                <a:lnTo>
                  <a:pt x="1545486" y="69690"/>
                </a:lnTo>
                <a:lnTo>
                  <a:pt x="1545699" y="67467"/>
                </a:lnTo>
                <a:lnTo>
                  <a:pt x="1546045" y="65365"/>
                </a:lnTo>
                <a:lnTo>
                  <a:pt x="1546515" y="63381"/>
                </a:lnTo>
                <a:lnTo>
                  <a:pt x="1547102" y="61514"/>
                </a:lnTo>
                <a:lnTo>
                  <a:pt x="1547796" y="59761"/>
                </a:lnTo>
                <a:lnTo>
                  <a:pt x="1548590" y="58120"/>
                </a:lnTo>
                <a:lnTo>
                  <a:pt x="1549476" y="56590"/>
                </a:lnTo>
                <a:lnTo>
                  <a:pt x="1550446" y="55167"/>
                </a:lnTo>
                <a:lnTo>
                  <a:pt x="1551491" y="53851"/>
                </a:lnTo>
                <a:lnTo>
                  <a:pt x="1552604" y="52640"/>
                </a:lnTo>
                <a:lnTo>
                  <a:pt x="1553776" y="51530"/>
                </a:lnTo>
                <a:lnTo>
                  <a:pt x="1554999" y="50521"/>
                </a:lnTo>
                <a:lnTo>
                  <a:pt x="1556266" y="49610"/>
                </a:lnTo>
                <a:lnTo>
                  <a:pt x="1557567" y="48796"/>
                </a:lnTo>
                <a:lnTo>
                  <a:pt x="1558895" y="48075"/>
                </a:lnTo>
                <a:lnTo>
                  <a:pt x="1560242" y="47447"/>
                </a:lnTo>
                <a:lnTo>
                  <a:pt x="1561600" y="46909"/>
                </a:lnTo>
                <a:lnTo>
                  <a:pt x="1562960" y="46460"/>
                </a:lnTo>
                <a:lnTo>
                  <a:pt x="1564315" y="46096"/>
                </a:lnTo>
                <a:lnTo>
                  <a:pt x="1565656" y="45817"/>
                </a:lnTo>
                <a:lnTo>
                  <a:pt x="1566975" y="45620"/>
                </a:lnTo>
                <a:lnTo>
                  <a:pt x="1568264" y="45504"/>
                </a:lnTo>
                <a:lnTo>
                  <a:pt x="1569515" y="45465"/>
                </a:lnTo>
                <a:lnTo>
                  <a:pt x="1570753" y="45494"/>
                </a:lnTo>
                <a:lnTo>
                  <a:pt x="1571915" y="45578"/>
                </a:lnTo>
                <a:lnTo>
                  <a:pt x="1573003" y="45720"/>
                </a:lnTo>
                <a:lnTo>
                  <a:pt x="1574019" y="45918"/>
                </a:lnTo>
                <a:lnTo>
                  <a:pt x="1574965" y="46174"/>
                </a:lnTo>
                <a:lnTo>
                  <a:pt x="1575843" y="46488"/>
                </a:lnTo>
                <a:lnTo>
                  <a:pt x="1576655" y="46861"/>
                </a:lnTo>
                <a:lnTo>
                  <a:pt x="1577404" y="47291"/>
                </a:lnTo>
                <a:lnTo>
                  <a:pt x="1578091" y="47781"/>
                </a:lnTo>
                <a:lnTo>
                  <a:pt x="1578718" y="48329"/>
                </a:lnTo>
                <a:lnTo>
                  <a:pt x="1579288" y="48938"/>
                </a:lnTo>
                <a:lnTo>
                  <a:pt x="1579803" y="49605"/>
                </a:lnTo>
                <a:lnTo>
                  <a:pt x="1580265" y="50334"/>
                </a:lnTo>
                <a:lnTo>
                  <a:pt x="1580675" y="51122"/>
                </a:lnTo>
                <a:lnTo>
                  <a:pt x="1581037" y="51972"/>
                </a:lnTo>
                <a:lnTo>
                  <a:pt x="1581351" y="52882"/>
                </a:lnTo>
                <a:lnTo>
                  <a:pt x="1581621" y="53854"/>
                </a:lnTo>
                <a:lnTo>
                  <a:pt x="1581848" y="54888"/>
                </a:lnTo>
                <a:lnTo>
                  <a:pt x="1582034" y="55984"/>
                </a:lnTo>
                <a:lnTo>
                  <a:pt x="1582182" y="57143"/>
                </a:lnTo>
                <a:lnTo>
                  <a:pt x="1582293" y="58364"/>
                </a:lnTo>
                <a:lnTo>
                  <a:pt x="1582370" y="59649"/>
                </a:lnTo>
                <a:lnTo>
                  <a:pt x="1582415" y="60996"/>
                </a:lnTo>
                <a:lnTo>
                  <a:pt x="1582429" y="62408"/>
                </a:lnTo>
                <a:lnTo>
                  <a:pt x="1582429" y="106108"/>
                </a:lnTo>
                <a:lnTo>
                  <a:pt x="1574913" y="106108"/>
                </a:lnTo>
                <a:lnTo>
                  <a:pt x="1574519" y="106109"/>
                </a:lnTo>
                <a:lnTo>
                  <a:pt x="1574109" y="106112"/>
                </a:lnTo>
                <a:lnTo>
                  <a:pt x="1573687" y="106120"/>
                </a:lnTo>
                <a:lnTo>
                  <a:pt x="1573256" y="106136"/>
                </a:lnTo>
                <a:lnTo>
                  <a:pt x="1572818" y="106162"/>
                </a:lnTo>
                <a:lnTo>
                  <a:pt x="1572376" y="106202"/>
                </a:lnTo>
                <a:lnTo>
                  <a:pt x="1571933" y="106257"/>
                </a:lnTo>
                <a:lnTo>
                  <a:pt x="1571492" y="106330"/>
                </a:lnTo>
                <a:lnTo>
                  <a:pt x="1571056" y="106424"/>
                </a:lnTo>
                <a:lnTo>
                  <a:pt x="1570627" y="106541"/>
                </a:lnTo>
                <a:lnTo>
                  <a:pt x="1570209" y="106684"/>
                </a:lnTo>
                <a:lnTo>
                  <a:pt x="1569803" y="106855"/>
                </a:lnTo>
                <a:lnTo>
                  <a:pt x="1569414" y="107058"/>
                </a:lnTo>
                <a:lnTo>
                  <a:pt x="1569044" y="107294"/>
                </a:lnTo>
                <a:lnTo>
                  <a:pt x="1568696" y="107567"/>
                </a:lnTo>
                <a:lnTo>
                  <a:pt x="1568372" y="107879"/>
                </a:lnTo>
                <a:lnTo>
                  <a:pt x="1568076" y="108232"/>
                </a:lnTo>
                <a:lnTo>
                  <a:pt x="1567810" y="108629"/>
                </a:lnTo>
                <a:lnTo>
                  <a:pt x="1567577" y="109073"/>
                </a:lnTo>
                <a:lnTo>
                  <a:pt x="1567380" y="109566"/>
                </a:lnTo>
                <a:lnTo>
                  <a:pt x="1567221" y="110111"/>
                </a:lnTo>
                <a:lnTo>
                  <a:pt x="1567105" y="110711"/>
                </a:lnTo>
                <a:lnTo>
                  <a:pt x="1567033" y="111367"/>
                </a:lnTo>
                <a:lnTo>
                  <a:pt x="1567008" y="112084"/>
                </a:lnTo>
                <a:lnTo>
                  <a:pt x="1567035" y="112777"/>
                </a:lnTo>
                <a:lnTo>
                  <a:pt x="1567112" y="113412"/>
                </a:lnTo>
                <a:lnTo>
                  <a:pt x="1567237" y="113993"/>
                </a:lnTo>
                <a:lnTo>
                  <a:pt x="1567406" y="114520"/>
                </a:lnTo>
                <a:lnTo>
                  <a:pt x="1567616" y="114998"/>
                </a:lnTo>
                <a:lnTo>
                  <a:pt x="1567864" y="115427"/>
                </a:lnTo>
                <a:lnTo>
                  <a:pt x="1568145" y="115812"/>
                </a:lnTo>
                <a:lnTo>
                  <a:pt x="1568458" y="116154"/>
                </a:lnTo>
                <a:lnTo>
                  <a:pt x="1568797" y="116455"/>
                </a:lnTo>
                <a:lnTo>
                  <a:pt x="1569161" y="116719"/>
                </a:lnTo>
                <a:lnTo>
                  <a:pt x="1569546" y="116948"/>
                </a:lnTo>
                <a:lnTo>
                  <a:pt x="1569948" y="117145"/>
                </a:lnTo>
                <a:lnTo>
                  <a:pt x="1570364" y="117311"/>
                </a:lnTo>
                <a:lnTo>
                  <a:pt x="1570791" y="117449"/>
                </a:lnTo>
                <a:lnTo>
                  <a:pt x="1571225" y="117562"/>
                </a:lnTo>
                <a:lnTo>
                  <a:pt x="1571663" y="117653"/>
                </a:lnTo>
                <a:lnTo>
                  <a:pt x="1572102" y="117724"/>
                </a:lnTo>
                <a:lnTo>
                  <a:pt x="1572539" y="117777"/>
                </a:lnTo>
                <a:lnTo>
                  <a:pt x="1572969" y="117815"/>
                </a:lnTo>
                <a:lnTo>
                  <a:pt x="1573390" y="117841"/>
                </a:lnTo>
                <a:lnTo>
                  <a:pt x="1573798" y="117856"/>
                </a:lnTo>
                <a:lnTo>
                  <a:pt x="1574190" y="117864"/>
                </a:lnTo>
                <a:lnTo>
                  <a:pt x="1574563" y="117867"/>
                </a:lnTo>
                <a:lnTo>
                  <a:pt x="1574913" y="117868"/>
                </a:lnTo>
                <a:lnTo>
                  <a:pt x="1604410" y="117868"/>
                </a:lnTo>
                <a:lnTo>
                  <a:pt x="1604759" y="117867"/>
                </a:lnTo>
                <a:lnTo>
                  <a:pt x="1605128" y="117864"/>
                </a:lnTo>
                <a:lnTo>
                  <a:pt x="1605516" y="117856"/>
                </a:lnTo>
                <a:lnTo>
                  <a:pt x="1605918" y="117841"/>
                </a:lnTo>
                <a:lnTo>
                  <a:pt x="1606331" y="117815"/>
                </a:lnTo>
                <a:lnTo>
                  <a:pt x="1606753" y="117777"/>
                </a:lnTo>
                <a:lnTo>
                  <a:pt x="1607180" y="117724"/>
                </a:lnTo>
                <a:lnTo>
                  <a:pt x="1607608" y="117653"/>
                </a:lnTo>
                <a:lnTo>
                  <a:pt x="1608035" y="117562"/>
                </a:lnTo>
                <a:lnTo>
                  <a:pt x="1608458" y="117449"/>
                </a:lnTo>
                <a:lnTo>
                  <a:pt x="1608873" y="117311"/>
                </a:lnTo>
                <a:lnTo>
                  <a:pt x="1609277" y="117145"/>
                </a:lnTo>
                <a:lnTo>
                  <a:pt x="1609667" y="116948"/>
                </a:lnTo>
                <a:lnTo>
                  <a:pt x="1610040" y="116719"/>
                </a:lnTo>
                <a:lnTo>
                  <a:pt x="1610392" y="116455"/>
                </a:lnTo>
                <a:lnTo>
                  <a:pt x="1610721" y="116154"/>
                </a:lnTo>
                <a:lnTo>
                  <a:pt x="1611023" y="115812"/>
                </a:lnTo>
                <a:lnTo>
                  <a:pt x="1611295" y="115427"/>
                </a:lnTo>
                <a:lnTo>
                  <a:pt x="1611534" y="114998"/>
                </a:lnTo>
                <a:lnTo>
                  <a:pt x="1611737" y="114520"/>
                </a:lnTo>
                <a:lnTo>
                  <a:pt x="1611900" y="113993"/>
                </a:lnTo>
                <a:lnTo>
                  <a:pt x="1612020" y="113412"/>
                </a:lnTo>
                <a:lnTo>
                  <a:pt x="1612095" y="112777"/>
                </a:lnTo>
                <a:lnTo>
                  <a:pt x="1612120" y="112084"/>
                </a:lnTo>
                <a:lnTo>
                  <a:pt x="1612096" y="111367"/>
                </a:lnTo>
                <a:lnTo>
                  <a:pt x="1612024" y="110711"/>
                </a:lnTo>
                <a:lnTo>
                  <a:pt x="1611907" y="110111"/>
                </a:lnTo>
                <a:lnTo>
                  <a:pt x="1611749" y="109566"/>
                </a:lnTo>
                <a:close/>
                <a:moveTo>
                  <a:pt x="2107138" y="74762"/>
                </a:moveTo>
                <a:lnTo>
                  <a:pt x="2107034" y="74440"/>
                </a:lnTo>
                <a:lnTo>
                  <a:pt x="2106916" y="74135"/>
                </a:lnTo>
                <a:lnTo>
                  <a:pt x="2106787" y="73846"/>
                </a:lnTo>
                <a:lnTo>
                  <a:pt x="2106649" y="73572"/>
                </a:lnTo>
                <a:lnTo>
                  <a:pt x="2106503" y="73315"/>
                </a:lnTo>
                <a:lnTo>
                  <a:pt x="2106352" y="73074"/>
                </a:lnTo>
                <a:lnTo>
                  <a:pt x="2106196" y="72849"/>
                </a:lnTo>
                <a:lnTo>
                  <a:pt x="2106039" y="72640"/>
                </a:lnTo>
                <a:lnTo>
                  <a:pt x="2105882" y="72447"/>
                </a:lnTo>
                <a:lnTo>
                  <a:pt x="2105726" y="72271"/>
                </a:lnTo>
                <a:lnTo>
                  <a:pt x="2105573" y="72110"/>
                </a:lnTo>
                <a:lnTo>
                  <a:pt x="2105426" y="71965"/>
                </a:lnTo>
                <a:lnTo>
                  <a:pt x="2105286" y="71837"/>
                </a:lnTo>
                <a:lnTo>
                  <a:pt x="2105155" y="71724"/>
                </a:lnTo>
                <a:lnTo>
                  <a:pt x="2105035" y="71627"/>
                </a:lnTo>
                <a:lnTo>
                  <a:pt x="2104928" y="71547"/>
                </a:lnTo>
                <a:lnTo>
                  <a:pt x="2104835" y="71483"/>
                </a:lnTo>
                <a:lnTo>
                  <a:pt x="2104759" y="71434"/>
                </a:lnTo>
                <a:lnTo>
                  <a:pt x="2104701" y="71402"/>
                </a:lnTo>
                <a:lnTo>
                  <a:pt x="2104056" y="70977"/>
                </a:lnTo>
                <a:lnTo>
                  <a:pt x="2103333" y="70522"/>
                </a:lnTo>
                <a:lnTo>
                  <a:pt x="2102537" y="70041"/>
                </a:lnTo>
                <a:lnTo>
                  <a:pt x="2101676" y="69537"/>
                </a:lnTo>
                <a:lnTo>
                  <a:pt x="2100758" y="69013"/>
                </a:lnTo>
                <a:lnTo>
                  <a:pt x="2099788" y="68471"/>
                </a:lnTo>
                <a:lnTo>
                  <a:pt x="2098775" y="67914"/>
                </a:lnTo>
                <a:lnTo>
                  <a:pt x="2097726" y="67346"/>
                </a:lnTo>
                <a:lnTo>
                  <a:pt x="2096646" y="66769"/>
                </a:lnTo>
                <a:lnTo>
                  <a:pt x="2095545" y="66186"/>
                </a:lnTo>
                <a:lnTo>
                  <a:pt x="2094428" y="65601"/>
                </a:lnTo>
                <a:lnTo>
                  <a:pt x="2093303" y="65015"/>
                </a:lnTo>
                <a:lnTo>
                  <a:pt x="2092178" y="64433"/>
                </a:lnTo>
                <a:lnTo>
                  <a:pt x="2091058" y="63856"/>
                </a:lnTo>
                <a:lnTo>
                  <a:pt x="2089951" y="63289"/>
                </a:lnTo>
                <a:lnTo>
                  <a:pt x="2088865" y="62733"/>
                </a:lnTo>
                <a:lnTo>
                  <a:pt x="2087806" y="62192"/>
                </a:lnTo>
                <a:lnTo>
                  <a:pt x="2086782" y="61668"/>
                </a:lnTo>
                <a:lnTo>
                  <a:pt x="2085800" y="61166"/>
                </a:lnTo>
                <a:lnTo>
                  <a:pt x="2084866" y="60686"/>
                </a:lnTo>
                <a:lnTo>
                  <a:pt x="2083988" y="60234"/>
                </a:lnTo>
                <a:lnTo>
                  <a:pt x="2083173" y="59810"/>
                </a:lnTo>
                <a:lnTo>
                  <a:pt x="2082428" y="59419"/>
                </a:lnTo>
                <a:lnTo>
                  <a:pt x="2081761" y="59063"/>
                </a:lnTo>
                <a:lnTo>
                  <a:pt x="2102583" y="47687"/>
                </a:lnTo>
                <a:lnTo>
                  <a:pt x="2102872" y="47518"/>
                </a:lnTo>
                <a:lnTo>
                  <a:pt x="2103163" y="47348"/>
                </a:lnTo>
                <a:lnTo>
                  <a:pt x="2103453" y="47177"/>
                </a:lnTo>
                <a:lnTo>
                  <a:pt x="2103742" y="47002"/>
                </a:lnTo>
                <a:lnTo>
                  <a:pt x="2104029" y="46823"/>
                </a:lnTo>
                <a:lnTo>
                  <a:pt x="2104311" y="46639"/>
                </a:lnTo>
                <a:lnTo>
                  <a:pt x="2104588" y="46450"/>
                </a:lnTo>
                <a:lnTo>
                  <a:pt x="2104859" y="46253"/>
                </a:lnTo>
                <a:lnTo>
                  <a:pt x="2105123" y="46048"/>
                </a:lnTo>
                <a:lnTo>
                  <a:pt x="2105379" y="45834"/>
                </a:lnTo>
                <a:lnTo>
                  <a:pt x="2105624" y="45610"/>
                </a:lnTo>
                <a:lnTo>
                  <a:pt x="2105859" y="45375"/>
                </a:lnTo>
                <a:lnTo>
                  <a:pt x="2106082" y="45127"/>
                </a:lnTo>
                <a:lnTo>
                  <a:pt x="2106291" y="44867"/>
                </a:lnTo>
                <a:lnTo>
                  <a:pt x="2106486" y="44593"/>
                </a:lnTo>
                <a:lnTo>
                  <a:pt x="2106666" y="44303"/>
                </a:lnTo>
                <a:lnTo>
                  <a:pt x="2106828" y="43998"/>
                </a:lnTo>
                <a:lnTo>
                  <a:pt x="2106973" y="43676"/>
                </a:lnTo>
                <a:lnTo>
                  <a:pt x="2107099" y="43335"/>
                </a:lnTo>
                <a:lnTo>
                  <a:pt x="2107205" y="42975"/>
                </a:lnTo>
                <a:lnTo>
                  <a:pt x="2107289" y="42596"/>
                </a:lnTo>
                <a:lnTo>
                  <a:pt x="2107350" y="42195"/>
                </a:lnTo>
                <a:lnTo>
                  <a:pt x="2107388" y="41772"/>
                </a:lnTo>
                <a:lnTo>
                  <a:pt x="2107401" y="41326"/>
                </a:lnTo>
                <a:lnTo>
                  <a:pt x="2107401" y="41205"/>
                </a:lnTo>
                <a:lnTo>
                  <a:pt x="2107397" y="41039"/>
                </a:lnTo>
                <a:lnTo>
                  <a:pt x="2107386" y="40831"/>
                </a:lnTo>
                <a:lnTo>
                  <a:pt x="2107365" y="40587"/>
                </a:lnTo>
                <a:lnTo>
                  <a:pt x="2107331" y="40311"/>
                </a:lnTo>
                <a:lnTo>
                  <a:pt x="2107281" y="40007"/>
                </a:lnTo>
                <a:lnTo>
                  <a:pt x="2107210" y="39679"/>
                </a:lnTo>
                <a:lnTo>
                  <a:pt x="2107116" y="39334"/>
                </a:lnTo>
                <a:lnTo>
                  <a:pt x="2106995" y="38974"/>
                </a:lnTo>
                <a:lnTo>
                  <a:pt x="2106843" y="38604"/>
                </a:lnTo>
                <a:lnTo>
                  <a:pt x="2106659" y="38230"/>
                </a:lnTo>
                <a:lnTo>
                  <a:pt x="2106437" y="37855"/>
                </a:lnTo>
                <a:lnTo>
                  <a:pt x="2106176" y="37484"/>
                </a:lnTo>
                <a:lnTo>
                  <a:pt x="2105871" y="37122"/>
                </a:lnTo>
                <a:lnTo>
                  <a:pt x="2105519" y="36773"/>
                </a:lnTo>
                <a:lnTo>
                  <a:pt x="2105117" y="36441"/>
                </a:lnTo>
                <a:lnTo>
                  <a:pt x="2104661" y="36131"/>
                </a:lnTo>
                <a:lnTo>
                  <a:pt x="2104148" y="35848"/>
                </a:lnTo>
                <a:lnTo>
                  <a:pt x="2103576" y="35597"/>
                </a:lnTo>
                <a:lnTo>
                  <a:pt x="2102939" y="35380"/>
                </a:lnTo>
                <a:lnTo>
                  <a:pt x="2102236" y="35204"/>
                </a:lnTo>
                <a:lnTo>
                  <a:pt x="2101462" y="35073"/>
                </a:lnTo>
                <a:lnTo>
                  <a:pt x="2100615" y="34991"/>
                </a:lnTo>
                <a:lnTo>
                  <a:pt x="2099691" y="34962"/>
                </a:lnTo>
                <a:lnTo>
                  <a:pt x="2075783" y="48846"/>
                </a:lnTo>
                <a:lnTo>
                  <a:pt x="2075830" y="48180"/>
                </a:lnTo>
                <a:lnTo>
                  <a:pt x="2075875" y="47440"/>
                </a:lnTo>
                <a:lnTo>
                  <a:pt x="2075919" y="46633"/>
                </a:lnTo>
                <a:lnTo>
                  <a:pt x="2075960" y="45765"/>
                </a:lnTo>
                <a:lnTo>
                  <a:pt x="2075999" y="44842"/>
                </a:lnTo>
                <a:lnTo>
                  <a:pt x="2076036" y="43872"/>
                </a:lnTo>
                <a:lnTo>
                  <a:pt x="2076071" y="42859"/>
                </a:lnTo>
                <a:lnTo>
                  <a:pt x="2076105" y="41811"/>
                </a:lnTo>
                <a:lnTo>
                  <a:pt x="2076136" y="40735"/>
                </a:lnTo>
                <a:lnTo>
                  <a:pt x="2076165" y="39636"/>
                </a:lnTo>
                <a:lnTo>
                  <a:pt x="2076192" y="38521"/>
                </a:lnTo>
                <a:lnTo>
                  <a:pt x="2076217" y="37397"/>
                </a:lnTo>
                <a:lnTo>
                  <a:pt x="2076240" y="36270"/>
                </a:lnTo>
                <a:lnTo>
                  <a:pt x="2076262" y="35146"/>
                </a:lnTo>
                <a:lnTo>
                  <a:pt x="2076281" y="34032"/>
                </a:lnTo>
                <a:lnTo>
                  <a:pt x="2076298" y="32935"/>
                </a:lnTo>
                <a:lnTo>
                  <a:pt x="2076313" y="31860"/>
                </a:lnTo>
                <a:lnTo>
                  <a:pt x="2076326" y="30814"/>
                </a:lnTo>
                <a:lnTo>
                  <a:pt x="2076337" y="29804"/>
                </a:lnTo>
                <a:lnTo>
                  <a:pt x="2076346" y="28837"/>
                </a:lnTo>
                <a:lnTo>
                  <a:pt x="2076353" y="27918"/>
                </a:lnTo>
                <a:lnTo>
                  <a:pt x="2076358" y="27053"/>
                </a:lnTo>
                <a:lnTo>
                  <a:pt x="2076361" y="26251"/>
                </a:lnTo>
                <a:lnTo>
                  <a:pt x="2076363" y="25516"/>
                </a:lnTo>
                <a:lnTo>
                  <a:pt x="2076362" y="25276"/>
                </a:lnTo>
                <a:lnTo>
                  <a:pt x="2076359" y="24992"/>
                </a:lnTo>
                <a:lnTo>
                  <a:pt x="2076350" y="24669"/>
                </a:lnTo>
                <a:lnTo>
                  <a:pt x="2076333" y="24313"/>
                </a:lnTo>
                <a:lnTo>
                  <a:pt x="2076305" y="23928"/>
                </a:lnTo>
                <a:lnTo>
                  <a:pt x="2076263" y="23518"/>
                </a:lnTo>
                <a:lnTo>
                  <a:pt x="2076205" y="23089"/>
                </a:lnTo>
                <a:lnTo>
                  <a:pt x="2076127" y="22645"/>
                </a:lnTo>
                <a:lnTo>
                  <a:pt x="2076027" y="22190"/>
                </a:lnTo>
                <a:lnTo>
                  <a:pt x="2075902" y="21731"/>
                </a:lnTo>
                <a:lnTo>
                  <a:pt x="2075750" y="21271"/>
                </a:lnTo>
                <a:lnTo>
                  <a:pt x="2075567" y="20815"/>
                </a:lnTo>
                <a:lnTo>
                  <a:pt x="2075351" y="20369"/>
                </a:lnTo>
                <a:lnTo>
                  <a:pt x="2075099" y="19936"/>
                </a:lnTo>
                <a:lnTo>
                  <a:pt x="2074809" y="19522"/>
                </a:lnTo>
                <a:lnTo>
                  <a:pt x="2074477" y="19131"/>
                </a:lnTo>
                <a:lnTo>
                  <a:pt x="2074101" y="18768"/>
                </a:lnTo>
                <a:lnTo>
                  <a:pt x="2073678" y="18438"/>
                </a:lnTo>
                <a:lnTo>
                  <a:pt x="2073205" y="18146"/>
                </a:lnTo>
                <a:lnTo>
                  <a:pt x="2072680" y="17896"/>
                </a:lnTo>
                <a:lnTo>
                  <a:pt x="2072100" y="17693"/>
                </a:lnTo>
                <a:lnTo>
                  <a:pt x="2071461" y="17543"/>
                </a:lnTo>
                <a:lnTo>
                  <a:pt x="2070762" y="17449"/>
                </a:lnTo>
                <a:lnTo>
                  <a:pt x="2069999" y="17417"/>
                </a:lnTo>
                <a:lnTo>
                  <a:pt x="2069237" y="17449"/>
                </a:lnTo>
                <a:lnTo>
                  <a:pt x="2068538" y="17543"/>
                </a:lnTo>
                <a:lnTo>
                  <a:pt x="2067899" y="17693"/>
                </a:lnTo>
                <a:lnTo>
                  <a:pt x="2067319" y="17896"/>
                </a:lnTo>
                <a:lnTo>
                  <a:pt x="2066794" y="18146"/>
                </a:lnTo>
                <a:lnTo>
                  <a:pt x="2066321" y="18438"/>
                </a:lnTo>
                <a:lnTo>
                  <a:pt x="2065898" y="18768"/>
                </a:lnTo>
                <a:lnTo>
                  <a:pt x="2065522" y="19131"/>
                </a:lnTo>
                <a:lnTo>
                  <a:pt x="2065190" y="19522"/>
                </a:lnTo>
                <a:lnTo>
                  <a:pt x="2064899" y="19936"/>
                </a:lnTo>
                <a:lnTo>
                  <a:pt x="2064648" y="20369"/>
                </a:lnTo>
                <a:lnTo>
                  <a:pt x="2064432" y="20815"/>
                </a:lnTo>
                <a:lnTo>
                  <a:pt x="2064249" y="21271"/>
                </a:lnTo>
                <a:lnTo>
                  <a:pt x="2064097" y="21731"/>
                </a:lnTo>
                <a:lnTo>
                  <a:pt x="2063972" y="22190"/>
                </a:lnTo>
                <a:lnTo>
                  <a:pt x="2063872" y="22645"/>
                </a:lnTo>
                <a:lnTo>
                  <a:pt x="2063794" y="23089"/>
                </a:lnTo>
                <a:lnTo>
                  <a:pt x="2063736" y="23518"/>
                </a:lnTo>
                <a:lnTo>
                  <a:pt x="2063694" y="23928"/>
                </a:lnTo>
                <a:lnTo>
                  <a:pt x="2063666" y="24313"/>
                </a:lnTo>
                <a:lnTo>
                  <a:pt x="2063649" y="24669"/>
                </a:lnTo>
                <a:lnTo>
                  <a:pt x="2063640" y="24992"/>
                </a:lnTo>
                <a:lnTo>
                  <a:pt x="2063637" y="25276"/>
                </a:lnTo>
                <a:lnTo>
                  <a:pt x="2063636" y="25516"/>
                </a:lnTo>
                <a:lnTo>
                  <a:pt x="2063637" y="26251"/>
                </a:lnTo>
                <a:lnTo>
                  <a:pt x="2063640" y="27053"/>
                </a:lnTo>
                <a:lnTo>
                  <a:pt x="2063646" y="27918"/>
                </a:lnTo>
                <a:lnTo>
                  <a:pt x="2063653" y="28837"/>
                </a:lnTo>
                <a:lnTo>
                  <a:pt x="2063662" y="29804"/>
                </a:lnTo>
                <a:lnTo>
                  <a:pt x="2063673" y="30814"/>
                </a:lnTo>
                <a:lnTo>
                  <a:pt x="2063686" y="31860"/>
                </a:lnTo>
                <a:lnTo>
                  <a:pt x="2063701" y="32935"/>
                </a:lnTo>
                <a:lnTo>
                  <a:pt x="2063718" y="34032"/>
                </a:lnTo>
                <a:lnTo>
                  <a:pt x="2063737" y="35146"/>
                </a:lnTo>
                <a:lnTo>
                  <a:pt x="2063758" y="36270"/>
                </a:lnTo>
                <a:lnTo>
                  <a:pt x="2063782" y="37397"/>
                </a:lnTo>
                <a:lnTo>
                  <a:pt x="2063807" y="38521"/>
                </a:lnTo>
                <a:lnTo>
                  <a:pt x="2063834" y="39636"/>
                </a:lnTo>
                <a:lnTo>
                  <a:pt x="2063863" y="40735"/>
                </a:lnTo>
                <a:lnTo>
                  <a:pt x="2063894" y="41811"/>
                </a:lnTo>
                <a:lnTo>
                  <a:pt x="2063928" y="42859"/>
                </a:lnTo>
                <a:lnTo>
                  <a:pt x="2063963" y="43872"/>
                </a:lnTo>
                <a:lnTo>
                  <a:pt x="2064000" y="44842"/>
                </a:lnTo>
                <a:lnTo>
                  <a:pt x="2064039" y="45765"/>
                </a:lnTo>
                <a:lnTo>
                  <a:pt x="2064080" y="46633"/>
                </a:lnTo>
                <a:lnTo>
                  <a:pt x="2064124" y="47440"/>
                </a:lnTo>
                <a:lnTo>
                  <a:pt x="2064169" y="48180"/>
                </a:lnTo>
                <a:lnTo>
                  <a:pt x="2064216" y="48846"/>
                </a:lnTo>
                <a:lnTo>
                  <a:pt x="2043394" y="36698"/>
                </a:lnTo>
                <a:lnTo>
                  <a:pt x="2043068" y="36490"/>
                </a:lnTo>
                <a:lnTo>
                  <a:pt x="2042765" y="36299"/>
                </a:lnTo>
                <a:lnTo>
                  <a:pt x="2042483" y="36125"/>
                </a:lnTo>
                <a:lnTo>
                  <a:pt x="2042222" y="35967"/>
                </a:lnTo>
                <a:lnTo>
                  <a:pt x="2041978" y="35824"/>
                </a:lnTo>
                <a:lnTo>
                  <a:pt x="2041752" y="35695"/>
                </a:lnTo>
                <a:lnTo>
                  <a:pt x="2041541" y="35579"/>
                </a:lnTo>
                <a:lnTo>
                  <a:pt x="2041344" y="35477"/>
                </a:lnTo>
                <a:lnTo>
                  <a:pt x="2041160" y="35386"/>
                </a:lnTo>
                <a:lnTo>
                  <a:pt x="2040987" y="35307"/>
                </a:lnTo>
                <a:lnTo>
                  <a:pt x="2040824" y="35238"/>
                </a:lnTo>
                <a:lnTo>
                  <a:pt x="2040670" y="35179"/>
                </a:lnTo>
                <a:lnTo>
                  <a:pt x="2040523" y="35130"/>
                </a:lnTo>
                <a:lnTo>
                  <a:pt x="2040381" y="35088"/>
                </a:lnTo>
                <a:lnTo>
                  <a:pt x="2040244" y="35054"/>
                </a:lnTo>
                <a:lnTo>
                  <a:pt x="2040109" y="35027"/>
                </a:lnTo>
                <a:lnTo>
                  <a:pt x="2039976" y="35006"/>
                </a:lnTo>
                <a:lnTo>
                  <a:pt x="2039842" y="34990"/>
                </a:lnTo>
                <a:lnTo>
                  <a:pt x="2039707" y="34978"/>
                </a:lnTo>
                <a:lnTo>
                  <a:pt x="2039570" y="34971"/>
                </a:lnTo>
                <a:lnTo>
                  <a:pt x="2039427" y="34966"/>
                </a:lnTo>
                <a:lnTo>
                  <a:pt x="2039280" y="34963"/>
                </a:lnTo>
                <a:lnTo>
                  <a:pt x="2039124" y="34963"/>
                </a:lnTo>
                <a:lnTo>
                  <a:pt x="2038961" y="34962"/>
                </a:lnTo>
                <a:lnTo>
                  <a:pt x="2038486" y="34980"/>
                </a:lnTo>
                <a:lnTo>
                  <a:pt x="2038025" y="35032"/>
                </a:lnTo>
                <a:lnTo>
                  <a:pt x="2037580" y="35117"/>
                </a:lnTo>
                <a:lnTo>
                  <a:pt x="2037150" y="35233"/>
                </a:lnTo>
                <a:lnTo>
                  <a:pt x="2036737" y="35378"/>
                </a:lnTo>
                <a:lnTo>
                  <a:pt x="2036340" y="35550"/>
                </a:lnTo>
                <a:lnTo>
                  <a:pt x="2035960" y="35748"/>
                </a:lnTo>
                <a:lnTo>
                  <a:pt x="2035597" y="35970"/>
                </a:lnTo>
                <a:lnTo>
                  <a:pt x="2035253" y="36213"/>
                </a:lnTo>
                <a:lnTo>
                  <a:pt x="2034927" y="36478"/>
                </a:lnTo>
                <a:lnTo>
                  <a:pt x="2034620" y="36760"/>
                </a:lnTo>
                <a:lnTo>
                  <a:pt x="2034333" y="37060"/>
                </a:lnTo>
                <a:lnTo>
                  <a:pt x="2034066" y="37374"/>
                </a:lnTo>
                <a:lnTo>
                  <a:pt x="2033820" y="37702"/>
                </a:lnTo>
                <a:lnTo>
                  <a:pt x="2033594" y="38042"/>
                </a:lnTo>
                <a:lnTo>
                  <a:pt x="2033390" y="38391"/>
                </a:lnTo>
                <a:lnTo>
                  <a:pt x="2033209" y="38748"/>
                </a:lnTo>
                <a:lnTo>
                  <a:pt x="2033050" y="39112"/>
                </a:lnTo>
                <a:lnTo>
                  <a:pt x="2032914" y="39480"/>
                </a:lnTo>
                <a:lnTo>
                  <a:pt x="2032801" y="39850"/>
                </a:lnTo>
                <a:lnTo>
                  <a:pt x="2032713" y="40222"/>
                </a:lnTo>
                <a:lnTo>
                  <a:pt x="2032649" y="40593"/>
                </a:lnTo>
                <a:lnTo>
                  <a:pt x="2032611" y="40962"/>
                </a:lnTo>
                <a:lnTo>
                  <a:pt x="2032598" y="41326"/>
                </a:lnTo>
                <a:lnTo>
                  <a:pt x="2032609" y="41771"/>
                </a:lnTo>
                <a:lnTo>
                  <a:pt x="2032641" y="42191"/>
                </a:lnTo>
                <a:lnTo>
                  <a:pt x="2032694" y="42587"/>
                </a:lnTo>
                <a:lnTo>
                  <a:pt x="2032766" y="42961"/>
                </a:lnTo>
                <a:lnTo>
                  <a:pt x="2032858" y="43313"/>
                </a:lnTo>
                <a:lnTo>
                  <a:pt x="2032968" y="43645"/>
                </a:lnTo>
                <a:lnTo>
                  <a:pt x="2033096" y="43958"/>
                </a:lnTo>
                <a:lnTo>
                  <a:pt x="2033240" y="44253"/>
                </a:lnTo>
                <a:lnTo>
                  <a:pt x="2033401" y="44532"/>
                </a:lnTo>
                <a:lnTo>
                  <a:pt x="2033577" y="44794"/>
                </a:lnTo>
                <a:lnTo>
                  <a:pt x="2033767" y="45043"/>
                </a:lnTo>
                <a:lnTo>
                  <a:pt x="2033972" y="45278"/>
                </a:lnTo>
                <a:lnTo>
                  <a:pt x="2034189" y="45501"/>
                </a:lnTo>
                <a:lnTo>
                  <a:pt x="2034418" y="45713"/>
                </a:lnTo>
                <a:lnTo>
                  <a:pt x="2034660" y="45916"/>
                </a:lnTo>
                <a:lnTo>
                  <a:pt x="2034912" y="46110"/>
                </a:lnTo>
                <a:lnTo>
                  <a:pt x="2035174" y="46296"/>
                </a:lnTo>
                <a:lnTo>
                  <a:pt x="2035445" y="46477"/>
                </a:lnTo>
                <a:lnTo>
                  <a:pt x="2035725" y="46652"/>
                </a:lnTo>
                <a:lnTo>
                  <a:pt x="2036012" y="46824"/>
                </a:lnTo>
                <a:lnTo>
                  <a:pt x="2036307" y="46993"/>
                </a:lnTo>
                <a:lnTo>
                  <a:pt x="2036608" y="47160"/>
                </a:lnTo>
                <a:lnTo>
                  <a:pt x="2036914" y="47327"/>
                </a:lnTo>
                <a:lnTo>
                  <a:pt x="2037225" y="47495"/>
                </a:lnTo>
                <a:lnTo>
                  <a:pt x="2058238" y="58869"/>
                </a:lnTo>
                <a:lnTo>
                  <a:pt x="2037416" y="70246"/>
                </a:lnTo>
                <a:lnTo>
                  <a:pt x="2037127" y="70414"/>
                </a:lnTo>
                <a:lnTo>
                  <a:pt x="2036836" y="70581"/>
                </a:lnTo>
                <a:lnTo>
                  <a:pt x="2036545" y="70749"/>
                </a:lnTo>
                <a:lnTo>
                  <a:pt x="2036257" y="70918"/>
                </a:lnTo>
                <a:lnTo>
                  <a:pt x="2035970" y="71091"/>
                </a:lnTo>
                <a:lnTo>
                  <a:pt x="2035688" y="71267"/>
                </a:lnTo>
                <a:lnTo>
                  <a:pt x="2035411" y="71450"/>
                </a:lnTo>
                <a:lnTo>
                  <a:pt x="2035139" y="71639"/>
                </a:lnTo>
                <a:lnTo>
                  <a:pt x="2034876" y="71836"/>
                </a:lnTo>
                <a:lnTo>
                  <a:pt x="2034620" y="72042"/>
                </a:lnTo>
                <a:lnTo>
                  <a:pt x="2034375" y="72259"/>
                </a:lnTo>
                <a:lnTo>
                  <a:pt x="2034140" y="72487"/>
                </a:lnTo>
                <a:lnTo>
                  <a:pt x="2033917" y="72729"/>
                </a:lnTo>
                <a:lnTo>
                  <a:pt x="2033708" y="72985"/>
                </a:lnTo>
                <a:lnTo>
                  <a:pt x="2033513" y="73257"/>
                </a:lnTo>
                <a:lnTo>
                  <a:pt x="2033333" y="73545"/>
                </a:lnTo>
                <a:lnTo>
                  <a:pt x="2033170" y="73852"/>
                </a:lnTo>
                <a:lnTo>
                  <a:pt x="2033026" y="74178"/>
                </a:lnTo>
                <a:lnTo>
                  <a:pt x="2032900" y="74524"/>
                </a:lnTo>
                <a:lnTo>
                  <a:pt x="2032794" y="74892"/>
                </a:lnTo>
                <a:lnTo>
                  <a:pt x="2032710" y="75284"/>
                </a:lnTo>
                <a:lnTo>
                  <a:pt x="2032648" y="75700"/>
                </a:lnTo>
                <a:lnTo>
                  <a:pt x="2032611" y="76141"/>
                </a:lnTo>
                <a:lnTo>
                  <a:pt x="2032598" y="76609"/>
                </a:lnTo>
                <a:lnTo>
                  <a:pt x="2032598" y="76730"/>
                </a:lnTo>
                <a:lnTo>
                  <a:pt x="2032602" y="76896"/>
                </a:lnTo>
                <a:lnTo>
                  <a:pt x="2032613" y="77104"/>
                </a:lnTo>
                <a:lnTo>
                  <a:pt x="2032633" y="77348"/>
                </a:lnTo>
                <a:lnTo>
                  <a:pt x="2032667" y="77624"/>
                </a:lnTo>
                <a:lnTo>
                  <a:pt x="2032718" y="77928"/>
                </a:lnTo>
                <a:lnTo>
                  <a:pt x="2032789" y="78255"/>
                </a:lnTo>
                <a:lnTo>
                  <a:pt x="2032883" y="78601"/>
                </a:lnTo>
                <a:lnTo>
                  <a:pt x="2033004" y="78960"/>
                </a:lnTo>
                <a:lnTo>
                  <a:pt x="2033156" y="79330"/>
                </a:lnTo>
                <a:lnTo>
                  <a:pt x="2033340" y="79704"/>
                </a:lnTo>
                <a:lnTo>
                  <a:pt x="2033562" y="80078"/>
                </a:lnTo>
                <a:lnTo>
                  <a:pt x="2033823" y="80449"/>
                </a:lnTo>
                <a:lnTo>
                  <a:pt x="2034128" y="80811"/>
                </a:lnTo>
                <a:lnTo>
                  <a:pt x="2034480" y="81160"/>
                </a:lnTo>
                <a:lnTo>
                  <a:pt x="2034882" y="81492"/>
                </a:lnTo>
                <a:lnTo>
                  <a:pt x="2035338" y="81801"/>
                </a:lnTo>
                <a:lnTo>
                  <a:pt x="2035851" y="82084"/>
                </a:lnTo>
                <a:lnTo>
                  <a:pt x="2036423" y="82336"/>
                </a:lnTo>
                <a:lnTo>
                  <a:pt x="2037060" y="82552"/>
                </a:lnTo>
                <a:lnTo>
                  <a:pt x="2037763" y="82728"/>
                </a:lnTo>
                <a:lnTo>
                  <a:pt x="2038537" y="82859"/>
                </a:lnTo>
                <a:lnTo>
                  <a:pt x="2039384" y="82941"/>
                </a:lnTo>
                <a:lnTo>
                  <a:pt x="2040308" y="82970"/>
                </a:lnTo>
                <a:lnTo>
                  <a:pt x="2064216" y="69089"/>
                </a:lnTo>
                <a:lnTo>
                  <a:pt x="2064169" y="69755"/>
                </a:lnTo>
                <a:lnTo>
                  <a:pt x="2064124" y="70495"/>
                </a:lnTo>
                <a:lnTo>
                  <a:pt x="2064080" y="71302"/>
                </a:lnTo>
                <a:lnTo>
                  <a:pt x="2064039" y="72170"/>
                </a:lnTo>
                <a:lnTo>
                  <a:pt x="2064000" y="73092"/>
                </a:lnTo>
                <a:lnTo>
                  <a:pt x="2063963" y="74063"/>
                </a:lnTo>
                <a:lnTo>
                  <a:pt x="2063928" y="75076"/>
                </a:lnTo>
                <a:lnTo>
                  <a:pt x="2063894" y="76123"/>
                </a:lnTo>
                <a:lnTo>
                  <a:pt x="2063863" y="77200"/>
                </a:lnTo>
                <a:lnTo>
                  <a:pt x="2063834" y="78298"/>
                </a:lnTo>
                <a:lnTo>
                  <a:pt x="2063807" y="79413"/>
                </a:lnTo>
                <a:lnTo>
                  <a:pt x="2063782" y="80537"/>
                </a:lnTo>
                <a:lnTo>
                  <a:pt x="2063758" y="81664"/>
                </a:lnTo>
                <a:lnTo>
                  <a:pt x="2063737" y="82788"/>
                </a:lnTo>
                <a:lnTo>
                  <a:pt x="2063718" y="83902"/>
                </a:lnTo>
                <a:lnTo>
                  <a:pt x="2063701" y="84999"/>
                </a:lnTo>
                <a:lnTo>
                  <a:pt x="2063686" y="86074"/>
                </a:lnTo>
                <a:lnTo>
                  <a:pt x="2063673" y="87120"/>
                </a:lnTo>
                <a:lnTo>
                  <a:pt x="2063662" y="88130"/>
                </a:lnTo>
                <a:lnTo>
                  <a:pt x="2063653" y="89097"/>
                </a:lnTo>
                <a:lnTo>
                  <a:pt x="2063646" y="90017"/>
                </a:lnTo>
                <a:lnTo>
                  <a:pt x="2063640" y="90881"/>
                </a:lnTo>
                <a:lnTo>
                  <a:pt x="2063637" y="91684"/>
                </a:lnTo>
                <a:lnTo>
                  <a:pt x="2063636" y="92419"/>
                </a:lnTo>
                <a:lnTo>
                  <a:pt x="2063637" y="92660"/>
                </a:lnTo>
                <a:lnTo>
                  <a:pt x="2063640" y="92943"/>
                </a:lnTo>
                <a:lnTo>
                  <a:pt x="2063649" y="93266"/>
                </a:lnTo>
                <a:lnTo>
                  <a:pt x="2063666" y="93622"/>
                </a:lnTo>
                <a:lnTo>
                  <a:pt x="2063694" y="94007"/>
                </a:lnTo>
                <a:lnTo>
                  <a:pt x="2063736" y="94417"/>
                </a:lnTo>
                <a:lnTo>
                  <a:pt x="2063794" y="94846"/>
                </a:lnTo>
                <a:lnTo>
                  <a:pt x="2063872" y="95290"/>
                </a:lnTo>
                <a:lnTo>
                  <a:pt x="2063972" y="95744"/>
                </a:lnTo>
                <a:lnTo>
                  <a:pt x="2064097" y="96203"/>
                </a:lnTo>
                <a:lnTo>
                  <a:pt x="2064249" y="96663"/>
                </a:lnTo>
                <a:lnTo>
                  <a:pt x="2064432" y="97118"/>
                </a:lnTo>
                <a:lnTo>
                  <a:pt x="2064648" y="97565"/>
                </a:lnTo>
                <a:lnTo>
                  <a:pt x="2064899" y="97998"/>
                </a:lnTo>
                <a:lnTo>
                  <a:pt x="2065190" y="98412"/>
                </a:lnTo>
                <a:lnTo>
                  <a:pt x="2065522" y="98802"/>
                </a:lnTo>
                <a:lnTo>
                  <a:pt x="2065898" y="99165"/>
                </a:lnTo>
                <a:lnTo>
                  <a:pt x="2066321" y="99495"/>
                </a:lnTo>
                <a:lnTo>
                  <a:pt x="2066794" y="99787"/>
                </a:lnTo>
                <a:lnTo>
                  <a:pt x="2067319" y="100037"/>
                </a:lnTo>
                <a:lnTo>
                  <a:pt x="2067899" y="100239"/>
                </a:lnTo>
                <a:lnTo>
                  <a:pt x="2068538" y="100390"/>
                </a:lnTo>
                <a:lnTo>
                  <a:pt x="2069237" y="100483"/>
                </a:lnTo>
                <a:lnTo>
                  <a:pt x="2069999" y="100516"/>
                </a:lnTo>
                <a:lnTo>
                  <a:pt x="2070762" y="100483"/>
                </a:lnTo>
                <a:lnTo>
                  <a:pt x="2071461" y="100390"/>
                </a:lnTo>
                <a:lnTo>
                  <a:pt x="2072100" y="100239"/>
                </a:lnTo>
                <a:lnTo>
                  <a:pt x="2072680" y="100037"/>
                </a:lnTo>
                <a:lnTo>
                  <a:pt x="2073205" y="99787"/>
                </a:lnTo>
                <a:lnTo>
                  <a:pt x="2073678" y="99495"/>
                </a:lnTo>
                <a:lnTo>
                  <a:pt x="2074101" y="99165"/>
                </a:lnTo>
                <a:lnTo>
                  <a:pt x="2074477" y="98802"/>
                </a:lnTo>
                <a:lnTo>
                  <a:pt x="2074809" y="98412"/>
                </a:lnTo>
                <a:lnTo>
                  <a:pt x="2075099" y="97998"/>
                </a:lnTo>
                <a:lnTo>
                  <a:pt x="2075351" y="97565"/>
                </a:lnTo>
                <a:lnTo>
                  <a:pt x="2075567" y="97118"/>
                </a:lnTo>
                <a:lnTo>
                  <a:pt x="2075750" y="96663"/>
                </a:lnTo>
                <a:lnTo>
                  <a:pt x="2075902" y="96203"/>
                </a:lnTo>
                <a:lnTo>
                  <a:pt x="2076027" y="95744"/>
                </a:lnTo>
                <a:lnTo>
                  <a:pt x="2076127" y="95290"/>
                </a:lnTo>
                <a:lnTo>
                  <a:pt x="2076205" y="94846"/>
                </a:lnTo>
                <a:lnTo>
                  <a:pt x="2076263" y="94417"/>
                </a:lnTo>
                <a:lnTo>
                  <a:pt x="2076305" y="94007"/>
                </a:lnTo>
                <a:lnTo>
                  <a:pt x="2076333" y="93622"/>
                </a:lnTo>
                <a:lnTo>
                  <a:pt x="2076350" y="93266"/>
                </a:lnTo>
                <a:lnTo>
                  <a:pt x="2076359" y="92943"/>
                </a:lnTo>
                <a:lnTo>
                  <a:pt x="2076362" y="92660"/>
                </a:lnTo>
                <a:lnTo>
                  <a:pt x="2076363" y="92419"/>
                </a:lnTo>
                <a:lnTo>
                  <a:pt x="2076361" y="91684"/>
                </a:lnTo>
                <a:lnTo>
                  <a:pt x="2076358" y="90881"/>
                </a:lnTo>
                <a:lnTo>
                  <a:pt x="2076353" y="90017"/>
                </a:lnTo>
                <a:lnTo>
                  <a:pt x="2076346" y="89097"/>
                </a:lnTo>
                <a:lnTo>
                  <a:pt x="2076337" y="88130"/>
                </a:lnTo>
                <a:lnTo>
                  <a:pt x="2076326" y="87120"/>
                </a:lnTo>
                <a:lnTo>
                  <a:pt x="2076313" y="86074"/>
                </a:lnTo>
                <a:lnTo>
                  <a:pt x="2076298" y="84999"/>
                </a:lnTo>
                <a:lnTo>
                  <a:pt x="2076281" y="83902"/>
                </a:lnTo>
                <a:lnTo>
                  <a:pt x="2076262" y="82788"/>
                </a:lnTo>
                <a:lnTo>
                  <a:pt x="2076240" y="81664"/>
                </a:lnTo>
                <a:lnTo>
                  <a:pt x="2076217" y="80537"/>
                </a:lnTo>
                <a:lnTo>
                  <a:pt x="2076192" y="79413"/>
                </a:lnTo>
                <a:lnTo>
                  <a:pt x="2076165" y="78298"/>
                </a:lnTo>
                <a:lnTo>
                  <a:pt x="2076136" y="77200"/>
                </a:lnTo>
                <a:lnTo>
                  <a:pt x="2076105" y="76123"/>
                </a:lnTo>
                <a:lnTo>
                  <a:pt x="2076071" y="75076"/>
                </a:lnTo>
                <a:lnTo>
                  <a:pt x="2076036" y="74063"/>
                </a:lnTo>
                <a:lnTo>
                  <a:pt x="2075999" y="73092"/>
                </a:lnTo>
                <a:lnTo>
                  <a:pt x="2075960" y="72170"/>
                </a:lnTo>
                <a:lnTo>
                  <a:pt x="2075919" y="71302"/>
                </a:lnTo>
                <a:lnTo>
                  <a:pt x="2075875" y="70495"/>
                </a:lnTo>
                <a:lnTo>
                  <a:pt x="2075830" y="69755"/>
                </a:lnTo>
                <a:lnTo>
                  <a:pt x="2075783" y="69089"/>
                </a:lnTo>
                <a:lnTo>
                  <a:pt x="2077158" y="69856"/>
                </a:lnTo>
                <a:lnTo>
                  <a:pt x="2078353" y="70524"/>
                </a:lnTo>
                <a:lnTo>
                  <a:pt x="2079385" y="71103"/>
                </a:lnTo>
                <a:lnTo>
                  <a:pt x="2080272" y="71603"/>
                </a:lnTo>
                <a:lnTo>
                  <a:pt x="2081031" y="72033"/>
                </a:lnTo>
                <a:lnTo>
                  <a:pt x="2081679" y="72403"/>
                </a:lnTo>
                <a:lnTo>
                  <a:pt x="2082233" y="72723"/>
                </a:lnTo>
                <a:lnTo>
                  <a:pt x="2082710" y="73002"/>
                </a:lnTo>
                <a:lnTo>
                  <a:pt x="2083127" y="73251"/>
                </a:lnTo>
                <a:lnTo>
                  <a:pt x="2083502" y="73478"/>
                </a:lnTo>
                <a:lnTo>
                  <a:pt x="2083852" y="73694"/>
                </a:lnTo>
                <a:lnTo>
                  <a:pt x="2084194" y="73909"/>
                </a:lnTo>
                <a:lnTo>
                  <a:pt x="2084545" y="74131"/>
                </a:lnTo>
                <a:lnTo>
                  <a:pt x="2084922" y="74372"/>
                </a:lnTo>
                <a:lnTo>
                  <a:pt x="2085342" y="74639"/>
                </a:lnTo>
                <a:lnTo>
                  <a:pt x="2085822" y="74944"/>
                </a:lnTo>
                <a:lnTo>
                  <a:pt x="2086381" y="75296"/>
                </a:lnTo>
                <a:lnTo>
                  <a:pt x="2087034" y="75704"/>
                </a:lnTo>
                <a:lnTo>
                  <a:pt x="2087799" y="76179"/>
                </a:lnTo>
                <a:lnTo>
                  <a:pt x="2088693" y="76730"/>
                </a:lnTo>
                <a:lnTo>
                  <a:pt x="2089734" y="77366"/>
                </a:lnTo>
                <a:lnTo>
                  <a:pt x="2090938" y="78098"/>
                </a:lnTo>
                <a:lnTo>
                  <a:pt x="2092322" y="78935"/>
                </a:lnTo>
                <a:lnTo>
                  <a:pt x="2093904" y="79887"/>
                </a:lnTo>
                <a:lnTo>
                  <a:pt x="2094530" y="80256"/>
                </a:lnTo>
                <a:lnTo>
                  <a:pt x="2095109" y="80595"/>
                </a:lnTo>
                <a:lnTo>
                  <a:pt x="2095643" y="80904"/>
                </a:lnTo>
                <a:lnTo>
                  <a:pt x="2096134" y="81185"/>
                </a:lnTo>
                <a:lnTo>
                  <a:pt x="2096585" y="81440"/>
                </a:lnTo>
                <a:lnTo>
                  <a:pt x="2096999" y="81669"/>
                </a:lnTo>
                <a:lnTo>
                  <a:pt x="2097378" y="81874"/>
                </a:lnTo>
                <a:lnTo>
                  <a:pt x="2097725" y="82056"/>
                </a:lnTo>
                <a:lnTo>
                  <a:pt x="2098043" y="82217"/>
                </a:lnTo>
                <a:lnTo>
                  <a:pt x="2098334" y="82358"/>
                </a:lnTo>
                <a:lnTo>
                  <a:pt x="2098601" y="82480"/>
                </a:lnTo>
                <a:lnTo>
                  <a:pt x="2098846" y="82584"/>
                </a:lnTo>
                <a:lnTo>
                  <a:pt x="2099072" y="82673"/>
                </a:lnTo>
                <a:lnTo>
                  <a:pt x="2099281" y="82747"/>
                </a:lnTo>
                <a:lnTo>
                  <a:pt x="2099476" y="82807"/>
                </a:lnTo>
                <a:lnTo>
                  <a:pt x="2099661" y="82856"/>
                </a:lnTo>
                <a:lnTo>
                  <a:pt x="2099836" y="82893"/>
                </a:lnTo>
                <a:lnTo>
                  <a:pt x="2100005" y="82922"/>
                </a:lnTo>
                <a:lnTo>
                  <a:pt x="2100171" y="82942"/>
                </a:lnTo>
                <a:lnTo>
                  <a:pt x="2100336" y="82955"/>
                </a:lnTo>
                <a:lnTo>
                  <a:pt x="2100503" y="82964"/>
                </a:lnTo>
                <a:lnTo>
                  <a:pt x="2100673" y="82968"/>
                </a:lnTo>
                <a:lnTo>
                  <a:pt x="2100851" y="82970"/>
                </a:lnTo>
                <a:lnTo>
                  <a:pt x="2101038" y="82970"/>
                </a:lnTo>
                <a:lnTo>
                  <a:pt x="2101513" y="82952"/>
                </a:lnTo>
                <a:lnTo>
                  <a:pt x="2101973" y="82900"/>
                </a:lnTo>
                <a:lnTo>
                  <a:pt x="2102419" y="82815"/>
                </a:lnTo>
                <a:lnTo>
                  <a:pt x="2102849" y="82699"/>
                </a:lnTo>
                <a:lnTo>
                  <a:pt x="2103262" y="82555"/>
                </a:lnTo>
                <a:lnTo>
                  <a:pt x="2103659" y="82383"/>
                </a:lnTo>
                <a:lnTo>
                  <a:pt x="2104039" y="82185"/>
                </a:lnTo>
                <a:lnTo>
                  <a:pt x="2104402" y="81963"/>
                </a:lnTo>
                <a:lnTo>
                  <a:pt x="2104746" y="81720"/>
                </a:lnTo>
                <a:lnTo>
                  <a:pt x="2105072" y="81456"/>
                </a:lnTo>
                <a:lnTo>
                  <a:pt x="2105379" y="81173"/>
                </a:lnTo>
                <a:lnTo>
                  <a:pt x="2105666" y="80874"/>
                </a:lnTo>
                <a:lnTo>
                  <a:pt x="2105933" y="80560"/>
                </a:lnTo>
                <a:lnTo>
                  <a:pt x="2106179" y="80232"/>
                </a:lnTo>
                <a:lnTo>
                  <a:pt x="2106405" y="79893"/>
                </a:lnTo>
                <a:lnTo>
                  <a:pt x="2106608" y="79544"/>
                </a:lnTo>
                <a:lnTo>
                  <a:pt x="2106790" y="79186"/>
                </a:lnTo>
                <a:lnTo>
                  <a:pt x="2106949" y="78823"/>
                </a:lnTo>
                <a:lnTo>
                  <a:pt x="2107085" y="78455"/>
                </a:lnTo>
                <a:lnTo>
                  <a:pt x="2107198" y="78084"/>
                </a:lnTo>
                <a:lnTo>
                  <a:pt x="2107286" y="77713"/>
                </a:lnTo>
                <a:lnTo>
                  <a:pt x="2107350" y="77342"/>
                </a:lnTo>
                <a:lnTo>
                  <a:pt x="2107388" y="76973"/>
                </a:lnTo>
                <a:lnTo>
                  <a:pt x="2107401" y="76609"/>
                </a:lnTo>
                <a:lnTo>
                  <a:pt x="2107389" y="76208"/>
                </a:lnTo>
                <a:lnTo>
                  <a:pt x="2107355" y="75822"/>
                </a:lnTo>
                <a:lnTo>
                  <a:pt x="2107301" y="75452"/>
                </a:lnTo>
                <a:lnTo>
                  <a:pt x="2107228" y="75099"/>
                </a:lnTo>
                <a:lnTo>
                  <a:pt x="2107138" y="74762"/>
                </a:lnTo>
                <a:close/>
                <a:moveTo>
                  <a:pt x="1409103" y="108978"/>
                </a:moveTo>
                <a:lnTo>
                  <a:pt x="1408864" y="108549"/>
                </a:lnTo>
                <a:lnTo>
                  <a:pt x="1408592" y="108164"/>
                </a:lnTo>
                <a:lnTo>
                  <a:pt x="1408290" y="107822"/>
                </a:lnTo>
                <a:lnTo>
                  <a:pt x="1407961" y="107521"/>
                </a:lnTo>
                <a:lnTo>
                  <a:pt x="1407609" y="107256"/>
                </a:lnTo>
                <a:lnTo>
                  <a:pt x="1407236" y="107028"/>
                </a:lnTo>
                <a:lnTo>
                  <a:pt x="1406846" y="106831"/>
                </a:lnTo>
                <a:lnTo>
                  <a:pt x="1406442" y="106665"/>
                </a:lnTo>
                <a:lnTo>
                  <a:pt x="1406027" y="106527"/>
                </a:lnTo>
                <a:lnTo>
                  <a:pt x="1405604" y="106413"/>
                </a:lnTo>
                <a:lnTo>
                  <a:pt x="1405177" y="106323"/>
                </a:lnTo>
                <a:lnTo>
                  <a:pt x="1404749" y="106252"/>
                </a:lnTo>
                <a:lnTo>
                  <a:pt x="1404322" y="106199"/>
                </a:lnTo>
                <a:lnTo>
                  <a:pt x="1403901" y="106161"/>
                </a:lnTo>
                <a:lnTo>
                  <a:pt x="1403487" y="106135"/>
                </a:lnTo>
                <a:lnTo>
                  <a:pt x="1403085" y="106120"/>
                </a:lnTo>
                <a:lnTo>
                  <a:pt x="1402698" y="106112"/>
                </a:lnTo>
                <a:lnTo>
                  <a:pt x="1402328" y="106109"/>
                </a:lnTo>
                <a:lnTo>
                  <a:pt x="1401979" y="106108"/>
                </a:lnTo>
                <a:lnTo>
                  <a:pt x="1393301" y="106108"/>
                </a:lnTo>
                <a:lnTo>
                  <a:pt x="1393301" y="7905"/>
                </a:lnTo>
                <a:lnTo>
                  <a:pt x="1393295" y="7179"/>
                </a:lnTo>
                <a:lnTo>
                  <a:pt x="1393275" y="6494"/>
                </a:lnTo>
                <a:lnTo>
                  <a:pt x="1393239" y="5850"/>
                </a:lnTo>
                <a:lnTo>
                  <a:pt x="1393185" y="5245"/>
                </a:lnTo>
                <a:lnTo>
                  <a:pt x="1393112" y="4678"/>
                </a:lnTo>
                <a:lnTo>
                  <a:pt x="1393018" y="4149"/>
                </a:lnTo>
                <a:lnTo>
                  <a:pt x="1392901" y="3657"/>
                </a:lnTo>
                <a:lnTo>
                  <a:pt x="1392759" y="3200"/>
                </a:lnTo>
                <a:lnTo>
                  <a:pt x="1392590" y="2778"/>
                </a:lnTo>
                <a:lnTo>
                  <a:pt x="1392392" y="2390"/>
                </a:lnTo>
                <a:lnTo>
                  <a:pt x="1392164" y="2035"/>
                </a:lnTo>
                <a:lnTo>
                  <a:pt x="1391904" y="1712"/>
                </a:lnTo>
                <a:lnTo>
                  <a:pt x="1391609" y="1420"/>
                </a:lnTo>
                <a:lnTo>
                  <a:pt x="1391279" y="1158"/>
                </a:lnTo>
                <a:lnTo>
                  <a:pt x="1390911" y="926"/>
                </a:lnTo>
                <a:lnTo>
                  <a:pt x="1390503" y="722"/>
                </a:lnTo>
                <a:lnTo>
                  <a:pt x="1390053" y="545"/>
                </a:lnTo>
                <a:lnTo>
                  <a:pt x="1389561" y="395"/>
                </a:lnTo>
                <a:lnTo>
                  <a:pt x="1389023" y="270"/>
                </a:lnTo>
                <a:lnTo>
                  <a:pt x="1388438" y="171"/>
                </a:lnTo>
                <a:lnTo>
                  <a:pt x="1387804" y="95"/>
                </a:lnTo>
                <a:lnTo>
                  <a:pt x="1387119" y="41"/>
                </a:lnTo>
                <a:lnTo>
                  <a:pt x="1386382" y="10"/>
                </a:lnTo>
                <a:lnTo>
                  <a:pt x="1385591" y="0"/>
                </a:lnTo>
                <a:lnTo>
                  <a:pt x="1371517" y="0"/>
                </a:lnTo>
                <a:lnTo>
                  <a:pt x="1371123" y="0"/>
                </a:lnTo>
                <a:lnTo>
                  <a:pt x="1370714" y="3"/>
                </a:lnTo>
                <a:lnTo>
                  <a:pt x="1370292" y="12"/>
                </a:lnTo>
                <a:lnTo>
                  <a:pt x="1369860" y="28"/>
                </a:lnTo>
                <a:lnTo>
                  <a:pt x="1369422" y="54"/>
                </a:lnTo>
                <a:lnTo>
                  <a:pt x="1368980" y="93"/>
                </a:lnTo>
                <a:lnTo>
                  <a:pt x="1368537" y="148"/>
                </a:lnTo>
                <a:lnTo>
                  <a:pt x="1368096" y="221"/>
                </a:lnTo>
                <a:lnTo>
                  <a:pt x="1367660" y="315"/>
                </a:lnTo>
                <a:lnTo>
                  <a:pt x="1367231" y="432"/>
                </a:lnTo>
                <a:lnTo>
                  <a:pt x="1366813" y="576"/>
                </a:lnTo>
                <a:lnTo>
                  <a:pt x="1366408" y="747"/>
                </a:lnTo>
                <a:lnTo>
                  <a:pt x="1366019" y="950"/>
                </a:lnTo>
                <a:lnTo>
                  <a:pt x="1365649" y="1187"/>
                </a:lnTo>
                <a:lnTo>
                  <a:pt x="1365300" y="1459"/>
                </a:lnTo>
                <a:lnTo>
                  <a:pt x="1364976" y="1771"/>
                </a:lnTo>
                <a:lnTo>
                  <a:pt x="1364680" y="2125"/>
                </a:lnTo>
                <a:lnTo>
                  <a:pt x="1364414" y="2522"/>
                </a:lnTo>
                <a:lnTo>
                  <a:pt x="1364181" y="2966"/>
                </a:lnTo>
                <a:lnTo>
                  <a:pt x="1363984" y="3460"/>
                </a:lnTo>
                <a:lnTo>
                  <a:pt x="1363826" y="4005"/>
                </a:lnTo>
                <a:lnTo>
                  <a:pt x="1363709" y="4605"/>
                </a:lnTo>
                <a:lnTo>
                  <a:pt x="1363637" y="5262"/>
                </a:lnTo>
                <a:lnTo>
                  <a:pt x="1363613" y="5978"/>
                </a:lnTo>
                <a:lnTo>
                  <a:pt x="1363638" y="6671"/>
                </a:lnTo>
                <a:lnTo>
                  <a:pt x="1363713" y="7307"/>
                </a:lnTo>
                <a:lnTo>
                  <a:pt x="1363833" y="7887"/>
                </a:lnTo>
                <a:lnTo>
                  <a:pt x="1363997" y="8415"/>
                </a:lnTo>
                <a:lnTo>
                  <a:pt x="1364199" y="8892"/>
                </a:lnTo>
                <a:lnTo>
                  <a:pt x="1364438" y="9322"/>
                </a:lnTo>
                <a:lnTo>
                  <a:pt x="1364710" y="9706"/>
                </a:lnTo>
                <a:lnTo>
                  <a:pt x="1365012" y="10048"/>
                </a:lnTo>
                <a:lnTo>
                  <a:pt x="1365341" y="10350"/>
                </a:lnTo>
                <a:lnTo>
                  <a:pt x="1365694" y="10614"/>
                </a:lnTo>
                <a:lnTo>
                  <a:pt x="1366066" y="10843"/>
                </a:lnTo>
                <a:lnTo>
                  <a:pt x="1366456" y="11039"/>
                </a:lnTo>
                <a:lnTo>
                  <a:pt x="1366860" y="11205"/>
                </a:lnTo>
                <a:lnTo>
                  <a:pt x="1367275" y="11344"/>
                </a:lnTo>
                <a:lnTo>
                  <a:pt x="1367698" y="11457"/>
                </a:lnTo>
                <a:lnTo>
                  <a:pt x="1368125" y="11548"/>
                </a:lnTo>
                <a:lnTo>
                  <a:pt x="1368554" y="11619"/>
                </a:lnTo>
                <a:lnTo>
                  <a:pt x="1368980" y="11672"/>
                </a:lnTo>
                <a:lnTo>
                  <a:pt x="1369402" y="11710"/>
                </a:lnTo>
                <a:lnTo>
                  <a:pt x="1369815" y="11735"/>
                </a:lnTo>
                <a:lnTo>
                  <a:pt x="1370217" y="11751"/>
                </a:lnTo>
                <a:lnTo>
                  <a:pt x="1370605" y="11759"/>
                </a:lnTo>
                <a:lnTo>
                  <a:pt x="1370974" y="11762"/>
                </a:lnTo>
                <a:lnTo>
                  <a:pt x="1371323" y="11762"/>
                </a:lnTo>
                <a:lnTo>
                  <a:pt x="1379998" y="11762"/>
                </a:lnTo>
                <a:lnTo>
                  <a:pt x="1379998" y="42382"/>
                </a:lnTo>
                <a:lnTo>
                  <a:pt x="1379195" y="41696"/>
                </a:lnTo>
                <a:lnTo>
                  <a:pt x="1378377" y="41037"/>
                </a:lnTo>
                <a:lnTo>
                  <a:pt x="1377543" y="40404"/>
                </a:lnTo>
                <a:lnTo>
                  <a:pt x="1376695" y="39797"/>
                </a:lnTo>
                <a:lnTo>
                  <a:pt x="1375833" y="39218"/>
                </a:lnTo>
                <a:lnTo>
                  <a:pt x="1374957" y="38667"/>
                </a:lnTo>
                <a:lnTo>
                  <a:pt x="1374068" y="38143"/>
                </a:lnTo>
                <a:lnTo>
                  <a:pt x="1373166" y="37646"/>
                </a:lnTo>
                <a:lnTo>
                  <a:pt x="1372253" y="37178"/>
                </a:lnTo>
                <a:lnTo>
                  <a:pt x="1371328" y="36739"/>
                </a:lnTo>
                <a:lnTo>
                  <a:pt x="1370392" y="36328"/>
                </a:lnTo>
                <a:lnTo>
                  <a:pt x="1369445" y="35945"/>
                </a:lnTo>
                <a:lnTo>
                  <a:pt x="1368488" y="35592"/>
                </a:lnTo>
                <a:lnTo>
                  <a:pt x="1367522" y="35269"/>
                </a:lnTo>
                <a:lnTo>
                  <a:pt x="1366546" y="34975"/>
                </a:lnTo>
                <a:lnTo>
                  <a:pt x="1365562" y="34711"/>
                </a:lnTo>
                <a:lnTo>
                  <a:pt x="1364570" y="34477"/>
                </a:lnTo>
                <a:lnTo>
                  <a:pt x="1363571" y="34273"/>
                </a:lnTo>
                <a:lnTo>
                  <a:pt x="1362564" y="34100"/>
                </a:lnTo>
                <a:lnTo>
                  <a:pt x="1361551" y="33958"/>
                </a:lnTo>
                <a:lnTo>
                  <a:pt x="1360532" y="33847"/>
                </a:lnTo>
                <a:lnTo>
                  <a:pt x="1359508" y="33767"/>
                </a:lnTo>
                <a:lnTo>
                  <a:pt x="1358478" y="33719"/>
                </a:lnTo>
                <a:lnTo>
                  <a:pt x="1357444" y="33703"/>
                </a:lnTo>
                <a:lnTo>
                  <a:pt x="1354831" y="33798"/>
                </a:lnTo>
                <a:lnTo>
                  <a:pt x="1352251" y="34078"/>
                </a:lnTo>
                <a:lnTo>
                  <a:pt x="1349712" y="34538"/>
                </a:lnTo>
                <a:lnTo>
                  <a:pt x="1347219" y="35173"/>
                </a:lnTo>
                <a:lnTo>
                  <a:pt x="1344780" y="35977"/>
                </a:lnTo>
                <a:lnTo>
                  <a:pt x="1342402" y="36946"/>
                </a:lnTo>
                <a:lnTo>
                  <a:pt x="1340092" y="38074"/>
                </a:lnTo>
                <a:lnTo>
                  <a:pt x="1337857" y="39355"/>
                </a:lnTo>
                <a:lnTo>
                  <a:pt x="1335703" y="40785"/>
                </a:lnTo>
                <a:lnTo>
                  <a:pt x="1333638" y="42359"/>
                </a:lnTo>
                <a:lnTo>
                  <a:pt x="1331669" y="44070"/>
                </a:lnTo>
                <a:lnTo>
                  <a:pt x="1329802" y="45914"/>
                </a:lnTo>
                <a:lnTo>
                  <a:pt x="1328044" y="47885"/>
                </a:lnTo>
                <a:lnTo>
                  <a:pt x="1326403" y="49978"/>
                </a:lnTo>
                <a:lnTo>
                  <a:pt x="1324885" y="52188"/>
                </a:lnTo>
                <a:lnTo>
                  <a:pt x="1323498" y="54509"/>
                </a:lnTo>
                <a:lnTo>
                  <a:pt x="1322247" y="56937"/>
                </a:lnTo>
                <a:lnTo>
                  <a:pt x="1321141" y="59466"/>
                </a:lnTo>
                <a:lnTo>
                  <a:pt x="1320186" y="62090"/>
                </a:lnTo>
                <a:lnTo>
                  <a:pt x="1319389" y="64805"/>
                </a:lnTo>
                <a:lnTo>
                  <a:pt x="1318757" y="67605"/>
                </a:lnTo>
                <a:lnTo>
                  <a:pt x="1318297" y="70484"/>
                </a:lnTo>
                <a:lnTo>
                  <a:pt x="1318016" y="73439"/>
                </a:lnTo>
                <a:lnTo>
                  <a:pt x="1317921" y="76462"/>
                </a:lnTo>
                <a:lnTo>
                  <a:pt x="1318011" y="79413"/>
                </a:lnTo>
                <a:lnTo>
                  <a:pt x="1318274" y="82306"/>
                </a:lnTo>
                <a:lnTo>
                  <a:pt x="1318707" y="85132"/>
                </a:lnTo>
                <a:lnTo>
                  <a:pt x="1319301" y="87888"/>
                </a:lnTo>
                <a:lnTo>
                  <a:pt x="1320051" y="90567"/>
                </a:lnTo>
                <a:lnTo>
                  <a:pt x="1320952" y="93163"/>
                </a:lnTo>
                <a:lnTo>
                  <a:pt x="1321995" y="95670"/>
                </a:lnTo>
                <a:lnTo>
                  <a:pt x="1323176" y="98082"/>
                </a:lnTo>
                <a:lnTo>
                  <a:pt x="1324489" y="100394"/>
                </a:lnTo>
                <a:lnTo>
                  <a:pt x="1325926" y="102599"/>
                </a:lnTo>
                <a:lnTo>
                  <a:pt x="1327482" y="104692"/>
                </a:lnTo>
                <a:lnTo>
                  <a:pt x="1329151" y="106667"/>
                </a:lnTo>
                <a:lnTo>
                  <a:pt x="1330926" y="108518"/>
                </a:lnTo>
                <a:lnTo>
                  <a:pt x="1332802" y="110238"/>
                </a:lnTo>
                <a:lnTo>
                  <a:pt x="1334771" y="111823"/>
                </a:lnTo>
                <a:lnTo>
                  <a:pt x="1336829" y="113266"/>
                </a:lnTo>
                <a:lnTo>
                  <a:pt x="1338968" y="114561"/>
                </a:lnTo>
                <a:lnTo>
                  <a:pt x="1341182" y="115703"/>
                </a:lnTo>
                <a:lnTo>
                  <a:pt x="1343466" y="116685"/>
                </a:lnTo>
                <a:lnTo>
                  <a:pt x="1345813" y="117502"/>
                </a:lnTo>
                <a:lnTo>
                  <a:pt x="1348217" y="118147"/>
                </a:lnTo>
                <a:lnTo>
                  <a:pt x="1350672" y="118615"/>
                </a:lnTo>
                <a:lnTo>
                  <a:pt x="1353171" y="118901"/>
                </a:lnTo>
                <a:lnTo>
                  <a:pt x="1355708" y="118997"/>
                </a:lnTo>
                <a:lnTo>
                  <a:pt x="1357044" y="118970"/>
                </a:lnTo>
                <a:lnTo>
                  <a:pt x="1358351" y="118892"/>
                </a:lnTo>
                <a:lnTo>
                  <a:pt x="1359630" y="118763"/>
                </a:lnTo>
                <a:lnTo>
                  <a:pt x="1360881" y="118586"/>
                </a:lnTo>
                <a:lnTo>
                  <a:pt x="1362104" y="118363"/>
                </a:lnTo>
                <a:lnTo>
                  <a:pt x="1363299" y="118097"/>
                </a:lnTo>
                <a:lnTo>
                  <a:pt x="1364466" y="117789"/>
                </a:lnTo>
                <a:lnTo>
                  <a:pt x="1365604" y="117441"/>
                </a:lnTo>
                <a:lnTo>
                  <a:pt x="1366715" y="117056"/>
                </a:lnTo>
                <a:lnTo>
                  <a:pt x="1367797" y="116635"/>
                </a:lnTo>
                <a:lnTo>
                  <a:pt x="1368852" y="116181"/>
                </a:lnTo>
                <a:lnTo>
                  <a:pt x="1369878" y="115696"/>
                </a:lnTo>
                <a:lnTo>
                  <a:pt x="1370876" y="115182"/>
                </a:lnTo>
                <a:lnTo>
                  <a:pt x="1371846" y="114640"/>
                </a:lnTo>
                <a:lnTo>
                  <a:pt x="1372787" y="114074"/>
                </a:lnTo>
                <a:lnTo>
                  <a:pt x="1373701" y="113485"/>
                </a:lnTo>
                <a:lnTo>
                  <a:pt x="1374587" y="112875"/>
                </a:lnTo>
                <a:lnTo>
                  <a:pt x="1375444" y="112247"/>
                </a:lnTo>
                <a:lnTo>
                  <a:pt x="1376273" y="111601"/>
                </a:lnTo>
                <a:lnTo>
                  <a:pt x="1377075" y="110942"/>
                </a:lnTo>
                <a:lnTo>
                  <a:pt x="1377848" y="110270"/>
                </a:lnTo>
                <a:lnTo>
                  <a:pt x="1378593" y="109587"/>
                </a:lnTo>
                <a:lnTo>
                  <a:pt x="1379310" y="108897"/>
                </a:lnTo>
                <a:lnTo>
                  <a:pt x="1379998" y="108200"/>
                </a:lnTo>
                <a:lnTo>
                  <a:pt x="1379999" y="109049"/>
                </a:lnTo>
                <a:lnTo>
                  <a:pt x="1380003" y="109854"/>
                </a:lnTo>
                <a:lnTo>
                  <a:pt x="1380014" y="110617"/>
                </a:lnTo>
                <a:lnTo>
                  <a:pt x="1380034" y="111336"/>
                </a:lnTo>
                <a:lnTo>
                  <a:pt x="1380068" y="112014"/>
                </a:lnTo>
                <a:lnTo>
                  <a:pt x="1380119" y="112651"/>
                </a:lnTo>
                <a:lnTo>
                  <a:pt x="1380190" y="113247"/>
                </a:lnTo>
                <a:lnTo>
                  <a:pt x="1380284" y="113804"/>
                </a:lnTo>
                <a:lnTo>
                  <a:pt x="1380405" y="114322"/>
                </a:lnTo>
                <a:lnTo>
                  <a:pt x="1380556" y="114801"/>
                </a:lnTo>
                <a:lnTo>
                  <a:pt x="1380741" y="115243"/>
                </a:lnTo>
                <a:lnTo>
                  <a:pt x="1380963" y="115647"/>
                </a:lnTo>
                <a:lnTo>
                  <a:pt x="1381224" y="116016"/>
                </a:lnTo>
                <a:lnTo>
                  <a:pt x="1381530" y="116349"/>
                </a:lnTo>
                <a:lnTo>
                  <a:pt x="1381882" y="116646"/>
                </a:lnTo>
                <a:lnTo>
                  <a:pt x="1382284" y="116910"/>
                </a:lnTo>
                <a:lnTo>
                  <a:pt x="1382740" y="117140"/>
                </a:lnTo>
                <a:lnTo>
                  <a:pt x="1383253" y="117337"/>
                </a:lnTo>
                <a:lnTo>
                  <a:pt x="1383826" y="117502"/>
                </a:lnTo>
                <a:lnTo>
                  <a:pt x="1384462" y="117635"/>
                </a:lnTo>
                <a:lnTo>
                  <a:pt x="1385166" y="117738"/>
                </a:lnTo>
                <a:lnTo>
                  <a:pt x="1385940" y="117810"/>
                </a:lnTo>
                <a:lnTo>
                  <a:pt x="1386787" y="117853"/>
                </a:lnTo>
                <a:lnTo>
                  <a:pt x="1387712" y="117868"/>
                </a:lnTo>
                <a:lnTo>
                  <a:pt x="1401785" y="117868"/>
                </a:lnTo>
                <a:lnTo>
                  <a:pt x="1402179" y="117867"/>
                </a:lnTo>
                <a:lnTo>
                  <a:pt x="1402589" y="117864"/>
                </a:lnTo>
                <a:lnTo>
                  <a:pt x="1403011" y="117856"/>
                </a:lnTo>
                <a:lnTo>
                  <a:pt x="1403442" y="117840"/>
                </a:lnTo>
                <a:lnTo>
                  <a:pt x="1403880" y="117813"/>
                </a:lnTo>
                <a:lnTo>
                  <a:pt x="1404322" y="117774"/>
                </a:lnTo>
                <a:lnTo>
                  <a:pt x="1404765" y="117719"/>
                </a:lnTo>
                <a:lnTo>
                  <a:pt x="1405206" y="117646"/>
                </a:lnTo>
                <a:lnTo>
                  <a:pt x="1405642" y="117552"/>
                </a:lnTo>
                <a:lnTo>
                  <a:pt x="1406071" y="117435"/>
                </a:lnTo>
                <a:lnTo>
                  <a:pt x="1406490" y="117292"/>
                </a:lnTo>
                <a:lnTo>
                  <a:pt x="1406895" y="117121"/>
                </a:lnTo>
                <a:lnTo>
                  <a:pt x="1407284" y="116918"/>
                </a:lnTo>
                <a:lnTo>
                  <a:pt x="1407654" y="116681"/>
                </a:lnTo>
                <a:lnTo>
                  <a:pt x="1408002" y="116409"/>
                </a:lnTo>
                <a:lnTo>
                  <a:pt x="1408326" y="116097"/>
                </a:lnTo>
                <a:lnTo>
                  <a:pt x="1408623" y="115744"/>
                </a:lnTo>
                <a:lnTo>
                  <a:pt x="1408889" y="115347"/>
                </a:lnTo>
                <a:lnTo>
                  <a:pt x="1409122" y="114903"/>
                </a:lnTo>
                <a:lnTo>
                  <a:pt x="1409319" y="114410"/>
                </a:lnTo>
                <a:lnTo>
                  <a:pt x="1409477" y="113865"/>
                </a:lnTo>
                <a:lnTo>
                  <a:pt x="1409593" y="113265"/>
                </a:lnTo>
                <a:lnTo>
                  <a:pt x="1409665" y="112609"/>
                </a:lnTo>
                <a:lnTo>
                  <a:pt x="1409690" y="111892"/>
                </a:lnTo>
                <a:lnTo>
                  <a:pt x="1409664" y="111199"/>
                </a:lnTo>
                <a:lnTo>
                  <a:pt x="1409590" y="110564"/>
                </a:lnTo>
                <a:lnTo>
                  <a:pt x="1409469" y="109983"/>
                </a:lnTo>
                <a:lnTo>
                  <a:pt x="1409306" y="109456"/>
                </a:lnTo>
                <a:lnTo>
                  <a:pt x="1409103" y="108978"/>
                </a:lnTo>
                <a:close/>
                <a:moveTo>
                  <a:pt x="1378892" y="87697"/>
                </a:moveTo>
                <a:lnTo>
                  <a:pt x="1378411" y="89204"/>
                </a:lnTo>
                <a:lnTo>
                  <a:pt x="1377847" y="90710"/>
                </a:lnTo>
                <a:lnTo>
                  <a:pt x="1377200" y="92206"/>
                </a:lnTo>
                <a:lnTo>
                  <a:pt x="1376471" y="93682"/>
                </a:lnTo>
                <a:lnTo>
                  <a:pt x="1375661" y="95130"/>
                </a:lnTo>
                <a:lnTo>
                  <a:pt x="1374773" y="96539"/>
                </a:lnTo>
                <a:lnTo>
                  <a:pt x="1373805" y="97902"/>
                </a:lnTo>
                <a:lnTo>
                  <a:pt x="1372761" y="99208"/>
                </a:lnTo>
                <a:lnTo>
                  <a:pt x="1371640" y="100449"/>
                </a:lnTo>
                <a:lnTo>
                  <a:pt x="1370444" y="101615"/>
                </a:lnTo>
                <a:lnTo>
                  <a:pt x="1369174" y="102697"/>
                </a:lnTo>
                <a:lnTo>
                  <a:pt x="1367831" y="103686"/>
                </a:lnTo>
                <a:lnTo>
                  <a:pt x="1366416" y="104574"/>
                </a:lnTo>
                <a:lnTo>
                  <a:pt x="1364931" y="105350"/>
                </a:lnTo>
                <a:lnTo>
                  <a:pt x="1363375" y="106005"/>
                </a:lnTo>
                <a:lnTo>
                  <a:pt x="1361751" y="106531"/>
                </a:lnTo>
                <a:lnTo>
                  <a:pt x="1360060" y="106918"/>
                </a:lnTo>
                <a:lnTo>
                  <a:pt x="1358302" y="107156"/>
                </a:lnTo>
                <a:lnTo>
                  <a:pt x="1356479" y="107238"/>
                </a:lnTo>
                <a:lnTo>
                  <a:pt x="1354780" y="107168"/>
                </a:lnTo>
                <a:lnTo>
                  <a:pt x="1353107" y="106959"/>
                </a:lnTo>
                <a:lnTo>
                  <a:pt x="1351464" y="106618"/>
                </a:lnTo>
                <a:lnTo>
                  <a:pt x="1349855" y="106147"/>
                </a:lnTo>
                <a:lnTo>
                  <a:pt x="1348286" y="105551"/>
                </a:lnTo>
                <a:lnTo>
                  <a:pt x="1346758" y="104836"/>
                </a:lnTo>
                <a:lnTo>
                  <a:pt x="1345278" y="104004"/>
                </a:lnTo>
                <a:lnTo>
                  <a:pt x="1343848" y="103062"/>
                </a:lnTo>
                <a:lnTo>
                  <a:pt x="1342473" y="102012"/>
                </a:lnTo>
                <a:lnTo>
                  <a:pt x="1341157" y="100860"/>
                </a:lnTo>
                <a:lnTo>
                  <a:pt x="1339904" y="99610"/>
                </a:lnTo>
                <a:lnTo>
                  <a:pt x="1338718" y="98266"/>
                </a:lnTo>
                <a:lnTo>
                  <a:pt x="1337604" y="96833"/>
                </a:lnTo>
                <a:lnTo>
                  <a:pt x="1336565" y="95315"/>
                </a:lnTo>
                <a:lnTo>
                  <a:pt x="1335606" y="93717"/>
                </a:lnTo>
                <a:lnTo>
                  <a:pt x="1334730" y="92043"/>
                </a:lnTo>
                <a:lnTo>
                  <a:pt x="1333942" y="90297"/>
                </a:lnTo>
                <a:lnTo>
                  <a:pt x="1333245" y="88484"/>
                </a:lnTo>
                <a:lnTo>
                  <a:pt x="1332645" y="86609"/>
                </a:lnTo>
                <a:lnTo>
                  <a:pt x="1332144" y="84675"/>
                </a:lnTo>
                <a:lnTo>
                  <a:pt x="1331748" y="82688"/>
                </a:lnTo>
                <a:lnTo>
                  <a:pt x="1331459" y="80651"/>
                </a:lnTo>
                <a:lnTo>
                  <a:pt x="1331283" y="78570"/>
                </a:lnTo>
                <a:lnTo>
                  <a:pt x="1331224" y="76447"/>
                </a:lnTo>
                <a:lnTo>
                  <a:pt x="1331293" y="74170"/>
                </a:lnTo>
                <a:lnTo>
                  <a:pt x="1331497" y="71957"/>
                </a:lnTo>
                <a:lnTo>
                  <a:pt x="1331830" y="69812"/>
                </a:lnTo>
                <a:lnTo>
                  <a:pt x="1332286" y="67738"/>
                </a:lnTo>
                <a:lnTo>
                  <a:pt x="1332859" y="65738"/>
                </a:lnTo>
                <a:lnTo>
                  <a:pt x="1333543" y="63813"/>
                </a:lnTo>
                <a:lnTo>
                  <a:pt x="1334333" y="61968"/>
                </a:lnTo>
                <a:lnTo>
                  <a:pt x="1335222" y="60205"/>
                </a:lnTo>
                <a:lnTo>
                  <a:pt x="1336205" y="58527"/>
                </a:lnTo>
                <a:lnTo>
                  <a:pt x="1337276" y="56936"/>
                </a:lnTo>
                <a:lnTo>
                  <a:pt x="1338429" y="55436"/>
                </a:lnTo>
                <a:lnTo>
                  <a:pt x="1339658" y="54029"/>
                </a:lnTo>
                <a:lnTo>
                  <a:pt x="1340957" y="52719"/>
                </a:lnTo>
                <a:lnTo>
                  <a:pt x="1342321" y="51507"/>
                </a:lnTo>
                <a:lnTo>
                  <a:pt x="1343743" y="50398"/>
                </a:lnTo>
                <a:lnTo>
                  <a:pt x="1345218" y="49393"/>
                </a:lnTo>
                <a:lnTo>
                  <a:pt x="1346740" y="48495"/>
                </a:lnTo>
                <a:lnTo>
                  <a:pt x="1348303" y="47709"/>
                </a:lnTo>
                <a:lnTo>
                  <a:pt x="1349901" y="47035"/>
                </a:lnTo>
                <a:lnTo>
                  <a:pt x="1351529" y="46477"/>
                </a:lnTo>
                <a:lnTo>
                  <a:pt x="1353180" y="46039"/>
                </a:lnTo>
                <a:lnTo>
                  <a:pt x="1354848" y="45722"/>
                </a:lnTo>
                <a:lnTo>
                  <a:pt x="1356529" y="45530"/>
                </a:lnTo>
                <a:lnTo>
                  <a:pt x="1358215" y="45465"/>
                </a:lnTo>
                <a:lnTo>
                  <a:pt x="1359741" y="45521"/>
                </a:lnTo>
                <a:lnTo>
                  <a:pt x="1361235" y="45684"/>
                </a:lnTo>
                <a:lnTo>
                  <a:pt x="1362693" y="45949"/>
                </a:lnTo>
                <a:lnTo>
                  <a:pt x="1364112" y="46313"/>
                </a:lnTo>
                <a:lnTo>
                  <a:pt x="1365490" y="46769"/>
                </a:lnTo>
                <a:lnTo>
                  <a:pt x="1366823" y="47315"/>
                </a:lnTo>
                <a:lnTo>
                  <a:pt x="1368110" y="47943"/>
                </a:lnTo>
                <a:lnTo>
                  <a:pt x="1369346" y="48651"/>
                </a:lnTo>
                <a:lnTo>
                  <a:pt x="1370529" y="49433"/>
                </a:lnTo>
                <a:lnTo>
                  <a:pt x="1371657" y="50285"/>
                </a:lnTo>
                <a:lnTo>
                  <a:pt x="1372726" y="51201"/>
                </a:lnTo>
                <a:lnTo>
                  <a:pt x="1373733" y="52177"/>
                </a:lnTo>
                <a:lnTo>
                  <a:pt x="1374677" y="53208"/>
                </a:lnTo>
                <a:lnTo>
                  <a:pt x="1375553" y="54289"/>
                </a:lnTo>
                <a:lnTo>
                  <a:pt x="1376359" y="55416"/>
                </a:lnTo>
                <a:lnTo>
                  <a:pt x="1377093" y="56584"/>
                </a:lnTo>
                <a:lnTo>
                  <a:pt x="1377750" y="57788"/>
                </a:lnTo>
                <a:lnTo>
                  <a:pt x="1378330" y="59024"/>
                </a:lnTo>
                <a:lnTo>
                  <a:pt x="1378828" y="60286"/>
                </a:lnTo>
                <a:lnTo>
                  <a:pt x="1379242" y="61569"/>
                </a:lnTo>
                <a:lnTo>
                  <a:pt x="1379568" y="62870"/>
                </a:lnTo>
                <a:lnTo>
                  <a:pt x="1379805" y="64183"/>
                </a:lnTo>
                <a:lnTo>
                  <a:pt x="1379950" y="65504"/>
                </a:lnTo>
                <a:lnTo>
                  <a:pt x="1379998" y="66827"/>
                </a:lnTo>
                <a:lnTo>
                  <a:pt x="1379998" y="80463"/>
                </a:lnTo>
                <a:lnTo>
                  <a:pt x="1379953" y="81839"/>
                </a:lnTo>
                <a:lnTo>
                  <a:pt x="1379819" y="83259"/>
                </a:lnTo>
                <a:lnTo>
                  <a:pt x="1379597" y="84715"/>
                </a:lnTo>
                <a:lnTo>
                  <a:pt x="1379287" y="86198"/>
                </a:lnTo>
                <a:lnTo>
                  <a:pt x="1378892" y="87697"/>
                </a:lnTo>
                <a:close/>
                <a:moveTo>
                  <a:pt x="1307906" y="109073"/>
                </a:moveTo>
                <a:lnTo>
                  <a:pt x="1307673" y="108629"/>
                </a:lnTo>
                <a:lnTo>
                  <a:pt x="1307407" y="108232"/>
                </a:lnTo>
                <a:lnTo>
                  <a:pt x="1307111" y="107879"/>
                </a:lnTo>
                <a:lnTo>
                  <a:pt x="1306787" y="107567"/>
                </a:lnTo>
                <a:lnTo>
                  <a:pt x="1306439" y="107294"/>
                </a:lnTo>
                <a:lnTo>
                  <a:pt x="1306069" y="107058"/>
                </a:lnTo>
                <a:lnTo>
                  <a:pt x="1305679" y="106855"/>
                </a:lnTo>
                <a:lnTo>
                  <a:pt x="1305274" y="106684"/>
                </a:lnTo>
                <a:lnTo>
                  <a:pt x="1304856" y="106541"/>
                </a:lnTo>
                <a:lnTo>
                  <a:pt x="1304427" y="106424"/>
                </a:lnTo>
                <a:lnTo>
                  <a:pt x="1303991" y="106330"/>
                </a:lnTo>
                <a:lnTo>
                  <a:pt x="1303550" y="106257"/>
                </a:lnTo>
                <a:lnTo>
                  <a:pt x="1303107" y="106202"/>
                </a:lnTo>
                <a:lnTo>
                  <a:pt x="1302665" y="106162"/>
                </a:lnTo>
                <a:lnTo>
                  <a:pt x="1302227" y="106136"/>
                </a:lnTo>
                <a:lnTo>
                  <a:pt x="1301796" y="106120"/>
                </a:lnTo>
                <a:lnTo>
                  <a:pt x="1301374" y="106112"/>
                </a:lnTo>
                <a:lnTo>
                  <a:pt x="1300964" y="106109"/>
                </a:lnTo>
                <a:lnTo>
                  <a:pt x="1300570" y="106108"/>
                </a:lnTo>
                <a:lnTo>
                  <a:pt x="1292086" y="106108"/>
                </a:lnTo>
                <a:lnTo>
                  <a:pt x="1292086" y="61446"/>
                </a:lnTo>
                <a:lnTo>
                  <a:pt x="1292035" y="59073"/>
                </a:lnTo>
                <a:lnTo>
                  <a:pt x="1291884" y="56815"/>
                </a:lnTo>
                <a:lnTo>
                  <a:pt x="1291634" y="54670"/>
                </a:lnTo>
                <a:lnTo>
                  <a:pt x="1291287" y="52638"/>
                </a:lnTo>
                <a:lnTo>
                  <a:pt x="1290846" y="50717"/>
                </a:lnTo>
                <a:lnTo>
                  <a:pt x="1290312" y="48906"/>
                </a:lnTo>
                <a:lnTo>
                  <a:pt x="1289687" y="47204"/>
                </a:lnTo>
                <a:lnTo>
                  <a:pt x="1288973" y="45609"/>
                </a:lnTo>
                <a:lnTo>
                  <a:pt x="1288172" y="44121"/>
                </a:lnTo>
                <a:lnTo>
                  <a:pt x="1287286" y="42738"/>
                </a:lnTo>
                <a:lnTo>
                  <a:pt x="1286317" y="41458"/>
                </a:lnTo>
                <a:lnTo>
                  <a:pt x="1285267" y="40281"/>
                </a:lnTo>
                <a:lnTo>
                  <a:pt x="1284137" y="39206"/>
                </a:lnTo>
                <a:lnTo>
                  <a:pt x="1282930" y="38230"/>
                </a:lnTo>
                <a:lnTo>
                  <a:pt x="1281647" y="37353"/>
                </a:lnTo>
                <a:lnTo>
                  <a:pt x="1280291" y="36574"/>
                </a:lnTo>
                <a:lnTo>
                  <a:pt x="1278863" y="35891"/>
                </a:lnTo>
                <a:lnTo>
                  <a:pt x="1277366" y="35303"/>
                </a:lnTo>
                <a:lnTo>
                  <a:pt x="1275800" y="34809"/>
                </a:lnTo>
                <a:lnTo>
                  <a:pt x="1274169" y="34408"/>
                </a:lnTo>
                <a:lnTo>
                  <a:pt x="1272474" y="34098"/>
                </a:lnTo>
                <a:lnTo>
                  <a:pt x="1270717" y="33878"/>
                </a:lnTo>
                <a:lnTo>
                  <a:pt x="1268900" y="33747"/>
                </a:lnTo>
                <a:lnTo>
                  <a:pt x="1267025" y="33703"/>
                </a:lnTo>
                <a:lnTo>
                  <a:pt x="1265432" y="33737"/>
                </a:lnTo>
                <a:lnTo>
                  <a:pt x="1263884" y="33834"/>
                </a:lnTo>
                <a:lnTo>
                  <a:pt x="1262381" y="33992"/>
                </a:lnTo>
                <a:lnTo>
                  <a:pt x="1260923" y="34206"/>
                </a:lnTo>
                <a:lnTo>
                  <a:pt x="1259511" y="34472"/>
                </a:lnTo>
                <a:lnTo>
                  <a:pt x="1258144" y="34785"/>
                </a:lnTo>
                <a:lnTo>
                  <a:pt x="1256824" y="35142"/>
                </a:lnTo>
                <a:lnTo>
                  <a:pt x="1255550" y="35539"/>
                </a:lnTo>
                <a:lnTo>
                  <a:pt x="1254323" y="35971"/>
                </a:lnTo>
                <a:lnTo>
                  <a:pt x="1253143" y="36435"/>
                </a:lnTo>
                <a:lnTo>
                  <a:pt x="1252011" y="36926"/>
                </a:lnTo>
                <a:lnTo>
                  <a:pt x="1250926" y="37440"/>
                </a:lnTo>
                <a:lnTo>
                  <a:pt x="1249890" y="37973"/>
                </a:lnTo>
                <a:lnTo>
                  <a:pt x="1248902" y="38521"/>
                </a:lnTo>
                <a:lnTo>
                  <a:pt x="1247964" y="39080"/>
                </a:lnTo>
                <a:lnTo>
                  <a:pt x="1247074" y="39646"/>
                </a:lnTo>
                <a:lnTo>
                  <a:pt x="1246234" y="40215"/>
                </a:lnTo>
                <a:lnTo>
                  <a:pt x="1245443" y="40782"/>
                </a:lnTo>
                <a:lnTo>
                  <a:pt x="1244703" y="41343"/>
                </a:lnTo>
                <a:lnTo>
                  <a:pt x="1244014" y="41895"/>
                </a:lnTo>
                <a:lnTo>
                  <a:pt x="1243375" y="42433"/>
                </a:lnTo>
                <a:lnTo>
                  <a:pt x="1242787" y="42953"/>
                </a:lnTo>
                <a:lnTo>
                  <a:pt x="1242251" y="43452"/>
                </a:lnTo>
                <a:lnTo>
                  <a:pt x="1241767" y="43924"/>
                </a:lnTo>
                <a:lnTo>
                  <a:pt x="1241766" y="43166"/>
                </a:lnTo>
                <a:lnTo>
                  <a:pt x="1241762" y="42443"/>
                </a:lnTo>
                <a:lnTo>
                  <a:pt x="1241752" y="41754"/>
                </a:lnTo>
                <a:lnTo>
                  <a:pt x="1241731" y="41099"/>
                </a:lnTo>
                <a:lnTo>
                  <a:pt x="1241697" y="40478"/>
                </a:lnTo>
                <a:lnTo>
                  <a:pt x="1241646" y="39889"/>
                </a:lnTo>
                <a:lnTo>
                  <a:pt x="1241576" y="39335"/>
                </a:lnTo>
                <a:lnTo>
                  <a:pt x="1241481" y="38813"/>
                </a:lnTo>
                <a:lnTo>
                  <a:pt x="1241360" y="38325"/>
                </a:lnTo>
                <a:lnTo>
                  <a:pt x="1241209" y="37869"/>
                </a:lnTo>
                <a:lnTo>
                  <a:pt x="1241025" y="37446"/>
                </a:lnTo>
                <a:lnTo>
                  <a:pt x="1240803" y="37055"/>
                </a:lnTo>
                <a:lnTo>
                  <a:pt x="1240542" y="36697"/>
                </a:lnTo>
                <a:lnTo>
                  <a:pt x="1240236" y="36370"/>
                </a:lnTo>
                <a:lnTo>
                  <a:pt x="1239884" y="36076"/>
                </a:lnTo>
                <a:lnTo>
                  <a:pt x="1239482" y="35813"/>
                </a:lnTo>
                <a:lnTo>
                  <a:pt x="1239027" y="35582"/>
                </a:lnTo>
                <a:lnTo>
                  <a:pt x="1238514" y="35382"/>
                </a:lnTo>
                <a:lnTo>
                  <a:pt x="1237941" y="35214"/>
                </a:lnTo>
                <a:lnTo>
                  <a:pt x="1237305" y="35076"/>
                </a:lnTo>
                <a:lnTo>
                  <a:pt x="1236602" y="34970"/>
                </a:lnTo>
                <a:lnTo>
                  <a:pt x="1235828" y="34894"/>
                </a:lnTo>
                <a:lnTo>
                  <a:pt x="1234981" y="34848"/>
                </a:lnTo>
                <a:lnTo>
                  <a:pt x="1234057" y="34833"/>
                </a:lnTo>
                <a:lnTo>
                  <a:pt x="1219983" y="34833"/>
                </a:lnTo>
                <a:lnTo>
                  <a:pt x="1219589" y="34833"/>
                </a:lnTo>
                <a:lnTo>
                  <a:pt x="1219179" y="34837"/>
                </a:lnTo>
                <a:lnTo>
                  <a:pt x="1218757" y="34845"/>
                </a:lnTo>
                <a:lnTo>
                  <a:pt x="1218326" y="34861"/>
                </a:lnTo>
                <a:lnTo>
                  <a:pt x="1217888" y="34887"/>
                </a:lnTo>
                <a:lnTo>
                  <a:pt x="1217446" y="34926"/>
                </a:lnTo>
                <a:lnTo>
                  <a:pt x="1217003" y="34981"/>
                </a:lnTo>
                <a:lnTo>
                  <a:pt x="1216562" y="35054"/>
                </a:lnTo>
                <a:lnTo>
                  <a:pt x="1216126" y="35148"/>
                </a:lnTo>
                <a:lnTo>
                  <a:pt x="1215697" y="35265"/>
                </a:lnTo>
                <a:lnTo>
                  <a:pt x="1215279" y="35409"/>
                </a:lnTo>
                <a:lnTo>
                  <a:pt x="1214874" y="35580"/>
                </a:lnTo>
                <a:lnTo>
                  <a:pt x="1214485" y="35783"/>
                </a:lnTo>
                <a:lnTo>
                  <a:pt x="1214114" y="36020"/>
                </a:lnTo>
                <a:lnTo>
                  <a:pt x="1213766" y="36293"/>
                </a:lnTo>
                <a:lnTo>
                  <a:pt x="1213442" y="36604"/>
                </a:lnTo>
                <a:lnTo>
                  <a:pt x="1213146" y="36958"/>
                </a:lnTo>
                <a:lnTo>
                  <a:pt x="1212880" y="37355"/>
                </a:lnTo>
                <a:lnTo>
                  <a:pt x="1212647" y="37799"/>
                </a:lnTo>
                <a:lnTo>
                  <a:pt x="1212450" y="38293"/>
                </a:lnTo>
                <a:lnTo>
                  <a:pt x="1212292" y="38838"/>
                </a:lnTo>
                <a:lnTo>
                  <a:pt x="1212175" y="39438"/>
                </a:lnTo>
                <a:lnTo>
                  <a:pt x="1212103" y="40095"/>
                </a:lnTo>
                <a:lnTo>
                  <a:pt x="1212079" y="40811"/>
                </a:lnTo>
                <a:lnTo>
                  <a:pt x="1212104" y="41504"/>
                </a:lnTo>
                <a:lnTo>
                  <a:pt x="1212179" y="42140"/>
                </a:lnTo>
                <a:lnTo>
                  <a:pt x="1212299" y="42720"/>
                </a:lnTo>
                <a:lnTo>
                  <a:pt x="1212462" y="43248"/>
                </a:lnTo>
                <a:lnTo>
                  <a:pt x="1212665" y="43725"/>
                </a:lnTo>
                <a:lnTo>
                  <a:pt x="1212904" y="44155"/>
                </a:lnTo>
                <a:lnTo>
                  <a:pt x="1213176" y="44539"/>
                </a:lnTo>
                <a:lnTo>
                  <a:pt x="1213478" y="44881"/>
                </a:lnTo>
                <a:lnTo>
                  <a:pt x="1213807" y="45183"/>
                </a:lnTo>
                <a:lnTo>
                  <a:pt x="1214159" y="45447"/>
                </a:lnTo>
                <a:lnTo>
                  <a:pt x="1214532" y="45676"/>
                </a:lnTo>
                <a:lnTo>
                  <a:pt x="1214922" y="45872"/>
                </a:lnTo>
                <a:lnTo>
                  <a:pt x="1215326" y="46038"/>
                </a:lnTo>
                <a:lnTo>
                  <a:pt x="1215741" y="46177"/>
                </a:lnTo>
                <a:lnTo>
                  <a:pt x="1216164" y="46290"/>
                </a:lnTo>
                <a:lnTo>
                  <a:pt x="1216591" y="46381"/>
                </a:lnTo>
                <a:lnTo>
                  <a:pt x="1217020" y="46452"/>
                </a:lnTo>
                <a:lnTo>
                  <a:pt x="1217446" y="46505"/>
                </a:lnTo>
                <a:lnTo>
                  <a:pt x="1217868" y="46543"/>
                </a:lnTo>
                <a:lnTo>
                  <a:pt x="1218281" y="46568"/>
                </a:lnTo>
                <a:lnTo>
                  <a:pt x="1218683" y="46584"/>
                </a:lnTo>
                <a:lnTo>
                  <a:pt x="1219071" y="46592"/>
                </a:lnTo>
                <a:lnTo>
                  <a:pt x="1219440" y="46595"/>
                </a:lnTo>
                <a:lnTo>
                  <a:pt x="1219789" y="46595"/>
                </a:lnTo>
                <a:lnTo>
                  <a:pt x="1228467" y="46595"/>
                </a:lnTo>
                <a:lnTo>
                  <a:pt x="1228467" y="106108"/>
                </a:lnTo>
                <a:lnTo>
                  <a:pt x="1219983" y="106108"/>
                </a:lnTo>
                <a:lnTo>
                  <a:pt x="1219589" y="106109"/>
                </a:lnTo>
                <a:lnTo>
                  <a:pt x="1219179" y="106112"/>
                </a:lnTo>
                <a:lnTo>
                  <a:pt x="1218757" y="106120"/>
                </a:lnTo>
                <a:lnTo>
                  <a:pt x="1218326" y="106136"/>
                </a:lnTo>
                <a:lnTo>
                  <a:pt x="1217888" y="106162"/>
                </a:lnTo>
                <a:lnTo>
                  <a:pt x="1217446" y="106202"/>
                </a:lnTo>
                <a:lnTo>
                  <a:pt x="1217003" y="106257"/>
                </a:lnTo>
                <a:lnTo>
                  <a:pt x="1216562" y="106330"/>
                </a:lnTo>
                <a:lnTo>
                  <a:pt x="1216126" y="106424"/>
                </a:lnTo>
                <a:lnTo>
                  <a:pt x="1215697" y="106541"/>
                </a:lnTo>
                <a:lnTo>
                  <a:pt x="1215279" y="106684"/>
                </a:lnTo>
                <a:lnTo>
                  <a:pt x="1214874" y="106855"/>
                </a:lnTo>
                <a:lnTo>
                  <a:pt x="1214485" y="107058"/>
                </a:lnTo>
                <a:lnTo>
                  <a:pt x="1214114" y="107294"/>
                </a:lnTo>
                <a:lnTo>
                  <a:pt x="1213766" y="107567"/>
                </a:lnTo>
                <a:lnTo>
                  <a:pt x="1213442" y="107879"/>
                </a:lnTo>
                <a:lnTo>
                  <a:pt x="1213146" y="108232"/>
                </a:lnTo>
                <a:lnTo>
                  <a:pt x="1212880" y="108629"/>
                </a:lnTo>
                <a:lnTo>
                  <a:pt x="1212647" y="109073"/>
                </a:lnTo>
                <a:lnTo>
                  <a:pt x="1212450" y="109566"/>
                </a:lnTo>
                <a:lnTo>
                  <a:pt x="1212292" y="110111"/>
                </a:lnTo>
                <a:lnTo>
                  <a:pt x="1212175" y="110711"/>
                </a:lnTo>
                <a:lnTo>
                  <a:pt x="1212103" y="111367"/>
                </a:lnTo>
                <a:lnTo>
                  <a:pt x="1212079" y="112084"/>
                </a:lnTo>
                <a:lnTo>
                  <a:pt x="1212104" y="112777"/>
                </a:lnTo>
                <a:lnTo>
                  <a:pt x="1212179" y="113412"/>
                </a:lnTo>
                <a:lnTo>
                  <a:pt x="1212299" y="113993"/>
                </a:lnTo>
                <a:lnTo>
                  <a:pt x="1212462" y="114520"/>
                </a:lnTo>
                <a:lnTo>
                  <a:pt x="1212665" y="114998"/>
                </a:lnTo>
                <a:lnTo>
                  <a:pt x="1212904" y="115427"/>
                </a:lnTo>
                <a:lnTo>
                  <a:pt x="1213176" y="115812"/>
                </a:lnTo>
                <a:lnTo>
                  <a:pt x="1213478" y="116154"/>
                </a:lnTo>
                <a:lnTo>
                  <a:pt x="1213807" y="116455"/>
                </a:lnTo>
                <a:lnTo>
                  <a:pt x="1214159" y="116719"/>
                </a:lnTo>
                <a:lnTo>
                  <a:pt x="1214532" y="116948"/>
                </a:lnTo>
                <a:lnTo>
                  <a:pt x="1214922" y="117145"/>
                </a:lnTo>
                <a:lnTo>
                  <a:pt x="1215326" y="117311"/>
                </a:lnTo>
                <a:lnTo>
                  <a:pt x="1215741" y="117449"/>
                </a:lnTo>
                <a:lnTo>
                  <a:pt x="1216164" y="117562"/>
                </a:lnTo>
                <a:lnTo>
                  <a:pt x="1216591" y="117653"/>
                </a:lnTo>
                <a:lnTo>
                  <a:pt x="1217020" y="117724"/>
                </a:lnTo>
                <a:lnTo>
                  <a:pt x="1217446" y="117777"/>
                </a:lnTo>
                <a:lnTo>
                  <a:pt x="1217868" y="117815"/>
                </a:lnTo>
                <a:lnTo>
                  <a:pt x="1218281" y="117841"/>
                </a:lnTo>
                <a:lnTo>
                  <a:pt x="1218683" y="117856"/>
                </a:lnTo>
                <a:lnTo>
                  <a:pt x="1219071" y="117864"/>
                </a:lnTo>
                <a:lnTo>
                  <a:pt x="1219440" y="117867"/>
                </a:lnTo>
                <a:lnTo>
                  <a:pt x="1219789" y="117868"/>
                </a:lnTo>
                <a:lnTo>
                  <a:pt x="1250445" y="117868"/>
                </a:lnTo>
                <a:lnTo>
                  <a:pt x="1250794" y="117867"/>
                </a:lnTo>
                <a:lnTo>
                  <a:pt x="1251164" y="117864"/>
                </a:lnTo>
                <a:lnTo>
                  <a:pt x="1251551" y="117856"/>
                </a:lnTo>
                <a:lnTo>
                  <a:pt x="1251953" y="117841"/>
                </a:lnTo>
                <a:lnTo>
                  <a:pt x="1252366" y="117815"/>
                </a:lnTo>
                <a:lnTo>
                  <a:pt x="1252788" y="117777"/>
                </a:lnTo>
                <a:lnTo>
                  <a:pt x="1253215" y="117724"/>
                </a:lnTo>
                <a:lnTo>
                  <a:pt x="1253643" y="117653"/>
                </a:lnTo>
                <a:lnTo>
                  <a:pt x="1254070" y="117562"/>
                </a:lnTo>
                <a:lnTo>
                  <a:pt x="1254493" y="117449"/>
                </a:lnTo>
                <a:lnTo>
                  <a:pt x="1254908" y="117311"/>
                </a:lnTo>
                <a:lnTo>
                  <a:pt x="1255312" y="117145"/>
                </a:lnTo>
                <a:lnTo>
                  <a:pt x="1255702" y="116948"/>
                </a:lnTo>
                <a:lnTo>
                  <a:pt x="1256075" y="116719"/>
                </a:lnTo>
                <a:lnTo>
                  <a:pt x="1256427" y="116455"/>
                </a:lnTo>
                <a:lnTo>
                  <a:pt x="1256756" y="116154"/>
                </a:lnTo>
                <a:lnTo>
                  <a:pt x="1257058" y="115812"/>
                </a:lnTo>
                <a:lnTo>
                  <a:pt x="1257330" y="115427"/>
                </a:lnTo>
                <a:lnTo>
                  <a:pt x="1257569" y="114998"/>
                </a:lnTo>
                <a:lnTo>
                  <a:pt x="1257772" y="114520"/>
                </a:lnTo>
                <a:lnTo>
                  <a:pt x="1257935" y="113993"/>
                </a:lnTo>
                <a:lnTo>
                  <a:pt x="1258055" y="113412"/>
                </a:lnTo>
                <a:lnTo>
                  <a:pt x="1258130" y="112777"/>
                </a:lnTo>
                <a:lnTo>
                  <a:pt x="1258156" y="112084"/>
                </a:lnTo>
                <a:lnTo>
                  <a:pt x="1258131" y="111367"/>
                </a:lnTo>
                <a:lnTo>
                  <a:pt x="1258059" y="110711"/>
                </a:lnTo>
                <a:lnTo>
                  <a:pt x="1257942" y="110111"/>
                </a:lnTo>
                <a:lnTo>
                  <a:pt x="1257784" y="109566"/>
                </a:lnTo>
                <a:lnTo>
                  <a:pt x="1257587" y="109073"/>
                </a:lnTo>
                <a:lnTo>
                  <a:pt x="1257354" y="108629"/>
                </a:lnTo>
                <a:lnTo>
                  <a:pt x="1257088" y="108232"/>
                </a:lnTo>
                <a:lnTo>
                  <a:pt x="1256792" y="107879"/>
                </a:lnTo>
                <a:lnTo>
                  <a:pt x="1256468" y="107567"/>
                </a:lnTo>
                <a:lnTo>
                  <a:pt x="1256120" y="107294"/>
                </a:lnTo>
                <a:lnTo>
                  <a:pt x="1255750" y="107058"/>
                </a:lnTo>
                <a:lnTo>
                  <a:pt x="1255360" y="106855"/>
                </a:lnTo>
                <a:lnTo>
                  <a:pt x="1254955" y="106684"/>
                </a:lnTo>
                <a:lnTo>
                  <a:pt x="1254537" y="106541"/>
                </a:lnTo>
                <a:lnTo>
                  <a:pt x="1254108" y="106424"/>
                </a:lnTo>
                <a:lnTo>
                  <a:pt x="1253672" y="106330"/>
                </a:lnTo>
                <a:lnTo>
                  <a:pt x="1253231" y="106257"/>
                </a:lnTo>
                <a:lnTo>
                  <a:pt x="1252788" y="106202"/>
                </a:lnTo>
                <a:lnTo>
                  <a:pt x="1252346" y="106162"/>
                </a:lnTo>
                <a:lnTo>
                  <a:pt x="1251908" y="106136"/>
                </a:lnTo>
                <a:lnTo>
                  <a:pt x="1251477" y="106120"/>
                </a:lnTo>
                <a:lnTo>
                  <a:pt x="1251055" y="106112"/>
                </a:lnTo>
                <a:lnTo>
                  <a:pt x="1250645" y="106109"/>
                </a:lnTo>
                <a:lnTo>
                  <a:pt x="1250251" y="106108"/>
                </a:lnTo>
                <a:lnTo>
                  <a:pt x="1241767" y="106108"/>
                </a:lnTo>
                <a:lnTo>
                  <a:pt x="1241767" y="72020"/>
                </a:lnTo>
                <a:lnTo>
                  <a:pt x="1241840" y="69677"/>
                </a:lnTo>
                <a:lnTo>
                  <a:pt x="1242053" y="67456"/>
                </a:lnTo>
                <a:lnTo>
                  <a:pt x="1242399" y="65355"/>
                </a:lnTo>
                <a:lnTo>
                  <a:pt x="1242869" y="63373"/>
                </a:lnTo>
                <a:lnTo>
                  <a:pt x="1243456" y="61507"/>
                </a:lnTo>
                <a:lnTo>
                  <a:pt x="1244150" y="59755"/>
                </a:lnTo>
                <a:lnTo>
                  <a:pt x="1244944" y="58115"/>
                </a:lnTo>
                <a:lnTo>
                  <a:pt x="1245830" y="56585"/>
                </a:lnTo>
                <a:lnTo>
                  <a:pt x="1246800" y="55164"/>
                </a:lnTo>
                <a:lnTo>
                  <a:pt x="1247845" y="53848"/>
                </a:lnTo>
                <a:lnTo>
                  <a:pt x="1248958" y="52637"/>
                </a:lnTo>
                <a:lnTo>
                  <a:pt x="1250130" y="51528"/>
                </a:lnTo>
                <a:lnTo>
                  <a:pt x="1251353" y="50520"/>
                </a:lnTo>
                <a:lnTo>
                  <a:pt x="1252620" y="49609"/>
                </a:lnTo>
                <a:lnTo>
                  <a:pt x="1253921" y="48795"/>
                </a:lnTo>
                <a:lnTo>
                  <a:pt x="1255249" y="48075"/>
                </a:lnTo>
                <a:lnTo>
                  <a:pt x="1256596" y="47447"/>
                </a:lnTo>
                <a:lnTo>
                  <a:pt x="1257954" y="46909"/>
                </a:lnTo>
                <a:lnTo>
                  <a:pt x="1259314" y="46460"/>
                </a:lnTo>
                <a:lnTo>
                  <a:pt x="1260669" y="46096"/>
                </a:lnTo>
                <a:lnTo>
                  <a:pt x="1262010" y="45817"/>
                </a:lnTo>
                <a:lnTo>
                  <a:pt x="1263329" y="45620"/>
                </a:lnTo>
                <a:lnTo>
                  <a:pt x="1264618" y="45504"/>
                </a:lnTo>
                <a:lnTo>
                  <a:pt x="1265869" y="45465"/>
                </a:lnTo>
                <a:lnTo>
                  <a:pt x="1267107" y="45494"/>
                </a:lnTo>
                <a:lnTo>
                  <a:pt x="1268269" y="45578"/>
                </a:lnTo>
                <a:lnTo>
                  <a:pt x="1269357" y="45720"/>
                </a:lnTo>
                <a:lnTo>
                  <a:pt x="1270373" y="45918"/>
                </a:lnTo>
                <a:lnTo>
                  <a:pt x="1271319" y="46174"/>
                </a:lnTo>
                <a:lnTo>
                  <a:pt x="1272197" y="46488"/>
                </a:lnTo>
                <a:lnTo>
                  <a:pt x="1273009" y="46861"/>
                </a:lnTo>
                <a:lnTo>
                  <a:pt x="1273758" y="47291"/>
                </a:lnTo>
                <a:lnTo>
                  <a:pt x="1274445" y="47781"/>
                </a:lnTo>
                <a:lnTo>
                  <a:pt x="1275072" y="48329"/>
                </a:lnTo>
                <a:lnTo>
                  <a:pt x="1275642" y="48938"/>
                </a:lnTo>
                <a:lnTo>
                  <a:pt x="1276157" y="49605"/>
                </a:lnTo>
                <a:lnTo>
                  <a:pt x="1276619" y="50334"/>
                </a:lnTo>
                <a:lnTo>
                  <a:pt x="1277029" y="51122"/>
                </a:lnTo>
                <a:lnTo>
                  <a:pt x="1277391" y="51972"/>
                </a:lnTo>
                <a:lnTo>
                  <a:pt x="1277705" y="52882"/>
                </a:lnTo>
                <a:lnTo>
                  <a:pt x="1277975" y="53854"/>
                </a:lnTo>
                <a:lnTo>
                  <a:pt x="1278202" y="54888"/>
                </a:lnTo>
                <a:lnTo>
                  <a:pt x="1278388" y="55984"/>
                </a:lnTo>
                <a:lnTo>
                  <a:pt x="1278536" y="57143"/>
                </a:lnTo>
                <a:lnTo>
                  <a:pt x="1278647" y="58364"/>
                </a:lnTo>
                <a:lnTo>
                  <a:pt x="1278724" y="59649"/>
                </a:lnTo>
                <a:lnTo>
                  <a:pt x="1278769" y="60996"/>
                </a:lnTo>
                <a:lnTo>
                  <a:pt x="1278783" y="62408"/>
                </a:lnTo>
                <a:lnTo>
                  <a:pt x="1278783" y="106108"/>
                </a:lnTo>
                <a:lnTo>
                  <a:pt x="1271267" y="106108"/>
                </a:lnTo>
                <a:lnTo>
                  <a:pt x="1270873" y="106109"/>
                </a:lnTo>
                <a:lnTo>
                  <a:pt x="1270463" y="106112"/>
                </a:lnTo>
                <a:lnTo>
                  <a:pt x="1270041" y="106120"/>
                </a:lnTo>
                <a:lnTo>
                  <a:pt x="1269610" y="106136"/>
                </a:lnTo>
                <a:lnTo>
                  <a:pt x="1269172" y="106162"/>
                </a:lnTo>
                <a:lnTo>
                  <a:pt x="1268730" y="106202"/>
                </a:lnTo>
                <a:lnTo>
                  <a:pt x="1268287" y="106257"/>
                </a:lnTo>
                <a:lnTo>
                  <a:pt x="1267846" y="106330"/>
                </a:lnTo>
                <a:lnTo>
                  <a:pt x="1267410" y="106424"/>
                </a:lnTo>
                <a:lnTo>
                  <a:pt x="1266981" y="106541"/>
                </a:lnTo>
                <a:lnTo>
                  <a:pt x="1266563" y="106684"/>
                </a:lnTo>
                <a:lnTo>
                  <a:pt x="1266158" y="106855"/>
                </a:lnTo>
                <a:lnTo>
                  <a:pt x="1265768" y="107058"/>
                </a:lnTo>
                <a:lnTo>
                  <a:pt x="1265398" y="107294"/>
                </a:lnTo>
                <a:lnTo>
                  <a:pt x="1265050" y="107567"/>
                </a:lnTo>
                <a:lnTo>
                  <a:pt x="1264726" y="107879"/>
                </a:lnTo>
                <a:lnTo>
                  <a:pt x="1264430" y="108232"/>
                </a:lnTo>
                <a:lnTo>
                  <a:pt x="1264164" y="108629"/>
                </a:lnTo>
                <a:lnTo>
                  <a:pt x="1263931" y="109073"/>
                </a:lnTo>
                <a:lnTo>
                  <a:pt x="1263734" y="109566"/>
                </a:lnTo>
                <a:lnTo>
                  <a:pt x="1263576" y="110111"/>
                </a:lnTo>
                <a:lnTo>
                  <a:pt x="1263459" y="110711"/>
                </a:lnTo>
                <a:lnTo>
                  <a:pt x="1263387" y="111367"/>
                </a:lnTo>
                <a:lnTo>
                  <a:pt x="1263362" y="112084"/>
                </a:lnTo>
                <a:lnTo>
                  <a:pt x="1263389" y="112777"/>
                </a:lnTo>
                <a:lnTo>
                  <a:pt x="1263466" y="113412"/>
                </a:lnTo>
                <a:lnTo>
                  <a:pt x="1263591" y="113993"/>
                </a:lnTo>
                <a:lnTo>
                  <a:pt x="1263760" y="114520"/>
                </a:lnTo>
                <a:lnTo>
                  <a:pt x="1263970" y="114998"/>
                </a:lnTo>
                <a:lnTo>
                  <a:pt x="1264218" y="115427"/>
                </a:lnTo>
                <a:lnTo>
                  <a:pt x="1264499" y="115812"/>
                </a:lnTo>
                <a:lnTo>
                  <a:pt x="1264812" y="116154"/>
                </a:lnTo>
                <a:lnTo>
                  <a:pt x="1265151" y="116455"/>
                </a:lnTo>
                <a:lnTo>
                  <a:pt x="1265515" y="116719"/>
                </a:lnTo>
                <a:lnTo>
                  <a:pt x="1265900" y="116948"/>
                </a:lnTo>
                <a:lnTo>
                  <a:pt x="1266302" y="117145"/>
                </a:lnTo>
                <a:lnTo>
                  <a:pt x="1266718" y="117311"/>
                </a:lnTo>
                <a:lnTo>
                  <a:pt x="1267145" y="117449"/>
                </a:lnTo>
                <a:lnTo>
                  <a:pt x="1267579" y="117562"/>
                </a:lnTo>
                <a:lnTo>
                  <a:pt x="1268017" y="117653"/>
                </a:lnTo>
                <a:lnTo>
                  <a:pt x="1268456" y="117724"/>
                </a:lnTo>
                <a:lnTo>
                  <a:pt x="1268893" y="117777"/>
                </a:lnTo>
                <a:lnTo>
                  <a:pt x="1269323" y="117815"/>
                </a:lnTo>
                <a:lnTo>
                  <a:pt x="1269744" y="117841"/>
                </a:lnTo>
                <a:lnTo>
                  <a:pt x="1270152" y="117856"/>
                </a:lnTo>
                <a:lnTo>
                  <a:pt x="1270544" y="117864"/>
                </a:lnTo>
                <a:lnTo>
                  <a:pt x="1270917" y="117867"/>
                </a:lnTo>
                <a:lnTo>
                  <a:pt x="1271267" y="117868"/>
                </a:lnTo>
                <a:lnTo>
                  <a:pt x="1300764" y="117868"/>
                </a:lnTo>
                <a:lnTo>
                  <a:pt x="1301113" y="117867"/>
                </a:lnTo>
                <a:lnTo>
                  <a:pt x="1301483" y="117864"/>
                </a:lnTo>
                <a:lnTo>
                  <a:pt x="1301870" y="117856"/>
                </a:lnTo>
                <a:lnTo>
                  <a:pt x="1302272" y="117841"/>
                </a:lnTo>
                <a:lnTo>
                  <a:pt x="1302685" y="117815"/>
                </a:lnTo>
                <a:lnTo>
                  <a:pt x="1303107" y="117777"/>
                </a:lnTo>
                <a:lnTo>
                  <a:pt x="1303534" y="117724"/>
                </a:lnTo>
                <a:lnTo>
                  <a:pt x="1303962" y="117653"/>
                </a:lnTo>
                <a:lnTo>
                  <a:pt x="1304389" y="117562"/>
                </a:lnTo>
                <a:lnTo>
                  <a:pt x="1304812" y="117449"/>
                </a:lnTo>
                <a:lnTo>
                  <a:pt x="1305227" y="117311"/>
                </a:lnTo>
                <a:lnTo>
                  <a:pt x="1305631" y="117145"/>
                </a:lnTo>
                <a:lnTo>
                  <a:pt x="1306021" y="116948"/>
                </a:lnTo>
                <a:lnTo>
                  <a:pt x="1306394" y="116719"/>
                </a:lnTo>
                <a:lnTo>
                  <a:pt x="1306746" y="116455"/>
                </a:lnTo>
                <a:lnTo>
                  <a:pt x="1307075" y="116154"/>
                </a:lnTo>
                <a:lnTo>
                  <a:pt x="1307377" y="115812"/>
                </a:lnTo>
                <a:lnTo>
                  <a:pt x="1307649" y="115427"/>
                </a:lnTo>
                <a:lnTo>
                  <a:pt x="1307888" y="114998"/>
                </a:lnTo>
                <a:lnTo>
                  <a:pt x="1308091" y="114520"/>
                </a:lnTo>
                <a:lnTo>
                  <a:pt x="1308254" y="113993"/>
                </a:lnTo>
                <a:lnTo>
                  <a:pt x="1308374" y="113412"/>
                </a:lnTo>
                <a:lnTo>
                  <a:pt x="1308449" y="112777"/>
                </a:lnTo>
                <a:lnTo>
                  <a:pt x="1308475" y="112084"/>
                </a:lnTo>
                <a:lnTo>
                  <a:pt x="1308450" y="111367"/>
                </a:lnTo>
                <a:lnTo>
                  <a:pt x="1308378" y="110711"/>
                </a:lnTo>
                <a:lnTo>
                  <a:pt x="1308261" y="110111"/>
                </a:lnTo>
                <a:lnTo>
                  <a:pt x="1308103" y="109566"/>
                </a:lnTo>
                <a:lnTo>
                  <a:pt x="1307906" y="109073"/>
                </a:lnTo>
                <a:close/>
                <a:moveTo>
                  <a:pt x="1809329" y="42808"/>
                </a:moveTo>
                <a:lnTo>
                  <a:pt x="1809121" y="42164"/>
                </a:lnTo>
                <a:lnTo>
                  <a:pt x="1808860" y="41508"/>
                </a:lnTo>
                <a:lnTo>
                  <a:pt x="1808540" y="40846"/>
                </a:lnTo>
                <a:lnTo>
                  <a:pt x="1808157" y="40182"/>
                </a:lnTo>
                <a:lnTo>
                  <a:pt x="1807705" y="39522"/>
                </a:lnTo>
                <a:lnTo>
                  <a:pt x="1807179" y="38871"/>
                </a:lnTo>
                <a:lnTo>
                  <a:pt x="1806575" y="38235"/>
                </a:lnTo>
                <a:lnTo>
                  <a:pt x="1805888" y="37619"/>
                </a:lnTo>
                <a:lnTo>
                  <a:pt x="1805113" y="37029"/>
                </a:lnTo>
                <a:lnTo>
                  <a:pt x="1804244" y="36469"/>
                </a:lnTo>
                <a:lnTo>
                  <a:pt x="1803277" y="35946"/>
                </a:lnTo>
                <a:lnTo>
                  <a:pt x="1802207" y="35464"/>
                </a:lnTo>
                <a:lnTo>
                  <a:pt x="1801029" y="35029"/>
                </a:lnTo>
                <a:lnTo>
                  <a:pt x="1799738" y="34646"/>
                </a:lnTo>
                <a:lnTo>
                  <a:pt x="1798330" y="34321"/>
                </a:lnTo>
                <a:lnTo>
                  <a:pt x="1796798" y="34059"/>
                </a:lnTo>
                <a:lnTo>
                  <a:pt x="1795139" y="33865"/>
                </a:lnTo>
                <a:lnTo>
                  <a:pt x="1793347" y="33745"/>
                </a:lnTo>
                <a:lnTo>
                  <a:pt x="1791417" y="33703"/>
                </a:lnTo>
                <a:lnTo>
                  <a:pt x="1790175" y="33722"/>
                </a:lnTo>
                <a:lnTo>
                  <a:pt x="1788909" y="33779"/>
                </a:lnTo>
                <a:lnTo>
                  <a:pt x="1787620" y="33876"/>
                </a:lnTo>
                <a:lnTo>
                  <a:pt x="1786311" y="34017"/>
                </a:lnTo>
                <a:lnTo>
                  <a:pt x="1784983" y="34202"/>
                </a:lnTo>
                <a:lnTo>
                  <a:pt x="1783638" y="34436"/>
                </a:lnTo>
                <a:lnTo>
                  <a:pt x="1782279" y="34718"/>
                </a:lnTo>
                <a:lnTo>
                  <a:pt x="1780906" y="35053"/>
                </a:lnTo>
                <a:lnTo>
                  <a:pt x="1779521" y="35442"/>
                </a:lnTo>
                <a:lnTo>
                  <a:pt x="1778127" y="35888"/>
                </a:lnTo>
                <a:lnTo>
                  <a:pt x="1776726" y="36392"/>
                </a:lnTo>
                <a:lnTo>
                  <a:pt x="1775318" y="36958"/>
                </a:lnTo>
                <a:lnTo>
                  <a:pt x="1773907" y="37586"/>
                </a:lnTo>
                <a:lnTo>
                  <a:pt x="1772493" y="38280"/>
                </a:lnTo>
                <a:lnTo>
                  <a:pt x="1771079" y="39042"/>
                </a:lnTo>
                <a:lnTo>
                  <a:pt x="1769667" y="39874"/>
                </a:lnTo>
                <a:lnTo>
                  <a:pt x="1768258" y="40778"/>
                </a:lnTo>
                <a:lnTo>
                  <a:pt x="1766854" y="41757"/>
                </a:lnTo>
                <a:lnTo>
                  <a:pt x="1765457" y="42813"/>
                </a:lnTo>
                <a:lnTo>
                  <a:pt x="1764069" y="43947"/>
                </a:lnTo>
                <a:lnTo>
                  <a:pt x="1762692" y="45164"/>
                </a:lnTo>
                <a:lnTo>
                  <a:pt x="1761327" y="46463"/>
                </a:lnTo>
                <a:lnTo>
                  <a:pt x="1759977" y="47849"/>
                </a:lnTo>
                <a:lnTo>
                  <a:pt x="1758643" y="49322"/>
                </a:lnTo>
                <a:lnTo>
                  <a:pt x="1758643" y="42768"/>
                </a:lnTo>
                <a:lnTo>
                  <a:pt x="1758637" y="42038"/>
                </a:lnTo>
                <a:lnTo>
                  <a:pt x="1758617" y="41350"/>
                </a:lnTo>
                <a:lnTo>
                  <a:pt x="1758581" y="40703"/>
                </a:lnTo>
                <a:lnTo>
                  <a:pt x="1758527" y="40095"/>
                </a:lnTo>
                <a:lnTo>
                  <a:pt x="1758454" y="39526"/>
                </a:lnTo>
                <a:lnTo>
                  <a:pt x="1758360" y="38995"/>
                </a:lnTo>
                <a:lnTo>
                  <a:pt x="1758242" y="38500"/>
                </a:lnTo>
                <a:lnTo>
                  <a:pt x="1758100" y="38042"/>
                </a:lnTo>
                <a:lnTo>
                  <a:pt x="1757931" y="37618"/>
                </a:lnTo>
                <a:lnTo>
                  <a:pt x="1757733" y="37229"/>
                </a:lnTo>
                <a:lnTo>
                  <a:pt x="1757505" y="36873"/>
                </a:lnTo>
                <a:lnTo>
                  <a:pt x="1757244" y="36549"/>
                </a:lnTo>
                <a:lnTo>
                  <a:pt x="1756950" y="36256"/>
                </a:lnTo>
                <a:lnTo>
                  <a:pt x="1756619" y="35993"/>
                </a:lnTo>
                <a:lnTo>
                  <a:pt x="1756251" y="35760"/>
                </a:lnTo>
                <a:lnTo>
                  <a:pt x="1755843" y="35556"/>
                </a:lnTo>
                <a:lnTo>
                  <a:pt x="1755393" y="35379"/>
                </a:lnTo>
                <a:lnTo>
                  <a:pt x="1754900" y="35228"/>
                </a:lnTo>
                <a:lnTo>
                  <a:pt x="1754362" y="35104"/>
                </a:lnTo>
                <a:lnTo>
                  <a:pt x="1753777" y="35004"/>
                </a:lnTo>
                <a:lnTo>
                  <a:pt x="1753143" y="34928"/>
                </a:lnTo>
                <a:lnTo>
                  <a:pt x="1752458" y="34874"/>
                </a:lnTo>
                <a:lnTo>
                  <a:pt x="1751721" y="34843"/>
                </a:lnTo>
                <a:lnTo>
                  <a:pt x="1750930" y="34833"/>
                </a:lnTo>
                <a:lnTo>
                  <a:pt x="1729723" y="34833"/>
                </a:lnTo>
                <a:lnTo>
                  <a:pt x="1729352" y="34833"/>
                </a:lnTo>
                <a:lnTo>
                  <a:pt x="1728963" y="34836"/>
                </a:lnTo>
                <a:lnTo>
                  <a:pt x="1728561" y="34844"/>
                </a:lnTo>
                <a:lnTo>
                  <a:pt x="1728147" y="34860"/>
                </a:lnTo>
                <a:lnTo>
                  <a:pt x="1727725" y="34885"/>
                </a:lnTo>
                <a:lnTo>
                  <a:pt x="1727298" y="34923"/>
                </a:lnTo>
                <a:lnTo>
                  <a:pt x="1726868" y="34977"/>
                </a:lnTo>
                <a:lnTo>
                  <a:pt x="1726438" y="35047"/>
                </a:lnTo>
                <a:lnTo>
                  <a:pt x="1726012" y="35138"/>
                </a:lnTo>
                <a:lnTo>
                  <a:pt x="1725592" y="35252"/>
                </a:lnTo>
                <a:lnTo>
                  <a:pt x="1725182" y="35390"/>
                </a:lnTo>
                <a:lnTo>
                  <a:pt x="1724783" y="35556"/>
                </a:lnTo>
                <a:lnTo>
                  <a:pt x="1724399" y="35753"/>
                </a:lnTo>
                <a:lnTo>
                  <a:pt x="1724034" y="35982"/>
                </a:lnTo>
                <a:lnTo>
                  <a:pt x="1723689" y="36246"/>
                </a:lnTo>
                <a:lnTo>
                  <a:pt x="1723369" y="36548"/>
                </a:lnTo>
                <a:lnTo>
                  <a:pt x="1723075" y="36890"/>
                </a:lnTo>
                <a:lnTo>
                  <a:pt x="1722810" y="37274"/>
                </a:lnTo>
                <a:lnTo>
                  <a:pt x="1722579" y="37704"/>
                </a:lnTo>
                <a:lnTo>
                  <a:pt x="1722383" y="38182"/>
                </a:lnTo>
                <a:lnTo>
                  <a:pt x="1722225" y="38710"/>
                </a:lnTo>
                <a:lnTo>
                  <a:pt x="1722109" y="39290"/>
                </a:lnTo>
                <a:lnTo>
                  <a:pt x="1722037" y="39926"/>
                </a:lnTo>
                <a:lnTo>
                  <a:pt x="1722012" y="40620"/>
                </a:lnTo>
                <a:lnTo>
                  <a:pt x="1722036" y="41336"/>
                </a:lnTo>
                <a:lnTo>
                  <a:pt x="1722105" y="41993"/>
                </a:lnTo>
                <a:lnTo>
                  <a:pt x="1722217" y="42592"/>
                </a:lnTo>
                <a:lnTo>
                  <a:pt x="1722369" y="43137"/>
                </a:lnTo>
                <a:lnTo>
                  <a:pt x="1722559" y="43630"/>
                </a:lnTo>
                <a:lnTo>
                  <a:pt x="1722783" y="44074"/>
                </a:lnTo>
                <a:lnTo>
                  <a:pt x="1723040" y="44472"/>
                </a:lnTo>
                <a:lnTo>
                  <a:pt x="1723326" y="44825"/>
                </a:lnTo>
                <a:lnTo>
                  <a:pt x="1723639" y="45136"/>
                </a:lnTo>
                <a:lnTo>
                  <a:pt x="1723976" y="45409"/>
                </a:lnTo>
                <a:lnTo>
                  <a:pt x="1724334" y="45645"/>
                </a:lnTo>
                <a:lnTo>
                  <a:pt x="1724711" y="45848"/>
                </a:lnTo>
                <a:lnTo>
                  <a:pt x="1725104" y="46020"/>
                </a:lnTo>
                <a:lnTo>
                  <a:pt x="1725511" y="46163"/>
                </a:lnTo>
                <a:lnTo>
                  <a:pt x="1725928" y="46280"/>
                </a:lnTo>
                <a:lnTo>
                  <a:pt x="1726353" y="46374"/>
                </a:lnTo>
                <a:lnTo>
                  <a:pt x="1726784" y="46447"/>
                </a:lnTo>
                <a:lnTo>
                  <a:pt x="1727217" y="46502"/>
                </a:lnTo>
                <a:lnTo>
                  <a:pt x="1727650" y="46541"/>
                </a:lnTo>
                <a:lnTo>
                  <a:pt x="1728081" y="46567"/>
                </a:lnTo>
                <a:lnTo>
                  <a:pt x="1728506" y="46583"/>
                </a:lnTo>
                <a:lnTo>
                  <a:pt x="1728923" y="46592"/>
                </a:lnTo>
                <a:lnTo>
                  <a:pt x="1729330" y="46595"/>
                </a:lnTo>
                <a:lnTo>
                  <a:pt x="1729723" y="46595"/>
                </a:lnTo>
                <a:lnTo>
                  <a:pt x="1745340" y="46595"/>
                </a:lnTo>
                <a:lnTo>
                  <a:pt x="1745340" y="106108"/>
                </a:lnTo>
                <a:lnTo>
                  <a:pt x="1729723" y="106108"/>
                </a:lnTo>
                <a:lnTo>
                  <a:pt x="1729352" y="106109"/>
                </a:lnTo>
                <a:lnTo>
                  <a:pt x="1728963" y="106112"/>
                </a:lnTo>
                <a:lnTo>
                  <a:pt x="1728561" y="106120"/>
                </a:lnTo>
                <a:lnTo>
                  <a:pt x="1728147" y="106135"/>
                </a:lnTo>
                <a:lnTo>
                  <a:pt x="1727725" y="106161"/>
                </a:lnTo>
                <a:lnTo>
                  <a:pt x="1727298" y="106199"/>
                </a:lnTo>
                <a:lnTo>
                  <a:pt x="1726868" y="106252"/>
                </a:lnTo>
                <a:lnTo>
                  <a:pt x="1726438" y="106323"/>
                </a:lnTo>
                <a:lnTo>
                  <a:pt x="1726012" y="106413"/>
                </a:lnTo>
                <a:lnTo>
                  <a:pt x="1725592" y="106527"/>
                </a:lnTo>
                <a:lnTo>
                  <a:pt x="1725182" y="106665"/>
                </a:lnTo>
                <a:lnTo>
                  <a:pt x="1724783" y="106831"/>
                </a:lnTo>
                <a:lnTo>
                  <a:pt x="1724399" y="107028"/>
                </a:lnTo>
                <a:lnTo>
                  <a:pt x="1724034" y="107256"/>
                </a:lnTo>
                <a:lnTo>
                  <a:pt x="1723689" y="107521"/>
                </a:lnTo>
                <a:lnTo>
                  <a:pt x="1723369" y="107822"/>
                </a:lnTo>
                <a:lnTo>
                  <a:pt x="1723075" y="108164"/>
                </a:lnTo>
                <a:lnTo>
                  <a:pt x="1722810" y="108549"/>
                </a:lnTo>
                <a:lnTo>
                  <a:pt x="1722579" y="108978"/>
                </a:lnTo>
                <a:lnTo>
                  <a:pt x="1722383" y="109456"/>
                </a:lnTo>
                <a:lnTo>
                  <a:pt x="1722225" y="109983"/>
                </a:lnTo>
                <a:lnTo>
                  <a:pt x="1722109" y="110564"/>
                </a:lnTo>
                <a:lnTo>
                  <a:pt x="1722037" y="111199"/>
                </a:lnTo>
                <a:lnTo>
                  <a:pt x="1722012" y="111892"/>
                </a:lnTo>
                <a:lnTo>
                  <a:pt x="1722036" y="112609"/>
                </a:lnTo>
                <a:lnTo>
                  <a:pt x="1722105" y="113265"/>
                </a:lnTo>
                <a:lnTo>
                  <a:pt x="1722217" y="113865"/>
                </a:lnTo>
                <a:lnTo>
                  <a:pt x="1722369" y="114410"/>
                </a:lnTo>
                <a:lnTo>
                  <a:pt x="1722559" y="114903"/>
                </a:lnTo>
                <a:lnTo>
                  <a:pt x="1722783" y="115347"/>
                </a:lnTo>
                <a:lnTo>
                  <a:pt x="1723040" y="115744"/>
                </a:lnTo>
                <a:lnTo>
                  <a:pt x="1723326" y="116097"/>
                </a:lnTo>
                <a:lnTo>
                  <a:pt x="1723639" y="116409"/>
                </a:lnTo>
                <a:lnTo>
                  <a:pt x="1723976" y="116681"/>
                </a:lnTo>
                <a:lnTo>
                  <a:pt x="1724334" y="116918"/>
                </a:lnTo>
                <a:lnTo>
                  <a:pt x="1724711" y="117121"/>
                </a:lnTo>
                <a:lnTo>
                  <a:pt x="1725104" y="117292"/>
                </a:lnTo>
                <a:lnTo>
                  <a:pt x="1725511" y="117435"/>
                </a:lnTo>
                <a:lnTo>
                  <a:pt x="1725928" y="117552"/>
                </a:lnTo>
                <a:lnTo>
                  <a:pt x="1726353" y="117646"/>
                </a:lnTo>
                <a:lnTo>
                  <a:pt x="1726784" y="117719"/>
                </a:lnTo>
                <a:lnTo>
                  <a:pt x="1727217" y="117774"/>
                </a:lnTo>
                <a:lnTo>
                  <a:pt x="1727650" y="117813"/>
                </a:lnTo>
                <a:lnTo>
                  <a:pt x="1728081" y="117840"/>
                </a:lnTo>
                <a:lnTo>
                  <a:pt x="1728506" y="117856"/>
                </a:lnTo>
                <a:lnTo>
                  <a:pt x="1728923" y="117864"/>
                </a:lnTo>
                <a:lnTo>
                  <a:pt x="1729330" y="117867"/>
                </a:lnTo>
                <a:lnTo>
                  <a:pt x="1729723" y="117868"/>
                </a:lnTo>
                <a:lnTo>
                  <a:pt x="1780042" y="117868"/>
                </a:lnTo>
                <a:lnTo>
                  <a:pt x="1780414" y="117867"/>
                </a:lnTo>
                <a:lnTo>
                  <a:pt x="1780805" y="117864"/>
                </a:lnTo>
                <a:lnTo>
                  <a:pt x="1781211" y="117856"/>
                </a:lnTo>
                <a:lnTo>
                  <a:pt x="1781631" y="117841"/>
                </a:lnTo>
                <a:lnTo>
                  <a:pt x="1782061" y="117815"/>
                </a:lnTo>
                <a:lnTo>
                  <a:pt x="1782497" y="117777"/>
                </a:lnTo>
                <a:lnTo>
                  <a:pt x="1782936" y="117724"/>
                </a:lnTo>
                <a:lnTo>
                  <a:pt x="1783376" y="117653"/>
                </a:lnTo>
                <a:lnTo>
                  <a:pt x="1783813" y="117562"/>
                </a:lnTo>
                <a:lnTo>
                  <a:pt x="1784245" y="117449"/>
                </a:lnTo>
                <a:lnTo>
                  <a:pt x="1784668" y="117311"/>
                </a:lnTo>
                <a:lnTo>
                  <a:pt x="1785078" y="117145"/>
                </a:lnTo>
                <a:lnTo>
                  <a:pt x="1785474" y="116948"/>
                </a:lnTo>
                <a:lnTo>
                  <a:pt x="1785851" y="116719"/>
                </a:lnTo>
                <a:lnTo>
                  <a:pt x="1786208" y="116455"/>
                </a:lnTo>
                <a:lnTo>
                  <a:pt x="1786539" y="116154"/>
                </a:lnTo>
                <a:lnTo>
                  <a:pt x="1786844" y="115812"/>
                </a:lnTo>
                <a:lnTo>
                  <a:pt x="1787118" y="115427"/>
                </a:lnTo>
                <a:lnTo>
                  <a:pt x="1787358" y="114998"/>
                </a:lnTo>
                <a:lnTo>
                  <a:pt x="1787561" y="114520"/>
                </a:lnTo>
                <a:lnTo>
                  <a:pt x="1787725" y="113993"/>
                </a:lnTo>
                <a:lnTo>
                  <a:pt x="1787846" y="113412"/>
                </a:lnTo>
                <a:lnTo>
                  <a:pt x="1787921" y="112777"/>
                </a:lnTo>
                <a:lnTo>
                  <a:pt x="1787946" y="112084"/>
                </a:lnTo>
                <a:lnTo>
                  <a:pt x="1787921" y="111367"/>
                </a:lnTo>
                <a:lnTo>
                  <a:pt x="1787846" y="110711"/>
                </a:lnTo>
                <a:lnTo>
                  <a:pt x="1787725" y="110111"/>
                </a:lnTo>
                <a:lnTo>
                  <a:pt x="1787561" y="109566"/>
                </a:lnTo>
                <a:lnTo>
                  <a:pt x="1787358" y="109073"/>
                </a:lnTo>
                <a:lnTo>
                  <a:pt x="1787118" y="108629"/>
                </a:lnTo>
                <a:lnTo>
                  <a:pt x="1786844" y="108232"/>
                </a:lnTo>
                <a:lnTo>
                  <a:pt x="1786539" y="107879"/>
                </a:lnTo>
                <a:lnTo>
                  <a:pt x="1786208" y="107567"/>
                </a:lnTo>
                <a:lnTo>
                  <a:pt x="1785851" y="107294"/>
                </a:lnTo>
                <a:lnTo>
                  <a:pt x="1785474" y="107058"/>
                </a:lnTo>
                <a:lnTo>
                  <a:pt x="1785078" y="106855"/>
                </a:lnTo>
                <a:lnTo>
                  <a:pt x="1784668" y="106684"/>
                </a:lnTo>
                <a:lnTo>
                  <a:pt x="1784245" y="106541"/>
                </a:lnTo>
                <a:lnTo>
                  <a:pt x="1783813" y="106424"/>
                </a:lnTo>
                <a:lnTo>
                  <a:pt x="1783376" y="106330"/>
                </a:lnTo>
                <a:lnTo>
                  <a:pt x="1782936" y="106257"/>
                </a:lnTo>
                <a:lnTo>
                  <a:pt x="1782497" y="106202"/>
                </a:lnTo>
                <a:lnTo>
                  <a:pt x="1782061" y="106162"/>
                </a:lnTo>
                <a:lnTo>
                  <a:pt x="1781631" y="106136"/>
                </a:lnTo>
                <a:lnTo>
                  <a:pt x="1781211" y="106120"/>
                </a:lnTo>
                <a:lnTo>
                  <a:pt x="1780805" y="106112"/>
                </a:lnTo>
                <a:lnTo>
                  <a:pt x="1780414" y="106109"/>
                </a:lnTo>
                <a:lnTo>
                  <a:pt x="1780042" y="106108"/>
                </a:lnTo>
                <a:lnTo>
                  <a:pt x="1758643" y="106108"/>
                </a:lnTo>
                <a:lnTo>
                  <a:pt x="1758643" y="82034"/>
                </a:lnTo>
                <a:lnTo>
                  <a:pt x="1758702" y="79776"/>
                </a:lnTo>
                <a:lnTo>
                  <a:pt x="1758880" y="77521"/>
                </a:lnTo>
                <a:lnTo>
                  <a:pt x="1759177" y="75278"/>
                </a:lnTo>
                <a:lnTo>
                  <a:pt x="1759594" y="73055"/>
                </a:lnTo>
                <a:lnTo>
                  <a:pt x="1760129" y="70860"/>
                </a:lnTo>
                <a:lnTo>
                  <a:pt x="1760785" y="68702"/>
                </a:lnTo>
                <a:lnTo>
                  <a:pt x="1761560" y="66588"/>
                </a:lnTo>
                <a:lnTo>
                  <a:pt x="1762456" y="64528"/>
                </a:lnTo>
                <a:lnTo>
                  <a:pt x="1763472" y="62528"/>
                </a:lnTo>
                <a:lnTo>
                  <a:pt x="1764609" y="60598"/>
                </a:lnTo>
                <a:lnTo>
                  <a:pt x="1765866" y="58745"/>
                </a:lnTo>
                <a:lnTo>
                  <a:pt x="1767246" y="56978"/>
                </a:lnTo>
                <a:lnTo>
                  <a:pt x="1768746" y="55305"/>
                </a:lnTo>
                <a:lnTo>
                  <a:pt x="1770369" y="53735"/>
                </a:lnTo>
                <a:lnTo>
                  <a:pt x="1772113" y="52275"/>
                </a:lnTo>
                <a:lnTo>
                  <a:pt x="1773980" y="50933"/>
                </a:lnTo>
                <a:lnTo>
                  <a:pt x="1775969" y="49719"/>
                </a:lnTo>
                <a:lnTo>
                  <a:pt x="1778081" y="48640"/>
                </a:lnTo>
                <a:lnTo>
                  <a:pt x="1780316" y="47704"/>
                </a:lnTo>
                <a:lnTo>
                  <a:pt x="1782674" y="46920"/>
                </a:lnTo>
                <a:lnTo>
                  <a:pt x="1785155" y="46296"/>
                </a:lnTo>
                <a:lnTo>
                  <a:pt x="1787761" y="45840"/>
                </a:lnTo>
                <a:lnTo>
                  <a:pt x="1790490" y="45560"/>
                </a:lnTo>
                <a:lnTo>
                  <a:pt x="1793344" y="45465"/>
                </a:lnTo>
                <a:lnTo>
                  <a:pt x="1793384" y="46040"/>
                </a:lnTo>
                <a:lnTo>
                  <a:pt x="1793456" y="46604"/>
                </a:lnTo>
                <a:lnTo>
                  <a:pt x="1793559" y="47159"/>
                </a:lnTo>
                <a:lnTo>
                  <a:pt x="1793691" y="47701"/>
                </a:lnTo>
                <a:lnTo>
                  <a:pt x="1793853" y="48229"/>
                </a:lnTo>
                <a:lnTo>
                  <a:pt x="1794044" y="48743"/>
                </a:lnTo>
                <a:lnTo>
                  <a:pt x="1794263" y="49241"/>
                </a:lnTo>
                <a:lnTo>
                  <a:pt x="1794509" y="49722"/>
                </a:lnTo>
                <a:lnTo>
                  <a:pt x="1794782" y="50184"/>
                </a:lnTo>
                <a:lnTo>
                  <a:pt x="1795081" y="50625"/>
                </a:lnTo>
                <a:lnTo>
                  <a:pt x="1795406" y="51046"/>
                </a:lnTo>
                <a:lnTo>
                  <a:pt x="1795755" y="51443"/>
                </a:lnTo>
                <a:lnTo>
                  <a:pt x="1796128" y="51816"/>
                </a:lnTo>
                <a:lnTo>
                  <a:pt x="1796525" y="52164"/>
                </a:lnTo>
                <a:lnTo>
                  <a:pt x="1796945" y="52486"/>
                </a:lnTo>
                <a:lnTo>
                  <a:pt x="1797386" y="52779"/>
                </a:lnTo>
                <a:lnTo>
                  <a:pt x="1797850" y="53042"/>
                </a:lnTo>
                <a:lnTo>
                  <a:pt x="1798333" y="53275"/>
                </a:lnTo>
                <a:lnTo>
                  <a:pt x="1798837" y="53476"/>
                </a:lnTo>
                <a:lnTo>
                  <a:pt x="1799360" y="53643"/>
                </a:lnTo>
                <a:lnTo>
                  <a:pt x="1799902" y="53775"/>
                </a:lnTo>
                <a:lnTo>
                  <a:pt x="1800463" y="53871"/>
                </a:lnTo>
                <a:lnTo>
                  <a:pt x="1801040" y="53930"/>
                </a:lnTo>
                <a:lnTo>
                  <a:pt x="1801634" y="53950"/>
                </a:lnTo>
                <a:lnTo>
                  <a:pt x="1802162" y="53934"/>
                </a:lnTo>
                <a:lnTo>
                  <a:pt x="1802685" y="53886"/>
                </a:lnTo>
                <a:lnTo>
                  <a:pt x="1803200" y="53807"/>
                </a:lnTo>
                <a:lnTo>
                  <a:pt x="1803707" y="53697"/>
                </a:lnTo>
                <a:lnTo>
                  <a:pt x="1804204" y="53557"/>
                </a:lnTo>
                <a:lnTo>
                  <a:pt x="1804689" y="53387"/>
                </a:lnTo>
                <a:lnTo>
                  <a:pt x="1805161" y="53186"/>
                </a:lnTo>
                <a:lnTo>
                  <a:pt x="1805619" y="52957"/>
                </a:lnTo>
                <a:lnTo>
                  <a:pt x="1806061" y="52699"/>
                </a:lnTo>
                <a:lnTo>
                  <a:pt x="1806485" y="52413"/>
                </a:lnTo>
                <a:lnTo>
                  <a:pt x="1806890" y="52098"/>
                </a:lnTo>
                <a:lnTo>
                  <a:pt x="1807274" y="51756"/>
                </a:lnTo>
                <a:lnTo>
                  <a:pt x="1807637" y="51387"/>
                </a:lnTo>
                <a:lnTo>
                  <a:pt x="1807975" y="50992"/>
                </a:lnTo>
                <a:lnTo>
                  <a:pt x="1808289" y="50570"/>
                </a:lnTo>
                <a:lnTo>
                  <a:pt x="1808576" y="50122"/>
                </a:lnTo>
                <a:lnTo>
                  <a:pt x="1808835" y="49649"/>
                </a:lnTo>
                <a:lnTo>
                  <a:pt x="1809064" y="49151"/>
                </a:lnTo>
                <a:lnTo>
                  <a:pt x="1809262" y="48628"/>
                </a:lnTo>
                <a:lnTo>
                  <a:pt x="1809428" y="48081"/>
                </a:lnTo>
                <a:lnTo>
                  <a:pt x="1809559" y="47510"/>
                </a:lnTo>
                <a:lnTo>
                  <a:pt x="1809655" y="46916"/>
                </a:lnTo>
                <a:lnTo>
                  <a:pt x="1809713" y="46299"/>
                </a:lnTo>
                <a:lnTo>
                  <a:pt x="1809733" y="45660"/>
                </a:lnTo>
                <a:lnTo>
                  <a:pt x="1809720" y="45156"/>
                </a:lnTo>
                <a:lnTo>
                  <a:pt x="1809678" y="44614"/>
                </a:lnTo>
                <a:lnTo>
                  <a:pt x="1809602" y="44038"/>
                </a:lnTo>
                <a:lnTo>
                  <a:pt x="1809487" y="43435"/>
                </a:lnTo>
                <a:lnTo>
                  <a:pt x="1809329" y="42808"/>
                </a:lnTo>
                <a:close/>
                <a:moveTo>
                  <a:pt x="2320060" y="109073"/>
                </a:moveTo>
                <a:lnTo>
                  <a:pt x="2319827" y="108629"/>
                </a:lnTo>
                <a:lnTo>
                  <a:pt x="2319561" y="108232"/>
                </a:lnTo>
                <a:lnTo>
                  <a:pt x="2319265" y="107879"/>
                </a:lnTo>
                <a:lnTo>
                  <a:pt x="2318941" y="107567"/>
                </a:lnTo>
                <a:lnTo>
                  <a:pt x="2318593" y="107294"/>
                </a:lnTo>
                <a:lnTo>
                  <a:pt x="2318222" y="107058"/>
                </a:lnTo>
                <a:lnTo>
                  <a:pt x="2317833" y="106855"/>
                </a:lnTo>
                <a:lnTo>
                  <a:pt x="2317428" y="106684"/>
                </a:lnTo>
                <a:lnTo>
                  <a:pt x="2317010" y="106541"/>
                </a:lnTo>
                <a:lnTo>
                  <a:pt x="2316581" y="106424"/>
                </a:lnTo>
                <a:lnTo>
                  <a:pt x="2316145" y="106330"/>
                </a:lnTo>
                <a:lnTo>
                  <a:pt x="2315704" y="106257"/>
                </a:lnTo>
                <a:lnTo>
                  <a:pt x="2315261" y="106202"/>
                </a:lnTo>
                <a:lnTo>
                  <a:pt x="2314819" y="106162"/>
                </a:lnTo>
                <a:lnTo>
                  <a:pt x="2314381" y="106136"/>
                </a:lnTo>
                <a:lnTo>
                  <a:pt x="2313950" y="106120"/>
                </a:lnTo>
                <a:lnTo>
                  <a:pt x="2313528" y="106112"/>
                </a:lnTo>
                <a:lnTo>
                  <a:pt x="2313118" y="106109"/>
                </a:lnTo>
                <a:lnTo>
                  <a:pt x="2312724" y="106108"/>
                </a:lnTo>
                <a:lnTo>
                  <a:pt x="2304240" y="106108"/>
                </a:lnTo>
                <a:lnTo>
                  <a:pt x="2304240" y="61446"/>
                </a:lnTo>
                <a:lnTo>
                  <a:pt x="2304189" y="59073"/>
                </a:lnTo>
                <a:lnTo>
                  <a:pt x="2304038" y="56815"/>
                </a:lnTo>
                <a:lnTo>
                  <a:pt x="2303788" y="54670"/>
                </a:lnTo>
                <a:lnTo>
                  <a:pt x="2303441" y="52638"/>
                </a:lnTo>
                <a:lnTo>
                  <a:pt x="2303000" y="50717"/>
                </a:lnTo>
                <a:lnTo>
                  <a:pt x="2302466" y="48906"/>
                </a:lnTo>
                <a:lnTo>
                  <a:pt x="2301841" y="47204"/>
                </a:lnTo>
                <a:lnTo>
                  <a:pt x="2301127" y="45609"/>
                </a:lnTo>
                <a:lnTo>
                  <a:pt x="2300326" y="44121"/>
                </a:lnTo>
                <a:lnTo>
                  <a:pt x="2299440" y="42738"/>
                </a:lnTo>
                <a:lnTo>
                  <a:pt x="2298471" y="41458"/>
                </a:lnTo>
                <a:lnTo>
                  <a:pt x="2297420" y="40281"/>
                </a:lnTo>
                <a:lnTo>
                  <a:pt x="2296291" y="39206"/>
                </a:lnTo>
                <a:lnTo>
                  <a:pt x="2295084" y="38230"/>
                </a:lnTo>
                <a:lnTo>
                  <a:pt x="2293801" y="37353"/>
                </a:lnTo>
                <a:lnTo>
                  <a:pt x="2292445" y="36574"/>
                </a:lnTo>
                <a:lnTo>
                  <a:pt x="2291017" y="35891"/>
                </a:lnTo>
                <a:lnTo>
                  <a:pt x="2289520" y="35303"/>
                </a:lnTo>
                <a:lnTo>
                  <a:pt x="2287954" y="34809"/>
                </a:lnTo>
                <a:lnTo>
                  <a:pt x="2286323" y="34408"/>
                </a:lnTo>
                <a:lnTo>
                  <a:pt x="2284628" y="34098"/>
                </a:lnTo>
                <a:lnTo>
                  <a:pt x="2282871" y="33878"/>
                </a:lnTo>
                <a:lnTo>
                  <a:pt x="2281054" y="33747"/>
                </a:lnTo>
                <a:lnTo>
                  <a:pt x="2279179" y="33703"/>
                </a:lnTo>
                <a:lnTo>
                  <a:pt x="2277586" y="33737"/>
                </a:lnTo>
                <a:lnTo>
                  <a:pt x="2276038" y="33834"/>
                </a:lnTo>
                <a:lnTo>
                  <a:pt x="2274535" y="33992"/>
                </a:lnTo>
                <a:lnTo>
                  <a:pt x="2273077" y="34206"/>
                </a:lnTo>
                <a:lnTo>
                  <a:pt x="2271665" y="34472"/>
                </a:lnTo>
                <a:lnTo>
                  <a:pt x="2270298" y="34785"/>
                </a:lnTo>
                <a:lnTo>
                  <a:pt x="2268978" y="35142"/>
                </a:lnTo>
                <a:lnTo>
                  <a:pt x="2267704" y="35539"/>
                </a:lnTo>
                <a:lnTo>
                  <a:pt x="2266477" y="35971"/>
                </a:lnTo>
                <a:lnTo>
                  <a:pt x="2265297" y="36435"/>
                </a:lnTo>
                <a:lnTo>
                  <a:pt x="2264165" y="36926"/>
                </a:lnTo>
                <a:lnTo>
                  <a:pt x="2263080" y="37440"/>
                </a:lnTo>
                <a:lnTo>
                  <a:pt x="2262044" y="37973"/>
                </a:lnTo>
                <a:lnTo>
                  <a:pt x="2261056" y="38521"/>
                </a:lnTo>
                <a:lnTo>
                  <a:pt x="2260118" y="39080"/>
                </a:lnTo>
                <a:lnTo>
                  <a:pt x="2259228" y="39646"/>
                </a:lnTo>
                <a:lnTo>
                  <a:pt x="2258388" y="40215"/>
                </a:lnTo>
                <a:lnTo>
                  <a:pt x="2257597" y="40782"/>
                </a:lnTo>
                <a:lnTo>
                  <a:pt x="2256857" y="41343"/>
                </a:lnTo>
                <a:lnTo>
                  <a:pt x="2256168" y="41895"/>
                </a:lnTo>
                <a:lnTo>
                  <a:pt x="2255529" y="42433"/>
                </a:lnTo>
                <a:lnTo>
                  <a:pt x="2254941" y="42953"/>
                </a:lnTo>
                <a:lnTo>
                  <a:pt x="2254405" y="43452"/>
                </a:lnTo>
                <a:lnTo>
                  <a:pt x="2253921" y="43924"/>
                </a:lnTo>
                <a:lnTo>
                  <a:pt x="2253920" y="43166"/>
                </a:lnTo>
                <a:lnTo>
                  <a:pt x="2253916" y="42443"/>
                </a:lnTo>
                <a:lnTo>
                  <a:pt x="2253906" y="41754"/>
                </a:lnTo>
                <a:lnTo>
                  <a:pt x="2253885" y="41099"/>
                </a:lnTo>
                <a:lnTo>
                  <a:pt x="2253851" y="40478"/>
                </a:lnTo>
                <a:lnTo>
                  <a:pt x="2253800" y="39889"/>
                </a:lnTo>
                <a:lnTo>
                  <a:pt x="2253730" y="39335"/>
                </a:lnTo>
                <a:lnTo>
                  <a:pt x="2253635" y="38813"/>
                </a:lnTo>
                <a:lnTo>
                  <a:pt x="2253514" y="38325"/>
                </a:lnTo>
                <a:lnTo>
                  <a:pt x="2253363" y="37869"/>
                </a:lnTo>
                <a:lnTo>
                  <a:pt x="2253178" y="37446"/>
                </a:lnTo>
                <a:lnTo>
                  <a:pt x="2252957" y="37055"/>
                </a:lnTo>
                <a:lnTo>
                  <a:pt x="2252695" y="36697"/>
                </a:lnTo>
                <a:lnTo>
                  <a:pt x="2252390" y="36370"/>
                </a:lnTo>
                <a:lnTo>
                  <a:pt x="2252038" y="36076"/>
                </a:lnTo>
                <a:lnTo>
                  <a:pt x="2251636" y="35813"/>
                </a:lnTo>
                <a:lnTo>
                  <a:pt x="2251181" y="35582"/>
                </a:lnTo>
                <a:lnTo>
                  <a:pt x="2250668" y="35382"/>
                </a:lnTo>
                <a:lnTo>
                  <a:pt x="2250095" y="35214"/>
                </a:lnTo>
                <a:lnTo>
                  <a:pt x="2249459" y="35076"/>
                </a:lnTo>
                <a:lnTo>
                  <a:pt x="2248755" y="34970"/>
                </a:lnTo>
                <a:lnTo>
                  <a:pt x="2247982" y="34894"/>
                </a:lnTo>
                <a:lnTo>
                  <a:pt x="2247135" y="34848"/>
                </a:lnTo>
                <a:lnTo>
                  <a:pt x="2246210" y="34833"/>
                </a:lnTo>
                <a:lnTo>
                  <a:pt x="2232137" y="34833"/>
                </a:lnTo>
                <a:lnTo>
                  <a:pt x="2231743" y="34833"/>
                </a:lnTo>
                <a:lnTo>
                  <a:pt x="2231333" y="34837"/>
                </a:lnTo>
                <a:lnTo>
                  <a:pt x="2230911" y="34845"/>
                </a:lnTo>
                <a:lnTo>
                  <a:pt x="2230480" y="34861"/>
                </a:lnTo>
                <a:lnTo>
                  <a:pt x="2230042" y="34887"/>
                </a:lnTo>
                <a:lnTo>
                  <a:pt x="2229600" y="34926"/>
                </a:lnTo>
                <a:lnTo>
                  <a:pt x="2229157" y="34981"/>
                </a:lnTo>
                <a:lnTo>
                  <a:pt x="2228716" y="35054"/>
                </a:lnTo>
                <a:lnTo>
                  <a:pt x="2228280" y="35148"/>
                </a:lnTo>
                <a:lnTo>
                  <a:pt x="2227851" y="35265"/>
                </a:lnTo>
                <a:lnTo>
                  <a:pt x="2227433" y="35409"/>
                </a:lnTo>
                <a:lnTo>
                  <a:pt x="2227028" y="35580"/>
                </a:lnTo>
                <a:lnTo>
                  <a:pt x="2226638" y="35783"/>
                </a:lnTo>
                <a:lnTo>
                  <a:pt x="2226268" y="36020"/>
                </a:lnTo>
                <a:lnTo>
                  <a:pt x="2225920" y="36293"/>
                </a:lnTo>
                <a:lnTo>
                  <a:pt x="2225596" y="36604"/>
                </a:lnTo>
                <a:lnTo>
                  <a:pt x="2225300" y="36958"/>
                </a:lnTo>
                <a:lnTo>
                  <a:pt x="2225034" y="37355"/>
                </a:lnTo>
                <a:lnTo>
                  <a:pt x="2224801" y="37799"/>
                </a:lnTo>
                <a:lnTo>
                  <a:pt x="2224604" y="38293"/>
                </a:lnTo>
                <a:lnTo>
                  <a:pt x="2224446" y="38838"/>
                </a:lnTo>
                <a:lnTo>
                  <a:pt x="2224329" y="39438"/>
                </a:lnTo>
                <a:lnTo>
                  <a:pt x="2224257" y="40095"/>
                </a:lnTo>
                <a:lnTo>
                  <a:pt x="2224232" y="40811"/>
                </a:lnTo>
                <a:lnTo>
                  <a:pt x="2224258" y="41504"/>
                </a:lnTo>
                <a:lnTo>
                  <a:pt x="2224333" y="42140"/>
                </a:lnTo>
                <a:lnTo>
                  <a:pt x="2224453" y="42720"/>
                </a:lnTo>
                <a:lnTo>
                  <a:pt x="2224616" y="43248"/>
                </a:lnTo>
                <a:lnTo>
                  <a:pt x="2224819" y="43725"/>
                </a:lnTo>
                <a:lnTo>
                  <a:pt x="2225058" y="44155"/>
                </a:lnTo>
                <a:lnTo>
                  <a:pt x="2225330" y="44539"/>
                </a:lnTo>
                <a:lnTo>
                  <a:pt x="2225632" y="44881"/>
                </a:lnTo>
                <a:lnTo>
                  <a:pt x="2225961" y="45183"/>
                </a:lnTo>
                <a:lnTo>
                  <a:pt x="2226313" y="45447"/>
                </a:lnTo>
                <a:lnTo>
                  <a:pt x="2226686" y="45676"/>
                </a:lnTo>
                <a:lnTo>
                  <a:pt x="2227076" y="45872"/>
                </a:lnTo>
                <a:lnTo>
                  <a:pt x="2227480" y="46038"/>
                </a:lnTo>
                <a:lnTo>
                  <a:pt x="2227895" y="46177"/>
                </a:lnTo>
                <a:lnTo>
                  <a:pt x="2228318" y="46290"/>
                </a:lnTo>
                <a:lnTo>
                  <a:pt x="2228745" y="46381"/>
                </a:lnTo>
                <a:lnTo>
                  <a:pt x="2229173" y="46452"/>
                </a:lnTo>
                <a:lnTo>
                  <a:pt x="2229600" y="46505"/>
                </a:lnTo>
                <a:lnTo>
                  <a:pt x="2230022" y="46543"/>
                </a:lnTo>
                <a:lnTo>
                  <a:pt x="2230435" y="46568"/>
                </a:lnTo>
                <a:lnTo>
                  <a:pt x="2230837" y="46584"/>
                </a:lnTo>
                <a:lnTo>
                  <a:pt x="2231224" y="46592"/>
                </a:lnTo>
                <a:lnTo>
                  <a:pt x="2231594" y="46595"/>
                </a:lnTo>
                <a:lnTo>
                  <a:pt x="2231943" y="46595"/>
                </a:lnTo>
                <a:lnTo>
                  <a:pt x="2240621" y="46595"/>
                </a:lnTo>
                <a:lnTo>
                  <a:pt x="2240621" y="106108"/>
                </a:lnTo>
                <a:lnTo>
                  <a:pt x="2232137" y="106108"/>
                </a:lnTo>
                <a:lnTo>
                  <a:pt x="2231743" y="106109"/>
                </a:lnTo>
                <a:lnTo>
                  <a:pt x="2231333" y="106112"/>
                </a:lnTo>
                <a:lnTo>
                  <a:pt x="2230911" y="106120"/>
                </a:lnTo>
                <a:lnTo>
                  <a:pt x="2230480" y="106136"/>
                </a:lnTo>
                <a:lnTo>
                  <a:pt x="2230042" y="106162"/>
                </a:lnTo>
                <a:lnTo>
                  <a:pt x="2229600" y="106202"/>
                </a:lnTo>
                <a:lnTo>
                  <a:pt x="2229157" y="106257"/>
                </a:lnTo>
                <a:lnTo>
                  <a:pt x="2228716" y="106330"/>
                </a:lnTo>
                <a:lnTo>
                  <a:pt x="2228280" y="106424"/>
                </a:lnTo>
                <a:lnTo>
                  <a:pt x="2227851" y="106541"/>
                </a:lnTo>
                <a:lnTo>
                  <a:pt x="2227433" y="106684"/>
                </a:lnTo>
                <a:lnTo>
                  <a:pt x="2227028" y="106855"/>
                </a:lnTo>
                <a:lnTo>
                  <a:pt x="2226638" y="107058"/>
                </a:lnTo>
                <a:lnTo>
                  <a:pt x="2226268" y="107294"/>
                </a:lnTo>
                <a:lnTo>
                  <a:pt x="2225920" y="107567"/>
                </a:lnTo>
                <a:lnTo>
                  <a:pt x="2225596" y="107879"/>
                </a:lnTo>
                <a:lnTo>
                  <a:pt x="2225300" y="108232"/>
                </a:lnTo>
                <a:lnTo>
                  <a:pt x="2225034" y="108629"/>
                </a:lnTo>
                <a:lnTo>
                  <a:pt x="2224801" y="109073"/>
                </a:lnTo>
                <a:lnTo>
                  <a:pt x="2224604" y="109566"/>
                </a:lnTo>
                <a:lnTo>
                  <a:pt x="2224446" y="110111"/>
                </a:lnTo>
                <a:lnTo>
                  <a:pt x="2224329" y="110711"/>
                </a:lnTo>
                <a:lnTo>
                  <a:pt x="2224257" y="111367"/>
                </a:lnTo>
                <a:lnTo>
                  <a:pt x="2224232" y="112084"/>
                </a:lnTo>
                <a:lnTo>
                  <a:pt x="2224258" y="112777"/>
                </a:lnTo>
                <a:lnTo>
                  <a:pt x="2224333" y="113412"/>
                </a:lnTo>
                <a:lnTo>
                  <a:pt x="2224453" y="113993"/>
                </a:lnTo>
                <a:lnTo>
                  <a:pt x="2224616" y="114520"/>
                </a:lnTo>
                <a:lnTo>
                  <a:pt x="2224819" y="114998"/>
                </a:lnTo>
                <a:lnTo>
                  <a:pt x="2225058" y="115427"/>
                </a:lnTo>
                <a:lnTo>
                  <a:pt x="2225330" y="115812"/>
                </a:lnTo>
                <a:lnTo>
                  <a:pt x="2225632" y="116154"/>
                </a:lnTo>
                <a:lnTo>
                  <a:pt x="2225961" y="116455"/>
                </a:lnTo>
                <a:lnTo>
                  <a:pt x="2226313" y="116719"/>
                </a:lnTo>
                <a:lnTo>
                  <a:pt x="2226686" y="116948"/>
                </a:lnTo>
                <a:lnTo>
                  <a:pt x="2227076" y="117145"/>
                </a:lnTo>
                <a:lnTo>
                  <a:pt x="2227480" y="117311"/>
                </a:lnTo>
                <a:lnTo>
                  <a:pt x="2227895" y="117449"/>
                </a:lnTo>
                <a:lnTo>
                  <a:pt x="2228318" y="117562"/>
                </a:lnTo>
                <a:lnTo>
                  <a:pt x="2228745" y="117653"/>
                </a:lnTo>
                <a:lnTo>
                  <a:pt x="2229173" y="117724"/>
                </a:lnTo>
                <a:lnTo>
                  <a:pt x="2229600" y="117777"/>
                </a:lnTo>
                <a:lnTo>
                  <a:pt x="2230022" y="117815"/>
                </a:lnTo>
                <a:lnTo>
                  <a:pt x="2230435" y="117841"/>
                </a:lnTo>
                <a:lnTo>
                  <a:pt x="2230837" y="117856"/>
                </a:lnTo>
                <a:lnTo>
                  <a:pt x="2231224" y="117864"/>
                </a:lnTo>
                <a:lnTo>
                  <a:pt x="2231594" y="117867"/>
                </a:lnTo>
                <a:lnTo>
                  <a:pt x="2231943" y="117868"/>
                </a:lnTo>
                <a:lnTo>
                  <a:pt x="2262599" y="117868"/>
                </a:lnTo>
                <a:lnTo>
                  <a:pt x="2262948" y="117867"/>
                </a:lnTo>
                <a:lnTo>
                  <a:pt x="2263317" y="117864"/>
                </a:lnTo>
                <a:lnTo>
                  <a:pt x="2263705" y="117856"/>
                </a:lnTo>
                <a:lnTo>
                  <a:pt x="2264107" y="117841"/>
                </a:lnTo>
                <a:lnTo>
                  <a:pt x="2264520" y="117815"/>
                </a:lnTo>
                <a:lnTo>
                  <a:pt x="2264942" y="117777"/>
                </a:lnTo>
                <a:lnTo>
                  <a:pt x="2265369" y="117724"/>
                </a:lnTo>
                <a:lnTo>
                  <a:pt x="2265797" y="117653"/>
                </a:lnTo>
                <a:lnTo>
                  <a:pt x="2266224" y="117562"/>
                </a:lnTo>
                <a:lnTo>
                  <a:pt x="2266647" y="117449"/>
                </a:lnTo>
                <a:lnTo>
                  <a:pt x="2267062" y="117311"/>
                </a:lnTo>
                <a:lnTo>
                  <a:pt x="2267466" y="117145"/>
                </a:lnTo>
                <a:lnTo>
                  <a:pt x="2267856" y="116948"/>
                </a:lnTo>
                <a:lnTo>
                  <a:pt x="2268229" y="116719"/>
                </a:lnTo>
                <a:lnTo>
                  <a:pt x="2268581" y="116455"/>
                </a:lnTo>
                <a:lnTo>
                  <a:pt x="2268910" y="116154"/>
                </a:lnTo>
                <a:lnTo>
                  <a:pt x="2269212" y="115812"/>
                </a:lnTo>
                <a:lnTo>
                  <a:pt x="2269484" y="115427"/>
                </a:lnTo>
                <a:lnTo>
                  <a:pt x="2269723" y="114998"/>
                </a:lnTo>
                <a:lnTo>
                  <a:pt x="2269926" y="114520"/>
                </a:lnTo>
                <a:lnTo>
                  <a:pt x="2270089" y="113993"/>
                </a:lnTo>
                <a:lnTo>
                  <a:pt x="2270209" y="113412"/>
                </a:lnTo>
                <a:lnTo>
                  <a:pt x="2270284" y="112777"/>
                </a:lnTo>
                <a:lnTo>
                  <a:pt x="2270309" y="112084"/>
                </a:lnTo>
                <a:lnTo>
                  <a:pt x="2270285" y="111367"/>
                </a:lnTo>
                <a:lnTo>
                  <a:pt x="2270213" y="110711"/>
                </a:lnTo>
                <a:lnTo>
                  <a:pt x="2270096" y="110111"/>
                </a:lnTo>
                <a:lnTo>
                  <a:pt x="2269938" y="109566"/>
                </a:lnTo>
                <a:lnTo>
                  <a:pt x="2269741" y="109073"/>
                </a:lnTo>
                <a:lnTo>
                  <a:pt x="2269508" y="108629"/>
                </a:lnTo>
                <a:lnTo>
                  <a:pt x="2269242" y="108232"/>
                </a:lnTo>
                <a:lnTo>
                  <a:pt x="2268946" y="107879"/>
                </a:lnTo>
                <a:lnTo>
                  <a:pt x="2268622" y="107567"/>
                </a:lnTo>
                <a:lnTo>
                  <a:pt x="2268274" y="107294"/>
                </a:lnTo>
                <a:lnTo>
                  <a:pt x="2267903" y="107058"/>
                </a:lnTo>
                <a:lnTo>
                  <a:pt x="2267514" y="106855"/>
                </a:lnTo>
                <a:lnTo>
                  <a:pt x="2267109" y="106684"/>
                </a:lnTo>
                <a:lnTo>
                  <a:pt x="2266691" y="106541"/>
                </a:lnTo>
                <a:lnTo>
                  <a:pt x="2266262" y="106424"/>
                </a:lnTo>
                <a:lnTo>
                  <a:pt x="2265826" y="106330"/>
                </a:lnTo>
                <a:lnTo>
                  <a:pt x="2265385" y="106257"/>
                </a:lnTo>
                <a:lnTo>
                  <a:pt x="2264942" y="106202"/>
                </a:lnTo>
                <a:lnTo>
                  <a:pt x="2264500" y="106162"/>
                </a:lnTo>
                <a:lnTo>
                  <a:pt x="2264062" y="106136"/>
                </a:lnTo>
                <a:lnTo>
                  <a:pt x="2263631" y="106120"/>
                </a:lnTo>
                <a:lnTo>
                  <a:pt x="2263209" y="106112"/>
                </a:lnTo>
                <a:lnTo>
                  <a:pt x="2262799" y="106109"/>
                </a:lnTo>
                <a:lnTo>
                  <a:pt x="2262405" y="106108"/>
                </a:lnTo>
                <a:lnTo>
                  <a:pt x="2253921" y="106108"/>
                </a:lnTo>
                <a:lnTo>
                  <a:pt x="2253921" y="72020"/>
                </a:lnTo>
                <a:lnTo>
                  <a:pt x="2253994" y="69677"/>
                </a:lnTo>
                <a:lnTo>
                  <a:pt x="2254207" y="67456"/>
                </a:lnTo>
                <a:lnTo>
                  <a:pt x="2254553" y="65355"/>
                </a:lnTo>
                <a:lnTo>
                  <a:pt x="2255023" y="63373"/>
                </a:lnTo>
                <a:lnTo>
                  <a:pt x="2255610" y="61507"/>
                </a:lnTo>
                <a:lnTo>
                  <a:pt x="2256304" y="59755"/>
                </a:lnTo>
                <a:lnTo>
                  <a:pt x="2257098" y="58115"/>
                </a:lnTo>
                <a:lnTo>
                  <a:pt x="2257984" y="56585"/>
                </a:lnTo>
                <a:lnTo>
                  <a:pt x="2258954" y="55164"/>
                </a:lnTo>
                <a:lnTo>
                  <a:pt x="2259999" y="53848"/>
                </a:lnTo>
                <a:lnTo>
                  <a:pt x="2261112" y="52637"/>
                </a:lnTo>
                <a:lnTo>
                  <a:pt x="2262284" y="51528"/>
                </a:lnTo>
                <a:lnTo>
                  <a:pt x="2263507" y="50520"/>
                </a:lnTo>
                <a:lnTo>
                  <a:pt x="2264774" y="49609"/>
                </a:lnTo>
                <a:lnTo>
                  <a:pt x="2266075" y="48795"/>
                </a:lnTo>
                <a:lnTo>
                  <a:pt x="2267403" y="48075"/>
                </a:lnTo>
                <a:lnTo>
                  <a:pt x="2268750" y="47447"/>
                </a:lnTo>
                <a:lnTo>
                  <a:pt x="2270108" y="46909"/>
                </a:lnTo>
                <a:lnTo>
                  <a:pt x="2271468" y="46460"/>
                </a:lnTo>
                <a:lnTo>
                  <a:pt x="2272823" y="46096"/>
                </a:lnTo>
                <a:lnTo>
                  <a:pt x="2274164" y="45817"/>
                </a:lnTo>
                <a:lnTo>
                  <a:pt x="2275483" y="45620"/>
                </a:lnTo>
                <a:lnTo>
                  <a:pt x="2276772" y="45504"/>
                </a:lnTo>
                <a:lnTo>
                  <a:pt x="2278023" y="45465"/>
                </a:lnTo>
                <a:lnTo>
                  <a:pt x="2279261" y="45494"/>
                </a:lnTo>
                <a:lnTo>
                  <a:pt x="2280423" y="45578"/>
                </a:lnTo>
                <a:lnTo>
                  <a:pt x="2281511" y="45720"/>
                </a:lnTo>
                <a:lnTo>
                  <a:pt x="2282527" y="45918"/>
                </a:lnTo>
                <a:lnTo>
                  <a:pt x="2283473" y="46174"/>
                </a:lnTo>
                <a:lnTo>
                  <a:pt x="2284351" y="46488"/>
                </a:lnTo>
                <a:lnTo>
                  <a:pt x="2285163" y="46861"/>
                </a:lnTo>
                <a:lnTo>
                  <a:pt x="2285912" y="47291"/>
                </a:lnTo>
                <a:lnTo>
                  <a:pt x="2286599" y="47781"/>
                </a:lnTo>
                <a:lnTo>
                  <a:pt x="2287226" y="48329"/>
                </a:lnTo>
                <a:lnTo>
                  <a:pt x="2287796" y="48938"/>
                </a:lnTo>
                <a:lnTo>
                  <a:pt x="2288311" y="49605"/>
                </a:lnTo>
                <a:lnTo>
                  <a:pt x="2288773" y="50334"/>
                </a:lnTo>
                <a:lnTo>
                  <a:pt x="2289183" y="51122"/>
                </a:lnTo>
                <a:lnTo>
                  <a:pt x="2289545" y="51972"/>
                </a:lnTo>
                <a:lnTo>
                  <a:pt x="2289859" y="52882"/>
                </a:lnTo>
                <a:lnTo>
                  <a:pt x="2290129" y="53854"/>
                </a:lnTo>
                <a:lnTo>
                  <a:pt x="2290356" y="54888"/>
                </a:lnTo>
                <a:lnTo>
                  <a:pt x="2290542" y="55984"/>
                </a:lnTo>
                <a:lnTo>
                  <a:pt x="2290690" y="57143"/>
                </a:lnTo>
                <a:lnTo>
                  <a:pt x="2290801" y="58364"/>
                </a:lnTo>
                <a:lnTo>
                  <a:pt x="2290878" y="59649"/>
                </a:lnTo>
                <a:lnTo>
                  <a:pt x="2290923" y="60996"/>
                </a:lnTo>
                <a:lnTo>
                  <a:pt x="2290937" y="62408"/>
                </a:lnTo>
                <a:lnTo>
                  <a:pt x="2290937" y="106108"/>
                </a:lnTo>
                <a:lnTo>
                  <a:pt x="2283421" y="106108"/>
                </a:lnTo>
                <a:lnTo>
                  <a:pt x="2283027" y="106109"/>
                </a:lnTo>
                <a:lnTo>
                  <a:pt x="2282617" y="106112"/>
                </a:lnTo>
                <a:lnTo>
                  <a:pt x="2282195" y="106120"/>
                </a:lnTo>
                <a:lnTo>
                  <a:pt x="2281764" y="106136"/>
                </a:lnTo>
                <a:lnTo>
                  <a:pt x="2281326" y="106162"/>
                </a:lnTo>
                <a:lnTo>
                  <a:pt x="2280884" y="106202"/>
                </a:lnTo>
                <a:lnTo>
                  <a:pt x="2280441" y="106257"/>
                </a:lnTo>
                <a:lnTo>
                  <a:pt x="2280000" y="106330"/>
                </a:lnTo>
                <a:lnTo>
                  <a:pt x="2279564" y="106424"/>
                </a:lnTo>
                <a:lnTo>
                  <a:pt x="2279135" y="106541"/>
                </a:lnTo>
                <a:lnTo>
                  <a:pt x="2278717" y="106684"/>
                </a:lnTo>
                <a:lnTo>
                  <a:pt x="2278311" y="106855"/>
                </a:lnTo>
                <a:lnTo>
                  <a:pt x="2277922" y="107058"/>
                </a:lnTo>
                <a:lnTo>
                  <a:pt x="2277552" y="107294"/>
                </a:lnTo>
                <a:lnTo>
                  <a:pt x="2277204" y="107567"/>
                </a:lnTo>
                <a:lnTo>
                  <a:pt x="2276880" y="107879"/>
                </a:lnTo>
                <a:lnTo>
                  <a:pt x="2276584" y="108232"/>
                </a:lnTo>
                <a:lnTo>
                  <a:pt x="2276318" y="108629"/>
                </a:lnTo>
                <a:lnTo>
                  <a:pt x="2276085" y="109073"/>
                </a:lnTo>
                <a:lnTo>
                  <a:pt x="2275888" y="109566"/>
                </a:lnTo>
                <a:lnTo>
                  <a:pt x="2275729" y="110111"/>
                </a:lnTo>
                <a:lnTo>
                  <a:pt x="2275613" y="110711"/>
                </a:lnTo>
                <a:lnTo>
                  <a:pt x="2275541" y="111367"/>
                </a:lnTo>
                <a:lnTo>
                  <a:pt x="2275516" y="112084"/>
                </a:lnTo>
                <a:lnTo>
                  <a:pt x="2275543" y="112777"/>
                </a:lnTo>
                <a:lnTo>
                  <a:pt x="2275620" y="113412"/>
                </a:lnTo>
                <a:lnTo>
                  <a:pt x="2275745" y="113993"/>
                </a:lnTo>
                <a:lnTo>
                  <a:pt x="2275914" y="114520"/>
                </a:lnTo>
                <a:lnTo>
                  <a:pt x="2276124" y="114998"/>
                </a:lnTo>
                <a:lnTo>
                  <a:pt x="2276372" y="115427"/>
                </a:lnTo>
                <a:lnTo>
                  <a:pt x="2276653" y="115812"/>
                </a:lnTo>
                <a:lnTo>
                  <a:pt x="2276966" y="116154"/>
                </a:lnTo>
                <a:lnTo>
                  <a:pt x="2277305" y="116455"/>
                </a:lnTo>
                <a:lnTo>
                  <a:pt x="2277669" y="116719"/>
                </a:lnTo>
                <a:lnTo>
                  <a:pt x="2278054" y="116948"/>
                </a:lnTo>
                <a:lnTo>
                  <a:pt x="2278456" y="117145"/>
                </a:lnTo>
                <a:lnTo>
                  <a:pt x="2278872" y="117311"/>
                </a:lnTo>
                <a:lnTo>
                  <a:pt x="2279299" y="117449"/>
                </a:lnTo>
                <a:lnTo>
                  <a:pt x="2279733" y="117562"/>
                </a:lnTo>
                <a:lnTo>
                  <a:pt x="2280171" y="117653"/>
                </a:lnTo>
                <a:lnTo>
                  <a:pt x="2280610" y="117724"/>
                </a:lnTo>
                <a:lnTo>
                  <a:pt x="2281047" y="117777"/>
                </a:lnTo>
                <a:lnTo>
                  <a:pt x="2281477" y="117815"/>
                </a:lnTo>
                <a:lnTo>
                  <a:pt x="2281898" y="117841"/>
                </a:lnTo>
                <a:lnTo>
                  <a:pt x="2282306" y="117856"/>
                </a:lnTo>
                <a:lnTo>
                  <a:pt x="2282698" y="117864"/>
                </a:lnTo>
                <a:lnTo>
                  <a:pt x="2283071" y="117867"/>
                </a:lnTo>
                <a:lnTo>
                  <a:pt x="2283421" y="117868"/>
                </a:lnTo>
                <a:lnTo>
                  <a:pt x="2312918" y="117868"/>
                </a:lnTo>
                <a:lnTo>
                  <a:pt x="2313267" y="117867"/>
                </a:lnTo>
                <a:lnTo>
                  <a:pt x="2313636" y="117864"/>
                </a:lnTo>
                <a:lnTo>
                  <a:pt x="2314024" y="117856"/>
                </a:lnTo>
                <a:lnTo>
                  <a:pt x="2314426" y="117841"/>
                </a:lnTo>
                <a:lnTo>
                  <a:pt x="2314839" y="117815"/>
                </a:lnTo>
                <a:lnTo>
                  <a:pt x="2315261" y="117777"/>
                </a:lnTo>
                <a:lnTo>
                  <a:pt x="2315688" y="117724"/>
                </a:lnTo>
                <a:lnTo>
                  <a:pt x="2316116" y="117653"/>
                </a:lnTo>
                <a:lnTo>
                  <a:pt x="2316543" y="117562"/>
                </a:lnTo>
                <a:lnTo>
                  <a:pt x="2316966" y="117449"/>
                </a:lnTo>
                <a:lnTo>
                  <a:pt x="2317381" y="117311"/>
                </a:lnTo>
                <a:lnTo>
                  <a:pt x="2317785" y="117145"/>
                </a:lnTo>
                <a:lnTo>
                  <a:pt x="2318175" y="116948"/>
                </a:lnTo>
                <a:lnTo>
                  <a:pt x="2318548" y="116719"/>
                </a:lnTo>
                <a:lnTo>
                  <a:pt x="2318900" y="116455"/>
                </a:lnTo>
                <a:lnTo>
                  <a:pt x="2319229" y="116154"/>
                </a:lnTo>
                <a:lnTo>
                  <a:pt x="2319531" y="115812"/>
                </a:lnTo>
                <a:lnTo>
                  <a:pt x="2319803" y="115427"/>
                </a:lnTo>
                <a:lnTo>
                  <a:pt x="2320042" y="114998"/>
                </a:lnTo>
                <a:lnTo>
                  <a:pt x="2320245" y="114520"/>
                </a:lnTo>
                <a:lnTo>
                  <a:pt x="2320408" y="113993"/>
                </a:lnTo>
                <a:lnTo>
                  <a:pt x="2320528" y="113412"/>
                </a:lnTo>
                <a:lnTo>
                  <a:pt x="2320603" y="112777"/>
                </a:lnTo>
                <a:lnTo>
                  <a:pt x="2320628" y="112084"/>
                </a:lnTo>
                <a:lnTo>
                  <a:pt x="2320604" y="111367"/>
                </a:lnTo>
                <a:lnTo>
                  <a:pt x="2320532" y="110711"/>
                </a:lnTo>
                <a:lnTo>
                  <a:pt x="2320415" y="110111"/>
                </a:lnTo>
                <a:lnTo>
                  <a:pt x="2320257" y="109566"/>
                </a:lnTo>
                <a:lnTo>
                  <a:pt x="2320060" y="109073"/>
                </a:lnTo>
                <a:close/>
                <a:moveTo>
                  <a:pt x="2523314" y="109073"/>
                </a:moveTo>
                <a:lnTo>
                  <a:pt x="2523089" y="108629"/>
                </a:lnTo>
                <a:lnTo>
                  <a:pt x="2522826" y="108232"/>
                </a:lnTo>
                <a:lnTo>
                  <a:pt x="2522524" y="107879"/>
                </a:lnTo>
                <a:lnTo>
                  <a:pt x="2522183" y="107567"/>
                </a:lnTo>
                <a:lnTo>
                  <a:pt x="2521806" y="107294"/>
                </a:lnTo>
                <a:lnTo>
                  <a:pt x="2521391" y="107058"/>
                </a:lnTo>
                <a:lnTo>
                  <a:pt x="2520939" y="106855"/>
                </a:lnTo>
                <a:lnTo>
                  <a:pt x="2520451" y="106684"/>
                </a:lnTo>
                <a:lnTo>
                  <a:pt x="2519927" y="106541"/>
                </a:lnTo>
                <a:lnTo>
                  <a:pt x="2519369" y="106424"/>
                </a:lnTo>
                <a:lnTo>
                  <a:pt x="2518776" y="106330"/>
                </a:lnTo>
                <a:lnTo>
                  <a:pt x="2518148" y="106257"/>
                </a:lnTo>
                <a:lnTo>
                  <a:pt x="2517487" y="106202"/>
                </a:lnTo>
                <a:lnTo>
                  <a:pt x="2516793" y="106162"/>
                </a:lnTo>
                <a:lnTo>
                  <a:pt x="2516066" y="106136"/>
                </a:lnTo>
                <a:lnTo>
                  <a:pt x="2515307" y="106120"/>
                </a:lnTo>
                <a:lnTo>
                  <a:pt x="2514517" y="106112"/>
                </a:lnTo>
                <a:lnTo>
                  <a:pt x="2513695" y="106109"/>
                </a:lnTo>
                <a:lnTo>
                  <a:pt x="2512843" y="106108"/>
                </a:lnTo>
                <a:lnTo>
                  <a:pt x="2512843" y="59519"/>
                </a:lnTo>
                <a:lnTo>
                  <a:pt x="2512841" y="58946"/>
                </a:lnTo>
                <a:lnTo>
                  <a:pt x="2512833" y="58202"/>
                </a:lnTo>
                <a:lnTo>
                  <a:pt x="2512809" y="57304"/>
                </a:lnTo>
                <a:lnTo>
                  <a:pt x="2512763" y="56270"/>
                </a:lnTo>
                <a:lnTo>
                  <a:pt x="2512688" y="55116"/>
                </a:lnTo>
                <a:lnTo>
                  <a:pt x="2512575" y="53861"/>
                </a:lnTo>
                <a:lnTo>
                  <a:pt x="2512417" y="52521"/>
                </a:lnTo>
                <a:lnTo>
                  <a:pt x="2512207" y="51115"/>
                </a:lnTo>
                <a:lnTo>
                  <a:pt x="2511938" y="49659"/>
                </a:lnTo>
                <a:lnTo>
                  <a:pt x="2511601" y="48170"/>
                </a:lnTo>
                <a:lnTo>
                  <a:pt x="2511191" y="46667"/>
                </a:lnTo>
                <a:lnTo>
                  <a:pt x="2510698" y="45167"/>
                </a:lnTo>
                <a:lnTo>
                  <a:pt x="2510116" y="43687"/>
                </a:lnTo>
                <a:lnTo>
                  <a:pt x="2509437" y="42244"/>
                </a:lnTo>
                <a:lnTo>
                  <a:pt x="2508653" y="40856"/>
                </a:lnTo>
                <a:lnTo>
                  <a:pt x="2507758" y="39541"/>
                </a:lnTo>
                <a:lnTo>
                  <a:pt x="2506744" y="38315"/>
                </a:lnTo>
                <a:lnTo>
                  <a:pt x="2505604" y="37195"/>
                </a:lnTo>
                <a:lnTo>
                  <a:pt x="2504329" y="36201"/>
                </a:lnTo>
                <a:lnTo>
                  <a:pt x="2502913" y="35348"/>
                </a:lnTo>
                <a:lnTo>
                  <a:pt x="2501347" y="34655"/>
                </a:lnTo>
                <a:lnTo>
                  <a:pt x="2499626" y="34138"/>
                </a:lnTo>
                <a:lnTo>
                  <a:pt x="2497740" y="33815"/>
                </a:lnTo>
                <a:lnTo>
                  <a:pt x="2495683" y="33703"/>
                </a:lnTo>
                <a:lnTo>
                  <a:pt x="2494950" y="33717"/>
                </a:lnTo>
                <a:lnTo>
                  <a:pt x="2494196" y="33757"/>
                </a:lnTo>
                <a:lnTo>
                  <a:pt x="2493424" y="33826"/>
                </a:lnTo>
                <a:lnTo>
                  <a:pt x="2492636" y="33924"/>
                </a:lnTo>
                <a:lnTo>
                  <a:pt x="2491834" y="34052"/>
                </a:lnTo>
                <a:lnTo>
                  <a:pt x="2491020" y="34212"/>
                </a:lnTo>
                <a:lnTo>
                  <a:pt x="2490196" y="34405"/>
                </a:lnTo>
                <a:lnTo>
                  <a:pt x="2489364" y="34632"/>
                </a:lnTo>
                <a:lnTo>
                  <a:pt x="2488526" y="34893"/>
                </a:lnTo>
                <a:lnTo>
                  <a:pt x="2487684" y="35190"/>
                </a:lnTo>
                <a:lnTo>
                  <a:pt x="2486840" y="35524"/>
                </a:lnTo>
                <a:lnTo>
                  <a:pt x="2485996" y="35897"/>
                </a:lnTo>
                <a:lnTo>
                  <a:pt x="2485154" y="36308"/>
                </a:lnTo>
                <a:lnTo>
                  <a:pt x="2484315" y="36760"/>
                </a:lnTo>
                <a:lnTo>
                  <a:pt x="2483483" y="37253"/>
                </a:lnTo>
                <a:lnTo>
                  <a:pt x="2482659" y="37788"/>
                </a:lnTo>
                <a:lnTo>
                  <a:pt x="2481845" y="38367"/>
                </a:lnTo>
                <a:lnTo>
                  <a:pt x="2481043" y="38991"/>
                </a:lnTo>
                <a:lnTo>
                  <a:pt x="2480255" y="39660"/>
                </a:lnTo>
                <a:lnTo>
                  <a:pt x="2479484" y="40376"/>
                </a:lnTo>
                <a:lnTo>
                  <a:pt x="2478730" y="41140"/>
                </a:lnTo>
                <a:lnTo>
                  <a:pt x="2477996" y="41953"/>
                </a:lnTo>
                <a:lnTo>
                  <a:pt x="2477285" y="42816"/>
                </a:lnTo>
                <a:lnTo>
                  <a:pt x="2476597" y="43730"/>
                </a:lnTo>
                <a:lnTo>
                  <a:pt x="2476223" y="42926"/>
                </a:lnTo>
                <a:lnTo>
                  <a:pt x="2475823" y="42155"/>
                </a:lnTo>
                <a:lnTo>
                  <a:pt x="2475398" y="41417"/>
                </a:lnTo>
                <a:lnTo>
                  <a:pt x="2474950" y="40711"/>
                </a:lnTo>
                <a:lnTo>
                  <a:pt x="2474477" y="40038"/>
                </a:lnTo>
                <a:lnTo>
                  <a:pt x="2473982" y="39398"/>
                </a:lnTo>
                <a:lnTo>
                  <a:pt x="2473465" y="38791"/>
                </a:lnTo>
                <a:lnTo>
                  <a:pt x="2472927" y="38217"/>
                </a:lnTo>
                <a:lnTo>
                  <a:pt x="2472368" y="37677"/>
                </a:lnTo>
                <a:lnTo>
                  <a:pt x="2471789" y="37170"/>
                </a:lnTo>
                <a:lnTo>
                  <a:pt x="2471190" y="36697"/>
                </a:lnTo>
                <a:lnTo>
                  <a:pt x="2470572" y="36258"/>
                </a:lnTo>
                <a:lnTo>
                  <a:pt x="2469937" y="35854"/>
                </a:lnTo>
                <a:lnTo>
                  <a:pt x="2469284" y="35483"/>
                </a:lnTo>
                <a:lnTo>
                  <a:pt x="2468614" y="35147"/>
                </a:lnTo>
                <a:lnTo>
                  <a:pt x="2467928" y="34846"/>
                </a:lnTo>
                <a:lnTo>
                  <a:pt x="2467227" y="34580"/>
                </a:lnTo>
                <a:lnTo>
                  <a:pt x="2466511" y="34348"/>
                </a:lnTo>
                <a:lnTo>
                  <a:pt x="2465781" y="34152"/>
                </a:lnTo>
                <a:lnTo>
                  <a:pt x="2465038" y="33991"/>
                </a:lnTo>
                <a:lnTo>
                  <a:pt x="2464282" y="33865"/>
                </a:lnTo>
                <a:lnTo>
                  <a:pt x="2463514" y="33775"/>
                </a:lnTo>
                <a:lnTo>
                  <a:pt x="2462734" y="33721"/>
                </a:lnTo>
                <a:lnTo>
                  <a:pt x="2461944" y="33703"/>
                </a:lnTo>
                <a:lnTo>
                  <a:pt x="2461175" y="33717"/>
                </a:lnTo>
                <a:lnTo>
                  <a:pt x="2460410" y="33759"/>
                </a:lnTo>
                <a:lnTo>
                  <a:pt x="2459650" y="33828"/>
                </a:lnTo>
                <a:lnTo>
                  <a:pt x="2458895" y="33923"/>
                </a:lnTo>
                <a:lnTo>
                  <a:pt x="2458146" y="34044"/>
                </a:lnTo>
                <a:lnTo>
                  <a:pt x="2457402" y="34192"/>
                </a:lnTo>
                <a:lnTo>
                  <a:pt x="2456664" y="34364"/>
                </a:lnTo>
                <a:lnTo>
                  <a:pt x="2455932" y="34561"/>
                </a:lnTo>
                <a:lnTo>
                  <a:pt x="2455207" y="34782"/>
                </a:lnTo>
                <a:lnTo>
                  <a:pt x="2454490" y="35026"/>
                </a:lnTo>
                <a:lnTo>
                  <a:pt x="2453779" y="35294"/>
                </a:lnTo>
                <a:lnTo>
                  <a:pt x="2453076" y="35584"/>
                </a:lnTo>
                <a:lnTo>
                  <a:pt x="2452381" y="35896"/>
                </a:lnTo>
                <a:lnTo>
                  <a:pt x="2451695" y="36230"/>
                </a:lnTo>
                <a:lnTo>
                  <a:pt x="2451017" y="36585"/>
                </a:lnTo>
                <a:lnTo>
                  <a:pt x="2450349" y="36961"/>
                </a:lnTo>
                <a:lnTo>
                  <a:pt x="2449689" y="37357"/>
                </a:lnTo>
                <a:lnTo>
                  <a:pt x="2449040" y="37772"/>
                </a:lnTo>
                <a:lnTo>
                  <a:pt x="2448400" y="38206"/>
                </a:lnTo>
                <a:lnTo>
                  <a:pt x="2447771" y="38659"/>
                </a:lnTo>
                <a:lnTo>
                  <a:pt x="2447152" y="39130"/>
                </a:lnTo>
                <a:lnTo>
                  <a:pt x="2446545" y="39619"/>
                </a:lnTo>
                <a:lnTo>
                  <a:pt x="2445949" y="40124"/>
                </a:lnTo>
                <a:lnTo>
                  <a:pt x="2445364" y="40646"/>
                </a:lnTo>
                <a:lnTo>
                  <a:pt x="2445298" y="39950"/>
                </a:lnTo>
                <a:lnTo>
                  <a:pt x="2445198" y="39311"/>
                </a:lnTo>
                <a:lnTo>
                  <a:pt x="2445065" y="38728"/>
                </a:lnTo>
                <a:lnTo>
                  <a:pt x="2444900" y="38197"/>
                </a:lnTo>
                <a:lnTo>
                  <a:pt x="2444706" y="37717"/>
                </a:lnTo>
                <a:lnTo>
                  <a:pt x="2444485" y="37286"/>
                </a:lnTo>
                <a:lnTo>
                  <a:pt x="2444237" y="36899"/>
                </a:lnTo>
                <a:lnTo>
                  <a:pt x="2443965" y="36556"/>
                </a:lnTo>
                <a:lnTo>
                  <a:pt x="2443670" y="36252"/>
                </a:lnTo>
                <a:lnTo>
                  <a:pt x="2443354" y="35987"/>
                </a:lnTo>
                <a:lnTo>
                  <a:pt x="2443018" y="35757"/>
                </a:lnTo>
                <a:lnTo>
                  <a:pt x="2442665" y="35560"/>
                </a:lnTo>
                <a:lnTo>
                  <a:pt x="2442296" y="35393"/>
                </a:lnTo>
                <a:lnTo>
                  <a:pt x="2441912" y="35254"/>
                </a:lnTo>
                <a:lnTo>
                  <a:pt x="2441515" y="35140"/>
                </a:lnTo>
                <a:lnTo>
                  <a:pt x="2441108" y="35048"/>
                </a:lnTo>
                <a:lnTo>
                  <a:pt x="2440691" y="34977"/>
                </a:lnTo>
                <a:lnTo>
                  <a:pt x="2440266" y="34924"/>
                </a:lnTo>
                <a:lnTo>
                  <a:pt x="2439836" y="34886"/>
                </a:lnTo>
                <a:lnTo>
                  <a:pt x="2439401" y="34860"/>
                </a:lnTo>
                <a:lnTo>
                  <a:pt x="2438963" y="34844"/>
                </a:lnTo>
                <a:lnTo>
                  <a:pt x="2438525" y="34836"/>
                </a:lnTo>
                <a:lnTo>
                  <a:pt x="2438087" y="34833"/>
                </a:lnTo>
                <a:lnTo>
                  <a:pt x="2437651" y="34833"/>
                </a:lnTo>
                <a:lnTo>
                  <a:pt x="2431482" y="34833"/>
                </a:lnTo>
                <a:lnTo>
                  <a:pt x="2431110" y="34833"/>
                </a:lnTo>
                <a:lnTo>
                  <a:pt x="2430719" y="34836"/>
                </a:lnTo>
                <a:lnTo>
                  <a:pt x="2430312" y="34844"/>
                </a:lnTo>
                <a:lnTo>
                  <a:pt x="2429893" y="34860"/>
                </a:lnTo>
                <a:lnTo>
                  <a:pt x="2429463" y="34885"/>
                </a:lnTo>
                <a:lnTo>
                  <a:pt x="2429027" y="34923"/>
                </a:lnTo>
                <a:lnTo>
                  <a:pt x="2428588" y="34977"/>
                </a:lnTo>
                <a:lnTo>
                  <a:pt x="2428148" y="35047"/>
                </a:lnTo>
                <a:lnTo>
                  <a:pt x="2427710" y="35138"/>
                </a:lnTo>
                <a:lnTo>
                  <a:pt x="2427279" y="35252"/>
                </a:lnTo>
                <a:lnTo>
                  <a:pt x="2426856" y="35390"/>
                </a:lnTo>
                <a:lnTo>
                  <a:pt x="2426445" y="35556"/>
                </a:lnTo>
                <a:lnTo>
                  <a:pt x="2426050" y="35753"/>
                </a:lnTo>
                <a:lnTo>
                  <a:pt x="2425672" y="35982"/>
                </a:lnTo>
                <a:lnTo>
                  <a:pt x="2425316" y="36246"/>
                </a:lnTo>
                <a:lnTo>
                  <a:pt x="2424984" y="36548"/>
                </a:lnTo>
                <a:lnTo>
                  <a:pt x="2424680" y="36890"/>
                </a:lnTo>
                <a:lnTo>
                  <a:pt x="2424406" y="37274"/>
                </a:lnTo>
                <a:lnTo>
                  <a:pt x="2424166" y="37704"/>
                </a:lnTo>
                <a:lnTo>
                  <a:pt x="2423962" y="38182"/>
                </a:lnTo>
                <a:lnTo>
                  <a:pt x="2423799" y="38710"/>
                </a:lnTo>
                <a:lnTo>
                  <a:pt x="2423678" y="39290"/>
                </a:lnTo>
                <a:lnTo>
                  <a:pt x="2423603" y="39926"/>
                </a:lnTo>
                <a:lnTo>
                  <a:pt x="2423578" y="40620"/>
                </a:lnTo>
                <a:lnTo>
                  <a:pt x="2423599" y="41336"/>
                </a:lnTo>
                <a:lnTo>
                  <a:pt x="2423661" y="41993"/>
                </a:lnTo>
                <a:lnTo>
                  <a:pt x="2423765" y="42592"/>
                </a:lnTo>
                <a:lnTo>
                  <a:pt x="2423910" y="43137"/>
                </a:lnTo>
                <a:lnTo>
                  <a:pt x="2424095" y="43630"/>
                </a:lnTo>
                <a:lnTo>
                  <a:pt x="2424319" y="44074"/>
                </a:lnTo>
                <a:lnTo>
                  <a:pt x="2424583" y="44472"/>
                </a:lnTo>
                <a:lnTo>
                  <a:pt x="2424885" y="44825"/>
                </a:lnTo>
                <a:lnTo>
                  <a:pt x="2425225" y="45136"/>
                </a:lnTo>
                <a:lnTo>
                  <a:pt x="2425603" y="45409"/>
                </a:lnTo>
                <a:lnTo>
                  <a:pt x="2426019" y="45645"/>
                </a:lnTo>
                <a:lnTo>
                  <a:pt x="2426470" y="45848"/>
                </a:lnTo>
                <a:lnTo>
                  <a:pt x="2426958" y="46020"/>
                </a:lnTo>
                <a:lnTo>
                  <a:pt x="2427482" y="46163"/>
                </a:lnTo>
                <a:lnTo>
                  <a:pt x="2428041" y="46280"/>
                </a:lnTo>
                <a:lnTo>
                  <a:pt x="2428634" y="46374"/>
                </a:lnTo>
                <a:lnTo>
                  <a:pt x="2429262" y="46447"/>
                </a:lnTo>
                <a:lnTo>
                  <a:pt x="2429923" y="46502"/>
                </a:lnTo>
                <a:lnTo>
                  <a:pt x="2430617" y="46541"/>
                </a:lnTo>
                <a:lnTo>
                  <a:pt x="2431344" y="46567"/>
                </a:lnTo>
                <a:lnTo>
                  <a:pt x="2432103" y="46583"/>
                </a:lnTo>
                <a:lnTo>
                  <a:pt x="2432894" y="46592"/>
                </a:lnTo>
                <a:lnTo>
                  <a:pt x="2433716" y="46595"/>
                </a:lnTo>
                <a:lnTo>
                  <a:pt x="2434568" y="46595"/>
                </a:lnTo>
                <a:lnTo>
                  <a:pt x="2434568" y="106108"/>
                </a:lnTo>
                <a:lnTo>
                  <a:pt x="2433716" y="106109"/>
                </a:lnTo>
                <a:lnTo>
                  <a:pt x="2432894" y="106112"/>
                </a:lnTo>
                <a:lnTo>
                  <a:pt x="2432103" y="106120"/>
                </a:lnTo>
                <a:lnTo>
                  <a:pt x="2431344" y="106136"/>
                </a:lnTo>
                <a:lnTo>
                  <a:pt x="2430617" y="106162"/>
                </a:lnTo>
                <a:lnTo>
                  <a:pt x="2429923" y="106202"/>
                </a:lnTo>
                <a:lnTo>
                  <a:pt x="2429262" y="106257"/>
                </a:lnTo>
                <a:lnTo>
                  <a:pt x="2428634" y="106330"/>
                </a:lnTo>
                <a:lnTo>
                  <a:pt x="2428041" y="106424"/>
                </a:lnTo>
                <a:lnTo>
                  <a:pt x="2427482" y="106541"/>
                </a:lnTo>
                <a:lnTo>
                  <a:pt x="2426958" y="106684"/>
                </a:lnTo>
                <a:lnTo>
                  <a:pt x="2426470" y="106855"/>
                </a:lnTo>
                <a:lnTo>
                  <a:pt x="2426019" y="107058"/>
                </a:lnTo>
                <a:lnTo>
                  <a:pt x="2425603" y="107294"/>
                </a:lnTo>
                <a:lnTo>
                  <a:pt x="2425225" y="107567"/>
                </a:lnTo>
                <a:lnTo>
                  <a:pt x="2424885" y="107879"/>
                </a:lnTo>
                <a:lnTo>
                  <a:pt x="2424583" y="108232"/>
                </a:lnTo>
                <a:lnTo>
                  <a:pt x="2424319" y="108629"/>
                </a:lnTo>
                <a:lnTo>
                  <a:pt x="2424095" y="109073"/>
                </a:lnTo>
                <a:lnTo>
                  <a:pt x="2423910" y="109566"/>
                </a:lnTo>
                <a:lnTo>
                  <a:pt x="2423765" y="110111"/>
                </a:lnTo>
                <a:lnTo>
                  <a:pt x="2423661" y="110711"/>
                </a:lnTo>
                <a:lnTo>
                  <a:pt x="2423599" y="111367"/>
                </a:lnTo>
                <a:lnTo>
                  <a:pt x="2423578" y="112084"/>
                </a:lnTo>
                <a:lnTo>
                  <a:pt x="2423604" y="112777"/>
                </a:lnTo>
                <a:lnTo>
                  <a:pt x="2423682" y="113412"/>
                </a:lnTo>
                <a:lnTo>
                  <a:pt x="2423807" y="113993"/>
                </a:lnTo>
                <a:lnTo>
                  <a:pt x="2423976" y="114520"/>
                </a:lnTo>
                <a:lnTo>
                  <a:pt x="2424186" y="114998"/>
                </a:lnTo>
                <a:lnTo>
                  <a:pt x="2424433" y="115427"/>
                </a:lnTo>
                <a:lnTo>
                  <a:pt x="2424715" y="115812"/>
                </a:lnTo>
                <a:lnTo>
                  <a:pt x="2425027" y="116154"/>
                </a:lnTo>
                <a:lnTo>
                  <a:pt x="2425367" y="116455"/>
                </a:lnTo>
                <a:lnTo>
                  <a:pt x="2425731" y="116719"/>
                </a:lnTo>
                <a:lnTo>
                  <a:pt x="2426116" y="116948"/>
                </a:lnTo>
                <a:lnTo>
                  <a:pt x="2426518" y="117145"/>
                </a:lnTo>
                <a:lnTo>
                  <a:pt x="2426934" y="117311"/>
                </a:lnTo>
                <a:lnTo>
                  <a:pt x="2427361" y="117449"/>
                </a:lnTo>
                <a:lnTo>
                  <a:pt x="2427796" y="117562"/>
                </a:lnTo>
                <a:lnTo>
                  <a:pt x="2428234" y="117653"/>
                </a:lnTo>
                <a:lnTo>
                  <a:pt x="2428673" y="117724"/>
                </a:lnTo>
                <a:lnTo>
                  <a:pt x="2429109" y="117777"/>
                </a:lnTo>
                <a:lnTo>
                  <a:pt x="2429539" y="117815"/>
                </a:lnTo>
                <a:lnTo>
                  <a:pt x="2429960" y="117841"/>
                </a:lnTo>
                <a:lnTo>
                  <a:pt x="2430368" y="117856"/>
                </a:lnTo>
                <a:lnTo>
                  <a:pt x="2430760" y="117864"/>
                </a:lnTo>
                <a:lnTo>
                  <a:pt x="2431132" y="117867"/>
                </a:lnTo>
                <a:lnTo>
                  <a:pt x="2431482" y="117868"/>
                </a:lnTo>
                <a:lnTo>
                  <a:pt x="2448450" y="117868"/>
                </a:lnTo>
                <a:lnTo>
                  <a:pt x="2448822" y="117867"/>
                </a:lnTo>
                <a:lnTo>
                  <a:pt x="2449213" y="117864"/>
                </a:lnTo>
                <a:lnTo>
                  <a:pt x="2449620" y="117856"/>
                </a:lnTo>
                <a:lnTo>
                  <a:pt x="2450040" y="117841"/>
                </a:lnTo>
                <a:lnTo>
                  <a:pt x="2450469" y="117815"/>
                </a:lnTo>
                <a:lnTo>
                  <a:pt x="2450905" y="117777"/>
                </a:lnTo>
                <a:lnTo>
                  <a:pt x="2451344" y="117724"/>
                </a:lnTo>
                <a:lnTo>
                  <a:pt x="2451784" y="117653"/>
                </a:lnTo>
                <a:lnTo>
                  <a:pt x="2452221" y="117562"/>
                </a:lnTo>
                <a:lnTo>
                  <a:pt x="2452653" y="117449"/>
                </a:lnTo>
                <a:lnTo>
                  <a:pt x="2453075" y="117311"/>
                </a:lnTo>
                <a:lnTo>
                  <a:pt x="2453485" y="117145"/>
                </a:lnTo>
                <a:lnTo>
                  <a:pt x="2453881" y="116948"/>
                </a:lnTo>
                <a:lnTo>
                  <a:pt x="2454258" y="116719"/>
                </a:lnTo>
                <a:lnTo>
                  <a:pt x="2454614" y="116455"/>
                </a:lnTo>
                <a:lnTo>
                  <a:pt x="2454946" y="116154"/>
                </a:lnTo>
                <a:lnTo>
                  <a:pt x="2455250" y="115812"/>
                </a:lnTo>
                <a:lnTo>
                  <a:pt x="2455524" y="115427"/>
                </a:lnTo>
                <a:lnTo>
                  <a:pt x="2455764" y="114998"/>
                </a:lnTo>
                <a:lnTo>
                  <a:pt x="2455967" y="114520"/>
                </a:lnTo>
                <a:lnTo>
                  <a:pt x="2456131" y="113993"/>
                </a:lnTo>
                <a:lnTo>
                  <a:pt x="2456252" y="113412"/>
                </a:lnTo>
                <a:lnTo>
                  <a:pt x="2456326" y="112777"/>
                </a:lnTo>
                <a:lnTo>
                  <a:pt x="2456352" y="112084"/>
                </a:lnTo>
                <a:lnTo>
                  <a:pt x="2456331" y="111367"/>
                </a:lnTo>
                <a:lnTo>
                  <a:pt x="2456268" y="110711"/>
                </a:lnTo>
                <a:lnTo>
                  <a:pt x="2456164" y="110111"/>
                </a:lnTo>
                <a:lnTo>
                  <a:pt x="2456020" y="109566"/>
                </a:lnTo>
                <a:lnTo>
                  <a:pt x="2455835" y="109073"/>
                </a:lnTo>
                <a:lnTo>
                  <a:pt x="2455611" y="108629"/>
                </a:lnTo>
                <a:lnTo>
                  <a:pt x="2455347" y="108232"/>
                </a:lnTo>
                <a:lnTo>
                  <a:pt x="2455045" y="107879"/>
                </a:lnTo>
                <a:lnTo>
                  <a:pt x="2454705" y="107567"/>
                </a:lnTo>
                <a:lnTo>
                  <a:pt x="2454327" y="107294"/>
                </a:lnTo>
                <a:lnTo>
                  <a:pt x="2453912" y="107058"/>
                </a:lnTo>
                <a:lnTo>
                  <a:pt x="2453460" y="106855"/>
                </a:lnTo>
                <a:lnTo>
                  <a:pt x="2452973" y="106684"/>
                </a:lnTo>
                <a:lnTo>
                  <a:pt x="2452449" y="106541"/>
                </a:lnTo>
                <a:lnTo>
                  <a:pt x="2451891" y="106424"/>
                </a:lnTo>
                <a:lnTo>
                  <a:pt x="2451297" y="106330"/>
                </a:lnTo>
                <a:lnTo>
                  <a:pt x="2450670" y="106257"/>
                </a:lnTo>
                <a:lnTo>
                  <a:pt x="2450009" y="106202"/>
                </a:lnTo>
                <a:lnTo>
                  <a:pt x="2449315" y="106162"/>
                </a:lnTo>
                <a:lnTo>
                  <a:pt x="2448588" y="106136"/>
                </a:lnTo>
                <a:lnTo>
                  <a:pt x="2447829" y="106120"/>
                </a:lnTo>
                <a:lnTo>
                  <a:pt x="2447038" y="106112"/>
                </a:lnTo>
                <a:lnTo>
                  <a:pt x="2446217" y="106109"/>
                </a:lnTo>
                <a:lnTo>
                  <a:pt x="2445364" y="106108"/>
                </a:lnTo>
                <a:lnTo>
                  <a:pt x="2445364" y="71634"/>
                </a:lnTo>
                <a:lnTo>
                  <a:pt x="2445405" y="69536"/>
                </a:lnTo>
                <a:lnTo>
                  <a:pt x="2445524" y="67523"/>
                </a:lnTo>
                <a:lnTo>
                  <a:pt x="2445719" y="65595"/>
                </a:lnTo>
                <a:lnTo>
                  <a:pt x="2445986" y="63752"/>
                </a:lnTo>
                <a:lnTo>
                  <a:pt x="2446322" y="61994"/>
                </a:lnTo>
                <a:lnTo>
                  <a:pt x="2446723" y="60323"/>
                </a:lnTo>
                <a:lnTo>
                  <a:pt x="2447186" y="58739"/>
                </a:lnTo>
                <a:lnTo>
                  <a:pt x="2447706" y="57241"/>
                </a:lnTo>
                <a:lnTo>
                  <a:pt x="2448282" y="55831"/>
                </a:lnTo>
                <a:lnTo>
                  <a:pt x="2448909" y="54509"/>
                </a:lnTo>
                <a:lnTo>
                  <a:pt x="2449585" y="53275"/>
                </a:lnTo>
                <a:lnTo>
                  <a:pt x="2450305" y="52130"/>
                </a:lnTo>
                <a:lnTo>
                  <a:pt x="2451066" y="51074"/>
                </a:lnTo>
                <a:lnTo>
                  <a:pt x="2451865" y="50108"/>
                </a:lnTo>
                <a:lnTo>
                  <a:pt x="2452698" y="49231"/>
                </a:lnTo>
                <a:lnTo>
                  <a:pt x="2453562" y="48446"/>
                </a:lnTo>
                <a:lnTo>
                  <a:pt x="2454453" y="47751"/>
                </a:lnTo>
                <a:lnTo>
                  <a:pt x="2455369" y="47147"/>
                </a:lnTo>
                <a:lnTo>
                  <a:pt x="2456305" y="46635"/>
                </a:lnTo>
                <a:lnTo>
                  <a:pt x="2457258" y="46215"/>
                </a:lnTo>
                <a:lnTo>
                  <a:pt x="2458225" y="45888"/>
                </a:lnTo>
                <a:lnTo>
                  <a:pt x="2459202" y="45653"/>
                </a:lnTo>
                <a:lnTo>
                  <a:pt x="2460186" y="45512"/>
                </a:lnTo>
                <a:lnTo>
                  <a:pt x="2461173" y="45465"/>
                </a:lnTo>
                <a:lnTo>
                  <a:pt x="2461718" y="45483"/>
                </a:lnTo>
                <a:lnTo>
                  <a:pt x="2462245" y="45537"/>
                </a:lnTo>
                <a:lnTo>
                  <a:pt x="2462753" y="45630"/>
                </a:lnTo>
                <a:lnTo>
                  <a:pt x="2463241" y="45766"/>
                </a:lnTo>
                <a:lnTo>
                  <a:pt x="2463710" y="45946"/>
                </a:lnTo>
                <a:lnTo>
                  <a:pt x="2464158" y="46172"/>
                </a:lnTo>
                <a:lnTo>
                  <a:pt x="2464586" y="46449"/>
                </a:lnTo>
                <a:lnTo>
                  <a:pt x="2464993" y="46778"/>
                </a:lnTo>
                <a:lnTo>
                  <a:pt x="2465379" y="47161"/>
                </a:lnTo>
                <a:lnTo>
                  <a:pt x="2465743" y="47602"/>
                </a:lnTo>
                <a:lnTo>
                  <a:pt x="2466084" y="48103"/>
                </a:lnTo>
                <a:lnTo>
                  <a:pt x="2466403" y="48667"/>
                </a:lnTo>
                <a:lnTo>
                  <a:pt x="2466698" y="49295"/>
                </a:lnTo>
                <a:lnTo>
                  <a:pt x="2466971" y="49992"/>
                </a:lnTo>
                <a:lnTo>
                  <a:pt x="2467219" y="50758"/>
                </a:lnTo>
                <a:lnTo>
                  <a:pt x="2467443" y="51598"/>
                </a:lnTo>
                <a:lnTo>
                  <a:pt x="2467642" y="52513"/>
                </a:lnTo>
                <a:lnTo>
                  <a:pt x="2467816" y="53507"/>
                </a:lnTo>
                <a:lnTo>
                  <a:pt x="2467964" y="54581"/>
                </a:lnTo>
                <a:lnTo>
                  <a:pt x="2468087" y="55738"/>
                </a:lnTo>
                <a:lnTo>
                  <a:pt x="2468183" y="56981"/>
                </a:lnTo>
                <a:lnTo>
                  <a:pt x="2468252" y="58313"/>
                </a:lnTo>
                <a:lnTo>
                  <a:pt x="2468293" y="59736"/>
                </a:lnTo>
                <a:lnTo>
                  <a:pt x="2468307" y="61252"/>
                </a:lnTo>
                <a:lnTo>
                  <a:pt x="2468307" y="106108"/>
                </a:lnTo>
                <a:lnTo>
                  <a:pt x="2467844" y="106109"/>
                </a:lnTo>
                <a:lnTo>
                  <a:pt x="2467371" y="106112"/>
                </a:lnTo>
                <a:lnTo>
                  <a:pt x="2466891" y="106120"/>
                </a:lnTo>
                <a:lnTo>
                  <a:pt x="2466407" y="106136"/>
                </a:lnTo>
                <a:lnTo>
                  <a:pt x="2465921" y="106162"/>
                </a:lnTo>
                <a:lnTo>
                  <a:pt x="2465436" y="106202"/>
                </a:lnTo>
                <a:lnTo>
                  <a:pt x="2464955" y="106257"/>
                </a:lnTo>
                <a:lnTo>
                  <a:pt x="2464480" y="106330"/>
                </a:lnTo>
                <a:lnTo>
                  <a:pt x="2464013" y="106424"/>
                </a:lnTo>
                <a:lnTo>
                  <a:pt x="2463558" y="106541"/>
                </a:lnTo>
                <a:lnTo>
                  <a:pt x="2463117" y="106684"/>
                </a:lnTo>
                <a:lnTo>
                  <a:pt x="2462692" y="106855"/>
                </a:lnTo>
                <a:lnTo>
                  <a:pt x="2462286" y="107058"/>
                </a:lnTo>
                <a:lnTo>
                  <a:pt x="2461902" y="107294"/>
                </a:lnTo>
                <a:lnTo>
                  <a:pt x="2461542" y="107567"/>
                </a:lnTo>
                <a:lnTo>
                  <a:pt x="2461209" y="107879"/>
                </a:lnTo>
                <a:lnTo>
                  <a:pt x="2460905" y="108232"/>
                </a:lnTo>
                <a:lnTo>
                  <a:pt x="2460634" y="108629"/>
                </a:lnTo>
                <a:lnTo>
                  <a:pt x="2460397" y="109073"/>
                </a:lnTo>
                <a:lnTo>
                  <a:pt x="2460197" y="109566"/>
                </a:lnTo>
                <a:lnTo>
                  <a:pt x="2460037" y="110111"/>
                </a:lnTo>
                <a:lnTo>
                  <a:pt x="2459920" y="110711"/>
                </a:lnTo>
                <a:lnTo>
                  <a:pt x="2459848" y="111367"/>
                </a:lnTo>
                <a:lnTo>
                  <a:pt x="2459823" y="112084"/>
                </a:lnTo>
                <a:lnTo>
                  <a:pt x="2459850" y="112777"/>
                </a:lnTo>
                <a:lnTo>
                  <a:pt x="2459927" y="113412"/>
                </a:lnTo>
                <a:lnTo>
                  <a:pt x="2460052" y="113993"/>
                </a:lnTo>
                <a:lnTo>
                  <a:pt x="2460221" y="114520"/>
                </a:lnTo>
                <a:lnTo>
                  <a:pt x="2460431" y="114998"/>
                </a:lnTo>
                <a:lnTo>
                  <a:pt x="2460679" y="115427"/>
                </a:lnTo>
                <a:lnTo>
                  <a:pt x="2460961" y="115812"/>
                </a:lnTo>
                <a:lnTo>
                  <a:pt x="2461273" y="116154"/>
                </a:lnTo>
                <a:lnTo>
                  <a:pt x="2461613" y="116455"/>
                </a:lnTo>
                <a:lnTo>
                  <a:pt x="2461977" y="116719"/>
                </a:lnTo>
                <a:lnTo>
                  <a:pt x="2462362" y="116948"/>
                </a:lnTo>
                <a:lnTo>
                  <a:pt x="2462764" y="117145"/>
                </a:lnTo>
                <a:lnTo>
                  <a:pt x="2463180" y="117311"/>
                </a:lnTo>
                <a:lnTo>
                  <a:pt x="2463607" y="117449"/>
                </a:lnTo>
                <a:lnTo>
                  <a:pt x="2464041" y="117562"/>
                </a:lnTo>
                <a:lnTo>
                  <a:pt x="2464479" y="117653"/>
                </a:lnTo>
                <a:lnTo>
                  <a:pt x="2464918" y="117724"/>
                </a:lnTo>
                <a:lnTo>
                  <a:pt x="2465355" y="117777"/>
                </a:lnTo>
                <a:lnTo>
                  <a:pt x="2465785" y="117815"/>
                </a:lnTo>
                <a:lnTo>
                  <a:pt x="2466206" y="117841"/>
                </a:lnTo>
                <a:lnTo>
                  <a:pt x="2466614" y="117856"/>
                </a:lnTo>
                <a:lnTo>
                  <a:pt x="2467005" y="117864"/>
                </a:lnTo>
                <a:lnTo>
                  <a:pt x="2467378" y="117867"/>
                </a:lnTo>
                <a:lnTo>
                  <a:pt x="2467728" y="117868"/>
                </a:lnTo>
                <a:lnTo>
                  <a:pt x="2482186" y="117868"/>
                </a:lnTo>
                <a:lnTo>
                  <a:pt x="2482558" y="117867"/>
                </a:lnTo>
                <a:lnTo>
                  <a:pt x="2482949" y="117864"/>
                </a:lnTo>
                <a:lnTo>
                  <a:pt x="2483356" y="117856"/>
                </a:lnTo>
                <a:lnTo>
                  <a:pt x="2483776" y="117841"/>
                </a:lnTo>
                <a:lnTo>
                  <a:pt x="2484206" y="117815"/>
                </a:lnTo>
                <a:lnTo>
                  <a:pt x="2484642" y="117777"/>
                </a:lnTo>
                <a:lnTo>
                  <a:pt x="2485081" y="117724"/>
                </a:lnTo>
                <a:lnTo>
                  <a:pt x="2485521" y="117653"/>
                </a:lnTo>
                <a:lnTo>
                  <a:pt x="2485958" y="117562"/>
                </a:lnTo>
                <a:lnTo>
                  <a:pt x="2486390" y="117449"/>
                </a:lnTo>
                <a:lnTo>
                  <a:pt x="2486812" y="117311"/>
                </a:lnTo>
                <a:lnTo>
                  <a:pt x="2487223" y="117145"/>
                </a:lnTo>
                <a:lnTo>
                  <a:pt x="2487619" y="116948"/>
                </a:lnTo>
                <a:lnTo>
                  <a:pt x="2487996" y="116719"/>
                </a:lnTo>
                <a:lnTo>
                  <a:pt x="2488352" y="116455"/>
                </a:lnTo>
                <a:lnTo>
                  <a:pt x="2488684" y="116154"/>
                </a:lnTo>
                <a:lnTo>
                  <a:pt x="2488989" y="115812"/>
                </a:lnTo>
                <a:lnTo>
                  <a:pt x="2489263" y="115427"/>
                </a:lnTo>
                <a:lnTo>
                  <a:pt x="2489503" y="114998"/>
                </a:lnTo>
                <a:lnTo>
                  <a:pt x="2489706" y="114520"/>
                </a:lnTo>
                <a:lnTo>
                  <a:pt x="2489870" y="113993"/>
                </a:lnTo>
                <a:lnTo>
                  <a:pt x="2489991" y="113412"/>
                </a:lnTo>
                <a:lnTo>
                  <a:pt x="2490065" y="112777"/>
                </a:lnTo>
                <a:lnTo>
                  <a:pt x="2490091" y="112084"/>
                </a:lnTo>
                <a:lnTo>
                  <a:pt x="2490070" y="111367"/>
                </a:lnTo>
                <a:lnTo>
                  <a:pt x="2490007" y="110711"/>
                </a:lnTo>
                <a:lnTo>
                  <a:pt x="2489904" y="110111"/>
                </a:lnTo>
                <a:lnTo>
                  <a:pt x="2489759" y="109566"/>
                </a:lnTo>
                <a:lnTo>
                  <a:pt x="2489574" y="109073"/>
                </a:lnTo>
                <a:lnTo>
                  <a:pt x="2489350" y="108629"/>
                </a:lnTo>
                <a:lnTo>
                  <a:pt x="2489087" y="108232"/>
                </a:lnTo>
                <a:lnTo>
                  <a:pt x="2488785" y="107879"/>
                </a:lnTo>
                <a:lnTo>
                  <a:pt x="2488444" y="107567"/>
                </a:lnTo>
                <a:lnTo>
                  <a:pt x="2488066" y="107294"/>
                </a:lnTo>
                <a:lnTo>
                  <a:pt x="2487651" y="107058"/>
                </a:lnTo>
                <a:lnTo>
                  <a:pt x="2487200" y="106855"/>
                </a:lnTo>
                <a:lnTo>
                  <a:pt x="2486712" y="106684"/>
                </a:lnTo>
                <a:lnTo>
                  <a:pt x="2486188" y="106541"/>
                </a:lnTo>
                <a:lnTo>
                  <a:pt x="2485630" y="106424"/>
                </a:lnTo>
                <a:lnTo>
                  <a:pt x="2485036" y="106330"/>
                </a:lnTo>
                <a:lnTo>
                  <a:pt x="2484409" y="106257"/>
                </a:lnTo>
                <a:lnTo>
                  <a:pt x="2483748" y="106202"/>
                </a:lnTo>
                <a:lnTo>
                  <a:pt x="2483054" y="106162"/>
                </a:lnTo>
                <a:lnTo>
                  <a:pt x="2482327" y="106136"/>
                </a:lnTo>
                <a:lnTo>
                  <a:pt x="2481568" y="106120"/>
                </a:lnTo>
                <a:lnTo>
                  <a:pt x="2480778" y="106112"/>
                </a:lnTo>
                <a:lnTo>
                  <a:pt x="2479956" y="106109"/>
                </a:lnTo>
                <a:lnTo>
                  <a:pt x="2479104" y="106108"/>
                </a:lnTo>
                <a:lnTo>
                  <a:pt x="2479104" y="71649"/>
                </a:lnTo>
                <a:lnTo>
                  <a:pt x="2479144" y="69549"/>
                </a:lnTo>
                <a:lnTo>
                  <a:pt x="2479264" y="67534"/>
                </a:lnTo>
                <a:lnTo>
                  <a:pt x="2479459" y="65605"/>
                </a:lnTo>
                <a:lnTo>
                  <a:pt x="2479726" y="63760"/>
                </a:lnTo>
                <a:lnTo>
                  <a:pt x="2480061" y="62002"/>
                </a:lnTo>
                <a:lnTo>
                  <a:pt x="2480462" y="60329"/>
                </a:lnTo>
                <a:lnTo>
                  <a:pt x="2480925" y="58744"/>
                </a:lnTo>
                <a:lnTo>
                  <a:pt x="2481446" y="57245"/>
                </a:lnTo>
                <a:lnTo>
                  <a:pt x="2482021" y="55835"/>
                </a:lnTo>
                <a:lnTo>
                  <a:pt x="2482649" y="54512"/>
                </a:lnTo>
                <a:lnTo>
                  <a:pt x="2483324" y="53277"/>
                </a:lnTo>
                <a:lnTo>
                  <a:pt x="2484044" y="52132"/>
                </a:lnTo>
                <a:lnTo>
                  <a:pt x="2484805" y="51076"/>
                </a:lnTo>
                <a:lnTo>
                  <a:pt x="2485604" y="50109"/>
                </a:lnTo>
                <a:lnTo>
                  <a:pt x="2486437" y="49232"/>
                </a:lnTo>
                <a:lnTo>
                  <a:pt x="2487301" y="48446"/>
                </a:lnTo>
                <a:lnTo>
                  <a:pt x="2488192" y="47751"/>
                </a:lnTo>
                <a:lnTo>
                  <a:pt x="2489108" y="47147"/>
                </a:lnTo>
                <a:lnTo>
                  <a:pt x="2490044" y="46635"/>
                </a:lnTo>
                <a:lnTo>
                  <a:pt x="2490997" y="46215"/>
                </a:lnTo>
                <a:lnTo>
                  <a:pt x="2491964" y="45888"/>
                </a:lnTo>
                <a:lnTo>
                  <a:pt x="2492941" y="45653"/>
                </a:lnTo>
                <a:lnTo>
                  <a:pt x="2493925" y="45512"/>
                </a:lnTo>
                <a:lnTo>
                  <a:pt x="2494913" y="45465"/>
                </a:lnTo>
                <a:lnTo>
                  <a:pt x="2495458" y="45483"/>
                </a:lnTo>
                <a:lnTo>
                  <a:pt x="2495984" y="45537"/>
                </a:lnTo>
                <a:lnTo>
                  <a:pt x="2496492" y="45630"/>
                </a:lnTo>
                <a:lnTo>
                  <a:pt x="2496980" y="45766"/>
                </a:lnTo>
                <a:lnTo>
                  <a:pt x="2497449" y="45946"/>
                </a:lnTo>
                <a:lnTo>
                  <a:pt x="2497898" y="46172"/>
                </a:lnTo>
                <a:lnTo>
                  <a:pt x="2498325" y="46449"/>
                </a:lnTo>
                <a:lnTo>
                  <a:pt x="2498732" y="46778"/>
                </a:lnTo>
                <a:lnTo>
                  <a:pt x="2499118" y="47161"/>
                </a:lnTo>
                <a:lnTo>
                  <a:pt x="2499482" y="47602"/>
                </a:lnTo>
                <a:lnTo>
                  <a:pt x="2499823" y="48103"/>
                </a:lnTo>
                <a:lnTo>
                  <a:pt x="2500142" y="48667"/>
                </a:lnTo>
                <a:lnTo>
                  <a:pt x="2500438" y="49295"/>
                </a:lnTo>
                <a:lnTo>
                  <a:pt x="2500710" y="49992"/>
                </a:lnTo>
                <a:lnTo>
                  <a:pt x="2500958" y="50758"/>
                </a:lnTo>
                <a:lnTo>
                  <a:pt x="2501182" y="51598"/>
                </a:lnTo>
                <a:lnTo>
                  <a:pt x="2501381" y="52513"/>
                </a:lnTo>
                <a:lnTo>
                  <a:pt x="2501555" y="53507"/>
                </a:lnTo>
                <a:lnTo>
                  <a:pt x="2501704" y="54581"/>
                </a:lnTo>
                <a:lnTo>
                  <a:pt x="2501826" y="55738"/>
                </a:lnTo>
                <a:lnTo>
                  <a:pt x="2501922" y="56981"/>
                </a:lnTo>
                <a:lnTo>
                  <a:pt x="2501991" y="58313"/>
                </a:lnTo>
                <a:lnTo>
                  <a:pt x="2502032" y="59736"/>
                </a:lnTo>
                <a:lnTo>
                  <a:pt x="2502046" y="61252"/>
                </a:lnTo>
                <a:lnTo>
                  <a:pt x="2502046" y="106108"/>
                </a:lnTo>
                <a:lnTo>
                  <a:pt x="2501583" y="106109"/>
                </a:lnTo>
                <a:lnTo>
                  <a:pt x="2501109" y="106112"/>
                </a:lnTo>
                <a:lnTo>
                  <a:pt x="2500629" y="106120"/>
                </a:lnTo>
                <a:lnTo>
                  <a:pt x="2500145" y="106136"/>
                </a:lnTo>
                <a:lnTo>
                  <a:pt x="2499659" y="106162"/>
                </a:lnTo>
                <a:lnTo>
                  <a:pt x="2499174" y="106202"/>
                </a:lnTo>
                <a:lnTo>
                  <a:pt x="2498693" y="106257"/>
                </a:lnTo>
                <a:lnTo>
                  <a:pt x="2498218" y="106330"/>
                </a:lnTo>
                <a:lnTo>
                  <a:pt x="2497751" y="106424"/>
                </a:lnTo>
                <a:lnTo>
                  <a:pt x="2497296" y="106541"/>
                </a:lnTo>
                <a:lnTo>
                  <a:pt x="2496855" y="106684"/>
                </a:lnTo>
                <a:lnTo>
                  <a:pt x="2496430" y="106855"/>
                </a:lnTo>
                <a:lnTo>
                  <a:pt x="2496024" y="107058"/>
                </a:lnTo>
                <a:lnTo>
                  <a:pt x="2495640" y="107294"/>
                </a:lnTo>
                <a:lnTo>
                  <a:pt x="2495280" y="107567"/>
                </a:lnTo>
                <a:lnTo>
                  <a:pt x="2494947" y="107879"/>
                </a:lnTo>
                <a:lnTo>
                  <a:pt x="2494644" y="108232"/>
                </a:lnTo>
                <a:lnTo>
                  <a:pt x="2494373" y="108629"/>
                </a:lnTo>
                <a:lnTo>
                  <a:pt x="2494136" y="109073"/>
                </a:lnTo>
                <a:lnTo>
                  <a:pt x="2493936" y="109566"/>
                </a:lnTo>
                <a:lnTo>
                  <a:pt x="2493777" y="110111"/>
                </a:lnTo>
                <a:lnTo>
                  <a:pt x="2493659" y="110711"/>
                </a:lnTo>
                <a:lnTo>
                  <a:pt x="2493587" y="111367"/>
                </a:lnTo>
                <a:lnTo>
                  <a:pt x="2493562" y="112084"/>
                </a:lnTo>
                <a:lnTo>
                  <a:pt x="2493589" y="112777"/>
                </a:lnTo>
                <a:lnTo>
                  <a:pt x="2493666" y="113412"/>
                </a:lnTo>
                <a:lnTo>
                  <a:pt x="2493791" y="113993"/>
                </a:lnTo>
                <a:lnTo>
                  <a:pt x="2493960" y="114520"/>
                </a:lnTo>
                <a:lnTo>
                  <a:pt x="2494170" y="114998"/>
                </a:lnTo>
                <a:lnTo>
                  <a:pt x="2494418" y="115427"/>
                </a:lnTo>
                <a:lnTo>
                  <a:pt x="2494699" y="115812"/>
                </a:lnTo>
                <a:lnTo>
                  <a:pt x="2495012" y="116154"/>
                </a:lnTo>
                <a:lnTo>
                  <a:pt x="2495351" y="116455"/>
                </a:lnTo>
                <a:lnTo>
                  <a:pt x="2495715" y="116719"/>
                </a:lnTo>
                <a:lnTo>
                  <a:pt x="2496100" y="116948"/>
                </a:lnTo>
                <a:lnTo>
                  <a:pt x="2496502" y="117145"/>
                </a:lnTo>
                <a:lnTo>
                  <a:pt x="2496918" y="117311"/>
                </a:lnTo>
                <a:lnTo>
                  <a:pt x="2497345" y="117449"/>
                </a:lnTo>
                <a:lnTo>
                  <a:pt x="2497779" y="117562"/>
                </a:lnTo>
                <a:lnTo>
                  <a:pt x="2498217" y="117653"/>
                </a:lnTo>
                <a:lnTo>
                  <a:pt x="2498656" y="117724"/>
                </a:lnTo>
                <a:lnTo>
                  <a:pt x="2499092" y="117777"/>
                </a:lnTo>
                <a:lnTo>
                  <a:pt x="2499523" y="117815"/>
                </a:lnTo>
                <a:lnTo>
                  <a:pt x="2499944" y="117841"/>
                </a:lnTo>
                <a:lnTo>
                  <a:pt x="2500352" y="117856"/>
                </a:lnTo>
                <a:lnTo>
                  <a:pt x="2500744" y="117864"/>
                </a:lnTo>
                <a:lnTo>
                  <a:pt x="2501117" y="117867"/>
                </a:lnTo>
                <a:lnTo>
                  <a:pt x="2501467" y="117868"/>
                </a:lnTo>
                <a:lnTo>
                  <a:pt x="2515926" y="117868"/>
                </a:lnTo>
                <a:lnTo>
                  <a:pt x="2516298" y="117867"/>
                </a:lnTo>
                <a:lnTo>
                  <a:pt x="2516689" y="117864"/>
                </a:lnTo>
                <a:lnTo>
                  <a:pt x="2517096" y="117856"/>
                </a:lnTo>
                <a:lnTo>
                  <a:pt x="2517515" y="117841"/>
                </a:lnTo>
                <a:lnTo>
                  <a:pt x="2517945" y="117815"/>
                </a:lnTo>
                <a:lnTo>
                  <a:pt x="2518381" y="117777"/>
                </a:lnTo>
                <a:lnTo>
                  <a:pt x="2518820" y="117724"/>
                </a:lnTo>
                <a:lnTo>
                  <a:pt x="2519260" y="117653"/>
                </a:lnTo>
                <a:lnTo>
                  <a:pt x="2519698" y="117562"/>
                </a:lnTo>
                <a:lnTo>
                  <a:pt x="2520129" y="117449"/>
                </a:lnTo>
                <a:lnTo>
                  <a:pt x="2520552" y="117311"/>
                </a:lnTo>
                <a:lnTo>
                  <a:pt x="2520962" y="117145"/>
                </a:lnTo>
                <a:lnTo>
                  <a:pt x="2521358" y="116948"/>
                </a:lnTo>
                <a:lnTo>
                  <a:pt x="2521735" y="116719"/>
                </a:lnTo>
                <a:lnTo>
                  <a:pt x="2522092" y="116455"/>
                </a:lnTo>
                <a:lnTo>
                  <a:pt x="2522423" y="116154"/>
                </a:lnTo>
                <a:lnTo>
                  <a:pt x="2522728" y="115812"/>
                </a:lnTo>
                <a:lnTo>
                  <a:pt x="2523002" y="115427"/>
                </a:lnTo>
                <a:lnTo>
                  <a:pt x="2523242" y="114998"/>
                </a:lnTo>
                <a:lnTo>
                  <a:pt x="2523446" y="114520"/>
                </a:lnTo>
                <a:lnTo>
                  <a:pt x="2523609" y="113993"/>
                </a:lnTo>
                <a:lnTo>
                  <a:pt x="2523730" y="113412"/>
                </a:lnTo>
                <a:lnTo>
                  <a:pt x="2523805" y="112777"/>
                </a:lnTo>
                <a:lnTo>
                  <a:pt x="2523830" y="112084"/>
                </a:lnTo>
                <a:lnTo>
                  <a:pt x="2523809" y="111367"/>
                </a:lnTo>
                <a:lnTo>
                  <a:pt x="2523747" y="110711"/>
                </a:lnTo>
                <a:lnTo>
                  <a:pt x="2523643" y="110111"/>
                </a:lnTo>
                <a:lnTo>
                  <a:pt x="2523498" y="109566"/>
                </a:lnTo>
                <a:lnTo>
                  <a:pt x="2523314" y="109073"/>
                </a:lnTo>
                <a:close/>
                <a:moveTo>
                  <a:pt x="1703662" y="94529"/>
                </a:moveTo>
                <a:lnTo>
                  <a:pt x="1703444" y="94083"/>
                </a:lnTo>
                <a:lnTo>
                  <a:pt x="1703189" y="93681"/>
                </a:lnTo>
                <a:lnTo>
                  <a:pt x="1702903" y="93321"/>
                </a:lnTo>
                <a:lnTo>
                  <a:pt x="1702589" y="93002"/>
                </a:lnTo>
                <a:lnTo>
                  <a:pt x="1702251" y="92719"/>
                </a:lnTo>
                <a:lnTo>
                  <a:pt x="1701895" y="92472"/>
                </a:lnTo>
                <a:lnTo>
                  <a:pt x="1701523" y="92258"/>
                </a:lnTo>
                <a:lnTo>
                  <a:pt x="1701142" y="92075"/>
                </a:lnTo>
                <a:lnTo>
                  <a:pt x="1700754" y="91919"/>
                </a:lnTo>
                <a:lnTo>
                  <a:pt x="1700365" y="91790"/>
                </a:lnTo>
                <a:lnTo>
                  <a:pt x="1699978" y="91684"/>
                </a:lnTo>
                <a:lnTo>
                  <a:pt x="1699598" y="91599"/>
                </a:lnTo>
                <a:lnTo>
                  <a:pt x="1699230" y="91533"/>
                </a:lnTo>
                <a:lnTo>
                  <a:pt x="1698877" y="91483"/>
                </a:lnTo>
                <a:lnTo>
                  <a:pt x="1698545" y="91447"/>
                </a:lnTo>
                <a:lnTo>
                  <a:pt x="1698236" y="91424"/>
                </a:lnTo>
                <a:lnTo>
                  <a:pt x="1697957" y="91409"/>
                </a:lnTo>
                <a:lnTo>
                  <a:pt x="1697711" y="91402"/>
                </a:lnTo>
                <a:lnTo>
                  <a:pt x="1697502" y="91399"/>
                </a:lnTo>
                <a:lnTo>
                  <a:pt x="1697335" y="91399"/>
                </a:lnTo>
                <a:lnTo>
                  <a:pt x="1696911" y="91402"/>
                </a:lnTo>
                <a:lnTo>
                  <a:pt x="1696507" y="91412"/>
                </a:lnTo>
                <a:lnTo>
                  <a:pt x="1696121" y="91431"/>
                </a:lnTo>
                <a:lnTo>
                  <a:pt x="1695753" y="91458"/>
                </a:lnTo>
                <a:lnTo>
                  <a:pt x="1695401" y="91497"/>
                </a:lnTo>
                <a:lnTo>
                  <a:pt x="1695067" y="91546"/>
                </a:lnTo>
                <a:lnTo>
                  <a:pt x="1694747" y="91609"/>
                </a:lnTo>
                <a:lnTo>
                  <a:pt x="1694443" y="91685"/>
                </a:lnTo>
                <a:lnTo>
                  <a:pt x="1694153" y="91776"/>
                </a:lnTo>
                <a:lnTo>
                  <a:pt x="1693876" y="91882"/>
                </a:lnTo>
                <a:lnTo>
                  <a:pt x="1693611" y="92006"/>
                </a:lnTo>
                <a:lnTo>
                  <a:pt x="1693358" y="92147"/>
                </a:lnTo>
                <a:lnTo>
                  <a:pt x="1693117" y="92308"/>
                </a:lnTo>
                <a:lnTo>
                  <a:pt x="1692886" y="92489"/>
                </a:lnTo>
                <a:lnTo>
                  <a:pt x="1692664" y="92691"/>
                </a:lnTo>
                <a:lnTo>
                  <a:pt x="1692451" y="92916"/>
                </a:lnTo>
                <a:lnTo>
                  <a:pt x="1692246" y="93164"/>
                </a:lnTo>
                <a:lnTo>
                  <a:pt x="1692048" y="93436"/>
                </a:lnTo>
                <a:lnTo>
                  <a:pt x="1691857" y="93735"/>
                </a:lnTo>
                <a:lnTo>
                  <a:pt x="1691671" y="94060"/>
                </a:lnTo>
                <a:lnTo>
                  <a:pt x="1691491" y="94413"/>
                </a:lnTo>
                <a:lnTo>
                  <a:pt x="1691315" y="94795"/>
                </a:lnTo>
                <a:lnTo>
                  <a:pt x="1691142" y="95207"/>
                </a:lnTo>
                <a:lnTo>
                  <a:pt x="1690972" y="95650"/>
                </a:lnTo>
                <a:lnTo>
                  <a:pt x="1690411" y="96837"/>
                </a:lnTo>
                <a:lnTo>
                  <a:pt x="1689790" y="97943"/>
                </a:lnTo>
                <a:lnTo>
                  <a:pt x="1689114" y="98971"/>
                </a:lnTo>
                <a:lnTo>
                  <a:pt x="1688389" y="99922"/>
                </a:lnTo>
                <a:lnTo>
                  <a:pt x="1687619" y="100800"/>
                </a:lnTo>
                <a:lnTo>
                  <a:pt x="1686809" y="101607"/>
                </a:lnTo>
                <a:lnTo>
                  <a:pt x="1685964" y="102346"/>
                </a:lnTo>
                <a:lnTo>
                  <a:pt x="1685088" y="103021"/>
                </a:lnTo>
                <a:lnTo>
                  <a:pt x="1684187" y="103633"/>
                </a:lnTo>
                <a:lnTo>
                  <a:pt x="1683266" y="104185"/>
                </a:lnTo>
                <a:lnTo>
                  <a:pt x="1682328" y="104681"/>
                </a:lnTo>
                <a:lnTo>
                  <a:pt x="1681380" y="105123"/>
                </a:lnTo>
                <a:lnTo>
                  <a:pt x="1680426" y="105514"/>
                </a:lnTo>
                <a:lnTo>
                  <a:pt x="1679471" y="105856"/>
                </a:lnTo>
                <a:lnTo>
                  <a:pt x="1678519" y="106153"/>
                </a:lnTo>
                <a:lnTo>
                  <a:pt x="1677576" y="106406"/>
                </a:lnTo>
                <a:lnTo>
                  <a:pt x="1676646" y="106620"/>
                </a:lnTo>
                <a:lnTo>
                  <a:pt x="1675735" y="106796"/>
                </a:lnTo>
                <a:lnTo>
                  <a:pt x="1674847" y="106937"/>
                </a:lnTo>
                <a:lnTo>
                  <a:pt x="1673986" y="107046"/>
                </a:lnTo>
                <a:lnTo>
                  <a:pt x="1673159" y="107127"/>
                </a:lnTo>
                <a:lnTo>
                  <a:pt x="1672369" y="107181"/>
                </a:lnTo>
                <a:lnTo>
                  <a:pt x="1671621" y="107211"/>
                </a:lnTo>
                <a:lnTo>
                  <a:pt x="1670921" y="107220"/>
                </a:lnTo>
                <a:lnTo>
                  <a:pt x="1669115" y="107170"/>
                </a:lnTo>
                <a:lnTo>
                  <a:pt x="1667313" y="107021"/>
                </a:lnTo>
                <a:lnTo>
                  <a:pt x="1665521" y="106774"/>
                </a:lnTo>
                <a:lnTo>
                  <a:pt x="1663744" y="106429"/>
                </a:lnTo>
                <a:lnTo>
                  <a:pt x="1661987" y="105989"/>
                </a:lnTo>
                <a:lnTo>
                  <a:pt x="1660255" y="105454"/>
                </a:lnTo>
                <a:lnTo>
                  <a:pt x="1658552" y="104826"/>
                </a:lnTo>
                <a:lnTo>
                  <a:pt x="1656884" y="104106"/>
                </a:lnTo>
                <a:lnTo>
                  <a:pt x="1655255" y="103294"/>
                </a:lnTo>
                <a:lnTo>
                  <a:pt x="1653670" y="102392"/>
                </a:lnTo>
                <a:lnTo>
                  <a:pt x="1652135" y="101401"/>
                </a:lnTo>
                <a:lnTo>
                  <a:pt x="1650655" y="100323"/>
                </a:lnTo>
                <a:lnTo>
                  <a:pt x="1649233" y="99158"/>
                </a:lnTo>
                <a:lnTo>
                  <a:pt x="1647876" y="97908"/>
                </a:lnTo>
                <a:lnTo>
                  <a:pt x="1646588" y="96573"/>
                </a:lnTo>
                <a:lnTo>
                  <a:pt x="1645373" y="95156"/>
                </a:lnTo>
                <a:lnTo>
                  <a:pt x="1644238" y="93656"/>
                </a:lnTo>
                <a:lnTo>
                  <a:pt x="1643187" y="92076"/>
                </a:lnTo>
                <a:lnTo>
                  <a:pt x="1642224" y="90416"/>
                </a:lnTo>
                <a:lnTo>
                  <a:pt x="1641356" y="88678"/>
                </a:lnTo>
                <a:lnTo>
                  <a:pt x="1640586" y="86862"/>
                </a:lnTo>
                <a:lnTo>
                  <a:pt x="1639920" y="84971"/>
                </a:lnTo>
                <a:lnTo>
                  <a:pt x="1639362" y="83004"/>
                </a:lnTo>
                <a:lnTo>
                  <a:pt x="1638918" y="80963"/>
                </a:lnTo>
                <a:lnTo>
                  <a:pt x="1696370" y="80963"/>
                </a:lnTo>
                <a:lnTo>
                  <a:pt x="1696874" y="80963"/>
                </a:lnTo>
                <a:lnTo>
                  <a:pt x="1697373" y="80959"/>
                </a:lnTo>
                <a:lnTo>
                  <a:pt x="1697864" y="80949"/>
                </a:lnTo>
                <a:lnTo>
                  <a:pt x="1698347" y="80930"/>
                </a:lnTo>
                <a:lnTo>
                  <a:pt x="1698821" y="80899"/>
                </a:lnTo>
                <a:lnTo>
                  <a:pt x="1699283" y="80852"/>
                </a:lnTo>
                <a:lnTo>
                  <a:pt x="1699733" y="80786"/>
                </a:lnTo>
                <a:lnTo>
                  <a:pt x="1700169" y="80699"/>
                </a:lnTo>
                <a:lnTo>
                  <a:pt x="1700589" y="80587"/>
                </a:lnTo>
                <a:lnTo>
                  <a:pt x="1700993" y="80447"/>
                </a:lnTo>
                <a:lnTo>
                  <a:pt x="1701378" y="80277"/>
                </a:lnTo>
                <a:lnTo>
                  <a:pt x="1701744" y="80072"/>
                </a:lnTo>
                <a:lnTo>
                  <a:pt x="1702088" y="79830"/>
                </a:lnTo>
                <a:lnTo>
                  <a:pt x="1702410" y="79548"/>
                </a:lnTo>
                <a:lnTo>
                  <a:pt x="1702709" y="79222"/>
                </a:lnTo>
                <a:lnTo>
                  <a:pt x="1702981" y="78850"/>
                </a:lnTo>
                <a:lnTo>
                  <a:pt x="1703227" y="78429"/>
                </a:lnTo>
                <a:lnTo>
                  <a:pt x="1703445" y="77955"/>
                </a:lnTo>
                <a:lnTo>
                  <a:pt x="1703634" y="77425"/>
                </a:lnTo>
                <a:lnTo>
                  <a:pt x="1703791" y="76836"/>
                </a:lnTo>
                <a:lnTo>
                  <a:pt x="1703916" y="76186"/>
                </a:lnTo>
                <a:lnTo>
                  <a:pt x="1704006" y="75470"/>
                </a:lnTo>
                <a:lnTo>
                  <a:pt x="1704062" y="74687"/>
                </a:lnTo>
                <a:lnTo>
                  <a:pt x="1704081" y="73832"/>
                </a:lnTo>
                <a:lnTo>
                  <a:pt x="1704017" y="71101"/>
                </a:lnTo>
                <a:lnTo>
                  <a:pt x="1703824" y="68409"/>
                </a:lnTo>
                <a:lnTo>
                  <a:pt x="1703502" y="65763"/>
                </a:lnTo>
                <a:lnTo>
                  <a:pt x="1703051" y="63170"/>
                </a:lnTo>
                <a:lnTo>
                  <a:pt x="1702471" y="60636"/>
                </a:lnTo>
                <a:lnTo>
                  <a:pt x="1701761" y="58169"/>
                </a:lnTo>
                <a:lnTo>
                  <a:pt x="1700923" y="55775"/>
                </a:lnTo>
                <a:lnTo>
                  <a:pt x="1699954" y="53462"/>
                </a:lnTo>
                <a:lnTo>
                  <a:pt x="1698855" y="51235"/>
                </a:lnTo>
                <a:lnTo>
                  <a:pt x="1697627" y="49103"/>
                </a:lnTo>
                <a:lnTo>
                  <a:pt x="1696268" y="47071"/>
                </a:lnTo>
                <a:lnTo>
                  <a:pt x="1694779" y="45147"/>
                </a:lnTo>
                <a:lnTo>
                  <a:pt x="1693159" y="43337"/>
                </a:lnTo>
                <a:lnTo>
                  <a:pt x="1691409" y="41649"/>
                </a:lnTo>
                <a:lnTo>
                  <a:pt x="1689528" y="40088"/>
                </a:lnTo>
                <a:lnTo>
                  <a:pt x="1687515" y="38664"/>
                </a:lnTo>
                <a:lnTo>
                  <a:pt x="1685372" y="37380"/>
                </a:lnTo>
                <a:lnTo>
                  <a:pt x="1683097" y="36246"/>
                </a:lnTo>
                <a:lnTo>
                  <a:pt x="1680691" y="35268"/>
                </a:lnTo>
                <a:lnTo>
                  <a:pt x="1678152" y="34452"/>
                </a:lnTo>
                <a:lnTo>
                  <a:pt x="1675482" y="33805"/>
                </a:lnTo>
                <a:lnTo>
                  <a:pt x="1672680" y="33335"/>
                </a:lnTo>
                <a:lnTo>
                  <a:pt x="1669746" y="33047"/>
                </a:lnTo>
                <a:lnTo>
                  <a:pt x="1666679" y="32950"/>
                </a:lnTo>
                <a:lnTo>
                  <a:pt x="1663835" y="33050"/>
                </a:lnTo>
                <a:lnTo>
                  <a:pt x="1661044" y="33343"/>
                </a:lnTo>
                <a:lnTo>
                  <a:pt x="1658311" y="33825"/>
                </a:lnTo>
                <a:lnTo>
                  <a:pt x="1655643" y="34488"/>
                </a:lnTo>
                <a:lnTo>
                  <a:pt x="1653045" y="35327"/>
                </a:lnTo>
                <a:lnTo>
                  <a:pt x="1650524" y="36334"/>
                </a:lnTo>
                <a:lnTo>
                  <a:pt x="1648085" y="37503"/>
                </a:lnTo>
                <a:lnTo>
                  <a:pt x="1645736" y="38828"/>
                </a:lnTo>
                <a:lnTo>
                  <a:pt x="1643482" y="40303"/>
                </a:lnTo>
                <a:lnTo>
                  <a:pt x="1641329" y="41920"/>
                </a:lnTo>
                <a:lnTo>
                  <a:pt x="1639283" y="43674"/>
                </a:lnTo>
                <a:lnTo>
                  <a:pt x="1637351" y="45557"/>
                </a:lnTo>
                <a:lnTo>
                  <a:pt x="1635538" y="47564"/>
                </a:lnTo>
                <a:lnTo>
                  <a:pt x="1633851" y="49689"/>
                </a:lnTo>
                <a:lnTo>
                  <a:pt x="1632295" y="51924"/>
                </a:lnTo>
                <a:lnTo>
                  <a:pt x="1630877" y="54263"/>
                </a:lnTo>
                <a:lnTo>
                  <a:pt x="1629604" y="56700"/>
                </a:lnTo>
                <a:lnTo>
                  <a:pt x="1628480" y="59228"/>
                </a:lnTo>
                <a:lnTo>
                  <a:pt x="1627512" y="61841"/>
                </a:lnTo>
                <a:lnTo>
                  <a:pt x="1626707" y="64532"/>
                </a:lnTo>
                <a:lnTo>
                  <a:pt x="1626070" y="67296"/>
                </a:lnTo>
                <a:lnTo>
                  <a:pt x="1625607" y="70125"/>
                </a:lnTo>
                <a:lnTo>
                  <a:pt x="1625325" y="73012"/>
                </a:lnTo>
                <a:lnTo>
                  <a:pt x="1625230" y="75953"/>
                </a:lnTo>
                <a:lnTo>
                  <a:pt x="1625330" y="78875"/>
                </a:lnTo>
                <a:lnTo>
                  <a:pt x="1625627" y="81749"/>
                </a:lnTo>
                <a:lnTo>
                  <a:pt x="1626115" y="84566"/>
                </a:lnTo>
                <a:lnTo>
                  <a:pt x="1626787" y="87321"/>
                </a:lnTo>
                <a:lnTo>
                  <a:pt x="1627638" y="90007"/>
                </a:lnTo>
                <a:lnTo>
                  <a:pt x="1628661" y="92617"/>
                </a:lnTo>
                <a:lnTo>
                  <a:pt x="1629850" y="95144"/>
                </a:lnTo>
                <a:lnTo>
                  <a:pt x="1631199" y="97582"/>
                </a:lnTo>
                <a:lnTo>
                  <a:pt x="1632702" y="99924"/>
                </a:lnTo>
                <a:lnTo>
                  <a:pt x="1634353" y="102164"/>
                </a:lnTo>
                <a:lnTo>
                  <a:pt x="1636146" y="104294"/>
                </a:lnTo>
                <a:lnTo>
                  <a:pt x="1638074" y="106309"/>
                </a:lnTo>
                <a:lnTo>
                  <a:pt x="1640132" y="108200"/>
                </a:lnTo>
                <a:lnTo>
                  <a:pt x="1642313" y="109963"/>
                </a:lnTo>
                <a:lnTo>
                  <a:pt x="1644612" y="111589"/>
                </a:lnTo>
                <a:lnTo>
                  <a:pt x="1647022" y="113072"/>
                </a:lnTo>
                <a:lnTo>
                  <a:pt x="1649537" y="114406"/>
                </a:lnTo>
                <a:lnTo>
                  <a:pt x="1652151" y="115584"/>
                </a:lnTo>
                <a:lnTo>
                  <a:pt x="1654858" y="116599"/>
                </a:lnTo>
                <a:lnTo>
                  <a:pt x="1657651" y="117445"/>
                </a:lnTo>
                <a:lnTo>
                  <a:pt x="1660525" y="118114"/>
                </a:lnTo>
                <a:lnTo>
                  <a:pt x="1663474" y="118600"/>
                </a:lnTo>
                <a:lnTo>
                  <a:pt x="1666491" y="118897"/>
                </a:lnTo>
                <a:lnTo>
                  <a:pt x="1669571" y="118997"/>
                </a:lnTo>
                <a:lnTo>
                  <a:pt x="1672667" y="118909"/>
                </a:lnTo>
                <a:lnTo>
                  <a:pt x="1675596" y="118653"/>
                </a:lnTo>
                <a:lnTo>
                  <a:pt x="1678361" y="118242"/>
                </a:lnTo>
                <a:lnTo>
                  <a:pt x="1680964" y="117689"/>
                </a:lnTo>
                <a:lnTo>
                  <a:pt x="1683409" y="117007"/>
                </a:lnTo>
                <a:lnTo>
                  <a:pt x="1685700" y="116209"/>
                </a:lnTo>
                <a:lnTo>
                  <a:pt x="1687838" y="115308"/>
                </a:lnTo>
                <a:lnTo>
                  <a:pt x="1689829" y="114317"/>
                </a:lnTo>
                <a:lnTo>
                  <a:pt x="1691674" y="113249"/>
                </a:lnTo>
                <a:lnTo>
                  <a:pt x="1693377" y="112117"/>
                </a:lnTo>
                <a:lnTo>
                  <a:pt x="1694941" y="110934"/>
                </a:lnTo>
                <a:lnTo>
                  <a:pt x="1696369" y="109713"/>
                </a:lnTo>
                <a:lnTo>
                  <a:pt x="1697665" y="108467"/>
                </a:lnTo>
                <a:lnTo>
                  <a:pt x="1698832" y="107208"/>
                </a:lnTo>
                <a:lnTo>
                  <a:pt x="1699872" y="105950"/>
                </a:lnTo>
                <a:lnTo>
                  <a:pt x="1700789" y="104706"/>
                </a:lnTo>
                <a:lnTo>
                  <a:pt x="1701587" y="103489"/>
                </a:lnTo>
                <a:lnTo>
                  <a:pt x="1702268" y="102311"/>
                </a:lnTo>
                <a:lnTo>
                  <a:pt x="1702835" y="101186"/>
                </a:lnTo>
                <a:lnTo>
                  <a:pt x="1703292" y="100127"/>
                </a:lnTo>
                <a:lnTo>
                  <a:pt x="1703642" y="99146"/>
                </a:lnTo>
                <a:lnTo>
                  <a:pt x="1703888" y="98257"/>
                </a:lnTo>
                <a:lnTo>
                  <a:pt x="1704033" y="97473"/>
                </a:lnTo>
                <a:lnTo>
                  <a:pt x="1704081" y="96807"/>
                </a:lnTo>
                <a:lnTo>
                  <a:pt x="1704052" y="96160"/>
                </a:lnTo>
                <a:lnTo>
                  <a:pt x="1703970" y="95566"/>
                </a:lnTo>
                <a:lnTo>
                  <a:pt x="1703838" y="95023"/>
                </a:lnTo>
                <a:lnTo>
                  <a:pt x="1703662" y="94529"/>
                </a:lnTo>
                <a:close/>
                <a:moveTo>
                  <a:pt x="1640517" y="64293"/>
                </a:moveTo>
                <a:lnTo>
                  <a:pt x="1641153" y="62679"/>
                </a:lnTo>
                <a:lnTo>
                  <a:pt x="1641869" y="61114"/>
                </a:lnTo>
                <a:lnTo>
                  <a:pt x="1642660" y="59600"/>
                </a:lnTo>
                <a:lnTo>
                  <a:pt x="1643524" y="58141"/>
                </a:lnTo>
                <a:lnTo>
                  <a:pt x="1644459" y="56739"/>
                </a:lnTo>
                <a:lnTo>
                  <a:pt x="1645462" y="55399"/>
                </a:lnTo>
                <a:lnTo>
                  <a:pt x="1646529" y="54123"/>
                </a:lnTo>
                <a:lnTo>
                  <a:pt x="1647659" y="52914"/>
                </a:lnTo>
                <a:lnTo>
                  <a:pt x="1648847" y="51775"/>
                </a:lnTo>
                <a:lnTo>
                  <a:pt x="1650092" y="50709"/>
                </a:lnTo>
                <a:lnTo>
                  <a:pt x="1651390" y="49720"/>
                </a:lnTo>
                <a:lnTo>
                  <a:pt x="1652738" y="48810"/>
                </a:lnTo>
                <a:lnTo>
                  <a:pt x="1654134" y="47983"/>
                </a:lnTo>
                <a:lnTo>
                  <a:pt x="1655575" y="47242"/>
                </a:lnTo>
                <a:lnTo>
                  <a:pt x="1657058" y="46589"/>
                </a:lnTo>
                <a:lnTo>
                  <a:pt x="1658581" y="46029"/>
                </a:lnTo>
                <a:lnTo>
                  <a:pt x="1660139" y="45563"/>
                </a:lnTo>
                <a:lnTo>
                  <a:pt x="1661731" y="45195"/>
                </a:lnTo>
                <a:lnTo>
                  <a:pt x="1663354" y="44929"/>
                </a:lnTo>
                <a:lnTo>
                  <a:pt x="1665004" y="44767"/>
                </a:lnTo>
                <a:lnTo>
                  <a:pt x="1666679" y="44712"/>
                </a:lnTo>
                <a:lnTo>
                  <a:pt x="1667942" y="44738"/>
                </a:lnTo>
                <a:lnTo>
                  <a:pt x="1669219" y="44819"/>
                </a:lnTo>
                <a:lnTo>
                  <a:pt x="1670505" y="44958"/>
                </a:lnTo>
                <a:lnTo>
                  <a:pt x="1671796" y="45161"/>
                </a:lnTo>
                <a:lnTo>
                  <a:pt x="1673086" y="45432"/>
                </a:lnTo>
                <a:lnTo>
                  <a:pt x="1674370" y="45776"/>
                </a:lnTo>
                <a:lnTo>
                  <a:pt x="1675642" y="46196"/>
                </a:lnTo>
                <a:lnTo>
                  <a:pt x="1676897" y="46698"/>
                </a:lnTo>
                <a:lnTo>
                  <a:pt x="1678130" y="47285"/>
                </a:lnTo>
                <a:lnTo>
                  <a:pt x="1679336" y="47963"/>
                </a:lnTo>
                <a:lnTo>
                  <a:pt x="1680509" y="48735"/>
                </a:lnTo>
                <a:lnTo>
                  <a:pt x="1681645" y="49606"/>
                </a:lnTo>
                <a:lnTo>
                  <a:pt x="1682737" y="50580"/>
                </a:lnTo>
                <a:lnTo>
                  <a:pt x="1683780" y="51663"/>
                </a:lnTo>
                <a:lnTo>
                  <a:pt x="1684770" y="52857"/>
                </a:lnTo>
                <a:lnTo>
                  <a:pt x="1685701" y="54169"/>
                </a:lnTo>
                <a:lnTo>
                  <a:pt x="1686568" y="55601"/>
                </a:lnTo>
                <a:lnTo>
                  <a:pt x="1687365" y="57160"/>
                </a:lnTo>
                <a:lnTo>
                  <a:pt x="1688088" y="58848"/>
                </a:lnTo>
                <a:lnTo>
                  <a:pt x="1688730" y="60671"/>
                </a:lnTo>
                <a:lnTo>
                  <a:pt x="1689287" y="62632"/>
                </a:lnTo>
                <a:lnTo>
                  <a:pt x="1689753" y="64738"/>
                </a:lnTo>
                <a:lnTo>
                  <a:pt x="1690124" y="66990"/>
                </a:lnTo>
                <a:lnTo>
                  <a:pt x="1690393" y="69395"/>
                </a:lnTo>
                <a:lnTo>
                  <a:pt x="1639112" y="69395"/>
                </a:lnTo>
                <a:lnTo>
                  <a:pt x="1639494" y="67654"/>
                </a:lnTo>
                <a:lnTo>
                  <a:pt x="1639963" y="65953"/>
                </a:lnTo>
                <a:lnTo>
                  <a:pt x="1640517" y="64293"/>
                </a:lnTo>
                <a:close/>
                <a:moveTo>
                  <a:pt x="1905874" y="94083"/>
                </a:moveTo>
                <a:lnTo>
                  <a:pt x="1905620" y="93681"/>
                </a:lnTo>
                <a:lnTo>
                  <a:pt x="1905334" y="93321"/>
                </a:lnTo>
                <a:lnTo>
                  <a:pt x="1905020" y="93002"/>
                </a:lnTo>
                <a:lnTo>
                  <a:pt x="1904682" y="92719"/>
                </a:lnTo>
                <a:lnTo>
                  <a:pt x="1904325" y="92472"/>
                </a:lnTo>
                <a:lnTo>
                  <a:pt x="1903954" y="92258"/>
                </a:lnTo>
                <a:lnTo>
                  <a:pt x="1903572" y="92075"/>
                </a:lnTo>
                <a:lnTo>
                  <a:pt x="1903185" y="91919"/>
                </a:lnTo>
                <a:lnTo>
                  <a:pt x="1902795" y="91790"/>
                </a:lnTo>
                <a:lnTo>
                  <a:pt x="1902409" y="91684"/>
                </a:lnTo>
                <a:lnTo>
                  <a:pt x="1902029" y="91599"/>
                </a:lnTo>
                <a:lnTo>
                  <a:pt x="1901660" y="91533"/>
                </a:lnTo>
                <a:lnTo>
                  <a:pt x="1901308" y="91483"/>
                </a:lnTo>
                <a:lnTo>
                  <a:pt x="1900975" y="91447"/>
                </a:lnTo>
                <a:lnTo>
                  <a:pt x="1900667" y="91424"/>
                </a:lnTo>
                <a:lnTo>
                  <a:pt x="1900388" y="91409"/>
                </a:lnTo>
                <a:lnTo>
                  <a:pt x="1900142" y="91402"/>
                </a:lnTo>
                <a:lnTo>
                  <a:pt x="1899933" y="91399"/>
                </a:lnTo>
                <a:lnTo>
                  <a:pt x="1899766" y="91399"/>
                </a:lnTo>
                <a:lnTo>
                  <a:pt x="1899342" y="91402"/>
                </a:lnTo>
                <a:lnTo>
                  <a:pt x="1898938" y="91412"/>
                </a:lnTo>
                <a:lnTo>
                  <a:pt x="1898551" y="91431"/>
                </a:lnTo>
                <a:lnTo>
                  <a:pt x="1898183" y="91458"/>
                </a:lnTo>
                <a:lnTo>
                  <a:pt x="1897832" y="91497"/>
                </a:lnTo>
                <a:lnTo>
                  <a:pt x="1897497" y="91546"/>
                </a:lnTo>
                <a:lnTo>
                  <a:pt x="1897178" y="91609"/>
                </a:lnTo>
                <a:lnTo>
                  <a:pt x="1896874" y="91685"/>
                </a:lnTo>
                <a:lnTo>
                  <a:pt x="1896583" y="91776"/>
                </a:lnTo>
                <a:lnTo>
                  <a:pt x="1896306" y="91882"/>
                </a:lnTo>
                <a:lnTo>
                  <a:pt x="1896042" y="92006"/>
                </a:lnTo>
                <a:lnTo>
                  <a:pt x="1895789" y="92147"/>
                </a:lnTo>
                <a:lnTo>
                  <a:pt x="1895548" y="92308"/>
                </a:lnTo>
                <a:lnTo>
                  <a:pt x="1895316" y="92489"/>
                </a:lnTo>
                <a:lnTo>
                  <a:pt x="1895094" y="92691"/>
                </a:lnTo>
                <a:lnTo>
                  <a:pt x="1894881" y="92916"/>
                </a:lnTo>
                <a:lnTo>
                  <a:pt x="1894677" y="93164"/>
                </a:lnTo>
                <a:lnTo>
                  <a:pt x="1894479" y="93436"/>
                </a:lnTo>
                <a:lnTo>
                  <a:pt x="1894288" y="93735"/>
                </a:lnTo>
                <a:lnTo>
                  <a:pt x="1894102" y="94060"/>
                </a:lnTo>
                <a:lnTo>
                  <a:pt x="1893922" y="94413"/>
                </a:lnTo>
                <a:lnTo>
                  <a:pt x="1893746" y="94795"/>
                </a:lnTo>
                <a:lnTo>
                  <a:pt x="1893573" y="95207"/>
                </a:lnTo>
                <a:lnTo>
                  <a:pt x="1893403" y="95650"/>
                </a:lnTo>
                <a:lnTo>
                  <a:pt x="1892842" y="96837"/>
                </a:lnTo>
                <a:lnTo>
                  <a:pt x="1892221" y="97943"/>
                </a:lnTo>
                <a:lnTo>
                  <a:pt x="1891545" y="98971"/>
                </a:lnTo>
                <a:lnTo>
                  <a:pt x="1890820" y="99922"/>
                </a:lnTo>
                <a:lnTo>
                  <a:pt x="1890050" y="100800"/>
                </a:lnTo>
                <a:lnTo>
                  <a:pt x="1889240" y="101607"/>
                </a:lnTo>
                <a:lnTo>
                  <a:pt x="1888394" y="102346"/>
                </a:lnTo>
                <a:lnTo>
                  <a:pt x="1887519" y="103021"/>
                </a:lnTo>
                <a:lnTo>
                  <a:pt x="1886618" y="103633"/>
                </a:lnTo>
                <a:lnTo>
                  <a:pt x="1885696" y="104185"/>
                </a:lnTo>
                <a:lnTo>
                  <a:pt x="1884759" y="104681"/>
                </a:lnTo>
                <a:lnTo>
                  <a:pt x="1883811" y="105123"/>
                </a:lnTo>
                <a:lnTo>
                  <a:pt x="1882857" y="105514"/>
                </a:lnTo>
                <a:lnTo>
                  <a:pt x="1881902" y="105856"/>
                </a:lnTo>
                <a:lnTo>
                  <a:pt x="1880950" y="106153"/>
                </a:lnTo>
                <a:lnTo>
                  <a:pt x="1880007" y="106406"/>
                </a:lnTo>
                <a:lnTo>
                  <a:pt x="1879077" y="106620"/>
                </a:lnTo>
                <a:lnTo>
                  <a:pt x="1878166" y="106796"/>
                </a:lnTo>
                <a:lnTo>
                  <a:pt x="1877277" y="106937"/>
                </a:lnTo>
                <a:lnTo>
                  <a:pt x="1876417" y="107046"/>
                </a:lnTo>
                <a:lnTo>
                  <a:pt x="1875589" y="107127"/>
                </a:lnTo>
                <a:lnTo>
                  <a:pt x="1874799" y="107181"/>
                </a:lnTo>
                <a:lnTo>
                  <a:pt x="1874052" y="107211"/>
                </a:lnTo>
                <a:lnTo>
                  <a:pt x="1873352" y="107220"/>
                </a:lnTo>
                <a:lnTo>
                  <a:pt x="1871545" y="107170"/>
                </a:lnTo>
                <a:lnTo>
                  <a:pt x="1869744" y="107021"/>
                </a:lnTo>
                <a:lnTo>
                  <a:pt x="1867952" y="106774"/>
                </a:lnTo>
                <a:lnTo>
                  <a:pt x="1866175" y="106429"/>
                </a:lnTo>
                <a:lnTo>
                  <a:pt x="1864418" y="105989"/>
                </a:lnTo>
                <a:lnTo>
                  <a:pt x="1862686" y="105454"/>
                </a:lnTo>
                <a:lnTo>
                  <a:pt x="1860983" y="104826"/>
                </a:lnTo>
                <a:lnTo>
                  <a:pt x="1859314" y="104106"/>
                </a:lnTo>
                <a:lnTo>
                  <a:pt x="1857686" y="103294"/>
                </a:lnTo>
                <a:lnTo>
                  <a:pt x="1856101" y="102392"/>
                </a:lnTo>
                <a:lnTo>
                  <a:pt x="1854566" y="101401"/>
                </a:lnTo>
                <a:lnTo>
                  <a:pt x="1853085" y="100323"/>
                </a:lnTo>
                <a:lnTo>
                  <a:pt x="1851664" y="99158"/>
                </a:lnTo>
                <a:lnTo>
                  <a:pt x="1850307" y="97908"/>
                </a:lnTo>
                <a:lnTo>
                  <a:pt x="1849018" y="96573"/>
                </a:lnTo>
                <a:lnTo>
                  <a:pt x="1847804" y="95156"/>
                </a:lnTo>
                <a:lnTo>
                  <a:pt x="1846669" y="93656"/>
                </a:lnTo>
                <a:lnTo>
                  <a:pt x="1845618" y="92076"/>
                </a:lnTo>
                <a:lnTo>
                  <a:pt x="1844655" y="90416"/>
                </a:lnTo>
                <a:lnTo>
                  <a:pt x="1843786" y="88678"/>
                </a:lnTo>
                <a:lnTo>
                  <a:pt x="1843017" y="86862"/>
                </a:lnTo>
                <a:lnTo>
                  <a:pt x="1842350" y="84971"/>
                </a:lnTo>
                <a:lnTo>
                  <a:pt x="1841793" y="83004"/>
                </a:lnTo>
                <a:lnTo>
                  <a:pt x="1841348" y="80963"/>
                </a:lnTo>
                <a:lnTo>
                  <a:pt x="1898801" y="80963"/>
                </a:lnTo>
                <a:lnTo>
                  <a:pt x="1899305" y="80963"/>
                </a:lnTo>
                <a:lnTo>
                  <a:pt x="1899803" y="80959"/>
                </a:lnTo>
                <a:lnTo>
                  <a:pt x="1900295" y="80949"/>
                </a:lnTo>
                <a:lnTo>
                  <a:pt x="1900778" y="80930"/>
                </a:lnTo>
                <a:lnTo>
                  <a:pt x="1901251" y="80899"/>
                </a:lnTo>
                <a:lnTo>
                  <a:pt x="1901714" y="80852"/>
                </a:lnTo>
                <a:lnTo>
                  <a:pt x="1902163" y="80786"/>
                </a:lnTo>
                <a:lnTo>
                  <a:pt x="1902599" y="80699"/>
                </a:lnTo>
                <a:lnTo>
                  <a:pt x="1903020" y="80587"/>
                </a:lnTo>
                <a:lnTo>
                  <a:pt x="1903423" y="80447"/>
                </a:lnTo>
                <a:lnTo>
                  <a:pt x="1903809" y="80277"/>
                </a:lnTo>
                <a:lnTo>
                  <a:pt x="1904174" y="80072"/>
                </a:lnTo>
                <a:lnTo>
                  <a:pt x="1904519" y="79830"/>
                </a:lnTo>
                <a:lnTo>
                  <a:pt x="1904841" y="79548"/>
                </a:lnTo>
                <a:lnTo>
                  <a:pt x="1905139" y="79222"/>
                </a:lnTo>
                <a:lnTo>
                  <a:pt x="1905412" y="78850"/>
                </a:lnTo>
                <a:lnTo>
                  <a:pt x="1905658" y="78429"/>
                </a:lnTo>
                <a:lnTo>
                  <a:pt x="1905876" y="77955"/>
                </a:lnTo>
                <a:lnTo>
                  <a:pt x="1906064" y="77425"/>
                </a:lnTo>
                <a:lnTo>
                  <a:pt x="1906222" y="76836"/>
                </a:lnTo>
                <a:lnTo>
                  <a:pt x="1906346" y="76186"/>
                </a:lnTo>
                <a:lnTo>
                  <a:pt x="1906437" y="75470"/>
                </a:lnTo>
                <a:lnTo>
                  <a:pt x="1906493" y="74687"/>
                </a:lnTo>
                <a:lnTo>
                  <a:pt x="1906512" y="73832"/>
                </a:lnTo>
                <a:lnTo>
                  <a:pt x="1906447" y="71101"/>
                </a:lnTo>
                <a:lnTo>
                  <a:pt x="1906254" y="68409"/>
                </a:lnTo>
                <a:lnTo>
                  <a:pt x="1905933" y="65763"/>
                </a:lnTo>
                <a:lnTo>
                  <a:pt x="1905482" y="63170"/>
                </a:lnTo>
                <a:lnTo>
                  <a:pt x="1904902" y="60636"/>
                </a:lnTo>
                <a:lnTo>
                  <a:pt x="1904192" y="58169"/>
                </a:lnTo>
                <a:lnTo>
                  <a:pt x="1903353" y="55775"/>
                </a:lnTo>
                <a:lnTo>
                  <a:pt x="1902385" y="53462"/>
                </a:lnTo>
                <a:lnTo>
                  <a:pt x="1901286" y="51235"/>
                </a:lnTo>
                <a:lnTo>
                  <a:pt x="1900058" y="49103"/>
                </a:lnTo>
                <a:lnTo>
                  <a:pt x="1898699" y="47071"/>
                </a:lnTo>
                <a:lnTo>
                  <a:pt x="1897210" y="45147"/>
                </a:lnTo>
                <a:lnTo>
                  <a:pt x="1895590" y="43337"/>
                </a:lnTo>
                <a:lnTo>
                  <a:pt x="1893840" y="41649"/>
                </a:lnTo>
                <a:lnTo>
                  <a:pt x="1891958" y="40088"/>
                </a:lnTo>
                <a:lnTo>
                  <a:pt x="1889946" y="38664"/>
                </a:lnTo>
                <a:lnTo>
                  <a:pt x="1887803" y="37380"/>
                </a:lnTo>
                <a:lnTo>
                  <a:pt x="1885528" y="36246"/>
                </a:lnTo>
                <a:lnTo>
                  <a:pt x="1883121" y="35268"/>
                </a:lnTo>
                <a:lnTo>
                  <a:pt x="1880583" y="34452"/>
                </a:lnTo>
                <a:lnTo>
                  <a:pt x="1877913" y="33805"/>
                </a:lnTo>
                <a:lnTo>
                  <a:pt x="1875111" y="33335"/>
                </a:lnTo>
                <a:lnTo>
                  <a:pt x="1872177" y="33047"/>
                </a:lnTo>
                <a:lnTo>
                  <a:pt x="1869110" y="32950"/>
                </a:lnTo>
                <a:lnTo>
                  <a:pt x="1866266" y="33050"/>
                </a:lnTo>
                <a:lnTo>
                  <a:pt x="1863475" y="33343"/>
                </a:lnTo>
                <a:lnTo>
                  <a:pt x="1860742" y="33825"/>
                </a:lnTo>
                <a:lnTo>
                  <a:pt x="1858073" y="34488"/>
                </a:lnTo>
                <a:lnTo>
                  <a:pt x="1855475" y="35327"/>
                </a:lnTo>
                <a:lnTo>
                  <a:pt x="1852954" y="36334"/>
                </a:lnTo>
                <a:lnTo>
                  <a:pt x="1850516" y="37503"/>
                </a:lnTo>
                <a:lnTo>
                  <a:pt x="1848167" y="38828"/>
                </a:lnTo>
                <a:lnTo>
                  <a:pt x="1845913" y="40303"/>
                </a:lnTo>
                <a:lnTo>
                  <a:pt x="1843760" y="41920"/>
                </a:lnTo>
                <a:lnTo>
                  <a:pt x="1841714" y="43674"/>
                </a:lnTo>
                <a:lnTo>
                  <a:pt x="1839782" y="45557"/>
                </a:lnTo>
                <a:lnTo>
                  <a:pt x="1837969" y="47564"/>
                </a:lnTo>
                <a:lnTo>
                  <a:pt x="1836281" y="49689"/>
                </a:lnTo>
                <a:lnTo>
                  <a:pt x="1834726" y="51924"/>
                </a:lnTo>
                <a:lnTo>
                  <a:pt x="1833308" y="54263"/>
                </a:lnTo>
                <a:lnTo>
                  <a:pt x="1832034" y="56700"/>
                </a:lnTo>
                <a:lnTo>
                  <a:pt x="1830911" y="59228"/>
                </a:lnTo>
                <a:lnTo>
                  <a:pt x="1829943" y="61841"/>
                </a:lnTo>
                <a:lnTo>
                  <a:pt x="1829137" y="64532"/>
                </a:lnTo>
                <a:lnTo>
                  <a:pt x="1828500" y="67296"/>
                </a:lnTo>
                <a:lnTo>
                  <a:pt x="1828038" y="70125"/>
                </a:lnTo>
                <a:lnTo>
                  <a:pt x="1827756" y="73012"/>
                </a:lnTo>
                <a:lnTo>
                  <a:pt x="1827660" y="75953"/>
                </a:lnTo>
                <a:lnTo>
                  <a:pt x="1827761" y="78875"/>
                </a:lnTo>
                <a:lnTo>
                  <a:pt x="1828058" y="81749"/>
                </a:lnTo>
                <a:lnTo>
                  <a:pt x="1828546" y="84566"/>
                </a:lnTo>
                <a:lnTo>
                  <a:pt x="1829218" y="87321"/>
                </a:lnTo>
                <a:lnTo>
                  <a:pt x="1830068" y="90007"/>
                </a:lnTo>
                <a:lnTo>
                  <a:pt x="1831091" y="92617"/>
                </a:lnTo>
                <a:lnTo>
                  <a:pt x="1832280" y="95144"/>
                </a:lnTo>
                <a:lnTo>
                  <a:pt x="1833630" y="97582"/>
                </a:lnTo>
                <a:lnTo>
                  <a:pt x="1835133" y="99924"/>
                </a:lnTo>
                <a:lnTo>
                  <a:pt x="1836784" y="102164"/>
                </a:lnTo>
                <a:lnTo>
                  <a:pt x="1838577" y="104294"/>
                </a:lnTo>
                <a:lnTo>
                  <a:pt x="1840505" y="106309"/>
                </a:lnTo>
                <a:lnTo>
                  <a:pt x="1842563" y="108200"/>
                </a:lnTo>
                <a:lnTo>
                  <a:pt x="1844744" y="109963"/>
                </a:lnTo>
                <a:lnTo>
                  <a:pt x="1847043" y="111589"/>
                </a:lnTo>
                <a:lnTo>
                  <a:pt x="1849453" y="113072"/>
                </a:lnTo>
                <a:lnTo>
                  <a:pt x="1851968" y="114406"/>
                </a:lnTo>
                <a:lnTo>
                  <a:pt x="1854581" y="115584"/>
                </a:lnTo>
                <a:lnTo>
                  <a:pt x="1857288" y="116599"/>
                </a:lnTo>
                <a:lnTo>
                  <a:pt x="1860082" y="117445"/>
                </a:lnTo>
                <a:lnTo>
                  <a:pt x="1862956" y="118114"/>
                </a:lnTo>
                <a:lnTo>
                  <a:pt x="1865905" y="118600"/>
                </a:lnTo>
                <a:lnTo>
                  <a:pt x="1868922" y="118897"/>
                </a:lnTo>
                <a:lnTo>
                  <a:pt x="1872002" y="118997"/>
                </a:lnTo>
                <a:lnTo>
                  <a:pt x="1875098" y="118909"/>
                </a:lnTo>
                <a:lnTo>
                  <a:pt x="1878027" y="118653"/>
                </a:lnTo>
                <a:lnTo>
                  <a:pt x="1880791" y="118242"/>
                </a:lnTo>
                <a:lnTo>
                  <a:pt x="1883395" y="117689"/>
                </a:lnTo>
                <a:lnTo>
                  <a:pt x="1885840" y="117007"/>
                </a:lnTo>
                <a:lnTo>
                  <a:pt x="1888130" y="116209"/>
                </a:lnTo>
                <a:lnTo>
                  <a:pt x="1890269" y="115308"/>
                </a:lnTo>
                <a:lnTo>
                  <a:pt x="1892259" y="114317"/>
                </a:lnTo>
                <a:lnTo>
                  <a:pt x="1894105" y="113249"/>
                </a:lnTo>
                <a:lnTo>
                  <a:pt x="1895808" y="112117"/>
                </a:lnTo>
                <a:lnTo>
                  <a:pt x="1897372" y="110934"/>
                </a:lnTo>
                <a:lnTo>
                  <a:pt x="1898800" y="109713"/>
                </a:lnTo>
                <a:lnTo>
                  <a:pt x="1900096" y="108467"/>
                </a:lnTo>
                <a:lnTo>
                  <a:pt x="1901262" y="107208"/>
                </a:lnTo>
                <a:lnTo>
                  <a:pt x="1902303" y="105950"/>
                </a:lnTo>
                <a:lnTo>
                  <a:pt x="1903220" y="104706"/>
                </a:lnTo>
                <a:lnTo>
                  <a:pt x="1904017" y="103489"/>
                </a:lnTo>
                <a:lnTo>
                  <a:pt x="1904698" y="102311"/>
                </a:lnTo>
                <a:lnTo>
                  <a:pt x="1905266" y="101186"/>
                </a:lnTo>
                <a:lnTo>
                  <a:pt x="1905723" y="100127"/>
                </a:lnTo>
                <a:lnTo>
                  <a:pt x="1906073" y="99146"/>
                </a:lnTo>
                <a:lnTo>
                  <a:pt x="1906319" y="98257"/>
                </a:lnTo>
                <a:lnTo>
                  <a:pt x="1906464" y="97473"/>
                </a:lnTo>
                <a:lnTo>
                  <a:pt x="1906512" y="96807"/>
                </a:lnTo>
                <a:lnTo>
                  <a:pt x="1906483" y="96160"/>
                </a:lnTo>
                <a:lnTo>
                  <a:pt x="1906401" y="95566"/>
                </a:lnTo>
                <a:lnTo>
                  <a:pt x="1906269" y="95023"/>
                </a:lnTo>
                <a:lnTo>
                  <a:pt x="1906092" y="94529"/>
                </a:lnTo>
                <a:lnTo>
                  <a:pt x="1905874" y="94083"/>
                </a:lnTo>
                <a:close/>
                <a:moveTo>
                  <a:pt x="1843584" y="62679"/>
                </a:moveTo>
                <a:lnTo>
                  <a:pt x="1844299" y="61114"/>
                </a:lnTo>
                <a:lnTo>
                  <a:pt x="1845090" y="59600"/>
                </a:lnTo>
                <a:lnTo>
                  <a:pt x="1845955" y="58141"/>
                </a:lnTo>
                <a:lnTo>
                  <a:pt x="1846890" y="56739"/>
                </a:lnTo>
                <a:lnTo>
                  <a:pt x="1847893" y="55399"/>
                </a:lnTo>
                <a:lnTo>
                  <a:pt x="1848960" y="54123"/>
                </a:lnTo>
                <a:lnTo>
                  <a:pt x="1850089" y="52914"/>
                </a:lnTo>
                <a:lnTo>
                  <a:pt x="1851278" y="51775"/>
                </a:lnTo>
                <a:lnTo>
                  <a:pt x="1852522" y="50709"/>
                </a:lnTo>
                <a:lnTo>
                  <a:pt x="1853820" y="49720"/>
                </a:lnTo>
                <a:lnTo>
                  <a:pt x="1855169" y="48810"/>
                </a:lnTo>
                <a:lnTo>
                  <a:pt x="1856565" y="47983"/>
                </a:lnTo>
                <a:lnTo>
                  <a:pt x="1858006" y="47242"/>
                </a:lnTo>
                <a:lnTo>
                  <a:pt x="1859489" y="46589"/>
                </a:lnTo>
                <a:lnTo>
                  <a:pt x="1861011" y="46029"/>
                </a:lnTo>
                <a:lnTo>
                  <a:pt x="1862570" y="45563"/>
                </a:lnTo>
                <a:lnTo>
                  <a:pt x="1864162" y="45195"/>
                </a:lnTo>
                <a:lnTo>
                  <a:pt x="1865784" y="44929"/>
                </a:lnTo>
                <a:lnTo>
                  <a:pt x="1867435" y="44767"/>
                </a:lnTo>
                <a:lnTo>
                  <a:pt x="1869110" y="44712"/>
                </a:lnTo>
                <a:lnTo>
                  <a:pt x="1870372" y="44738"/>
                </a:lnTo>
                <a:lnTo>
                  <a:pt x="1871649" y="44819"/>
                </a:lnTo>
                <a:lnTo>
                  <a:pt x="1872936" y="44958"/>
                </a:lnTo>
                <a:lnTo>
                  <a:pt x="1874227" y="45161"/>
                </a:lnTo>
                <a:lnTo>
                  <a:pt x="1875517" y="45432"/>
                </a:lnTo>
                <a:lnTo>
                  <a:pt x="1876801" y="45776"/>
                </a:lnTo>
                <a:lnTo>
                  <a:pt x="1878073" y="46196"/>
                </a:lnTo>
                <a:lnTo>
                  <a:pt x="1879328" y="46698"/>
                </a:lnTo>
                <a:lnTo>
                  <a:pt x="1880561" y="47285"/>
                </a:lnTo>
                <a:lnTo>
                  <a:pt x="1881767" y="47963"/>
                </a:lnTo>
                <a:lnTo>
                  <a:pt x="1882940" y="48735"/>
                </a:lnTo>
                <a:lnTo>
                  <a:pt x="1884075" y="49606"/>
                </a:lnTo>
                <a:lnTo>
                  <a:pt x="1885168" y="50580"/>
                </a:lnTo>
                <a:lnTo>
                  <a:pt x="1886211" y="51663"/>
                </a:lnTo>
                <a:lnTo>
                  <a:pt x="1887201" y="52857"/>
                </a:lnTo>
                <a:lnTo>
                  <a:pt x="1888132" y="54169"/>
                </a:lnTo>
                <a:lnTo>
                  <a:pt x="1888999" y="55601"/>
                </a:lnTo>
                <a:lnTo>
                  <a:pt x="1889796" y="57160"/>
                </a:lnTo>
                <a:lnTo>
                  <a:pt x="1890518" y="58848"/>
                </a:lnTo>
                <a:lnTo>
                  <a:pt x="1891161" y="60671"/>
                </a:lnTo>
                <a:lnTo>
                  <a:pt x="1891717" y="62632"/>
                </a:lnTo>
                <a:lnTo>
                  <a:pt x="1892184" y="64738"/>
                </a:lnTo>
                <a:lnTo>
                  <a:pt x="1892554" y="66990"/>
                </a:lnTo>
                <a:lnTo>
                  <a:pt x="1892824" y="69395"/>
                </a:lnTo>
                <a:lnTo>
                  <a:pt x="1841543" y="69395"/>
                </a:lnTo>
                <a:lnTo>
                  <a:pt x="1841925" y="67654"/>
                </a:lnTo>
                <a:lnTo>
                  <a:pt x="1842394" y="65953"/>
                </a:lnTo>
                <a:lnTo>
                  <a:pt x="1842948" y="64293"/>
                </a:lnTo>
                <a:lnTo>
                  <a:pt x="1843584" y="62679"/>
                </a:lnTo>
                <a:close/>
                <a:moveTo>
                  <a:pt x="2421257" y="108978"/>
                </a:moveTo>
                <a:lnTo>
                  <a:pt x="2421018" y="108549"/>
                </a:lnTo>
                <a:lnTo>
                  <a:pt x="2420746" y="108164"/>
                </a:lnTo>
                <a:lnTo>
                  <a:pt x="2420444" y="107822"/>
                </a:lnTo>
                <a:lnTo>
                  <a:pt x="2420115" y="107521"/>
                </a:lnTo>
                <a:lnTo>
                  <a:pt x="2419763" y="107256"/>
                </a:lnTo>
                <a:lnTo>
                  <a:pt x="2419390" y="107028"/>
                </a:lnTo>
                <a:lnTo>
                  <a:pt x="2419000" y="106831"/>
                </a:lnTo>
                <a:lnTo>
                  <a:pt x="2418596" y="106665"/>
                </a:lnTo>
                <a:lnTo>
                  <a:pt x="2418181" y="106527"/>
                </a:lnTo>
                <a:lnTo>
                  <a:pt x="2417758" y="106413"/>
                </a:lnTo>
                <a:lnTo>
                  <a:pt x="2417331" y="106323"/>
                </a:lnTo>
                <a:lnTo>
                  <a:pt x="2416902" y="106252"/>
                </a:lnTo>
                <a:lnTo>
                  <a:pt x="2416476" y="106199"/>
                </a:lnTo>
                <a:lnTo>
                  <a:pt x="2416054" y="106161"/>
                </a:lnTo>
                <a:lnTo>
                  <a:pt x="2415641" y="106135"/>
                </a:lnTo>
                <a:lnTo>
                  <a:pt x="2415239" y="106120"/>
                </a:lnTo>
                <a:lnTo>
                  <a:pt x="2414851" y="106112"/>
                </a:lnTo>
                <a:lnTo>
                  <a:pt x="2414482" y="106109"/>
                </a:lnTo>
                <a:lnTo>
                  <a:pt x="2414133" y="106108"/>
                </a:lnTo>
                <a:lnTo>
                  <a:pt x="2405455" y="106108"/>
                </a:lnTo>
                <a:lnTo>
                  <a:pt x="2405455" y="42738"/>
                </a:lnTo>
                <a:lnTo>
                  <a:pt x="2405448" y="42012"/>
                </a:lnTo>
                <a:lnTo>
                  <a:pt x="2405428" y="41327"/>
                </a:lnTo>
                <a:lnTo>
                  <a:pt x="2405392" y="40683"/>
                </a:lnTo>
                <a:lnTo>
                  <a:pt x="2405339" y="40078"/>
                </a:lnTo>
                <a:lnTo>
                  <a:pt x="2405266" y="39511"/>
                </a:lnTo>
                <a:lnTo>
                  <a:pt x="2405172" y="38982"/>
                </a:lnTo>
                <a:lnTo>
                  <a:pt x="2405054" y="38490"/>
                </a:lnTo>
                <a:lnTo>
                  <a:pt x="2404912" y="38033"/>
                </a:lnTo>
                <a:lnTo>
                  <a:pt x="2404743" y="37611"/>
                </a:lnTo>
                <a:lnTo>
                  <a:pt x="2404546" y="37223"/>
                </a:lnTo>
                <a:lnTo>
                  <a:pt x="2404318" y="36868"/>
                </a:lnTo>
                <a:lnTo>
                  <a:pt x="2404057" y="36545"/>
                </a:lnTo>
                <a:lnTo>
                  <a:pt x="2403763" y="36253"/>
                </a:lnTo>
                <a:lnTo>
                  <a:pt x="2403433" y="35991"/>
                </a:lnTo>
                <a:lnTo>
                  <a:pt x="2403064" y="35759"/>
                </a:lnTo>
                <a:lnTo>
                  <a:pt x="2402656" y="35555"/>
                </a:lnTo>
                <a:lnTo>
                  <a:pt x="2402207" y="35378"/>
                </a:lnTo>
                <a:lnTo>
                  <a:pt x="2401714" y="35228"/>
                </a:lnTo>
                <a:lnTo>
                  <a:pt x="2401176" y="35103"/>
                </a:lnTo>
                <a:lnTo>
                  <a:pt x="2400591" y="35004"/>
                </a:lnTo>
                <a:lnTo>
                  <a:pt x="2399957" y="34928"/>
                </a:lnTo>
                <a:lnTo>
                  <a:pt x="2399273" y="34874"/>
                </a:lnTo>
                <a:lnTo>
                  <a:pt x="2398536" y="34843"/>
                </a:lnTo>
                <a:lnTo>
                  <a:pt x="2397744" y="34833"/>
                </a:lnTo>
                <a:lnTo>
                  <a:pt x="2383671" y="34833"/>
                </a:lnTo>
                <a:lnTo>
                  <a:pt x="2383277" y="34833"/>
                </a:lnTo>
                <a:lnTo>
                  <a:pt x="2382867" y="34837"/>
                </a:lnTo>
                <a:lnTo>
                  <a:pt x="2382445" y="34845"/>
                </a:lnTo>
                <a:lnTo>
                  <a:pt x="2382014" y="34861"/>
                </a:lnTo>
                <a:lnTo>
                  <a:pt x="2381576" y="34887"/>
                </a:lnTo>
                <a:lnTo>
                  <a:pt x="2381134" y="34926"/>
                </a:lnTo>
                <a:lnTo>
                  <a:pt x="2380691" y="34981"/>
                </a:lnTo>
                <a:lnTo>
                  <a:pt x="2380250" y="35054"/>
                </a:lnTo>
                <a:lnTo>
                  <a:pt x="2379814" y="35148"/>
                </a:lnTo>
                <a:lnTo>
                  <a:pt x="2379385" y="35265"/>
                </a:lnTo>
                <a:lnTo>
                  <a:pt x="2378967" y="35409"/>
                </a:lnTo>
                <a:lnTo>
                  <a:pt x="2378561" y="35580"/>
                </a:lnTo>
                <a:lnTo>
                  <a:pt x="2378172" y="35783"/>
                </a:lnTo>
                <a:lnTo>
                  <a:pt x="2377802" y="36020"/>
                </a:lnTo>
                <a:lnTo>
                  <a:pt x="2377454" y="36293"/>
                </a:lnTo>
                <a:lnTo>
                  <a:pt x="2377130" y="36604"/>
                </a:lnTo>
                <a:lnTo>
                  <a:pt x="2376834" y="36958"/>
                </a:lnTo>
                <a:lnTo>
                  <a:pt x="2376568" y="37355"/>
                </a:lnTo>
                <a:lnTo>
                  <a:pt x="2376335" y="37799"/>
                </a:lnTo>
                <a:lnTo>
                  <a:pt x="2376138" y="38293"/>
                </a:lnTo>
                <a:lnTo>
                  <a:pt x="2375980" y="38838"/>
                </a:lnTo>
                <a:lnTo>
                  <a:pt x="2375863" y="39438"/>
                </a:lnTo>
                <a:lnTo>
                  <a:pt x="2375791" y="40095"/>
                </a:lnTo>
                <a:lnTo>
                  <a:pt x="2375766" y="40811"/>
                </a:lnTo>
                <a:lnTo>
                  <a:pt x="2375792" y="41504"/>
                </a:lnTo>
                <a:lnTo>
                  <a:pt x="2375867" y="42140"/>
                </a:lnTo>
                <a:lnTo>
                  <a:pt x="2375987" y="42720"/>
                </a:lnTo>
                <a:lnTo>
                  <a:pt x="2376150" y="43248"/>
                </a:lnTo>
                <a:lnTo>
                  <a:pt x="2376353" y="43725"/>
                </a:lnTo>
                <a:lnTo>
                  <a:pt x="2376592" y="44155"/>
                </a:lnTo>
                <a:lnTo>
                  <a:pt x="2376864" y="44539"/>
                </a:lnTo>
                <a:lnTo>
                  <a:pt x="2377166" y="44881"/>
                </a:lnTo>
                <a:lnTo>
                  <a:pt x="2377495" y="45183"/>
                </a:lnTo>
                <a:lnTo>
                  <a:pt x="2377847" y="45447"/>
                </a:lnTo>
                <a:lnTo>
                  <a:pt x="2378220" y="45676"/>
                </a:lnTo>
                <a:lnTo>
                  <a:pt x="2378610" y="45872"/>
                </a:lnTo>
                <a:lnTo>
                  <a:pt x="2379014" y="46038"/>
                </a:lnTo>
                <a:lnTo>
                  <a:pt x="2379429" y="46177"/>
                </a:lnTo>
                <a:lnTo>
                  <a:pt x="2379852" y="46290"/>
                </a:lnTo>
                <a:lnTo>
                  <a:pt x="2380279" y="46381"/>
                </a:lnTo>
                <a:lnTo>
                  <a:pt x="2380707" y="46452"/>
                </a:lnTo>
                <a:lnTo>
                  <a:pt x="2381134" y="46505"/>
                </a:lnTo>
                <a:lnTo>
                  <a:pt x="2381556" y="46543"/>
                </a:lnTo>
                <a:lnTo>
                  <a:pt x="2381969" y="46568"/>
                </a:lnTo>
                <a:lnTo>
                  <a:pt x="2382371" y="46584"/>
                </a:lnTo>
                <a:lnTo>
                  <a:pt x="2382758" y="46592"/>
                </a:lnTo>
                <a:lnTo>
                  <a:pt x="2383128" y="46595"/>
                </a:lnTo>
                <a:lnTo>
                  <a:pt x="2383477" y="46595"/>
                </a:lnTo>
                <a:lnTo>
                  <a:pt x="2392152" y="46595"/>
                </a:lnTo>
                <a:lnTo>
                  <a:pt x="2392152" y="87618"/>
                </a:lnTo>
                <a:lnTo>
                  <a:pt x="2392073" y="89705"/>
                </a:lnTo>
                <a:lnTo>
                  <a:pt x="2391841" y="91641"/>
                </a:lnTo>
                <a:lnTo>
                  <a:pt x="2391469" y="93431"/>
                </a:lnTo>
                <a:lnTo>
                  <a:pt x="2390967" y="95082"/>
                </a:lnTo>
                <a:lnTo>
                  <a:pt x="2390346" y="96599"/>
                </a:lnTo>
                <a:lnTo>
                  <a:pt x="2389616" y="97987"/>
                </a:lnTo>
                <a:lnTo>
                  <a:pt x="2388789" y="99251"/>
                </a:lnTo>
                <a:lnTo>
                  <a:pt x="2387875" y="100398"/>
                </a:lnTo>
                <a:lnTo>
                  <a:pt x="2386886" y="101433"/>
                </a:lnTo>
                <a:lnTo>
                  <a:pt x="2385832" y="102361"/>
                </a:lnTo>
                <a:lnTo>
                  <a:pt x="2384724" y="103188"/>
                </a:lnTo>
                <a:lnTo>
                  <a:pt x="2383574" y="103920"/>
                </a:lnTo>
                <a:lnTo>
                  <a:pt x="2382391" y="104561"/>
                </a:lnTo>
                <a:lnTo>
                  <a:pt x="2381186" y="105117"/>
                </a:lnTo>
                <a:lnTo>
                  <a:pt x="2379972" y="105595"/>
                </a:lnTo>
                <a:lnTo>
                  <a:pt x="2378758" y="105998"/>
                </a:lnTo>
                <a:lnTo>
                  <a:pt x="2377555" y="106334"/>
                </a:lnTo>
                <a:lnTo>
                  <a:pt x="2376374" y="106607"/>
                </a:lnTo>
                <a:lnTo>
                  <a:pt x="2375227" y="106823"/>
                </a:lnTo>
                <a:lnTo>
                  <a:pt x="2374124" y="106987"/>
                </a:lnTo>
                <a:lnTo>
                  <a:pt x="2373075" y="107105"/>
                </a:lnTo>
                <a:lnTo>
                  <a:pt x="2372093" y="107183"/>
                </a:lnTo>
                <a:lnTo>
                  <a:pt x="2371187" y="107225"/>
                </a:lnTo>
                <a:lnTo>
                  <a:pt x="2370368" y="107238"/>
                </a:lnTo>
                <a:lnTo>
                  <a:pt x="2368542" y="107206"/>
                </a:lnTo>
                <a:lnTo>
                  <a:pt x="2366869" y="107110"/>
                </a:lnTo>
                <a:lnTo>
                  <a:pt x="2365340" y="106953"/>
                </a:lnTo>
                <a:lnTo>
                  <a:pt x="2363951" y="106739"/>
                </a:lnTo>
                <a:lnTo>
                  <a:pt x="2362694" y="106470"/>
                </a:lnTo>
                <a:lnTo>
                  <a:pt x="2361562" y="106149"/>
                </a:lnTo>
                <a:lnTo>
                  <a:pt x="2360549" y="105779"/>
                </a:lnTo>
                <a:lnTo>
                  <a:pt x="2359649" y="105362"/>
                </a:lnTo>
                <a:lnTo>
                  <a:pt x="2358855" y="104903"/>
                </a:lnTo>
                <a:lnTo>
                  <a:pt x="2358159" y="104402"/>
                </a:lnTo>
                <a:lnTo>
                  <a:pt x="2357557" y="103864"/>
                </a:lnTo>
                <a:lnTo>
                  <a:pt x="2357040" y="103291"/>
                </a:lnTo>
                <a:lnTo>
                  <a:pt x="2356602" y="102685"/>
                </a:lnTo>
                <a:lnTo>
                  <a:pt x="2356238" y="102051"/>
                </a:lnTo>
                <a:lnTo>
                  <a:pt x="2355939" y="101390"/>
                </a:lnTo>
                <a:lnTo>
                  <a:pt x="2355700" y="100706"/>
                </a:lnTo>
                <a:lnTo>
                  <a:pt x="2355514" y="100000"/>
                </a:lnTo>
                <a:lnTo>
                  <a:pt x="2355374" y="99277"/>
                </a:lnTo>
                <a:lnTo>
                  <a:pt x="2355274" y="98539"/>
                </a:lnTo>
                <a:lnTo>
                  <a:pt x="2355206" y="97789"/>
                </a:lnTo>
                <a:lnTo>
                  <a:pt x="2355166" y="97029"/>
                </a:lnTo>
                <a:lnTo>
                  <a:pt x="2355145" y="96263"/>
                </a:lnTo>
                <a:lnTo>
                  <a:pt x="2355137" y="95494"/>
                </a:lnTo>
                <a:lnTo>
                  <a:pt x="2355136" y="94723"/>
                </a:lnTo>
                <a:lnTo>
                  <a:pt x="2355136" y="42738"/>
                </a:lnTo>
                <a:lnTo>
                  <a:pt x="2355129" y="42012"/>
                </a:lnTo>
                <a:lnTo>
                  <a:pt x="2355109" y="41327"/>
                </a:lnTo>
                <a:lnTo>
                  <a:pt x="2355073" y="40683"/>
                </a:lnTo>
                <a:lnTo>
                  <a:pt x="2355020" y="40078"/>
                </a:lnTo>
                <a:lnTo>
                  <a:pt x="2354947" y="39511"/>
                </a:lnTo>
                <a:lnTo>
                  <a:pt x="2354853" y="38982"/>
                </a:lnTo>
                <a:lnTo>
                  <a:pt x="2354735" y="38490"/>
                </a:lnTo>
                <a:lnTo>
                  <a:pt x="2354593" y="38033"/>
                </a:lnTo>
                <a:lnTo>
                  <a:pt x="2354424" y="37611"/>
                </a:lnTo>
                <a:lnTo>
                  <a:pt x="2354227" y="37223"/>
                </a:lnTo>
                <a:lnTo>
                  <a:pt x="2353999" y="36868"/>
                </a:lnTo>
                <a:lnTo>
                  <a:pt x="2353738" y="36545"/>
                </a:lnTo>
                <a:lnTo>
                  <a:pt x="2353444" y="36253"/>
                </a:lnTo>
                <a:lnTo>
                  <a:pt x="2353114" y="35991"/>
                </a:lnTo>
                <a:lnTo>
                  <a:pt x="2352745" y="35759"/>
                </a:lnTo>
                <a:lnTo>
                  <a:pt x="2352337" y="35555"/>
                </a:lnTo>
                <a:lnTo>
                  <a:pt x="2351888" y="35378"/>
                </a:lnTo>
                <a:lnTo>
                  <a:pt x="2351395" y="35228"/>
                </a:lnTo>
                <a:lnTo>
                  <a:pt x="2350857" y="35103"/>
                </a:lnTo>
                <a:lnTo>
                  <a:pt x="2350272" y="35004"/>
                </a:lnTo>
                <a:lnTo>
                  <a:pt x="2349638" y="34928"/>
                </a:lnTo>
                <a:lnTo>
                  <a:pt x="2348954" y="34874"/>
                </a:lnTo>
                <a:lnTo>
                  <a:pt x="2348217" y="34843"/>
                </a:lnTo>
                <a:lnTo>
                  <a:pt x="2347425" y="34833"/>
                </a:lnTo>
                <a:lnTo>
                  <a:pt x="2333352" y="34833"/>
                </a:lnTo>
                <a:lnTo>
                  <a:pt x="2332958" y="34833"/>
                </a:lnTo>
                <a:lnTo>
                  <a:pt x="2332548" y="34837"/>
                </a:lnTo>
                <a:lnTo>
                  <a:pt x="2332126" y="34845"/>
                </a:lnTo>
                <a:lnTo>
                  <a:pt x="2331695" y="34861"/>
                </a:lnTo>
                <a:lnTo>
                  <a:pt x="2331257" y="34887"/>
                </a:lnTo>
                <a:lnTo>
                  <a:pt x="2330815" y="34926"/>
                </a:lnTo>
                <a:lnTo>
                  <a:pt x="2330372" y="34981"/>
                </a:lnTo>
                <a:lnTo>
                  <a:pt x="2329931" y="35054"/>
                </a:lnTo>
                <a:lnTo>
                  <a:pt x="2329495" y="35148"/>
                </a:lnTo>
                <a:lnTo>
                  <a:pt x="2329066" y="35265"/>
                </a:lnTo>
                <a:lnTo>
                  <a:pt x="2328648" y="35409"/>
                </a:lnTo>
                <a:lnTo>
                  <a:pt x="2328242" y="35580"/>
                </a:lnTo>
                <a:lnTo>
                  <a:pt x="2327853" y="35783"/>
                </a:lnTo>
                <a:lnTo>
                  <a:pt x="2327483" y="36020"/>
                </a:lnTo>
                <a:lnTo>
                  <a:pt x="2327135" y="36293"/>
                </a:lnTo>
                <a:lnTo>
                  <a:pt x="2326811" y="36604"/>
                </a:lnTo>
                <a:lnTo>
                  <a:pt x="2326515" y="36958"/>
                </a:lnTo>
                <a:lnTo>
                  <a:pt x="2326249" y="37355"/>
                </a:lnTo>
                <a:lnTo>
                  <a:pt x="2326016" y="37799"/>
                </a:lnTo>
                <a:lnTo>
                  <a:pt x="2325819" y="38293"/>
                </a:lnTo>
                <a:lnTo>
                  <a:pt x="2325661" y="38838"/>
                </a:lnTo>
                <a:lnTo>
                  <a:pt x="2325544" y="39438"/>
                </a:lnTo>
                <a:lnTo>
                  <a:pt x="2325472" y="40095"/>
                </a:lnTo>
                <a:lnTo>
                  <a:pt x="2325447" y="40811"/>
                </a:lnTo>
                <a:lnTo>
                  <a:pt x="2325473" y="41504"/>
                </a:lnTo>
                <a:lnTo>
                  <a:pt x="2325548" y="42140"/>
                </a:lnTo>
                <a:lnTo>
                  <a:pt x="2325668" y="42720"/>
                </a:lnTo>
                <a:lnTo>
                  <a:pt x="2325831" y="43248"/>
                </a:lnTo>
                <a:lnTo>
                  <a:pt x="2326034" y="43725"/>
                </a:lnTo>
                <a:lnTo>
                  <a:pt x="2326273" y="44155"/>
                </a:lnTo>
                <a:lnTo>
                  <a:pt x="2326545" y="44539"/>
                </a:lnTo>
                <a:lnTo>
                  <a:pt x="2326847" y="44881"/>
                </a:lnTo>
                <a:lnTo>
                  <a:pt x="2327176" y="45183"/>
                </a:lnTo>
                <a:lnTo>
                  <a:pt x="2327528" y="45447"/>
                </a:lnTo>
                <a:lnTo>
                  <a:pt x="2327901" y="45676"/>
                </a:lnTo>
                <a:lnTo>
                  <a:pt x="2328291" y="45872"/>
                </a:lnTo>
                <a:lnTo>
                  <a:pt x="2328695" y="46038"/>
                </a:lnTo>
                <a:lnTo>
                  <a:pt x="2329110" y="46177"/>
                </a:lnTo>
                <a:lnTo>
                  <a:pt x="2329533" y="46290"/>
                </a:lnTo>
                <a:lnTo>
                  <a:pt x="2329960" y="46381"/>
                </a:lnTo>
                <a:lnTo>
                  <a:pt x="2330388" y="46452"/>
                </a:lnTo>
                <a:lnTo>
                  <a:pt x="2330815" y="46505"/>
                </a:lnTo>
                <a:lnTo>
                  <a:pt x="2331237" y="46543"/>
                </a:lnTo>
                <a:lnTo>
                  <a:pt x="2331650" y="46568"/>
                </a:lnTo>
                <a:lnTo>
                  <a:pt x="2332052" y="46584"/>
                </a:lnTo>
                <a:lnTo>
                  <a:pt x="2332439" y="46592"/>
                </a:lnTo>
                <a:lnTo>
                  <a:pt x="2332809" y="46595"/>
                </a:lnTo>
                <a:lnTo>
                  <a:pt x="2333158" y="46595"/>
                </a:lnTo>
                <a:lnTo>
                  <a:pt x="2341836" y="46595"/>
                </a:lnTo>
                <a:lnTo>
                  <a:pt x="2341836" y="95879"/>
                </a:lnTo>
                <a:lnTo>
                  <a:pt x="2341904" y="98119"/>
                </a:lnTo>
                <a:lnTo>
                  <a:pt x="2342106" y="100219"/>
                </a:lnTo>
                <a:lnTo>
                  <a:pt x="2342435" y="102182"/>
                </a:lnTo>
                <a:lnTo>
                  <a:pt x="2342886" y="104013"/>
                </a:lnTo>
                <a:lnTo>
                  <a:pt x="2343455" y="105715"/>
                </a:lnTo>
                <a:lnTo>
                  <a:pt x="2344134" y="107293"/>
                </a:lnTo>
                <a:lnTo>
                  <a:pt x="2344920" y="108751"/>
                </a:lnTo>
                <a:lnTo>
                  <a:pt x="2345805" y="110092"/>
                </a:lnTo>
                <a:lnTo>
                  <a:pt x="2346786" y="111321"/>
                </a:lnTo>
                <a:lnTo>
                  <a:pt x="2347857" y="112441"/>
                </a:lnTo>
                <a:lnTo>
                  <a:pt x="2349012" y="113457"/>
                </a:lnTo>
                <a:lnTo>
                  <a:pt x="2350245" y="114373"/>
                </a:lnTo>
                <a:lnTo>
                  <a:pt x="2351552" y="115193"/>
                </a:lnTo>
                <a:lnTo>
                  <a:pt x="2352927" y="115920"/>
                </a:lnTo>
                <a:lnTo>
                  <a:pt x="2354364" y="116559"/>
                </a:lnTo>
                <a:lnTo>
                  <a:pt x="2355858" y="117113"/>
                </a:lnTo>
                <a:lnTo>
                  <a:pt x="2357404" y="117588"/>
                </a:lnTo>
                <a:lnTo>
                  <a:pt x="2358996" y="117986"/>
                </a:lnTo>
                <a:lnTo>
                  <a:pt x="2360629" y="118311"/>
                </a:lnTo>
                <a:lnTo>
                  <a:pt x="2362297" y="118569"/>
                </a:lnTo>
                <a:lnTo>
                  <a:pt x="2363994" y="118762"/>
                </a:lnTo>
                <a:lnTo>
                  <a:pt x="2365716" y="118896"/>
                </a:lnTo>
                <a:lnTo>
                  <a:pt x="2367458" y="118972"/>
                </a:lnTo>
                <a:lnTo>
                  <a:pt x="2369212" y="118997"/>
                </a:lnTo>
                <a:lnTo>
                  <a:pt x="2370200" y="118987"/>
                </a:lnTo>
                <a:lnTo>
                  <a:pt x="2371188" y="118956"/>
                </a:lnTo>
                <a:lnTo>
                  <a:pt x="2372175" y="118904"/>
                </a:lnTo>
                <a:lnTo>
                  <a:pt x="2373161" y="118829"/>
                </a:lnTo>
                <a:lnTo>
                  <a:pt x="2374146" y="118732"/>
                </a:lnTo>
                <a:lnTo>
                  <a:pt x="2375128" y="118612"/>
                </a:lnTo>
                <a:lnTo>
                  <a:pt x="2376109" y="118467"/>
                </a:lnTo>
                <a:lnTo>
                  <a:pt x="2377088" y="118298"/>
                </a:lnTo>
                <a:lnTo>
                  <a:pt x="2378064" y="118103"/>
                </a:lnTo>
                <a:lnTo>
                  <a:pt x="2379037" y="117882"/>
                </a:lnTo>
                <a:lnTo>
                  <a:pt x="2380006" y="117634"/>
                </a:lnTo>
                <a:lnTo>
                  <a:pt x="2380972" y="117359"/>
                </a:lnTo>
                <a:lnTo>
                  <a:pt x="2381934" y="117056"/>
                </a:lnTo>
                <a:lnTo>
                  <a:pt x="2382892" y="116723"/>
                </a:lnTo>
                <a:lnTo>
                  <a:pt x="2383844" y="116362"/>
                </a:lnTo>
                <a:lnTo>
                  <a:pt x="2384792" y="115970"/>
                </a:lnTo>
                <a:lnTo>
                  <a:pt x="2385734" y="115548"/>
                </a:lnTo>
                <a:lnTo>
                  <a:pt x="2386671" y="115094"/>
                </a:lnTo>
                <a:lnTo>
                  <a:pt x="2387602" y="114608"/>
                </a:lnTo>
                <a:lnTo>
                  <a:pt x="2388526" y="114089"/>
                </a:lnTo>
                <a:lnTo>
                  <a:pt x="2389443" y="113536"/>
                </a:lnTo>
                <a:lnTo>
                  <a:pt x="2390354" y="112950"/>
                </a:lnTo>
                <a:lnTo>
                  <a:pt x="2391257" y="112329"/>
                </a:lnTo>
                <a:lnTo>
                  <a:pt x="2392152" y="111672"/>
                </a:lnTo>
                <a:lnTo>
                  <a:pt x="2392196" y="112414"/>
                </a:lnTo>
                <a:lnTo>
                  <a:pt x="2392278" y="113095"/>
                </a:lnTo>
                <a:lnTo>
                  <a:pt x="2392397" y="113717"/>
                </a:lnTo>
                <a:lnTo>
                  <a:pt x="2392550" y="114282"/>
                </a:lnTo>
                <a:lnTo>
                  <a:pt x="2392735" y="114793"/>
                </a:lnTo>
                <a:lnTo>
                  <a:pt x="2392951" y="115254"/>
                </a:lnTo>
                <a:lnTo>
                  <a:pt x="2393196" y="115666"/>
                </a:lnTo>
                <a:lnTo>
                  <a:pt x="2393467" y="116032"/>
                </a:lnTo>
                <a:lnTo>
                  <a:pt x="2393763" y="116355"/>
                </a:lnTo>
                <a:lnTo>
                  <a:pt x="2394081" y="116638"/>
                </a:lnTo>
                <a:lnTo>
                  <a:pt x="2394421" y="116883"/>
                </a:lnTo>
                <a:lnTo>
                  <a:pt x="2394780" y="117093"/>
                </a:lnTo>
                <a:lnTo>
                  <a:pt x="2395156" y="117271"/>
                </a:lnTo>
                <a:lnTo>
                  <a:pt x="2395546" y="117419"/>
                </a:lnTo>
                <a:lnTo>
                  <a:pt x="2395951" y="117541"/>
                </a:lnTo>
                <a:lnTo>
                  <a:pt x="2396366" y="117638"/>
                </a:lnTo>
                <a:lnTo>
                  <a:pt x="2396791" y="117714"/>
                </a:lnTo>
                <a:lnTo>
                  <a:pt x="2397223" y="117771"/>
                </a:lnTo>
                <a:lnTo>
                  <a:pt x="2397661" y="117811"/>
                </a:lnTo>
                <a:lnTo>
                  <a:pt x="2398102" y="117839"/>
                </a:lnTo>
                <a:lnTo>
                  <a:pt x="2398545" y="117855"/>
                </a:lnTo>
                <a:lnTo>
                  <a:pt x="2398988" y="117864"/>
                </a:lnTo>
                <a:lnTo>
                  <a:pt x="2399429" y="117867"/>
                </a:lnTo>
                <a:lnTo>
                  <a:pt x="2399865" y="117868"/>
                </a:lnTo>
                <a:lnTo>
                  <a:pt x="2413939" y="117868"/>
                </a:lnTo>
                <a:lnTo>
                  <a:pt x="2414333" y="117867"/>
                </a:lnTo>
                <a:lnTo>
                  <a:pt x="2414743" y="117864"/>
                </a:lnTo>
                <a:lnTo>
                  <a:pt x="2415164" y="117856"/>
                </a:lnTo>
                <a:lnTo>
                  <a:pt x="2415596" y="117840"/>
                </a:lnTo>
                <a:lnTo>
                  <a:pt x="2416034" y="117813"/>
                </a:lnTo>
                <a:lnTo>
                  <a:pt x="2416476" y="117774"/>
                </a:lnTo>
                <a:lnTo>
                  <a:pt x="2416919" y="117719"/>
                </a:lnTo>
                <a:lnTo>
                  <a:pt x="2417360" y="117646"/>
                </a:lnTo>
                <a:lnTo>
                  <a:pt x="2417796" y="117552"/>
                </a:lnTo>
                <a:lnTo>
                  <a:pt x="2418225" y="117435"/>
                </a:lnTo>
                <a:lnTo>
                  <a:pt x="2418643" y="117292"/>
                </a:lnTo>
                <a:lnTo>
                  <a:pt x="2419048" y="117121"/>
                </a:lnTo>
                <a:lnTo>
                  <a:pt x="2419437" y="116918"/>
                </a:lnTo>
                <a:lnTo>
                  <a:pt x="2419808" y="116681"/>
                </a:lnTo>
                <a:lnTo>
                  <a:pt x="2420156" y="116409"/>
                </a:lnTo>
                <a:lnTo>
                  <a:pt x="2420480" y="116097"/>
                </a:lnTo>
                <a:lnTo>
                  <a:pt x="2420776" y="115744"/>
                </a:lnTo>
                <a:lnTo>
                  <a:pt x="2421042" y="115347"/>
                </a:lnTo>
                <a:lnTo>
                  <a:pt x="2421275" y="114903"/>
                </a:lnTo>
                <a:lnTo>
                  <a:pt x="2421472" y="114410"/>
                </a:lnTo>
                <a:lnTo>
                  <a:pt x="2421630" y="113865"/>
                </a:lnTo>
                <a:lnTo>
                  <a:pt x="2421747" y="113265"/>
                </a:lnTo>
                <a:lnTo>
                  <a:pt x="2421819" y="112609"/>
                </a:lnTo>
                <a:lnTo>
                  <a:pt x="2421843" y="111892"/>
                </a:lnTo>
                <a:lnTo>
                  <a:pt x="2421818" y="111199"/>
                </a:lnTo>
                <a:lnTo>
                  <a:pt x="2421743" y="110564"/>
                </a:lnTo>
                <a:lnTo>
                  <a:pt x="2421623" y="109983"/>
                </a:lnTo>
                <a:lnTo>
                  <a:pt x="2421460" y="109456"/>
                </a:lnTo>
                <a:lnTo>
                  <a:pt x="2421257" y="108978"/>
                </a:lnTo>
                <a:close/>
                <a:moveTo>
                  <a:pt x="1198004" y="96806"/>
                </a:moveTo>
                <a:lnTo>
                  <a:pt x="1198004" y="96807"/>
                </a:lnTo>
                <a:lnTo>
                  <a:pt x="1198004" y="96809"/>
                </a:lnTo>
                <a:lnTo>
                  <a:pt x="1198004" y="96806"/>
                </a:lnTo>
                <a:close/>
                <a:moveTo>
                  <a:pt x="1704081" y="96806"/>
                </a:moveTo>
                <a:lnTo>
                  <a:pt x="1704081" y="96807"/>
                </a:lnTo>
                <a:lnTo>
                  <a:pt x="1704081" y="96809"/>
                </a:lnTo>
                <a:lnTo>
                  <a:pt x="1704081" y="96806"/>
                </a:lnTo>
                <a:close/>
                <a:moveTo>
                  <a:pt x="1906512" y="96806"/>
                </a:moveTo>
                <a:lnTo>
                  <a:pt x="1906512" y="96807"/>
                </a:lnTo>
                <a:lnTo>
                  <a:pt x="1906512" y="96809"/>
                </a:lnTo>
                <a:lnTo>
                  <a:pt x="1906512" y="96806"/>
                </a:lnTo>
                <a:close/>
                <a:moveTo>
                  <a:pt x="1501644" y="139918"/>
                </a:moveTo>
                <a:lnTo>
                  <a:pt x="1501331" y="139417"/>
                </a:lnTo>
                <a:lnTo>
                  <a:pt x="1500977" y="138968"/>
                </a:lnTo>
                <a:lnTo>
                  <a:pt x="1500587" y="138569"/>
                </a:lnTo>
                <a:lnTo>
                  <a:pt x="1500165" y="138217"/>
                </a:lnTo>
                <a:lnTo>
                  <a:pt x="1499717" y="137909"/>
                </a:lnTo>
                <a:lnTo>
                  <a:pt x="1499246" y="137642"/>
                </a:lnTo>
                <a:lnTo>
                  <a:pt x="1498759" y="137413"/>
                </a:lnTo>
                <a:lnTo>
                  <a:pt x="1498260" y="137219"/>
                </a:lnTo>
                <a:lnTo>
                  <a:pt x="1497754" y="137058"/>
                </a:lnTo>
                <a:lnTo>
                  <a:pt x="1497245" y="136926"/>
                </a:lnTo>
                <a:lnTo>
                  <a:pt x="1496739" y="136820"/>
                </a:lnTo>
                <a:lnTo>
                  <a:pt x="1496240" y="136737"/>
                </a:lnTo>
                <a:lnTo>
                  <a:pt x="1495753" y="136675"/>
                </a:lnTo>
                <a:lnTo>
                  <a:pt x="1495284" y="136631"/>
                </a:lnTo>
                <a:lnTo>
                  <a:pt x="1494836" y="136601"/>
                </a:lnTo>
                <a:lnTo>
                  <a:pt x="1494415" y="136583"/>
                </a:lnTo>
                <a:lnTo>
                  <a:pt x="1494025" y="136574"/>
                </a:lnTo>
                <a:lnTo>
                  <a:pt x="1493672" y="136570"/>
                </a:lnTo>
                <a:lnTo>
                  <a:pt x="1493361" y="136570"/>
                </a:lnTo>
                <a:lnTo>
                  <a:pt x="1432054" y="136570"/>
                </a:lnTo>
                <a:lnTo>
                  <a:pt x="1431743" y="136570"/>
                </a:lnTo>
                <a:lnTo>
                  <a:pt x="1431390" y="136574"/>
                </a:lnTo>
                <a:lnTo>
                  <a:pt x="1431000" y="136583"/>
                </a:lnTo>
                <a:lnTo>
                  <a:pt x="1430579" y="136601"/>
                </a:lnTo>
                <a:lnTo>
                  <a:pt x="1430132" y="136631"/>
                </a:lnTo>
                <a:lnTo>
                  <a:pt x="1429662" y="136675"/>
                </a:lnTo>
                <a:lnTo>
                  <a:pt x="1429175" y="136737"/>
                </a:lnTo>
                <a:lnTo>
                  <a:pt x="1428676" y="136820"/>
                </a:lnTo>
                <a:lnTo>
                  <a:pt x="1428170" y="136926"/>
                </a:lnTo>
                <a:lnTo>
                  <a:pt x="1427661" y="137058"/>
                </a:lnTo>
                <a:lnTo>
                  <a:pt x="1427155" y="137219"/>
                </a:lnTo>
                <a:lnTo>
                  <a:pt x="1426656" y="137413"/>
                </a:lnTo>
                <a:lnTo>
                  <a:pt x="1426169" y="137642"/>
                </a:lnTo>
                <a:lnTo>
                  <a:pt x="1425698" y="137909"/>
                </a:lnTo>
                <a:lnTo>
                  <a:pt x="1425250" y="138217"/>
                </a:lnTo>
                <a:lnTo>
                  <a:pt x="1424828" y="138569"/>
                </a:lnTo>
                <a:lnTo>
                  <a:pt x="1424438" y="138968"/>
                </a:lnTo>
                <a:lnTo>
                  <a:pt x="1424084" y="139417"/>
                </a:lnTo>
                <a:lnTo>
                  <a:pt x="1423771" y="139918"/>
                </a:lnTo>
                <a:lnTo>
                  <a:pt x="1423504" y="140475"/>
                </a:lnTo>
                <a:lnTo>
                  <a:pt x="1423288" y="141091"/>
                </a:lnTo>
                <a:lnTo>
                  <a:pt x="1423128" y="141768"/>
                </a:lnTo>
                <a:lnTo>
                  <a:pt x="1423028" y="142510"/>
                </a:lnTo>
                <a:lnTo>
                  <a:pt x="1422994" y="143319"/>
                </a:lnTo>
                <a:lnTo>
                  <a:pt x="1423028" y="144127"/>
                </a:lnTo>
                <a:lnTo>
                  <a:pt x="1423128" y="144868"/>
                </a:lnTo>
                <a:lnTo>
                  <a:pt x="1423288" y="145545"/>
                </a:lnTo>
                <a:lnTo>
                  <a:pt x="1423504" y="146161"/>
                </a:lnTo>
                <a:lnTo>
                  <a:pt x="1423771" y="146717"/>
                </a:lnTo>
                <a:lnTo>
                  <a:pt x="1424084" y="147219"/>
                </a:lnTo>
                <a:lnTo>
                  <a:pt x="1424438" y="147667"/>
                </a:lnTo>
                <a:lnTo>
                  <a:pt x="1424828" y="148066"/>
                </a:lnTo>
                <a:lnTo>
                  <a:pt x="1425250" y="148418"/>
                </a:lnTo>
                <a:lnTo>
                  <a:pt x="1425698" y="148726"/>
                </a:lnTo>
                <a:lnTo>
                  <a:pt x="1426169" y="148992"/>
                </a:lnTo>
                <a:lnTo>
                  <a:pt x="1426656" y="149221"/>
                </a:lnTo>
                <a:lnTo>
                  <a:pt x="1427155" y="149415"/>
                </a:lnTo>
                <a:lnTo>
                  <a:pt x="1427661" y="149577"/>
                </a:lnTo>
                <a:lnTo>
                  <a:pt x="1428170" y="149709"/>
                </a:lnTo>
                <a:lnTo>
                  <a:pt x="1428676" y="149815"/>
                </a:lnTo>
                <a:lnTo>
                  <a:pt x="1429175" y="149897"/>
                </a:lnTo>
                <a:lnTo>
                  <a:pt x="1429662" y="149959"/>
                </a:lnTo>
                <a:lnTo>
                  <a:pt x="1430132" y="150004"/>
                </a:lnTo>
                <a:lnTo>
                  <a:pt x="1430579" y="150033"/>
                </a:lnTo>
                <a:lnTo>
                  <a:pt x="1431000" y="150051"/>
                </a:lnTo>
                <a:lnTo>
                  <a:pt x="1431390" y="150061"/>
                </a:lnTo>
                <a:lnTo>
                  <a:pt x="1431743" y="150064"/>
                </a:lnTo>
                <a:lnTo>
                  <a:pt x="1432054" y="150065"/>
                </a:lnTo>
                <a:lnTo>
                  <a:pt x="1493361" y="150065"/>
                </a:lnTo>
                <a:lnTo>
                  <a:pt x="1493672" y="150064"/>
                </a:lnTo>
                <a:lnTo>
                  <a:pt x="1494025" y="150061"/>
                </a:lnTo>
                <a:lnTo>
                  <a:pt x="1494415" y="150051"/>
                </a:lnTo>
                <a:lnTo>
                  <a:pt x="1494836" y="150033"/>
                </a:lnTo>
                <a:lnTo>
                  <a:pt x="1495284" y="150004"/>
                </a:lnTo>
                <a:lnTo>
                  <a:pt x="1495753" y="149959"/>
                </a:lnTo>
                <a:lnTo>
                  <a:pt x="1496240" y="149897"/>
                </a:lnTo>
                <a:lnTo>
                  <a:pt x="1496739" y="149815"/>
                </a:lnTo>
                <a:lnTo>
                  <a:pt x="1497245" y="149709"/>
                </a:lnTo>
                <a:lnTo>
                  <a:pt x="1497754" y="149577"/>
                </a:lnTo>
                <a:lnTo>
                  <a:pt x="1498260" y="149415"/>
                </a:lnTo>
                <a:lnTo>
                  <a:pt x="1498759" y="149221"/>
                </a:lnTo>
                <a:lnTo>
                  <a:pt x="1499246" y="148992"/>
                </a:lnTo>
                <a:lnTo>
                  <a:pt x="1499717" y="148726"/>
                </a:lnTo>
                <a:lnTo>
                  <a:pt x="1500165" y="148418"/>
                </a:lnTo>
                <a:lnTo>
                  <a:pt x="1500587" y="148066"/>
                </a:lnTo>
                <a:lnTo>
                  <a:pt x="1500977" y="147667"/>
                </a:lnTo>
                <a:lnTo>
                  <a:pt x="1501331" y="147219"/>
                </a:lnTo>
                <a:lnTo>
                  <a:pt x="1501644" y="146717"/>
                </a:lnTo>
                <a:lnTo>
                  <a:pt x="1501911" y="146161"/>
                </a:lnTo>
                <a:lnTo>
                  <a:pt x="1502127" y="145545"/>
                </a:lnTo>
                <a:lnTo>
                  <a:pt x="1502287" y="144868"/>
                </a:lnTo>
                <a:lnTo>
                  <a:pt x="1502387" y="144127"/>
                </a:lnTo>
                <a:lnTo>
                  <a:pt x="1502421" y="143319"/>
                </a:lnTo>
                <a:lnTo>
                  <a:pt x="1502387" y="142510"/>
                </a:lnTo>
                <a:lnTo>
                  <a:pt x="1502287" y="141768"/>
                </a:lnTo>
                <a:lnTo>
                  <a:pt x="1502127" y="141091"/>
                </a:lnTo>
                <a:lnTo>
                  <a:pt x="1501911" y="140475"/>
                </a:lnTo>
                <a:lnTo>
                  <a:pt x="1501644" y="1399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max_end_here=max(num,temp,min_end_here*num)">
            <a:extLst xmlns:a="http://schemas.openxmlformats.org/drawingml/2006/main">
              <a:ext uri="{FF2B5EF4-FFF2-40B4-BE49-F238E27FC236}">
                <a16:creationId xmlns:a16="http://schemas.microsoft.com/office/drawing/2014/main" id="{9A6F1398-6D7A-4702-9E0B-BCA7BBD6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449" y="2798732"/>
            <a:ext cx="4926974" cy="176548"/>
          </a:xfrm>
          <a:custGeom xmlns:a="http://schemas.openxmlformats.org/drawingml/2006/main">
            <a:pathLst>
              <a:path w="4926974" h="176548">
                <a:moveTo>
                  <a:pt x="1409445" y="56757"/>
                </a:moveTo>
                <a:lnTo>
                  <a:pt x="1409112" y="56256"/>
                </a:lnTo>
                <a:lnTo>
                  <a:pt x="1408736" y="55807"/>
                </a:lnTo>
                <a:lnTo>
                  <a:pt x="1408320" y="55408"/>
                </a:lnTo>
                <a:lnTo>
                  <a:pt x="1407870" y="55056"/>
                </a:lnTo>
                <a:lnTo>
                  <a:pt x="1407391" y="54748"/>
                </a:lnTo>
                <a:lnTo>
                  <a:pt x="1406887" y="54481"/>
                </a:lnTo>
                <a:lnTo>
                  <a:pt x="1406365" y="54252"/>
                </a:lnTo>
                <a:lnTo>
                  <a:pt x="1405829" y="54059"/>
                </a:lnTo>
                <a:lnTo>
                  <a:pt x="1405283" y="53897"/>
                </a:lnTo>
                <a:lnTo>
                  <a:pt x="1404734" y="53765"/>
                </a:lnTo>
                <a:lnTo>
                  <a:pt x="1404186" y="53659"/>
                </a:lnTo>
                <a:lnTo>
                  <a:pt x="1403643" y="53576"/>
                </a:lnTo>
                <a:lnTo>
                  <a:pt x="1403112" y="53514"/>
                </a:lnTo>
                <a:lnTo>
                  <a:pt x="1402597" y="53470"/>
                </a:lnTo>
                <a:lnTo>
                  <a:pt x="1402103" y="53440"/>
                </a:lnTo>
                <a:lnTo>
                  <a:pt x="1401635" y="53422"/>
                </a:lnTo>
                <a:lnTo>
                  <a:pt x="1401198" y="53413"/>
                </a:lnTo>
                <a:lnTo>
                  <a:pt x="1400797" y="53409"/>
                </a:lnTo>
                <a:lnTo>
                  <a:pt x="1400438" y="53409"/>
                </a:lnTo>
                <a:lnTo>
                  <a:pt x="1333730" y="53409"/>
                </a:lnTo>
                <a:lnTo>
                  <a:pt x="1333371" y="53409"/>
                </a:lnTo>
                <a:lnTo>
                  <a:pt x="1332970" y="53413"/>
                </a:lnTo>
                <a:lnTo>
                  <a:pt x="1332533" y="53422"/>
                </a:lnTo>
                <a:lnTo>
                  <a:pt x="1332065" y="53440"/>
                </a:lnTo>
                <a:lnTo>
                  <a:pt x="1331571" y="53470"/>
                </a:lnTo>
                <a:lnTo>
                  <a:pt x="1331056" y="53514"/>
                </a:lnTo>
                <a:lnTo>
                  <a:pt x="1330525" y="53576"/>
                </a:lnTo>
                <a:lnTo>
                  <a:pt x="1329982" y="53659"/>
                </a:lnTo>
                <a:lnTo>
                  <a:pt x="1329434" y="53765"/>
                </a:lnTo>
                <a:lnTo>
                  <a:pt x="1328885" y="53897"/>
                </a:lnTo>
                <a:lnTo>
                  <a:pt x="1328339" y="54059"/>
                </a:lnTo>
                <a:lnTo>
                  <a:pt x="1327803" y="54252"/>
                </a:lnTo>
                <a:lnTo>
                  <a:pt x="1327281" y="54481"/>
                </a:lnTo>
                <a:lnTo>
                  <a:pt x="1326777" y="54748"/>
                </a:lnTo>
                <a:lnTo>
                  <a:pt x="1326298" y="55056"/>
                </a:lnTo>
                <a:lnTo>
                  <a:pt x="1325848" y="55408"/>
                </a:lnTo>
                <a:lnTo>
                  <a:pt x="1325432" y="55807"/>
                </a:lnTo>
                <a:lnTo>
                  <a:pt x="1325056" y="56256"/>
                </a:lnTo>
                <a:lnTo>
                  <a:pt x="1324723" y="56757"/>
                </a:lnTo>
                <a:lnTo>
                  <a:pt x="1324440" y="57314"/>
                </a:lnTo>
                <a:lnTo>
                  <a:pt x="1324211" y="57930"/>
                </a:lnTo>
                <a:lnTo>
                  <a:pt x="1324041" y="58607"/>
                </a:lnTo>
                <a:lnTo>
                  <a:pt x="1323935" y="59349"/>
                </a:lnTo>
                <a:lnTo>
                  <a:pt x="1323899" y="60158"/>
                </a:lnTo>
                <a:lnTo>
                  <a:pt x="1323931" y="60967"/>
                </a:lnTo>
                <a:lnTo>
                  <a:pt x="1324025" y="61708"/>
                </a:lnTo>
                <a:lnTo>
                  <a:pt x="1324177" y="62385"/>
                </a:lnTo>
                <a:lnTo>
                  <a:pt x="1324381" y="63001"/>
                </a:lnTo>
                <a:lnTo>
                  <a:pt x="1324633" y="63558"/>
                </a:lnTo>
                <a:lnTo>
                  <a:pt x="1324929" y="64059"/>
                </a:lnTo>
                <a:lnTo>
                  <a:pt x="1325264" y="64508"/>
                </a:lnTo>
                <a:lnTo>
                  <a:pt x="1325634" y="64907"/>
                </a:lnTo>
                <a:lnTo>
                  <a:pt x="1326034" y="65259"/>
                </a:lnTo>
                <a:lnTo>
                  <a:pt x="1326460" y="65567"/>
                </a:lnTo>
                <a:lnTo>
                  <a:pt x="1326906" y="65834"/>
                </a:lnTo>
                <a:lnTo>
                  <a:pt x="1327369" y="66063"/>
                </a:lnTo>
                <a:lnTo>
                  <a:pt x="1327845" y="66257"/>
                </a:lnTo>
                <a:lnTo>
                  <a:pt x="1328327" y="66418"/>
                </a:lnTo>
                <a:lnTo>
                  <a:pt x="1328813" y="66551"/>
                </a:lnTo>
                <a:lnTo>
                  <a:pt x="1329297" y="66657"/>
                </a:lnTo>
                <a:lnTo>
                  <a:pt x="1329776" y="66739"/>
                </a:lnTo>
                <a:lnTo>
                  <a:pt x="1330243" y="66801"/>
                </a:lnTo>
                <a:lnTo>
                  <a:pt x="1330696" y="66846"/>
                </a:lnTo>
                <a:lnTo>
                  <a:pt x="1331129" y="66875"/>
                </a:lnTo>
                <a:lnTo>
                  <a:pt x="1331538" y="66893"/>
                </a:lnTo>
                <a:lnTo>
                  <a:pt x="1331918" y="66903"/>
                </a:lnTo>
                <a:lnTo>
                  <a:pt x="1332265" y="66906"/>
                </a:lnTo>
                <a:lnTo>
                  <a:pt x="1332574" y="66907"/>
                </a:lnTo>
                <a:lnTo>
                  <a:pt x="1401594" y="66907"/>
                </a:lnTo>
                <a:lnTo>
                  <a:pt x="1401903" y="66906"/>
                </a:lnTo>
                <a:lnTo>
                  <a:pt x="1402250" y="66903"/>
                </a:lnTo>
                <a:lnTo>
                  <a:pt x="1402631" y="66893"/>
                </a:lnTo>
                <a:lnTo>
                  <a:pt x="1403039" y="66875"/>
                </a:lnTo>
                <a:lnTo>
                  <a:pt x="1403472" y="66846"/>
                </a:lnTo>
                <a:lnTo>
                  <a:pt x="1403925" y="66801"/>
                </a:lnTo>
                <a:lnTo>
                  <a:pt x="1404393" y="66739"/>
                </a:lnTo>
                <a:lnTo>
                  <a:pt x="1404871" y="66657"/>
                </a:lnTo>
                <a:lnTo>
                  <a:pt x="1405355" y="66551"/>
                </a:lnTo>
                <a:lnTo>
                  <a:pt x="1405841" y="66418"/>
                </a:lnTo>
                <a:lnTo>
                  <a:pt x="1406324" y="66257"/>
                </a:lnTo>
                <a:lnTo>
                  <a:pt x="1406799" y="66063"/>
                </a:lnTo>
                <a:lnTo>
                  <a:pt x="1407262" y="65834"/>
                </a:lnTo>
                <a:lnTo>
                  <a:pt x="1407709" y="65567"/>
                </a:lnTo>
                <a:lnTo>
                  <a:pt x="1408134" y="65259"/>
                </a:lnTo>
                <a:lnTo>
                  <a:pt x="1408534" y="64907"/>
                </a:lnTo>
                <a:lnTo>
                  <a:pt x="1408904" y="64508"/>
                </a:lnTo>
                <a:lnTo>
                  <a:pt x="1409239" y="64059"/>
                </a:lnTo>
                <a:lnTo>
                  <a:pt x="1409535" y="63558"/>
                </a:lnTo>
                <a:lnTo>
                  <a:pt x="1409787" y="63001"/>
                </a:lnTo>
                <a:lnTo>
                  <a:pt x="1409991" y="62385"/>
                </a:lnTo>
                <a:lnTo>
                  <a:pt x="1410143" y="61708"/>
                </a:lnTo>
                <a:lnTo>
                  <a:pt x="1410237" y="60967"/>
                </a:lnTo>
                <a:lnTo>
                  <a:pt x="1410269" y="60158"/>
                </a:lnTo>
                <a:lnTo>
                  <a:pt x="1410233" y="59349"/>
                </a:lnTo>
                <a:lnTo>
                  <a:pt x="1410127" y="58607"/>
                </a:lnTo>
                <a:lnTo>
                  <a:pt x="1409957" y="57930"/>
                </a:lnTo>
                <a:lnTo>
                  <a:pt x="1409728" y="57314"/>
                </a:lnTo>
                <a:lnTo>
                  <a:pt x="1409445" y="56757"/>
                </a:lnTo>
                <a:close/>
                <a:moveTo>
                  <a:pt x="908404" y="124569"/>
                </a:moveTo>
                <a:lnTo>
                  <a:pt x="908138" y="124172"/>
                </a:lnTo>
                <a:lnTo>
                  <a:pt x="907841" y="123818"/>
                </a:lnTo>
                <a:lnTo>
                  <a:pt x="907517" y="123507"/>
                </a:lnTo>
                <a:lnTo>
                  <a:pt x="907169" y="123234"/>
                </a:lnTo>
                <a:lnTo>
                  <a:pt x="906799" y="122998"/>
                </a:lnTo>
                <a:lnTo>
                  <a:pt x="906410" y="122795"/>
                </a:lnTo>
                <a:lnTo>
                  <a:pt x="906005" y="122623"/>
                </a:lnTo>
                <a:lnTo>
                  <a:pt x="905586" y="122480"/>
                </a:lnTo>
                <a:lnTo>
                  <a:pt x="905157" y="122363"/>
                </a:lnTo>
                <a:lnTo>
                  <a:pt x="904721" y="122269"/>
                </a:lnTo>
                <a:lnTo>
                  <a:pt x="904280" y="122196"/>
                </a:lnTo>
                <a:lnTo>
                  <a:pt x="903837" y="122141"/>
                </a:lnTo>
                <a:lnTo>
                  <a:pt x="903395" y="122102"/>
                </a:lnTo>
                <a:lnTo>
                  <a:pt x="902957" y="122076"/>
                </a:lnTo>
                <a:lnTo>
                  <a:pt x="902526" y="122060"/>
                </a:lnTo>
                <a:lnTo>
                  <a:pt x="902104" y="122052"/>
                </a:lnTo>
                <a:lnTo>
                  <a:pt x="901695" y="122049"/>
                </a:lnTo>
                <a:lnTo>
                  <a:pt x="901300" y="122048"/>
                </a:lnTo>
                <a:lnTo>
                  <a:pt x="892816" y="122048"/>
                </a:lnTo>
                <a:lnTo>
                  <a:pt x="892816" y="77386"/>
                </a:lnTo>
                <a:lnTo>
                  <a:pt x="892765" y="75013"/>
                </a:lnTo>
                <a:lnTo>
                  <a:pt x="892614" y="72754"/>
                </a:lnTo>
                <a:lnTo>
                  <a:pt x="892364" y="70610"/>
                </a:lnTo>
                <a:lnTo>
                  <a:pt x="892017" y="68578"/>
                </a:lnTo>
                <a:lnTo>
                  <a:pt x="891576" y="66657"/>
                </a:lnTo>
                <a:lnTo>
                  <a:pt x="891042" y="64846"/>
                </a:lnTo>
                <a:lnTo>
                  <a:pt x="890417" y="63144"/>
                </a:lnTo>
                <a:lnTo>
                  <a:pt x="889703" y="61549"/>
                </a:lnTo>
                <a:lnTo>
                  <a:pt x="888902" y="60061"/>
                </a:lnTo>
                <a:lnTo>
                  <a:pt x="888016" y="58677"/>
                </a:lnTo>
                <a:lnTo>
                  <a:pt x="887047" y="57398"/>
                </a:lnTo>
                <a:lnTo>
                  <a:pt x="885997" y="56221"/>
                </a:lnTo>
                <a:lnTo>
                  <a:pt x="884867" y="55145"/>
                </a:lnTo>
                <a:lnTo>
                  <a:pt x="883660" y="54170"/>
                </a:lnTo>
                <a:lnTo>
                  <a:pt x="882377" y="53293"/>
                </a:lnTo>
                <a:lnTo>
                  <a:pt x="881021" y="52513"/>
                </a:lnTo>
                <a:lnTo>
                  <a:pt x="879593" y="51831"/>
                </a:lnTo>
                <a:lnTo>
                  <a:pt x="878096" y="51243"/>
                </a:lnTo>
                <a:lnTo>
                  <a:pt x="876531" y="50749"/>
                </a:lnTo>
                <a:lnTo>
                  <a:pt x="874900" y="50347"/>
                </a:lnTo>
                <a:lnTo>
                  <a:pt x="873205" y="50037"/>
                </a:lnTo>
                <a:lnTo>
                  <a:pt x="871448" y="49817"/>
                </a:lnTo>
                <a:lnTo>
                  <a:pt x="869630" y="49686"/>
                </a:lnTo>
                <a:lnTo>
                  <a:pt x="867755" y="49643"/>
                </a:lnTo>
                <a:lnTo>
                  <a:pt x="866163" y="49676"/>
                </a:lnTo>
                <a:lnTo>
                  <a:pt x="864615" y="49774"/>
                </a:lnTo>
                <a:lnTo>
                  <a:pt x="863112" y="49932"/>
                </a:lnTo>
                <a:lnTo>
                  <a:pt x="861654" y="50146"/>
                </a:lnTo>
                <a:lnTo>
                  <a:pt x="860241" y="50411"/>
                </a:lnTo>
                <a:lnTo>
                  <a:pt x="858875" y="50725"/>
                </a:lnTo>
                <a:lnTo>
                  <a:pt x="857554" y="51082"/>
                </a:lnTo>
                <a:lnTo>
                  <a:pt x="856280" y="51479"/>
                </a:lnTo>
                <a:lnTo>
                  <a:pt x="855053" y="51911"/>
                </a:lnTo>
                <a:lnTo>
                  <a:pt x="853874" y="52375"/>
                </a:lnTo>
                <a:lnTo>
                  <a:pt x="852741" y="52866"/>
                </a:lnTo>
                <a:lnTo>
                  <a:pt x="851657" y="53380"/>
                </a:lnTo>
                <a:lnTo>
                  <a:pt x="850620" y="53913"/>
                </a:lnTo>
                <a:lnTo>
                  <a:pt x="849633" y="54461"/>
                </a:lnTo>
                <a:lnTo>
                  <a:pt x="848694" y="55020"/>
                </a:lnTo>
                <a:lnTo>
                  <a:pt x="847804" y="55586"/>
                </a:lnTo>
                <a:lnTo>
                  <a:pt x="846964" y="56154"/>
                </a:lnTo>
                <a:lnTo>
                  <a:pt x="846174" y="56721"/>
                </a:lnTo>
                <a:lnTo>
                  <a:pt x="845433" y="57283"/>
                </a:lnTo>
                <a:lnTo>
                  <a:pt x="844744" y="57835"/>
                </a:lnTo>
                <a:lnTo>
                  <a:pt x="844105" y="58373"/>
                </a:lnTo>
                <a:lnTo>
                  <a:pt x="843517" y="58893"/>
                </a:lnTo>
                <a:lnTo>
                  <a:pt x="842981" y="59391"/>
                </a:lnTo>
                <a:lnTo>
                  <a:pt x="842497" y="59863"/>
                </a:lnTo>
                <a:lnTo>
                  <a:pt x="842497" y="23845"/>
                </a:lnTo>
                <a:lnTo>
                  <a:pt x="842491" y="23119"/>
                </a:lnTo>
                <a:lnTo>
                  <a:pt x="842471" y="22434"/>
                </a:lnTo>
                <a:lnTo>
                  <a:pt x="842435" y="21790"/>
                </a:lnTo>
                <a:lnTo>
                  <a:pt x="842381" y="21184"/>
                </a:lnTo>
                <a:lnTo>
                  <a:pt x="842308" y="20618"/>
                </a:lnTo>
                <a:lnTo>
                  <a:pt x="842214" y="20089"/>
                </a:lnTo>
                <a:lnTo>
                  <a:pt x="842097" y="19596"/>
                </a:lnTo>
                <a:lnTo>
                  <a:pt x="841955" y="19140"/>
                </a:lnTo>
                <a:lnTo>
                  <a:pt x="841786" y="18718"/>
                </a:lnTo>
                <a:lnTo>
                  <a:pt x="841588" y="18330"/>
                </a:lnTo>
                <a:lnTo>
                  <a:pt x="841360" y="17975"/>
                </a:lnTo>
                <a:lnTo>
                  <a:pt x="841100" y="17652"/>
                </a:lnTo>
                <a:lnTo>
                  <a:pt x="840805" y="17360"/>
                </a:lnTo>
                <a:lnTo>
                  <a:pt x="840475" y="17098"/>
                </a:lnTo>
                <a:lnTo>
                  <a:pt x="840107" y="16865"/>
                </a:lnTo>
                <a:lnTo>
                  <a:pt x="839699" y="16661"/>
                </a:lnTo>
                <a:lnTo>
                  <a:pt x="839249" y="16485"/>
                </a:lnTo>
                <a:lnTo>
                  <a:pt x="838757" y="16335"/>
                </a:lnTo>
                <a:lnTo>
                  <a:pt x="838219" y="16210"/>
                </a:lnTo>
                <a:lnTo>
                  <a:pt x="837634" y="16110"/>
                </a:lnTo>
                <a:lnTo>
                  <a:pt x="837000" y="16034"/>
                </a:lnTo>
                <a:lnTo>
                  <a:pt x="836315" y="15981"/>
                </a:lnTo>
                <a:lnTo>
                  <a:pt x="835578" y="15950"/>
                </a:lnTo>
                <a:lnTo>
                  <a:pt x="834787" y="15940"/>
                </a:lnTo>
                <a:lnTo>
                  <a:pt x="820713" y="15940"/>
                </a:lnTo>
                <a:lnTo>
                  <a:pt x="820319" y="15940"/>
                </a:lnTo>
                <a:lnTo>
                  <a:pt x="819910" y="15943"/>
                </a:lnTo>
                <a:lnTo>
                  <a:pt x="819488" y="15951"/>
                </a:lnTo>
                <a:lnTo>
                  <a:pt x="819056" y="15967"/>
                </a:lnTo>
                <a:lnTo>
                  <a:pt x="818618" y="15994"/>
                </a:lnTo>
                <a:lnTo>
                  <a:pt x="818176" y="16033"/>
                </a:lnTo>
                <a:lnTo>
                  <a:pt x="817734" y="16088"/>
                </a:lnTo>
                <a:lnTo>
                  <a:pt x="817293" y="16161"/>
                </a:lnTo>
                <a:lnTo>
                  <a:pt x="816856" y="16255"/>
                </a:lnTo>
                <a:lnTo>
                  <a:pt x="816427" y="16372"/>
                </a:lnTo>
                <a:lnTo>
                  <a:pt x="816009" y="16515"/>
                </a:lnTo>
                <a:lnTo>
                  <a:pt x="815604" y="16687"/>
                </a:lnTo>
                <a:lnTo>
                  <a:pt x="815215" y="16890"/>
                </a:lnTo>
                <a:lnTo>
                  <a:pt x="814845" y="17126"/>
                </a:lnTo>
                <a:lnTo>
                  <a:pt x="814496" y="17399"/>
                </a:lnTo>
                <a:lnTo>
                  <a:pt x="814172" y="17711"/>
                </a:lnTo>
                <a:lnTo>
                  <a:pt x="813876" y="18064"/>
                </a:lnTo>
                <a:lnTo>
                  <a:pt x="813610" y="18462"/>
                </a:lnTo>
                <a:lnTo>
                  <a:pt x="813377" y="18906"/>
                </a:lnTo>
                <a:lnTo>
                  <a:pt x="813180" y="19399"/>
                </a:lnTo>
                <a:lnTo>
                  <a:pt x="813022" y="19945"/>
                </a:lnTo>
                <a:lnTo>
                  <a:pt x="812905" y="20544"/>
                </a:lnTo>
                <a:lnTo>
                  <a:pt x="812833" y="21201"/>
                </a:lnTo>
                <a:lnTo>
                  <a:pt x="812809" y="21918"/>
                </a:lnTo>
                <a:lnTo>
                  <a:pt x="812834" y="22611"/>
                </a:lnTo>
                <a:lnTo>
                  <a:pt x="812909" y="23247"/>
                </a:lnTo>
                <a:lnTo>
                  <a:pt x="813029" y="23827"/>
                </a:lnTo>
                <a:lnTo>
                  <a:pt x="813193" y="24355"/>
                </a:lnTo>
                <a:lnTo>
                  <a:pt x="813395" y="24832"/>
                </a:lnTo>
                <a:lnTo>
                  <a:pt x="813634" y="25262"/>
                </a:lnTo>
                <a:lnTo>
                  <a:pt x="813906" y="25646"/>
                </a:lnTo>
                <a:lnTo>
                  <a:pt x="814208" y="25988"/>
                </a:lnTo>
                <a:lnTo>
                  <a:pt x="814537" y="26290"/>
                </a:lnTo>
                <a:lnTo>
                  <a:pt x="814890" y="26554"/>
                </a:lnTo>
                <a:lnTo>
                  <a:pt x="815262" y="26782"/>
                </a:lnTo>
                <a:lnTo>
                  <a:pt x="815652" y="26979"/>
                </a:lnTo>
                <a:lnTo>
                  <a:pt x="816057" y="27145"/>
                </a:lnTo>
                <a:lnTo>
                  <a:pt x="816471" y="27283"/>
                </a:lnTo>
                <a:lnTo>
                  <a:pt x="816894" y="27397"/>
                </a:lnTo>
                <a:lnTo>
                  <a:pt x="817321" y="27487"/>
                </a:lnTo>
                <a:lnTo>
                  <a:pt x="817750" y="27558"/>
                </a:lnTo>
                <a:lnTo>
                  <a:pt x="818176" y="27611"/>
                </a:lnTo>
                <a:lnTo>
                  <a:pt x="818598" y="27649"/>
                </a:lnTo>
                <a:lnTo>
                  <a:pt x="819011" y="27675"/>
                </a:lnTo>
                <a:lnTo>
                  <a:pt x="819413" y="27690"/>
                </a:lnTo>
                <a:lnTo>
                  <a:pt x="819801" y="27698"/>
                </a:lnTo>
                <a:lnTo>
                  <a:pt x="820170" y="27701"/>
                </a:lnTo>
                <a:lnTo>
                  <a:pt x="820519" y="27702"/>
                </a:lnTo>
                <a:lnTo>
                  <a:pt x="829197" y="27702"/>
                </a:lnTo>
                <a:lnTo>
                  <a:pt x="829197" y="122048"/>
                </a:lnTo>
                <a:lnTo>
                  <a:pt x="820713" y="122048"/>
                </a:lnTo>
                <a:lnTo>
                  <a:pt x="820319" y="122049"/>
                </a:lnTo>
                <a:lnTo>
                  <a:pt x="819910" y="122052"/>
                </a:lnTo>
                <a:lnTo>
                  <a:pt x="819488" y="122060"/>
                </a:lnTo>
                <a:lnTo>
                  <a:pt x="819056" y="122076"/>
                </a:lnTo>
                <a:lnTo>
                  <a:pt x="818618" y="122102"/>
                </a:lnTo>
                <a:lnTo>
                  <a:pt x="818176" y="122141"/>
                </a:lnTo>
                <a:lnTo>
                  <a:pt x="817734" y="122196"/>
                </a:lnTo>
                <a:lnTo>
                  <a:pt x="817293" y="122269"/>
                </a:lnTo>
                <a:lnTo>
                  <a:pt x="816856" y="122363"/>
                </a:lnTo>
                <a:lnTo>
                  <a:pt x="816427" y="122480"/>
                </a:lnTo>
                <a:lnTo>
                  <a:pt x="816009" y="122623"/>
                </a:lnTo>
                <a:lnTo>
                  <a:pt x="815604" y="122795"/>
                </a:lnTo>
                <a:lnTo>
                  <a:pt x="815215" y="122998"/>
                </a:lnTo>
                <a:lnTo>
                  <a:pt x="814845" y="123234"/>
                </a:lnTo>
                <a:lnTo>
                  <a:pt x="814496" y="123507"/>
                </a:lnTo>
                <a:lnTo>
                  <a:pt x="814172" y="123818"/>
                </a:lnTo>
                <a:lnTo>
                  <a:pt x="813876" y="124172"/>
                </a:lnTo>
                <a:lnTo>
                  <a:pt x="813610" y="124569"/>
                </a:lnTo>
                <a:lnTo>
                  <a:pt x="813377" y="125013"/>
                </a:lnTo>
                <a:lnTo>
                  <a:pt x="813180" y="125506"/>
                </a:lnTo>
                <a:lnTo>
                  <a:pt x="813022" y="126051"/>
                </a:lnTo>
                <a:lnTo>
                  <a:pt x="812905" y="126650"/>
                </a:lnTo>
                <a:lnTo>
                  <a:pt x="812833" y="127307"/>
                </a:lnTo>
                <a:lnTo>
                  <a:pt x="812809" y="128023"/>
                </a:lnTo>
                <a:lnTo>
                  <a:pt x="812834" y="128717"/>
                </a:lnTo>
                <a:lnTo>
                  <a:pt x="812909" y="129352"/>
                </a:lnTo>
                <a:lnTo>
                  <a:pt x="813029" y="129932"/>
                </a:lnTo>
                <a:lnTo>
                  <a:pt x="813193" y="130460"/>
                </a:lnTo>
                <a:lnTo>
                  <a:pt x="813395" y="130937"/>
                </a:lnTo>
                <a:lnTo>
                  <a:pt x="813634" y="131367"/>
                </a:lnTo>
                <a:lnTo>
                  <a:pt x="813906" y="131752"/>
                </a:lnTo>
                <a:lnTo>
                  <a:pt x="814208" y="132093"/>
                </a:lnTo>
                <a:lnTo>
                  <a:pt x="814537" y="132395"/>
                </a:lnTo>
                <a:lnTo>
                  <a:pt x="814890" y="132659"/>
                </a:lnTo>
                <a:lnTo>
                  <a:pt x="815262" y="132888"/>
                </a:lnTo>
                <a:lnTo>
                  <a:pt x="815652" y="133084"/>
                </a:lnTo>
                <a:lnTo>
                  <a:pt x="816057" y="133250"/>
                </a:lnTo>
                <a:lnTo>
                  <a:pt x="816471" y="133389"/>
                </a:lnTo>
                <a:lnTo>
                  <a:pt x="816894" y="133502"/>
                </a:lnTo>
                <a:lnTo>
                  <a:pt x="817321" y="133593"/>
                </a:lnTo>
                <a:lnTo>
                  <a:pt x="817750" y="133664"/>
                </a:lnTo>
                <a:lnTo>
                  <a:pt x="818176" y="133717"/>
                </a:lnTo>
                <a:lnTo>
                  <a:pt x="818598" y="133755"/>
                </a:lnTo>
                <a:lnTo>
                  <a:pt x="819011" y="133780"/>
                </a:lnTo>
                <a:lnTo>
                  <a:pt x="819413" y="133796"/>
                </a:lnTo>
                <a:lnTo>
                  <a:pt x="819801" y="133804"/>
                </a:lnTo>
                <a:lnTo>
                  <a:pt x="820170" y="133807"/>
                </a:lnTo>
                <a:lnTo>
                  <a:pt x="820519" y="133807"/>
                </a:lnTo>
                <a:lnTo>
                  <a:pt x="851175" y="133807"/>
                </a:lnTo>
                <a:lnTo>
                  <a:pt x="851524" y="133807"/>
                </a:lnTo>
                <a:lnTo>
                  <a:pt x="851894" y="133804"/>
                </a:lnTo>
                <a:lnTo>
                  <a:pt x="852281" y="133796"/>
                </a:lnTo>
                <a:lnTo>
                  <a:pt x="852683" y="133780"/>
                </a:lnTo>
                <a:lnTo>
                  <a:pt x="853097" y="133755"/>
                </a:lnTo>
                <a:lnTo>
                  <a:pt x="853518" y="133717"/>
                </a:lnTo>
                <a:lnTo>
                  <a:pt x="853945" y="133664"/>
                </a:lnTo>
                <a:lnTo>
                  <a:pt x="854373" y="133593"/>
                </a:lnTo>
                <a:lnTo>
                  <a:pt x="854801" y="133502"/>
                </a:lnTo>
                <a:lnTo>
                  <a:pt x="855223" y="133389"/>
                </a:lnTo>
                <a:lnTo>
                  <a:pt x="855638" y="133250"/>
                </a:lnTo>
                <a:lnTo>
                  <a:pt x="856042" y="133084"/>
                </a:lnTo>
                <a:lnTo>
                  <a:pt x="856432" y="132888"/>
                </a:lnTo>
                <a:lnTo>
                  <a:pt x="856805" y="132659"/>
                </a:lnTo>
                <a:lnTo>
                  <a:pt x="857157" y="132395"/>
                </a:lnTo>
                <a:lnTo>
                  <a:pt x="857486" y="132093"/>
                </a:lnTo>
                <a:lnTo>
                  <a:pt x="857788" y="131752"/>
                </a:lnTo>
                <a:lnTo>
                  <a:pt x="858060" y="131367"/>
                </a:lnTo>
                <a:lnTo>
                  <a:pt x="858299" y="130937"/>
                </a:lnTo>
                <a:lnTo>
                  <a:pt x="858502" y="130460"/>
                </a:lnTo>
                <a:lnTo>
                  <a:pt x="858665" y="129932"/>
                </a:lnTo>
                <a:lnTo>
                  <a:pt x="858786" y="129352"/>
                </a:lnTo>
                <a:lnTo>
                  <a:pt x="858860" y="128717"/>
                </a:lnTo>
                <a:lnTo>
                  <a:pt x="858886" y="128023"/>
                </a:lnTo>
                <a:lnTo>
                  <a:pt x="858861" y="127307"/>
                </a:lnTo>
                <a:lnTo>
                  <a:pt x="858789" y="126650"/>
                </a:lnTo>
                <a:lnTo>
                  <a:pt x="858673" y="126051"/>
                </a:lnTo>
                <a:lnTo>
                  <a:pt x="858515" y="125506"/>
                </a:lnTo>
                <a:lnTo>
                  <a:pt x="858318" y="125013"/>
                </a:lnTo>
                <a:lnTo>
                  <a:pt x="858085" y="124569"/>
                </a:lnTo>
                <a:lnTo>
                  <a:pt x="857819" y="124172"/>
                </a:lnTo>
                <a:lnTo>
                  <a:pt x="857522" y="123818"/>
                </a:lnTo>
                <a:lnTo>
                  <a:pt x="857198" y="123507"/>
                </a:lnTo>
                <a:lnTo>
                  <a:pt x="856850" y="123234"/>
                </a:lnTo>
                <a:lnTo>
                  <a:pt x="856480" y="122998"/>
                </a:lnTo>
                <a:lnTo>
                  <a:pt x="856091" y="122795"/>
                </a:lnTo>
                <a:lnTo>
                  <a:pt x="855686" y="122623"/>
                </a:lnTo>
                <a:lnTo>
                  <a:pt x="855267" y="122480"/>
                </a:lnTo>
                <a:lnTo>
                  <a:pt x="854838" y="122363"/>
                </a:lnTo>
                <a:lnTo>
                  <a:pt x="854402" y="122269"/>
                </a:lnTo>
                <a:lnTo>
                  <a:pt x="853961" y="122196"/>
                </a:lnTo>
                <a:lnTo>
                  <a:pt x="853518" y="122141"/>
                </a:lnTo>
                <a:lnTo>
                  <a:pt x="853076" y="122102"/>
                </a:lnTo>
                <a:lnTo>
                  <a:pt x="852638" y="122076"/>
                </a:lnTo>
                <a:lnTo>
                  <a:pt x="852207" y="122060"/>
                </a:lnTo>
                <a:lnTo>
                  <a:pt x="851785" y="122052"/>
                </a:lnTo>
                <a:lnTo>
                  <a:pt x="851376" y="122049"/>
                </a:lnTo>
                <a:lnTo>
                  <a:pt x="850981" y="122048"/>
                </a:lnTo>
                <a:lnTo>
                  <a:pt x="842497" y="122048"/>
                </a:lnTo>
                <a:lnTo>
                  <a:pt x="842497" y="87974"/>
                </a:lnTo>
                <a:lnTo>
                  <a:pt x="842570" y="85629"/>
                </a:lnTo>
                <a:lnTo>
                  <a:pt x="842784" y="83407"/>
                </a:lnTo>
                <a:lnTo>
                  <a:pt x="843129" y="81305"/>
                </a:lnTo>
                <a:lnTo>
                  <a:pt x="843600" y="79321"/>
                </a:lnTo>
                <a:lnTo>
                  <a:pt x="844186" y="77454"/>
                </a:lnTo>
                <a:lnTo>
                  <a:pt x="844880" y="75701"/>
                </a:lnTo>
                <a:lnTo>
                  <a:pt x="845674" y="74060"/>
                </a:lnTo>
                <a:lnTo>
                  <a:pt x="846560" y="72529"/>
                </a:lnTo>
                <a:lnTo>
                  <a:pt x="847530" y="71107"/>
                </a:lnTo>
                <a:lnTo>
                  <a:pt x="848575" y="69791"/>
                </a:lnTo>
                <a:lnTo>
                  <a:pt x="849688" y="68579"/>
                </a:lnTo>
                <a:lnTo>
                  <a:pt x="850860" y="67470"/>
                </a:lnTo>
                <a:lnTo>
                  <a:pt x="852084" y="66461"/>
                </a:lnTo>
                <a:lnTo>
                  <a:pt x="853350" y="65550"/>
                </a:lnTo>
                <a:lnTo>
                  <a:pt x="854651" y="64735"/>
                </a:lnTo>
                <a:lnTo>
                  <a:pt x="855980" y="64015"/>
                </a:lnTo>
                <a:lnTo>
                  <a:pt x="857327" y="63387"/>
                </a:lnTo>
                <a:lnTo>
                  <a:pt x="858684" y="62849"/>
                </a:lnTo>
                <a:lnTo>
                  <a:pt x="860045" y="62399"/>
                </a:lnTo>
                <a:lnTo>
                  <a:pt x="861399" y="62036"/>
                </a:lnTo>
                <a:lnTo>
                  <a:pt x="862740" y="61757"/>
                </a:lnTo>
                <a:lnTo>
                  <a:pt x="864059" y="61560"/>
                </a:lnTo>
                <a:lnTo>
                  <a:pt x="865348" y="61443"/>
                </a:lnTo>
                <a:lnTo>
                  <a:pt x="866599" y="61405"/>
                </a:lnTo>
                <a:lnTo>
                  <a:pt x="867837" y="61433"/>
                </a:lnTo>
                <a:lnTo>
                  <a:pt x="868999" y="61518"/>
                </a:lnTo>
                <a:lnTo>
                  <a:pt x="870087" y="61659"/>
                </a:lnTo>
                <a:lnTo>
                  <a:pt x="871103" y="61858"/>
                </a:lnTo>
                <a:lnTo>
                  <a:pt x="872049" y="62114"/>
                </a:lnTo>
                <a:lnTo>
                  <a:pt x="872927" y="62428"/>
                </a:lnTo>
                <a:lnTo>
                  <a:pt x="873739" y="62800"/>
                </a:lnTo>
                <a:lnTo>
                  <a:pt x="874488" y="63231"/>
                </a:lnTo>
                <a:lnTo>
                  <a:pt x="875175" y="63720"/>
                </a:lnTo>
                <a:lnTo>
                  <a:pt x="875803" y="64269"/>
                </a:lnTo>
                <a:lnTo>
                  <a:pt x="876373" y="64877"/>
                </a:lnTo>
                <a:lnTo>
                  <a:pt x="876888" y="65545"/>
                </a:lnTo>
                <a:lnTo>
                  <a:pt x="877349" y="66273"/>
                </a:lnTo>
                <a:lnTo>
                  <a:pt x="877760" y="67062"/>
                </a:lnTo>
                <a:lnTo>
                  <a:pt x="878121" y="67911"/>
                </a:lnTo>
                <a:lnTo>
                  <a:pt x="878436" y="68822"/>
                </a:lnTo>
                <a:lnTo>
                  <a:pt x="878705" y="69794"/>
                </a:lnTo>
                <a:lnTo>
                  <a:pt x="878932" y="70828"/>
                </a:lnTo>
                <a:lnTo>
                  <a:pt x="879119" y="71924"/>
                </a:lnTo>
                <a:lnTo>
                  <a:pt x="879266" y="73082"/>
                </a:lnTo>
                <a:lnTo>
                  <a:pt x="879378" y="74304"/>
                </a:lnTo>
                <a:lnTo>
                  <a:pt x="879455" y="75588"/>
                </a:lnTo>
                <a:lnTo>
                  <a:pt x="879499" y="76936"/>
                </a:lnTo>
                <a:lnTo>
                  <a:pt x="879514" y="78348"/>
                </a:lnTo>
                <a:lnTo>
                  <a:pt x="879514" y="122048"/>
                </a:lnTo>
                <a:lnTo>
                  <a:pt x="871997" y="122048"/>
                </a:lnTo>
                <a:lnTo>
                  <a:pt x="871603" y="122049"/>
                </a:lnTo>
                <a:lnTo>
                  <a:pt x="871193" y="122052"/>
                </a:lnTo>
                <a:lnTo>
                  <a:pt x="870772" y="122060"/>
                </a:lnTo>
                <a:lnTo>
                  <a:pt x="870340" y="122076"/>
                </a:lnTo>
                <a:lnTo>
                  <a:pt x="869902" y="122102"/>
                </a:lnTo>
                <a:lnTo>
                  <a:pt x="869460" y="122141"/>
                </a:lnTo>
                <a:lnTo>
                  <a:pt x="869017" y="122196"/>
                </a:lnTo>
                <a:lnTo>
                  <a:pt x="868576" y="122269"/>
                </a:lnTo>
                <a:lnTo>
                  <a:pt x="868140" y="122363"/>
                </a:lnTo>
                <a:lnTo>
                  <a:pt x="867711" y="122480"/>
                </a:lnTo>
                <a:lnTo>
                  <a:pt x="867293" y="122623"/>
                </a:lnTo>
                <a:lnTo>
                  <a:pt x="866888" y="122795"/>
                </a:lnTo>
                <a:lnTo>
                  <a:pt x="866499" y="122998"/>
                </a:lnTo>
                <a:lnTo>
                  <a:pt x="866129" y="123234"/>
                </a:lnTo>
                <a:lnTo>
                  <a:pt x="865780" y="123507"/>
                </a:lnTo>
                <a:lnTo>
                  <a:pt x="865456" y="123818"/>
                </a:lnTo>
                <a:lnTo>
                  <a:pt x="865160" y="124172"/>
                </a:lnTo>
                <a:lnTo>
                  <a:pt x="864894" y="124569"/>
                </a:lnTo>
                <a:lnTo>
                  <a:pt x="864661" y="125013"/>
                </a:lnTo>
                <a:lnTo>
                  <a:pt x="864464" y="125506"/>
                </a:lnTo>
                <a:lnTo>
                  <a:pt x="864306" y="126051"/>
                </a:lnTo>
                <a:lnTo>
                  <a:pt x="864189" y="126650"/>
                </a:lnTo>
                <a:lnTo>
                  <a:pt x="864117" y="127307"/>
                </a:lnTo>
                <a:lnTo>
                  <a:pt x="864093" y="128023"/>
                </a:lnTo>
                <a:lnTo>
                  <a:pt x="864119" y="128717"/>
                </a:lnTo>
                <a:lnTo>
                  <a:pt x="864197" y="129352"/>
                </a:lnTo>
                <a:lnTo>
                  <a:pt x="864322" y="129932"/>
                </a:lnTo>
                <a:lnTo>
                  <a:pt x="864491" y="130460"/>
                </a:lnTo>
                <a:lnTo>
                  <a:pt x="864701" y="130937"/>
                </a:lnTo>
                <a:lnTo>
                  <a:pt x="864948" y="131367"/>
                </a:lnTo>
                <a:lnTo>
                  <a:pt x="865230" y="131752"/>
                </a:lnTo>
                <a:lnTo>
                  <a:pt x="865542" y="132093"/>
                </a:lnTo>
                <a:lnTo>
                  <a:pt x="865882" y="132395"/>
                </a:lnTo>
                <a:lnTo>
                  <a:pt x="866246" y="132659"/>
                </a:lnTo>
                <a:lnTo>
                  <a:pt x="866630" y="132888"/>
                </a:lnTo>
                <a:lnTo>
                  <a:pt x="867032" y="133084"/>
                </a:lnTo>
                <a:lnTo>
                  <a:pt x="867448" y="133250"/>
                </a:lnTo>
                <a:lnTo>
                  <a:pt x="867875" y="133389"/>
                </a:lnTo>
                <a:lnTo>
                  <a:pt x="868309" y="133502"/>
                </a:lnTo>
                <a:lnTo>
                  <a:pt x="868748" y="133593"/>
                </a:lnTo>
                <a:lnTo>
                  <a:pt x="869187" y="133664"/>
                </a:lnTo>
                <a:lnTo>
                  <a:pt x="869623" y="133717"/>
                </a:lnTo>
                <a:lnTo>
                  <a:pt x="870053" y="133755"/>
                </a:lnTo>
                <a:lnTo>
                  <a:pt x="870474" y="133780"/>
                </a:lnTo>
                <a:lnTo>
                  <a:pt x="870882" y="133796"/>
                </a:lnTo>
                <a:lnTo>
                  <a:pt x="871274" y="133804"/>
                </a:lnTo>
                <a:lnTo>
                  <a:pt x="871647" y="133807"/>
                </a:lnTo>
                <a:lnTo>
                  <a:pt x="871997" y="133807"/>
                </a:lnTo>
                <a:lnTo>
                  <a:pt x="901494" y="133807"/>
                </a:lnTo>
                <a:lnTo>
                  <a:pt x="901843" y="133807"/>
                </a:lnTo>
                <a:lnTo>
                  <a:pt x="902213" y="133804"/>
                </a:lnTo>
                <a:lnTo>
                  <a:pt x="902600" y="133796"/>
                </a:lnTo>
                <a:lnTo>
                  <a:pt x="903002" y="133780"/>
                </a:lnTo>
                <a:lnTo>
                  <a:pt x="903416" y="133755"/>
                </a:lnTo>
                <a:lnTo>
                  <a:pt x="903837" y="133717"/>
                </a:lnTo>
                <a:lnTo>
                  <a:pt x="904264" y="133664"/>
                </a:lnTo>
                <a:lnTo>
                  <a:pt x="904692" y="133593"/>
                </a:lnTo>
                <a:lnTo>
                  <a:pt x="905119" y="133502"/>
                </a:lnTo>
                <a:lnTo>
                  <a:pt x="905542" y="133389"/>
                </a:lnTo>
                <a:lnTo>
                  <a:pt x="905957" y="133250"/>
                </a:lnTo>
                <a:lnTo>
                  <a:pt x="906361" y="133084"/>
                </a:lnTo>
                <a:lnTo>
                  <a:pt x="906751" y="132888"/>
                </a:lnTo>
                <a:lnTo>
                  <a:pt x="907124" y="132659"/>
                </a:lnTo>
                <a:lnTo>
                  <a:pt x="907476" y="132395"/>
                </a:lnTo>
                <a:lnTo>
                  <a:pt x="907805" y="132093"/>
                </a:lnTo>
                <a:lnTo>
                  <a:pt x="908107" y="131752"/>
                </a:lnTo>
                <a:lnTo>
                  <a:pt x="908379" y="131367"/>
                </a:lnTo>
                <a:lnTo>
                  <a:pt x="908618" y="130937"/>
                </a:lnTo>
                <a:lnTo>
                  <a:pt x="908821" y="130460"/>
                </a:lnTo>
                <a:lnTo>
                  <a:pt x="908984" y="129932"/>
                </a:lnTo>
                <a:lnTo>
                  <a:pt x="909105" y="129352"/>
                </a:lnTo>
                <a:lnTo>
                  <a:pt x="909179" y="128717"/>
                </a:lnTo>
                <a:lnTo>
                  <a:pt x="909205" y="128023"/>
                </a:lnTo>
                <a:lnTo>
                  <a:pt x="909180" y="127307"/>
                </a:lnTo>
                <a:lnTo>
                  <a:pt x="909108" y="126650"/>
                </a:lnTo>
                <a:lnTo>
                  <a:pt x="908992" y="126051"/>
                </a:lnTo>
                <a:lnTo>
                  <a:pt x="908834" y="125506"/>
                </a:lnTo>
                <a:lnTo>
                  <a:pt x="908637" y="125013"/>
                </a:lnTo>
                <a:lnTo>
                  <a:pt x="908404" y="124569"/>
                </a:lnTo>
                <a:close/>
                <a:moveTo>
                  <a:pt x="705948" y="124488"/>
                </a:moveTo>
                <a:lnTo>
                  <a:pt x="705676" y="124104"/>
                </a:lnTo>
                <a:lnTo>
                  <a:pt x="705374" y="123762"/>
                </a:lnTo>
                <a:lnTo>
                  <a:pt x="705045" y="123460"/>
                </a:lnTo>
                <a:lnTo>
                  <a:pt x="704693" y="123196"/>
                </a:lnTo>
                <a:lnTo>
                  <a:pt x="704320" y="122967"/>
                </a:lnTo>
                <a:lnTo>
                  <a:pt x="703930" y="122771"/>
                </a:lnTo>
                <a:lnTo>
                  <a:pt x="703526" y="122605"/>
                </a:lnTo>
                <a:lnTo>
                  <a:pt x="703111" y="122466"/>
                </a:lnTo>
                <a:lnTo>
                  <a:pt x="702688" y="122353"/>
                </a:lnTo>
                <a:lnTo>
                  <a:pt x="702261" y="122262"/>
                </a:lnTo>
                <a:lnTo>
                  <a:pt x="701833" y="122192"/>
                </a:lnTo>
                <a:lnTo>
                  <a:pt x="701406" y="122138"/>
                </a:lnTo>
                <a:lnTo>
                  <a:pt x="700985" y="122100"/>
                </a:lnTo>
                <a:lnTo>
                  <a:pt x="700571" y="122075"/>
                </a:lnTo>
                <a:lnTo>
                  <a:pt x="700169" y="122059"/>
                </a:lnTo>
                <a:lnTo>
                  <a:pt x="699782" y="122051"/>
                </a:lnTo>
                <a:lnTo>
                  <a:pt x="699412" y="122048"/>
                </a:lnTo>
                <a:lnTo>
                  <a:pt x="699063" y="122048"/>
                </a:lnTo>
                <a:lnTo>
                  <a:pt x="690385" y="122048"/>
                </a:lnTo>
                <a:lnTo>
                  <a:pt x="690385" y="23845"/>
                </a:lnTo>
                <a:lnTo>
                  <a:pt x="690379" y="23119"/>
                </a:lnTo>
                <a:lnTo>
                  <a:pt x="690359" y="22434"/>
                </a:lnTo>
                <a:lnTo>
                  <a:pt x="690323" y="21790"/>
                </a:lnTo>
                <a:lnTo>
                  <a:pt x="690269" y="21184"/>
                </a:lnTo>
                <a:lnTo>
                  <a:pt x="690196" y="20618"/>
                </a:lnTo>
                <a:lnTo>
                  <a:pt x="690102" y="20089"/>
                </a:lnTo>
                <a:lnTo>
                  <a:pt x="689985" y="19596"/>
                </a:lnTo>
                <a:lnTo>
                  <a:pt x="689843" y="19140"/>
                </a:lnTo>
                <a:lnTo>
                  <a:pt x="689674" y="18718"/>
                </a:lnTo>
                <a:lnTo>
                  <a:pt x="689476" y="18330"/>
                </a:lnTo>
                <a:lnTo>
                  <a:pt x="689248" y="17975"/>
                </a:lnTo>
                <a:lnTo>
                  <a:pt x="688988" y="17652"/>
                </a:lnTo>
                <a:lnTo>
                  <a:pt x="688693" y="17360"/>
                </a:lnTo>
                <a:lnTo>
                  <a:pt x="688363" y="17098"/>
                </a:lnTo>
                <a:lnTo>
                  <a:pt x="687995" y="16865"/>
                </a:lnTo>
                <a:lnTo>
                  <a:pt x="687587" y="16661"/>
                </a:lnTo>
                <a:lnTo>
                  <a:pt x="687137" y="16485"/>
                </a:lnTo>
                <a:lnTo>
                  <a:pt x="686645" y="16335"/>
                </a:lnTo>
                <a:lnTo>
                  <a:pt x="686107" y="16210"/>
                </a:lnTo>
                <a:lnTo>
                  <a:pt x="685522" y="16110"/>
                </a:lnTo>
                <a:lnTo>
                  <a:pt x="684888" y="16034"/>
                </a:lnTo>
                <a:lnTo>
                  <a:pt x="684203" y="15981"/>
                </a:lnTo>
                <a:lnTo>
                  <a:pt x="683466" y="15950"/>
                </a:lnTo>
                <a:lnTo>
                  <a:pt x="682675" y="15940"/>
                </a:lnTo>
                <a:lnTo>
                  <a:pt x="668601" y="15940"/>
                </a:lnTo>
                <a:lnTo>
                  <a:pt x="668207" y="15940"/>
                </a:lnTo>
                <a:lnTo>
                  <a:pt x="667798" y="15943"/>
                </a:lnTo>
                <a:lnTo>
                  <a:pt x="667376" y="15951"/>
                </a:lnTo>
                <a:lnTo>
                  <a:pt x="666944" y="15967"/>
                </a:lnTo>
                <a:lnTo>
                  <a:pt x="666506" y="15994"/>
                </a:lnTo>
                <a:lnTo>
                  <a:pt x="666064" y="16033"/>
                </a:lnTo>
                <a:lnTo>
                  <a:pt x="665622" y="16088"/>
                </a:lnTo>
                <a:lnTo>
                  <a:pt x="665181" y="16161"/>
                </a:lnTo>
                <a:lnTo>
                  <a:pt x="664744" y="16255"/>
                </a:lnTo>
                <a:lnTo>
                  <a:pt x="664315" y="16372"/>
                </a:lnTo>
                <a:lnTo>
                  <a:pt x="663897" y="16515"/>
                </a:lnTo>
                <a:lnTo>
                  <a:pt x="663492" y="16687"/>
                </a:lnTo>
                <a:lnTo>
                  <a:pt x="663103" y="16890"/>
                </a:lnTo>
                <a:lnTo>
                  <a:pt x="662733" y="17126"/>
                </a:lnTo>
                <a:lnTo>
                  <a:pt x="662384" y="17399"/>
                </a:lnTo>
                <a:lnTo>
                  <a:pt x="662060" y="17711"/>
                </a:lnTo>
                <a:lnTo>
                  <a:pt x="661764" y="18064"/>
                </a:lnTo>
                <a:lnTo>
                  <a:pt x="661498" y="18462"/>
                </a:lnTo>
                <a:lnTo>
                  <a:pt x="661265" y="18906"/>
                </a:lnTo>
                <a:lnTo>
                  <a:pt x="661068" y="19399"/>
                </a:lnTo>
                <a:lnTo>
                  <a:pt x="660910" y="19945"/>
                </a:lnTo>
                <a:lnTo>
                  <a:pt x="660793" y="20544"/>
                </a:lnTo>
                <a:lnTo>
                  <a:pt x="660721" y="21201"/>
                </a:lnTo>
                <a:lnTo>
                  <a:pt x="660697" y="21918"/>
                </a:lnTo>
                <a:lnTo>
                  <a:pt x="660722" y="22611"/>
                </a:lnTo>
                <a:lnTo>
                  <a:pt x="660797" y="23247"/>
                </a:lnTo>
                <a:lnTo>
                  <a:pt x="660917" y="23827"/>
                </a:lnTo>
                <a:lnTo>
                  <a:pt x="661081" y="24355"/>
                </a:lnTo>
                <a:lnTo>
                  <a:pt x="661283" y="24832"/>
                </a:lnTo>
                <a:lnTo>
                  <a:pt x="661522" y="25262"/>
                </a:lnTo>
                <a:lnTo>
                  <a:pt x="661794" y="25646"/>
                </a:lnTo>
                <a:lnTo>
                  <a:pt x="662096" y="25988"/>
                </a:lnTo>
                <a:lnTo>
                  <a:pt x="662425" y="26290"/>
                </a:lnTo>
                <a:lnTo>
                  <a:pt x="662778" y="26554"/>
                </a:lnTo>
                <a:lnTo>
                  <a:pt x="663150" y="26782"/>
                </a:lnTo>
                <a:lnTo>
                  <a:pt x="663540" y="26979"/>
                </a:lnTo>
                <a:lnTo>
                  <a:pt x="663945" y="27145"/>
                </a:lnTo>
                <a:lnTo>
                  <a:pt x="664359" y="27283"/>
                </a:lnTo>
                <a:lnTo>
                  <a:pt x="664782" y="27397"/>
                </a:lnTo>
                <a:lnTo>
                  <a:pt x="665209" y="27487"/>
                </a:lnTo>
                <a:lnTo>
                  <a:pt x="665638" y="27558"/>
                </a:lnTo>
                <a:lnTo>
                  <a:pt x="666064" y="27611"/>
                </a:lnTo>
                <a:lnTo>
                  <a:pt x="666486" y="27649"/>
                </a:lnTo>
                <a:lnTo>
                  <a:pt x="666899" y="27675"/>
                </a:lnTo>
                <a:lnTo>
                  <a:pt x="667301" y="27690"/>
                </a:lnTo>
                <a:lnTo>
                  <a:pt x="667689" y="27698"/>
                </a:lnTo>
                <a:lnTo>
                  <a:pt x="668058" y="27701"/>
                </a:lnTo>
                <a:lnTo>
                  <a:pt x="668407" y="27702"/>
                </a:lnTo>
                <a:lnTo>
                  <a:pt x="677082" y="27702"/>
                </a:lnTo>
                <a:lnTo>
                  <a:pt x="677082" y="58322"/>
                </a:lnTo>
                <a:lnTo>
                  <a:pt x="676280" y="57636"/>
                </a:lnTo>
                <a:lnTo>
                  <a:pt x="675461" y="56976"/>
                </a:lnTo>
                <a:lnTo>
                  <a:pt x="674627" y="56343"/>
                </a:lnTo>
                <a:lnTo>
                  <a:pt x="673779" y="55737"/>
                </a:lnTo>
                <a:lnTo>
                  <a:pt x="672917" y="55158"/>
                </a:lnTo>
                <a:lnTo>
                  <a:pt x="672041" y="54606"/>
                </a:lnTo>
                <a:lnTo>
                  <a:pt x="671152" y="54082"/>
                </a:lnTo>
                <a:lnTo>
                  <a:pt x="670250" y="53586"/>
                </a:lnTo>
                <a:lnTo>
                  <a:pt x="669337" y="53118"/>
                </a:lnTo>
                <a:lnTo>
                  <a:pt x="668412" y="52678"/>
                </a:lnTo>
                <a:lnTo>
                  <a:pt x="667476" y="52267"/>
                </a:lnTo>
                <a:lnTo>
                  <a:pt x="666529" y="51885"/>
                </a:lnTo>
                <a:lnTo>
                  <a:pt x="665572" y="51532"/>
                </a:lnTo>
                <a:lnTo>
                  <a:pt x="664606" y="51208"/>
                </a:lnTo>
                <a:lnTo>
                  <a:pt x="663630" y="50914"/>
                </a:lnTo>
                <a:lnTo>
                  <a:pt x="662646" y="50650"/>
                </a:lnTo>
                <a:lnTo>
                  <a:pt x="661654" y="50416"/>
                </a:lnTo>
                <a:lnTo>
                  <a:pt x="660655" y="50213"/>
                </a:lnTo>
                <a:lnTo>
                  <a:pt x="659648" y="50040"/>
                </a:lnTo>
                <a:lnTo>
                  <a:pt x="658635" y="49897"/>
                </a:lnTo>
                <a:lnTo>
                  <a:pt x="657616" y="49787"/>
                </a:lnTo>
                <a:lnTo>
                  <a:pt x="656592" y="49707"/>
                </a:lnTo>
                <a:lnTo>
                  <a:pt x="655562" y="49659"/>
                </a:lnTo>
                <a:lnTo>
                  <a:pt x="654528" y="49643"/>
                </a:lnTo>
                <a:lnTo>
                  <a:pt x="651915" y="49737"/>
                </a:lnTo>
                <a:lnTo>
                  <a:pt x="649335" y="50017"/>
                </a:lnTo>
                <a:lnTo>
                  <a:pt x="646796" y="50477"/>
                </a:lnTo>
                <a:lnTo>
                  <a:pt x="644303" y="51112"/>
                </a:lnTo>
                <a:lnTo>
                  <a:pt x="641864" y="51917"/>
                </a:lnTo>
                <a:lnTo>
                  <a:pt x="639486" y="52886"/>
                </a:lnTo>
                <a:lnTo>
                  <a:pt x="637176" y="54013"/>
                </a:lnTo>
                <a:lnTo>
                  <a:pt x="634941" y="55295"/>
                </a:lnTo>
                <a:lnTo>
                  <a:pt x="632787" y="56725"/>
                </a:lnTo>
                <a:lnTo>
                  <a:pt x="630722" y="58298"/>
                </a:lnTo>
                <a:lnTo>
                  <a:pt x="628753" y="60010"/>
                </a:lnTo>
                <a:lnTo>
                  <a:pt x="626886" y="61853"/>
                </a:lnTo>
                <a:lnTo>
                  <a:pt x="625128" y="63824"/>
                </a:lnTo>
                <a:lnTo>
                  <a:pt x="623487" y="65918"/>
                </a:lnTo>
                <a:lnTo>
                  <a:pt x="621969" y="68128"/>
                </a:lnTo>
                <a:lnTo>
                  <a:pt x="620582" y="70449"/>
                </a:lnTo>
                <a:lnTo>
                  <a:pt x="619331" y="72877"/>
                </a:lnTo>
                <a:lnTo>
                  <a:pt x="618225" y="75405"/>
                </a:lnTo>
                <a:lnTo>
                  <a:pt x="617270" y="78030"/>
                </a:lnTo>
                <a:lnTo>
                  <a:pt x="616473" y="80745"/>
                </a:lnTo>
                <a:lnTo>
                  <a:pt x="615841" y="83544"/>
                </a:lnTo>
                <a:lnTo>
                  <a:pt x="615382" y="86424"/>
                </a:lnTo>
                <a:lnTo>
                  <a:pt x="615100" y="89378"/>
                </a:lnTo>
                <a:lnTo>
                  <a:pt x="615005" y="92402"/>
                </a:lnTo>
                <a:lnTo>
                  <a:pt x="615095" y="95353"/>
                </a:lnTo>
                <a:lnTo>
                  <a:pt x="615358" y="98245"/>
                </a:lnTo>
                <a:lnTo>
                  <a:pt x="615791" y="101072"/>
                </a:lnTo>
                <a:lnTo>
                  <a:pt x="616385" y="103828"/>
                </a:lnTo>
                <a:lnTo>
                  <a:pt x="617135" y="106507"/>
                </a:lnTo>
                <a:lnTo>
                  <a:pt x="618036" y="109102"/>
                </a:lnTo>
                <a:lnTo>
                  <a:pt x="619079" y="111609"/>
                </a:lnTo>
                <a:lnTo>
                  <a:pt x="620260" y="114022"/>
                </a:lnTo>
                <a:lnTo>
                  <a:pt x="621573" y="116334"/>
                </a:lnTo>
                <a:lnTo>
                  <a:pt x="623010" y="118539"/>
                </a:lnTo>
                <a:lnTo>
                  <a:pt x="624566" y="120632"/>
                </a:lnTo>
                <a:lnTo>
                  <a:pt x="626235" y="122607"/>
                </a:lnTo>
                <a:lnTo>
                  <a:pt x="628010" y="124457"/>
                </a:lnTo>
                <a:lnTo>
                  <a:pt x="629886" y="126178"/>
                </a:lnTo>
                <a:lnTo>
                  <a:pt x="631855" y="127763"/>
                </a:lnTo>
                <a:lnTo>
                  <a:pt x="633913" y="129205"/>
                </a:lnTo>
                <a:lnTo>
                  <a:pt x="636052" y="130501"/>
                </a:lnTo>
                <a:lnTo>
                  <a:pt x="638266" y="131642"/>
                </a:lnTo>
                <a:lnTo>
                  <a:pt x="640550" y="132624"/>
                </a:lnTo>
                <a:lnTo>
                  <a:pt x="642897" y="133441"/>
                </a:lnTo>
                <a:lnTo>
                  <a:pt x="645301" y="134087"/>
                </a:lnTo>
                <a:lnTo>
                  <a:pt x="647756" y="134555"/>
                </a:lnTo>
                <a:lnTo>
                  <a:pt x="650255" y="134840"/>
                </a:lnTo>
                <a:lnTo>
                  <a:pt x="652792" y="134937"/>
                </a:lnTo>
                <a:lnTo>
                  <a:pt x="654128" y="134910"/>
                </a:lnTo>
                <a:lnTo>
                  <a:pt x="655435" y="134831"/>
                </a:lnTo>
                <a:lnTo>
                  <a:pt x="656714" y="134702"/>
                </a:lnTo>
                <a:lnTo>
                  <a:pt x="657965" y="134525"/>
                </a:lnTo>
                <a:lnTo>
                  <a:pt x="659188" y="134303"/>
                </a:lnTo>
                <a:lnTo>
                  <a:pt x="660383" y="134036"/>
                </a:lnTo>
                <a:lnTo>
                  <a:pt x="661550" y="133728"/>
                </a:lnTo>
                <a:lnTo>
                  <a:pt x="662689" y="133380"/>
                </a:lnTo>
                <a:lnTo>
                  <a:pt x="663799" y="132995"/>
                </a:lnTo>
                <a:lnTo>
                  <a:pt x="664881" y="132575"/>
                </a:lnTo>
                <a:lnTo>
                  <a:pt x="665936" y="132121"/>
                </a:lnTo>
                <a:lnTo>
                  <a:pt x="666962" y="131636"/>
                </a:lnTo>
                <a:lnTo>
                  <a:pt x="667960" y="131121"/>
                </a:lnTo>
                <a:lnTo>
                  <a:pt x="668930" y="130580"/>
                </a:lnTo>
                <a:lnTo>
                  <a:pt x="669871" y="130014"/>
                </a:lnTo>
                <a:lnTo>
                  <a:pt x="670785" y="129425"/>
                </a:lnTo>
                <a:lnTo>
                  <a:pt x="671671" y="128815"/>
                </a:lnTo>
                <a:lnTo>
                  <a:pt x="672528" y="128186"/>
                </a:lnTo>
                <a:lnTo>
                  <a:pt x="673357" y="127541"/>
                </a:lnTo>
                <a:lnTo>
                  <a:pt x="674159" y="126882"/>
                </a:lnTo>
                <a:lnTo>
                  <a:pt x="674932" y="126209"/>
                </a:lnTo>
                <a:lnTo>
                  <a:pt x="675677" y="125527"/>
                </a:lnTo>
                <a:lnTo>
                  <a:pt x="676394" y="124837"/>
                </a:lnTo>
                <a:lnTo>
                  <a:pt x="677082" y="124140"/>
                </a:lnTo>
                <a:lnTo>
                  <a:pt x="677083" y="124989"/>
                </a:lnTo>
                <a:lnTo>
                  <a:pt x="677087" y="125794"/>
                </a:lnTo>
                <a:lnTo>
                  <a:pt x="677098" y="126556"/>
                </a:lnTo>
                <a:lnTo>
                  <a:pt x="677118" y="127276"/>
                </a:lnTo>
                <a:lnTo>
                  <a:pt x="677152" y="127954"/>
                </a:lnTo>
                <a:lnTo>
                  <a:pt x="677203" y="128591"/>
                </a:lnTo>
                <a:lnTo>
                  <a:pt x="677274" y="129187"/>
                </a:lnTo>
                <a:lnTo>
                  <a:pt x="677368" y="129744"/>
                </a:lnTo>
                <a:lnTo>
                  <a:pt x="677489" y="130261"/>
                </a:lnTo>
                <a:lnTo>
                  <a:pt x="677640" y="130741"/>
                </a:lnTo>
                <a:lnTo>
                  <a:pt x="677825" y="131182"/>
                </a:lnTo>
                <a:lnTo>
                  <a:pt x="678047" y="131587"/>
                </a:lnTo>
                <a:lnTo>
                  <a:pt x="678308" y="131955"/>
                </a:lnTo>
                <a:lnTo>
                  <a:pt x="678614" y="132288"/>
                </a:lnTo>
                <a:lnTo>
                  <a:pt x="678966" y="132586"/>
                </a:lnTo>
                <a:lnTo>
                  <a:pt x="679368" y="132850"/>
                </a:lnTo>
                <a:lnTo>
                  <a:pt x="679824" y="133080"/>
                </a:lnTo>
                <a:lnTo>
                  <a:pt x="680337" y="133277"/>
                </a:lnTo>
                <a:lnTo>
                  <a:pt x="680910" y="133442"/>
                </a:lnTo>
                <a:lnTo>
                  <a:pt x="681546" y="133575"/>
                </a:lnTo>
                <a:lnTo>
                  <a:pt x="682250" y="133678"/>
                </a:lnTo>
                <a:lnTo>
                  <a:pt x="683024" y="133750"/>
                </a:lnTo>
                <a:lnTo>
                  <a:pt x="683871" y="133793"/>
                </a:lnTo>
                <a:lnTo>
                  <a:pt x="684796" y="133807"/>
                </a:lnTo>
                <a:lnTo>
                  <a:pt x="698869" y="133807"/>
                </a:lnTo>
                <a:lnTo>
                  <a:pt x="699264" y="133807"/>
                </a:lnTo>
                <a:lnTo>
                  <a:pt x="699673" y="133804"/>
                </a:lnTo>
                <a:lnTo>
                  <a:pt x="700095" y="133795"/>
                </a:lnTo>
                <a:lnTo>
                  <a:pt x="700526" y="133780"/>
                </a:lnTo>
                <a:lnTo>
                  <a:pt x="700964" y="133753"/>
                </a:lnTo>
                <a:lnTo>
                  <a:pt x="701406" y="133714"/>
                </a:lnTo>
                <a:lnTo>
                  <a:pt x="701849" y="133659"/>
                </a:lnTo>
                <a:lnTo>
                  <a:pt x="702290" y="133586"/>
                </a:lnTo>
                <a:lnTo>
                  <a:pt x="702726" y="133492"/>
                </a:lnTo>
                <a:lnTo>
                  <a:pt x="703155" y="133375"/>
                </a:lnTo>
                <a:lnTo>
                  <a:pt x="703574" y="133232"/>
                </a:lnTo>
                <a:lnTo>
                  <a:pt x="703979" y="133060"/>
                </a:lnTo>
                <a:lnTo>
                  <a:pt x="704368" y="132858"/>
                </a:lnTo>
                <a:lnTo>
                  <a:pt x="704738" y="132621"/>
                </a:lnTo>
                <a:lnTo>
                  <a:pt x="705086" y="132348"/>
                </a:lnTo>
                <a:lnTo>
                  <a:pt x="705410" y="132037"/>
                </a:lnTo>
                <a:lnTo>
                  <a:pt x="705707" y="131684"/>
                </a:lnTo>
                <a:lnTo>
                  <a:pt x="705973" y="131286"/>
                </a:lnTo>
                <a:lnTo>
                  <a:pt x="706206" y="130842"/>
                </a:lnTo>
                <a:lnTo>
                  <a:pt x="706403" y="130349"/>
                </a:lnTo>
                <a:lnTo>
                  <a:pt x="706561" y="129804"/>
                </a:lnTo>
                <a:lnTo>
                  <a:pt x="706677" y="129205"/>
                </a:lnTo>
                <a:lnTo>
                  <a:pt x="706749" y="128548"/>
                </a:lnTo>
                <a:lnTo>
                  <a:pt x="706774" y="127832"/>
                </a:lnTo>
                <a:lnTo>
                  <a:pt x="706748" y="127139"/>
                </a:lnTo>
                <a:lnTo>
                  <a:pt x="706674" y="126503"/>
                </a:lnTo>
                <a:lnTo>
                  <a:pt x="706553" y="125923"/>
                </a:lnTo>
                <a:lnTo>
                  <a:pt x="706390" y="125395"/>
                </a:lnTo>
                <a:lnTo>
                  <a:pt x="706187" y="124918"/>
                </a:lnTo>
                <a:lnTo>
                  <a:pt x="705948" y="124488"/>
                </a:lnTo>
                <a:close/>
                <a:moveTo>
                  <a:pt x="675495" y="105144"/>
                </a:moveTo>
                <a:lnTo>
                  <a:pt x="674931" y="106650"/>
                </a:lnTo>
                <a:lnTo>
                  <a:pt x="674284" y="108146"/>
                </a:lnTo>
                <a:lnTo>
                  <a:pt x="673555" y="109622"/>
                </a:lnTo>
                <a:lnTo>
                  <a:pt x="672745" y="111069"/>
                </a:lnTo>
                <a:lnTo>
                  <a:pt x="671857" y="112479"/>
                </a:lnTo>
                <a:lnTo>
                  <a:pt x="670889" y="113841"/>
                </a:lnTo>
                <a:lnTo>
                  <a:pt x="669845" y="115148"/>
                </a:lnTo>
                <a:lnTo>
                  <a:pt x="668724" y="116388"/>
                </a:lnTo>
                <a:lnTo>
                  <a:pt x="667528" y="117554"/>
                </a:lnTo>
                <a:lnTo>
                  <a:pt x="666258" y="118637"/>
                </a:lnTo>
                <a:lnTo>
                  <a:pt x="664915" y="119626"/>
                </a:lnTo>
                <a:lnTo>
                  <a:pt x="663500" y="120513"/>
                </a:lnTo>
                <a:lnTo>
                  <a:pt x="662015" y="121289"/>
                </a:lnTo>
                <a:lnTo>
                  <a:pt x="660459" y="121945"/>
                </a:lnTo>
                <a:lnTo>
                  <a:pt x="658836" y="122470"/>
                </a:lnTo>
                <a:lnTo>
                  <a:pt x="657144" y="122857"/>
                </a:lnTo>
                <a:lnTo>
                  <a:pt x="655386" y="123096"/>
                </a:lnTo>
                <a:lnTo>
                  <a:pt x="653563" y="123178"/>
                </a:lnTo>
                <a:lnTo>
                  <a:pt x="651864" y="123107"/>
                </a:lnTo>
                <a:lnTo>
                  <a:pt x="650191" y="122899"/>
                </a:lnTo>
                <a:lnTo>
                  <a:pt x="648548" y="122557"/>
                </a:lnTo>
                <a:lnTo>
                  <a:pt x="646939" y="122086"/>
                </a:lnTo>
                <a:lnTo>
                  <a:pt x="645370" y="121491"/>
                </a:lnTo>
                <a:lnTo>
                  <a:pt x="643842" y="120775"/>
                </a:lnTo>
                <a:lnTo>
                  <a:pt x="642362" y="119944"/>
                </a:lnTo>
                <a:lnTo>
                  <a:pt x="640932" y="119001"/>
                </a:lnTo>
                <a:lnTo>
                  <a:pt x="639557" y="117952"/>
                </a:lnTo>
                <a:lnTo>
                  <a:pt x="638241" y="116799"/>
                </a:lnTo>
                <a:lnTo>
                  <a:pt x="636988" y="115549"/>
                </a:lnTo>
                <a:lnTo>
                  <a:pt x="635802" y="114205"/>
                </a:lnTo>
                <a:lnTo>
                  <a:pt x="634688" y="112772"/>
                </a:lnTo>
                <a:lnTo>
                  <a:pt x="633649" y="111255"/>
                </a:lnTo>
                <a:lnTo>
                  <a:pt x="632690" y="109656"/>
                </a:lnTo>
                <a:lnTo>
                  <a:pt x="631814" y="107982"/>
                </a:lnTo>
                <a:lnTo>
                  <a:pt x="631026" y="106237"/>
                </a:lnTo>
                <a:lnTo>
                  <a:pt x="630329" y="104424"/>
                </a:lnTo>
                <a:lnTo>
                  <a:pt x="629729" y="102549"/>
                </a:lnTo>
                <a:lnTo>
                  <a:pt x="629228" y="100615"/>
                </a:lnTo>
                <a:lnTo>
                  <a:pt x="628832" y="98628"/>
                </a:lnTo>
                <a:lnTo>
                  <a:pt x="628543" y="96591"/>
                </a:lnTo>
                <a:lnTo>
                  <a:pt x="628367" y="94509"/>
                </a:lnTo>
                <a:lnTo>
                  <a:pt x="628308" y="92387"/>
                </a:lnTo>
                <a:lnTo>
                  <a:pt x="628377" y="90109"/>
                </a:lnTo>
                <a:lnTo>
                  <a:pt x="628581" y="87897"/>
                </a:lnTo>
                <a:lnTo>
                  <a:pt x="628914" y="85752"/>
                </a:lnTo>
                <a:lnTo>
                  <a:pt x="629370" y="83678"/>
                </a:lnTo>
                <a:lnTo>
                  <a:pt x="629943" y="81677"/>
                </a:lnTo>
                <a:lnTo>
                  <a:pt x="630627" y="79753"/>
                </a:lnTo>
                <a:lnTo>
                  <a:pt x="631417" y="77908"/>
                </a:lnTo>
                <a:lnTo>
                  <a:pt x="632306" y="76145"/>
                </a:lnTo>
                <a:lnTo>
                  <a:pt x="633289" y="74466"/>
                </a:lnTo>
                <a:lnTo>
                  <a:pt x="634360" y="72876"/>
                </a:lnTo>
                <a:lnTo>
                  <a:pt x="635513" y="71375"/>
                </a:lnTo>
                <a:lnTo>
                  <a:pt x="636742" y="69969"/>
                </a:lnTo>
                <a:lnTo>
                  <a:pt x="638041" y="68658"/>
                </a:lnTo>
                <a:lnTo>
                  <a:pt x="639405" y="67447"/>
                </a:lnTo>
                <a:lnTo>
                  <a:pt x="640827" y="66337"/>
                </a:lnTo>
                <a:lnTo>
                  <a:pt x="642302" y="65332"/>
                </a:lnTo>
                <a:lnTo>
                  <a:pt x="643824" y="64435"/>
                </a:lnTo>
                <a:lnTo>
                  <a:pt x="645387" y="63648"/>
                </a:lnTo>
                <a:lnTo>
                  <a:pt x="646986" y="62975"/>
                </a:lnTo>
                <a:lnTo>
                  <a:pt x="648613" y="62417"/>
                </a:lnTo>
                <a:lnTo>
                  <a:pt x="650264" y="61979"/>
                </a:lnTo>
                <a:lnTo>
                  <a:pt x="651932" y="61662"/>
                </a:lnTo>
                <a:lnTo>
                  <a:pt x="653613" y="61470"/>
                </a:lnTo>
                <a:lnTo>
                  <a:pt x="655299" y="61405"/>
                </a:lnTo>
                <a:lnTo>
                  <a:pt x="656825" y="61460"/>
                </a:lnTo>
                <a:lnTo>
                  <a:pt x="658319" y="61623"/>
                </a:lnTo>
                <a:lnTo>
                  <a:pt x="659777" y="61889"/>
                </a:lnTo>
                <a:lnTo>
                  <a:pt x="661196" y="62252"/>
                </a:lnTo>
                <a:lnTo>
                  <a:pt x="662574" y="62709"/>
                </a:lnTo>
                <a:lnTo>
                  <a:pt x="663907" y="63254"/>
                </a:lnTo>
                <a:lnTo>
                  <a:pt x="665194" y="63883"/>
                </a:lnTo>
                <a:lnTo>
                  <a:pt x="666430" y="64591"/>
                </a:lnTo>
                <a:lnTo>
                  <a:pt x="667613" y="65373"/>
                </a:lnTo>
                <a:lnTo>
                  <a:pt x="668741" y="66224"/>
                </a:lnTo>
                <a:lnTo>
                  <a:pt x="669810" y="67140"/>
                </a:lnTo>
                <a:lnTo>
                  <a:pt x="670817" y="68116"/>
                </a:lnTo>
                <a:lnTo>
                  <a:pt x="671761" y="69148"/>
                </a:lnTo>
                <a:lnTo>
                  <a:pt x="672637" y="70229"/>
                </a:lnTo>
                <a:lnTo>
                  <a:pt x="673443" y="71356"/>
                </a:lnTo>
                <a:lnTo>
                  <a:pt x="674177" y="72524"/>
                </a:lnTo>
                <a:lnTo>
                  <a:pt x="674834" y="73728"/>
                </a:lnTo>
                <a:lnTo>
                  <a:pt x="675414" y="74963"/>
                </a:lnTo>
                <a:lnTo>
                  <a:pt x="675912" y="76225"/>
                </a:lnTo>
                <a:lnTo>
                  <a:pt x="676326" y="77509"/>
                </a:lnTo>
                <a:lnTo>
                  <a:pt x="676653" y="78810"/>
                </a:lnTo>
                <a:lnTo>
                  <a:pt x="676889" y="80123"/>
                </a:lnTo>
                <a:lnTo>
                  <a:pt x="677034" y="81443"/>
                </a:lnTo>
                <a:lnTo>
                  <a:pt x="677082" y="82767"/>
                </a:lnTo>
                <a:lnTo>
                  <a:pt x="677082" y="96403"/>
                </a:lnTo>
                <a:lnTo>
                  <a:pt x="677037" y="97779"/>
                </a:lnTo>
                <a:lnTo>
                  <a:pt x="676903" y="99199"/>
                </a:lnTo>
                <a:lnTo>
                  <a:pt x="676681" y="100655"/>
                </a:lnTo>
                <a:lnTo>
                  <a:pt x="676371" y="102137"/>
                </a:lnTo>
                <a:lnTo>
                  <a:pt x="675976" y="103637"/>
                </a:lnTo>
                <a:lnTo>
                  <a:pt x="675495" y="105144"/>
                </a:lnTo>
                <a:close/>
                <a:moveTo>
                  <a:pt x="1409535" y="86004"/>
                </a:moveTo>
                <a:lnTo>
                  <a:pt x="1409239" y="85502"/>
                </a:lnTo>
                <a:lnTo>
                  <a:pt x="1408904" y="85053"/>
                </a:lnTo>
                <a:lnTo>
                  <a:pt x="1408534" y="84655"/>
                </a:lnTo>
                <a:lnTo>
                  <a:pt x="1408134" y="84303"/>
                </a:lnTo>
                <a:lnTo>
                  <a:pt x="1407709" y="83995"/>
                </a:lnTo>
                <a:lnTo>
                  <a:pt x="1407262" y="83728"/>
                </a:lnTo>
                <a:lnTo>
                  <a:pt x="1406799" y="83499"/>
                </a:lnTo>
                <a:lnTo>
                  <a:pt x="1406324" y="83305"/>
                </a:lnTo>
                <a:lnTo>
                  <a:pt x="1405841" y="83143"/>
                </a:lnTo>
                <a:lnTo>
                  <a:pt x="1405355" y="83011"/>
                </a:lnTo>
                <a:lnTo>
                  <a:pt x="1404871" y="82905"/>
                </a:lnTo>
                <a:lnTo>
                  <a:pt x="1404393" y="82822"/>
                </a:lnTo>
                <a:lnTo>
                  <a:pt x="1403925" y="82760"/>
                </a:lnTo>
                <a:lnTo>
                  <a:pt x="1403472" y="82716"/>
                </a:lnTo>
                <a:lnTo>
                  <a:pt x="1403039" y="82686"/>
                </a:lnTo>
                <a:lnTo>
                  <a:pt x="1402631" y="82668"/>
                </a:lnTo>
                <a:lnTo>
                  <a:pt x="1402250" y="82659"/>
                </a:lnTo>
                <a:lnTo>
                  <a:pt x="1401903" y="82655"/>
                </a:lnTo>
                <a:lnTo>
                  <a:pt x="1401594" y="82655"/>
                </a:lnTo>
                <a:lnTo>
                  <a:pt x="1332574" y="82655"/>
                </a:lnTo>
                <a:lnTo>
                  <a:pt x="1332265" y="82655"/>
                </a:lnTo>
                <a:lnTo>
                  <a:pt x="1331918" y="82659"/>
                </a:lnTo>
                <a:lnTo>
                  <a:pt x="1331538" y="82668"/>
                </a:lnTo>
                <a:lnTo>
                  <a:pt x="1331129" y="82686"/>
                </a:lnTo>
                <a:lnTo>
                  <a:pt x="1330696" y="82716"/>
                </a:lnTo>
                <a:lnTo>
                  <a:pt x="1330243" y="82760"/>
                </a:lnTo>
                <a:lnTo>
                  <a:pt x="1329776" y="82822"/>
                </a:lnTo>
                <a:lnTo>
                  <a:pt x="1329297" y="82905"/>
                </a:lnTo>
                <a:lnTo>
                  <a:pt x="1328813" y="83011"/>
                </a:lnTo>
                <a:lnTo>
                  <a:pt x="1328327" y="83143"/>
                </a:lnTo>
                <a:lnTo>
                  <a:pt x="1327845" y="83305"/>
                </a:lnTo>
                <a:lnTo>
                  <a:pt x="1327369" y="83499"/>
                </a:lnTo>
                <a:lnTo>
                  <a:pt x="1326906" y="83728"/>
                </a:lnTo>
                <a:lnTo>
                  <a:pt x="1326460" y="83995"/>
                </a:lnTo>
                <a:lnTo>
                  <a:pt x="1326034" y="84303"/>
                </a:lnTo>
                <a:lnTo>
                  <a:pt x="1325634" y="84655"/>
                </a:lnTo>
                <a:lnTo>
                  <a:pt x="1325264" y="85053"/>
                </a:lnTo>
                <a:lnTo>
                  <a:pt x="1324929" y="85502"/>
                </a:lnTo>
                <a:lnTo>
                  <a:pt x="1324633" y="86004"/>
                </a:lnTo>
                <a:lnTo>
                  <a:pt x="1324381" y="86561"/>
                </a:lnTo>
                <a:lnTo>
                  <a:pt x="1324177" y="87176"/>
                </a:lnTo>
                <a:lnTo>
                  <a:pt x="1324025" y="87853"/>
                </a:lnTo>
                <a:lnTo>
                  <a:pt x="1323931" y="88595"/>
                </a:lnTo>
                <a:lnTo>
                  <a:pt x="1323899" y="89404"/>
                </a:lnTo>
                <a:lnTo>
                  <a:pt x="1323935" y="90212"/>
                </a:lnTo>
                <a:lnTo>
                  <a:pt x="1324041" y="90954"/>
                </a:lnTo>
                <a:lnTo>
                  <a:pt x="1324211" y="91631"/>
                </a:lnTo>
                <a:lnTo>
                  <a:pt x="1324440" y="92246"/>
                </a:lnTo>
                <a:lnTo>
                  <a:pt x="1324723" y="92803"/>
                </a:lnTo>
                <a:lnTo>
                  <a:pt x="1325056" y="93304"/>
                </a:lnTo>
                <a:lnTo>
                  <a:pt x="1325432" y="93752"/>
                </a:lnTo>
                <a:lnTo>
                  <a:pt x="1325848" y="94151"/>
                </a:lnTo>
                <a:lnTo>
                  <a:pt x="1326298" y="94503"/>
                </a:lnTo>
                <a:lnTo>
                  <a:pt x="1326777" y="94811"/>
                </a:lnTo>
                <a:lnTo>
                  <a:pt x="1327281" y="95078"/>
                </a:lnTo>
                <a:lnTo>
                  <a:pt x="1327803" y="95307"/>
                </a:lnTo>
                <a:lnTo>
                  <a:pt x="1328339" y="95500"/>
                </a:lnTo>
                <a:lnTo>
                  <a:pt x="1328885" y="95662"/>
                </a:lnTo>
                <a:lnTo>
                  <a:pt x="1329434" y="95794"/>
                </a:lnTo>
                <a:lnTo>
                  <a:pt x="1329982" y="95900"/>
                </a:lnTo>
                <a:lnTo>
                  <a:pt x="1330525" y="95982"/>
                </a:lnTo>
                <a:lnTo>
                  <a:pt x="1331056" y="96044"/>
                </a:lnTo>
                <a:lnTo>
                  <a:pt x="1331571" y="96089"/>
                </a:lnTo>
                <a:lnTo>
                  <a:pt x="1332065" y="96119"/>
                </a:lnTo>
                <a:lnTo>
                  <a:pt x="1332533" y="96137"/>
                </a:lnTo>
                <a:lnTo>
                  <a:pt x="1332970" y="96146"/>
                </a:lnTo>
                <a:lnTo>
                  <a:pt x="1333371" y="96149"/>
                </a:lnTo>
                <a:lnTo>
                  <a:pt x="1333730" y="96150"/>
                </a:lnTo>
                <a:lnTo>
                  <a:pt x="1400438" y="96150"/>
                </a:lnTo>
                <a:lnTo>
                  <a:pt x="1400797" y="96149"/>
                </a:lnTo>
                <a:lnTo>
                  <a:pt x="1401198" y="96146"/>
                </a:lnTo>
                <a:lnTo>
                  <a:pt x="1401635" y="96137"/>
                </a:lnTo>
                <a:lnTo>
                  <a:pt x="1402103" y="96119"/>
                </a:lnTo>
                <a:lnTo>
                  <a:pt x="1402597" y="96089"/>
                </a:lnTo>
                <a:lnTo>
                  <a:pt x="1403112" y="96044"/>
                </a:lnTo>
                <a:lnTo>
                  <a:pt x="1403643" y="95982"/>
                </a:lnTo>
                <a:lnTo>
                  <a:pt x="1404186" y="95900"/>
                </a:lnTo>
                <a:lnTo>
                  <a:pt x="1404734" y="95794"/>
                </a:lnTo>
                <a:lnTo>
                  <a:pt x="1405283" y="95662"/>
                </a:lnTo>
                <a:lnTo>
                  <a:pt x="1405829" y="95500"/>
                </a:lnTo>
                <a:lnTo>
                  <a:pt x="1406365" y="95307"/>
                </a:lnTo>
                <a:lnTo>
                  <a:pt x="1406887" y="95078"/>
                </a:lnTo>
                <a:lnTo>
                  <a:pt x="1407391" y="94811"/>
                </a:lnTo>
                <a:lnTo>
                  <a:pt x="1407870" y="94503"/>
                </a:lnTo>
                <a:lnTo>
                  <a:pt x="1408320" y="94151"/>
                </a:lnTo>
                <a:lnTo>
                  <a:pt x="1408736" y="93752"/>
                </a:lnTo>
                <a:lnTo>
                  <a:pt x="1409112" y="93304"/>
                </a:lnTo>
                <a:lnTo>
                  <a:pt x="1409445" y="92803"/>
                </a:lnTo>
                <a:lnTo>
                  <a:pt x="1409728" y="92246"/>
                </a:lnTo>
                <a:lnTo>
                  <a:pt x="1409957" y="91631"/>
                </a:lnTo>
                <a:lnTo>
                  <a:pt x="1410127" y="90954"/>
                </a:lnTo>
                <a:lnTo>
                  <a:pt x="1410233" y="90212"/>
                </a:lnTo>
                <a:lnTo>
                  <a:pt x="1410269" y="89404"/>
                </a:lnTo>
                <a:lnTo>
                  <a:pt x="1410237" y="88595"/>
                </a:lnTo>
                <a:lnTo>
                  <a:pt x="1410143" y="87853"/>
                </a:lnTo>
                <a:lnTo>
                  <a:pt x="1409991" y="87176"/>
                </a:lnTo>
                <a:lnTo>
                  <a:pt x="1409787" y="86561"/>
                </a:lnTo>
                <a:lnTo>
                  <a:pt x="1409535" y="86004"/>
                </a:lnTo>
                <a:close/>
                <a:moveTo>
                  <a:pt x="99512" y="124569"/>
                </a:moveTo>
                <a:lnTo>
                  <a:pt x="99248" y="124172"/>
                </a:lnTo>
                <a:lnTo>
                  <a:pt x="98946" y="123818"/>
                </a:lnTo>
                <a:lnTo>
                  <a:pt x="98606" y="123507"/>
                </a:lnTo>
                <a:lnTo>
                  <a:pt x="98228" y="123234"/>
                </a:lnTo>
                <a:lnTo>
                  <a:pt x="97813" y="122998"/>
                </a:lnTo>
                <a:lnTo>
                  <a:pt x="97361" y="122795"/>
                </a:lnTo>
                <a:lnTo>
                  <a:pt x="96873" y="122623"/>
                </a:lnTo>
                <a:lnTo>
                  <a:pt x="96350" y="122480"/>
                </a:lnTo>
                <a:lnTo>
                  <a:pt x="95791" y="122363"/>
                </a:lnTo>
                <a:lnTo>
                  <a:pt x="95198" y="122269"/>
                </a:lnTo>
                <a:lnTo>
                  <a:pt x="94571" y="122196"/>
                </a:lnTo>
                <a:lnTo>
                  <a:pt x="93910" y="122141"/>
                </a:lnTo>
                <a:lnTo>
                  <a:pt x="93215" y="122102"/>
                </a:lnTo>
                <a:lnTo>
                  <a:pt x="92489" y="122076"/>
                </a:lnTo>
                <a:lnTo>
                  <a:pt x="91730" y="122060"/>
                </a:lnTo>
                <a:lnTo>
                  <a:pt x="90939" y="122052"/>
                </a:lnTo>
                <a:lnTo>
                  <a:pt x="90117" y="122049"/>
                </a:lnTo>
                <a:lnTo>
                  <a:pt x="89265" y="122048"/>
                </a:lnTo>
                <a:lnTo>
                  <a:pt x="89265" y="75459"/>
                </a:lnTo>
                <a:lnTo>
                  <a:pt x="89264" y="74886"/>
                </a:lnTo>
                <a:lnTo>
                  <a:pt x="89255" y="74142"/>
                </a:lnTo>
                <a:lnTo>
                  <a:pt x="89232" y="73244"/>
                </a:lnTo>
                <a:lnTo>
                  <a:pt x="89186" y="72209"/>
                </a:lnTo>
                <a:lnTo>
                  <a:pt x="89110" y="71056"/>
                </a:lnTo>
                <a:lnTo>
                  <a:pt x="88997" y="69800"/>
                </a:lnTo>
                <a:lnTo>
                  <a:pt x="88839" y="68461"/>
                </a:lnTo>
                <a:lnTo>
                  <a:pt x="88630" y="67054"/>
                </a:lnTo>
                <a:lnTo>
                  <a:pt x="88360" y="65598"/>
                </a:lnTo>
                <a:lnTo>
                  <a:pt x="88024" y="64110"/>
                </a:lnTo>
                <a:lnTo>
                  <a:pt x="87613" y="62607"/>
                </a:lnTo>
                <a:lnTo>
                  <a:pt x="87120" y="61107"/>
                </a:lnTo>
                <a:lnTo>
                  <a:pt x="86538" y="59627"/>
                </a:lnTo>
                <a:lnTo>
                  <a:pt x="85859" y="58184"/>
                </a:lnTo>
                <a:lnTo>
                  <a:pt x="85076" y="56796"/>
                </a:lnTo>
                <a:lnTo>
                  <a:pt x="84181" y="55480"/>
                </a:lnTo>
                <a:lnTo>
                  <a:pt x="83167" y="54254"/>
                </a:lnTo>
                <a:lnTo>
                  <a:pt x="82026" y="53135"/>
                </a:lnTo>
                <a:lnTo>
                  <a:pt x="80751" y="52141"/>
                </a:lnTo>
                <a:lnTo>
                  <a:pt x="79335" y="51288"/>
                </a:lnTo>
                <a:lnTo>
                  <a:pt x="77770" y="50594"/>
                </a:lnTo>
                <a:lnTo>
                  <a:pt x="76048" y="50077"/>
                </a:lnTo>
                <a:lnTo>
                  <a:pt x="74163" y="49754"/>
                </a:lnTo>
                <a:lnTo>
                  <a:pt x="72106" y="49643"/>
                </a:lnTo>
                <a:lnTo>
                  <a:pt x="71372" y="49656"/>
                </a:lnTo>
                <a:lnTo>
                  <a:pt x="70618" y="49697"/>
                </a:lnTo>
                <a:lnTo>
                  <a:pt x="69847" y="49765"/>
                </a:lnTo>
                <a:lnTo>
                  <a:pt x="69059" y="49863"/>
                </a:lnTo>
                <a:lnTo>
                  <a:pt x="68257" y="49992"/>
                </a:lnTo>
                <a:lnTo>
                  <a:pt x="67443" y="50152"/>
                </a:lnTo>
                <a:lnTo>
                  <a:pt x="66619" y="50345"/>
                </a:lnTo>
                <a:lnTo>
                  <a:pt x="65787" y="50571"/>
                </a:lnTo>
                <a:lnTo>
                  <a:pt x="64949" y="50833"/>
                </a:lnTo>
                <a:lnTo>
                  <a:pt x="64106" y="51130"/>
                </a:lnTo>
                <a:lnTo>
                  <a:pt x="63262" y="51464"/>
                </a:lnTo>
                <a:lnTo>
                  <a:pt x="62418" y="51836"/>
                </a:lnTo>
                <a:lnTo>
                  <a:pt x="61576" y="52248"/>
                </a:lnTo>
                <a:lnTo>
                  <a:pt x="60738" y="52699"/>
                </a:lnTo>
                <a:lnTo>
                  <a:pt x="59906" y="53192"/>
                </a:lnTo>
                <a:lnTo>
                  <a:pt x="59082" y="53728"/>
                </a:lnTo>
                <a:lnTo>
                  <a:pt x="58268" y="54307"/>
                </a:lnTo>
                <a:lnTo>
                  <a:pt x="57466" y="54930"/>
                </a:lnTo>
                <a:lnTo>
                  <a:pt x="56678" y="55600"/>
                </a:lnTo>
                <a:lnTo>
                  <a:pt x="55906" y="56316"/>
                </a:lnTo>
                <a:lnTo>
                  <a:pt x="55152" y="57079"/>
                </a:lnTo>
                <a:lnTo>
                  <a:pt x="54419" y="57892"/>
                </a:lnTo>
                <a:lnTo>
                  <a:pt x="53707" y="58755"/>
                </a:lnTo>
                <a:lnTo>
                  <a:pt x="53020" y="59669"/>
                </a:lnTo>
                <a:lnTo>
                  <a:pt x="52645" y="58866"/>
                </a:lnTo>
                <a:lnTo>
                  <a:pt x="52245" y="58095"/>
                </a:lnTo>
                <a:lnTo>
                  <a:pt x="51821" y="57357"/>
                </a:lnTo>
                <a:lnTo>
                  <a:pt x="51372" y="56651"/>
                </a:lnTo>
                <a:lnTo>
                  <a:pt x="50900" y="55978"/>
                </a:lnTo>
                <a:lnTo>
                  <a:pt x="50405" y="55337"/>
                </a:lnTo>
                <a:lnTo>
                  <a:pt x="49888" y="54730"/>
                </a:lnTo>
                <a:lnTo>
                  <a:pt x="49349" y="54157"/>
                </a:lnTo>
                <a:lnTo>
                  <a:pt x="48790" y="53616"/>
                </a:lnTo>
                <a:lnTo>
                  <a:pt x="48211" y="53110"/>
                </a:lnTo>
                <a:lnTo>
                  <a:pt x="47612" y="52637"/>
                </a:lnTo>
                <a:lnTo>
                  <a:pt x="46995" y="52198"/>
                </a:lnTo>
                <a:lnTo>
                  <a:pt x="46359" y="51793"/>
                </a:lnTo>
                <a:lnTo>
                  <a:pt x="45706" y="51423"/>
                </a:lnTo>
                <a:lnTo>
                  <a:pt x="45037" y="51087"/>
                </a:lnTo>
                <a:lnTo>
                  <a:pt x="44351" y="50786"/>
                </a:lnTo>
                <a:lnTo>
                  <a:pt x="43650" y="50519"/>
                </a:lnTo>
                <a:lnTo>
                  <a:pt x="42934" y="50288"/>
                </a:lnTo>
                <a:lnTo>
                  <a:pt x="42204" y="50091"/>
                </a:lnTo>
                <a:lnTo>
                  <a:pt x="41461" y="49930"/>
                </a:lnTo>
                <a:lnTo>
                  <a:pt x="40704" y="49805"/>
                </a:lnTo>
                <a:lnTo>
                  <a:pt x="39936" y="49715"/>
                </a:lnTo>
                <a:lnTo>
                  <a:pt x="39157" y="49661"/>
                </a:lnTo>
                <a:lnTo>
                  <a:pt x="38367" y="49643"/>
                </a:lnTo>
                <a:lnTo>
                  <a:pt x="37598" y="49657"/>
                </a:lnTo>
                <a:lnTo>
                  <a:pt x="36833" y="49699"/>
                </a:lnTo>
                <a:lnTo>
                  <a:pt x="36073" y="49767"/>
                </a:lnTo>
                <a:lnTo>
                  <a:pt x="35318" y="49863"/>
                </a:lnTo>
                <a:lnTo>
                  <a:pt x="34568" y="49984"/>
                </a:lnTo>
                <a:lnTo>
                  <a:pt x="33824" y="50131"/>
                </a:lnTo>
                <a:lnTo>
                  <a:pt x="33086" y="50303"/>
                </a:lnTo>
                <a:lnTo>
                  <a:pt x="32355" y="50500"/>
                </a:lnTo>
                <a:lnTo>
                  <a:pt x="31630" y="50721"/>
                </a:lnTo>
                <a:lnTo>
                  <a:pt x="30912" y="50966"/>
                </a:lnTo>
                <a:lnTo>
                  <a:pt x="30201" y="51233"/>
                </a:lnTo>
                <a:lnTo>
                  <a:pt x="29499" y="51524"/>
                </a:lnTo>
                <a:lnTo>
                  <a:pt x="28804" y="51836"/>
                </a:lnTo>
                <a:lnTo>
                  <a:pt x="28117" y="52170"/>
                </a:lnTo>
                <a:lnTo>
                  <a:pt x="27440" y="52525"/>
                </a:lnTo>
                <a:lnTo>
                  <a:pt x="26771" y="52901"/>
                </a:lnTo>
                <a:lnTo>
                  <a:pt x="26112" y="53296"/>
                </a:lnTo>
                <a:lnTo>
                  <a:pt x="25462" y="53711"/>
                </a:lnTo>
                <a:lnTo>
                  <a:pt x="24822" y="54146"/>
                </a:lnTo>
                <a:lnTo>
                  <a:pt x="24193" y="54599"/>
                </a:lnTo>
                <a:lnTo>
                  <a:pt x="23575" y="55070"/>
                </a:lnTo>
                <a:lnTo>
                  <a:pt x="22967" y="55558"/>
                </a:lnTo>
                <a:lnTo>
                  <a:pt x="22371" y="56064"/>
                </a:lnTo>
                <a:lnTo>
                  <a:pt x="21787" y="56586"/>
                </a:lnTo>
                <a:lnTo>
                  <a:pt x="21721" y="55889"/>
                </a:lnTo>
                <a:lnTo>
                  <a:pt x="21620" y="55250"/>
                </a:lnTo>
                <a:lnTo>
                  <a:pt x="21487" y="54667"/>
                </a:lnTo>
                <a:lnTo>
                  <a:pt x="21323" y="54137"/>
                </a:lnTo>
                <a:lnTo>
                  <a:pt x="21129" y="53657"/>
                </a:lnTo>
                <a:lnTo>
                  <a:pt x="20907" y="53225"/>
                </a:lnTo>
                <a:lnTo>
                  <a:pt x="20659" y="52839"/>
                </a:lnTo>
                <a:lnTo>
                  <a:pt x="20387" y="52495"/>
                </a:lnTo>
                <a:lnTo>
                  <a:pt x="20092" y="52192"/>
                </a:lnTo>
                <a:lnTo>
                  <a:pt x="19776" y="51927"/>
                </a:lnTo>
                <a:lnTo>
                  <a:pt x="19441" y="51697"/>
                </a:lnTo>
                <a:lnTo>
                  <a:pt x="19087" y="51499"/>
                </a:lnTo>
                <a:lnTo>
                  <a:pt x="18718" y="51332"/>
                </a:lnTo>
                <a:lnTo>
                  <a:pt x="18334" y="51193"/>
                </a:lnTo>
                <a:lnTo>
                  <a:pt x="17938" y="51079"/>
                </a:lnTo>
                <a:lnTo>
                  <a:pt x="17530" y="50988"/>
                </a:lnTo>
                <a:lnTo>
                  <a:pt x="17113" y="50917"/>
                </a:lnTo>
                <a:lnTo>
                  <a:pt x="16689" y="50864"/>
                </a:lnTo>
                <a:lnTo>
                  <a:pt x="16258" y="50825"/>
                </a:lnTo>
                <a:lnTo>
                  <a:pt x="15823" y="50800"/>
                </a:lnTo>
                <a:lnTo>
                  <a:pt x="15386" y="50784"/>
                </a:lnTo>
                <a:lnTo>
                  <a:pt x="14947" y="50776"/>
                </a:lnTo>
                <a:lnTo>
                  <a:pt x="14509" y="50773"/>
                </a:lnTo>
                <a:lnTo>
                  <a:pt x="14073" y="50773"/>
                </a:lnTo>
                <a:lnTo>
                  <a:pt x="7905" y="50773"/>
                </a:lnTo>
                <a:lnTo>
                  <a:pt x="7533" y="50773"/>
                </a:lnTo>
                <a:lnTo>
                  <a:pt x="7142" y="50776"/>
                </a:lnTo>
                <a:lnTo>
                  <a:pt x="6735" y="50784"/>
                </a:lnTo>
                <a:lnTo>
                  <a:pt x="6315" y="50799"/>
                </a:lnTo>
                <a:lnTo>
                  <a:pt x="5886" y="50825"/>
                </a:lnTo>
                <a:lnTo>
                  <a:pt x="5449" y="50863"/>
                </a:lnTo>
                <a:lnTo>
                  <a:pt x="5010" y="50916"/>
                </a:lnTo>
                <a:lnTo>
                  <a:pt x="4570" y="50987"/>
                </a:lnTo>
                <a:lnTo>
                  <a:pt x="4133" y="51078"/>
                </a:lnTo>
                <a:lnTo>
                  <a:pt x="3701" y="51191"/>
                </a:lnTo>
                <a:lnTo>
                  <a:pt x="3279" y="51330"/>
                </a:lnTo>
                <a:lnTo>
                  <a:pt x="2868" y="51496"/>
                </a:lnTo>
                <a:lnTo>
                  <a:pt x="2472" y="51692"/>
                </a:lnTo>
                <a:lnTo>
                  <a:pt x="2095" y="51921"/>
                </a:lnTo>
                <a:lnTo>
                  <a:pt x="1739" y="52186"/>
                </a:lnTo>
                <a:lnTo>
                  <a:pt x="1407" y="52487"/>
                </a:lnTo>
                <a:lnTo>
                  <a:pt x="1102" y="52829"/>
                </a:lnTo>
                <a:lnTo>
                  <a:pt x="828" y="53214"/>
                </a:lnTo>
                <a:lnTo>
                  <a:pt x="588" y="53644"/>
                </a:lnTo>
                <a:lnTo>
                  <a:pt x="385" y="54122"/>
                </a:lnTo>
                <a:lnTo>
                  <a:pt x="221" y="54649"/>
                </a:lnTo>
                <a:lnTo>
                  <a:pt x="100" y="55230"/>
                </a:lnTo>
                <a:lnTo>
                  <a:pt x="26" y="55866"/>
                </a:lnTo>
                <a:lnTo>
                  <a:pt x="0" y="56560"/>
                </a:lnTo>
                <a:lnTo>
                  <a:pt x="21" y="57276"/>
                </a:lnTo>
                <a:lnTo>
                  <a:pt x="84" y="57932"/>
                </a:lnTo>
                <a:lnTo>
                  <a:pt x="188" y="58532"/>
                </a:lnTo>
                <a:lnTo>
                  <a:pt x="332" y="59077"/>
                </a:lnTo>
                <a:lnTo>
                  <a:pt x="517" y="59570"/>
                </a:lnTo>
                <a:lnTo>
                  <a:pt x="741" y="60014"/>
                </a:lnTo>
                <a:lnTo>
                  <a:pt x="1005" y="60411"/>
                </a:lnTo>
                <a:lnTo>
                  <a:pt x="1307" y="60764"/>
                </a:lnTo>
                <a:lnTo>
                  <a:pt x="1648" y="61076"/>
                </a:lnTo>
                <a:lnTo>
                  <a:pt x="2026" y="61349"/>
                </a:lnTo>
                <a:lnTo>
                  <a:pt x="2441" y="61585"/>
                </a:lnTo>
                <a:lnTo>
                  <a:pt x="2893" y="61788"/>
                </a:lnTo>
                <a:lnTo>
                  <a:pt x="3381" y="61959"/>
                </a:lnTo>
                <a:lnTo>
                  <a:pt x="3905" y="62103"/>
                </a:lnTo>
                <a:lnTo>
                  <a:pt x="4463" y="62220"/>
                </a:lnTo>
                <a:lnTo>
                  <a:pt x="5057" y="62313"/>
                </a:lnTo>
                <a:lnTo>
                  <a:pt x="5684" y="62386"/>
                </a:lnTo>
                <a:lnTo>
                  <a:pt x="6346" y="62441"/>
                </a:lnTo>
                <a:lnTo>
                  <a:pt x="7040" y="62481"/>
                </a:lnTo>
                <a:lnTo>
                  <a:pt x="7767" y="62507"/>
                </a:lnTo>
                <a:lnTo>
                  <a:pt x="8526" y="62523"/>
                </a:lnTo>
                <a:lnTo>
                  <a:pt x="9316" y="62531"/>
                </a:lnTo>
                <a:lnTo>
                  <a:pt x="10138" y="62534"/>
                </a:lnTo>
                <a:lnTo>
                  <a:pt x="10990" y="62535"/>
                </a:lnTo>
                <a:lnTo>
                  <a:pt x="10990" y="122048"/>
                </a:lnTo>
                <a:lnTo>
                  <a:pt x="10138" y="122049"/>
                </a:lnTo>
                <a:lnTo>
                  <a:pt x="9316" y="122052"/>
                </a:lnTo>
                <a:lnTo>
                  <a:pt x="8526" y="122060"/>
                </a:lnTo>
                <a:lnTo>
                  <a:pt x="7767" y="122076"/>
                </a:lnTo>
                <a:lnTo>
                  <a:pt x="7040" y="122102"/>
                </a:lnTo>
                <a:lnTo>
                  <a:pt x="6346" y="122141"/>
                </a:lnTo>
                <a:lnTo>
                  <a:pt x="5684" y="122196"/>
                </a:lnTo>
                <a:lnTo>
                  <a:pt x="5057" y="122269"/>
                </a:lnTo>
                <a:lnTo>
                  <a:pt x="4463" y="122363"/>
                </a:lnTo>
                <a:lnTo>
                  <a:pt x="3905" y="122480"/>
                </a:lnTo>
                <a:lnTo>
                  <a:pt x="3381" y="122623"/>
                </a:lnTo>
                <a:lnTo>
                  <a:pt x="2893" y="122795"/>
                </a:lnTo>
                <a:lnTo>
                  <a:pt x="2441" y="122998"/>
                </a:lnTo>
                <a:lnTo>
                  <a:pt x="2026" y="123234"/>
                </a:lnTo>
                <a:lnTo>
                  <a:pt x="1648" y="123507"/>
                </a:lnTo>
                <a:lnTo>
                  <a:pt x="1307" y="123818"/>
                </a:lnTo>
                <a:lnTo>
                  <a:pt x="1005" y="124172"/>
                </a:lnTo>
                <a:lnTo>
                  <a:pt x="741" y="124569"/>
                </a:lnTo>
                <a:lnTo>
                  <a:pt x="517" y="125013"/>
                </a:lnTo>
                <a:lnTo>
                  <a:pt x="332" y="125506"/>
                </a:lnTo>
                <a:lnTo>
                  <a:pt x="188" y="126051"/>
                </a:lnTo>
                <a:lnTo>
                  <a:pt x="84" y="126650"/>
                </a:lnTo>
                <a:lnTo>
                  <a:pt x="21" y="127307"/>
                </a:lnTo>
                <a:lnTo>
                  <a:pt x="0" y="128023"/>
                </a:lnTo>
                <a:lnTo>
                  <a:pt x="27" y="128717"/>
                </a:lnTo>
                <a:lnTo>
                  <a:pt x="104" y="129352"/>
                </a:lnTo>
                <a:lnTo>
                  <a:pt x="229" y="129932"/>
                </a:lnTo>
                <a:lnTo>
                  <a:pt x="398" y="130460"/>
                </a:lnTo>
                <a:lnTo>
                  <a:pt x="608" y="130937"/>
                </a:lnTo>
                <a:lnTo>
                  <a:pt x="856" y="131367"/>
                </a:lnTo>
                <a:lnTo>
                  <a:pt x="1137" y="131752"/>
                </a:lnTo>
                <a:lnTo>
                  <a:pt x="1450" y="132093"/>
                </a:lnTo>
                <a:lnTo>
                  <a:pt x="1790" y="132395"/>
                </a:lnTo>
                <a:lnTo>
                  <a:pt x="2154" y="132659"/>
                </a:lnTo>
                <a:lnTo>
                  <a:pt x="2539" y="132888"/>
                </a:lnTo>
                <a:lnTo>
                  <a:pt x="2941" y="133084"/>
                </a:lnTo>
                <a:lnTo>
                  <a:pt x="3357" y="133250"/>
                </a:lnTo>
                <a:lnTo>
                  <a:pt x="3784" y="133389"/>
                </a:lnTo>
                <a:lnTo>
                  <a:pt x="4218" y="133502"/>
                </a:lnTo>
                <a:lnTo>
                  <a:pt x="4656" y="133593"/>
                </a:lnTo>
                <a:lnTo>
                  <a:pt x="5095" y="133664"/>
                </a:lnTo>
                <a:lnTo>
                  <a:pt x="5531" y="133717"/>
                </a:lnTo>
                <a:lnTo>
                  <a:pt x="5962" y="133755"/>
                </a:lnTo>
                <a:lnTo>
                  <a:pt x="6382" y="133780"/>
                </a:lnTo>
                <a:lnTo>
                  <a:pt x="6790" y="133796"/>
                </a:lnTo>
                <a:lnTo>
                  <a:pt x="7182" y="133804"/>
                </a:lnTo>
                <a:lnTo>
                  <a:pt x="7555" y="133807"/>
                </a:lnTo>
                <a:lnTo>
                  <a:pt x="7905" y="133807"/>
                </a:lnTo>
                <a:lnTo>
                  <a:pt x="24873" y="133807"/>
                </a:lnTo>
                <a:lnTo>
                  <a:pt x="25245" y="133807"/>
                </a:lnTo>
                <a:lnTo>
                  <a:pt x="25636" y="133804"/>
                </a:lnTo>
                <a:lnTo>
                  <a:pt x="26042" y="133796"/>
                </a:lnTo>
                <a:lnTo>
                  <a:pt x="26462" y="133780"/>
                </a:lnTo>
                <a:lnTo>
                  <a:pt x="26891" y="133755"/>
                </a:lnTo>
                <a:lnTo>
                  <a:pt x="27327" y="133717"/>
                </a:lnTo>
                <a:lnTo>
                  <a:pt x="27767" y="133664"/>
                </a:lnTo>
                <a:lnTo>
                  <a:pt x="28206" y="133593"/>
                </a:lnTo>
                <a:lnTo>
                  <a:pt x="28644" y="133502"/>
                </a:lnTo>
                <a:lnTo>
                  <a:pt x="29075" y="133389"/>
                </a:lnTo>
                <a:lnTo>
                  <a:pt x="29497" y="133250"/>
                </a:lnTo>
                <a:lnTo>
                  <a:pt x="29908" y="133084"/>
                </a:lnTo>
                <a:lnTo>
                  <a:pt x="30303" y="132888"/>
                </a:lnTo>
                <a:lnTo>
                  <a:pt x="30681" y="132659"/>
                </a:lnTo>
                <a:lnTo>
                  <a:pt x="31037" y="132395"/>
                </a:lnTo>
                <a:lnTo>
                  <a:pt x="31368" y="132093"/>
                </a:lnTo>
                <a:lnTo>
                  <a:pt x="31673" y="131752"/>
                </a:lnTo>
                <a:lnTo>
                  <a:pt x="31946" y="131367"/>
                </a:lnTo>
                <a:lnTo>
                  <a:pt x="32186" y="130937"/>
                </a:lnTo>
                <a:lnTo>
                  <a:pt x="32390" y="130460"/>
                </a:lnTo>
                <a:lnTo>
                  <a:pt x="32553" y="129932"/>
                </a:lnTo>
                <a:lnTo>
                  <a:pt x="32674" y="129352"/>
                </a:lnTo>
                <a:lnTo>
                  <a:pt x="32749" y="128717"/>
                </a:lnTo>
                <a:lnTo>
                  <a:pt x="32774" y="128023"/>
                </a:lnTo>
                <a:lnTo>
                  <a:pt x="32753" y="127307"/>
                </a:lnTo>
                <a:lnTo>
                  <a:pt x="32691" y="126650"/>
                </a:lnTo>
                <a:lnTo>
                  <a:pt x="32587" y="126051"/>
                </a:lnTo>
                <a:lnTo>
                  <a:pt x="32442" y="125506"/>
                </a:lnTo>
                <a:lnTo>
                  <a:pt x="32258" y="125013"/>
                </a:lnTo>
                <a:lnTo>
                  <a:pt x="32033" y="124569"/>
                </a:lnTo>
                <a:lnTo>
                  <a:pt x="31770" y="124172"/>
                </a:lnTo>
                <a:lnTo>
                  <a:pt x="31468" y="123818"/>
                </a:lnTo>
                <a:lnTo>
                  <a:pt x="31128" y="123507"/>
                </a:lnTo>
                <a:lnTo>
                  <a:pt x="30750" y="123234"/>
                </a:lnTo>
                <a:lnTo>
                  <a:pt x="30335" y="122998"/>
                </a:lnTo>
                <a:lnTo>
                  <a:pt x="29883" y="122795"/>
                </a:lnTo>
                <a:lnTo>
                  <a:pt x="29395" y="122623"/>
                </a:lnTo>
                <a:lnTo>
                  <a:pt x="28872" y="122480"/>
                </a:lnTo>
                <a:lnTo>
                  <a:pt x="28313" y="122363"/>
                </a:lnTo>
                <a:lnTo>
                  <a:pt x="27720" y="122269"/>
                </a:lnTo>
                <a:lnTo>
                  <a:pt x="27092" y="122196"/>
                </a:lnTo>
                <a:lnTo>
                  <a:pt x="26431" y="122141"/>
                </a:lnTo>
                <a:lnTo>
                  <a:pt x="25737" y="122102"/>
                </a:lnTo>
                <a:lnTo>
                  <a:pt x="25010" y="122076"/>
                </a:lnTo>
                <a:lnTo>
                  <a:pt x="24251" y="122060"/>
                </a:lnTo>
                <a:lnTo>
                  <a:pt x="23461" y="122052"/>
                </a:lnTo>
                <a:lnTo>
                  <a:pt x="22639" y="122049"/>
                </a:lnTo>
                <a:lnTo>
                  <a:pt x="21787" y="122048"/>
                </a:lnTo>
                <a:lnTo>
                  <a:pt x="21787" y="87574"/>
                </a:lnTo>
                <a:lnTo>
                  <a:pt x="21827" y="85476"/>
                </a:lnTo>
                <a:lnTo>
                  <a:pt x="21947" y="83463"/>
                </a:lnTo>
                <a:lnTo>
                  <a:pt x="22142" y="81534"/>
                </a:lnTo>
                <a:lnTo>
                  <a:pt x="22409" y="79691"/>
                </a:lnTo>
                <a:lnTo>
                  <a:pt x="22745" y="77934"/>
                </a:lnTo>
                <a:lnTo>
                  <a:pt x="23145" y="76263"/>
                </a:lnTo>
                <a:lnTo>
                  <a:pt x="23608" y="74678"/>
                </a:lnTo>
                <a:lnTo>
                  <a:pt x="24129" y="73181"/>
                </a:lnTo>
                <a:lnTo>
                  <a:pt x="24705" y="71771"/>
                </a:lnTo>
                <a:lnTo>
                  <a:pt x="25332" y="70449"/>
                </a:lnTo>
                <a:lnTo>
                  <a:pt x="26007" y="69215"/>
                </a:lnTo>
                <a:lnTo>
                  <a:pt x="26727" y="68070"/>
                </a:lnTo>
                <a:lnTo>
                  <a:pt x="27488" y="67014"/>
                </a:lnTo>
                <a:lnTo>
                  <a:pt x="28287" y="66047"/>
                </a:lnTo>
                <a:lnTo>
                  <a:pt x="29120" y="65171"/>
                </a:lnTo>
                <a:lnTo>
                  <a:pt x="29984" y="64385"/>
                </a:lnTo>
                <a:lnTo>
                  <a:pt x="30875" y="63690"/>
                </a:lnTo>
                <a:lnTo>
                  <a:pt x="31791" y="63087"/>
                </a:lnTo>
                <a:lnTo>
                  <a:pt x="32727" y="62574"/>
                </a:lnTo>
                <a:lnTo>
                  <a:pt x="33680" y="62155"/>
                </a:lnTo>
                <a:lnTo>
                  <a:pt x="34647" y="61827"/>
                </a:lnTo>
                <a:lnTo>
                  <a:pt x="35624" y="61593"/>
                </a:lnTo>
                <a:lnTo>
                  <a:pt x="36608" y="61452"/>
                </a:lnTo>
                <a:lnTo>
                  <a:pt x="37596" y="61405"/>
                </a:lnTo>
                <a:lnTo>
                  <a:pt x="38141" y="61423"/>
                </a:lnTo>
                <a:lnTo>
                  <a:pt x="38667" y="61477"/>
                </a:lnTo>
                <a:lnTo>
                  <a:pt x="39175" y="61570"/>
                </a:lnTo>
                <a:lnTo>
                  <a:pt x="39664" y="61706"/>
                </a:lnTo>
                <a:lnTo>
                  <a:pt x="40132" y="61885"/>
                </a:lnTo>
                <a:lnTo>
                  <a:pt x="40581" y="62112"/>
                </a:lnTo>
                <a:lnTo>
                  <a:pt x="41009" y="62389"/>
                </a:lnTo>
                <a:lnTo>
                  <a:pt x="41416" y="62717"/>
                </a:lnTo>
                <a:lnTo>
                  <a:pt x="41801" y="63101"/>
                </a:lnTo>
                <a:lnTo>
                  <a:pt x="42165" y="63542"/>
                </a:lnTo>
                <a:lnTo>
                  <a:pt x="42506" y="64043"/>
                </a:lnTo>
                <a:lnTo>
                  <a:pt x="42825" y="64606"/>
                </a:lnTo>
                <a:lnTo>
                  <a:pt x="43121" y="65235"/>
                </a:lnTo>
                <a:lnTo>
                  <a:pt x="43393" y="65931"/>
                </a:lnTo>
                <a:lnTo>
                  <a:pt x="43641" y="66698"/>
                </a:lnTo>
                <a:lnTo>
                  <a:pt x="43865" y="67538"/>
                </a:lnTo>
                <a:lnTo>
                  <a:pt x="44064" y="68453"/>
                </a:lnTo>
                <a:lnTo>
                  <a:pt x="44238" y="69446"/>
                </a:lnTo>
                <a:lnTo>
                  <a:pt x="44387" y="70520"/>
                </a:lnTo>
                <a:lnTo>
                  <a:pt x="44509" y="71678"/>
                </a:lnTo>
                <a:lnTo>
                  <a:pt x="44605" y="72921"/>
                </a:lnTo>
                <a:lnTo>
                  <a:pt x="44674" y="74253"/>
                </a:lnTo>
                <a:lnTo>
                  <a:pt x="44716" y="75675"/>
                </a:lnTo>
                <a:lnTo>
                  <a:pt x="44730" y="77192"/>
                </a:lnTo>
                <a:lnTo>
                  <a:pt x="44730" y="122048"/>
                </a:lnTo>
                <a:lnTo>
                  <a:pt x="44266" y="122049"/>
                </a:lnTo>
                <a:lnTo>
                  <a:pt x="43793" y="122052"/>
                </a:lnTo>
                <a:lnTo>
                  <a:pt x="43314" y="122060"/>
                </a:lnTo>
                <a:lnTo>
                  <a:pt x="42829" y="122076"/>
                </a:lnTo>
                <a:lnTo>
                  <a:pt x="42344" y="122102"/>
                </a:lnTo>
                <a:lnTo>
                  <a:pt x="41859" y="122141"/>
                </a:lnTo>
                <a:lnTo>
                  <a:pt x="41378" y="122196"/>
                </a:lnTo>
                <a:lnTo>
                  <a:pt x="40902" y="122269"/>
                </a:lnTo>
                <a:lnTo>
                  <a:pt x="40436" y="122363"/>
                </a:lnTo>
                <a:lnTo>
                  <a:pt x="39980" y="122480"/>
                </a:lnTo>
                <a:lnTo>
                  <a:pt x="39539" y="122623"/>
                </a:lnTo>
                <a:lnTo>
                  <a:pt x="39114" y="122795"/>
                </a:lnTo>
                <a:lnTo>
                  <a:pt x="38708" y="122998"/>
                </a:lnTo>
                <a:lnTo>
                  <a:pt x="38324" y="123234"/>
                </a:lnTo>
                <a:lnTo>
                  <a:pt x="37964" y="123507"/>
                </a:lnTo>
                <a:lnTo>
                  <a:pt x="37631" y="123818"/>
                </a:lnTo>
                <a:lnTo>
                  <a:pt x="37328" y="124172"/>
                </a:lnTo>
                <a:lnTo>
                  <a:pt x="37056" y="124569"/>
                </a:lnTo>
                <a:lnTo>
                  <a:pt x="36819" y="125013"/>
                </a:lnTo>
                <a:lnTo>
                  <a:pt x="36620" y="125506"/>
                </a:lnTo>
                <a:lnTo>
                  <a:pt x="36460" y="126051"/>
                </a:lnTo>
                <a:lnTo>
                  <a:pt x="36343" y="126650"/>
                </a:lnTo>
                <a:lnTo>
                  <a:pt x="36270" y="127307"/>
                </a:lnTo>
                <a:lnTo>
                  <a:pt x="36246" y="128023"/>
                </a:lnTo>
                <a:lnTo>
                  <a:pt x="36272" y="128717"/>
                </a:lnTo>
                <a:lnTo>
                  <a:pt x="36350" y="129352"/>
                </a:lnTo>
                <a:lnTo>
                  <a:pt x="36475" y="129932"/>
                </a:lnTo>
                <a:lnTo>
                  <a:pt x="36644" y="130460"/>
                </a:lnTo>
                <a:lnTo>
                  <a:pt x="36854" y="130937"/>
                </a:lnTo>
                <a:lnTo>
                  <a:pt x="37101" y="131367"/>
                </a:lnTo>
                <a:lnTo>
                  <a:pt x="37383" y="131752"/>
                </a:lnTo>
                <a:lnTo>
                  <a:pt x="37695" y="132093"/>
                </a:lnTo>
                <a:lnTo>
                  <a:pt x="38035" y="132395"/>
                </a:lnTo>
                <a:lnTo>
                  <a:pt x="38399" y="132659"/>
                </a:lnTo>
                <a:lnTo>
                  <a:pt x="38784" y="132888"/>
                </a:lnTo>
                <a:lnTo>
                  <a:pt x="39186" y="133084"/>
                </a:lnTo>
                <a:lnTo>
                  <a:pt x="39602" y="133250"/>
                </a:lnTo>
                <a:lnTo>
                  <a:pt x="40029" y="133389"/>
                </a:lnTo>
                <a:lnTo>
                  <a:pt x="40464" y="133502"/>
                </a:lnTo>
                <a:lnTo>
                  <a:pt x="40902" y="133593"/>
                </a:lnTo>
                <a:lnTo>
                  <a:pt x="41341" y="133664"/>
                </a:lnTo>
                <a:lnTo>
                  <a:pt x="41777" y="133717"/>
                </a:lnTo>
                <a:lnTo>
                  <a:pt x="42207" y="133755"/>
                </a:lnTo>
                <a:lnTo>
                  <a:pt x="42628" y="133780"/>
                </a:lnTo>
                <a:lnTo>
                  <a:pt x="43036" y="133796"/>
                </a:lnTo>
                <a:lnTo>
                  <a:pt x="43428" y="133804"/>
                </a:lnTo>
                <a:lnTo>
                  <a:pt x="43800" y="133807"/>
                </a:lnTo>
                <a:lnTo>
                  <a:pt x="44150" y="133807"/>
                </a:lnTo>
                <a:lnTo>
                  <a:pt x="58609" y="133807"/>
                </a:lnTo>
                <a:lnTo>
                  <a:pt x="58981" y="133807"/>
                </a:lnTo>
                <a:lnTo>
                  <a:pt x="59372" y="133804"/>
                </a:lnTo>
                <a:lnTo>
                  <a:pt x="59779" y="133796"/>
                </a:lnTo>
                <a:lnTo>
                  <a:pt x="60199" y="133780"/>
                </a:lnTo>
                <a:lnTo>
                  <a:pt x="60628" y="133755"/>
                </a:lnTo>
                <a:lnTo>
                  <a:pt x="61064" y="133717"/>
                </a:lnTo>
                <a:lnTo>
                  <a:pt x="61504" y="133664"/>
                </a:lnTo>
                <a:lnTo>
                  <a:pt x="61943" y="133593"/>
                </a:lnTo>
                <a:lnTo>
                  <a:pt x="62381" y="133502"/>
                </a:lnTo>
                <a:lnTo>
                  <a:pt x="62812" y="133389"/>
                </a:lnTo>
                <a:lnTo>
                  <a:pt x="63235" y="133250"/>
                </a:lnTo>
                <a:lnTo>
                  <a:pt x="63646" y="133084"/>
                </a:lnTo>
                <a:lnTo>
                  <a:pt x="64041" y="132888"/>
                </a:lnTo>
                <a:lnTo>
                  <a:pt x="64419" y="132659"/>
                </a:lnTo>
                <a:lnTo>
                  <a:pt x="64775" y="132395"/>
                </a:lnTo>
                <a:lnTo>
                  <a:pt x="65107" y="132093"/>
                </a:lnTo>
                <a:lnTo>
                  <a:pt x="65411" y="131752"/>
                </a:lnTo>
                <a:lnTo>
                  <a:pt x="65685" y="131367"/>
                </a:lnTo>
                <a:lnTo>
                  <a:pt x="65925" y="130937"/>
                </a:lnTo>
                <a:lnTo>
                  <a:pt x="66129" y="130460"/>
                </a:lnTo>
                <a:lnTo>
                  <a:pt x="66292" y="129932"/>
                </a:lnTo>
                <a:lnTo>
                  <a:pt x="66413" y="129352"/>
                </a:lnTo>
                <a:lnTo>
                  <a:pt x="66488" y="128717"/>
                </a:lnTo>
                <a:lnTo>
                  <a:pt x="66513" y="128023"/>
                </a:lnTo>
                <a:lnTo>
                  <a:pt x="66492" y="127307"/>
                </a:lnTo>
                <a:lnTo>
                  <a:pt x="66430" y="126650"/>
                </a:lnTo>
                <a:lnTo>
                  <a:pt x="66326" y="126051"/>
                </a:lnTo>
                <a:lnTo>
                  <a:pt x="66181" y="125506"/>
                </a:lnTo>
                <a:lnTo>
                  <a:pt x="65997" y="125013"/>
                </a:lnTo>
                <a:lnTo>
                  <a:pt x="65773" y="124569"/>
                </a:lnTo>
                <a:lnTo>
                  <a:pt x="65509" y="124172"/>
                </a:lnTo>
                <a:lnTo>
                  <a:pt x="65207" y="123818"/>
                </a:lnTo>
                <a:lnTo>
                  <a:pt x="64867" y="123507"/>
                </a:lnTo>
                <a:lnTo>
                  <a:pt x="64489" y="123234"/>
                </a:lnTo>
                <a:lnTo>
                  <a:pt x="64074" y="122998"/>
                </a:lnTo>
                <a:lnTo>
                  <a:pt x="63622" y="122795"/>
                </a:lnTo>
                <a:lnTo>
                  <a:pt x="63134" y="122623"/>
                </a:lnTo>
                <a:lnTo>
                  <a:pt x="62611" y="122480"/>
                </a:lnTo>
                <a:lnTo>
                  <a:pt x="62052" y="122363"/>
                </a:lnTo>
                <a:lnTo>
                  <a:pt x="61459" y="122269"/>
                </a:lnTo>
                <a:lnTo>
                  <a:pt x="60831" y="122196"/>
                </a:lnTo>
                <a:lnTo>
                  <a:pt x="60170" y="122141"/>
                </a:lnTo>
                <a:lnTo>
                  <a:pt x="59476" y="122102"/>
                </a:lnTo>
                <a:lnTo>
                  <a:pt x="58749" y="122076"/>
                </a:lnTo>
                <a:lnTo>
                  <a:pt x="57990" y="122060"/>
                </a:lnTo>
                <a:lnTo>
                  <a:pt x="57200" y="122052"/>
                </a:lnTo>
                <a:lnTo>
                  <a:pt x="56378" y="122049"/>
                </a:lnTo>
                <a:lnTo>
                  <a:pt x="55526" y="122048"/>
                </a:lnTo>
                <a:lnTo>
                  <a:pt x="55526" y="87589"/>
                </a:lnTo>
                <a:lnTo>
                  <a:pt x="55567" y="85489"/>
                </a:lnTo>
                <a:lnTo>
                  <a:pt x="55686" y="83474"/>
                </a:lnTo>
                <a:lnTo>
                  <a:pt x="55881" y="81544"/>
                </a:lnTo>
                <a:lnTo>
                  <a:pt x="56148" y="79700"/>
                </a:lnTo>
                <a:lnTo>
                  <a:pt x="56484" y="77941"/>
                </a:lnTo>
                <a:lnTo>
                  <a:pt x="56885" y="76269"/>
                </a:lnTo>
                <a:lnTo>
                  <a:pt x="57347" y="74684"/>
                </a:lnTo>
                <a:lnTo>
                  <a:pt x="57868" y="73185"/>
                </a:lnTo>
                <a:lnTo>
                  <a:pt x="58444" y="71774"/>
                </a:lnTo>
                <a:lnTo>
                  <a:pt x="59071" y="70452"/>
                </a:lnTo>
                <a:lnTo>
                  <a:pt x="59746" y="69217"/>
                </a:lnTo>
                <a:lnTo>
                  <a:pt x="60466" y="68072"/>
                </a:lnTo>
                <a:lnTo>
                  <a:pt x="61227" y="67015"/>
                </a:lnTo>
                <a:lnTo>
                  <a:pt x="62026" y="66049"/>
                </a:lnTo>
                <a:lnTo>
                  <a:pt x="62859" y="65172"/>
                </a:lnTo>
                <a:lnTo>
                  <a:pt x="63723" y="64386"/>
                </a:lnTo>
                <a:lnTo>
                  <a:pt x="64615" y="63691"/>
                </a:lnTo>
                <a:lnTo>
                  <a:pt x="65530" y="63087"/>
                </a:lnTo>
                <a:lnTo>
                  <a:pt x="66466" y="62575"/>
                </a:lnTo>
                <a:lnTo>
                  <a:pt x="67419" y="62155"/>
                </a:lnTo>
                <a:lnTo>
                  <a:pt x="68386" y="61827"/>
                </a:lnTo>
                <a:lnTo>
                  <a:pt x="69363" y="61593"/>
                </a:lnTo>
                <a:lnTo>
                  <a:pt x="70348" y="61452"/>
                </a:lnTo>
                <a:lnTo>
                  <a:pt x="71335" y="61405"/>
                </a:lnTo>
                <a:lnTo>
                  <a:pt x="71880" y="61423"/>
                </a:lnTo>
                <a:lnTo>
                  <a:pt x="72407" y="61477"/>
                </a:lnTo>
                <a:lnTo>
                  <a:pt x="72914" y="61570"/>
                </a:lnTo>
                <a:lnTo>
                  <a:pt x="73403" y="61706"/>
                </a:lnTo>
                <a:lnTo>
                  <a:pt x="73871" y="61885"/>
                </a:lnTo>
                <a:lnTo>
                  <a:pt x="74320" y="62112"/>
                </a:lnTo>
                <a:lnTo>
                  <a:pt x="74748" y="62389"/>
                </a:lnTo>
                <a:lnTo>
                  <a:pt x="75155" y="62717"/>
                </a:lnTo>
                <a:lnTo>
                  <a:pt x="75540" y="63101"/>
                </a:lnTo>
                <a:lnTo>
                  <a:pt x="75904" y="63542"/>
                </a:lnTo>
                <a:lnTo>
                  <a:pt x="76246" y="64043"/>
                </a:lnTo>
                <a:lnTo>
                  <a:pt x="76564" y="64606"/>
                </a:lnTo>
                <a:lnTo>
                  <a:pt x="76860" y="65235"/>
                </a:lnTo>
                <a:lnTo>
                  <a:pt x="77132" y="65931"/>
                </a:lnTo>
                <a:lnTo>
                  <a:pt x="77381" y="66698"/>
                </a:lnTo>
                <a:lnTo>
                  <a:pt x="77604" y="67538"/>
                </a:lnTo>
                <a:lnTo>
                  <a:pt x="77804" y="68453"/>
                </a:lnTo>
                <a:lnTo>
                  <a:pt x="77978" y="69446"/>
                </a:lnTo>
                <a:lnTo>
                  <a:pt x="78126" y="70520"/>
                </a:lnTo>
                <a:lnTo>
                  <a:pt x="78248" y="71678"/>
                </a:lnTo>
                <a:lnTo>
                  <a:pt x="78344" y="72921"/>
                </a:lnTo>
                <a:lnTo>
                  <a:pt x="78413" y="74253"/>
                </a:lnTo>
                <a:lnTo>
                  <a:pt x="78455" y="75675"/>
                </a:lnTo>
                <a:lnTo>
                  <a:pt x="78469" y="77192"/>
                </a:lnTo>
                <a:lnTo>
                  <a:pt x="78469" y="122048"/>
                </a:lnTo>
                <a:lnTo>
                  <a:pt x="78005" y="122049"/>
                </a:lnTo>
                <a:lnTo>
                  <a:pt x="77532" y="122052"/>
                </a:lnTo>
                <a:lnTo>
                  <a:pt x="77052" y="122060"/>
                </a:lnTo>
                <a:lnTo>
                  <a:pt x="76568" y="122076"/>
                </a:lnTo>
                <a:lnTo>
                  <a:pt x="76082" y="122102"/>
                </a:lnTo>
                <a:lnTo>
                  <a:pt x="75597" y="122141"/>
                </a:lnTo>
                <a:lnTo>
                  <a:pt x="75115" y="122196"/>
                </a:lnTo>
                <a:lnTo>
                  <a:pt x="74640" y="122269"/>
                </a:lnTo>
                <a:lnTo>
                  <a:pt x="74174" y="122363"/>
                </a:lnTo>
                <a:lnTo>
                  <a:pt x="73718" y="122480"/>
                </a:lnTo>
                <a:lnTo>
                  <a:pt x="73277" y="122623"/>
                </a:lnTo>
                <a:lnTo>
                  <a:pt x="72852" y="122795"/>
                </a:lnTo>
                <a:lnTo>
                  <a:pt x="72447" y="122998"/>
                </a:lnTo>
                <a:lnTo>
                  <a:pt x="72062" y="123234"/>
                </a:lnTo>
                <a:lnTo>
                  <a:pt x="71703" y="123507"/>
                </a:lnTo>
                <a:lnTo>
                  <a:pt x="71370" y="123818"/>
                </a:lnTo>
                <a:lnTo>
                  <a:pt x="71066" y="124172"/>
                </a:lnTo>
                <a:lnTo>
                  <a:pt x="70795" y="124569"/>
                </a:lnTo>
                <a:lnTo>
                  <a:pt x="70558" y="125013"/>
                </a:lnTo>
                <a:lnTo>
                  <a:pt x="70359" y="125506"/>
                </a:lnTo>
                <a:lnTo>
                  <a:pt x="70199" y="126051"/>
                </a:lnTo>
                <a:lnTo>
                  <a:pt x="70082" y="126650"/>
                </a:lnTo>
                <a:lnTo>
                  <a:pt x="70009" y="127307"/>
                </a:lnTo>
                <a:lnTo>
                  <a:pt x="69985" y="128023"/>
                </a:lnTo>
                <a:lnTo>
                  <a:pt x="70011" y="128717"/>
                </a:lnTo>
                <a:lnTo>
                  <a:pt x="70089" y="129352"/>
                </a:lnTo>
                <a:lnTo>
                  <a:pt x="70214" y="129932"/>
                </a:lnTo>
                <a:lnTo>
                  <a:pt x="70383" y="130460"/>
                </a:lnTo>
                <a:lnTo>
                  <a:pt x="70593" y="130937"/>
                </a:lnTo>
                <a:lnTo>
                  <a:pt x="70840" y="131367"/>
                </a:lnTo>
                <a:lnTo>
                  <a:pt x="71122" y="131752"/>
                </a:lnTo>
                <a:lnTo>
                  <a:pt x="71434" y="132093"/>
                </a:lnTo>
                <a:lnTo>
                  <a:pt x="71774" y="132395"/>
                </a:lnTo>
                <a:lnTo>
                  <a:pt x="72138" y="132659"/>
                </a:lnTo>
                <a:lnTo>
                  <a:pt x="72522" y="132888"/>
                </a:lnTo>
                <a:lnTo>
                  <a:pt x="72924" y="133084"/>
                </a:lnTo>
                <a:lnTo>
                  <a:pt x="73340" y="133250"/>
                </a:lnTo>
                <a:lnTo>
                  <a:pt x="73767" y="133389"/>
                </a:lnTo>
                <a:lnTo>
                  <a:pt x="74201" y="133502"/>
                </a:lnTo>
                <a:lnTo>
                  <a:pt x="74640" y="133593"/>
                </a:lnTo>
                <a:lnTo>
                  <a:pt x="75079" y="133664"/>
                </a:lnTo>
                <a:lnTo>
                  <a:pt x="75515" y="133717"/>
                </a:lnTo>
                <a:lnTo>
                  <a:pt x="75945" y="133755"/>
                </a:lnTo>
                <a:lnTo>
                  <a:pt x="76366" y="133780"/>
                </a:lnTo>
                <a:lnTo>
                  <a:pt x="76774" y="133796"/>
                </a:lnTo>
                <a:lnTo>
                  <a:pt x="77166" y="133804"/>
                </a:lnTo>
                <a:lnTo>
                  <a:pt x="77539" y="133807"/>
                </a:lnTo>
                <a:lnTo>
                  <a:pt x="77889" y="133807"/>
                </a:lnTo>
                <a:lnTo>
                  <a:pt x="92348" y="133807"/>
                </a:lnTo>
                <a:lnTo>
                  <a:pt x="92720" y="133807"/>
                </a:lnTo>
                <a:lnTo>
                  <a:pt x="93111" y="133804"/>
                </a:lnTo>
                <a:lnTo>
                  <a:pt x="93518" y="133796"/>
                </a:lnTo>
                <a:lnTo>
                  <a:pt x="93938" y="133780"/>
                </a:lnTo>
                <a:lnTo>
                  <a:pt x="94367" y="133755"/>
                </a:lnTo>
                <a:lnTo>
                  <a:pt x="94803" y="133717"/>
                </a:lnTo>
                <a:lnTo>
                  <a:pt x="95243" y="133664"/>
                </a:lnTo>
                <a:lnTo>
                  <a:pt x="95683" y="133593"/>
                </a:lnTo>
                <a:lnTo>
                  <a:pt x="96120" y="133502"/>
                </a:lnTo>
                <a:lnTo>
                  <a:pt x="96551" y="133389"/>
                </a:lnTo>
                <a:lnTo>
                  <a:pt x="96974" y="133250"/>
                </a:lnTo>
                <a:lnTo>
                  <a:pt x="97385" y="133084"/>
                </a:lnTo>
                <a:lnTo>
                  <a:pt x="97780" y="132888"/>
                </a:lnTo>
                <a:lnTo>
                  <a:pt x="98158" y="132659"/>
                </a:lnTo>
                <a:lnTo>
                  <a:pt x="98514" y="132395"/>
                </a:lnTo>
                <a:lnTo>
                  <a:pt x="98846" y="132093"/>
                </a:lnTo>
                <a:lnTo>
                  <a:pt x="99150" y="131752"/>
                </a:lnTo>
                <a:lnTo>
                  <a:pt x="99424" y="131367"/>
                </a:lnTo>
                <a:lnTo>
                  <a:pt x="99664" y="130937"/>
                </a:lnTo>
                <a:lnTo>
                  <a:pt x="99868" y="130460"/>
                </a:lnTo>
                <a:lnTo>
                  <a:pt x="100032" y="129932"/>
                </a:lnTo>
                <a:lnTo>
                  <a:pt x="100152" y="129352"/>
                </a:lnTo>
                <a:lnTo>
                  <a:pt x="100227" y="128717"/>
                </a:lnTo>
                <a:lnTo>
                  <a:pt x="100253" y="128023"/>
                </a:lnTo>
                <a:lnTo>
                  <a:pt x="100232" y="127307"/>
                </a:lnTo>
                <a:lnTo>
                  <a:pt x="100169" y="126650"/>
                </a:lnTo>
                <a:lnTo>
                  <a:pt x="100065" y="126051"/>
                </a:lnTo>
                <a:lnTo>
                  <a:pt x="99921" y="125506"/>
                </a:lnTo>
                <a:lnTo>
                  <a:pt x="99736" y="125013"/>
                </a:lnTo>
                <a:lnTo>
                  <a:pt x="99512" y="124569"/>
                </a:lnTo>
                <a:close/>
                <a:moveTo>
                  <a:pt x="604757" y="124569"/>
                </a:moveTo>
                <a:lnTo>
                  <a:pt x="604491" y="124172"/>
                </a:lnTo>
                <a:lnTo>
                  <a:pt x="604195" y="123818"/>
                </a:lnTo>
                <a:lnTo>
                  <a:pt x="603871" y="123507"/>
                </a:lnTo>
                <a:lnTo>
                  <a:pt x="603522" y="123234"/>
                </a:lnTo>
                <a:lnTo>
                  <a:pt x="603152" y="122998"/>
                </a:lnTo>
                <a:lnTo>
                  <a:pt x="602763" y="122795"/>
                </a:lnTo>
                <a:lnTo>
                  <a:pt x="602358" y="122623"/>
                </a:lnTo>
                <a:lnTo>
                  <a:pt x="601940" y="122480"/>
                </a:lnTo>
                <a:lnTo>
                  <a:pt x="601511" y="122363"/>
                </a:lnTo>
                <a:lnTo>
                  <a:pt x="601075" y="122269"/>
                </a:lnTo>
                <a:lnTo>
                  <a:pt x="600634" y="122196"/>
                </a:lnTo>
                <a:lnTo>
                  <a:pt x="600191" y="122141"/>
                </a:lnTo>
                <a:lnTo>
                  <a:pt x="599749" y="122102"/>
                </a:lnTo>
                <a:lnTo>
                  <a:pt x="599311" y="122076"/>
                </a:lnTo>
                <a:lnTo>
                  <a:pt x="598879" y="122060"/>
                </a:lnTo>
                <a:lnTo>
                  <a:pt x="598458" y="122052"/>
                </a:lnTo>
                <a:lnTo>
                  <a:pt x="598048" y="122049"/>
                </a:lnTo>
                <a:lnTo>
                  <a:pt x="597654" y="122048"/>
                </a:lnTo>
                <a:lnTo>
                  <a:pt x="589170" y="122048"/>
                </a:lnTo>
                <a:lnTo>
                  <a:pt x="589170" y="77386"/>
                </a:lnTo>
                <a:lnTo>
                  <a:pt x="589119" y="75013"/>
                </a:lnTo>
                <a:lnTo>
                  <a:pt x="588967" y="72754"/>
                </a:lnTo>
                <a:lnTo>
                  <a:pt x="588717" y="70610"/>
                </a:lnTo>
                <a:lnTo>
                  <a:pt x="588371" y="68578"/>
                </a:lnTo>
                <a:lnTo>
                  <a:pt x="587930" y="66657"/>
                </a:lnTo>
                <a:lnTo>
                  <a:pt x="587396" y="64846"/>
                </a:lnTo>
                <a:lnTo>
                  <a:pt x="586771" y="63144"/>
                </a:lnTo>
                <a:lnTo>
                  <a:pt x="586057" y="61549"/>
                </a:lnTo>
                <a:lnTo>
                  <a:pt x="585256" y="60061"/>
                </a:lnTo>
                <a:lnTo>
                  <a:pt x="584370" y="58677"/>
                </a:lnTo>
                <a:lnTo>
                  <a:pt x="583401" y="57398"/>
                </a:lnTo>
                <a:lnTo>
                  <a:pt x="582350" y="56221"/>
                </a:lnTo>
                <a:lnTo>
                  <a:pt x="581221" y="55145"/>
                </a:lnTo>
                <a:lnTo>
                  <a:pt x="580013" y="54170"/>
                </a:lnTo>
                <a:lnTo>
                  <a:pt x="578731" y="53293"/>
                </a:lnTo>
                <a:lnTo>
                  <a:pt x="577375" y="52513"/>
                </a:lnTo>
                <a:lnTo>
                  <a:pt x="575947" y="51831"/>
                </a:lnTo>
                <a:lnTo>
                  <a:pt x="574449" y="51243"/>
                </a:lnTo>
                <a:lnTo>
                  <a:pt x="572884" y="50749"/>
                </a:lnTo>
                <a:lnTo>
                  <a:pt x="571253" y="50347"/>
                </a:lnTo>
                <a:lnTo>
                  <a:pt x="569558" y="50037"/>
                </a:lnTo>
                <a:lnTo>
                  <a:pt x="567801" y="49817"/>
                </a:lnTo>
                <a:lnTo>
                  <a:pt x="565984" y="49686"/>
                </a:lnTo>
                <a:lnTo>
                  <a:pt x="564109" y="49643"/>
                </a:lnTo>
                <a:lnTo>
                  <a:pt x="562516" y="49676"/>
                </a:lnTo>
                <a:lnTo>
                  <a:pt x="560968" y="49774"/>
                </a:lnTo>
                <a:lnTo>
                  <a:pt x="559465" y="49932"/>
                </a:lnTo>
                <a:lnTo>
                  <a:pt x="558007" y="50146"/>
                </a:lnTo>
                <a:lnTo>
                  <a:pt x="556595" y="50411"/>
                </a:lnTo>
                <a:lnTo>
                  <a:pt x="555228" y="50725"/>
                </a:lnTo>
                <a:lnTo>
                  <a:pt x="553908" y="51082"/>
                </a:lnTo>
                <a:lnTo>
                  <a:pt x="552634" y="51479"/>
                </a:lnTo>
                <a:lnTo>
                  <a:pt x="551407" y="51911"/>
                </a:lnTo>
                <a:lnTo>
                  <a:pt x="550227" y="52375"/>
                </a:lnTo>
                <a:lnTo>
                  <a:pt x="549095" y="52866"/>
                </a:lnTo>
                <a:lnTo>
                  <a:pt x="548010" y="53380"/>
                </a:lnTo>
                <a:lnTo>
                  <a:pt x="546974" y="53913"/>
                </a:lnTo>
                <a:lnTo>
                  <a:pt x="545986" y="54461"/>
                </a:lnTo>
                <a:lnTo>
                  <a:pt x="545047" y="55020"/>
                </a:lnTo>
                <a:lnTo>
                  <a:pt x="544158" y="55586"/>
                </a:lnTo>
                <a:lnTo>
                  <a:pt x="543317" y="56154"/>
                </a:lnTo>
                <a:lnTo>
                  <a:pt x="542527" y="56721"/>
                </a:lnTo>
                <a:lnTo>
                  <a:pt x="541787" y="57283"/>
                </a:lnTo>
                <a:lnTo>
                  <a:pt x="541097" y="57835"/>
                </a:lnTo>
                <a:lnTo>
                  <a:pt x="540459" y="58373"/>
                </a:lnTo>
                <a:lnTo>
                  <a:pt x="539871" y="58893"/>
                </a:lnTo>
                <a:lnTo>
                  <a:pt x="539335" y="59391"/>
                </a:lnTo>
                <a:lnTo>
                  <a:pt x="538851" y="59863"/>
                </a:lnTo>
                <a:lnTo>
                  <a:pt x="538850" y="59106"/>
                </a:lnTo>
                <a:lnTo>
                  <a:pt x="538846" y="58383"/>
                </a:lnTo>
                <a:lnTo>
                  <a:pt x="538836" y="57694"/>
                </a:lnTo>
                <a:lnTo>
                  <a:pt x="538815" y="57039"/>
                </a:lnTo>
                <a:lnTo>
                  <a:pt x="538781" y="56417"/>
                </a:lnTo>
                <a:lnTo>
                  <a:pt x="538730" y="55829"/>
                </a:lnTo>
                <a:lnTo>
                  <a:pt x="538659" y="55274"/>
                </a:lnTo>
                <a:lnTo>
                  <a:pt x="538565" y="54753"/>
                </a:lnTo>
                <a:lnTo>
                  <a:pt x="538444" y="54264"/>
                </a:lnTo>
                <a:lnTo>
                  <a:pt x="538293" y="53809"/>
                </a:lnTo>
                <a:lnTo>
                  <a:pt x="538108" y="53385"/>
                </a:lnTo>
                <a:lnTo>
                  <a:pt x="537887" y="52995"/>
                </a:lnTo>
                <a:lnTo>
                  <a:pt x="537625" y="52636"/>
                </a:lnTo>
                <a:lnTo>
                  <a:pt x="537320" y="52310"/>
                </a:lnTo>
                <a:lnTo>
                  <a:pt x="536968" y="52015"/>
                </a:lnTo>
                <a:lnTo>
                  <a:pt x="536566" y="51753"/>
                </a:lnTo>
                <a:lnTo>
                  <a:pt x="536110" y="51522"/>
                </a:lnTo>
                <a:lnTo>
                  <a:pt x="535598" y="51322"/>
                </a:lnTo>
                <a:lnTo>
                  <a:pt x="535025" y="51153"/>
                </a:lnTo>
                <a:lnTo>
                  <a:pt x="534389" y="51016"/>
                </a:lnTo>
                <a:lnTo>
                  <a:pt x="533685" y="50909"/>
                </a:lnTo>
                <a:lnTo>
                  <a:pt x="532912" y="50833"/>
                </a:lnTo>
                <a:lnTo>
                  <a:pt x="532064" y="50788"/>
                </a:lnTo>
                <a:lnTo>
                  <a:pt x="531140" y="50773"/>
                </a:lnTo>
                <a:lnTo>
                  <a:pt x="517067" y="50773"/>
                </a:lnTo>
                <a:lnTo>
                  <a:pt x="516673" y="50773"/>
                </a:lnTo>
                <a:lnTo>
                  <a:pt x="516263" y="50776"/>
                </a:lnTo>
                <a:lnTo>
                  <a:pt x="515841" y="50784"/>
                </a:lnTo>
                <a:lnTo>
                  <a:pt x="515410" y="50800"/>
                </a:lnTo>
                <a:lnTo>
                  <a:pt x="514972" y="50827"/>
                </a:lnTo>
                <a:lnTo>
                  <a:pt x="514530" y="50866"/>
                </a:lnTo>
                <a:lnTo>
                  <a:pt x="514087" y="50921"/>
                </a:lnTo>
                <a:lnTo>
                  <a:pt x="513646" y="50994"/>
                </a:lnTo>
                <a:lnTo>
                  <a:pt x="513210" y="51088"/>
                </a:lnTo>
                <a:lnTo>
                  <a:pt x="512781" y="51205"/>
                </a:lnTo>
                <a:lnTo>
                  <a:pt x="512363" y="51348"/>
                </a:lnTo>
                <a:lnTo>
                  <a:pt x="511957" y="51520"/>
                </a:lnTo>
                <a:lnTo>
                  <a:pt x="511568" y="51723"/>
                </a:lnTo>
                <a:lnTo>
                  <a:pt x="511198" y="51959"/>
                </a:lnTo>
                <a:lnTo>
                  <a:pt x="510850" y="52232"/>
                </a:lnTo>
                <a:lnTo>
                  <a:pt x="510526" y="52544"/>
                </a:lnTo>
                <a:lnTo>
                  <a:pt x="510230" y="52897"/>
                </a:lnTo>
                <a:lnTo>
                  <a:pt x="509963" y="53295"/>
                </a:lnTo>
                <a:lnTo>
                  <a:pt x="509730" y="53739"/>
                </a:lnTo>
                <a:lnTo>
                  <a:pt x="509534" y="54232"/>
                </a:lnTo>
                <a:lnTo>
                  <a:pt x="509375" y="54778"/>
                </a:lnTo>
                <a:lnTo>
                  <a:pt x="509259" y="55377"/>
                </a:lnTo>
                <a:lnTo>
                  <a:pt x="509187" y="56034"/>
                </a:lnTo>
                <a:lnTo>
                  <a:pt x="509162" y="56751"/>
                </a:lnTo>
                <a:lnTo>
                  <a:pt x="509188" y="57444"/>
                </a:lnTo>
                <a:lnTo>
                  <a:pt x="509263" y="58080"/>
                </a:lnTo>
                <a:lnTo>
                  <a:pt x="509383" y="58660"/>
                </a:lnTo>
                <a:lnTo>
                  <a:pt x="509546" y="59188"/>
                </a:lnTo>
                <a:lnTo>
                  <a:pt x="509749" y="59665"/>
                </a:lnTo>
                <a:lnTo>
                  <a:pt x="509988" y="60095"/>
                </a:lnTo>
                <a:lnTo>
                  <a:pt x="510260" y="60479"/>
                </a:lnTo>
                <a:lnTo>
                  <a:pt x="510562" y="60821"/>
                </a:lnTo>
                <a:lnTo>
                  <a:pt x="510891" y="61123"/>
                </a:lnTo>
                <a:lnTo>
                  <a:pt x="511243" y="61387"/>
                </a:lnTo>
                <a:lnTo>
                  <a:pt x="511616" y="61616"/>
                </a:lnTo>
                <a:lnTo>
                  <a:pt x="512006" y="61812"/>
                </a:lnTo>
                <a:lnTo>
                  <a:pt x="512410" y="61978"/>
                </a:lnTo>
                <a:lnTo>
                  <a:pt x="512825" y="62116"/>
                </a:lnTo>
                <a:lnTo>
                  <a:pt x="513248" y="62230"/>
                </a:lnTo>
                <a:lnTo>
                  <a:pt x="513675" y="62321"/>
                </a:lnTo>
                <a:lnTo>
                  <a:pt x="514103" y="62391"/>
                </a:lnTo>
                <a:lnTo>
                  <a:pt x="514530" y="62444"/>
                </a:lnTo>
                <a:lnTo>
                  <a:pt x="514951" y="62482"/>
                </a:lnTo>
                <a:lnTo>
                  <a:pt x="515365" y="62508"/>
                </a:lnTo>
                <a:lnTo>
                  <a:pt x="515767" y="62523"/>
                </a:lnTo>
                <a:lnTo>
                  <a:pt x="516154" y="62531"/>
                </a:lnTo>
                <a:lnTo>
                  <a:pt x="516524" y="62534"/>
                </a:lnTo>
                <a:lnTo>
                  <a:pt x="516873" y="62535"/>
                </a:lnTo>
                <a:lnTo>
                  <a:pt x="525551" y="62535"/>
                </a:lnTo>
                <a:lnTo>
                  <a:pt x="525551" y="122048"/>
                </a:lnTo>
                <a:lnTo>
                  <a:pt x="517067" y="122048"/>
                </a:lnTo>
                <a:lnTo>
                  <a:pt x="516673" y="122049"/>
                </a:lnTo>
                <a:lnTo>
                  <a:pt x="516263" y="122052"/>
                </a:lnTo>
                <a:lnTo>
                  <a:pt x="515841" y="122060"/>
                </a:lnTo>
                <a:lnTo>
                  <a:pt x="515410" y="122076"/>
                </a:lnTo>
                <a:lnTo>
                  <a:pt x="514972" y="122102"/>
                </a:lnTo>
                <a:lnTo>
                  <a:pt x="514530" y="122141"/>
                </a:lnTo>
                <a:lnTo>
                  <a:pt x="514087" y="122196"/>
                </a:lnTo>
                <a:lnTo>
                  <a:pt x="513646" y="122269"/>
                </a:lnTo>
                <a:lnTo>
                  <a:pt x="513210" y="122363"/>
                </a:lnTo>
                <a:lnTo>
                  <a:pt x="512781" y="122480"/>
                </a:lnTo>
                <a:lnTo>
                  <a:pt x="512363" y="122623"/>
                </a:lnTo>
                <a:lnTo>
                  <a:pt x="511957" y="122795"/>
                </a:lnTo>
                <a:lnTo>
                  <a:pt x="511568" y="122998"/>
                </a:lnTo>
                <a:lnTo>
                  <a:pt x="511198" y="123234"/>
                </a:lnTo>
                <a:lnTo>
                  <a:pt x="510850" y="123507"/>
                </a:lnTo>
                <a:lnTo>
                  <a:pt x="510526" y="123818"/>
                </a:lnTo>
                <a:lnTo>
                  <a:pt x="510230" y="124172"/>
                </a:lnTo>
                <a:lnTo>
                  <a:pt x="509963" y="124569"/>
                </a:lnTo>
                <a:lnTo>
                  <a:pt x="509730" y="125013"/>
                </a:lnTo>
                <a:lnTo>
                  <a:pt x="509534" y="125506"/>
                </a:lnTo>
                <a:lnTo>
                  <a:pt x="509375" y="126051"/>
                </a:lnTo>
                <a:lnTo>
                  <a:pt x="509259" y="126650"/>
                </a:lnTo>
                <a:lnTo>
                  <a:pt x="509187" y="127307"/>
                </a:lnTo>
                <a:lnTo>
                  <a:pt x="509162" y="128023"/>
                </a:lnTo>
                <a:lnTo>
                  <a:pt x="509188" y="128717"/>
                </a:lnTo>
                <a:lnTo>
                  <a:pt x="509263" y="129352"/>
                </a:lnTo>
                <a:lnTo>
                  <a:pt x="509383" y="129932"/>
                </a:lnTo>
                <a:lnTo>
                  <a:pt x="509546" y="130460"/>
                </a:lnTo>
                <a:lnTo>
                  <a:pt x="509749" y="130937"/>
                </a:lnTo>
                <a:lnTo>
                  <a:pt x="509988" y="131367"/>
                </a:lnTo>
                <a:lnTo>
                  <a:pt x="510260" y="131752"/>
                </a:lnTo>
                <a:lnTo>
                  <a:pt x="510562" y="132093"/>
                </a:lnTo>
                <a:lnTo>
                  <a:pt x="510891" y="132395"/>
                </a:lnTo>
                <a:lnTo>
                  <a:pt x="511243" y="132659"/>
                </a:lnTo>
                <a:lnTo>
                  <a:pt x="511616" y="132888"/>
                </a:lnTo>
                <a:lnTo>
                  <a:pt x="512006" y="133084"/>
                </a:lnTo>
                <a:lnTo>
                  <a:pt x="512410" y="133250"/>
                </a:lnTo>
                <a:lnTo>
                  <a:pt x="512825" y="133389"/>
                </a:lnTo>
                <a:lnTo>
                  <a:pt x="513248" y="133502"/>
                </a:lnTo>
                <a:lnTo>
                  <a:pt x="513675" y="133593"/>
                </a:lnTo>
                <a:lnTo>
                  <a:pt x="514103" y="133664"/>
                </a:lnTo>
                <a:lnTo>
                  <a:pt x="514530" y="133717"/>
                </a:lnTo>
                <a:lnTo>
                  <a:pt x="514951" y="133755"/>
                </a:lnTo>
                <a:lnTo>
                  <a:pt x="515365" y="133780"/>
                </a:lnTo>
                <a:lnTo>
                  <a:pt x="515767" y="133796"/>
                </a:lnTo>
                <a:lnTo>
                  <a:pt x="516154" y="133804"/>
                </a:lnTo>
                <a:lnTo>
                  <a:pt x="516524" y="133807"/>
                </a:lnTo>
                <a:lnTo>
                  <a:pt x="516873" y="133807"/>
                </a:lnTo>
                <a:lnTo>
                  <a:pt x="547529" y="133807"/>
                </a:lnTo>
                <a:lnTo>
                  <a:pt x="547878" y="133807"/>
                </a:lnTo>
                <a:lnTo>
                  <a:pt x="548247" y="133804"/>
                </a:lnTo>
                <a:lnTo>
                  <a:pt x="548635" y="133796"/>
                </a:lnTo>
                <a:lnTo>
                  <a:pt x="549037" y="133780"/>
                </a:lnTo>
                <a:lnTo>
                  <a:pt x="549450" y="133755"/>
                </a:lnTo>
                <a:lnTo>
                  <a:pt x="549872" y="133717"/>
                </a:lnTo>
                <a:lnTo>
                  <a:pt x="550298" y="133664"/>
                </a:lnTo>
                <a:lnTo>
                  <a:pt x="550727" y="133593"/>
                </a:lnTo>
                <a:lnTo>
                  <a:pt x="551154" y="133502"/>
                </a:lnTo>
                <a:lnTo>
                  <a:pt x="551577" y="133389"/>
                </a:lnTo>
                <a:lnTo>
                  <a:pt x="551992" y="133250"/>
                </a:lnTo>
                <a:lnTo>
                  <a:pt x="552396" y="133084"/>
                </a:lnTo>
                <a:lnTo>
                  <a:pt x="552786" y="132888"/>
                </a:lnTo>
                <a:lnTo>
                  <a:pt x="553159" y="132659"/>
                </a:lnTo>
                <a:lnTo>
                  <a:pt x="553511" y="132395"/>
                </a:lnTo>
                <a:lnTo>
                  <a:pt x="553840" y="132093"/>
                </a:lnTo>
                <a:lnTo>
                  <a:pt x="554142" y="131752"/>
                </a:lnTo>
                <a:lnTo>
                  <a:pt x="554414" y="131367"/>
                </a:lnTo>
                <a:lnTo>
                  <a:pt x="554653" y="130937"/>
                </a:lnTo>
                <a:lnTo>
                  <a:pt x="554855" y="130460"/>
                </a:lnTo>
                <a:lnTo>
                  <a:pt x="555019" y="129932"/>
                </a:lnTo>
                <a:lnTo>
                  <a:pt x="555139" y="129352"/>
                </a:lnTo>
                <a:lnTo>
                  <a:pt x="555214" y="128717"/>
                </a:lnTo>
                <a:lnTo>
                  <a:pt x="555239" y="128023"/>
                </a:lnTo>
                <a:lnTo>
                  <a:pt x="555215" y="127307"/>
                </a:lnTo>
                <a:lnTo>
                  <a:pt x="555143" y="126650"/>
                </a:lnTo>
                <a:lnTo>
                  <a:pt x="555026" y="126051"/>
                </a:lnTo>
                <a:lnTo>
                  <a:pt x="554868" y="125506"/>
                </a:lnTo>
                <a:lnTo>
                  <a:pt x="554671" y="125013"/>
                </a:lnTo>
                <a:lnTo>
                  <a:pt x="554438" y="124569"/>
                </a:lnTo>
                <a:lnTo>
                  <a:pt x="554172" y="124172"/>
                </a:lnTo>
                <a:lnTo>
                  <a:pt x="553876" y="123818"/>
                </a:lnTo>
                <a:lnTo>
                  <a:pt x="553552" y="123507"/>
                </a:lnTo>
                <a:lnTo>
                  <a:pt x="553203" y="123234"/>
                </a:lnTo>
                <a:lnTo>
                  <a:pt x="552833" y="122998"/>
                </a:lnTo>
                <a:lnTo>
                  <a:pt x="552444" y="122795"/>
                </a:lnTo>
                <a:lnTo>
                  <a:pt x="552039" y="122623"/>
                </a:lnTo>
                <a:lnTo>
                  <a:pt x="551621" y="122480"/>
                </a:lnTo>
                <a:lnTo>
                  <a:pt x="551192" y="122363"/>
                </a:lnTo>
                <a:lnTo>
                  <a:pt x="550756" y="122269"/>
                </a:lnTo>
                <a:lnTo>
                  <a:pt x="550315" y="122196"/>
                </a:lnTo>
                <a:lnTo>
                  <a:pt x="549872" y="122141"/>
                </a:lnTo>
                <a:lnTo>
                  <a:pt x="549430" y="122102"/>
                </a:lnTo>
                <a:lnTo>
                  <a:pt x="548992" y="122076"/>
                </a:lnTo>
                <a:lnTo>
                  <a:pt x="548560" y="122060"/>
                </a:lnTo>
                <a:lnTo>
                  <a:pt x="548139" y="122052"/>
                </a:lnTo>
                <a:lnTo>
                  <a:pt x="547729" y="122049"/>
                </a:lnTo>
                <a:lnTo>
                  <a:pt x="547335" y="122048"/>
                </a:lnTo>
                <a:lnTo>
                  <a:pt x="538851" y="122048"/>
                </a:lnTo>
                <a:lnTo>
                  <a:pt x="538851" y="87959"/>
                </a:lnTo>
                <a:lnTo>
                  <a:pt x="538924" y="85616"/>
                </a:lnTo>
                <a:lnTo>
                  <a:pt x="539137" y="83396"/>
                </a:lnTo>
                <a:lnTo>
                  <a:pt x="539483" y="81295"/>
                </a:lnTo>
                <a:lnTo>
                  <a:pt x="539953" y="79313"/>
                </a:lnTo>
                <a:lnTo>
                  <a:pt x="540539" y="77446"/>
                </a:lnTo>
                <a:lnTo>
                  <a:pt x="541234" y="75694"/>
                </a:lnTo>
                <a:lnTo>
                  <a:pt x="542028" y="74055"/>
                </a:lnTo>
                <a:lnTo>
                  <a:pt x="542914" y="72525"/>
                </a:lnTo>
                <a:lnTo>
                  <a:pt x="543884" y="71103"/>
                </a:lnTo>
                <a:lnTo>
                  <a:pt x="544929" y="69788"/>
                </a:lnTo>
                <a:lnTo>
                  <a:pt x="546042" y="68577"/>
                </a:lnTo>
                <a:lnTo>
                  <a:pt x="547214" y="67468"/>
                </a:lnTo>
                <a:lnTo>
                  <a:pt x="548437" y="66459"/>
                </a:lnTo>
                <a:lnTo>
                  <a:pt x="549703" y="65549"/>
                </a:lnTo>
                <a:lnTo>
                  <a:pt x="551005" y="64735"/>
                </a:lnTo>
                <a:lnTo>
                  <a:pt x="552333" y="64014"/>
                </a:lnTo>
                <a:lnTo>
                  <a:pt x="553680" y="63387"/>
                </a:lnTo>
                <a:lnTo>
                  <a:pt x="555038" y="62849"/>
                </a:lnTo>
                <a:lnTo>
                  <a:pt x="556398" y="62399"/>
                </a:lnTo>
                <a:lnTo>
                  <a:pt x="557753" y="62036"/>
                </a:lnTo>
                <a:lnTo>
                  <a:pt x="559093" y="61757"/>
                </a:lnTo>
                <a:lnTo>
                  <a:pt x="560412" y="61560"/>
                </a:lnTo>
                <a:lnTo>
                  <a:pt x="561702" y="61443"/>
                </a:lnTo>
                <a:lnTo>
                  <a:pt x="562953" y="61405"/>
                </a:lnTo>
                <a:lnTo>
                  <a:pt x="564191" y="61433"/>
                </a:lnTo>
                <a:lnTo>
                  <a:pt x="565353" y="61518"/>
                </a:lnTo>
                <a:lnTo>
                  <a:pt x="566441" y="61659"/>
                </a:lnTo>
                <a:lnTo>
                  <a:pt x="567457" y="61858"/>
                </a:lnTo>
                <a:lnTo>
                  <a:pt x="568403" y="62114"/>
                </a:lnTo>
                <a:lnTo>
                  <a:pt x="569281" y="62428"/>
                </a:lnTo>
                <a:lnTo>
                  <a:pt x="570093" y="62800"/>
                </a:lnTo>
                <a:lnTo>
                  <a:pt x="570842" y="63231"/>
                </a:lnTo>
                <a:lnTo>
                  <a:pt x="571529" y="63720"/>
                </a:lnTo>
                <a:lnTo>
                  <a:pt x="572156" y="64269"/>
                </a:lnTo>
                <a:lnTo>
                  <a:pt x="572726" y="64877"/>
                </a:lnTo>
                <a:lnTo>
                  <a:pt x="573241" y="65545"/>
                </a:lnTo>
                <a:lnTo>
                  <a:pt x="573703" y="66273"/>
                </a:lnTo>
                <a:lnTo>
                  <a:pt x="574113" y="67062"/>
                </a:lnTo>
                <a:lnTo>
                  <a:pt x="574475" y="67911"/>
                </a:lnTo>
                <a:lnTo>
                  <a:pt x="574789" y="68822"/>
                </a:lnTo>
                <a:lnTo>
                  <a:pt x="575059" y="69794"/>
                </a:lnTo>
                <a:lnTo>
                  <a:pt x="575286" y="70828"/>
                </a:lnTo>
                <a:lnTo>
                  <a:pt x="575472" y="71924"/>
                </a:lnTo>
                <a:lnTo>
                  <a:pt x="575620" y="73082"/>
                </a:lnTo>
                <a:lnTo>
                  <a:pt x="575731" y="74304"/>
                </a:lnTo>
                <a:lnTo>
                  <a:pt x="575808" y="75588"/>
                </a:lnTo>
                <a:lnTo>
                  <a:pt x="575853" y="76936"/>
                </a:lnTo>
                <a:lnTo>
                  <a:pt x="575867" y="78348"/>
                </a:lnTo>
                <a:lnTo>
                  <a:pt x="575867" y="122048"/>
                </a:lnTo>
                <a:lnTo>
                  <a:pt x="568351" y="122048"/>
                </a:lnTo>
                <a:lnTo>
                  <a:pt x="567956" y="122049"/>
                </a:lnTo>
                <a:lnTo>
                  <a:pt x="567547" y="122052"/>
                </a:lnTo>
                <a:lnTo>
                  <a:pt x="567125" y="122060"/>
                </a:lnTo>
                <a:lnTo>
                  <a:pt x="566694" y="122076"/>
                </a:lnTo>
                <a:lnTo>
                  <a:pt x="566256" y="122102"/>
                </a:lnTo>
                <a:lnTo>
                  <a:pt x="565814" y="122141"/>
                </a:lnTo>
                <a:lnTo>
                  <a:pt x="565371" y="122196"/>
                </a:lnTo>
                <a:lnTo>
                  <a:pt x="564930" y="122269"/>
                </a:lnTo>
                <a:lnTo>
                  <a:pt x="564494" y="122363"/>
                </a:lnTo>
                <a:lnTo>
                  <a:pt x="564065" y="122480"/>
                </a:lnTo>
                <a:lnTo>
                  <a:pt x="563646" y="122623"/>
                </a:lnTo>
                <a:lnTo>
                  <a:pt x="563241" y="122795"/>
                </a:lnTo>
                <a:lnTo>
                  <a:pt x="562852" y="122998"/>
                </a:lnTo>
                <a:lnTo>
                  <a:pt x="562482" y="123234"/>
                </a:lnTo>
                <a:lnTo>
                  <a:pt x="562134" y="123507"/>
                </a:lnTo>
                <a:lnTo>
                  <a:pt x="561810" y="123818"/>
                </a:lnTo>
                <a:lnTo>
                  <a:pt x="561513" y="124172"/>
                </a:lnTo>
                <a:lnTo>
                  <a:pt x="561247" y="124569"/>
                </a:lnTo>
                <a:lnTo>
                  <a:pt x="561014" y="125013"/>
                </a:lnTo>
                <a:lnTo>
                  <a:pt x="560817" y="125506"/>
                </a:lnTo>
                <a:lnTo>
                  <a:pt x="560659" y="126051"/>
                </a:lnTo>
                <a:lnTo>
                  <a:pt x="560543" y="126650"/>
                </a:lnTo>
                <a:lnTo>
                  <a:pt x="560471" y="127307"/>
                </a:lnTo>
                <a:lnTo>
                  <a:pt x="560446" y="128023"/>
                </a:lnTo>
                <a:lnTo>
                  <a:pt x="560473" y="128717"/>
                </a:lnTo>
                <a:lnTo>
                  <a:pt x="560550" y="129352"/>
                </a:lnTo>
                <a:lnTo>
                  <a:pt x="560675" y="129932"/>
                </a:lnTo>
                <a:lnTo>
                  <a:pt x="560844" y="130460"/>
                </a:lnTo>
                <a:lnTo>
                  <a:pt x="561054" y="130937"/>
                </a:lnTo>
                <a:lnTo>
                  <a:pt x="561302" y="131367"/>
                </a:lnTo>
                <a:lnTo>
                  <a:pt x="561583" y="131752"/>
                </a:lnTo>
                <a:lnTo>
                  <a:pt x="561895" y="132093"/>
                </a:lnTo>
                <a:lnTo>
                  <a:pt x="562235" y="132395"/>
                </a:lnTo>
                <a:lnTo>
                  <a:pt x="562599" y="132659"/>
                </a:lnTo>
                <a:lnTo>
                  <a:pt x="562984" y="132888"/>
                </a:lnTo>
                <a:lnTo>
                  <a:pt x="563386" y="133084"/>
                </a:lnTo>
                <a:lnTo>
                  <a:pt x="563802" y="133250"/>
                </a:lnTo>
                <a:lnTo>
                  <a:pt x="564229" y="133389"/>
                </a:lnTo>
                <a:lnTo>
                  <a:pt x="564663" y="133502"/>
                </a:lnTo>
                <a:lnTo>
                  <a:pt x="565101" y="133593"/>
                </a:lnTo>
                <a:lnTo>
                  <a:pt x="565540" y="133664"/>
                </a:lnTo>
                <a:lnTo>
                  <a:pt x="565976" y="133717"/>
                </a:lnTo>
                <a:lnTo>
                  <a:pt x="566407" y="133755"/>
                </a:lnTo>
                <a:lnTo>
                  <a:pt x="566828" y="133780"/>
                </a:lnTo>
                <a:lnTo>
                  <a:pt x="567236" y="133796"/>
                </a:lnTo>
                <a:lnTo>
                  <a:pt x="567628" y="133804"/>
                </a:lnTo>
                <a:lnTo>
                  <a:pt x="568001" y="133807"/>
                </a:lnTo>
                <a:lnTo>
                  <a:pt x="568351" y="133807"/>
                </a:lnTo>
                <a:lnTo>
                  <a:pt x="597848" y="133807"/>
                </a:lnTo>
                <a:lnTo>
                  <a:pt x="598197" y="133807"/>
                </a:lnTo>
                <a:lnTo>
                  <a:pt x="598566" y="133804"/>
                </a:lnTo>
                <a:lnTo>
                  <a:pt x="598954" y="133796"/>
                </a:lnTo>
                <a:lnTo>
                  <a:pt x="599356" y="133780"/>
                </a:lnTo>
                <a:lnTo>
                  <a:pt x="599769" y="133755"/>
                </a:lnTo>
                <a:lnTo>
                  <a:pt x="600191" y="133717"/>
                </a:lnTo>
                <a:lnTo>
                  <a:pt x="600617" y="133664"/>
                </a:lnTo>
                <a:lnTo>
                  <a:pt x="601046" y="133593"/>
                </a:lnTo>
                <a:lnTo>
                  <a:pt x="601473" y="133502"/>
                </a:lnTo>
                <a:lnTo>
                  <a:pt x="601896" y="133389"/>
                </a:lnTo>
                <a:lnTo>
                  <a:pt x="602311" y="133250"/>
                </a:lnTo>
                <a:lnTo>
                  <a:pt x="602715" y="133084"/>
                </a:lnTo>
                <a:lnTo>
                  <a:pt x="603105" y="132888"/>
                </a:lnTo>
                <a:lnTo>
                  <a:pt x="603478" y="132659"/>
                </a:lnTo>
                <a:lnTo>
                  <a:pt x="603830" y="132395"/>
                </a:lnTo>
                <a:lnTo>
                  <a:pt x="604159" y="132093"/>
                </a:lnTo>
                <a:lnTo>
                  <a:pt x="604461" y="131752"/>
                </a:lnTo>
                <a:lnTo>
                  <a:pt x="604733" y="131367"/>
                </a:lnTo>
                <a:lnTo>
                  <a:pt x="604972" y="130937"/>
                </a:lnTo>
                <a:lnTo>
                  <a:pt x="605174" y="130460"/>
                </a:lnTo>
                <a:lnTo>
                  <a:pt x="605338" y="129932"/>
                </a:lnTo>
                <a:lnTo>
                  <a:pt x="605458" y="129352"/>
                </a:lnTo>
                <a:lnTo>
                  <a:pt x="605533" y="128717"/>
                </a:lnTo>
                <a:lnTo>
                  <a:pt x="605558" y="128023"/>
                </a:lnTo>
                <a:lnTo>
                  <a:pt x="605534" y="127307"/>
                </a:lnTo>
                <a:lnTo>
                  <a:pt x="605462" y="126650"/>
                </a:lnTo>
                <a:lnTo>
                  <a:pt x="605345" y="126051"/>
                </a:lnTo>
                <a:lnTo>
                  <a:pt x="605187" y="125506"/>
                </a:lnTo>
                <a:lnTo>
                  <a:pt x="604990" y="125013"/>
                </a:lnTo>
                <a:lnTo>
                  <a:pt x="604757" y="124569"/>
                </a:lnTo>
                <a:close/>
                <a:moveTo>
                  <a:pt x="1106413" y="58748"/>
                </a:moveTo>
                <a:lnTo>
                  <a:pt x="1106205" y="58104"/>
                </a:lnTo>
                <a:lnTo>
                  <a:pt x="1105944" y="57448"/>
                </a:lnTo>
                <a:lnTo>
                  <a:pt x="1105624" y="56785"/>
                </a:lnTo>
                <a:lnTo>
                  <a:pt x="1105241" y="56121"/>
                </a:lnTo>
                <a:lnTo>
                  <a:pt x="1104789" y="55461"/>
                </a:lnTo>
                <a:lnTo>
                  <a:pt x="1104263" y="54811"/>
                </a:lnTo>
                <a:lnTo>
                  <a:pt x="1103660" y="54175"/>
                </a:lnTo>
                <a:lnTo>
                  <a:pt x="1102972" y="53559"/>
                </a:lnTo>
                <a:lnTo>
                  <a:pt x="1102197" y="52969"/>
                </a:lnTo>
                <a:lnTo>
                  <a:pt x="1101328" y="52409"/>
                </a:lnTo>
                <a:lnTo>
                  <a:pt x="1100361" y="51886"/>
                </a:lnTo>
                <a:lnTo>
                  <a:pt x="1099292" y="51404"/>
                </a:lnTo>
                <a:lnTo>
                  <a:pt x="1098114" y="50969"/>
                </a:lnTo>
                <a:lnTo>
                  <a:pt x="1096823" y="50586"/>
                </a:lnTo>
                <a:lnTo>
                  <a:pt x="1095414" y="50261"/>
                </a:lnTo>
                <a:lnTo>
                  <a:pt x="1093883" y="49999"/>
                </a:lnTo>
                <a:lnTo>
                  <a:pt x="1092223" y="49805"/>
                </a:lnTo>
                <a:lnTo>
                  <a:pt x="1090431" y="49684"/>
                </a:lnTo>
                <a:lnTo>
                  <a:pt x="1088502" y="49643"/>
                </a:lnTo>
                <a:lnTo>
                  <a:pt x="1087260" y="49661"/>
                </a:lnTo>
                <a:lnTo>
                  <a:pt x="1085993" y="49718"/>
                </a:lnTo>
                <a:lnTo>
                  <a:pt x="1084705" y="49816"/>
                </a:lnTo>
                <a:lnTo>
                  <a:pt x="1083396" y="49956"/>
                </a:lnTo>
                <a:lnTo>
                  <a:pt x="1082068" y="50142"/>
                </a:lnTo>
                <a:lnTo>
                  <a:pt x="1080723" y="50375"/>
                </a:lnTo>
                <a:lnTo>
                  <a:pt x="1079363" y="50658"/>
                </a:lnTo>
                <a:lnTo>
                  <a:pt x="1077990" y="50993"/>
                </a:lnTo>
                <a:lnTo>
                  <a:pt x="1076605" y="51382"/>
                </a:lnTo>
                <a:lnTo>
                  <a:pt x="1075212" y="51828"/>
                </a:lnTo>
                <a:lnTo>
                  <a:pt x="1073810" y="52332"/>
                </a:lnTo>
                <a:lnTo>
                  <a:pt x="1072403" y="52897"/>
                </a:lnTo>
                <a:lnTo>
                  <a:pt x="1070991" y="53526"/>
                </a:lnTo>
                <a:lnTo>
                  <a:pt x="1069577" y="54220"/>
                </a:lnTo>
                <a:lnTo>
                  <a:pt x="1068164" y="54982"/>
                </a:lnTo>
                <a:lnTo>
                  <a:pt x="1066751" y="55814"/>
                </a:lnTo>
                <a:lnTo>
                  <a:pt x="1065342" y="56718"/>
                </a:lnTo>
                <a:lnTo>
                  <a:pt x="1063938" y="57697"/>
                </a:lnTo>
                <a:lnTo>
                  <a:pt x="1062541" y="58752"/>
                </a:lnTo>
                <a:lnTo>
                  <a:pt x="1061154" y="59887"/>
                </a:lnTo>
                <a:lnTo>
                  <a:pt x="1059776" y="61103"/>
                </a:lnTo>
                <a:lnTo>
                  <a:pt x="1058412" y="62403"/>
                </a:lnTo>
                <a:lnTo>
                  <a:pt x="1057061" y="63788"/>
                </a:lnTo>
                <a:lnTo>
                  <a:pt x="1055727" y="65262"/>
                </a:lnTo>
                <a:lnTo>
                  <a:pt x="1055727" y="58707"/>
                </a:lnTo>
                <a:lnTo>
                  <a:pt x="1055721" y="57978"/>
                </a:lnTo>
                <a:lnTo>
                  <a:pt x="1055701" y="57290"/>
                </a:lnTo>
                <a:lnTo>
                  <a:pt x="1055665" y="56642"/>
                </a:lnTo>
                <a:lnTo>
                  <a:pt x="1055611" y="56035"/>
                </a:lnTo>
                <a:lnTo>
                  <a:pt x="1055538" y="55466"/>
                </a:lnTo>
                <a:lnTo>
                  <a:pt x="1055444" y="54934"/>
                </a:lnTo>
                <a:lnTo>
                  <a:pt x="1055327" y="54440"/>
                </a:lnTo>
                <a:lnTo>
                  <a:pt x="1055184" y="53981"/>
                </a:lnTo>
                <a:lnTo>
                  <a:pt x="1055015" y="53558"/>
                </a:lnTo>
                <a:lnTo>
                  <a:pt x="1054817" y="53169"/>
                </a:lnTo>
                <a:lnTo>
                  <a:pt x="1054589" y="52812"/>
                </a:lnTo>
                <a:lnTo>
                  <a:pt x="1054329" y="52488"/>
                </a:lnTo>
                <a:lnTo>
                  <a:pt x="1054034" y="52195"/>
                </a:lnTo>
                <a:lnTo>
                  <a:pt x="1053703" y="51933"/>
                </a:lnTo>
                <a:lnTo>
                  <a:pt x="1053335" y="51700"/>
                </a:lnTo>
                <a:lnTo>
                  <a:pt x="1052927" y="51495"/>
                </a:lnTo>
                <a:lnTo>
                  <a:pt x="1052477" y="51318"/>
                </a:lnTo>
                <a:lnTo>
                  <a:pt x="1051984" y="51168"/>
                </a:lnTo>
                <a:lnTo>
                  <a:pt x="1051446" y="51043"/>
                </a:lnTo>
                <a:lnTo>
                  <a:pt x="1050861" y="50943"/>
                </a:lnTo>
                <a:lnTo>
                  <a:pt x="1050227" y="50867"/>
                </a:lnTo>
                <a:lnTo>
                  <a:pt x="1049543" y="50814"/>
                </a:lnTo>
                <a:lnTo>
                  <a:pt x="1048806" y="50783"/>
                </a:lnTo>
                <a:lnTo>
                  <a:pt x="1048014" y="50773"/>
                </a:lnTo>
                <a:lnTo>
                  <a:pt x="1026807" y="50773"/>
                </a:lnTo>
                <a:lnTo>
                  <a:pt x="1026436" y="50773"/>
                </a:lnTo>
                <a:lnTo>
                  <a:pt x="1026048" y="50776"/>
                </a:lnTo>
                <a:lnTo>
                  <a:pt x="1025645" y="50784"/>
                </a:lnTo>
                <a:lnTo>
                  <a:pt x="1025232" y="50799"/>
                </a:lnTo>
                <a:lnTo>
                  <a:pt x="1024810" y="50825"/>
                </a:lnTo>
                <a:lnTo>
                  <a:pt x="1024382" y="50863"/>
                </a:lnTo>
                <a:lnTo>
                  <a:pt x="1023952" y="50916"/>
                </a:lnTo>
                <a:lnTo>
                  <a:pt x="1023523" y="50987"/>
                </a:lnTo>
                <a:lnTo>
                  <a:pt x="1023096" y="51078"/>
                </a:lnTo>
                <a:lnTo>
                  <a:pt x="1022677" y="51191"/>
                </a:lnTo>
                <a:lnTo>
                  <a:pt x="1022266" y="51330"/>
                </a:lnTo>
                <a:lnTo>
                  <a:pt x="1021867" y="51496"/>
                </a:lnTo>
                <a:lnTo>
                  <a:pt x="1021484" y="51692"/>
                </a:lnTo>
                <a:lnTo>
                  <a:pt x="1021118" y="51921"/>
                </a:lnTo>
                <a:lnTo>
                  <a:pt x="1020774" y="52186"/>
                </a:lnTo>
                <a:lnTo>
                  <a:pt x="1020453" y="52487"/>
                </a:lnTo>
                <a:lnTo>
                  <a:pt x="1020159" y="52829"/>
                </a:lnTo>
                <a:lnTo>
                  <a:pt x="1019895" y="53214"/>
                </a:lnTo>
                <a:lnTo>
                  <a:pt x="1019663" y="53644"/>
                </a:lnTo>
                <a:lnTo>
                  <a:pt x="1019467" y="54122"/>
                </a:lnTo>
                <a:lnTo>
                  <a:pt x="1019309" y="54649"/>
                </a:lnTo>
                <a:lnTo>
                  <a:pt x="1019193" y="55230"/>
                </a:lnTo>
                <a:lnTo>
                  <a:pt x="1019121" y="55866"/>
                </a:lnTo>
                <a:lnTo>
                  <a:pt x="1019097" y="56560"/>
                </a:lnTo>
                <a:lnTo>
                  <a:pt x="1019120" y="57276"/>
                </a:lnTo>
                <a:lnTo>
                  <a:pt x="1019189" y="57932"/>
                </a:lnTo>
                <a:lnTo>
                  <a:pt x="1019301" y="58532"/>
                </a:lnTo>
                <a:lnTo>
                  <a:pt x="1019454" y="59077"/>
                </a:lnTo>
                <a:lnTo>
                  <a:pt x="1019643" y="59570"/>
                </a:lnTo>
                <a:lnTo>
                  <a:pt x="1019868" y="60014"/>
                </a:lnTo>
                <a:lnTo>
                  <a:pt x="1020124" y="60411"/>
                </a:lnTo>
                <a:lnTo>
                  <a:pt x="1020410" y="60764"/>
                </a:lnTo>
                <a:lnTo>
                  <a:pt x="1020723" y="61076"/>
                </a:lnTo>
                <a:lnTo>
                  <a:pt x="1021060" y="61349"/>
                </a:lnTo>
                <a:lnTo>
                  <a:pt x="1021419" y="61585"/>
                </a:lnTo>
                <a:lnTo>
                  <a:pt x="1021796" y="61788"/>
                </a:lnTo>
                <a:lnTo>
                  <a:pt x="1022189" y="61959"/>
                </a:lnTo>
                <a:lnTo>
                  <a:pt x="1022595" y="62103"/>
                </a:lnTo>
                <a:lnTo>
                  <a:pt x="1023012" y="62220"/>
                </a:lnTo>
                <a:lnTo>
                  <a:pt x="1023438" y="62313"/>
                </a:lnTo>
                <a:lnTo>
                  <a:pt x="1023868" y="62386"/>
                </a:lnTo>
                <a:lnTo>
                  <a:pt x="1024302" y="62441"/>
                </a:lnTo>
                <a:lnTo>
                  <a:pt x="1024735" y="62481"/>
                </a:lnTo>
                <a:lnTo>
                  <a:pt x="1025165" y="62507"/>
                </a:lnTo>
                <a:lnTo>
                  <a:pt x="1025590" y="62523"/>
                </a:lnTo>
                <a:lnTo>
                  <a:pt x="1026008" y="62531"/>
                </a:lnTo>
                <a:lnTo>
                  <a:pt x="1026414" y="62534"/>
                </a:lnTo>
                <a:lnTo>
                  <a:pt x="1026807" y="62535"/>
                </a:lnTo>
                <a:lnTo>
                  <a:pt x="1042425" y="62535"/>
                </a:lnTo>
                <a:lnTo>
                  <a:pt x="1042425" y="122048"/>
                </a:lnTo>
                <a:lnTo>
                  <a:pt x="1026807" y="122048"/>
                </a:lnTo>
                <a:lnTo>
                  <a:pt x="1026436" y="122048"/>
                </a:lnTo>
                <a:lnTo>
                  <a:pt x="1026048" y="122051"/>
                </a:lnTo>
                <a:lnTo>
                  <a:pt x="1025645" y="122059"/>
                </a:lnTo>
                <a:lnTo>
                  <a:pt x="1025232" y="122075"/>
                </a:lnTo>
                <a:lnTo>
                  <a:pt x="1024810" y="122100"/>
                </a:lnTo>
                <a:lnTo>
                  <a:pt x="1024382" y="122138"/>
                </a:lnTo>
                <a:lnTo>
                  <a:pt x="1023952" y="122192"/>
                </a:lnTo>
                <a:lnTo>
                  <a:pt x="1023523" y="122262"/>
                </a:lnTo>
                <a:lnTo>
                  <a:pt x="1023096" y="122353"/>
                </a:lnTo>
                <a:lnTo>
                  <a:pt x="1022677" y="122466"/>
                </a:lnTo>
                <a:lnTo>
                  <a:pt x="1022266" y="122605"/>
                </a:lnTo>
                <a:lnTo>
                  <a:pt x="1021867" y="122771"/>
                </a:lnTo>
                <a:lnTo>
                  <a:pt x="1021484" y="122967"/>
                </a:lnTo>
                <a:lnTo>
                  <a:pt x="1021118" y="123196"/>
                </a:lnTo>
                <a:lnTo>
                  <a:pt x="1020774" y="123460"/>
                </a:lnTo>
                <a:lnTo>
                  <a:pt x="1020453" y="123762"/>
                </a:lnTo>
                <a:lnTo>
                  <a:pt x="1020159" y="124104"/>
                </a:lnTo>
                <a:lnTo>
                  <a:pt x="1019895" y="124488"/>
                </a:lnTo>
                <a:lnTo>
                  <a:pt x="1019663" y="124918"/>
                </a:lnTo>
                <a:lnTo>
                  <a:pt x="1019467" y="125395"/>
                </a:lnTo>
                <a:lnTo>
                  <a:pt x="1019309" y="125923"/>
                </a:lnTo>
                <a:lnTo>
                  <a:pt x="1019193" y="126503"/>
                </a:lnTo>
                <a:lnTo>
                  <a:pt x="1019121" y="127139"/>
                </a:lnTo>
                <a:lnTo>
                  <a:pt x="1019097" y="127832"/>
                </a:lnTo>
                <a:lnTo>
                  <a:pt x="1019120" y="128548"/>
                </a:lnTo>
                <a:lnTo>
                  <a:pt x="1019189" y="129205"/>
                </a:lnTo>
                <a:lnTo>
                  <a:pt x="1019301" y="129804"/>
                </a:lnTo>
                <a:lnTo>
                  <a:pt x="1019454" y="130349"/>
                </a:lnTo>
                <a:lnTo>
                  <a:pt x="1019643" y="130842"/>
                </a:lnTo>
                <a:lnTo>
                  <a:pt x="1019868" y="131286"/>
                </a:lnTo>
                <a:lnTo>
                  <a:pt x="1020124" y="131684"/>
                </a:lnTo>
                <a:lnTo>
                  <a:pt x="1020410" y="132037"/>
                </a:lnTo>
                <a:lnTo>
                  <a:pt x="1020723" y="132348"/>
                </a:lnTo>
                <a:lnTo>
                  <a:pt x="1021060" y="132621"/>
                </a:lnTo>
                <a:lnTo>
                  <a:pt x="1021419" y="132858"/>
                </a:lnTo>
                <a:lnTo>
                  <a:pt x="1021796" y="133060"/>
                </a:lnTo>
                <a:lnTo>
                  <a:pt x="1022189" y="133232"/>
                </a:lnTo>
                <a:lnTo>
                  <a:pt x="1022595" y="133375"/>
                </a:lnTo>
                <a:lnTo>
                  <a:pt x="1023012" y="133492"/>
                </a:lnTo>
                <a:lnTo>
                  <a:pt x="1023438" y="133586"/>
                </a:lnTo>
                <a:lnTo>
                  <a:pt x="1023868" y="133659"/>
                </a:lnTo>
                <a:lnTo>
                  <a:pt x="1024302" y="133714"/>
                </a:lnTo>
                <a:lnTo>
                  <a:pt x="1024735" y="133753"/>
                </a:lnTo>
                <a:lnTo>
                  <a:pt x="1025165" y="133780"/>
                </a:lnTo>
                <a:lnTo>
                  <a:pt x="1025590" y="133795"/>
                </a:lnTo>
                <a:lnTo>
                  <a:pt x="1026008" y="133804"/>
                </a:lnTo>
                <a:lnTo>
                  <a:pt x="1026414" y="133807"/>
                </a:lnTo>
                <a:lnTo>
                  <a:pt x="1026807" y="133807"/>
                </a:lnTo>
                <a:lnTo>
                  <a:pt x="1077126" y="133807"/>
                </a:lnTo>
                <a:lnTo>
                  <a:pt x="1077498" y="133807"/>
                </a:lnTo>
                <a:lnTo>
                  <a:pt x="1077889" y="133804"/>
                </a:lnTo>
                <a:lnTo>
                  <a:pt x="1078296" y="133796"/>
                </a:lnTo>
                <a:lnTo>
                  <a:pt x="1078715" y="133780"/>
                </a:lnTo>
                <a:lnTo>
                  <a:pt x="1079145" y="133755"/>
                </a:lnTo>
                <a:lnTo>
                  <a:pt x="1079581" y="133717"/>
                </a:lnTo>
                <a:lnTo>
                  <a:pt x="1080020" y="133664"/>
                </a:lnTo>
                <a:lnTo>
                  <a:pt x="1080460" y="133593"/>
                </a:lnTo>
                <a:lnTo>
                  <a:pt x="1080898" y="133502"/>
                </a:lnTo>
                <a:lnTo>
                  <a:pt x="1081329" y="133389"/>
                </a:lnTo>
                <a:lnTo>
                  <a:pt x="1081752" y="133250"/>
                </a:lnTo>
                <a:lnTo>
                  <a:pt x="1082163" y="133084"/>
                </a:lnTo>
                <a:lnTo>
                  <a:pt x="1082558" y="132888"/>
                </a:lnTo>
                <a:lnTo>
                  <a:pt x="1082936" y="132659"/>
                </a:lnTo>
                <a:lnTo>
                  <a:pt x="1083292" y="132395"/>
                </a:lnTo>
                <a:lnTo>
                  <a:pt x="1083624" y="132093"/>
                </a:lnTo>
                <a:lnTo>
                  <a:pt x="1083928" y="131752"/>
                </a:lnTo>
                <a:lnTo>
                  <a:pt x="1084202" y="131367"/>
                </a:lnTo>
                <a:lnTo>
                  <a:pt x="1084442" y="130937"/>
                </a:lnTo>
                <a:lnTo>
                  <a:pt x="1084646" y="130460"/>
                </a:lnTo>
                <a:lnTo>
                  <a:pt x="1084809" y="129932"/>
                </a:lnTo>
                <a:lnTo>
                  <a:pt x="1084930" y="129352"/>
                </a:lnTo>
                <a:lnTo>
                  <a:pt x="1085005" y="128717"/>
                </a:lnTo>
                <a:lnTo>
                  <a:pt x="1085030" y="128023"/>
                </a:lnTo>
                <a:lnTo>
                  <a:pt x="1085005" y="127307"/>
                </a:lnTo>
                <a:lnTo>
                  <a:pt x="1084930" y="126650"/>
                </a:lnTo>
                <a:lnTo>
                  <a:pt x="1084809" y="126051"/>
                </a:lnTo>
                <a:lnTo>
                  <a:pt x="1084646" y="125506"/>
                </a:lnTo>
                <a:lnTo>
                  <a:pt x="1084442" y="125013"/>
                </a:lnTo>
                <a:lnTo>
                  <a:pt x="1084202" y="124569"/>
                </a:lnTo>
                <a:lnTo>
                  <a:pt x="1083928" y="124172"/>
                </a:lnTo>
                <a:lnTo>
                  <a:pt x="1083624" y="123818"/>
                </a:lnTo>
                <a:lnTo>
                  <a:pt x="1083292" y="123507"/>
                </a:lnTo>
                <a:lnTo>
                  <a:pt x="1082936" y="123234"/>
                </a:lnTo>
                <a:lnTo>
                  <a:pt x="1082558" y="122998"/>
                </a:lnTo>
                <a:lnTo>
                  <a:pt x="1082163" y="122795"/>
                </a:lnTo>
                <a:lnTo>
                  <a:pt x="1081752" y="122623"/>
                </a:lnTo>
                <a:lnTo>
                  <a:pt x="1081329" y="122480"/>
                </a:lnTo>
                <a:lnTo>
                  <a:pt x="1080898" y="122363"/>
                </a:lnTo>
                <a:lnTo>
                  <a:pt x="1080460" y="122269"/>
                </a:lnTo>
                <a:lnTo>
                  <a:pt x="1080020" y="122196"/>
                </a:lnTo>
                <a:lnTo>
                  <a:pt x="1079581" y="122141"/>
                </a:lnTo>
                <a:lnTo>
                  <a:pt x="1079145" y="122102"/>
                </a:lnTo>
                <a:lnTo>
                  <a:pt x="1078715" y="122076"/>
                </a:lnTo>
                <a:lnTo>
                  <a:pt x="1078296" y="122060"/>
                </a:lnTo>
                <a:lnTo>
                  <a:pt x="1077889" y="122052"/>
                </a:lnTo>
                <a:lnTo>
                  <a:pt x="1077498" y="122049"/>
                </a:lnTo>
                <a:lnTo>
                  <a:pt x="1077126" y="122048"/>
                </a:lnTo>
                <a:lnTo>
                  <a:pt x="1055727" y="122048"/>
                </a:lnTo>
                <a:lnTo>
                  <a:pt x="1055727" y="97974"/>
                </a:lnTo>
                <a:lnTo>
                  <a:pt x="1055787" y="95716"/>
                </a:lnTo>
                <a:lnTo>
                  <a:pt x="1055965" y="93461"/>
                </a:lnTo>
                <a:lnTo>
                  <a:pt x="1056262" y="91218"/>
                </a:lnTo>
                <a:lnTo>
                  <a:pt x="1056678" y="88995"/>
                </a:lnTo>
                <a:lnTo>
                  <a:pt x="1057214" y="86800"/>
                </a:lnTo>
                <a:lnTo>
                  <a:pt x="1057869" y="84642"/>
                </a:lnTo>
                <a:lnTo>
                  <a:pt x="1058644" y="82528"/>
                </a:lnTo>
                <a:lnTo>
                  <a:pt x="1059540" y="80467"/>
                </a:lnTo>
                <a:lnTo>
                  <a:pt x="1060556" y="78468"/>
                </a:lnTo>
                <a:lnTo>
                  <a:pt x="1061693" y="76537"/>
                </a:lnTo>
                <a:lnTo>
                  <a:pt x="1062951" y="74685"/>
                </a:lnTo>
                <a:lnTo>
                  <a:pt x="1064330" y="72918"/>
                </a:lnTo>
                <a:lnTo>
                  <a:pt x="1065831" y="71245"/>
                </a:lnTo>
                <a:lnTo>
                  <a:pt x="1067453" y="69674"/>
                </a:lnTo>
                <a:lnTo>
                  <a:pt x="1069197" y="68214"/>
                </a:lnTo>
                <a:lnTo>
                  <a:pt x="1071064" y="66873"/>
                </a:lnTo>
                <a:lnTo>
                  <a:pt x="1073053" y="65659"/>
                </a:lnTo>
                <a:lnTo>
                  <a:pt x="1075165" y="64580"/>
                </a:lnTo>
                <a:lnTo>
                  <a:pt x="1077400" y="63644"/>
                </a:lnTo>
                <a:lnTo>
                  <a:pt x="1079758" y="62860"/>
                </a:lnTo>
                <a:lnTo>
                  <a:pt x="1082240" y="62236"/>
                </a:lnTo>
                <a:lnTo>
                  <a:pt x="1084845" y="61780"/>
                </a:lnTo>
                <a:lnTo>
                  <a:pt x="1087575" y="61500"/>
                </a:lnTo>
                <a:lnTo>
                  <a:pt x="1090429" y="61405"/>
                </a:lnTo>
                <a:lnTo>
                  <a:pt x="1090469" y="61979"/>
                </a:lnTo>
                <a:lnTo>
                  <a:pt x="1090540" y="62544"/>
                </a:lnTo>
                <a:lnTo>
                  <a:pt x="1090643" y="63098"/>
                </a:lnTo>
                <a:lnTo>
                  <a:pt x="1090775" y="63640"/>
                </a:lnTo>
                <a:lnTo>
                  <a:pt x="1090937" y="64169"/>
                </a:lnTo>
                <a:lnTo>
                  <a:pt x="1091128" y="64683"/>
                </a:lnTo>
                <a:lnTo>
                  <a:pt x="1091347" y="65181"/>
                </a:lnTo>
                <a:lnTo>
                  <a:pt x="1091593" y="65662"/>
                </a:lnTo>
                <a:lnTo>
                  <a:pt x="1091866" y="66123"/>
                </a:lnTo>
                <a:lnTo>
                  <a:pt x="1092165" y="66565"/>
                </a:lnTo>
                <a:lnTo>
                  <a:pt x="1092490" y="66985"/>
                </a:lnTo>
                <a:lnTo>
                  <a:pt x="1092839" y="67383"/>
                </a:lnTo>
                <a:lnTo>
                  <a:pt x="1093213" y="67756"/>
                </a:lnTo>
                <a:lnTo>
                  <a:pt x="1093610" y="68104"/>
                </a:lnTo>
                <a:lnTo>
                  <a:pt x="1094029" y="68425"/>
                </a:lnTo>
                <a:lnTo>
                  <a:pt x="1094471" y="68718"/>
                </a:lnTo>
                <a:lnTo>
                  <a:pt x="1094934" y="68982"/>
                </a:lnTo>
                <a:lnTo>
                  <a:pt x="1095418" y="69215"/>
                </a:lnTo>
                <a:lnTo>
                  <a:pt x="1095922" y="69415"/>
                </a:lnTo>
                <a:lnTo>
                  <a:pt x="1096445" y="69583"/>
                </a:lnTo>
                <a:lnTo>
                  <a:pt x="1096987" y="69715"/>
                </a:lnTo>
                <a:lnTo>
                  <a:pt x="1097547" y="69811"/>
                </a:lnTo>
                <a:lnTo>
                  <a:pt x="1098124" y="69870"/>
                </a:lnTo>
                <a:lnTo>
                  <a:pt x="1098718" y="69890"/>
                </a:lnTo>
                <a:lnTo>
                  <a:pt x="1099246" y="69874"/>
                </a:lnTo>
                <a:lnTo>
                  <a:pt x="1099769" y="69826"/>
                </a:lnTo>
                <a:lnTo>
                  <a:pt x="1100284" y="69747"/>
                </a:lnTo>
                <a:lnTo>
                  <a:pt x="1100791" y="69637"/>
                </a:lnTo>
                <a:lnTo>
                  <a:pt x="1101288" y="69497"/>
                </a:lnTo>
                <a:lnTo>
                  <a:pt x="1101774" y="69326"/>
                </a:lnTo>
                <a:lnTo>
                  <a:pt x="1102246" y="69126"/>
                </a:lnTo>
                <a:lnTo>
                  <a:pt x="1102704" y="68897"/>
                </a:lnTo>
                <a:lnTo>
                  <a:pt x="1103145" y="68639"/>
                </a:lnTo>
                <a:lnTo>
                  <a:pt x="1103569" y="68352"/>
                </a:lnTo>
                <a:lnTo>
                  <a:pt x="1103974" y="68038"/>
                </a:lnTo>
                <a:lnTo>
                  <a:pt x="1104359" y="67696"/>
                </a:lnTo>
                <a:lnTo>
                  <a:pt x="1104721" y="67327"/>
                </a:lnTo>
                <a:lnTo>
                  <a:pt x="1105060" y="66931"/>
                </a:lnTo>
                <a:lnTo>
                  <a:pt x="1105373" y="66509"/>
                </a:lnTo>
                <a:lnTo>
                  <a:pt x="1105660" y="66062"/>
                </a:lnTo>
                <a:lnTo>
                  <a:pt x="1105919" y="65588"/>
                </a:lnTo>
                <a:lnTo>
                  <a:pt x="1106148" y="65090"/>
                </a:lnTo>
                <a:lnTo>
                  <a:pt x="1106346" y="64567"/>
                </a:lnTo>
                <a:lnTo>
                  <a:pt x="1106512" y="64020"/>
                </a:lnTo>
                <a:lnTo>
                  <a:pt x="1106643" y="63450"/>
                </a:lnTo>
                <a:lnTo>
                  <a:pt x="1106739" y="62856"/>
                </a:lnTo>
                <a:lnTo>
                  <a:pt x="1106797" y="62239"/>
                </a:lnTo>
                <a:lnTo>
                  <a:pt x="1106817" y="61599"/>
                </a:lnTo>
                <a:lnTo>
                  <a:pt x="1106804" y="61096"/>
                </a:lnTo>
                <a:lnTo>
                  <a:pt x="1106762" y="60554"/>
                </a:lnTo>
                <a:lnTo>
                  <a:pt x="1106686" y="59978"/>
                </a:lnTo>
                <a:lnTo>
                  <a:pt x="1106572" y="59374"/>
                </a:lnTo>
                <a:lnTo>
                  <a:pt x="1106413" y="58748"/>
                </a:lnTo>
                <a:close/>
                <a:moveTo>
                  <a:pt x="1617743" y="124569"/>
                </a:moveTo>
                <a:lnTo>
                  <a:pt x="1617479" y="124172"/>
                </a:lnTo>
                <a:lnTo>
                  <a:pt x="1617177" y="123818"/>
                </a:lnTo>
                <a:lnTo>
                  <a:pt x="1616837" y="123507"/>
                </a:lnTo>
                <a:lnTo>
                  <a:pt x="1616459" y="123234"/>
                </a:lnTo>
                <a:lnTo>
                  <a:pt x="1616044" y="122998"/>
                </a:lnTo>
                <a:lnTo>
                  <a:pt x="1615592" y="122795"/>
                </a:lnTo>
                <a:lnTo>
                  <a:pt x="1615104" y="122623"/>
                </a:lnTo>
                <a:lnTo>
                  <a:pt x="1614581" y="122480"/>
                </a:lnTo>
                <a:lnTo>
                  <a:pt x="1614022" y="122363"/>
                </a:lnTo>
                <a:lnTo>
                  <a:pt x="1613429" y="122269"/>
                </a:lnTo>
                <a:lnTo>
                  <a:pt x="1612802" y="122196"/>
                </a:lnTo>
                <a:lnTo>
                  <a:pt x="1612140" y="122141"/>
                </a:lnTo>
                <a:lnTo>
                  <a:pt x="1611446" y="122102"/>
                </a:lnTo>
                <a:lnTo>
                  <a:pt x="1610719" y="122076"/>
                </a:lnTo>
                <a:lnTo>
                  <a:pt x="1609961" y="122060"/>
                </a:lnTo>
                <a:lnTo>
                  <a:pt x="1609170" y="122052"/>
                </a:lnTo>
                <a:lnTo>
                  <a:pt x="1608348" y="122049"/>
                </a:lnTo>
                <a:lnTo>
                  <a:pt x="1607496" y="122048"/>
                </a:lnTo>
                <a:lnTo>
                  <a:pt x="1607496" y="75459"/>
                </a:lnTo>
                <a:lnTo>
                  <a:pt x="1607495" y="74886"/>
                </a:lnTo>
                <a:lnTo>
                  <a:pt x="1607486" y="74142"/>
                </a:lnTo>
                <a:lnTo>
                  <a:pt x="1607462" y="73244"/>
                </a:lnTo>
                <a:lnTo>
                  <a:pt x="1607417" y="72209"/>
                </a:lnTo>
                <a:lnTo>
                  <a:pt x="1607341" y="71056"/>
                </a:lnTo>
                <a:lnTo>
                  <a:pt x="1607228" y="69800"/>
                </a:lnTo>
                <a:lnTo>
                  <a:pt x="1607070" y="68461"/>
                </a:lnTo>
                <a:lnTo>
                  <a:pt x="1606860" y="67054"/>
                </a:lnTo>
                <a:lnTo>
                  <a:pt x="1606591" y="65598"/>
                </a:lnTo>
                <a:lnTo>
                  <a:pt x="1606255" y="64110"/>
                </a:lnTo>
                <a:lnTo>
                  <a:pt x="1605844" y="62607"/>
                </a:lnTo>
                <a:lnTo>
                  <a:pt x="1605351" y="61107"/>
                </a:lnTo>
                <a:lnTo>
                  <a:pt x="1604769" y="59627"/>
                </a:lnTo>
                <a:lnTo>
                  <a:pt x="1604090" y="58184"/>
                </a:lnTo>
                <a:lnTo>
                  <a:pt x="1603307" y="56796"/>
                </a:lnTo>
                <a:lnTo>
                  <a:pt x="1602412" y="55480"/>
                </a:lnTo>
                <a:lnTo>
                  <a:pt x="1601398" y="54254"/>
                </a:lnTo>
                <a:lnTo>
                  <a:pt x="1600257" y="53135"/>
                </a:lnTo>
                <a:lnTo>
                  <a:pt x="1598982" y="52141"/>
                </a:lnTo>
                <a:lnTo>
                  <a:pt x="1597566" y="51288"/>
                </a:lnTo>
                <a:lnTo>
                  <a:pt x="1596001" y="50594"/>
                </a:lnTo>
                <a:lnTo>
                  <a:pt x="1594279" y="50077"/>
                </a:lnTo>
                <a:lnTo>
                  <a:pt x="1592393" y="49754"/>
                </a:lnTo>
                <a:lnTo>
                  <a:pt x="1590337" y="49643"/>
                </a:lnTo>
                <a:lnTo>
                  <a:pt x="1589603" y="49656"/>
                </a:lnTo>
                <a:lnTo>
                  <a:pt x="1588849" y="49697"/>
                </a:lnTo>
                <a:lnTo>
                  <a:pt x="1588077" y="49765"/>
                </a:lnTo>
                <a:lnTo>
                  <a:pt x="1587290" y="49863"/>
                </a:lnTo>
                <a:lnTo>
                  <a:pt x="1586488" y="49992"/>
                </a:lnTo>
                <a:lnTo>
                  <a:pt x="1585674" y="50152"/>
                </a:lnTo>
                <a:lnTo>
                  <a:pt x="1584850" y="50345"/>
                </a:lnTo>
                <a:lnTo>
                  <a:pt x="1584018" y="50571"/>
                </a:lnTo>
                <a:lnTo>
                  <a:pt x="1583179" y="50833"/>
                </a:lnTo>
                <a:lnTo>
                  <a:pt x="1582337" y="51130"/>
                </a:lnTo>
                <a:lnTo>
                  <a:pt x="1581493" y="51464"/>
                </a:lnTo>
                <a:lnTo>
                  <a:pt x="1580649" y="51836"/>
                </a:lnTo>
                <a:lnTo>
                  <a:pt x="1579807" y="52248"/>
                </a:lnTo>
                <a:lnTo>
                  <a:pt x="1578969" y="52699"/>
                </a:lnTo>
                <a:lnTo>
                  <a:pt x="1578137" y="53192"/>
                </a:lnTo>
                <a:lnTo>
                  <a:pt x="1577313" y="53728"/>
                </a:lnTo>
                <a:lnTo>
                  <a:pt x="1576499" y="54307"/>
                </a:lnTo>
                <a:lnTo>
                  <a:pt x="1575697" y="54930"/>
                </a:lnTo>
                <a:lnTo>
                  <a:pt x="1574909" y="55600"/>
                </a:lnTo>
                <a:lnTo>
                  <a:pt x="1574137" y="56316"/>
                </a:lnTo>
                <a:lnTo>
                  <a:pt x="1573383" y="57079"/>
                </a:lnTo>
                <a:lnTo>
                  <a:pt x="1572650" y="57892"/>
                </a:lnTo>
                <a:lnTo>
                  <a:pt x="1571938" y="58755"/>
                </a:lnTo>
                <a:lnTo>
                  <a:pt x="1571250" y="59669"/>
                </a:lnTo>
                <a:lnTo>
                  <a:pt x="1570876" y="58866"/>
                </a:lnTo>
                <a:lnTo>
                  <a:pt x="1570476" y="58095"/>
                </a:lnTo>
                <a:lnTo>
                  <a:pt x="1570052" y="57357"/>
                </a:lnTo>
                <a:lnTo>
                  <a:pt x="1569603" y="56651"/>
                </a:lnTo>
                <a:lnTo>
                  <a:pt x="1569131" y="55978"/>
                </a:lnTo>
                <a:lnTo>
                  <a:pt x="1568636" y="55337"/>
                </a:lnTo>
                <a:lnTo>
                  <a:pt x="1568119" y="54730"/>
                </a:lnTo>
                <a:lnTo>
                  <a:pt x="1567580" y="54157"/>
                </a:lnTo>
                <a:lnTo>
                  <a:pt x="1567021" y="53616"/>
                </a:lnTo>
                <a:lnTo>
                  <a:pt x="1566442" y="53110"/>
                </a:lnTo>
                <a:lnTo>
                  <a:pt x="1565843" y="52637"/>
                </a:lnTo>
                <a:lnTo>
                  <a:pt x="1565226" y="52198"/>
                </a:lnTo>
                <a:lnTo>
                  <a:pt x="1564590" y="51793"/>
                </a:lnTo>
                <a:lnTo>
                  <a:pt x="1563937" y="51423"/>
                </a:lnTo>
                <a:lnTo>
                  <a:pt x="1563268" y="51087"/>
                </a:lnTo>
                <a:lnTo>
                  <a:pt x="1562582" y="50786"/>
                </a:lnTo>
                <a:lnTo>
                  <a:pt x="1561881" y="50519"/>
                </a:lnTo>
                <a:lnTo>
                  <a:pt x="1561165" y="50288"/>
                </a:lnTo>
                <a:lnTo>
                  <a:pt x="1560435" y="50091"/>
                </a:lnTo>
                <a:lnTo>
                  <a:pt x="1559691" y="49930"/>
                </a:lnTo>
                <a:lnTo>
                  <a:pt x="1558935" y="49805"/>
                </a:lnTo>
                <a:lnTo>
                  <a:pt x="1558167" y="49715"/>
                </a:lnTo>
                <a:lnTo>
                  <a:pt x="1557388" y="49661"/>
                </a:lnTo>
                <a:lnTo>
                  <a:pt x="1556597" y="49643"/>
                </a:lnTo>
                <a:lnTo>
                  <a:pt x="1555828" y="49657"/>
                </a:lnTo>
                <a:lnTo>
                  <a:pt x="1555064" y="49699"/>
                </a:lnTo>
                <a:lnTo>
                  <a:pt x="1554304" y="49767"/>
                </a:lnTo>
                <a:lnTo>
                  <a:pt x="1553549" y="49863"/>
                </a:lnTo>
                <a:lnTo>
                  <a:pt x="1552799" y="49984"/>
                </a:lnTo>
                <a:lnTo>
                  <a:pt x="1552055" y="50131"/>
                </a:lnTo>
                <a:lnTo>
                  <a:pt x="1551317" y="50303"/>
                </a:lnTo>
                <a:lnTo>
                  <a:pt x="1550586" y="50500"/>
                </a:lnTo>
                <a:lnTo>
                  <a:pt x="1549861" y="50721"/>
                </a:lnTo>
                <a:lnTo>
                  <a:pt x="1549143" y="50966"/>
                </a:lnTo>
                <a:lnTo>
                  <a:pt x="1548432" y="51233"/>
                </a:lnTo>
                <a:lnTo>
                  <a:pt x="1547730" y="51524"/>
                </a:lnTo>
                <a:lnTo>
                  <a:pt x="1547035" y="51836"/>
                </a:lnTo>
                <a:lnTo>
                  <a:pt x="1546348" y="52170"/>
                </a:lnTo>
                <a:lnTo>
                  <a:pt x="1545671" y="52525"/>
                </a:lnTo>
                <a:lnTo>
                  <a:pt x="1545002" y="52901"/>
                </a:lnTo>
                <a:lnTo>
                  <a:pt x="1544343" y="53296"/>
                </a:lnTo>
                <a:lnTo>
                  <a:pt x="1543693" y="53711"/>
                </a:lnTo>
                <a:lnTo>
                  <a:pt x="1543053" y="54146"/>
                </a:lnTo>
                <a:lnTo>
                  <a:pt x="1542424" y="54599"/>
                </a:lnTo>
                <a:lnTo>
                  <a:pt x="1541806" y="55070"/>
                </a:lnTo>
                <a:lnTo>
                  <a:pt x="1541198" y="55558"/>
                </a:lnTo>
                <a:lnTo>
                  <a:pt x="1540602" y="56064"/>
                </a:lnTo>
                <a:lnTo>
                  <a:pt x="1540018" y="56586"/>
                </a:lnTo>
                <a:lnTo>
                  <a:pt x="1539952" y="55889"/>
                </a:lnTo>
                <a:lnTo>
                  <a:pt x="1539851" y="55250"/>
                </a:lnTo>
                <a:lnTo>
                  <a:pt x="1539718" y="54667"/>
                </a:lnTo>
                <a:lnTo>
                  <a:pt x="1539554" y="54137"/>
                </a:lnTo>
                <a:lnTo>
                  <a:pt x="1539360" y="53657"/>
                </a:lnTo>
                <a:lnTo>
                  <a:pt x="1539138" y="53225"/>
                </a:lnTo>
                <a:lnTo>
                  <a:pt x="1538890" y="52839"/>
                </a:lnTo>
                <a:lnTo>
                  <a:pt x="1538618" y="52495"/>
                </a:lnTo>
                <a:lnTo>
                  <a:pt x="1538323" y="52192"/>
                </a:lnTo>
                <a:lnTo>
                  <a:pt x="1538007" y="51927"/>
                </a:lnTo>
                <a:lnTo>
                  <a:pt x="1537671" y="51697"/>
                </a:lnTo>
                <a:lnTo>
                  <a:pt x="1537318" y="51499"/>
                </a:lnTo>
                <a:lnTo>
                  <a:pt x="1536949" y="51332"/>
                </a:lnTo>
                <a:lnTo>
                  <a:pt x="1536565" y="51193"/>
                </a:lnTo>
                <a:lnTo>
                  <a:pt x="1536169" y="51079"/>
                </a:lnTo>
                <a:lnTo>
                  <a:pt x="1535761" y="50988"/>
                </a:lnTo>
                <a:lnTo>
                  <a:pt x="1535344" y="50917"/>
                </a:lnTo>
                <a:lnTo>
                  <a:pt x="1534920" y="50864"/>
                </a:lnTo>
                <a:lnTo>
                  <a:pt x="1534489" y="50825"/>
                </a:lnTo>
                <a:lnTo>
                  <a:pt x="1534054" y="50800"/>
                </a:lnTo>
                <a:lnTo>
                  <a:pt x="1533617" y="50784"/>
                </a:lnTo>
                <a:lnTo>
                  <a:pt x="1533178" y="50776"/>
                </a:lnTo>
                <a:lnTo>
                  <a:pt x="1532740" y="50773"/>
                </a:lnTo>
                <a:lnTo>
                  <a:pt x="1532304" y="50773"/>
                </a:lnTo>
                <a:lnTo>
                  <a:pt x="1526135" y="50773"/>
                </a:lnTo>
                <a:lnTo>
                  <a:pt x="1525763" y="50773"/>
                </a:lnTo>
                <a:lnTo>
                  <a:pt x="1525372" y="50776"/>
                </a:lnTo>
                <a:lnTo>
                  <a:pt x="1524966" y="50784"/>
                </a:lnTo>
                <a:lnTo>
                  <a:pt x="1524546" y="50799"/>
                </a:lnTo>
                <a:lnTo>
                  <a:pt x="1524116" y="50825"/>
                </a:lnTo>
                <a:lnTo>
                  <a:pt x="1523680" y="50863"/>
                </a:lnTo>
                <a:lnTo>
                  <a:pt x="1523241" y="50916"/>
                </a:lnTo>
                <a:lnTo>
                  <a:pt x="1522801" y="50987"/>
                </a:lnTo>
                <a:lnTo>
                  <a:pt x="1522364" y="51078"/>
                </a:lnTo>
                <a:lnTo>
                  <a:pt x="1521932" y="51191"/>
                </a:lnTo>
                <a:lnTo>
                  <a:pt x="1521509" y="51330"/>
                </a:lnTo>
                <a:lnTo>
                  <a:pt x="1521099" y="51496"/>
                </a:lnTo>
                <a:lnTo>
                  <a:pt x="1520703" y="51692"/>
                </a:lnTo>
                <a:lnTo>
                  <a:pt x="1520326" y="51921"/>
                </a:lnTo>
                <a:lnTo>
                  <a:pt x="1519969" y="52186"/>
                </a:lnTo>
                <a:lnTo>
                  <a:pt x="1519638" y="52487"/>
                </a:lnTo>
                <a:lnTo>
                  <a:pt x="1519333" y="52829"/>
                </a:lnTo>
                <a:lnTo>
                  <a:pt x="1519059" y="53214"/>
                </a:lnTo>
                <a:lnTo>
                  <a:pt x="1518819" y="53644"/>
                </a:lnTo>
                <a:lnTo>
                  <a:pt x="1518616" y="54122"/>
                </a:lnTo>
                <a:lnTo>
                  <a:pt x="1518452" y="54649"/>
                </a:lnTo>
                <a:lnTo>
                  <a:pt x="1518331" y="55230"/>
                </a:lnTo>
                <a:lnTo>
                  <a:pt x="1518256" y="55866"/>
                </a:lnTo>
                <a:lnTo>
                  <a:pt x="1518231" y="56560"/>
                </a:lnTo>
                <a:lnTo>
                  <a:pt x="1518252" y="57276"/>
                </a:lnTo>
                <a:lnTo>
                  <a:pt x="1518315" y="57932"/>
                </a:lnTo>
                <a:lnTo>
                  <a:pt x="1518419" y="58532"/>
                </a:lnTo>
                <a:lnTo>
                  <a:pt x="1518563" y="59077"/>
                </a:lnTo>
                <a:lnTo>
                  <a:pt x="1518748" y="59570"/>
                </a:lnTo>
                <a:lnTo>
                  <a:pt x="1518972" y="60014"/>
                </a:lnTo>
                <a:lnTo>
                  <a:pt x="1519236" y="60411"/>
                </a:lnTo>
                <a:lnTo>
                  <a:pt x="1519538" y="60764"/>
                </a:lnTo>
                <a:lnTo>
                  <a:pt x="1519879" y="61076"/>
                </a:lnTo>
                <a:lnTo>
                  <a:pt x="1520257" y="61349"/>
                </a:lnTo>
                <a:lnTo>
                  <a:pt x="1520672" y="61585"/>
                </a:lnTo>
                <a:lnTo>
                  <a:pt x="1521124" y="61788"/>
                </a:lnTo>
                <a:lnTo>
                  <a:pt x="1521612" y="61959"/>
                </a:lnTo>
                <a:lnTo>
                  <a:pt x="1522135" y="62103"/>
                </a:lnTo>
                <a:lnTo>
                  <a:pt x="1522694" y="62220"/>
                </a:lnTo>
                <a:lnTo>
                  <a:pt x="1523288" y="62313"/>
                </a:lnTo>
                <a:lnTo>
                  <a:pt x="1523915" y="62386"/>
                </a:lnTo>
                <a:lnTo>
                  <a:pt x="1524576" y="62441"/>
                </a:lnTo>
                <a:lnTo>
                  <a:pt x="1525271" y="62481"/>
                </a:lnTo>
                <a:lnTo>
                  <a:pt x="1525998" y="62507"/>
                </a:lnTo>
                <a:lnTo>
                  <a:pt x="1526757" y="62523"/>
                </a:lnTo>
                <a:lnTo>
                  <a:pt x="1527547" y="62531"/>
                </a:lnTo>
                <a:lnTo>
                  <a:pt x="1528369" y="62534"/>
                </a:lnTo>
                <a:lnTo>
                  <a:pt x="1529221" y="62535"/>
                </a:lnTo>
                <a:lnTo>
                  <a:pt x="1529221" y="122048"/>
                </a:lnTo>
                <a:lnTo>
                  <a:pt x="1528369" y="122049"/>
                </a:lnTo>
                <a:lnTo>
                  <a:pt x="1527547" y="122052"/>
                </a:lnTo>
                <a:lnTo>
                  <a:pt x="1526757" y="122060"/>
                </a:lnTo>
                <a:lnTo>
                  <a:pt x="1525998" y="122076"/>
                </a:lnTo>
                <a:lnTo>
                  <a:pt x="1525271" y="122102"/>
                </a:lnTo>
                <a:lnTo>
                  <a:pt x="1524576" y="122141"/>
                </a:lnTo>
                <a:lnTo>
                  <a:pt x="1523915" y="122196"/>
                </a:lnTo>
                <a:lnTo>
                  <a:pt x="1523288" y="122269"/>
                </a:lnTo>
                <a:lnTo>
                  <a:pt x="1522694" y="122363"/>
                </a:lnTo>
                <a:lnTo>
                  <a:pt x="1522135" y="122480"/>
                </a:lnTo>
                <a:lnTo>
                  <a:pt x="1521612" y="122623"/>
                </a:lnTo>
                <a:lnTo>
                  <a:pt x="1521124" y="122795"/>
                </a:lnTo>
                <a:lnTo>
                  <a:pt x="1520672" y="122998"/>
                </a:lnTo>
                <a:lnTo>
                  <a:pt x="1520257" y="123234"/>
                </a:lnTo>
                <a:lnTo>
                  <a:pt x="1519879" y="123507"/>
                </a:lnTo>
                <a:lnTo>
                  <a:pt x="1519538" y="123818"/>
                </a:lnTo>
                <a:lnTo>
                  <a:pt x="1519236" y="124172"/>
                </a:lnTo>
                <a:lnTo>
                  <a:pt x="1518972" y="124569"/>
                </a:lnTo>
                <a:lnTo>
                  <a:pt x="1518748" y="125013"/>
                </a:lnTo>
                <a:lnTo>
                  <a:pt x="1518563" y="125506"/>
                </a:lnTo>
                <a:lnTo>
                  <a:pt x="1518419" y="126051"/>
                </a:lnTo>
                <a:lnTo>
                  <a:pt x="1518315" y="126650"/>
                </a:lnTo>
                <a:lnTo>
                  <a:pt x="1518252" y="127307"/>
                </a:lnTo>
                <a:lnTo>
                  <a:pt x="1518231" y="128023"/>
                </a:lnTo>
                <a:lnTo>
                  <a:pt x="1518257" y="128717"/>
                </a:lnTo>
                <a:lnTo>
                  <a:pt x="1518335" y="129352"/>
                </a:lnTo>
                <a:lnTo>
                  <a:pt x="1518460" y="129932"/>
                </a:lnTo>
                <a:lnTo>
                  <a:pt x="1518629" y="130460"/>
                </a:lnTo>
                <a:lnTo>
                  <a:pt x="1518839" y="130937"/>
                </a:lnTo>
                <a:lnTo>
                  <a:pt x="1519087" y="131367"/>
                </a:lnTo>
                <a:lnTo>
                  <a:pt x="1519368" y="131752"/>
                </a:lnTo>
                <a:lnTo>
                  <a:pt x="1519681" y="132093"/>
                </a:lnTo>
                <a:lnTo>
                  <a:pt x="1520021" y="132395"/>
                </a:lnTo>
                <a:lnTo>
                  <a:pt x="1520385" y="132659"/>
                </a:lnTo>
                <a:lnTo>
                  <a:pt x="1520769" y="132888"/>
                </a:lnTo>
                <a:lnTo>
                  <a:pt x="1521172" y="133084"/>
                </a:lnTo>
                <a:lnTo>
                  <a:pt x="1521588" y="133250"/>
                </a:lnTo>
                <a:lnTo>
                  <a:pt x="1522015" y="133389"/>
                </a:lnTo>
                <a:lnTo>
                  <a:pt x="1522449" y="133502"/>
                </a:lnTo>
                <a:lnTo>
                  <a:pt x="1522887" y="133593"/>
                </a:lnTo>
                <a:lnTo>
                  <a:pt x="1523326" y="133664"/>
                </a:lnTo>
                <a:lnTo>
                  <a:pt x="1523762" y="133717"/>
                </a:lnTo>
                <a:lnTo>
                  <a:pt x="1524192" y="133755"/>
                </a:lnTo>
                <a:lnTo>
                  <a:pt x="1524613" y="133780"/>
                </a:lnTo>
                <a:lnTo>
                  <a:pt x="1525021" y="133796"/>
                </a:lnTo>
                <a:lnTo>
                  <a:pt x="1525413" y="133804"/>
                </a:lnTo>
                <a:lnTo>
                  <a:pt x="1525786" y="133807"/>
                </a:lnTo>
                <a:lnTo>
                  <a:pt x="1526135" y="133807"/>
                </a:lnTo>
                <a:lnTo>
                  <a:pt x="1543104" y="133807"/>
                </a:lnTo>
                <a:lnTo>
                  <a:pt x="1543476" y="133807"/>
                </a:lnTo>
                <a:lnTo>
                  <a:pt x="1543867" y="133804"/>
                </a:lnTo>
                <a:lnTo>
                  <a:pt x="1544273" y="133796"/>
                </a:lnTo>
                <a:lnTo>
                  <a:pt x="1544693" y="133780"/>
                </a:lnTo>
                <a:lnTo>
                  <a:pt x="1545122" y="133755"/>
                </a:lnTo>
                <a:lnTo>
                  <a:pt x="1545558" y="133717"/>
                </a:lnTo>
                <a:lnTo>
                  <a:pt x="1545998" y="133664"/>
                </a:lnTo>
                <a:lnTo>
                  <a:pt x="1546437" y="133593"/>
                </a:lnTo>
                <a:lnTo>
                  <a:pt x="1546874" y="133502"/>
                </a:lnTo>
                <a:lnTo>
                  <a:pt x="1547306" y="133389"/>
                </a:lnTo>
                <a:lnTo>
                  <a:pt x="1547728" y="133250"/>
                </a:lnTo>
                <a:lnTo>
                  <a:pt x="1548139" y="133084"/>
                </a:lnTo>
                <a:lnTo>
                  <a:pt x="1548534" y="132888"/>
                </a:lnTo>
                <a:lnTo>
                  <a:pt x="1548912" y="132659"/>
                </a:lnTo>
                <a:lnTo>
                  <a:pt x="1549268" y="132395"/>
                </a:lnTo>
                <a:lnTo>
                  <a:pt x="1549599" y="132093"/>
                </a:lnTo>
                <a:lnTo>
                  <a:pt x="1549903" y="131752"/>
                </a:lnTo>
                <a:lnTo>
                  <a:pt x="1550177" y="131367"/>
                </a:lnTo>
                <a:lnTo>
                  <a:pt x="1550417" y="130937"/>
                </a:lnTo>
                <a:lnTo>
                  <a:pt x="1550621" y="130460"/>
                </a:lnTo>
                <a:lnTo>
                  <a:pt x="1550784" y="129932"/>
                </a:lnTo>
                <a:lnTo>
                  <a:pt x="1550905" y="129352"/>
                </a:lnTo>
                <a:lnTo>
                  <a:pt x="1550980" y="128717"/>
                </a:lnTo>
                <a:lnTo>
                  <a:pt x="1551005" y="128023"/>
                </a:lnTo>
                <a:lnTo>
                  <a:pt x="1550984" y="127307"/>
                </a:lnTo>
                <a:lnTo>
                  <a:pt x="1550922" y="126650"/>
                </a:lnTo>
                <a:lnTo>
                  <a:pt x="1550818" y="126051"/>
                </a:lnTo>
                <a:lnTo>
                  <a:pt x="1550673" y="125506"/>
                </a:lnTo>
                <a:lnTo>
                  <a:pt x="1550489" y="125013"/>
                </a:lnTo>
                <a:lnTo>
                  <a:pt x="1550264" y="124569"/>
                </a:lnTo>
                <a:lnTo>
                  <a:pt x="1550001" y="124172"/>
                </a:lnTo>
                <a:lnTo>
                  <a:pt x="1549699" y="123818"/>
                </a:lnTo>
                <a:lnTo>
                  <a:pt x="1549358" y="123507"/>
                </a:lnTo>
                <a:lnTo>
                  <a:pt x="1548981" y="123234"/>
                </a:lnTo>
                <a:lnTo>
                  <a:pt x="1548565" y="122998"/>
                </a:lnTo>
                <a:lnTo>
                  <a:pt x="1548114" y="122795"/>
                </a:lnTo>
                <a:lnTo>
                  <a:pt x="1547626" y="122623"/>
                </a:lnTo>
                <a:lnTo>
                  <a:pt x="1547102" y="122480"/>
                </a:lnTo>
                <a:lnTo>
                  <a:pt x="1546544" y="122363"/>
                </a:lnTo>
                <a:lnTo>
                  <a:pt x="1545951" y="122269"/>
                </a:lnTo>
                <a:lnTo>
                  <a:pt x="1545323" y="122196"/>
                </a:lnTo>
                <a:lnTo>
                  <a:pt x="1544662" y="122141"/>
                </a:lnTo>
                <a:lnTo>
                  <a:pt x="1543968" y="122102"/>
                </a:lnTo>
                <a:lnTo>
                  <a:pt x="1543241" y="122076"/>
                </a:lnTo>
                <a:lnTo>
                  <a:pt x="1542482" y="122060"/>
                </a:lnTo>
                <a:lnTo>
                  <a:pt x="1541692" y="122052"/>
                </a:lnTo>
                <a:lnTo>
                  <a:pt x="1540870" y="122049"/>
                </a:lnTo>
                <a:lnTo>
                  <a:pt x="1540018" y="122048"/>
                </a:lnTo>
                <a:lnTo>
                  <a:pt x="1540018" y="87574"/>
                </a:lnTo>
                <a:lnTo>
                  <a:pt x="1540058" y="85476"/>
                </a:lnTo>
                <a:lnTo>
                  <a:pt x="1540178" y="83463"/>
                </a:lnTo>
                <a:lnTo>
                  <a:pt x="1540373" y="81534"/>
                </a:lnTo>
                <a:lnTo>
                  <a:pt x="1540640" y="79691"/>
                </a:lnTo>
                <a:lnTo>
                  <a:pt x="1540975" y="77934"/>
                </a:lnTo>
                <a:lnTo>
                  <a:pt x="1541376" y="76263"/>
                </a:lnTo>
                <a:lnTo>
                  <a:pt x="1541839" y="74678"/>
                </a:lnTo>
                <a:lnTo>
                  <a:pt x="1542360" y="73181"/>
                </a:lnTo>
                <a:lnTo>
                  <a:pt x="1542936" y="71771"/>
                </a:lnTo>
                <a:lnTo>
                  <a:pt x="1543563" y="70449"/>
                </a:lnTo>
                <a:lnTo>
                  <a:pt x="1544238" y="69215"/>
                </a:lnTo>
                <a:lnTo>
                  <a:pt x="1544958" y="68070"/>
                </a:lnTo>
                <a:lnTo>
                  <a:pt x="1545719" y="67014"/>
                </a:lnTo>
                <a:lnTo>
                  <a:pt x="1546518" y="66047"/>
                </a:lnTo>
                <a:lnTo>
                  <a:pt x="1547351" y="65171"/>
                </a:lnTo>
                <a:lnTo>
                  <a:pt x="1548215" y="64385"/>
                </a:lnTo>
                <a:lnTo>
                  <a:pt x="1549106" y="63690"/>
                </a:lnTo>
                <a:lnTo>
                  <a:pt x="1550022" y="63087"/>
                </a:lnTo>
                <a:lnTo>
                  <a:pt x="1550958" y="62574"/>
                </a:lnTo>
                <a:lnTo>
                  <a:pt x="1551911" y="62155"/>
                </a:lnTo>
                <a:lnTo>
                  <a:pt x="1552878" y="61827"/>
                </a:lnTo>
                <a:lnTo>
                  <a:pt x="1553855" y="61593"/>
                </a:lnTo>
                <a:lnTo>
                  <a:pt x="1554839" y="61452"/>
                </a:lnTo>
                <a:lnTo>
                  <a:pt x="1555827" y="61405"/>
                </a:lnTo>
                <a:lnTo>
                  <a:pt x="1556372" y="61423"/>
                </a:lnTo>
                <a:lnTo>
                  <a:pt x="1556898" y="61477"/>
                </a:lnTo>
                <a:lnTo>
                  <a:pt x="1557406" y="61570"/>
                </a:lnTo>
                <a:lnTo>
                  <a:pt x="1557894" y="61706"/>
                </a:lnTo>
                <a:lnTo>
                  <a:pt x="1558363" y="61885"/>
                </a:lnTo>
                <a:lnTo>
                  <a:pt x="1558812" y="62112"/>
                </a:lnTo>
                <a:lnTo>
                  <a:pt x="1559240" y="62389"/>
                </a:lnTo>
                <a:lnTo>
                  <a:pt x="1559647" y="62717"/>
                </a:lnTo>
                <a:lnTo>
                  <a:pt x="1560032" y="63101"/>
                </a:lnTo>
                <a:lnTo>
                  <a:pt x="1560396" y="63542"/>
                </a:lnTo>
                <a:lnTo>
                  <a:pt x="1560737" y="64043"/>
                </a:lnTo>
                <a:lnTo>
                  <a:pt x="1561056" y="64606"/>
                </a:lnTo>
                <a:lnTo>
                  <a:pt x="1561352" y="65235"/>
                </a:lnTo>
                <a:lnTo>
                  <a:pt x="1561624" y="65931"/>
                </a:lnTo>
                <a:lnTo>
                  <a:pt x="1561872" y="66698"/>
                </a:lnTo>
                <a:lnTo>
                  <a:pt x="1562096" y="67538"/>
                </a:lnTo>
                <a:lnTo>
                  <a:pt x="1562295" y="68453"/>
                </a:lnTo>
                <a:lnTo>
                  <a:pt x="1562469" y="69446"/>
                </a:lnTo>
                <a:lnTo>
                  <a:pt x="1562618" y="70520"/>
                </a:lnTo>
                <a:lnTo>
                  <a:pt x="1562740" y="71678"/>
                </a:lnTo>
                <a:lnTo>
                  <a:pt x="1562836" y="72921"/>
                </a:lnTo>
                <a:lnTo>
                  <a:pt x="1562905" y="74253"/>
                </a:lnTo>
                <a:lnTo>
                  <a:pt x="1562947" y="75675"/>
                </a:lnTo>
                <a:lnTo>
                  <a:pt x="1562961" y="77192"/>
                </a:lnTo>
                <a:lnTo>
                  <a:pt x="1562961" y="122048"/>
                </a:lnTo>
                <a:lnTo>
                  <a:pt x="1562497" y="122049"/>
                </a:lnTo>
                <a:lnTo>
                  <a:pt x="1562024" y="122052"/>
                </a:lnTo>
                <a:lnTo>
                  <a:pt x="1561544" y="122060"/>
                </a:lnTo>
                <a:lnTo>
                  <a:pt x="1561060" y="122076"/>
                </a:lnTo>
                <a:lnTo>
                  <a:pt x="1560575" y="122102"/>
                </a:lnTo>
                <a:lnTo>
                  <a:pt x="1560090" y="122141"/>
                </a:lnTo>
                <a:lnTo>
                  <a:pt x="1559608" y="122196"/>
                </a:lnTo>
                <a:lnTo>
                  <a:pt x="1559133" y="122269"/>
                </a:lnTo>
                <a:lnTo>
                  <a:pt x="1558667" y="122363"/>
                </a:lnTo>
                <a:lnTo>
                  <a:pt x="1558211" y="122480"/>
                </a:lnTo>
                <a:lnTo>
                  <a:pt x="1557770" y="122623"/>
                </a:lnTo>
                <a:lnTo>
                  <a:pt x="1557345" y="122795"/>
                </a:lnTo>
                <a:lnTo>
                  <a:pt x="1556939" y="122998"/>
                </a:lnTo>
                <a:lnTo>
                  <a:pt x="1556555" y="123234"/>
                </a:lnTo>
                <a:lnTo>
                  <a:pt x="1556195" y="123507"/>
                </a:lnTo>
                <a:lnTo>
                  <a:pt x="1555862" y="123818"/>
                </a:lnTo>
                <a:lnTo>
                  <a:pt x="1555559" y="124172"/>
                </a:lnTo>
                <a:lnTo>
                  <a:pt x="1555287" y="124569"/>
                </a:lnTo>
                <a:lnTo>
                  <a:pt x="1555050" y="125013"/>
                </a:lnTo>
                <a:lnTo>
                  <a:pt x="1554851" y="125506"/>
                </a:lnTo>
                <a:lnTo>
                  <a:pt x="1554691" y="126051"/>
                </a:lnTo>
                <a:lnTo>
                  <a:pt x="1554573" y="126650"/>
                </a:lnTo>
                <a:lnTo>
                  <a:pt x="1554501" y="127307"/>
                </a:lnTo>
                <a:lnTo>
                  <a:pt x="1554476" y="128023"/>
                </a:lnTo>
                <a:lnTo>
                  <a:pt x="1554503" y="128717"/>
                </a:lnTo>
                <a:lnTo>
                  <a:pt x="1554580" y="129352"/>
                </a:lnTo>
                <a:lnTo>
                  <a:pt x="1554705" y="129932"/>
                </a:lnTo>
                <a:lnTo>
                  <a:pt x="1554875" y="130460"/>
                </a:lnTo>
                <a:lnTo>
                  <a:pt x="1555085" y="130937"/>
                </a:lnTo>
                <a:lnTo>
                  <a:pt x="1555332" y="131367"/>
                </a:lnTo>
                <a:lnTo>
                  <a:pt x="1555614" y="131752"/>
                </a:lnTo>
                <a:lnTo>
                  <a:pt x="1555926" y="132093"/>
                </a:lnTo>
                <a:lnTo>
                  <a:pt x="1556266" y="132395"/>
                </a:lnTo>
                <a:lnTo>
                  <a:pt x="1556630" y="132659"/>
                </a:lnTo>
                <a:lnTo>
                  <a:pt x="1557015" y="132888"/>
                </a:lnTo>
                <a:lnTo>
                  <a:pt x="1557417" y="133084"/>
                </a:lnTo>
                <a:lnTo>
                  <a:pt x="1557833" y="133250"/>
                </a:lnTo>
                <a:lnTo>
                  <a:pt x="1558260" y="133389"/>
                </a:lnTo>
                <a:lnTo>
                  <a:pt x="1558694" y="133502"/>
                </a:lnTo>
                <a:lnTo>
                  <a:pt x="1559133" y="133593"/>
                </a:lnTo>
                <a:lnTo>
                  <a:pt x="1559572" y="133664"/>
                </a:lnTo>
                <a:lnTo>
                  <a:pt x="1560008" y="133717"/>
                </a:lnTo>
                <a:lnTo>
                  <a:pt x="1560438" y="133755"/>
                </a:lnTo>
                <a:lnTo>
                  <a:pt x="1560859" y="133780"/>
                </a:lnTo>
                <a:lnTo>
                  <a:pt x="1561267" y="133796"/>
                </a:lnTo>
                <a:lnTo>
                  <a:pt x="1561659" y="133804"/>
                </a:lnTo>
                <a:lnTo>
                  <a:pt x="1562031" y="133807"/>
                </a:lnTo>
                <a:lnTo>
                  <a:pt x="1562381" y="133807"/>
                </a:lnTo>
                <a:lnTo>
                  <a:pt x="1576840" y="133807"/>
                </a:lnTo>
                <a:lnTo>
                  <a:pt x="1577212" y="133807"/>
                </a:lnTo>
                <a:lnTo>
                  <a:pt x="1577603" y="133804"/>
                </a:lnTo>
                <a:lnTo>
                  <a:pt x="1578010" y="133796"/>
                </a:lnTo>
                <a:lnTo>
                  <a:pt x="1578429" y="133780"/>
                </a:lnTo>
                <a:lnTo>
                  <a:pt x="1578859" y="133755"/>
                </a:lnTo>
                <a:lnTo>
                  <a:pt x="1579295" y="133717"/>
                </a:lnTo>
                <a:lnTo>
                  <a:pt x="1579734" y="133664"/>
                </a:lnTo>
                <a:lnTo>
                  <a:pt x="1580174" y="133593"/>
                </a:lnTo>
                <a:lnTo>
                  <a:pt x="1580612" y="133502"/>
                </a:lnTo>
                <a:lnTo>
                  <a:pt x="1581043" y="133389"/>
                </a:lnTo>
                <a:lnTo>
                  <a:pt x="1581466" y="133250"/>
                </a:lnTo>
                <a:lnTo>
                  <a:pt x="1581876" y="133084"/>
                </a:lnTo>
                <a:lnTo>
                  <a:pt x="1582272" y="132888"/>
                </a:lnTo>
                <a:lnTo>
                  <a:pt x="1582650" y="132659"/>
                </a:lnTo>
                <a:lnTo>
                  <a:pt x="1583006" y="132395"/>
                </a:lnTo>
                <a:lnTo>
                  <a:pt x="1583338" y="132093"/>
                </a:lnTo>
                <a:lnTo>
                  <a:pt x="1583642" y="131752"/>
                </a:lnTo>
                <a:lnTo>
                  <a:pt x="1583916" y="131367"/>
                </a:lnTo>
                <a:lnTo>
                  <a:pt x="1584156" y="130937"/>
                </a:lnTo>
                <a:lnTo>
                  <a:pt x="1584360" y="130460"/>
                </a:lnTo>
                <a:lnTo>
                  <a:pt x="1584523" y="129932"/>
                </a:lnTo>
                <a:lnTo>
                  <a:pt x="1584644" y="129352"/>
                </a:lnTo>
                <a:lnTo>
                  <a:pt x="1584719" y="128717"/>
                </a:lnTo>
                <a:lnTo>
                  <a:pt x="1584744" y="128023"/>
                </a:lnTo>
                <a:lnTo>
                  <a:pt x="1584723" y="127307"/>
                </a:lnTo>
                <a:lnTo>
                  <a:pt x="1584661" y="126650"/>
                </a:lnTo>
                <a:lnTo>
                  <a:pt x="1584557" y="126051"/>
                </a:lnTo>
                <a:lnTo>
                  <a:pt x="1584412" y="125506"/>
                </a:lnTo>
                <a:lnTo>
                  <a:pt x="1584228" y="125013"/>
                </a:lnTo>
                <a:lnTo>
                  <a:pt x="1584003" y="124569"/>
                </a:lnTo>
                <a:lnTo>
                  <a:pt x="1583740" y="124172"/>
                </a:lnTo>
                <a:lnTo>
                  <a:pt x="1583438" y="123818"/>
                </a:lnTo>
                <a:lnTo>
                  <a:pt x="1583098" y="123507"/>
                </a:lnTo>
                <a:lnTo>
                  <a:pt x="1582720" y="123234"/>
                </a:lnTo>
                <a:lnTo>
                  <a:pt x="1582305" y="122998"/>
                </a:lnTo>
                <a:lnTo>
                  <a:pt x="1581853" y="122795"/>
                </a:lnTo>
                <a:lnTo>
                  <a:pt x="1581365" y="122623"/>
                </a:lnTo>
                <a:lnTo>
                  <a:pt x="1580842" y="122480"/>
                </a:lnTo>
                <a:lnTo>
                  <a:pt x="1580283" y="122363"/>
                </a:lnTo>
                <a:lnTo>
                  <a:pt x="1579690" y="122269"/>
                </a:lnTo>
                <a:lnTo>
                  <a:pt x="1579062" y="122196"/>
                </a:lnTo>
                <a:lnTo>
                  <a:pt x="1578401" y="122141"/>
                </a:lnTo>
                <a:lnTo>
                  <a:pt x="1577707" y="122102"/>
                </a:lnTo>
                <a:lnTo>
                  <a:pt x="1576980" y="122076"/>
                </a:lnTo>
                <a:lnTo>
                  <a:pt x="1576221" y="122060"/>
                </a:lnTo>
                <a:lnTo>
                  <a:pt x="1575431" y="122052"/>
                </a:lnTo>
                <a:lnTo>
                  <a:pt x="1574609" y="122049"/>
                </a:lnTo>
                <a:lnTo>
                  <a:pt x="1573757" y="122048"/>
                </a:lnTo>
                <a:lnTo>
                  <a:pt x="1573757" y="87589"/>
                </a:lnTo>
                <a:lnTo>
                  <a:pt x="1573797" y="85489"/>
                </a:lnTo>
                <a:lnTo>
                  <a:pt x="1573917" y="83474"/>
                </a:lnTo>
                <a:lnTo>
                  <a:pt x="1574112" y="81544"/>
                </a:lnTo>
                <a:lnTo>
                  <a:pt x="1574379" y="79700"/>
                </a:lnTo>
                <a:lnTo>
                  <a:pt x="1574715" y="77941"/>
                </a:lnTo>
                <a:lnTo>
                  <a:pt x="1575115" y="76269"/>
                </a:lnTo>
                <a:lnTo>
                  <a:pt x="1575578" y="74684"/>
                </a:lnTo>
                <a:lnTo>
                  <a:pt x="1576099" y="73185"/>
                </a:lnTo>
                <a:lnTo>
                  <a:pt x="1576675" y="71774"/>
                </a:lnTo>
                <a:lnTo>
                  <a:pt x="1577302" y="70452"/>
                </a:lnTo>
                <a:lnTo>
                  <a:pt x="1577977" y="69217"/>
                </a:lnTo>
                <a:lnTo>
                  <a:pt x="1578697" y="68072"/>
                </a:lnTo>
                <a:lnTo>
                  <a:pt x="1579458" y="67015"/>
                </a:lnTo>
                <a:lnTo>
                  <a:pt x="1580257" y="66049"/>
                </a:lnTo>
                <a:lnTo>
                  <a:pt x="1581090" y="65172"/>
                </a:lnTo>
                <a:lnTo>
                  <a:pt x="1581954" y="64386"/>
                </a:lnTo>
                <a:lnTo>
                  <a:pt x="1582846" y="63691"/>
                </a:lnTo>
                <a:lnTo>
                  <a:pt x="1583761" y="63087"/>
                </a:lnTo>
                <a:lnTo>
                  <a:pt x="1584697" y="62575"/>
                </a:lnTo>
                <a:lnTo>
                  <a:pt x="1585650" y="62155"/>
                </a:lnTo>
                <a:lnTo>
                  <a:pt x="1586617" y="61827"/>
                </a:lnTo>
                <a:lnTo>
                  <a:pt x="1587594" y="61593"/>
                </a:lnTo>
                <a:lnTo>
                  <a:pt x="1588578" y="61452"/>
                </a:lnTo>
                <a:lnTo>
                  <a:pt x="1589566" y="61405"/>
                </a:lnTo>
                <a:lnTo>
                  <a:pt x="1590111" y="61423"/>
                </a:lnTo>
                <a:lnTo>
                  <a:pt x="1590638" y="61477"/>
                </a:lnTo>
                <a:lnTo>
                  <a:pt x="1591145" y="61570"/>
                </a:lnTo>
                <a:lnTo>
                  <a:pt x="1591634" y="61706"/>
                </a:lnTo>
                <a:lnTo>
                  <a:pt x="1592102" y="61885"/>
                </a:lnTo>
                <a:lnTo>
                  <a:pt x="1592551" y="62112"/>
                </a:lnTo>
                <a:lnTo>
                  <a:pt x="1592979" y="62389"/>
                </a:lnTo>
                <a:lnTo>
                  <a:pt x="1593386" y="62717"/>
                </a:lnTo>
                <a:lnTo>
                  <a:pt x="1593771" y="63101"/>
                </a:lnTo>
                <a:lnTo>
                  <a:pt x="1594135" y="63542"/>
                </a:lnTo>
                <a:lnTo>
                  <a:pt x="1594476" y="64043"/>
                </a:lnTo>
                <a:lnTo>
                  <a:pt x="1594795" y="64606"/>
                </a:lnTo>
                <a:lnTo>
                  <a:pt x="1595091" y="65235"/>
                </a:lnTo>
                <a:lnTo>
                  <a:pt x="1595363" y="65931"/>
                </a:lnTo>
                <a:lnTo>
                  <a:pt x="1595611" y="66698"/>
                </a:lnTo>
                <a:lnTo>
                  <a:pt x="1595835" y="67538"/>
                </a:lnTo>
                <a:lnTo>
                  <a:pt x="1596035" y="68453"/>
                </a:lnTo>
                <a:lnTo>
                  <a:pt x="1596208" y="69446"/>
                </a:lnTo>
                <a:lnTo>
                  <a:pt x="1596357" y="70520"/>
                </a:lnTo>
                <a:lnTo>
                  <a:pt x="1596479" y="71678"/>
                </a:lnTo>
                <a:lnTo>
                  <a:pt x="1596575" y="72921"/>
                </a:lnTo>
                <a:lnTo>
                  <a:pt x="1596644" y="74253"/>
                </a:lnTo>
                <a:lnTo>
                  <a:pt x="1596686" y="75675"/>
                </a:lnTo>
                <a:lnTo>
                  <a:pt x="1596700" y="77192"/>
                </a:lnTo>
                <a:lnTo>
                  <a:pt x="1596700" y="122048"/>
                </a:lnTo>
                <a:lnTo>
                  <a:pt x="1596236" y="122049"/>
                </a:lnTo>
                <a:lnTo>
                  <a:pt x="1595763" y="122052"/>
                </a:lnTo>
                <a:lnTo>
                  <a:pt x="1595283" y="122060"/>
                </a:lnTo>
                <a:lnTo>
                  <a:pt x="1594799" y="122076"/>
                </a:lnTo>
                <a:lnTo>
                  <a:pt x="1594313" y="122102"/>
                </a:lnTo>
                <a:lnTo>
                  <a:pt x="1593828" y="122141"/>
                </a:lnTo>
                <a:lnTo>
                  <a:pt x="1593346" y="122196"/>
                </a:lnTo>
                <a:lnTo>
                  <a:pt x="1592871" y="122269"/>
                </a:lnTo>
                <a:lnTo>
                  <a:pt x="1592405" y="122363"/>
                </a:lnTo>
                <a:lnTo>
                  <a:pt x="1591949" y="122480"/>
                </a:lnTo>
                <a:lnTo>
                  <a:pt x="1591508" y="122623"/>
                </a:lnTo>
                <a:lnTo>
                  <a:pt x="1591083" y="122795"/>
                </a:lnTo>
                <a:lnTo>
                  <a:pt x="1590677" y="122998"/>
                </a:lnTo>
                <a:lnTo>
                  <a:pt x="1590293" y="123234"/>
                </a:lnTo>
                <a:lnTo>
                  <a:pt x="1589934" y="123507"/>
                </a:lnTo>
                <a:lnTo>
                  <a:pt x="1589601" y="123818"/>
                </a:lnTo>
                <a:lnTo>
                  <a:pt x="1589297" y="124172"/>
                </a:lnTo>
                <a:lnTo>
                  <a:pt x="1589026" y="124569"/>
                </a:lnTo>
                <a:lnTo>
                  <a:pt x="1588789" y="125013"/>
                </a:lnTo>
                <a:lnTo>
                  <a:pt x="1588590" y="125506"/>
                </a:lnTo>
                <a:lnTo>
                  <a:pt x="1588430" y="126051"/>
                </a:lnTo>
                <a:lnTo>
                  <a:pt x="1588313" y="126650"/>
                </a:lnTo>
                <a:lnTo>
                  <a:pt x="1588240" y="127307"/>
                </a:lnTo>
                <a:lnTo>
                  <a:pt x="1588216" y="128023"/>
                </a:lnTo>
                <a:lnTo>
                  <a:pt x="1588242" y="128717"/>
                </a:lnTo>
                <a:lnTo>
                  <a:pt x="1588320" y="129352"/>
                </a:lnTo>
                <a:lnTo>
                  <a:pt x="1588445" y="129932"/>
                </a:lnTo>
                <a:lnTo>
                  <a:pt x="1588614" y="130460"/>
                </a:lnTo>
                <a:lnTo>
                  <a:pt x="1588824" y="130937"/>
                </a:lnTo>
                <a:lnTo>
                  <a:pt x="1589071" y="131367"/>
                </a:lnTo>
                <a:lnTo>
                  <a:pt x="1589353" y="131752"/>
                </a:lnTo>
                <a:lnTo>
                  <a:pt x="1589665" y="132093"/>
                </a:lnTo>
                <a:lnTo>
                  <a:pt x="1590005" y="132395"/>
                </a:lnTo>
                <a:lnTo>
                  <a:pt x="1590369" y="132659"/>
                </a:lnTo>
                <a:lnTo>
                  <a:pt x="1590753" y="132888"/>
                </a:lnTo>
                <a:lnTo>
                  <a:pt x="1591155" y="133084"/>
                </a:lnTo>
                <a:lnTo>
                  <a:pt x="1591571" y="133250"/>
                </a:lnTo>
                <a:lnTo>
                  <a:pt x="1591998" y="133389"/>
                </a:lnTo>
                <a:lnTo>
                  <a:pt x="1592432" y="133502"/>
                </a:lnTo>
                <a:lnTo>
                  <a:pt x="1592871" y="133593"/>
                </a:lnTo>
                <a:lnTo>
                  <a:pt x="1593310" y="133664"/>
                </a:lnTo>
                <a:lnTo>
                  <a:pt x="1593746" y="133717"/>
                </a:lnTo>
                <a:lnTo>
                  <a:pt x="1594176" y="133755"/>
                </a:lnTo>
                <a:lnTo>
                  <a:pt x="1594597" y="133780"/>
                </a:lnTo>
                <a:lnTo>
                  <a:pt x="1595005" y="133796"/>
                </a:lnTo>
                <a:lnTo>
                  <a:pt x="1595397" y="133804"/>
                </a:lnTo>
                <a:lnTo>
                  <a:pt x="1595770" y="133807"/>
                </a:lnTo>
                <a:lnTo>
                  <a:pt x="1596120" y="133807"/>
                </a:lnTo>
                <a:lnTo>
                  <a:pt x="1610579" y="133807"/>
                </a:lnTo>
                <a:lnTo>
                  <a:pt x="1610951" y="133807"/>
                </a:lnTo>
                <a:lnTo>
                  <a:pt x="1611342" y="133804"/>
                </a:lnTo>
                <a:lnTo>
                  <a:pt x="1611749" y="133796"/>
                </a:lnTo>
                <a:lnTo>
                  <a:pt x="1612169" y="133780"/>
                </a:lnTo>
                <a:lnTo>
                  <a:pt x="1612598" y="133755"/>
                </a:lnTo>
                <a:lnTo>
                  <a:pt x="1613034" y="133717"/>
                </a:lnTo>
                <a:lnTo>
                  <a:pt x="1613474" y="133664"/>
                </a:lnTo>
                <a:lnTo>
                  <a:pt x="1613914" y="133593"/>
                </a:lnTo>
                <a:lnTo>
                  <a:pt x="1614351" y="133502"/>
                </a:lnTo>
                <a:lnTo>
                  <a:pt x="1614782" y="133389"/>
                </a:lnTo>
                <a:lnTo>
                  <a:pt x="1615205" y="133250"/>
                </a:lnTo>
                <a:lnTo>
                  <a:pt x="1615616" y="133084"/>
                </a:lnTo>
                <a:lnTo>
                  <a:pt x="1616011" y="132888"/>
                </a:lnTo>
                <a:lnTo>
                  <a:pt x="1616389" y="132659"/>
                </a:lnTo>
                <a:lnTo>
                  <a:pt x="1616745" y="132395"/>
                </a:lnTo>
                <a:lnTo>
                  <a:pt x="1617077" y="132093"/>
                </a:lnTo>
                <a:lnTo>
                  <a:pt x="1617381" y="131752"/>
                </a:lnTo>
                <a:lnTo>
                  <a:pt x="1617655" y="131367"/>
                </a:lnTo>
                <a:lnTo>
                  <a:pt x="1617895" y="130937"/>
                </a:lnTo>
                <a:lnTo>
                  <a:pt x="1618099" y="130460"/>
                </a:lnTo>
                <a:lnTo>
                  <a:pt x="1618262" y="129932"/>
                </a:lnTo>
                <a:lnTo>
                  <a:pt x="1618383" y="129352"/>
                </a:lnTo>
                <a:lnTo>
                  <a:pt x="1618458" y="128717"/>
                </a:lnTo>
                <a:lnTo>
                  <a:pt x="1618484" y="128023"/>
                </a:lnTo>
                <a:lnTo>
                  <a:pt x="1618463" y="127307"/>
                </a:lnTo>
                <a:lnTo>
                  <a:pt x="1618400" y="126650"/>
                </a:lnTo>
                <a:lnTo>
                  <a:pt x="1618296" y="126051"/>
                </a:lnTo>
                <a:lnTo>
                  <a:pt x="1618152" y="125506"/>
                </a:lnTo>
                <a:lnTo>
                  <a:pt x="1617967" y="125013"/>
                </a:lnTo>
                <a:lnTo>
                  <a:pt x="1617743" y="124569"/>
                </a:lnTo>
                <a:close/>
                <a:moveTo>
                  <a:pt x="201249" y="124488"/>
                </a:moveTo>
                <a:lnTo>
                  <a:pt x="200984" y="124104"/>
                </a:lnTo>
                <a:lnTo>
                  <a:pt x="200690" y="123762"/>
                </a:lnTo>
                <a:lnTo>
                  <a:pt x="200369" y="123460"/>
                </a:lnTo>
                <a:lnTo>
                  <a:pt x="200025" y="123196"/>
                </a:lnTo>
                <a:lnTo>
                  <a:pt x="199659" y="122967"/>
                </a:lnTo>
                <a:lnTo>
                  <a:pt x="199275" y="122771"/>
                </a:lnTo>
                <a:lnTo>
                  <a:pt x="198876" y="122605"/>
                </a:lnTo>
                <a:lnTo>
                  <a:pt x="198465" y="122466"/>
                </a:lnTo>
                <a:lnTo>
                  <a:pt x="198045" y="122353"/>
                </a:lnTo>
                <a:lnTo>
                  <a:pt x="197619" y="122262"/>
                </a:lnTo>
                <a:lnTo>
                  <a:pt x="197189" y="122192"/>
                </a:lnTo>
                <a:lnTo>
                  <a:pt x="196759" y="122138"/>
                </a:lnTo>
                <a:lnTo>
                  <a:pt x="196332" y="122100"/>
                </a:lnTo>
                <a:lnTo>
                  <a:pt x="195909" y="122075"/>
                </a:lnTo>
                <a:lnTo>
                  <a:pt x="195496" y="122059"/>
                </a:lnTo>
                <a:lnTo>
                  <a:pt x="195093" y="122051"/>
                </a:lnTo>
                <a:lnTo>
                  <a:pt x="194705" y="122048"/>
                </a:lnTo>
                <a:lnTo>
                  <a:pt x="194334" y="122048"/>
                </a:lnTo>
                <a:lnTo>
                  <a:pt x="193354" y="122043"/>
                </a:lnTo>
                <a:lnTo>
                  <a:pt x="192435" y="122029"/>
                </a:lnTo>
                <a:lnTo>
                  <a:pt x="191576" y="122005"/>
                </a:lnTo>
                <a:lnTo>
                  <a:pt x="190773" y="121974"/>
                </a:lnTo>
                <a:lnTo>
                  <a:pt x="190025" y="121935"/>
                </a:lnTo>
                <a:lnTo>
                  <a:pt x="189328" y="121888"/>
                </a:lnTo>
                <a:lnTo>
                  <a:pt x="188681" y="121835"/>
                </a:lnTo>
                <a:lnTo>
                  <a:pt x="188080" y="121776"/>
                </a:lnTo>
                <a:lnTo>
                  <a:pt x="187523" y="121712"/>
                </a:lnTo>
                <a:lnTo>
                  <a:pt x="187008" y="121643"/>
                </a:lnTo>
                <a:lnTo>
                  <a:pt x="186532" y="121570"/>
                </a:lnTo>
                <a:lnTo>
                  <a:pt x="186093" y="121493"/>
                </a:lnTo>
                <a:lnTo>
                  <a:pt x="185688" y="121413"/>
                </a:lnTo>
                <a:lnTo>
                  <a:pt x="185314" y="121331"/>
                </a:lnTo>
                <a:lnTo>
                  <a:pt x="184970" y="121247"/>
                </a:lnTo>
                <a:lnTo>
                  <a:pt x="184652" y="121162"/>
                </a:lnTo>
                <a:lnTo>
                  <a:pt x="184358" y="121076"/>
                </a:lnTo>
                <a:lnTo>
                  <a:pt x="184086" y="120989"/>
                </a:lnTo>
                <a:lnTo>
                  <a:pt x="183833" y="120904"/>
                </a:lnTo>
                <a:lnTo>
                  <a:pt x="183597" y="120819"/>
                </a:lnTo>
                <a:lnTo>
                  <a:pt x="183375" y="120736"/>
                </a:lnTo>
                <a:lnTo>
                  <a:pt x="183164" y="120656"/>
                </a:lnTo>
                <a:lnTo>
                  <a:pt x="182962" y="120578"/>
                </a:lnTo>
                <a:lnTo>
                  <a:pt x="182767" y="120504"/>
                </a:lnTo>
                <a:lnTo>
                  <a:pt x="182767" y="78801"/>
                </a:lnTo>
                <a:lnTo>
                  <a:pt x="182712" y="77076"/>
                </a:lnTo>
                <a:lnTo>
                  <a:pt x="182546" y="75333"/>
                </a:lnTo>
                <a:lnTo>
                  <a:pt x="182265" y="73580"/>
                </a:lnTo>
                <a:lnTo>
                  <a:pt x="181867" y="71826"/>
                </a:lnTo>
                <a:lnTo>
                  <a:pt x="181349" y="70078"/>
                </a:lnTo>
                <a:lnTo>
                  <a:pt x="180707" y="68345"/>
                </a:lnTo>
                <a:lnTo>
                  <a:pt x="179938" y="66634"/>
                </a:lnTo>
                <a:lnTo>
                  <a:pt x="179040" y="64954"/>
                </a:lnTo>
                <a:lnTo>
                  <a:pt x="178009" y="63313"/>
                </a:lnTo>
                <a:lnTo>
                  <a:pt x="176843" y="61720"/>
                </a:lnTo>
                <a:lnTo>
                  <a:pt x="175538" y="60181"/>
                </a:lnTo>
                <a:lnTo>
                  <a:pt x="174091" y="58705"/>
                </a:lnTo>
                <a:lnTo>
                  <a:pt x="172500" y="57301"/>
                </a:lnTo>
                <a:lnTo>
                  <a:pt x="170762" y="55977"/>
                </a:lnTo>
                <a:lnTo>
                  <a:pt x="168872" y="54740"/>
                </a:lnTo>
                <a:lnTo>
                  <a:pt x="166830" y="53599"/>
                </a:lnTo>
                <a:lnTo>
                  <a:pt x="164630" y="52561"/>
                </a:lnTo>
                <a:lnTo>
                  <a:pt x="162271" y="51636"/>
                </a:lnTo>
                <a:lnTo>
                  <a:pt x="159749" y="50831"/>
                </a:lnTo>
                <a:lnTo>
                  <a:pt x="157062" y="50154"/>
                </a:lnTo>
                <a:lnTo>
                  <a:pt x="154205" y="49613"/>
                </a:lnTo>
                <a:lnTo>
                  <a:pt x="151178" y="49217"/>
                </a:lnTo>
                <a:lnTo>
                  <a:pt x="147975" y="48973"/>
                </a:lnTo>
                <a:lnTo>
                  <a:pt x="144595" y="48890"/>
                </a:lnTo>
                <a:lnTo>
                  <a:pt x="143501" y="48891"/>
                </a:lnTo>
                <a:lnTo>
                  <a:pt x="142303" y="48898"/>
                </a:lnTo>
                <a:lnTo>
                  <a:pt x="141013" y="48917"/>
                </a:lnTo>
                <a:lnTo>
                  <a:pt x="139645" y="48955"/>
                </a:lnTo>
                <a:lnTo>
                  <a:pt x="138213" y="49017"/>
                </a:lnTo>
                <a:lnTo>
                  <a:pt x="136729" y="49110"/>
                </a:lnTo>
                <a:lnTo>
                  <a:pt x="135208" y="49239"/>
                </a:lnTo>
                <a:lnTo>
                  <a:pt x="133662" y="49411"/>
                </a:lnTo>
                <a:lnTo>
                  <a:pt x="132106" y="49632"/>
                </a:lnTo>
                <a:lnTo>
                  <a:pt x="130553" y="49908"/>
                </a:lnTo>
                <a:lnTo>
                  <a:pt x="129016" y="50246"/>
                </a:lnTo>
                <a:lnTo>
                  <a:pt x="127508" y="50650"/>
                </a:lnTo>
                <a:lnTo>
                  <a:pt x="126044" y="51128"/>
                </a:lnTo>
                <a:lnTo>
                  <a:pt x="124636" y="51685"/>
                </a:lnTo>
                <a:lnTo>
                  <a:pt x="123298" y="52327"/>
                </a:lnTo>
                <a:lnTo>
                  <a:pt x="122044" y="53062"/>
                </a:lnTo>
                <a:lnTo>
                  <a:pt x="120888" y="53894"/>
                </a:lnTo>
                <a:lnTo>
                  <a:pt x="119841" y="54830"/>
                </a:lnTo>
                <a:lnTo>
                  <a:pt x="118919" y="55876"/>
                </a:lnTo>
                <a:lnTo>
                  <a:pt x="118134" y="57038"/>
                </a:lnTo>
                <a:lnTo>
                  <a:pt x="117500" y="58323"/>
                </a:lnTo>
                <a:lnTo>
                  <a:pt x="117031" y="59735"/>
                </a:lnTo>
                <a:lnTo>
                  <a:pt x="116739" y="61282"/>
                </a:lnTo>
                <a:lnTo>
                  <a:pt x="116639" y="62970"/>
                </a:lnTo>
                <a:lnTo>
                  <a:pt x="116660" y="63680"/>
                </a:lnTo>
                <a:lnTo>
                  <a:pt x="116721" y="64362"/>
                </a:lnTo>
                <a:lnTo>
                  <a:pt x="116822" y="65015"/>
                </a:lnTo>
                <a:lnTo>
                  <a:pt x="116960" y="65639"/>
                </a:lnTo>
                <a:lnTo>
                  <a:pt x="117135" y="66235"/>
                </a:lnTo>
                <a:lnTo>
                  <a:pt x="117344" y="66802"/>
                </a:lnTo>
                <a:lnTo>
                  <a:pt x="117586" y="67339"/>
                </a:lnTo>
                <a:lnTo>
                  <a:pt x="117860" y="67847"/>
                </a:lnTo>
                <a:lnTo>
                  <a:pt x="118165" y="68326"/>
                </a:lnTo>
                <a:lnTo>
                  <a:pt x="118497" y="68775"/>
                </a:lnTo>
                <a:lnTo>
                  <a:pt x="118857" y="69194"/>
                </a:lnTo>
                <a:lnTo>
                  <a:pt x="119242" y="69583"/>
                </a:lnTo>
                <a:lnTo>
                  <a:pt x="119652" y="69942"/>
                </a:lnTo>
                <a:lnTo>
                  <a:pt x="120084" y="70271"/>
                </a:lnTo>
                <a:lnTo>
                  <a:pt x="120537" y="70569"/>
                </a:lnTo>
                <a:lnTo>
                  <a:pt x="121010" y="70837"/>
                </a:lnTo>
                <a:lnTo>
                  <a:pt x="121500" y="71073"/>
                </a:lnTo>
                <a:lnTo>
                  <a:pt x="122008" y="71279"/>
                </a:lnTo>
                <a:lnTo>
                  <a:pt x="122530" y="71453"/>
                </a:lnTo>
                <a:lnTo>
                  <a:pt x="123066" y="71596"/>
                </a:lnTo>
                <a:lnTo>
                  <a:pt x="123614" y="71708"/>
                </a:lnTo>
                <a:lnTo>
                  <a:pt x="124172" y="71788"/>
                </a:lnTo>
                <a:lnTo>
                  <a:pt x="124739" y="71836"/>
                </a:lnTo>
                <a:lnTo>
                  <a:pt x="125314" y="71852"/>
                </a:lnTo>
                <a:lnTo>
                  <a:pt x="125688" y="71843"/>
                </a:lnTo>
                <a:lnTo>
                  <a:pt x="126085" y="71814"/>
                </a:lnTo>
                <a:lnTo>
                  <a:pt x="126501" y="71763"/>
                </a:lnTo>
                <a:lnTo>
                  <a:pt x="126933" y="71690"/>
                </a:lnTo>
                <a:lnTo>
                  <a:pt x="127378" y="71592"/>
                </a:lnTo>
                <a:lnTo>
                  <a:pt x="127833" y="71469"/>
                </a:lnTo>
                <a:lnTo>
                  <a:pt x="128293" y="71317"/>
                </a:lnTo>
                <a:lnTo>
                  <a:pt x="128756" y="71137"/>
                </a:lnTo>
                <a:lnTo>
                  <a:pt x="129218" y="70925"/>
                </a:lnTo>
                <a:lnTo>
                  <a:pt x="129677" y="70681"/>
                </a:lnTo>
                <a:lnTo>
                  <a:pt x="130128" y="70403"/>
                </a:lnTo>
                <a:lnTo>
                  <a:pt x="130568" y="70090"/>
                </a:lnTo>
                <a:lnTo>
                  <a:pt x="130994" y="69739"/>
                </a:lnTo>
                <a:lnTo>
                  <a:pt x="131403" y="69349"/>
                </a:lnTo>
                <a:lnTo>
                  <a:pt x="131791" y="68919"/>
                </a:lnTo>
                <a:lnTo>
                  <a:pt x="132155" y="68448"/>
                </a:lnTo>
                <a:lnTo>
                  <a:pt x="132492" y="67932"/>
                </a:lnTo>
                <a:lnTo>
                  <a:pt x="132797" y="67371"/>
                </a:lnTo>
                <a:lnTo>
                  <a:pt x="133069" y="66764"/>
                </a:lnTo>
                <a:lnTo>
                  <a:pt x="133303" y="66108"/>
                </a:lnTo>
                <a:lnTo>
                  <a:pt x="133497" y="65403"/>
                </a:lnTo>
                <a:lnTo>
                  <a:pt x="133646" y="64645"/>
                </a:lnTo>
                <a:lnTo>
                  <a:pt x="133747" y="63835"/>
                </a:lnTo>
                <a:lnTo>
                  <a:pt x="133798" y="62970"/>
                </a:lnTo>
                <a:lnTo>
                  <a:pt x="133800" y="62784"/>
                </a:lnTo>
                <a:lnTo>
                  <a:pt x="133804" y="62611"/>
                </a:lnTo>
                <a:lnTo>
                  <a:pt x="133814" y="62451"/>
                </a:lnTo>
                <a:lnTo>
                  <a:pt x="133830" y="62303"/>
                </a:lnTo>
                <a:lnTo>
                  <a:pt x="133855" y="62167"/>
                </a:lnTo>
                <a:lnTo>
                  <a:pt x="133888" y="62041"/>
                </a:lnTo>
                <a:lnTo>
                  <a:pt x="133933" y="61925"/>
                </a:lnTo>
                <a:lnTo>
                  <a:pt x="133991" y="61819"/>
                </a:lnTo>
                <a:lnTo>
                  <a:pt x="134062" y="61721"/>
                </a:lnTo>
                <a:lnTo>
                  <a:pt x="134149" y="61631"/>
                </a:lnTo>
                <a:lnTo>
                  <a:pt x="134253" y="61549"/>
                </a:lnTo>
                <a:lnTo>
                  <a:pt x="134376" y="61473"/>
                </a:lnTo>
                <a:lnTo>
                  <a:pt x="134519" y="61404"/>
                </a:lnTo>
                <a:lnTo>
                  <a:pt x="134683" y="61340"/>
                </a:lnTo>
                <a:lnTo>
                  <a:pt x="134871" y="61280"/>
                </a:lnTo>
                <a:lnTo>
                  <a:pt x="135083" y="61225"/>
                </a:lnTo>
                <a:lnTo>
                  <a:pt x="135321" y="61173"/>
                </a:lnTo>
                <a:lnTo>
                  <a:pt x="135587" y="61123"/>
                </a:lnTo>
                <a:lnTo>
                  <a:pt x="135882" y="61076"/>
                </a:lnTo>
                <a:lnTo>
                  <a:pt x="136207" y="61030"/>
                </a:lnTo>
                <a:lnTo>
                  <a:pt x="136565" y="60985"/>
                </a:lnTo>
                <a:lnTo>
                  <a:pt x="136956" y="60939"/>
                </a:lnTo>
                <a:lnTo>
                  <a:pt x="137383" y="60893"/>
                </a:lnTo>
                <a:lnTo>
                  <a:pt x="137846" y="60846"/>
                </a:lnTo>
                <a:lnTo>
                  <a:pt x="138183" y="60823"/>
                </a:lnTo>
                <a:lnTo>
                  <a:pt x="138517" y="60801"/>
                </a:lnTo>
                <a:lnTo>
                  <a:pt x="138849" y="60782"/>
                </a:lnTo>
                <a:lnTo>
                  <a:pt x="139178" y="60764"/>
                </a:lnTo>
                <a:lnTo>
                  <a:pt x="139504" y="60748"/>
                </a:lnTo>
                <a:lnTo>
                  <a:pt x="139826" y="60734"/>
                </a:lnTo>
                <a:lnTo>
                  <a:pt x="140145" y="60721"/>
                </a:lnTo>
                <a:lnTo>
                  <a:pt x="140461" y="60709"/>
                </a:lnTo>
                <a:lnTo>
                  <a:pt x="140772" y="60699"/>
                </a:lnTo>
                <a:lnTo>
                  <a:pt x="141079" y="60690"/>
                </a:lnTo>
                <a:lnTo>
                  <a:pt x="141382" y="60683"/>
                </a:lnTo>
                <a:lnTo>
                  <a:pt x="141679" y="60676"/>
                </a:lnTo>
                <a:lnTo>
                  <a:pt x="141972" y="60671"/>
                </a:lnTo>
                <a:lnTo>
                  <a:pt x="142259" y="60666"/>
                </a:lnTo>
                <a:lnTo>
                  <a:pt x="142541" y="60662"/>
                </a:lnTo>
                <a:lnTo>
                  <a:pt x="142818" y="60659"/>
                </a:lnTo>
                <a:lnTo>
                  <a:pt x="143088" y="60657"/>
                </a:lnTo>
                <a:lnTo>
                  <a:pt x="143351" y="60655"/>
                </a:lnTo>
                <a:lnTo>
                  <a:pt x="143609" y="60654"/>
                </a:lnTo>
                <a:lnTo>
                  <a:pt x="143859" y="60653"/>
                </a:lnTo>
                <a:lnTo>
                  <a:pt x="144103" y="60652"/>
                </a:lnTo>
                <a:lnTo>
                  <a:pt x="144339" y="60652"/>
                </a:lnTo>
                <a:lnTo>
                  <a:pt x="144568" y="60652"/>
                </a:lnTo>
                <a:lnTo>
                  <a:pt x="144789" y="60652"/>
                </a:lnTo>
                <a:lnTo>
                  <a:pt x="146596" y="60683"/>
                </a:lnTo>
                <a:lnTo>
                  <a:pt x="148352" y="60778"/>
                </a:lnTo>
                <a:lnTo>
                  <a:pt x="150055" y="60936"/>
                </a:lnTo>
                <a:lnTo>
                  <a:pt x="151703" y="61159"/>
                </a:lnTo>
                <a:lnTo>
                  <a:pt x="153294" y="61447"/>
                </a:lnTo>
                <a:lnTo>
                  <a:pt x="154825" y="61802"/>
                </a:lnTo>
                <a:lnTo>
                  <a:pt x="156293" y="62223"/>
                </a:lnTo>
                <a:lnTo>
                  <a:pt x="157697" y="62712"/>
                </a:lnTo>
                <a:lnTo>
                  <a:pt x="159034" y="63269"/>
                </a:lnTo>
                <a:lnTo>
                  <a:pt x="160302" y="63895"/>
                </a:lnTo>
                <a:lnTo>
                  <a:pt x="161498" y="64592"/>
                </a:lnTo>
                <a:lnTo>
                  <a:pt x="162620" y="65359"/>
                </a:lnTo>
                <a:lnTo>
                  <a:pt x="163666" y="66197"/>
                </a:lnTo>
                <a:lnTo>
                  <a:pt x="164633" y="67107"/>
                </a:lnTo>
                <a:lnTo>
                  <a:pt x="165520" y="68091"/>
                </a:lnTo>
                <a:lnTo>
                  <a:pt x="166323" y="69148"/>
                </a:lnTo>
                <a:lnTo>
                  <a:pt x="167040" y="70279"/>
                </a:lnTo>
                <a:lnTo>
                  <a:pt x="167669" y="71486"/>
                </a:lnTo>
                <a:lnTo>
                  <a:pt x="168208" y="72768"/>
                </a:lnTo>
                <a:lnTo>
                  <a:pt x="168654" y="74127"/>
                </a:lnTo>
                <a:lnTo>
                  <a:pt x="169005" y="75564"/>
                </a:lnTo>
                <a:lnTo>
                  <a:pt x="169259" y="77079"/>
                </a:lnTo>
                <a:lnTo>
                  <a:pt x="169412" y="78672"/>
                </a:lnTo>
                <a:lnTo>
                  <a:pt x="169464" y="80345"/>
                </a:lnTo>
                <a:lnTo>
                  <a:pt x="165254" y="80465"/>
                </a:lnTo>
                <a:lnTo>
                  <a:pt x="161158" y="80679"/>
                </a:lnTo>
                <a:lnTo>
                  <a:pt x="157182" y="80988"/>
                </a:lnTo>
                <a:lnTo>
                  <a:pt x="153331" y="81390"/>
                </a:lnTo>
                <a:lnTo>
                  <a:pt x="149612" y="81887"/>
                </a:lnTo>
                <a:lnTo>
                  <a:pt x="146031" y="82478"/>
                </a:lnTo>
                <a:lnTo>
                  <a:pt x="142592" y="83163"/>
                </a:lnTo>
                <a:lnTo>
                  <a:pt x="139303" y="83942"/>
                </a:lnTo>
                <a:lnTo>
                  <a:pt x="136168" y="84815"/>
                </a:lnTo>
                <a:lnTo>
                  <a:pt x="133193" y="85782"/>
                </a:lnTo>
                <a:lnTo>
                  <a:pt x="130385" y="86842"/>
                </a:lnTo>
                <a:lnTo>
                  <a:pt x="127749" y="87996"/>
                </a:lnTo>
                <a:lnTo>
                  <a:pt x="125290" y="89243"/>
                </a:lnTo>
                <a:lnTo>
                  <a:pt x="123015" y="90584"/>
                </a:lnTo>
                <a:lnTo>
                  <a:pt x="120929" y="92018"/>
                </a:lnTo>
                <a:lnTo>
                  <a:pt x="119038" y="93545"/>
                </a:lnTo>
                <a:lnTo>
                  <a:pt x="117348" y="95166"/>
                </a:lnTo>
                <a:lnTo>
                  <a:pt x="115865" y="96880"/>
                </a:lnTo>
                <a:lnTo>
                  <a:pt x="114594" y="98686"/>
                </a:lnTo>
                <a:lnTo>
                  <a:pt x="113541" y="100586"/>
                </a:lnTo>
                <a:lnTo>
                  <a:pt x="112712" y="102578"/>
                </a:lnTo>
                <a:lnTo>
                  <a:pt x="112112" y="104664"/>
                </a:lnTo>
                <a:lnTo>
                  <a:pt x="111749" y="106842"/>
                </a:lnTo>
                <a:lnTo>
                  <a:pt x="111626" y="109112"/>
                </a:lnTo>
                <a:lnTo>
                  <a:pt x="111689" y="110769"/>
                </a:lnTo>
                <a:lnTo>
                  <a:pt x="111877" y="112413"/>
                </a:lnTo>
                <a:lnTo>
                  <a:pt x="112186" y="114039"/>
                </a:lnTo>
                <a:lnTo>
                  <a:pt x="112617" y="115641"/>
                </a:lnTo>
                <a:lnTo>
                  <a:pt x="113166" y="117215"/>
                </a:lnTo>
                <a:lnTo>
                  <a:pt x="113831" y="118756"/>
                </a:lnTo>
                <a:lnTo>
                  <a:pt x="114611" y="120258"/>
                </a:lnTo>
                <a:lnTo>
                  <a:pt x="115504" y="121716"/>
                </a:lnTo>
                <a:lnTo>
                  <a:pt x="116506" y="123126"/>
                </a:lnTo>
                <a:lnTo>
                  <a:pt x="117618" y="124481"/>
                </a:lnTo>
                <a:lnTo>
                  <a:pt x="118835" y="125778"/>
                </a:lnTo>
                <a:lnTo>
                  <a:pt x="120158" y="127010"/>
                </a:lnTo>
                <a:lnTo>
                  <a:pt x="121582" y="128173"/>
                </a:lnTo>
                <a:lnTo>
                  <a:pt x="123107" y="129262"/>
                </a:lnTo>
                <a:lnTo>
                  <a:pt x="124731" y="130271"/>
                </a:lnTo>
                <a:lnTo>
                  <a:pt x="126450" y="131196"/>
                </a:lnTo>
                <a:lnTo>
                  <a:pt x="128265" y="132031"/>
                </a:lnTo>
                <a:lnTo>
                  <a:pt x="130171" y="132771"/>
                </a:lnTo>
                <a:lnTo>
                  <a:pt x="132168" y="133412"/>
                </a:lnTo>
                <a:lnTo>
                  <a:pt x="134254" y="133947"/>
                </a:lnTo>
                <a:lnTo>
                  <a:pt x="136425" y="134373"/>
                </a:lnTo>
                <a:lnTo>
                  <a:pt x="138681" y="134683"/>
                </a:lnTo>
                <a:lnTo>
                  <a:pt x="141020" y="134872"/>
                </a:lnTo>
                <a:lnTo>
                  <a:pt x="143438" y="134937"/>
                </a:lnTo>
                <a:lnTo>
                  <a:pt x="144355" y="134930"/>
                </a:lnTo>
                <a:lnTo>
                  <a:pt x="145318" y="134907"/>
                </a:lnTo>
                <a:lnTo>
                  <a:pt x="146324" y="134867"/>
                </a:lnTo>
                <a:lnTo>
                  <a:pt x="147371" y="134809"/>
                </a:lnTo>
                <a:lnTo>
                  <a:pt x="148455" y="134732"/>
                </a:lnTo>
                <a:lnTo>
                  <a:pt x="149572" y="134633"/>
                </a:lnTo>
                <a:lnTo>
                  <a:pt x="150719" y="134512"/>
                </a:lnTo>
                <a:lnTo>
                  <a:pt x="151893" y="134366"/>
                </a:lnTo>
                <a:lnTo>
                  <a:pt x="153090" y="134195"/>
                </a:lnTo>
                <a:lnTo>
                  <a:pt x="154308" y="133998"/>
                </a:lnTo>
                <a:lnTo>
                  <a:pt x="155542" y="133772"/>
                </a:lnTo>
                <a:lnTo>
                  <a:pt x="156789" y="133516"/>
                </a:lnTo>
                <a:lnTo>
                  <a:pt x="158047" y="133229"/>
                </a:lnTo>
                <a:lnTo>
                  <a:pt x="159311" y="132910"/>
                </a:lnTo>
                <a:lnTo>
                  <a:pt x="160579" y="132556"/>
                </a:lnTo>
                <a:lnTo>
                  <a:pt x="161846" y="132168"/>
                </a:lnTo>
                <a:lnTo>
                  <a:pt x="163111" y="131742"/>
                </a:lnTo>
                <a:lnTo>
                  <a:pt x="164368" y="131278"/>
                </a:lnTo>
                <a:lnTo>
                  <a:pt x="165616" y="130774"/>
                </a:lnTo>
                <a:lnTo>
                  <a:pt x="166850" y="130230"/>
                </a:lnTo>
                <a:lnTo>
                  <a:pt x="168067" y="129642"/>
                </a:lnTo>
                <a:lnTo>
                  <a:pt x="169264" y="129011"/>
                </a:lnTo>
                <a:lnTo>
                  <a:pt x="170438" y="128335"/>
                </a:lnTo>
                <a:lnTo>
                  <a:pt x="171585" y="127611"/>
                </a:lnTo>
                <a:lnTo>
                  <a:pt x="172141" y="128332"/>
                </a:lnTo>
                <a:lnTo>
                  <a:pt x="172746" y="128995"/>
                </a:lnTo>
                <a:lnTo>
                  <a:pt x="173398" y="129602"/>
                </a:lnTo>
                <a:lnTo>
                  <a:pt x="174092" y="130155"/>
                </a:lnTo>
                <a:lnTo>
                  <a:pt x="174827" y="130658"/>
                </a:lnTo>
                <a:lnTo>
                  <a:pt x="175598" y="131113"/>
                </a:lnTo>
                <a:lnTo>
                  <a:pt x="176404" y="131521"/>
                </a:lnTo>
                <a:lnTo>
                  <a:pt x="177241" y="131886"/>
                </a:lnTo>
                <a:lnTo>
                  <a:pt x="178106" y="132210"/>
                </a:lnTo>
                <a:lnTo>
                  <a:pt x="178996" y="132496"/>
                </a:lnTo>
                <a:lnTo>
                  <a:pt x="179909" y="132745"/>
                </a:lnTo>
                <a:lnTo>
                  <a:pt x="180840" y="132961"/>
                </a:lnTo>
                <a:lnTo>
                  <a:pt x="181788" y="133145"/>
                </a:lnTo>
                <a:lnTo>
                  <a:pt x="182748" y="133301"/>
                </a:lnTo>
                <a:lnTo>
                  <a:pt x="183719" y="133430"/>
                </a:lnTo>
                <a:lnTo>
                  <a:pt x="184696" y="133535"/>
                </a:lnTo>
                <a:lnTo>
                  <a:pt x="185678" y="133619"/>
                </a:lnTo>
                <a:lnTo>
                  <a:pt x="186660" y="133683"/>
                </a:lnTo>
                <a:lnTo>
                  <a:pt x="187641" y="133731"/>
                </a:lnTo>
                <a:lnTo>
                  <a:pt x="188616" y="133765"/>
                </a:lnTo>
                <a:lnTo>
                  <a:pt x="189583" y="133787"/>
                </a:lnTo>
                <a:lnTo>
                  <a:pt x="190540" y="133800"/>
                </a:lnTo>
                <a:lnTo>
                  <a:pt x="191482" y="133806"/>
                </a:lnTo>
                <a:lnTo>
                  <a:pt x="192407" y="133807"/>
                </a:lnTo>
                <a:lnTo>
                  <a:pt x="193076" y="133807"/>
                </a:lnTo>
                <a:lnTo>
                  <a:pt x="193731" y="133804"/>
                </a:lnTo>
                <a:lnTo>
                  <a:pt x="194371" y="133795"/>
                </a:lnTo>
                <a:lnTo>
                  <a:pt x="194996" y="133780"/>
                </a:lnTo>
                <a:lnTo>
                  <a:pt x="195603" y="133753"/>
                </a:lnTo>
                <a:lnTo>
                  <a:pt x="196191" y="133714"/>
                </a:lnTo>
                <a:lnTo>
                  <a:pt x="196759" y="133659"/>
                </a:lnTo>
                <a:lnTo>
                  <a:pt x="197306" y="133586"/>
                </a:lnTo>
                <a:lnTo>
                  <a:pt x="197830" y="133492"/>
                </a:lnTo>
                <a:lnTo>
                  <a:pt x="198330" y="133375"/>
                </a:lnTo>
                <a:lnTo>
                  <a:pt x="198804" y="133232"/>
                </a:lnTo>
                <a:lnTo>
                  <a:pt x="199252" y="133060"/>
                </a:lnTo>
                <a:lnTo>
                  <a:pt x="199671" y="132858"/>
                </a:lnTo>
                <a:lnTo>
                  <a:pt x="200061" y="132621"/>
                </a:lnTo>
                <a:lnTo>
                  <a:pt x="200421" y="132348"/>
                </a:lnTo>
                <a:lnTo>
                  <a:pt x="200748" y="132037"/>
                </a:lnTo>
                <a:lnTo>
                  <a:pt x="201041" y="131684"/>
                </a:lnTo>
                <a:lnTo>
                  <a:pt x="201300" y="131286"/>
                </a:lnTo>
                <a:lnTo>
                  <a:pt x="201523" y="130842"/>
                </a:lnTo>
                <a:lnTo>
                  <a:pt x="201708" y="130349"/>
                </a:lnTo>
                <a:lnTo>
                  <a:pt x="201855" y="129804"/>
                </a:lnTo>
                <a:lnTo>
                  <a:pt x="201961" y="129205"/>
                </a:lnTo>
                <a:lnTo>
                  <a:pt x="202026" y="128548"/>
                </a:lnTo>
                <a:lnTo>
                  <a:pt x="202047" y="127832"/>
                </a:lnTo>
                <a:lnTo>
                  <a:pt x="202023" y="127139"/>
                </a:lnTo>
                <a:lnTo>
                  <a:pt x="201951" y="126503"/>
                </a:lnTo>
                <a:lnTo>
                  <a:pt x="201835" y="125923"/>
                </a:lnTo>
                <a:lnTo>
                  <a:pt x="201677" y="125395"/>
                </a:lnTo>
                <a:lnTo>
                  <a:pt x="201481" y="124918"/>
                </a:lnTo>
                <a:lnTo>
                  <a:pt x="201249" y="124488"/>
                </a:lnTo>
                <a:close/>
                <a:moveTo>
                  <a:pt x="169347" y="111224"/>
                </a:moveTo>
                <a:lnTo>
                  <a:pt x="169278" y="111750"/>
                </a:lnTo>
                <a:lnTo>
                  <a:pt x="169186" y="112272"/>
                </a:lnTo>
                <a:lnTo>
                  <a:pt x="169068" y="112789"/>
                </a:lnTo>
                <a:lnTo>
                  <a:pt x="168920" y="113301"/>
                </a:lnTo>
                <a:lnTo>
                  <a:pt x="168740" y="113808"/>
                </a:lnTo>
                <a:lnTo>
                  <a:pt x="168524" y="114311"/>
                </a:lnTo>
                <a:lnTo>
                  <a:pt x="168269" y="114809"/>
                </a:lnTo>
                <a:lnTo>
                  <a:pt x="167972" y="115301"/>
                </a:lnTo>
                <a:lnTo>
                  <a:pt x="167629" y="115788"/>
                </a:lnTo>
                <a:lnTo>
                  <a:pt x="167236" y="116270"/>
                </a:lnTo>
                <a:lnTo>
                  <a:pt x="166792" y="116747"/>
                </a:lnTo>
                <a:lnTo>
                  <a:pt x="166292" y="117218"/>
                </a:lnTo>
                <a:lnTo>
                  <a:pt x="165734" y="117684"/>
                </a:lnTo>
                <a:lnTo>
                  <a:pt x="165113" y="118144"/>
                </a:lnTo>
                <a:lnTo>
                  <a:pt x="164427" y="118598"/>
                </a:lnTo>
                <a:lnTo>
                  <a:pt x="163673" y="119047"/>
                </a:lnTo>
                <a:lnTo>
                  <a:pt x="162846" y="119490"/>
                </a:lnTo>
                <a:lnTo>
                  <a:pt x="161945" y="119927"/>
                </a:lnTo>
                <a:lnTo>
                  <a:pt x="161069" y="120317"/>
                </a:lnTo>
                <a:lnTo>
                  <a:pt x="160179" y="120674"/>
                </a:lnTo>
                <a:lnTo>
                  <a:pt x="159279" y="121000"/>
                </a:lnTo>
                <a:lnTo>
                  <a:pt x="158372" y="121296"/>
                </a:lnTo>
                <a:lnTo>
                  <a:pt x="157462" y="121565"/>
                </a:lnTo>
                <a:lnTo>
                  <a:pt x="156554" y="121806"/>
                </a:lnTo>
                <a:lnTo>
                  <a:pt x="155650" y="122022"/>
                </a:lnTo>
                <a:lnTo>
                  <a:pt x="154755" y="122215"/>
                </a:lnTo>
                <a:lnTo>
                  <a:pt x="153874" y="122384"/>
                </a:lnTo>
                <a:lnTo>
                  <a:pt x="153008" y="122533"/>
                </a:lnTo>
                <a:lnTo>
                  <a:pt x="152163" y="122661"/>
                </a:lnTo>
                <a:lnTo>
                  <a:pt x="151343" y="122771"/>
                </a:lnTo>
                <a:lnTo>
                  <a:pt x="150550" y="122865"/>
                </a:lnTo>
                <a:lnTo>
                  <a:pt x="149790" y="122943"/>
                </a:lnTo>
                <a:lnTo>
                  <a:pt x="149065" y="123006"/>
                </a:lnTo>
                <a:lnTo>
                  <a:pt x="148380" y="123057"/>
                </a:lnTo>
                <a:lnTo>
                  <a:pt x="147738" y="123097"/>
                </a:lnTo>
                <a:lnTo>
                  <a:pt x="147144" y="123127"/>
                </a:lnTo>
                <a:lnTo>
                  <a:pt x="146601" y="123148"/>
                </a:lnTo>
                <a:lnTo>
                  <a:pt x="146113" y="123163"/>
                </a:lnTo>
                <a:lnTo>
                  <a:pt x="145684" y="123171"/>
                </a:lnTo>
                <a:lnTo>
                  <a:pt x="145318" y="123176"/>
                </a:lnTo>
                <a:lnTo>
                  <a:pt x="145018" y="123178"/>
                </a:lnTo>
                <a:lnTo>
                  <a:pt x="144789" y="123178"/>
                </a:lnTo>
                <a:lnTo>
                  <a:pt x="143316" y="123144"/>
                </a:lnTo>
                <a:lnTo>
                  <a:pt x="141887" y="123044"/>
                </a:lnTo>
                <a:lnTo>
                  <a:pt x="140503" y="122881"/>
                </a:lnTo>
                <a:lnTo>
                  <a:pt x="139166" y="122657"/>
                </a:lnTo>
                <a:lnTo>
                  <a:pt x="137879" y="122375"/>
                </a:lnTo>
                <a:lnTo>
                  <a:pt x="136642" y="122036"/>
                </a:lnTo>
                <a:lnTo>
                  <a:pt x="135457" y="121644"/>
                </a:lnTo>
                <a:lnTo>
                  <a:pt x="134326" y="121200"/>
                </a:lnTo>
                <a:lnTo>
                  <a:pt x="133251" y="120707"/>
                </a:lnTo>
                <a:lnTo>
                  <a:pt x="132233" y="120168"/>
                </a:lnTo>
                <a:lnTo>
                  <a:pt x="131274" y="119585"/>
                </a:lnTo>
                <a:lnTo>
                  <a:pt x="130376" y="118960"/>
                </a:lnTo>
                <a:lnTo>
                  <a:pt x="129539" y="118297"/>
                </a:lnTo>
                <a:lnTo>
                  <a:pt x="128767" y="117596"/>
                </a:lnTo>
                <a:lnTo>
                  <a:pt x="128060" y="116861"/>
                </a:lnTo>
                <a:lnTo>
                  <a:pt x="127421" y="116094"/>
                </a:lnTo>
                <a:lnTo>
                  <a:pt x="126851" y="115298"/>
                </a:lnTo>
                <a:lnTo>
                  <a:pt x="126351" y="114475"/>
                </a:lnTo>
                <a:lnTo>
                  <a:pt x="125923" y="113627"/>
                </a:lnTo>
                <a:lnTo>
                  <a:pt x="125570" y="112757"/>
                </a:lnTo>
                <a:lnTo>
                  <a:pt x="125292" y="111867"/>
                </a:lnTo>
                <a:lnTo>
                  <a:pt x="125091" y="110960"/>
                </a:lnTo>
                <a:lnTo>
                  <a:pt x="124970" y="110038"/>
                </a:lnTo>
                <a:lnTo>
                  <a:pt x="124929" y="109103"/>
                </a:lnTo>
                <a:lnTo>
                  <a:pt x="125015" y="107935"/>
                </a:lnTo>
                <a:lnTo>
                  <a:pt x="125271" y="106792"/>
                </a:lnTo>
                <a:lnTo>
                  <a:pt x="125696" y="105676"/>
                </a:lnTo>
                <a:lnTo>
                  <a:pt x="126286" y="104590"/>
                </a:lnTo>
                <a:lnTo>
                  <a:pt x="127041" y="103536"/>
                </a:lnTo>
                <a:lnTo>
                  <a:pt x="127956" y="102514"/>
                </a:lnTo>
                <a:lnTo>
                  <a:pt x="129031" y="101527"/>
                </a:lnTo>
                <a:lnTo>
                  <a:pt x="130263" y="100576"/>
                </a:lnTo>
                <a:lnTo>
                  <a:pt x="131649" y="99664"/>
                </a:lnTo>
                <a:lnTo>
                  <a:pt x="133188" y="98791"/>
                </a:lnTo>
                <a:lnTo>
                  <a:pt x="134877" y="97960"/>
                </a:lnTo>
                <a:lnTo>
                  <a:pt x="136713" y="97173"/>
                </a:lnTo>
                <a:lnTo>
                  <a:pt x="138695" y="96430"/>
                </a:lnTo>
                <a:lnTo>
                  <a:pt x="140821" y="95735"/>
                </a:lnTo>
                <a:lnTo>
                  <a:pt x="143088" y="95088"/>
                </a:lnTo>
                <a:lnTo>
                  <a:pt x="145493" y="94492"/>
                </a:lnTo>
                <a:lnTo>
                  <a:pt x="148035" y="93948"/>
                </a:lnTo>
                <a:lnTo>
                  <a:pt x="150712" y="93458"/>
                </a:lnTo>
                <a:lnTo>
                  <a:pt x="153520" y="93023"/>
                </a:lnTo>
                <a:lnTo>
                  <a:pt x="156459" y="92647"/>
                </a:lnTo>
                <a:lnTo>
                  <a:pt x="159524" y="92329"/>
                </a:lnTo>
                <a:lnTo>
                  <a:pt x="162715" y="92072"/>
                </a:lnTo>
                <a:lnTo>
                  <a:pt x="166029" y="91878"/>
                </a:lnTo>
                <a:lnTo>
                  <a:pt x="169464" y="91749"/>
                </a:lnTo>
                <a:lnTo>
                  <a:pt x="169464" y="107974"/>
                </a:lnTo>
                <a:lnTo>
                  <a:pt x="169464" y="108526"/>
                </a:lnTo>
                <a:lnTo>
                  <a:pt x="169460" y="109074"/>
                </a:lnTo>
                <a:lnTo>
                  <a:pt x="169450" y="109618"/>
                </a:lnTo>
                <a:lnTo>
                  <a:pt x="169430" y="110157"/>
                </a:lnTo>
                <a:lnTo>
                  <a:pt x="169396" y="110693"/>
                </a:lnTo>
                <a:lnTo>
                  <a:pt x="169347" y="111224"/>
                </a:lnTo>
                <a:close/>
                <a:moveTo>
                  <a:pt x="494197" y="109621"/>
                </a:moveTo>
                <a:lnTo>
                  <a:pt x="493910" y="109261"/>
                </a:lnTo>
                <a:lnTo>
                  <a:pt x="493596" y="108941"/>
                </a:lnTo>
                <a:lnTo>
                  <a:pt x="493258" y="108659"/>
                </a:lnTo>
                <a:lnTo>
                  <a:pt x="492902" y="108412"/>
                </a:lnTo>
                <a:lnTo>
                  <a:pt x="492530" y="108198"/>
                </a:lnTo>
                <a:lnTo>
                  <a:pt x="492149" y="108014"/>
                </a:lnTo>
                <a:lnTo>
                  <a:pt x="491761" y="107859"/>
                </a:lnTo>
                <a:lnTo>
                  <a:pt x="491372" y="107730"/>
                </a:lnTo>
                <a:lnTo>
                  <a:pt x="490985" y="107623"/>
                </a:lnTo>
                <a:lnTo>
                  <a:pt x="490605" y="107539"/>
                </a:lnTo>
                <a:lnTo>
                  <a:pt x="490237" y="107472"/>
                </a:lnTo>
                <a:lnTo>
                  <a:pt x="489884" y="107423"/>
                </a:lnTo>
                <a:lnTo>
                  <a:pt x="489552" y="107387"/>
                </a:lnTo>
                <a:lnTo>
                  <a:pt x="489244" y="107363"/>
                </a:lnTo>
                <a:lnTo>
                  <a:pt x="488964" y="107349"/>
                </a:lnTo>
                <a:lnTo>
                  <a:pt x="488718" y="107341"/>
                </a:lnTo>
                <a:lnTo>
                  <a:pt x="488509" y="107339"/>
                </a:lnTo>
                <a:lnTo>
                  <a:pt x="488342" y="107338"/>
                </a:lnTo>
                <a:lnTo>
                  <a:pt x="487918" y="107341"/>
                </a:lnTo>
                <a:lnTo>
                  <a:pt x="487514" y="107352"/>
                </a:lnTo>
                <a:lnTo>
                  <a:pt x="487128" y="107370"/>
                </a:lnTo>
                <a:lnTo>
                  <a:pt x="486760" y="107398"/>
                </a:lnTo>
                <a:lnTo>
                  <a:pt x="486408" y="107436"/>
                </a:lnTo>
                <a:lnTo>
                  <a:pt x="486074" y="107486"/>
                </a:lnTo>
                <a:lnTo>
                  <a:pt x="485754" y="107548"/>
                </a:lnTo>
                <a:lnTo>
                  <a:pt x="485450" y="107624"/>
                </a:lnTo>
                <a:lnTo>
                  <a:pt x="485160" y="107715"/>
                </a:lnTo>
                <a:lnTo>
                  <a:pt x="484883" y="107822"/>
                </a:lnTo>
                <a:lnTo>
                  <a:pt x="484618" y="107945"/>
                </a:lnTo>
                <a:lnTo>
                  <a:pt x="484366" y="108087"/>
                </a:lnTo>
                <a:lnTo>
                  <a:pt x="484124" y="108248"/>
                </a:lnTo>
                <a:lnTo>
                  <a:pt x="483893" y="108429"/>
                </a:lnTo>
                <a:lnTo>
                  <a:pt x="483671" y="108631"/>
                </a:lnTo>
                <a:lnTo>
                  <a:pt x="483458" y="108855"/>
                </a:lnTo>
                <a:lnTo>
                  <a:pt x="483253" y="109103"/>
                </a:lnTo>
                <a:lnTo>
                  <a:pt x="483055" y="109376"/>
                </a:lnTo>
                <a:lnTo>
                  <a:pt x="482864" y="109674"/>
                </a:lnTo>
                <a:lnTo>
                  <a:pt x="482679" y="110000"/>
                </a:lnTo>
                <a:lnTo>
                  <a:pt x="482498" y="110353"/>
                </a:lnTo>
                <a:lnTo>
                  <a:pt x="482322" y="110734"/>
                </a:lnTo>
                <a:lnTo>
                  <a:pt x="482149" y="111146"/>
                </a:lnTo>
                <a:lnTo>
                  <a:pt x="481979" y="111589"/>
                </a:lnTo>
                <a:lnTo>
                  <a:pt x="481418" y="112777"/>
                </a:lnTo>
                <a:lnTo>
                  <a:pt x="480797" y="113883"/>
                </a:lnTo>
                <a:lnTo>
                  <a:pt x="480121" y="114910"/>
                </a:lnTo>
                <a:lnTo>
                  <a:pt x="479396" y="115861"/>
                </a:lnTo>
                <a:lnTo>
                  <a:pt x="478626" y="116739"/>
                </a:lnTo>
                <a:lnTo>
                  <a:pt x="477816" y="117546"/>
                </a:lnTo>
                <a:lnTo>
                  <a:pt x="476971" y="118286"/>
                </a:lnTo>
                <a:lnTo>
                  <a:pt x="476095" y="118960"/>
                </a:lnTo>
                <a:lnTo>
                  <a:pt x="475194" y="119572"/>
                </a:lnTo>
                <a:lnTo>
                  <a:pt x="474273" y="120125"/>
                </a:lnTo>
                <a:lnTo>
                  <a:pt x="473336" y="120621"/>
                </a:lnTo>
                <a:lnTo>
                  <a:pt x="472387" y="121063"/>
                </a:lnTo>
                <a:lnTo>
                  <a:pt x="471433" y="121454"/>
                </a:lnTo>
                <a:lnTo>
                  <a:pt x="470478" y="121796"/>
                </a:lnTo>
                <a:lnTo>
                  <a:pt x="469526" y="122092"/>
                </a:lnTo>
                <a:lnTo>
                  <a:pt x="468583" y="122346"/>
                </a:lnTo>
                <a:lnTo>
                  <a:pt x="467654" y="122559"/>
                </a:lnTo>
                <a:lnTo>
                  <a:pt x="466742" y="122735"/>
                </a:lnTo>
                <a:lnTo>
                  <a:pt x="465854" y="122877"/>
                </a:lnTo>
                <a:lnTo>
                  <a:pt x="464993" y="122986"/>
                </a:lnTo>
                <a:lnTo>
                  <a:pt x="464166" y="123066"/>
                </a:lnTo>
                <a:lnTo>
                  <a:pt x="463376" y="123120"/>
                </a:lnTo>
                <a:lnTo>
                  <a:pt x="462628" y="123151"/>
                </a:lnTo>
                <a:lnTo>
                  <a:pt x="461928" y="123160"/>
                </a:lnTo>
                <a:lnTo>
                  <a:pt x="460122" y="123110"/>
                </a:lnTo>
                <a:lnTo>
                  <a:pt x="458320" y="122961"/>
                </a:lnTo>
                <a:lnTo>
                  <a:pt x="456528" y="122713"/>
                </a:lnTo>
                <a:lnTo>
                  <a:pt x="454752" y="122369"/>
                </a:lnTo>
                <a:lnTo>
                  <a:pt x="452994" y="121929"/>
                </a:lnTo>
                <a:lnTo>
                  <a:pt x="451262" y="121394"/>
                </a:lnTo>
                <a:lnTo>
                  <a:pt x="449559" y="120766"/>
                </a:lnTo>
                <a:lnTo>
                  <a:pt x="447891" y="120045"/>
                </a:lnTo>
                <a:lnTo>
                  <a:pt x="446262" y="119233"/>
                </a:lnTo>
                <a:lnTo>
                  <a:pt x="444677" y="118332"/>
                </a:lnTo>
                <a:lnTo>
                  <a:pt x="443142" y="117341"/>
                </a:lnTo>
                <a:lnTo>
                  <a:pt x="441662" y="116263"/>
                </a:lnTo>
                <a:lnTo>
                  <a:pt x="440240" y="115098"/>
                </a:lnTo>
                <a:lnTo>
                  <a:pt x="438883" y="113847"/>
                </a:lnTo>
                <a:lnTo>
                  <a:pt x="437595" y="112513"/>
                </a:lnTo>
                <a:lnTo>
                  <a:pt x="436380" y="111095"/>
                </a:lnTo>
                <a:lnTo>
                  <a:pt x="435245" y="109596"/>
                </a:lnTo>
                <a:lnTo>
                  <a:pt x="434194" y="108016"/>
                </a:lnTo>
                <a:lnTo>
                  <a:pt x="433231" y="106356"/>
                </a:lnTo>
                <a:lnTo>
                  <a:pt x="432363" y="104617"/>
                </a:lnTo>
                <a:lnTo>
                  <a:pt x="431593" y="102802"/>
                </a:lnTo>
                <a:lnTo>
                  <a:pt x="430927" y="100910"/>
                </a:lnTo>
                <a:lnTo>
                  <a:pt x="430369" y="98943"/>
                </a:lnTo>
                <a:lnTo>
                  <a:pt x="429925" y="96903"/>
                </a:lnTo>
                <a:lnTo>
                  <a:pt x="487378" y="96903"/>
                </a:lnTo>
                <a:lnTo>
                  <a:pt x="487881" y="96902"/>
                </a:lnTo>
                <a:lnTo>
                  <a:pt x="488380" y="96899"/>
                </a:lnTo>
                <a:lnTo>
                  <a:pt x="488871" y="96889"/>
                </a:lnTo>
                <a:lnTo>
                  <a:pt x="489354" y="96870"/>
                </a:lnTo>
                <a:lnTo>
                  <a:pt x="489828" y="96838"/>
                </a:lnTo>
                <a:lnTo>
                  <a:pt x="490290" y="96792"/>
                </a:lnTo>
                <a:lnTo>
                  <a:pt x="490740" y="96726"/>
                </a:lnTo>
                <a:lnTo>
                  <a:pt x="491176" y="96639"/>
                </a:lnTo>
                <a:lnTo>
                  <a:pt x="491596" y="96527"/>
                </a:lnTo>
                <a:lnTo>
                  <a:pt x="492000" y="96387"/>
                </a:lnTo>
                <a:lnTo>
                  <a:pt x="492385" y="96216"/>
                </a:lnTo>
                <a:lnTo>
                  <a:pt x="492751" y="96012"/>
                </a:lnTo>
                <a:lnTo>
                  <a:pt x="493095" y="95770"/>
                </a:lnTo>
                <a:lnTo>
                  <a:pt x="493417" y="95487"/>
                </a:lnTo>
                <a:lnTo>
                  <a:pt x="493716" y="95162"/>
                </a:lnTo>
                <a:lnTo>
                  <a:pt x="493988" y="94790"/>
                </a:lnTo>
                <a:lnTo>
                  <a:pt x="494235" y="94369"/>
                </a:lnTo>
                <a:lnTo>
                  <a:pt x="494452" y="93894"/>
                </a:lnTo>
                <a:lnTo>
                  <a:pt x="494641" y="93365"/>
                </a:lnTo>
                <a:lnTo>
                  <a:pt x="494798" y="92776"/>
                </a:lnTo>
                <a:lnTo>
                  <a:pt x="494923" y="92126"/>
                </a:lnTo>
                <a:lnTo>
                  <a:pt x="495014" y="91410"/>
                </a:lnTo>
                <a:lnTo>
                  <a:pt x="495069" y="90626"/>
                </a:lnTo>
                <a:lnTo>
                  <a:pt x="495088" y="89772"/>
                </a:lnTo>
                <a:lnTo>
                  <a:pt x="495024" y="87041"/>
                </a:lnTo>
                <a:lnTo>
                  <a:pt x="494831" y="84349"/>
                </a:lnTo>
                <a:lnTo>
                  <a:pt x="494509" y="81703"/>
                </a:lnTo>
                <a:lnTo>
                  <a:pt x="494058" y="79109"/>
                </a:lnTo>
                <a:lnTo>
                  <a:pt x="493478" y="76576"/>
                </a:lnTo>
                <a:lnTo>
                  <a:pt x="492769" y="74109"/>
                </a:lnTo>
                <a:lnTo>
                  <a:pt x="491930" y="71715"/>
                </a:lnTo>
                <a:lnTo>
                  <a:pt x="490961" y="69401"/>
                </a:lnTo>
                <a:lnTo>
                  <a:pt x="489862" y="67175"/>
                </a:lnTo>
                <a:lnTo>
                  <a:pt x="488634" y="65042"/>
                </a:lnTo>
                <a:lnTo>
                  <a:pt x="487275" y="63010"/>
                </a:lnTo>
                <a:lnTo>
                  <a:pt x="485786" y="61086"/>
                </a:lnTo>
                <a:lnTo>
                  <a:pt x="484166" y="59277"/>
                </a:lnTo>
                <a:lnTo>
                  <a:pt x="482416" y="57588"/>
                </a:lnTo>
                <a:lnTo>
                  <a:pt x="480535" y="56028"/>
                </a:lnTo>
                <a:lnTo>
                  <a:pt x="478523" y="54603"/>
                </a:lnTo>
                <a:lnTo>
                  <a:pt x="476379" y="53320"/>
                </a:lnTo>
                <a:lnTo>
                  <a:pt x="474104" y="52186"/>
                </a:lnTo>
                <a:lnTo>
                  <a:pt x="471698" y="51207"/>
                </a:lnTo>
                <a:lnTo>
                  <a:pt x="469160" y="50391"/>
                </a:lnTo>
                <a:lnTo>
                  <a:pt x="466489" y="49745"/>
                </a:lnTo>
                <a:lnTo>
                  <a:pt x="463687" y="49274"/>
                </a:lnTo>
                <a:lnTo>
                  <a:pt x="460753" y="48987"/>
                </a:lnTo>
                <a:lnTo>
                  <a:pt x="457686" y="48890"/>
                </a:lnTo>
                <a:lnTo>
                  <a:pt x="454843" y="48989"/>
                </a:lnTo>
                <a:lnTo>
                  <a:pt x="452051" y="49283"/>
                </a:lnTo>
                <a:lnTo>
                  <a:pt x="449318" y="49765"/>
                </a:lnTo>
                <a:lnTo>
                  <a:pt x="446650" y="50428"/>
                </a:lnTo>
                <a:lnTo>
                  <a:pt x="444052" y="51267"/>
                </a:lnTo>
                <a:lnTo>
                  <a:pt x="441531" y="52274"/>
                </a:lnTo>
                <a:lnTo>
                  <a:pt x="439093" y="53443"/>
                </a:lnTo>
                <a:lnTo>
                  <a:pt x="436743" y="54768"/>
                </a:lnTo>
                <a:lnTo>
                  <a:pt x="434489" y="56242"/>
                </a:lnTo>
                <a:lnTo>
                  <a:pt x="432336" y="57860"/>
                </a:lnTo>
                <a:lnTo>
                  <a:pt x="430290" y="59613"/>
                </a:lnTo>
                <a:lnTo>
                  <a:pt x="428358" y="61497"/>
                </a:lnTo>
                <a:lnTo>
                  <a:pt x="426545" y="63504"/>
                </a:lnTo>
                <a:lnTo>
                  <a:pt x="424858" y="65628"/>
                </a:lnTo>
                <a:lnTo>
                  <a:pt x="423302" y="67863"/>
                </a:lnTo>
                <a:lnTo>
                  <a:pt x="421884" y="70202"/>
                </a:lnTo>
                <a:lnTo>
                  <a:pt x="420611" y="72639"/>
                </a:lnTo>
                <a:lnTo>
                  <a:pt x="419487" y="75167"/>
                </a:lnTo>
                <a:lnTo>
                  <a:pt x="418519" y="77780"/>
                </a:lnTo>
                <a:lnTo>
                  <a:pt x="417714" y="80472"/>
                </a:lnTo>
                <a:lnTo>
                  <a:pt x="417077" y="83235"/>
                </a:lnTo>
                <a:lnTo>
                  <a:pt x="416614" y="86064"/>
                </a:lnTo>
                <a:lnTo>
                  <a:pt x="416332" y="88952"/>
                </a:lnTo>
                <a:lnTo>
                  <a:pt x="416237" y="91893"/>
                </a:lnTo>
                <a:lnTo>
                  <a:pt x="416337" y="94815"/>
                </a:lnTo>
                <a:lnTo>
                  <a:pt x="416634" y="97688"/>
                </a:lnTo>
                <a:lnTo>
                  <a:pt x="417122" y="100506"/>
                </a:lnTo>
                <a:lnTo>
                  <a:pt x="417794" y="103261"/>
                </a:lnTo>
                <a:lnTo>
                  <a:pt x="418645" y="105946"/>
                </a:lnTo>
                <a:lnTo>
                  <a:pt x="419668" y="108556"/>
                </a:lnTo>
                <a:lnTo>
                  <a:pt x="420857" y="111084"/>
                </a:lnTo>
                <a:lnTo>
                  <a:pt x="422206" y="113522"/>
                </a:lnTo>
                <a:lnTo>
                  <a:pt x="423709" y="115864"/>
                </a:lnTo>
                <a:lnTo>
                  <a:pt x="425360" y="118104"/>
                </a:lnTo>
                <a:lnTo>
                  <a:pt x="427153" y="120234"/>
                </a:lnTo>
                <a:lnTo>
                  <a:pt x="429081" y="122248"/>
                </a:lnTo>
                <a:lnTo>
                  <a:pt x="431139" y="124140"/>
                </a:lnTo>
                <a:lnTo>
                  <a:pt x="433320" y="125902"/>
                </a:lnTo>
                <a:lnTo>
                  <a:pt x="435619" y="127529"/>
                </a:lnTo>
                <a:lnTo>
                  <a:pt x="438029" y="129012"/>
                </a:lnTo>
                <a:lnTo>
                  <a:pt x="440544" y="130346"/>
                </a:lnTo>
                <a:lnTo>
                  <a:pt x="443158" y="131524"/>
                </a:lnTo>
                <a:lnTo>
                  <a:pt x="445865" y="132539"/>
                </a:lnTo>
                <a:lnTo>
                  <a:pt x="448658" y="133384"/>
                </a:lnTo>
                <a:lnTo>
                  <a:pt x="451532" y="134054"/>
                </a:lnTo>
                <a:lnTo>
                  <a:pt x="454481" y="134540"/>
                </a:lnTo>
                <a:lnTo>
                  <a:pt x="457498" y="134837"/>
                </a:lnTo>
                <a:lnTo>
                  <a:pt x="460578" y="134937"/>
                </a:lnTo>
                <a:lnTo>
                  <a:pt x="463674" y="134849"/>
                </a:lnTo>
                <a:lnTo>
                  <a:pt x="466603" y="134593"/>
                </a:lnTo>
                <a:lnTo>
                  <a:pt x="469368" y="134181"/>
                </a:lnTo>
                <a:lnTo>
                  <a:pt x="471971" y="133629"/>
                </a:lnTo>
                <a:lnTo>
                  <a:pt x="474416" y="132947"/>
                </a:lnTo>
                <a:lnTo>
                  <a:pt x="476707" y="132149"/>
                </a:lnTo>
                <a:lnTo>
                  <a:pt x="478845" y="131248"/>
                </a:lnTo>
                <a:lnTo>
                  <a:pt x="480836" y="130257"/>
                </a:lnTo>
                <a:lnTo>
                  <a:pt x="482681" y="129189"/>
                </a:lnTo>
                <a:lnTo>
                  <a:pt x="484384" y="128057"/>
                </a:lnTo>
                <a:lnTo>
                  <a:pt x="485948" y="126874"/>
                </a:lnTo>
                <a:lnTo>
                  <a:pt x="487376" y="125653"/>
                </a:lnTo>
                <a:lnTo>
                  <a:pt x="488672" y="124406"/>
                </a:lnTo>
                <a:lnTo>
                  <a:pt x="489839" y="123148"/>
                </a:lnTo>
                <a:lnTo>
                  <a:pt x="490879" y="121890"/>
                </a:lnTo>
                <a:lnTo>
                  <a:pt x="491796" y="120646"/>
                </a:lnTo>
                <a:lnTo>
                  <a:pt x="492594" y="119429"/>
                </a:lnTo>
                <a:lnTo>
                  <a:pt x="493275" y="118251"/>
                </a:lnTo>
                <a:lnTo>
                  <a:pt x="493842" y="117126"/>
                </a:lnTo>
                <a:lnTo>
                  <a:pt x="494299" y="116067"/>
                </a:lnTo>
                <a:lnTo>
                  <a:pt x="494649" y="115086"/>
                </a:lnTo>
                <a:lnTo>
                  <a:pt x="494895" y="114197"/>
                </a:lnTo>
                <a:lnTo>
                  <a:pt x="495040" y="113412"/>
                </a:lnTo>
                <a:lnTo>
                  <a:pt x="495088" y="112747"/>
                </a:lnTo>
                <a:lnTo>
                  <a:pt x="495060" y="112100"/>
                </a:lnTo>
                <a:lnTo>
                  <a:pt x="494977" y="111505"/>
                </a:lnTo>
                <a:lnTo>
                  <a:pt x="494846" y="110963"/>
                </a:lnTo>
                <a:lnTo>
                  <a:pt x="494669" y="110469"/>
                </a:lnTo>
                <a:lnTo>
                  <a:pt x="494451" y="110023"/>
                </a:lnTo>
                <a:lnTo>
                  <a:pt x="494197" y="109621"/>
                </a:lnTo>
                <a:close/>
                <a:moveTo>
                  <a:pt x="432876" y="77053"/>
                </a:moveTo>
                <a:lnTo>
                  <a:pt x="433667" y="75539"/>
                </a:lnTo>
                <a:lnTo>
                  <a:pt x="434531" y="74080"/>
                </a:lnTo>
                <a:lnTo>
                  <a:pt x="435466" y="72679"/>
                </a:lnTo>
                <a:lnTo>
                  <a:pt x="436469" y="71339"/>
                </a:lnTo>
                <a:lnTo>
                  <a:pt x="437536" y="70063"/>
                </a:lnTo>
                <a:lnTo>
                  <a:pt x="438666" y="68853"/>
                </a:lnTo>
                <a:lnTo>
                  <a:pt x="439854" y="67714"/>
                </a:lnTo>
                <a:lnTo>
                  <a:pt x="441099" y="66649"/>
                </a:lnTo>
                <a:lnTo>
                  <a:pt x="442397" y="65660"/>
                </a:lnTo>
                <a:lnTo>
                  <a:pt x="443745" y="64750"/>
                </a:lnTo>
                <a:lnTo>
                  <a:pt x="445141" y="63923"/>
                </a:lnTo>
                <a:lnTo>
                  <a:pt x="446582" y="63182"/>
                </a:lnTo>
                <a:lnTo>
                  <a:pt x="448065" y="62529"/>
                </a:lnTo>
                <a:lnTo>
                  <a:pt x="449588" y="61968"/>
                </a:lnTo>
                <a:lnTo>
                  <a:pt x="451146" y="61503"/>
                </a:lnTo>
                <a:lnTo>
                  <a:pt x="452738" y="61135"/>
                </a:lnTo>
                <a:lnTo>
                  <a:pt x="454361" y="60869"/>
                </a:lnTo>
                <a:lnTo>
                  <a:pt x="456011" y="60707"/>
                </a:lnTo>
                <a:lnTo>
                  <a:pt x="457686" y="60652"/>
                </a:lnTo>
                <a:lnTo>
                  <a:pt x="458949" y="60678"/>
                </a:lnTo>
                <a:lnTo>
                  <a:pt x="460226" y="60758"/>
                </a:lnTo>
                <a:lnTo>
                  <a:pt x="461512" y="60898"/>
                </a:lnTo>
                <a:lnTo>
                  <a:pt x="462803" y="61101"/>
                </a:lnTo>
                <a:lnTo>
                  <a:pt x="464093" y="61372"/>
                </a:lnTo>
                <a:lnTo>
                  <a:pt x="465377" y="61716"/>
                </a:lnTo>
                <a:lnTo>
                  <a:pt x="466649" y="62136"/>
                </a:lnTo>
                <a:lnTo>
                  <a:pt x="467904" y="62638"/>
                </a:lnTo>
                <a:lnTo>
                  <a:pt x="469138" y="63225"/>
                </a:lnTo>
                <a:lnTo>
                  <a:pt x="470343" y="63902"/>
                </a:lnTo>
                <a:lnTo>
                  <a:pt x="471517" y="64674"/>
                </a:lnTo>
                <a:lnTo>
                  <a:pt x="472652" y="65545"/>
                </a:lnTo>
                <a:lnTo>
                  <a:pt x="473744" y="66520"/>
                </a:lnTo>
                <a:lnTo>
                  <a:pt x="474788" y="67602"/>
                </a:lnTo>
                <a:lnTo>
                  <a:pt x="475777" y="68797"/>
                </a:lnTo>
                <a:lnTo>
                  <a:pt x="476708" y="70108"/>
                </a:lnTo>
                <a:lnTo>
                  <a:pt x="477575" y="71541"/>
                </a:lnTo>
                <a:lnTo>
                  <a:pt x="478372" y="73099"/>
                </a:lnTo>
                <a:lnTo>
                  <a:pt x="479095" y="74788"/>
                </a:lnTo>
                <a:lnTo>
                  <a:pt x="479737" y="76610"/>
                </a:lnTo>
                <a:lnTo>
                  <a:pt x="480294" y="78572"/>
                </a:lnTo>
                <a:lnTo>
                  <a:pt x="480760" y="80677"/>
                </a:lnTo>
                <a:lnTo>
                  <a:pt x="481131" y="82930"/>
                </a:lnTo>
                <a:lnTo>
                  <a:pt x="481400" y="85335"/>
                </a:lnTo>
                <a:lnTo>
                  <a:pt x="430119" y="85335"/>
                </a:lnTo>
                <a:lnTo>
                  <a:pt x="430501" y="83594"/>
                </a:lnTo>
                <a:lnTo>
                  <a:pt x="430970" y="81892"/>
                </a:lnTo>
                <a:lnTo>
                  <a:pt x="431525" y="80233"/>
                </a:lnTo>
                <a:lnTo>
                  <a:pt x="432161" y="78619"/>
                </a:lnTo>
                <a:lnTo>
                  <a:pt x="432876" y="77053"/>
                </a:lnTo>
                <a:close/>
                <a:moveTo>
                  <a:pt x="1000274" y="109621"/>
                </a:moveTo>
                <a:lnTo>
                  <a:pt x="999987" y="109261"/>
                </a:lnTo>
                <a:lnTo>
                  <a:pt x="999673" y="108941"/>
                </a:lnTo>
                <a:lnTo>
                  <a:pt x="999336" y="108659"/>
                </a:lnTo>
                <a:lnTo>
                  <a:pt x="998979" y="108412"/>
                </a:lnTo>
                <a:lnTo>
                  <a:pt x="998608" y="108198"/>
                </a:lnTo>
                <a:lnTo>
                  <a:pt x="998226" y="108014"/>
                </a:lnTo>
                <a:lnTo>
                  <a:pt x="997838" y="107859"/>
                </a:lnTo>
                <a:lnTo>
                  <a:pt x="997449" y="107730"/>
                </a:lnTo>
                <a:lnTo>
                  <a:pt x="997062" y="107623"/>
                </a:lnTo>
                <a:lnTo>
                  <a:pt x="996682" y="107539"/>
                </a:lnTo>
                <a:lnTo>
                  <a:pt x="996314" y="107472"/>
                </a:lnTo>
                <a:lnTo>
                  <a:pt x="995961" y="107423"/>
                </a:lnTo>
                <a:lnTo>
                  <a:pt x="995629" y="107387"/>
                </a:lnTo>
                <a:lnTo>
                  <a:pt x="995321" y="107363"/>
                </a:lnTo>
                <a:lnTo>
                  <a:pt x="995042" y="107349"/>
                </a:lnTo>
                <a:lnTo>
                  <a:pt x="994795" y="107341"/>
                </a:lnTo>
                <a:lnTo>
                  <a:pt x="994587" y="107339"/>
                </a:lnTo>
                <a:lnTo>
                  <a:pt x="994420" y="107338"/>
                </a:lnTo>
                <a:lnTo>
                  <a:pt x="993996" y="107341"/>
                </a:lnTo>
                <a:lnTo>
                  <a:pt x="993591" y="107352"/>
                </a:lnTo>
                <a:lnTo>
                  <a:pt x="993205" y="107370"/>
                </a:lnTo>
                <a:lnTo>
                  <a:pt x="992837" y="107398"/>
                </a:lnTo>
                <a:lnTo>
                  <a:pt x="992486" y="107436"/>
                </a:lnTo>
                <a:lnTo>
                  <a:pt x="992151" y="107486"/>
                </a:lnTo>
                <a:lnTo>
                  <a:pt x="991832" y="107548"/>
                </a:lnTo>
                <a:lnTo>
                  <a:pt x="991527" y="107624"/>
                </a:lnTo>
                <a:lnTo>
                  <a:pt x="991237" y="107715"/>
                </a:lnTo>
                <a:lnTo>
                  <a:pt x="990960" y="107822"/>
                </a:lnTo>
                <a:lnTo>
                  <a:pt x="990695" y="107945"/>
                </a:lnTo>
                <a:lnTo>
                  <a:pt x="990443" y="108087"/>
                </a:lnTo>
                <a:lnTo>
                  <a:pt x="990201" y="108248"/>
                </a:lnTo>
                <a:lnTo>
                  <a:pt x="989970" y="108429"/>
                </a:lnTo>
                <a:lnTo>
                  <a:pt x="989748" y="108631"/>
                </a:lnTo>
                <a:lnTo>
                  <a:pt x="989535" y="108855"/>
                </a:lnTo>
                <a:lnTo>
                  <a:pt x="989330" y="109103"/>
                </a:lnTo>
                <a:lnTo>
                  <a:pt x="989132" y="109376"/>
                </a:lnTo>
                <a:lnTo>
                  <a:pt x="988941" y="109674"/>
                </a:lnTo>
                <a:lnTo>
                  <a:pt x="988756" y="110000"/>
                </a:lnTo>
                <a:lnTo>
                  <a:pt x="988575" y="110353"/>
                </a:lnTo>
                <a:lnTo>
                  <a:pt x="988399" y="110734"/>
                </a:lnTo>
                <a:lnTo>
                  <a:pt x="988227" y="111146"/>
                </a:lnTo>
                <a:lnTo>
                  <a:pt x="988057" y="111589"/>
                </a:lnTo>
                <a:lnTo>
                  <a:pt x="987495" y="112777"/>
                </a:lnTo>
                <a:lnTo>
                  <a:pt x="986874" y="113883"/>
                </a:lnTo>
                <a:lnTo>
                  <a:pt x="986199" y="114910"/>
                </a:lnTo>
                <a:lnTo>
                  <a:pt x="985473" y="115861"/>
                </a:lnTo>
                <a:lnTo>
                  <a:pt x="984703" y="116739"/>
                </a:lnTo>
                <a:lnTo>
                  <a:pt x="983893" y="117546"/>
                </a:lnTo>
                <a:lnTo>
                  <a:pt x="983048" y="118286"/>
                </a:lnTo>
                <a:lnTo>
                  <a:pt x="982172" y="118960"/>
                </a:lnTo>
                <a:lnTo>
                  <a:pt x="981272" y="119572"/>
                </a:lnTo>
                <a:lnTo>
                  <a:pt x="980350" y="120125"/>
                </a:lnTo>
                <a:lnTo>
                  <a:pt x="979413" y="120621"/>
                </a:lnTo>
                <a:lnTo>
                  <a:pt x="978465" y="121063"/>
                </a:lnTo>
                <a:lnTo>
                  <a:pt x="977511" y="121454"/>
                </a:lnTo>
                <a:lnTo>
                  <a:pt x="976555" y="121796"/>
                </a:lnTo>
                <a:lnTo>
                  <a:pt x="975604" y="122092"/>
                </a:lnTo>
                <a:lnTo>
                  <a:pt x="974661" y="122346"/>
                </a:lnTo>
                <a:lnTo>
                  <a:pt x="973731" y="122559"/>
                </a:lnTo>
                <a:lnTo>
                  <a:pt x="972819" y="122735"/>
                </a:lnTo>
                <a:lnTo>
                  <a:pt x="971931" y="122877"/>
                </a:lnTo>
                <a:lnTo>
                  <a:pt x="971071" y="122986"/>
                </a:lnTo>
                <a:lnTo>
                  <a:pt x="970243" y="123066"/>
                </a:lnTo>
                <a:lnTo>
                  <a:pt x="969453" y="123120"/>
                </a:lnTo>
                <a:lnTo>
                  <a:pt x="968706" y="123151"/>
                </a:lnTo>
                <a:lnTo>
                  <a:pt x="968006" y="123160"/>
                </a:lnTo>
                <a:lnTo>
                  <a:pt x="966199" y="123110"/>
                </a:lnTo>
                <a:lnTo>
                  <a:pt x="964397" y="122961"/>
                </a:lnTo>
                <a:lnTo>
                  <a:pt x="962606" y="122713"/>
                </a:lnTo>
                <a:lnTo>
                  <a:pt x="960829" y="122369"/>
                </a:lnTo>
                <a:lnTo>
                  <a:pt x="959072" y="121929"/>
                </a:lnTo>
                <a:lnTo>
                  <a:pt x="957339" y="121394"/>
                </a:lnTo>
                <a:lnTo>
                  <a:pt x="955636" y="120766"/>
                </a:lnTo>
                <a:lnTo>
                  <a:pt x="953968" y="120045"/>
                </a:lnTo>
                <a:lnTo>
                  <a:pt x="952339" y="119233"/>
                </a:lnTo>
                <a:lnTo>
                  <a:pt x="950755" y="118332"/>
                </a:lnTo>
                <a:lnTo>
                  <a:pt x="949220" y="117341"/>
                </a:lnTo>
                <a:lnTo>
                  <a:pt x="947739" y="116263"/>
                </a:lnTo>
                <a:lnTo>
                  <a:pt x="946317" y="115098"/>
                </a:lnTo>
                <a:lnTo>
                  <a:pt x="944960" y="113847"/>
                </a:lnTo>
                <a:lnTo>
                  <a:pt x="943672" y="112513"/>
                </a:lnTo>
                <a:lnTo>
                  <a:pt x="942458" y="111095"/>
                </a:lnTo>
                <a:lnTo>
                  <a:pt x="941322" y="109596"/>
                </a:lnTo>
                <a:lnTo>
                  <a:pt x="940271" y="108016"/>
                </a:lnTo>
                <a:lnTo>
                  <a:pt x="939309" y="106356"/>
                </a:lnTo>
                <a:lnTo>
                  <a:pt x="938440" y="104617"/>
                </a:lnTo>
                <a:lnTo>
                  <a:pt x="937670" y="102802"/>
                </a:lnTo>
                <a:lnTo>
                  <a:pt x="937004" y="100910"/>
                </a:lnTo>
                <a:lnTo>
                  <a:pt x="936446" y="98943"/>
                </a:lnTo>
                <a:lnTo>
                  <a:pt x="936002" y="96903"/>
                </a:lnTo>
                <a:lnTo>
                  <a:pt x="993455" y="96903"/>
                </a:lnTo>
                <a:lnTo>
                  <a:pt x="993959" y="96902"/>
                </a:lnTo>
                <a:lnTo>
                  <a:pt x="994457" y="96899"/>
                </a:lnTo>
                <a:lnTo>
                  <a:pt x="994948" y="96889"/>
                </a:lnTo>
                <a:lnTo>
                  <a:pt x="995431" y="96870"/>
                </a:lnTo>
                <a:lnTo>
                  <a:pt x="995905" y="96838"/>
                </a:lnTo>
                <a:lnTo>
                  <a:pt x="996367" y="96792"/>
                </a:lnTo>
                <a:lnTo>
                  <a:pt x="996817" y="96726"/>
                </a:lnTo>
                <a:lnTo>
                  <a:pt x="997253" y="96639"/>
                </a:lnTo>
                <a:lnTo>
                  <a:pt x="997673" y="96527"/>
                </a:lnTo>
                <a:lnTo>
                  <a:pt x="998077" y="96387"/>
                </a:lnTo>
                <a:lnTo>
                  <a:pt x="998462" y="96216"/>
                </a:lnTo>
                <a:lnTo>
                  <a:pt x="998828" y="96012"/>
                </a:lnTo>
                <a:lnTo>
                  <a:pt x="999173" y="95770"/>
                </a:lnTo>
                <a:lnTo>
                  <a:pt x="999495" y="95487"/>
                </a:lnTo>
                <a:lnTo>
                  <a:pt x="999793" y="95162"/>
                </a:lnTo>
                <a:lnTo>
                  <a:pt x="1000066" y="94790"/>
                </a:lnTo>
                <a:lnTo>
                  <a:pt x="1000312" y="94369"/>
                </a:lnTo>
                <a:lnTo>
                  <a:pt x="1000530" y="93894"/>
                </a:lnTo>
                <a:lnTo>
                  <a:pt x="1000718" y="93365"/>
                </a:lnTo>
                <a:lnTo>
                  <a:pt x="1000875" y="92776"/>
                </a:lnTo>
                <a:lnTo>
                  <a:pt x="1001000" y="92126"/>
                </a:lnTo>
                <a:lnTo>
                  <a:pt x="1001091" y="91410"/>
                </a:lnTo>
                <a:lnTo>
                  <a:pt x="1001146" y="90626"/>
                </a:lnTo>
                <a:lnTo>
                  <a:pt x="1001165" y="89772"/>
                </a:lnTo>
                <a:lnTo>
                  <a:pt x="1001101" y="87041"/>
                </a:lnTo>
                <a:lnTo>
                  <a:pt x="1000908" y="84349"/>
                </a:lnTo>
                <a:lnTo>
                  <a:pt x="1000586" y="81703"/>
                </a:lnTo>
                <a:lnTo>
                  <a:pt x="1000135" y="79109"/>
                </a:lnTo>
                <a:lnTo>
                  <a:pt x="999555" y="76576"/>
                </a:lnTo>
                <a:lnTo>
                  <a:pt x="998846" y="74109"/>
                </a:lnTo>
                <a:lnTo>
                  <a:pt x="998007" y="71715"/>
                </a:lnTo>
                <a:lnTo>
                  <a:pt x="997038" y="69401"/>
                </a:lnTo>
                <a:lnTo>
                  <a:pt x="995940" y="67175"/>
                </a:lnTo>
                <a:lnTo>
                  <a:pt x="994711" y="65042"/>
                </a:lnTo>
                <a:lnTo>
                  <a:pt x="993352" y="63010"/>
                </a:lnTo>
                <a:lnTo>
                  <a:pt x="991863" y="61086"/>
                </a:lnTo>
                <a:lnTo>
                  <a:pt x="990244" y="59277"/>
                </a:lnTo>
                <a:lnTo>
                  <a:pt x="988493" y="57588"/>
                </a:lnTo>
                <a:lnTo>
                  <a:pt x="986612" y="56028"/>
                </a:lnTo>
                <a:lnTo>
                  <a:pt x="984600" y="54603"/>
                </a:lnTo>
                <a:lnTo>
                  <a:pt x="982456" y="53320"/>
                </a:lnTo>
                <a:lnTo>
                  <a:pt x="980181" y="52186"/>
                </a:lnTo>
                <a:lnTo>
                  <a:pt x="977775" y="51207"/>
                </a:lnTo>
                <a:lnTo>
                  <a:pt x="975237" y="50391"/>
                </a:lnTo>
                <a:lnTo>
                  <a:pt x="972567" y="49745"/>
                </a:lnTo>
                <a:lnTo>
                  <a:pt x="969765" y="49274"/>
                </a:lnTo>
                <a:lnTo>
                  <a:pt x="966830" y="48987"/>
                </a:lnTo>
                <a:lnTo>
                  <a:pt x="963764" y="48890"/>
                </a:lnTo>
                <a:lnTo>
                  <a:pt x="960920" y="48989"/>
                </a:lnTo>
                <a:lnTo>
                  <a:pt x="958128" y="49283"/>
                </a:lnTo>
                <a:lnTo>
                  <a:pt x="955395" y="49765"/>
                </a:lnTo>
                <a:lnTo>
                  <a:pt x="952727" y="50428"/>
                </a:lnTo>
                <a:lnTo>
                  <a:pt x="950129" y="51267"/>
                </a:lnTo>
                <a:lnTo>
                  <a:pt x="947608" y="52274"/>
                </a:lnTo>
                <a:lnTo>
                  <a:pt x="945170" y="53443"/>
                </a:lnTo>
                <a:lnTo>
                  <a:pt x="942821" y="54768"/>
                </a:lnTo>
                <a:lnTo>
                  <a:pt x="940566" y="56242"/>
                </a:lnTo>
                <a:lnTo>
                  <a:pt x="938413" y="57860"/>
                </a:lnTo>
                <a:lnTo>
                  <a:pt x="936368" y="59613"/>
                </a:lnTo>
                <a:lnTo>
                  <a:pt x="934435" y="61497"/>
                </a:lnTo>
                <a:lnTo>
                  <a:pt x="932622" y="63504"/>
                </a:lnTo>
                <a:lnTo>
                  <a:pt x="930935" y="65628"/>
                </a:lnTo>
                <a:lnTo>
                  <a:pt x="929379" y="67863"/>
                </a:lnTo>
                <a:lnTo>
                  <a:pt x="927962" y="70202"/>
                </a:lnTo>
                <a:lnTo>
                  <a:pt x="926688" y="72639"/>
                </a:lnTo>
                <a:lnTo>
                  <a:pt x="925564" y="75167"/>
                </a:lnTo>
                <a:lnTo>
                  <a:pt x="924596" y="77780"/>
                </a:lnTo>
                <a:lnTo>
                  <a:pt x="923791" y="80472"/>
                </a:lnTo>
                <a:lnTo>
                  <a:pt x="923154" y="83235"/>
                </a:lnTo>
                <a:lnTo>
                  <a:pt x="922691" y="86064"/>
                </a:lnTo>
                <a:lnTo>
                  <a:pt x="922409" y="88952"/>
                </a:lnTo>
                <a:lnTo>
                  <a:pt x="922314" y="91893"/>
                </a:lnTo>
                <a:lnTo>
                  <a:pt x="922414" y="94815"/>
                </a:lnTo>
                <a:lnTo>
                  <a:pt x="922711" y="97688"/>
                </a:lnTo>
                <a:lnTo>
                  <a:pt x="923199" y="100506"/>
                </a:lnTo>
                <a:lnTo>
                  <a:pt x="923871" y="103261"/>
                </a:lnTo>
                <a:lnTo>
                  <a:pt x="924722" y="105946"/>
                </a:lnTo>
                <a:lnTo>
                  <a:pt x="925745" y="108556"/>
                </a:lnTo>
                <a:lnTo>
                  <a:pt x="926934" y="111084"/>
                </a:lnTo>
                <a:lnTo>
                  <a:pt x="928283" y="113522"/>
                </a:lnTo>
                <a:lnTo>
                  <a:pt x="929786" y="115864"/>
                </a:lnTo>
                <a:lnTo>
                  <a:pt x="931437" y="118104"/>
                </a:lnTo>
                <a:lnTo>
                  <a:pt x="933230" y="120234"/>
                </a:lnTo>
                <a:lnTo>
                  <a:pt x="935158" y="122248"/>
                </a:lnTo>
                <a:lnTo>
                  <a:pt x="937216" y="124140"/>
                </a:lnTo>
                <a:lnTo>
                  <a:pt x="939398" y="125902"/>
                </a:lnTo>
                <a:lnTo>
                  <a:pt x="941696" y="127529"/>
                </a:lnTo>
                <a:lnTo>
                  <a:pt x="944106" y="129012"/>
                </a:lnTo>
                <a:lnTo>
                  <a:pt x="946621" y="130346"/>
                </a:lnTo>
                <a:lnTo>
                  <a:pt x="949235" y="131524"/>
                </a:lnTo>
                <a:lnTo>
                  <a:pt x="951942" y="132539"/>
                </a:lnTo>
                <a:lnTo>
                  <a:pt x="954735" y="133384"/>
                </a:lnTo>
                <a:lnTo>
                  <a:pt x="957610" y="134054"/>
                </a:lnTo>
                <a:lnTo>
                  <a:pt x="960558" y="134540"/>
                </a:lnTo>
                <a:lnTo>
                  <a:pt x="963576" y="134837"/>
                </a:lnTo>
                <a:lnTo>
                  <a:pt x="966655" y="134937"/>
                </a:lnTo>
                <a:lnTo>
                  <a:pt x="969752" y="134849"/>
                </a:lnTo>
                <a:lnTo>
                  <a:pt x="972680" y="134593"/>
                </a:lnTo>
                <a:lnTo>
                  <a:pt x="975445" y="134181"/>
                </a:lnTo>
                <a:lnTo>
                  <a:pt x="978048" y="133629"/>
                </a:lnTo>
                <a:lnTo>
                  <a:pt x="980493" y="132947"/>
                </a:lnTo>
                <a:lnTo>
                  <a:pt x="982784" y="132149"/>
                </a:lnTo>
                <a:lnTo>
                  <a:pt x="984923" y="131248"/>
                </a:lnTo>
                <a:lnTo>
                  <a:pt x="986913" y="130257"/>
                </a:lnTo>
                <a:lnTo>
                  <a:pt x="988758" y="129189"/>
                </a:lnTo>
                <a:lnTo>
                  <a:pt x="990461" y="128057"/>
                </a:lnTo>
                <a:lnTo>
                  <a:pt x="992025" y="126874"/>
                </a:lnTo>
                <a:lnTo>
                  <a:pt x="993454" y="125653"/>
                </a:lnTo>
                <a:lnTo>
                  <a:pt x="994750" y="124406"/>
                </a:lnTo>
                <a:lnTo>
                  <a:pt x="995916" y="123148"/>
                </a:lnTo>
                <a:lnTo>
                  <a:pt x="996956" y="121890"/>
                </a:lnTo>
                <a:lnTo>
                  <a:pt x="997874" y="120646"/>
                </a:lnTo>
                <a:lnTo>
                  <a:pt x="998671" y="119429"/>
                </a:lnTo>
                <a:lnTo>
                  <a:pt x="999352" y="118251"/>
                </a:lnTo>
                <a:lnTo>
                  <a:pt x="999919" y="117126"/>
                </a:lnTo>
                <a:lnTo>
                  <a:pt x="1000376" y="116067"/>
                </a:lnTo>
                <a:lnTo>
                  <a:pt x="1000726" y="115086"/>
                </a:lnTo>
                <a:lnTo>
                  <a:pt x="1000972" y="114197"/>
                </a:lnTo>
                <a:lnTo>
                  <a:pt x="1001117" y="113412"/>
                </a:lnTo>
                <a:lnTo>
                  <a:pt x="1001165" y="112747"/>
                </a:lnTo>
                <a:lnTo>
                  <a:pt x="1001137" y="112100"/>
                </a:lnTo>
                <a:lnTo>
                  <a:pt x="1001055" y="111505"/>
                </a:lnTo>
                <a:lnTo>
                  <a:pt x="1000923" y="110963"/>
                </a:lnTo>
                <a:lnTo>
                  <a:pt x="1000746" y="110469"/>
                </a:lnTo>
                <a:lnTo>
                  <a:pt x="1000528" y="110023"/>
                </a:lnTo>
                <a:lnTo>
                  <a:pt x="1000274" y="109621"/>
                </a:lnTo>
                <a:close/>
                <a:moveTo>
                  <a:pt x="938953" y="77053"/>
                </a:moveTo>
                <a:lnTo>
                  <a:pt x="939744" y="75539"/>
                </a:lnTo>
                <a:lnTo>
                  <a:pt x="940609" y="74080"/>
                </a:lnTo>
                <a:lnTo>
                  <a:pt x="941544" y="72679"/>
                </a:lnTo>
                <a:lnTo>
                  <a:pt x="942546" y="71339"/>
                </a:lnTo>
                <a:lnTo>
                  <a:pt x="943614" y="70063"/>
                </a:lnTo>
                <a:lnTo>
                  <a:pt x="944743" y="68853"/>
                </a:lnTo>
                <a:lnTo>
                  <a:pt x="945931" y="67714"/>
                </a:lnTo>
                <a:lnTo>
                  <a:pt x="947176" y="66649"/>
                </a:lnTo>
                <a:lnTo>
                  <a:pt x="948474" y="65660"/>
                </a:lnTo>
                <a:lnTo>
                  <a:pt x="949822" y="64750"/>
                </a:lnTo>
                <a:lnTo>
                  <a:pt x="951219" y="63923"/>
                </a:lnTo>
                <a:lnTo>
                  <a:pt x="952660" y="63182"/>
                </a:lnTo>
                <a:lnTo>
                  <a:pt x="954143" y="62529"/>
                </a:lnTo>
                <a:lnTo>
                  <a:pt x="955665" y="61968"/>
                </a:lnTo>
                <a:lnTo>
                  <a:pt x="957223" y="61503"/>
                </a:lnTo>
                <a:lnTo>
                  <a:pt x="958815" y="61135"/>
                </a:lnTo>
                <a:lnTo>
                  <a:pt x="960438" y="60869"/>
                </a:lnTo>
                <a:lnTo>
                  <a:pt x="962088" y="60707"/>
                </a:lnTo>
                <a:lnTo>
                  <a:pt x="963764" y="60652"/>
                </a:lnTo>
                <a:lnTo>
                  <a:pt x="965026" y="60678"/>
                </a:lnTo>
                <a:lnTo>
                  <a:pt x="966303" y="60758"/>
                </a:lnTo>
                <a:lnTo>
                  <a:pt x="967590" y="60898"/>
                </a:lnTo>
                <a:lnTo>
                  <a:pt x="968881" y="61101"/>
                </a:lnTo>
                <a:lnTo>
                  <a:pt x="970171" y="61372"/>
                </a:lnTo>
                <a:lnTo>
                  <a:pt x="971454" y="61716"/>
                </a:lnTo>
                <a:lnTo>
                  <a:pt x="972726" y="62136"/>
                </a:lnTo>
                <a:lnTo>
                  <a:pt x="973982" y="62638"/>
                </a:lnTo>
                <a:lnTo>
                  <a:pt x="975215" y="63225"/>
                </a:lnTo>
                <a:lnTo>
                  <a:pt x="976421" y="63902"/>
                </a:lnTo>
                <a:lnTo>
                  <a:pt x="977594" y="64674"/>
                </a:lnTo>
                <a:lnTo>
                  <a:pt x="978729" y="65545"/>
                </a:lnTo>
                <a:lnTo>
                  <a:pt x="979821" y="66520"/>
                </a:lnTo>
                <a:lnTo>
                  <a:pt x="980865" y="67602"/>
                </a:lnTo>
                <a:lnTo>
                  <a:pt x="981855" y="68797"/>
                </a:lnTo>
                <a:lnTo>
                  <a:pt x="982786" y="70108"/>
                </a:lnTo>
                <a:lnTo>
                  <a:pt x="983652" y="71541"/>
                </a:lnTo>
                <a:lnTo>
                  <a:pt x="984450" y="73099"/>
                </a:lnTo>
                <a:lnTo>
                  <a:pt x="985172" y="74788"/>
                </a:lnTo>
                <a:lnTo>
                  <a:pt x="985814" y="76610"/>
                </a:lnTo>
                <a:lnTo>
                  <a:pt x="986371" y="78572"/>
                </a:lnTo>
                <a:lnTo>
                  <a:pt x="986837" y="80677"/>
                </a:lnTo>
                <a:lnTo>
                  <a:pt x="987208" y="82930"/>
                </a:lnTo>
                <a:lnTo>
                  <a:pt x="987477" y="85335"/>
                </a:lnTo>
                <a:lnTo>
                  <a:pt x="936196" y="85335"/>
                </a:lnTo>
                <a:lnTo>
                  <a:pt x="936578" y="83594"/>
                </a:lnTo>
                <a:lnTo>
                  <a:pt x="937048" y="81892"/>
                </a:lnTo>
                <a:lnTo>
                  <a:pt x="937602" y="80233"/>
                </a:lnTo>
                <a:lnTo>
                  <a:pt x="938238" y="78619"/>
                </a:lnTo>
                <a:lnTo>
                  <a:pt x="938953" y="77053"/>
                </a:lnTo>
                <a:close/>
                <a:moveTo>
                  <a:pt x="1202705" y="109621"/>
                </a:moveTo>
                <a:lnTo>
                  <a:pt x="1202418" y="109261"/>
                </a:lnTo>
                <a:lnTo>
                  <a:pt x="1202104" y="108941"/>
                </a:lnTo>
                <a:lnTo>
                  <a:pt x="1201767" y="108659"/>
                </a:lnTo>
                <a:lnTo>
                  <a:pt x="1201410" y="108412"/>
                </a:lnTo>
                <a:lnTo>
                  <a:pt x="1201039" y="108198"/>
                </a:lnTo>
                <a:lnTo>
                  <a:pt x="1200657" y="108014"/>
                </a:lnTo>
                <a:lnTo>
                  <a:pt x="1200269" y="107859"/>
                </a:lnTo>
                <a:lnTo>
                  <a:pt x="1199880" y="107730"/>
                </a:lnTo>
                <a:lnTo>
                  <a:pt x="1199493" y="107623"/>
                </a:lnTo>
                <a:lnTo>
                  <a:pt x="1199113" y="107539"/>
                </a:lnTo>
                <a:lnTo>
                  <a:pt x="1198745" y="107472"/>
                </a:lnTo>
                <a:lnTo>
                  <a:pt x="1198392" y="107423"/>
                </a:lnTo>
                <a:lnTo>
                  <a:pt x="1198060" y="107387"/>
                </a:lnTo>
                <a:lnTo>
                  <a:pt x="1197752" y="107363"/>
                </a:lnTo>
                <a:lnTo>
                  <a:pt x="1197473" y="107349"/>
                </a:lnTo>
                <a:lnTo>
                  <a:pt x="1197226" y="107341"/>
                </a:lnTo>
                <a:lnTo>
                  <a:pt x="1197018" y="107339"/>
                </a:lnTo>
                <a:lnTo>
                  <a:pt x="1196851" y="107338"/>
                </a:lnTo>
                <a:lnTo>
                  <a:pt x="1196427" y="107341"/>
                </a:lnTo>
                <a:lnTo>
                  <a:pt x="1196022" y="107352"/>
                </a:lnTo>
                <a:lnTo>
                  <a:pt x="1195636" y="107370"/>
                </a:lnTo>
                <a:lnTo>
                  <a:pt x="1195268" y="107398"/>
                </a:lnTo>
                <a:lnTo>
                  <a:pt x="1194917" y="107436"/>
                </a:lnTo>
                <a:lnTo>
                  <a:pt x="1194582" y="107486"/>
                </a:lnTo>
                <a:lnTo>
                  <a:pt x="1194263" y="107548"/>
                </a:lnTo>
                <a:lnTo>
                  <a:pt x="1193958" y="107624"/>
                </a:lnTo>
                <a:lnTo>
                  <a:pt x="1193668" y="107715"/>
                </a:lnTo>
                <a:lnTo>
                  <a:pt x="1193391" y="107822"/>
                </a:lnTo>
                <a:lnTo>
                  <a:pt x="1193127" y="107945"/>
                </a:lnTo>
                <a:lnTo>
                  <a:pt x="1192874" y="108087"/>
                </a:lnTo>
                <a:lnTo>
                  <a:pt x="1192632" y="108248"/>
                </a:lnTo>
                <a:lnTo>
                  <a:pt x="1192401" y="108429"/>
                </a:lnTo>
                <a:lnTo>
                  <a:pt x="1192179" y="108631"/>
                </a:lnTo>
                <a:lnTo>
                  <a:pt x="1191966" y="108855"/>
                </a:lnTo>
                <a:lnTo>
                  <a:pt x="1191761" y="109103"/>
                </a:lnTo>
                <a:lnTo>
                  <a:pt x="1191563" y="109376"/>
                </a:lnTo>
                <a:lnTo>
                  <a:pt x="1191372" y="109674"/>
                </a:lnTo>
                <a:lnTo>
                  <a:pt x="1191187" y="110000"/>
                </a:lnTo>
                <a:lnTo>
                  <a:pt x="1191006" y="110353"/>
                </a:lnTo>
                <a:lnTo>
                  <a:pt x="1190830" y="110734"/>
                </a:lnTo>
                <a:lnTo>
                  <a:pt x="1190658" y="111146"/>
                </a:lnTo>
                <a:lnTo>
                  <a:pt x="1190488" y="111589"/>
                </a:lnTo>
                <a:lnTo>
                  <a:pt x="1189926" y="112777"/>
                </a:lnTo>
                <a:lnTo>
                  <a:pt x="1189305" y="113883"/>
                </a:lnTo>
                <a:lnTo>
                  <a:pt x="1188630" y="114910"/>
                </a:lnTo>
                <a:lnTo>
                  <a:pt x="1187904" y="115861"/>
                </a:lnTo>
                <a:lnTo>
                  <a:pt x="1187134" y="116739"/>
                </a:lnTo>
                <a:lnTo>
                  <a:pt x="1186324" y="117546"/>
                </a:lnTo>
                <a:lnTo>
                  <a:pt x="1185479" y="118286"/>
                </a:lnTo>
                <a:lnTo>
                  <a:pt x="1184603" y="118960"/>
                </a:lnTo>
                <a:lnTo>
                  <a:pt x="1183703" y="119572"/>
                </a:lnTo>
                <a:lnTo>
                  <a:pt x="1182781" y="120125"/>
                </a:lnTo>
                <a:lnTo>
                  <a:pt x="1181844" y="120621"/>
                </a:lnTo>
                <a:lnTo>
                  <a:pt x="1180896" y="121063"/>
                </a:lnTo>
                <a:lnTo>
                  <a:pt x="1179942" y="121454"/>
                </a:lnTo>
                <a:lnTo>
                  <a:pt x="1178986" y="121796"/>
                </a:lnTo>
                <a:lnTo>
                  <a:pt x="1178035" y="122092"/>
                </a:lnTo>
                <a:lnTo>
                  <a:pt x="1177092" y="122346"/>
                </a:lnTo>
                <a:lnTo>
                  <a:pt x="1176162" y="122559"/>
                </a:lnTo>
                <a:lnTo>
                  <a:pt x="1175250" y="122735"/>
                </a:lnTo>
                <a:lnTo>
                  <a:pt x="1174362" y="122877"/>
                </a:lnTo>
                <a:lnTo>
                  <a:pt x="1173502" y="122986"/>
                </a:lnTo>
                <a:lnTo>
                  <a:pt x="1172674" y="123066"/>
                </a:lnTo>
                <a:lnTo>
                  <a:pt x="1171884" y="123120"/>
                </a:lnTo>
                <a:lnTo>
                  <a:pt x="1171137" y="123151"/>
                </a:lnTo>
                <a:lnTo>
                  <a:pt x="1170437" y="123160"/>
                </a:lnTo>
                <a:lnTo>
                  <a:pt x="1168630" y="123110"/>
                </a:lnTo>
                <a:lnTo>
                  <a:pt x="1166828" y="122961"/>
                </a:lnTo>
                <a:lnTo>
                  <a:pt x="1165037" y="122713"/>
                </a:lnTo>
                <a:lnTo>
                  <a:pt x="1163260" y="122369"/>
                </a:lnTo>
                <a:lnTo>
                  <a:pt x="1161503" y="121929"/>
                </a:lnTo>
                <a:lnTo>
                  <a:pt x="1159770" y="121394"/>
                </a:lnTo>
                <a:lnTo>
                  <a:pt x="1158067" y="120766"/>
                </a:lnTo>
                <a:lnTo>
                  <a:pt x="1156399" y="120045"/>
                </a:lnTo>
                <a:lnTo>
                  <a:pt x="1154770" y="119233"/>
                </a:lnTo>
                <a:lnTo>
                  <a:pt x="1153186" y="118332"/>
                </a:lnTo>
                <a:lnTo>
                  <a:pt x="1151651" y="117341"/>
                </a:lnTo>
                <a:lnTo>
                  <a:pt x="1150170" y="116263"/>
                </a:lnTo>
                <a:lnTo>
                  <a:pt x="1148748" y="115098"/>
                </a:lnTo>
                <a:lnTo>
                  <a:pt x="1147391" y="113847"/>
                </a:lnTo>
                <a:lnTo>
                  <a:pt x="1146103" y="112513"/>
                </a:lnTo>
                <a:lnTo>
                  <a:pt x="1144889" y="111095"/>
                </a:lnTo>
                <a:lnTo>
                  <a:pt x="1143753" y="109596"/>
                </a:lnTo>
                <a:lnTo>
                  <a:pt x="1142702" y="108016"/>
                </a:lnTo>
                <a:lnTo>
                  <a:pt x="1141740" y="106356"/>
                </a:lnTo>
                <a:lnTo>
                  <a:pt x="1140871" y="104617"/>
                </a:lnTo>
                <a:lnTo>
                  <a:pt x="1140101" y="102802"/>
                </a:lnTo>
                <a:lnTo>
                  <a:pt x="1139435" y="100910"/>
                </a:lnTo>
                <a:lnTo>
                  <a:pt x="1138877" y="98943"/>
                </a:lnTo>
                <a:lnTo>
                  <a:pt x="1138433" y="96903"/>
                </a:lnTo>
                <a:lnTo>
                  <a:pt x="1195886" y="96903"/>
                </a:lnTo>
                <a:lnTo>
                  <a:pt x="1196390" y="96902"/>
                </a:lnTo>
                <a:lnTo>
                  <a:pt x="1196888" y="96899"/>
                </a:lnTo>
                <a:lnTo>
                  <a:pt x="1197379" y="96889"/>
                </a:lnTo>
                <a:lnTo>
                  <a:pt x="1197862" y="96870"/>
                </a:lnTo>
                <a:lnTo>
                  <a:pt x="1198336" y="96838"/>
                </a:lnTo>
                <a:lnTo>
                  <a:pt x="1198798" y="96792"/>
                </a:lnTo>
                <a:lnTo>
                  <a:pt x="1199248" y="96726"/>
                </a:lnTo>
                <a:lnTo>
                  <a:pt x="1199684" y="96639"/>
                </a:lnTo>
                <a:lnTo>
                  <a:pt x="1200104" y="96527"/>
                </a:lnTo>
                <a:lnTo>
                  <a:pt x="1200508" y="96387"/>
                </a:lnTo>
                <a:lnTo>
                  <a:pt x="1200893" y="96216"/>
                </a:lnTo>
                <a:lnTo>
                  <a:pt x="1201259" y="96012"/>
                </a:lnTo>
                <a:lnTo>
                  <a:pt x="1201604" y="95770"/>
                </a:lnTo>
                <a:lnTo>
                  <a:pt x="1201926" y="95487"/>
                </a:lnTo>
                <a:lnTo>
                  <a:pt x="1202224" y="95162"/>
                </a:lnTo>
                <a:lnTo>
                  <a:pt x="1202497" y="94790"/>
                </a:lnTo>
                <a:lnTo>
                  <a:pt x="1202743" y="94369"/>
                </a:lnTo>
                <a:lnTo>
                  <a:pt x="1202961" y="93894"/>
                </a:lnTo>
                <a:lnTo>
                  <a:pt x="1203149" y="93365"/>
                </a:lnTo>
                <a:lnTo>
                  <a:pt x="1203306" y="92776"/>
                </a:lnTo>
                <a:lnTo>
                  <a:pt x="1203431" y="92126"/>
                </a:lnTo>
                <a:lnTo>
                  <a:pt x="1203522" y="91410"/>
                </a:lnTo>
                <a:lnTo>
                  <a:pt x="1203577" y="90626"/>
                </a:lnTo>
                <a:lnTo>
                  <a:pt x="1203596" y="89772"/>
                </a:lnTo>
                <a:lnTo>
                  <a:pt x="1203532" y="87041"/>
                </a:lnTo>
                <a:lnTo>
                  <a:pt x="1203339" y="84349"/>
                </a:lnTo>
                <a:lnTo>
                  <a:pt x="1203017" y="81703"/>
                </a:lnTo>
                <a:lnTo>
                  <a:pt x="1202566" y="79109"/>
                </a:lnTo>
                <a:lnTo>
                  <a:pt x="1201986" y="76576"/>
                </a:lnTo>
                <a:lnTo>
                  <a:pt x="1201277" y="74109"/>
                </a:lnTo>
                <a:lnTo>
                  <a:pt x="1200438" y="71715"/>
                </a:lnTo>
                <a:lnTo>
                  <a:pt x="1199469" y="69401"/>
                </a:lnTo>
                <a:lnTo>
                  <a:pt x="1198371" y="67175"/>
                </a:lnTo>
                <a:lnTo>
                  <a:pt x="1197142" y="65042"/>
                </a:lnTo>
                <a:lnTo>
                  <a:pt x="1195783" y="63010"/>
                </a:lnTo>
                <a:lnTo>
                  <a:pt x="1194294" y="61086"/>
                </a:lnTo>
                <a:lnTo>
                  <a:pt x="1192675" y="59277"/>
                </a:lnTo>
                <a:lnTo>
                  <a:pt x="1190924" y="57588"/>
                </a:lnTo>
                <a:lnTo>
                  <a:pt x="1189043" y="56028"/>
                </a:lnTo>
                <a:lnTo>
                  <a:pt x="1187031" y="54603"/>
                </a:lnTo>
                <a:lnTo>
                  <a:pt x="1184887" y="53320"/>
                </a:lnTo>
                <a:lnTo>
                  <a:pt x="1182612" y="52186"/>
                </a:lnTo>
                <a:lnTo>
                  <a:pt x="1180206" y="51207"/>
                </a:lnTo>
                <a:lnTo>
                  <a:pt x="1177668" y="50391"/>
                </a:lnTo>
                <a:lnTo>
                  <a:pt x="1174998" y="49745"/>
                </a:lnTo>
                <a:lnTo>
                  <a:pt x="1172196" y="49274"/>
                </a:lnTo>
                <a:lnTo>
                  <a:pt x="1169261" y="48987"/>
                </a:lnTo>
                <a:lnTo>
                  <a:pt x="1166195" y="48890"/>
                </a:lnTo>
                <a:lnTo>
                  <a:pt x="1163351" y="48989"/>
                </a:lnTo>
                <a:lnTo>
                  <a:pt x="1160559" y="49283"/>
                </a:lnTo>
                <a:lnTo>
                  <a:pt x="1157826" y="49765"/>
                </a:lnTo>
                <a:lnTo>
                  <a:pt x="1155158" y="50428"/>
                </a:lnTo>
                <a:lnTo>
                  <a:pt x="1152560" y="51267"/>
                </a:lnTo>
                <a:lnTo>
                  <a:pt x="1150039" y="52274"/>
                </a:lnTo>
                <a:lnTo>
                  <a:pt x="1147601" y="53443"/>
                </a:lnTo>
                <a:lnTo>
                  <a:pt x="1145252" y="54768"/>
                </a:lnTo>
                <a:lnTo>
                  <a:pt x="1142997" y="56242"/>
                </a:lnTo>
                <a:lnTo>
                  <a:pt x="1140844" y="57860"/>
                </a:lnTo>
                <a:lnTo>
                  <a:pt x="1138799" y="59613"/>
                </a:lnTo>
                <a:lnTo>
                  <a:pt x="1136866" y="61497"/>
                </a:lnTo>
                <a:lnTo>
                  <a:pt x="1135053" y="63504"/>
                </a:lnTo>
                <a:lnTo>
                  <a:pt x="1133366" y="65628"/>
                </a:lnTo>
                <a:lnTo>
                  <a:pt x="1131810" y="67863"/>
                </a:lnTo>
                <a:lnTo>
                  <a:pt x="1130393" y="70202"/>
                </a:lnTo>
                <a:lnTo>
                  <a:pt x="1129119" y="72639"/>
                </a:lnTo>
                <a:lnTo>
                  <a:pt x="1127995" y="75167"/>
                </a:lnTo>
                <a:lnTo>
                  <a:pt x="1127027" y="77780"/>
                </a:lnTo>
                <a:lnTo>
                  <a:pt x="1126222" y="80472"/>
                </a:lnTo>
                <a:lnTo>
                  <a:pt x="1125585" y="83235"/>
                </a:lnTo>
                <a:lnTo>
                  <a:pt x="1125122" y="86064"/>
                </a:lnTo>
                <a:lnTo>
                  <a:pt x="1124840" y="88952"/>
                </a:lnTo>
                <a:lnTo>
                  <a:pt x="1124745" y="91893"/>
                </a:lnTo>
                <a:lnTo>
                  <a:pt x="1124845" y="94815"/>
                </a:lnTo>
                <a:lnTo>
                  <a:pt x="1125142" y="97688"/>
                </a:lnTo>
                <a:lnTo>
                  <a:pt x="1125630" y="100506"/>
                </a:lnTo>
                <a:lnTo>
                  <a:pt x="1126302" y="103261"/>
                </a:lnTo>
                <a:lnTo>
                  <a:pt x="1127153" y="105946"/>
                </a:lnTo>
                <a:lnTo>
                  <a:pt x="1128176" y="108556"/>
                </a:lnTo>
                <a:lnTo>
                  <a:pt x="1129365" y="111084"/>
                </a:lnTo>
                <a:lnTo>
                  <a:pt x="1130714" y="113522"/>
                </a:lnTo>
                <a:lnTo>
                  <a:pt x="1132217" y="115864"/>
                </a:lnTo>
                <a:lnTo>
                  <a:pt x="1133868" y="118104"/>
                </a:lnTo>
                <a:lnTo>
                  <a:pt x="1135661" y="120234"/>
                </a:lnTo>
                <a:lnTo>
                  <a:pt x="1137589" y="122248"/>
                </a:lnTo>
                <a:lnTo>
                  <a:pt x="1139647" y="124140"/>
                </a:lnTo>
                <a:lnTo>
                  <a:pt x="1141829" y="125902"/>
                </a:lnTo>
                <a:lnTo>
                  <a:pt x="1144127" y="127529"/>
                </a:lnTo>
                <a:lnTo>
                  <a:pt x="1146537" y="129012"/>
                </a:lnTo>
                <a:lnTo>
                  <a:pt x="1149052" y="130346"/>
                </a:lnTo>
                <a:lnTo>
                  <a:pt x="1151666" y="131524"/>
                </a:lnTo>
                <a:lnTo>
                  <a:pt x="1154373" y="132539"/>
                </a:lnTo>
                <a:lnTo>
                  <a:pt x="1157166" y="133384"/>
                </a:lnTo>
                <a:lnTo>
                  <a:pt x="1160041" y="134054"/>
                </a:lnTo>
                <a:lnTo>
                  <a:pt x="1162989" y="134540"/>
                </a:lnTo>
                <a:lnTo>
                  <a:pt x="1166007" y="134837"/>
                </a:lnTo>
                <a:lnTo>
                  <a:pt x="1169086" y="134937"/>
                </a:lnTo>
                <a:lnTo>
                  <a:pt x="1172183" y="134849"/>
                </a:lnTo>
                <a:lnTo>
                  <a:pt x="1175111" y="134593"/>
                </a:lnTo>
                <a:lnTo>
                  <a:pt x="1177876" y="134181"/>
                </a:lnTo>
                <a:lnTo>
                  <a:pt x="1180479" y="133629"/>
                </a:lnTo>
                <a:lnTo>
                  <a:pt x="1182924" y="132947"/>
                </a:lnTo>
                <a:lnTo>
                  <a:pt x="1185215" y="132149"/>
                </a:lnTo>
                <a:lnTo>
                  <a:pt x="1187354" y="131248"/>
                </a:lnTo>
                <a:lnTo>
                  <a:pt x="1189344" y="130257"/>
                </a:lnTo>
                <a:lnTo>
                  <a:pt x="1191189" y="129189"/>
                </a:lnTo>
                <a:lnTo>
                  <a:pt x="1192892" y="128057"/>
                </a:lnTo>
                <a:lnTo>
                  <a:pt x="1194456" y="126874"/>
                </a:lnTo>
                <a:lnTo>
                  <a:pt x="1195885" y="125653"/>
                </a:lnTo>
                <a:lnTo>
                  <a:pt x="1197181" y="124406"/>
                </a:lnTo>
                <a:lnTo>
                  <a:pt x="1198347" y="123148"/>
                </a:lnTo>
                <a:lnTo>
                  <a:pt x="1199387" y="121890"/>
                </a:lnTo>
                <a:lnTo>
                  <a:pt x="1200305" y="120646"/>
                </a:lnTo>
                <a:lnTo>
                  <a:pt x="1201102" y="119429"/>
                </a:lnTo>
                <a:lnTo>
                  <a:pt x="1201783" y="118251"/>
                </a:lnTo>
                <a:lnTo>
                  <a:pt x="1202350" y="117126"/>
                </a:lnTo>
                <a:lnTo>
                  <a:pt x="1202807" y="116067"/>
                </a:lnTo>
                <a:lnTo>
                  <a:pt x="1203157" y="115086"/>
                </a:lnTo>
                <a:lnTo>
                  <a:pt x="1203403" y="114197"/>
                </a:lnTo>
                <a:lnTo>
                  <a:pt x="1203549" y="113412"/>
                </a:lnTo>
                <a:lnTo>
                  <a:pt x="1203596" y="112747"/>
                </a:lnTo>
                <a:lnTo>
                  <a:pt x="1203568" y="112100"/>
                </a:lnTo>
                <a:lnTo>
                  <a:pt x="1203486" y="111505"/>
                </a:lnTo>
                <a:lnTo>
                  <a:pt x="1203354" y="110963"/>
                </a:lnTo>
                <a:lnTo>
                  <a:pt x="1203177" y="110469"/>
                </a:lnTo>
                <a:lnTo>
                  <a:pt x="1202959" y="110023"/>
                </a:lnTo>
                <a:lnTo>
                  <a:pt x="1202705" y="109621"/>
                </a:lnTo>
                <a:close/>
                <a:moveTo>
                  <a:pt x="1141384" y="77053"/>
                </a:moveTo>
                <a:lnTo>
                  <a:pt x="1142175" y="75539"/>
                </a:lnTo>
                <a:lnTo>
                  <a:pt x="1143040" y="74080"/>
                </a:lnTo>
                <a:lnTo>
                  <a:pt x="1143975" y="72679"/>
                </a:lnTo>
                <a:lnTo>
                  <a:pt x="1144977" y="71339"/>
                </a:lnTo>
                <a:lnTo>
                  <a:pt x="1146045" y="70063"/>
                </a:lnTo>
                <a:lnTo>
                  <a:pt x="1147174" y="68853"/>
                </a:lnTo>
                <a:lnTo>
                  <a:pt x="1148362" y="67714"/>
                </a:lnTo>
                <a:lnTo>
                  <a:pt x="1149607" y="66649"/>
                </a:lnTo>
                <a:lnTo>
                  <a:pt x="1150905" y="65660"/>
                </a:lnTo>
                <a:lnTo>
                  <a:pt x="1152253" y="64750"/>
                </a:lnTo>
                <a:lnTo>
                  <a:pt x="1153650" y="63923"/>
                </a:lnTo>
                <a:lnTo>
                  <a:pt x="1155091" y="63182"/>
                </a:lnTo>
                <a:lnTo>
                  <a:pt x="1156574" y="62529"/>
                </a:lnTo>
                <a:lnTo>
                  <a:pt x="1158096" y="61968"/>
                </a:lnTo>
                <a:lnTo>
                  <a:pt x="1159654" y="61503"/>
                </a:lnTo>
                <a:lnTo>
                  <a:pt x="1161246" y="61135"/>
                </a:lnTo>
                <a:lnTo>
                  <a:pt x="1162869" y="60869"/>
                </a:lnTo>
                <a:lnTo>
                  <a:pt x="1164519" y="60707"/>
                </a:lnTo>
                <a:lnTo>
                  <a:pt x="1166195" y="60652"/>
                </a:lnTo>
                <a:lnTo>
                  <a:pt x="1167457" y="60678"/>
                </a:lnTo>
                <a:lnTo>
                  <a:pt x="1168734" y="60758"/>
                </a:lnTo>
                <a:lnTo>
                  <a:pt x="1170021" y="60898"/>
                </a:lnTo>
                <a:lnTo>
                  <a:pt x="1171312" y="61101"/>
                </a:lnTo>
                <a:lnTo>
                  <a:pt x="1172602" y="61372"/>
                </a:lnTo>
                <a:lnTo>
                  <a:pt x="1173885" y="61716"/>
                </a:lnTo>
                <a:lnTo>
                  <a:pt x="1175157" y="62136"/>
                </a:lnTo>
                <a:lnTo>
                  <a:pt x="1176413" y="62638"/>
                </a:lnTo>
                <a:lnTo>
                  <a:pt x="1177646" y="63225"/>
                </a:lnTo>
                <a:lnTo>
                  <a:pt x="1178852" y="63902"/>
                </a:lnTo>
                <a:lnTo>
                  <a:pt x="1180025" y="64674"/>
                </a:lnTo>
                <a:lnTo>
                  <a:pt x="1181160" y="65545"/>
                </a:lnTo>
                <a:lnTo>
                  <a:pt x="1182252" y="66520"/>
                </a:lnTo>
                <a:lnTo>
                  <a:pt x="1183296" y="67602"/>
                </a:lnTo>
                <a:lnTo>
                  <a:pt x="1184286" y="68797"/>
                </a:lnTo>
                <a:lnTo>
                  <a:pt x="1185217" y="70108"/>
                </a:lnTo>
                <a:lnTo>
                  <a:pt x="1186083" y="71541"/>
                </a:lnTo>
                <a:lnTo>
                  <a:pt x="1186881" y="73099"/>
                </a:lnTo>
                <a:lnTo>
                  <a:pt x="1187603" y="74788"/>
                </a:lnTo>
                <a:lnTo>
                  <a:pt x="1188245" y="76610"/>
                </a:lnTo>
                <a:lnTo>
                  <a:pt x="1188802" y="78572"/>
                </a:lnTo>
                <a:lnTo>
                  <a:pt x="1189268" y="80677"/>
                </a:lnTo>
                <a:lnTo>
                  <a:pt x="1189639" y="82930"/>
                </a:lnTo>
                <a:lnTo>
                  <a:pt x="1189908" y="85335"/>
                </a:lnTo>
                <a:lnTo>
                  <a:pt x="1138627" y="85335"/>
                </a:lnTo>
                <a:lnTo>
                  <a:pt x="1139009" y="83594"/>
                </a:lnTo>
                <a:lnTo>
                  <a:pt x="1139479" y="81892"/>
                </a:lnTo>
                <a:lnTo>
                  <a:pt x="1140033" y="80233"/>
                </a:lnTo>
                <a:lnTo>
                  <a:pt x="1140669" y="78619"/>
                </a:lnTo>
                <a:lnTo>
                  <a:pt x="1141384" y="77053"/>
                </a:lnTo>
                <a:close/>
                <a:moveTo>
                  <a:pt x="297999" y="124569"/>
                </a:moveTo>
                <a:lnTo>
                  <a:pt x="297725" y="124172"/>
                </a:lnTo>
                <a:lnTo>
                  <a:pt x="297420" y="123818"/>
                </a:lnTo>
                <a:lnTo>
                  <a:pt x="297088" y="123507"/>
                </a:lnTo>
                <a:lnTo>
                  <a:pt x="296732" y="123234"/>
                </a:lnTo>
                <a:lnTo>
                  <a:pt x="296355" y="122998"/>
                </a:lnTo>
                <a:lnTo>
                  <a:pt x="295959" y="122795"/>
                </a:lnTo>
                <a:lnTo>
                  <a:pt x="295548" y="122623"/>
                </a:lnTo>
                <a:lnTo>
                  <a:pt x="295126" y="122480"/>
                </a:lnTo>
                <a:lnTo>
                  <a:pt x="294694" y="122363"/>
                </a:lnTo>
                <a:lnTo>
                  <a:pt x="294257" y="122269"/>
                </a:lnTo>
                <a:lnTo>
                  <a:pt x="293817" y="122196"/>
                </a:lnTo>
                <a:lnTo>
                  <a:pt x="293377" y="122141"/>
                </a:lnTo>
                <a:lnTo>
                  <a:pt x="292941" y="122102"/>
                </a:lnTo>
                <a:lnTo>
                  <a:pt x="292512" y="122076"/>
                </a:lnTo>
                <a:lnTo>
                  <a:pt x="292092" y="122060"/>
                </a:lnTo>
                <a:lnTo>
                  <a:pt x="291685" y="122052"/>
                </a:lnTo>
                <a:lnTo>
                  <a:pt x="291294" y="122049"/>
                </a:lnTo>
                <a:lnTo>
                  <a:pt x="290922" y="122048"/>
                </a:lnTo>
                <a:lnTo>
                  <a:pt x="283212" y="122048"/>
                </a:lnTo>
                <a:lnTo>
                  <a:pt x="258534" y="91040"/>
                </a:lnTo>
                <a:lnTo>
                  <a:pt x="280512" y="62535"/>
                </a:lnTo>
                <a:lnTo>
                  <a:pt x="288225" y="62535"/>
                </a:lnTo>
                <a:lnTo>
                  <a:pt x="288575" y="62534"/>
                </a:lnTo>
                <a:lnTo>
                  <a:pt x="288947" y="62531"/>
                </a:lnTo>
                <a:lnTo>
                  <a:pt x="289339" y="62523"/>
                </a:lnTo>
                <a:lnTo>
                  <a:pt x="289747" y="62508"/>
                </a:lnTo>
                <a:lnTo>
                  <a:pt x="290168" y="62482"/>
                </a:lnTo>
                <a:lnTo>
                  <a:pt x="290598" y="62444"/>
                </a:lnTo>
                <a:lnTo>
                  <a:pt x="291034" y="62391"/>
                </a:lnTo>
                <a:lnTo>
                  <a:pt x="291473" y="62321"/>
                </a:lnTo>
                <a:lnTo>
                  <a:pt x="291911" y="62230"/>
                </a:lnTo>
                <a:lnTo>
                  <a:pt x="292346" y="62116"/>
                </a:lnTo>
                <a:lnTo>
                  <a:pt x="292773" y="61978"/>
                </a:lnTo>
                <a:lnTo>
                  <a:pt x="293189" y="61812"/>
                </a:lnTo>
                <a:lnTo>
                  <a:pt x="293591" y="61616"/>
                </a:lnTo>
                <a:lnTo>
                  <a:pt x="293976" y="61387"/>
                </a:lnTo>
                <a:lnTo>
                  <a:pt x="294340" y="61123"/>
                </a:lnTo>
                <a:lnTo>
                  <a:pt x="294680" y="60821"/>
                </a:lnTo>
                <a:lnTo>
                  <a:pt x="294992" y="60479"/>
                </a:lnTo>
                <a:lnTo>
                  <a:pt x="295274" y="60095"/>
                </a:lnTo>
                <a:lnTo>
                  <a:pt x="295521" y="59665"/>
                </a:lnTo>
                <a:lnTo>
                  <a:pt x="295731" y="59188"/>
                </a:lnTo>
                <a:lnTo>
                  <a:pt x="295900" y="58660"/>
                </a:lnTo>
                <a:lnTo>
                  <a:pt x="296025" y="58080"/>
                </a:lnTo>
                <a:lnTo>
                  <a:pt x="296103" y="57444"/>
                </a:lnTo>
                <a:lnTo>
                  <a:pt x="296129" y="56751"/>
                </a:lnTo>
                <a:lnTo>
                  <a:pt x="296104" y="56034"/>
                </a:lnTo>
                <a:lnTo>
                  <a:pt x="296029" y="55377"/>
                </a:lnTo>
                <a:lnTo>
                  <a:pt x="295908" y="54778"/>
                </a:lnTo>
                <a:lnTo>
                  <a:pt x="295745" y="54232"/>
                </a:lnTo>
                <a:lnTo>
                  <a:pt x="295541" y="53739"/>
                </a:lnTo>
                <a:lnTo>
                  <a:pt x="295301" y="53295"/>
                </a:lnTo>
                <a:lnTo>
                  <a:pt x="295027" y="52897"/>
                </a:lnTo>
                <a:lnTo>
                  <a:pt x="294723" y="52544"/>
                </a:lnTo>
                <a:lnTo>
                  <a:pt x="294391" y="52232"/>
                </a:lnTo>
                <a:lnTo>
                  <a:pt x="294035" y="51959"/>
                </a:lnTo>
                <a:lnTo>
                  <a:pt x="293657" y="51723"/>
                </a:lnTo>
                <a:lnTo>
                  <a:pt x="293262" y="51520"/>
                </a:lnTo>
                <a:lnTo>
                  <a:pt x="292851" y="51348"/>
                </a:lnTo>
                <a:lnTo>
                  <a:pt x="292428" y="51205"/>
                </a:lnTo>
                <a:lnTo>
                  <a:pt x="291997" y="51088"/>
                </a:lnTo>
                <a:lnTo>
                  <a:pt x="291559" y="50994"/>
                </a:lnTo>
                <a:lnTo>
                  <a:pt x="291119" y="50921"/>
                </a:lnTo>
                <a:lnTo>
                  <a:pt x="290680" y="50866"/>
                </a:lnTo>
                <a:lnTo>
                  <a:pt x="290244" y="50827"/>
                </a:lnTo>
                <a:lnTo>
                  <a:pt x="289814" y="50800"/>
                </a:lnTo>
                <a:lnTo>
                  <a:pt x="289395" y="50784"/>
                </a:lnTo>
                <a:lnTo>
                  <a:pt x="288988" y="50776"/>
                </a:lnTo>
                <a:lnTo>
                  <a:pt x="288597" y="50773"/>
                </a:lnTo>
                <a:lnTo>
                  <a:pt x="288225" y="50773"/>
                </a:lnTo>
                <a:lnTo>
                  <a:pt x="265667" y="50773"/>
                </a:lnTo>
                <a:lnTo>
                  <a:pt x="265296" y="50773"/>
                </a:lnTo>
                <a:lnTo>
                  <a:pt x="264908" y="50776"/>
                </a:lnTo>
                <a:lnTo>
                  <a:pt x="264506" y="50784"/>
                </a:lnTo>
                <a:lnTo>
                  <a:pt x="264092" y="50799"/>
                </a:lnTo>
                <a:lnTo>
                  <a:pt x="263670" y="50825"/>
                </a:lnTo>
                <a:lnTo>
                  <a:pt x="263243" y="50863"/>
                </a:lnTo>
                <a:lnTo>
                  <a:pt x="262813" y="50916"/>
                </a:lnTo>
                <a:lnTo>
                  <a:pt x="262383" y="50987"/>
                </a:lnTo>
                <a:lnTo>
                  <a:pt x="261957" y="51078"/>
                </a:lnTo>
                <a:lnTo>
                  <a:pt x="261537" y="51191"/>
                </a:lnTo>
                <a:lnTo>
                  <a:pt x="261126" y="51330"/>
                </a:lnTo>
                <a:lnTo>
                  <a:pt x="260728" y="51496"/>
                </a:lnTo>
                <a:lnTo>
                  <a:pt x="260344" y="51692"/>
                </a:lnTo>
                <a:lnTo>
                  <a:pt x="259979" y="51921"/>
                </a:lnTo>
                <a:lnTo>
                  <a:pt x="259634" y="52186"/>
                </a:lnTo>
                <a:lnTo>
                  <a:pt x="259313" y="52487"/>
                </a:lnTo>
                <a:lnTo>
                  <a:pt x="259019" y="52829"/>
                </a:lnTo>
                <a:lnTo>
                  <a:pt x="258755" y="53214"/>
                </a:lnTo>
                <a:lnTo>
                  <a:pt x="258523" y="53644"/>
                </a:lnTo>
                <a:lnTo>
                  <a:pt x="258327" y="54122"/>
                </a:lnTo>
                <a:lnTo>
                  <a:pt x="258170" y="54649"/>
                </a:lnTo>
                <a:lnTo>
                  <a:pt x="258053" y="55230"/>
                </a:lnTo>
                <a:lnTo>
                  <a:pt x="257982" y="55866"/>
                </a:lnTo>
                <a:lnTo>
                  <a:pt x="257957" y="56560"/>
                </a:lnTo>
                <a:lnTo>
                  <a:pt x="257979" y="57276"/>
                </a:lnTo>
                <a:lnTo>
                  <a:pt x="258043" y="57932"/>
                </a:lnTo>
                <a:lnTo>
                  <a:pt x="258149" y="58532"/>
                </a:lnTo>
                <a:lnTo>
                  <a:pt x="258295" y="59077"/>
                </a:lnTo>
                <a:lnTo>
                  <a:pt x="258480" y="59570"/>
                </a:lnTo>
                <a:lnTo>
                  <a:pt x="258701" y="60014"/>
                </a:lnTo>
                <a:lnTo>
                  <a:pt x="258958" y="60411"/>
                </a:lnTo>
                <a:lnTo>
                  <a:pt x="259249" y="60764"/>
                </a:lnTo>
                <a:lnTo>
                  <a:pt x="259574" y="61076"/>
                </a:lnTo>
                <a:lnTo>
                  <a:pt x="259929" y="61349"/>
                </a:lnTo>
                <a:lnTo>
                  <a:pt x="260315" y="61585"/>
                </a:lnTo>
                <a:lnTo>
                  <a:pt x="260728" y="61788"/>
                </a:lnTo>
                <a:lnTo>
                  <a:pt x="261170" y="61959"/>
                </a:lnTo>
                <a:lnTo>
                  <a:pt x="261636" y="62103"/>
                </a:lnTo>
                <a:lnTo>
                  <a:pt x="262127" y="62220"/>
                </a:lnTo>
                <a:lnTo>
                  <a:pt x="262641" y="62313"/>
                </a:lnTo>
                <a:lnTo>
                  <a:pt x="263176" y="62386"/>
                </a:lnTo>
                <a:lnTo>
                  <a:pt x="263732" y="62441"/>
                </a:lnTo>
                <a:lnTo>
                  <a:pt x="264305" y="62481"/>
                </a:lnTo>
                <a:lnTo>
                  <a:pt x="264896" y="62507"/>
                </a:lnTo>
                <a:lnTo>
                  <a:pt x="265503" y="62523"/>
                </a:lnTo>
                <a:lnTo>
                  <a:pt x="266124" y="62531"/>
                </a:lnTo>
                <a:lnTo>
                  <a:pt x="266758" y="62534"/>
                </a:lnTo>
                <a:lnTo>
                  <a:pt x="267403" y="62535"/>
                </a:lnTo>
                <a:lnTo>
                  <a:pt x="253135" y="81987"/>
                </a:lnTo>
                <a:lnTo>
                  <a:pt x="238485" y="62535"/>
                </a:lnTo>
                <a:lnTo>
                  <a:pt x="239108" y="62534"/>
                </a:lnTo>
                <a:lnTo>
                  <a:pt x="239720" y="62531"/>
                </a:lnTo>
                <a:lnTo>
                  <a:pt x="240322" y="62523"/>
                </a:lnTo>
                <a:lnTo>
                  <a:pt x="240911" y="62507"/>
                </a:lnTo>
                <a:lnTo>
                  <a:pt x="241486" y="62481"/>
                </a:lnTo>
                <a:lnTo>
                  <a:pt x="242046" y="62441"/>
                </a:lnTo>
                <a:lnTo>
                  <a:pt x="242588" y="62386"/>
                </a:lnTo>
                <a:lnTo>
                  <a:pt x="243112" y="62313"/>
                </a:lnTo>
                <a:lnTo>
                  <a:pt x="243616" y="62220"/>
                </a:lnTo>
                <a:lnTo>
                  <a:pt x="244098" y="62103"/>
                </a:lnTo>
                <a:lnTo>
                  <a:pt x="244557" y="61959"/>
                </a:lnTo>
                <a:lnTo>
                  <a:pt x="244991" y="61788"/>
                </a:lnTo>
                <a:lnTo>
                  <a:pt x="245399" y="61585"/>
                </a:lnTo>
                <a:lnTo>
                  <a:pt x="245780" y="61349"/>
                </a:lnTo>
                <a:lnTo>
                  <a:pt x="246132" y="61076"/>
                </a:lnTo>
                <a:lnTo>
                  <a:pt x="246453" y="60764"/>
                </a:lnTo>
                <a:lnTo>
                  <a:pt x="246741" y="60411"/>
                </a:lnTo>
                <a:lnTo>
                  <a:pt x="246997" y="60014"/>
                </a:lnTo>
                <a:lnTo>
                  <a:pt x="247217" y="59570"/>
                </a:lnTo>
                <a:lnTo>
                  <a:pt x="247400" y="59077"/>
                </a:lnTo>
                <a:lnTo>
                  <a:pt x="247545" y="58532"/>
                </a:lnTo>
                <a:lnTo>
                  <a:pt x="247651" y="57932"/>
                </a:lnTo>
                <a:lnTo>
                  <a:pt x="247715" y="57276"/>
                </a:lnTo>
                <a:lnTo>
                  <a:pt x="247737" y="56560"/>
                </a:lnTo>
                <a:lnTo>
                  <a:pt x="247713" y="55866"/>
                </a:lnTo>
                <a:lnTo>
                  <a:pt x="247641" y="55230"/>
                </a:lnTo>
                <a:lnTo>
                  <a:pt x="247525" y="54649"/>
                </a:lnTo>
                <a:lnTo>
                  <a:pt x="247367" y="54122"/>
                </a:lnTo>
                <a:lnTo>
                  <a:pt x="247171" y="53644"/>
                </a:lnTo>
                <a:lnTo>
                  <a:pt x="246939" y="53214"/>
                </a:lnTo>
                <a:lnTo>
                  <a:pt x="246675" y="52829"/>
                </a:lnTo>
                <a:lnTo>
                  <a:pt x="246381" y="52487"/>
                </a:lnTo>
                <a:lnTo>
                  <a:pt x="246060" y="52186"/>
                </a:lnTo>
                <a:lnTo>
                  <a:pt x="245715" y="51921"/>
                </a:lnTo>
                <a:lnTo>
                  <a:pt x="245350" y="51692"/>
                </a:lnTo>
                <a:lnTo>
                  <a:pt x="244966" y="51496"/>
                </a:lnTo>
                <a:lnTo>
                  <a:pt x="244568" y="51330"/>
                </a:lnTo>
                <a:lnTo>
                  <a:pt x="244157" y="51191"/>
                </a:lnTo>
                <a:lnTo>
                  <a:pt x="243737" y="51078"/>
                </a:lnTo>
                <a:lnTo>
                  <a:pt x="243311" y="50987"/>
                </a:lnTo>
                <a:lnTo>
                  <a:pt x="242882" y="50916"/>
                </a:lnTo>
                <a:lnTo>
                  <a:pt x="242452" y="50863"/>
                </a:lnTo>
                <a:lnTo>
                  <a:pt x="242024" y="50825"/>
                </a:lnTo>
                <a:lnTo>
                  <a:pt x="241602" y="50799"/>
                </a:lnTo>
                <a:lnTo>
                  <a:pt x="241188" y="50784"/>
                </a:lnTo>
                <a:lnTo>
                  <a:pt x="240786" y="50776"/>
                </a:lnTo>
                <a:lnTo>
                  <a:pt x="240398" y="50773"/>
                </a:lnTo>
                <a:lnTo>
                  <a:pt x="240027" y="50773"/>
                </a:lnTo>
                <a:lnTo>
                  <a:pt x="217469" y="50773"/>
                </a:lnTo>
                <a:lnTo>
                  <a:pt x="217097" y="50773"/>
                </a:lnTo>
                <a:lnTo>
                  <a:pt x="216706" y="50776"/>
                </a:lnTo>
                <a:lnTo>
                  <a:pt x="216299" y="50784"/>
                </a:lnTo>
                <a:lnTo>
                  <a:pt x="215880" y="50800"/>
                </a:lnTo>
                <a:lnTo>
                  <a:pt x="215450" y="50827"/>
                </a:lnTo>
                <a:lnTo>
                  <a:pt x="215014" y="50866"/>
                </a:lnTo>
                <a:lnTo>
                  <a:pt x="214575" y="50921"/>
                </a:lnTo>
                <a:lnTo>
                  <a:pt x="214135" y="50994"/>
                </a:lnTo>
                <a:lnTo>
                  <a:pt x="213698" y="51088"/>
                </a:lnTo>
                <a:lnTo>
                  <a:pt x="213266" y="51205"/>
                </a:lnTo>
                <a:lnTo>
                  <a:pt x="212843" y="51348"/>
                </a:lnTo>
                <a:lnTo>
                  <a:pt x="212433" y="51520"/>
                </a:lnTo>
                <a:lnTo>
                  <a:pt x="212037" y="51723"/>
                </a:lnTo>
                <a:lnTo>
                  <a:pt x="211660" y="51959"/>
                </a:lnTo>
                <a:lnTo>
                  <a:pt x="211303" y="52232"/>
                </a:lnTo>
                <a:lnTo>
                  <a:pt x="210972" y="52544"/>
                </a:lnTo>
                <a:lnTo>
                  <a:pt x="210667" y="52897"/>
                </a:lnTo>
                <a:lnTo>
                  <a:pt x="210393" y="53295"/>
                </a:lnTo>
                <a:lnTo>
                  <a:pt x="210153" y="53739"/>
                </a:lnTo>
                <a:lnTo>
                  <a:pt x="209950" y="54232"/>
                </a:lnTo>
                <a:lnTo>
                  <a:pt x="209786" y="54778"/>
                </a:lnTo>
                <a:lnTo>
                  <a:pt x="209665" y="55377"/>
                </a:lnTo>
                <a:lnTo>
                  <a:pt x="209590" y="56034"/>
                </a:lnTo>
                <a:lnTo>
                  <a:pt x="209565" y="56751"/>
                </a:lnTo>
                <a:lnTo>
                  <a:pt x="209591" y="57444"/>
                </a:lnTo>
                <a:lnTo>
                  <a:pt x="209669" y="58080"/>
                </a:lnTo>
                <a:lnTo>
                  <a:pt x="209794" y="58660"/>
                </a:lnTo>
                <a:lnTo>
                  <a:pt x="209963" y="59188"/>
                </a:lnTo>
                <a:lnTo>
                  <a:pt x="210173" y="59665"/>
                </a:lnTo>
                <a:lnTo>
                  <a:pt x="210421" y="60095"/>
                </a:lnTo>
                <a:lnTo>
                  <a:pt x="210702" y="60479"/>
                </a:lnTo>
                <a:lnTo>
                  <a:pt x="211015" y="60821"/>
                </a:lnTo>
                <a:lnTo>
                  <a:pt x="211355" y="61123"/>
                </a:lnTo>
                <a:lnTo>
                  <a:pt x="211719" y="61387"/>
                </a:lnTo>
                <a:lnTo>
                  <a:pt x="212103" y="61616"/>
                </a:lnTo>
                <a:lnTo>
                  <a:pt x="212505" y="61812"/>
                </a:lnTo>
                <a:lnTo>
                  <a:pt x="212922" y="61978"/>
                </a:lnTo>
                <a:lnTo>
                  <a:pt x="213349" y="62116"/>
                </a:lnTo>
                <a:lnTo>
                  <a:pt x="213783" y="62230"/>
                </a:lnTo>
                <a:lnTo>
                  <a:pt x="214221" y="62321"/>
                </a:lnTo>
                <a:lnTo>
                  <a:pt x="214660" y="62391"/>
                </a:lnTo>
                <a:lnTo>
                  <a:pt x="215096" y="62444"/>
                </a:lnTo>
                <a:lnTo>
                  <a:pt x="215526" y="62482"/>
                </a:lnTo>
                <a:lnTo>
                  <a:pt x="215947" y="62508"/>
                </a:lnTo>
                <a:lnTo>
                  <a:pt x="216355" y="62523"/>
                </a:lnTo>
                <a:lnTo>
                  <a:pt x="216747" y="62531"/>
                </a:lnTo>
                <a:lnTo>
                  <a:pt x="217120" y="62534"/>
                </a:lnTo>
                <a:lnTo>
                  <a:pt x="217469" y="62535"/>
                </a:lnTo>
                <a:lnTo>
                  <a:pt x="225183" y="62535"/>
                </a:lnTo>
                <a:lnTo>
                  <a:pt x="247931" y="91040"/>
                </a:lnTo>
                <a:lnTo>
                  <a:pt x="224024" y="122048"/>
                </a:lnTo>
                <a:lnTo>
                  <a:pt x="216313" y="122048"/>
                </a:lnTo>
                <a:lnTo>
                  <a:pt x="215941" y="122049"/>
                </a:lnTo>
                <a:lnTo>
                  <a:pt x="215550" y="122052"/>
                </a:lnTo>
                <a:lnTo>
                  <a:pt x="215143" y="122060"/>
                </a:lnTo>
                <a:lnTo>
                  <a:pt x="214724" y="122076"/>
                </a:lnTo>
                <a:lnTo>
                  <a:pt x="214294" y="122102"/>
                </a:lnTo>
                <a:lnTo>
                  <a:pt x="213858" y="122141"/>
                </a:lnTo>
                <a:lnTo>
                  <a:pt x="213419" y="122196"/>
                </a:lnTo>
                <a:lnTo>
                  <a:pt x="212979" y="122269"/>
                </a:lnTo>
                <a:lnTo>
                  <a:pt x="212541" y="122363"/>
                </a:lnTo>
                <a:lnTo>
                  <a:pt x="212110" y="122480"/>
                </a:lnTo>
                <a:lnTo>
                  <a:pt x="211687" y="122623"/>
                </a:lnTo>
                <a:lnTo>
                  <a:pt x="211277" y="122795"/>
                </a:lnTo>
                <a:lnTo>
                  <a:pt x="210881" y="122998"/>
                </a:lnTo>
                <a:lnTo>
                  <a:pt x="210503" y="123234"/>
                </a:lnTo>
                <a:lnTo>
                  <a:pt x="210147" y="123507"/>
                </a:lnTo>
                <a:lnTo>
                  <a:pt x="209815" y="123818"/>
                </a:lnTo>
                <a:lnTo>
                  <a:pt x="209511" y="124172"/>
                </a:lnTo>
                <a:lnTo>
                  <a:pt x="209237" y="124569"/>
                </a:lnTo>
                <a:lnTo>
                  <a:pt x="208997" y="125013"/>
                </a:lnTo>
                <a:lnTo>
                  <a:pt x="208793" y="125506"/>
                </a:lnTo>
                <a:lnTo>
                  <a:pt x="208630" y="126051"/>
                </a:lnTo>
                <a:lnTo>
                  <a:pt x="208509" y="126650"/>
                </a:lnTo>
                <a:lnTo>
                  <a:pt x="208434" y="127307"/>
                </a:lnTo>
                <a:lnTo>
                  <a:pt x="208409" y="128023"/>
                </a:lnTo>
                <a:lnTo>
                  <a:pt x="208435" y="128717"/>
                </a:lnTo>
                <a:lnTo>
                  <a:pt x="208513" y="129352"/>
                </a:lnTo>
                <a:lnTo>
                  <a:pt x="208638" y="129932"/>
                </a:lnTo>
                <a:lnTo>
                  <a:pt x="208807" y="130460"/>
                </a:lnTo>
                <a:lnTo>
                  <a:pt x="209017" y="130937"/>
                </a:lnTo>
                <a:lnTo>
                  <a:pt x="209264" y="131367"/>
                </a:lnTo>
                <a:lnTo>
                  <a:pt x="209546" y="131752"/>
                </a:lnTo>
                <a:lnTo>
                  <a:pt x="209858" y="132093"/>
                </a:lnTo>
                <a:lnTo>
                  <a:pt x="210198" y="132395"/>
                </a:lnTo>
                <a:lnTo>
                  <a:pt x="210562" y="132659"/>
                </a:lnTo>
                <a:lnTo>
                  <a:pt x="210946" y="132888"/>
                </a:lnTo>
                <a:lnTo>
                  <a:pt x="211348" y="133084"/>
                </a:lnTo>
                <a:lnTo>
                  <a:pt x="211764" y="133250"/>
                </a:lnTo>
                <a:lnTo>
                  <a:pt x="212191" y="133389"/>
                </a:lnTo>
                <a:lnTo>
                  <a:pt x="212625" y="133502"/>
                </a:lnTo>
                <a:lnTo>
                  <a:pt x="213064" y="133593"/>
                </a:lnTo>
                <a:lnTo>
                  <a:pt x="213503" y="133664"/>
                </a:lnTo>
                <a:lnTo>
                  <a:pt x="213939" y="133717"/>
                </a:lnTo>
                <a:lnTo>
                  <a:pt x="214369" y="133755"/>
                </a:lnTo>
                <a:lnTo>
                  <a:pt x="214790" y="133780"/>
                </a:lnTo>
                <a:lnTo>
                  <a:pt x="215198" y="133796"/>
                </a:lnTo>
                <a:lnTo>
                  <a:pt x="215590" y="133804"/>
                </a:lnTo>
                <a:lnTo>
                  <a:pt x="215963" y="133807"/>
                </a:lnTo>
                <a:lnTo>
                  <a:pt x="216313" y="133807"/>
                </a:lnTo>
                <a:lnTo>
                  <a:pt x="238871" y="133807"/>
                </a:lnTo>
                <a:lnTo>
                  <a:pt x="239242" y="133807"/>
                </a:lnTo>
                <a:lnTo>
                  <a:pt x="239630" y="133804"/>
                </a:lnTo>
                <a:lnTo>
                  <a:pt x="240032" y="133796"/>
                </a:lnTo>
                <a:lnTo>
                  <a:pt x="240446" y="133780"/>
                </a:lnTo>
                <a:lnTo>
                  <a:pt x="240868" y="133755"/>
                </a:lnTo>
                <a:lnTo>
                  <a:pt x="241295" y="133717"/>
                </a:lnTo>
                <a:lnTo>
                  <a:pt x="241725" y="133664"/>
                </a:lnTo>
                <a:lnTo>
                  <a:pt x="242155" y="133593"/>
                </a:lnTo>
                <a:lnTo>
                  <a:pt x="242581" y="133502"/>
                </a:lnTo>
                <a:lnTo>
                  <a:pt x="243001" y="133389"/>
                </a:lnTo>
                <a:lnTo>
                  <a:pt x="243412" y="133250"/>
                </a:lnTo>
                <a:lnTo>
                  <a:pt x="243810" y="133084"/>
                </a:lnTo>
                <a:lnTo>
                  <a:pt x="244194" y="132888"/>
                </a:lnTo>
                <a:lnTo>
                  <a:pt x="244559" y="132659"/>
                </a:lnTo>
                <a:lnTo>
                  <a:pt x="244904" y="132395"/>
                </a:lnTo>
                <a:lnTo>
                  <a:pt x="245225" y="132093"/>
                </a:lnTo>
                <a:lnTo>
                  <a:pt x="245519" y="131752"/>
                </a:lnTo>
                <a:lnTo>
                  <a:pt x="245783" y="131367"/>
                </a:lnTo>
                <a:lnTo>
                  <a:pt x="246015" y="130937"/>
                </a:lnTo>
                <a:lnTo>
                  <a:pt x="246211" y="130460"/>
                </a:lnTo>
                <a:lnTo>
                  <a:pt x="246368" y="129932"/>
                </a:lnTo>
                <a:lnTo>
                  <a:pt x="246485" y="129352"/>
                </a:lnTo>
                <a:lnTo>
                  <a:pt x="246557" y="128717"/>
                </a:lnTo>
                <a:lnTo>
                  <a:pt x="246581" y="128023"/>
                </a:lnTo>
                <a:lnTo>
                  <a:pt x="246560" y="127307"/>
                </a:lnTo>
                <a:lnTo>
                  <a:pt x="246498" y="126650"/>
                </a:lnTo>
                <a:lnTo>
                  <a:pt x="246396" y="126051"/>
                </a:lnTo>
                <a:lnTo>
                  <a:pt x="246254" y="125506"/>
                </a:lnTo>
                <a:lnTo>
                  <a:pt x="246073" y="125013"/>
                </a:lnTo>
                <a:lnTo>
                  <a:pt x="245855" y="124569"/>
                </a:lnTo>
                <a:lnTo>
                  <a:pt x="245601" y="124172"/>
                </a:lnTo>
                <a:lnTo>
                  <a:pt x="245310" y="123818"/>
                </a:lnTo>
                <a:lnTo>
                  <a:pt x="244985" y="123507"/>
                </a:lnTo>
                <a:lnTo>
                  <a:pt x="244626" y="123234"/>
                </a:lnTo>
                <a:lnTo>
                  <a:pt x="244234" y="122998"/>
                </a:lnTo>
                <a:lnTo>
                  <a:pt x="243810" y="122795"/>
                </a:lnTo>
                <a:lnTo>
                  <a:pt x="243355" y="122623"/>
                </a:lnTo>
                <a:lnTo>
                  <a:pt x="242869" y="122480"/>
                </a:lnTo>
                <a:lnTo>
                  <a:pt x="242355" y="122363"/>
                </a:lnTo>
                <a:lnTo>
                  <a:pt x="241812" y="122269"/>
                </a:lnTo>
                <a:lnTo>
                  <a:pt x="241241" y="122196"/>
                </a:lnTo>
                <a:lnTo>
                  <a:pt x="240644" y="122141"/>
                </a:lnTo>
                <a:lnTo>
                  <a:pt x="240021" y="122102"/>
                </a:lnTo>
                <a:lnTo>
                  <a:pt x="239374" y="122076"/>
                </a:lnTo>
                <a:lnTo>
                  <a:pt x="238703" y="122060"/>
                </a:lnTo>
                <a:lnTo>
                  <a:pt x="238009" y="122052"/>
                </a:lnTo>
                <a:lnTo>
                  <a:pt x="237293" y="122049"/>
                </a:lnTo>
                <a:lnTo>
                  <a:pt x="236556" y="122048"/>
                </a:lnTo>
                <a:lnTo>
                  <a:pt x="253135" y="98333"/>
                </a:lnTo>
                <a:lnTo>
                  <a:pt x="270295" y="122048"/>
                </a:lnTo>
                <a:lnTo>
                  <a:pt x="269626" y="122049"/>
                </a:lnTo>
                <a:lnTo>
                  <a:pt x="268971" y="122052"/>
                </a:lnTo>
                <a:lnTo>
                  <a:pt x="268331" y="122060"/>
                </a:lnTo>
                <a:lnTo>
                  <a:pt x="267706" y="122076"/>
                </a:lnTo>
                <a:lnTo>
                  <a:pt x="267099" y="122102"/>
                </a:lnTo>
                <a:lnTo>
                  <a:pt x="266511" y="122141"/>
                </a:lnTo>
                <a:lnTo>
                  <a:pt x="265943" y="122196"/>
                </a:lnTo>
                <a:lnTo>
                  <a:pt x="265396" y="122269"/>
                </a:lnTo>
                <a:lnTo>
                  <a:pt x="264872" y="122363"/>
                </a:lnTo>
                <a:lnTo>
                  <a:pt x="264372" y="122480"/>
                </a:lnTo>
                <a:lnTo>
                  <a:pt x="263898" y="122623"/>
                </a:lnTo>
                <a:lnTo>
                  <a:pt x="263450" y="122795"/>
                </a:lnTo>
                <a:lnTo>
                  <a:pt x="263031" y="122998"/>
                </a:lnTo>
                <a:lnTo>
                  <a:pt x="262641" y="123234"/>
                </a:lnTo>
                <a:lnTo>
                  <a:pt x="262281" y="123507"/>
                </a:lnTo>
                <a:lnTo>
                  <a:pt x="261954" y="123818"/>
                </a:lnTo>
                <a:lnTo>
                  <a:pt x="261661" y="124172"/>
                </a:lnTo>
                <a:lnTo>
                  <a:pt x="261402" y="124569"/>
                </a:lnTo>
                <a:lnTo>
                  <a:pt x="261179" y="125013"/>
                </a:lnTo>
                <a:lnTo>
                  <a:pt x="260994" y="125506"/>
                </a:lnTo>
                <a:lnTo>
                  <a:pt x="260847" y="126051"/>
                </a:lnTo>
                <a:lnTo>
                  <a:pt x="260741" y="126650"/>
                </a:lnTo>
                <a:lnTo>
                  <a:pt x="260676" y="127307"/>
                </a:lnTo>
                <a:lnTo>
                  <a:pt x="260655" y="128023"/>
                </a:lnTo>
                <a:lnTo>
                  <a:pt x="260679" y="128717"/>
                </a:lnTo>
                <a:lnTo>
                  <a:pt x="260751" y="129352"/>
                </a:lnTo>
                <a:lnTo>
                  <a:pt x="260867" y="129932"/>
                </a:lnTo>
                <a:lnTo>
                  <a:pt x="261025" y="130460"/>
                </a:lnTo>
                <a:lnTo>
                  <a:pt x="261221" y="130937"/>
                </a:lnTo>
                <a:lnTo>
                  <a:pt x="261453" y="131367"/>
                </a:lnTo>
                <a:lnTo>
                  <a:pt x="261718" y="131752"/>
                </a:lnTo>
                <a:lnTo>
                  <a:pt x="262012" y="132093"/>
                </a:lnTo>
                <a:lnTo>
                  <a:pt x="262333" y="132395"/>
                </a:lnTo>
                <a:lnTo>
                  <a:pt x="262677" y="132659"/>
                </a:lnTo>
                <a:lnTo>
                  <a:pt x="263043" y="132888"/>
                </a:lnTo>
                <a:lnTo>
                  <a:pt x="263427" y="133084"/>
                </a:lnTo>
                <a:lnTo>
                  <a:pt x="263826" y="133250"/>
                </a:lnTo>
                <a:lnTo>
                  <a:pt x="264236" y="133389"/>
                </a:lnTo>
                <a:lnTo>
                  <a:pt x="264657" y="133502"/>
                </a:lnTo>
                <a:lnTo>
                  <a:pt x="265083" y="133593"/>
                </a:lnTo>
                <a:lnTo>
                  <a:pt x="265513" y="133664"/>
                </a:lnTo>
                <a:lnTo>
                  <a:pt x="265943" y="133717"/>
                </a:lnTo>
                <a:lnTo>
                  <a:pt x="266370" y="133755"/>
                </a:lnTo>
                <a:lnTo>
                  <a:pt x="266792" y="133780"/>
                </a:lnTo>
                <a:lnTo>
                  <a:pt x="267206" y="133796"/>
                </a:lnTo>
                <a:lnTo>
                  <a:pt x="267609" y="133804"/>
                </a:lnTo>
                <a:lnTo>
                  <a:pt x="267997" y="133807"/>
                </a:lnTo>
                <a:lnTo>
                  <a:pt x="268368" y="133807"/>
                </a:lnTo>
                <a:lnTo>
                  <a:pt x="290922" y="133807"/>
                </a:lnTo>
                <a:lnTo>
                  <a:pt x="291272" y="133807"/>
                </a:lnTo>
                <a:lnTo>
                  <a:pt x="291645" y="133804"/>
                </a:lnTo>
                <a:lnTo>
                  <a:pt x="292037" y="133796"/>
                </a:lnTo>
                <a:lnTo>
                  <a:pt x="292446" y="133780"/>
                </a:lnTo>
                <a:lnTo>
                  <a:pt x="292867" y="133755"/>
                </a:lnTo>
                <a:lnTo>
                  <a:pt x="293297" y="133717"/>
                </a:lnTo>
                <a:lnTo>
                  <a:pt x="293733" y="133664"/>
                </a:lnTo>
                <a:lnTo>
                  <a:pt x="294172" y="133593"/>
                </a:lnTo>
                <a:lnTo>
                  <a:pt x="294610" y="133502"/>
                </a:lnTo>
                <a:lnTo>
                  <a:pt x="295044" y="133389"/>
                </a:lnTo>
                <a:lnTo>
                  <a:pt x="295471" y="133250"/>
                </a:lnTo>
                <a:lnTo>
                  <a:pt x="295887" y="133084"/>
                </a:lnTo>
                <a:lnTo>
                  <a:pt x="296289" y="132888"/>
                </a:lnTo>
                <a:lnTo>
                  <a:pt x="296674" y="132659"/>
                </a:lnTo>
                <a:lnTo>
                  <a:pt x="297038" y="132395"/>
                </a:lnTo>
                <a:lnTo>
                  <a:pt x="297378" y="132093"/>
                </a:lnTo>
                <a:lnTo>
                  <a:pt x="297690" y="131752"/>
                </a:lnTo>
                <a:lnTo>
                  <a:pt x="297972" y="131367"/>
                </a:lnTo>
                <a:lnTo>
                  <a:pt x="298219" y="130937"/>
                </a:lnTo>
                <a:lnTo>
                  <a:pt x="298429" y="130460"/>
                </a:lnTo>
                <a:lnTo>
                  <a:pt x="298598" y="129932"/>
                </a:lnTo>
                <a:lnTo>
                  <a:pt x="298723" y="129352"/>
                </a:lnTo>
                <a:lnTo>
                  <a:pt x="298800" y="128717"/>
                </a:lnTo>
                <a:lnTo>
                  <a:pt x="298827" y="128023"/>
                </a:lnTo>
                <a:lnTo>
                  <a:pt x="298801" y="127307"/>
                </a:lnTo>
                <a:lnTo>
                  <a:pt x="298727" y="126650"/>
                </a:lnTo>
                <a:lnTo>
                  <a:pt x="298606" y="126051"/>
                </a:lnTo>
                <a:lnTo>
                  <a:pt x="298442" y="125506"/>
                </a:lnTo>
                <a:lnTo>
                  <a:pt x="298239" y="125013"/>
                </a:lnTo>
                <a:lnTo>
                  <a:pt x="297999" y="124569"/>
                </a:lnTo>
                <a:close/>
                <a:moveTo>
                  <a:pt x="495088" y="112746"/>
                </a:moveTo>
                <a:lnTo>
                  <a:pt x="495088" y="112747"/>
                </a:lnTo>
                <a:lnTo>
                  <a:pt x="495088" y="112748"/>
                </a:lnTo>
                <a:lnTo>
                  <a:pt x="495088" y="112746"/>
                </a:lnTo>
                <a:close/>
                <a:moveTo>
                  <a:pt x="1001165" y="112747"/>
                </a:moveTo>
                <a:lnTo>
                  <a:pt x="1001165" y="112748"/>
                </a:lnTo>
                <a:lnTo>
                  <a:pt x="1001165" y="112746"/>
                </a:lnTo>
                <a:lnTo>
                  <a:pt x="1001165" y="112747"/>
                </a:lnTo>
                <a:close/>
                <a:moveTo>
                  <a:pt x="1203596" y="112747"/>
                </a:moveTo>
                <a:lnTo>
                  <a:pt x="1203596" y="112748"/>
                </a:lnTo>
                <a:lnTo>
                  <a:pt x="1203596" y="112746"/>
                </a:lnTo>
                <a:lnTo>
                  <a:pt x="1203596" y="112747"/>
                </a:lnTo>
                <a:close/>
                <a:moveTo>
                  <a:pt x="393554" y="155357"/>
                </a:moveTo>
                <a:lnTo>
                  <a:pt x="393200" y="154908"/>
                </a:lnTo>
                <a:lnTo>
                  <a:pt x="392809" y="154509"/>
                </a:lnTo>
                <a:lnTo>
                  <a:pt x="392388" y="154157"/>
                </a:lnTo>
                <a:lnTo>
                  <a:pt x="391939" y="153849"/>
                </a:lnTo>
                <a:lnTo>
                  <a:pt x="391469" y="153582"/>
                </a:lnTo>
                <a:lnTo>
                  <a:pt x="390982" y="153353"/>
                </a:lnTo>
                <a:lnTo>
                  <a:pt x="390483" y="153159"/>
                </a:lnTo>
                <a:lnTo>
                  <a:pt x="389976" y="152998"/>
                </a:lnTo>
                <a:lnTo>
                  <a:pt x="389468" y="152865"/>
                </a:lnTo>
                <a:lnTo>
                  <a:pt x="388961" y="152759"/>
                </a:lnTo>
                <a:lnTo>
                  <a:pt x="388463" y="152677"/>
                </a:lnTo>
                <a:lnTo>
                  <a:pt x="387976" y="152615"/>
                </a:lnTo>
                <a:lnTo>
                  <a:pt x="387506" y="152570"/>
                </a:lnTo>
                <a:lnTo>
                  <a:pt x="387058" y="152541"/>
                </a:lnTo>
                <a:lnTo>
                  <a:pt x="386637" y="152523"/>
                </a:lnTo>
                <a:lnTo>
                  <a:pt x="386248" y="152513"/>
                </a:lnTo>
                <a:lnTo>
                  <a:pt x="385895" y="152510"/>
                </a:lnTo>
                <a:lnTo>
                  <a:pt x="385583" y="152509"/>
                </a:lnTo>
                <a:lnTo>
                  <a:pt x="324277" y="152509"/>
                </a:lnTo>
                <a:lnTo>
                  <a:pt x="323965" y="152510"/>
                </a:lnTo>
                <a:lnTo>
                  <a:pt x="323612" y="152513"/>
                </a:lnTo>
                <a:lnTo>
                  <a:pt x="323223" y="152523"/>
                </a:lnTo>
                <a:lnTo>
                  <a:pt x="322802" y="152541"/>
                </a:lnTo>
                <a:lnTo>
                  <a:pt x="322354" y="152570"/>
                </a:lnTo>
                <a:lnTo>
                  <a:pt x="321884" y="152615"/>
                </a:lnTo>
                <a:lnTo>
                  <a:pt x="321398" y="152677"/>
                </a:lnTo>
                <a:lnTo>
                  <a:pt x="320899" y="152759"/>
                </a:lnTo>
                <a:lnTo>
                  <a:pt x="320393" y="152865"/>
                </a:lnTo>
                <a:lnTo>
                  <a:pt x="319884" y="152998"/>
                </a:lnTo>
                <a:lnTo>
                  <a:pt x="319378" y="153159"/>
                </a:lnTo>
                <a:lnTo>
                  <a:pt x="318878" y="153353"/>
                </a:lnTo>
                <a:lnTo>
                  <a:pt x="318391" y="153582"/>
                </a:lnTo>
                <a:lnTo>
                  <a:pt x="317921" y="153849"/>
                </a:lnTo>
                <a:lnTo>
                  <a:pt x="317473" y="154157"/>
                </a:lnTo>
                <a:lnTo>
                  <a:pt x="317051" y="154509"/>
                </a:lnTo>
                <a:lnTo>
                  <a:pt x="316660" y="154908"/>
                </a:lnTo>
                <a:lnTo>
                  <a:pt x="316306" y="155357"/>
                </a:lnTo>
                <a:lnTo>
                  <a:pt x="315993" y="155858"/>
                </a:lnTo>
                <a:lnTo>
                  <a:pt x="315727" y="156415"/>
                </a:lnTo>
                <a:lnTo>
                  <a:pt x="315511" y="157031"/>
                </a:lnTo>
                <a:lnTo>
                  <a:pt x="315350" y="157708"/>
                </a:lnTo>
                <a:lnTo>
                  <a:pt x="315251" y="158449"/>
                </a:lnTo>
                <a:lnTo>
                  <a:pt x="315216" y="159258"/>
                </a:lnTo>
                <a:lnTo>
                  <a:pt x="315251" y="160067"/>
                </a:lnTo>
                <a:lnTo>
                  <a:pt x="315350" y="160808"/>
                </a:lnTo>
                <a:lnTo>
                  <a:pt x="315511" y="161485"/>
                </a:lnTo>
                <a:lnTo>
                  <a:pt x="315727" y="162100"/>
                </a:lnTo>
                <a:lnTo>
                  <a:pt x="315993" y="162657"/>
                </a:lnTo>
                <a:lnTo>
                  <a:pt x="316306" y="163158"/>
                </a:lnTo>
                <a:lnTo>
                  <a:pt x="316660" y="163607"/>
                </a:lnTo>
                <a:lnTo>
                  <a:pt x="317051" y="164005"/>
                </a:lnTo>
                <a:lnTo>
                  <a:pt x="317473" y="164357"/>
                </a:lnTo>
                <a:lnTo>
                  <a:pt x="317921" y="164665"/>
                </a:lnTo>
                <a:lnTo>
                  <a:pt x="318391" y="164932"/>
                </a:lnTo>
                <a:lnTo>
                  <a:pt x="318878" y="165161"/>
                </a:lnTo>
                <a:lnTo>
                  <a:pt x="319378" y="165355"/>
                </a:lnTo>
                <a:lnTo>
                  <a:pt x="319884" y="165516"/>
                </a:lnTo>
                <a:lnTo>
                  <a:pt x="320393" y="165648"/>
                </a:lnTo>
                <a:lnTo>
                  <a:pt x="320899" y="165754"/>
                </a:lnTo>
                <a:lnTo>
                  <a:pt x="321398" y="165837"/>
                </a:lnTo>
                <a:lnTo>
                  <a:pt x="321884" y="165899"/>
                </a:lnTo>
                <a:lnTo>
                  <a:pt x="322354" y="165943"/>
                </a:lnTo>
                <a:lnTo>
                  <a:pt x="322802" y="165973"/>
                </a:lnTo>
                <a:lnTo>
                  <a:pt x="323223" y="165991"/>
                </a:lnTo>
                <a:lnTo>
                  <a:pt x="323612" y="166000"/>
                </a:lnTo>
                <a:lnTo>
                  <a:pt x="323965" y="166004"/>
                </a:lnTo>
                <a:lnTo>
                  <a:pt x="324277" y="166004"/>
                </a:lnTo>
                <a:lnTo>
                  <a:pt x="385583" y="166004"/>
                </a:lnTo>
                <a:lnTo>
                  <a:pt x="385895" y="166004"/>
                </a:lnTo>
                <a:lnTo>
                  <a:pt x="386248" y="166000"/>
                </a:lnTo>
                <a:lnTo>
                  <a:pt x="386637" y="165991"/>
                </a:lnTo>
                <a:lnTo>
                  <a:pt x="387058" y="165973"/>
                </a:lnTo>
                <a:lnTo>
                  <a:pt x="387506" y="165943"/>
                </a:lnTo>
                <a:lnTo>
                  <a:pt x="387976" y="165899"/>
                </a:lnTo>
                <a:lnTo>
                  <a:pt x="388463" y="165837"/>
                </a:lnTo>
                <a:lnTo>
                  <a:pt x="388961" y="165754"/>
                </a:lnTo>
                <a:lnTo>
                  <a:pt x="389468" y="165648"/>
                </a:lnTo>
                <a:lnTo>
                  <a:pt x="389976" y="165516"/>
                </a:lnTo>
                <a:lnTo>
                  <a:pt x="390483" y="165355"/>
                </a:lnTo>
                <a:lnTo>
                  <a:pt x="390982" y="165161"/>
                </a:lnTo>
                <a:lnTo>
                  <a:pt x="391469" y="164932"/>
                </a:lnTo>
                <a:lnTo>
                  <a:pt x="391939" y="164665"/>
                </a:lnTo>
                <a:lnTo>
                  <a:pt x="392388" y="164357"/>
                </a:lnTo>
                <a:lnTo>
                  <a:pt x="392809" y="164005"/>
                </a:lnTo>
                <a:lnTo>
                  <a:pt x="393200" y="163607"/>
                </a:lnTo>
                <a:lnTo>
                  <a:pt x="393554" y="163158"/>
                </a:lnTo>
                <a:lnTo>
                  <a:pt x="393867" y="162657"/>
                </a:lnTo>
                <a:lnTo>
                  <a:pt x="394134" y="162100"/>
                </a:lnTo>
                <a:lnTo>
                  <a:pt x="394350" y="161485"/>
                </a:lnTo>
                <a:lnTo>
                  <a:pt x="394510" y="160808"/>
                </a:lnTo>
                <a:lnTo>
                  <a:pt x="394610" y="160067"/>
                </a:lnTo>
                <a:lnTo>
                  <a:pt x="394644" y="159258"/>
                </a:lnTo>
                <a:lnTo>
                  <a:pt x="394610" y="158449"/>
                </a:lnTo>
                <a:lnTo>
                  <a:pt x="394510" y="157708"/>
                </a:lnTo>
                <a:lnTo>
                  <a:pt x="394350" y="157031"/>
                </a:lnTo>
                <a:lnTo>
                  <a:pt x="394134" y="156415"/>
                </a:lnTo>
                <a:lnTo>
                  <a:pt x="393867" y="155858"/>
                </a:lnTo>
                <a:lnTo>
                  <a:pt x="393554" y="155357"/>
                </a:lnTo>
                <a:close/>
                <a:moveTo>
                  <a:pt x="798415" y="155357"/>
                </a:moveTo>
                <a:lnTo>
                  <a:pt x="798061" y="154908"/>
                </a:lnTo>
                <a:lnTo>
                  <a:pt x="797671" y="154509"/>
                </a:lnTo>
                <a:lnTo>
                  <a:pt x="797249" y="154157"/>
                </a:lnTo>
                <a:lnTo>
                  <a:pt x="796800" y="153849"/>
                </a:lnTo>
                <a:lnTo>
                  <a:pt x="796330" y="153582"/>
                </a:lnTo>
                <a:lnTo>
                  <a:pt x="795843" y="153353"/>
                </a:lnTo>
                <a:lnTo>
                  <a:pt x="795344" y="153159"/>
                </a:lnTo>
                <a:lnTo>
                  <a:pt x="794838" y="152998"/>
                </a:lnTo>
                <a:lnTo>
                  <a:pt x="794329" y="152865"/>
                </a:lnTo>
                <a:lnTo>
                  <a:pt x="793823" y="152759"/>
                </a:lnTo>
                <a:lnTo>
                  <a:pt x="793324" y="152677"/>
                </a:lnTo>
                <a:lnTo>
                  <a:pt x="792837" y="152615"/>
                </a:lnTo>
                <a:lnTo>
                  <a:pt x="792367" y="152570"/>
                </a:lnTo>
                <a:lnTo>
                  <a:pt x="791920" y="152541"/>
                </a:lnTo>
                <a:lnTo>
                  <a:pt x="791499" y="152523"/>
                </a:lnTo>
                <a:lnTo>
                  <a:pt x="791109" y="152513"/>
                </a:lnTo>
                <a:lnTo>
                  <a:pt x="790756" y="152510"/>
                </a:lnTo>
                <a:lnTo>
                  <a:pt x="790445" y="152509"/>
                </a:lnTo>
                <a:lnTo>
                  <a:pt x="729138" y="152509"/>
                </a:lnTo>
                <a:lnTo>
                  <a:pt x="728826" y="152510"/>
                </a:lnTo>
                <a:lnTo>
                  <a:pt x="728473" y="152513"/>
                </a:lnTo>
                <a:lnTo>
                  <a:pt x="728084" y="152523"/>
                </a:lnTo>
                <a:lnTo>
                  <a:pt x="727663" y="152541"/>
                </a:lnTo>
                <a:lnTo>
                  <a:pt x="727215" y="152570"/>
                </a:lnTo>
                <a:lnTo>
                  <a:pt x="726746" y="152615"/>
                </a:lnTo>
                <a:lnTo>
                  <a:pt x="726259" y="152677"/>
                </a:lnTo>
                <a:lnTo>
                  <a:pt x="725760" y="152759"/>
                </a:lnTo>
                <a:lnTo>
                  <a:pt x="725254" y="152865"/>
                </a:lnTo>
                <a:lnTo>
                  <a:pt x="724745" y="152998"/>
                </a:lnTo>
                <a:lnTo>
                  <a:pt x="724239" y="153159"/>
                </a:lnTo>
                <a:lnTo>
                  <a:pt x="723740" y="153353"/>
                </a:lnTo>
                <a:lnTo>
                  <a:pt x="723252" y="153582"/>
                </a:lnTo>
                <a:lnTo>
                  <a:pt x="722782" y="153849"/>
                </a:lnTo>
                <a:lnTo>
                  <a:pt x="722334" y="154157"/>
                </a:lnTo>
                <a:lnTo>
                  <a:pt x="721912" y="154509"/>
                </a:lnTo>
                <a:lnTo>
                  <a:pt x="721522" y="154908"/>
                </a:lnTo>
                <a:lnTo>
                  <a:pt x="721168" y="155357"/>
                </a:lnTo>
                <a:lnTo>
                  <a:pt x="720855" y="155858"/>
                </a:lnTo>
                <a:lnTo>
                  <a:pt x="720588" y="156415"/>
                </a:lnTo>
                <a:lnTo>
                  <a:pt x="720372" y="157031"/>
                </a:lnTo>
                <a:lnTo>
                  <a:pt x="720211" y="157708"/>
                </a:lnTo>
                <a:lnTo>
                  <a:pt x="720112" y="158449"/>
                </a:lnTo>
                <a:lnTo>
                  <a:pt x="720077" y="159258"/>
                </a:lnTo>
                <a:lnTo>
                  <a:pt x="720112" y="160067"/>
                </a:lnTo>
                <a:lnTo>
                  <a:pt x="720211" y="160808"/>
                </a:lnTo>
                <a:lnTo>
                  <a:pt x="720372" y="161485"/>
                </a:lnTo>
                <a:lnTo>
                  <a:pt x="720588" y="162100"/>
                </a:lnTo>
                <a:lnTo>
                  <a:pt x="720855" y="162657"/>
                </a:lnTo>
                <a:lnTo>
                  <a:pt x="721168" y="163158"/>
                </a:lnTo>
                <a:lnTo>
                  <a:pt x="721522" y="163607"/>
                </a:lnTo>
                <a:lnTo>
                  <a:pt x="721912" y="164005"/>
                </a:lnTo>
                <a:lnTo>
                  <a:pt x="722334" y="164357"/>
                </a:lnTo>
                <a:lnTo>
                  <a:pt x="722782" y="164665"/>
                </a:lnTo>
                <a:lnTo>
                  <a:pt x="723252" y="164932"/>
                </a:lnTo>
                <a:lnTo>
                  <a:pt x="723740" y="165161"/>
                </a:lnTo>
                <a:lnTo>
                  <a:pt x="724239" y="165355"/>
                </a:lnTo>
                <a:lnTo>
                  <a:pt x="724745" y="165516"/>
                </a:lnTo>
                <a:lnTo>
                  <a:pt x="725254" y="165648"/>
                </a:lnTo>
                <a:lnTo>
                  <a:pt x="725760" y="165754"/>
                </a:lnTo>
                <a:lnTo>
                  <a:pt x="726259" y="165837"/>
                </a:lnTo>
                <a:lnTo>
                  <a:pt x="726746" y="165899"/>
                </a:lnTo>
                <a:lnTo>
                  <a:pt x="727215" y="165943"/>
                </a:lnTo>
                <a:lnTo>
                  <a:pt x="727663" y="165973"/>
                </a:lnTo>
                <a:lnTo>
                  <a:pt x="728084" y="165991"/>
                </a:lnTo>
                <a:lnTo>
                  <a:pt x="728473" y="166000"/>
                </a:lnTo>
                <a:lnTo>
                  <a:pt x="728826" y="166004"/>
                </a:lnTo>
                <a:lnTo>
                  <a:pt x="729138" y="166004"/>
                </a:lnTo>
                <a:lnTo>
                  <a:pt x="790445" y="166004"/>
                </a:lnTo>
                <a:lnTo>
                  <a:pt x="790756" y="166004"/>
                </a:lnTo>
                <a:lnTo>
                  <a:pt x="791109" y="166000"/>
                </a:lnTo>
                <a:lnTo>
                  <a:pt x="791499" y="165991"/>
                </a:lnTo>
                <a:lnTo>
                  <a:pt x="791920" y="165973"/>
                </a:lnTo>
                <a:lnTo>
                  <a:pt x="792367" y="165943"/>
                </a:lnTo>
                <a:lnTo>
                  <a:pt x="792837" y="165899"/>
                </a:lnTo>
                <a:lnTo>
                  <a:pt x="793324" y="165837"/>
                </a:lnTo>
                <a:lnTo>
                  <a:pt x="793823" y="165754"/>
                </a:lnTo>
                <a:lnTo>
                  <a:pt x="794329" y="165648"/>
                </a:lnTo>
                <a:lnTo>
                  <a:pt x="794838" y="165516"/>
                </a:lnTo>
                <a:lnTo>
                  <a:pt x="795344" y="165355"/>
                </a:lnTo>
                <a:lnTo>
                  <a:pt x="795843" y="165161"/>
                </a:lnTo>
                <a:lnTo>
                  <a:pt x="796330" y="164932"/>
                </a:lnTo>
                <a:lnTo>
                  <a:pt x="796800" y="164665"/>
                </a:lnTo>
                <a:lnTo>
                  <a:pt x="797249" y="164357"/>
                </a:lnTo>
                <a:lnTo>
                  <a:pt x="797671" y="164005"/>
                </a:lnTo>
                <a:lnTo>
                  <a:pt x="798061" y="163607"/>
                </a:lnTo>
                <a:lnTo>
                  <a:pt x="798415" y="163158"/>
                </a:lnTo>
                <a:lnTo>
                  <a:pt x="798728" y="162657"/>
                </a:lnTo>
                <a:lnTo>
                  <a:pt x="798995" y="162100"/>
                </a:lnTo>
                <a:lnTo>
                  <a:pt x="799211" y="161485"/>
                </a:lnTo>
                <a:lnTo>
                  <a:pt x="799371" y="160808"/>
                </a:lnTo>
                <a:lnTo>
                  <a:pt x="799471" y="160067"/>
                </a:lnTo>
                <a:lnTo>
                  <a:pt x="799505" y="159258"/>
                </a:lnTo>
                <a:lnTo>
                  <a:pt x="799471" y="158449"/>
                </a:lnTo>
                <a:lnTo>
                  <a:pt x="799371" y="157708"/>
                </a:lnTo>
                <a:lnTo>
                  <a:pt x="799211" y="157031"/>
                </a:lnTo>
                <a:lnTo>
                  <a:pt x="798995" y="156415"/>
                </a:lnTo>
                <a:lnTo>
                  <a:pt x="798728" y="155858"/>
                </a:lnTo>
                <a:lnTo>
                  <a:pt x="798415" y="155357"/>
                </a:lnTo>
                <a:close/>
                <a:moveTo>
                  <a:pt x="3198046" y="23115"/>
                </a:moveTo>
                <a:lnTo>
                  <a:pt x="3197788" y="22546"/>
                </a:lnTo>
                <a:lnTo>
                  <a:pt x="3197494" y="22000"/>
                </a:lnTo>
                <a:lnTo>
                  <a:pt x="3197167" y="21476"/>
                </a:lnTo>
                <a:lnTo>
                  <a:pt x="3196808" y="20976"/>
                </a:lnTo>
                <a:lnTo>
                  <a:pt x="3196418" y="20501"/>
                </a:lnTo>
                <a:lnTo>
                  <a:pt x="3195999" y="20054"/>
                </a:lnTo>
                <a:lnTo>
                  <a:pt x="3195551" y="19634"/>
                </a:lnTo>
                <a:lnTo>
                  <a:pt x="3195077" y="19244"/>
                </a:lnTo>
                <a:lnTo>
                  <a:pt x="3194577" y="18885"/>
                </a:lnTo>
                <a:lnTo>
                  <a:pt x="3194054" y="18557"/>
                </a:lnTo>
                <a:lnTo>
                  <a:pt x="3193507" y="18264"/>
                </a:lnTo>
                <a:lnTo>
                  <a:pt x="3192939" y="18005"/>
                </a:lnTo>
                <a:lnTo>
                  <a:pt x="3192351" y="17782"/>
                </a:lnTo>
                <a:lnTo>
                  <a:pt x="3191744" y="17597"/>
                </a:lnTo>
                <a:lnTo>
                  <a:pt x="3191120" y="17450"/>
                </a:lnTo>
                <a:lnTo>
                  <a:pt x="3190480" y="17344"/>
                </a:lnTo>
                <a:lnTo>
                  <a:pt x="3189824" y="17280"/>
                </a:lnTo>
                <a:lnTo>
                  <a:pt x="3189156" y="17258"/>
                </a:lnTo>
                <a:lnTo>
                  <a:pt x="3188487" y="17280"/>
                </a:lnTo>
                <a:lnTo>
                  <a:pt x="3187832" y="17344"/>
                </a:lnTo>
                <a:lnTo>
                  <a:pt x="3187191" y="17450"/>
                </a:lnTo>
                <a:lnTo>
                  <a:pt x="3186566" y="17597"/>
                </a:lnTo>
                <a:lnTo>
                  <a:pt x="3185959" y="17782"/>
                </a:lnTo>
                <a:lnTo>
                  <a:pt x="3185371" y="18005"/>
                </a:lnTo>
                <a:lnTo>
                  <a:pt x="3184803" y="18264"/>
                </a:lnTo>
                <a:lnTo>
                  <a:pt x="3184256" y="18557"/>
                </a:lnTo>
                <a:lnTo>
                  <a:pt x="3183732" y="18885"/>
                </a:lnTo>
                <a:lnTo>
                  <a:pt x="3183232" y="19244"/>
                </a:lnTo>
                <a:lnTo>
                  <a:pt x="3182758" y="19634"/>
                </a:lnTo>
                <a:lnTo>
                  <a:pt x="3182310" y="20054"/>
                </a:lnTo>
                <a:lnTo>
                  <a:pt x="3181891" y="20501"/>
                </a:lnTo>
                <a:lnTo>
                  <a:pt x="3181501" y="20976"/>
                </a:lnTo>
                <a:lnTo>
                  <a:pt x="3181142" y="21476"/>
                </a:lnTo>
                <a:lnTo>
                  <a:pt x="3180815" y="22000"/>
                </a:lnTo>
                <a:lnTo>
                  <a:pt x="3180521" y="22546"/>
                </a:lnTo>
                <a:lnTo>
                  <a:pt x="3180262" y="23115"/>
                </a:lnTo>
                <a:lnTo>
                  <a:pt x="3180040" y="23703"/>
                </a:lnTo>
                <a:lnTo>
                  <a:pt x="3179855" y="24310"/>
                </a:lnTo>
                <a:lnTo>
                  <a:pt x="3179708" y="24934"/>
                </a:lnTo>
                <a:lnTo>
                  <a:pt x="3179602" y="25575"/>
                </a:lnTo>
                <a:lnTo>
                  <a:pt x="3179538" y="26230"/>
                </a:lnTo>
                <a:lnTo>
                  <a:pt x="3179516" y="26899"/>
                </a:lnTo>
                <a:lnTo>
                  <a:pt x="3179538" y="27567"/>
                </a:lnTo>
                <a:lnTo>
                  <a:pt x="3179602" y="28222"/>
                </a:lnTo>
                <a:lnTo>
                  <a:pt x="3179708" y="28863"/>
                </a:lnTo>
                <a:lnTo>
                  <a:pt x="3179855" y="29487"/>
                </a:lnTo>
                <a:lnTo>
                  <a:pt x="3180040" y="30094"/>
                </a:lnTo>
                <a:lnTo>
                  <a:pt x="3180262" y="30682"/>
                </a:lnTo>
                <a:lnTo>
                  <a:pt x="3180521" y="31251"/>
                </a:lnTo>
                <a:lnTo>
                  <a:pt x="3180815" y="31797"/>
                </a:lnTo>
                <a:lnTo>
                  <a:pt x="3181142" y="32321"/>
                </a:lnTo>
                <a:lnTo>
                  <a:pt x="3181501" y="32821"/>
                </a:lnTo>
                <a:lnTo>
                  <a:pt x="3181891" y="33296"/>
                </a:lnTo>
                <a:lnTo>
                  <a:pt x="3182310" y="33743"/>
                </a:lnTo>
                <a:lnTo>
                  <a:pt x="3182758" y="34163"/>
                </a:lnTo>
                <a:lnTo>
                  <a:pt x="3183232" y="34553"/>
                </a:lnTo>
                <a:lnTo>
                  <a:pt x="3183732" y="34912"/>
                </a:lnTo>
                <a:lnTo>
                  <a:pt x="3184256" y="35240"/>
                </a:lnTo>
                <a:lnTo>
                  <a:pt x="3184803" y="35533"/>
                </a:lnTo>
                <a:lnTo>
                  <a:pt x="3185371" y="35792"/>
                </a:lnTo>
                <a:lnTo>
                  <a:pt x="3185959" y="36015"/>
                </a:lnTo>
                <a:lnTo>
                  <a:pt x="3186566" y="36200"/>
                </a:lnTo>
                <a:lnTo>
                  <a:pt x="3187191" y="36347"/>
                </a:lnTo>
                <a:lnTo>
                  <a:pt x="3187832" y="36453"/>
                </a:lnTo>
                <a:lnTo>
                  <a:pt x="3188487" y="36518"/>
                </a:lnTo>
                <a:lnTo>
                  <a:pt x="3189156" y="36539"/>
                </a:lnTo>
                <a:lnTo>
                  <a:pt x="3189824" y="36518"/>
                </a:lnTo>
                <a:lnTo>
                  <a:pt x="3190480" y="36453"/>
                </a:lnTo>
                <a:lnTo>
                  <a:pt x="3191120" y="36347"/>
                </a:lnTo>
                <a:lnTo>
                  <a:pt x="3191744" y="36200"/>
                </a:lnTo>
                <a:lnTo>
                  <a:pt x="3192351" y="36015"/>
                </a:lnTo>
                <a:lnTo>
                  <a:pt x="3192939" y="35792"/>
                </a:lnTo>
                <a:lnTo>
                  <a:pt x="3193507" y="35533"/>
                </a:lnTo>
                <a:lnTo>
                  <a:pt x="3194054" y="35240"/>
                </a:lnTo>
                <a:lnTo>
                  <a:pt x="3194577" y="34912"/>
                </a:lnTo>
                <a:lnTo>
                  <a:pt x="3195077" y="34553"/>
                </a:lnTo>
                <a:lnTo>
                  <a:pt x="3195551" y="34163"/>
                </a:lnTo>
                <a:lnTo>
                  <a:pt x="3195999" y="33743"/>
                </a:lnTo>
                <a:lnTo>
                  <a:pt x="3196418" y="33296"/>
                </a:lnTo>
                <a:lnTo>
                  <a:pt x="3196808" y="32821"/>
                </a:lnTo>
                <a:lnTo>
                  <a:pt x="3197167" y="32321"/>
                </a:lnTo>
                <a:lnTo>
                  <a:pt x="3197494" y="31797"/>
                </a:lnTo>
                <a:lnTo>
                  <a:pt x="3197788" y="31251"/>
                </a:lnTo>
                <a:lnTo>
                  <a:pt x="3198046" y="30682"/>
                </a:lnTo>
                <a:lnTo>
                  <a:pt x="3198269" y="30094"/>
                </a:lnTo>
                <a:lnTo>
                  <a:pt x="3198454" y="29487"/>
                </a:lnTo>
                <a:lnTo>
                  <a:pt x="3198600" y="28863"/>
                </a:lnTo>
                <a:lnTo>
                  <a:pt x="3198707" y="28222"/>
                </a:lnTo>
                <a:lnTo>
                  <a:pt x="3198771" y="27567"/>
                </a:lnTo>
                <a:lnTo>
                  <a:pt x="3198793" y="26899"/>
                </a:lnTo>
                <a:lnTo>
                  <a:pt x="3198771" y="26230"/>
                </a:lnTo>
                <a:lnTo>
                  <a:pt x="3198707" y="25575"/>
                </a:lnTo>
                <a:lnTo>
                  <a:pt x="3198600" y="24934"/>
                </a:lnTo>
                <a:lnTo>
                  <a:pt x="3198454" y="24310"/>
                </a:lnTo>
                <a:lnTo>
                  <a:pt x="3198269" y="23703"/>
                </a:lnTo>
                <a:lnTo>
                  <a:pt x="3198046" y="23115"/>
                </a:lnTo>
                <a:close/>
                <a:moveTo>
                  <a:pt x="1906635" y="142390"/>
                </a:moveTo>
                <a:lnTo>
                  <a:pt x="1906536" y="142139"/>
                </a:lnTo>
                <a:lnTo>
                  <a:pt x="1906421" y="141898"/>
                </a:lnTo>
                <a:lnTo>
                  <a:pt x="1906290" y="141667"/>
                </a:lnTo>
                <a:lnTo>
                  <a:pt x="1906141" y="141444"/>
                </a:lnTo>
                <a:lnTo>
                  <a:pt x="1905975" y="141227"/>
                </a:lnTo>
                <a:lnTo>
                  <a:pt x="1905791" y="141014"/>
                </a:lnTo>
                <a:lnTo>
                  <a:pt x="1905589" y="140804"/>
                </a:lnTo>
                <a:lnTo>
                  <a:pt x="1905369" y="140596"/>
                </a:lnTo>
                <a:lnTo>
                  <a:pt x="1905129" y="140388"/>
                </a:lnTo>
                <a:lnTo>
                  <a:pt x="1904871" y="140178"/>
                </a:lnTo>
                <a:lnTo>
                  <a:pt x="1904594" y="139964"/>
                </a:lnTo>
                <a:lnTo>
                  <a:pt x="1904296" y="139746"/>
                </a:lnTo>
                <a:lnTo>
                  <a:pt x="1903979" y="139521"/>
                </a:lnTo>
                <a:lnTo>
                  <a:pt x="1903641" y="139288"/>
                </a:lnTo>
                <a:lnTo>
                  <a:pt x="1903282" y="139046"/>
                </a:lnTo>
                <a:lnTo>
                  <a:pt x="1902902" y="138792"/>
                </a:lnTo>
                <a:lnTo>
                  <a:pt x="1902501" y="138525"/>
                </a:lnTo>
                <a:lnTo>
                  <a:pt x="1902078" y="138244"/>
                </a:lnTo>
                <a:lnTo>
                  <a:pt x="1899168" y="136171"/>
                </a:lnTo>
                <a:lnTo>
                  <a:pt x="1896412" y="134006"/>
                </a:lnTo>
                <a:lnTo>
                  <a:pt x="1893807" y="131754"/>
                </a:lnTo>
                <a:lnTo>
                  <a:pt x="1891350" y="129421"/>
                </a:lnTo>
                <a:lnTo>
                  <a:pt x="1889040" y="127013"/>
                </a:lnTo>
                <a:lnTo>
                  <a:pt x="1886873" y="124536"/>
                </a:lnTo>
                <a:lnTo>
                  <a:pt x="1884846" y="121996"/>
                </a:lnTo>
                <a:lnTo>
                  <a:pt x="1882957" y="119398"/>
                </a:lnTo>
                <a:lnTo>
                  <a:pt x="1881203" y="116749"/>
                </a:lnTo>
                <a:lnTo>
                  <a:pt x="1879582" y="114054"/>
                </a:lnTo>
                <a:lnTo>
                  <a:pt x="1878091" y="111319"/>
                </a:lnTo>
                <a:lnTo>
                  <a:pt x="1876727" y="108551"/>
                </a:lnTo>
                <a:lnTo>
                  <a:pt x="1875487" y="105754"/>
                </a:lnTo>
                <a:lnTo>
                  <a:pt x="1874370" y="102935"/>
                </a:lnTo>
                <a:lnTo>
                  <a:pt x="1873371" y="100099"/>
                </a:lnTo>
                <a:lnTo>
                  <a:pt x="1872489" y="97253"/>
                </a:lnTo>
                <a:lnTo>
                  <a:pt x="1871721" y="94402"/>
                </a:lnTo>
                <a:lnTo>
                  <a:pt x="1871063" y="91553"/>
                </a:lnTo>
                <a:lnTo>
                  <a:pt x="1870515" y="88710"/>
                </a:lnTo>
                <a:lnTo>
                  <a:pt x="1870072" y="85881"/>
                </a:lnTo>
                <a:lnTo>
                  <a:pt x="1869732" y="83070"/>
                </a:lnTo>
                <a:lnTo>
                  <a:pt x="1869492" y="80284"/>
                </a:lnTo>
                <a:lnTo>
                  <a:pt x="1869351" y="77528"/>
                </a:lnTo>
                <a:lnTo>
                  <a:pt x="1869304" y="74809"/>
                </a:lnTo>
                <a:lnTo>
                  <a:pt x="1869343" y="72361"/>
                </a:lnTo>
                <a:lnTo>
                  <a:pt x="1869463" y="69842"/>
                </a:lnTo>
                <a:lnTo>
                  <a:pt x="1869669" y="67259"/>
                </a:lnTo>
                <a:lnTo>
                  <a:pt x="1869966" y="64620"/>
                </a:lnTo>
                <a:lnTo>
                  <a:pt x="1870359" y="61932"/>
                </a:lnTo>
                <a:lnTo>
                  <a:pt x="1870853" y="59201"/>
                </a:lnTo>
                <a:lnTo>
                  <a:pt x="1871452" y="56436"/>
                </a:lnTo>
                <a:lnTo>
                  <a:pt x="1872161" y="53644"/>
                </a:lnTo>
                <a:lnTo>
                  <a:pt x="1872985" y="50831"/>
                </a:lnTo>
                <a:lnTo>
                  <a:pt x="1873929" y="48006"/>
                </a:lnTo>
                <a:lnTo>
                  <a:pt x="1874998" y="45175"/>
                </a:lnTo>
                <a:lnTo>
                  <a:pt x="1876197" y="42346"/>
                </a:lnTo>
                <a:lnTo>
                  <a:pt x="1877530" y="39526"/>
                </a:lnTo>
                <a:lnTo>
                  <a:pt x="1879003" y="36722"/>
                </a:lnTo>
                <a:lnTo>
                  <a:pt x="1880620" y="33942"/>
                </a:lnTo>
                <a:lnTo>
                  <a:pt x="1882386" y="31193"/>
                </a:lnTo>
                <a:lnTo>
                  <a:pt x="1884306" y="28482"/>
                </a:lnTo>
                <a:lnTo>
                  <a:pt x="1886385" y="25816"/>
                </a:lnTo>
                <a:lnTo>
                  <a:pt x="1888627" y="23204"/>
                </a:lnTo>
                <a:lnTo>
                  <a:pt x="1891038" y="20651"/>
                </a:lnTo>
                <a:lnTo>
                  <a:pt x="1893622" y="18165"/>
                </a:lnTo>
                <a:lnTo>
                  <a:pt x="1896385" y="15754"/>
                </a:lnTo>
                <a:lnTo>
                  <a:pt x="1899330" y="13425"/>
                </a:lnTo>
                <a:lnTo>
                  <a:pt x="1902464" y="11185"/>
                </a:lnTo>
                <a:lnTo>
                  <a:pt x="1902840" y="10927"/>
                </a:lnTo>
                <a:lnTo>
                  <a:pt x="1903199" y="10681"/>
                </a:lnTo>
                <a:lnTo>
                  <a:pt x="1903540" y="10446"/>
                </a:lnTo>
                <a:lnTo>
                  <a:pt x="1903864" y="10221"/>
                </a:lnTo>
                <a:lnTo>
                  <a:pt x="1904170" y="10004"/>
                </a:lnTo>
                <a:lnTo>
                  <a:pt x="1904459" y="9793"/>
                </a:lnTo>
                <a:lnTo>
                  <a:pt x="1904731" y="9587"/>
                </a:lnTo>
                <a:lnTo>
                  <a:pt x="1904985" y="9385"/>
                </a:lnTo>
                <a:lnTo>
                  <a:pt x="1905223" y="9185"/>
                </a:lnTo>
                <a:lnTo>
                  <a:pt x="1905445" y="8985"/>
                </a:lnTo>
                <a:lnTo>
                  <a:pt x="1905650" y="8784"/>
                </a:lnTo>
                <a:lnTo>
                  <a:pt x="1905839" y="8581"/>
                </a:lnTo>
                <a:lnTo>
                  <a:pt x="1906012" y="8374"/>
                </a:lnTo>
                <a:lnTo>
                  <a:pt x="1906169" y="8161"/>
                </a:lnTo>
                <a:lnTo>
                  <a:pt x="1906310" y="7941"/>
                </a:lnTo>
                <a:lnTo>
                  <a:pt x="1906436" y="7713"/>
                </a:lnTo>
                <a:lnTo>
                  <a:pt x="1906546" y="7474"/>
                </a:lnTo>
                <a:lnTo>
                  <a:pt x="1906641" y="7224"/>
                </a:lnTo>
                <a:lnTo>
                  <a:pt x="1906721" y="6962"/>
                </a:lnTo>
                <a:lnTo>
                  <a:pt x="1906786" y="6684"/>
                </a:lnTo>
                <a:lnTo>
                  <a:pt x="1906836" y="6390"/>
                </a:lnTo>
                <a:lnTo>
                  <a:pt x="1906872" y="6079"/>
                </a:lnTo>
                <a:lnTo>
                  <a:pt x="1906893" y="5749"/>
                </a:lnTo>
                <a:lnTo>
                  <a:pt x="1906900" y="5399"/>
                </a:lnTo>
                <a:lnTo>
                  <a:pt x="1906895" y="5194"/>
                </a:lnTo>
                <a:lnTo>
                  <a:pt x="1906878" y="4968"/>
                </a:lnTo>
                <a:lnTo>
                  <a:pt x="1906849" y="4724"/>
                </a:lnTo>
                <a:lnTo>
                  <a:pt x="1906805" y="4463"/>
                </a:lnTo>
                <a:lnTo>
                  <a:pt x="1906746" y="4189"/>
                </a:lnTo>
                <a:lnTo>
                  <a:pt x="1906671" y="3905"/>
                </a:lnTo>
                <a:lnTo>
                  <a:pt x="1906577" y="3612"/>
                </a:lnTo>
                <a:lnTo>
                  <a:pt x="1906464" y="3314"/>
                </a:lnTo>
                <a:lnTo>
                  <a:pt x="1906330" y="3013"/>
                </a:lnTo>
                <a:lnTo>
                  <a:pt x="1906174" y="2712"/>
                </a:lnTo>
                <a:lnTo>
                  <a:pt x="1905995" y="2414"/>
                </a:lnTo>
                <a:lnTo>
                  <a:pt x="1905791" y="2121"/>
                </a:lnTo>
                <a:lnTo>
                  <a:pt x="1905561" y="1836"/>
                </a:lnTo>
                <a:lnTo>
                  <a:pt x="1905303" y="1562"/>
                </a:lnTo>
                <a:lnTo>
                  <a:pt x="1905017" y="1302"/>
                </a:lnTo>
                <a:lnTo>
                  <a:pt x="1904700" y="1057"/>
                </a:lnTo>
                <a:lnTo>
                  <a:pt x="1904352" y="831"/>
                </a:lnTo>
                <a:lnTo>
                  <a:pt x="1903971" y="627"/>
                </a:lnTo>
                <a:lnTo>
                  <a:pt x="1903556" y="446"/>
                </a:lnTo>
                <a:lnTo>
                  <a:pt x="1903106" y="293"/>
                </a:lnTo>
                <a:lnTo>
                  <a:pt x="1902618" y="169"/>
                </a:lnTo>
                <a:lnTo>
                  <a:pt x="1902093" y="77"/>
                </a:lnTo>
                <a:lnTo>
                  <a:pt x="1901528" y="20"/>
                </a:lnTo>
                <a:lnTo>
                  <a:pt x="1900922" y="0"/>
                </a:lnTo>
                <a:lnTo>
                  <a:pt x="1900053" y="132"/>
                </a:lnTo>
                <a:lnTo>
                  <a:pt x="1898864" y="529"/>
                </a:lnTo>
                <a:lnTo>
                  <a:pt x="1897387" y="1190"/>
                </a:lnTo>
                <a:lnTo>
                  <a:pt x="1895654" y="2114"/>
                </a:lnTo>
                <a:lnTo>
                  <a:pt x="1893696" y="3300"/>
                </a:lnTo>
                <a:lnTo>
                  <a:pt x="1891545" y="4748"/>
                </a:lnTo>
                <a:lnTo>
                  <a:pt x="1889233" y="6457"/>
                </a:lnTo>
                <a:lnTo>
                  <a:pt x="1886792" y="8426"/>
                </a:lnTo>
                <a:lnTo>
                  <a:pt x="1884253" y="10656"/>
                </a:lnTo>
                <a:lnTo>
                  <a:pt x="1881648" y="13144"/>
                </a:lnTo>
                <a:lnTo>
                  <a:pt x="1879008" y="15891"/>
                </a:lnTo>
                <a:lnTo>
                  <a:pt x="1876366" y="18895"/>
                </a:lnTo>
                <a:lnTo>
                  <a:pt x="1873753" y="22157"/>
                </a:lnTo>
                <a:lnTo>
                  <a:pt x="1871201" y="25675"/>
                </a:lnTo>
                <a:lnTo>
                  <a:pt x="1868741" y="29448"/>
                </a:lnTo>
                <a:lnTo>
                  <a:pt x="1866405" y="33477"/>
                </a:lnTo>
                <a:lnTo>
                  <a:pt x="1864226" y="37760"/>
                </a:lnTo>
                <a:lnTo>
                  <a:pt x="1862234" y="42297"/>
                </a:lnTo>
                <a:lnTo>
                  <a:pt x="1860462" y="47087"/>
                </a:lnTo>
                <a:lnTo>
                  <a:pt x="1858941" y="52129"/>
                </a:lnTo>
                <a:lnTo>
                  <a:pt x="1857702" y="57423"/>
                </a:lnTo>
                <a:lnTo>
                  <a:pt x="1856779" y="62968"/>
                </a:lnTo>
                <a:lnTo>
                  <a:pt x="1856201" y="68764"/>
                </a:lnTo>
                <a:lnTo>
                  <a:pt x="1856001" y="74809"/>
                </a:lnTo>
                <a:lnTo>
                  <a:pt x="1856047" y="77647"/>
                </a:lnTo>
                <a:lnTo>
                  <a:pt x="1856180" y="80427"/>
                </a:lnTo>
                <a:lnTo>
                  <a:pt x="1856396" y="83147"/>
                </a:lnTo>
                <a:lnTo>
                  <a:pt x="1856690" y="85805"/>
                </a:lnTo>
                <a:lnTo>
                  <a:pt x="1857057" y="88402"/>
                </a:lnTo>
                <a:lnTo>
                  <a:pt x="1857493" y="90935"/>
                </a:lnTo>
                <a:lnTo>
                  <a:pt x="1857992" y="93405"/>
                </a:lnTo>
                <a:lnTo>
                  <a:pt x="1858551" y="95811"/>
                </a:lnTo>
                <a:lnTo>
                  <a:pt x="1859164" y="98150"/>
                </a:lnTo>
                <a:lnTo>
                  <a:pt x="1859826" y="100423"/>
                </a:lnTo>
                <a:lnTo>
                  <a:pt x="1860533" y="102629"/>
                </a:lnTo>
                <a:lnTo>
                  <a:pt x="1861280" y="104766"/>
                </a:lnTo>
                <a:lnTo>
                  <a:pt x="1862062" y="106834"/>
                </a:lnTo>
                <a:lnTo>
                  <a:pt x="1862874" y="108832"/>
                </a:lnTo>
                <a:lnTo>
                  <a:pt x="1863712" y="110759"/>
                </a:lnTo>
                <a:lnTo>
                  <a:pt x="1864571" y="112613"/>
                </a:lnTo>
                <a:lnTo>
                  <a:pt x="1865446" y="114395"/>
                </a:lnTo>
                <a:lnTo>
                  <a:pt x="1866332" y="116103"/>
                </a:lnTo>
                <a:lnTo>
                  <a:pt x="1867225" y="117735"/>
                </a:lnTo>
                <a:lnTo>
                  <a:pt x="1868119" y="119293"/>
                </a:lnTo>
                <a:lnTo>
                  <a:pt x="1869011" y="120773"/>
                </a:lnTo>
                <a:lnTo>
                  <a:pt x="1869894" y="122176"/>
                </a:lnTo>
                <a:lnTo>
                  <a:pt x="1870765" y="123501"/>
                </a:lnTo>
                <a:lnTo>
                  <a:pt x="1871619" y="124746"/>
                </a:lnTo>
                <a:lnTo>
                  <a:pt x="1872917" y="126488"/>
                </a:lnTo>
                <a:lnTo>
                  <a:pt x="1874254" y="128192"/>
                </a:lnTo>
                <a:lnTo>
                  <a:pt x="1875622" y="129855"/>
                </a:lnTo>
                <a:lnTo>
                  <a:pt x="1877016" y="131475"/>
                </a:lnTo>
                <a:lnTo>
                  <a:pt x="1878430" y="133048"/>
                </a:lnTo>
                <a:lnTo>
                  <a:pt x="1879857" y="134570"/>
                </a:lnTo>
                <a:lnTo>
                  <a:pt x="1881292" y="136038"/>
                </a:lnTo>
                <a:lnTo>
                  <a:pt x="1882729" y="137449"/>
                </a:lnTo>
                <a:lnTo>
                  <a:pt x="1884161" y="138800"/>
                </a:lnTo>
                <a:lnTo>
                  <a:pt x="1885582" y="140088"/>
                </a:lnTo>
                <a:lnTo>
                  <a:pt x="1886986" y="141309"/>
                </a:lnTo>
                <a:lnTo>
                  <a:pt x="1888367" y="142460"/>
                </a:lnTo>
                <a:lnTo>
                  <a:pt x="1889719" y="143537"/>
                </a:lnTo>
                <a:lnTo>
                  <a:pt x="1891036" y="144538"/>
                </a:lnTo>
                <a:lnTo>
                  <a:pt x="1892311" y="145459"/>
                </a:lnTo>
                <a:lnTo>
                  <a:pt x="1893539" y="146297"/>
                </a:lnTo>
                <a:lnTo>
                  <a:pt x="1894713" y="147048"/>
                </a:lnTo>
                <a:lnTo>
                  <a:pt x="1895828" y="147710"/>
                </a:lnTo>
                <a:lnTo>
                  <a:pt x="1896877" y="148279"/>
                </a:lnTo>
                <a:lnTo>
                  <a:pt x="1897854" y="148752"/>
                </a:lnTo>
                <a:lnTo>
                  <a:pt x="1898754" y="149126"/>
                </a:lnTo>
                <a:lnTo>
                  <a:pt x="1899569" y="149397"/>
                </a:lnTo>
                <a:lnTo>
                  <a:pt x="1900294" y="149562"/>
                </a:lnTo>
                <a:lnTo>
                  <a:pt x="1900922" y="149617"/>
                </a:lnTo>
                <a:lnTo>
                  <a:pt x="1901528" y="149598"/>
                </a:lnTo>
                <a:lnTo>
                  <a:pt x="1902093" y="149541"/>
                </a:lnTo>
                <a:lnTo>
                  <a:pt x="1902618" y="149449"/>
                </a:lnTo>
                <a:lnTo>
                  <a:pt x="1903106" y="149325"/>
                </a:lnTo>
                <a:lnTo>
                  <a:pt x="1903556" y="149171"/>
                </a:lnTo>
                <a:lnTo>
                  <a:pt x="1903971" y="148991"/>
                </a:lnTo>
                <a:lnTo>
                  <a:pt x="1904352" y="148787"/>
                </a:lnTo>
                <a:lnTo>
                  <a:pt x="1904700" y="148561"/>
                </a:lnTo>
                <a:lnTo>
                  <a:pt x="1905017" y="148316"/>
                </a:lnTo>
                <a:lnTo>
                  <a:pt x="1905303" y="148056"/>
                </a:lnTo>
                <a:lnTo>
                  <a:pt x="1905561" y="147782"/>
                </a:lnTo>
                <a:lnTo>
                  <a:pt x="1905791" y="147497"/>
                </a:lnTo>
                <a:lnTo>
                  <a:pt x="1905995" y="147205"/>
                </a:lnTo>
                <a:lnTo>
                  <a:pt x="1906174" y="146907"/>
                </a:lnTo>
                <a:lnTo>
                  <a:pt x="1906330" y="146606"/>
                </a:lnTo>
                <a:lnTo>
                  <a:pt x="1906464" y="146305"/>
                </a:lnTo>
                <a:lnTo>
                  <a:pt x="1906577" y="146007"/>
                </a:lnTo>
                <a:lnTo>
                  <a:pt x="1906671" y="145714"/>
                </a:lnTo>
                <a:lnTo>
                  <a:pt x="1906746" y="145429"/>
                </a:lnTo>
                <a:lnTo>
                  <a:pt x="1906805" y="145155"/>
                </a:lnTo>
                <a:lnTo>
                  <a:pt x="1906849" y="144894"/>
                </a:lnTo>
                <a:lnTo>
                  <a:pt x="1906878" y="144650"/>
                </a:lnTo>
                <a:lnTo>
                  <a:pt x="1906895" y="144423"/>
                </a:lnTo>
                <a:lnTo>
                  <a:pt x="1906900" y="144219"/>
                </a:lnTo>
                <a:lnTo>
                  <a:pt x="1906893" y="143868"/>
                </a:lnTo>
                <a:lnTo>
                  <a:pt x="1906871" y="143538"/>
                </a:lnTo>
                <a:lnTo>
                  <a:pt x="1906835" y="143227"/>
                </a:lnTo>
                <a:lnTo>
                  <a:pt x="1906784" y="142933"/>
                </a:lnTo>
                <a:lnTo>
                  <a:pt x="1906717" y="142654"/>
                </a:lnTo>
                <a:lnTo>
                  <a:pt x="1906635" y="142390"/>
                </a:lnTo>
                <a:close/>
                <a:moveTo>
                  <a:pt x="2516444" y="107310"/>
                </a:moveTo>
                <a:lnTo>
                  <a:pt x="2516400" y="106874"/>
                </a:lnTo>
                <a:lnTo>
                  <a:pt x="2516338" y="106444"/>
                </a:lnTo>
                <a:lnTo>
                  <a:pt x="2516255" y="106023"/>
                </a:lnTo>
                <a:lnTo>
                  <a:pt x="2516149" y="105611"/>
                </a:lnTo>
                <a:lnTo>
                  <a:pt x="2516017" y="105211"/>
                </a:lnTo>
                <a:lnTo>
                  <a:pt x="2515855" y="104825"/>
                </a:lnTo>
                <a:lnTo>
                  <a:pt x="2515662" y="104456"/>
                </a:lnTo>
                <a:lnTo>
                  <a:pt x="2515433" y="104104"/>
                </a:lnTo>
                <a:lnTo>
                  <a:pt x="2515166" y="103773"/>
                </a:lnTo>
                <a:lnTo>
                  <a:pt x="2514858" y="103463"/>
                </a:lnTo>
                <a:lnTo>
                  <a:pt x="2514506" y="103178"/>
                </a:lnTo>
                <a:lnTo>
                  <a:pt x="2514107" y="102918"/>
                </a:lnTo>
                <a:lnTo>
                  <a:pt x="2513658" y="102687"/>
                </a:lnTo>
                <a:lnTo>
                  <a:pt x="2513157" y="102486"/>
                </a:lnTo>
                <a:lnTo>
                  <a:pt x="2512600" y="102317"/>
                </a:lnTo>
                <a:lnTo>
                  <a:pt x="2511984" y="102182"/>
                </a:lnTo>
                <a:lnTo>
                  <a:pt x="2511307" y="102083"/>
                </a:lnTo>
                <a:lnTo>
                  <a:pt x="2510566" y="102022"/>
                </a:lnTo>
                <a:lnTo>
                  <a:pt x="2509757" y="102001"/>
                </a:lnTo>
                <a:lnTo>
                  <a:pt x="2508993" y="102022"/>
                </a:lnTo>
                <a:lnTo>
                  <a:pt x="2508292" y="102083"/>
                </a:lnTo>
                <a:lnTo>
                  <a:pt x="2507649" y="102181"/>
                </a:lnTo>
                <a:lnTo>
                  <a:pt x="2507063" y="102316"/>
                </a:lnTo>
                <a:lnTo>
                  <a:pt x="2506531" y="102484"/>
                </a:lnTo>
                <a:lnTo>
                  <a:pt x="2506050" y="102684"/>
                </a:lnTo>
                <a:lnTo>
                  <a:pt x="2505617" y="102914"/>
                </a:lnTo>
                <a:lnTo>
                  <a:pt x="2505231" y="103171"/>
                </a:lnTo>
                <a:lnTo>
                  <a:pt x="2504888" y="103453"/>
                </a:lnTo>
                <a:lnTo>
                  <a:pt x="2504586" y="103759"/>
                </a:lnTo>
                <a:lnTo>
                  <a:pt x="2504322" y="104085"/>
                </a:lnTo>
                <a:lnTo>
                  <a:pt x="2504095" y="104431"/>
                </a:lnTo>
                <a:lnTo>
                  <a:pt x="2503900" y="104795"/>
                </a:lnTo>
                <a:lnTo>
                  <a:pt x="2503736" y="105173"/>
                </a:lnTo>
                <a:lnTo>
                  <a:pt x="2503599" y="105563"/>
                </a:lnTo>
                <a:lnTo>
                  <a:pt x="2503488" y="105965"/>
                </a:lnTo>
                <a:lnTo>
                  <a:pt x="2503400" y="106375"/>
                </a:lnTo>
                <a:lnTo>
                  <a:pt x="2503332" y="106792"/>
                </a:lnTo>
                <a:lnTo>
                  <a:pt x="2503282" y="107214"/>
                </a:lnTo>
                <a:lnTo>
                  <a:pt x="2503246" y="107637"/>
                </a:lnTo>
                <a:lnTo>
                  <a:pt x="2503223" y="108062"/>
                </a:lnTo>
                <a:lnTo>
                  <a:pt x="2503210" y="108484"/>
                </a:lnTo>
                <a:lnTo>
                  <a:pt x="2503204" y="108903"/>
                </a:lnTo>
                <a:lnTo>
                  <a:pt x="2503203" y="109315"/>
                </a:lnTo>
                <a:lnTo>
                  <a:pt x="2503124" y="110756"/>
                </a:lnTo>
                <a:lnTo>
                  <a:pt x="2502940" y="112095"/>
                </a:lnTo>
                <a:lnTo>
                  <a:pt x="2502658" y="113338"/>
                </a:lnTo>
                <a:lnTo>
                  <a:pt x="2502287" y="114486"/>
                </a:lnTo>
                <a:lnTo>
                  <a:pt x="2501834" y="115545"/>
                </a:lnTo>
                <a:lnTo>
                  <a:pt x="2501305" y="116517"/>
                </a:lnTo>
                <a:lnTo>
                  <a:pt x="2500710" y="117405"/>
                </a:lnTo>
                <a:lnTo>
                  <a:pt x="2500054" y="118214"/>
                </a:lnTo>
                <a:lnTo>
                  <a:pt x="2499347" y="118947"/>
                </a:lnTo>
                <a:lnTo>
                  <a:pt x="2498594" y="119606"/>
                </a:lnTo>
                <a:lnTo>
                  <a:pt x="2497805" y="120197"/>
                </a:lnTo>
                <a:lnTo>
                  <a:pt x="2496986" y="120722"/>
                </a:lnTo>
                <a:lnTo>
                  <a:pt x="2496145" y="121185"/>
                </a:lnTo>
                <a:lnTo>
                  <a:pt x="2495289" y="121590"/>
                </a:lnTo>
                <a:lnTo>
                  <a:pt x="2494426" y="121939"/>
                </a:lnTo>
                <a:lnTo>
                  <a:pt x="2493564" y="122236"/>
                </a:lnTo>
                <a:lnTo>
                  <a:pt x="2492709" y="122485"/>
                </a:lnTo>
                <a:lnTo>
                  <a:pt x="2491871" y="122690"/>
                </a:lnTo>
                <a:lnTo>
                  <a:pt x="2491055" y="122854"/>
                </a:lnTo>
                <a:lnTo>
                  <a:pt x="2490270" y="122980"/>
                </a:lnTo>
                <a:lnTo>
                  <a:pt x="2489524" y="123072"/>
                </a:lnTo>
                <a:lnTo>
                  <a:pt x="2488822" y="123133"/>
                </a:lnTo>
                <a:lnTo>
                  <a:pt x="2488175" y="123167"/>
                </a:lnTo>
                <a:lnTo>
                  <a:pt x="2487588" y="123178"/>
                </a:lnTo>
                <a:lnTo>
                  <a:pt x="2485808" y="123127"/>
                </a:lnTo>
                <a:lnTo>
                  <a:pt x="2484177" y="122978"/>
                </a:lnTo>
                <a:lnTo>
                  <a:pt x="2482688" y="122738"/>
                </a:lnTo>
                <a:lnTo>
                  <a:pt x="2481334" y="122414"/>
                </a:lnTo>
                <a:lnTo>
                  <a:pt x="2480109" y="122012"/>
                </a:lnTo>
                <a:lnTo>
                  <a:pt x="2479006" y="121538"/>
                </a:lnTo>
                <a:lnTo>
                  <a:pt x="2478019" y="121000"/>
                </a:lnTo>
                <a:lnTo>
                  <a:pt x="2477142" y="120404"/>
                </a:lnTo>
                <a:lnTo>
                  <a:pt x="2476367" y="119756"/>
                </a:lnTo>
                <a:lnTo>
                  <a:pt x="2475690" y="119064"/>
                </a:lnTo>
                <a:lnTo>
                  <a:pt x="2475103" y="118333"/>
                </a:lnTo>
                <a:lnTo>
                  <a:pt x="2474599" y="117570"/>
                </a:lnTo>
                <a:lnTo>
                  <a:pt x="2474173" y="116783"/>
                </a:lnTo>
                <a:lnTo>
                  <a:pt x="2473817" y="115977"/>
                </a:lnTo>
                <a:lnTo>
                  <a:pt x="2473526" y="115159"/>
                </a:lnTo>
                <a:lnTo>
                  <a:pt x="2473293" y="114336"/>
                </a:lnTo>
                <a:lnTo>
                  <a:pt x="2473112" y="113514"/>
                </a:lnTo>
                <a:lnTo>
                  <a:pt x="2472975" y="112700"/>
                </a:lnTo>
                <a:lnTo>
                  <a:pt x="2472878" y="111901"/>
                </a:lnTo>
                <a:lnTo>
                  <a:pt x="2472812" y="111122"/>
                </a:lnTo>
                <a:lnTo>
                  <a:pt x="2472772" y="110372"/>
                </a:lnTo>
                <a:lnTo>
                  <a:pt x="2472752" y="109656"/>
                </a:lnTo>
                <a:lnTo>
                  <a:pt x="2472744" y="108981"/>
                </a:lnTo>
                <a:lnTo>
                  <a:pt x="2472743" y="108353"/>
                </a:lnTo>
                <a:lnTo>
                  <a:pt x="2472743" y="62535"/>
                </a:lnTo>
                <a:lnTo>
                  <a:pt x="2504359" y="62535"/>
                </a:lnTo>
                <a:lnTo>
                  <a:pt x="2504730" y="62534"/>
                </a:lnTo>
                <a:lnTo>
                  <a:pt x="2505118" y="62531"/>
                </a:lnTo>
                <a:lnTo>
                  <a:pt x="2505520" y="62523"/>
                </a:lnTo>
                <a:lnTo>
                  <a:pt x="2505934" y="62508"/>
                </a:lnTo>
                <a:lnTo>
                  <a:pt x="2506356" y="62482"/>
                </a:lnTo>
                <a:lnTo>
                  <a:pt x="2506784" y="62444"/>
                </a:lnTo>
                <a:lnTo>
                  <a:pt x="2507214" y="62391"/>
                </a:lnTo>
                <a:lnTo>
                  <a:pt x="2507644" y="62321"/>
                </a:lnTo>
                <a:lnTo>
                  <a:pt x="2508070" y="62230"/>
                </a:lnTo>
                <a:lnTo>
                  <a:pt x="2508490" y="62116"/>
                </a:lnTo>
                <a:lnTo>
                  <a:pt x="2508901" y="61978"/>
                </a:lnTo>
                <a:lnTo>
                  <a:pt x="2509300" y="61812"/>
                </a:lnTo>
                <a:lnTo>
                  <a:pt x="2509683" y="61616"/>
                </a:lnTo>
                <a:lnTo>
                  <a:pt x="2510049" y="61387"/>
                </a:lnTo>
                <a:lnTo>
                  <a:pt x="2510394" y="61123"/>
                </a:lnTo>
                <a:lnTo>
                  <a:pt x="2510715" y="60821"/>
                </a:lnTo>
                <a:lnTo>
                  <a:pt x="2511009" y="60479"/>
                </a:lnTo>
                <a:lnTo>
                  <a:pt x="2511273" y="60095"/>
                </a:lnTo>
                <a:lnTo>
                  <a:pt x="2511505" y="59665"/>
                </a:lnTo>
                <a:lnTo>
                  <a:pt x="2511701" y="59188"/>
                </a:lnTo>
                <a:lnTo>
                  <a:pt x="2511859" y="58660"/>
                </a:lnTo>
                <a:lnTo>
                  <a:pt x="2511975" y="58080"/>
                </a:lnTo>
                <a:lnTo>
                  <a:pt x="2512047" y="57444"/>
                </a:lnTo>
                <a:lnTo>
                  <a:pt x="2512072" y="56751"/>
                </a:lnTo>
                <a:lnTo>
                  <a:pt x="2512048" y="56034"/>
                </a:lnTo>
                <a:lnTo>
                  <a:pt x="2511979" y="55377"/>
                </a:lnTo>
                <a:lnTo>
                  <a:pt x="2511867" y="54778"/>
                </a:lnTo>
                <a:lnTo>
                  <a:pt x="2511715" y="54232"/>
                </a:lnTo>
                <a:lnTo>
                  <a:pt x="2511525" y="53739"/>
                </a:lnTo>
                <a:lnTo>
                  <a:pt x="2511301" y="53295"/>
                </a:lnTo>
                <a:lnTo>
                  <a:pt x="2511044" y="52897"/>
                </a:lnTo>
                <a:lnTo>
                  <a:pt x="2510758" y="52544"/>
                </a:lnTo>
                <a:lnTo>
                  <a:pt x="2510445" y="52232"/>
                </a:lnTo>
                <a:lnTo>
                  <a:pt x="2510108" y="51959"/>
                </a:lnTo>
                <a:lnTo>
                  <a:pt x="2509750" y="51723"/>
                </a:lnTo>
                <a:lnTo>
                  <a:pt x="2509373" y="51520"/>
                </a:lnTo>
                <a:lnTo>
                  <a:pt x="2508979" y="51348"/>
                </a:lnTo>
                <a:lnTo>
                  <a:pt x="2508573" y="51205"/>
                </a:lnTo>
                <a:lnTo>
                  <a:pt x="2508155" y="51088"/>
                </a:lnTo>
                <a:lnTo>
                  <a:pt x="2507730" y="50994"/>
                </a:lnTo>
                <a:lnTo>
                  <a:pt x="2507299" y="50921"/>
                </a:lnTo>
                <a:lnTo>
                  <a:pt x="2506866" y="50866"/>
                </a:lnTo>
                <a:lnTo>
                  <a:pt x="2506432" y="50827"/>
                </a:lnTo>
                <a:lnTo>
                  <a:pt x="2506001" y="50800"/>
                </a:lnTo>
                <a:lnTo>
                  <a:pt x="2505576" y="50784"/>
                </a:lnTo>
                <a:lnTo>
                  <a:pt x="2505159" y="50776"/>
                </a:lnTo>
                <a:lnTo>
                  <a:pt x="2504752" y="50773"/>
                </a:lnTo>
                <a:lnTo>
                  <a:pt x="2504359" y="50773"/>
                </a:lnTo>
                <a:lnTo>
                  <a:pt x="2472743" y="50773"/>
                </a:lnTo>
                <a:lnTo>
                  <a:pt x="2472743" y="34965"/>
                </a:lnTo>
                <a:lnTo>
                  <a:pt x="2472743" y="34505"/>
                </a:lnTo>
                <a:lnTo>
                  <a:pt x="2472740" y="34040"/>
                </a:lnTo>
                <a:lnTo>
                  <a:pt x="2472731" y="33573"/>
                </a:lnTo>
                <a:lnTo>
                  <a:pt x="2472713" y="33107"/>
                </a:lnTo>
                <a:lnTo>
                  <a:pt x="2472684" y="32643"/>
                </a:lnTo>
                <a:lnTo>
                  <a:pt x="2472641" y="32184"/>
                </a:lnTo>
                <a:lnTo>
                  <a:pt x="2472581" y="31731"/>
                </a:lnTo>
                <a:lnTo>
                  <a:pt x="2472501" y="31287"/>
                </a:lnTo>
                <a:lnTo>
                  <a:pt x="2472398" y="30853"/>
                </a:lnTo>
                <a:lnTo>
                  <a:pt x="2472269" y="30433"/>
                </a:lnTo>
                <a:lnTo>
                  <a:pt x="2472112" y="30027"/>
                </a:lnTo>
                <a:lnTo>
                  <a:pt x="2471924" y="29638"/>
                </a:lnTo>
                <a:lnTo>
                  <a:pt x="2471701" y="29269"/>
                </a:lnTo>
                <a:lnTo>
                  <a:pt x="2471442" y="28920"/>
                </a:lnTo>
                <a:lnTo>
                  <a:pt x="2471143" y="28595"/>
                </a:lnTo>
                <a:lnTo>
                  <a:pt x="2470801" y="28295"/>
                </a:lnTo>
                <a:lnTo>
                  <a:pt x="2470413" y="28023"/>
                </a:lnTo>
                <a:lnTo>
                  <a:pt x="2469977" y="27780"/>
                </a:lnTo>
                <a:lnTo>
                  <a:pt x="2469490" y="27569"/>
                </a:lnTo>
                <a:lnTo>
                  <a:pt x="2468949" y="27391"/>
                </a:lnTo>
                <a:lnTo>
                  <a:pt x="2468351" y="27250"/>
                </a:lnTo>
                <a:lnTo>
                  <a:pt x="2467693" y="27146"/>
                </a:lnTo>
                <a:lnTo>
                  <a:pt x="2466972" y="27082"/>
                </a:lnTo>
                <a:lnTo>
                  <a:pt x="2466186" y="27060"/>
                </a:lnTo>
                <a:lnTo>
                  <a:pt x="2465378" y="27081"/>
                </a:lnTo>
                <a:lnTo>
                  <a:pt x="2464636" y="27142"/>
                </a:lnTo>
                <a:lnTo>
                  <a:pt x="2463960" y="27242"/>
                </a:lnTo>
                <a:lnTo>
                  <a:pt x="2463344" y="27378"/>
                </a:lnTo>
                <a:lnTo>
                  <a:pt x="2462788" y="27549"/>
                </a:lnTo>
                <a:lnTo>
                  <a:pt x="2462286" y="27753"/>
                </a:lnTo>
                <a:lnTo>
                  <a:pt x="2461838" y="27988"/>
                </a:lnTo>
                <a:lnTo>
                  <a:pt x="2461439" y="28253"/>
                </a:lnTo>
                <a:lnTo>
                  <a:pt x="2461088" y="28545"/>
                </a:lnTo>
                <a:lnTo>
                  <a:pt x="2460780" y="28862"/>
                </a:lnTo>
                <a:lnTo>
                  <a:pt x="2460513" y="29203"/>
                </a:lnTo>
                <a:lnTo>
                  <a:pt x="2460284" y="29567"/>
                </a:lnTo>
                <a:lnTo>
                  <a:pt x="2460090" y="29950"/>
                </a:lnTo>
                <a:lnTo>
                  <a:pt x="2459929" y="30351"/>
                </a:lnTo>
                <a:lnTo>
                  <a:pt x="2459796" y="30769"/>
                </a:lnTo>
                <a:lnTo>
                  <a:pt x="2459691" y="31202"/>
                </a:lnTo>
                <a:lnTo>
                  <a:pt x="2459608" y="31647"/>
                </a:lnTo>
                <a:lnTo>
                  <a:pt x="2459546" y="32103"/>
                </a:lnTo>
                <a:lnTo>
                  <a:pt x="2459502" y="32568"/>
                </a:lnTo>
                <a:lnTo>
                  <a:pt x="2459472" y="33041"/>
                </a:lnTo>
                <a:lnTo>
                  <a:pt x="2459454" y="33518"/>
                </a:lnTo>
                <a:lnTo>
                  <a:pt x="2459445" y="34000"/>
                </a:lnTo>
                <a:lnTo>
                  <a:pt x="2459441" y="34483"/>
                </a:lnTo>
                <a:lnTo>
                  <a:pt x="2459441" y="34965"/>
                </a:lnTo>
                <a:lnTo>
                  <a:pt x="2459441" y="50773"/>
                </a:lnTo>
                <a:lnTo>
                  <a:pt x="2442667" y="50773"/>
                </a:lnTo>
                <a:lnTo>
                  <a:pt x="2442272" y="50773"/>
                </a:lnTo>
                <a:lnTo>
                  <a:pt x="2441863" y="50776"/>
                </a:lnTo>
                <a:lnTo>
                  <a:pt x="2441441" y="50784"/>
                </a:lnTo>
                <a:lnTo>
                  <a:pt x="2441010" y="50800"/>
                </a:lnTo>
                <a:lnTo>
                  <a:pt x="2440572" y="50827"/>
                </a:lnTo>
                <a:lnTo>
                  <a:pt x="2440130" y="50866"/>
                </a:lnTo>
                <a:lnTo>
                  <a:pt x="2439687" y="50921"/>
                </a:lnTo>
                <a:lnTo>
                  <a:pt x="2439246" y="50994"/>
                </a:lnTo>
                <a:lnTo>
                  <a:pt x="2438810" y="51088"/>
                </a:lnTo>
                <a:lnTo>
                  <a:pt x="2438381" y="51205"/>
                </a:lnTo>
                <a:lnTo>
                  <a:pt x="2437962" y="51348"/>
                </a:lnTo>
                <a:lnTo>
                  <a:pt x="2437557" y="51520"/>
                </a:lnTo>
                <a:lnTo>
                  <a:pt x="2437168" y="51723"/>
                </a:lnTo>
                <a:lnTo>
                  <a:pt x="2436798" y="51959"/>
                </a:lnTo>
                <a:lnTo>
                  <a:pt x="2436450" y="52232"/>
                </a:lnTo>
                <a:lnTo>
                  <a:pt x="2436126" y="52544"/>
                </a:lnTo>
                <a:lnTo>
                  <a:pt x="2435829" y="52897"/>
                </a:lnTo>
                <a:lnTo>
                  <a:pt x="2435563" y="53295"/>
                </a:lnTo>
                <a:lnTo>
                  <a:pt x="2435330" y="53739"/>
                </a:lnTo>
                <a:lnTo>
                  <a:pt x="2435133" y="54232"/>
                </a:lnTo>
                <a:lnTo>
                  <a:pt x="2434975" y="54778"/>
                </a:lnTo>
                <a:lnTo>
                  <a:pt x="2434859" y="55377"/>
                </a:lnTo>
                <a:lnTo>
                  <a:pt x="2434787" y="56034"/>
                </a:lnTo>
                <a:lnTo>
                  <a:pt x="2434762" y="56751"/>
                </a:lnTo>
                <a:lnTo>
                  <a:pt x="2434787" y="57444"/>
                </a:lnTo>
                <a:lnTo>
                  <a:pt x="2434859" y="58080"/>
                </a:lnTo>
                <a:lnTo>
                  <a:pt x="2434975" y="58660"/>
                </a:lnTo>
                <a:lnTo>
                  <a:pt x="2435133" y="59188"/>
                </a:lnTo>
                <a:lnTo>
                  <a:pt x="2435329" y="59665"/>
                </a:lnTo>
                <a:lnTo>
                  <a:pt x="2435560" y="60095"/>
                </a:lnTo>
                <a:lnTo>
                  <a:pt x="2435825" y="60479"/>
                </a:lnTo>
                <a:lnTo>
                  <a:pt x="2436119" y="60821"/>
                </a:lnTo>
                <a:lnTo>
                  <a:pt x="2436439" y="61123"/>
                </a:lnTo>
                <a:lnTo>
                  <a:pt x="2436784" y="61387"/>
                </a:lnTo>
                <a:lnTo>
                  <a:pt x="2437149" y="61616"/>
                </a:lnTo>
                <a:lnTo>
                  <a:pt x="2437533" y="61812"/>
                </a:lnTo>
                <a:lnTo>
                  <a:pt x="2437932" y="61978"/>
                </a:lnTo>
                <a:lnTo>
                  <a:pt x="2438342" y="62116"/>
                </a:lnTo>
                <a:lnTo>
                  <a:pt x="2438762" y="62230"/>
                </a:lnTo>
                <a:lnTo>
                  <a:pt x="2439188" y="62321"/>
                </a:lnTo>
                <a:lnTo>
                  <a:pt x="2439618" y="62391"/>
                </a:lnTo>
                <a:lnTo>
                  <a:pt x="2440048" y="62444"/>
                </a:lnTo>
                <a:lnTo>
                  <a:pt x="2440475" y="62482"/>
                </a:lnTo>
                <a:lnTo>
                  <a:pt x="2440897" y="62508"/>
                </a:lnTo>
                <a:lnTo>
                  <a:pt x="2441311" y="62523"/>
                </a:lnTo>
                <a:lnTo>
                  <a:pt x="2441713" y="62531"/>
                </a:lnTo>
                <a:lnTo>
                  <a:pt x="2442102" y="62534"/>
                </a:lnTo>
                <a:lnTo>
                  <a:pt x="2442473" y="62535"/>
                </a:lnTo>
                <a:lnTo>
                  <a:pt x="2459441" y="62535"/>
                </a:lnTo>
                <a:lnTo>
                  <a:pt x="2459441" y="109509"/>
                </a:lnTo>
                <a:lnTo>
                  <a:pt x="2459508" y="111760"/>
                </a:lnTo>
                <a:lnTo>
                  <a:pt x="2459707" y="113893"/>
                </a:lnTo>
                <a:lnTo>
                  <a:pt x="2460031" y="115910"/>
                </a:lnTo>
                <a:lnTo>
                  <a:pt x="2460477" y="117812"/>
                </a:lnTo>
                <a:lnTo>
                  <a:pt x="2461038" y="119602"/>
                </a:lnTo>
                <a:lnTo>
                  <a:pt x="2461709" y="121282"/>
                </a:lnTo>
                <a:lnTo>
                  <a:pt x="2462485" y="122853"/>
                </a:lnTo>
                <a:lnTo>
                  <a:pt x="2463360" y="124318"/>
                </a:lnTo>
                <a:lnTo>
                  <a:pt x="2464330" y="125679"/>
                </a:lnTo>
                <a:lnTo>
                  <a:pt x="2465390" y="126938"/>
                </a:lnTo>
                <a:lnTo>
                  <a:pt x="2466533" y="128096"/>
                </a:lnTo>
                <a:lnTo>
                  <a:pt x="2467754" y="129156"/>
                </a:lnTo>
                <a:lnTo>
                  <a:pt x="2469049" y="130120"/>
                </a:lnTo>
                <a:lnTo>
                  <a:pt x="2470412" y="130989"/>
                </a:lnTo>
                <a:lnTo>
                  <a:pt x="2471838" y="131766"/>
                </a:lnTo>
                <a:lnTo>
                  <a:pt x="2473321" y="132453"/>
                </a:lnTo>
                <a:lnTo>
                  <a:pt x="2474856" y="133051"/>
                </a:lnTo>
                <a:lnTo>
                  <a:pt x="2476438" y="133564"/>
                </a:lnTo>
                <a:lnTo>
                  <a:pt x="2478062" y="133992"/>
                </a:lnTo>
                <a:lnTo>
                  <a:pt x="2479723" y="134337"/>
                </a:lnTo>
                <a:lnTo>
                  <a:pt x="2481414" y="134603"/>
                </a:lnTo>
                <a:lnTo>
                  <a:pt x="2483131" y="134790"/>
                </a:lnTo>
                <a:lnTo>
                  <a:pt x="2484869" y="134900"/>
                </a:lnTo>
                <a:lnTo>
                  <a:pt x="2486623" y="134937"/>
                </a:lnTo>
                <a:lnTo>
                  <a:pt x="2488412" y="134894"/>
                </a:lnTo>
                <a:lnTo>
                  <a:pt x="2490208" y="134764"/>
                </a:lnTo>
                <a:lnTo>
                  <a:pt x="2492003" y="134547"/>
                </a:lnTo>
                <a:lnTo>
                  <a:pt x="2493790" y="134243"/>
                </a:lnTo>
                <a:lnTo>
                  <a:pt x="2495562" y="133852"/>
                </a:lnTo>
                <a:lnTo>
                  <a:pt x="2497311" y="133374"/>
                </a:lnTo>
                <a:lnTo>
                  <a:pt x="2499030" y="132807"/>
                </a:lnTo>
                <a:lnTo>
                  <a:pt x="2500711" y="132153"/>
                </a:lnTo>
                <a:lnTo>
                  <a:pt x="2502348" y="131410"/>
                </a:lnTo>
                <a:lnTo>
                  <a:pt x="2503932" y="130579"/>
                </a:lnTo>
                <a:lnTo>
                  <a:pt x="2505457" y="129659"/>
                </a:lnTo>
                <a:lnTo>
                  <a:pt x="2506914" y="128650"/>
                </a:lnTo>
                <a:lnTo>
                  <a:pt x="2508298" y="127551"/>
                </a:lnTo>
                <a:lnTo>
                  <a:pt x="2509599" y="126363"/>
                </a:lnTo>
                <a:lnTo>
                  <a:pt x="2510812" y="125086"/>
                </a:lnTo>
                <a:lnTo>
                  <a:pt x="2511928" y="123718"/>
                </a:lnTo>
                <a:lnTo>
                  <a:pt x="2512941" y="122260"/>
                </a:lnTo>
                <a:lnTo>
                  <a:pt x="2513842" y="120712"/>
                </a:lnTo>
                <a:lnTo>
                  <a:pt x="2514625" y="119073"/>
                </a:lnTo>
                <a:lnTo>
                  <a:pt x="2515282" y="117343"/>
                </a:lnTo>
                <a:lnTo>
                  <a:pt x="2515806" y="115522"/>
                </a:lnTo>
                <a:lnTo>
                  <a:pt x="2516190" y="113610"/>
                </a:lnTo>
                <a:lnTo>
                  <a:pt x="2516425" y="111605"/>
                </a:lnTo>
                <a:lnTo>
                  <a:pt x="2516505" y="109509"/>
                </a:lnTo>
                <a:lnTo>
                  <a:pt x="2516505" y="109073"/>
                </a:lnTo>
                <a:lnTo>
                  <a:pt x="2516501" y="108634"/>
                </a:lnTo>
                <a:lnTo>
                  <a:pt x="2516492" y="108192"/>
                </a:lnTo>
                <a:lnTo>
                  <a:pt x="2516474" y="107750"/>
                </a:lnTo>
                <a:lnTo>
                  <a:pt x="2516444" y="107310"/>
                </a:lnTo>
                <a:close/>
                <a:moveTo>
                  <a:pt x="2021774" y="124569"/>
                </a:moveTo>
                <a:lnTo>
                  <a:pt x="2021508" y="124172"/>
                </a:lnTo>
                <a:lnTo>
                  <a:pt x="2021211" y="123818"/>
                </a:lnTo>
                <a:lnTo>
                  <a:pt x="2020887" y="123507"/>
                </a:lnTo>
                <a:lnTo>
                  <a:pt x="2020539" y="123234"/>
                </a:lnTo>
                <a:lnTo>
                  <a:pt x="2020169" y="122998"/>
                </a:lnTo>
                <a:lnTo>
                  <a:pt x="2019780" y="122795"/>
                </a:lnTo>
                <a:lnTo>
                  <a:pt x="2019375" y="122623"/>
                </a:lnTo>
                <a:lnTo>
                  <a:pt x="2018956" y="122480"/>
                </a:lnTo>
                <a:lnTo>
                  <a:pt x="2018527" y="122363"/>
                </a:lnTo>
                <a:lnTo>
                  <a:pt x="2018091" y="122269"/>
                </a:lnTo>
                <a:lnTo>
                  <a:pt x="2017650" y="122196"/>
                </a:lnTo>
                <a:lnTo>
                  <a:pt x="2017207" y="122141"/>
                </a:lnTo>
                <a:lnTo>
                  <a:pt x="2016765" y="122102"/>
                </a:lnTo>
                <a:lnTo>
                  <a:pt x="2016327" y="122076"/>
                </a:lnTo>
                <a:lnTo>
                  <a:pt x="2015896" y="122060"/>
                </a:lnTo>
                <a:lnTo>
                  <a:pt x="2015474" y="122052"/>
                </a:lnTo>
                <a:lnTo>
                  <a:pt x="2015065" y="122049"/>
                </a:lnTo>
                <a:lnTo>
                  <a:pt x="2014670" y="122048"/>
                </a:lnTo>
                <a:lnTo>
                  <a:pt x="2006186" y="122048"/>
                </a:lnTo>
                <a:lnTo>
                  <a:pt x="2006186" y="77386"/>
                </a:lnTo>
                <a:lnTo>
                  <a:pt x="2006135" y="75013"/>
                </a:lnTo>
                <a:lnTo>
                  <a:pt x="2005984" y="72754"/>
                </a:lnTo>
                <a:lnTo>
                  <a:pt x="2005734" y="70610"/>
                </a:lnTo>
                <a:lnTo>
                  <a:pt x="2005387" y="68578"/>
                </a:lnTo>
                <a:lnTo>
                  <a:pt x="2004946" y="66657"/>
                </a:lnTo>
                <a:lnTo>
                  <a:pt x="2004412" y="64846"/>
                </a:lnTo>
                <a:lnTo>
                  <a:pt x="2003787" y="63144"/>
                </a:lnTo>
                <a:lnTo>
                  <a:pt x="2003073" y="61549"/>
                </a:lnTo>
                <a:lnTo>
                  <a:pt x="2002272" y="60061"/>
                </a:lnTo>
                <a:lnTo>
                  <a:pt x="2001386" y="58677"/>
                </a:lnTo>
                <a:lnTo>
                  <a:pt x="2000417" y="57398"/>
                </a:lnTo>
                <a:lnTo>
                  <a:pt x="1999367" y="56221"/>
                </a:lnTo>
                <a:lnTo>
                  <a:pt x="1998237" y="55145"/>
                </a:lnTo>
                <a:lnTo>
                  <a:pt x="1997030" y="54170"/>
                </a:lnTo>
                <a:lnTo>
                  <a:pt x="1995747" y="53293"/>
                </a:lnTo>
                <a:lnTo>
                  <a:pt x="1994391" y="52513"/>
                </a:lnTo>
                <a:lnTo>
                  <a:pt x="1992963" y="51831"/>
                </a:lnTo>
                <a:lnTo>
                  <a:pt x="1991466" y="51243"/>
                </a:lnTo>
                <a:lnTo>
                  <a:pt x="1989901" y="50749"/>
                </a:lnTo>
                <a:lnTo>
                  <a:pt x="1988270" y="50347"/>
                </a:lnTo>
                <a:lnTo>
                  <a:pt x="1986575" y="50037"/>
                </a:lnTo>
                <a:lnTo>
                  <a:pt x="1984818" y="49817"/>
                </a:lnTo>
                <a:lnTo>
                  <a:pt x="1983001" y="49686"/>
                </a:lnTo>
                <a:lnTo>
                  <a:pt x="1981125" y="49643"/>
                </a:lnTo>
                <a:lnTo>
                  <a:pt x="1979533" y="49676"/>
                </a:lnTo>
                <a:lnTo>
                  <a:pt x="1977985" y="49774"/>
                </a:lnTo>
                <a:lnTo>
                  <a:pt x="1976482" y="49932"/>
                </a:lnTo>
                <a:lnTo>
                  <a:pt x="1975024" y="50146"/>
                </a:lnTo>
                <a:lnTo>
                  <a:pt x="1973611" y="50411"/>
                </a:lnTo>
                <a:lnTo>
                  <a:pt x="1972245" y="50725"/>
                </a:lnTo>
                <a:lnTo>
                  <a:pt x="1970924" y="51082"/>
                </a:lnTo>
                <a:lnTo>
                  <a:pt x="1969650" y="51479"/>
                </a:lnTo>
                <a:lnTo>
                  <a:pt x="1968423" y="51911"/>
                </a:lnTo>
                <a:lnTo>
                  <a:pt x="1967244" y="52375"/>
                </a:lnTo>
                <a:lnTo>
                  <a:pt x="1966111" y="52866"/>
                </a:lnTo>
                <a:lnTo>
                  <a:pt x="1965027" y="53380"/>
                </a:lnTo>
                <a:lnTo>
                  <a:pt x="1963991" y="53913"/>
                </a:lnTo>
                <a:lnTo>
                  <a:pt x="1963003" y="54461"/>
                </a:lnTo>
                <a:lnTo>
                  <a:pt x="1962064" y="55020"/>
                </a:lnTo>
                <a:lnTo>
                  <a:pt x="1961174" y="55586"/>
                </a:lnTo>
                <a:lnTo>
                  <a:pt x="1960334" y="56154"/>
                </a:lnTo>
                <a:lnTo>
                  <a:pt x="1959544" y="56721"/>
                </a:lnTo>
                <a:lnTo>
                  <a:pt x="1958803" y="57283"/>
                </a:lnTo>
                <a:lnTo>
                  <a:pt x="1958114" y="57835"/>
                </a:lnTo>
                <a:lnTo>
                  <a:pt x="1957475" y="58373"/>
                </a:lnTo>
                <a:lnTo>
                  <a:pt x="1956887" y="58893"/>
                </a:lnTo>
                <a:lnTo>
                  <a:pt x="1956351" y="59391"/>
                </a:lnTo>
                <a:lnTo>
                  <a:pt x="1955867" y="59863"/>
                </a:lnTo>
                <a:lnTo>
                  <a:pt x="1955867" y="59106"/>
                </a:lnTo>
                <a:lnTo>
                  <a:pt x="1955863" y="58383"/>
                </a:lnTo>
                <a:lnTo>
                  <a:pt x="1955852" y="57694"/>
                </a:lnTo>
                <a:lnTo>
                  <a:pt x="1955832" y="57039"/>
                </a:lnTo>
                <a:lnTo>
                  <a:pt x="1955797" y="56417"/>
                </a:lnTo>
                <a:lnTo>
                  <a:pt x="1955747" y="55829"/>
                </a:lnTo>
                <a:lnTo>
                  <a:pt x="1955676" y="55274"/>
                </a:lnTo>
                <a:lnTo>
                  <a:pt x="1955582" y="54753"/>
                </a:lnTo>
                <a:lnTo>
                  <a:pt x="1955461" y="54264"/>
                </a:lnTo>
                <a:lnTo>
                  <a:pt x="1955309" y="53809"/>
                </a:lnTo>
                <a:lnTo>
                  <a:pt x="1955125" y="53385"/>
                </a:lnTo>
                <a:lnTo>
                  <a:pt x="1954903" y="52995"/>
                </a:lnTo>
                <a:lnTo>
                  <a:pt x="1954642" y="52636"/>
                </a:lnTo>
                <a:lnTo>
                  <a:pt x="1954337" y="52310"/>
                </a:lnTo>
                <a:lnTo>
                  <a:pt x="1953985" y="52015"/>
                </a:lnTo>
                <a:lnTo>
                  <a:pt x="1953583" y="51753"/>
                </a:lnTo>
                <a:lnTo>
                  <a:pt x="1953127" y="51522"/>
                </a:lnTo>
                <a:lnTo>
                  <a:pt x="1952614" y="51322"/>
                </a:lnTo>
                <a:lnTo>
                  <a:pt x="1952042" y="51153"/>
                </a:lnTo>
                <a:lnTo>
                  <a:pt x="1951405" y="51016"/>
                </a:lnTo>
                <a:lnTo>
                  <a:pt x="1950702" y="50909"/>
                </a:lnTo>
                <a:lnTo>
                  <a:pt x="1949928" y="50833"/>
                </a:lnTo>
                <a:lnTo>
                  <a:pt x="1949081" y="50788"/>
                </a:lnTo>
                <a:lnTo>
                  <a:pt x="1948157" y="50773"/>
                </a:lnTo>
                <a:lnTo>
                  <a:pt x="1934083" y="50773"/>
                </a:lnTo>
                <a:lnTo>
                  <a:pt x="1933689" y="50773"/>
                </a:lnTo>
                <a:lnTo>
                  <a:pt x="1933280" y="50776"/>
                </a:lnTo>
                <a:lnTo>
                  <a:pt x="1932858" y="50784"/>
                </a:lnTo>
                <a:lnTo>
                  <a:pt x="1932426" y="50800"/>
                </a:lnTo>
                <a:lnTo>
                  <a:pt x="1931988" y="50827"/>
                </a:lnTo>
                <a:lnTo>
                  <a:pt x="1931546" y="50866"/>
                </a:lnTo>
                <a:lnTo>
                  <a:pt x="1931104" y="50921"/>
                </a:lnTo>
                <a:lnTo>
                  <a:pt x="1930663" y="50994"/>
                </a:lnTo>
                <a:lnTo>
                  <a:pt x="1930226" y="51088"/>
                </a:lnTo>
                <a:lnTo>
                  <a:pt x="1929797" y="51205"/>
                </a:lnTo>
                <a:lnTo>
                  <a:pt x="1929379" y="51348"/>
                </a:lnTo>
                <a:lnTo>
                  <a:pt x="1928974" y="51520"/>
                </a:lnTo>
                <a:lnTo>
                  <a:pt x="1928585" y="51723"/>
                </a:lnTo>
                <a:lnTo>
                  <a:pt x="1928215" y="51959"/>
                </a:lnTo>
                <a:lnTo>
                  <a:pt x="1927866" y="52232"/>
                </a:lnTo>
                <a:lnTo>
                  <a:pt x="1927542" y="52544"/>
                </a:lnTo>
                <a:lnTo>
                  <a:pt x="1927246" y="52897"/>
                </a:lnTo>
                <a:lnTo>
                  <a:pt x="1926980" y="53295"/>
                </a:lnTo>
                <a:lnTo>
                  <a:pt x="1926747" y="53739"/>
                </a:lnTo>
                <a:lnTo>
                  <a:pt x="1926550" y="54232"/>
                </a:lnTo>
                <a:lnTo>
                  <a:pt x="1926392" y="54778"/>
                </a:lnTo>
                <a:lnTo>
                  <a:pt x="1926275" y="55377"/>
                </a:lnTo>
                <a:lnTo>
                  <a:pt x="1926203" y="56034"/>
                </a:lnTo>
                <a:lnTo>
                  <a:pt x="1926179" y="56751"/>
                </a:lnTo>
                <a:lnTo>
                  <a:pt x="1926204" y="57444"/>
                </a:lnTo>
                <a:lnTo>
                  <a:pt x="1926279" y="58080"/>
                </a:lnTo>
                <a:lnTo>
                  <a:pt x="1926400" y="58660"/>
                </a:lnTo>
                <a:lnTo>
                  <a:pt x="1926563" y="59188"/>
                </a:lnTo>
                <a:lnTo>
                  <a:pt x="1926765" y="59665"/>
                </a:lnTo>
                <a:lnTo>
                  <a:pt x="1927004" y="60095"/>
                </a:lnTo>
                <a:lnTo>
                  <a:pt x="1927276" y="60479"/>
                </a:lnTo>
                <a:lnTo>
                  <a:pt x="1927578" y="60821"/>
                </a:lnTo>
                <a:lnTo>
                  <a:pt x="1927907" y="61123"/>
                </a:lnTo>
                <a:lnTo>
                  <a:pt x="1928260" y="61387"/>
                </a:lnTo>
                <a:lnTo>
                  <a:pt x="1928632" y="61616"/>
                </a:lnTo>
                <a:lnTo>
                  <a:pt x="1929022" y="61812"/>
                </a:lnTo>
                <a:lnTo>
                  <a:pt x="1929427" y="61978"/>
                </a:lnTo>
                <a:lnTo>
                  <a:pt x="1929841" y="62116"/>
                </a:lnTo>
                <a:lnTo>
                  <a:pt x="1930264" y="62230"/>
                </a:lnTo>
                <a:lnTo>
                  <a:pt x="1930691" y="62321"/>
                </a:lnTo>
                <a:lnTo>
                  <a:pt x="1931120" y="62391"/>
                </a:lnTo>
                <a:lnTo>
                  <a:pt x="1931546" y="62444"/>
                </a:lnTo>
                <a:lnTo>
                  <a:pt x="1931968" y="62482"/>
                </a:lnTo>
                <a:lnTo>
                  <a:pt x="1932381" y="62508"/>
                </a:lnTo>
                <a:lnTo>
                  <a:pt x="1932783" y="62523"/>
                </a:lnTo>
                <a:lnTo>
                  <a:pt x="1933171" y="62531"/>
                </a:lnTo>
                <a:lnTo>
                  <a:pt x="1933541" y="62534"/>
                </a:lnTo>
                <a:lnTo>
                  <a:pt x="1933889" y="62535"/>
                </a:lnTo>
                <a:lnTo>
                  <a:pt x="1942567" y="62535"/>
                </a:lnTo>
                <a:lnTo>
                  <a:pt x="1942567" y="122048"/>
                </a:lnTo>
                <a:lnTo>
                  <a:pt x="1934083" y="122048"/>
                </a:lnTo>
                <a:lnTo>
                  <a:pt x="1933689" y="122049"/>
                </a:lnTo>
                <a:lnTo>
                  <a:pt x="1933280" y="122052"/>
                </a:lnTo>
                <a:lnTo>
                  <a:pt x="1932858" y="122060"/>
                </a:lnTo>
                <a:lnTo>
                  <a:pt x="1932426" y="122076"/>
                </a:lnTo>
                <a:lnTo>
                  <a:pt x="1931988" y="122102"/>
                </a:lnTo>
                <a:lnTo>
                  <a:pt x="1931546" y="122141"/>
                </a:lnTo>
                <a:lnTo>
                  <a:pt x="1931104" y="122196"/>
                </a:lnTo>
                <a:lnTo>
                  <a:pt x="1930663" y="122269"/>
                </a:lnTo>
                <a:lnTo>
                  <a:pt x="1930226" y="122363"/>
                </a:lnTo>
                <a:lnTo>
                  <a:pt x="1929797" y="122480"/>
                </a:lnTo>
                <a:lnTo>
                  <a:pt x="1929379" y="122623"/>
                </a:lnTo>
                <a:lnTo>
                  <a:pt x="1928974" y="122795"/>
                </a:lnTo>
                <a:lnTo>
                  <a:pt x="1928585" y="122998"/>
                </a:lnTo>
                <a:lnTo>
                  <a:pt x="1928215" y="123234"/>
                </a:lnTo>
                <a:lnTo>
                  <a:pt x="1927866" y="123507"/>
                </a:lnTo>
                <a:lnTo>
                  <a:pt x="1927542" y="123818"/>
                </a:lnTo>
                <a:lnTo>
                  <a:pt x="1927246" y="124172"/>
                </a:lnTo>
                <a:lnTo>
                  <a:pt x="1926980" y="124569"/>
                </a:lnTo>
                <a:lnTo>
                  <a:pt x="1926747" y="125013"/>
                </a:lnTo>
                <a:lnTo>
                  <a:pt x="1926550" y="125506"/>
                </a:lnTo>
                <a:lnTo>
                  <a:pt x="1926392" y="126051"/>
                </a:lnTo>
                <a:lnTo>
                  <a:pt x="1926275" y="126650"/>
                </a:lnTo>
                <a:lnTo>
                  <a:pt x="1926203" y="127307"/>
                </a:lnTo>
                <a:lnTo>
                  <a:pt x="1926179" y="128023"/>
                </a:lnTo>
                <a:lnTo>
                  <a:pt x="1926204" y="128717"/>
                </a:lnTo>
                <a:lnTo>
                  <a:pt x="1926279" y="129352"/>
                </a:lnTo>
                <a:lnTo>
                  <a:pt x="1926400" y="129932"/>
                </a:lnTo>
                <a:lnTo>
                  <a:pt x="1926563" y="130460"/>
                </a:lnTo>
                <a:lnTo>
                  <a:pt x="1926765" y="130937"/>
                </a:lnTo>
                <a:lnTo>
                  <a:pt x="1927004" y="131367"/>
                </a:lnTo>
                <a:lnTo>
                  <a:pt x="1927276" y="131752"/>
                </a:lnTo>
                <a:lnTo>
                  <a:pt x="1927578" y="132093"/>
                </a:lnTo>
                <a:lnTo>
                  <a:pt x="1927907" y="132395"/>
                </a:lnTo>
                <a:lnTo>
                  <a:pt x="1928260" y="132659"/>
                </a:lnTo>
                <a:lnTo>
                  <a:pt x="1928632" y="132888"/>
                </a:lnTo>
                <a:lnTo>
                  <a:pt x="1929022" y="133084"/>
                </a:lnTo>
                <a:lnTo>
                  <a:pt x="1929427" y="133250"/>
                </a:lnTo>
                <a:lnTo>
                  <a:pt x="1929841" y="133389"/>
                </a:lnTo>
                <a:lnTo>
                  <a:pt x="1930264" y="133502"/>
                </a:lnTo>
                <a:lnTo>
                  <a:pt x="1930691" y="133593"/>
                </a:lnTo>
                <a:lnTo>
                  <a:pt x="1931120" y="133664"/>
                </a:lnTo>
                <a:lnTo>
                  <a:pt x="1931546" y="133717"/>
                </a:lnTo>
                <a:lnTo>
                  <a:pt x="1931968" y="133755"/>
                </a:lnTo>
                <a:lnTo>
                  <a:pt x="1932381" y="133780"/>
                </a:lnTo>
                <a:lnTo>
                  <a:pt x="1932783" y="133796"/>
                </a:lnTo>
                <a:lnTo>
                  <a:pt x="1933171" y="133804"/>
                </a:lnTo>
                <a:lnTo>
                  <a:pt x="1933541" y="133807"/>
                </a:lnTo>
                <a:lnTo>
                  <a:pt x="1933889" y="133807"/>
                </a:lnTo>
                <a:lnTo>
                  <a:pt x="1964545" y="133807"/>
                </a:lnTo>
                <a:lnTo>
                  <a:pt x="1964894" y="133807"/>
                </a:lnTo>
                <a:lnTo>
                  <a:pt x="1965264" y="133804"/>
                </a:lnTo>
                <a:lnTo>
                  <a:pt x="1965651" y="133796"/>
                </a:lnTo>
                <a:lnTo>
                  <a:pt x="1966053" y="133780"/>
                </a:lnTo>
                <a:lnTo>
                  <a:pt x="1966467" y="133755"/>
                </a:lnTo>
                <a:lnTo>
                  <a:pt x="1966888" y="133717"/>
                </a:lnTo>
                <a:lnTo>
                  <a:pt x="1967315" y="133664"/>
                </a:lnTo>
                <a:lnTo>
                  <a:pt x="1967743" y="133593"/>
                </a:lnTo>
                <a:lnTo>
                  <a:pt x="1968171" y="133502"/>
                </a:lnTo>
                <a:lnTo>
                  <a:pt x="1968593" y="133389"/>
                </a:lnTo>
                <a:lnTo>
                  <a:pt x="1969008" y="133250"/>
                </a:lnTo>
                <a:lnTo>
                  <a:pt x="1969412" y="133084"/>
                </a:lnTo>
                <a:lnTo>
                  <a:pt x="1969802" y="132888"/>
                </a:lnTo>
                <a:lnTo>
                  <a:pt x="1970175" y="132659"/>
                </a:lnTo>
                <a:lnTo>
                  <a:pt x="1970527" y="132395"/>
                </a:lnTo>
                <a:lnTo>
                  <a:pt x="1970856" y="132093"/>
                </a:lnTo>
                <a:lnTo>
                  <a:pt x="1971158" y="131752"/>
                </a:lnTo>
                <a:lnTo>
                  <a:pt x="1971430" y="131367"/>
                </a:lnTo>
                <a:lnTo>
                  <a:pt x="1971669" y="130937"/>
                </a:lnTo>
                <a:lnTo>
                  <a:pt x="1971872" y="130460"/>
                </a:lnTo>
                <a:lnTo>
                  <a:pt x="1972035" y="129932"/>
                </a:lnTo>
                <a:lnTo>
                  <a:pt x="1972156" y="129352"/>
                </a:lnTo>
                <a:lnTo>
                  <a:pt x="1972230" y="128717"/>
                </a:lnTo>
                <a:lnTo>
                  <a:pt x="1972256" y="128023"/>
                </a:lnTo>
                <a:lnTo>
                  <a:pt x="1972231" y="127307"/>
                </a:lnTo>
                <a:lnTo>
                  <a:pt x="1972159" y="126650"/>
                </a:lnTo>
                <a:lnTo>
                  <a:pt x="1972043" y="126051"/>
                </a:lnTo>
                <a:lnTo>
                  <a:pt x="1971885" y="125506"/>
                </a:lnTo>
                <a:lnTo>
                  <a:pt x="1971688" y="125013"/>
                </a:lnTo>
                <a:lnTo>
                  <a:pt x="1971455" y="124569"/>
                </a:lnTo>
                <a:lnTo>
                  <a:pt x="1971189" y="124172"/>
                </a:lnTo>
                <a:lnTo>
                  <a:pt x="1970892" y="123818"/>
                </a:lnTo>
                <a:lnTo>
                  <a:pt x="1970568" y="123507"/>
                </a:lnTo>
                <a:lnTo>
                  <a:pt x="1970220" y="123234"/>
                </a:lnTo>
                <a:lnTo>
                  <a:pt x="1969850" y="122998"/>
                </a:lnTo>
                <a:lnTo>
                  <a:pt x="1969461" y="122795"/>
                </a:lnTo>
                <a:lnTo>
                  <a:pt x="1969056" y="122623"/>
                </a:lnTo>
                <a:lnTo>
                  <a:pt x="1968637" y="122480"/>
                </a:lnTo>
                <a:lnTo>
                  <a:pt x="1968208" y="122363"/>
                </a:lnTo>
                <a:lnTo>
                  <a:pt x="1967772" y="122269"/>
                </a:lnTo>
                <a:lnTo>
                  <a:pt x="1967331" y="122196"/>
                </a:lnTo>
                <a:lnTo>
                  <a:pt x="1966888" y="122141"/>
                </a:lnTo>
                <a:lnTo>
                  <a:pt x="1966446" y="122102"/>
                </a:lnTo>
                <a:lnTo>
                  <a:pt x="1966008" y="122076"/>
                </a:lnTo>
                <a:lnTo>
                  <a:pt x="1965577" y="122060"/>
                </a:lnTo>
                <a:lnTo>
                  <a:pt x="1965155" y="122052"/>
                </a:lnTo>
                <a:lnTo>
                  <a:pt x="1964746" y="122049"/>
                </a:lnTo>
                <a:lnTo>
                  <a:pt x="1964351" y="122048"/>
                </a:lnTo>
                <a:lnTo>
                  <a:pt x="1955867" y="122048"/>
                </a:lnTo>
                <a:lnTo>
                  <a:pt x="1955867" y="87959"/>
                </a:lnTo>
                <a:lnTo>
                  <a:pt x="1955940" y="85616"/>
                </a:lnTo>
                <a:lnTo>
                  <a:pt x="1956154" y="83396"/>
                </a:lnTo>
                <a:lnTo>
                  <a:pt x="1956499" y="81295"/>
                </a:lnTo>
                <a:lnTo>
                  <a:pt x="1956970" y="79313"/>
                </a:lnTo>
                <a:lnTo>
                  <a:pt x="1957556" y="77446"/>
                </a:lnTo>
                <a:lnTo>
                  <a:pt x="1958250" y="75694"/>
                </a:lnTo>
                <a:lnTo>
                  <a:pt x="1959044" y="74055"/>
                </a:lnTo>
                <a:lnTo>
                  <a:pt x="1959930" y="72525"/>
                </a:lnTo>
                <a:lnTo>
                  <a:pt x="1960900" y="71103"/>
                </a:lnTo>
                <a:lnTo>
                  <a:pt x="1961945" y="69788"/>
                </a:lnTo>
                <a:lnTo>
                  <a:pt x="1963058" y="68577"/>
                </a:lnTo>
                <a:lnTo>
                  <a:pt x="1964230" y="67468"/>
                </a:lnTo>
                <a:lnTo>
                  <a:pt x="1965454" y="66459"/>
                </a:lnTo>
                <a:lnTo>
                  <a:pt x="1966720" y="65549"/>
                </a:lnTo>
                <a:lnTo>
                  <a:pt x="1968021" y="64735"/>
                </a:lnTo>
                <a:lnTo>
                  <a:pt x="1969350" y="64014"/>
                </a:lnTo>
                <a:lnTo>
                  <a:pt x="1970697" y="63387"/>
                </a:lnTo>
                <a:lnTo>
                  <a:pt x="1972054" y="62849"/>
                </a:lnTo>
                <a:lnTo>
                  <a:pt x="1973415" y="62399"/>
                </a:lnTo>
                <a:lnTo>
                  <a:pt x="1974769" y="62036"/>
                </a:lnTo>
                <a:lnTo>
                  <a:pt x="1976110" y="61757"/>
                </a:lnTo>
                <a:lnTo>
                  <a:pt x="1977429" y="61560"/>
                </a:lnTo>
                <a:lnTo>
                  <a:pt x="1978718" y="61443"/>
                </a:lnTo>
                <a:lnTo>
                  <a:pt x="1979969" y="61405"/>
                </a:lnTo>
                <a:lnTo>
                  <a:pt x="1981207" y="61433"/>
                </a:lnTo>
                <a:lnTo>
                  <a:pt x="1982369" y="61518"/>
                </a:lnTo>
                <a:lnTo>
                  <a:pt x="1983457" y="61659"/>
                </a:lnTo>
                <a:lnTo>
                  <a:pt x="1984473" y="61858"/>
                </a:lnTo>
                <a:lnTo>
                  <a:pt x="1985419" y="62114"/>
                </a:lnTo>
                <a:lnTo>
                  <a:pt x="1986297" y="62428"/>
                </a:lnTo>
                <a:lnTo>
                  <a:pt x="1987109" y="62800"/>
                </a:lnTo>
                <a:lnTo>
                  <a:pt x="1987858" y="63231"/>
                </a:lnTo>
                <a:lnTo>
                  <a:pt x="1988545" y="63720"/>
                </a:lnTo>
                <a:lnTo>
                  <a:pt x="1989173" y="64269"/>
                </a:lnTo>
                <a:lnTo>
                  <a:pt x="1989743" y="64877"/>
                </a:lnTo>
                <a:lnTo>
                  <a:pt x="1990258" y="65545"/>
                </a:lnTo>
                <a:lnTo>
                  <a:pt x="1990719" y="66273"/>
                </a:lnTo>
                <a:lnTo>
                  <a:pt x="1991130" y="67062"/>
                </a:lnTo>
                <a:lnTo>
                  <a:pt x="1991491" y="67911"/>
                </a:lnTo>
                <a:lnTo>
                  <a:pt x="1991806" y="68822"/>
                </a:lnTo>
                <a:lnTo>
                  <a:pt x="1992075" y="69794"/>
                </a:lnTo>
                <a:lnTo>
                  <a:pt x="1992302" y="70828"/>
                </a:lnTo>
                <a:lnTo>
                  <a:pt x="1992489" y="71924"/>
                </a:lnTo>
                <a:lnTo>
                  <a:pt x="1992636" y="73082"/>
                </a:lnTo>
                <a:lnTo>
                  <a:pt x="1992748" y="74304"/>
                </a:lnTo>
                <a:lnTo>
                  <a:pt x="1992825" y="75588"/>
                </a:lnTo>
                <a:lnTo>
                  <a:pt x="1992869" y="76936"/>
                </a:lnTo>
                <a:lnTo>
                  <a:pt x="1992884" y="78348"/>
                </a:lnTo>
                <a:lnTo>
                  <a:pt x="1992884" y="122048"/>
                </a:lnTo>
                <a:lnTo>
                  <a:pt x="1985367" y="122048"/>
                </a:lnTo>
                <a:lnTo>
                  <a:pt x="1984973" y="122049"/>
                </a:lnTo>
                <a:lnTo>
                  <a:pt x="1984563" y="122052"/>
                </a:lnTo>
                <a:lnTo>
                  <a:pt x="1984142" y="122060"/>
                </a:lnTo>
                <a:lnTo>
                  <a:pt x="1983710" y="122076"/>
                </a:lnTo>
                <a:lnTo>
                  <a:pt x="1983272" y="122102"/>
                </a:lnTo>
                <a:lnTo>
                  <a:pt x="1982830" y="122141"/>
                </a:lnTo>
                <a:lnTo>
                  <a:pt x="1982387" y="122196"/>
                </a:lnTo>
                <a:lnTo>
                  <a:pt x="1981946" y="122269"/>
                </a:lnTo>
                <a:lnTo>
                  <a:pt x="1981510" y="122363"/>
                </a:lnTo>
                <a:lnTo>
                  <a:pt x="1981081" y="122480"/>
                </a:lnTo>
                <a:lnTo>
                  <a:pt x="1980663" y="122623"/>
                </a:lnTo>
                <a:lnTo>
                  <a:pt x="1980258" y="122795"/>
                </a:lnTo>
                <a:lnTo>
                  <a:pt x="1979869" y="122998"/>
                </a:lnTo>
                <a:lnTo>
                  <a:pt x="1979499" y="123234"/>
                </a:lnTo>
                <a:lnTo>
                  <a:pt x="1979150" y="123507"/>
                </a:lnTo>
                <a:lnTo>
                  <a:pt x="1978826" y="123818"/>
                </a:lnTo>
                <a:lnTo>
                  <a:pt x="1978530" y="124172"/>
                </a:lnTo>
                <a:lnTo>
                  <a:pt x="1978264" y="124569"/>
                </a:lnTo>
                <a:lnTo>
                  <a:pt x="1978031" y="125013"/>
                </a:lnTo>
                <a:lnTo>
                  <a:pt x="1977834" y="125506"/>
                </a:lnTo>
                <a:lnTo>
                  <a:pt x="1977676" y="126051"/>
                </a:lnTo>
                <a:lnTo>
                  <a:pt x="1977559" y="126650"/>
                </a:lnTo>
                <a:lnTo>
                  <a:pt x="1977487" y="127307"/>
                </a:lnTo>
                <a:lnTo>
                  <a:pt x="1977463" y="128023"/>
                </a:lnTo>
                <a:lnTo>
                  <a:pt x="1977489" y="128717"/>
                </a:lnTo>
                <a:lnTo>
                  <a:pt x="1977567" y="129352"/>
                </a:lnTo>
                <a:lnTo>
                  <a:pt x="1977692" y="129932"/>
                </a:lnTo>
                <a:lnTo>
                  <a:pt x="1977861" y="130460"/>
                </a:lnTo>
                <a:lnTo>
                  <a:pt x="1978071" y="130937"/>
                </a:lnTo>
                <a:lnTo>
                  <a:pt x="1978318" y="131367"/>
                </a:lnTo>
                <a:lnTo>
                  <a:pt x="1978600" y="131752"/>
                </a:lnTo>
                <a:lnTo>
                  <a:pt x="1978912" y="132093"/>
                </a:lnTo>
                <a:lnTo>
                  <a:pt x="1979252" y="132395"/>
                </a:lnTo>
                <a:lnTo>
                  <a:pt x="1979616" y="132659"/>
                </a:lnTo>
                <a:lnTo>
                  <a:pt x="1980000" y="132888"/>
                </a:lnTo>
                <a:lnTo>
                  <a:pt x="1980402" y="133084"/>
                </a:lnTo>
                <a:lnTo>
                  <a:pt x="1980818" y="133250"/>
                </a:lnTo>
                <a:lnTo>
                  <a:pt x="1981245" y="133389"/>
                </a:lnTo>
                <a:lnTo>
                  <a:pt x="1981679" y="133502"/>
                </a:lnTo>
                <a:lnTo>
                  <a:pt x="1982118" y="133593"/>
                </a:lnTo>
                <a:lnTo>
                  <a:pt x="1982557" y="133664"/>
                </a:lnTo>
                <a:lnTo>
                  <a:pt x="1982993" y="133717"/>
                </a:lnTo>
                <a:lnTo>
                  <a:pt x="1983423" y="133755"/>
                </a:lnTo>
                <a:lnTo>
                  <a:pt x="1983844" y="133780"/>
                </a:lnTo>
                <a:lnTo>
                  <a:pt x="1984252" y="133796"/>
                </a:lnTo>
                <a:lnTo>
                  <a:pt x="1984644" y="133804"/>
                </a:lnTo>
                <a:lnTo>
                  <a:pt x="1985017" y="133807"/>
                </a:lnTo>
                <a:lnTo>
                  <a:pt x="1985367" y="133807"/>
                </a:lnTo>
                <a:lnTo>
                  <a:pt x="2014864" y="133807"/>
                </a:lnTo>
                <a:lnTo>
                  <a:pt x="2015213" y="133807"/>
                </a:lnTo>
                <a:lnTo>
                  <a:pt x="2015583" y="133804"/>
                </a:lnTo>
                <a:lnTo>
                  <a:pt x="2015970" y="133796"/>
                </a:lnTo>
                <a:lnTo>
                  <a:pt x="2016372" y="133780"/>
                </a:lnTo>
                <a:lnTo>
                  <a:pt x="2016786" y="133755"/>
                </a:lnTo>
                <a:lnTo>
                  <a:pt x="2017207" y="133717"/>
                </a:lnTo>
                <a:lnTo>
                  <a:pt x="2017634" y="133664"/>
                </a:lnTo>
                <a:lnTo>
                  <a:pt x="2018062" y="133593"/>
                </a:lnTo>
                <a:lnTo>
                  <a:pt x="2018490" y="133502"/>
                </a:lnTo>
                <a:lnTo>
                  <a:pt x="2018912" y="133389"/>
                </a:lnTo>
                <a:lnTo>
                  <a:pt x="2019327" y="133250"/>
                </a:lnTo>
                <a:lnTo>
                  <a:pt x="2019731" y="133084"/>
                </a:lnTo>
                <a:lnTo>
                  <a:pt x="2020121" y="132888"/>
                </a:lnTo>
                <a:lnTo>
                  <a:pt x="2020494" y="132659"/>
                </a:lnTo>
                <a:lnTo>
                  <a:pt x="2020846" y="132395"/>
                </a:lnTo>
                <a:lnTo>
                  <a:pt x="2021175" y="132093"/>
                </a:lnTo>
                <a:lnTo>
                  <a:pt x="2021477" y="131752"/>
                </a:lnTo>
                <a:lnTo>
                  <a:pt x="2021749" y="131367"/>
                </a:lnTo>
                <a:lnTo>
                  <a:pt x="2021988" y="130937"/>
                </a:lnTo>
                <a:lnTo>
                  <a:pt x="2022191" y="130460"/>
                </a:lnTo>
                <a:lnTo>
                  <a:pt x="2022354" y="129932"/>
                </a:lnTo>
                <a:lnTo>
                  <a:pt x="2022475" y="129352"/>
                </a:lnTo>
                <a:lnTo>
                  <a:pt x="2022549" y="128717"/>
                </a:lnTo>
                <a:lnTo>
                  <a:pt x="2022575" y="128023"/>
                </a:lnTo>
                <a:lnTo>
                  <a:pt x="2022550" y="127307"/>
                </a:lnTo>
                <a:lnTo>
                  <a:pt x="2022478" y="126650"/>
                </a:lnTo>
                <a:lnTo>
                  <a:pt x="2022362" y="126051"/>
                </a:lnTo>
                <a:lnTo>
                  <a:pt x="2022204" y="125506"/>
                </a:lnTo>
                <a:lnTo>
                  <a:pt x="2022007" y="125013"/>
                </a:lnTo>
                <a:lnTo>
                  <a:pt x="2021774" y="124569"/>
                </a:lnTo>
                <a:close/>
                <a:moveTo>
                  <a:pt x="2225035" y="124569"/>
                </a:moveTo>
                <a:lnTo>
                  <a:pt x="2224771" y="124172"/>
                </a:lnTo>
                <a:lnTo>
                  <a:pt x="2224469" y="123818"/>
                </a:lnTo>
                <a:lnTo>
                  <a:pt x="2224129" y="123507"/>
                </a:lnTo>
                <a:lnTo>
                  <a:pt x="2223751" y="123234"/>
                </a:lnTo>
                <a:lnTo>
                  <a:pt x="2223336" y="122998"/>
                </a:lnTo>
                <a:lnTo>
                  <a:pt x="2222884" y="122795"/>
                </a:lnTo>
                <a:lnTo>
                  <a:pt x="2222396" y="122623"/>
                </a:lnTo>
                <a:lnTo>
                  <a:pt x="2221873" y="122480"/>
                </a:lnTo>
                <a:lnTo>
                  <a:pt x="2221314" y="122363"/>
                </a:lnTo>
                <a:lnTo>
                  <a:pt x="2220721" y="122269"/>
                </a:lnTo>
                <a:lnTo>
                  <a:pt x="2220094" y="122196"/>
                </a:lnTo>
                <a:lnTo>
                  <a:pt x="2219433" y="122141"/>
                </a:lnTo>
                <a:lnTo>
                  <a:pt x="2218738" y="122102"/>
                </a:lnTo>
                <a:lnTo>
                  <a:pt x="2218012" y="122076"/>
                </a:lnTo>
                <a:lnTo>
                  <a:pt x="2217253" y="122060"/>
                </a:lnTo>
                <a:lnTo>
                  <a:pt x="2216462" y="122052"/>
                </a:lnTo>
                <a:lnTo>
                  <a:pt x="2215641" y="122049"/>
                </a:lnTo>
                <a:lnTo>
                  <a:pt x="2214788" y="122048"/>
                </a:lnTo>
                <a:lnTo>
                  <a:pt x="2214788" y="75459"/>
                </a:lnTo>
                <a:lnTo>
                  <a:pt x="2214787" y="74886"/>
                </a:lnTo>
                <a:lnTo>
                  <a:pt x="2214778" y="74142"/>
                </a:lnTo>
                <a:lnTo>
                  <a:pt x="2214755" y="73244"/>
                </a:lnTo>
                <a:lnTo>
                  <a:pt x="2214709" y="72209"/>
                </a:lnTo>
                <a:lnTo>
                  <a:pt x="2214633" y="71056"/>
                </a:lnTo>
                <a:lnTo>
                  <a:pt x="2214520" y="69800"/>
                </a:lnTo>
                <a:lnTo>
                  <a:pt x="2214362" y="68461"/>
                </a:lnTo>
                <a:lnTo>
                  <a:pt x="2214153" y="67054"/>
                </a:lnTo>
                <a:lnTo>
                  <a:pt x="2213883" y="65598"/>
                </a:lnTo>
                <a:lnTo>
                  <a:pt x="2213547" y="64110"/>
                </a:lnTo>
                <a:lnTo>
                  <a:pt x="2213136" y="62607"/>
                </a:lnTo>
                <a:lnTo>
                  <a:pt x="2212643" y="61107"/>
                </a:lnTo>
                <a:lnTo>
                  <a:pt x="2212061" y="59627"/>
                </a:lnTo>
                <a:lnTo>
                  <a:pt x="2211382" y="58184"/>
                </a:lnTo>
                <a:lnTo>
                  <a:pt x="2210599" y="56796"/>
                </a:lnTo>
                <a:lnTo>
                  <a:pt x="2209704" y="55480"/>
                </a:lnTo>
                <a:lnTo>
                  <a:pt x="2208690" y="54254"/>
                </a:lnTo>
                <a:lnTo>
                  <a:pt x="2207549" y="53135"/>
                </a:lnTo>
                <a:lnTo>
                  <a:pt x="2206274" y="52141"/>
                </a:lnTo>
                <a:lnTo>
                  <a:pt x="2204858" y="51288"/>
                </a:lnTo>
                <a:lnTo>
                  <a:pt x="2203293" y="50594"/>
                </a:lnTo>
                <a:lnTo>
                  <a:pt x="2201571" y="50077"/>
                </a:lnTo>
                <a:lnTo>
                  <a:pt x="2199686" y="49754"/>
                </a:lnTo>
                <a:lnTo>
                  <a:pt x="2197629" y="49643"/>
                </a:lnTo>
                <a:lnTo>
                  <a:pt x="2196895" y="49656"/>
                </a:lnTo>
                <a:lnTo>
                  <a:pt x="2196141" y="49697"/>
                </a:lnTo>
                <a:lnTo>
                  <a:pt x="2195370" y="49765"/>
                </a:lnTo>
                <a:lnTo>
                  <a:pt x="2194582" y="49863"/>
                </a:lnTo>
                <a:lnTo>
                  <a:pt x="2193780" y="49992"/>
                </a:lnTo>
                <a:lnTo>
                  <a:pt x="2192966" y="50152"/>
                </a:lnTo>
                <a:lnTo>
                  <a:pt x="2192142" y="50345"/>
                </a:lnTo>
                <a:lnTo>
                  <a:pt x="2191310" y="50571"/>
                </a:lnTo>
                <a:lnTo>
                  <a:pt x="2190472" y="50833"/>
                </a:lnTo>
                <a:lnTo>
                  <a:pt x="2189629" y="51130"/>
                </a:lnTo>
                <a:lnTo>
                  <a:pt x="2188785" y="51464"/>
                </a:lnTo>
                <a:lnTo>
                  <a:pt x="2187941" y="51836"/>
                </a:lnTo>
                <a:lnTo>
                  <a:pt x="2187099" y="52248"/>
                </a:lnTo>
                <a:lnTo>
                  <a:pt x="2186261" y="52699"/>
                </a:lnTo>
                <a:lnTo>
                  <a:pt x="2185429" y="53192"/>
                </a:lnTo>
                <a:lnTo>
                  <a:pt x="2184605" y="53728"/>
                </a:lnTo>
                <a:lnTo>
                  <a:pt x="2183791" y="54307"/>
                </a:lnTo>
                <a:lnTo>
                  <a:pt x="2182989" y="54930"/>
                </a:lnTo>
                <a:lnTo>
                  <a:pt x="2182201" y="55600"/>
                </a:lnTo>
                <a:lnTo>
                  <a:pt x="2181429" y="56316"/>
                </a:lnTo>
                <a:lnTo>
                  <a:pt x="2180675" y="57079"/>
                </a:lnTo>
                <a:lnTo>
                  <a:pt x="2179942" y="57892"/>
                </a:lnTo>
                <a:lnTo>
                  <a:pt x="2179230" y="58755"/>
                </a:lnTo>
                <a:lnTo>
                  <a:pt x="2178543" y="59669"/>
                </a:lnTo>
                <a:lnTo>
                  <a:pt x="2178168" y="58866"/>
                </a:lnTo>
                <a:lnTo>
                  <a:pt x="2177768" y="58095"/>
                </a:lnTo>
                <a:lnTo>
                  <a:pt x="2177344" y="57357"/>
                </a:lnTo>
                <a:lnTo>
                  <a:pt x="2176895" y="56651"/>
                </a:lnTo>
                <a:lnTo>
                  <a:pt x="2176423" y="55978"/>
                </a:lnTo>
                <a:lnTo>
                  <a:pt x="2175928" y="55337"/>
                </a:lnTo>
                <a:lnTo>
                  <a:pt x="2175411" y="54730"/>
                </a:lnTo>
                <a:lnTo>
                  <a:pt x="2174872" y="54157"/>
                </a:lnTo>
                <a:lnTo>
                  <a:pt x="2174313" y="53616"/>
                </a:lnTo>
                <a:lnTo>
                  <a:pt x="2173734" y="53110"/>
                </a:lnTo>
                <a:lnTo>
                  <a:pt x="2173135" y="52637"/>
                </a:lnTo>
                <a:lnTo>
                  <a:pt x="2172518" y="52198"/>
                </a:lnTo>
                <a:lnTo>
                  <a:pt x="2171882" y="51793"/>
                </a:lnTo>
                <a:lnTo>
                  <a:pt x="2171229" y="51423"/>
                </a:lnTo>
                <a:lnTo>
                  <a:pt x="2170560" y="51087"/>
                </a:lnTo>
                <a:lnTo>
                  <a:pt x="2169874" y="50786"/>
                </a:lnTo>
                <a:lnTo>
                  <a:pt x="2169173" y="50519"/>
                </a:lnTo>
                <a:lnTo>
                  <a:pt x="2168457" y="50288"/>
                </a:lnTo>
                <a:lnTo>
                  <a:pt x="2167727" y="50091"/>
                </a:lnTo>
                <a:lnTo>
                  <a:pt x="2166984" y="49930"/>
                </a:lnTo>
                <a:lnTo>
                  <a:pt x="2166228" y="49805"/>
                </a:lnTo>
                <a:lnTo>
                  <a:pt x="2165459" y="49715"/>
                </a:lnTo>
                <a:lnTo>
                  <a:pt x="2164680" y="49661"/>
                </a:lnTo>
                <a:lnTo>
                  <a:pt x="2163890" y="49643"/>
                </a:lnTo>
                <a:lnTo>
                  <a:pt x="2163121" y="49657"/>
                </a:lnTo>
                <a:lnTo>
                  <a:pt x="2162356" y="49699"/>
                </a:lnTo>
                <a:lnTo>
                  <a:pt x="2161596" y="49767"/>
                </a:lnTo>
                <a:lnTo>
                  <a:pt x="2160841" y="49863"/>
                </a:lnTo>
                <a:lnTo>
                  <a:pt x="2160091" y="49984"/>
                </a:lnTo>
                <a:lnTo>
                  <a:pt x="2159347" y="50131"/>
                </a:lnTo>
                <a:lnTo>
                  <a:pt x="2158609" y="50303"/>
                </a:lnTo>
                <a:lnTo>
                  <a:pt x="2157878" y="50500"/>
                </a:lnTo>
                <a:lnTo>
                  <a:pt x="2157153" y="50721"/>
                </a:lnTo>
                <a:lnTo>
                  <a:pt x="2156435" y="50966"/>
                </a:lnTo>
                <a:lnTo>
                  <a:pt x="2155725" y="51233"/>
                </a:lnTo>
                <a:lnTo>
                  <a:pt x="2155022" y="51524"/>
                </a:lnTo>
                <a:lnTo>
                  <a:pt x="2154327" y="51836"/>
                </a:lnTo>
                <a:lnTo>
                  <a:pt x="2153640" y="52170"/>
                </a:lnTo>
                <a:lnTo>
                  <a:pt x="2152963" y="52525"/>
                </a:lnTo>
                <a:lnTo>
                  <a:pt x="2152294" y="52901"/>
                </a:lnTo>
                <a:lnTo>
                  <a:pt x="2151635" y="53296"/>
                </a:lnTo>
                <a:lnTo>
                  <a:pt x="2150985" y="53711"/>
                </a:lnTo>
                <a:lnTo>
                  <a:pt x="2150346" y="54146"/>
                </a:lnTo>
                <a:lnTo>
                  <a:pt x="2149716" y="54599"/>
                </a:lnTo>
                <a:lnTo>
                  <a:pt x="2149098" y="55070"/>
                </a:lnTo>
                <a:lnTo>
                  <a:pt x="2148490" y="55558"/>
                </a:lnTo>
                <a:lnTo>
                  <a:pt x="2147894" y="56064"/>
                </a:lnTo>
                <a:lnTo>
                  <a:pt x="2147310" y="56586"/>
                </a:lnTo>
                <a:lnTo>
                  <a:pt x="2147244" y="55889"/>
                </a:lnTo>
                <a:lnTo>
                  <a:pt x="2147143" y="55250"/>
                </a:lnTo>
                <a:lnTo>
                  <a:pt x="2147010" y="54667"/>
                </a:lnTo>
                <a:lnTo>
                  <a:pt x="2146846" y="54137"/>
                </a:lnTo>
                <a:lnTo>
                  <a:pt x="2146652" y="53657"/>
                </a:lnTo>
                <a:lnTo>
                  <a:pt x="2146430" y="53225"/>
                </a:lnTo>
                <a:lnTo>
                  <a:pt x="2146182" y="52839"/>
                </a:lnTo>
                <a:lnTo>
                  <a:pt x="2145910" y="52495"/>
                </a:lnTo>
                <a:lnTo>
                  <a:pt x="2145615" y="52192"/>
                </a:lnTo>
                <a:lnTo>
                  <a:pt x="2145299" y="51927"/>
                </a:lnTo>
                <a:lnTo>
                  <a:pt x="2144964" y="51697"/>
                </a:lnTo>
                <a:lnTo>
                  <a:pt x="2144610" y="51499"/>
                </a:lnTo>
                <a:lnTo>
                  <a:pt x="2144241" y="51332"/>
                </a:lnTo>
                <a:lnTo>
                  <a:pt x="2143857" y="51193"/>
                </a:lnTo>
                <a:lnTo>
                  <a:pt x="2143461" y="51079"/>
                </a:lnTo>
                <a:lnTo>
                  <a:pt x="2143053" y="50988"/>
                </a:lnTo>
                <a:lnTo>
                  <a:pt x="2142637" y="50917"/>
                </a:lnTo>
                <a:lnTo>
                  <a:pt x="2142212" y="50864"/>
                </a:lnTo>
                <a:lnTo>
                  <a:pt x="2141781" y="50825"/>
                </a:lnTo>
                <a:lnTo>
                  <a:pt x="2141346" y="50800"/>
                </a:lnTo>
                <a:lnTo>
                  <a:pt x="2140909" y="50784"/>
                </a:lnTo>
                <a:lnTo>
                  <a:pt x="2140470" y="50776"/>
                </a:lnTo>
                <a:lnTo>
                  <a:pt x="2140032" y="50773"/>
                </a:lnTo>
                <a:lnTo>
                  <a:pt x="2139597" y="50773"/>
                </a:lnTo>
                <a:lnTo>
                  <a:pt x="2133428" y="50773"/>
                </a:lnTo>
                <a:lnTo>
                  <a:pt x="2133056" y="50773"/>
                </a:lnTo>
                <a:lnTo>
                  <a:pt x="2132665" y="50776"/>
                </a:lnTo>
                <a:lnTo>
                  <a:pt x="2132258" y="50784"/>
                </a:lnTo>
                <a:lnTo>
                  <a:pt x="2131838" y="50799"/>
                </a:lnTo>
                <a:lnTo>
                  <a:pt x="2131409" y="50825"/>
                </a:lnTo>
                <a:lnTo>
                  <a:pt x="2130973" y="50863"/>
                </a:lnTo>
                <a:lnTo>
                  <a:pt x="2130533" y="50916"/>
                </a:lnTo>
                <a:lnTo>
                  <a:pt x="2130093" y="50987"/>
                </a:lnTo>
                <a:lnTo>
                  <a:pt x="2129656" y="51078"/>
                </a:lnTo>
                <a:lnTo>
                  <a:pt x="2129224" y="51191"/>
                </a:lnTo>
                <a:lnTo>
                  <a:pt x="2128802" y="51330"/>
                </a:lnTo>
                <a:lnTo>
                  <a:pt x="2128391" y="51496"/>
                </a:lnTo>
                <a:lnTo>
                  <a:pt x="2127995" y="51692"/>
                </a:lnTo>
                <a:lnTo>
                  <a:pt x="2127618" y="51921"/>
                </a:lnTo>
                <a:lnTo>
                  <a:pt x="2127262" y="52186"/>
                </a:lnTo>
                <a:lnTo>
                  <a:pt x="2126930" y="52487"/>
                </a:lnTo>
                <a:lnTo>
                  <a:pt x="2126625" y="52829"/>
                </a:lnTo>
                <a:lnTo>
                  <a:pt x="2126352" y="53214"/>
                </a:lnTo>
                <a:lnTo>
                  <a:pt x="2126111" y="53644"/>
                </a:lnTo>
                <a:lnTo>
                  <a:pt x="2125908" y="54122"/>
                </a:lnTo>
                <a:lnTo>
                  <a:pt x="2125744" y="54649"/>
                </a:lnTo>
                <a:lnTo>
                  <a:pt x="2125623" y="55230"/>
                </a:lnTo>
                <a:lnTo>
                  <a:pt x="2125549" y="55866"/>
                </a:lnTo>
                <a:lnTo>
                  <a:pt x="2125523" y="56560"/>
                </a:lnTo>
                <a:lnTo>
                  <a:pt x="2125544" y="57276"/>
                </a:lnTo>
                <a:lnTo>
                  <a:pt x="2125607" y="57932"/>
                </a:lnTo>
                <a:lnTo>
                  <a:pt x="2125711" y="58532"/>
                </a:lnTo>
                <a:lnTo>
                  <a:pt x="2125855" y="59077"/>
                </a:lnTo>
                <a:lnTo>
                  <a:pt x="2126040" y="59570"/>
                </a:lnTo>
                <a:lnTo>
                  <a:pt x="2126264" y="60014"/>
                </a:lnTo>
                <a:lnTo>
                  <a:pt x="2126528" y="60411"/>
                </a:lnTo>
                <a:lnTo>
                  <a:pt x="2126830" y="60764"/>
                </a:lnTo>
                <a:lnTo>
                  <a:pt x="2127171" y="61076"/>
                </a:lnTo>
                <a:lnTo>
                  <a:pt x="2127549" y="61349"/>
                </a:lnTo>
                <a:lnTo>
                  <a:pt x="2127964" y="61585"/>
                </a:lnTo>
                <a:lnTo>
                  <a:pt x="2128416" y="61788"/>
                </a:lnTo>
                <a:lnTo>
                  <a:pt x="2128904" y="61959"/>
                </a:lnTo>
                <a:lnTo>
                  <a:pt x="2129428" y="62103"/>
                </a:lnTo>
                <a:lnTo>
                  <a:pt x="2129986" y="62220"/>
                </a:lnTo>
                <a:lnTo>
                  <a:pt x="2130580" y="62313"/>
                </a:lnTo>
                <a:lnTo>
                  <a:pt x="2131207" y="62386"/>
                </a:lnTo>
                <a:lnTo>
                  <a:pt x="2131869" y="62441"/>
                </a:lnTo>
                <a:lnTo>
                  <a:pt x="2132563" y="62481"/>
                </a:lnTo>
                <a:lnTo>
                  <a:pt x="2133290" y="62507"/>
                </a:lnTo>
                <a:lnTo>
                  <a:pt x="2134049" y="62523"/>
                </a:lnTo>
                <a:lnTo>
                  <a:pt x="2134839" y="62531"/>
                </a:lnTo>
                <a:lnTo>
                  <a:pt x="2135661" y="62534"/>
                </a:lnTo>
                <a:lnTo>
                  <a:pt x="2136514" y="62535"/>
                </a:lnTo>
                <a:lnTo>
                  <a:pt x="2136514" y="122048"/>
                </a:lnTo>
                <a:lnTo>
                  <a:pt x="2135661" y="122049"/>
                </a:lnTo>
                <a:lnTo>
                  <a:pt x="2134839" y="122052"/>
                </a:lnTo>
                <a:lnTo>
                  <a:pt x="2134049" y="122060"/>
                </a:lnTo>
                <a:lnTo>
                  <a:pt x="2133290" y="122076"/>
                </a:lnTo>
                <a:lnTo>
                  <a:pt x="2132563" y="122102"/>
                </a:lnTo>
                <a:lnTo>
                  <a:pt x="2131869" y="122141"/>
                </a:lnTo>
                <a:lnTo>
                  <a:pt x="2131207" y="122196"/>
                </a:lnTo>
                <a:lnTo>
                  <a:pt x="2130580" y="122269"/>
                </a:lnTo>
                <a:lnTo>
                  <a:pt x="2129986" y="122363"/>
                </a:lnTo>
                <a:lnTo>
                  <a:pt x="2129428" y="122480"/>
                </a:lnTo>
                <a:lnTo>
                  <a:pt x="2128904" y="122623"/>
                </a:lnTo>
                <a:lnTo>
                  <a:pt x="2128416" y="122795"/>
                </a:lnTo>
                <a:lnTo>
                  <a:pt x="2127964" y="122998"/>
                </a:lnTo>
                <a:lnTo>
                  <a:pt x="2127549" y="123234"/>
                </a:lnTo>
                <a:lnTo>
                  <a:pt x="2127171" y="123507"/>
                </a:lnTo>
                <a:lnTo>
                  <a:pt x="2126830" y="123818"/>
                </a:lnTo>
                <a:lnTo>
                  <a:pt x="2126528" y="124172"/>
                </a:lnTo>
                <a:lnTo>
                  <a:pt x="2126264" y="124569"/>
                </a:lnTo>
                <a:lnTo>
                  <a:pt x="2126040" y="125013"/>
                </a:lnTo>
                <a:lnTo>
                  <a:pt x="2125855" y="125506"/>
                </a:lnTo>
                <a:lnTo>
                  <a:pt x="2125711" y="126051"/>
                </a:lnTo>
                <a:lnTo>
                  <a:pt x="2125607" y="126650"/>
                </a:lnTo>
                <a:lnTo>
                  <a:pt x="2125544" y="127307"/>
                </a:lnTo>
                <a:lnTo>
                  <a:pt x="2125523" y="128023"/>
                </a:lnTo>
                <a:lnTo>
                  <a:pt x="2125550" y="128717"/>
                </a:lnTo>
                <a:lnTo>
                  <a:pt x="2125627" y="129352"/>
                </a:lnTo>
                <a:lnTo>
                  <a:pt x="2125752" y="129932"/>
                </a:lnTo>
                <a:lnTo>
                  <a:pt x="2125921" y="130460"/>
                </a:lnTo>
                <a:lnTo>
                  <a:pt x="2126131" y="130937"/>
                </a:lnTo>
                <a:lnTo>
                  <a:pt x="2126379" y="131367"/>
                </a:lnTo>
                <a:lnTo>
                  <a:pt x="2126660" y="131752"/>
                </a:lnTo>
                <a:lnTo>
                  <a:pt x="2126973" y="132093"/>
                </a:lnTo>
                <a:lnTo>
                  <a:pt x="2127313" y="132395"/>
                </a:lnTo>
                <a:lnTo>
                  <a:pt x="2127677" y="132659"/>
                </a:lnTo>
                <a:lnTo>
                  <a:pt x="2128062" y="132888"/>
                </a:lnTo>
                <a:lnTo>
                  <a:pt x="2128464" y="133084"/>
                </a:lnTo>
                <a:lnTo>
                  <a:pt x="2128880" y="133250"/>
                </a:lnTo>
                <a:lnTo>
                  <a:pt x="2129307" y="133389"/>
                </a:lnTo>
                <a:lnTo>
                  <a:pt x="2129741" y="133502"/>
                </a:lnTo>
                <a:lnTo>
                  <a:pt x="2130179" y="133593"/>
                </a:lnTo>
                <a:lnTo>
                  <a:pt x="2130618" y="133664"/>
                </a:lnTo>
                <a:lnTo>
                  <a:pt x="2131054" y="133717"/>
                </a:lnTo>
                <a:lnTo>
                  <a:pt x="2131485" y="133755"/>
                </a:lnTo>
                <a:lnTo>
                  <a:pt x="2131905" y="133780"/>
                </a:lnTo>
                <a:lnTo>
                  <a:pt x="2132313" y="133796"/>
                </a:lnTo>
                <a:lnTo>
                  <a:pt x="2132705" y="133804"/>
                </a:lnTo>
                <a:lnTo>
                  <a:pt x="2133078" y="133807"/>
                </a:lnTo>
                <a:lnTo>
                  <a:pt x="2133428" y="133807"/>
                </a:lnTo>
                <a:lnTo>
                  <a:pt x="2150396" y="133807"/>
                </a:lnTo>
                <a:lnTo>
                  <a:pt x="2150768" y="133807"/>
                </a:lnTo>
                <a:lnTo>
                  <a:pt x="2151159" y="133804"/>
                </a:lnTo>
                <a:lnTo>
                  <a:pt x="2151566" y="133796"/>
                </a:lnTo>
                <a:lnTo>
                  <a:pt x="2151985" y="133780"/>
                </a:lnTo>
                <a:lnTo>
                  <a:pt x="2152414" y="133755"/>
                </a:lnTo>
                <a:lnTo>
                  <a:pt x="2152850" y="133717"/>
                </a:lnTo>
                <a:lnTo>
                  <a:pt x="2153290" y="133664"/>
                </a:lnTo>
                <a:lnTo>
                  <a:pt x="2153730" y="133593"/>
                </a:lnTo>
                <a:lnTo>
                  <a:pt x="2154167" y="133502"/>
                </a:lnTo>
                <a:lnTo>
                  <a:pt x="2154598" y="133389"/>
                </a:lnTo>
                <a:lnTo>
                  <a:pt x="2155020" y="133250"/>
                </a:lnTo>
                <a:lnTo>
                  <a:pt x="2155431" y="133084"/>
                </a:lnTo>
                <a:lnTo>
                  <a:pt x="2155826" y="132888"/>
                </a:lnTo>
                <a:lnTo>
                  <a:pt x="2156204" y="132659"/>
                </a:lnTo>
                <a:lnTo>
                  <a:pt x="2156560" y="132395"/>
                </a:lnTo>
                <a:lnTo>
                  <a:pt x="2156891" y="132093"/>
                </a:lnTo>
                <a:lnTo>
                  <a:pt x="2157196" y="131752"/>
                </a:lnTo>
                <a:lnTo>
                  <a:pt x="2157469" y="131367"/>
                </a:lnTo>
                <a:lnTo>
                  <a:pt x="2157709" y="130937"/>
                </a:lnTo>
                <a:lnTo>
                  <a:pt x="2157913" y="130460"/>
                </a:lnTo>
                <a:lnTo>
                  <a:pt x="2158076" y="129932"/>
                </a:lnTo>
                <a:lnTo>
                  <a:pt x="2158197" y="129352"/>
                </a:lnTo>
                <a:lnTo>
                  <a:pt x="2158272" y="128717"/>
                </a:lnTo>
                <a:lnTo>
                  <a:pt x="2158297" y="128023"/>
                </a:lnTo>
                <a:lnTo>
                  <a:pt x="2158276" y="127307"/>
                </a:lnTo>
                <a:lnTo>
                  <a:pt x="2158214" y="126650"/>
                </a:lnTo>
                <a:lnTo>
                  <a:pt x="2158110" y="126051"/>
                </a:lnTo>
                <a:lnTo>
                  <a:pt x="2157965" y="125506"/>
                </a:lnTo>
                <a:lnTo>
                  <a:pt x="2157781" y="125013"/>
                </a:lnTo>
                <a:lnTo>
                  <a:pt x="2157556" y="124569"/>
                </a:lnTo>
                <a:lnTo>
                  <a:pt x="2157293" y="124172"/>
                </a:lnTo>
                <a:lnTo>
                  <a:pt x="2156991" y="123818"/>
                </a:lnTo>
                <a:lnTo>
                  <a:pt x="2156651" y="123507"/>
                </a:lnTo>
                <a:lnTo>
                  <a:pt x="2156273" y="123234"/>
                </a:lnTo>
                <a:lnTo>
                  <a:pt x="2155858" y="122998"/>
                </a:lnTo>
                <a:lnTo>
                  <a:pt x="2155406" y="122795"/>
                </a:lnTo>
                <a:lnTo>
                  <a:pt x="2154918" y="122623"/>
                </a:lnTo>
                <a:lnTo>
                  <a:pt x="2154395" y="122480"/>
                </a:lnTo>
                <a:lnTo>
                  <a:pt x="2153836" y="122363"/>
                </a:lnTo>
                <a:lnTo>
                  <a:pt x="2153243" y="122269"/>
                </a:lnTo>
                <a:lnTo>
                  <a:pt x="2152615" y="122196"/>
                </a:lnTo>
                <a:lnTo>
                  <a:pt x="2151954" y="122141"/>
                </a:lnTo>
                <a:lnTo>
                  <a:pt x="2151260" y="122102"/>
                </a:lnTo>
                <a:lnTo>
                  <a:pt x="2150533" y="122076"/>
                </a:lnTo>
                <a:lnTo>
                  <a:pt x="2149774" y="122060"/>
                </a:lnTo>
                <a:lnTo>
                  <a:pt x="2148984" y="122052"/>
                </a:lnTo>
                <a:lnTo>
                  <a:pt x="2148162" y="122049"/>
                </a:lnTo>
                <a:lnTo>
                  <a:pt x="2147310" y="122048"/>
                </a:lnTo>
                <a:lnTo>
                  <a:pt x="2147310" y="87574"/>
                </a:lnTo>
                <a:lnTo>
                  <a:pt x="2147350" y="85476"/>
                </a:lnTo>
                <a:lnTo>
                  <a:pt x="2147470" y="83463"/>
                </a:lnTo>
                <a:lnTo>
                  <a:pt x="2147665" y="81534"/>
                </a:lnTo>
                <a:lnTo>
                  <a:pt x="2147932" y="79691"/>
                </a:lnTo>
                <a:lnTo>
                  <a:pt x="2148268" y="77934"/>
                </a:lnTo>
                <a:lnTo>
                  <a:pt x="2148668" y="76263"/>
                </a:lnTo>
                <a:lnTo>
                  <a:pt x="2149131" y="74678"/>
                </a:lnTo>
                <a:lnTo>
                  <a:pt x="2149652" y="73181"/>
                </a:lnTo>
                <a:lnTo>
                  <a:pt x="2150228" y="71771"/>
                </a:lnTo>
                <a:lnTo>
                  <a:pt x="2150855" y="70449"/>
                </a:lnTo>
                <a:lnTo>
                  <a:pt x="2151530" y="69215"/>
                </a:lnTo>
                <a:lnTo>
                  <a:pt x="2152250" y="68070"/>
                </a:lnTo>
                <a:lnTo>
                  <a:pt x="2153011" y="67014"/>
                </a:lnTo>
                <a:lnTo>
                  <a:pt x="2153810" y="66047"/>
                </a:lnTo>
                <a:lnTo>
                  <a:pt x="2154643" y="65171"/>
                </a:lnTo>
                <a:lnTo>
                  <a:pt x="2155507" y="64385"/>
                </a:lnTo>
                <a:lnTo>
                  <a:pt x="2156399" y="63690"/>
                </a:lnTo>
                <a:lnTo>
                  <a:pt x="2157314" y="63087"/>
                </a:lnTo>
                <a:lnTo>
                  <a:pt x="2158250" y="62574"/>
                </a:lnTo>
                <a:lnTo>
                  <a:pt x="2159203" y="62155"/>
                </a:lnTo>
                <a:lnTo>
                  <a:pt x="2160170" y="61827"/>
                </a:lnTo>
                <a:lnTo>
                  <a:pt x="2161147" y="61593"/>
                </a:lnTo>
                <a:lnTo>
                  <a:pt x="2162131" y="61452"/>
                </a:lnTo>
                <a:lnTo>
                  <a:pt x="2163119" y="61405"/>
                </a:lnTo>
                <a:lnTo>
                  <a:pt x="2163664" y="61423"/>
                </a:lnTo>
                <a:lnTo>
                  <a:pt x="2164191" y="61477"/>
                </a:lnTo>
                <a:lnTo>
                  <a:pt x="2164698" y="61570"/>
                </a:lnTo>
                <a:lnTo>
                  <a:pt x="2165187" y="61706"/>
                </a:lnTo>
                <a:lnTo>
                  <a:pt x="2165655" y="61885"/>
                </a:lnTo>
                <a:lnTo>
                  <a:pt x="2166104" y="62112"/>
                </a:lnTo>
                <a:lnTo>
                  <a:pt x="2166532" y="62389"/>
                </a:lnTo>
                <a:lnTo>
                  <a:pt x="2166939" y="62717"/>
                </a:lnTo>
                <a:lnTo>
                  <a:pt x="2167324" y="63101"/>
                </a:lnTo>
                <a:lnTo>
                  <a:pt x="2167688" y="63542"/>
                </a:lnTo>
                <a:lnTo>
                  <a:pt x="2168029" y="64043"/>
                </a:lnTo>
                <a:lnTo>
                  <a:pt x="2168348" y="64606"/>
                </a:lnTo>
                <a:lnTo>
                  <a:pt x="2168644" y="65235"/>
                </a:lnTo>
                <a:lnTo>
                  <a:pt x="2168916" y="65931"/>
                </a:lnTo>
                <a:lnTo>
                  <a:pt x="2169164" y="66698"/>
                </a:lnTo>
                <a:lnTo>
                  <a:pt x="2169388" y="67538"/>
                </a:lnTo>
                <a:lnTo>
                  <a:pt x="2169588" y="68453"/>
                </a:lnTo>
                <a:lnTo>
                  <a:pt x="2169761" y="69446"/>
                </a:lnTo>
                <a:lnTo>
                  <a:pt x="2169910" y="70520"/>
                </a:lnTo>
                <a:lnTo>
                  <a:pt x="2170032" y="71678"/>
                </a:lnTo>
                <a:lnTo>
                  <a:pt x="2170128" y="72921"/>
                </a:lnTo>
                <a:lnTo>
                  <a:pt x="2170197" y="74253"/>
                </a:lnTo>
                <a:lnTo>
                  <a:pt x="2170239" y="75675"/>
                </a:lnTo>
                <a:lnTo>
                  <a:pt x="2170253" y="77192"/>
                </a:lnTo>
                <a:lnTo>
                  <a:pt x="2170253" y="122048"/>
                </a:lnTo>
                <a:lnTo>
                  <a:pt x="2169789" y="122049"/>
                </a:lnTo>
                <a:lnTo>
                  <a:pt x="2169316" y="122052"/>
                </a:lnTo>
                <a:lnTo>
                  <a:pt x="2168837" y="122060"/>
                </a:lnTo>
                <a:lnTo>
                  <a:pt x="2168353" y="122076"/>
                </a:lnTo>
                <a:lnTo>
                  <a:pt x="2167867" y="122102"/>
                </a:lnTo>
                <a:lnTo>
                  <a:pt x="2167382" y="122141"/>
                </a:lnTo>
                <a:lnTo>
                  <a:pt x="2166901" y="122196"/>
                </a:lnTo>
                <a:lnTo>
                  <a:pt x="2166425" y="122269"/>
                </a:lnTo>
                <a:lnTo>
                  <a:pt x="2165959" y="122363"/>
                </a:lnTo>
                <a:lnTo>
                  <a:pt x="2165504" y="122480"/>
                </a:lnTo>
                <a:lnTo>
                  <a:pt x="2165062" y="122623"/>
                </a:lnTo>
                <a:lnTo>
                  <a:pt x="2164637" y="122795"/>
                </a:lnTo>
                <a:lnTo>
                  <a:pt x="2164231" y="122998"/>
                </a:lnTo>
                <a:lnTo>
                  <a:pt x="2163847" y="123234"/>
                </a:lnTo>
                <a:lnTo>
                  <a:pt x="2163487" y="123507"/>
                </a:lnTo>
                <a:lnTo>
                  <a:pt x="2163154" y="123818"/>
                </a:lnTo>
                <a:lnTo>
                  <a:pt x="2162851" y="124172"/>
                </a:lnTo>
                <a:lnTo>
                  <a:pt x="2162579" y="124569"/>
                </a:lnTo>
                <a:lnTo>
                  <a:pt x="2162342" y="125013"/>
                </a:lnTo>
                <a:lnTo>
                  <a:pt x="2162143" y="125506"/>
                </a:lnTo>
                <a:lnTo>
                  <a:pt x="2161983" y="126051"/>
                </a:lnTo>
                <a:lnTo>
                  <a:pt x="2161866" y="126650"/>
                </a:lnTo>
                <a:lnTo>
                  <a:pt x="2161793" y="127307"/>
                </a:lnTo>
                <a:lnTo>
                  <a:pt x="2161769" y="128023"/>
                </a:lnTo>
                <a:lnTo>
                  <a:pt x="2161795" y="128717"/>
                </a:lnTo>
                <a:lnTo>
                  <a:pt x="2161873" y="129352"/>
                </a:lnTo>
                <a:lnTo>
                  <a:pt x="2161998" y="129932"/>
                </a:lnTo>
                <a:lnTo>
                  <a:pt x="2162167" y="130460"/>
                </a:lnTo>
                <a:lnTo>
                  <a:pt x="2162377" y="130937"/>
                </a:lnTo>
                <a:lnTo>
                  <a:pt x="2162624" y="131367"/>
                </a:lnTo>
                <a:lnTo>
                  <a:pt x="2162906" y="131752"/>
                </a:lnTo>
                <a:lnTo>
                  <a:pt x="2163219" y="132093"/>
                </a:lnTo>
                <a:lnTo>
                  <a:pt x="2163558" y="132395"/>
                </a:lnTo>
                <a:lnTo>
                  <a:pt x="2163922" y="132659"/>
                </a:lnTo>
                <a:lnTo>
                  <a:pt x="2164307" y="132888"/>
                </a:lnTo>
                <a:lnTo>
                  <a:pt x="2164709" y="133084"/>
                </a:lnTo>
                <a:lnTo>
                  <a:pt x="2165126" y="133250"/>
                </a:lnTo>
                <a:lnTo>
                  <a:pt x="2165552" y="133389"/>
                </a:lnTo>
                <a:lnTo>
                  <a:pt x="2165987" y="133502"/>
                </a:lnTo>
                <a:lnTo>
                  <a:pt x="2166425" y="133593"/>
                </a:lnTo>
                <a:lnTo>
                  <a:pt x="2166864" y="133664"/>
                </a:lnTo>
                <a:lnTo>
                  <a:pt x="2167300" y="133717"/>
                </a:lnTo>
                <a:lnTo>
                  <a:pt x="2167730" y="133755"/>
                </a:lnTo>
                <a:lnTo>
                  <a:pt x="2168151" y="133780"/>
                </a:lnTo>
                <a:lnTo>
                  <a:pt x="2168559" y="133796"/>
                </a:lnTo>
                <a:lnTo>
                  <a:pt x="2168951" y="133804"/>
                </a:lnTo>
                <a:lnTo>
                  <a:pt x="2169323" y="133807"/>
                </a:lnTo>
                <a:lnTo>
                  <a:pt x="2169673" y="133807"/>
                </a:lnTo>
                <a:lnTo>
                  <a:pt x="2184132" y="133807"/>
                </a:lnTo>
                <a:lnTo>
                  <a:pt x="2184504" y="133807"/>
                </a:lnTo>
                <a:lnTo>
                  <a:pt x="2184895" y="133804"/>
                </a:lnTo>
                <a:lnTo>
                  <a:pt x="2185302" y="133796"/>
                </a:lnTo>
                <a:lnTo>
                  <a:pt x="2185722" y="133780"/>
                </a:lnTo>
                <a:lnTo>
                  <a:pt x="2186151" y="133755"/>
                </a:lnTo>
                <a:lnTo>
                  <a:pt x="2186587" y="133717"/>
                </a:lnTo>
                <a:lnTo>
                  <a:pt x="2187027" y="133664"/>
                </a:lnTo>
                <a:lnTo>
                  <a:pt x="2187467" y="133593"/>
                </a:lnTo>
                <a:lnTo>
                  <a:pt x="2187904" y="133502"/>
                </a:lnTo>
                <a:lnTo>
                  <a:pt x="2188335" y="133389"/>
                </a:lnTo>
                <a:lnTo>
                  <a:pt x="2188758" y="133250"/>
                </a:lnTo>
                <a:lnTo>
                  <a:pt x="2189169" y="133084"/>
                </a:lnTo>
                <a:lnTo>
                  <a:pt x="2189564" y="132888"/>
                </a:lnTo>
                <a:lnTo>
                  <a:pt x="2189942" y="132659"/>
                </a:lnTo>
                <a:lnTo>
                  <a:pt x="2190298" y="132395"/>
                </a:lnTo>
                <a:lnTo>
                  <a:pt x="2190630" y="132093"/>
                </a:lnTo>
                <a:lnTo>
                  <a:pt x="2190934" y="131752"/>
                </a:lnTo>
                <a:lnTo>
                  <a:pt x="2191208" y="131367"/>
                </a:lnTo>
                <a:lnTo>
                  <a:pt x="2191448" y="130937"/>
                </a:lnTo>
                <a:lnTo>
                  <a:pt x="2191652" y="130460"/>
                </a:lnTo>
                <a:lnTo>
                  <a:pt x="2191815" y="129932"/>
                </a:lnTo>
                <a:lnTo>
                  <a:pt x="2191936" y="129352"/>
                </a:lnTo>
                <a:lnTo>
                  <a:pt x="2192011" y="128717"/>
                </a:lnTo>
                <a:lnTo>
                  <a:pt x="2192037" y="128023"/>
                </a:lnTo>
                <a:lnTo>
                  <a:pt x="2192016" y="127307"/>
                </a:lnTo>
                <a:lnTo>
                  <a:pt x="2191953" y="126650"/>
                </a:lnTo>
                <a:lnTo>
                  <a:pt x="2191849" y="126051"/>
                </a:lnTo>
                <a:lnTo>
                  <a:pt x="2191705" y="125506"/>
                </a:lnTo>
                <a:lnTo>
                  <a:pt x="2191520" y="125013"/>
                </a:lnTo>
                <a:lnTo>
                  <a:pt x="2191296" y="124569"/>
                </a:lnTo>
                <a:lnTo>
                  <a:pt x="2191032" y="124172"/>
                </a:lnTo>
                <a:lnTo>
                  <a:pt x="2190730" y="123818"/>
                </a:lnTo>
                <a:lnTo>
                  <a:pt x="2190390" y="123507"/>
                </a:lnTo>
                <a:lnTo>
                  <a:pt x="2190012" y="123234"/>
                </a:lnTo>
                <a:lnTo>
                  <a:pt x="2189597" y="122998"/>
                </a:lnTo>
                <a:lnTo>
                  <a:pt x="2189145" y="122795"/>
                </a:lnTo>
                <a:lnTo>
                  <a:pt x="2188657" y="122623"/>
                </a:lnTo>
                <a:lnTo>
                  <a:pt x="2188134" y="122480"/>
                </a:lnTo>
                <a:lnTo>
                  <a:pt x="2187575" y="122363"/>
                </a:lnTo>
                <a:lnTo>
                  <a:pt x="2186982" y="122269"/>
                </a:lnTo>
                <a:lnTo>
                  <a:pt x="2186355" y="122196"/>
                </a:lnTo>
                <a:lnTo>
                  <a:pt x="2185693" y="122141"/>
                </a:lnTo>
                <a:lnTo>
                  <a:pt x="2184999" y="122102"/>
                </a:lnTo>
                <a:lnTo>
                  <a:pt x="2184273" y="122076"/>
                </a:lnTo>
                <a:lnTo>
                  <a:pt x="2183514" y="122060"/>
                </a:lnTo>
                <a:lnTo>
                  <a:pt x="2182723" y="122052"/>
                </a:lnTo>
                <a:lnTo>
                  <a:pt x="2181901" y="122049"/>
                </a:lnTo>
                <a:lnTo>
                  <a:pt x="2181049" y="122048"/>
                </a:lnTo>
                <a:lnTo>
                  <a:pt x="2181049" y="87589"/>
                </a:lnTo>
                <a:lnTo>
                  <a:pt x="2181090" y="85489"/>
                </a:lnTo>
                <a:lnTo>
                  <a:pt x="2181209" y="83474"/>
                </a:lnTo>
                <a:lnTo>
                  <a:pt x="2181404" y="81544"/>
                </a:lnTo>
                <a:lnTo>
                  <a:pt x="2181671" y="79700"/>
                </a:lnTo>
                <a:lnTo>
                  <a:pt x="2182007" y="77941"/>
                </a:lnTo>
                <a:lnTo>
                  <a:pt x="2182408" y="76269"/>
                </a:lnTo>
                <a:lnTo>
                  <a:pt x="2182870" y="74684"/>
                </a:lnTo>
                <a:lnTo>
                  <a:pt x="2183391" y="73185"/>
                </a:lnTo>
                <a:lnTo>
                  <a:pt x="2183967" y="71774"/>
                </a:lnTo>
                <a:lnTo>
                  <a:pt x="2184594" y="70452"/>
                </a:lnTo>
                <a:lnTo>
                  <a:pt x="2185269" y="69217"/>
                </a:lnTo>
                <a:lnTo>
                  <a:pt x="2185989" y="68072"/>
                </a:lnTo>
                <a:lnTo>
                  <a:pt x="2186750" y="67015"/>
                </a:lnTo>
                <a:lnTo>
                  <a:pt x="2187549" y="66049"/>
                </a:lnTo>
                <a:lnTo>
                  <a:pt x="2188382" y="65172"/>
                </a:lnTo>
                <a:lnTo>
                  <a:pt x="2189246" y="64386"/>
                </a:lnTo>
                <a:lnTo>
                  <a:pt x="2190138" y="63691"/>
                </a:lnTo>
                <a:lnTo>
                  <a:pt x="2191053" y="63087"/>
                </a:lnTo>
                <a:lnTo>
                  <a:pt x="2191989" y="62575"/>
                </a:lnTo>
                <a:lnTo>
                  <a:pt x="2192942" y="62155"/>
                </a:lnTo>
                <a:lnTo>
                  <a:pt x="2193909" y="61827"/>
                </a:lnTo>
                <a:lnTo>
                  <a:pt x="2194887" y="61593"/>
                </a:lnTo>
                <a:lnTo>
                  <a:pt x="2195871" y="61452"/>
                </a:lnTo>
                <a:lnTo>
                  <a:pt x="2196858" y="61405"/>
                </a:lnTo>
                <a:lnTo>
                  <a:pt x="2197403" y="61423"/>
                </a:lnTo>
                <a:lnTo>
                  <a:pt x="2197930" y="61477"/>
                </a:lnTo>
                <a:lnTo>
                  <a:pt x="2198437" y="61570"/>
                </a:lnTo>
                <a:lnTo>
                  <a:pt x="2198926" y="61706"/>
                </a:lnTo>
                <a:lnTo>
                  <a:pt x="2199395" y="61885"/>
                </a:lnTo>
                <a:lnTo>
                  <a:pt x="2199843" y="62112"/>
                </a:lnTo>
                <a:lnTo>
                  <a:pt x="2200271" y="62389"/>
                </a:lnTo>
                <a:lnTo>
                  <a:pt x="2200678" y="62717"/>
                </a:lnTo>
                <a:lnTo>
                  <a:pt x="2201063" y="63101"/>
                </a:lnTo>
                <a:lnTo>
                  <a:pt x="2201427" y="63542"/>
                </a:lnTo>
                <a:lnTo>
                  <a:pt x="2201769" y="64043"/>
                </a:lnTo>
                <a:lnTo>
                  <a:pt x="2202087" y="64606"/>
                </a:lnTo>
                <a:lnTo>
                  <a:pt x="2202383" y="65235"/>
                </a:lnTo>
                <a:lnTo>
                  <a:pt x="2202655" y="65931"/>
                </a:lnTo>
                <a:lnTo>
                  <a:pt x="2202904" y="66698"/>
                </a:lnTo>
                <a:lnTo>
                  <a:pt x="2203128" y="67538"/>
                </a:lnTo>
                <a:lnTo>
                  <a:pt x="2203327" y="68453"/>
                </a:lnTo>
                <a:lnTo>
                  <a:pt x="2203501" y="69446"/>
                </a:lnTo>
                <a:lnTo>
                  <a:pt x="2203649" y="70520"/>
                </a:lnTo>
                <a:lnTo>
                  <a:pt x="2203771" y="71678"/>
                </a:lnTo>
                <a:lnTo>
                  <a:pt x="2203867" y="72921"/>
                </a:lnTo>
                <a:lnTo>
                  <a:pt x="2203936" y="74253"/>
                </a:lnTo>
                <a:lnTo>
                  <a:pt x="2203978" y="75675"/>
                </a:lnTo>
                <a:lnTo>
                  <a:pt x="2203992" y="77192"/>
                </a:lnTo>
                <a:lnTo>
                  <a:pt x="2203992" y="122048"/>
                </a:lnTo>
                <a:lnTo>
                  <a:pt x="2203528" y="122049"/>
                </a:lnTo>
                <a:lnTo>
                  <a:pt x="2203055" y="122052"/>
                </a:lnTo>
                <a:lnTo>
                  <a:pt x="2202575" y="122060"/>
                </a:lnTo>
                <a:lnTo>
                  <a:pt x="2202091" y="122076"/>
                </a:lnTo>
                <a:lnTo>
                  <a:pt x="2201605" y="122102"/>
                </a:lnTo>
                <a:lnTo>
                  <a:pt x="2201120" y="122141"/>
                </a:lnTo>
                <a:lnTo>
                  <a:pt x="2200639" y="122196"/>
                </a:lnTo>
                <a:lnTo>
                  <a:pt x="2200163" y="122269"/>
                </a:lnTo>
                <a:lnTo>
                  <a:pt x="2199697" y="122363"/>
                </a:lnTo>
                <a:lnTo>
                  <a:pt x="2199241" y="122480"/>
                </a:lnTo>
                <a:lnTo>
                  <a:pt x="2198800" y="122623"/>
                </a:lnTo>
                <a:lnTo>
                  <a:pt x="2198375" y="122795"/>
                </a:lnTo>
                <a:lnTo>
                  <a:pt x="2197970" y="122998"/>
                </a:lnTo>
                <a:lnTo>
                  <a:pt x="2197586" y="123234"/>
                </a:lnTo>
                <a:lnTo>
                  <a:pt x="2197226" y="123507"/>
                </a:lnTo>
                <a:lnTo>
                  <a:pt x="2196893" y="123818"/>
                </a:lnTo>
                <a:lnTo>
                  <a:pt x="2196589" y="124172"/>
                </a:lnTo>
                <a:lnTo>
                  <a:pt x="2196318" y="124569"/>
                </a:lnTo>
                <a:lnTo>
                  <a:pt x="2196081" y="125013"/>
                </a:lnTo>
                <a:lnTo>
                  <a:pt x="2195882" y="125506"/>
                </a:lnTo>
                <a:lnTo>
                  <a:pt x="2195722" y="126051"/>
                </a:lnTo>
                <a:lnTo>
                  <a:pt x="2195605" y="126650"/>
                </a:lnTo>
                <a:lnTo>
                  <a:pt x="2195532" y="127307"/>
                </a:lnTo>
                <a:lnTo>
                  <a:pt x="2195508" y="128023"/>
                </a:lnTo>
                <a:lnTo>
                  <a:pt x="2195534" y="128717"/>
                </a:lnTo>
                <a:lnTo>
                  <a:pt x="2195612" y="129352"/>
                </a:lnTo>
                <a:lnTo>
                  <a:pt x="2195737" y="129932"/>
                </a:lnTo>
                <a:lnTo>
                  <a:pt x="2195906" y="130460"/>
                </a:lnTo>
                <a:lnTo>
                  <a:pt x="2196116" y="130937"/>
                </a:lnTo>
                <a:lnTo>
                  <a:pt x="2196363" y="131367"/>
                </a:lnTo>
                <a:lnTo>
                  <a:pt x="2196645" y="131752"/>
                </a:lnTo>
                <a:lnTo>
                  <a:pt x="2196957" y="132093"/>
                </a:lnTo>
                <a:lnTo>
                  <a:pt x="2197297" y="132395"/>
                </a:lnTo>
                <a:lnTo>
                  <a:pt x="2197661" y="132659"/>
                </a:lnTo>
                <a:lnTo>
                  <a:pt x="2198045" y="132888"/>
                </a:lnTo>
                <a:lnTo>
                  <a:pt x="2198447" y="133084"/>
                </a:lnTo>
                <a:lnTo>
                  <a:pt x="2198864" y="133250"/>
                </a:lnTo>
                <a:lnTo>
                  <a:pt x="2199290" y="133389"/>
                </a:lnTo>
                <a:lnTo>
                  <a:pt x="2199725" y="133502"/>
                </a:lnTo>
                <a:lnTo>
                  <a:pt x="2200163" y="133593"/>
                </a:lnTo>
                <a:lnTo>
                  <a:pt x="2200602" y="133664"/>
                </a:lnTo>
                <a:lnTo>
                  <a:pt x="2201038" y="133717"/>
                </a:lnTo>
                <a:lnTo>
                  <a:pt x="2201468" y="133755"/>
                </a:lnTo>
                <a:lnTo>
                  <a:pt x="2201889" y="133780"/>
                </a:lnTo>
                <a:lnTo>
                  <a:pt x="2202297" y="133796"/>
                </a:lnTo>
                <a:lnTo>
                  <a:pt x="2202690" y="133804"/>
                </a:lnTo>
                <a:lnTo>
                  <a:pt x="2203062" y="133807"/>
                </a:lnTo>
                <a:lnTo>
                  <a:pt x="2203412" y="133807"/>
                </a:lnTo>
                <a:lnTo>
                  <a:pt x="2217871" y="133807"/>
                </a:lnTo>
                <a:lnTo>
                  <a:pt x="2218243" y="133807"/>
                </a:lnTo>
                <a:lnTo>
                  <a:pt x="2218634" y="133804"/>
                </a:lnTo>
                <a:lnTo>
                  <a:pt x="2219041" y="133796"/>
                </a:lnTo>
                <a:lnTo>
                  <a:pt x="2219461" y="133780"/>
                </a:lnTo>
                <a:lnTo>
                  <a:pt x="2219890" y="133755"/>
                </a:lnTo>
                <a:lnTo>
                  <a:pt x="2220326" y="133717"/>
                </a:lnTo>
                <a:lnTo>
                  <a:pt x="2220766" y="133664"/>
                </a:lnTo>
                <a:lnTo>
                  <a:pt x="2221206" y="133593"/>
                </a:lnTo>
                <a:lnTo>
                  <a:pt x="2221643" y="133502"/>
                </a:lnTo>
                <a:lnTo>
                  <a:pt x="2222075" y="133389"/>
                </a:lnTo>
                <a:lnTo>
                  <a:pt x="2222497" y="133250"/>
                </a:lnTo>
                <a:lnTo>
                  <a:pt x="2222908" y="133084"/>
                </a:lnTo>
                <a:lnTo>
                  <a:pt x="2223303" y="132888"/>
                </a:lnTo>
                <a:lnTo>
                  <a:pt x="2223681" y="132659"/>
                </a:lnTo>
                <a:lnTo>
                  <a:pt x="2224037" y="132395"/>
                </a:lnTo>
                <a:lnTo>
                  <a:pt x="2224369" y="132093"/>
                </a:lnTo>
                <a:lnTo>
                  <a:pt x="2224673" y="131752"/>
                </a:lnTo>
                <a:lnTo>
                  <a:pt x="2224947" y="131367"/>
                </a:lnTo>
                <a:lnTo>
                  <a:pt x="2225188" y="130937"/>
                </a:lnTo>
                <a:lnTo>
                  <a:pt x="2225391" y="130460"/>
                </a:lnTo>
                <a:lnTo>
                  <a:pt x="2225555" y="129932"/>
                </a:lnTo>
                <a:lnTo>
                  <a:pt x="2225675" y="129352"/>
                </a:lnTo>
                <a:lnTo>
                  <a:pt x="2225750" y="128717"/>
                </a:lnTo>
                <a:lnTo>
                  <a:pt x="2225776" y="128023"/>
                </a:lnTo>
                <a:lnTo>
                  <a:pt x="2225755" y="127307"/>
                </a:lnTo>
                <a:lnTo>
                  <a:pt x="2225692" y="126650"/>
                </a:lnTo>
                <a:lnTo>
                  <a:pt x="2225588" y="126051"/>
                </a:lnTo>
                <a:lnTo>
                  <a:pt x="2225444" y="125506"/>
                </a:lnTo>
                <a:lnTo>
                  <a:pt x="2225259" y="125013"/>
                </a:lnTo>
                <a:lnTo>
                  <a:pt x="2225035" y="124569"/>
                </a:lnTo>
                <a:close/>
                <a:moveTo>
                  <a:pt x="2731113" y="124569"/>
                </a:moveTo>
                <a:lnTo>
                  <a:pt x="2730849" y="124172"/>
                </a:lnTo>
                <a:lnTo>
                  <a:pt x="2730547" y="123818"/>
                </a:lnTo>
                <a:lnTo>
                  <a:pt x="2730207" y="123507"/>
                </a:lnTo>
                <a:lnTo>
                  <a:pt x="2729829" y="123234"/>
                </a:lnTo>
                <a:lnTo>
                  <a:pt x="2729414" y="122998"/>
                </a:lnTo>
                <a:lnTo>
                  <a:pt x="2728962" y="122795"/>
                </a:lnTo>
                <a:lnTo>
                  <a:pt x="2728474" y="122623"/>
                </a:lnTo>
                <a:lnTo>
                  <a:pt x="2727951" y="122480"/>
                </a:lnTo>
                <a:lnTo>
                  <a:pt x="2727392" y="122363"/>
                </a:lnTo>
                <a:lnTo>
                  <a:pt x="2726799" y="122269"/>
                </a:lnTo>
                <a:lnTo>
                  <a:pt x="2726172" y="122196"/>
                </a:lnTo>
                <a:lnTo>
                  <a:pt x="2725510" y="122141"/>
                </a:lnTo>
                <a:lnTo>
                  <a:pt x="2724816" y="122102"/>
                </a:lnTo>
                <a:lnTo>
                  <a:pt x="2724090" y="122076"/>
                </a:lnTo>
                <a:lnTo>
                  <a:pt x="2723331" y="122060"/>
                </a:lnTo>
                <a:lnTo>
                  <a:pt x="2722540" y="122052"/>
                </a:lnTo>
                <a:lnTo>
                  <a:pt x="2721718" y="122049"/>
                </a:lnTo>
                <a:lnTo>
                  <a:pt x="2720866" y="122048"/>
                </a:lnTo>
                <a:lnTo>
                  <a:pt x="2720866" y="75459"/>
                </a:lnTo>
                <a:lnTo>
                  <a:pt x="2720865" y="74886"/>
                </a:lnTo>
                <a:lnTo>
                  <a:pt x="2720856" y="74142"/>
                </a:lnTo>
                <a:lnTo>
                  <a:pt x="2720833" y="73244"/>
                </a:lnTo>
                <a:lnTo>
                  <a:pt x="2720787" y="72209"/>
                </a:lnTo>
                <a:lnTo>
                  <a:pt x="2720711" y="71056"/>
                </a:lnTo>
                <a:lnTo>
                  <a:pt x="2720598" y="69800"/>
                </a:lnTo>
                <a:lnTo>
                  <a:pt x="2720440" y="68461"/>
                </a:lnTo>
                <a:lnTo>
                  <a:pt x="2720230" y="67054"/>
                </a:lnTo>
                <a:lnTo>
                  <a:pt x="2719961" y="65598"/>
                </a:lnTo>
                <a:lnTo>
                  <a:pt x="2719625" y="64110"/>
                </a:lnTo>
                <a:lnTo>
                  <a:pt x="2719214" y="62607"/>
                </a:lnTo>
                <a:lnTo>
                  <a:pt x="2718721" y="61107"/>
                </a:lnTo>
                <a:lnTo>
                  <a:pt x="2718139" y="59627"/>
                </a:lnTo>
                <a:lnTo>
                  <a:pt x="2717460" y="58184"/>
                </a:lnTo>
                <a:lnTo>
                  <a:pt x="2716677" y="56796"/>
                </a:lnTo>
                <a:lnTo>
                  <a:pt x="2715782" y="55480"/>
                </a:lnTo>
                <a:lnTo>
                  <a:pt x="2714768" y="54254"/>
                </a:lnTo>
                <a:lnTo>
                  <a:pt x="2713627" y="53135"/>
                </a:lnTo>
                <a:lnTo>
                  <a:pt x="2712352" y="52141"/>
                </a:lnTo>
                <a:lnTo>
                  <a:pt x="2710936" y="51288"/>
                </a:lnTo>
                <a:lnTo>
                  <a:pt x="2709371" y="50594"/>
                </a:lnTo>
                <a:lnTo>
                  <a:pt x="2707649" y="50077"/>
                </a:lnTo>
                <a:lnTo>
                  <a:pt x="2705763" y="49754"/>
                </a:lnTo>
                <a:lnTo>
                  <a:pt x="2703707" y="49643"/>
                </a:lnTo>
                <a:lnTo>
                  <a:pt x="2702973" y="49656"/>
                </a:lnTo>
                <a:lnTo>
                  <a:pt x="2702219" y="49697"/>
                </a:lnTo>
                <a:lnTo>
                  <a:pt x="2701447" y="49765"/>
                </a:lnTo>
                <a:lnTo>
                  <a:pt x="2700660" y="49863"/>
                </a:lnTo>
                <a:lnTo>
                  <a:pt x="2699858" y="49992"/>
                </a:lnTo>
                <a:lnTo>
                  <a:pt x="2699044" y="50152"/>
                </a:lnTo>
                <a:lnTo>
                  <a:pt x="2698220" y="50345"/>
                </a:lnTo>
                <a:lnTo>
                  <a:pt x="2697388" y="50571"/>
                </a:lnTo>
                <a:lnTo>
                  <a:pt x="2696549" y="50833"/>
                </a:lnTo>
                <a:lnTo>
                  <a:pt x="2695707" y="51130"/>
                </a:lnTo>
                <a:lnTo>
                  <a:pt x="2694863" y="51464"/>
                </a:lnTo>
                <a:lnTo>
                  <a:pt x="2694019" y="51836"/>
                </a:lnTo>
                <a:lnTo>
                  <a:pt x="2693177" y="52248"/>
                </a:lnTo>
                <a:lnTo>
                  <a:pt x="2692339" y="52699"/>
                </a:lnTo>
                <a:lnTo>
                  <a:pt x="2691507" y="53192"/>
                </a:lnTo>
                <a:lnTo>
                  <a:pt x="2690683" y="53728"/>
                </a:lnTo>
                <a:lnTo>
                  <a:pt x="2689869" y="54307"/>
                </a:lnTo>
                <a:lnTo>
                  <a:pt x="2689067" y="54930"/>
                </a:lnTo>
                <a:lnTo>
                  <a:pt x="2688279" y="55600"/>
                </a:lnTo>
                <a:lnTo>
                  <a:pt x="2687507" y="56316"/>
                </a:lnTo>
                <a:lnTo>
                  <a:pt x="2686753" y="57079"/>
                </a:lnTo>
                <a:lnTo>
                  <a:pt x="2686020" y="57892"/>
                </a:lnTo>
                <a:lnTo>
                  <a:pt x="2685308" y="58755"/>
                </a:lnTo>
                <a:lnTo>
                  <a:pt x="2684620" y="59669"/>
                </a:lnTo>
                <a:lnTo>
                  <a:pt x="2684246" y="58866"/>
                </a:lnTo>
                <a:lnTo>
                  <a:pt x="2683846" y="58095"/>
                </a:lnTo>
                <a:lnTo>
                  <a:pt x="2683422" y="57357"/>
                </a:lnTo>
                <a:lnTo>
                  <a:pt x="2682973" y="56651"/>
                </a:lnTo>
                <a:lnTo>
                  <a:pt x="2682501" y="55978"/>
                </a:lnTo>
                <a:lnTo>
                  <a:pt x="2682006" y="55337"/>
                </a:lnTo>
                <a:lnTo>
                  <a:pt x="2681489" y="54730"/>
                </a:lnTo>
                <a:lnTo>
                  <a:pt x="2680950" y="54157"/>
                </a:lnTo>
                <a:lnTo>
                  <a:pt x="2680391" y="53616"/>
                </a:lnTo>
                <a:lnTo>
                  <a:pt x="2679812" y="53110"/>
                </a:lnTo>
                <a:lnTo>
                  <a:pt x="2679213" y="52637"/>
                </a:lnTo>
                <a:lnTo>
                  <a:pt x="2678596" y="52198"/>
                </a:lnTo>
                <a:lnTo>
                  <a:pt x="2677960" y="51793"/>
                </a:lnTo>
                <a:lnTo>
                  <a:pt x="2677307" y="51423"/>
                </a:lnTo>
                <a:lnTo>
                  <a:pt x="2676638" y="51087"/>
                </a:lnTo>
                <a:lnTo>
                  <a:pt x="2675952" y="50786"/>
                </a:lnTo>
                <a:lnTo>
                  <a:pt x="2675251" y="50519"/>
                </a:lnTo>
                <a:lnTo>
                  <a:pt x="2674535" y="50288"/>
                </a:lnTo>
                <a:lnTo>
                  <a:pt x="2673805" y="50091"/>
                </a:lnTo>
                <a:lnTo>
                  <a:pt x="2673061" y="49930"/>
                </a:lnTo>
                <a:lnTo>
                  <a:pt x="2672305" y="49805"/>
                </a:lnTo>
                <a:lnTo>
                  <a:pt x="2671537" y="49715"/>
                </a:lnTo>
                <a:lnTo>
                  <a:pt x="2670758" y="49661"/>
                </a:lnTo>
                <a:lnTo>
                  <a:pt x="2669967" y="49643"/>
                </a:lnTo>
                <a:lnTo>
                  <a:pt x="2669198" y="49657"/>
                </a:lnTo>
                <a:lnTo>
                  <a:pt x="2668434" y="49699"/>
                </a:lnTo>
                <a:lnTo>
                  <a:pt x="2667674" y="49767"/>
                </a:lnTo>
                <a:lnTo>
                  <a:pt x="2666919" y="49863"/>
                </a:lnTo>
                <a:lnTo>
                  <a:pt x="2666169" y="49984"/>
                </a:lnTo>
                <a:lnTo>
                  <a:pt x="2665425" y="50131"/>
                </a:lnTo>
                <a:lnTo>
                  <a:pt x="2664687" y="50303"/>
                </a:lnTo>
                <a:lnTo>
                  <a:pt x="2663956" y="50500"/>
                </a:lnTo>
                <a:lnTo>
                  <a:pt x="2663231" y="50721"/>
                </a:lnTo>
                <a:lnTo>
                  <a:pt x="2662513" y="50966"/>
                </a:lnTo>
                <a:lnTo>
                  <a:pt x="2661802" y="51233"/>
                </a:lnTo>
                <a:lnTo>
                  <a:pt x="2661100" y="51524"/>
                </a:lnTo>
                <a:lnTo>
                  <a:pt x="2660405" y="51836"/>
                </a:lnTo>
                <a:lnTo>
                  <a:pt x="2659718" y="52170"/>
                </a:lnTo>
                <a:lnTo>
                  <a:pt x="2659041" y="52525"/>
                </a:lnTo>
                <a:lnTo>
                  <a:pt x="2658372" y="52901"/>
                </a:lnTo>
                <a:lnTo>
                  <a:pt x="2657713" y="53296"/>
                </a:lnTo>
                <a:lnTo>
                  <a:pt x="2657063" y="53711"/>
                </a:lnTo>
                <a:lnTo>
                  <a:pt x="2656423" y="54146"/>
                </a:lnTo>
                <a:lnTo>
                  <a:pt x="2655794" y="54599"/>
                </a:lnTo>
                <a:lnTo>
                  <a:pt x="2655176" y="55070"/>
                </a:lnTo>
                <a:lnTo>
                  <a:pt x="2654568" y="55558"/>
                </a:lnTo>
                <a:lnTo>
                  <a:pt x="2653972" y="56064"/>
                </a:lnTo>
                <a:lnTo>
                  <a:pt x="2653388" y="56586"/>
                </a:lnTo>
                <a:lnTo>
                  <a:pt x="2653322" y="55889"/>
                </a:lnTo>
                <a:lnTo>
                  <a:pt x="2653221" y="55250"/>
                </a:lnTo>
                <a:lnTo>
                  <a:pt x="2653088" y="54667"/>
                </a:lnTo>
                <a:lnTo>
                  <a:pt x="2652924" y="54137"/>
                </a:lnTo>
                <a:lnTo>
                  <a:pt x="2652730" y="53657"/>
                </a:lnTo>
                <a:lnTo>
                  <a:pt x="2652508" y="53225"/>
                </a:lnTo>
                <a:lnTo>
                  <a:pt x="2652260" y="52839"/>
                </a:lnTo>
                <a:lnTo>
                  <a:pt x="2651988" y="52495"/>
                </a:lnTo>
                <a:lnTo>
                  <a:pt x="2651693" y="52192"/>
                </a:lnTo>
                <a:lnTo>
                  <a:pt x="2651377" y="51927"/>
                </a:lnTo>
                <a:lnTo>
                  <a:pt x="2651041" y="51697"/>
                </a:lnTo>
                <a:lnTo>
                  <a:pt x="2650688" y="51499"/>
                </a:lnTo>
                <a:lnTo>
                  <a:pt x="2650319" y="51332"/>
                </a:lnTo>
                <a:lnTo>
                  <a:pt x="2649935" y="51193"/>
                </a:lnTo>
                <a:lnTo>
                  <a:pt x="2649539" y="51079"/>
                </a:lnTo>
                <a:lnTo>
                  <a:pt x="2649131" y="50988"/>
                </a:lnTo>
                <a:lnTo>
                  <a:pt x="2648714" y="50917"/>
                </a:lnTo>
                <a:lnTo>
                  <a:pt x="2648290" y="50864"/>
                </a:lnTo>
                <a:lnTo>
                  <a:pt x="2647859" y="50825"/>
                </a:lnTo>
                <a:lnTo>
                  <a:pt x="2647424" y="50800"/>
                </a:lnTo>
                <a:lnTo>
                  <a:pt x="2646987" y="50784"/>
                </a:lnTo>
                <a:lnTo>
                  <a:pt x="2646548" y="50776"/>
                </a:lnTo>
                <a:lnTo>
                  <a:pt x="2646110" y="50773"/>
                </a:lnTo>
                <a:lnTo>
                  <a:pt x="2645674" y="50773"/>
                </a:lnTo>
                <a:lnTo>
                  <a:pt x="2639505" y="50773"/>
                </a:lnTo>
                <a:lnTo>
                  <a:pt x="2639133" y="50773"/>
                </a:lnTo>
                <a:lnTo>
                  <a:pt x="2638742" y="50776"/>
                </a:lnTo>
                <a:lnTo>
                  <a:pt x="2638336" y="50784"/>
                </a:lnTo>
                <a:lnTo>
                  <a:pt x="2637916" y="50799"/>
                </a:lnTo>
                <a:lnTo>
                  <a:pt x="2637486" y="50825"/>
                </a:lnTo>
                <a:lnTo>
                  <a:pt x="2637050" y="50863"/>
                </a:lnTo>
                <a:lnTo>
                  <a:pt x="2636611" y="50916"/>
                </a:lnTo>
                <a:lnTo>
                  <a:pt x="2636171" y="50987"/>
                </a:lnTo>
                <a:lnTo>
                  <a:pt x="2635734" y="51078"/>
                </a:lnTo>
                <a:lnTo>
                  <a:pt x="2635302" y="51191"/>
                </a:lnTo>
                <a:lnTo>
                  <a:pt x="2634879" y="51330"/>
                </a:lnTo>
                <a:lnTo>
                  <a:pt x="2634469" y="51496"/>
                </a:lnTo>
                <a:lnTo>
                  <a:pt x="2634073" y="51692"/>
                </a:lnTo>
                <a:lnTo>
                  <a:pt x="2633696" y="51921"/>
                </a:lnTo>
                <a:lnTo>
                  <a:pt x="2633339" y="52186"/>
                </a:lnTo>
                <a:lnTo>
                  <a:pt x="2633008" y="52487"/>
                </a:lnTo>
                <a:lnTo>
                  <a:pt x="2632703" y="52829"/>
                </a:lnTo>
                <a:lnTo>
                  <a:pt x="2632429" y="53214"/>
                </a:lnTo>
                <a:lnTo>
                  <a:pt x="2632189" y="53644"/>
                </a:lnTo>
                <a:lnTo>
                  <a:pt x="2631986" y="54122"/>
                </a:lnTo>
                <a:lnTo>
                  <a:pt x="2631822" y="54649"/>
                </a:lnTo>
                <a:lnTo>
                  <a:pt x="2631701" y="55230"/>
                </a:lnTo>
                <a:lnTo>
                  <a:pt x="2631627" y="55866"/>
                </a:lnTo>
                <a:lnTo>
                  <a:pt x="2631601" y="56560"/>
                </a:lnTo>
                <a:lnTo>
                  <a:pt x="2631622" y="57276"/>
                </a:lnTo>
                <a:lnTo>
                  <a:pt x="2631685" y="57932"/>
                </a:lnTo>
                <a:lnTo>
                  <a:pt x="2631789" y="58532"/>
                </a:lnTo>
                <a:lnTo>
                  <a:pt x="2631933" y="59077"/>
                </a:lnTo>
                <a:lnTo>
                  <a:pt x="2632118" y="59570"/>
                </a:lnTo>
                <a:lnTo>
                  <a:pt x="2632342" y="60014"/>
                </a:lnTo>
                <a:lnTo>
                  <a:pt x="2632606" y="60411"/>
                </a:lnTo>
                <a:lnTo>
                  <a:pt x="2632908" y="60764"/>
                </a:lnTo>
                <a:lnTo>
                  <a:pt x="2633249" y="61076"/>
                </a:lnTo>
                <a:lnTo>
                  <a:pt x="2633627" y="61349"/>
                </a:lnTo>
                <a:lnTo>
                  <a:pt x="2634042" y="61585"/>
                </a:lnTo>
                <a:lnTo>
                  <a:pt x="2634494" y="61788"/>
                </a:lnTo>
                <a:lnTo>
                  <a:pt x="2634982" y="61959"/>
                </a:lnTo>
                <a:lnTo>
                  <a:pt x="2635505" y="62103"/>
                </a:lnTo>
                <a:lnTo>
                  <a:pt x="2636064" y="62220"/>
                </a:lnTo>
                <a:lnTo>
                  <a:pt x="2636658" y="62313"/>
                </a:lnTo>
                <a:lnTo>
                  <a:pt x="2637285" y="62386"/>
                </a:lnTo>
                <a:lnTo>
                  <a:pt x="2637946" y="62441"/>
                </a:lnTo>
                <a:lnTo>
                  <a:pt x="2638641" y="62481"/>
                </a:lnTo>
                <a:lnTo>
                  <a:pt x="2639368" y="62507"/>
                </a:lnTo>
                <a:lnTo>
                  <a:pt x="2640127" y="62523"/>
                </a:lnTo>
                <a:lnTo>
                  <a:pt x="2640917" y="62531"/>
                </a:lnTo>
                <a:lnTo>
                  <a:pt x="2641739" y="62534"/>
                </a:lnTo>
                <a:lnTo>
                  <a:pt x="2642591" y="62535"/>
                </a:lnTo>
                <a:lnTo>
                  <a:pt x="2642591" y="122048"/>
                </a:lnTo>
                <a:lnTo>
                  <a:pt x="2641739" y="122049"/>
                </a:lnTo>
                <a:lnTo>
                  <a:pt x="2640917" y="122052"/>
                </a:lnTo>
                <a:lnTo>
                  <a:pt x="2640127" y="122060"/>
                </a:lnTo>
                <a:lnTo>
                  <a:pt x="2639368" y="122076"/>
                </a:lnTo>
                <a:lnTo>
                  <a:pt x="2638641" y="122102"/>
                </a:lnTo>
                <a:lnTo>
                  <a:pt x="2637946" y="122141"/>
                </a:lnTo>
                <a:lnTo>
                  <a:pt x="2637285" y="122196"/>
                </a:lnTo>
                <a:lnTo>
                  <a:pt x="2636658" y="122269"/>
                </a:lnTo>
                <a:lnTo>
                  <a:pt x="2636064" y="122363"/>
                </a:lnTo>
                <a:lnTo>
                  <a:pt x="2635505" y="122480"/>
                </a:lnTo>
                <a:lnTo>
                  <a:pt x="2634982" y="122623"/>
                </a:lnTo>
                <a:lnTo>
                  <a:pt x="2634494" y="122795"/>
                </a:lnTo>
                <a:lnTo>
                  <a:pt x="2634042" y="122998"/>
                </a:lnTo>
                <a:lnTo>
                  <a:pt x="2633627" y="123234"/>
                </a:lnTo>
                <a:lnTo>
                  <a:pt x="2633249" y="123507"/>
                </a:lnTo>
                <a:lnTo>
                  <a:pt x="2632908" y="123818"/>
                </a:lnTo>
                <a:lnTo>
                  <a:pt x="2632606" y="124172"/>
                </a:lnTo>
                <a:lnTo>
                  <a:pt x="2632342" y="124569"/>
                </a:lnTo>
                <a:lnTo>
                  <a:pt x="2632118" y="125013"/>
                </a:lnTo>
                <a:lnTo>
                  <a:pt x="2631933" y="125506"/>
                </a:lnTo>
                <a:lnTo>
                  <a:pt x="2631789" y="126051"/>
                </a:lnTo>
                <a:lnTo>
                  <a:pt x="2631685" y="126650"/>
                </a:lnTo>
                <a:lnTo>
                  <a:pt x="2631622" y="127307"/>
                </a:lnTo>
                <a:lnTo>
                  <a:pt x="2631601" y="128023"/>
                </a:lnTo>
                <a:lnTo>
                  <a:pt x="2631627" y="128717"/>
                </a:lnTo>
                <a:lnTo>
                  <a:pt x="2631705" y="129352"/>
                </a:lnTo>
                <a:lnTo>
                  <a:pt x="2631830" y="129932"/>
                </a:lnTo>
                <a:lnTo>
                  <a:pt x="2631999" y="130460"/>
                </a:lnTo>
                <a:lnTo>
                  <a:pt x="2632209" y="130937"/>
                </a:lnTo>
                <a:lnTo>
                  <a:pt x="2632457" y="131367"/>
                </a:lnTo>
                <a:lnTo>
                  <a:pt x="2632738" y="131752"/>
                </a:lnTo>
                <a:lnTo>
                  <a:pt x="2633051" y="132093"/>
                </a:lnTo>
                <a:lnTo>
                  <a:pt x="2633391" y="132395"/>
                </a:lnTo>
                <a:lnTo>
                  <a:pt x="2633755" y="132659"/>
                </a:lnTo>
                <a:lnTo>
                  <a:pt x="2634139" y="132888"/>
                </a:lnTo>
                <a:lnTo>
                  <a:pt x="2634542" y="133084"/>
                </a:lnTo>
                <a:lnTo>
                  <a:pt x="2634958" y="133250"/>
                </a:lnTo>
                <a:lnTo>
                  <a:pt x="2635385" y="133389"/>
                </a:lnTo>
                <a:lnTo>
                  <a:pt x="2635819" y="133502"/>
                </a:lnTo>
                <a:lnTo>
                  <a:pt x="2636257" y="133593"/>
                </a:lnTo>
                <a:lnTo>
                  <a:pt x="2636696" y="133664"/>
                </a:lnTo>
                <a:lnTo>
                  <a:pt x="2637132" y="133717"/>
                </a:lnTo>
                <a:lnTo>
                  <a:pt x="2637562" y="133755"/>
                </a:lnTo>
                <a:lnTo>
                  <a:pt x="2637983" y="133780"/>
                </a:lnTo>
                <a:lnTo>
                  <a:pt x="2638391" y="133796"/>
                </a:lnTo>
                <a:lnTo>
                  <a:pt x="2638783" y="133804"/>
                </a:lnTo>
                <a:lnTo>
                  <a:pt x="2639156" y="133807"/>
                </a:lnTo>
                <a:lnTo>
                  <a:pt x="2639505" y="133807"/>
                </a:lnTo>
                <a:lnTo>
                  <a:pt x="2656474" y="133807"/>
                </a:lnTo>
                <a:lnTo>
                  <a:pt x="2656846" y="133807"/>
                </a:lnTo>
                <a:lnTo>
                  <a:pt x="2657237" y="133804"/>
                </a:lnTo>
                <a:lnTo>
                  <a:pt x="2657643" y="133796"/>
                </a:lnTo>
                <a:lnTo>
                  <a:pt x="2658063" y="133780"/>
                </a:lnTo>
                <a:lnTo>
                  <a:pt x="2658492" y="133755"/>
                </a:lnTo>
                <a:lnTo>
                  <a:pt x="2658928" y="133717"/>
                </a:lnTo>
                <a:lnTo>
                  <a:pt x="2659368" y="133664"/>
                </a:lnTo>
                <a:lnTo>
                  <a:pt x="2659807" y="133593"/>
                </a:lnTo>
                <a:lnTo>
                  <a:pt x="2660244" y="133502"/>
                </a:lnTo>
                <a:lnTo>
                  <a:pt x="2660676" y="133389"/>
                </a:lnTo>
                <a:lnTo>
                  <a:pt x="2661098" y="133250"/>
                </a:lnTo>
                <a:lnTo>
                  <a:pt x="2661509" y="133084"/>
                </a:lnTo>
                <a:lnTo>
                  <a:pt x="2661904" y="132888"/>
                </a:lnTo>
                <a:lnTo>
                  <a:pt x="2662282" y="132659"/>
                </a:lnTo>
                <a:lnTo>
                  <a:pt x="2662638" y="132395"/>
                </a:lnTo>
                <a:lnTo>
                  <a:pt x="2662969" y="132093"/>
                </a:lnTo>
                <a:lnTo>
                  <a:pt x="2663273" y="131752"/>
                </a:lnTo>
                <a:lnTo>
                  <a:pt x="2663547" y="131367"/>
                </a:lnTo>
                <a:lnTo>
                  <a:pt x="2663787" y="130937"/>
                </a:lnTo>
                <a:lnTo>
                  <a:pt x="2663991" y="130460"/>
                </a:lnTo>
                <a:lnTo>
                  <a:pt x="2664154" y="129932"/>
                </a:lnTo>
                <a:lnTo>
                  <a:pt x="2664275" y="129352"/>
                </a:lnTo>
                <a:lnTo>
                  <a:pt x="2664350" y="128717"/>
                </a:lnTo>
                <a:lnTo>
                  <a:pt x="2664375" y="128023"/>
                </a:lnTo>
                <a:lnTo>
                  <a:pt x="2664354" y="127307"/>
                </a:lnTo>
                <a:lnTo>
                  <a:pt x="2664292" y="126650"/>
                </a:lnTo>
                <a:lnTo>
                  <a:pt x="2664188" y="126051"/>
                </a:lnTo>
                <a:lnTo>
                  <a:pt x="2664043" y="125506"/>
                </a:lnTo>
                <a:lnTo>
                  <a:pt x="2663859" y="125013"/>
                </a:lnTo>
                <a:lnTo>
                  <a:pt x="2663634" y="124569"/>
                </a:lnTo>
                <a:lnTo>
                  <a:pt x="2663371" y="124172"/>
                </a:lnTo>
                <a:lnTo>
                  <a:pt x="2663069" y="123818"/>
                </a:lnTo>
                <a:lnTo>
                  <a:pt x="2662728" y="123507"/>
                </a:lnTo>
                <a:lnTo>
                  <a:pt x="2662351" y="123234"/>
                </a:lnTo>
                <a:lnTo>
                  <a:pt x="2661935" y="122998"/>
                </a:lnTo>
                <a:lnTo>
                  <a:pt x="2661484" y="122795"/>
                </a:lnTo>
                <a:lnTo>
                  <a:pt x="2660996" y="122623"/>
                </a:lnTo>
                <a:lnTo>
                  <a:pt x="2660472" y="122480"/>
                </a:lnTo>
                <a:lnTo>
                  <a:pt x="2659914" y="122363"/>
                </a:lnTo>
                <a:lnTo>
                  <a:pt x="2659321" y="122269"/>
                </a:lnTo>
                <a:lnTo>
                  <a:pt x="2658693" y="122196"/>
                </a:lnTo>
                <a:lnTo>
                  <a:pt x="2658032" y="122141"/>
                </a:lnTo>
                <a:lnTo>
                  <a:pt x="2657338" y="122102"/>
                </a:lnTo>
                <a:lnTo>
                  <a:pt x="2656611" y="122076"/>
                </a:lnTo>
                <a:lnTo>
                  <a:pt x="2655852" y="122060"/>
                </a:lnTo>
                <a:lnTo>
                  <a:pt x="2655062" y="122052"/>
                </a:lnTo>
                <a:lnTo>
                  <a:pt x="2654240" y="122049"/>
                </a:lnTo>
                <a:lnTo>
                  <a:pt x="2653388" y="122048"/>
                </a:lnTo>
                <a:lnTo>
                  <a:pt x="2653388" y="87574"/>
                </a:lnTo>
                <a:lnTo>
                  <a:pt x="2653428" y="85476"/>
                </a:lnTo>
                <a:lnTo>
                  <a:pt x="2653548" y="83463"/>
                </a:lnTo>
                <a:lnTo>
                  <a:pt x="2653743" y="81534"/>
                </a:lnTo>
                <a:lnTo>
                  <a:pt x="2654010" y="79691"/>
                </a:lnTo>
                <a:lnTo>
                  <a:pt x="2654345" y="77934"/>
                </a:lnTo>
                <a:lnTo>
                  <a:pt x="2654746" y="76263"/>
                </a:lnTo>
                <a:lnTo>
                  <a:pt x="2655209" y="74678"/>
                </a:lnTo>
                <a:lnTo>
                  <a:pt x="2655730" y="73181"/>
                </a:lnTo>
                <a:lnTo>
                  <a:pt x="2656306" y="71771"/>
                </a:lnTo>
                <a:lnTo>
                  <a:pt x="2656933" y="70449"/>
                </a:lnTo>
                <a:lnTo>
                  <a:pt x="2657608" y="69215"/>
                </a:lnTo>
                <a:lnTo>
                  <a:pt x="2658328" y="68070"/>
                </a:lnTo>
                <a:lnTo>
                  <a:pt x="2659089" y="67014"/>
                </a:lnTo>
                <a:lnTo>
                  <a:pt x="2659888" y="66047"/>
                </a:lnTo>
                <a:lnTo>
                  <a:pt x="2660721" y="65171"/>
                </a:lnTo>
                <a:lnTo>
                  <a:pt x="2661585" y="64385"/>
                </a:lnTo>
                <a:lnTo>
                  <a:pt x="2662476" y="63690"/>
                </a:lnTo>
                <a:lnTo>
                  <a:pt x="2663392" y="63087"/>
                </a:lnTo>
                <a:lnTo>
                  <a:pt x="2664328" y="62574"/>
                </a:lnTo>
                <a:lnTo>
                  <a:pt x="2665281" y="62155"/>
                </a:lnTo>
                <a:lnTo>
                  <a:pt x="2666248" y="61827"/>
                </a:lnTo>
                <a:lnTo>
                  <a:pt x="2667225" y="61593"/>
                </a:lnTo>
                <a:lnTo>
                  <a:pt x="2668209" y="61452"/>
                </a:lnTo>
                <a:lnTo>
                  <a:pt x="2669197" y="61405"/>
                </a:lnTo>
                <a:lnTo>
                  <a:pt x="2669742" y="61423"/>
                </a:lnTo>
                <a:lnTo>
                  <a:pt x="2670268" y="61477"/>
                </a:lnTo>
                <a:lnTo>
                  <a:pt x="2670776" y="61570"/>
                </a:lnTo>
                <a:lnTo>
                  <a:pt x="2671264" y="61706"/>
                </a:lnTo>
                <a:lnTo>
                  <a:pt x="2671733" y="61885"/>
                </a:lnTo>
                <a:lnTo>
                  <a:pt x="2672182" y="62112"/>
                </a:lnTo>
                <a:lnTo>
                  <a:pt x="2672610" y="62389"/>
                </a:lnTo>
                <a:lnTo>
                  <a:pt x="2673017" y="62717"/>
                </a:lnTo>
                <a:lnTo>
                  <a:pt x="2673402" y="63101"/>
                </a:lnTo>
                <a:lnTo>
                  <a:pt x="2673766" y="63542"/>
                </a:lnTo>
                <a:lnTo>
                  <a:pt x="2674107" y="64043"/>
                </a:lnTo>
                <a:lnTo>
                  <a:pt x="2674426" y="64606"/>
                </a:lnTo>
                <a:lnTo>
                  <a:pt x="2674722" y="65235"/>
                </a:lnTo>
                <a:lnTo>
                  <a:pt x="2674994" y="65931"/>
                </a:lnTo>
                <a:lnTo>
                  <a:pt x="2675242" y="66698"/>
                </a:lnTo>
                <a:lnTo>
                  <a:pt x="2675466" y="67538"/>
                </a:lnTo>
                <a:lnTo>
                  <a:pt x="2675665" y="68453"/>
                </a:lnTo>
                <a:lnTo>
                  <a:pt x="2675839" y="69446"/>
                </a:lnTo>
                <a:lnTo>
                  <a:pt x="2675988" y="70520"/>
                </a:lnTo>
                <a:lnTo>
                  <a:pt x="2676110" y="71678"/>
                </a:lnTo>
                <a:lnTo>
                  <a:pt x="2676206" y="72921"/>
                </a:lnTo>
                <a:lnTo>
                  <a:pt x="2676275" y="74253"/>
                </a:lnTo>
                <a:lnTo>
                  <a:pt x="2676317" y="75675"/>
                </a:lnTo>
                <a:lnTo>
                  <a:pt x="2676331" y="77192"/>
                </a:lnTo>
                <a:lnTo>
                  <a:pt x="2676331" y="122048"/>
                </a:lnTo>
                <a:lnTo>
                  <a:pt x="2675867" y="122049"/>
                </a:lnTo>
                <a:lnTo>
                  <a:pt x="2675394" y="122052"/>
                </a:lnTo>
                <a:lnTo>
                  <a:pt x="2674914" y="122060"/>
                </a:lnTo>
                <a:lnTo>
                  <a:pt x="2674430" y="122076"/>
                </a:lnTo>
                <a:lnTo>
                  <a:pt x="2673945" y="122102"/>
                </a:lnTo>
                <a:lnTo>
                  <a:pt x="2673460" y="122141"/>
                </a:lnTo>
                <a:lnTo>
                  <a:pt x="2672978" y="122196"/>
                </a:lnTo>
                <a:lnTo>
                  <a:pt x="2672503" y="122269"/>
                </a:lnTo>
                <a:lnTo>
                  <a:pt x="2672037" y="122363"/>
                </a:lnTo>
                <a:lnTo>
                  <a:pt x="2671581" y="122480"/>
                </a:lnTo>
                <a:lnTo>
                  <a:pt x="2671140" y="122623"/>
                </a:lnTo>
                <a:lnTo>
                  <a:pt x="2670715" y="122795"/>
                </a:lnTo>
                <a:lnTo>
                  <a:pt x="2670309" y="122998"/>
                </a:lnTo>
                <a:lnTo>
                  <a:pt x="2669925" y="123234"/>
                </a:lnTo>
                <a:lnTo>
                  <a:pt x="2669565" y="123507"/>
                </a:lnTo>
                <a:lnTo>
                  <a:pt x="2669232" y="123818"/>
                </a:lnTo>
                <a:lnTo>
                  <a:pt x="2668929" y="124172"/>
                </a:lnTo>
                <a:lnTo>
                  <a:pt x="2668657" y="124569"/>
                </a:lnTo>
                <a:lnTo>
                  <a:pt x="2668420" y="125013"/>
                </a:lnTo>
                <a:lnTo>
                  <a:pt x="2668221" y="125506"/>
                </a:lnTo>
                <a:lnTo>
                  <a:pt x="2668061" y="126051"/>
                </a:lnTo>
                <a:lnTo>
                  <a:pt x="2667943" y="126650"/>
                </a:lnTo>
                <a:lnTo>
                  <a:pt x="2667871" y="127307"/>
                </a:lnTo>
                <a:lnTo>
                  <a:pt x="2667846" y="128023"/>
                </a:lnTo>
                <a:lnTo>
                  <a:pt x="2667873" y="128717"/>
                </a:lnTo>
                <a:lnTo>
                  <a:pt x="2667950" y="129352"/>
                </a:lnTo>
                <a:lnTo>
                  <a:pt x="2668075" y="129932"/>
                </a:lnTo>
                <a:lnTo>
                  <a:pt x="2668245" y="130460"/>
                </a:lnTo>
                <a:lnTo>
                  <a:pt x="2668455" y="130937"/>
                </a:lnTo>
                <a:lnTo>
                  <a:pt x="2668702" y="131367"/>
                </a:lnTo>
                <a:lnTo>
                  <a:pt x="2668984" y="131752"/>
                </a:lnTo>
                <a:lnTo>
                  <a:pt x="2669296" y="132093"/>
                </a:lnTo>
                <a:lnTo>
                  <a:pt x="2669636" y="132395"/>
                </a:lnTo>
                <a:lnTo>
                  <a:pt x="2670000" y="132659"/>
                </a:lnTo>
                <a:lnTo>
                  <a:pt x="2670385" y="132888"/>
                </a:lnTo>
                <a:lnTo>
                  <a:pt x="2670787" y="133084"/>
                </a:lnTo>
                <a:lnTo>
                  <a:pt x="2671203" y="133250"/>
                </a:lnTo>
                <a:lnTo>
                  <a:pt x="2671630" y="133389"/>
                </a:lnTo>
                <a:lnTo>
                  <a:pt x="2672064" y="133502"/>
                </a:lnTo>
                <a:lnTo>
                  <a:pt x="2672503" y="133593"/>
                </a:lnTo>
                <a:lnTo>
                  <a:pt x="2672942" y="133664"/>
                </a:lnTo>
                <a:lnTo>
                  <a:pt x="2673378" y="133717"/>
                </a:lnTo>
                <a:lnTo>
                  <a:pt x="2673808" y="133755"/>
                </a:lnTo>
                <a:lnTo>
                  <a:pt x="2674229" y="133780"/>
                </a:lnTo>
                <a:lnTo>
                  <a:pt x="2674637" y="133796"/>
                </a:lnTo>
                <a:lnTo>
                  <a:pt x="2675029" y="133804"/>
                </a:lnTo>
                <a:lnTo>
                  <a:pt x="2675401" y="133807"/>
                </a:lnTo>
                <a:lnTo>
                  <a:pt x="2675751" y="133807"/>
                </a:lnTo>
                <a:lnTo>
                  <a:pt x="2690210" y="133807"/>
                </a:lnTo>
                <a:lnTo>
                  <a:pt x="2690582" y="133807"/>
                </a:lnTo>
                <a:lnTo>
                  <a:pt x="2690973" y="133804"/>
                </a:lnTo>
                <a:lnTo>
                  <a:pt x="2691380" y="133796"/>
                </a:lnTo>
                <a:lnTo>
                  <a:pt x="2691799" y="133780"/>
                </a:lnTo>
                <a:lnTo>
                  <a:pt x="2692229" y="133755"/>
                </a:lnTo>
                <a:lnTo>
                  <a:pt x="2692665" y="133717"/>
                </a:lnTo>
                <a:lnTo>
                  <a:pt x="2693104" y="133664"/>
                </a:lnTo>
                <a:lnTo>
                  <a:pt x="2693544" y="133593"/>
                </a:lnTo>
                <a:lnTo>
                  <a:pt x="2693982" y="133502"/>
                </a:lnTo>
                <a:lnTo>
                  <a:pt x="2694413" y="133389"/>
                </a:lnTo>
                <a:lnTo>
                  <a:pt x="2694836" y="133250"/>
                </a:lnTo>
                <a:lnTo>
                  <a:pt x="2695247" y="133084"/>
                </a:lnTo>
                <a:lnTo>
                  <a:pt x="2695642" y="132888"/>
                </a:lnTo>
                <a:lnTo>
                  <a:pt x="2696020" y="132659"/>
                </a:lnTo>
                <a:lnTo>
                  <a:pt x="2696376" y="132395"/>
                </a:lnTo>
                <a:lnTo>
                  <a:pt x="2696708" y="132093"/>
                </a:lnTo>
                <a:lnTo>
                  <a:pt x="2697012" y="131752"/>
                </a:lnTo>
                <a:lnTo>
                  <a:pt x="2697286" y="131367"/>
                </a:lnTo>
                <a:lnTo>
                  <a:pt x="2697526" y="130937"/>
                </a:lnTo>
                <a:lnTo>
                  <a:pt x="2697730" y="130460"/>
                </a:lnTo>
                <a:lnTo>
                  <a:pt x="2697893" y="129932"/>
                </a:lnTo>
                <a:lnTo>
                  <a:pt x="2698014" y="129352"/>
                </a:lnTo>
                <a:lnTo>
                  <a:pt x="2698089" y="128717"/>
                </a:lnTo>
                <a:lnTo>
                  <a:pt x="2698114" y="128023"/>
                </a:lnTo>
                <a:lnTo>
                  <a:pt x="2698093" y="127307"/>
                </a:lnTo>
                <a:lnTo>
                  <a:pt x="2698031" y="126650"/>
                </a:lnTo>
                <a:lnTo>
                  <a:pt x="2697927" y="126051"/>
                </a:lnTo>
                <a:lnTo>
                  <a:pt x="2697782" y="125506"/>
                </a:lnTo>
                <a:lnTo>
                  <a:pt x="2697598" y="125013"/>
                </a:lnTo>
                <a:lnTo>
                  <a:pt x="2697373" y="124569"/>
                </a:lnTo>
                <a:lnTo>
                  <a:pt x="2697110" y="124172"/>
                </a:lnTo>
                <a:lnTo>
                  <a:pt x="2696808" y="123818"/>
                </a:lnTo>
                <a:lnTo>
                  <a:pt x="2696468" y="123507"/>
                </a:lnTo>
                <a:lnTo>
                  <a:pt x="2696090" y="123234"/>
                </a:lnTo>
                <a:lnTo>
                  <a:pt x="2695675" y="122998"/>
                </a:lnTo>
                <a:lnTo>
                  <a:pt x="2695223" y="122795"/>
                </a:lnTo>
                <a:lnTo>
                  <a:pt x="2694735" y="122623"/>
                </a:lnTo>
                <a:lnTo>
                  <a:pt x="2694212" y="122480"/>
                </a:lnTo>
                <a:lnTo>
                  <a:pt x="2693653" y="122363"/>
                </a:lnTo>
                <a:lnTo>
                  <a:pt x="2693060" y="122269"/>
                </a:lnTo>
                <a:lnTo>
                  <a:pt x="2692432" y="122196"/>
                </a:lnTo>
                <a:lnTo>
                  <a:pt x="2691771" y="122141"/>
                </a:lnTo>
                <a:lnTo>
                  <a:pt x="2691077" y="122102"/>
                </a:lnTo>
                <a:lnTo>
                  <a:pt x="2690350" y="122076"/>
                </a:lnTo>
                <a:lnTo>
                  <a:pt x="2689591" y="122060"/>
                </a:lnTo>
                <a:lnTo>
                  <a:pt x="2688801" y="122052"/>
                </a:lnTo>
                <a:lnTo>
                  <a:pt x="2687979" y="122049"/>
                </a:lnTo>
                <a:lnTo>
                  <a:pt x="2687127" y="122048"/>
                </a:lnTo>
                <a:lnTo>
                  <a:pt x="2687127" y="87589"/>
                </a:lnTo>
                <a:lnTo>
                  <a:pt x="2687167" y="85489"/>
                </a:lnTo>
                <a:lnTo>
                  <a:pt x="2687287" y="83474"/>
                </a:lnTo>
                <a:lnTo>
                  <a:pt x="2687482" y="81544"/>
                </a:lnTo>
                <a:lnTo>
                  <a:pt x="2687749" y="79700"/>
                </a:lnTo>
                <a:lnTo>
                  <a:pt x="2688085" y="77941"/>
                </a:lnTo>
                <a:lnTo>
                  <a:pt x="2688485" y="76269"/>
                </a:lnTo>
                <a:lnTo>
                  <a:pt x="2688948" y="74684"/>
                </a:lnTo>
                <a:lnTo>
                  <a:pt x="2689469" y="73185"/>
                </a:lnTo>
                <a:lnTo>
                  <a:pt x="2690045" y="71774"/>
                </a:lnTo>
                <a:lnTo>
                  <a:pt x="2690672" y="70452"/>
                </a:lnTo>
                <a:lnTo>
                  <a:pt x="2691347" y="69217"/>
                </a:lnTo>
                <a:lnTo>
                  <a:pt x="2692067" y="68072"/>
                </a:lnTo>
                <a:lnTo>
                  <a:pt x="2692828" y="67015"/>
                </a:lnTo>
                <a:lnTo>
                  <a:pt x="2693627" y="66049"/>
                </a:lnTo>
                <a:lnTo>
                  <a:pt x="2694460" y="65172"/>
                </a:lnTo>
                <a:lnTo>
                  <a:pt x="2695324" y="64386"/>
                </a:lnTo>
                <a:lnTo>
                  <a:pt x="2696216" y="63691"/>
                </a:lnTo>
                <a:lnTo>
                  <a:pt x="2697131" y="63087"/>
                </a:lnTo>
                <a:lnTo>
                  <a:pt x="2698067" y="62575"/>
                </a:lnTo>
                <a:lnTo>
                  <a:pt x="2699020" y="62155"/>
                </a:lnTo>
                <a:lnTo>
                  <a:pt x="2699987" y="61827"/>
                </a:lnTo>
                <a:lnTo>
                  <a:pt x="2700964" y="61593"/>
                </a:lnTo>
                <a:lnTo>
                  <a:pt x="2701948" y="61452"/>
                </a:lnTo>
                <a:lnTo>
                  <a:pt x="2702936" y="61405"/>
                </a:lnTo>
                <a:lnTo>
                  <a:pt x="2703481" y="61423"/>
                </a:lnTo>
                <a:lnTo>
                  <a:pt x="2704008" y="61477"/>
                </a:lnTo>
                <a:lnTo>
                  <a:pt x="2704515" y="61570"/>
                </a:lnTo>
                <a:lnTo>
                  <a:pt x="2705004" y="61706"/>
                </a:lnTo>
                <a:lnTo>
                  <a:pt x="2705472" y="61885"/>
                </a:lnTo>
                <a:lnTo>
                  <a:pt x="2705921" y="62112"/>
                </a:lnTo>
                <a:lnTo>
                  <a:pt x="2706349" y="62389"/>
                </a:lnTo>
                <a:lnTo>
                  <a:pt x="2706756" y="62717"/>
                </a:lnTo>
                <a:lnTo>
                  <a:pt x="2707141" y="63101"/>
                </a:lnTo>
                <a:lnTo>
                  <a:pt x="2707505" y="63542"/>
                </a:lnTo>
                <a:lnTo>
                  <a:pt x="2707846" y="64043"/>
                </a:lnTo>
                <a:lnTo>
                  <a:pt x="2708165" y="64606"/>
                </a:lnTo>
                <a:lnTo>
                  <a:pt x="2708461" y="65235"/>
                </a:lnTo>
                <a:lnTo>
                  <a:pt x="2708733" y="65931"/>
                </a:lnTo>
                <a:lnTo>
                  <a:pt x="2708981" y="66698"/>
                </a:lnTo>
                <a:lnTo>
                  <a:pt x="2709205" y="67538"/>
                </a:lnTo>
                <a:lnTo>
                  <a:pt x="2709405" y="68453"/>
                </a:lnTo>
                <a:lnTo>
                  <a:pt x="2709578" y="69446"/>
                </a:lnTo>
                <a:lnTo>
                  <a:pt x="2709727" y="70520"/>
                </a:lnTo>
                <a:lnTo>
                  <a:pt x="2709849" y="71678"/>
                </a:lnTo>
                <a:lnTo>
                  <a:pt x="2709945" y="72921"/>
                </a:lnTo>
                <a:lnTo>
                  <a:pt x="2710014" y="74253"/>
                </a:lnTo>
                <a:lnTo>
                  <a:pt x="2710056" y="75675"/>
                </a:lnTo>
                <a:lnTo>
                  <a:pt x="2710070" y="77192"/>
                </a:lnTo>
                <a:lnTo>
                  <a:pt x="2710070" y="122048"/>
                </a:lnTo>
                <a:lnTo>
                  <a:pt x="2709606" y="122049"/>
                </a:lnTo>
                <a:lnTo>
                  <a:pt x="2709133" y="122052"/>
                </a:lnTo>
                <a:lnTo>
                  <a:pt x="2708653" y="122060"/>
                </a:lnTo>
                <a:lnTo>
                  <a:pt x="2708169" y="122076"/>
                </a:lnTo>
                <a:lnTo>
                  <a:pt x="2707683" y="122102"/>
                </a:lnTo>
                <a:lnTo>
                  <a:pt x="2707198" y="122141"/>
                </a:lnTo>
                <a:lnTo>
                  <a:pt x="2706716" y="122196"/>
                </a:lnTo>
                <a:lnTo>
                  <a:pt x="2706241" y="122269"/>
                </a:lnTo>
                <a:lnTo>
                  <a:pt x="2705775" y="122363"/>
                </a:lnTo>
                <a:lnTo>
                  <a:pt x="2705319" y="122480"/>
                </a:lnTo>
                <a:lnTo>
                  <a:pt x="2704878" y="122623"/>
                </a:lnTo>
                <a:lnTo>
                  <a:pt x="2704453" y="122795"/>
                </a:lnTo>
                <a:lnTo>
                  <a:pt x="2704047" y="122998"/>
                </a:lnTo>
                <a:lnTo>
                  <a:pt x="2703663" y="123234"/>
                </a:lnTo>
                <a:lnTo>
                  <a:pt x="2703304" y="123507"/>
                </a:lnTo>
                <a:lnTo>
                  <a:pt x="2702971" y="123818"/>
                </a:lnTo>
                <a:lnTo>
                  <a:pt x="2702667" y="124172"/>
                </a:lnTo>
                <a:lnTo>
                  <a:pt x="2702396" y="124569"/>
                </a:lnTo>
                <a:lnTo>
                  <a:pt x="2702159" y="125013"/>
                </a:lnTo>
                <a:lnTo>
                  <a:pt x="2701960" y="125506"/>
                </a:lnTo>
                <a:lnTo>
                  <a:pt x="2701800" y="126051"/>
                </a:lnTo>
                <a:lnTo>
                  <a:pt x="2701683" y="126650"/>
                </a:lnTo>
                <a:lnTo>
                  <a:pt x="2701610" y="127307"/>
                </a:lnTo>
                <a:lnTo>
                  <a:pt x="2701586" y="128023"/>
                </a:lnTo>
                <a:lnTo>
                  <a:pt x="2701612" y="128717"/>
                </a:lnTo>
                <a:lnTo>
                  <a:pt x="2701690" y="129352"/>
                </a:lnTo>
                <a:lnTo>
                  <a:pt x="2701815" y="129932"/>
                </a:lnTo>
                <a:lnTo>
                  <a:pt x="2701984" y="130460"/>
                </a:lnTo>
                <a:lnTo>
                  <a:pt x="2702194" y="130937"/>
                </a:lnTo>
                <a:lnTo>
                  <a:pt x="2702441" y="131367"/>
                </a:lnTo>
                <a:lnTo>
                  <a:pt x="2702723" y="131752"/>
                </a:lnTo>
                <a:lnTo>
                  <a:pt x="2703035" y="132093"/>
                </a:lnTo>
                <a:lnTo>
                  <a:pt x="2703375" y="132395"/>
                </a:lnTo>
                <a:lnTo>
                  <a:pt x="2703739" y="132659"/>
                </a:lnTo>
                <a:lnTo>
                  <a:pt x="2704123" y="132888"/>
                </a:lnTo>
                <a:lnTo>
                  <a:pt x="2704525" y="133084"/>
                </a:lnTo>
                <a:lnTo>
                  <a:pt x="2704941" y="133250"/>
                </a:lnTo>
                <a:lnTo>
                  <a:pt x="2705368" y="133389"/>
                </a:lnTo>
                <a:lnTo>
                  <a:pt x="2705802" y="133502"/>
                </a:lnTo>
                <a:lnTo>
                  <a:pt x="2706241" y="133593"/>
                </a:lnTo>
                <a:lnTo>
                  <a:pt x="2706680" y="133664"/>
                </a:lnTo>
                <a:lnTo>
                  <a:pt x="2707116" y="133717"/>
                </a:lnTo>
                <a:lnTo>
                  <a:pt x="2707546" y="133755"/>
                </a:lnTo>
                <a:lnTo>
                  <a:pt x="2707967" y="133780"/>
                </a:lnTo>
                <a:lnTo>
                  <a:pt x="2708375" y="133796"/>
                </a:lnTo>
                <a:lnTo>
                  <a:pt x="2708767" y="133804"/>
                </a:lnTo>
                <a:lnTo>
                  <a:pt x="2709140" y="133807"/>
                </a:lnTo>
                <a:lnTo>
                  <a:pt x="2709490" y="133807"/>
                </a:lnTo>
                <a:lnTo>
                  <a:pt x="2723949" y="133807"/>
                </a:lnTo>
                <a:lnTo>
                  <a:pt x="2724321" y="133807"/>
                </a:lnTo>
                <a:lnTo>
                  <a:pt x="2724712" y="133804"/>
                </a:lnTo>
                <a:lnTo>
                  <a:pt x="2725119" y="133796"/>
                </a:lnTo>
                <a:lnTo>
                  <a:pt x="2725539" y="133780"/>
                </a:lnTo>
                <a:lnTo>
                  <a:pt x="2725968" y="133755"/>
                </a:lnTo>
                <a:lnTo>
                  <a:pt x="2726404" y="133717"/>
                </a:lnTo>
                <a:lnTo>
                  <a:pt x="2726844" y="133664"/>
                </a:lnTo>
                <a:lnTo>
                  <a:pt x="2727284" y="133593"/>
                </a:lnTo>
                <a:lnTo>
                  <a:pt x="2727721" y="133502"/>
                </a:lnTo>
                <a:lnTo>
                  <a:pt x="2728152" y="133389"/>
                </a:lnTo>
                <a:lnTo>
                  <a:pt x="2728575" y="133250"/>
                </a:lnTo>
                <a:lnTo>
                  <a:pt x="2728986" y="133084"/>
                </a:lnTo>
                <a:lnTo>
                  <a:pt x="2729381" y="132888"/>
                </a:lnTo>
                <a:lnTo>
                  <a:pt x="2729759" y="132659"/>
                </a:lnTo>
                <a:lnTo>
                  <a:pt x="2730115" y="132395"/>
                </a:lnTo>
                <a:lnTo>
                  <a:pt x="2730447" y="132093"/>
                </a:lnTo>
                <a:lnTo>
                  <a:pt x="2730751" y="131752"/>
                </a:lnTo>
                <a:lnTo>
                  <a:pt x="2731025" y="131367"/>
                </a:lnTo>
                <a:lnTo>
                  <a:pt x="2731265" y="130937"/>
                </a:lnTo>
                <a:lnTo>
                  <a:pt x="2731469" y="130460"/>
                </a:lnTo>
                <a:lnTo>
                  <a:pt x="2731632" y="129932"/>
                </a:lnTo>
                <a:lnTo>
                  <a:pt x="2731753" y="129352"/>
                </a:lnTo>
                <a:lnTo>
                  <a:pt x="2731828" y="128717"/>
                </a:lnTo>
                <a:lnTo>
                  <a:pt x="2731854" y="128023"/>
                </a:lnTo>
                <a:lnTo>
                  <a:pt x="2731833" y="127307"/>
                </a:lnTo>
                <a:lnTo>
                  <a:pt x="2731770" y="126650"/>
                </a:lnTo>
                <a:lnTo>
                  <a:pt x="2731666" y="126051"/>
                </a:lnTo>
                <a:lnTo>
                  <a:pt x="2731522" y="125506"/>
                </a:lnTo>
                <a:lnTo>
                  <a:pt x="2731337" y="125013"/>
                </a:lnTo>
                <a:lnTo>
                  <a:pt x="2731113" y="124569"/>
                </a:lnTo>
                <a:close/>
                <a:moveTo>
                  <a:pt x="3135973" y="124569"/>
                </a:moveTo>
                <a:lnTo>
                  <a:pt x="3135709" y="124172"/>
                </a:lnTo>
                <a:lnTo>
                  <a:pt x="3135407" y="123818"/>
                </a:lnTo>
                <a:lnTo>
                  <a:pt x="3135067" y="123507"/>
                </a:lnTo>
                <a:lnTo>
                  <a:pt x="3134689" y="123234"/>
                </a:lnTo>
                <a:lnTo>
                  <a:pt x="3134274" y="122998"/>
                </a:lnTo>
                <a:lnTo>
                  <a:pt x="3133822" y="122795"/>
                </a:lnTo>
                <a:lnTo>
                  <a:pt x="3133335" y="122623"/>
                </a:lnTo>
                <a:lnTo>
                  <a:pt x="3132811" y="122480"/>
                </a:lnTo>
                <a:lnTo>
                  <a:pt x="3132252" y="122363"/>
                </a:lnTo>
                <a:lnTo>
                  <a:pt x="3131659" y="122269"/>
                </a:lnTo>
                <a:lnTo>
                  <a:pt x="3131032" y="122196"/>
                </a:lnTo>
                <a:lnTo>
                  <a:pt x="3130371" y="122141"/>
                </a:lnTo>
                <a:lnTo>
                  <a:pt x="3129677" y="122102"/>
                </a:lnTo>
                <a:lnTo>
                  <a:pt x="3128950" y="122076"/>
                </a:lnTo>
                <a:lnTo>
                  <a:pt x="3128191" y="122060"/>
                </a:lnTo>
                <a:lnTo>
                  <a:pt x="3127400" y="122052"/>
                </a:lnTo>
                <a:lnTo>
                  <a:pt x="3126579" y="122049"/>
                </a:lnTo>
                <a:lnTo>
                  <a:pt x="3125726" y="122048"/>
                </a:lnTo>
                <a:lnTo>
                  <a:pt x="3125726" y="75459"/>
                </a:lnTo>
                <a:lnTo>
                  <a:pt x="3125725" y="74886"/>
                </a:lnTo>
                <a:lnTo>
                  <a:pt x="3125716" y="74142"/>
                </a:lnTo>
                <a:lnTo>
                  <a:pt x="3125693" y="73244"/>
                </a:lnTo>
                <a:lnTo>
                  <a:pt x="3125647" y="72209"/>
                </a:lnTo>
                <a:lnTo>
                  <a:pt x="3125571" y="71056"/>
                </a:lnTo>
                <a:lnTo>
                  <a:pt x="3125458" y="69800"/>
                </a:lnTo>
                <a:lnTo>
                  <a:pt x="3125301" y="68461"/>
                </a:lnTo>
                <a:lnTo>
                  <a:pt x="3125091" y="67054"/>
                </a:lnTo>
                <a:lnTo>
                  <a:pt x="3124821" y="65598"/>
                </a:lnTo>
                <a:lnTo>
                  <a:pt x="3124485" y="64110"/>
                </a:lnTo>
                <a:lnTo>
                  <a:pt x="3124074" y="62607"/>
                </a:lnTo>
                <a:lnTo>
                  <a:pt x="3123581" y="61107"/>
                </a:lnTo>
                <a:lnTo>
                  <a:pt x="3122999" y="59627"/>
                </a:lnTo>
                <a:lnTo>
                  <a:pt x="3122320" y="58184"/>
                </a:lnTo>
                <a:lnTo>
                  <a:pt x="3121537" y="56796"/>
                </a:lnTo>
                <a:lnTo>
                  <a:pt x="3120642" y="55480"/>
                </a:lnTo>
                <a:lnTo>
                  <a:pt x="3119628" y="54254"/>
                </a:lnTo>
                <a:lnTo>
                  <a:pt x="3118487" y="53135"/>
                </a:lnTo>
                <a:lnTo>
                  <a:pt x="3117212" y="52141"/>
                </a:lnTo>
                <a:lnTo>
                  <a:pt x="3115796" y="51288"/>
                </a:lnTo>
                <a:lnTo>
                  <a:pt x="3114231" y="50594"/>
                </a:lnTo>
                <a:lnTo>
                  <a:pt x="3112509" y="50077"/>
                </a:lnTo>
                <a:lnTo>
                  <a:pt x="3110624" y="49754"/>
                </a:lnTo>
                <a:lnTo>
                  <a:pt x="3108567" y="49643"/>
                </a:lnTo>
                <a:lnTo>
                  <a:pt x="3107833" y="49656"/>
                </a:lnTo>
                <a:lnTo>
                  <a:pt x="3107080" y="49697"/>
                </a:lnTo>
                <a:lnTo>
                  <a:pt x="3106308" y="49765"/>
                </a:lnTo>
                <a:lnTo>
                  <a:pt x="3105520" y="49863"/>
                </a:lnTo>
                <a:lnTo>
                  <a:pt x="3104718" y="49992"/>
                </a:lnTo>
                <a:lnTo>
                  <a:pt x="3103904" y="50152"/>
                </a:lnTo>
                <a:lnTo>
                  <a:pt x="3103080" y="50345"/>
                </a:lnTo>
                <a:lnTo>
                  <a:pt x="3102248" y="50571"/>
                </a:lnTo>
                <a:lnTo>
                  <a:pt x="3101410" y="50833"/>
                </a:lnTo>
                <a:lnTo>
                  <a:pt x="3100568" y="51130"/>
                </a:lnTo>
                <a:lnTo>
                  <a:pt x="3099723" y="51464"/>
                </a:lnTo>
                <a:lnTo>
                  <a:pt x="3098879" y="51836"/>
                </a:lnTo>
                <a:lnTo>
                  <a:pt x="3098037" y="52248"/>
                </a:lnTo>
                <a:lnTo>
                  <a:pt x="3097199" y="52699"/>
                </a:lnTo>
                <a:lnTo>
                  <a:pt x="3096367" y="53192"/>
                </a:lnTo>
                <a:lnTo>
                  <a:pt x="3095543" y="53728"/>
                </a:lnTo>
                <a:lnTo>
                  <a:pt x="3094729" y="54307"/>
                </a:lnTo>
                <a:lnTo>
                  <a:pt x="3093927" y="54930"/>
                </a:lnTo>
                <a:lnTo>
                  <a:pt x="3093139" y="55600"/>
                </a:lnTo>
                <a:lnTo>
                  <a:pt x="3092367" y="56316"/>
                </a:lnTo>
                <a:lnTo>
                  <a:pt x="3091614" y="57079"/>
                </a:lnTo>
                <a:lnTo>
                  <a:pt x="3090880" y="57892"/>
                </a:lnTo>
                <a:lnTo>
                  <a:pt x="3090168" y="58755"/>
                </a:lnTo>
                <a:lnTo>
                  <a:pt x="3089481" y="59669"/>
                </a:lnTo>
                <a:lnTo>
                  <a:pt x="3089106" y="58866"/>
                </a:lnTo>
                <a:lnTo>
                  <a:pt x="3088707" y="58095"/>
                </a:lnTo>
                <a:lnTo>
                  <a:pt x="3088282" y="57357"/>
                </a:lnTo>
                <a:lnTo>
                  <a:pt x="3087833" y="56651"/>
                </a:lnTo>
                <a:lnTo>
                  <a:pt x="3087361" y="55978"/>
                </a:lnTo>
                <a:lnTo>
                  <a:pt x="3086866" y="55337"/>
                </a:lnTo>
                <a:lnTo>
                  <a:pt x="3086349" y="54730"/>
                </a:lnTo>
                <a:lnTo>
                  <a:pt x="3085811" y="54157"/>
                </a:lnTo>
                <a:lnTo>
                  <a:pt x="3085251" y="53616"/>
                </a:lnTo>
                <a:lnTo>
                  <a:pt x="3084672" y="53110"/>
                </a:lnTo>
                <a:lnTo>
                  <a:pt x="3084073" y="52637"/>
                </a:lnTo>
                <a:lnTo>
                  <a:pt x="3083456" y="52198"/>
                </a:lnTo>
                <a:lnTo>
                  <a:pt x="3082820" y="51793"/>
                </a:lnTo>
                <a:lnTo>
                  <a:pt x="3082168" y="51423"/>
                </a:lnTo>
                <a:lnTo>
                  <a:pt x="3081498" y="51087"/>
                </a:lnTo>
                <a:lnTo>
                  <a:pt x="3080812" y="50786"/>
                </a:lnTo>
                <a:lnTo>
                  <a:pt x="3080111" y="50519"/>
                </a:lnTo>
                <a:lnTo>
                  <a:pt x="3079395" y="50288"/>
                </a:lnTo>
                <a:lnTo>
                  <a:pt x="3078665" y="50091"/>
                </a:lnTo>
                <a:lnTo>
                  <a:pt x="3077922" y="49930"/>
                </a:lnTo>
                <a:lnTo>
                  <a:pt x="3077166" y="49805"/>
                </a:lnTo>
                <a:lnTo>
                  <a:pt x="3076398" y="49715"/>
                </a:lnTo>
                <a:lnTo>
                  <a:pt x="3075618" y="49661"/>
                </a:lnTo>
                <a:lnTo>
                  <a:pt x="3074828" y="49643"/>
                </a:lnTo>
                <a:lnTo>
                  <a:pt x="3074059" y="49657"/>
                </a:lnTo>
                <a:lnTo>
                  <a:pt x="3073294" y="49699"/>
                </a:lnTo>
                <a:lnTo>
                  <a:pt x="3072534" y="49767"/>
                </a:lnTo>
                <a:lnTo>
                  <a:pt x="3071779" y="49863"/>
                </a:lnTo>
                <a:lnTo>
                  <a:pt x="3071029" y="49984"/>
                </a:lnTo>
                <a:lnTo>
                  <a:pt x="3070285" y="50131"/>
                </a:lnTo>
                <a:lnTo>
                  <a:pt x="3069547" y="50303"/>
                </a:lnTo>
                <a:lnTo>
                  <a:pt x="3068816" y="50500"/>
                </a:lnTo>
                <a:lnTo>
                  <a:pt x="3068091" y="50721"/>
                </a:lnTo>
                <a:lnTo>
                  <a:pt x="3067373" y="50966"/>
                </a:lnTo>
                <a:lnTo>
                  <a:pt x="3066663" y="51233"/>
                </a:lnTo>
                <a:lnTo>
                  <a:pt x="3065960" y="51524"/>
                </a:lnTo>
                <a:lnTo>
                  <a:pt x="3065265" y="51836"/>
                </a:lnTo>
                <a:lnTo>
                  <a:pt x="3064579" y="52170"/>
                </a:lnTo>
                <a:lnTo>
                  <a:pt x="3063901" y="52525"/>
                </a:lnTo>
                <a:lnTo>
                  <a:pt x="3063232" y="52901"/>
                </a:lnTo>
                <a:lnTo>
                  <a:pt x="3062573" y="53296"/>
                </a:lnTo>
                <a:lnTo>
                  <a:pt x="3061923" y="53711"/>
                </a:lnTo>
                <a:lnTo>
                  <a:pt x="3061284" y="54146"/>
                </a:lnTo>
                <a:lnTo>
                  <a:pt x="3060654" y="54599"/>
                </a:lnTo>
                <a:lnTo>
                  <a:pt x="3060036" y="55070"/>
                </a:lnTo>
                <a:lnTo>
                  <a:pt x="3059428" y="55558"/>
                </a:lnTo>
                <a:lnTo>
                  <a:pt x="3058832" y="56064"/>
                </a:lnTo>
                <a:lnTo>
                  <a:pt x="3058248" y="56586"/>
                </a:lnTo>
                <a:lnTo>
                  <a:pt x="3058182" y="55889"/>
                </a:lnTo>
                <a:lnTo>
                  <a:pt x="3058082" y="55250"/>
                </a:lnTo>
                <a:lnTo>
                  <a:pt x="3057948" y="54667"/>
                </a:lnTo>
                <a:lnTo>
                  <a:pt x="3057784" y="54137"/>
                </a:lnTo>
                <a:lnTo>
                  <a:pt x="3057590" y="53657"/>
                </a:lnTo>
                <a:lnTo>
                  <a:pt x="3057368" y="53225"/>
                </a:lnTo>
                <a:lnTo>
                  <a:pt x="3057121" y="52839"/>
                </a:lnTo>
                <a:lnTo>
                  <a:pt x="3056848" y="52495"/>
                </a:lnTo>
                <a:lnTo>
                  <a:pt x="3056553" y="52192"/>
                </a:lnTo>
                <a:lnTo>
                  <a:pt x="3056237" y="51927"/>
                </a:lnTo>
                <a:lnTo>
                  <a:pt x="3055902" y="51697"/>
                </a:lnTo>
                <a:lnTo>
                  <a:pt x="3055549" y="51499"/>
                </a:lnTo>
                <a:lnTo>
                  <a:pt x="3055179" y="51332"/>
                </a:lnTo>
                <a:lnTo>
                  <a:pt x="3054796" y="51193"/>
                </a:lnTo>
                <a:lnTo>
                  <a:pt x="3054399" y="51079"/>
                </a:lnTo>
                <a:lnTo>
                  <a:pt x="3053992" y="50988"/>
                </a:lnTo>
                <a:lnTo>
                  <a:pt x="3053575" y="50917"/>
                </a:lnTo>
                <a:lnTo>
                  <a:pt x="3053150" y="50864"/>
                </a:lnTo>
                <a:lnTo>
                  <a:pt x="3052720" y="50825"/>
                </a:lnTo>
                <a:lnTo>
                  <a:pt x="3052285" y="50800"/>
                </a:lnTo>
                <a:lnTo>
                  <a:pt x="3051847" y="50784"/>
                </a:lnTo>
                <a:lnTo>
                  <a:pt x="3051408" y="50776"/>
                </a:lnTo>
                <a:lnTo>
                  <a:pt x="3050970" y="50773"/>
                </a:lnTo>
                <a:lnTo>
                  <a:pt x="3050535" y="50773"/>
                </a:lnTo>
                <a:lnTo>
                  <a:pt x="3044366" y="50773"/>
                </a:lnTo>
                <a:lnTo>
                  <a:pt x="3043994" y="50773"/>
                </a:lnTo>
                <a:lnTo>
                  <a:pt x="3043603" y="50776"/>
                </a:lnTo>
                <a:lnTo>
                  <a:pt x="3043196" y="50784"/>
                </a:lnTo>
                <a:lnTo>
                  <a:pt x="3042776" y="50799"/>
                </a:lnTo>
                <a:lnTo>
                  <a:pt x="3042347" y="50825"/>
                </a:lnTo>
                <a:lnTo>
                  <a:pt x="3041911" y="50863"/>
                </a:lnTo>
                <a:lnTo>
                  <a:pt x="3041471" y="50916"/>
                </a:lnTo>
                <a:lnTo>
                  <a:pt x="3041031" y="50987"/>
                </a:lnTo>
                <a:lnTo>
                  <a:pt x="3040594" y="51078"/>
                </a:lnTo>
                <a:lnTo>
                  <a:pt x="3040162" y="51191"/>
                </a:lnTo>
                <a:lnTo>
                  <a:pt x="3039740" y="51330"/>
                </a:lnTo>
                <a:lnTo>
                  <a:pt x="3039329" y="51496"/>
                </a:lnTo>
                <a:lnTo>
                  <a:pt x="3038933" y="51692"/>
                </a:lnTo>
                <a:lnTo>
                  <a:pt x="3038556" y="51921"/>
                </a:lnTo>
                <a:lnTo>
                  <a:pt x="3038200" y="52186"/>
                </a:lnTo>
                <a:lnTo>
                  <a:pt x="3037868" y="52487"/>
                </a:lnTo>
                <a:lnTo>
                  <a:pt x="3037564" y="52829"/>
                </a:lnTo>
                <a:lnTo>
                  <a:pt x="3037290" y="53214"/>
                </a:lnTo>
                <a:lnTo>
                  <a:pt x="3037049" y="53644"/>
                </a:lnTo>
                <a:lnTo>
                  <a:pt x="3036846" y="54122"/>
                </a:lnTo>
                <a:lnTo>
                  <a:pt x="3036682" y="54649"/>
                </a:lnTo>
                <a:lnTo>
                  <a:pt x="3036562" y="55230"/>
                </a:lnTo>
                <a:lnTo>
                  <a:pt x="3036487" y="55866"/>
                </a:lnTo>
                <a:lnTo>
                  <a:pt x="3036461" y="56560"/>
                </a:lnTo>
                <a:lnTo>
                  <a:pt x="3036482" y="57276"/>
                </a:lnTo>
                <a:lnTo>
                  <a:pt x="3036545" y="57932"/>
                </a:lnTo>
                <a:lnTo>
                  <a:pt x="3036649" y="58532"/>
                </a:lnTo>
                <a:lnTo>
                  <a:pt x="3036793" y="59077"/>
                </a:lnTo>
                <a:lnTo>
                  <a:pt x="3036978" y="59570"/>
                </a:lnTo>
                <a:lnTo>
                  <a:pt x="3037203" y="60014"/>
                </a:lnTo>
                <a:lnTo>
                  <a:pt x="3037466" y="60411"/>
                </a:lnTo>
                <a:lnTo>
                  <a:pt x="3037768" y="60764"/>
                </a:lnTo>
                <a:lnTo>
                  <a:pt x="3038109" y="61076"/>
                </a:lnTo>
                <a:lnTo>
                  <a:pt x="3038487" y="61349"/>
                </a:lnTo>
                <a:lnTo>
                  <a:pt x="3038902" y="61585"/>
                </a:lnTo>
                <a:lnTo>
                  <a:pt x="3039354" y="61788"/>
                </a:lnTo>
                <a:lnTo>
                  <a:pt x="3039842" y="61959"/>
                </a:lnTo>
                <a:lnTo>
                  <a:pt x="3040366" y="62103"/>
                </a:lnTo>
                <a:lnTo>
                  <a:pt x="3040925" y="62220"/>
                </a:lnTo>
                <a:lnTo>
                  <a:pt x="3041518" y="62313"/>
                </a:lnTo>
                <a:lnTo>
                  <a:pt x="3042146" y="62386"/>
                </a:lnTo>
                <a:lnTo>
                  <a:pt x="3042807" y="62441"/>
                </a:lnTo>
                <a:lnTo>
                  <a:pt x="3043501" y="62481"/>
                </a:lnTo>
                <a:lnTo>
                  <a:pt x="3044228" y="62507"/>
                </a:lnTo>
                <a:lnTo>
                  <a:pt x="3044987" y="62523"/>
                </a:lnTo>
                <a:lnTo>
                  <a:pt x="3045778" y="62531"/>
                </a:lnTo>
                <a:lnTo>
                  <a:pt x="3046599" y="62534"/>
                </a:lnTo>
                <a:lnTo>
                  <a:pt x="3047452" y="62535"/>
                </a:lnTo>
                <a:lnTo>
                  <a:pt x="3047452" y="122048"/>
                </a:lnTo>
                <a:lnTo>
                  <a:pt x="3046599" y="122049"/>
                </a:lnTo>
                <a:lnTo>
                  <a:pt x="3045778" y="122052"/>
                </a:lnTo>
                <a:lnTo>
                  <a:pt x="3044987" y="122060"/>
                </a:lnTo>
                <a:lnTo>
                  <a:pt x="3044228" y="122076"/>
                </a:lnTo>
                <a:lnTo>
                  <a:pt x="3043501" y="122102"/>
                </a:lnTo>
                <a:lnTo>
                  <a:pt x="3042807" y="122141"/>
                </a:lnTo>
                <a:lnTo>
                  <a:pt x="3042146" y="122196"/>
                </a:lnTo>
                <a:lnTo>
                  <a:pt x="3041518" y="122269"/>
                </a:lnTo>
                <a:lnTo>
                  <a:pt x="3040925" y="122363"/>
                </a:lnTo>
                <a:lnTo>
                  <a:pt x="3040366" y="122480"/>
                </a:lnTo>
                <a:lnTo>
                  <a:pt x="3039842" y="122623"/>
                </a:lnTo>
                <a:lnTo>
                  <a:pt x="3039354" y="122795"/>
                </a:lnTo>
                <a:lnTo>
                  <a:pt x="3038902" y="122998"/>
                </a:lnTo>
                <a:lnTo>
                  <a:pt x="3038487" y="123234"/>
                </a:lnTo>
                <a:lnTo>
                  <a:pt x="3038109" y="123507"/>
                </a:lnTo>
                <a:lnTo>
                  <a:pt x="3037768" y="123818"/>
                </a:lnTo>
                <a:lnTo>
                  <a:pt x="3037466" y="124172"/>
                </a:lnTo>
                <a:lnTo>
                  <a:pt x="3037203" y="124569"/>
                </a:lnTo>
                <a:lnTo>
                  <a:pt x="3036978" y="125013"/>
                </a:lnTo>
                <a:lnTo>
                  <a:pt x="3036793" y="125506"/>
                </a:lnTo>
                <a:lnTo>
                  <a:pt x="3036649" y="126051"/>
                </a:lnTo>
                <a:lnTo>
                  <a:pt x="3036545" y="126650"/>
                </a:lnTo>
                <a:lnTo>
                  <a:pt x="3036482" y="127307"/>
                </a:lnTo>
                <a:lnTo>
                  <a:pt x="3036461" y="128023"/>
                </a:lnTo>
                <a:lnTo>
                  <a:pt x="3036488" y="128717"/>
                </a:lnTo>
                <a:lnTo>
                  <a:pt x="3036565" y="129352"/>
                </a:lnTo>
                <a:lnTo>
                  <a:pt x="3036690" y="129932"/>
                </a:lnTo>
                <a:lnTo>
                  <a:pt x="3036859" y="130460"/>
                </a:lnTo>
                <a:lnTo>
                  <a:pt x="3037069" y="130937"/>
                </a:lnTo>
                <a:lnTo>
                  <a:pt x="3037317" y="131367"/>
                </a:lnTo>
                <a:lnTo>
                  <a:pt x="3037599" y="131752"/>
                </a:lnTo>
                <a:lnTo>
                  <a:pt x="3037911" y="132093"/>
                </a:lnTo>
                <a:lnTo>
                  <a:pt x="3038251" y="132395"/>
                </a:lnTo>
                <a:lnTo>
                  <a:pt x="3038615" y="132659"/>
                </a:lnTo>
                <a:lnTo>
                  <a:pt x="3039000" y="132888"/>
                </a:lnTo>
                <a:lnTo>
                  <a:pt x="3039402" y="133084"/>
                </a:lnTo>
                <a:lnTo>
                  <a:pt x="3039818" y="133250"/>
                </a:lnTo>
                <a:lnTo>
                  <a:pt x="3040245" y="133389"/>
                </a:lnTo>
                <a:lnTo>
                  <a:pt x="3040679" y="133502"/>
                </a:lnTo>
                <a:lnTo>
                  <a:pt x="3041118" y="133593"/>
                </a:lnTo>
                <a:lnTo>
                  <a:pt x="3041556" y="133664"/>
                </a:lnTo>
                <a:lnTo>
                  <a:pt x="3041993" y="133717"/>
                </a:lnTo>
                <a:lnTo>
                  <a:pt x="3042423" y="133755"/>
                </a:lnTo>
                <a:lnTo>
                  <a:pt x="3042844" y="133780"/>
                </a:lnTo>
                <a:lnTo>
                  <a:pt x="3043252" y="133796"/>
                </a:lnTo>
                <a:lnTo>
                  <a:pt x="3043644" y="133804"/>
                </a:lnTo>
                <a:lnTo>
                  <a:pt x="3044016" y="133807"/>
                </a:lnTo>
                <a:lnTo>
                  <a:pt x="3044366" y="133807"/>
                </a:lnTo>
                <a:lnTo>
                  <a:pt x="3061334" y="133807"/>
                </a:lnTo>
                <a:lnTo>
                  <a:pt x="3061706" y="133807"/>
                </a:lnTo>
                <a:lnTo>
                  <a:pt x="3062097" y="133804"/>
                </a:lnTo>
                <a:lnTo>
                  <a:pt x="3062504" y="133796"/>
                </a:lnTo>
                <a:lnTo>
                  <a:pt x="3062923" y="133780"/>
                </a:lnTo>
                <a:lnTo>
                  <a:pt x="3063353" y="133755"/>
                </a:lnTo>
                <a:lnTo>
                  <a:pt x="3063788" y="133717"/>
                </a:lnTo>
                <a:lnTo>
                  <a:pt x="3064228" y="133664"/>
                </a:lnTo>
                <a:lnTo>
                  <a:pt x="3064668" y="133593"/>
                </a:lnTo>
                <a:lnTo>
                  <a:pt x="3065105" y="133502"/>
                </a:lnTo>
                <a:lnTo>
                  <a:pt x="3065536" y="133389"/>
                </a:lnTo>
                <a:lnTo>
                  <a:pt x="3065959" y="133250"/>
                </a:lnTo>
                <a:lnTo>
                  <a:pt x="3066369" y="133084"/>
                </a:lnTo>
                <a:lnTo>
                  <a:pt x="3066765" y="132888"/>
                </a:lnTo>
                <a:lnTo>
                  <a:pt x="3067142" y="132659"/>
                </a:lnTo>
                <a:lnTo>
                  <a:pt x="3067498" y="132395"/>
                </a:lnTo>
                <a:lnTo>
                  <a:pt x="3067830" y="132093"/>
                </a:lnTo>
                <a:lnTo>
                  <a:pt x="3068134" y="131752"/>
                </a:lnTo>
                <a:lnTo>
                  <a:pt x="3068408" y="131367"/>
                </a:lnTo>
                <a:lnTo>
                  <a:pt x="3068648" y="130937"/>
                </a:lnTo>
                <a:lnTo>
                  <a:pt x="3068851" y="130460"/>
                </a:lnTo>
                <a:lnTo>
                  <a:pt x="3069015" y="129932"/>
                </a:lnTo>
                <a:lnTo>
                  <a:pt x="3069135" y="129352"/>
                </a:lnTo>
                <a:lnTo>
                  <a:pt x="3069210" y="128717"/>
                </a:lnTo>
                <a:lnTo>
                  <a:pt x="3069235" y="128023"/>
                </a:lnTo>
                <a:lnTo>
                  <a:pt x="3069214" y="127307"/>
                </a:lnTo>
                <a:lnTo>
                  <a:pt x="3069152" y="126650"/>
                </a:lnTo>
                <a:lnTo>
                  <a:pt x="3069048" y="126051"/>
                </a:lnTo>
                <a:lnTo>
                  <a:pt x="3068904" y="125506"/>
                </a:lnTo>
                <a:lnTo>
                  <a:pt x="3068719" y="125013"/>
                </a:lnTo>
                <a:lnTo>
                  <a:pt x="3068495" y="124569"/>
                </a:lnTo>
                <a:lnTo>
                  <a:pt x="3068231" y="124172"/>
                </a:lnTo>
                <a:lnTo>
                  <a:pt x="3067929" y="123818"/>
                </a:lnTo>
                <a:lnTo>
                  <a:pt x="3067589" y="123507"/>
                </a:lnTo>
                <a:lnTo>
                  <a:pt x="3067211" y="123234"/>
                </a:lnTo>
                <a:lnTo>
                  <a:pt x="3066796" y="122998"/>
                </a:lnTo>
                <a:lnTo>
                  <a:pt x="3066344" y="122795"/>
                </a:lnTo>
                <a:lnTo>
                  <a:pt x="3065856" y="122623"/>
                </a:lnTo>
                <a:lnTo>
                  <a:pt x="3065333" y="122480"/>
                </a:lnTo>
                <a:lnTo>
                  <a:pt x="3064774" y="122363"/>
                </a:lnTo>
                <a:lnTo>
                  <a:pt x="3064181" y="122269"/>
                </a:lnTo>
                <a:lnTo>
                  <a:pt x="3063553" y="122196"/>
                </a:lnTo>
                <a:lnTo>
                  <a:pt x="3062892" y="122141"/>
                </a:lnTo>
                <a:lnTo>
                  <a:pt x="3062198" y="122102"/>
                </a:lnTo>
                <a:lnTo>
                  <a:pt x="3061471" y="122076"/>
                </a:lnTo>
                <a:lnTo>
                  <a:pt x="3060713" y="122060"/>
                </a:lnTo>
                <a:lnTo>
                  <a:pt x="3059922" y="122052"/>
                </a:lnTo>
                <a:lnTo>
                  <a:pt x="3059100" y="122049"/>
                </a:lnTo>
                <a:lnTo>
                  <a:pt x="3058248" y="122048"/>
                </a:lnTo>
                <a:lnTo>
                  <a:pt x="3058248" y="87574"/>
                </a:lnTo>
                <a:lnTo>
                  <a:pt x="3058289" y="85476"/>
                </a:lnTo>
                <a:lnTo>
                  <a:pt x="3058408" y="83463"/>
                </a:lnTo>
                <a:lnTo>
                  <a:pt x="3058603" y="81534"/>
                </a:lnTo>
                <a:lnTo>
                  <a:pt x="3058870" y="79691"/>
                </a:lnTo>
                <a:lnTo>
                  <a:pt x="3059206" y="77934"/>
                </a:lnTo>
                <a:lnTo>
                  <a:pt x="3059607" y="76263"/>
                </a:lnTo>
                <a:lnTo>
                  <a:pt x="3060069" y="74678"/>
                </a:lnTo>
                <a:lnTo>
                  <a:pt x="3060590" y="73181"/>
                </a:lnTo>
                <a:lnTo>
                  <a:pt x="3061166" y="71771"/>
                </a:lnTo>
                <a:lnTo>
                  <a:pt x="3061793" y="70449"/>
                </a:lnTo>
                <a:lnTo>
                  <a:pt x="3062468" y="69215"/>
                </a:lnTo>
                <a:lnTo>
                  <a:pt x="3063188" y="68070"/>
                </a:lnTo>
                <a:lnTo>
                  <a:pt x="3063949" y="67014"/>
                </a:lnTo>
                <a:lnTo>
                  <a:pt x="3064748" y="66047"/>
                </a:lnTo>
                <a:lnTo>
                  <a:pt x="3065581" y="65171"/>
                </a:lnTo>
                <a:lnTo>
                  <a:pt x="3066445" y="64385"/>
                </a:lnTo>
                <a:lnTo>
                  <a:pt x="3067337" y="63690"/>
                </a:lnTo>
                <a:lnTo>
                  <a:pt x="3068252" y="63087"/>
                </a:lnTo>
                <a:lnTo>
                  <a:pt x="3069188" y="62574"/>
                </a:lnTo>
                <a:lnTo>
                  <a:pt x="3070141" y="62155"/>
                </a:lnTo>
                <a:lnTo>
                  <a:pt x="3071108" y="61827"/>
                </a:lnTo>
                <a:lnTo>
                  <a:pt x="3072086" y="61593"/>
                </a:lnTo>
                <a:lnTo>
                  <a:pt x="3073070" y="61452"/>
                </a:lnTo>
                <a:lnTo>
                  <a:pt x="3074057" y="61405"/>
                </a:lnTo>
                <a:lnTo>
                  <a:pt x="3074602" y="61423"/>
                </a:lnTo>
                <a:lnTo>
                  <a:pt x="3075129" y="61477"/>
                </a:lnTo>
                <a:lnTo>
                  <a:pt x="3075636" y="61570"/>
                </a:lnTo>
                <a:lnTo>
                  <a:pt x="3076125" y="61706"/>
                </a:lnTo>
                <a:lnTo>
                  <a:pt x="3076593" y="61885"/>
                </a:lnTo>
                <a:lnTo>
                  <a:pt x="3077042" y="62112"/>
                </a:lnTo>
                <a:lnTo>
                  <a:pt x="3077470" y="62389"/>
                </a:lnTo>
                <a:lnTo>
                  <a:pt x="3077877" y="62717"/>
                </a:lnTo>
                <a:lnTo>
                  <a:pt x="3078262" y="63101"/>
                </a:lnTo>
                <a:lnTo>
                  <a:pt x="3078626" y="63542"/>
                </a:lnTo>
                <a:lnTo>
                  <a:pt x="3078968" y="64043"/>
                </a:lnTo>
                <a:lnTo>
                  <a:pt x="3079286" y="64606"/>
                </a:lnTo>
                <a:lnTo>
                  <a:pt x="3079582" y="65235"/>
                </a:lnTo>
                <a:lnTo>
                  <a:pt x="3079854" y="65931"/>
                </a:lnTo>
                <a:lnTo>
                  <a:pt x="3080103" y="66698"/>
                </a:lnTo>
                <a:lnTo>
                  <a:pt x="3080327" y="67538"/>
                </a:lnTo>
                <a:lnTo>
                  <a:pt x="3080526" y="68453"/>
                </a:lnTo>
                <a:lnTo>
                  <a:pt x="3080700" y="69446"/>
                </a:lnTo>
                <a:lnTo>
                  <a:pt x="3080848" y="70520"/>
                </a:lnTo>
                <a:lnTo>
                  <a:pt x="3080970" y="71678"/>
                </a:lnTo>
                <a:lnTo>
                  <a:pt x="3081066" y="72921"/>
                </a:lnTo>
                <a:lnTo>
                  <a:pt x="3081135" y="74253"/>
                </a:lnTo>
                <a:lnTo>
                  <a:pt x="3081177" y="75675"/>
                </a:lnTo>
                <a:lnTo>
                  <a:pt x="3081191" y="77192"/>
                </a:lnTo>
                <a:lnTo>
                  <a:pt x="3081191" y="122048"/>
                </a:lnTo>
                <a:lnTo>
                  <a:pt x="3080727" y="122049"/>
                </a:lnTo>
                <a:lnTo>
                  <a:pt x="3080255" y="122052"/>
                </a:lnTo>
                <a:lnTo>
                  <a:pt x="3079775" y="122060"/>
                </a:lnTo>
                <a:lnTo>
                  <a:pt x="3079291" y="122076"/>
                </a:lnTo>
                <a:lnTo>
                  <a:pt x="3078805" y="122102"/>
                </a:lnTo>
                <a:lnTo>
                  <a:pt x="3078320" y="122141"/>
                </a:lnTo>
                <a:lnTo>
                  <a:pt x="3077839" y="122196"/>
                </a:lnTo>
                <a:lnTo>
                  <a:pt x="3077364" y="122269"/>
                </a:lnTo>
                <a:lnTo>
                  <a:pt x="3076897" y="122363"/>
                </a:lnTo>
                <a:lnTo>
                  <a:pt x="3076442" y="122480"/>
                </a:lnTo>
                <a:lnTo>
                  <a:pt x="3076000" y="122623"/>
                </a:lnTo>
                <a:lnTo>
                  <a:pt x="3075575" y="122795"/>
                </a:lnTo>
                <a:lnTo>
                  <a:pt x="3075170" y="122998"/>
                </a:lnTo>
                <a:lnTo>
                  <a:pt x="3074785" y="123234"/>
                </a:lnTo>
                <a:lnTo>
                  <a:pt x="3074426" y="123507"/>
                </a:lnTo>
                <a:lnTo>
                  <a:pt x="3074092" y="123818"/>
                </a:lnTo>
                <a:lnTo>
                  <a:pt x="3073789" y="124172"/>
                </a:lnTo>
                <a:lnTo>
                  <a:pt x="3073517" y="124569"/>
                </a:lnTo>
                <a:lnTo>
                  <a:pt x="3073281" y="125013"/>
                </a:lnTo>
                <a:lnTo>
                  <a:pt x="3073081" y="125506"/>
                </a:lnTo>
                <a:lnTo>
                  <a:pt x="3072921" y="126051"/>
                </a:lnTo>
                <a:lnTo>
                  <a:pt x="3072804" y="126650"/>
                </a:lnTo>
                <a:lnTo>
                  <a:pt x="3072731" y="127307"/>
                </a:lnTo>
                <a:lnTo>
                  <a:pt x="3072707" y="128023"/>
                </a:lnTo>
                <a:lnTo>
                  <a:pt x="3072733" y="128717"/>
                </a:lnTo>
                <a:lnTo>
                  <a:pt x="3072811" y="129352"/>
                </a:lnTo>
                <a:lnTo>
                  <a:pt x="3072936" y="129932"/>
                </a:lnTo>
                <a:lnTo>
                  <a:pt x="3073105" y="130460"/>
                </a:lnTo>
                <a:lnTo>
                  <a:pt x="3073315" y="130937"/>
                </a:lnTo>
                <a:lnTo>
                  <a:pt x="3073563" y="131367"/>
                </a:lnTo>
                <a:lnTo>
                  <a:pt x="3073844" y="131752"/>
                </a:lnTo>
                <a:lnTo>
                  <a:pt x="3074157" y="132093"/>
                </a:lnTo>
                <a:lnTo>
                  <a:pt x="3074497" y="132395"/>
                </a:lnTo>
                <a:lnTo>
                  <a:pt x="3074861" y="132659"/>
                </a:lnTo>
                <a:lnTo>
                  <a:pt x="3075245" y="132888"/>
                </a:lnTo>
                <a:lnTo>
                  <a:pt x="3075647" y="133084"/>
                </a:lnTo>
                <a:lnTo>
                  <a:pt x="3076064" y="133250"/>
                </a:lnTo>
                <a:lnTo>
                  <a:pt x="3076491" y="133389"/>
                </a:lnTo>
                <a:lnTo>
                  <a:pt x="3076925" y="133502"/>
                </a:lnTo>
                <a:lnTo>
                  <a:pt x="3077363" y="133593"/>
                </a:lnTo>
                <a:lnTo>
                  <a:pt x="3077802" y="133664"/>
                </a:lnTo>
                <a:lnTo>
                  <a:pt x="3078238" y="133717"/>
                </a:lnTo>
                <a:lnTo>
                  <a:pt x="3078668" y="133755"/>
                </a:lnTo>
                <a:lnTo>
                  <a:pt x="3079089" y="133780"/>
                </a:lnTo>
                <a:lnTo>
                  <a:pt x="3079497" y="133796"/>
                </a:lnTo>
                <a:lnTo>
                  <a:pt x="3079889" y="133804"/>
                </a:lnTo>
                <a:lnTo>
                  <a:pt x="3080262" y="133807"/>
                </a:lnTo>
                <a:lnTo>
                  <a:pt x="3080611" y="133807"/>
                </a:lnTo>
                <a:lnTo>
                  <a:pt x="3095070" y="133807"/>
                </a:lnTo>
                <a:lnTo>
                  <a:pt x="3095442" y="133807"/>
                </a:lnTo>
                <a:lnTo>
                  <a:pt x="3095833" y="133804"/>
                </a:lnTo>
                <a:lnTo>
                  <a:pt x="3096240" y="133796"/>
                </a:lnTo>
                <a:lnTo>
                  <a:pt x="3096660" y="133780"/>
                </a:lnTo>
                <a:lnTo>
                  <a:pt x="3097089" y="133755"/>
                </a:lnTo>
                <a:lnTo>
                  <a:pt x="3097525" y="133717"/>
                </a:lnTo>
                <a:lnTo>
                  <a:pt x="3097965" y="133664"/>
                </a:lnTo>
                <a:lnTo>
                  <a:pt x="3098405" y="133593"/>
                </a:lnTo>
                <a:lnTo>
                  <a:pt x="3098842" y="133502"/>
                </a:lnTo>
                <a:lnTo>
                  <a:pt x="3099273" y="133389"/>
                </a:lnTo>
                <a:lnTo>
                  <a:pt x="3099696" y="133250"/>
                </a:lnTo>
                <a:lnTo>
                  <a:pt x="3100107" y="133084"/>
                </a:lnTo>
                <a:lnTo>
                  <a:pt x="3100502" y="132888"/>
                </a:lnTo>
                <a:lnTo>
                  <a:pt x="3100880" y="132659"/>
                </a:lnTo>
                <a:lnTo>
                  <a:pt x="3101236" y="132395"/>
                </a:lnTo>
                <a:lnTo>
                  <a:pt x="3101568" y="132093"/>
                </a:lnTo>
                <a:lnTo>
                  <a:pt x="3101872" y="131752"/>
                </a:lnTo>
                <a:lnTo>
                  <a:pt x="3102146" y="131367"/>
                </a:lnTo>
                <a:lnTo>
                  <a:pt x="3102386" y="130937"/>
                </a:lnTo>
                <a:lnTo>
                  <a:pt x="3102590" y="130460"/>
                </a:lnTo>
                <a:lnTo>
                  <a:pt x="3102754" y="129932"/>
                </a:lnTo>
                <a:lnTo>
                  <a:pt x="3102874" y="129352"/>
                </a:lnTo>
                <a:lnTo>
                  <a:pt x="3102949" y="128717"/>
                </a:lnTo>
                <a:lnTo>
                  <a:pt x="3102975" y="128023"/>
                </a:lnTo>
                <a:lnTo>
                  <a:pt x="3102954" y="127307"/>
                </a:lnTo>
                <a:lnTo>
                  <a:pt x="3102891" y="126650"/>
                </a:lnTo>
                <a:lnTo>
                  <a:pt x="3102787" y="126051"/>
                </a:lnTo>
                <a:lnTo>
                  <a:pt x="3102643" y="125506"/>
                </a:lnTo>
                <a:lnTo>
                  <a:pt x="3102458" y="125013"/>
                </a:lnTo>
                <a:lnTo>
                  <a:pt x="3102234" y="124569"/>
                </a:lnTo>
                <a:lnTo>
                  <a:pt x="3101970" y="124172"/>
                </a:lnTo>
                <a:lnTo>
                  <a:pt x="3101668" y="123818"/>
                </a:lnTo>
                <a:lnTo>
                  <a:pt x="3101328" y="123507"/>
                </a:lnTo>
                <a:lnTo>
                  <a:pt x="3100950" y="123234"/>
                </a:lnTo>
                <a:lnTo>
                  <a:pt x="3100535" y="122998"/>
                </a:lnTo>
                <a:lnTo>
                  <a:pt x="3100083" y="122795"/>
                </a:lnTo>
                <a:lnTo>
                  <a:pt x="3099595" y="122623"/>
                </a:lnTo>
                <a:lnTo>
                  <a:pt x="3099072" y="122480"/>
                </a:lnTo>
                <a:lnTo>
                  <a:pt x="3098513" y="122363"/>
                </a:lnTo>
                <a:lnTo>
                  <a:pt x="3097920" y="122269"/>
                </a:lnTo>
                <a:lnTo>
                  <a:pt x="3097293" y="122196"/>
                </a:lnTo>
                <a:lnTo>
                  <a:pt x="3096632" y="122141"/>
                </a:lnTo>
                <a:lnTo>
                  <a:pt x="3095937" y="122102"/>
                </a:lnTo>
                <a:lnTo>
                  <a:pt x="3095211" y="122076"/>
                </a:lnTo>
                <a:lnTo>
                  <a:pt x="3094452" y="122060"/>
                </a:lnTo>
                <a:lnTo>
                  <a:pt x="3093661" y="122052"/>
                </a:lnTo>
                <a:lnTo>
                  <a:pt x="3092839" y="122049"/>
                </a:lnTo>
                <a:lnTo>
                  <a:pt x="3091987" y="122048"/>
                </a:lnTo>
                <a:lnTo>
                  <a:pt x="3091987" y="87589"/>
                </a:lnTo>
                <a:lnTo>
                  <a:pt x="3092028" y="85489"/>
                </a:lnTo>
                <a:lnTo>
                  <a:pt x="3092147" y="83474"/>
                </a:lnTo>
                <a:lnTo>
                  <a:pt x="3092342" y="81544"/>
                </a:lnTo>
                <a:lnTo>
                  <a:pt x="3092609" y="79700"/>
                </a:lnTo>
                <a:lnTo>
                  <a:pt x="3092945" y="77941"/>
                </a:lnTo>
                <a:lnTo>
                  <a:pt x="3093346" y="76269"/>
                </a:lnTo>
                <a:lnTo>
                  <a:pt x="3093808" y="74684"/>
                </a:lnTo>
                <a:lnTo>
                  <a:pt x="3094329" y="73185"/>
                </a:lnTo>
                <a:lnTo>
                  <a:pt x="3094905" y="71774"/>
                </a:lnTo>
                <a:lnTo>
                  <a:pt x="3095532" y="70452"/>
                </a:lnTo>
                <a:lnTo>
                  <a:pt x="3096208" y="69217"/>
                </a:lnTo>
                <a:lnTo>
                  <a:pt x="3096927" y="68072"/>
                </a:lnTo>
                <a:lnTo>
                  <a:pt x="3097689" y="67015"/>
                </a:lnTo>
                <a:lnTo>
                  <a:pt x="3098487" y="66049"/>
                </a:lnTo>
                <a:lnTo>
                  <a:pt x="3099320" y="65172"/>
                </a:lnTo>
                <a:lnTo>
                  <a:pt x="3100184" y="64386"/>
                </a:lnTo>
                <a:lnTo>
                  <a:pt x="3101076" y="63691"/>
                </a:lnTo>
                <a:lnTo>
                  <a:pt x="3101991" y="63087"/>
                </a:lnTo>
                <a:lnTo>
                  <a:pt x="3102927" y="62575"/>
                </a:lnTo>
                <a:lnTo>
                  <a:pt x="3103881" y="62155"/>
                </a:lnTo>
                <a:lnTo>
                  <a:pt x="3104847" y="61827"/>
                </a:lnTo>
                <a:lnTo>
                  <a:pt x="3105825" y="61593"/>
                </a:lnTo>
                <a:lnTo>
                  <a:pt x="3106809" y="61452"/>
                </a:lnTo>
                <a:lnTo>
                  <a:pt x="3107796" y="61405"/>
                </a:lnTo>
                <a:lnTo>
                  <a:pt x="3108341" y="61423"/>
                </a:lnTo>
                <a:lnTo>
                  <a:pt x="3108868" y="61477"/>
                </a:lnTo>
                <a:lnTo>
                  <a:pt x="3109376" y="61570"/>
                </a:lnTo>
                <a:lnTo>
                  <a:pt x="3109864" y="61706"/>
                </a:lnTo>
                <a:lnTo>
                  <a:pt x="3110333" y="61885"/>
                </a:lnTo>
                <a:lnTo>
                  <a:pt x="3110781" y="62112"/>
                </a:lnTo>
                <a:lnTo>
                  <a:pt x="3111209" y="62389"/>
                </a:lnTo>
                <a:lnTo>
                  <a:pt x="3111616" y="62717"/>
                </a:lnTo>
                <a:lnTo>
                  <a:pt x="3112002" y="63101"/>
                </a:lnTo>
                <a:lnTo>
                  <a:pt x="3112365" y="63542"/>
                </a:lnTo>
                <a:lnTo>
                  <a:pt x="3112707" y="64043"/>
                </a:lnTo>
                <a:lnTo>
                  <a:pt x="3113026" y="64606"/>
                </a:lnTo>
                <a:lnTo>
                  <a:pt x="3113321" y="65235"/>
                </a:lnTo>
                <a:lnTo>
                  <a:pt x="3113594" y="65931"/>
                </a:lnTo>
                <a:lnTo>
                  <a:pt x="3113842" y="66698"/>
                </a:lnTo>
                <a:lnTo>
                  <a:pt x="3114066" y="67538"/>
                </a:lnTo>
                <a:lnTo>
                  <a:pt x="3114265" y="68453"/>
                </a:lnTo>
                <a:lnTo>
                  <a:pt x="3114439" y="69446"/>
                </a:lnTo>
                <a:lnTo>
                  <a:pt x="3114587" y="70520"/>
                </a:lnTo>
                <a:lnTo>
                  <a:pt x="3114709" y="71678"/>
                </a:lnTo>
                <a:lnTo>
                  <a:pt x="3114805" y="72921"/>
                </a:lnTo>
                <a:lnTo>
                  <a:pt x="3114874" y="74253"/>
                </a:lnTo>
                <a:lnTo>
                  <a:pt x="3114916" y="75675"/>
                </a:lnTo>
                <a:lnTo>
                  <a:pt x="3114930" y="77192"/>
                </a:lnTo>
                <a:lnTo>
                  <a:pt x="3114930" y="122048"/>
                </a:lnTo>
                <a:lnTo>
                  <a:pt x="3114466" y="122049"/>
                </a:lnTo>
                <a:lnTo>
                  <a:pt x="3113993" y="122052"/>
                </a:lnTo>
                <a:lnTo>
                  <a:pt x="3113513" y="122060"/>
                </a:lnTo>
                <a:lnTo>
                  <a:pt x="3113029" y="122076"/>
                </a:lnTo>
                <a:lnTo>
                  <a:pt x="3112543" y="122102"/>
                </a:lnTo>
                <a:lnTo>
                  <a:pt x="3112058" y="122141"/>
                </a:lnTo>
                <a:lnTo>
                  <a:pt x="3111577" y="122196"/>
                </a:lnTo>
                <a:lnTo>
                  <a:pt x="3111101" y="122269"/>
                </a:lnTo>
                <a:lnTo>
                  <a:pt x="3110635" y="122363"/>
                </a:lnTo>
                <a:lnTo>
                  <a:pt x="3110180" y="122480"/>
                </a:lnTo>
                <a:lnTo>
                  <a:pt x="3109738" y="122623"/>
                </a:lnTo>
                <a:lnTo>
                  <a:pt x="3109313" y="122795"/>
                </a:lnTo>
                <a:lnTo>
                  <a:pt x="3108908" y="122998"/>
                </a:lnTo>
                <a:lnTo>
                  <a:pt x="3108524" y="123234"/>
                </a:lnTo>
                <a:lnTo>
                  <a:pt x="3108164" y="123507"/>
                </a:lnTo>
                <a:lnTo>
                  <a:pt x="3107831" y="123818"/>
                </a:lnTo>
                <a:lnTo>
                  <a:pt x="3107528" y="124172"/>
                </a:lnTo>
                <a:lnTo>
                  <a:pt x="3107256" y="124569"/>
                </a:lnTo>
                <a:lnTo>
                  <a:pt x="3107019" y="125013"/>
                </a:lnTo>
                <a:lnTo>
                  <a:pt x="3106820" y="125506"/>
                </a:lnTo>
                <a:lnTo>
                  <a:pt x="3106660" y="126051"/>
                </a:lnTo>
                <a:lnTo>
                  <a:pt x="3106543" y="126650"/>
                </a:lnTo>
                <a:lnTo>
                  <a:pt x="3106471" y="127307"/>
                </a:lnTo>
                <a:lnTo>
                  <a:pt x="3106446" y="128023"/>
                </a:lnTo>
                <a:lnTo>
                  <a:pt x="3106473" y="128717"/>
                </a:lnTo>
                <a:lnTo>
                  <a:pt x="3106550" y="129352"/>
                </a:lnTo>
                <a:lnTo>
                  <a:pt x="3106675" y="129932"/>
                </a:lnTo>
                <a:lnTo>
                  <a:pt x="3106844" y="130460"/>
                </a:lnTo>
                <a:lnTo>
                  <a:pt x="3107054" y="130937"/>
                </a:lnTo>
                <a:lnTo>
                  <a:pt x="3107301" y="131367"/>
                </a:lnTo>
                <a:lnTo>
                  <a:pt x="3107583" y="131752"/>
                </a:lnTo>
                <a:lnTo>
                  <a:pt x="3107895" y="132093"/>
                </a:lnTo>
                <a:lnTo>
                  <a:pt x="3108235" y="132395"/>
                </a:lnTo>
                <a:lnTo>
                  <a:pt x="3108599" y="132659"/>
                </a:lnTo>
                <a:lnTo>
                  <a:pt x="3108983" y="132888"/>
                </a:lnTo>
                <a:lnTo>
                  <a:pt x="3109386" y="133084"/>
                </a:lnTo>
                <a:lnTo>
                  <a:pt x="3109802" y="133250"/>
                </a:lnTo>
                <a:lnTo>
                  <a:pt x="3110228" y="133389"/>
                </a:lnTo>
                <a:lnTo>
                  <a:pt x="3110663" y="133502"/>
                </a:lnTo>
                <a:lnTo>
                  <a:pt x="3111101" y="133593"/>
                </a:lnTo>
                <a:lnTo>
                  <a:pt x="3111540" y="133664"/>
                </a:lnTo>
                <a:lnTo>
                  <a:pt x="3111976" y="133717"/>
                </a:lnTo>
                <a:lnTo>
                  <a:pt x="3112406" y="133755"/>
                </a:lnTo>
                <a:lnTo>
                  <a:pt x="3112827" y="133780"/>
                </a:lnTo>
                <a:lnTo>
                  <a:pt x="3113236" y="133796"/>
                </a:lnTo>
                <a:lnTo>
                  <a:pt x="3113628" y="133804"/>
                </a:lnTo>
                <a:lnTo>
                  <a:pt x="3114000" y="133807"/>
                </a:lnTo>
                <a:lnTo>
                  <a:pt x="3114351" y="133807"/>
                </a:lnTo>
                <a:lnTo>
                  <a:pt x="3128809" y="133807"/>
                </a:lnTo>
                <a:lnTo>
                  <a:pt x="3129181" y="133807"/>
                </a:lnTo>
                <a:lnTo>
                  <a:pt x="3129572" y="133804"/>
                </a:lnTo>
                <a:lnTo>
                  <a:pt x="3129979" y="133796"/>
                </a:lnTo>
                <a:lnTo>
                  <a:pt x="3130399" y="133780"/>
                </a:lnTo>
                <a:lnTo>
                  <a:pt x="3130828" y="133755"/>
                </a:lnTo>
                <a:lnTo>
                  <a:pt x="3131264" y="133717"/>
                </a:lnTo>
                <a:lnTo>
                  <a:pt x="3131704" y="133664"/>
                </a:lnTo>
                <a:lnTo>
                  <a:pt x="3132144" y="133593"/>
                </a:lnTo>
                <a:lnTo>
                  <a:pt x="3132581" y="133502"/>
                </a:lnTo>
                <a:lnTo>
                  <a:pt x="3133013" y="133389"/>
                </a:lnTo>
                <a:lnTo>
                  <a:pt x="3133435" y="133250"/>
                </a:lnTo>
                <a:lnTo>
                  <a:pt x="3133846" y="133084"/>
                </a:lnTo>
                <a:lnTo>
                  <a:pt x="3134242" y="132888"/>
                </a:lnTo>
                <a:lnTo>
                  <a:pt x="3134619" y="132659"/>
                </a:lnTo>
                <a:lnTo>
                  <a:pt x="3134975" y="132395"/>
                </a:lnTo>
                <a:lnTo>
                  <a:pt x="3135307" y="132093"/>
                </a:lnTo>
                <a:lnTo>
                  <a:pt x="3135612" y="131752"/>
                </a:lnTo>
                <a:lnTo>
                  <a:pt x="3135885" y="131367"/>
                </a:lnTo>
                <a:lnTo>
                  <a:pt x="3136126" y="130937"/>
                </a:lnTo>
                <a:lnTo>
                  <a:pt x="3136329" y="130460"/>
                </a:lnTo>
                <a:lnTo>
                  <a:pt x="3136493" y="129932"/>
                </a:lnTo>
                <a:lnTo>
                  <a:pt x="3136614" y="129352"/>
                </a:lnTo>
                <a:lnTo>
                  <a:pt x="3136688" y="128717"/>
                </a:lnTo>
                <a:lnTo>
                  <a:pt x="3136714" y="128023"/>
                </a:lnTo>
                <a:lnTo>
                  <a:pt x="3136693" y="127307"/>
                </a:lnTo>
                <a:lnTo>
                  <a:pt x="3136630" y="126650"/>
                </a:lnTo>
                <a:lnTo>
                  <a:pt x="3136526" y="126051"/>
                </a:lnTo>
                <a:lnTo>
                  <a:pt x="3136382" y="125506"/>
                </a:lnTo>
                <a:lnTo>
                  <a:pt x="3136197" y="125013"/>
                </a:lnTo>
                <a:lnTo>
                  <a:pt x="3135973" y="124569"/>
                </a:lnTo>
                <a:close/>
                <a:moveTo>
                  <a:pt x="1719480" y="124488"/>
                </a:moveTo>
                <a:lnTo>
                  <a:pt x="1719215" y="124104"/>
                </a:lnTo>
                <a:lnTo>
                  <a:pt x="1718921" y="123762"/>
                </a:lnTo>
                <a:lnTo>
                  <a:pt x="1718600" y="123460"/>
                </a:lnTo>
                <a:lnTo>
                  <a:pt x="1718255" y="123196"/>
                </a:lnTo>
                <a:lnTo>
                  <a:pt x="1717890" y="122967"/>
                </a:lnTo>
                <a:lnTo>
                  <a:pt x="1717506" y="122771"/>
                </a:lnTo>
                <a:lnTo>
                  <a:pt x="1717107" y="122605"/>
                </a:lnTo>
                <a:lnTo>
                  <a:pt x="1716696" y="122466"/>
                </a:lnTo>
                <a:lnTo>
                  <a:pt x="1716276" y="122353"/>
                </a:lnTo>
                <a:lnTo>
                  <a:pt x="1715850" y="122262"/>
                </a:lnTo>
                <a:lnTo>
                  <a:pt x="1715420" y="122192"/>
                </a:lnTo>
                <a:lnTo>
                  <a:pt x="1714990" y="122138"/>
                </a:lnTo>
                <a:lnTo>
                  <a:pt x="1714563" y="122100"/>
                </a:lnTo>
                <a:lnTo>
                  <a:pt x="1714140" y="122075"/>
                </a:lnTo>
                <a:lnTo>
                  <a:pt x="1713727" y="122059"/>
                </a:lnTo>
                <a:lnTo>
                  <a:pt x="1713324" y="122051"/>
                </a:lnTo>
                <a:lnTo>
                  <a:pt x="1712936" y="122048"/>
                </a:lnTo>
                <a:lnTo>
                  <a:pt x="1712565" y="122048"/>
                </a:lnTo>
                <a:lnTo>
                  <a:pt x="1711585" y="122043"/>
                </a:lnTo>
                <a:lnTo>
                  <a:pt x="1710666" y="122029"/>
                </a:lnTo>
                <a:lnTo>
                  <a:pt x="1709807" y="122005"/>
                </a:lnTo>
                <a:lnTo>
                  <a:pt x="1709004" y="121974"/>
                </a:lnTo>
                <a:lnTo>
                  <a:pt x="1708256" y="121935"/>
                </a:lnTo>
                <a:lnTo>
                  <a:pt x="1707559" y="121888"/>
                </a:lnTo>
                <a:lnTo>
                  <a:pt x="1706911" y="121835"/>
                </a:lnTo>
                <a:lnTo>
                  <a:pt x="1706311" y="121776"/>
                </a:lnTo>
                <a:lnTo>
                  <a:pt x="1705754" y="121712"/>
                </a:lnTo>
                <a:lnTo>
                  <a:pt x="1705239" y="121643"/>
                </a:lnTo>
                <a:lnTo>
                  <a:pt x="1704763" y="121570"/>
                </a:lnTo>
                <a:lnTo>
                  <a:pt x="1704324" y="121493"/>
                </a:lnTo>
                <a:lnTo>
                  <a:pt x="1703918" y="121413"/>
                </a:lnTo>
                <a:lnTo>
                  <a:pt x="1703545" y="121331"/>
                </a:lnTo>
                <a:lnTo>
                  <a:pt x="1703201" y="121247"/>
                </a:lnTo>
                <a:lnTo>
                  <a:pt x="1702883" y="121162"/>
                </a:lnTo>
                <a:lnTo>
                  <a:pt x="1702589" y="121076"/>
                </a:lnTo>
                <a:lnTo>
                  <a:pt x="1702317" y="120989"/>
                </a:lnTo>
                <a:lnTo>
                  <a:pt x="1702064" y="120904"/>
                </a:lnTo>
                <a:lnTo>
                  <a:pt x="1701828" y="120819"/>
                </a:lnTo>
                <a:lnTo>
                  <a:pt x="1701605" y="120736"/>
                </a:lnTo>
                <a:lnTo>
                  <a:pt x="1701395" y="120656"/>
                </a:lnTo>
                <a:lnTo>
                  <a:pt x="1701193" y="120578"/>
                </a:lnTo>
                <a:lnTo>
                  <a:pt x="1700998" y="120504"/>
                </a:lnTo>
                <a:lnTo>
                  <a:pt x="1700998" y="78801"/>
                </a:lnTo>
                <a:lnTo>
                  <a:pt x="1700943" y="77076"/>
                </a:lnTo>
                <a:lnTo>
                  <a:pt x="1700777" y="75333"/>
                </a:lnTo>
                <a:lnTo>
                  <a:pt x="1700496" y="73580"/>
                </a:lnTo>
                <a:lnTo>
                  <a:pt x="1700098" y="71826"/>
                </a:lnTo>
                <a:lnTo>
                  <a:pt x="1699580" y="70078"/>
                </a:lnTo>
                <a:lnTo>
                  <a:pt x="1698937" y="68345"/>
                </a:lnTo>
                <a:lnTo>
                  <a:pt x="1698169" y="66634"/>
                </a:lnTo>
                <a:lnTo>
                  <a:pt x="1697271" y="64954"/>
                </a:lnTo>
                <a:lnTo>
                  <a:pt x="1696240" y="63313"/>
                </a:lnTo>
                <a:lnTo>
                  <a:pt x="1695074" y="61720"/>
                </a:lnTo>
                <a:lnTo>
                  <a:pt x="1693769" y="60181"/>
                </a:lnTo>
                <a:lnTo>
                  <a:pt x="1692322" y="58705"/>
                </a:lnTo>
                <a:lnTo>
                  <a:pt x="1690731" y="57301"/>
                </a:lnTo>
                <a:lnTo>
                  <a:pt x="1688993" y="55977"/>
                </a:lnTo>
                <a:lnTo>
                  <a:pt x="1687103" y="54740"/>
                </a:lnTo>
                <a:lnTo>
                  <a:pt x="1685060" y="53599"/>
                </a:lnTo>
                <a:lnTo>
                  <a:pt x="1682861" y="52561"/>
                </a:lnTo>
                <a:lnTo>
                  <a:pt x="1680502" y="51636"/>
                </a:lnTo>
                <a:lnTo>
                  <a:pt x="1677980" y="50831"/>
                </a:lnTo>
                <a:lnTo>
                  <a:pt x="1675292" y="50154"/>
                </a:lnTo>
                <a:lnTo>
                  <a:pt x="1672436" y="49613"/>
                </a:lnTo>
                <a:lnTo>
                  <a:pt x="1669408" y="49217"/>
                </a:lnTo>
                <a:lnTo>
                  <a:pt x="1666206" y="48973"/>
                </a:lnTo>
                <a:lnTo>
                  <a:pt x="1662825" y="48890"/>
                </a:lnTo>
                <a:lnTo>
                  <a:pt x="1661732" y="48891"/>
                </a:lnTo>
                <a:lnTo>
                  <a:pt x="1660534" y="48898"/>
                </a:lnTo>
                <a:lnTo>
                  <a:pt x="1659244" y="48917"/>
                </a:lnTo>
                <a:lnTo>
                  <a:pt x="1657876" y="48955"/>
                </a:lnTo>
                <a:lnTo>
                  <a:pt x="1656444" y="49017"/>
                </a:lnTo>
                <a:lnTo>
                  <a:pt x="1654960" y="49110"/>
                </a:lnTo>
                <a:lnTo>
                  <a:pt x="1653439" y="49239"/>
                </a:lnTo>
                <a:lnTo>
                  <a:pt x="1651893" y="49411"/>
                </a:lnTo>
                <a:lnTo>
                  <a:pt x="1650337" y="49632"/>
                </a:lnTo>
                <a:lnTo>
                  <a:pt x="1648784" y="49908"/>
                </a:lnTo>
                <a:lnTo>
                  <a:pt x="1647246" y="50246"/>
                </a:lnTo>
                <a:lnTo>
                  <a:pt x="1645739" y="50650"/>
                </a:lnTo>
                <a:lnTo>
                  <a:pt x="1644275" y="51128"/>
                </a:lnTo>
                <a:lnTo>
                  <a:pt x="1642867" y="51685"/>
                </a:lnTo>
                <a:lnTo>
                  <a:pt x="1641529" y="52327"/>
                </a:lnTo>
                <a:lnTo>
                  <a:pt x="1640275" y="53062"/>
                </a:lnTo>
                <a:lnTo>
                  <a:pt x="1639118" y="53894"/>
                </a:lnTo>
                <a:lnTo>
                  <a:pt x="1638072" y="54830"/>
                </a:lnTo>
                <a:lnTo>
                  <a:pt x="1637150" y="55876"/>
                </a:lnTo>
                <a:lnTo>
                  <a:pt x="1636365" y="57038"/>
                </a:lnTo>
                <a:lnTo>
                  <a:pt x="1635731" y="58323"/>
                </a:lnTo>
                <a:lnTo>
                  <a:pt x="1635262" y="59735"/>
                </a:lnTo>
                <a:lnTo>
                  <a:pt x="1634970" y="61282"/>
                </a:lnTo>
                <a:lnTo>
                  <a:pt x="1634870" y="62970"/>
                </a:lnTo>
                <a:lnTo>
                  <a:pt x="1634891" y="63680"/>
                </a:lnTo>
                <a:lnTo>
                  <a:pt x="1634952" y="64362"/>
                </a:lnTo>
                <a:lnTo>
                  <a:pt x="1635053" y="65015"/>
                </a:lnTo>
                <a:lnTo>
                  <a:pt x="1635191" y="65639"/>
                </a:lnTo>
                <a:lnTo>
                  <a:pt x="1635366" y="66235"/>
                </a:lnTo>
                <a:lnTo>
                  <a:pt x="1635575" y="66802"/>
                </a:lnTo>
                <a:lnTo>
                  <a:pt x="1635817" y="67339"/>
                </a:lnTo>
                <a:lnTo>
                  <a:pt x="1636091" y="67847"/>
                </a:lnTo>
                <a:lnTo>
                  <a:pt x="1636395" y="68326"/>
                </a:lnTo>
                <a:lnTo>
                  <a:pt x="1636728" y="68775"/>
                </a:lnTo>
                <a:lnTo>
                  <a:pt x="1637088" y="69194"/>
                </a:lnTo>
                <a:lnTo>
                  <a:pt x="1637473" y="69583"/>
                </a:lnTo>
                <a:lnTo>
                  <a:pt x="1637883" y="69942"/>
                </a:lnTo>
                <a:lnTo>
                  <a:pt x="1638315" y="70271"/>
                </a:lnTo>
                <a:lnTo>
                  <a:pt x="1638768" y="70569"/>
                </a:lnTo>
                <a:lnTo>
                  <a:pt x="1639241" y="70837"/>
                </a:lnTo>
                <a:lnTo>
                  <a:pt x="1639731" y="71073"/>
                </a:lnTo>
                <a:lnTo>
                  <a:pt x="1640239" y="71279"/>
                </a:lnTo>
                <a:lnTo>
                  <a:pt x="1640761" y="71453"/>
                </a:lnTo>
                <a:lnTo>
                  <a:pt x="1641297" y="71596"/>
                </a:lnTo>
                <a:lnTo>
                  <a:pt x="1641845" y="71708"/>
                </a:lnTo>
                <a:lnTo>
                  <a:pt x="1642403" y="71788"/>
                </a:lnTo>
                <a:lnTo>
                  <a:pt x="1642970" y="71836"/>
                </a:lnTo>
                <a:lnTo>
                  <a:pt x="1643545" y="71852"/>
                </a:lnTo>
                <a:lnTo>
                  <a:pt x="1643919" y="71843"/>
                </a:lnTo>
                <a:lnTo>
                  <a:pt x="1644316" y="71814"/>
                </a:lnTo>
                <a:lnTo>
                  <a:pt x="1644732" y="71763"/>
                </a:lnTo>
                <a:lnTo>
                  <a:pt x="1645164" y="71690"/>
                </a:lnTo>
                <a:lnTo>
                  <a:pt x="1645609" y="71592"/>
                </a:lnTo>
                <a:lnTo>
                  <a:pt x="1646063" y="71469"/>
                </a:lnTo>
                <a:lnTo>
                  <a:pt x="1646524" y="71317"/>
                </a:lnTo>
                <a:lnTo>
                  <a:pt x="1646987" y="71137"/>
                </a:lnTo>
                <a:lnTo>
                  <a:pt x="1647449" y="70925"/>
                </a:lnTo>
                <a:lnTo>
                  <a:pt x="1647907" y="70681"/>
                </a:lnTo>
                <a:lnTo>
                  <a:pt x="1648358" y="70403"/>
                </a:lnTo>
                <a:lnTo>
                  <a:pt x="1648799" y="70090"/>
                </a:lnTo>
                <a:lnTo>
                  <a:pt x="1649225" y="69739"/>
                </a:lnTo>
                <a:lnTo>
                  <a:pt x="1649634" y="69349"/>
                </a:lnTo>
                <a:lnTo>
                  <a:pt x="1650022" y="68919"/>
                </a:lnTo>
                <a:lnTo>
                  <a:pt x="1650386" y="68448"/>
                </a:lnTo>
                <a:lnTo>
                  <a:pt x="1650722" y="67932"/>
                </a:lnTo>
                <a:lnTo>
                  <a:pt x="1651028" y="67371"/>
                </a:lnTo>
                <a:lnTo>
                  <a:pt x="1651300" y="66764"/>
                </a:lnTo>
                <a:lnTo>
                  <a:pt x="1651534" y="66108"/>
                </a:lnTo>
                <a:lnTo>
                  <a:pt x="1651727" y="65403"/>
                </a:lnTo>
                <a:lnTo>
                  <a:pt x="1651877" y="64645"/>
                </a:lnTo>
                <a:lnTo>
                  <a:pt x="1651978" y="63835"/>
                </a:lnTo>
                <a:lnTo>
                  <a:pt x="1652029" y="62970"/>
                </a:lnTo>
                <a:lnTo>
                  <a:pt x="1652030" y="62784"/>
                </a:lnTo>
                <a:lnTo>
                  <a:pt x="1652035" y="62611"/>
                </a:lnTo>
                <a:lnTo>
                  <a:pt x="1652045" y="62451"/>
                </a:lnTo>
                <a:lnTo>
                  <a:pt x="1652061" y="62303"/>
                </a:lnTo>
                <a:lnTo>
                  <a:pt x="1652085" y="62167"/>
                </a:lnTo>
                <a:lnTo>
                  <a:pt x="1652119" y="62041"/>
                </a:lnTo>
                <a:lnTo>
                  <a:pt x="1652164" y="61925"/>
                </a:lnTo>
                <a:lnTo>
                  <a:pt x="1652222" y="61819"/>
                </a:lnTo>
                <a:lnTo>
                  <a:pt x="1652293" y="61721"/>
                </a:lnTo>
                <a:lnTo>
                  <a:pt x="1652380" y="61631"/>
                </a:lnTo>
                <a:lnTo>
                  <a:pt x="1652484" y="61549"/>
                </a:lnTo>
                <a:lnTo>
                  <a:pt x="1652607" y="61473"/>
                </a:lnTo>
                <a:lnTo>
                  <a:pt x="1652750" y="61404"/>
                </a:lnTo>
                <a:lnTo>
                  <a:pt x="1652914" y="61340"/>
                </a:lnTo>
                <a:lnTo>
                  <a:pt x="1653101" y="61280"/>
                </a:lnTo>
                <a:lnTo>
                  <a:pt x="1653314" y="61225"/>
                </a:lnTo>
                <a:lnTo>
                  <a:pt x="1653552" y="61173"/>
                </a:lnTo>
                <a:lnTo>
                  <a:pt x="1653818" y="61123"/>
                </a:lnTo>
                <a:lnTo>
                  <a:pt x="1654112" y="61076"/>
                </a:lnTo>
                <a:lnTo>
                  <a:pt x="1654438" y="61030"/>
                </a:lnTo>
                <a:lnTo>
                  <a:pt x="1654796" y="60985"/>
                </a:lnTo>
                <a:lnTo>
                  <a:pt x="1655187" y="60939"/>
                </a:lnTo>
                <a:lnTo>
                  <a:pt x="1655614" y="60893"/>
                </a:lnTo>
                <a:lnTo>
                  <a:pt x="1656077" y="60846"/>
                </a:lnTo>
                <a:lnTo>
                  <a:pt x="1656414" y="60823"/>
                </a:lnTo>
                <a:lnTo>
                  <a:pt x="1656748" y="60801"/>
                </a:lnTo>
                <a:lnTo>
                  <a:pt x="1657080" y="60782"/>
                </a:lnTo>
                <a:lnTo>
                  <a:pt x="1657408" y="60764"/>
                </a:lnTo>
                <a:lnTo>
                  <a:pt x="1657734" y="60748"/>
                </a:lnTo>
                <a:lnTo>
                  <a:pt x="1658057" y="60734"/>
                </a:lnTo>
                <a:lnTo>
                  <a:pt x="1658376" y="60721"/>
                </a:lnTo>
                <a:lnTo>
                  <a:pt x="1658692" y="60709"/>
                </a:lnTo>
                <a:lnTo>
                  <a:pt x="1659003" y="60699"/>
                </a:lnTo>
                <a:lnTo>
                  <a:pt x="1659310" y="60690"/>
                </a:lnTo>
                <a:lnTo>
                  <a:pt x="1659612" y="60683"/>
                </a:lnTo>
                <a:lnTo>
                  <a:pt x="1659910" y="60676"/>
                </a:lnTo>
                <a:lnTo>
                  <a:pt x="1660203" y="60671"/>
                </a:lnTo>
                <a:lnTo>
                  <a:pt x="1660490" y="60666"/>
                </a:lnTo>
                <a:lnTo>
                  <a:pt x="1660772" y="60662"/>
                </a:lnTo>
                <a:lnTo>
                  <a:pt x="1661048" y="60659"/>
                </a:lnTo>
                <a:lnTo>
                  <a:pt x="1661319" y="60657"/>
                </a:lnTo>
                <a:lnTo>
                  <a:pt x="1661582" y="60655"/>
                </a:lnTo>
                <a:lnTo>
                  <a:pt x="1661840" y="60654"/>
                </a:lnTo>
                <a:lnTo>
                  <a:pt x="1662090" y="60653"/>
                </a:lnTo>
                <a:lnTo>
                  <a:pt x="1662334" y="60652"/>
                </a:lnTo>
                <a:lnTo>
                  <a:pt x="1662570" y="60652"/>
                </a:lnTo>
                <a:lnTo>
                  <a:pt x="1662799" y="60652"/>
                </a:lnTo>
                <a:lnTo>
                  <a:pt x="1663020" y="60652"/>
                </a:lnTo>
                <a:lnTo>
                  <a:pt x="1664826" y="60683"/>
                </a:lnTo>
                <a:lnTo>
                  <a:pt x="1666583" y="60778"/>
                </a:lnTo>
                <a:lnTo>
                  <a:pt x="1668286" y="60936"/>
                </a:lnTo>
                <a:lnTo>
                  <a:pt x="1669934" y="61159"/>
                </a:lnTo>
                <a:lnTo>
                  <a:pt x="1671525" y="61447"/>
                </a:lnTo>
                <a:lnTo>
                  <a:pt x="1673056" y="61802"/>
                </a:lnTo>
                <a:lnTo>
                  <a:pt x="1674524" y="62223"/>
                </a:lnTo>
                <a:lnTo>
                  <a:pt x="1675928" y="62712"/>
                </a:lnTo>
                <a:lnTo>
                  <a:pt x="1677265" y="63269"/>
                </a:lnTo>
                <a:lnTo>
                  <a:pt x="1678533" y="63895"/>
                </a:lnTo>
                <a:lnTo>
                  <a:pt x="1679729" y="64592"/>
                </a:lnTo>
                <a:lnTo>
                  <a:pt x="1680851" y="65359"/>
                </a:lnTo>
                <a:lnTo>
                  <a:pt x="1681897" y="66197"/>
                </a:lnTo>
                <a:lnTo>
                  <a:pt x="1682864" y="67107"/>
                </a:lnTo>
                <a:lnTo>
                  <a:pt x="1683751" y="68091"/>
                </a:lnTo>
                <a:lnTo>
                  <a:pt x="1684553" y="69148"/>
                </a:lnTo>
                <a:lnTo>
                  <a:pt x="1685271" y="70279"/>
                </a:lnTo>
                <a:lnTo>
                  <a:pt x="1685900" y="71486"/>
                </a:lnTo>
                <a:lnTo>
                  <a:pt x="1686439" y="72768"/>
                </a:lnTo>
                <a:lnTo>
                  <a:pt x="1686885" y="74127"/>
                </a:lnTo>
                <a:lnTo>
                  <a:pt x="1687236" y="75564"/>
                </a:lnTo>
                <a:lnTo>
                  <a:pt x="1687489" y="77079"/>
                </a:lnTo>
                <a:lnTo>
                  <a:pt x="1687643" y="78672"/>
                </a:lnTo>
                <a:lnTo>
                  <a:pt x="1687695" y="80345"/>
                </a:lnTo>
                <a:lnTo>
                  <a:pt x="1683485" y="80465"/>
                </a:lnTo>
                <a:lnTo>
                  <a:pt x="1679389" y="80679"/>
                </a:lnTo>
                <a:lnTo>
                  <a:pt x="1675413" y="80988"/>
                </a:lnTo>
                <a:lnTo>
                  <a:pt x="1671562" y="81390"/>
                </a:lnTo>
                <a:lnTo>
                  <a:pt x="1667843" y="81887"/>
                </a:lnTo>
                <a:lnTo>
                  <a:pt x="1664262" y="82478"/>
                </a:lnTo>
                <a:lnTo>
                  <a:pt x="1660823" y="83163"/>
                </a:lnTo>
                <a:lnTo>
                  <a:pt x="1657534" y="83942"/>
                </a:lnTo>
                <a:lnTo>
                  <a:pt x="1654399" y="84815"/>
                </a:lnTo>
                <a:lnTo>
                  <a:pt x="1651424" y="85782"/>
                </a:lnTo>
                <a:lnTo>
                  <a:pt x="1648616" y="86842"/>
                </a:lnTo>
                <a:lnTo>
                  <a:pt x="1645979" y="87996"/>
                </a:lnTo>
                <a:lnTo>
                  <a:pt x="1643521" y="89243"/>
                </a:lnTo>
                <a:lnTo>
                  <a:pt x="1641246" y="90584"/>
                </a:lnTo>
                <a:lnTo>
                  <a:pt x="1639160" y="92018"/>
                </a:lnTo>
                <a:lnTo>
                  <a:pt x="1637269" y="93545"/>
                </a:lnTo>
                <a:lnTo>
                  <a:pt x="1635579" y="95166"/>
                </a:lnTo>
                <a:lnTo>
                  <a:pt x="1634095" y="96880"/>
                </a:lnTo>
                <a:lnTo>
                  <a:pt x="1632824" y="98686"/>
                </a:lnTo>
                <a:lnTo>
                  <a:pt x="1631772" y="100586"/>
                </a:lnTo>
                <a:lnTo>
                  <a:pt x="1630943" y="102578"/>
                </a:lnTo>
                <a:lnTo>
                  <a:pt x="1630343" y="104664"/>
                </a:lnTo>
                <a:lnTo>
                  <a:pt x="1629980" y="106842"/>
                </a:lnTo>
                <a:lnTo>
                  <a:pt x="1629857" y="109112"/>
                </a:lnTo>
                <a:lnTo>
                  <a:pt x="1629920" y="110769"/>
                </a:lnTo>
                <a:lnTo>
                  <a:pt x="1630107" y="112413"/>
                </a:lnTo>
                <a:lnTo>
                  <a:pt x="1630417" y="114039"/>
                </a:lnTo>
                <a:lnTo>
                  <a:pt x="1630848" y="115641"/>
                </a:lnTo>
                <a:lnTo>
                  <a:pt x="1631397" y="117215"/>
                </a:lnTo>
                <a:lnTo>
                  <a:pt x="1632062" y="118756"/>
                </a:lnTo>
                <a:lnTo>
                  <a:pt x="1632842" y="120258"/>
                </a:lnTo>
                <a:lnTo>
                  <a:pt x="1633735" y="121716"/>
                </a:lnTo>
                <a:lnTo>
                  <a:pt x="1634737" y="123126"/>
                </a:lnTo>
                <a:lnTo>
                  <a:pt x="1635849" y="124481"/>
                </a:lnTo>
                <a:lnTo>
                  <a:pt x="1637066" y="125778"/>
                </a:lnTo>
                <a:lnTo>
                  <a:pt x="1638389" y="127010"/>
                </a:lnTo>
                <a:lnTo>
                  <a:pt x="1639813" y="128173"/>
                </a:lnTo>
                <a:lnTo>
                  <a:pt x="1641338" y="129262"/>
                </a:lnTo>
                <a:lnTo>
                  <a:pt x="1642962" y="130271"/>
                </a:lnTo>
                <a:lnTo>
                  <a:pt x="1644681" y="131196"/>
                </a:lnTo>
                <a:lnTo>
                  <a:pt x="1646496" y="132031"/>
                </a:lnTo>
                <a:lnTo>
                  <a:pt x="1648402" y="132771"/>
                </a:lnTo>
                <a:lnTo>
                  <a:pt x="1650399" y="133412"/>
                </a:lnTo>
                <a:lnTo>
                  <a:pt x="1652485" y="133947"/>
                </a:lnTo>
                <a:lnTo>
                  <a:pt x="1654656" y="134373"/>
                </a:lnTo>
                <a:lnTo>
                  <a:pt x="1656912" y="134683"/>
                </a:lnTo>
                <a:lnTo>
                  <a:pt x="1659251" y="134872"/>
                </a:lnTo>
                <a:lnTo>
                  <a:pt x="1661669" y="134937"/>
                </a:lnTo>
                <a:lnTo>
                  <a:pt x="1662586" y="134930"/>
                </a:lnTo>
                <a:lnTo>
                  <a:pt x="1663549" y="134907"/>
                </a:lnTo>
                <a:lnTo>
                  <a:pt x="1664555" y="134867"/>
                </a:lnTo>
                <a:lnTo>
                  <a:pt x="1665602" y="134809"/>
                </a:lnTo>
                <a:lnTo>
                  <a:pt x="1666686" y="134732"/>
                </a:lnTo>
                <a:lnTo>
                  <a:pt x="1667803" y="134633"/>
                </a:lnTo>
                <a:lnTo>
                  <a:pt x="1668950" y="134512"/>
                </a:lnTo>
                <a:lnTo>
                  <a:pt x="1670124" y="134366"/>
                </a:lnTo>
                <a:lnTo>
                  <a:pt x="1671321" y="134195"/>
                </a:lnTo>
                <a:lnTo>
                  <a:pt x="1672539" y="133998"/>
                </a:lnTo>
                <a:lnTo>
                  <a:pt x="1673773" y="133772"/>
                </a:lnTo>
                <a:lnTo>
                  <a:pt x="1675020" y="133516"/>
                </a:lnTo>
                <a:lnTo>
                  <a:pt x="1676278" y="133229"/>
                </a:lnTo>
                <a:lnTo>
                  <a:pt x="1677542" y="132910"/>
                </a:lnTo>
                <a:lnTo>
                  <a:pt x="1678810" y="132556"/>
                </a:lnTo>
                <a:lnTo>
                  <a:pt x="1680077" y="132168"/>
                </a:lnTo>
                <a:lnTo>
                  <a:pt x="1681341" y="131742"/>
                </a:lnTo>
                <a:lnTo>
                  <a:pt x="1682599" y="131278"/>
                </a:lnTo>
                <a:lnTo>
                  <a:pt x="1683847" y="130774"/>
                </a:lnTo>
                <a:lnTo>
                  <a:pt x="1685081" y="130230"/>
                </a:lnTo>
                <a:lnTo>
                  <a:pt x="1686298" y="129642"/>
                </a:lnTo>
                <a:lnTo>
                  <a:pt x="1687495" y="129011"/>
                </a:lnTo>
                <a:lnTo>
                  <a:pt x="1688669" y="128335"/>
                </a:lnTo>
                <a:lnTo>
                  <a:pt x="1689816" y="127611"/>
                </a:lnTo>
                <a:lnTo>
                  <a:pt x="1690372" y="128332"/>
                </a:lnTo>
                <a:lnTo>
                  <a:pt x="1690977" y="128995"/>
                </a:lnTo>
                <a:lnTo>
                  <a:pt x="1691628" y="129602"/>
                </a:lnTo>
                <a:lnTo>
                  <a:pt x="1692323" y="130155"/>
                </a:lnTo>
                <a:lnTo>
                  <a:pt x="1693057" y="130658"/>
                </a:lnTo>
                <a:lnTo>
                  <a:pt x="1693829" y="131113"/>
                </a:lnTo>
                <a:lnTo>
                  <a:pt x="1694635" y="131521"/>
                </a:lnTo>
                <a:lnTo>
                  <a:pt x="1695472" y="131886"/>
                </a:lnTo>
                <a:lnTo>
                  <a:pt x="1696337" y="132210"/>
                </a:lnTo>
                <a:lnTo>
                  <a:pt x="1697227" y="132496"/>
                </a:lnTo>
                <a:lnTo>
                  <a:pt x="1698140" y="132745"/>
                </a:lnTo>
                <a:lnTo>
                  <a:pt x="1699071" y="132961"/>
                </a:lnTo>
                <a:lnTo>
                  <a:pt x="1700018" y="133145"/>
                </a:lnTo>
                <a:lnTo>
                  <a:pt x="1700979" y="133301"/>
                </a:lnTo>
                <a:lnTo>
                  <a:pt x="1701949" y="133430"/>
                </a:lnTo>
                <a:lnTo>
                  <a:pt x="1702927" y="133535"/>
                </a:lnTo>
                <a:lnTo>
                  <a:pt x="1703908" y="133619"/>
                </a:lnTo>
                <a:lnTo>
                  <a:pt x="1704891" y="133683"/>
                </a:lnTo>
                <a:lnTo>
                  <a:pt x="1705871" y="133731"/>
                </a:lnTo>
                <a:lnTo>
                  <a:pt x="1706847" y="133765"/>
                </a:lnTo>
                <a:lnTo>
                  <a:pt x="1707814" y="133787"/>
                </a:lnTo>
                <a:lnTo>
                  <a:pt x="1708771" y="133800"/>
                </a:lnTo>
                <a:lnTo>
                  <a:pt x="1709713" y="133806"/>
                </a:lnTo>
                <a:lnTo>
                  <a:pt x="1710638" y="133807"/>
                </a:lnTo>
                <a:lnTo>
                  <a:pt x="1711307" y="133807"/>
                </a:lnTo>
                <a:lnTo>
                  <a:pt x="1711962" y="133804"/>
                </a:lnTo>
                <a:lnTo>
                  <a:pt x="1712602" y="133795"/>
                </a:lnTo>
                <a:lnTo>
                  <a:pt x="1713227" y="133780"/>
                </a:lnTo>
                <a:lnTo>
                  <a:pt x="1713833" y="133753"/>
                </a:lnTo>
                <a:lnTo>
                  <a:pt x="1714422" y="133714"/>
                </a:lnTo>
                <a:lnTo>
                  <a:pt x="1714990" y="133659"/>
                </a:lnTo>
                <a:lnTo>
                  <a:pt x="1715537" y="133586"/>
                </a:lnTo>
                <a:lnTo>
                  <a:pt x="1716061" y="133492"/>
                </a:lnTo>
                <a:lnTo>
                  <a:pt x="1716560" y="133375"/>
                </a:lnTo>
                <a:lnTo>
                  <a:pt x="1717035" y="133232"/>
                </a:lnTo>
                <a:lnTo>
                  <a:pt x="1717482" y="133060"/>
                </a:lnTo>
                <a:lnTo>
                  <a:pt x="1717902" y="132858"/>
                </a:lnTo>
                <a:lnTo>
                  <a:pt x="1718292" y="132621"/>
                </a:lnTo>
                <a:lnTo>
                  <a:pt x="1718651" y="132348"/>
                </a:lnTo>
                <a:lnTo>
                  <a:pt x="1718979" y="132037"/>
                </a:lnTo>
                <a:lnTo>
                  <a:pt x="1719272" y="131684"/>
                </a:lnTo>
                <a:lnTo>
                  <a:pt x="1719531" y="131286"/>
                </a:lnTo>
                <a:lnTo>
                  <a:pt x="1719754" y="130842"/>
                </a:lnTo>
                <a:lnTo>
                  <a:pt x="1719939" y="130349"/>
                </a:lnTo>
                <a:lnTo>
                  <a:pt x="1720085" y="129804"/>
                </a:lnTo>
                <a:lnTo>
                  <a:pt x="1720192" y="129205"/>
                </a:lnTo>
                <a:lnTo>
                  <a:pt x="1720256" y="128548"/>
                </a:lnTo>
                <a:lnTo>
                  <a:pt x="1720278" y="127832"/>
                </a:lnTo>
                <a:lnTo>
                  <a:pt x="1720254" y="127139"/>
                </a:lnTo>
                <a:lnTo>
                  <a:pt x="1720182" y="126503"/>
                </a:lnTo>
                <a:lnTo>
                  <a:pt x="1720065" y="125923"/>
                </a:lnTo>
                <a:lnTo>
                  <a:pt x="1719908" y="125395"/>
                </a:lnTo>
                <a:lnTo>
                  <a:pt x="1719712" y="124918"/>
                </a:lnTo>
                <a:lnTo>
                  <a:pt x="1719480" y="124488"/>
                </a:lnTo>
                <a:close/>
                <a:moveTo>
                  <a:pt x="1687578" y="111224"/>
                </a:moveTo>
                <a:lnTo>
                  <a:pt x="1687509" y="111750"/>
                </a:lnTo>
                <a:lnTo>
                  <a:pt x="1687417" y="112272"/>
                </a:lnTo>
                <a:lnTo>
                  <a:pt x="1687299" y="112789"/>
                </a:lnTo>
                <a:lnTo>
                  <a:pt x="1687151" y="113301"/>
                </a:lnTo>
                <a:lnTo>
                  <a:pt x="1686971" y="113808"/>
                </a:lnTo>
                <a:lnTo>
                  <a:pt x="1686755" y="114311"/>
                </a:lnTo>
                <a:lnTo>
                  <a:pt x="1686500" y="114809"/>
                </a:lnTo>
                <a:lnTo>
                  <a:pt x="1686203" y="115301"/>
                </a:lnTo>
                <a:lnTo>
                  <a:pt x="1685859" y="115788"/>
                </a:lnTo>
                <a:lnTo>
                  <a:pt x="1685467" y="116270"/>
                </a:lnTo>
                <a:lnTo>
                  <a:pt x="1685023" y="116747"/>
                </a:lnTo>
                <a:lnTo>
                  <a:pt x="1684523" y="117218"/>
                </a:lnTo>
                <a:lnTo>
                  <a:pt x="1683964" y="117684"/>
                </a:lnTo>
                <a:lnTo>
                  <a:pt x="1683344" y="118144"/>
                </a:lnTo>
                <a:lnTo>
                  <a:pt x="1682658" y="118598"/>
                </a:lnTo>
                <a:lnTo>
                  <a:pt x="1681904" y="119047"/>
                </a:lnTo>
                <a:lnTo>
                  <a:pt x="1681077" y="119490"/>
                </a:lnTo>
                <a:lnTo>
                  <a:pt x="1680176" y="119927"/>
                </a:lnTo>
                <a:lnTo>
                  <a:pt x="1679300" y="120317"/>
                </a:lnTo>
                <a:lnTo>
                  <a:pt x="1678410" y="120674"/>
                </a:lnTo>
                <a:lnTo>
                  <a:pt x="1677510" y="121000"/>
                </a:lnTo>
                <a:lnTo>
                  <a:pt x="1676603" y="121296"/>
                </a:lnTo>
                <a:lnTo>
                  <a:pt x="1675693" y="121565"/>
                </a:lnTo>
                <a:lnTo>
                  <a:pt x="1674784" y="121806"/>
                </a:lnTo>
                <a:lnTo>
                  <a:pt x="1673881" y="122022"/>
                </a:lnTo>
                <a:lnTo>
                  <a:pt x="1672986" y="122215"/>
                </a:lnTo>
                <a:lnTo>
                  <a:pt x="1672104" y="122384"/>
                </a:lnTo>
                <a:lnTo>
                  <a:pt x="1671239" y="122533"/>
                </a:lnTo>
                <a:lnTo>
                  <a:pt x="1670394" y="122661"/>
                </a:lnTo>
                <a:lnTo>
                  <a:pt x="1669574" y="122771"/>
                </a:lnTo>
                <a:lnTo>
                  <a:pt x="1668781" y="122865"/>
                </a:lnTo>
                <a:lnTo>
                  <a:pt x="1668020" y="122943"/>
                </a:lnTo>
                <a:lnTo>
                  <a:pt x="1667296" y="123006"/>
                </a:lnTo>
                <a:lnTo>
                  <a:pt x="1666611" y="123057"/>
                </a:lnTo>
                <a:lnTo>
                  <a:pt x="1665969" y="123097"/>
                </a:lnTo>
                <a:lnTo>
                  <a:pt x="1665375" y="123127"/>
                </a:lnTo>
                <a:lnTo>
                  <a:pt x="1664832" y="123148"/>
                </a:lnTo>
                <a:lnTo>
                  <a:pt x="1664344" y="123163"/>
                </a:lnTo>
                <a:lnTo>
                  <a:pt x="1663915" y="123171"/>
                </a:lnTo>
                <a:lnTo>
                  <a:pt x="1663548" y="123176"/>
                </a:lnTo>
                <a:lnTo>
                  <a:pt x="1663249" y="123178"/>
                </a:lnTo>
                <a:lnTo>
                  <a:pt x="1663020" y="123178"/>
                </a:lnTo>
                <a:lnTo>
                  <a:pt x="1661547" y="123144"/>
                </a:lnTo>
                <a:lnTo>
                  <a:pt x="1660117" y="123044"/>
                </a:lnTo>
                <a:lnTo>
                  <a:pt x="1658734" y="122881"/>
                </a:lnTo>
                <a:lnTo>
                  <a:pt x="1657397" y="122657"/>
                </a:lnTo>
                <a:lnTo>
                  <a:pt x="1656110" y="122375"/>
                </a:lnTo>
                <a:lnTo>
                  <a:pt x="1654873" y="122036"/>
                </a:lnTo>
                <a:lnTo>
                  <a:pt x="1653688" y="121644"/>
                </a:lnTo>
                <a:lnTo>
                  <a:pt x="1652557" y="121200"/>
                </a:lnTo>
                <a:lnTo>
                  <a:pt x="1651482" y="120707"/>
                </a:lnTo>
                <a:lnTo>
                  <a:pt x="1650464" y="120168"/>
                </a:lnTo>
                <a:lnTo>
                  <a:pt x="1649505" y="119585"/>
                </a:lnTo>
                <a:lnTo>
                  <a:pt x="1648606" y="118960"/>
                </a:lnTo>
                <a:lnTo>
                  <a:pt x="1647770" y="118297"/>
                </a:lnTo>
                <a:lnTo>
                  <a:pt x="1646998" y="117596"/>
                </a:lnTo>
                <a:lnTo>
                  <a:pt x="1646291" y="116861"/>
                </a:lnTo>
                <a:lnTo>
                  <a:pt x="1645652" y="116094"/>
                </a:lnTo>
                <a:lnTo>
                  <a:pt x="1645081" y="115298"/>
                </a:lnTo>
                <a:lnTo>
                  <a:pt x="1644582" y="114475"/>
                </a:lnTo>
                <a:lnTo>
                  <a:pt x="1644154" y="113627"/>
                </a:lnTo>
                <a:lnTo>
                  <a:pt x="1643801" y="112757"/>
                </a:lnTo>
                <a:lnTo>
                  <a:pt x="1643523" y="111867"/>
                </a:lnTo>
                <a:lnTo>
                  <a:pt x="1643322" y="110960"/>
                </a:lnTo>
                <a:lnTo>
                  <a:pt x="1643201" y="110038"/>
                </a:lnTo>
                <a:lnTo>
                  <a:pt x="1643160" y="109103"/>
                </a:lnTo>
                <a:lnTo>
                  <a:pt x="1643246" y="107935"/>
                </a:lnTo>
                <a:lnTo>
                  <a:pt x="1643502" y="106792"/>
                </a:lnTo>
                <a:lnTo>
                  <a:pt x="1643927" y="105676"/>
                </a:lnTo>
                <a:lnTo>
                  <a:pt x="1644517" y="104590"/>
                </a:lnTo>
                <a:lnTo>
                  <a:pt x="1645272" y="103536"/>
                </a:lnTo>
                <a:lnTo>
                  <a:pt x="1646187" y="102514"/>
                </a:lnTo>
                <a:lnTo>
                  <a:pt x="1647262" y="101527"/>
                </a:lnTo>
                <a:lnTo>
                  <a:pt x="1648494" y="100576"/>
                </a:lnTo>
                <a:lnTo>
                  <a:pt x="1649880" y="99664"/>
                </a:lnTo>
                <a:lnTo>
                  <a:pt x="1651419" y="98791"/>
                </a:lnTo>
                <a:lnTo>
                  <a:pt x="1653107" y="97960"/>
                </a:lnTo>
                <a:lnTo>
                  <a:pt x="1654944" y="97173"/>
                </a:lnTo>
                <a:lnTo>
                  <a:pt x="1656926" y="96430"/>
                </a:lnTo>
                <a:lnTo>
                  <a:pt x="1659052" y="95735"/>
                </a:lnTo>
                <a:lnTo>
                  <a:pt x="1661319" y="95088"/>
                </a:lnTo>
                <a:lnTo>
                  <a:pt x="1663724" y="94492"/>
                </a:lnTo>
                <a:lnTo>
                  <a:pt x="1666266" y="93948"/>
                </a:lnTo>
                <a:lnTo>
                  <a:pt x="1668943" y="93458"/>
                </a:lnTo>
                <a:lnTo>
                  <a:pt x="1671751" y="93023"/>
                </a:lnTo>
                <a:lnTo>
                  <a:pt x="1674689" y="92647"/>
                </a:lnTo>
                <a:lnTo>
                  <a:pt x="1677755" y="92329"/>
                </a:lnTo>
                <a:lnTo>
                  <a:pt x="1680946" y="92072"/>
                </a:lnTo>
                <a:lnTo>
                  <a:pt x="1684260" y="91878"/>
                </a:lnTo>
                <a:lnTo>
                  <a:pt x="1687695" y="91749"/>
                </a:lnTo>
                <a:lnTo>
                  <a:pt x="1687695" y="107974"/>
                </a:lnTo>
                <a:lnTo>
                  <a:pt x="1687695" y="108526"/>
                </a:lnTo>
                <a:lnTo>
                  <a:pt x="1687691" y="109074"/>
                </a:lnTo>
                <a:lnTo>
                  <a:pt x="1687681" y="109618"/>
                </a:lnTo>
                <a:lnTo>
                  <a:pt x="1687660" y="110157"/>
                </a:lnTo>
                <a:lnTo>
                  <a:pt x="1687627" y="110693"/>
                </a:lnTo>
                <a:lnTo>
                  <a:pt x="1687578" y="111224"/>
                </a:lnTo>
                <a:close/>
                <a:moveTo>
                  <a:pt x="2619720" y="109621"/>
                </a:moveTo>
                <a:lnTo>
                  <a:pt x="2619434" y="109261"/>
                </a:lnTo>
                <a:lnTo>
                  <a:pt x="2619120" y="108941"/>
                </a:lnTo>
                <a:lnTo>
                  <a:pt x="2618782" y="108659"/>
                </a:lnTo>
                <a:lnTo>
                  <a:pt x="2618426" y="108412"/>
                </a:lnTo>
                <a:lnTo>
                  <a:pt x="2618054" y="108198"/>
                </a:lnTo>
                <a:lnTo>
                  <a:pt x="2617673" y="108014"/>
                </a:lnTo>
                <a:lnTo>
                  <a:pt x="2617285" y="107859"/>
                </a:lnTo>
                <a:lnTo>
                  <a:pt x="2616896" y="107730"/>
                </a:lnTo>
                <a:lnTo>
                  <a:pt x="2616509" y="107623"/>
                </a:lnTo>
                <a:lnTo>
                  <a:pt x="2616129" y="107539"/>
                </a:lnTo>
                <a:lnTo>
                  <a:pt x="2615761" y="107472"/>
                </a:lnTo>
                <a:lnTo>
                  <a:pt x="2615408" y="107423"/>
                </a:lnTo>
                <a:lnTo>
                  <a:pt x="2615076" y="107387"/>
                </a:lnTo>
                <a:lnTo>
                  <a:pt x="2614768" y="107363"/>
                </a:lnTo>
                <a:lnTo>
                  <a:pt x="2614488" y="107349"/>
                </a:lnTo>
                <a:lnTo>
                  <a:pt x="2614242" y="107341"/>
                </a:lnTo>
                <a:lnTo>
                  <a:pt x="2614033" y="107339"/>
                </a:lnTo>
                <a:lnTo>
                  <a:pt x="2613866" y="107338"/>
                </a:lnTo>
                <a:lnTo>
                  <a:pt x="2613442" y="107341"/>
                </a:lnTo>
                <a:lnTo>
                  <a:pt x="2613038" y="107352"/>
                </a:lnTo>
                <a:lnTo>
                  <a:pt x="2612652" y="107370"/>
                </a:lnTo>
                <a:lnTo>
                  <a:pt x="2612284" y="107398"/>
                </a:lnTo>
                <a:lnTo>
                  <a:pt x="2611932" y="107436"/>
                </a:lnTo>
                <a:lnTo>
                  <a:pt x="2611598" y="107486"/>
                </a:lnTo>
                <a:lnTo>
                  <a:pt x="2611278" y="107548"/>
                </a:lnTo>
                <a:lnTo>
                  <a:pt x="2610974" y="107624"/>
                </a:lnTo>
                <a:lnTo>
                  <a:pt x="2610684" y="107715"/>
                </a:lnTo>
                <a:lnTo>
                  <a:pt x="2610407" y="107822"/>
                </a:lnTo>
                <a:lnTo>
                  <a:pt x="2610142" y="107945"/>
                </a:lnTo>
                <a:lnTo>
                  <a:pt x="2609890" y="108087"/>
                </a:lnTo>
                <a:lnTo>
                  <a:pt x="2609648" y="108248"/>
                </a:lnTo>
                <a:lnTo>
                  <a:pt x="2609417" y="108429"/>
                </a:lnTo>
                <a:lnTo>
                  <a:pt x="2609195" y="108631"/>
                </a:lnTo>
                <a:lnTo>
                  <a:pt x="2608982" y="108855"/>
                </a:lnTo>
                <a:lnTo>
                  <a:pt x="2608777" y="109103"/>
                </a:lnTo>
                <a:lnTo>
                  <a:pt x="2608579" y="109376"/>
                </a:lnTo>
                <a:lnTo>
                  <a:pt x="2608388" y="109674"/>
                </a:lnTo>
                <a:lnTo>
                  <a:pt x="2608202" y="110000"/>
                </a:lnTo>
                <a:lnTo>
                  <a:pt x="2608022" y="110353"/>
                </a:lnTo>
                <a:lnTo>
                  <a:pt x="2607846" y="110734"/>
                </a:lnTo>
                <a:lnTo>
                  <a:pt x="2607673" y="111146"/>
                </a:lnTo>
                <a:lnTo>
                  <a:pt x="2607503" y="111589"/>
                </a:lnTo>
                <a:lnTo>
                  <a:pt x="2606942" y="112777"/>
                </a:lnTo>
                <a:lnTo>
                  <a:pt x="2606321" y="113883"/>
                </a:lnTo>
                <a:lnTo>
                  <a:pt x="2605645" y="114910"/>
                </a:lnTo>
                <a:lnTo>
                  <a:pt x="2604920" y="115861"/>
                </a:lnTo>
                <a:lnTo>
                  <a:pt x="2604150" y="116739"/>
                </a:lnTo>
                <a:lnTo>
                  <a:pt x="2603340" y="117546"/>
                </a:lnTo>
                <a:lnTo>
                  <a:pt x="2602495" y="118286"/>
                </a:lnTo>
                <a:lnTo>
                  <a:pt x="2601619" y="118960"/>
                </a:lnTo>
                <a:lnTo>
                  <a:pt x="2600718" y="119572"/>
                </a:lnTo>
                <a:lnTo>
                  <a:pt x="2599797" y="120125"/>
                </a:lnTo>
                <a:lnTo>
                  <a:pt x="2598859" y="120621"/>
                </a:lnTo>
                <a:lnTo>
                  <a:pt x="2597911" y="121063"/>
                </a:lnTo>
                <a:lnTo>
                  <a:pt x="2596957" y="121454"/>
                </a:lnTo>
                <a:lnTo>
                  <a:pt x="2596002" y="121796"/>
                </a:lnTo>
                <a:lnTo>
                  <a:pt x="2595050" y="122092"/>
                </a:lnTo>
                <a:lnTo>
                  <a:pt x="2594107" y="122346"/>
                </a:lnTo>
                <a:lnTo>
                  <a:pt x="2593177" y="122559"/>
                </a:lnTo>
                <a:lnTo>
                  <a:pt x="2592266" y="122735"/>
                </a:lnTo>
                <a:lnTo>
                  <a:pt x="2591378" y="122877"/>
                </a:lnTo>
                <a:lnTo>
                  <a:pt x="2590517" y="122986"/>
                </a:lnTo>
                <a:lnTo>
                  <a:pt x="2589690" y="123066"/>
                </a:lnTo>
                <a:lnTo>
                  <a:pt x="2588900" y="123120"/>
                </a:lnTo>
                <a:lnTo>
                  <a:pt x="2588152" y="123151"/>
                </a:lnTo>
                <a:lnTo>
                  <a:pt x="2587452" y="123160"/>
                </a:lnTo>
                <a:lnTo>
                  <a:pt x="2585646" y="123110"/>
                </a:lnTo>
                <a:lnTo>
                  <a:pt x="2583844" y="122961"/>
                </a:lnTo>
                <a:lnTo>
                  <a:pt x="2582052" y="122713"/>
                </a:lnTo>
                <a:lnTo>
                  <a:pt x="2580276" y="122369"/>
                </a:lnTo>
                <a:lnTo>
                  <a:pt x="2578518" y="121929"/>
                </a:lnTo>
                <a:lnTo>
                  <a:pt x="2576786" y="121394"/>
                </a:lnTo>
                <a:lnTo>
                  <a:pt x="2575083" y="120766"/>
                </a:lnTo>
                <a:lnTo>
                  <a:pt x="2573415" y="120045"/>
                </a:lnTo>
                <a:lnTo>
                  <a:pt x="2571786" y="119233"/>
                </a:lnTo>
                <a:lnTo>
                  <a:pt x="2570201" y="118332"/>
                </a:lnTo>
                <a:lnTo>
                  <a:pt x="2568666" y="117341"/>
                </a:lnTo>
                <a:lnTo>
                  <a:pt x="2567186" y="116263"/>
                </a:lnTo>
                <a:lnTo>
                  <a:pt x="2565764" y="115098"/>
                </a:lnTo>
                <a:lnTo>
                  <a:pt x="2564407" y="113847"/>
                </a:lnTo>
                <a:lnTo>
                  <a:pt x="2563119" y="112513"/>
                </a:lnTo>
                <a:lnTo>
                  <a:pt x="2561904" y="111095"/>
                </a:lnTo>
                <a:lnTo>
                  <a:pt x="2560769" y="109596"/>
                </a:lnTo>
                <a:lnTo>
                  <a:pt x="2559718" y="108016"/>
                </a:lnTo>
                <a:lnTo>
                  <a:pt x="2558755" y="106356"/>
                </a:lnTo>
                <a:lnTo>
                  <a:pt x="2557887" y="104617"/>
                </a:lnTo>
                <a:lnTo>
                  <a:pt x="2557117" y="102802"/>
                </a:lnTo>
                <a:lnTo>
                  <a:pt x="2556451" y="100910"/>
                </a:lnTo>
                <a:lnTo>
                  <a:pt x="2555893" y="98943"/>
                </a:lnTo>
                <a:lnTo>
                  <a:pt x="2555449" y="96903"/>
                </a:lnTo>
                <a:lnTo>
                  <a:pt x="2612902" y="96903"/>
                </a:lnTo>
                <a:lnTo>
                  <a:pt x="2613405" y="96902"/>
                </a:lnTo>
                <a:lnTo>
                  <a:pt x="2613904" y="96899"/>
                </a:lnTo>
                <a:lnTo>
                  <a:pt x="2614395" y="96889"/>
                </a:lnTo>
                <a:lnTo>
                  <a:pt x="2614878" y="96870"/>
                </a:lnTo>
                <a:lnTo>
                  <a:pt x="2615352" y="96838"/>
                </a:lnTo>
                <a:lnTo>
                  <a:pt x="2615814" y="96792"/>
                </a:lnTo>
                <a:lnTo>
                  <a:pt x="2616264" y="96726"/>
                </a:lnTo>
                <a:lnTo>
                  <a:pt x="2616700" y="96639"/>
                </a:lnTo>
                <a:lnTo>
                  <a:pt x="2617120" y="96527"/>
                </a:lnTo>
                <a:lnTo>
                  <a:pt x="2617524" y="96387"/>
                </a:lnTo>
                <a:lnTo>
                  <a:pt x="2617909" y="96216"/>
                </a:lnTo>
                <a:lnTo>
                  <a:pt x="2618275" y="96012"/>
                </a:lnTo>
                <a:lnTo>
                  <a:pt x="2618619" y="95770"/>
                </a:lnTo>
                <a:lnTo>
                  <a:pt x="2618941" y="95487"/>
                </a:lnTo>
                <a:lnTo>
                  <a:pt x="2619240" y="95162"/>
                </a:lnTo>
                <a:lnTo>
                  <a:pt x="2619512" y="94790"/>
                </a:lnTo>
                <a:lnTo>
                  <a:pt x="2619759" y="94369"/>
                </a:lnTo>
                <a:lnTo>
                  <a:pt x="2619976" y="93894"/>
                </a:lnTo>
                <a:lnTo>
                  <a:pt x="2620165" y="93365"/>
                </a:lnTo>
                <a:lnTo>
                  <a:pt x="2620322" y="92776"/>
                </a:lnTo>
                <a:lnTo>
                  <a:pt x="2620447" y="92126"/>
                </a:lnTo>
                <a:lnTo>
                  <a:pt x="2620537" y="91410"/>
                </a:lnTo>
                <a:lnTo>
                  <a:pt x="2620593" y="90626"/>
                </a:lnTo>
                <a:lnTo>
                  <a:pt x="2620612" y="89772"/>
                </a:lnTo>
                <a:lnTo>
                  <a:pt x="2620548" y="87041"/>
                </a:lnTo>
                <a:lnTo>
                  <a:pt x="2620355" y="84349"/>
                </a:lnTo>
                <a:lnTo>
                  <a:pt x="2620033" y="81703"/>
                </a:lnTo>
                <a:lnTo>
                  <a:pt x="2619582" y="79109"/>
                </a:lnTo>
                <a:lnTo>
                  <a:pt x="2619002" y="76576"/>
                </a:lnTo>
                <a:lnTo>
                  <a:pt x="2618292" y="74109"/>
                </a:lnTo>
                <a:lnTo>
                  <a:pt x="2617454" y="71715"/>
                </a:lnTo>
                <a:lnTo>
                  <a:pt x="2616485" y="69401"/>
                </a:lnTo>
                <a:lnTo>
                  <a:pt x="2615386" y="67175"/>
                </a:lnTo>
                <a:lnTo>
                  <a:pt x="2614158" y="65042"/>
                </a:lnTo>
                <a:lnTo>
                  <a:pt x="2612799" y="63010"/>
                </a:lnTo>
                <a:lnTo>
                  <a:pt x="2611310" y="61086"/>
                </a:lnTo>
                <a:lnTo>
                  <a:pt x="2609690" y="59277"/>
                </a:lnTo>
                <a:lnTo>
                  <a:pt x="2607940" y="57588"/>
                </a:lnTo>
                <a:lnTo>
                  <a:pt x="2606059" y="56028"/>
                </a:lnTo>
                <a:lnTo>
                  <a:pt x="2604046" y="54603"/>
                </a:lnTo>
                <a:lnTo>
                  <a:pt x="2601903" y="53320"/>
                </a:lnTo>
                <a:lnTo>
                  <a:pt x="2599628" y="52186"/>
                </a:lnTo>
                <a:lnTo>
                  <a:pt x="2597222" y="51207"/>
                </a:lnTo>
                <a:lnTo>
                  <a:pt x="2594683" y="50391"/>
                </a:lnTo>
                <a:lnTo>
                  <a:pt x="2592013" y="49745"/>
                </a:lnTo>
                <a:lnTo>
                  <a:pt x="2589211" y="49274"/>
                </a:lnTo>
                <a:lnTo>
                  <a:pt x="2586277" y="48987"/>
                </a:lnTo>
                <a:lnTo>
                  <a:pt x="2583210" y="48890"/>
                </a:lnTo>
                <a:lnTo>
                  <a:pt x="2580366" y="48989"/>
                </a:lnTo>
                <a:lnTo>
                  <a:pt x="2577575" y="49283"/>
                </a:lnTo>
                <a:lnTo>
                  <a:pt x="2574842" y="49765"/>
                </a:lnTo>
                <a:lnTo>
                  <a:pt x="2572174" y="50428"/>
                </a:lnTo>
                <a:lnTo>
                  <a:pt x="2569576" y="51267"/>
                </a:lnTo>
                <a:lnTo>
                  <a:pt x="2567055" y="52274"/>
                </a:lnTo>
                <a:lnTo>
                  <a:pt x="2564616" y="53443"/>
                </a:lnTo>
                <a:lnTo>
                  <a:pt x="2562267" y="54768"/>
                </a:lnTo>
                <a:lnTo>
                  <a:pt x="2560013" y="56242"/>
                </a:lnTo>
                <a:lnTo>
                  <a:pt x="2557860" y="57860"/>
                </a:lnTo>
                <a:lnTo>
                  <a:pt x="2555814" y="59613"/>
                </a:lnTo>
                <a:lnTo>
                  <a:pt x="2553882" y="61497"/>
                </a:lnTo>
                <a:lnTo>
                  <a:pt x="2552069" y="63504"/>
                </a:lnTo>
                <a:lnTo>
                  <a:pt x="2550382" y="65628"/>
                </a:lnTo>
                <a:lnTo>
                  <a:pt x="2548826" y="67863"/>
                </a:lnTo>
                <a:lnTo>
                  <a:pt x="2547408" y="70202"/>
                </a:lnTo>
                <a:lnTo>
                  <a:pt x="2546135" y="72639"/>
                </a:lnTo>
                <a:lnTo>
                  <a:pt x="2545011" y="75167"/>
                </a:lnTo>
                <a:lnTo>
                  <a:pt x="2544043" y="77780"/>
                </a:lnTo>
                <a:lnTo>
                  <a:pt x="2543238" y="80472"/>
                </a:lnTo>
                <a:lnTo>
                  <a:pt x="2542601" y="83235"/>
                </a:lnTo>
                <a:lnTo>
                  <a:pt x="2542138" y="86064"/>
                </a:lnTo>
                <a:lnTo>
                  <a:pt x="2541856" y="88952"/>
                </a:lnTo>
                <a:lnTo>
                  <a:pt x="2541761" y="91893"/>
                </a:lnTo>
                <a:lnTo>
                  <a:pt x="2541861" y="94815"/>
                </a:lnTo>
                <a:lnTo>
                  <a:pt x="2542158" y="97688"/>
                </a:lnTo>
                <a:lnTo>
                  <a:pt x="2542646" y="100506"/>
                </a:lnTo>
                <a:lnTo>
                  <a:pt x="2543318" y="103261"/>
                </a:lnTo>
                <a:lnTo>
                  <a:pt x="2544169" y="105946"/>
                </a:lnTo>
                <a:lnTo>
                  <a:pt x="2545192" y="108556"/>
                </a:lnTo>
                <a:lnTo>
                  <a:pt x="2546381" y="111084"/>
                </a:lnTo>
                <a:lnTo>
                  <a:pt x="2547730" y="113522"/>
                </a:lnTo>
                <a:lnTo>
                  <a:pt x="2549233" y="115864"/>
                </a:lnTo>
                <a:lnTo>
                  <a:pt x="2550884" y="118104"/>
                </a:lnTo>
                <a:lnTo>
                  <a:pt x="2552677" y="120234"/>
                </a:lnTo>
                <a:lnTo>
                  <a:pt x="2554605" y="122248"/>
                </a:lnTo>
                <a:lnTo>
                  <a:pt x="2556663" y="124140"/>
                </a:lnTo>
                <a:lnTo>
                  <a:pt x="2558844" y="125902"/>
                </a:lnTo>
                <a:lnTo>
                  <a:pt x="2561143" y="127529"/>
                </a:lnTo>
                <a:lnTo>
                  <a:pt x="2563553" y="129012"/>
                </a:lnTo>
                <a:lnTo>
                  <a:pt x="2566068" y="130346"/>
                </a:lnTo>
                <a:lnTo>
                  <a:pt x="2568682" y="131524"/>
                </a:lnTo>
                <a:lnTo>
                  <a:pt x="2571389" y="132539"/>
                </a:lnTo>
                <a:lnTo>
                  <a:pt x="2574182" y="133384"/>
                </a:lnTo>
                <a:lnTo>
                  <a:pt x="2577056" y="134054"/>
                </a:lnTo>
                <a:lnTo>
                  <a:pt x="2580005" y="134540"/>
                </a:lnTo>
                <a:lnTo>
                  <a:pt x="2583022" y="134837"/>
                </a:lnTo>
                <a:lnTo>
                  <a:pt x="2586102" y="134937"/>
                </a:lnTo>
                <a:lnTo>
                  <a:pt x="2589198" y="134849"/>
                </a:lnTo>
                <a:lnTo>
                  <a:pt x="2592127" y="134593"/>
                </a:lnTo>
                <a:lnTo>
                  <a:pt x="2594892" y="134181"/>
                </a:lnTo>
                <a:lnTo>
                  <a:pt x="2597495" y="133629"/>
                </a:lnTo>
                <a:lnTo>
                  <a:pt x="2599940" y="132947"/>
                </a:lnTo>
                <a:lnTo>
                  <a:pt x="2602231" y="132149"/>
                </a:lnTo>
                <a:lnTo>
                  <a:pt x="2604369" y="131248"/>
                </a:lnTo>
                <a:lnTo>
                  <a:pt x="2606360" y="130257"/>
                </a:lnTo>
                <a:lnTo>
                  <a:pt x="2608205" y="129189"/>
                </a:lnTo>
                <a:lnTo>
                  <a:pt x="2609908" y="128057"/>
                </a:lnTo>
                <a:lnTo>
                  <a:pt x="2611472" y="126874"/>
                </a:lnTo>
                <a:lnTo>
                  <a:pt x="2612900" y="125653"/>
                </a:lnTo>
                <a:lnTo>
                  <a:pt x="2614196" y="124406"/>
                </a:lnTo>
                <a:lnTo>
                  <a:pt x="2615363" y="123148"/>
                </a:lnTo>
                <a:lnTo>
                  <a:pt x="2616403" y="121890"/>
                </a:lnTo>
                <a:lnTo>
                  <a:pt x="2617320" y="120646"/>
                </a:lnTo>
                <a:lnTo>
                  <a:pt x="2618118" y="119429"/>
                </a:lnTo>
                <a:lnTo>
                  <a:pt x="2618799" y="118251"/>
                </a:lnTo>
                <a:lnTo>
                  <a:pt x="2619366" y="117126"/>
                </a:lnTo>
                <a:lnTo>
                  <a:pt x="2619823" y="116067"/>
                </a:lnTo>
                <a:lnTo>
                  <a:pt x="2620173" y="115086"/>
                </a:lnTo>
                <a:lnTo>
                  <a:pt x="2620419" y="114197"/>
                </a:lnTo>
                <a:lnTo>
                  <a:pt x="2620564" y="113412"/>
                </a:lnTo>
                <a:lnTo>
                  <a:pt x="2620612" y="112747"/>
                </a:lnTo>
                <a:lnTo>
                  <a:pt x="2620584" y="112100"/>
                </a:lnTo>
                <a:lnTo>
                  <a:pt x="2620501" y="111505"/>
                </a:lnTo>
                <a:lnTo>
                  <a:pt x="2620369" y="110963"/>
                </a:lnTo>
                <a:lnTo>
                  <a:pt x="2620193" y="110469"/>
                </a:lnTo>
                <a:lnTo>
                  <a:pt x="2619975" y="110023"/>
                </a:lnTo>
                <a:lnTo>
                  <a:pt x="2619720" y="109621"/>
                </a:lnTo>
                <a:close/>
                <a:moveTo>
                  <a:pt x="2558400" y="77053"/>
                </a:moveTo>
                <a:lnTo>
                  <a:pt x="2559191" y="75539"/>
                </a:lnTo>
                <a:lnTo>
                  <a:pt x="2560055" y="74080"/>
                </a:lnTo>
                <a:lnTo>
                  <a:pt x="2560990" y="72679"/>
                </a:lnTo>
                <a:lnTo>
                  <a:pt x="2561993" y="71339"/>
                </a:lnTo>
                <a:lnTo>
                  <a:pt x="2563060" y="70063"/>
                </a:lnTo>
                <a:lnTo>
                  <a:pt x="2564190" y="68853"/>
                </a:lnTo>
                <a:lnTo>
                  <a:pt x="2565378" y="67714"/>
                </a:lnTo>
                <a:lnTo>
                  <a:pt x="2566623" y="66649"/>
                </a:lnTo>
                <a:lnTo>
                  <a:pt x="2567921" y="65660"/>
                </a:lnTo>
                <a:lnTo>
                  <a:pt x="2569269" y="64750"/>
                </a:lnTo>
                <a:lnTo>
                  <a:pt x="2570665" y="63923"/>
                </a:lnTo>
                <a:lnTo>
                  <a:pt x="2572106" y="63182"/>
                </a:lnTo>
                <a:lnTo>
                  <a:pt x="2573589" y="62529"/>
                </a:lnTo>
                <a:lnTo>
                  <a:pt x="2575112" y="61968"/>
                </a:lnTo>
                <a:lnTo>
                  <a:pt x="2576670" y="61503"/>
                </a:lnTo>
                <a:lnTo>
                  <a:pt x="2578262" y="61135"/>
                </a:lnTo>
                <a:lnTo>
                  <a:pt x="2579885" y="60869"/>
                </a:lnTo>
                <a:lnTo>
                  <a:pt x="2581535" y="60707"/>
                </a:lnTo>
                <a:lnTo>
                  <a:pt x="2583210" y="60652"/>
                </a:lnTo>
                <a:lnTo>
                  <a:pt x="2584473" y="60678"/>
                </a:lnTo>
                <a:lnTo>
                  <a:pt x="2585750" y="60758"/>
                </a:lnTo>
                <a:lnTo>
                  <a:pt x="2587036" y="60898"/>
                </a:lnTo>
                <a:lnTo>
                  <a:pt x="2588327" y="61101"/>
                </a:lnTo>
                <a:lnTo>
                  <a:pt x="2589617" y="61372"/>
                </a:lnTo>
                <a:lnTo>
                  <a:pt x="2590901" y="61716"/>
                </a:lnTo>
                <a:lnTo>
                  <a:pt x="2592173" y="62136"/>
                </a:lnTo>
                <a:lnTo>
                  <a:pt x="2593428" y="62638"/>
                </a:lnTo>
                <a:lnTo>
                  <a:pt x="2594661" y="63225"/>
                </a:lnTo>
                <a:lnTo>
                  <a:pt x="2595867" y="63902"/>
                </a:lnTo>
                <a:lnTo>
                  <a:pt x="2597040" y="64674"/>
                </a:lnTo>
                <a:lnTo>
                  <a:pt x="2598176" y="65545"/>
                </a:lnTo>
                <a:lnTo>
                  <a:pt x="2599268" y="66520"/>
                </a:lnTo>
                <a:lnTo>
                  <a:pt x="2600311" y="67602"/>
                </a:lnTo>
                <a:lnTo>
                  <a:pt x="2601301" y="68797"/>
                </a:lnTo>
                <a:lnTo>
                  <a:pt x="2602232" y="70108"/>
                </a:lnTo>
                <a:lnTo>
                  <a:pt x="2603099" y="71541"/>
                </a:lnTo>
                <a:lnTo>
                  <a:pt x="2603896" y="73099"/>
                </a:lnTo>
                <a:lnTo>
                  <a:pt x="2604619" y="74788"/>
                </a:lnTo>
                <a:lnTo>
                  <a:pt x="2605261" y="76610"/>
                </a:lnTo>
                <a:lnTo>
                  <a:pt x="2605818" y="78572"/>
                </a:lnTo>
                <a:lnTo>
                  <a:pt x="2606284" y="80677"/>
                </a:lnTo>
                <a:lnTo>
                  <a:pt x="2606655" y="82930"/>
                </a:lnTo>
                <a:lnTo>
                  <a:pt x="2606924" y="85335"/>
                </a:lnTo>
                <a:lnTo>
                  <a:pt x="2555643" y="85335"/>
                </a:lnTo>
                <a:lnTo>
                  <a:pt x="2556025" y="83594"/>
                </a:lnTo>
                <a:lnTo>
                  <a:pt x="2556494" y="81892"/>
                </a:lnTo>
                <a:lnTo>
                  <a:pt x="2557048" y="80233"/>
                </a:lnTo>
                <a:lnTo>
                  <a:pt x="2557684" y="78619"/>
                </a:lnTo>
                <a:lnTo>
                  <a:pt x="2558400" y="77053"/>
                </a:lnTo>
                <a:close/>
                <a:moveTo>
                  <a:pt x="2827669" y="92218"/>
                </a:moveTo>
                <a:lnTo>
                  <a:pt x="2827670" y="92255"/>
                </a:lnTo>
                <a:lnTo>
                  <a:pt x="2827670" y="92184"/>
                </a:lnTo>
                <a:lnTo>
                  <a:pt x="2827669" y="92218"/>
                </a:lnTo>
                <a:close/>
                <a:moveTo>
                  <a:pt x="1816229" y="124569"/>
                </a:moveTo>
                <a:lnTo>
                  <a:pt x="1815956" y="124172"/>
                </a:lnTo>
                <a:lnTo>
                  <a:pt x="1815651" y="123818"/>
                </a:lnTo>
                <a:lnTo>
                  <a:pt x="1815319" y="123507"/>
                </a:lnTo>
                <a:lnTo>
                  <a:pt x="1814963" y="123234"/>
                </a:lnTo>
                <a:lnTo>
                  <a:pt x="1814586" y="122998"/>
                </a:lnTo>
                <a:lnTo>
                  <a:pt x="1814190" y="122795"/>
                </a:lnTo>
                <a:lnTo>
                  <a:pt x="1813779" y="122623"/>
                </a:lnTo>
                <a:lnTo>
                  <a:pt x="1813357" y="122480"/>
                </a:lnTo>
                <a:lnTo>
                  <a:pt x="1812925" y="122363"/>
                </a:lnTo>
                <a:lnTo>
                  <a:pt x="1812488" y="122269"/>
                </a:lnTo>
                <a:lnTo>
                  <a:pt x="1812048" y="122196"/>
                </a:lnTo>
                <a:lnTo>
                  <a:pt x="1811608" y="122141"/>
                </a:lnTo>
                <a:lnTo>
                  <a:pt x="1811172" y="122102"/>
                </a:lnTo>
                <a:lnTo>
                  <a:pt x="1810743" y="122076"/>
                </a:lnTo>
                <a:lnTo>
                  <a:pt x="1810323" y="122060"/>
                </a:lnTo>
                <a:lnTo>
                  <a:pt x="1809916" y="122052"/>
                </a:lnTo>
                <a:lnTo>
                  <a:pt x="1809525" y="122049"/>
                </a:lnTo>
                <a:lnTo>
                  <a:pt x="1809153" y="122048"/>
                </a:lnTo>
                <a:lnTo>
                  <a:pt x="1801443" y="122048"/>
                </a:lnTo>
                <a:lnTo>
                  <a:pt x="1776764" y="91040"/>
                </a:lnTo>
                <a:lnTo>
                  <a:pt x="1798742" y="62535"/>
                </a:lnTo>
                <a:lnTo>
                  <a:pt x="1806456" y="62535"/>
                </a:lnTo>
                <a:lnTo>
                  <a:pt x="1806805" y="62534"/>
                </a:lnTo>
                <a:lnTo>
                  <a:pt x="1807178" y="62531"/>
                </a:lnTo>
                <a:lnTo>
                  <a:pt x="1807570" y="62523"/>
                </a:lnTo>
                <a:lnTo>
                  <a:pt x="1807978" y="62508"/>
                </a:lnTo>
                <a:lnTo>
                  <a:pt x="1808399" y="62482"/>
                </a:lnTo>
                <a:lnTo>
                  <a:pt x="1808829" y="62444"/>
                </a:lnTo>
                <a:lnTo>
                  <a:pt x="1809265" y="62391"/>
                </a:lnTo>
                <a:lnTo>
                  <a:pt x="1809704" y="62321"/>
                </a:lnTo>
                <a:lnTo>
                  <a:pt x="1810142" y="62230"/>
                </a:lnTo>
                <a:lnTo>
                  <a:pt x="1810577" y="62116"/>
                </a:lnTo>
                <a:lnTo>
                  <a:pt x="1811003" y="61978"/>
                </a:lnTo>
                <a:lnTo>
                  <a:pt x="1811420" y="61812"/>
                </a:lnTo>
                <a:lnTo>
                  <a:pt x="1811822" y="61616"/>
                </a:lnTo>
                <a:lnTo>
                  <a:pt x="1812207" y="61387"/>
                </a:lnTo>
                <a:lnTo>
                  <a:pt x="1812571" y="61123"/>
                </a:lnTo>
                <a:lnTo>
                  <a:pt x="1812910" y="60821"/>
                </a:lnTo>
                <a:lnTo>
                  <a:pt x="1813223" y="60479"/>
                </a:lnTo>
                <a:lnTo>
                  <a:pt x="1813505" y="60095"/>
                </a:lnTo>
                <a:lnTo>
                  <a:pt x="1813752" y="59665"/>
                </a:lnTo>
                <a:lnTo>
                  <a:pt x="1813962" y="59188"/>
                </a:lnTo>
                <a:lnTo>
                  <a:pt x="1814131" y="58660"/>
                </a:lnTo>
                <a:lnTo>
                  <a:pt x="1814256" y="58080"/>
                </a:lnTo>
                <a:lnTo>
                  <a:pt x="1814334" y="57444"/>
                </a:lnTo>
                <a:lnTo>
                  <a:pt x="1814360" y="56751"/>
                </a:lnTo>
                <a:lnTo>
                  <a:pt x="1814335" y="56034"/>
                </a:lnTo>
                <a:lnTo>
                  <a:pt x="1814260" y="55377"/>
                </a:lnTo>
                <a:lnTo>
                  <a:pt x="1814139" y="54778"/>
                </a:lnTo>
                <a:lnTo>
                  <a:pt x="1813976" y="54232"/>
                </a:lnTo>
                <a:lnTo>
                  <a:pt x="1813772" y="53739"/>
                </a:lnTo>
                <a:lnTo>
                  <a:pt x="1813532" y="53295"/>
                </a:lnTo>
                <a:lnTo>
                  <a:pt x="1813258" y="52897"/>
                </a:lnTo>
                <a:lnTo>
                  <a:pt x="1812954" y="52544"/>
                </a:lnTo>
                <a:lnTo>
                  <a:pt x="1812622" y="52232"/>
                </a:lnTo>
                <a:lnTo>
                  <a:pt x="1812265" y="51959"/>
                </a:lnTo>
                <a:lnTo>
                  <a:pt x="1811888" y="51723"/>
                </a:lnTo>
                <a:lnTo>
                  <a:pt x="1811492" y="51520"/>
                </a:lnTo>
                <a:lnTo>
                  <a:pt x="1811082" y="51348"/>
                </a:lnTo>
                <a:lnTo>
                  <a:pt x="1810659" y="51205"/>
                </a:lnTo>
                <a:lnTo>
                  <a:pt x="1810228" y="51088"/>
                </a:lnTo>
                <a:lnTo>
                  <a:pt x="1809790" y="50994"/>
                </a:lnTo>
                <a:lnTo>
                  <a:pt x="1809350" y="50921"/>
                </a:lnTo>
                <a:lnTo>
                  <a:pt x="1808911" y="50866"/>
                </a:lnTo>
                <a:lnTo>
                  <a:pt x="1808475" y="50827"/>
                </a:lnTo>
                <a:lnTo>
                  <a:pt x="1808045" y="50800"/>
                </a:lnTo>
                <a:lnTo>
                  <a:pt x="1807626" y="50784"/>
                </a:lnTo>
                <a:lnTo>
                  <a:pt x="1807219" y="50776"/>
                </a:lnTo>
                <a:lnTo>
                  <a:pt x="1806828" y="50773"/>
                </a:lnTo>
                <a:lnTo>
                  <a:pt x="1806456" y="50773"/>
                </a:lnTo>
                <a:lnTo>
                  <a:pt x="1783898" y="50773"/>
                </a:lnTo>
                <a:lnTo>
                  <a:pt x="1783527" y="50773"/>
                </a:lnTo>
                <a:lnTo>
                  <a:pt x="1783139" y="50776"/>
                </a:lnTo>
                <a:lnTo>
                  <a:pt x="1782737" y="50784"/>
                </a:lnTo>
                <a:lnTo>
                  <a:pt x="1782323" y="50799"/>
                </a:lnTo>
                <a:lnTo>
                  <a:pt x="1781901" y="50825"/>
                </a:lnTo>
                <a:lnTo>
                  <a:pt x="1781474" y="50863"/>
                </a:lnTo>
                <a:lnTo>
                  <a:pt x="1781044" y="50916"/>
                </a:lnTo>
                <a:lnTo>
                  <a:pt x="1780614" y="50987"/>
                </a:lnTo>
                <a:lnTo>
                  <a:pt x="1780188" y="51078"/>
                </a:lnTo>
                <a:lnTo>
                  <a:pt x="1779768" y="51191"/>
                </a:lnTo>
                <a:lnTo>
                  <a:pt x="1779357" y="51330"/>
                </a:lnTo>
                <a:lnTo>
                  <a:pt x="1778959" y="51496"/>
                </a:lnTo>
                <a:lnTo>
                  <a:pt x="1778575" y="51692"/>
                </a:lnTo>
                <a:lnTo>
                  <a:pt x="1778210" y="51921"/>
                </a:lnTo>
                <a:lnTo>
                  <a:pt x="1777865" y="52186"/>
                </a:lnTo>
                <a:lnTo>
                  <a:pt x="1777544" y="52487"/>
                </a:lnTo>
                <a:lnTo>
                  <a:pt x="1777250" y="52829"/>
                </a:lnTo>
                <a:lnTo>
                  <a:pt x="1776986" y="53214"/>
                </a:lnTo>
                <a:lnTo>
                  <a:pt x="1776754" y="53644"/>
                </a:lnTo>
                <a:lnTo>
                  <a:pt x="1776558" y="54122"/>
                </a:lnTo>
                <a:lnTo>
                  <a:pt x="1776401" y="54649"/>
                </a:lnTo>
                <a:lnTo>
                  <a:pt x="1776284" y="55230"/>
                </a:lnTo>
                <a:lnTo>
                  <a:pt x="1776212" y="55866"/>
                </a:lnTo>
                <a:lnTo>
                  <a:pt x="1776188" y="56560"/>
                </a:lnTo>
                <a:lnTo>
                  <a:pt x="1776210" y="57276"/>
                </a:lnTo>
                <a:lnTo>
                  <a:pt x="1776274" y="57932"/>
                </a:lnTo>
                <a:lnTo>
                  <a:pt x="1776380" y="58532"/>
                </a:lnTo>
                <a:lnTo>
                  <a:pt x="1776526" y="59077"/>
                </a:lnTo>
                <a:lnTo>
                  <a:pt x="1776711" y="59570"/>
                </a:lnTo>
                <a:lnTo>
                  <a:pt x="1776932" y="60014"/>
                </a:lnTo>
                <a:lnTo>
                  <a:pt x="1777189" y="60411"/>
                </a:lnTo>
                <a:lnTo>
                  <a:pt x="1777480" y="60764"/>
                </a:lnTo>
                <a:lnTo>
                  <a:pt x="1777804" y="61076"/>
                </a:lnTo>
                <a:lnTo>
                  <a:pt x="1778160" y="61349"/>
                </a:lnTo>
                <a:lnTo>
                  <a:pt x="1778545" y="61585"/>
                </a:lnTo>
                <a:lnTo>
                  <a:pt x="1778959" y="61788"/>
                </a:lnTo>
                <a:lnTo>
                  <a:pt x="1779400" y="61959"/>
                </a:lnTo>
                <a:lnTo>
                  <a:pt x="1779867" y="62103"/>
                </a:lnTo>
                <a:lnTo>
                  <a:pt x="1780358" y="62220"/>
                </a:lnTo>
                <a:lnTo>
                  <a:pt x="1780872" y="62313"/>
                </a:lnTo>
                <a:lnTo>
                  <a:pt x="1781407" y="62386"/>
                </a:lnTo>
                <a:lnTo>
                  <a:pt x="1781962" y="62441"/>
                </a:lnTo>
                <a:lnTo>
                  <a:pt x="1782536" y="62481"/>
                </a:lnTo>
                <a:lnTo>
                  <a:pt x="1783127" y="62507"/>
                </a:lnTo>
                <a:lnTo>
                  <a:pt x="1783734" y="62523"/>
                </a:lnTo>
                <a:lnTo>
                  <a:pt x="1784355" y="62531"/>
                </a:lnTo>
                <a:lnTo>
                  <a:pt x="1784989" y="62534"/>
                </a:lnTo>
                <a:lnTo>
                  <a:pt x="1785634" y="62535"/>
                </a:lnTo>
                <a:lnTo>
                  <a:pt x="1771366" y="81987"/>
                </a:lnTo>
                <a:lnTo>
                  <a:pt x="1756716" y="62535"/>
                </a:lnTo>
                <a:lnTo>
                  <a:pt x="1757339" y="62534"/>
                </a:lnTo>
                <a:lnTo>
                  <a:pt x="1757951" y="62531"/>
                </a:lnTo>
                <a:lnTo>
                  <a:pt x="1758553" y="62523"/>
                </a:lnTo>
                <a:lnTo>
                  <a:pt x="1759142" y="62507"/>
                </a:lnTo>
                <a:lnTo>
                  <a:pt x="1759717" y="62481"/>
                </a:lnTo>
                <a:lnTo>
                  <a:pt x="1760277" y="62441"/>
                </a:lnTo>
                <a:lnTo>
                  <a:pt x="1760819" y="62386"/>
                </a:lnTo>
                <a:lnTo>
                  <a:pt x="1761343" y="62313"/>
                </a:lnTo>
                <a:lnTo>
                  <a:pt x="1761846" y="62220"/>
                </a:lnTo>
                <a:lnTo>
                  <a:pt x="1762329" y="62103"/>
                </a:lnTo>
                <a:lnTo>
                  <a:pt x="1762788" y="61959"/>
                </a:lnTo>
                <a:lnTo>
                  <a:pt x="1763222" y="61788"/>
                </a:lnTo>
                <a:lnTo>
                  <a:pt x="1763630" y="61585"/>
                </a:lnTo>
                <a:lnTo>
                  <a:pt x="1764011" y="61349"/>
                </a:lnTo>
                <a:lnTo>
                  <a:pt x="1764363" y="61076"/>
                </a:lnTo>
                <a:lnTo>
                  <a:pt x="1764683" y="60764"/>
                </a:lnTo>
                <a:lnTo>
                  <a:pt x="1764972" y="60411"/>
                </a:lnTo>
                <a:lnTo>
                  <a:pt x="1765227" y="60014"/>
                </a:lnTo>
                <a:lnTo>
                  <a:pt x="1765448" y="59570"/>
                </a:lnTo>
                <a:lnTo>
                  <a:pt x="1765631" y="59077"/>
                </a:lnTo>
                <a:lnTo>
                  <a:pt x="1765776" y="58532"/>
                </a:lnTo>
                <a:lnTo>
                  <a:pt x="1765882" y="57932"/>
                </a:lnTo>
                <a:lnTo>
                  <a:pt x="1765946" y="57276"/>
                </a:lnTo>
                <a:lnTo>
                  <a:pt x="1765968" y="56560"/>
                </a:lnTo>
                <a:lnTo>
                  <a:pt x="1765944" y="55866"/>
                </a:lnTo>
                <a:lnTo>
                  <a:pt x="1765872" y="55230"/>
                </a:lnTo>
                <a:lnTo>
                  <a:pt x="1765755" y="54649"/>
                </a:lnTo>
                <a:lnTo>
                  <a:pt x="1765598" y="54122"/>
                </a:lnTo>
                <a:lnTo>
                  <a:pt x="1765402" y="53644"/>
                </a:lnTo>
                <a:lnTo>
                  <a:pt x="1765170" y="53214"/>
                </a:lnTo>
                <a:lnTo>
                  <a:pt x="1764906" y="52829"/>
                </a:lnTo>
                <a:lnTo>
                  <a:pt x="1764612" y="52487"/>
                </a:lnTo>
                <a:lnTo>
                  <a:pt x="1764291" y="52186"/>
                </a:lnTo>
                <a:lnTo>
                  <a:pt x="1763946" y="51921"/>
                </a:lnTo>
                <a:lnTo>
                  <a:pt x="1763581" y="51692"/>
                </a:lnTo>
                <a:lnTo>
                  <a:pt x="1763197" y="51496"/>
                </a:lnTo>
                <a:lnTo>
                  <a:pt x="1762799" y="51330"/>
                </a:lnTo>
                <a:lnTo>
                  <a:pt x="1762388" y="51191"/>
                </a:lnTo>
                <a:lnTo>
                  <a:pt x="1761968" y="51078"/>
                </a:lnTo>
                <a:lnTo>
                  <a:pt x="1761542" y="50987"/>
                </a:lnTo>
                <a:lnTo>
                  <a:pt x="1761112" y="50916"/>
                </a:lnTo>
                <a:lnTo>
                  <a:pt x="1760682" y="50863"/>
                </a:lnTo>
                <a:lnTo>
                  <a:pt x="1760255" y="50825"/>
                </a:lnTo>
                <a:lnTo>
                  <a:pt x="1759833" y="50799"/>
                </a:lnTo>
                <a:lnTo>
                  <a:pt x="1759419" y="50784"/>
                </a:lnTo>
                <a:lnTo>
                  <a:pt x="1759017" y="50776"/>
                </a:lnTo>
                <a:lnTo>
                  <a:pt x="1758629" y="50773"/>
                </a:lnTo>
                <a:lnTo>
                  <a:pt x="1758258" y="50773"/>
                </a:lnTo>
                <a:lnTo>
                  <a:pt x="1735700" y="50773"/>
                </a:lnTo>
                <a:lnTo>
                  <a:pt x="1735328" y="50773"/>
                </a:lnTo>
                <a:lnTo>
                  <a:pt x="1734937" y="50776"/>
                </a:lnTo>
                <a:lnTo>
                  <a:pt x="1734530" y="50784"/>
                </a:lnTo>
                <a:lnTo>
                  <a:pt x="1734111" y="50800"/>
                </a:lnTo>
                <a:lnTo>
                  <a:pt x="1733681" y="50827"/>
                </a:lnTo>
                <a:lnTo>
                  <a:pt x="1733245" y="50866"/>
                </a:lnTo>
                <a:lnTo>
                  <a:pt x="1732806" y="50921"/>
                </a:lnTo>
                <a:lnTo>
                  <a:pt x="1732366" y="50994"/>
                </a:lnTo>
                <a:lnTo>
                  <a:pt x="1731928" y="51088"/>
                </a:lnTo>
                <a:lnTo>
                  <a:pt x="1731497" y="51205"/>
                </a:lnTo>
                <a:lnTo>
                  <a:pt x="1731074" y="51348"/>
                </a:lnTo>
                <a:lnTo>
                  <a:pt x="1730664" y="51520"/>
                </a:lnTo>
                <a:lnTo>
                  <a:pt x="1730268" y="51723"/>
                </a:lnTo>
                <a:lnTo>
                  <a:pt x="1729890" y="51959"/>
                </a:lnTo>
                <a:lnTo>
                  <a:pt x="1729534" y="52232"/>
                </a:lnTo>
                <a:lnTo>
                  <a:pt x="1729202" y="52544"/>
                </a:lnTo>
                <a:lnTo>
                  <a:pt x="1728898" y="52897"/>
                </a:lnTo>
                <a:lnTo>
                  <a:pt x="1728624" y="53295"/>
                </a:lnTo>
                <a:lnTo>
                  <a:pt x="1728384" y="53739"/>
                </a:lnTo>
                <a:lnTo>
                  <a:pt x="1728180" y="54232"/>
                </a:lnTo>
                <a:lnTo>
                  <a:pt x="1728017" y="54778"/>
                </a:lnTo>
                <a:lnTo>
                  <a:pt x="1727896" y="55377"/>
                </a:lnTo>
                <a:lnTo>
                  <a:pt x="1727821" y="56034"/>
                </a:lnTo>
                <a:lnTo>
                  <a:pt x="1727796" y="56751"/>
                </a:lnTo>
                <a:lnTo>
                  <a:pt x="1727822" y="57444"/>
                </a:lnTo>
                <a:lnTo>
                  <a:pt x="1727900" y="58080"/>
                </a:lnTo>
                <a:lnTo>
                  <a:pt x="1728025" y="58660"/>
                </a:lnTo>
                <a:lnTo>
                  <a:pt x="1728194" y="59188"/>
                </a:lnTo>
                <a:lnTo>
                  <a:pt x="1728404" y="59665"/>
                </a:lnTo>
                <a:lnTo>
                  <a:pt x="1728651" y="60095"/>
                </a:lnTo>
                <a:lnTo>
                  <a:pt x="1728933" y="60479"/>
                </a:lnTo>
                <a:lnTo>
                  <a:pt x="1729246" y="60821"/>
                </a:lnTo>
                <a:lnTo>
                  <a:pt x="1729585" y="61123"/>
                </a:lnTo>
                <a:lnTo>
                  <a:pt x="1729949" y="61387"/>
                </a:lnTo>
                <a:lnTo>
                  <a:pt x="1730334" y="61616"/>
                </a:lnTo>
                <a:lnTo>
                  <a:pt x="1730736" y="61812"/>
                </a:lnTo>
                <a:lnTo>
                  <a:pt x="1731153" y="61978"/>
                </a:lnTo>
                <a:lnTo>
                  <a:pt x="1731579" y="62116"/>
                </a:lnTo>
                <a:lnTo>
                  <a:pt x="1732014" y="62230"/>
                </a:lnTo>
                <a:lnTo>
                  <a:pt x="1732452" y="62321"/>
                </a:lnTo>
                <a:lnTo>
                  <a:pt x="1732891" y="62391"/>
                </a:lnTo>
                <a:lnTo>
                  <a:pt x="1733327" y="62444"/>
                </a:lnTo>
                <a:lnTo>
                  <a:pt x="1733757" y="62482"/>
                </a:lnTo>
                <a:lnTo>
                  <a:pt x="1734178" y="62508"/>
                </a:lnTo>
                <a:lnTo>
                  <a:pt x="1734586" y="62523"/>
                </a:lnTo>
                <a:lnTo>
                  <a:pt x="1734978" y="62531"/>
                </a:lnTo>
                <a:lnTo>
                  <a:pt x="1735351" y="62534"/>
                </a:lnTo>
                <a:lnTo>
                  <a:pt x="1735700" y="62535"/>
                </a:lnTo>
                <a:lnTo>
                  <a:pt x="1743414" y="62535"/>
                </a:lnTo>
                <a:lnTo>
                  <a:pt x="1766162" y="91040"/>
                </a:lnTo>
                <a:lnTo>
                  <a:pt x="1742255" y="122048"/>
                </a:lnTo>
                <a:lnTo>
                  <a:pt x="1734544" y="122048"/>
                </a:lnTo>
                <a:lnTo>
                  <a:pt x="1734172" y="122049"/>
                </a:lnTo>
                <a:lnTo>
                  <a:pt x="1733781" y="122052"/>
                </a:lnTo>
                <a:lnTo>
                  <a:pt x="1733374" y="122060"/>
                </a:lnTo>
                <a:lnTo>
                  <a:pt x="1732955" y="122076"/>
                </a:lnTo>
                <a:lnTo>
                  <a:pt x="1732525" y="122102"/>
                </a:lnTo>
                <a:lnTo>
                  <a:pt x="1732089" y="122141"/>
                </a:lnTo>
                <a:lnTo>
                  <a:pt x="1731650" y="122196"/>
                </a:lnTo>
                <a:lnTo>
                  <a:pt x="1731210" y="122269"/>
                </a:lnTo>
                <a:lnTo>
                  <a:pt x="1730772" y="122363"/>
                </a:lnTo>
                <a:lnTo>
                  <a:pt x="1730341" y="122480"/>
                </a:lnTo>
                <a:lnTo>
                  <a:pt x="1729918" y="122623"/>
                </a:lnTo>
                <a:lnTo>
                  <a:pt x="1729507" y="122795"/>
                </a:lnTo>
                <a:lnTo>
                  <a:pt x="1729112" y="122998"/>
                </a:lnTo>
                <a:lnTo>
                  <a:pt x="1728734" y="123234"/>
                </a:lnTo>
                <a:lnTo>
                  <a:pt x="1728378" y="123507"/>
                </a:lnTo>
                <a:lnTo>
                  <a:pt x="1728046" y="123818"/>
                </a:lnTo>
                <a:lnTo>
                  <a:pt x="1727742" y="124172"/>
                </a:lnTo>
                <a:lnTo>
                  <a:pt x="1727468" y="124569"/>
                </a:lnTo>
                <a:lnTo>
                  <a:pt x="1727228" y="125013"/>
                </a:lnTo>
                <a:lnTo>
                  <a:pt x="1727024" y="125506"/>
                </a:lnTo>
                <a:lnTo>
                  <a:pt x="1726861" y="126051"/>
                </a:lnTo>
                <a:lnTo>
                  <a:pt x="1726740" y="126650"/>
                </a:lnTo>
                <a:lnTo>
                  <a:pt x="1726665" y="127307"/>
                </a:lnTo>
                <a:lnTo>
                  <a:pt x="1726640" y="128023"/>
                </a:lnTo>
                <a:lnTo>
                  <a:pt x="1726666" y="128717"/>
                </a:lnTo>
                <a:lnTo>
                  <a:pt x="1726744" y="129352"/>
                </a:lnTo>
                <a:lnTo>
                  <a:pt x="1726868" y="129932"/>
                </a:lnTo>
                <a:lnTo>
                  <a:pt x="1727038" y="130460"/>
                </a:lnTo>
                <a:lnTo>
                  <a:pt x="1727248" y="130937"/>
                </a:lnTo>
                <a:lnTo>
                  <a:pt x="1727495" y="131367"/>
                </a:lnTo>
                <a:lnTo>
                  <a:pt x="1727776" y="131752"/>
                </a:lnTo>
                <a:lnTo>
                  <a:pt x="1728089" y="132093"/>
                </a:lnTo>
                <a:lnTo>
                  <a:pt x="1728429" y="132395"/>
                </a:lnTo>
                <a:lnTo>
                  <a:pt x="1728792" y="132659"/>
                </a:lnTo>
                <a:lnTo>
                  <a:pt x="1729177" y="132888"/>
                </a:lnTo>
                <a:lnTo>
                  <a:pt x="1729579" y="133084"/>
                </a:lnTo>
                <a:lnTo>
                  <a:pt x="1729995" y="133250"/>
                </a:lnTo>
                <a:lnTo>
                  <a:pt x="1730422" y="133389"/>
                </a:lnTo>
                <a:lnTo>
                  <a:pt x="1730856" y="133502"/>
                </a:lnTo>
                <a:lnTo>
                  <a:pt x="1731295" y="133593"/>
                </a:lnTo>
                <a:lnTo>
                  <a:pt x="1731733" y="133664"/>
                </a:lnTo>
                <a:lnTo>
                  <a:pt x="1732170" y="133717"/>
                </a:lnTo>
                <a:lnTo>
                  <a:pt x="1732600" y="133755"/>
                </a:lnTo>
                <a:lnTo>
                  <a:pt x="1733021" y="133780"/>
                </a:lnTo>
                <a:lnTo>
                  <a:pt x="1733429" y="133796"/>
                </a:lnTo>
                <a:lnTo>
                  <a:pt x="1733821" y="133804"/>
                </a:lnTo>
                <a:lnTo>
                  <a:pt x="1734194" y="133807"/>
                </a:lnTo>
                <a:lnTo>
                  <a:pt x="1734544" y="133807"/>
                </a:lnTo>
                <a:lnTo>
                  <a:pt x="1757102" y="133807"/>
                </a:lnTo>
                <a:lnTo>
                  <a:pt x="1757473" y="133807"/>
                </a:lnTo>
                <a:lnTo>
                  <a:pt x="1757861" y="133804"/>
                </a:lnTo>
                <a:lnTo>
                  <a:pt x="1758263" y="133796"/>
                </a:lnTo>
                <a:lnTo>
                  <a:pt x="1758677" y="133780"/>
                </a:lnTo>
                <a:lnTo>
                  <a:pt x="1759099" y="133755"/>
                </a:lnTo>
                <a:lnTo>
                  <a:pt x="1759526" y="133717"/>
                </a:lnTo>
                <a:lnTo>
                  <a:pt x="1759956" y="133664"/>
                </a:lnTo>
                <a:lnTo>
                  <a:pt x="1760386" y="133593"/>
                </a:lnTo>
                <a:lnTo>
                  <a:pt x="1760812" y="133502"/>
                </a:lnTo>
                <a:lnTo>
                  <a:pt x="1761232" y="133389"/>
                </a:lnTo>
                <a:lnTo>
                  <a:pt x="1761643" y="133250"/>
                </a:lnTo>
                <a:lnTo>
                  <a:pt x="1762041" y="133084"/>
                </a:lnTo>
                <a:lnTo>
                  <a:pt x="1762425" y="132888"/>
                </a:lnTo>
                <a:lnTo>
                  <a:pt x="1762790" y="132659"/>
                </a:lnTo>
                <a:lnTo>
                  <a:pt x="1763135" y="132395"/>
                </a:lnTo>
                <a:lnTo>
                  <a:pt x="1763456" y="132093"/>
                </a:lnTo>
                <a:lnTo>
                  <a:pt x="1763750" y="131752"/>
                </a:lnTo>
                <a:lnTo>
                  <a:pt x="1764014" y="131367"/>
                </a:lnTo>
                <a:lnTo>
                  <a:pt x="1764246" y="130937"/>
                </a:lnTo>
                <a:lnTo>
                  <a:pt x="1764442" y="130460"/>
                </a:lnTo>
                <a:lnTo>
                  <a:pt x="1764599" y="129932"/>
                </a:lnTo>
                <a:lnTo>
                  <a:pt x="1764716" y="129352"/>
                </a:lnTo>
                <a:lnTo>
                  <a:pt x="1764787" y="128717"/>
                </a:lnTo>
                <a:lnTo>
                  <a:pt x="1764812" y="128023"/>
                </a:lnTo>
                <a:lnTo>
                  <a:pt x="1764791" y="127307"/>
                </a:lnTo>
                <a:lnTo>
                  <a:pt x="1764729" y="126650"/>
                </a:lnTo>
                <a:lnTo>
                  <a:pt x="1764626" y="126051"/>
                </a:lnTo>
                <a:lnTo>
                  <a:pt x="1764485" y="125506"/>
                </a:lnTo>
                <a:lnTo>
                  <a:pt x="1764304" y="125013"/>
                </a:lnTo>
                <a:lnTo>
                  <a:pt x="1764086" y="124569"/>
                </a:lnTo>
                <a:lnTo>
                  <a:pt x="1763832" y="124172"/>
                </a:lnTo>
                <a:lnTo>
                  <a:pt x="1763541" y="123818"/>
                </a:lnTo>
                <a:lnTo>
                  <a:pt x="1763216" y="123507"/>
                </a:lnTo>
                <a:lnTo>
                  <a:pt x="1762857" y="123234"/>
                </a:lnTo>
                <a:lnTo>
                  <a:pt x="1762465" y="122998"/>
                </a:lnTo>
                <a:lnTo>
                  <a:pt x="1762041" y="122795"/>
                </a:lnTo>
                <a:lnTo>
                  <a:pt x="1761586" y="122623"/>
                </a:lnTo>
                <a:lnTo>
                  <a:pt x="1761100" y="122480"/>
                </a:lnTo>
                <a:lnTo>
                  <a:pt x="1760586" y="122363"/>
                </a:lnTo>
                <a:lnTo>
                  <a:pt x="1760042" y="122269"/>
                </a:lnTo>
                <a:lnTo>
                  <a:pt x="1759472" y="122196"/>
                </a:lnTo>
                <a:lnTo>
                  <a:pt x="1758875" y="122141"/>
                </a:lnTo>
                <a:lnTo>
                  <a:pt x="1758252" y="122102"/>
                </a:lnTo>
                <a:lnTo>
                  <a:pt x="1757605" y="122076"/>
                </a:lnTo>
                <a:lnTo>
                  <a:pt x="1756933" y="122060"/>
                </a:lnTo>
                <a:lnTo>
                  <a:pt x="1756239" y="122052"/>
                </a:lnTo>
                <a:lnTo>
                  <a:pt x="1755523" y="122049"/>
                </a:lnTo>
                <a:lnTo>
                  <a:pt x="1754786" y="122048"/>
                </a:lnTo>
                <a:lnTo>
                  <a:pt x="1771366" y="98333"/>
                </a:lnTo>
                <a:lnTo>
                  <a:pt x="1788526" y="122048"/>
                </a:lnTo>
                <a:lnTo>
                  <a:pt x="1787857" y="122049"/>
                </a:lnTo>
                <a:lnTo>
                  <a:pt x="1787202" y="122052"/>
                </a:lnTo>
                <a:lnTo>
                  <a:pt x="1786562" y="122060"/>
                </a:lnTo>
                <a:lnTo>
                  <a:pt x="1785937" y="122076"/>
                </a:lnTo>
                <a:lnTo>
                  <a:pt x="1785330" y="122102"/>
                </a:lnTo>
                <a:lnTo>
                  <a:pt x="1784742" y="122141"/>
                </a:lnTo>
                <a:lnTo>
                  <a:pt x="1784174" y="122196"/>
                </a:lnTo>
                <a:lnTo>
                  <a:pt x="1783627" y="122269"/>
                </a:lnTo>
                <a:lnTo>
                  <a:pt x="1783103" y="122363"/>
                </a:lnTo>
                <a:lnTo>
                  <a:pt x="1782603" y="122480"/>
                </a:lnTo>
                <a:lnTo>
                  <a:pt x="1782129" y="122623"/>
                </a:lnTo>
                <a:lnTo>
                  <a:pt x="1781681" y="122795"/>
                </a:lnTo>
                <a:lnTo>
                  <a:pt x="1781262" y="122998"/>
                </a:lnTo>
                <a:lnTo>
                  <a:pt x="1780872" y="123234"/>
                </a:lnTo>
                <a:lnTo>
                  <a:pt x="1780512" y="123507"/>
                </a:lnTo>
                <a:lnTo>
                  <a:pt x="1780185" y="123818"/>
                </a:lnTo>
                <a:lnTo>
                  <a:pt x="1779891" y="124172"/>
                </a:lnTo>
                <a:lnTo>
                  <a:pt x="1779633" y="124569"/>
                </a:lnTo>
                <a:lnTo>
                  <a:pt x="1779410" y="125013"/>
                </a:lnTo>
                <a:lnTo>
                  <a:pt x="1779225" y="125506"/>
                </a:lnTo>
                <a:lnTo>
                  <a:pt x="1779078" y="126051"/>
                </a:lnTo>
                <a:lnTo>
                  <a:pt x="1778972" y="126650"/>
                </a:lnTo>
                <a:lnTo>
                  <a:pt x="1778907" y="127307"/>
                </a:lnTo>
                <a:lnTo>
                  <a:pt x="1778885" y="128023"/>
                </a:lnTo>
                <a:lnTo>
                  <a:pt x="1778910" y="128717"/>
                </a:lnTo>
                <a:lnTo>
                  <a:pt x="1778982" y="129352"/>
                </a:lnTo>
                <a:lnTo>
                  <a:pt x="1779098" y="129932"/>
                </a:lnTo>
                <a:lnTo>
                  <a:pt x="1779256" y="130460"/>
                </a:lnTo>
                <a:lnTo>
                  <a:pt x="1779452" y="130937"/>
                </a:lnTo>
                <a:lnTo>
                  <a:pt x="1779684" y="131367"/>
                </a:lnTo>
                <a:lnTo>
                  <a:pt x="1779948" y="131752"/>
                </a:lnTo>
                <a:lnTo>
                  <a:pt x="1780243" y="132093"/>
                </a:lnTo>
                <a:lnTo>
                  <a:pt x="1780564" y="132395"/>
                </a:lnTo>
                <a:lnTo>
                  <a:pt x="1780908" y="132659"/>
                </a:lnTo>
                <a:lnTo>
                  <a:pt x="1781274" y="132888"/>
                </a:lnTo>
                <a:lnTo>
                  <a:pt x="1781658" y="133084"/>
                </a:lnTo>
                <a:lnTo>
                  <a:pt x="1782056" y="133250"/>
                </a:lnTo>
                <a:lnTo>
                  <a:pt x="1782467" y="133389"/>
                </a:lnTo>
                <a:lnTo>
                  <a:pt x="1782887" y="133502"/>
                </a:lnTo>
                <a:lnTo>
                  <a:pt x="1783314" y="133593"/>
                </a:lnTo>
                <a:lnTo>
                  <a:pt x="1783743" y="133664"/>
                </a:lnTo>
                <a:lnTo>
                  <a:pt x="1784174" y="133717"/>
                </a:lnTo>
                <a:lnTo>
                  <a:pt x="1784601" y="133755"/>
                </a:lnTo>
                <a:lnTo>
                  <a:pt x="1785023" y="133780"/>
                </a:lnTo>
                <a:lnTo>
                  <a:pt x="1785437" y="133796"/>
                </a:lnTo>
                <a:lnTo>
                  <a:pt x="1785840" y="133804"/>
                </a:lnTo>
                <a:lnTo>
                  <a:pt x="1786228" y="133807"/>
                </a:lnTo>
                <a:lnTo>
                  <a:pt x="1786599" y="133807"/>
                </a:lnTo>
                <a:lnTo>
                  <a:pt x="1809153" y="133807"/>
                </a:lnTo>
                <a:lnTo>
                  <a:pt x="1809503" y="133807"/>
                </a:lnTo>
                <a:lnTo>
                  <a:pt x="1809876" y="133804"/>
                </a:lnTo>
                <a:lnTo>
                  <a:pt x="1810268" y="133796"/>
                </a:lnTo>
                <a:lnTo>
                  <a:pt x="1810677" y="133780"/>
                </a:lnTo>
                <a:lnTo>
                  <a:pt x="1811097" y="133755"/>
                </a:lnTo>
                <a:lnTo>
                  <a:pt x="1811528" y="133717"/>
                </a:lnTo>
                <a:lnTo>
                  <a:pt x="1811964" y="133664"/>
                </a:lnTo>
                <a:lnTo>
                  <a:pt x="1812403" y="133593"/>
                </a:lnTo>
                <a:lnTo>
                  <a:pt x="1812841" y="133502"/>
                </a:lnTo>
                <a:lnTo>
                  <a:pt x="1813275" y="133389"/>
                </a:lnTo>
                <a:lnTo>
                  <a:pt x="1813702" y="133250"/>
                </a:lnTo>
                <a:lnTo>
                  <a:pt x="1814118" y="133084"/>
                </a:lnTo>
                <a:lnTo>
                  <a:pt x="1814520" y="132888"/>
                </a:lnTo>
                <a:lnTo>
                  <a:pt x="1814905" y="132659"/>
                </a:lnTo>
                <a:lnTo>
                  <a:pt x="1815269" y="132395"/>
                </a:lnTo>
                <a:lnTo>
                  <a:pt x="1815609" y="132093"/>
                </a:lnTo>
                <a:lnTo>
                  <a:pt x="1815921" y="131752"/>
                </a:lnTo>
                <a:lnTo>
                  <a:pt x="1816203" y="131367"/>
                </a:lnTo>
                <a:lnTo>
                  <a:pt x="1816450" y="130937"/>
                </a:lnTo>
                <a:lnTo>
                  <a:pt x="1816660" y="130460"/>
                </a:lnTo>
                <a:lnTo>
                  <a:pt x="1816829" y="129932"/>
                </a:lnTo>
                <a:lnTo>
                  <a:pt x="1816954" y="129352"/>
                </a:lnTo>
                <a:lnTo>
                  <a:pt x="1817031" y="128717"/>
                </a:lnTo>
                <a:lnTo>
                  <a:pt x="1817058" y="128023"/>
                </a:lnTo>
                <a:lnTo>
                  <a:pt x="1817032" y="127307"/>
                </a:lnTo>
                <a:lnTo>
                  <a:pt x="1816958" y="126650"/>
                </a:lnTo>
                <a:lnTo>
                  <a:pt x="1816837" y="126051"/>
                </a:lnTo>
                <a:lnTo>
                  <a:pt x="1816673" y="125506"/>
                </a:lnTo>
                <a:lnTo>
                  <a:pt x="1816470" y="125013"/>
                </a:lnTo>
                <a:lnTo>
                  <a:pt x="1816229" y="124569"/>
                </a:lnTo>
                <a:close/>
                <a:moveTo>
                  <a:pt x="3225581" y="125013"/>
                </a:moveTo>
                <a:lnTo>
                  <a:pt x="3225341" y="124569"/>
                </a:lnTo>
                <a:lnTo>
                  <a:pt x="3225068" y="124172"/>
                </a:lnTo>
                <a:lnTo>
                  <a:pt x="3224763" y="123818"/>
                </a:lnTo>
                <a:lnTo>
                  <a:pt x="3224432" y="123507"/>
                </a:lnTo>
                <a:lnTo>
                  <a:pt x="3224075" y="123234"/>
                </a:lnTo>
                <a:lnTo>
                  <a:pt x="3223698" y="122998"/>
                </a:lnTo>
                <a:lnTo>
                  <a:pt x="3223303" y="122795"/>
                </a:lnTo>
                <a:lnTo>
                  <a:pt x="3222892" y="122623"/>
                </a:lnTo>
                <a:lnTo>
                  <a:pt x="3222469" y="122480"/>
                </a:lnTo>
                <a:lnTo>
                  <a:pt x="3222038" y="122363"/>
                </a:lnTo>
                <a:lnTo>
                  <a:pt x="3221601" y="122269"/>
                </a:lnTo>
                <a:lnTo>
                  <a:pt x="3221161" y="122196"/>
                </a:lnTo>
                <a:lnTo>
                  <a:pt x="3220721" y="122141"/>
                </a:lnTo>
                <a:lnTo>
                  <a:pt x="3220285" y="122102"/>
                </a:lnTo>
                <a:lnTo>
                  <a:pt x="3219855" y="122076"/>
                </a:lnTo>
                <a:lnTo>
                  <a:pt x="3219436" y="122060"/>
                </a:lnTo>
                <a:lnTo>
                  <a:pt x="3219028" y="122052"/>
                </a:lnTo>
                <a:lnTo>
                  <a:pt x="3218637" y="122049"/>
                </a:lnTo>
                <a:lnTo>
                  <a:pt x="3218265" y="122048"/>
                </a:lnTo>
                <a:lnTo>
                  <a:pt x="3198022" y="122048"/>
                </a:lnTo>
                <a:lnTo>
                  <a:pt x="3198022" y="58678"/>
                </a:lnTo>
                <a:lnTo>
                  <a:pt x="3198016" y="57952"/>
                </a:lnTo>
                <a:lnTo>
                  <a:pt x="3197996" y="57267"/>
                </a:lnTo>
                <a:lnTo>
                  <a:pt x="3197960" y="56623"/>
                </a:lnTo>
                <a:lnTo>
                  <a:pt x="3197906" y="56018"/>
                </a:lnTo>
                <a:lnTo>
                  <a:pt x="3197834" y="55451"/>
                </a:lnTo>
                <a:lnTo>
                  <a:pt x="3197739" y="54922"/>
                </a:lnTo>
                <a:lnTo>
                  <a:pt x="3197622" y="54429"/>
                </a:lnTo>
                <a:lnTo>
                  <a:pt x="3197480" y="53973"/>
                </a:lnTo>
                <a:lnTo>
                  <a:pt x="3197311" y="53551"/>
                </a:lnTo>
                <a:lnTo>
                  <a:pt x="3197113" y="53163"/>
                </a:lnTo>
                <a:lnTo>
                  <a:pt x="3196885" y="52808"/>
                </a:lnTo>
                <a:lnTo>
                  <a:pt x="3196625" y="52485"/>
                </a:lnTo>
                <a:lnTo>
                  <a:pt x="3196331" y="52193"/>
                </a:lnTo>
                <a:lnTo>
                  <a:pt x="3196000" y="51931"/>
                </a:lnTo>
                <a:lnTo>
                  <a:pt x="3195632" y="51698"/>
                </a:lnTo>
                <a:lnTo>
                  <a:pt x="3195224" y="51494"/>
                </a:lnTo>
                <a:lnTo>
                  <a:pt x="3194775" y="51318"/>
                </a:lnTo>
                <a:lnTo>
                  <a:pt x="3194282" y="51168"/>
                </a:lnTo>
                <a:lnTo>
                  <a:pt x="3193744" y="51043"/>
                </a:lnTo>
                <a:lnTo>
                  <a:pt x="3193159" y="50943"/>
                </a:lnTo>
                <a:lnTo>
                  <a:pt x="3192525" y="50867"/>
                </a:lnTo>
                <a:lnTo>
                  <a:pt x="3191841" y="50814"/>
                </a:lnTo>
                <a:lnTo>
                  <a:pt x="3191104" y="50783"/>
                </a:lnTo>
                <a:lnTo>
                  <a:pt x="3190312" y="50773"/>
                </a:lnTo>
                <a:lnTo>
                  <a:pt x="3162936" y="50773"/>
                </a:lnTo>
                <a:lnTo>
                  <a:pt x="3162564" y="50773"/>
                </a:lnTo>
                <a:lnTo>
                  <a:pt x="3162173" y="50776"/>
                </a:lnTo>
                <a:lnTo>
                  <a:pt x="3161766" y="50784"/>
                </a:lnTo>
                <a:lnTo>
                  <a:pt x="3161346" y="50799"/>
                </a:lnTo>
                <a:lnTo>
                  <a:pt x="3160917" y="50825"/>
                </a:lnTo>
                <a:lnTo>
                  <a:pt x="3160481" y="50863"/>
                </a:lnTo>
                <a:lnTo>
                  <a:pt x="3160041" y="50916"/>
                </a:lnTo>
                <a:lnTo>
                  <a:pt x="3159601" y="50987"/>
                </a:lnTo>
                <a:lnTo>
                  <a:pt x="3159164" y="51078"/>
                </a:lnTo>
                <a:lnTo>
                  <a:pt x="3158733" y="51191"/>
                </a:lnTo>
                <a:lnTo>
                  <a:pt x="3158310" y="51330"/>
                </a:lnTo>
                <a:lnTo>
                  <a:pt x="3157899" y="51496"/>
                </a:lnTo>
                <a:lnTo>
                  <a:pt x="3157504" y="51692"/>
                </a:lnTo>
                <a:lnTo>
                  <a:pt x="3157126" y="51921"/>
                </a:lnTo>
                <a:lnTo>
                  <a:pt x="3156770" y="52186"/>
                </a:lnTo>
                <a:lnTo>
                  <a:pt x="3156438" y="52487"/>
                </a:lnTo>
                <a:lnTo>
                  <a:pt x="3156134" y="52829"/>
                </a:lnTo>
                <a:lnTo>
                  <a:pt x="3155860" y="53214"/>
                </a:lnTo>
                <a:lnTo>
                  <a:pt x="3155620" y="53644"/>
                </a:lnTo>
                <a:lnTo>
                  <a:pt x="3155416" y="54122"/>
                </a:lnTo>
                <a:lnTo>
                  <a:pt x="3155252" y="54649"/>
                </a:lnTo>
                <a:lnTo>
                  <a:pt x="3155132" y="55230"/>
                </a:lnTo>
                <a:lnTo>
                  <a:pt x="3155057" y="55866"/>
                </a:lnTo>
                <a:lnTo>
                  <a:pt x="3155031" y="56560"/>
                </a:lnTo>
                <a:lnTo>
                  <a:pt x="3155057" y="57276"/>
                </a:lnTo>
                <a:lnTo>
                  <a:pt x="3155132" y="57932"/>
                </a:lnTo>
                <a:lnTo>
                  <a:pt x="3155252" y="58532"/>
                </a:lnTo>
                <a:lnTo>
                  <a:pt x="3155416" y="59077"/>
                </a:lnTo>
                <a:lnTo>
                  <a:pt x="3155620" y="59570"/>
                </a:lnTo>
                <a:lnTo>
                  <a:pt x="3155860" y="60014"/>
                </a:lnTo>
                <a:lnTo>
                  <a:pt x="3156134" y="60411"/>
                </a:lnTo>
                <a:lnTo>
                  <a:pt x="3156438" y="60764"/>
                </a:lnTo>
                <a:lnTo>
                  <a:pt x="3156770" y="61076"/>
                </a:lnTo>
                <a:lnTo>
                  <a:pt x="3157126" y="61349"/>
                </a:lnTo>
                <a:lnTo>
                  <a:pt x="3157504" y="61585"/>
                </a:lnTo>
                <a:lnTo>
                  <a:pt x="3157899" y="61788"/>
                </a:lnTo>
                <a:lnTo>
                  <a:pt x="3158310" y="61959"/>
                </a:lnTo>
                <a:lnTo>
                  <a:pt x="3158733" y="62103"/>
                </a:lnTo>
                <a:lnTo>
                  <a:pt x="3159164" y="62220"/>
                </a:lnTo>
                <a:lnTo>
                  <a:pt x="3159601" y="62313"/>
                </a:lnTo>
                <a:lnTo>
                  <a:pt x="3160041" y="62386"/>
                </a:lnTo>
                <a:lnTo>
                  <a:pt x="3160481" y="62441"/>
                </a:lnTo>
                <a:lnTo>
                  <a:pt x="3160917" y="62481"/>
                </a:lnTo>
                <a:lnTo>
                  <a:pt x="3161346" y="62507"/>
                </a:lnTo>
                <a:lnTo>
                  <a:pt x="3161766" y="62523"/>
                </a:lnTo>
                <a:lnTo>
                  <a:pt x="3162173" y="62531"/>
                </a:lnTo>
                <a:lnTo>
                  <a:pt x="3162564" y="62534"/>
                </a:lnTo>
                <a:lnTo>
                  <a:pt x="3162936" y="62535"/>
                </a:lnTo>
                <a:lnTo>
                  <a:pt x="3184720" y="62535"/>
                </a:lnTo>
                <a:lnTo>
                  <a:pt x="3184720" y="122048"/>
                </a:lnTo>
                <a:lnTo>
                  <a:pt x="3161391" y="122048"/>
                </a:lnTo>
                <a:lnTo>
                  <a:pt x="3160998" y="122049"/>
                </a:lnTo>
                <a:lnTo>
                  <a:pt x="3160588" y="122052"/>
                </a:lnTo>
                <a:lnTo>
                  <a:pt x="3160167" y="122060"/>
                </a:lnTo>
                <a:lnTo>
                  <a:pt x="3159735" y="122076"/>
                </a:lnTo>
                <a:lnTo>
                  <a:pt x="3159298" y="122102"/>
                </a:lnTo>
                <a:lnTo>
                  <a:pt x="3158856" y="122141"/>
                </a:lnTo>
                <a:lnTo>
                  <a:pt x="3158413" y="122196"/>
                </a:lnTo>
                <a:lnTo>
                  <a:pt x="3157972" y="122269"/>
                </a:lnTo>
                <a:lnTo>
                  <a:pt x="3157536" y="122363"/>
                </a:lnTo>
                <a:lnTo>
                  <a:pt x="3157107" y="122480"/>
                </a:lnTo>
                <a:lnTo>
                  <a:pt x="3156688" y="122623"/>
                </a:lnTo>
                <a:lnTo>
                  <a:pt x="3156283" y="122795"/>
                </a:lnTo>
                <a:lnTo>
                  <a:pt x="3155894" y="122998"/>
                </a:lnTo>
                <a:lnTo>
                  <a:pt x="3155524" y="123234"/>
                </a:lnTo>
                <a:lnTo>
                  <a:pt x="3155175" y="123507"/>
                </a:lnTo>
                <a:lnTo>
                  <a:pt x="3154851" y="123818"/>
                </a:lnTo>
                <a:lnTo>
                  <a:pt x="3154555" y="124172"/>
                </a:lnTo>
                <a:lnTo>
                  <a:pt x="3154288" y="124569"/>
                </a:lnTo>
                <a:lnTo>
                  <a:pt x="3154055" y="125013"/>
                </a:lnTo>
                <a:lnTo>
                  <a:pt x="3153858" y="125506"/>
                </a:lnTo>
                <a:lnTo>
                  <a:pt x="3153700" y="126051"/>
                </a:lnTo>
                <a:lnTo>
                  <a:pt x="3153584" y="126650"/>
                </a:lnTo>
                <a:lnTo>
                  <a:pt x="3153512" y="127307"/>
                </a:lnTo>
                <a:lnTo>
                  <a:pt x="3153487" y="128023"/>
                </a:lnTo>
                <a:lnTo>
                  <a:pt x="3153513" y="128717"/>
                </a:lnTo>
                <a:lnTo>
                  <a:pt x="3153587" y="129352"/>
                </a:lnTo>
                <a:lnTo>
                  <a:pt x="3153708" y="129932"/>
                </a:lnTo>
                <a:lnTo>
                  <a:pt x="3153872" y="130460"/>
                </a:lnTo>
                <a:lnTo>
                  <a:pt x="3154075" y="130937"/>
                </a:lnTo>
                <a:lnTo>
                  <a:pt x="3154315" y="131367"/>
                </a:lnTo>
                <a:lnTo>
                  <a:pt x="3154589" y="131752"/>
                </a:lnTo>
                <a:lnTo>
                  <a:pt x="3154894" y="132093"/>
                </a:lnTo>
                <a:lnTo>
                  <a:pt x="3155226" y="132395"/>
                </a:lnTo>
                <a:lnTo>
                  <a:pt x="3155582" y="132659"/>
                </a:lnTo>
                <a:lnTo>
                  <a:pt x="3155959" y="132888"/>
                </a:lnTo>
                <a:lnTo>
                  <a:pt x="3156355" y="133084"/>
                </a:lnTo>
                <a:lnTo>
                  <a:pt x="3156765" y="133250"/>
                </a:lnTo>
                <a:lnTo>
                  <a:pt x="3157188" y="133389"/>
                </a:lnTo>
                <a:lnTo>
                  <a:pt x="3157620" y="133502"/>
                </a:lnTo>
                <a:lnTo>
                  <a:pt x="3158057" y="133593"/>
                </a:lnTo>
                <a:lnTo>
                  <a:pt x="3158497" y="133664"/>
                </a:lnTo>
                <a:lnTo>
                  <a:pt x="3158936" y="133717"/>
                </a:lnTo>
                <a:lnTo>
                  <a:pt x="3159372" y="133755"/>
                </a:lnTo>
                <a:lnTo>
                  <a:pt x="3159802" y="133780"/>
                </a:lnTo>
                <a:lnTo>
                  <a:pt x="3160222" y="133796"/>
                </a:lnTo>
                <a:lnTo>
                  <a:pt x="3160628" y="133804"/>
                </a:lnTo>
                <a:lnTo>
                  <a:pt x="3161019" y="133807"/>
                </a:lnTo>
                <a:lnTo>
                  <a:pt x="3161391" y="133807"/>
                </a:lnTo>
                <a:lnTo>
                  <a:pt x="3218265" y="133807"/>
                </a:lnTo>
                <a:lnTo>
                  <a:pt x="3218637" y="133807"/>
                </a:lnTo>
                <a:lnTo>
                  <a:pt x="3219028" y="133804"/>
                </a:lnTo>
                <a:lnTo>
                  <a:pt x="3219436" y="133796"/>
                </a:lnTo>
                <a:lnTo>
                  <a:pt x="3219855" y="133780"/>
                </a:lnTo>
                <a:lnTo>
                  <a:pt x="3220285" y="133755"/>
                </a:lnTo>
                <a:lnTo>
                  <a:pt x="3220721" y="133717"/>
                </a:lnTo>
                <a:lnTo>
                  <a:pt x="3221161" y="133664"/>
                </a:lnTo>
                <a:lnTo>
                  <a:pt x="3221601" y="133593"/>
                </a:lnTo>
                <a:lnTo>
                  <a:pt x="3222038" y="133502"/>
                </a:lnTo>
                <a:lnTo>
                  <a:pt x="3222469" y="133389"/>
                </a:lnTo>
                <a:lnTo>
                  <a:pt x="3222892" y="133250"/>
                </a:lnTo>
                <a:lnTo>
                  <a:pt x="3223303" y="133084"/>
                </a:lnTo>
                <a:lnTo>
                  <a:pt x="3223698" y="132888"/>
                </a:lnTo>
                <a:lnTo>
                  <a:pt x="3224075" y="132659"/>
                </a:lnTo>
                <a:lnTo>
                  <a:pt x="3224432" y="132395"/>
                </a:lnTo>
                <a:lnTo>
                  <a:pt x="3224763" y="132093"/>
                </a:lnTo>
                <a:lnTo>
                  <a:pt x="3225068" y="131752"/>
                </a:lnTo>
                <a:lnTo>
                  <a:pt x="3225341" y="131367"/>
                </a:lnTo>
                <a:lnTo>
                  <a:pt x="3225581" y="130937"/>
                </a:lnTo>
                <a:lnTo>
                  <a:pt x="3225785" y="130460"/>
                </a:lnTo>
                <a:lnTo>
                  <a:pt x="3225948" y="129932"/>
                </a:lnTo>
                <a:lnTo>
                  <a:pt x="3226069" y="129352"/>
                </a:lnTo>
                <a:lnTo>
                  <a:pt x="3226144" y="128717"/>
                </a:lnTo>
                <a:lnTo>
                  <a:pt x="3226169" y="128023"/>
                </a:lnTo>
                <a:lnTo>
                  <a:pt x="3226144" y="127307"/>
                </a:lnTo>
                <a:lnTo>
                  <a:pt x="3226069" y="126650"/>
                </a:lnTo>
                <a:lnTo>
                  <a:pt x="3225948" y="126051"/>
                </a:lnTo>
                <a:lnTo>
                  <a:pt x="3225785" y="125506"/>
                </a:lnTo>
                <a:lnTo>
                  <a:pt x="3225581" y="125013"/>
                </a:lnTo>
                <a:close/>
                <a:moveTo>
                  <a:pt x="2122964" y="124488"/>
                </a:moveTo>
                <a:lnTo>
                  <a:pt x="2122692" y="124104"/>
                </a:lnTo>
                <a:lnTo>
                  <a:pt x="2122390" y="123762"/>
                </a:lnTo>
                <a:lnTo>
                  <a:pt x="2122061" y="123460"/>
                </a:lnTo>
                <a:lnTo>
                  <a:pt x="2121709" y="123196"/>
                </a:lnTo>
                <a:lnTo>
                  <a:pt x="2121336" y="122967"/>
                </a:lnTo>
                <a:lnTo>
                  <a:pt x="2120946" y="122771"/>
                </a:lnTo>
                <a:lnTo>
                  <a:pt x="2120542" y="122605"/>
                </a:lnTo>
                <a:lnTo>
                  <a:pt x="2120127" y="122466"/>
                </a:lnTo>
                <a:lnTo>
                  <a:pt x="2119704" y="122353"/>
                </a:lnTo>
                <a:lnTo>
                  <a:pt x="2119277" y="122262"/>
                </a:lnTo>
                <a:lnTo>
                  <a:pt x="2118849" y="122192"/>
                </a:lnTo>
                <a:lnTo>
                  <a:pt x="2118422" y="122138"/>
                </a:lnTo>
                <a:lnTo>
                  <a:pt x="2118001" y="122100"/>
                </a:lnTo>
                <a:lnTo>
                  <a:pt x="2117587" y="122075"/>
                </a:lnTo>
                <a:lnTo>
                  <a:pt x="2117185" y="122059"/>
                </a:lnTo>
                <a:lnTo>
                  <a:pt x="2116798" y="122051"/>
                </a:lnTo>
                <a:lnTo>
                  <a:pt x="2116428" y="122048"/>
                </a:lnTo>
                <a:lnTo>
                  <a:pt x="2116079" y="122048"/>
                </a:lnTo>
                <a:lnTo>
                  <a:pt x="2107401" y="122048"/>
                </a:lnTo>
                <a:lnTo>
                  <a:pt x="2107401" y="58678"/>
                </a:lnTo>
                <a:lnTo>
                  <a:pt x="2107395" y="57952"/>
                </a:lnTo>
                <a:lnTo>
                  <a:pt x="2107375" y="57267"/>
                </a:lnTo>
                <a:lnTo>
                  <a:pt x="2107339" y="56623"/>
                </a:lnTo>
                <a:lnTo>
                  <a:pt x="2107285" y="56018"/>
                </a:lnTo>
                <a:lnTo>
                  <a:pt x="2107212" y="55451"/>
                </a:lnTo>
                <a:lnTo>
                  <a:pt x="2107118" y="54922"/>
                </a:lnTo>
                <a:lnTo>
                  <a:pt x="2107001" y="54429"/>
                </a:lnTo>
                <a:lnTo>
                  <a:pt x="2106859" y="53973"/>
                </a:lnTo>
                <a:lnTo>
                  <a:pt x="2106690" y="53551"/>
                </a:lnTo>
                <a:lnTo>
                  <a:pt x="2106492" y="53163"/>
                </a:lnTo>
                <a:lnTo>
                  <a:pt x="2106264" y="52808"/>
                </a:lnTo>
                <a:lnTo>
                  <a:pt x="2106004" y="52485"/>
                </a:lnTo>
                <a:lnTo>
                  <a:pt x="2105709" y="52193"/>
                </a:lnTo>
                <a:lnTo>
                  <a:pt x="2105379" y="51931"/>
                </a:lnTo>
                <a:lnTo>
                  <a:pt x="2105011" y="51698"/>
                </a:lnTo>
                <a:lnTo>
                  <a:pt x="2104603" y="51494"/>
                </a:lnTo>
                <a:lnTo>
                  <a:pt x="2104153" y="51318"/>
                </a:lnTo>
                <a:lnTo>
                  <a:pt x="2103661" y="51168"/>
                </a:lnTo>
                <a:lnTo>
                  <a:pt x="2103123" y="51043"/>
                </a:lnTo>
                <a:lnTo>
                  <a:pt x="2102538" y="50943"/>
                </a:lnTo>
                <a:lnTo>
                  <a:pt x="2101904" y="50867"/>
                </a:lnTo>
                <a:lnTo>
                  <a:pt x="2101219" y="50814"/>
                </a:lnTo>
                <a:lnTo>
                  <a:pt x="2100482" y="50783"/>
                </a:lnTo>
                <a:lnTo>
                  <a:pt x="2099691" y="50773"/>
                </a:lnTo>
                <a:lnTo>
                  <a:pt x="2085617" y="50773"/>
                </a:lnTo>
                <a:lnTo>
                  <a:pt x="2085223" y="50773"/>
                </a:lnTo>
                <a:lnTo>
                  <a:pt x="2084814" y="50776"/>
                </a:lnTo>
                <a:lnTo>
                  <a:pt x="2084392" y="50784"/>
                </a:lnTo>
                <a:lnTo>
                  <a:pt x="2083960" y="50800"/>
                </a:lnTo>
                <a:lnTo>
                  <a:pt x="2083522" y="50827"/>
                </a:lnTo>
                <a:lnTo>
                  <a:pt x="2083080" y="50866"/>
                </a:lnTo>
                <a:lnTo>
                  <a:pt x="2082637" y="50921"/>
                </a:lnTo>
                <a:lnTo>
                  <a:pt x="2082196" y="50994"/>
                </a:lnTo>
                <a:lnTo>
                  <a:pt x="2081760" y="51088"/>
                </a:lnTo>
                <a:lnTo>
                  <a:pt x="2081331" y="51205"/>
                </a:lnTo>
                <a:lnTo>
                  <a:pt x="2080913" y="51348"/>
                </a:lnTo>
                <a:lnTo>
                  <a:pt x="2080508" y="51520"/>
                </a:lnTo>
                <a:lnTo>
                  <a:pt x="2080119" y="51723"/>
                </a:lnTo>
                <a:lnTo>
                  <a:pt x="2079749" y="51959"/>
                </a:lnTo>
                <a:lnTo>
                  <a:pt x="2079400" y="52232"/>
                </a:lnTo>
                <a:lnTo>
                  <a:pt x="2079076" y="52544"/>
                </a:lnTo>
                <a:lnTo>
                  <a:pt x="2078780" y="52897"/>
                </a:lnTo>
                <a:lnTo>
                  <a:pt x="2078514" y="53295"/>
                </a:lnTo>
                <a:lnTo>
                  <a:pt x="2078281" y="53739"/>
                </a:lnTo>
                <a:lnTo>
                  <a:pt x="2078084" y="54232"/>
                </a:lnTo>
                <a:lnTo>
                  <a:pt x="2077926" y="54778"/>
                </a:lnTo>
                <a:lnTo>
                  <a:pt x="2077809" y="55377"/>
                </a:lnTo>
                <a:lnTo>
                  <a:pt x="2077737" y="56034"/>
                </a:lnTo>
                <a:lnTo>
                  <a:pt x="2077713" y="56751"/>
                </a:lnTo>
                <a:lnTo>
                  <a:pt x="2077738" y="57444"/>
                </a:lnTo>
                <a:lnTo>
                  <a:pt x="2077813" y="58080"/>
                </a:lnTo>
                <a:lnTo>
                  <a:pt x="2077933" y="58660"/>
                </a:lnTo>
                <a:lnTo>
                  <a:pt x="2078097" y="59188"/>
                </a:lnTo>
                <a:lnTo>
                  <a:pt x="2078299" y="59665"/>
                </a:lnTo>
                <a:lnTo>
                  <a:pt x="2078538" y="60095"/>
                </a:lnTo>
                <a:lnTo>
                  <a:pt x="2078810" y="60479"/>
                </a:lnTo>
                <a:lnTo>
                  <a:pt x="2079112" y="60821"/>
                </a:lnTo>
                <a:lnTo>
                  <a:pt x="2079441" y="61123"/>
                </a:lnTo>
                <a:lnTo>
                  <a:pt x="2079794" y="61387"/>
                </a:lnTo>
                <a:lnTo>
                  <a:pt x="2080166" y="61616"/>
                </a:lnTo>
                <a:lnTo>
                  <a:pt x="2080556" y="61812"/>
                </a:lnTo>
                <a:lnTo>
                  <a:pt x="2080960" y="61978"/>
                </a:lnTo>
                <a:lnTo>
                  <a:pt x="2081375" y="62116"/>
                </a:lnTo>
                <a:lnTo>
                  <a:pt x="2081798" y="62230"/>
                </a:lnTo>
                <a:lnTo>
                  <a:pt x="2082225" y="62321"/>
                </a:lnTo>
                <a:lnTo>
                  <a:pt x="2082654" y="62391"/>
                </a:lnTo>
                <a:lnTo>
                  <a:pt x="2083080" y="62444"/>
                </a:lnTo>
                <a:lnTo>
                  <a:pt x="2083502" y="62482"/>
                </a:lnTo>
                <a:lnTo>
                  <a:pt x="2083915" y="62508"/>
                </a:lnTo>
                <a:lnTo>
                  <a:pt x="2084317" y="62523"/>
                </a:lnTo>
                <a:lnTo>
                  <a:pt x="2084705" y="62531"/>
                </a:lnTo>
                <a:lnTo>
                  <a:pt x="2085074" y="62534"/>
                </a:lnTo>
                <a:lnTo>
                  <a:pt x="2085423" y="62535"/>
                </a:lnTo>
                <a:lnTo>
                  <a:pt x="2094098" y="62535"/>
                </a:lnTo>
                <a:lnTo>
                  <a:pt x="2094098" y="103558"/>
                </a:lnTo>
                <a:lnTo>
                  <a:pt x="2094019" y="105644"/>
                </a:lnTo>
                <a:lnTo>
                  <a:pt x="2093788" y="107580"/>
                </a:lnTo>
                <a:lnTo>
                  <a:pt x="2093415" y="109371"/>
                </a:lnTo>
                <a:lnTo>
                  <a:pt x="2092913" y="111022"/>
                </a:lnTo>
                <a:lnTo>
                  <a:pt x="2092292" y="112538"/>
                </a:lnTo>
                <a:lnTo>
                  <a:pt x="2091562" y="113926"/>
                </a:lnTo>
                <a:lnTo>
                  <a:pt x="2090735" y="115191"/>
                </a:lnTo>
                <a:lnTo>
                  <a:pt x="2089822" y="116338"/>
                </a:lnTo>
                <a:lnTo>
                  <a:pt x="2088832" y="117373"/>
                </a:lnTo>
                <a:lnTo>
                  <a:pt x="2087779" y="118301"/>
                </a:lnTo>
                <a:lnTo>
                  <a:pt x="2086671" y="119128"/>
                </a:lnTo>
                <a:lnTo>
                  <a:pt x="2085520" y="119859"/>
                </a:lnTo>
                <a:lnTo>
                  <a:pt x="2084337" y="120500"/>
                </a:lnTo>
                <a:lnTo>
                  <a:pt x="2083133" y="121057"/>
                </a:lnTo>
                <a:lnTo>
                  <a:pt x="2081918" y="121534"/>
                </a:lnTo>
                <a:lnTo>
                  <a:pt x="2080704" y="121938"/>
                </a:lnTo>
                <a:lnTo>
                  <a:pt x="2079501" y="122273"/>
                </a:lnTo>
                <a:lnTo>
                  <a:pt x="2078321" y="122546"/>
                </a:lnTo>
                <a:lnTo>
                  <a:pt x="2077174" y="122762"/>
                </a:lnTo>
                <a:lnTo>
                  <a:pt x="2076070" y="122927"/>
                </a:lnTo>
                <a:lnTo>
                  <a:pt x="2075022" y="123045"/>
                </a:lnTo>
                <a:lnTo>
                  <a:pt x="2074039" y="123122"/>
                </a:lnTo>
                <a:lnTo>
                  <a:pt x="2073133" y="123165"/>
                </a:lnTo>
                <a:lnTo>
                  <a:pt x="2072315" y="123178"/>
                </a:lnTo>
                <a:lnTo>
                  <a:pt x="2070489" y="123145"/>
                </a:lnTo>
                <a:lnTo>
                  <a:pt x="2068815" y="123049"/>
                </a:lnTo>
                <a:lnTo>
                  <a:pt x="2067287" y="122893"/>
                </a:lnTo>
                <a:lnTo>
                  <a:pt x="2065897" y="122679"/>
                </a:lnTo>
                <a:lnTo>
                  <a:pt x="2064640" y="122410"/>
                </a:lnTo>
                <a:lnTo>
                  <a:pt x="2063508" y="122089"/>
                </a:lnTo>
                <a:lnTo>
                  <a:pt x="2062496" y="121719"/>
                </a:lnTo>
                <a:lnTo>
                  <a:pt x="2061595" y="121302"/>
                </a:lnTo>
                <a:lnTo>
                  <a:pt x="2060801" y="120842"/>
                </a:lnTo>
                <a:lnTo>
                  <a:pt x="2060106" y="120342"/>
                </a:lnTo>
                <a:lnTo>
                  <a:pt x="2059503" y="119804"/>
                </a:lnTo>
                <a:lnTo>
                  <a:pt x="2058986" y="119230"/>
                </a:lnTo>
                <a:lnTo>
                  <a:pt x="2058549" y="118625"/>
                </a:lnTo>
                <a:lnTo>
                  <a:pt x="2058184" y="117991"/>
                </a:lnTo>
                <a:lnTo>
                  <a:pt x="2057885" y="117330"/>
                </a:lnTo>
                <a:lnTo>
                  <a:pt x="2057646" y="116645"/>
                </a:lnTo>
                <a:lnTo>
                  <a:pt x="2057460" y="115940"/>
                </a:lnTo>
                <a:lnTo>
                  <a:pt x="2057320" y="115217"/>
                </a:lnTo>
                <a:lnTo>
                  <a:pt x="2057220" y="114479"/>
                </a:lnTo>
                <a:lnTo>
                  <a:pt x="2057153" y="113729"/>
                </a:lnTo>
                <a:lnTo>
                  <a:pt x="2057112" y="112969"/>
                </a:lnTo>
                <a:lnTo>
                  <a:pt x="2057091" y="112203"/>
                </a:lnTo>
                <a:lnTo>
                  <a:pt x="2057083" y="111433"/>
                </a:lnTo>
                <a:lnTo>
                  <a:pt x="2057082" y="110663"/>
                </a:lnTo>
                <a:lnTo>
                  <a:pt x="2057082" y="58678"/>
                </a:lnTo>
                <a:lnTo>
                  <a:pt x="2057076" y="57952"/>
                </a:lnTo>
                <a:lnTo>
                  <a:pt x="2057056" y="57267"/>
                </a:lnTo>
                <a:lnTo>
                  <a:pt x="2057020" y="56623"/>
                </a:lnTo>
                <a:lnTo>
                  <a:pt x="2056966" y="56018"/>
                </a:lnTo>
                <a:lnTo>
                  <a:pt x="2056893" y="55451"/>
                </a:lnTo>
                <a:lnTo>
                  <a:pt x="2056799" y="54922"/>
                </a:lnTo>
                <a:lnTo>
                  <a:pt x="2056682" y="54429"/>
                </a:lnTo>
                <a:lnTo>
                  <a:pt x="2056540" y="53973"/>
                </a:lnTo>
                <a:lnTo>
                  <a:pt x="2056371" y="53551"/>
                </a:lnTo>
                <a:lnTo>
                  <a:pt x="2056173" y="53163"/>
                </a:lnTo>
                <a:lnTo>
                  <a:pt x="2055945" y="52808"/>
                </a:lnTo>
                <a:lnTo>
                  <a:pt x="2055685" y="52485"/>
                </a:lnTo>
                <a:lnTo>
                  <a:pt x="2055390" y="52193"/>
                </a:lnTo>
                <a:lnTo>
                  <a:pt x="2055060" y="51931"/>
                </a:lnTo>
                <a:lnTo>
                  <a:pt x="2054692" y="51698"/>
                </a:lnTo>
                <a:lnTo>
                  <a:pt x="2054284" y="51494"/>
                </a:lnTo>
                <a:lnTo>
                  <a:pt x="2053834" y="51318"/>
                </a:lnTo>
                <a:lnTo>
                  <a:pt x="2053342" y="51168"/>
                </a:lnTo>
                <a:lnTo>
                  <a:pt x="2052804" y="51043"/>
                </a:lnTo>
                <a:lnTo>
                  <a:pt x="2052219" y="50943"/>
                </a:lnTo>
                <a:lnTo>
                  <a:pt x="2051585" y="50867"/>
                </a:lnTo>
                <a:lnTo>
                  <a:pt x="2050900" y="50814"/>
                </a:lnTo>
                <a:lnTo>
                  <a:pt x="2050163" y="50783"/>
                </a:lnTo>
                <a:lnTo>
                  <a:pt x="2049372" y="50773"/>
                </a:lnTo>
                <a:lnTo>
                  <a:pt x="2035298" y="50773"/>
                </a:lnTo>
                <a:lnTo>
                  <a:pt x="2034904" y="50773"/>
                </a:lnTo>
                <a:lnTo>
                  <a:pt x="2034495" y="50776"/>
                </a:lnTo>
                <a:lnTo>
                  <a:pt x="2034073" y="50784"/>
                </a:lnTo>
                <a:lnTo>
                  <a:pt x="2033641" y="50800"/>
                </a:lnTo>
                <a:lnTo>
                  <a:pt x="2033203" y="50827"/>
                </a:lnTo>
                <a:lnTo>
                  <a:pt x="2032761" y="50866"/>
                </a:lnTo>
                <a:lnTo>
                  <a:pt x="2032318" y="50921"/>
                </a:lnTo>
                <a:lnTo>
                  <a:pt x="2031877" y="50994"/>
                </a:lnTo>
                <a:lnTo>
                  <a:pt x="2031441" y="51088"/>
                </a:lnTo>
                <a:lnTo>
                  <a:pt x="2031012" y="51205"/>
                </a:lnTo>
                <a:lnTo>
                  <a:pt x="2030594" y="51348"/>
                </a:lnTo>
                <a:lnTo>
                  <a:pt x="2030189" y="51520"/>
                </a:lnTo>
                <a:lnTo>
                  <a:pt x="2029800" y="51723"/>
                </a:lnTo>
                <a:lnTo>
                  <a:pt x="2029430" y="51959"/>
                </a:lnTo>
                <a:lnTo>
                  <a:pt x="2029081" y="52232"/>
                </a:lnTo>
                <a:lnTo>
                  <a:pt x="2028757" y="52544"/>
                </a:lnTo>
                <a:lnTo>
                  <a:pt x="2028461" y="52897"/>
                </a:lnTo>
                <a:lnTo>
                  <a:pt x="2028195" y="53295"/>
                </a:lnTo>
                <a:lnTo>
                  <a:pt x="2027962" y="53739"/>
                </a:lnTo>
                <a:lnTo>
                  <a:pt x="2027765" y="54232"/>
                </a:lnTo>
                <a:lnTo>
                  <a:pt x="2027607" y="54778"/>
                </a:lnTo>
                <a:lnTo>
                  <a:pt x="2027490" y="55377"/>
                </a:lnTo>
                <a:lnTo>
                  <a:pt x="2027418" y="56034"/>
                </a:lnTo>
                <a:lnTo>
                  <a:pt x="2027394" y="56751"/>
                </a:lnTo>
                <a:lnTo>
                  <a:pt x="2027419" y="57444"/>
                </a:lnTo>
                <a:lnTo>
                  <a:pt x="2027494" y="58080"/>
                </a:lnTo>
                <a:lnTo>
                  <a:pt x="2027614" y="58660"/>
                </a:lnTo>
                <a:lnTo>
                  <a:pt x="2027778" y="59188"/>
                </a:lnTo>
                <a:lnTo>
                  <a:pt x="2027980" y="59665"/>
                </a:lnTo>
                <a:lnTo>
                  <a:pt x="2028219" y="60095"/>
                </a:lnTo>
                <a:lnTo>
                  <a:pt x="2028491" y="60479"/>
                </a:lnTo>
                <a:lnTo>
                  <a:pt x="2028793" y="60821"/>
                </a:lnTo>
                <a:lnTo>
                  <a:pt x="2029122" y="61123"/>
                </a:lnTo>
                <a:lnTo>
                  <a:pt x="2029475" y="61387"/>
                </a:lnTo>
                <a:lnTo>
                  <a:pt x="2029847" y="61616"/>
                </a:lnTo>
                <a:lnTo>
                  <a:pt x="2030237" y="61812"/>
                </a:lnTo>
                <a:lnTo>
                  <a:pt x="2030641" y="61978"/>
                </a:lnTo>
                <a:lnTo>
                  <a:pt x="2031056" y="62116"/>
                </a:lnTo>
                <a:lnTo>
                  <a:pt x="2031479" y="62230"/>
                </a:lnTo>
                <a:lnTo>
                  <a:pt x="2031906" y="62321"/>
                </a:lnTo>
                <a:lnTo>
                  <a:pt x="2032335" y="62391"/>
                </a:lnTo>
                <a:lnTo>
                  <a:pt x="2032761" y="62444"/>
                </a:lnTo>
                <a:lnTo>
                  <a:pt x="2033183" y="62482"/>
                </a:lnTo>
                <a:lnTo>
                  <a:pt x="2033596" y="62508"/>
                </a:lnTo>
                <a:lnTo>
                  <a:pt x="2033998" y="62523"/>
                </a:lnTo>
                <a:lnTo>
                  <a:pt x="2034386" y="62531"/>
                </a:lnTo>
                <a:lnTo>
                  <a:pt x="2034755" y="62534"/>
                </a:lnTo>
                <a:lnTo>
                  <a:pt x="2035104" y="62535"/>
                </a:lnTo>
                <a:lnTo>
                  <a:pt x="2043782" y="62535"/>
                </a:lnTo>
                <a:lnTo>
                  <a:pt x="2043782" y="111819"/>
                </a:lnTo>
                <a:lnTo>
                  <a:pt x="2043851" y="114059"/>
                </a:lnTo>
                <a:lnTo>
                  <a:pt x="2044052" y="116159"/>
                </a:lnTo>
                <a:lnTo>
                  <a:pt x="2044381" y="118122"/>
                </a:lnTo>
                <a:lnTo>
                  <a:pt x="2044833" y="119953"/>
                </a:lnTo>
                <a:lnTo>
                  <a:pt x="2045401" y="121655"/>
                </a:lnTo>
                <a:lnTo>
                  <a:pt x="2046080" y="123233"/>
                </a:lnTo>
                <a:lnTo>
                  <a:pt x="2046866" y="124690"/>
                </a:lnTo>
                <a:lnTo>
                  <a:pt x="2047752" y="126032"/>
                </a:lnTo>
                <a:lnTo>
                  <a:pt x="2048733" y="127260"/>
                </a:lnTo>
                <a:lnTo>
                  <a:pt x="2049803" y="128381"/>
                </a:lnTo>
                <a:lnTo>
                  <a:pt x="2050958" y="129397"/>
                </a:lnTo>
                <a:lnTo>
                  <a:pt x="2052192" y="130313"/>
                </a:lnTo>
                <a:lnTo>
                  <a:pt x="2053499" y="131132"/>
                </a:lnTo>
                <a:lnTo>
                  <a:pt x="2054873" y="131859"/>
                </a:lnTo>
                <a:lnTo>
                  <a:pt x="2056311" y="132498"/>
                </a:lnTo>
                <a:lnTo>
                  <a:pt x="2057805" y="133053"/>
                </a:lnTo>
                <a:lnTo>
                  <a:pt x="2059351" y="133527"/>
                </a:lnTo>
                <a:lnTo>
                  <a:pt x="2060943" y="133925"/>
                </a:lnTo>
                <a:lnTo>
                  <a:pt x="2062575" y="134251"/>
                </a:lnTo>
                <a:lnTo>
                  <a:pt x="2064243" y="134509"/>
                </a:lnTo>
                <a:lnTo>
                  <a:pt x="2065941" y="134702"/>
                </a:lnTo>
                <a:lnTo>
                  <a:pt x="2067663" y="134835"/>
                </a:lnTo>
                <a:lnTo>
                  <a:pt x="2069404" y="134912"/>
                </a:lnTo>
                <a:lnTo>
                  <a:pt x="2071159" y="134937"/>
                </a:lnTo>
                <a:lnTo>
                  <a:pt x="2072147" y="134927"/>
                </a:lnTo>
                <a:lnTo>
                  <a:pt x="2073134" y="134896"/>
                </a:lnTo>
                <a:lnTo>
                  <a:pt x="2074121" y="134844"/>
                </a:lnTo>
                <a:lnTo>
                  <a:pt x="2075107" y="134769"/>
                </a:lnTo>
                <a:lnTo>
                  <a:pt x="2076092" y="134672"/>
                </a:lnTo>
                <a:lnTo>
                  <a:pt x="2077075" y="134551"/>
                </a:lnTo>
                <a:lnTo>
                  <a:pt x="2078056" y="134407"/>
                </a:lnTo>
                <a:lnTo>
                  <a:pt x="2079034" y="134237"/>
                </a:lnTo>
                <a:lnTo>
                  <a:pt x="2080010" y="134042"/>
                </a:lnTo>
                <a:lnTo>
                  <a:pt x="2080983" y="133822"/>
                </a:lnTo>
                <a:lnTo>
                  <a:pt x="2081953" y="133574"/>
                </a:lnTo>
                <a:lnTo>
                  <a:pt x="2082919" y="133299"/>
                </a:lnTo>
                <a:lnTo>
                  <a:pt x="2083880" y="132995"/>
                </a:lnTo>
                <a:lnTo>
                  <a:pt x="2084838" y="132663"/>
                </a:lnTo>
                <a:lnTo>
                  <a:pt x="2085791" y="132302"/>
                </a:lnTo>
                <a:lnTo>
                  <a:pt x="2086738" y="131910"/>
                </a:lnTo>
                <a:lnTo>
                  <a:pt x="2087681" y="131487"/>
                </a:lnTo>
                <a:lnTo>
                  <a:pt x="2088617" y="131033"/>
                </a:lnTo>
                <a:lnTo>
                  <a:pt x="2089548" y="130547"/>
                </a:lnTo>
                <a:lnTo>
                  <a:pt x="2090472" y="130028"/>
                </a:lnTo>
                <a:lnTo>
                  <a:pt x="2091390" y="129476"/>
                </a:lnTo>
                <a:lnTo>
                  <a:pt x="2092300" y="128890"/>
                </a:lnTo>
                <a:lnTo>
                  <a:pt x="2093203" y="128268"/>
                </a:lnTo>
                <a:lnTo>
                  <a:pt x="2094098" y="127611"/>
                </a:lnTo>
                <a:lnTo>
                  <a:pt x="2094142" y="128354"/>
                </a:lnTo>
                <a:lnTo>
                  <a:pt x="2094225" y="129035"/>
                </a:lnTo>
                <a:lnTo>
                  <a:pt x="2094343" y="129656"/>
                </a:lnTo>
                <a:lnTo>
                  <a:pt x="2094496" y="130222"/>
                </a:lnTo>
                <a:lnTo>
                  <a:pt x="2094682" y="130733"/>
                </a:lnTo>
                <a:lnTo>
                  <a:pt x="2094897" y="131193"/>
                </a:lnTo>
                <a:lnTo>
                  <a:pt x="2095142" y="131605"/>
                </a:lnTo>
                <a:lnTo>
                  <a:pt x="2095413" y="131971"/>
                </a:lnTo>
                <a:lnTo>
                  <a:pt x="2095709" y="132295"/>
                </a:lnTo>
                <a:lnTo>
                  <a:pt x="2096028" y="132577"/>
                </a:lnTo>
                <a:lnTo>
                  <a:pt x="2096368" y="132822"/>
                </a:lnTo>
                <a:lnTo>
                  <a:pt x="2096726" y="133033"/>
                </a:lnTo>
                <a:lnTo>
                  <a:pt x="2097102" y="133211"/>
                </a:lnTo>
                <a:lnTo>
                  <a:pt x="2097493" y="133359"/>
                </a:lnTo>
                <a:lnTo>
                  <a:pt x="2097897" y="133480"/>
                </a:lnTo>
                <a:lnTo>
                  <a:pt x="2098312" y="133578"/>
                </a:lnTo>
                <a:lnTo>
                  <a:pt x="2098737" y="133653"/>
                </a:lnTo>
                <a:lnTo>
                  <a:pt x="2099169" y="133710"/>
                </a:lnTo>
                <a:lnTo>
                  <a:pt x="2099607" y="133751"/>
                </a:lnTo>
                <a:lnTo>
                  <a:pt x="2100049" y="133778"/>
                </a:lnTo>
                <a:lnTo>
                  <a:pt x="2100492" y="133795"/>
                </a:lnTo>
                <a:lnTo>
                  <a:pt x="2100935" y="133804"/>
                </a:lnTo>
                <a:lnTo>
                  <a:pt x="2101375" y="133807"/>
                </a:lnTo>
                <a:lnTo>
                  <a:pt x="2101812" y="133807"/>
                </a:lnTo>
                <a:lnTo>
                  <a:pt x="2115885" y="133807"/>
                </a:lnTo>
                <a:lnTo>
                  <a:pt x="2116279" y="133807"/>
                </a:lnTo>
                <a:lnTo>
                  <a:pt x="2116689" y="133804"/>
                </a:lnTo>
                <a:lnTo>
                  <a:pt x="2117111" y="133795"/>
                </a:lnTo>
                <a:lnTo>
                  <a:pt x="2117542" y="133780"/>
                </a:lnTo>
                <a:lnTo>
                  <a:pt x="2117980" y="133753"/>
                </a:lnTo>
                <a:lnTo>
                  <a:pt x="2118422" y="133714"/>
                </a:lnTo>
                <a:lnTo>
                  <a:pt x="2118865" y="133659"/>
                </a:lnTo>
                <a:lnTo>
                  <a:pt x="2119306" y="133586"/>
                </a:lnTo>
                <a:lnTo>
                  <a:pt x="2119742" y="133492"/>
                </a:lnTo>
                <a:lnTo>
                  <a:pt x="2120171" y="133375"/>
                </a:lnTo>
                <a:lnTo>
                  <a:pt x="2120590" y="133232"/>
                </a:lnTo>
                <a:lnTo>
                  <a:pt x="2120995" y="133060"/>
                </a:lnTo>
                <a:lnTo>
                  <a:pt x="2121384" y="132858"/>
                </a:lnTo>
                <a:lnTo>
                  <a:pt x="2121754" y="132621"/>
                </a:lnTo>
                <a:lnTo>
                  <a:pt x="2122102" y="132348"/>
                </a:lnTo>
                <a:lnTo>
                  <a:pt x="2122426" y="132037"/>
                </a:lnTo>
                <a:lnTo>
                  <a:pt x="2122723" y="131684"/>
                </a:lnTo>
                <a:lnTo>
                  <a:pt x="2122989" y="131286"/>
                </a:lnTo>
                <a:lnTo>
                  <a:pt x="2123222" y="130842"/>
                </a:lnTo>
                <a:lnTo>
                  <a:pt x="2123419" y="130349"/>
                </a:lnTo>
                <a:lnTo>
                  <a:pt x="2123577" y="129804"/>
                </a:lnTo>
                <a:lnTo>
                  <a:pt x="2123693" y="129205"/>
                </a:lnTo>
                <a:lnTo>
                  <a:pt x="2123765" y="128548"/>
                </a:lnTo>
                <a:lnTo>
                  <a:pt x="2123790" y="127832"/>
                </a:lnTo>
                <a:lnTo>
                  <a:pt x="2123764" y="127139"/>
                </a:lnTo>
                <a:lnTo>
                  <a:pt x="2123690" y="126503"/>
                </a:lnTo>
                <a:lnTo>
                  <a:pt x="2123569" y="125923"/>
                </a:lnTo>
                <a:lnTo>
                  <a:pt x="2123406" y="125395"/>
                </a:lnTo>
                <a:lnTo>
                  <a:pt x="2123203" y="124918"/>
                </a:lnTo>
                <a:lnTo>
                  <a:pt x="2122964" y="124488"/>
                </a:lnTo>
                <a:close/>
                <a:moveTo>
                  <a:pt x="2620612" y="112747"/>
                </a:moveTo>
                <a:lnTo>
                  <a:pt x="2620612" y="112748"/>
                </a:lnTo>
                <a:lnTo>
                  <a:pt x="2620612" y="112746"/>
                </a:lnTo>
                <a:lnTo>
                  <a:pt x="2620612" y="112747"/>
                </a:lnTo>
                <a:close/>
                <a:moveTo>
                  <a:pt x="2825562" y="78187"/>
                </a:moveTo>
                <a:lnTo>
                  <a:pt x="2824670" y="75592"/>
                </a:lnTo>
                <a:lnTo>
                  <a:pt x="2823636" y="73083"/>
                </a:lnTo>
                <a:lnTo>
                  <a:pt x="2822465" y="70667"/>
                </a:lnTo>
                <a:lnTo>
                  <a:pt x="2821163" y="68350"/>
                </a:lnTo>
                <a:lnTo>
                  <a:pt x="2819738" y="66139"/>
                </a:lnTo>
                <a:lnTo>
                  <a:pt x="2818193" y="64038"/>
                </a:lnTo>
                <a:lnTo>
                  <a:pt x="2816536" y="62056"/>
                </a:lnTo>
                <a:lnTo>
                  <a:pt x="2814773" y="60196"/>
                </a:lnTo>
                <a:lnTo>
                  <a:pt x="2812910" y="58466"/>
                </a:lnTo>
                <a:lnTo>
                  <a:pt x="2810952" y="56873"/>
                </a:lnTo>
                <a:lnTo>
                  <a:pt x="2808905" y="55420"/>
                </a:lnTo>
                <a:lnTo>
                  <a:pt x="2806777" y="54116"/>
                </a:lnTo>
                <a:lnTo>
                  <a:pt x="2804572" y="52966"/>
                </a:lnTo>
                <a:lnTo>
                  <a:pt x="2802297" y="51976"/>
                </a:lnTo>
                <a:lnTo>
                  <a:pt x="2799957" y="51153"/>
                </a:lnTo>
                <a:lnTo>
                  <a:pt x="2797559" y="50501"/>
                </a:lnTo>
                <a:lnTo>
                  <a:pt x="2795110" y="50029"/>
                </a:lnTo>
                <a:lnTo>
                  <a:pt x="2792614" y="49740"/>
                </a:lnTo>
                <a:lnTo>
                  <a:pt x="2790077" y="49643"/>
                </a:lnTo>
                <a:lnTo>
                  <a:pt x="2788924" y="49661"/>
                </a:lnTo>
                <a:lnTo>
                  <a:pt x="2787777" y="49715"/>
                </a:lnTo>
                <a:lnTo>
                  <a:pt x="2786637" y="49804"/>
                </a:lnTo>
                <a:lnTo>
                  <a:pt x="2785505" y="49928"/>
                </a:lnTo>
                <a:lnTo>
                  <a:pt x="2784383" y="50086"/>
                </a:lnTo>
                <a:lnTo>
                  <a:pt x="2783269" y="50279"/>
                </a:lnTo>
                <a:lnTo>
                  <a:pt x="2782166" y="50505"/>
                </a:lnTo>
                <a:lnTo>
                  <a:pt x="2781073" y="50764"/>
                </a:lnTo>
                <a:lnTo>
                  <a:pt x="2779991" y="51057"/>
                </a:lnTo>
                <a:lnTo>
                  <a:pt x="2778922" y="51381"/>
                </a:lnTo>
                <a:lnTo>
                  <a:pt x="2777865" y="51738"/>
                </a:lnTo>
                <a:lnTo>
                  <a:pt x="2776822" y="52126"/>
                </a:lnTo>
                <a:lnTo>
                  <a:pt x="2775793" y="52545"/>
                </a:lnTo>
                <a:lnTo>
                  <a:pt x="2774778" y="52995"/>
                </a:lnTo>
                <a:lnTo>
                  <a:pt x="2773779" y="53476"/>
                </a:lnTo>
                <a:lnTo>
                  <a:pt x="2772796" y="53986"/>
                </a:lnTo>
                <a:lnTo>
                  <a:pt x="2771830" y="54525"/>
                </a:lnTo>
                <a:lnTo>
                  <a:pt x="2770881" y="55094"/>
                </a:lnTo>
                <a:lnTo>
                  <a:pt x="2769950" y="55691"/>
                </a:lnTo>
                <a:lnTo>
                  <a:pt x="2769038" y="56317"/>
                </a:lnTo>
                <a:lnTo>
                  <a:pt x="2768145" y="56970"/>
                </a:lnTo>
                <a:lnTo>
                  <a:pt x="2767273" y="57651"/>
                </a:lnTo>
                <a:lnTo>
                  <a:pt x="2766421" y="58358"/>
                </a:lnTo>
                <a:lnTo>
                  <a:pt x="2765590" y="59093"/>
                </a:lnTo>
                <a:lnTo>
                  <a:pt x="2765588" y="58405"/>
                </a:lnTo>
                <a:lnTo>
                  <a:pt x="2765578" y="57749"/>
                </a:lnTo>
                <a:lnTo>
                  <a:pt x="2765559" y="57122"/>
                </a:lnTo>
                <a:lnTo>
                  <a:pt x="2765528" y="56525"/>
                </a:lnTo>
                <a:lnTo>
                  <a:pt x="2765481" y="55959"/>
                </a:lnTo>
                <a:lnTo>
                  <a:pt x="2765415" y="55422"/>
                </a:lnTo>
                <a:lnTo>
                  <a:pt x="2765329" y="54915"/>
                </a:lnTo>
                <a:lnTo>
                  <a:pt x="2765219" y="54438"/>
                </a:lnTo>
                <a:lnTo>
                  <a:pt x="2765082" y="53991"/>
                </a:lnTo>
                <a:lnTo>
                  <a:pt x="2764915" y="53573"/>
                </a:lnTo>
                <a:lnTo>
                  <a:pt x="2764716" y="53185"/>
                </a:lnTo>
                <a:lnTo>
                  <a:pt x="2764482" y="52825"/>
                </a:lnTo>
                <a:lnTo>
                  <a:pt x="2764209" y="52496"/>
                </a:lnTo>
                <a:lnTo>
                  <a:pt x="2763896" y="52195"/>
                </a:lnTo>
                <a:lnTo>
                  <a:pt x="2763538" y="51924"/>
                </a:lnTo>
                <a:lnTo>
                  <a:pt x="2763134" y="51681"/>
                </a:lnTo>
                <a:lnTo>
                  <a:pt x="2762681" y="51467"/>
                </a:lnTo>
                <a:lnTo>
                  <a:pt x="2762175" y="51282"/>
                </a:lnTo>
                <a:lnTo>
                  <a:pt x="2761614" y="51126"/>
                </a:lnTo>
                <a:lnTo>
                  <a:pt x="2760994" y="50999"/>
                </a:lnTo>
                <a:lnTo>
                  <a:pt x="2760314" y="50900"/>
                </a:lnTo>
                <a:lnTo>
                  <a:pt x="2759570" y="50829"/>
                </a:lnTo>
                <a:lnTo>
                  <a:pt x="2758760" y="50787"/>
                </a:lnTo>
                <a:lnTo>
                  <a:pt x="2757880" y="50773"/>
                </a:lnTo>
                <a:lnTo>
                  <a:pt x="2743806" y="50773"/>
                </a:lnTo>
                <a:lnTo>
                  <a:pt x="2743412" y="50773"/>
                </a:lnTo>
                <a:lnTo>
                  <a:pt x="2743003" y="50776"/>
                </a:lnTo>
                <a:lnTo>
                  <a:pt x="2742581" y="50784"/>
                </a:lnTo>
                <a:lnTo>
                  <a:pt x="2742149" y="50800"/>
                </a:lnTo>
                <a:lnTo>
                  <a:pt x="2741711" y="50827"/>
                </a:lnTo>
                <a:lnTo>
                  <a:pt x="2741269" y="50866"/>
                </a:lnTo>
                <a:lnTo>
                  <a:pt x="2740826" y="50921"/>
                </a:lnTo>
                <a:lnTo>
                  <a:pt x="2740385" y="50994"/>
                </a:lnTo>
                <a:lnTo>
                  <a:pt x="2739949" y="51088"/>
                </a:lnTo>
                <a:lnTo>
                  <a:pt x="2739520" y="51205"/>
                </a:lnTo>
                <a:lnTo>
                  <a:pt x="2739102" y="51348"/>
                </a:lnTo>
                <a:lnTo>
                  <a:pt x="2738697" y="51520"/>
                </a:lnTo>
                <a:lnTo>
                  <a:pt x="2738308" y="51723"/>
                </a:lnTo>
                <a:lnTo>
                  <a:pt x="2737938" y="51959"/>
                </a:lnTo>
                <a:lnTo>
                  <a:pt x="2737589" y="52232"/>
                </a:lnTo>
                <a:lnTo>
                  <a:pt x="2737265" y="52544"/>
                </a:lnTo>
                <a:lnTo>
                  <a:pt x="2736969" y="52897"/>
                </a:lnTo>
                <a:lnTo>
                  <a:pt x="2736703" y="53295"/>
                </a:lnTo>
                <a:lnTo>
                  <a:pt x="2736470" y="53739"/>
                </a:lnTo>
                <a:lnTo>
                  <a:pt x="2736273" y="54232"/>
                </a:lnTo>
                <a:lnTo>
                  <a:pt x="2736115" y="54778"/>
                </a:lnTo>
                <a:lnTo>
                  <a:pt x="2735998" y="55377"/>
                </a:lnTo>
                <a:lnTo>
                  <a:pt x="2735926" y="56034"/>
                </a:lnTo>
                <a:lnTo>
                  <a:pt x="2735902" y="56751"/>
                </a:lnTo>
                <a:lnTo>
                  <a:pt x="2735927" y="57444"/>
                </a:lnTo>
                <a:lnTo>
                  <a:pt x="2736002" y="58080"/>
                </a:lnTo>
                <a:lnTo>
                  <a:pt x="2736122" y="58660"/>
                </a:lnTo>
                <a:lnTo>
                  <a:pt x="2736286" y="59188"/>
                </a:lnTo>
                <a:lnTo>
                  <a:pt x="2736488" y="59665"/>
                </a:lnTo>
                <a:lnTo>
                  <a:pt x="2736727" y="60095"/>
                </a:lnTo>
                <a:lnTo>
                  <a:pt x="2736999" y="60479"/>
                </a:lnTo>
                <a:lnTo>
                  <a:pt x="2737301" y="60821"/>
                </a:lnTo>
                <a:lnTo>
                  <a:pt x="2737630" y="61123"/>
                </a:lnTo>
                <a:lnTo>
                  <a:pt x="2737982" y="61387"/>
                </a:lnTo>
                <a:lnTo>
                  <a:pt x="2738355" y="61616"/>
                </a:lnTo>
                <a:lnTo>
                  <a:pt x="2738745" y="61812"/>
                </a:lnTo>
                <a:lnTo>
                  <a:pt x="2739149" y="61978"/>
                </a:lnTo>
                <a:lnTo>
                  <a:pt x="2739564" y="62116"/>
                </a:lnTo>
                <a:lnTo>
                  <a:pt x="2739987" y="62230"/>
                </a:lnTo>
                <a:lnTo>
                  <a:pt x="2740414" y="62321"/>
                </a:lnTo>
                <a:lnTo>
                  <a:pt x="2740843" y="62391"/>
                </a:lnTo>
                <a:lnTo>
                  <a:pt x="2741269" y="62444"/>
                </a:lnTo>
                <a:lnTo>
                  <a:pt x="2741691" y="62482"/>
                </a:lnTo>
                <a:lnTo>
                  <a:pt x="2742104" y="62508"/>
                </a:lnTo>
                <a:lnTo>
                  <a:pt x="2742506" y="62523"/>
                </a:lnTo>
                <a:lnTo>
                  <a:pt x="2742894" y="62531"/>
                </a:lnTo>
                <a:lnTo>
                  <a:pt x="2743263" y="62534"/>
                </a:lnTo>
                <a:lnTo>
                  <a:pt x="2743612" y="62535"/>
                </a:lnTo>
                <a:lnTo>
                  <a:pt x="2752290" y="62535"/>
                </a:lnTo>
                <a:lnTo>
                  <a:pt x="2752290" y="164789"/>
                </a:lnTo>
                <a:lnTo>
                  <a:pt x="2743806" y="164789"/>
                </a:lnTo>
                <a:lnTo>
                  <a:pt x="2743412" y="164790"/>
                </a:lnTo>
                <a:lnTo>
                  <a:pt x="2743003" y="164793"/>
                </a:lnTo>
                <a:lnTo>
                  <a:pt x="2742581" y="164801"/>
                </a:lnTo>
                <a:lnTo>
                  <a:pt x="2742149" y="164817"/>
                </a:lnTo>
                <a:lnTo>
                  <a:pt x="2741711" y="164843"/>
                </a:lnTo>
                <a:lnTo>
                  <a:pt x="2741269" y="164883"/>
                </a:lnTo>
                <a:lnTo>
                  <a:pt x="2740826" y="164937"/>
                </a:lnTo>
                <a:lnTo>
                  <a:pt x="2740385" y="165010"/>
                </a:lnTo>
                <a:lnTo>
                  <a:pt x="2739949" y="165104"/>
                </a:lnTo>
                <a:lnTo>
                  <a:pt x="2739520" y="165221"/>
                </a:lnTo>
                <a:lnTo>
                  <a:pt x="2739102" y="165364"/>
                </a:lnTo>
                <a:lnTo>
                  <a:pt x="2738697" y="165536"/>
                </a:lnTo>
                <a:lnTo>
                  <a:pt x="2738308" y="165739"/>
                </a:lnTo>
                <a:lnTo>
                  <a:pt x="2737938" y="165975"/>
                </a:lnTo>
                <a:lnTo>
                  <a:pt x="2737589" y="166248"/>
                </a:lnTo>
                <a:lnTo>
                  <a:pt x="2737265" y="166560"/>
                </a:lnTo>
                <a:lnTo>
                  <a:pt x="2736969" y="166913"/>
                </a:lnTo>
                <a:lnTo>
                  <a:pt x="2736703" y="167310"/>
                </a:lnTo>
                <a:lnTo>
                  <a:pt x="2736470" y="167754"/>
                </a:lnTo>
                <a:lnTo>
                  <a:pt x="2736273" y="168247"/>
                </a:lnTo>
                <a:lnTo>
                  <a:pt x="2736115" y="168792"/>
                </a:lnTo>
                <a:lnTo>
                  <a:pt x="2735998" y="169392"/>
                </a:lnTo>
                <a:lnTo>
                  <a:pt x="2735926" y="170048"/>
                </a:lnTo>
                <a:lnTo>
                  <a:pt x="2735902" y="170764"/>
                </a:lnTo>
                <a:lnTo>
                  <a:pt x="2735927" y="171458"/>
                </a:lnTo>
                <a:lnTo>
                  <a:pt x="2736002" y="172093"/>
                </a:lnTo>
                <a:lnTo>
                  <a:pt x="2736122" y="172673"/>
                </a:lnTo>
                <a:lnTo>
                  <a:pt x="2736286" y="173201"/>
                </a:lnTo>
                <a:lnTo>
                  <a:pt x="2736488" y="173678"/>
                </a:lnTo>
                <a:lnTo>
                  <a:pt x="2736727" y="174108"/>
                </a:lnTo>
                <a:lnTo>
                  <a:pt x="2736999" y="174493"/>
                </a:lnTo>
                <a:lnTo>
                  <a:pt x="2737301" y="174835"/>
                </a:lnTo>
                <a:lnTo>
                  <a:pt x="2737630" y="175136"/>
                </a:lnTo>
                <a:lnTo>
                  <a:pt x="2737982" y="175400"/>
                </a:lnTo>
                <a:lnTo>
                  <a:pt x="2738355" y="175629"/>
                </a:lnTo>
                <a:lnTo>
                  <a:pt x="2738745" y="175825"/>
                </a:lnTo>
                <a:lnTo>
                  <a:pt x="2739149" y="175991"/>
                </a:lnTo>
                <a:lnTo>
                  <a:pt x="2739564" y="176130"/>
                </a:lnTo>
                <a:lnTo>
                  <a:pt x="2739987" y="176243"/>
                </a:lnTo>
                <a:lnTo>
                  <a:pt x="2740414" y="176334"/>
                </a:lnTo>
                <a:lnTo>
                  <a:pt x="2740843" y="176405"/>
                </a:lnTo>
                <a:lnTo>
                  <a:pt x="2741269" y="176458"/>
                </a:lnTo>
                <a:lnTo>
                  <a:pt x="2741691" y="176496"/>
                </a:lnTo>
                <a:lnTo>
                  <a:pt x="2742104" y="176521"/>
                </a:lnTo>
                <a:lnTo>
                  <a:pt x="2742506" y="176537"/>
                </a:lnTo>
                <a:lnTo>
                  <a:pt x="2742894" y="176545"/>
                </a:lnTo>
                <a:lnTo>
                  <a:pt x="2743263" y="176548"/>
                </a:lnTo>
                <a:lnTo>
                  <a:pt x="2743612" y="176548"/>
                </a:lnTo>
                <a:lnTo>
                  <a:pt x="2774268" y="176548"/>
                </a:lnTo>
                <a:lnTo>
                  <a:pt x="2774617" y="176548"/>
                </a:lnTo>
                <a:lnTo>
                  <a:pt x="2774987" y="176545"/>
                </a:lnTo>
                <a:lnTo>
                  <a:pt x="2775374" y="176537"/>
                </a:lnTo>
                <a:lnTo>
                  <a:pt x="2775776" y="176521"/>
                </a:lnTo>
                <a:lnTo>
                  <a:pt x="2776190" y="176496"/>
                </a:lnTo>
                <a:lnTo>
                  <a:pt x="2776611" y="176458"/>
                </a:lnTo>
                <a:lnTo>
                  <a:pt x="2777038" y="176405"/>
                </a:lnTo>
                <a:lnTo>
                  <a:pt x="2777466" y="176334"/>
                </a:lnTo>
                <a:lnTo>
                  <a:pt x="2777893" y="176243"/>
                </a:lnTo>
                <a:lnTo>
                  <a:pt x="2778316" y="176130"/>
                </a:lnTo>
                <a:lnTo>
                  <a:pt x="2778731" y="175991"/>
                </a:lnTo>
                <a:lnTo>
                  <a:pt x="2779135" y="175825"/>
                </a:lnTo>
                <a:lnTo>
                  <a:pt x="2779525" y="175629"/>
                </a:lnTo>
                <a:lnTo>
                  <a:pt x="2779898" y="175400"/>
                </a:lnTo>
                <a:lnTo>
                  <a:pt x="2780250" y="175136"/>
                </a:lnTo>
                <a:lnTo>
                  <a:pt x="2780579" y="174835"/>
                </a:lnTo>
                <a:lnTo>
                  <a:pt x="2780881" y="174493"/>
                </a:lnTo>
                <a:lnTo>
                  <a:pt x="2781153" y="174108"/>
                </a:lnTo>
                <a:lnTo>
                  <a:pt x="2781392" y="173678"/>
                </a:lnTo>
                <a:lnTo>
                  <a:pt x="2781595" y="173201"/>
                </a:lnTo>
                <a:lnTo>
                  <a:pt x="2781758" y="172673"/>
                </a:lnTo>
                <a:lnTo>
                  <a:pt x="2781879" y="172093"/>
                </a:lnTo>
                <a:lnTo>
                  <a:pt x="2781953" y="171458"/>
                </a:lnTo>
                <a:lnTo>
                  <a:pt x="2781979" y="170764"/>
                </a:lnTo>
                <a:lnTo>
                  <a:pt x="2781954" y="170048"/>
                </a:lnTo>
                <a:lnTo>
                  <a:pt x="2781882" y="169392"/>
                </a:lnTo>
                <a:lnTo>
                  <a:pt x="2781766" y="168792"/>
                </a:lnTo>
                <a:lnTo>
                  <a:pt x="2781608" y="168247"/>
                </a:lnTo>
                <a:lnTo>
                  <a:pt x="2781411" y="167754"/>
                </a:lnTo>
                <a:lnTo>
                  <a:pt x="2781178" y="167310"/>
                </a:lnTo>
                <a:lnTo>
                  <a:pt x="2780912" y="166913"/>
                </a:lnTo>
                <a:lnTo>
                  <a:pt x="2780615" y="166560"/>
                </a:lnTo>
                <a:lnTo>
                  <a:pt x="2780291" y="166248"/>
                </a:lnTo>
                <a:lnTo>
                  <a:pt x="2779943" y="165975"/>
                </a:lnTo>
                <a:lnTo>
                  <a:pt x="2779573" y="165739"/>
                </a:lnTo>
                <a:lnTo>
                  <a:pt x="2779184" y="165536"/>
                </a:lnTo>
                <a:lnTo>
                  <a:pt x="2778779" y="165364"/>
                </a:lnTo>
                <a:lnTo>
                  <a:pt x="2778360" y="165221"/>
                </a:lnTo>
                <a:lnTo>
                  <a:pt x="2777931" y="165104"/>
                </a:lnTo>
                <a:lnTo>
                  <a:pt x="2777495" y="165010"/>
                </a:lnTo>
                <a:lnTo>
                  <a:pt x="2777054" y="164937"/>
                </a:lnTo>
                <a:lnTo>
                  <a:pt x="2776611" y="164883"/>
                </a:lnTo>
                <a:lnTo>
                  <a:pt x="2776169" y="164843"/>
                </a:lnTo>
                <a:lnTo>
                  <a:pt x="2775731" y="164817"/>
                </a:lnTo>
                <a:lnTo>
                  <a:pt x="2775300" y="164801"/>
                </a:lnTo>
                <a:lnTo>
                  <a:pt x="2774878" y="164793"/>
                </a:lnTo>
                <a:lnTo>
                  <a:pt x="2774468" y="164790"/>
                </a:lnTo>
                <a:lnTo>
                  <a:pt x="2774074" y="164789"/>
                </a:lnTo>
                <a:lnTo>
                  <a:pt x="2765590" y="164789"/>
                </a:lnTo>
                <a:lnTo>
                  <a:pt x="2765590" y="125105"/>
                </a:lnTo>
                <a:lnTo>
                  <a:pt x="2766580" y="126084"/>
                </a:lnTo>
                <a:lnTo>
                  <a:pt x="2767573" y="127000"/>
                </a:lnTo>
                <a:lnTo>
                  <a:pt x="2768568" y="127853"/>
                </a:lnTo>
                <a:lnTo>
                  <a:pt x="2769563" y="128645"/>
                </a:lnTo>
                <a:lnTo>
                  <a:pt x="2770558" y="129380"/>
                </a:lnTo>
                <a:lnTo>
                  <a:pt x="2771552" y="130058"/>
                </a:lnTo>
                <a:lnTo>
                  <a:pt x="2772543" y="130682"/>
                </a:lnTo>
                <a:lnTo>
                  <a:pt x="2773531" y="131254"/>
                </a:lnTo>
                <a:lnTo>
                  <a:pt x="2774514" y="131775"/>
                </a:lnTo>
                <a:lnTo>
                  <a:pt x="2775491" y="132248"/>
                </a:lnTo>
                <a:lnTo>
                  <a:pt x="2776462" y="132675"/>
                </a:lnTo>
                <a:lnTo>
                  <a:pt x="2777424" y="133058"/>
                </a:lnTo>
                <a:lnTo>
                  <a:pt x="2778378" y="133399"/>
                </a:lnTo>
                <a:lnTo>
                  <a:pt x="2779321" y="133699"/>
                </a:lnTo>
                <a:lnTo>
                  <a:pt x="2780253" y="133961"/>
                </a:lnTo>
                <a:lnTo>
                  <a:pt x="2781173" y="134188"/>
                </a:lnTo>
                <a:lnTo>
                  <a:pt x="2782079" y="134380"/>
                </a:lnTo>
                <a:lnTo>
                  <a:pt x="2782971" y="134540"/>
                </a:lnTo>
                <a:lnTo>
                  <a:pt x="2783847" y="134669"/>
                </a:lnTo>
                <a:lnTo>
                  <a:pt x="2784707" y="134771"/>
                </a:lnTo>
                <a:lnTo>
                  <a:pt x="2785548" y="134847"/>
                </a:lnTo>
                <a:lnTo>
                  <a:pt x="2786371" y="134898"/>
                </a:lnTo>
                <a:lnTo>
                  <a:pt x="2787174" y="134928"/>
                </a:lnTo>
                <a:lnTo>
                  <a:pt x="2787956" y="134937"/>
                </a:lnTo>
                <a:lnTo>
                  <a:pt x="2790570" y="134842"/>
                </a:lnTo>
                <a:lnTo>
                  <a:pt x="2793152" y="134563"/>
                </a:lnTo>
                <a:lnTo>
                  <a:pt x="2795696" y="134103"/>
                </a:lnTo>
                <a:lnTo>
                  <a:pt x="2798194" y="133468"/>
                </a:lnTo>
                <a:lnTo>
                  <a:pt x="2800640" y="132663"/>
                </a:lnTo>
                <a:lnTo>
                  <a:pt x="2803027" y="131695"/>
                </a:lnTo>
                <a:lnTo>
                  <a:pt x="2805346" y="130567"/>
                </a:lnTo>
                <a:lnTo>
                  <a:pt x="2807592" y="129286"/>
                </a:lnTo>
                <a:lnTo>
                  <a:pt x="2809756" y="127856"/>
                </a:lnTo>
                <a:lnTo>
                  <a:pt x="2811833" y="126283"/>
                </a:lnTo>
                <a:lnTo>
                  <a:pt x="2813814" y="124572"/>
                </a:lnTo>
                <a:lnTo>
                  <a:pt x="2815693" y="122728"/>
                </a:lnTo>
                <a:lnTo>
                  <a:pt x="2817463" y="120758"/>
                </a:lnTo>
                <a:lnTo>
                  <a:pt x="2819116" y="118665"/>
                </a:lnTo>
                <a:lnTo>
                  <a:pt x="2820645" y="116455"/>
                </a:lnTo>
                <a:lnTo>
                  <a:pt x="2822044" y="114134"/>
                </a:lnTo>
                <a:lnTo>
                  <a:pt x="2823304" y="111706"/>
                </a:lnTo>
                <a:lnTo>
                  <a:pt x="2824420" y="109178"/>
                </a:lnTo>
                <a:lnTo>
                  <a:pt x="2825384" y="106554"/>
                </a:lnTo>
                <a:lnTo>
                  <a:pt x="2826188" y="103840"/>
                </a:lnTo>
                <a:lnTo>
                  <a:pt x="2826826" y="101040"/>
                </a:lnTo>
                <a:lnTo>
                  <a:pt x="2827290" y="98161"/>
                </a:lnTo>
                <a:lnTo>
                  <a:pt x="2827574" y="95207"/>
                </a:lnTo>
                <a:lnTo>
                  <a:pt x="2827669" y="92218"/>
                </a:lnTo>
                <a:lnTo>
                  <a:pt x="2827582" y="89316"/>
                </a:lnTo>
                <a:lnTo>
                  <a:pt x="2827321" y="86434"/>
                </a:lnTo>
                <a:lnTo>
                  <a:pt x="2826893" y="83615"/>
                </a:lnTo>
                <a:lnTo>
                  <a:pt x="2826305" y="80864"/>
                </a:lnTo>
                <a:lnTo>
                  <a:pt x="2825562" y="78187"/>
                </a:lnTo>
                <a:close/>
                <a:moveTo>
                  <a:pt x="2813306" y="100896"/>
                </a:moveTo>
                <a:lnTo>
                  <a:pt x="2812733" y="102897"/>
                </a:lnTo>
                <a:lnTo>
                  <a:pt x="2812048" y="104822"/>
                </a:lnTo>
                <a:lnTo>
                  <a:pt x="2811259" y="106668"/>
                </a:lnTo>
                <a:lnTo>
                  <a:pt x="2810369" y="108432"/>
                </a:lnTo>
                <a:lnTo>
                  <a:pt x="2809386" y="110111"/>
                </a:lnTo>
                <a:lnTo>
                  <a:pt x="2808315" y="111702"/>
                </a:lnTo>
                <a:lnTo>
                  <a:pt x="2807163" y="113203"/>
                </a:lnTo>
                <a:lnTo>
                  <a:pt x="2805934" y="114610"/>
                </a:lnTo>
                <a:lnTo>
                  <a:pt x="2804634" y="115921"/>
                </a:lnTo>
                <a:lnTo>
                  <a:pt x="2803270" y="117133"/>
                </a:lnTo>
                <a:lnTo>
                  <a:pt x="2801848" y="118243"/>
                </a:lnTo>
                <a:lnTo>
                  <a:pt x="2800373" y="119249"/>
                </a:lnTo>
                <a:lnTo>
                  <a:pt x="2798851" y="120146"/>
                </a:lnTo>
                <a:lnTo>
                  <a:pt x="2797288" y="120934"/>
                </a:lnTo>
                <a:lnTo>
                  <a:pt x="2795690" y="121607"/>
                </a:lnTo>
                <a:lnTo>
                  <a:pt x="2794063" y="122165"/>
                </a:lnTo>
                <a:lnTo>
                  <a:pt x="2792412" y="122604"/>
                </a:lnTo>
                <a:lnTo>
                  <a:pt x="2790743" y="122921"/>
                </a:lnTo>
                <a:lnTo>
                  <a:pt x="2789063" y="123113"/>
                </a:lnTo>
                <a:lnTo>
                  <a:pt x="2787377" y="123178"/>
                </a:lnTo>
                <a:lnTo>
                  <a:pt x="2785540" y="123091"/>
                </a:lnTo>
                <a:lnTo>
                  <a:pt x="2783789" y="122839"/>
                </a:lnTo>
                <a:lnTo>
                  <a:pt x="2782123" y="122432"/>
                </a:lnTo>
                <a:lnTo>
                  <a:pt x="2780541" y="121880"/>
                </a:lnTo>
                <a:lnTo>
                  <a:pt x="2779043" y="121195"/>
                </a:lnTo>
                <a:lnTo>
                  <a:pt x="2777628" y="120386"/>
                </a:lnTo>
                <a:lnTo>
                  <a:pt x="2776296" y="119465"/>
                </a:lnTo>
                <a:lnTo>
                  <a:pt x="2775045" y="118443"/>
                </a:lnTo>
                <a:lnTo>
                  <a:pt x="2773875" y="117330"/>
                </a:lnTo>
                <a:lnTo>
                  <a:pt x="2772785" y="116136"/>
                </a:lnTo>
                <a:lnTo>
                  <a:pt x="2771775" y="114873"/>
                </a:lnTo>
                <a:lnTo>
                  <a:pt x="2770844" y="113551"/>
                </a:lnTo>
                <a:lnTo>
                  <a:pt x="2769991" y="112181"/>
                </a:lnTo>
                <a:lnTo>
                  <a:pt x="2769216" y="110774"/>
                </a:lnTo>
                <a:lnTo>
                  <a:pt x="2768518" y="109340"/>
                </a:lnTo>
                <a:lnTo>
                  <a:pt x="2767897" y="107890"/>
                </a:lnTo>
                <a:lnTo>
                  <a:pt x="2767351" y="106434"/>
                </a:lnTo>
                <a:lnTo>
                  <a:pt x="2766880" y="104984"/>
                </a:lnTo>
                <a:lnTo>
                  <a:pt x="2766483" y="103550"/>
                </a:lnTo>
                <a:lnTo>
                  <a:pt x="2766160" y="102142"/>
                </a:lnTo>
                <a:lnTo>
                  <a:pt x="2765909" y="100772"/>
                </a:lnTo>
                <a:lnTo>
                  <a:pt x="2765732" y="99451"/>
                </a:lnTo>
                <a:lnTo>
                  <a:pt x="2765625" y="98188"/>
                </a:lnTo>
                <a:lnTo>
                  <a:pt x="2765590" y="96994"/>
                </a:lnTo>
                <a:lnTo>
                  <a:pt x="2765590" y="82943"/>
                </a:lnTo>
                <a:lnTo>
                  <a:pt x="2765648" y="81535"/>
                </a:lnTo>
                <a:lnTo>
                  <a:pt x="2765817" y="80142"/>
                </a:lnTo>
                <a:lnTo>
                  <a:pt x="2766094" y="78768"/>
                </a:lnTo>
                <a:lnTo>
                  <a:pt x="2766475" y="77418"/>
                </a:lnTo>
                <a:lnTo>
                  <a:pt x="2766954" y="76095"/>
                </a:lnTo>
                <a:lnTo>
                  <a:pt x="2767527" y="74803"/>
                </a:lnTo>
                <a:lnTo>
                  <a:pt x="2768191" y="73547"/>
                </a:lnTo>
                <a:lnTo>
                  <a:pt x="2768940" y="72329"/>
                </a:lnTo>
                <a:lnTo>
                  <a:pt x="2769769" y="71155"/>
                </a:lnTo>
                <a:lnTo>
                  <a:pt x="2770676" y="70027"/>
                </a:lnTo>
                <a:lnTo>
                  <a:pt x="2771654" y="68951"/>
                </a:lnTo>
                <a:lnTo>
                  <a:pt x="2772700" y="67930"/>
                </a:lnTo>
                <a:lnTo>
                  <a:pt x="2773810" y="66968"/>
                </a:lnTo>
                <a:lnTo>
                  <a:pt x="2774978" y="66068"/>
                </a:lnTo>
                <a:lnTo>
                  <a:pt x="2776201" y="65236"/>
                </a:lnTo>
                <a:lnTo>
                  <a:pt x="2777473" y="64474"/>
                </a:lnTo>
                <a:lnTo>
                  <a:pt x="2778791" y="63787"/>
                </a:lnTo>
                <a:lnTo>
                  <a:pt x="2780150" y="63179"/>
                </a:lnTo>
                <a:lnTo>
                  <a:pt x="2781546" y="62653"/>
                </a:lnTo>
                <a:lnTo>
                  <a:pt x="2782974" y="62214"/>
                </a:lnTo>
                <a:lnTo>
                  <a:pt x="2784429" y="61866"/>
                </a:lnTo>
                <a:lnTo>
                  <a:pt x="2785908" y="61613"/>
                </a:lnTo>
                <a:lnTo>
                  <a:pt x="2787406" y="61458"/>
                </a:lnTo>
                <a:lnTo>
                  <a:pt x="2788918" y="61405"/>
                </a:lnTo>
                <a:lnTo>
                  <a:pt x="2790685" y="61478"/>
                </a:lnTo>
                <a:lnTo>
                  <a:pt x="2792416" y="61692"/>
                </a:lnTo>
                <a:lnTo>
                  <a:pt x="2794108" y="62043"/>
                </a:lnTo>
                <a:lnTo>
                  <a:pt x="2795758" y="62525"/>
                </a:lnTo>
                <a:lnTo>
                  <a:pt x="2797361" y="63135"/>
                </a:lnTo>
                <a:lnTo>
                  <a:pt x="2798914" y="63866"/>
                </a:lnTo>
                <a:lnTo>
                  <a:pt x="2800414" y="64715"/>
                </a:lnTo>
                <a:lnTo>
                  <a:pt x="2801857" y="65675"/>
                </a:lnTo>
                <a:lnTo>
                  <a:pt x="2803241" y="66743"/>
                </a:lnTo>
                <a:lnTo>
                  <a:pt x="2804560" y="67913"/>
                </a:lnTo>
                <a:lnTo>
                  <a:pt x="2805812" y="69180"/>
                </a:lnTo>
                <a:lnTo>
                  <a:pt x="2806993" y="70539"/>
                </a:lnTo>
                <a:lnTo>
                  <a:pt x="2808100" y="71986"/>
                </a:lnTo>
                <a:lnTo>
                  <a:pt x="2809129" y="73515"/>
                </a:lnTo>
                <a:lnTo>
                  <a:pt x="2810077" y="75122"/>
                </a:lnTo>
                <a:lnTo>
                  <a:pt x="2810940" y="76801"/>
                </a:lnTo>
                <a:lnTo>
                  <a:pt x="2811715" y="78548"/>
                </a:lnTo>
                <a:lnTo>
                  <a:pt x="2812398" y="80357"/>
                </a:lnTo>
                <a:lnTo>
                  <a:pt x="2812985" y="82225"/>
                </a:lnTo>
                <a:lnTo>
                  <a:pt x="2813473" y="84145"/>
                </a:lnTo>
                <a:lnTo>
                  <a:pt x="2813859" y="86113"/>
                </a:lnTo>
                <a:lnTo>
                  <a:pt x="2814139" y="88124"/>
                </a:lnTo>
                <a:lnTo>
                  <a:pt x="2814310" y="90173"/>
                </a:lnTo>
                <a:lnTo>
                  <a:pt x="2814367" y="92218"/>
                </a:lnTo>
                <a:lnTo>
                  <a:pt x="2814298" y="94462"/>
                </a:lnTo>
                <a:lnTo>
                  <a:pt x="2814094" y="96676"/>
                </a:lnTo>
                <a:lnTo>
                  <a:pt x="2813761" y="98821"/>
                </a:lnTo>
                <a:lnTo>
                  <a:pt x="2813306" y="100896"/>
                </a:lnTo>
                <a:close/>
                <a:moveTo>
                  <a:pt x="2292910" y="121013"/>
                </a:moveTo>
                <a:lnTo>
                  <a:pt x="2292461" y="119860"/>
                </a:lnTo>
                <a:lnTo>
                  <a:pt x="2291954" y="118762"/>
                </a:lnTo>
                <a:lnTo>
                  <a:pt x="2291391" y="117718"/>
                </a:lnTo>
                <a:lnTo>
                  <a:pt x="2290775" y="116732"/>
                </a:lnTo>
                <a:lnTo>
                  <a:pt x="2290110" y="115805"/>
                </a:lnTo>
                <a:lnTo>
                  <a:pt x="2289398" y="114937"/>
                </a:lnTo>
                <a:lnTo>
                  <a:pt x="2288641" y="114130"/>
                </a:lnTo>
                <a:lnTo>
                  <a:pt x="2287843" y="113386"/>
                </a:lnTo>
                <a:lnTo>
                  <a:pt x="2287007" y="112706"/>
                </a:lnTo>
                <a:lnTo>
                  <a:pt x="2286135" y="112092"/>
                </a:lnTo>
                <a:lnTo>
                  <a:pt x="2285230" y="111544"/>
                </a:lnTo>
                <a:lnTo>
                  <a:pt x="2284295" y="111065"/>
                </a:lnTo>
                <a:lnTo>
                  <a:pt x="2283333" y="110656"/>
                </a:lnTo>
                <a:lnTo>
                  <a:pt x="2282347" y="110318"/>
                </a:lnTo>
                <a:lnTo>
                  <a:pt x="2281339" y="110053"/>
                </a:lnTo>
                <a:lnTo>
                  <a:pt x="2280313" y="109861"/>
                </a:lnTo>
                <a:lnTo>
                  <a:pt x="2279272" y="109745"/>
                </a:lnTo>
                <a:lnTo>
                  <a:pt x="2278217" y="109706"/>
                </a:lnTo>
                <a:lnTo>
                  <a:pt x="2277270" y="109736"/>
                </a:lnTo>
                <a:lnTo>
                  <a:pt x="2276358" y="109824"/>
                </a:lnTo>
                <a:lnTo>
                  <a:pt x="2275480" y="109967"/>
                </a:lnTo>
                <a:lnTo>
                  <a:pt x="2274639" y="110164"/>
                </a:lnTo>
                <a:lnTo>
                  <a:pt x="2273834" y="110411"/>
                </a:lnTo>
                <a:lnTo>
                  <a:pt x="2273065" y="110707"/>
                </a:lnTo>
                <a:lnTo>
                  <a:pt x="2272333" y="111049"/>
                </a:lnTo>
                <a:lnTo>
                  <a:pt x="2271640" y="111435"/>
                </a:lnTo>
                <a:lnTo>
                  <a:pt x="2270984" y="111863"/>
                </a:lnTo>
                <a:lnTo>
                  <a:pt x="2270367" y="112330"/>
                </a:lnTo>
                <a:lnTo>
                  <a:pt x="2269789" y="112833"/>
                </a:lnTo>
                <a:lnTo>
                  <a:pt x="2269251" y="113371"/>
                </a:lnTo>
                <a:lnTo>
                  <a:pt x="2268753" y="113941"/>
                </a:lnTo>
                <a:lnTo>
                  <a:pt x="2268296" y="114541"/>
                </a:lnTo>
                <a:lnTo>
                  <a:pt x="2267880" y="115169"/>
                </a:lnTo>
                <a:lnTo>
                  <a:pt x="2267505" y="115821"/>
                </a:lnTo>
                <a:lnTo>
                  <a:pt x="2267173" y="116496"/>
                </a:lnTo>
                <a:lnTo>
                  <a:pt x="2266884" y="117192"/>
                </a:lnTo>
                <a:lnTo>
                  <a:pt x="2266637" y="117906"/>
                </a:lnTo>
                <a:lnTo>
                  <a:pt x="2266434" y="118635"/>
                </a:lnTo>
                <a:lnTo>
                  <a:pt x="2266276" y="119378"/>
                </a:lnTo>
                <a:lnTo>
                  <a:pt x="2266162" y="120131"/>
                </a:lnTo>
                <a:lnTo>
                  <a:pt x="2266093" y="120894"/>
                </a:lnTo>
                <a:lnTo>
                  <a:pt x="2266070" y="121663"/>
                </a:lnTo>
                <a:lnTo>
                  <a:pt x="2266099" y="122565"/>
                </a:lnTo>
                <a:lnTo>
                  <a:pt x="2266184" y="123440"/>
                </a:lnTo>
                <a:lnTo>
                  <a:pt x="2266323" y="124288"/>
                </a:lnTo>
                <a:lnTo>
                  <a:pt x="2266514" y="125106"/>
                </a:lnTo>
                <a:lnTo>
                  <a:pt x="2266755" y="125894"/>
                </a:lnTo>
                <a:lnTo>
                  <a:pt x="2267043" y="126651"/>
                </a:lnTo>
                <a:lnTo>
                  <a:pt x="2267377" y="127375"/>
                </a:lnTo>
                <a:lnTo>
                  <a:pt x="2267755" y="128067"/>
                </a:lnTo>
                <a:lnTo>
                  <a:pt x="2268174" y="128724"/>
                </a:lnTo>
                <a:lnTo>
                  <a:pt x="2268633" y="129347"/>
                </a:lnTo>
                <a:lnTo>
                  <a:pt x="2269129" y="129933"/>
                </a:lnTo>
                <a:lnTo>
                  <a:pt x="2269660" y="130482"/>
                </a:lnTo>
                <a:lnTo>
                  <a:pt x="2270225" y="130993"/>
                </a:lnTo>
                <a:lnTo>
                  <a:pt x="2270820" y="131465"/>
                </a:lnTo>
                <a:lnTo>
                  <a:pt x="2271445" y="131896"/>
                </a:lnTo>
                <a:lnTo>
                  <a:pt x="2272096" y="132286"/>
                </a:lnTo>
                <a:lnTo>
                  <a:pt x="2272772" y="132635"/>
                </a:lnTo>
                <a:lnTo>
                  <a:pt x="2273471" y="132940"/>
                </a:lnTo>
                <a:lnTo>
                  <a:pt x="2274190" y="133201"/>
                </a:lnTo>
                <a:lnTo>
                  <a:pt x="2274928" y="133416"/>
                </a:lnTo>
                <a:lnTo>
                  <a:pt x="2275682" y="133586"/>
                </a:lnTo>
                <a:lnTo>
                  <a:pt x="2276451" y="133708"/>
                </a:lnTo>
                <a:lnTo>
                  <a:pt x="2277232" y="133782"/>
                </a:lnTo>
                <a:lnTo>
                  <a:pt x="2278023" y="133807"/>
                </a:lnTo>
                <a:lnTo>
                  <a:pt x="2278168" y="133806"/>
                </a:lnTo>
                <a:lnTo>
                  <a:pt x="2278316" y="133803"/>
                </a:lnTo>
                <a:lnTo>
                  <a:pt x="2278465" y="133798"/>
                </a:lnTo>
                <a:lnTo>
                  <a:pt x="2278616" y="133791"/>
                </a:lnTo>
                <a:lnTo>
                  <a:pt x="2278769" y="133782"/>
                </a:lnTo>
                <a:lnTo>
                  <a:pt x="2278923" y="133771"/>
                </a:lnTo>
                <a:lnTo>
                  <a:pt x="2279079" y="133758"/>
                </a:lnTo>
                <a:lnTo>
                  <a:pt x="2279236" y="133743"/>
                </a:lnTo>
                <a:lnTo>
                  <a:pt x="2279395" y="133726"/>
                </a:lnTo>
                <a:lnTo>
                  <a:pt x="2279555" y="133707"/>
                </a:lnTo>
                <a:lnTo>
                  <a:pt x="2279716" y="133686"/>
                </a:lnTo>
                <a:lnTo>
                  <a:pt x="2279878" y="133663"/>
                </a:lnTo>
                <a:lnTo>
                  <a:pt x="2280042" y="133638"/>
                </a:lnTo>
                <a:lnTo>
                  <a:pt x="2280206" y="133611"/>
                </a:lnTo>
                <a:lnTo>
                  <a:pt x="2280371" y="133582"/>
                </a:lnTo>
                <a:lnTo>
                  <a:pt x="2280536" y="133551"/>
                </a:lnTo>
                <a:lnTo>
                  <a:pt x="2280703" y="133518"/>
                </a:lnTo>
                <a:lnTo>
                  <a:pt x="2280870" y="133483"/>
                </a:lnTo>
                <a:lnTo>
                  <a:pt x="2281037" y="133446"/>
                </a:lnTo>
                <a:lnTo>
                  <a:pt x="2281205" y="133407"/>
                </a:lnTo>
                <a:lnTo>
                  <a:pt x="2281373" y="133366"/>
                </a:lnTo>
                <a:lnTo>
                  <a:pt x="2281542" y="133323"/>
                </a:lnTo>
                <a:lnTo>
                  <a:pt x="2281711" y="133278"/>
                </a:lnTo>
                <a:lnTo>
                  <a:pt x="2281879" y="133231"/>
                </a:lnTo>
                <a:lnTo>
                  <a:pt x="2281487" y="134679"/>
                </a:lnTo>
                <a:lnTo>
                  <a:pt x="2281035" y="136038"/>
                </a:lnTo>
                <a:lnTo>
                  <a:pt x="2280531" y="137310"/>
                </a:lnTo>
                <a:lnTo>
                  <a:pt x="2279979" y="138499"/>
                </a:lnTo>
                <a:lnTo>
                  <a:pt x="2279385" y="139606"/>
                </a:lnTo>
                <a:lnTo>
                  <a:pt x="2278755" y="140635"/>
                </a:lnTo>
                <a:lnTo>
                  <a:pt x="2278095" y="141589"/>
                </a:lnTo>
                <a:lnTo>
                  <a:pt x="2277409" y="142471"/>
                </a:lnTo>
                <a:lnTo>
                  <a:pt x="2276704" y="143283"/>
                </a:lnTo>
                <a:lnTo>
                  <a:pt x="2275985" y="144028"/>
                </a:lnTo>
                <a:lnTo>
                  <a:pt x="2275258" y="144709"/>
                </a:lnTo>
                <a:lnTo>
                  <a:pt x="2274528" y="145329"/>
                </a:lnTo>
                <a:lnTo>
                  <a:pt x="2273802" y="145891"/>
                </a:lnTo>
                <a:lnTo>
                  <a:pt x="2273084" y="146397"/>
                </a:lnTo>
                <a:lnTo>
                  <a:pt x="2272380" y="146851"/>
                </a:lnTo>
                <a:lnTo>
                  <a:pt x="2271696" y="147256"/>
                </a:lnTo>
                <a:lnTo>
                  <a:pt x="2271037" y="147613"/>
                </a:lnTo>
                <a:lnTo>
                  <a:pt x="2270410" y="147926"/>
                </a:lnTo>
                <a:lnTo>
                  <a:pt x="2269819" y="148198"/>
                </a:lnTo>
                <a:lnTo>
                  <a:pt x="2269271" y="148432"/>
                </a:lnTo>
                <a:lnTo>
                  <a:pt x="2268770" y="148630"/>
                </a:lnTo>
                <a:lnTo>
                  <a:pt x="2268323" y="148796"/>
                </a:lnTo>
                <a:lnTo>
                  <a:pt x="2267935" y="148932"/>
                </a:lnTo>
                <a:lnTo>
                  <a:pt x="2267612" y="149041"/>
                </a:lnTo>
                <a:lnTo>
                  <a:pt x="2267363" y="149115"/>
                </a:lnTo>
                <a:lnTo>
                  <a:pt x="2267101" y="149194"/>
                </a:lnTo>
                <a:lnTo>
                  <a:pt x="2266827" y="149280"/>
                </a:lnTo>
                <a:lnTo>
                  <a:pt x="2266543" y="149373"/>
                </a:lnTo>
                <a:lnTo>
                  <a:pt x="2266252" y="149474"/>
                </a:lnTo>
                <a:lnTo>
                  <a:pt x="2265955" y="149585"/>
                </a:lnTo>
                <a:lnTo>
                  <a:pt x="2265656" y="149707"/>
                </a:lnTo>
                <a:lnTo>
                  <a:pt x="2265356" y="149840"/>
                </a:lnTo>
                <a:lnTo>
                  <a:pt x="2265057" y="149985"/>
                </a:lnTo>
                <a:lnTo>
                  <a:pt x="2264762" y="150145"/>
                </a:lnTo>
                <a:lnTo>
                  <a:pt x="2264472" y="150319"/>
                </a:lnTo>
                <a:lnTo>
                  <a:pt x="2264190" y="150510"/>
                </a:lnTo>
                <a:lnTo>
                  <a:pt x="2263918" y="150717"/>
                </a:lnTo>
                <a:lnTo>
                  <a:pt x="2263659" y="150943"/>
                </a:lnTo>
                <a:lnTo>
                  <a:pt x="2263414" y="151188"/>
                </a:lnTo>
                <a:lnTo>
                  <a:pt x="2263185" y="151454"/>
                </a:lnTo>
                <a:lnTo>
                  <a:pt x="2262975" y="151740"/>
                </a:lnTo>
                <a:lnTo>
                  <a:pt x="2262786" y="152050"/>
                </a:lnTo>
                <a:lnTo>
                  <a:pt x="2262620" y="152383"/>
                </a:lnTo>
                <a:lnTo>
                  <a:pt x="2262480" y="152740"/>
                </a:lnTo>
                <a:lnTo>
                  <a:pt x="2262367" y="153124"/>
                </a:lnTo>
                <a:lnTo>
                  <a:pt x="2262283" y="153534"/>
                </a:lnTo>
                <a:lnTo>
                  <a:pt x="2262231" y="153972"/>
                </a:lnTo>
                <a:lnTo>
                  <a:pt x="2262214" y="154439"/>
                </a:lnTo>
                <a:lnTo>
                  <a:pt x="2262229" y="154803"/>
                </a:lnTo>
                <a:lnTo>
                  <a:pt x="2262272" y="155168"/>
                </a:lnTo>
                <a:lnTo>
                  <a:pt x="2262344" y="155535"/>
                </a:lnTo>
                <a:lnTo>
                  <a:pt x="2262443" y="155900"/>
                </a:lnTo>
                <a:lnTo>
                  <a:pt x="2262568" y="156264"/>
                </a:lnTo>
                <a:lnTo>
                  <a:pt x="2262717" y="156623"/>
                </a:lnTo>
                <a:lnTo>
                  <a:pt x="2262890" y="156977"/>
                </a:lnTo>
                <a:lnTo>
                  <a:pt x="2263085" y="157324"/>
                </a:lnTo>
                <a:lnTo>
                  <a:pt x="2263301" y="157662"/>
                </a:lnTo>
                <a:lnTo>
                  <a:pt x="2263539" y="157990"/>
                </a:lnTo>
                <a:lnTo>
                  <a:pt x="2263795" y="158306"/>
                </a:lnTo>
                <a:lnTo>
                  <a:pt x="2264069" y="158608"/>
                </a:lnTo>
                <a:lnTo>
                  <a:pt x="2264361" y="158896"/>
                </a:lnTo>
                <a:lnTo>
                  <a:pt x="2264668" y="159167"/>
                </a:lnTo>
                <a:lnTo>
                  <a:pt x="2264991" y="159419"/>
                </a:lnTo>
                <a:lnTo>
                  <a:pt x="2265327" y="159652"/>
                </a:lnTo>
                <a:lnTo>
                  <a:pt x="2265676" y="159863"/>
                </a:lnTo>
                <a:lnTo>
                  <a:pt x="2266036" y="160051"/>
                </a:lnTo>
                <a:lnTo>
                  <a:pt x="2266407" y="160215"/>
                </a:lnTo>
                <a:lnTo>
                  <a:pt x="2266788" y="160352"/>
                </a:lnTo>
                <a:lnTo>
                  <a:pt x="2267177" y="160462"/>
                </a:lnTo>
                <a:lnTo>
                  <a:pt x="2267573" y="160542"/>
                </a:lnTo>
                <a:lnTo>
                  <a:pt x="2267975" y="160592"/>
                </a:lnTo>
                <a:lnTo>
                  <a:pt x="2268383" y="160609"/>
                </a:lnTo>
                <a:lnTo>
                  <a:pt x="2269222" y="160554"/>
                </a:lnTo>
                <a:lnTo>
                  <a:pt x="2270187" y="160391"/>
                </a:lnTo>
                <a:lnTo>
                  <a:pt x="2271264" y="160120"/>
                </a:lnTo>
                <a:lnTo>
                  <a:pt x="2272438" y="159739"/>
                </a:lnTo>
                <a:lnTo>
                  <a:pt x="2273696" y="159249"/>
                </a:lnTo>
                <a:lnTo>
                  <a:pt x="2275022" y="158650"/>
                </a:lnTo>
                <a:lnTo>
                  <a:pt x="2276402" y="157942"/>
                </a:lnTo>
                <a:lnTo>
                  <a:pt x="2277822" y="157124"/>
                </a:lnTo>
                <a:lnTo>
                  <a:pt x="2279268" y="156196"/>
                </a:lnTo>
                <a:lnTo>
                  <a:pt x="2280724" y="155158"/>
                </a:lnTo>
                <a:lnTo>
                  <a:pt x="2282178" y="154010"/>
                </a:lnTo>
                <a:lnTo>
                  <a:pt x="2283613" y="152752"/>
                </a:lnTo>
                <a:lnTo>
                  <a:pt x="2285017" y="151383"/>
                </a:lnTo>
                <a:lnTo>
                  <a:pt x="2286374" y="149904"/>
                </a:lnTo>
                <a:lnTo>
                  <a:pt x="2287670" y="148313"/>
                </a:lnTo>
                <a:lnTo>
                  <a:pt x="2288890" y="146612"/>
                </a:lnTo>
                <a:lnTo>
                  <a:pt x="2290021" y="144800"/>
                </a:lnTo>
                <a:lnTo>
                  <a:pt x="2291048" y="142876"/>
                </a:lnTo>
                <a:lnTo>
                  <a:pt x="2291956" y="140841"/>
                </a:lnTo>
                <a:lnTo>
                  <a:pt x="2292732" y="138695"/>
                </a:lnTo>
                <a:lnTo>
                  <a:pt x="2293360" y="136436"/>
                </a:lnTo>
                <a:lnTo>
                  <a:pt x="2293827" y="134066"/>
                </a:lnTo>
                <a:lnTo>
                  <a:pt x="2294117" y="131583"/>
                </a:lnTo>
                <a:lnTo>
                  <a:pt x="2294217" y="128988"/>
                </a:lnTo>
                <a:lnTo>
                  <a:pt x="2294179" y="127540"/>
                </a:lnTo>
                <a:lnTo>
                  <a:pt x="2294064" y="126138"/>
                </a:lnTo>
                <a:lnTo>
                  <a:pt x="2293878" y="124783"/>
                </a:lnTo>
                <a:lnTo>
                  <a:pt x="2293621" y="123476"/>
                </a:lnTo>
                <a:lnTo>
                  <a:pt x="2293297" y="122219"/>
                </a:lnTo>
                <a:lnTo>
                  <a:pt x="2292910" y="121013"/>
                </a:lnTo>
                <a:close/>
                <a:moveTo>
                  <a:pt x="2900201" y="121013"/>
                </a:moveTo>
                <a:lnTo>
                  <a:pt x="2899752" y="119860"/>
                </a:lnTo>
                <a:lnTo>
                  <a:pt x="2899245" y="118762"/>
                </a:lnTo>
                <a:lnTo>
                  <a:pt x="2898682" y="117718"/>
                </a:lnTo>
                <a:lnTo>
                  <a:pt x="2898067" y="116732"/>
                </a:lnTo>
                <a:lnTo>
                  <a:pt x="2897401" y="115805"/>
                </a:lnTo>
                <a:lnTo>
                  <a:pt x="2896689" y="114937"/>
                </a:lnTo>
                <a:lnTo>
                  <a:pt x="2895932" y="114130"/>
                </a:lnTo>
                <a:lnTo>
                  <a:pt x="2895134" y="113386"/>
                </a:lnTo>
                <a:lnTo>
                  <a:pt x="2894298" y="112706"/>
                </a:lnTo>
                <a:lnTo>
                  <a:pt x="2893426" y="112092"/>
                </a:lnTo>
                <a:lnTo>
                  <a:pt x="2892521" y="111544"/>
                </a:lnTo>
                <a:lnTo>
                  <a:pt x="2891586" y="111065"/>
                </a:lnTo>
                <a:lnTo>
                  <a:pt x="2890624" y="110656"/>
                </a:lnTo>
                <a:lnTo>
                  <a:pt x="2889638" y="110318"/>
                </a:lnTo>
                <a:lnTo>
                  <a:pt x="2888631" y="110053"/>
                </a:lnTo>
                <a:lnTo>
                  <a:pt x="2887605" y="109861"/>
                </a:lnTo>
                <a:lnTo>
                  <a:pt x="2886563" y="109745"/>
                </a:lnTo>
                <a:lnTo>
                  <a:pt x="2885508" y="109706"/>
                </a:lnTo>
                <a:lnTo>
                  <a:pt x="2884561" y="109736"/>
                </a:lnTo>
                <a:lnTo>
                  <a:pt x="2883649" y="109824"/>
                </a:lnTo>
                <a:lnTo>
                  <a:pt x="2882772" y="109967"/>
                </a:lnTo>
                <a:lnTo>
                  <a:pt x="2881930" y="110164"/>
                </a:lnTo>
                <a:lnTo>
                  <a:pt x="2881125" y="110411"/>
                </a:lnTo>
                <a:lnTo>
                  <a:pt x="2880356" y="110707"/>
                </a:lnTo>
                <a:lnTo>
                  <a:pt x="2879625" y="111049"/>
                </a:lnTo>
                <a:lnTo>
                  <a:pt x="2878931" y="111435"/>
                </a:lnTo>
                <a:lnTo>
                  <a:pt x="2878275" y="111863"/>
                </a:lnTo>
                <a:lnTo>
                  <a:pt x="2877658" y="112330"/>
                </a:lnTo>
                <a:lnTo>
                  <a:pt x="2877081" y="112833"/>
                </a:lnTo>
                <a:lnTo>
                  <a:pt x="2876542" y="113371"/>
                </a:lnTo>
                <a:lnTo>
                  <a:pt x="2876045" y="113941"/>
                </a:lnTo>
                <a:lnTo>
                  <a:pt x="2875587" y="114541"/>
                </a:lnTo>
                <a:lnTo>
                  <a:pt x="2875171" y="115169"/>
                </a:lnTo>
                <a:lnTo>
                  <a:pt x="2874797" y="115821"/>
                </a:lnTo>
                <a:lnTo>
                  <a:pt x="2874464" y="116496"/>
                </a:lnTo>
                <a:lnTo>
                  <a:pt x="2874175" y="117192"/>
                </a:lnTo>
                <a:lnTo>
                  <a:pt x="2873929" y="117906"/>
                </a:lnTo>
                <a:lnTo>
                  <a:pt x="2873726" y="118635"/>
                </a:lnTo>
                <a:lnTo>
                  <a:pt x="2873567" y="119378"/>
                </a:lnTo>
                <a:lnTo>
                  <a:pt x="2873453" y="120131"/>
                </a:lnTo>
                <a:lnTo>
                  <a:pt x="2873385" y="120894"/>
                </a:lnTo>
                <a:lnTo>
                  <a:pt x="2873362" y="121663"/>
                </a:lnTo>
                <a:lnTo>
                  <a:pt x="2873390" y="122565"/>
                </a:lnTo>
                <a:lnTo>
                  <a:pt x="2873475" y="123440"/>
                </a:lnTo>
                <a:lnTo>
                  <a:pt x="2873614" y="124288"/>
                </a:lnTo>
                <a:lnTo>
                  <a:pt x="2873805" y="125106"/>
                </a:lnTo>
                <a:lnTo>
                  <a:pt x="2874046" y="125894"/>
                </a:lnTo>
                <a:lnTo>
                  <a:pt x="2874334" y="126651"/>
                </a:lnTo>
                <a:lnTo>
                  <a:pt x="2874669" y="127375"/>
                </a:lnTo>
                <a:lnTo>
                  <a:pt x="2875046" y="128067"/>
                </a:lnTo>
                <a:lnTo>
                  <a:pt x="2875466" y="128724"/>
                </a:lnTo>
                <a:lnTo>
                  <a:pt x="2875924" y="129347"/>
                </a:lnTo>
                <a:lnTo>
                  <a:pt x="2876420" y="129933"/>
                </a:lnTo>
                <a:lnTo>
                  <a:pt x="2876952" y="130482"/>
                </a:lnTo>
                <a:lnTo>
                  <a:pt x="2877516" y="130993"/>
                </a:lnTo>
                <a:lnTo>
                  <a:pt x="2878112" y="131465"/>
                </a:lnTo>
                <a:lnTo>
                  <a:pt x="2878736" y="131896"/>
                </a:lnTo>
                <a:lnTo>
                  <a:pt x="2879387" y="132286"/>
                </a:lnTo>
                <a:lnTo>
                  <a:pt x="2880063" y="132635"/>
                </a:lnTo>
                <a:lnTo>
                  <a:pt x="2880762" y="132940"/>
                </a:lnTo>
                <a:lnTo>
                  <a:pt x="2881481" y="133201"/>
                </a:lnTo>
                <a:lnTo>
                  <a:pt x="2882219" y="133416"/>
                </a:lnTo>
                <a:lnTo>
                  <a:pt x="2882974" y="133586"/>
                </a:lnTo>
                <a:lnTo>
                  <a:pt x="2883742" y="133708"/>
                </a:lnTo>
                <a:lnTo>
                  <a:pt x="2884523" y="133782"/>
                </a:lnTo>
                <a:lnTo>
                  <a:pt x="2885314" y="133807"/>
                </a:lnTo>
                <a:lnTo>
                  <a:pt x="2885460" y="133806"/>
                </a:lnTo>
                <a:lnTo>
                  <a:pt x="2885607" y="133803"/>
                </a:lnTo>
                <a:lnTo>
                  <a:pt x="2885756" y="133798"/>
                </a:lnTo>
                <a:lnTo>
                  <a:pt x="2885907" y="133791"/>
                </a:lnTo>
                <a:lnTo>
                  <a:pt x="2886060" y="133782"/>
                </a:lnTo>
                <a:lnTo>
                  <a:pt x="2886215" y="133771"/>
                </a:lnTo>
                <a:lnTo>
                  <a:pt x="2886370" y="133758"/>
                </a:lnTo>
                <a:lnTo>
                  <a:pt x="2886528" y="133743"/>
                </a:lnTo>
                <a:lnTo>
                  <a:pt x="2886686" y="133726"/>
                </a:lnTo>
                <a:lnTo>
                  <a:pt x="2886846" y="133707"/>
                </a:lnTo>
                <a:lnTo>
                  <a:pt x="2887007" y="133686"/>
                </a:lnTo>
                <a:lnTo>
                  <a:pt x="2887170" y="133663"/>
                </a:lnTo>
                <a:lnTo>
                  <a:pt x="2887333" y="133638"/>
                </a:lnTo>
                <a:lnTo>
                  <a:pt x="2887497" y="133611"/>
                </a:lnTo>
                <a:lnTo>
                  <a:pt x="2887662" y="133582"/>
                </a:lnTo>
                <a:lnTo>
                  <a:pt x="2887828" y="133551"/>
                </a:lnTo>
                <a:lnTo>
                  <a:pt x="2887994" y="133518"/>
                </a:lnTo>
                <a:lnTo>
                  <a:pt x="2888161" y="133483"/>
                </a:lnTo>
                <a:lnTo>
                  <a:pt x="2888329" y="133446"/>
                </a:lnTo>
                <a:lnTo>
                  <a:pt x="2888497" y="133407"/>
                </a:lnTo>
                <a:lnTo>
                  <a:pt x="2888665" y="133366"/>
                </a:lnTo>
                <a:lnTo>
                  <a:pt x="2888833" y="133323"/>
                </a:lnTo>
                <a:lnTo>
                  <a:pt x="2889002" y="133278"/>
                </a:lnTo>
                <a:lnTo>
                  <a:pt x="2889171" y="133231"/>
                </a:lnTo>
                <a:lnTo>
                  <a:pt x="2888778" y="134679"/>
                </a:lnTo>
                <a:lnTo>
                  <a:pt x="2888327" y="136038"/>
                </a:lnTo>
                <a:lnTo>
                  <a:pt x="2887822" y="137310"/>
                </a:lnTo>
                <a:lnTo>
                  <a:pt x="2887270" y="138499"/>
                </a:lnTo>
                <a:lnTo>
                  <a:pt x="2886677" y="139606"/>
                </a:lnTo>
                <a:lnTo>
                  <a:pt x="2886047" y="140635"/>
                </a:lnTo>
                <a:lnTo>
                  <a:pt x="2885386" y="141589"/>
                </a:lnTo>
                <a:lnTo>
                  <a:pt x="2884700" y="142471"/>
                </a:lnTo>
                <a:lnTo>
                  <a:pt x="2883995" y="143283"/>
                </a:lnTo>
                <a:lnTo>
                  <a:pt x="2883276" y="144028"/>
                </a:lnTo>
                <a:lnTo>
                  <a:pt x="2882549" y="144709"/>
                </a:lnTo>
                <a:lnTo>
                  <a:pt x="2881820" y="145329"/>
                </a:lnTo>
                <a:lnTo>
                  <a:pt x="2881093" y="145891"/>
                </a:lnTo>
                <a:lnTo>
                  <a:pt x="2880375" y="146397"/>
                </a:lnTo>
                <a:lnTo>
                  <a:pt x="2879671" y="146851"/>
                </a:lnTo>
                <a:lnTo>
                  <a:pt x="2878987" y="147256"/>
                </a:lnTo>
                <a:lnTo>
                  <a:pt x="2878329" y="147613"/>
                </a:lnTo>
                <a:lnTo>
                  <a:pt x="2877701" y="147926"/>
                </a:lnTo>
                <a:lnTo>
                  <a:pt x="2877111" y="148198"/>
                </a:lnTo>
                <a:lnTo>
                  <a:pt x="2876562" y="148432"/>
                </a:lnTo>
                <a:lnTo>
                  <a:pt x="2876061" y="148630"/>
                </a:lnTo>
                <a:lnTo>
                  <a:pt x="2875614" y="148796"/>
                </a:lnTo>
                <a:lnTo>
                  <a:pt x="2875226" y="148932"/>
                </a:lnTo>
                <a:lnTo>
                  <a:pt x="2874903" y="149041"/>
                </a:lnTo>
                <a:lnTo>
                  <a:pt x="2874655" y="149115"/>
                </a:lnTo>
                <a:lnTo>
                  <a:pt x="2874392" y="149194"/>
                </a:lnTo>
                <a:lnTo>
                  <a:pt x="2874118" y="149280"/>
                </a:lnTo>
                <a:lnTo>
                  <a:pt x="2873834" y="149373"/>
                </a:lnTo>
                <a:lnTo>
                  <a:pt x="2873543" y="149474"/>
                </a:lnTo>
                <a:lnTo>
                  <a:pt x="2873247" y="149585"/>
                </a:lnTo>
                <a:lnTo>
                  <a:pt x="2872947" y="149707"/>
                </a:lnTo>
                <a:lnTo>
                  <a:pt x="2872647" y="149840"/>
                </a:lnTo>
                <a:lnTo>
                  <a:pt x="2872348" y="149985"/>
                </a:lnTo>
                <a:lnTo>
                  <a:pt x="2872053" y="150145"/>
                </a:lnTo>
                <a:lnTo>
                  <a:pt x="2871763" y="150319"/>
                </a:lnTo>
                <a:lnTo>
                  <a:pt x="2871482" y="150510"/>
                </a:lnTo>
                <a:lnTo>
                  <a:pt x="2871210" y="150717"/>
                </a:lnTo>
                <a:lnTo>
                  <a:pt x="2870950" y="150943"/>
                </a:lnTo>
                <a:lnTo>
                  <a:pt x="2870705" y="151188"/>
                </a:lnTo>
                <a:lnTo>
                  <a:pt x="2870476" y="151454"/>
                </a:lnTo>
                <a:lnTo>
                  <a:pt x="2870266" y="151740"/>
                </a:lnTo>
                <a:lnTo>
                  <a:pt x="2870078" y="152050"/>
                </a:lnTo>
                <a:lnTo>
                  <a:pt x="2869912" y="152383"/>
                </a:lnTo>
                <a:lnTo>
                  <a:pt x="2869771" y="152740"/>
                </a:lnTo>
                <a:lnTo>
                  <a:pt x="2869658" y="153124"/>
                </a:lnTo>
                <a:lnTo>
                  <a:pt x="2869574" y="153534"/>
                </a:lnTo>
                <a:lnTo>
                  <a:pt x="2869523" y="153972"/>
                </a:lnTo>
                <a:lnTo>
                  <a:pt x="2869505" y="154439"/>
                </a:lnTo>
                <a:lnTo>
                  <a:pt x="2869520" y="154803"/>
                </a:lnTo>
                <a:lnTo>
                  <a:pt x="2869564" y="155168"/>
                </a:lnTo>
                <a:lnTo>
                  <a:pt x="2869636" y="155535"/>
                </a:lnTo>
                <a:lnTo>
                  <a:pt x="2869734" y="155900"/>
                </a:lnTo>
                <a:lnTo>
                  <a:pt x="2869859" y="156264"/>
                </a:lnTo>
                <a:lnTo>
                  <a:pt x="2870008" y="156623"/>
                </a:lnTo>
                <a:lnTo>
                  <a:pt x="2870181" y="156977"/>
                </a:lnTo>
                <a:lnTo>
                  <a:pt x="2870376" y="157324"/>
                </a:lnTo>
                <a:lnTo>
                  <a:pt x="2870593" y="157662"/>
                </a:lnTo>
                <a:lnTo>
                  <a:pt x="2870830" y="157990"/>
                </a:lnTo>
                <a:lnTo>
                  <a:pt x="2871086" y="158306"/>
                </a:lnTo>
                <a:lnTo>
                  <a:pt x="2871361" y="158608"/>
                </a:lnTo>
                <a:lnTo>
                  <a:pt x="2871652" y="158896"/>
                </a:lnTo>
                <a:lnTo>
                  <a:pt x="2871960" y="159167"/>
                </a:lnTo>
                <a:lnTo>
                  <a:pt x="2872282" y="159419"/>
                </a:lnTo>
                <a:lnTo>
                  <a:pt x="2872618" y="159652"/>
                </a:lnTo>
                <a:lnTo>
                  <a:pt x="2872967" y="159863"/>
                </a:lnTo>
                <a:lnTo>
                  <a:pt x="2873327" y="160051"/>
                </a:lnTo>
                <a:lnTo>
                  <a:pt x="2873699" y="160215"/>
                </a:lnTo>
                <a:lnTo>
                  <a:pt x="2874079" y="160352"/>
                </a:lnTo>
                <a:lnTo>
                  <a:pt x="2874468" y="160462"/>
                </a:lnTo>
                <a:lnTo>
                  <a:pt x="2874864" y="160542"/>
                </a:lnTo>
                <a:lnTo>
                  <a:pt x="2875266" y="160592"/>
                </a:lnTo>
                <a:lnTo>
                  <a:pt x="2875674" y="160609"/>
                </a:lnTo>
                <a:lnTo>
                  <a:pt x="2876513" y="160554"/>
                </a:lnTo>
                <a:lnTo>
                  <a:pt x="2877478" y="160391"/>
                </a:lnTo>
                <a:lnTo>
                  <a:pt x="2878555" y="160120"/>
                </a:lnTo>
                <a:lnTo>
                  <a:pt x="2879730" y="159739"/>
                </a:lnTo>
                <a:lnTo>
                  <a:pt x="2880987" y="159249"/>
                </a:lnTo>
                <a:lnTo>
                  <a:pt x="2882313" y="158650"/>
                </a:lnTo>
                <a:lnTo>
                  <a:pt x="2883693" y="157942"/>
                </a:lnTo>
                <a:lnTo>
                  <a:pt x="2885114" y="157124"/>
                </a:lnTo>
                <a:lnTo>
                  <a:pt x="2886559" y="156196"/>
                </a:lnTo>
                <a:lnTo>
                  <a:pt x="2888016" y="155158"/>
                </a:lnTo>
                <a:lnTo>
                  <a:pt x="2889469" y="154010"/>
                </a:lnTo>
                <a:lnTo>
                  <a:pt x="2890905" y="152752"/>
                </a:lnTo>
                <a:lnTo>
                  <a:pt x="2892308" y="151383"/>
                </a:lnTo>
                <a:lnTo>
                  <a:pt x="2893665" y="149904"/>
                </a:lnTo>
                <a:lnTo>
                  <a:pt x="2894961" y="148313"/>
                </a:lnTo>
                <a:lnTo>
                  <a:pt x="2896182" y="146612"/>
                </a:lnTo>
                <a:lnTo>
                  <a:pt x="2897313" y="144800"/>
                </a:lnTo>
                <a:lnTo>
                  <a:pt x="2898339" y="142876"/>
                </a:lnTo>
                <a:lnTo>
                  <a:pt x="2899248" y="140841"/>
                </a:lnTo>
                <a:lnTo>
                  <a:pt x="2900023" y="138695"/>
                </a:lnTo>
                <a:lnTo>
                  <a:pt x="2900652" y="136436"/>
                </a:lnTo>
                <a:lnTo>
                  <a:pt x="2901118" y="134066"/>
                </a:lnTo>
                <a:lnTo>
                  <a:pt x="2901409" y="131583"/>
                </a:lnTo>
                <a:lnTo>
                  <a:pt x="2901509" y="128988"/>
                </a:lnTo>
                <a:lnTo>
                  <a:pt x="2901470" y="127540"/>
                </a:lnTo>
                <a:lnTo>
                  <a:pt x="2901356" y="126138"/>
                </a:lnTo>
                <a:lnTo>
                  <a:pt x="2901169" y="124783"/>
                </a:lnTo>
                <a:lnTo>
                  <a:pt x="2900912" y="123476"/>
                </a:lnTo>
                <a:lnTo>
                  <a:pt x="2900589" y="122219"/>
                </a:lnTo>
                <a:lnTo>
                  <a:pt x="2900201" y="121013"/>
                </a:lnTo>
                <a:close/>
                <a:moveTo>
                  <a:pt x="4925483" y="58683"/>
                </a:moveTo>
                <a:lnTo>
                  <a:pt x="4924984" y="56213"/>
                </a:lnTo>
                <a:lnTo>
                  <a:pt x="4924425" y="53808"/>
                </a:lnTo>
                <a:lnTo>
                  <a:pt x="4923813" y="51469"/>
                </a:lnTo>
                <a:lnTo>
                  <a:pt x="4923151" y="49196"/>
                </a:lnTo>
                <a:lnTo>
                  <a:pt x="4922444" y="46990"/>
                </a:lnTo>
                <a:lnTo>
                  <a:pt x="4921697" y="44853"/>
                </a:lnTo>
                <a:lnTo>
                  <a:pt x="4920915" y="42785"/>
                </a:lnTo>
                <a:lnTo>
                  <a:pt x="4920103" y="40787"/>
                </a:lnTo>
                <a:lnTo>
                  <a:pt x="4919265" y="38860"/>
                </a:lnTo>
                <a:lnTo>
                  <a:pt x="4918407" y="37006"/>
                </a:lnTo>
                <a:lnTo>
                  <a:pt x="4917532" y="35224"/>
                </a:lnTo>
                <a:lnTo>
                  <a:pt x="4916646" y="33517"/>
                </a:lnTo>
                <a:lnTo>
                  <a:pt x="4915753" y="31884"/>
                </a:lnTo>
                <a:lnTo>
                  <a:pt x="4914859" y="30327"/>
                </a:lnTo>
                <a:lnTo>
                  <a:pt x="4913968" y="28846"/>
                </a:lnTo>
                <a:lnTo>
                  <a:pt x="4913084" y="27443"/>
                </a:lnTo>
                <a:lnTo>
                  <a:pt x="4912213" y="26119"/>
                </a:lnTo>
                <a:lnTo>
                  <a:pt x="4911359" y="24874"/>
                </a:lnTo>
                <a:lnTo>
                  <a:pt x="4910061" y="23132"/>
                </a:lnTo>
                <a:lnTo>
                  <a:pt x="4908724" y="21428"/>
                </a:lnTo>
                <a:lnTo>
                  <a:pt x="4907355" y="19764"/>
                </a:lnTo>
                <a:lnTo>
                  <a:pt x="4905961" y="18144"/>
                </a:lnTo>
                <a:lnTo>
                  <a:pt x="4904547" y="16571"/>
                </a:lnTo>
                <a:lnTo>
                  <a:pt x="4903119" y="15049"/>
                </a:lnTo>
                <a:lnTo>
                  <a:pt x="4901684" y="13580"/>
                </a:lnTo>
                <a:lnTo>
                  <a:pt x="4900247" y="12169"/>
                </a:lnTo>
                <a:lnTo>
                  <a:pt x="4898816" y="10818"/>
                </a:lnTo>
                <a:lnTo>
                  <a:pt x="4897394" y="9530"/>
                </a:lnTo>
                <a:lnTo>
                  <a:pt x="4895990" y="8309"/>
                </a:lnTo>
                <a:lnTo>
                  <a:pt x="4894609" y="7158"/>
                </a:lnTo>
                <a:lnTo>
                  <a:pt x="4893257" y="6081"/>
                </a:lnTo>
                <a:lnTo>
                  <a:pt x="4891940" y="5080"/>
                </a:lnTo>
                <a:lnTo>
                  <a:pt x="4890665" y="4159"/>
                </a:lnTo>
                <a:lnTo>
                  <a:pt x="4889437" y="3321"/>
                </a:lnTo>
                <a:lnTo>
                  <a:pt x="4888262" y="2569"/>
                </a:lnTo>
                <a:lnTo>
                  <a:pt x="4887147" y="1907"/>
                </a:lnTo>
                <a:lnTo>
                  <a:pt x="4886098" y="1338"/>
                </a:lnTo>
                <a:lnTo>
                  <a:pt x="4885121" y="865"/>
                </a:lnTo>
                <a:lnTo>
                  <a:pt x="4884222" y="491"/>
                </a:lnTo>
                <a:lnTo>
                  <a:pt x="4883407" y="221"/>
                </a:lnTo>
                <a:lnTo>
                  <a:pt x="4882682" y="56"/>
                </a:lnTo>
                <a:lnTo>
                  <a:pt x="4882053" y="0"/>
                </a:lnTo>
                <a:lnTo>
                  <a:pt x="4881470" y="20"/>
                </a:lnTo>
                <a:lnTo>
                  <a:pt x="4880923" y="77"/>
                </a:lnTo>
                <a:lnTo>
                  <a:pt x="4880413" y="169"/>
                </a:lnTo>
                <a:lnTo>
                  <a:pt x="4879937" y="293"/>
                </a:lnTo>
                <a:lnTo>
                  <a:pt x="4879496" y="446"/>
                </a:lnTo>
                <a:lnTo>
                  <a:pt x="4879087" y="627"/>
                </a:lnTo>
                <a:lnTo>
                  <a:pt x="4878709" y="831"/>
                </a:lnTo>
                <a:lnTo>
                  <a:pt x="4878363" y="1057"/>
                </a:lnTo>
                <a:lnTo>
                  <a:pt x="4878045" y="1302"/>
                </a:lnTo>
                <a:lnTo>
                  <a:pt x="4877756" y="1562"/>
                </a:lnTo>
                <a:lnTo>
                  <a:pt x="4877494" y="1836"/>
                </a:lnTo>
                <a:lnTo>
                  <a:pt x="4877259" y="2121"/>
                </a:lnTo>
                <a:lnTo>
                  <a:pt x="4877048" y="2414"/>
                </a:lnTo>
                <a:lnTo>
                  <a:pt x="4876862" y="2712"/>
                </a:lnTo>
                <a:lnTo>
                  <a:pt x="4876698" y="3013"/>
                </a:lnTo>
                <a:lnTo>
                  <a:pt x="4876557" y="3314"/>
                </a:lnTo>
                <a:lnTo>
                  <a:pt x="4876436" y="3612"/>
                </a:lnTo>
                <a:lnTo>
                  <a:pt x="4876334" y="3905"/>
                </a:lnTo>
                <a:lnTo>
                  <a:pt x="4876252" y="4189"/>
                </a:lnTo>
                <a:lnTo>
                  <a:pt x="4876186" y="4463"/>
                </a:lnTo>
                <a:lnTo>
                  <a:pt x="4876137" y="4724"/>
                </a:lnTo>
                <a:lnTo>
                  <a:pt x="4876104" y="4968"/>
                </a:lnTo>
                <a:lnTo>
                  <a:pt x="4876085" y="5194"/>
                </a:lnTo>
                <a:lnTo>
                  <a:pt x="4876078" y="5399"/>
                </a:lnTo>
                <a:lnTo>
                  <a:pt x="4876089" y="5752"/>
                </a:lnTo>
                <a:lnTo>
                  <a:pt x="4876121" y="6090"/>
                </a:lnTo>
                <a:lnTo>
                  <a:pt x="4876171" y="6412"/>
                </a:lnTo>
                <a:lnTo>
                  <a:pt x="4876240" y="6720"/>
                </a:lnTo>
                <a:lnTo>
                  <a:pt x="4876325" y="7012"/>
                </a:lnTo>
                <a:lnTo>
                  <a:pt x="4876425" y="7291"/>
                </a:lnTo>
                <a:lnTo>
                  <a:pt x="4876538" y="7555"/>
                </a:lnTo>
                <a:lnTo>
                  <a:pt x="4876664" y="7805"/>
                </a:lnTo>
                <a:lnTo>
                  <a:pt x="4876800" y="8042"/>
                </a:lnTo>
                <a:lnTo>
                  <a:pt x="4876946" y="8266"/>
                </a:lnTo>
                <a:lnTo>
                  <a:pt x="4877099" y="8478"/>
                </a:lnTo>
                <a:lnTo>
                  <a:pt x="4877259" y="8677"/>
                </a:lnTo>
                <a:lnTo>
                  <a:pt x="4877424" y="8864"/>
                </a:lnTo>
                <a:lnTo>
                  <a:pt x="4877593" y="9039"/>
                </a:lnTo>
                <a:lnTo>
                  <a:pt x="4877763" y="9203"/>
                </a:lnTo>
                <a:lnTo>
                  <a:pt x="4877935" y="9355"/>
                </a:lnTo>
                <a:lnTo>
                  <a:pt x="4878105" y="9497"/>
                </a:lnTo>
                <a:lnTo>
                  <a:pt x="4878274" y="9629"/>
                </a:lnTo>
                <a:lnTo>
                  <a:pt x="4878439" y="9751"/>
                </a:lnTo>
                <a:lnTo>
                  <a:pt x="4878599" y="9863"/>
                </a:lnTo>
                <a:lnTo>
                  <a:pt x="4878753" y="9965"/>
                </a:lnTo>
                <a:lnTo>
                  <a:pt x="4878899" y="10059"/>
                </a:lnTo>
                <a:lnTo>
                  <a:pt x="4879035" y="10144"/>
                </a:lnTo>
                <a:lnTo>
                  <a:pt x="4879161" y="10220"/>
                </a:lnTo>
                <a:lnTo>
                  <a:pt x="4882966" y="12897"/>
                </a:lnTo>
                <a:lnTo>
                  <a:pt x="4886482" y="15667"/>
                </a:lnTo>
                <a:lnTo>
                  <a:pt x="4889722" y="18515"/>
                </a:lnTo>
                <a:lnTo>
                  <a:pt x="4892696" y="21431"/>
                </a:lnTo>
                <a:lnTo>
                  <a:pt x="4895416" y="24402"/>
                </a:lnTo>
                <a:lnTo>
                  <a:pt x="4897892" y="27416"/>
                </a:lnTo>
                <a:lnTo>
                  <a:pt x="4900137" y="30460"/>
                </a:lnTo>
                <a:lnTo>
                  <a:pt x="4902161" y="33521"/>
                </a:lnTo>
                <a:lnTo>
                  <a:pt x="4903975" y="36588"/>
                </a:lnTo>
                <a:lnTo>
                  <a:pt x="4905591" y="39647"/>
                </a:lnTo>
                <a:lnTo>
                  <a:pt x="4907020" y="42688"/>
                </a:lnTo>
                <a:lnTo>
                  <a:pt x="4908273" y="45696"/>
                </a:lnTo>
                <a:lnTo>
                  <a:pt x="4909361" y="48661"/>
                </a:lnTo>
                <a:lnTo>
                  <a:pt x="4910296" y="51568"/>
                </a:lnTo>
                <a:lnTo>
                  <a:pt x="4911089" y="54407"/>
                </a:lnTo>
                <a:lnTo>
                  <a:pt x="4911751" y="57165"/>
                </a:lnTo>
                <a:lnTo>
                  <a:pt x="4912292" y="59828"/>
                </a:lnTo>
                <a:lnTo>
                  <a:pt x="4912725" y="62386"/>
                </a:lnTo>
                <a:lnTo>
                  <a:pt x="4913061" y="64825"/>
                </a:lnTo>
                <a:lnTo>
                  <a:pt x="4913311" y="67133"/>
                </a:lnTo>
                <a:lnTo>
                  <a:pt x="4913485" y="69298"/>
                </a:lnTo>
                <a:lnTo>
                  <a:pt x="4913596" y="71307"/>
                </a:lnTo>
                <a:lnTo>
                  <a:pt x="4913654" y="73148"/>
                </a:lnTo>
                <a:lnTo>
                  <a:pt x="4913671" y="74809"/>
                </a:lnTo>
                <a:lnTo>
                  <a:pt x="4913633" y="77257"/>
                </a:lnTo>
                <a:lnTo>
                  <a:pt x="4913516" y="79776"/>
                </a:lnTo>
                <a:lnTo>
                  <a:pt x="4913314" y="82359"/>
                </a:lnTo>
                <a:lnTo>
                  <a:pt x="4913022" y="84999"/>
                </a:lnTo>
                <a:lnTo>
                  <a:pt x="4912636" y="87687"/>
                </a:lnTo>
                <a:lnTo>
                  <a:pt x="4912150" y="90418"/>
                </a:lnTo>
                <a:lnTo>
                  <a:pt x="4911559" y="93183"/>
                </a:lnTo>
                <a:lnTo>
                  <a:pt x="4910858" y="95976"/>
                </a:lnTo>
                <a:lnTo>
                  <a:pt x="4910042" y="98788"/>
                </a:lnTo>
                <a:lnTo>
                  <a:pt x="4909105" y="101614"/>
                </a:lnTo>
                <a:lnTo>
                  <a:pt x="4908043" y="104445"/>
                </a:lnTo>
                <a:lnTo>
                  <a:pt x="4906851" y="107274"/>
                </a:lnTo>
                <a:lnTo>
                  <a:pt x="4905523" y="110094"/>
                </a:lnTo>
                <a:lnTo>
                  <a:pt x="4904055" y="112898"/>
                </a:lnTo>
                <a:lnTo>
                  <a:pt x="4902441" y="115678"/>
                </a:lnTo>
                <a:lnTo>
                  <a:pt x="4900676" y="118427"/>
                </a:lnTo>
                <a:lnTo>
                  <a:pt x="4898755" y="121138"/>
                </a:lnTo>
                <a:lnTo>
                  <a:pt x="4896672" y="123804"/>
                </a:lnTo>
                <a:lnTo>
                  <a:pt x="4894424" y="126417"/>
                </a:lnTo>
                <a:lnTo>
                  <a:pt x="4892005" y="128970"/>
                </a:lnTo>
                <a:lnTo>
                  <a:pt x="4889409" y="131455"/>
                </a:lnTo>
                <a:lnTo>
                  <a:pt x="4886631" y="133866"/>
                </a:lnTo>
                <a:lnTo>
                  <a:pt x="4883667" y="136195"/>
                </a:lnTo>
                <a:lnTo>
                  <a:pt x="4880512" y="138435"/>
                </a:lnTo>
                <a:lnTo>
                  <a:pt x="4880157" y="138671"/>
                </a:lnTo>
                <a:lnTo>
                  <a:pt x="4879817" y="138899"/>
                </a:lnTo>
                <a:lnTo>
                  <a:pt x="4879491" y="139119"/>
                </a:lnTo>
                <a:lnTo>
                  <a:pt x="4879179" y="139333"/>
                </a:lnTo>
                <a:lnTo>
                  <a:pt x="4878882" y="139541"/>
                </a:lnTo>
                <a:lnTo>
                  <a:pt x="4878599" y="139746"/>
                </a:lnTo>
                <a:lnTo>
                  <a:pt x="4878331" y="139948"/>
                </a:lnTo>
                <a:lnTo>
                  <a:pt x="4878077" y="140150"/>
                </a:lnTo>
                <a:lnTo>
                  <a:pt x="4877838" y="140351"/>
                </a:lnTo>
                <a:lnTo>
                  <a:pt x="4877614" y="140553"/>
                </a:lnTo>
                <a:lnTo>
                  <a:pt x="4877405" y="140758"/>
                </a:lnTo>
                <a:lnTo>
                  <a:pt x="4877211" y="140966"/>
                </a:lnTo>
                <a:lnTo>
                  <a:pt x="4877031" y="141180"/>
                </a:lnTo>
                <a:lnTo>
                  <a:pt x="4876867" y="141399"/>
                </a:lnTo>
                <a:lnTo>
                  <a:pt x="4876719" y="141627"/>
                </a:lnTo>
                <a:lnTo>
                  <a:pt x="4876585" y="141863"/>
                </a:lnTo>
                <a:lnTo>
                  <a:pt x="4876467" y="142109"/>
                </a:lnTo>
                <a:lnTo>
                  <a:pt x="4876364" y="142366"/>
                </a:lnTo>
                <a:lnTo>
                  <a:pt x="4876277" y="142636"/>
                </a:lnTo>
                <a:lnTo>
                  <a:pt x="4876206" y="142920"/>
                </a:lnTo>
                <a:lnTo>
                  <a:pt x="4876150" y="143219"/>
                </a:lnTo>
                <a:lnTo>
                  <a:pt x="4876110" y="143534"/>
                </a:lnTo>
                <a:lnTo>
                  <a:pt x="4876086" y="143867"/>
                </a:lnTo>
                <a:lnTo>
                  <a:pt x="4876078" y="144219"/>
                </a:lnTo>
                <a:lnTo>
                  <a:pt x="4876085" y="144423"/>
                </a:lnTo>
                <a:lnTo>
                  <a:pt x="4876104" y="144650"/>
                </a:lnTo>
                <a:lnTo>
                  <a:pt x="4876137" y="144894"/>
                </a:lnTo>
                <a:lnTo>
                  <a:pt x="4876186" y="145155"/>
                </a:lnTo>
                <a:lnTo>
                  <a:pt x="4876252" y="145429"/>
                </a:lnTo>
                <a:lnTo>
                  <a:pt x="4876334" y="145714"/>
                </a:lnTo>
                <a:lnTo>
                  <a:pt x="4876436" y="146007"/>
                </a:lnTo>
                <a:lnTo>
                  <a:pt x="4876557" y="146305"/>
                </a:lnTo>
                <a:lnTo>
                  <a:pt x="4876698" y="146606"/>
                </a:lnTo>
                <a:lnTo>
                  <a:pt x="4876862" y="146907"/>
                </a:lnTo>
                <a:lnTo>
                  <a:pt x="4877048" y="147205"/>
                </a:lnTo>
                <a:lnTo>
                  <a:pt x="4877259" y="147497"/>
                </a:lnTo>
                <a:lnTo>
                  <a:pt x="4877494" y="147782"/>
                </a:lnTo>
                <a:lnTo>
                  <a:pt x="4877756" y="148056"/>
                </a:lnTo>
                <a:lnTo>
                  <a:pt x="4878045" y="148316"/>
                </a:lnTo>
                <a:lnTo>
                  <a:pt x="4878363" y="148561"/>
                </a:lnTo>
                <a:lnTo>
                  <a:pt x="4878709" y="148787"/>
                </a:lnTo>
                <a:lnTo>
                  <a:pt x="4879087" y="148991"/>
                </a:lnTo>
                <a:lnTo>
                  <a:pt x="4879496" y="149171"/>
                </a:lnTo>
                <a:lnTo>
                  <a:pt x="4879937" y="149325"/>
                </a:lnTo>
                <a:lnTo>
                  <a:pt x="4880413" y="149449"/>
                </a:lnTo>
                <a:lnTo>
                  <a:pt x="4880923" y="149541"/>
                </a:lnTo>
                <a:lnTo>
                  <a:pt x="4881470" y="149598"/>
                </a:lnTo>
                <a:lnTo>
                  <a:pt x="4882053" y="149617"/>
                </a:lnTo>
                <a:lnTo>
                  <a:pt x="4882923" y="149485"/>
                </a:lnTo>
                <a:lnTo>
                  <a:pt x="4884112" y="149088"/>
                </a:lnTo>
                <a:lnTo>
                  <a:pt x="4885589" y="148427"/>
                </a:lnTo>
                <a:lnTo>
                  <a:pt x="4887322" y="147504"/>
                </a:lnTo>
                <a:lnTo>
                  <a:pt x="4889280" y="146318"/>
                </a:lnTo>
                <a:lnTo>
                  <a:pt x="4891431" y="144870"/>
                </a:lnTo>
                <a:lnTo>
                  <a:pt x="4893743" y="143161"/>
                </a:lnTo>
                <a:lnTo>
                  <a:pt x="4896185" y="141192"/>
                </a:lnTo>
                <a:lnTo>
                  <a:pt x="4898724" y="138962"/>
                </a:lnTo>
                <a:lnTo>
                  <a:pt x="4901329" y="136474"/>
                </a:lnTo>
                <a:lnTo>
                  <a:pt x="4903969" y="133728"/>
                </a:lnTo>
                <a:lnTo>
                  <a:pt x="4906611" y="130723"/>
                </a:lnTo>
                <a:lnTo>
                  <a:pt x="4909224" y="127462"/>
                </a:lnTo>
                <a:lnTo>
                  <a:pt x="4911776" y="123944"/>
                </a:lnTo>
                <a:lnTo>
                  <a:pt x="4914235" y="120170"/>
                </a:lnTo>
                <a:lnTo>
                  <a:pt x="4916571" y="116142"/>
                </a:lnTo>
                <a:lnTo>
                  <a:pt x="4918750" y="111858"/>
                </a:lnTo>
                <a:lnTo>
                  <a:pt x="4920742" y="107322"/>
                </a:lnTo>
                <a:lnTo>
                  <a:pt x="4922514" y="102532"/>
                </a:lnTo>
                <a:lnTo>
                  <a:pt x="4924035" y="97489"/>
                </a:lnTo>
                <a:lnTo>
                  <a:pt x="4925273" y="92195"/>
                </a:lnTo>
                <a:lnTo>
                  <a:pt x="4926197" y="86650"/>
                </a:lnTo>
                <a:lnTo>
                  <a:pt x="4926774" y="80854"/>
                </a:lnTo>
                <a:lnTo>
                  <a:pt x="4926974" y="74809"/>
                </a:lnTo>
                <a:lnTo>
                  <a:pt x="4926929" y="71970"/>
                </a:lnTo>
                <a:lnTo>
                  <a:pt x="4926796" y="69191"/>
                </a:lnTo>
                <a:lnTo>
                  <a:pt x="4926580" y="66472"/>
                </a:lnTo>
                <a:lnTo>
                  <a:pt x="4926286" y="63813"/>
                </a:lnTo>
                <a:lnTo>
                  <a:pt x="4925919" y="61217"/>
                </a:lnTo>
                <a:lnTo>
                  <a:pt x="4925483" y="58683"/>
                </a:lnTo>
                <a:close/>
                <a:moveTo>
                  <a:pt x="3944866" y="124569"/>
                </a:moveTo>
                <a:lnTo>
                  <a:pt x="3944600" y="124172"/>
                </a:lnTo>
                <a:lnTo>
                  <a:pt x="3944304" y="123818"/>
                </a:lnTo>
                <a:lnTo>
                  <a:pt x="3943980" y="123507"/>
                </a:lnTo>
                <a:lnTo>
                  <a:pt x="3943631" y="123234"/>
                </a:lnTo>
                <a:lnTo>
                  <a:pt x="3943261" y="122998"/>
                </a:lnTo>
                <a:lnTo>
                  <a:pt x="3942872" y="122795"/>
                </a:lnTo>
                <a:lnTo>
                  <a:pt x="3942467" y="122623"/>
                </a:lnTo>
                <a:lnTo>
                  <a:pt x="3942049" y="122480"/>
                </a:lnTo>
                <a:lnTo>
                  <a:pt x="3941620" y="122363"/>
                </a:lnTo>
                <a:lnTo>
                  <a:pt x="3941183" y="122269"/>
                </a:lnTo>
                <a:lnTo>
                  <a:pt x="3940742" y="122196"/>
                </a:lnTo>
                <a:lnTo>
                  <a:pt x="3940300" y="122141"/>
                </a:lnTo>
                <a:lnTo>
                  <a:pt x="3939858" y="122102"/>
                </a:lnTo>
                <a:lnTo>
                  <a:pt x="3939420" y="122076"/>
                </a:lnTo>
                <a:lnTo>
                  <a:pt x="3938988" y="122060"/>
                </a:lnTo>
                <a:lnTo>
                  <a:pt x="3938566" y="122052"/>
                </a:lnTo>
                <a:lnTo>
                  <a:pt x="3938157" y="122049"/>
                </a:lnTo>
                <a:lnTo>
                  <a:pt x="3937763" y="122048"/>
                </a:lnTo>
                <a:lnTo>
                  <a:pt x="3929279" y="122048"/>
                </a:lnTo>
                <a:lnTo>
                  <a:pt x="3929279" y="77386"/>
                </a:lnTo>
                <a:lnTo>
                  <a:pt x="3929228" y="75013"/>
                </a:lnTo>
                <a:lnTo>
                  <a:pt x="3929076" y="72754"/>
                </a:lnTo>
                <a:lnTo>
                  <a:pt x="3928826" y="70610"/>
                </a:lnTo>
                <a:lnTo>
                  <a:pt x="3928480" y="68578"/>
                </a:lnTo>
                <a:lnTo>
                  <a:pt x="3928039" y="66657"/>
                </a:lnTo>
                <a:lnTo>
                  <a:pt x="3927504" y="64846"/>
                </a:lnTo>
                <a:lnTo>
                  <a:pt x="3926880" y="63144"/>
                </a:lnTo>
                <a:lnTo>
                  <a:pt x="3926166" y="61549"/>
                </a:lnTo>
                <a:lnTo>
                  <a:pt x="3925365" y="60061"/>
                </a:lnTo>
                <a:lnTo>
                  <a:pt x="3924479" y="58677"/>
                </a:lnTo>
                <a:lnTo>
                  <a:pt x="3923510" y="57398"/>
                </a:lnTo>
                <a:lnTo>
                  <a:pt x="3922459" y="56221"/>
                </a:lnTo>
                <a:lnTo>
                  <a:pt x="3921329" y="55145"/>
                </a:lnTo>
                <a:lnTo>
                  <a:pt x="3920122" y="54170"/>
                </a:lnTo>
                <a:lnTo>
                  <a:pt x="3918840" y="53293"/>
                </a:lnTo>
                <a:lnTo>
                  <a:pt x="3917484" y="52513"/>
                </a:lnTo>
                <a:lnTo>
                  <a:pt x="3916056" y="51831"/>
                </a:lnTo>
                <a:lnTo>
                  <a:pt x="3914558" y="51243"/>
                </a:lnTo>
                <a:lnTo>
                  <a:pt x="3912993" y="50749"/>
                </a:lnTo>
                <a:lnTo>
                  <a:pt x="3911362" y="50347"/>
                </a:lnTo>
                <a:lnTo>
                  <a:pt x="3909667" y="50037"/>
                </a:lnTo>
                <a:lnTo>
                  <a:pt x="3907910" y="49817"/>
                </a:lnTo>
                <a:lnTo>
                  <a:pt x="3906093" y="49686"/>
                </a:lnTo>
                <a:lnTo>
                  <a:pt x="3904218" y="49643"/>
                </a:lnTo>
                <a:lnTo>
                  <a:pt x="3902625" y="49676"/>
                </a:lnTo>
                <a:lnTo>
                  <a:pt x="3901077" y="49774"/>
                </a:lnTo>
                <a:lnTo>
                  <a:pt x="3899574" y="49932"/>
                </a:lnTo>
                <a:lnTo>
                  <a:pt x="3898116" y="50146"/>
                </a:lnTo>
                <a:lnTo>
                  <a:pt x="3896704" y="50411"/>
                </a:lnTo>
                <a:lnTo>
                  <a:pt x="3895337" y="50725"/>
                </a:lnTo>
                <a:lnTo>
                  <a:pt x="3894017" y="51082"/>
                </a:lnTo>
                <a:lnTo>
                  <a:pt x="3892743" y="51479"/>
                </a:lnTo>
                <a:lnTo>
                  <a:pt x="3891516" y="51911"/>
                </a:lnTo>
                <a:lnTo>
                  <a:pt x="3890336" y="52375"/>
                </a:lnTo>
                <a:lnTo>
                  <a:pt x="3889204" y="52866"/>
                </a:lnTo>
                <a:lnTo>
                  <a:pt x="3888119" y="53380"/>
                </a:lnTo>
                <a:lnTo>
                  <a:pt x="3887083" y="53913"/>
                </a:lnTo>
                <a:lnTo>
                  <a:pt x="3886095" y="54461"/>
                </a:lnTo>
                <a:lnTo>
                  <a:pt x="3885156" y="55020"/>
                </a:lnTo>
                <a:lnTo>
                  <a:pt x="3884267" y="55586"/>
                </a:lnTo>
                <a:lnTo>
                  <a:pt x="3883426" y="56154"/>
                </a:lnTo>
                <a:lnTo>
                  <a:pt x="3882636" y="56721"/>
                </a:lnTo>
                <a:lnTo>
                  <a:pt x="3881896" y="57283"/>
                </a:lnTo>
                <a:lnTo>
                  <a:pt x="3881206" y="57835"/>
                </a:lnTo>
                <a:lnTo>
                  <a:pt x="3880567" y="58373"/>
                </a:lnTo>
                <a:lnTo>
                  <a:pt x="3879980" y="58893"/>
                </a:lnTo>
                <a:lnTo>
                  <a:pt x="3879444" y="59391"/>
                </a:lnTo>
                <a:lnTo>
                  <a:pt x="3878960" y="59863"/>
                </a:lnTo>
                <a:lnTo>
                  <a:pt x="3878960" y="23845"/>
                </a:lnTo>
                <a:lnTo>
                  <a:pt x="3878953" y="23119"/>
                </a:lnTo>
                <a:lnTo>
                  <a:pt x="3878933" y="22434"/>
                </a:lnTo>
                <a:lnTo>
                  <a:pt x="3878897" y="21790"/>
                </a:lnTo>
                <a:lnTo>
                  <a:pt x="3878844" y="21184"/>
                </a:lnTo>
                <a:lnTo>
                  <a:pt x="3878771" y="20618"/>
                </a:lnTo>
                <a:lnTo>
                  <a:pt x="3878677" y="20089"/>
                </a:lnTo>
                <a:lnTo>
                  <a:pt x="3878559" y="19596"/>
                </a:lnTo>
                <a:lnTo>
                  <a:pt x="3878417" y="19140"/>
                </a:lnTo>
                <a:lnTo>
                  <a:pt x="3878248" y="18718"/>
                </a:lnTo>
                <a:lnTo>
                  <a:pt x="3878051" y="18330"/>
                </a:lnTo>
                <a:lnTo>
                  <a:pt x="3877823" y="17975"/>
                </a:lnTo>
                <a:lnTo>
                  <a:pt x="3877562" y="17652"/>
                </a:lnTo>
                <a:lnTo>
                  <a:pt x="3877268" y="17360"/>
                </a:lnTo>
                <a:lnTo>
                  <a:pt x="3876937" y="17098"/>
                </a:lnTo>
                <a:lnTo>
                  <a:pt x="3876569" y="16865"/>
                </a:lnTo>
                <a:lnTo>
                  <a:pt x="3876161" y="16661"/>
                </a:lnTo>
                <a:lnTo>
                  <a:pt x="3875712" y="16485"/>
                </a:lnTo>
                <a:lnTo>
                  <a:pt x="3875219" y="16335"/>
                </a:lnTo>
                <a:lnTo>
                  <a:pt x="3874681" y="16210"/>
                </a:lnTo>
                <a:lnTo>
                  <a:pt x="3874096" y="16110"/>
                </a:lnTo>
                <a:lnTo>
                  <a:pt x="3873462" y="16034"/>
                </a:lnTo>
                <a:lnTo>
                  <a:pt x="3872778" y="15981"/>
                </a:lnTo>
                <a:lnTo>
                  <a:pt x="3872041" y="15950"/>
                </a:lnTo>
                <a:lnTo>
                  <a:pt x="3871249" y="15940"/>
                </a:lnTo>
                <a:lnTo>
                  <a:pt x="3857176" y="15940"/>
                </a:lnTo>
                <a:lnTo>
                  <a:pt x="3856781" y="15940"/>
                </a:lnTo>
                <a:lnTo>
                  <a:pt x="3856372" y="15943"/>
                </a:lnTo>
                <a:lnTo>
                  <a:pt x="3855950" y="15951"/>
                </a:lnTo>
                <a:lnTo>
                  <a:pt x="3855519" y="15967"/>
                </a:lnTo>
                <a:lnTo>
                  <a:pt x="3855081" y="15994"/>
                </a:lnTo>
                <a:lnTo>
                  <a:pt x="3854639" y="16033"/>
                </a:lnTo>
                <a:lnTo>
                  <a:pt x="3854196" y="16088"/>
                </a:lnTo>
                <a:lnTo>
                  <a:pt x="3853755" y="16161"/>
                </a:lnTo>
                <a:lnTo>
                  <a:pt x="3853319" y="16255"/>
                </a:lnTo>
                <a:lnTo>
                  <a:pt x="3852890" y="16372"/>
                </a:lnTo>
                <a:lnTo>
                  <a:pt x="3852471" y="16515"/>
                </a:lnTo>
                <a:lnTo>
                  <a:pt x="3852066" y="16687"/>
                </a:lnTo>
                <a:lnTo>
                  <a:pt x="3851677" y="16890"/>
                </a:lnTo>
                <a:lnTo>
                  <a:pt x="3851307" y="17126"/>
                </a:lnTo>
                <a:lnTo>
                  <a:pt x="3850959" y="17399"/>
                </a:lnTo>
                <a:lnTo>
                  <a:pt x="3850635" y="17711"/>
                </a:lnTo>
                <a:lnTo>
                  <a:pt x="3850338" y="18064"/>
                </a:lnTo>
                <a:lnTo>
                  <a:pt x="3850072" y="18462"/>
                </a:lnTo>
                <a:lnTo>
                  <a:pt x="3849839" y="18906"/>
                </a:lnTo>
                <a:lnTo>
                  <a:pt x="3849642" y="19399"/>
                </a:lnTo>
                <a:lnTo>
                  <a:pt x="3849484" y="19945"/>
                </a:lnTo>
                <a:lnTo>
                  <a:pt x="3849368" y="20544"/>
                </a:lnTo>
                <a:lnTo>
                  <a:pt x="3849296" y="21201"/>
                </a:lnTo>
                <a:lnTo>
                  <a:pt x="3849271" y="21918"/>
                </a:lnTo>
                <a:lnTo>
                  <a:pt x="3849297" y="22611"/>
                </a:lnTo>
                <a:lnTo>
                  <a:pt x="3849371" y="23247"/>
                </a:lnTo>
                <a:lnTo>
                  <a:pt x="3849492" y="23827"/>
                </a:lnTo>
                <a:lnTo>
                  <a:pt x="3849655" y="24355"/>
                </a:lnTo>
                <a:lnTo>
                  <a:pt x="3849858" y="24832"/>
                </a:lnTo>
                <a:lnTo>
                  <a:pt x="3850097" y="25262"/>
                </a:lnTo>
                <a:lnTo>
                  <a:pt x="3850369" y="25646"/>
                </a:lnTo>
                <a:lnTo>
                  <a:pt x="3850671" y="25988"/>
                </a:lnTo>
                <a:lnTo>
                  <a:pt x="3851000" y="26290"/>
                </a:lnTo>
                <a:lnTo>
                  <a:pt x="3851352" y="26554"/>
                </a:lnTo>
                <a:lnTo>
                  <a:pt x="3851725" y="26782"/>
                </a:lnTo>
                <a:lnTo>
                  <a:pt x="3852115" y="26979"/>
                </a:lnTo>
                <a:lnTo>
                  <a:pt x="3852519" y="27145"/>
                </a:lnTo>
                <a:lnTo>
                  <a:pt x="3852934" y="27283"/>
                </a:lnTo>
                <a:lnTo>
                  <a:pt x="3853357" y="27397"/>
                </a:lnTo>
                <a:lnTo>
                  <a:pt x="3853784" y="27487"/>
                </a:lnTo>
                <a:lnTo>
                  <a:pt x="3854212" y="27558"/>
                </a:lnTo>
                <a:lnTo>
                  <a:pt x="3854639" y="27611"/>
                </a:lnTo>
                <a:lnTo>
                  <a:pt x="3855060" y="27649"/>
                </a:lnTo>
                <a:lnTo>
                  <a:pt x="3855474" y="27675"/>
                </a:lnTo>
                <a:lnTo>
                  <a:pt x="3855876" y="27690"/>
                </a:lnTo>
                <a:lnTo>
                  <a:pt x="3856263" y="27698"/>
                </a:lnTo>
                <a:lnTo>
                  <a:pt x="3856633" y="27701"/>
                </a:lnTo>
                <a:lnTo>
                  <a:pt x="3856982" y="27702"/>
                </a:lnTo>
                <a:lnTo>
                  <a:pt x="3865660" y="27702"/>
                </a:lnTo>
                <a:lnTo>
                  <a:pt x="3865660" y="122048"/>
                </a:lnTo>
                <a:lnTo>
                  <a:pt x="3857176" y="122048"/>
                </a:lnTo>
                <a:lnTo>
                  <a:pt x="3856781" y="122049"/>
                </a:lnTo>
                <a:lnTo>
                  <a:pt x="3856372" y="122052"/>
                </a:lnTo>
                <a:lnTo>
                  <a:pt x="3855950" y="122060"/>
                </a:lnTo>
                <a:lnTo>
                  <a:pt x="3855519" y="122076"/>
                </a:lnTo>
                <a:lnTo>
                  <a:pt x="3855081" y="122102"/>
                </a:lnTo>
                <a:lnTo>
                  <a:pt x="3854639" y="122141"/>
                </a:lnTo>
                <a:lnTo>
                  <a:pt x="3854196" y="122196"/>
                </a:lnTo>
                <a:lnTo>
                  <a:pt x="3853755" y="122269"/>
                </a:lnTo>
                <a:lnTo>
                  <a:pt x="3853319" y="122363"/>
                </a:lnTo>
                <a:lnTo>
                  <a:pt x="3852890" y="122480"/>
                </a:lnTo>
                <a:lnTo>
                  <a:pt x="3852471" y="122623"/>
                </a:lnTo>
                <a:lnTo>
                  <a:pt x="3852066" y="122795"/>
                </a:lnTo>
                <a:lnTo>
                  <a:pt x="3851677" y="122998"/>
                </a:lnTo>
                <a:lnTo>
                  <a:pt x="3851307" y="123234"/>
                </a:lnTo>
                <a:lnTo>
                  <a:pt x="3850959" y="123507"/>
                </a:lnTo>
                <a:lnTo>
                  <a:pt x="3850635" y="123818"/>
                </a:lnTo>
                <a:lnTo>
                  <a:pt x="3850338" y="124172"/>
                </a:lnTo>
                <a:lnTo>
                  <a:pt x="3850072" y="124569"/>
                </a:lnTo>
                <a:lnTo>
                  <a:pt x="3849839" y="125013"/>
                </a:lnTo>
                <a:lnTo>
                  <a:pt x="3849642" y="125506"/>
                </a:lnTo>
                <a:lnTo>
                  <a:pt x="3849484" y="126051"/>
                </a:lnTo>
                <a:lnTo>
                  <a:pt x="3849368" y="126650"/>
                </a:lnTo>
                <a:lnTo>
                  <a:pt x="3849296" y="127307"/>
                </a:lnTo>
                <a:lnTo>
                  <a:pt x="3849271" y="128023"/>
                </a:lnTo>
                <a:lnTo>
                  <a:pt x="3849297" y="128717"/>
                </a:lnTo>
                <a:lnTo>
                  <a:pt x="3849371" y="129352"/>
                </a:lnTo>
                <a:lnTo>
                  <a:pt x="3849492" y="129932"/>
                </a:lnTo>
                <a:lnTo>
                  <a:pt x="3849655" y="130460"/>
                </a:lnTo>
                <a:lnTo>
                  <a:pt x="3849858" y="130937"/>
                </a:lnTo>
                <a:lnTo>
                  <a:pt x="3850097" y="131367"/>
                </a:lnTo>
                <a:lnTo>
                  <a:pt x="3850369" y="131752"/>
                </a:lnTo>
                <a:lnTo>
                  <a:pt x="3850671" y="132093"/>
                </a:lnTo>
                <a:lnTo>
                  <a:pt x="3851000" y="132395"/>
                </a:lnTo>
                <a:lnTo>
                  <a:pt x="3851352" y="132659"/>
                </a:lnTo>
                <a:lnTo>
                  <a:pt x="3851725" y="132888"/>
                </a:lnTo>
                <a:lnTo>
                  <a:pt x="3852115" y="133084"/>
                </a:lnTo>
                <a:lnTo>
                  <a:pt x="3852519" y="133250"/>
                </a:lnTo>
                <a:lnTo>
                  <a:pt x="3852934" y="133389"/>
                </a:lnTo>
                <a:lnTo>
                  <a:pt x="3853357" y="133502"/>
                </a:lnTo>
                <a:lnTo>
                  <a:pt x="3853784" y="133593"/>
                </a:lnTo>
                <a:lnTo>
                  <a:pt x="3854212" y="133664"/>
                </a:lnTo>
                <a:lnTo>
                  <a:pt x="3854639" y="133717"/>
                </a:lnTo>
                <a:lnTo>
                  <a:pt x="3855060" y="133755"/>
                </a:lnTo>
                <a:lnTo>
                  <a:pt x="3855474" y="133780"/>
                </a:lnTo>
                <a:lnTo>
                  <a:pt x="3855876" y="133796"/>
                </a:lnTo>
                <a:lnTo>
                  <a:pt x="3856263" y="133804"/>
                </a:lnTo>
                <a:lnTo>
                  <a:pt x="3856633" y="133807"/>
                </a:lnTo>
                <a:lnTo>
                  <a:pt x="3856982" y="133807"/>
                </a:lnTo>
                <a:lnTo>
                  <a:pt x="3887638" y="133807"/>
                </a:lnTo>
                <a:lnTo>
                  <a:pt x="3887987" y="133807"/>
                </a:lnTo>
                <a:lnTo>
                  <a:pt x="3888356" y="133804"/>
                </a:lnTo>
                <a:lnTo>
                  <a:pt x="3888744" y="133796"/>
                </a:lnTo>
                <a:lnTo>
                  <a:pt x="3889146" y="133780"/>
                </a:lnTo>
                <a:lnTo>
                  <a:pt x="3889559" y="133755"/>
                </a:lnTo>
                <a:lnTo>
                  <a:pt x="3889981" y="133717"/>
                </a:lnTo>
                <a:lnTo>
                  <a:pt x="3890407" y="133664"/>
                </a:lnTo>
                <a:lnTo>
                  <a:pt x="3890836" y="133593"/>
                </a:lnTo>
                <a:lnTo>
                  <a:pt x="3891263" y="133502"/>
                </a:lnTo>
                <a:lnTo>
                  <a:pt x="3891686" y="133389"/>
                </a:lnTo>
                <a:lnTo>
                  <a:pt x="3892100" y="133250"/>
                </a:lnTo>
                <a:lnTo>
                  <a:pt x="3892505" y="133084"/>
                </a:lnTo>
                <a:lnTo>
                  <a:pt x="3892895" y="132888"/>
                </a:lnTo>
                <a:lnTo>
                  <a:pt x="3893267" y="132659"/>
                </a:lnTo>
                <a:lnTo>
                  <a:pt x="3893620" y="132395"/>
                </a:lnTo>
                <a:lnTo>
                  <a:pt x="3893949" y="132093"/>
                </a:lnTo>
                <a:lnTo>
                  <a:pt x="3894251" y="131752"/>
                </a:lnTo>
                <a:lnTo>
                  <a:pt x="3894523" y="131367"/>
                </a:lnTo>
                <a:lnTo>
                  <a:pt x="3894762" y="130937"/>
                </a:lnTo>
                <a:lnTo>
                  <a:pt x="3894964" y="130460"/>
                </a:lnTo>
                <a:lnTo>
                  <a:pt x="3895128" y="129932"/>
                </a:lnTo>
                <a:lnTo>
                  <a:pt x="3895248" y="129352"/>
                </a:lnTo>
                <a:lnTo>
                  <a:pt x="3895323" y="128717"/>
                </a:lnTo>
                <a:lnTo>
                  <a:pt x="3895348" y="128023"/>
                </a:lnTo>
                <a:lnTo>
                  <a:pt x="3895324" y="127307"/>
                </a:lnTo>
                <a:lnTo>
                  <a:pt x="3895252" y="126650"/>
                </a:lnTo>
                <a:lnTo>
                  <a:pt x="3895135" y="126051"/>
                </a:lnTo>
                <a:lnTo>
                  <a:pt x="3894977" y="125506"/>
                </a:lnTo>
                <a:lnTo>
                  <a:pt x="3894780" y="125013"/>
                </a:lnTo>
                <a:lnTo>
                  <a:pt x="3894547" y="124569"/>
                </a:lnTo>
                <a:lnTo>
                  <a:pt x="3894281" y="124172"/>
                </a:lnTo>
                <a:lnTo>
                  <a:pt x="3893985" y="123818"/>
                </a:lnTo>
                <a:lnTo>
                  <a:pt x="3893661" y="123507"/>
                </a:lnTo>
                <a:lnTo>
                  <a:pt x="3893312" y="123234"/>
                </a:lnTo>
                <a:lnTo>
                  <a:pt x="3892942" y="122998"/>
                </a:lnTo>
                <a:lnTo>
                  <a:pt x="3892553" y="122795"/>
                </a:lnTo>
                <a:lnTo>
                  <a:pt x="3892148" y="122623"/>
                </a:lnTo>
                <a:lnTo>
                  <a:pt x="3891730" y="122480"/>
                </a:lnTo>
                <a:lnTo>
                  <a:pt x="3891301" y="122363"/>
                </a:lnTo>
                <a:lnTo>
                  <a:pt x="3890864" y="122269"/>
                </a:lnTo>
                <a:lnTo>
                  <a:pt x="3890423" y="122196"/>
                </a:lnTo>
                <a:lnTo>
                  <a:pt x="3889981" y="122141"/>
                </a:lnTo>
                <a:lnTo>
                  <a:pt x="3889539" y="122102"/>
                </a:lnTo>
                <a:lnTo>
                  <a:pt x="3889101" y="122076"/>
                </a:lnTo>
                <a:lnTo>
                  <a:pt x="3888669" y="122060"/>
                </a:lnTo>
                <a:lnTo>
                  <a:pt x="3888247" y="122052"/>
                </a:lnTo>
                <a:lnTo>
                  <a:pt x="3887838" y="122049"/>
                </a:lnTo>
                <a:lnTo>
                  <a:pt x="3887444" y="122048"/>
                </a:lnTo>
                <a:lnTo>
                  <a:pt x="3878960" y="122048"/>
                </a:lnTo>
                <a:lnTo>
                  <a:pt x="3878960" y="87974"/>
                </a:lnTo>
                <a:lnTo>
                  <a:pt x="3879033" y="85629"/>
                </a:lnTo>
                <a:lnTo>
                  <a:pt x="3879246" y="83407"/>
                </a:lnTo>
                <a:lnTo>
                  <a:pt x="3879592" y="81305"/>
                </a:lnTo>
                <a:lnTo>
                  <a:pt x="3880062" y="79321"/>
                </a:lnTo>
                <a:lnTo>
                  <a:pt x="3880648" y="77454"/>
                </a:lnTo>
                <a:lnTo>
                  <a:pt x="3881343" y="75701"/>
                </a:lnTo>
                <a:lnTo>
                  <a:pt x="3882137" y="74060"/>
                </a:lnTo>
                <a:lnTo>
                  <a:pt x="3883023" y="72529"/>
                </a:lnTo>
                <a:lnTo>
                  <a:pt x="3883993" y="71107"/>
                </a:lnTo>
                <a:lnTo>
                  <a:pt x="3885038" y="69791"/>
                </a:lnTo>
                <a:lnTo>
                  <a:pt x="3886151" y="68579"/>
                </a:lnTo>
                <a:lnTo>
                  <a:pt x="3887323" y="67470"/>
                </a:lnTo>
                <a:lnTo>
                  <a:pt x="3888546" y="66461"/>
                </a:lnTo>
                <a:lnTo>
                  <a:pt x="3889812" y="65550"/>
                </a:lnTo>
                <a:lnTo>
                  <a:pt x="3891114" y="64735"/>
                </a:lnTo>
                <a:lnTo>
                  <a:pt x="3892442" y="64015"/>
                </a:lnTo>
                <a:lnTo>
                  <a:pt x="3893789" y="63387"/>
                </a:lnTo>
                <a:lnTo>
                  <a:pt x="3895147" y="62849"/>
                </a:lnTo>
                <a:lnTo>
                  <a:pt x="3896507" y="62399"/>
                </a:lnTo>
                <a:lnTo>
                  <a:pt x="3897861" y="62036"/>
                </a:lnTo>
                <a:lnTo>
                  <a:pt x="3899202" y="61757"/>
                </a:lnTo>
                <a:lnTo>
                  <a:pt x="3900521" y="61560"/>
                </a:lnTo>
                <a:lnTo>
                  <a:pt x="3901810" y="61443"/>
                </a:lnTo>
                <a:lnTo>
                  <a:pt x="3903061" y="61405"/>
                </a:lnTo>
                <a:lnTo>
                  <a:pt x="3904300" y="61433"/>
                </a:lnTo>
                <a:lnTo>
                  <a:pt x="3905462" y="61518"/>
                </a:lnTo>
                <a:lnTo>
                  <a:pt x="3906550" y="61659"/>
                </a:lnTo>
                <a:lnTo>
                  <a:pt x="3907566" y="61858"/>
                </a:lnTo>
                <a:lnTo>
                  <a:pt x="3908512" y="62114"/>
                </a:lnTo>
                <a:lnTo>
                  <a:pt x="3909390" y="62428"/>
                </a:lnTo>
                <a:lnTo>
                  <a:pt x="3910202" y="62800"/>
                </a:lnTo>
                <a:lnTo>
                  <a:pt x="3910950" y="63231"/>
                </a:lnTo>
                <a:lnTo>
                  <a:pt x="3911637" y="63720"/>
                </a:lnTo>
                <a:lnTo>
                  <a:pt x="3912265" y="64269"/>
                </a:lnTo>
                <a:lnTo>
                  <a:pt x="3912835" y="64877"/>
                </a:lnTo>
                <a:lnTo>
                  <a:pt x="3913350" y="65545"/>
                </a:lnTo>
                <a:lnTo>
                  <a:pt x="3913812" y="66273"/>
                </a:lnTo>
                <a:lnTo>
                  <a:pt x="3914222" y="67062"/>
                </a:lnTo>
                <a:lnTo>
                  <a:pt x="3914584" y="67911"/>
                </a:lnTo>
                <a:lnTo>
                  <a:pt x="3914898" y="68822"/>
                </a:lnTo>
                <a:lnTo>
                  <a:pt x="3915168" y="69794"/>
                </a:lnTo>
                <a:lnTo>
                  <a:pt x="3915395" y="70828"/>
                </a:lnTo>
                <a:lnTo>
                  <a:pt x="3915581" y="71924"/>
                </a:lnTo>
                <a:lnTo>
                  <a:pt x="3915729" y="73082"/>
                </a:lnTo>
                <a:lnTo>
                  <a:pt x="3915840" y="74304"/>
                </a:lnTo>
                <a:lnTo>
                  <a:pt x="3915917" y="75588"/>
                </a:lnTo>
                <a:lnTo>
                  <a:pt x="3915961" y="76936"/>
                </a:lnTo>
                <a:lnTo>
                  <a:pt x="3915976" y="78348"/>
                </a:lnTo>
                <a:lnTo>
                  <a:pt x="3915976" y="122048"/>
                </a:lnTo>
                <a:lnTo>
                  <a:pt x="3908460" y="122048"/>
                </a:lnTo>
                <a:lnTo>
                  <a:pt x="3908065" y="122049"/>
                </a:lnTo>
                <a:lnTo>
                  <a:pt x="3907656" y="122052"/>
                </a:lnTo>
                <a:lnTo>
                  <a:pt x="3907234" y="122060"/>
                </a:lnTo>
                <a:lnTo>
                  <a:pt x="3906803" y="122076"/>
                </a:lnTo>
                <a:lnTo>
                  <a:pt x="3906365" y="122102"/>
                </a:lnTo>
                <a:lnTo>
                  <a:pt x="3905923" y="122141"/>
                </a:lnTo>
                <a:lnTo>
                  <a:pt x="3905480" y="122196"/>
                </a:lnTo>
                <a:lnTo>
                  <a:pt x="3905039" y="122269"/>
                </a:lnTo>
                <a:lnTo>
                  <a:pt x="3904602" y="122363"/>
                </a:lnTo>
                <a:lnTo>
                  <a:pt x="3904174" y="122480"/>
                </a:lnTo>
                <a:lnTo>
                  <a:pt x="3903755" y="122623"/>
                </a:lnTo>
                <a:lnTo>
                  <a:pt x="3903350" y="122795"/>
                </a:lnTo>
                <a:lnTo>
                  <a:pt x="3902961" y="122998"/>
                </a:lnTo>
                <a:lnTo>
                  <a:pt x="3902591" y="123234"/>
                </a:lnTo>
                <a:lnTo>
                  <a:pt x="3902242" y="123507"/>
                </a:lnTo>
                <a:lnTo>
                  <a:pt x="3901919" y="123818"/>
                </a:lnTo>
                <a:lnTo>
                  <a:pt x="3901622" y="124172"/>
                </a:lnTo>
                <a:lnTo>
                  <a:pt x="3901356" y="124569"/>
                </a:lnTo>
                <a:lnTo>
                  <a:pt x="3901123" y="125013"/>
                </a:lnTo>
                <a:lnTo>
                  <a:pt x="3900926" y="125506"/>
                </a:lnTo>
                <a:lnTo>
                  <a:pt x="3900768" y="126051"/>
                </a:lnTo>
                <a:lnTo>
                  <a:pt x="3900652" y="126650"/>
                </a:lnTo>
                <a:lnTo>
                  <a:pt x="3900580" y="127307"/>
                </a:lnTo>
                <a:lnTo>
                  <a:pt x="3900555" y="128023"/>
                </a:lnTo>
                <a:lnTo>
                  <a:pt x="3900582" y="128717"/>
                </a:lnTo>
                <a:lnTo>
                  <a:pt x="3900659" y="129352"/>
                </a:lnTo>
                <a:lnTo>
                  <a:pt x="3900784" y="129932"/>
                </a:lnTo>
                <a:lnTo>
                  <a:pt x="3900953" y="130460"/>
                </a:lnTo>
                <a:lnTo>
                  <a:pt x="3901163" y="130937"/>
                </a:lnTo>
                <a:lnTo>
                  <a:pt x="3901410" y="131367"/>
                </a:lnTo>
                <a:lnTo>
                  <a:pt x="3901692" y="131752"/>
                </a:lnTo>
                <a:lnTo>
                  <a:pt x="3902004" y="132093"/>
                </a:lnTo>
                <a:lnTo>
                  <a:pt x="3902344" y="132395"/>
                </a:lnTo>
                <a:lnTo>
                  <a:pt x="3902708" y="132659"/>
                </a:lnTo>
                <a:lnTo>
                  <a:pt x="3903093" y="132888"/>
                </a:lnTo>
                <a:lnTo>
                  <a:pt x="3903495" y="133084"/>
                </a:lnTo>
                <a:lnTo>
                  <a:pt x="3903911" y="133250"/>
                </a:lnTo>
                <a:lnTo>
                  <a:pt x="3904338" y="133389"/>
                </a:lnTo>
                <a:lnTo>
                  <a:pt x="3904772" y="133502"/>
                </a:lnTo>
                <a:lnTo>
                  <a:pt x="3905210" y="133593"/>
                </a:lnTo>
                <a:lnTo>
                  <a:pt x="3905649" y="133664"/>
                </a:lnTo>
                <a:lnTo>
                  <a:pt x="3906085" y="133717"/>
                </a:lnTo>
                <a:lnTo>
                  <a:pt x="3906516" y="133755"/>
                </a:lnTo>
                <a:lnTo>
                  <a:pt x="3906936" y="133780"/>
                </a:lnTo>
                <a:lnTo>
                  <a:pt x="3907345" y="133796"/>
                </a:lnTo>
                <a:lnTo>
                  <a:pt x="3907737" y="133804"/>
                </a:lnTo>
                <a:lnTo>
                  <a:pt x="3908110" y="133807"/>
                </a:lnTo>
                <a:lnTo>
                  <a:pt x="3908460" y="133807"/>
                </a:lnTo>
                <a:lnTo>
                  <a:pt x="3937957" y="133807"/>
                </a:lnTo>
                <a:lnTo>
                  <a:pt x="3938306" y="133807"/>
                </a:lnTo>
                <a:lnTo>
                  <a:pt x="3938675" y="133804"/>
                </a:lnTo>
                <a:lnTo>
                  <a:pt x="3939063" y="133796"/>
                </a:lnTo>
                <a:lnTo>
                  <a:pt x="3939465" y="133780"/>
                </a:lnTo>
                <a:lnTo>
                  <a:pt x="3939878" y="133755"/>
                </a:lnTo>
                <a:lnTo>
                  <a:pt x="3940300" y="133717"/>
                </a:lnTo>
                <a:lnTo>
                  <a:pt x="3940726" y="133664"/>
                </a:lnTo>
                <a:lnTo>
                  <a:pt x="3941155" y="133593"/>
                </a:lnTo>
                <a:lnTo>
                  <a:pt x="3941582" y="133502"/>
                </a:lnTo>
                <a:lnTo>
                  <a:pt x="3942005" y="133389"/>
                </a:lnTo>
                <a:lnTo>
                  <a:pt x="3942419" y="133250"/>
                </a:lnTo>
                <a:lnTo>
                  <a:pt x="3942824" y="133084"/>
                </a:lnTo>
                <a:lnTo>
                  <a:pt x="3943214" y="132888"/>
                </a:lnTo>
                <a:lnTo>
                  <a:pt x="3943586" y="132659"/>
                </a:lnTo>
                <a:lnTo>
                  <a:pt x="3943939" y="132395"/>
                </a:lnTo>
                <a:lnTo>
                  <a:pt x="3944268" y="132093"/>
                </a:lnTo>
                <a:lnTo>
                  <a:pt x="3944570" y="131752"/>
                </a:lnTo>
                <a:lnTo>
                  <a:pt x="3944842" y="131367"/>
                </a:lnTo>
                <a:lnTo>
                  <a:pt x="3945081" y="130937"/>
                </a:lnTo>
                <a:lnTo>
                  <a:pt x="3945283" y="130460"/>
                </a:lnTo>
                <a:lnTo>
                  <a:pt x="3945447" y="129932"/>
                </a:lnTo>
                <a:lnTo>
                  <a:pt x="3945567" y="129352"/>
                </a:lnTo>
                <a:lnTo>
                  <a:pt x="3945642" y="128717"/>
                </a:lnTo>
                <a:lnTo>
                  <a:pt x="3945667" y="128023"/>
                </a:lnTo>
                <a:lnTo>
                  <a:pt x="3945643" y="127307"/>
                </a:lnTo>
                <a:lnTo>
                  <a:pt x="3945571" y="126650"/>
                </a:lnTo>
                <a:lnTo>
                  <a:pt x="3945454" y="126051"/>
                </a:lnTo>
                <a:lnTo>
                  <a:pt x="3945296" y="125506"/>
                </a:lnTo>
                <a:lnTo>
                  <a:pt x="3945099" y="125013"/>
                </a:lnTo>
                <a:lnTo>
                  <a:pt x="3944866" y="124569"/>
                </a:lnTo>
                <a:close/>
                <a:moveTo>
                  <a:pt x="4440581" y="90380"/>
                </a:moveTo>
                <a:lnTo>
                  <a:pt x="4440463" y="90075"/>
                </a:lnTo>
                <a:lnTo>
                  <a:pt x="4440334" y="89785"/>
                </a:lnTo>
                <a:lnTo>
                  <a:pt x="4440196" y="89512"/>
                </a:lnTo>
                <a:lnTo>
                  <a:pt x="4440050" y="89255"/>
                </a:lnTo>
                <a:lnTo>
                  <a:pt x="4439899" y="89014"/>
                </a:lnTo>
                <a:lnTo>
                  <a:pt x="4439743" y="88789"/>
                </a:lnTo>
                <a:lnTo>
                  <a:pt x="4439586" y="88580"/>
                </a:lnTo>
                <a:lnTo>
                  <a:pt x="4439429" y="88387"/>
                </a:lnTo>
                <a:lnTo>
                  <a:pt x="4439273" y="88210"/>
                </a:lnTo>
                <a:lnTo>
                  <a:pt x="4439120" y="88050"/>
                </a:lnTo>
                <a:lnTo>
                  <a:pt x="4438973" y="87905"/>
                </a:lnTo>
                <a:lnTo>
                  <a:pt x="4438833" y="87776"/>
                </a:lnTo>
                <a:lnTo>
                  <a:pt x="4438702" y="87664"/>
                </a:lnTo>
                <a:lnTo>
                  <a:pt x="4438582" y="87567"/>
                </a:lnTo>
                <a:lnTo>
                  <a:pt x="4438475" y="87487"/>
                </a:lnTo>
                <a:lnTo>
                  <a:pt x="4438382" y="87422"/>
                </a:lnTo>
                <a:lnTo>
                  <a:pt x="4438306" y="87374"/>
                </a:lnTo>
                <a:lnTo>
                  <a:pt x="4438248" y="87342"/>
                </a:lnTo>
                <a:lnTo>
                  <a:pt x="4437603" y="86916"/>
                </a:lnTo>
                <a:lnTo>
                  <a:pt x="4436880" y="86462"/>
                </a:lnTo>
                <a:lnTo>
                  <a:pt x="4436084" y="85981"/>
                </a:lnTo>
                <a:lnTo>
                  <a:pt x="4435223" y="85477"/>
                </a:lnTo>
                <a:lnTo>
                  <a:pt x="4434305" y="84952"/>
                </a:lnTo>
                <a:lnTo>
                  <a:pt x="4433335" y="84410"/>
                </a:lnTo>
                <a:lnTo>
                  <a:pt x="4432322" y="83854"/>
                </a:lnTo>
                <a:lnTo>
                  <a:pt x="4431273" y="83286"/>
                </a:lnTo>
                <a:lnTo>
                  <a:pt x="4430193" y="82709"/>
                </a:lnTo>
                <a:lnTo>
                  <a:pt x="4429092" y="82126"/>
                </a:lnTo>
                <a:lnTo>
                  <a:pt x="4427975" y="81540"/>
                </a:lnTo>
                <a:lnTo>
                  <a:pt x="4426850" y="80955"/>
                </a:lnTo>
                <a:lnTo>
                  <a:pt x="4425725" y="80372"/>
                </a:lnTo>
                <a:lnTo>
                  <a:pt x="4424605" y="79796"/>
                </a:lnTo>
                <a:lnTo>
                  <a:pt x="4423498" y="79228"/>
                </a:lnTo>
                <a:lnTo>
                  <a:pt x="4422412" y="78672"/>
                </a:lnTo>
                <a:lnTo>
                  <a:pt x="4421353" y="78131"/>
                </a:lnTo>
                <a:lnTo>
                  <a:pt x="4420329" y="77608"/>
                </a:lnTo>
                <a:lnTo>
                  <a:pt x="4419347" y="77105"/>
                </a:lnTo>
                <a:lnTo>
                  <a:pt x="4418413" y="76626"/>
                </a:lnTo>
                <a:lnTo>
                  <a:pt x="4417535" y="76173"/>
                </a:lnTo>
                <a:lnTo>
                  <a:pt x="4416720" y="75750"/>
                </a:lnTo>
                <a:lnTo>
                  <a:pt x="4415975" y="75359"/>
                </a:lnTo>
                <a:lnTo>
                  <a:pt x="4415308" y="75003"/>
                </a:lnTo>
                <a:lnTo>
                  <a:pt x="4436129" y="63626"/>
                </a:lnTo>
                <a:lnTo>
                  <a:pt x="4436419" y="63458"/>
                </a:lnTo>
                <a:lnTo>
                  <a:pt x="4436710" y="63288"/>
                </a:lnTo>
                <a:lnTo>
                  <a:pt x="4437000" y="63116"/>
                </a:lnTo>
                <a:lnTo>
                  <a:pt x="4437289" y="62942"/>
                </a:lnTo>
                <a:lnTo>
                  <a:pt x="4437576" y="62763"/>
                </a:lnTo>
                <a:lnTo>
                  <a:pt x="4437858" y="62579"/>
                </a:lnTo>
                <a:lnTo>
                  <a:pt x="4438135" y="62389"/>
                </a:lnTo>
                <a:lnTo>
                  <a:pt x="4438406" y="62192"/>
                </a:lnTo>
                <a:lnTo>
                  <a:pt x="4438670" y="61987"/>
                </a:lnTo>
                <a:lnTo>
                  <a:pt x="4438926" y="61773"/>
                </a:lnTo>
                <a:lnTo>
                  <a:pt x="4439171" y="61549"/>
                </a:lnTo>
                <a:lnTo>
                  <a:pt x="4439406" y="61314"/>
                </a:lnTo>
                <a:lnTo>
                  <a:pt x="4439629" y="61067"/>
                </a:lnTo>
                <a:lnTo>
                  <a:pt x="4439838" y="60807"/>
                </a:lnTo>
                <a:lnTo>
                  <a:pt x="4440033" y="60533"/>
                </a:lnTo>
                <a:lnTo>
                  <a:pt x="4440213" y="60243"/>
                </a:lnTo>
                <a:lnTo>
                  <a:pt x="4440375" y="59938"/>
                </a:lnTo>
                <a:lnTo>
                  <a:pt x="4440520" y="59615"/>
                </a:lnTo>
                <a:lnTo>
                  <a:pt x="4440646" y="59275"/>
                </a:lnTo>
                <a:lnTo>
                  <a:pt x="4440752" y="58915"/>
                </a:lnTo>
                <a:lnTo>
                  <a:pt x="4440836" y="58535"/>
                </a:lnTo>
                <a:lnTo>
                  <a:pt x="4440897" y="58135"/>
                </a:lnTo>
                <a:lnTo>
                  <a:pt x="4440935" y="57712"/>
                </a:lnTo>
                <a:lnTo>
                  <a:pt x="4440948" y="57266"/>
                </a:lnTo>
                <a:lnTo>
                  <a:pt x="4440948" y="57145"/>
                </a:lnTo>
                <a:lnTo>
                  <a:pt x="4440944" y="56979"/>
                </a:lnTo>
                <a:lnTo>
                  <a:pt x="4440933" y="56771"/>
                </a:lnTo>
                <a:lnTo>
                  <a:pt x="4440912" y="56527"/>
                </a:lnTo>
                <a:lnTo>
                  <a:pt x="4440878" y="56250"/>
                </a:lnTo>
                <a:lnTo>
                  <a:pt x="4440828" y="55946"/>
                </a:lnTo>
                <a:lnTo>
                  <a:pt x="4440757" y="55619"/>
                </a:lnTo>
                <a:lnTo>
                  <a:pt x="4440663" y="55273"/>
                </a:lnTo>
                <a:lnTo>
                  <a:pt x="4440542" y="54913"/>
                </a:lnTo>
                <a:lnTo>
                  <a:pt x="4440390" y="54544"/>
                </a:lnTo>
                <a:lnTo>
                  <a:pt x="4440206" y="54170"/>
                </a:lnTo>
                <a:lnTo>
                  <a:pt x="4439984" y="53795"/>
                </a:lnTo>
                <a:lnTo>
                  <a:pt x="4439723" y="53424"/>
                </a:lnTo>
                <a:lnTo>
                  <a:pt x="4439418" y="53062"/>
                </a:lnTo>
                <a:lnTo>
                  <a:pt x="4439066" y="52712"/>
                </a:lnTo>
                <a:lnTo>
                  <a:pt x="4438664" y="52381"/>
                </a:lnTo>
                <a:lnTo>
                  <a:pt x="4438208" y="52071"/>
                </a:lnTo>
                <a:lnTo>
                  <a:pt x="4437695" y="51788"/>
                </a:lnTo>
                <a:lnTo>
                  <a:pt x="4437122" y="51536"/>
                </a:lnTo>
                <a:lnTo>
                  <a:pt x="4436486" y="51320"/>
                </a:lnTo>
                <a:lnTo>
                  <a:pt x="4435783" y="51144"/>
                </a:lnTo>
                <a:lnTo>
                  <a:pt x="4435009" y="51013"/>
                </a:lnTo>
                <a:lnTo>
                  <a:pt x="4434162" y="50931"/>
                </a:lnTo>
                <a:lnTo>
                  <a:pt x="4433238" y="50902"/>
                </a:lnTo>
                <a:lnTo>
                  <a:pt x="4409330" y="64785"/>
                </a:lnTo>
                <a:lnTo>
                  <a:pt x="4409377" y="64120"/>
                </a:lnTo>
                <a:lnTo>
                  <a:pt x="4409422" y="63380"/>
                </a:lnTo>
                <a:lnTo>
                  <a:pt x="4409466" y="62573"/>
                </a:lnTo>
                <a:lnTo>
                  <a:pt x="4409507" y="61705"/>
                </a:lnTo>
                <a:lnTo>
                  <a:pt x="4409546" y="60782"/>
                </a:lnTo>
                <a:lnTo>
                  <a:pt x="4409583" y="59811"/>
                </a:lnTo>
                <a:lnTo>
                  <a:pt x="4409618" y="58799"/>
                </a:lnTo>
                <a:lnTo>
                  <a:pt x="4409651" y="57751"/>
                </a:lnTo>
                <a:lnTo>
                  <a:pt x="4409683" y="56674"/>
                </a:lnTo>
                <a:lnTo>
                  <a:pt x="4409712" y="55576"/>
                </a:lnTo>
                <a:lnTo>
                  <a:pt x="4409739" y="54461"/>
                </a:lnTo>
                <a:lnTo>
                  <a:pt x="4409764" y="53337"/>
                </a:lnTo>
                <a:lnTo>
                  <a:pt x="4409787" y="52209"/>
                </a:lnTo>
                <a:lnTo>
                  <a:pt x="4409809" y="51086"/>
                </a:lnTo>
                <a:lnTo>
                  <a:pt x="4409828" y="49972"/>
                </a:lnTo>
                <a:lnTo>
                  <a:pt x="4409845" y="48874"/>
                </a:lnTo>
                <a:lnTo>
                  <a:pt x="4409860" y="47799"/>
                </a:lnTo>
                <a:lnTo>
                  <a:pt x="4409873" y="46754"/>
                </a:lnTo>
                <a:lnTo>
                  <a:pt x="4409884" y="45744"/>
                </a:lnTo>
                <a:lnTo>
                  <a:pt x="4409893" y="44776"/>
                </a:lnTo>
                <a:lnTo>
                  <a:pt x="4409900" y="43857"/>
                </a:lnTo>
                <a:lnTo>
                  <a:pt x="4409905" y="42993"/>
                </a:lnTo>
                <a:lnTo>
                  <a:pt x="4409908" y="42190"/>
                </a:lnTo>
                <a:lnTo>
                  <a:pt x="4409909" y="41455"/>
                </a:lnTo>
                <a:lnTo>
                  <a:pt x="4409909" y="41215"/>
                </a:lnTo>
                <a:lnTo>
                  <a:pt x="4409906" y="40931"/>
                </a:lnTo>
                <a:lnTo>
                  <a:pt x="4409897" y="40609"/>
                </a:lnTo>
                <a:lnTo>
                  <a:pt x="4409880" y="40253"/>
                </a:lnTo>
                <a:lnTo>
                  <a:pt x="4409852" y="39867"/>
                </a:lnTo>
                <a:lnTo>
                  <a:pt x="4409810" y="39458"/>
                </a:lnTo>
                <a:lnTo>
                  <a:pt x="4409752" y="39028"/>
                </a:lnTo>
                <a:lnTo>
                  <a:pt x="4409674" y="38584"/>
                </a:lnTo>
                <a:lnTo>
                  <a:pt x="4409574" y="38130"/>
                </a:lnTo>
                <a:lnTo>
                  <a:pt x="4409449" y="37671"/>
                </a:lnTo>
                <a:lnTo>
                  <a:pt x="4409297" y="37211"/>
                </a:lnTo>
                <a:lnTo>
                  <a:pt x="4409114" y="36755"/>
                </a:lnTo>
                <a:lnTo>
                  <a:pt x="4408898" y="36308"/>
                </a:lnTo>
                <a:lnTo>
                  <a:pt x="4408646" y="35875"/>
                </a:lnTo>
                <a:lnTo>
                  <a:pt x="4408356" y="35461"/>
                </a:lnTo>
                <a:lnTo>
                  <a:pt x="4408024" y="35070"/>
                </a:lnTo>
                <a:lnTo>
                  <a:pt x="4407648" y="34707"/>
                </a:lnTo>
                <a:lnTo>
                  <a:pt x="4407225" y="34378"/>
                </a:lnTo>
                <a:lnTo>
                  <a:pt x="4406752" y="34085"/>
                </a:lnTo>
                <a:lnTo>
                  <a:pt x="4406227" y="33836"/>
                </a:lnTo>
                <a:lnTo>
                  <a:pt x="4405647" y="33633"/>
                </a:lnTo>
                <a:lnTo>
                  <a:pt x="4405008" y="33482"/>
                </a:lnTo>
                <a:lnTo>
                  <a:pt x="4404309" y="33389"/>
                </a:lnTo>
                <a:lnTo>
                  <a:pt x="4403546" y="33356"/>
                </a:lnTo>
                <a:lnTo>
                  <a:pt x="4402784" y="33389"/>
                </a:lnTo>
                <a:lnTo>
                  <a:pt x="4402085" y="33482"/>
                </a:lnTo>
                <a:lnTo>
                  <a:pt x="4401446" y="33633"/>
                </a:lnTo>
                <a:lnTo>
                  <a:pt x="4400866" y="33836"/>
                </a:lnTo>
                <a:lnTo>
                  <a:pt x="4400341" y="34085"/>
                </a:lnTo>
                <a:lnTo>
                  <a:pt x="4399868" y="34378"/>
                </a:lnTo>
                <a:lnTo>
                  <a:pt x="4399445" y="34707"/>
                </a:lnTo>
                <a:lnTo>
                  <a:pt x="4399069" y="35070"/>
                </a:lnTo>
                <a:lnTo>
                  <a:pt x="4398737" y="35461"/>
                </a:lnTo>
                <a:lnTo>
                  <a:pt x="4398446" y="35875"/>
                </a:lnTo>
                <a:lnTo>
                  <a:pt x="4398195" y="36308"/>
                </a:lnTo>
                <a:lnTo>
                  <a:pt x="4397979" y="36755"/>
                </a:lnTo>
                <a:lnTo>
                  <a:pt x="4397796" y="37211"/>
                </a:lnTo>
                <a:lnTo>
                  <a:pt x="4397644" y="37671"/>
                </a:lnTo>
                <a:lnTo>
                  <a:pt x="4397519" y="38130"/>
                </a:lnTo>
                <a:lnTo>
                  <a:pt x="4397419" y="38584"/>
                </a:lnTo>
                <a:lnTo>
                  <a:pt x="4397341" y="39028"/>
                </a:lnTo>
                <a:lnTo>
                  <a:pt x="4397283" y="39458"/>
                </a:lnTo>
                <a:lnTo>
                  <a:pt x="4397241" y="39867"/>
                </a:lnTo>
                <a:lnTo>
                  <a:pt x="4397213" y="40253"/>
                </a:lnTo>
                <a:lnTo>
                  <a:pt x="4397196" y="40609"/>
                </a:lnTo>
                <a:lnTo>
                  <a:pt x="4397187" y="40931"/>
                </a:lnTo>
                <a:lnTo>
                  <a:pt x="4397184" y="41215"/>
                </a:lnTo>
                <a:lnTo>
                  <a:pt x="4397183" y="41455"/>
                </a:lnTo>
                <a:lnTo>
                  <a:pt x="4397184" y="42190"/>
                </a:lnTo>
                <a:lnTo>
                  <a:pt x="4397187" y="42993"/>
                </a:lnTo>
                <a:lnTo>
                  <a:pt x="4397192" y="43857"/>
                </a:lnTo>
                <a:lnTo>
                  <a:pt x="4397200" y="44776"/>
                </a:lnTo>
                <a:lnTo>
                  <a:pt x="4397209" y="45744"/>
                </a:lnTo>
                <a:lnTo>
                  <a:pt x="4397220" y="46754"/>
                </a:lnTo>
                <a:lnTo>
                  <a:pt x="4397233" y="47799"/>
                </a:lnTo>
                <a:lnTo>
                  <a:pt x="4397248" y="48874"/>
                </a:lnTo>
                <a:lnTo>
                  <a:pt x="4397265" y="49972"/>
                </a:lnTo>
                <a:lnTo>
                  <a:pt x="4397284" y="51086"/>
                </a:lnTo>
                <a:lnTo>
                  <a:pt x="4397305" y="52209"/>
                </a:lnTo>
                <a:lnTo>
                  <a:pt x="4397329" y="53337"/>
                </a:lnTo>
                <a:lnTo>
                  <a:pt x="4397354" y="54461"/>
                </a:lnTo>
                <a:lnTo>
                  <a:pt x="4397381" y="55576"/>
                </a:lnTo>
                <a:lnTo>
                  <a:pt x="4397410" y="56674"/>
                </a:lnTo>
                <a:lnTo>
                  <a:pt x="4397441" y="57751"/>
                </a:lnTo>
                <a:lnTo>
                  <a:pt x="4397475" y="58799"/>
                </a:lnTo>
                <a:lnTo>
                  <a:pt x="4397510" y="59811"/>
                </a:lnTo>
                <a:lnTo>
                  <a:pt x="4397547" y="60782"/>
                </a:lnTo>
                <a:lnTo>
                  <a:pt x="4397586" y="61705"/>
                </a:lnTo>
                <a:lnTo>
                  <a:pt x="4397627" y="62573"/>
                </a:lnTo>
                <a:lnTo>
                  <a:pt x="4397671" y="63380"/>
                </a:lnTo>
                <a:lnTo>
                  <a:pt x="4397716" y="64120"/>
                </a:lnTo>
                <a:lnTo>
                  <a:pt x="4397763" y="64785"/>
                </a:lnTo>
                <a:lnTo>
                  <a:pt x="4376941" y="52638"/>
                </a:lnTo>
                <a:lnTo>
                  <a:pt x="4376615" y="52430"/>
                </a:lnTo>
                <a:lnTo>
                  <a:pt x="4376312" y="52239"/>
                </a:lnTo>
                <a:lnTo>
                  <a:pt x="4376030" y="52065"/>
                </a:lnTo>
                <a:lnTo>
                  <a:pt x="4375769" y="51907"/>
                </a:lnTo>
                <a:lnTo>
                  <a:pt x="4375525" y="51763"/>
                </a:lnTo>
                <a:lnTo>
                  <a:pt x="4375299" y="51634"/>
                </a:lnTo>
                <a:lnTo>
                  <a:pt x="4375088" y="51519"/>
                </a:lnTo>
                <a:lnTo>
                  <a:pt x="4374891" y="51416"/>
                </a:lnTo>
                <a:lnTo>
                  <a:pt x="4374707" y="51326"/>
                </a:lnTo>
                <a:lnTo>
                  <a:pt x="4374534" y="51247"/>
                </a:lnTo>
                <a:lnTo>
                  <a:pt x="4374371" y="51178"/>
                </a:lnTo>
                <a:lnTo>
                  <a:pt x="4374217" y="51119"/>
                </a:lnTo>
                <a:lnTo>
                  <a:pt x="4374070" y="51069"/>
                </a:lnTo>
                <a:lnTo>
                  <a:pt x="4373928" y="51028"/>
                </a:lnTo>
                <a:lnTo>
                  <a:pt x="4373791" y="50994"/>
                </a:lnTo>
                <a:lnTo>
                  <a:pt x="4373656" y="50966"/>
                </a:lnTo>
                <a:lnTo>
                  <a:pt x="4373523" y="50945"/>
                </a:lnTo>
                <a:lnTo>
                  <a:pt x="4373389" y="50929"/>
                </a:lnTo>
                <a:lnTo>
                  <a:pt x="4373254" y="50918"/>
                </a:lnTo>
                <a:lnTo>
                  <a:pt x="4373116" y="50910"/>
                </a:lnTo>
                <a:lnTo>
                  <a:pt x="4372974" y="50906"/>
                </a:lnTo>
                <a:lnTo>
                  <a:pt x="4372826" y="50903"/>
                </a:lnTo>
                <a:lnTo>
                  <a:pt x="4372671" y="50902"/>
                </a:lnTo>
                <a:lnTo>
                  <a:pt x="4372508" y="50902"/>
                </a:lnTo>
                <a:lnTo>
                  <a:pt x="4372033" y="50920"/>
                </a:lnTo>
                <a:lnTo>
                  <a:pt x="4371572" y="50972"/>
                </a:lnTo>
                <a:lnTo>
                  <a:pt x="4371127" y="51057"/>
                </a:lnTo>
                <a:lnTo>
                  <a:pt x="4370697" y="51173"/>
                </a:lnTo>
                <a:lnTo>
                  <a:pt x="4370284" y="51318"/>
                </a:lnTo>
                <a:lnTo>
                  <a:pt x="4369887" y="51490"/>
                </a:lnTo>
                <a:lnTo>
                  <a:pt x="4369507" y="51688"/>
                </a:lnTo>
                <a:lnTo>
                  <a:pt x="4369144" y="51909"/>
                </a:lnTo>
                <a:lnTo>
                  <a:pt x="4368800" y="52153"/>
                </a:lnTo>
                <a:lnTo>
                  <a:pt x="4368474" y="52417"/>
                </a:lnTo>
                <a:lnTo>
                  <a:pt x="4368167" y="52700"/>
                </a:lnTo>
                <a:lnTo>
                  <a:pt x="4367880" y="52999"/>
                </a:lnTo>
                <a:lnTo>
                  <a:pt x="4367613" y="53314"/>
                </a:lnTo>
                <a:lnTo>
                  <a:pt x="4367367" y="53642"/>
                </a:lnTo>
                <a:lnTo>
                  <a:pt x="4367141" y="53981"/>
                </a:lnTo>
                <a:lnTo>
                  <a:pt x="4366937" y="54331"/>
                </a:lnTo>
                <a:lnTo>
                  <a:pt x="4366756" y="54688"/>
                </a:lnTo>
                <a:lnTo>
                  <a:pt x="4366597" y="55051"/>
                </a:lnTo>
                <a:lnTo>
                  <a:pt x="4366461" y="55419"/>
                </a:lnTo>
                <a:lnTo>
                  <a:pt x="4366348" y="55790"/>
                </a:lnTo>
                <a:lnTo>
                  <a:pt x="4366260" y="56162"/>
                </a:lnTo>
                <a:lnTo>
                  <a:pt x="4366196" y="56533"/>
                </a:lnTo>
                <a:lnTo>
                  <a:pt x="4366158" y="56901"/>
                </a:lnTo>
                <a:lnTo>
                  <a:pt x="4366145" y="57266"/>
                </a:lnTo>
                <a:lnTo>
                  <a:pt x="4366156" y="57711"/>
                </a:lnTo>
                <a:lnTo>
                  <a:pt x="4366188" y="58131"/>
                </a:lnTo>
                <a:lnTo>
                  <a:pt x="4366241" y="58527"/>
                </a:lnTo>
                <a:lnTo>
                  <a:pt x="4366313" y="58901"/>
                </a:lnTo>
                <a:lnTo>
                  <a:pt x="4366405" y="59253"/>
                </a:lnTo>
                <a:lnTo>
                  <a:pt x="4366515" y="59585"/>
                </a:lnTo>
                <a:lnTo>
                  <a:pt x="4366643" y="59898"/>
                </a:lnTo>
                <a:lnTo>
                  <a:pt x="4366787" y="60193"/>
                </a:lnTo>
                <a:lnTo>
                  <a:pt x="4366948" y="60471"/>
                </a:lnTo>
                <a:lnTo>
                  <a:pt x="4367124" y="60734"/>
                </a:lnTo>
                <a:lnTo>
                  <a:pt x="4367314" y="60982"/>
                </a:lnTo>
                <a:lnTo>
                  <a:pt x="4367519" y="61217"/>
                </a:lnTo>
                <a:lnTo>
                  <a:pt x="4367736" y="61441"/>
                </a:lnTo>
                <a:lnTo>
                  <a:pt x="4367965" y="61653"/>
                </a:lnTo>
                <a:lnTo>
                  <a:pt x="4368207" y="61855"/>
                </a:lnTo>
                <a:lnTo>
                  <a:pt x="4368459" y="62049"/>
                </a:lnTo>
                <a:lnTo>
                  <a:pt x="4368720" y="62236"/>
                </a:lnTo>
                <a:lnTo>
                  <a:pt x="4368992" y="62416"/>
                </a:lnTo>
                <a:lnTo>
                  <a:pt x="4369272" y="62592"/>
                </a:lnTo>
                <a:lnTo>
                  <a:pt x="4369559" y="62763"/>
                </a:lnTo>
                <a:lnTo>
                  <a:pt x="4369854" y="62932"/>
                </a:lnTo>
                <a:lnTo>
                  <a:pt x="4370155" y="63100"/>
                </a:lnTo>
                <a:lnTo>
                  <a:pt x="4370461" y="63267"/>
                </a:lnTo>
                <a:lnTo>
                  <a:pt x="4370772" y="63435"/>
                </a:lnTo>
                <a:lnTo>
                  <a:pt x="4391785" y="74809"/>
                </a:lnTo>
                <a:lnTo>
                  <a:pt x="4370963" y="86185"/>
                </a:lnTo>
                <a:lnTo>
                  <a:pt x="4370674" y="86353"/>
                </a:lnTo>
                <a:lnTo>
                  <a:pt x="4370383" y="86521"/>
                </a:lnTo>
                <a:lnTo>
                  <a:pt x="4370092" y="86688"/>
                </a:lnTo>
                <a:lnTo>
                  <a:pt x="4369804" y="86858"/>
                </a:lnTo>
                <a:lnTo>
                  <a:pt x="4369517" y="87030"/>
                </a:lnTo>
                <a:lnTo>
                  <a:pt x="4369235" y="87207"/>
                </a:lnTo>
                <a:lnTo>
                  <a:pt x="4368958" y="87389"/>
                </a:lnTo>
                <a:lnTo>
                  <a:pt x="4368686" y="87578"/>
                </a:lnTo>
                <a:lnTo>
                  <a:pt x="4368423" y="87775"/>
                </a:lnTo>
                <a:lnTo>
                  <a:pt x="4368167" y="87982"/>
                </a:lnTo>
                <a:lnTo>
                  <a:pt x="4367922" y="88198"/>
                </a:lnTo>
                <a:lnTo>
                  <a:pt x="4367687" y="88427"/>
                </a:lnTo>
                <a:lnTo>
                  <a:pt x="4367464" y="88669"/>
                </a:lnTo>
                <a:lnTo>
                  <a:pt x="4367255" y="88925"/>
                </a:lnTo>
                <a:lnTo>
                  <a:pt x="4367060" y="89196"/>
                </a:lnTo>
                <a:lnTo>
                  <a:pt x="4366880" y="89485"/>
                </a:lnTo>
                <a:lnTo>
                  <a:pt x="4366717" y="89791"/>
                </a:lnTo>
                <a:lnTo>
                  <a:pt x="4366573" y="90117"/>
                </a:lnTo>
                <a:lnTo>
                  <a:pt x="4366447" y="90464"/>
                </a:lnTo>
                <a:lnTo>
                  <a:pt x="4366341" y="90832"/>
                </a:lnTo>
                <a:lnTo>
                  <a:pt x="4366257" y="91223"/>
                </a:lnTo>
                <a:lnTo>
                  <a:pt x="4366195" y="91639"/>
                </a:lnTo>
                <a:lnTo>
                  <a:pt x="4366158" y="92081"/>
                </a:lnTo>
                <a:lnTo>
                  <a:pt x="4366145" y="92549"/>
                </a:lnTo>
                <a:lnTo>
                  <a:pt x="4366145" y="92670"/>
                </a:lnTo>
                <a:lnTo>
                  <a:pt x="4366149" y="92836"/>
                </a:lnTo>
                <a:lnTo>
                  <a:pt x="4366160" y="93043"/>
                </a:lnTo>
                <a:lnTo>
                  <a:pt x="4366180" y="93288"/>
                </a:lnTo>
                <a:lnTo>
                  <a:pt x="4366214" y="93564"/>
                </a:lnTo>
                <a:lnTo>
                  <a:pt x="4366265" y="93868"/>
                </a:lnTo>
                <a:lnTo>
                  <a:pt x="4366336" y="94195"/>
                </a:lnTo>
                <a:lnTo>
                  <a:pt x="4366430" y="94540"/>
                </a:lnTo>
                <a:lnTo>
                  <a:pt x="4366551" y="94900"/>
                </a:lnTo>
                <a:lnTo>
                  <a:pt x="4366703" y="95269"/>
                </a:lnTo>
                <a:lnTo>
                  <a:pt x="4366887" y="95643"/>
                </a:lnTo>
                <a:lnTo>
                  <a:pt x="4367109" y="96018"/>
                </a:lnTo>
                <a:lnTo>
                  <a:pt x="4367370" y="96389"/>
                </a:lnTo>
                <a:lnTo>
                  <a:pt x="4367675" y="96751"/>
                </a:lnTo>
                <a:lnTo>
                  <a:pt x="4368027" y="97100"/>
                </a:lnTo>
                <a:lnTo>
                  <a:pt x="4368429" y="97432"/>
                </a:lnTo>
                <a:lnTo>
                  <a:pt x="4368885" y="97741"/>
                </a:lnTo>
                <a:lnTo>
                  <a:pt x="4369398" y="98024"/>
                </a:lnTo>
                <a:lnTo>
                  <a:pt x="4369970" y="98276"/>
                </a:lnTo>
                <a:lnTo>
                  <a:pt x="4370607" y="98492"/>
                </a:lnTo>
                <a:lnTo>
                  <a:pt x="4371310" y="98668"/>
                </a:lnTo>
                <a:lnTo>
                  <a:pt x="4372084" y="98799"/>
                </a:lnTo>
                <a:lnTo>
                  <a:pt x="4372931" y="98881"/>
                </a:lnTo>
                <a:lnTo>
                  <a:pt x="4373855" y="98909"/>
                </a:lnTo>
                <a:lnTo>
                  <a:pt x="4397763" y="85029"/>
                </a:lnTo>
                <a:lnTo>
                  <a:pt x="4397716" y="85695"/>
                </a:lnTo>
                <a:lnTo>
                  <a:pt x="4397671" y="86434"/>
                </a:lnTo>
                <a:lnTo>
                  <a:pt x="4397627" y="87242"/>
                </a:lnTo>
                <a:lnTo>
                  <a:pt x="4397586" y="88110"/>
                </a:lnTo>
                <a:lnTo>
                  <a:pt x="4397547" y="89032"/>
                </a:lnTo>
                <a:lnTo>
                  <a:pt x="4397510" y="90003"/>
                </a:lnTo>
                <a:lnTo>
                  <a:pt x="4397475" y="91015"/>
                </a:lnTo>
                <a:lnTo>
                  <a:pt x="4397441" y="92063"/>
                </a:lnTo>
                <a:lnTo>
                  <a:pt x="4397410" y="93139"/>
                </a:lnTo>
                <a:lnTo>
                  <a:pt x="4397381" y="94238"/>
                </a:lnTo>
                <a:lnTo>
                  <a:pt x="4397354" y="95353"/>
                </a:lnTo>
                <a:lnTo>
                  <a:pt x="4397329" y="96477"/>
                </a:lnTo>
                <a:lnTo>
                  <a:pt x="4397305" y="97604"/>
                </a:lnTo>
                <a:lnTo>
                  <a:pt x="4397284" y="98728"/>
                </a:lnTo>
                <a:lnTo>
                  <a:pt x="4397265" y="99841"/>
                </a:lnTo>
                <a:lnTo>
                  <a:pt x="4397248" y="100939"/>
                </a:lnTo>
                <a:lnTo>
                  <a:pt x="4397233" y="102014"/>
                </a:lnTo>
                <a:lnTo>
                  <a:pt x="4397220" y="103059"/>
                </a:lnTo>
                <a:lnTo>
                  <a:pt x="4397209" y="104069"/>
                </a:lnTo>
                <a:lnTo>
                  <a:pt x="4397200" y="105037"/>
                </a:lnTo>
                <a:lnTo>
                  <a:pt x="4397192" y="105956"/>
                </a:lnTo>
                <a:lnTo>
                  <a:pt x="4397187" y="106821"/>
                </a:lnTo>
                <a:lnTo>
                  <a:pt x="4397184" y="107624"/>
                </a:lnTo>
                <a:lnTo>
                  <a:pt x="4397183" y="108359"/>
                </a:lnTo>
                <a:lnTo>
                  <a:pt x="4397184" y="108599"/>
                </a:lnTo>
                <a:lnTo>
                  <a:pt x="4397187" y="108883"/>
                </a:lnTo>
                <a:lnTo>
                  <a:pt x="4397196" y="109205"/>
                </a:lnTo>
                <a:lnTo>
                  <a:pt x="4397213" y="109561"/>
                </a:lnTo>
                <a:lnTo>
                  <a:pt x="4397241" y="109947"/>
                </a:lnTo>
                <a:lnTo>
                  <a:pt x="4397283" y="110356"/>
                </a:lnTo>
                <a:lnTo>
                  <a:pt x="4397341" y="110786"/>
                </a:lnTo>
                <a:lnTo>
                  <a:pt x="4397419" y="111230"/>
                </a:lnTo>
                <a:lnTo>
                  <a:pt x="4397519" y="111684"/>
                </a:lnTo>
                <a:lnTo>
                  <a:pt x="4397644" y="112143"/>
                </a:lnTo>
                <a:lnTo>
                  <a:pt x="4397796" y="112603"/>
                </a:lnTo>
                <a:lnTo>
                  <a:pt x="4397979" y="113058"/>
                </a:lnTo>
                <a:lnTo>
                  <a:pt x="4398195" y="113505"/>
                </a:lnTo>
                <a:lnTo>
                  <a:pt x="4398446" y="113937"/>
                </a:lnTo>
                <a:lnTo>
                  <a:pt x="4398737" y="114351"/>
                </a:lnTo>
                <a:lnTo>
                  <a:pt x="4399069" y="114742"/>
                </a:lnTo>
                <a:lnTo>
                  <a:pt x="4399445" y="115105"/>
                </a:lnTo>
                <a:lnTo>
                  <a:pt x="4399868" y="115434"/>
                </a:lnTo>
                <a:lnTo>
                  <a:pt x="4400341" y="115726"/>
                </a:lnTo>
                <a:lnTo>
                  <a:pt x="4400866" y="115976"/>
                </a:lnTo>
                <a:lnTo>
                  <a:pt x="4401446" y="116179"/>
                </a:lnTo>
                <a:lnTo>
                  <a:pt x="4402085" y="116329"/>
                </a:lnTo>
                <a:lnTo>
                  <a:pt x="4402784" y="116423"/>
                </a:lnTo>
                <a:lnTo>
                  <a:pt x="4403546" y="116455"/>
                </a:lnTo>
                <a:lnTo>
                  <a:pt x="4404309" y="116423"/>
                </a:lnTo>
                <a:lnTo>
                  <a:pt x="4405008" y="116329"/>
                </a:lnTo>
                <a:lnTo>
                  <a:pt x="4405647" y="116179"/>
                </a:lnTo>
                <a:lnTo>
                  <a:pt x="4406227" y="115976"/>
                </a:lnTo>
                <a:lnTo>
                  <a:pt x="4406752" y="115726"/>
                </a:lnTo>
                <a:lnTo>
                  <a:pt x="4407225" y="115434"/>
                </a:lnTo>
                <a:lnTo>
                  <a:pt x="4407648" y="115105"/>
                </a:lnTo>
                <a:lnTo>
                  <a:pt x="4408024" y="114742"/>
                </a:lnTo>
                <a:lnTo>
                  <a:pt x="4408356" y="114351"/>
                </a:lnTo>
                <a:lnTo>
                  <a:pt x="4408646" y="113937"/>
                </a:lnTo>
                <a:lnTo>
                  <a:pt x="4408898" y="113505"/>
                </a:lnTo>
                <a:lnTo>
                  <a:pt x="4409114" y="113058"/>
                </a:lnTo>
                <a:lnTo>
                  <a:pt x="4409297" y="112603"/>
                </a:lnTo>
                <a:lnTo>
                  <a:pt x="4409449" y="112143"/>
                </a:lnTo>
                <a:lnTo>
                  <a:pt x="4409574" y="111684"/>
                </a:lnTo>
                <a:lnTo>
                  <a:pt x="4409674" y="111230"/>
                </a:lnTo>
                <a:lnTo>
                  <a:pt x="4409752" y="110786"/>
                </a:lnTo>
                <a:lnTo>
                  <a:pt x="4409810" y="110356"/>
                </a:lnTo>
                <a:lnTo>
                  <a:pt x="4409852" y="109947"/>
                </a:lnTo>
                <a:lnTo>
                  <a:pt x="4409880" y="109561"/>
                </a:lnTo>
                <a:lnTo>
                  <a:pt x="4409897" y="109205"/>
                </a:lnTo>
                <a:lnTo>
                  <a:pt x="4409906" y="108883"/>
                </a:lnTo>
                <a:lnTo>
                  <a:pt x="4409909" y="108599"/>
                </a:lnTo>
                <a:lnTo>
                  <a:pt x="4409909" y="108359"/>
                </a:lnTo>
                <a:lnTo>
                  <a:pt x="4409908" y="107624"/>
                </a:lnTo>
                <a:lnTo>
                  <a:pt x="4409905" y="106821"/>
                </a:lnTo>
                <a:lnTo>
                  <a:pt x="4409900" y="105956"/>
                </a:lnTo>
                <a:lnTo>
                  <a:pt x="4409893" y="105037"/>
                </a:lnTo>
                <a:lnTo>
                  <a:pt x="4409884" y="104069"/>
                </a:lnTo>
                <a:lnTo>
                  <a:pt x="4409873" y="103059"/>
                </a:lnTo>
                <a:lnTo>
                  <a:pt x="4409860" y="102014"/>
                </a:lnTo>
                <a:lnTo>
                  <a:pt x="4409845" y="100939"/>
                </a:lnTo>
                <a:lnTo>
                  <a:pt x="4409828" y="99841"/>
                </a:lnTo>
                <a:lnTo>
                  <a:pt x="4409809" y="98728"/>
                </a:lnTo>
                <a:lnTo>
                  <a:pt x="4409787" y="97604"/>
                </a:lnTo>
                <a:lnTo>
                  <a:pt x="4409764" y="96477"/>
                </a:lnTo>
                <a:lnTo>
                  <a:pt x="4409739" y="95353"/>
                </a:lnTo>
                <a:lnTo>
                  <a:pt x="4409712" y="94238"/>
                </a:lnTo>
                <a:lnTo>
                  <a:pt x="4409683" y="93139"/>
                </a:lnTo>
                <a:lnTo>
                  <a:pt x="4409651" y="92063"/>
                </a:lnTo>
                <a:lnTo>
                  <a:pt x="4409618" y="91015"/>
                </a:lnTo>
                <a:lnTo>
                  <a:pt x="4409583" y="90003"/>
                </a:lnTo>
                <a:lnTo>
                  <a:pt x="4409546" y="89032"/>
                </a:lnTo>
                <a:lnTo>
                  <a:pt x="4409507" y="88110"/>
                </a:lnTo>
                <a:lnTo>
                  <a:pt x="4409466" y="87242"/>
                </a:lnTo>
                <a:lnTo>
                  <a:pt x="4409422" y="86434"/>
                </a:lnTo>
                <a:lnTo>
                  <a:pt x="4409377" y="85695"/>
                </a:lnTo>
                <a:lnTo>
                  <a:pt x="4409330" y="85029"/>
                </a:lnTo>
                <a:lnTo>
                  <a:pt x="4410705" y="85796"/>
                </a:lnTo>
                <a:lnTo>
                  <a:pt x="4411899" y="86464"/>
                </a:lnTo>
                <a:lnTo>
                  <a:pt x="4412932" y="87043"/>
                </a:lnTo>
                <a:lnTo>
                  <a:pt x="4413819" y="87542"/>
                </a:lnTo>
                <a:lnTo>
                  <a:pt x="4414578" y="87972"/>
                </a:lnTo>
                <a:lnTo>
                  <a:pt x="4415226" y="88342"/>
                </a:lnTo>
                <a:lnTo>
                  <a:pt x="4415779" y="88662"/>
                </a:lnTo>
                <a:lnTo>
                  <a:pt x="4416257" y="88942"/>
                </a:lnTo>
                <a:lnTo>
                  <a:pt x="4416674" y="89190"/>
                </a:lnTo>
                <a:lnTo>
                  <a:pt x="4417049" y="89418"/>
                </a:lnTo>
                <a:lnTo>
                  <a:pt x="4417399" y="89634"/>
                </a:lnTo>
                <a:lnTo>
                  <a:pt x="4417741" y="89848"/>
                </a:lnTo>
                <a:lnTo>
                  <a:pt x="4418092" y="90071"/>
                </a:lnTo>
                <a:lnTo>
                  <a:pt x="4418468" y="90311"/>
                </a:lnTo>
                <a:lnTo>
                  <a:pt x="4418889" y="90579"/>
                </a:lnTo>
                <a:lnTo>
                  <a:pt x="4419369" y="90884"/>
                </a:lnTo>
                <a:lnTo>
                  <a:pt x="4419928" y="91236"/>
                </a:lnTo>
                <a:lnTo>
                  <a:pt x="4420581" y="91644"/>
                </a:lnTo>
                <a:lnTo>
                  <a:pt x="4421346" y="92119"/>
                </a:lnTo>
                <a:lnTo>
                  <a:pt x="4422240" y="92669"/>
                </a:lnTo>
                <a:lnTo>
                  <a:pt x="4423281" y="93306"/>
                </a:lnTo>
                <a:lnTo>
                  <a:pt x="4424485" y="94038"/>
                </a:lnTo>
                <a:lnTo>
                  <a:pt x="4425869" y="94874"/>
                </a:lnTo>
                <a:lnTo>
                  <a:pt x="4427451" y="95826"/>
                </a:lnTo>
                <a:lnTo>
                  <a:pt x="4428077" y="96196"/>
                </a:lnTo>
                <a:lnTo>
                  <a:pt x="4428656" y="96535"/>
                </a:lnTo>
                <a:lnTo>
                  <a:pt x="4429190" y="96844"/>
                </a:lnTo>
                <a:lnTo>
                  <a:pt x="4429681" y="97125"/>
                </a:lnTo>
                <a:lnTo>
                  <a:pt x="4430132" y="97380"/>
                </a:lnTo>
                <a:lnTo>
                  <a:pt x="4430546" y="97609"/>
                </a:lnTo>
                <a:lnTo>
                  <a:pt x="4430925" y="97814"/>
                </a:lnTo>
                <a:lnTo>
                  <a:pt x="4431272" y="97996"/>
                </a:lnTo>
                <a:lnTo>
                  <a:pt x="4431590" y="98157"/>
                </a:lnTo>
                <a:lnTo>
                  <a:pt x="4431881" y="98297"/>
                </a:lnTo>
                <a:lnTo>
                  <a:pt x="4432148" y="98419"/>
                </a:lnTo>
                <a:lnTo>
                  <a:pt x="4432393" y="98524"/>
                </a:lnTo>
                <a:lnTo>
                  <a:pt x="4432619" y="98613"/>
                </a:lnTo>
                <a:lnTo>
                  <a:pt x="4432828" y="98686"/>
                </a:lnTo>
                <a:lnTo>
                  <a:pt x="4433023" y="98747"/>
                </a:lnTo>
                <a:lnTo>
                  <a:pt x="4433208" y="98795"/>
                </a:lnTo>
                <a:lnTo>
                  <a:pt x="4433383" y="98833"/>
                </a:lnTo>
                <a:lnTo>
                  <a:pt x="4433552" y="98861"/>
                </a:lnTo>
                <a:lnTo>
                  <a:pt x="4433718" y="98882"/>
                </a:lnTo>
                <a:lnTo>
                  <a:pt x="4433883" y="98895"/>
                </a:lnTo>
                <a:lnTo>
                  <a:pt x="4434050" y="98903"/>
                </a:lnTo>
                <a:lnTo>
                  <a:pt x="4434220" y="98908"/>
                </a:lnTo>
                <a:lnTo>
                  <a:pt x="4434398" y="98909"/>
                </a:lnTo>
                <a:lnTo>
                  <a:pt x="4434585" y="98909"/>
                </a:lnTo>
                <a:lnTo>
                  <a:pt x="4435060" y="98892"/>
                </a:lnTo>
                <a:lnTo>
                  <a:pt x="4435520" y="98839"/>
                </a:lnTo>
                <a:lnTo>
                  <a:pt x="4435966" y="98755"/>
                </a:lnTo>
                <a:lnTo>
                  <a:pt x="4436396" y="98639"/>
                </a:lnTo>
                <a:lnTo>
                  <a:pt x="4436809" y="98494"/>
                </a:lnTo>
                <a:lnTo>
                  <a:pt x="4437206" y="98322"/>
                </a:lnTo>
                <a:lnTo>
                  <a:pt x="4437586" y="98125"/>
                </a:lnTo>
                <a:lnTo>
                  <a:pt x="4437949" y="97903"/>
                </a:lnTo>
                <a:lnTo>
                  <a:pt x="4438293" y="97659"/>
                </a:lnTo>
                <a:lnTo>
                  <a:pt x="4438619" y="97395"/>
                </a:lnTo>
                <a:lnTo>
                  <a:pt x="4438926" y="97113"/>
                </a:lnTo>
                <a:lnTo>
                  <a:pt x="4439213" y="96814"/>
                </a:lnTo>
                <a:lnTo>
                  <a:pt x="4439480" y="96499"/>
                </a:lnTo>
                <a:lnTo>
                  <a:pt x="4439726" y="96171"/>
                </a:lnTo>
                <a:lnTo>
                  <a:pt x="4439952" y="95832"/>
                </a:lnTo>
                <a:lnTo>
                  <a:pt x="4440155" y="95483"/>
                </a:lnTo>
                <a:lnTo>
                  <a:pt x="4440337" y="95126"/>
                </a:lnTo>
                <a:lnTo>
                  <a:pt x="4440496" y="94763"/>
                </a:lnTo>
                <a:lnTo>
                  <a:pt x="4440632" y="94395"/>
                </a:lnTo>
                <a:lnTo>
                  <a:pt x="4440745" y="94024"/>
                </a:lnTo>
                <a:lnTo>
                  <a:pt x="4440833" y="93652"/>
                </a:lnTo>
                <a:lnTo>
                  <a:pt x="4440897" y="93281"/>
                </a:lnTo>
                <a:lnTo>
                  <a:pt x="4440935" y="92913"/>
                </a:lnTo>
                <a:lnTo>
                  <a:pt x="4440948" y="92549"/>
                </a:lnTo>
                <a:lnTo>
                  <a:pt x="4440936" y="92147"/>
                </a:lnTo>
                <a:lnTo>
                  <a:pt x="4440902" y="91762"/>
                </a:lnTo>
                <a:lnTo>
                  <a:pt x="4440848" y="91392"/>
                </a:lnTo>
                <a:lnTo>
                  <a:pt x="4440775" y="91039"/>
                </a:lnTo>
                <a:lnTo>
                  <a:pt x="4440685" y="90701"/>
                </a:lnTo>
                <a:lnTo>
                  <a:pt x="4440581" y="90380"/>
                </a:lnTo>
                <a:close/>
                <a:moveTo>
                  <a:pt x="3742411" y="124488"/>
                </a:moveTo>
                <a:lnTo>
                  <a:pt x="3742139" y="124104"/>
                </a:lnTo>
                <a:lnTo>
                  <a:pt x="3741837" y="123762"/>
                </a:lnTo>
                <a:lnTo>
                  <a:pt x="3741508" y="123460"/>
                </a:lnTo>
                <a:lnTo>
                  <a:pt x="3741155" y="123196"/>
                </a:lnTo>
                <a:lnTo>
                  <a:pt x="3740783" y="122967"/>
                </a:lnTo>
                <a:lnTo>
                  <a:pt x="3740393" y="122771"/>
                </a:lnTo>
                <a:lnTo>
                  <a:pt x="3739988" y="122605"/>
                </a:lnTo>
                <a:lnTo>
                  <a:pt x="3739574" y="122466"/>
                </a:lnTo>
                <a:lnTo>
                  <a:pt x="3739151" y="122353"/>
                </a:lnTo>
                <a:lnTo>
                  <a:pt x="3738724" y="122262"/>
                </a:lnTo>
                <a:lnTo>
                  <a:pt x="3738295" y="122192"/>
                </a:lnTo>
                <a:lnTo>
                  <a:pt x="3737869" y="122138"/>
                </a:lnTo>
                <a:lnTo>
                  <a:pt x="3737447" y="122100"/>
                </a:lnTo>
                <a:lnTo>
                  <a:pt x="3737034" y="122075"/>
                </a:lnTo>
                <a:lnTo>
                  <a:pt x="3736632" y="122059"/>
                </a:lnTo>
                <a:lnTo>
                  <a:pt x="3736244" y="122051"/>
                </a:lnTo>
                <a:lnTo>
                  <a:pt x="3735874" y="122048"/>
                </a:lnTo>
                <a:lnTo>
                  <a:pt x="3735526" y="122048"/>
                </a:lnTo>
                <a:lnTo>
                  <a:pt x="3726848" y="122048"/>
                </a:lnTo>
                <a:lnTo>
                  <a:pt x="3726848" y="23845"/>
                </a:lnTo>
                <a:lnTo>
                  <a:pt x="3726841" y="23119"/>
                </a:lnTo>
                <a:lnTo>
                  <a:pt x="3726821" y="22434"/>
                </a:lnTo>
                <a:lnTo>
                  <a:pt x="3726785" y="21790"/>
                </a:lnTo>
                <a:lnTo>
                  <a:pt x="3726732" y="21184"/>
                </a:lnTo>
                <a:lnTo>
                  <a:pt x="3726659" y="20618"/>
                </a:lnTo>
                <a:lnTo>
                  <a:pt x="3726564" y="20089"/>
                </a:lnTo>
                <a:lnTo>
                  <a:pt x="3726447" y="19596"/>
                </a:lnTo>
                <a:lnTo>
                  <a:pt x="3726305" y="19140"/>
                </a:lnTo>
                <a:lnTo>
                  <a:pt x="3726136" y="18718"/>
                </a:lnTo>
                <a:lnTo>
                  <a:pt x="3725939" y="18330"/>
                </a:lnTo>
                <a:lnTo>
                  <a:pt x="3725711" y="17975"/>
                </a:lnTo>
                <a:lnTo>
                  <a:pt x="3725450" y="17652"/>
                </a:lnTo>
                <a:lnTo>
                  <a:pt x="3725156" y="17360"/>
                </a:lnTo>
                <a:lnTo>
                  <a:pt x="3724825" y="17098"/>
                </a:lnTo>
                <a:lnTo>
                  <a:pt x="3724457" y="16865"/>
                </a:lnTo>
                <a:lnTo>
                  <a:pt x="3724049" y="16661"/>
                </a:lnTo>
                <a:lnTo>
                  <a:pt x="3723600" y="16485"/>
                </a:lnTo>
                <a:lnTo>
                  <a:pt x="3723107" y="16335"/>
                </a:lnTo>
                <a:lnTo>
                  <a:pt x="3722569" y="16210"/>
                </a:lnTo>
                <a:lnTo>
                  <a:pt x="3721984" y="16110"/>
                </a:lnTo>
                <a:lnTo>
                  <a:pt x="3721350" y="16034"/>
                </a:lnTo>
                <a:lnTo>
                  <a:pt x="3720666" y="15981"/>
                </a:lnTo>
                <a:lnTo>
                  <a:pt x="3719929" y="15950"/>
                </a:lnTo>
                <a:lnTo>
                  <a:pt x="3719137" y="15940"/>
                </a:lnTo>
                <a:lnTo>
                  <a:pt x="3705064" y="15940"/>
                </a:lnTo>
                <a:lnTo>
                  <a:pt x="3704669" y="15940"/>
                </a:lnTo>
                <a:lnTo>
                  <a:pt x="3704260" y="15943"/>
                </a:lnTo>
                <a:lnTo>
                  <a:pt x="3703838" y="15951"/>
                </a:lnTo>
                <a:lnTo>
                  <a:pt x="3703407" y="15967"/>
                </a:lnTo>
                <a:lnTo>
                  <a:pt x="3702969" y="15994"/>
                </a:lnTo>
                <a:lnTo>
                  <a:pt x="3702527" y="16033"/>
                </a:lnTo>
                <a:lnTo>
                  <a:pt x="3702084" y="16088"/>
                </a:lnTo>
                <a:lnTo>
                  <a:pt x="3701643" y="16161"/>
                </a:lnTo>
                <a:lnTo>
                  <a:pt x="3701207" y="16255"/>
                </a:lnTo>
                <a:lnTo>
                  <a:pt x="3700778" y="16372"/>
                </a:lnTo>
                <a:lnTo>
                  <a:pt x="3700359" y="16515"/>
                </a:lnTo>
                <a:lnTo>
                  <a:pt x="3699954" y="16687"/>
                </a:lnTo>
                <a:lnTo>
                  <a:pt x="3699565" y="16890"/>
                </a:lnTo>
                <a:lnTo>
                  <a:pt x="3699195" y="17126"/>
                </a:lnTo>
                <a:lnTo>
                  <a:pt x="3698847" y="17399"/>
                </a:lnTo>
                <a:lnTo>
                  <a:pt x="3698523" y="17711"/>
                </a:lnTo>
                <a:lnTo>
                  <a:pt x="3698226" y="18064"/>
                </a:lnTo>
                <a:lnTo>
                  <a:pt x="3697960" y="18462"/>
                </a:lnTo>
                <a:lnTo>
                  <a:pt x="3697727" y="18906"/>
                </a:lnTo>
                <a:lnTo>
                  <a:pt x="3697530" y="19399"/>
                </a:lnTo>
                <a:lnTo>
                  <a:pt x="3697372" y="19945"/>
                </a:lnTo>
                <a:lnTo>
                  <a:pt x="3697256" y="20544"/>
                </a:lnTo>
                <a:lnTo>
                  <a:pt x="3697184" y="21201"/>
                </a:lnTo>
                <a:lnTo>
                  <a:pt x="3697159" y="21918"/>
                </a:lnTo>
                <a:lnTo>
                  <a:pt x="3697185" y="22611"/>
                </a:lnTo>
                <a:lnTo>
                  <a:pt x="3697259" y="23247"/>
                </a:lnTo>
                <a:lnTo>
                  <a:pt x="3697380" y="23827"/>
                </a:lnTo>
                <a:lnTo>
                  <a:pt x="3697543" y="24355"/>
                </a:lnTo>
                <a:lnTo>
                  <a:pt x="3697746" y="24832"/>
                </a:lnTo>
                <a:lnTo>
                  <a:pt x="3697985" y="25262"/>
                </a:lnTo>
                <a:lnTo>
                  <a:pt x="3698257" y="25646"/>
                </a:lnTo>
                <a:lnTo>
                  <a:pt x="3698559" y="25988"/>
                </a:lnTo>
                <a:lnTo>
                  <a:pt x="3698888" y="26290"/>
                </a:lnTo>
                <a:lnTo>
                  <a:pt x="3699240" y="26554"/>
                </a:lnTo>
                <a:lnTo>
                  <a:pt x="3699613" y="26782"/>
                </a:lnTo>
                <a:lnTo>
                  <a:pt x="3700003" y="26979"/>
                </a:lnTo>
                <a:lnTo>
                  <a:pt x="3700407" y="27145"/>
                </a:lnTo>
                <a:lnTo>
                  <a:pt x="3700822" y="27283"/>
                </a:lnTo>
                <a:lnTo>
                  <a:pt x="3701244" y="27397"/>
                </a:lnTo>
                <a:lnTo>
                  <a:pt x="3701672" y="27487"/>
                </a:lnTo>
                <a:lnTo>
                  <a:pt x="3702100" y="27558"/>
                </a:lnTo>
                <a:lnTo>
                  <a:pt x="3702527" y="27611"/>
                </a:lnTo>
                <a:lnTo>
                  <a:pt x="3702948" y="27649"/>
                </a:lnTo>
                <a:lnTo>
                  <a:pt x="3703362" y="27675"/>
                </a:lnTo>
                <a:lnTo>
                  <a:pt x="3703764" y="27690"/>
                </a:lnTo>
                <a:lnTo>
                  <a:pt x="3704151" y="27698"/>
                </a:lnTo>
                <a:lnTo>
                  <a:pt x="3704521" y="27701"/>
                </a:lnTo>
                <a:lnTo>
                  <a:pt x="3704870" y="27702"/>
                </a:lnTo>
                <a:lnTo>
                  <a:pt x="3713545" y="27702"/>
                </a:lnTo>
                <a:lnTo>
                  <a:pt x="3713545" y="58322"/>
                </a:lnTo>
                <a:lnTo>
                  <a:pt x="3712742" y="57636"/>
                </a:lnTo>
                <a:lnTo>
                  <a:pt x="3711923" y="56976"/>
                </a:lnTo>
                <a:lnTo>
                  <a:pt x="3711090" y="56343"/>
                </a:lnTo>
                <a:lnTo>
                  <a:pt x="3710241" y="55737"/>
                </a:lnTo>
                <a:lnTo>
                  <a:pt x="3709379" y="55158"/>
                </a:lnTo>
                <a:lnTo>
                  <a:pt x="3708503" y="54606"/>
                </a:lnTo>
                <a:lnTo>
                  <a:pt x="3707614" y="54082"/>
                </a:lnTo>
                <a:lnTo>
                  <a:pt x="3706713" y="53586"/>
                </a:lnTo>
                <a:lnTo>
                  <a:pt x="3705799" y="53118"/>
                </a:lnTo>
                <a:lnTo>
                  <a:pt x="3704874" y="52678"/>
                </a:lnTo>
                <a:lnTo>
                  <a:pt x="3703938" y="52267"/>
                </a:lnTo>
                <a:lnTo>
                  <a:pt x="3702991" y="51885"/>
                </a:lnTo>
                <a:lnTo>
                  <a:pt x="3702034" y="51532"/>
                </a:lnTo>
                <a:lnTo>
                  <a:pt x="3701068" y="51208"/>
                </a:lnTo>
                <a:lnTo>
                  <a:pt x="3700093" y="50914"/>
                </a:lnTo>
                <a:lnTo>
                  <a:pt x="3699109" y="50650"/>
                </a:lnTo>
                <a:lnTo>
                  <a:pt x="3698117" y="50416"/>
                </a:lnTo>
                <a:lnTo>
                  <a:pt x="3697117" y="50213"/>
                </a:lnTo>
                <a:lnTo>
                  <a:pt x="3696111" y="50040"/>
                </a:lnTo>
                <a:lnTo>
                  <a:pt x="3695098" y="49897"/>
                </a:lnTo>
                <a:lnTo>
                  <a:pt x="3694079" y="49787"/>
                </a:lnTo>
                <a:lnTo>
                  <a:pt x="3693054" y="49707"/>
                </a:lnTo>
                <a:lnTo>
                  <a:pt x="3692024" y="49659"/>
                </a:lnTo>
                <a:lnTo>
                  <a:pt x="3690990" y="49643"/>
                </a:lnTo>
                <a:lnTo>
                  <a:pt x="3688378" y="49737"/>
                </a:lnTo>
                <a:lnTo>
                  <a:pt x="3685798" y="50017"/>
                </a:lnTo>
                <a:lnTo>
                  <a:pt x="3683258" y="50477"/>
                </a:lnTo>
                <a:lnTo>
                  <a:pt x="3680765" y="51112"/>
                </a:lnTo>
                <a:lnTo>
                  <a:pt x="3678327" y="51917"/>
                </a:lnTo>
                <a:lnTo>
                  <a:pt x="3675949" y="52886"/>
                </a:lnTo>
                <a:lnTo>
                  <a:pt x="3673639" y="54013"/>
                </a:lnTo>
                <a:lnTo>
                  <a:pt x="3671403" y="55295"/>
                </a:lnTo>
                <a:lnTo>
                  <a:pt x="3669250" y="56725"/>
                </a:lnTo>
                <a:lnTo>
                  <a:pt x="3667184" y="58298"/>
                </a:lnTo>
                <a:lnTo>
                  <a:pt x="3665215" y="60010"/>
                </a:lnTo>
                <a:lnTo>
                  <a:pt x="3663348" y="61853"/>
                </a:lnTo>
                <a:lnTo>
                  <a:pt x="3661590" y="63824"/>
                </a:lnTo>
                <a:lnTo>
                  <a:pt x="3659949" y="65918"/>
                </a:lnTo>
                <a:lnTo>
                  <a:pt x="3658431" y="68128"/>
                </a:lnTo>
                <a:lnTo>
                  <a:pt x="3657044" y="70449"/>
                </a:lnTo>
                <a:lnTo>
                  <a:pt x="3655794" y="72877"/>
                </a:lnTo>
                <a:lnTo>
                  <a:pt x="3654688" y="75405"/>
                </a:lnTo>
                <a:lnTo>
                  <a:pt x="3653733" y="78030"/>
                </a:lnTo>
                <a:lnTo>
                  <a:pt x="3652936" y="80745"/>
                </a:lnTo>
                <a:lnTo>
                  <a:pt x="3652304" y="83544"/>
                </a:lnTo>
                <a:lnTo>
                  <a:pt x="3651844" y="86424"/>
                </a:lnTo>
                <a:lnTo>
                  <a:pt x="3651563" y="89378"/>
                </a:lnTo>
                <a:lnTo>
                  <a:pt x="3651468" y="92402"/>
                </a:lnTo>
                <a:lnTo>
                  <a:pt x="3651557" y="95353"/>
                </a:lnTo>
                <a:lnTo>
                  <a:pt x="3651821" y="98245"/>
                </a:lnTo>
                <a:lnTo>
                  <a:pt x="3652253" y="101072"/>
                </a:lnTo>
                <a:lnTo>
                  <a:pt x="3652847" y="103828"/>
                </a:lnTo>
                <a:lnTo>
                  <a:pt x="3653598" y="106507"/>
                </a:lnTo>
                <a:lnTo>
                  <a:pt x="3654498" y="109102"/>
                </a:lnTo>
                <a:lnTo>
                  <a:pt x="3655542" y="111609"/>
                </a:lnTo>
                <a:lnTo>
                  <a:pt x="3656723" y="114022"/>
                </a:lnTo>
                <a:lnTo>
                  <a:pt x="3658035" y="116334"/>
                </a:lnTo>
                <a:lnTo>
                  <a:pt x="3659472" y="118539"/>
                </a:lnTo>
                <a:lnTo>
                  <a:pt x="3661029" y="120632"/>
                </a:lnTo>
                <a:lnTo>
                  <a:pt x="3662697" y="122607"/>
                </a:lnTo>
                <a:lnTo>
                  <a:pt x="3664473" y="124457"/>
                </a:lnTo>
                <a:lnTo>
                  <a:pt x="3666348" y="126178"/>
                </a:lnTo>
                <a:lnTo>
                  <a:pt x="3668318" y="127763"/>
                </a:lnTo>
                <a:lnTo>
                  <a:pt x="3670375" y="129205"/>
                </a:lnTo>
                <a:lnTo>
                  <a:pt x="3672514" y="130501"/>
                </a:lnTo>
                <a:lnTo>
                  <a:pt x="3674729" y="131642"/>
                </a:lnTo>
                <a:lnTo>
                  <a:pt x="3677013" y="132624"/>
                </a:lnTo>
                <a:lnTo>
                  <a:pt x="3679360" y="133441"/>
                </a:lnTo>
                <a:lnTo>
                  <a:pt x="3681763" y="134087"/>
                </a:lnTo>
                <a:lnTo>
                  <a:pt x="3684218" y="134555"/>
                </a:lnTo>
                <a:lnTo>
                  <a:pt x="3686717" y="134840"/>
                </a:lnTo>
                <a:lnTo>
                  <a:pt x="3689255" y="134937"/>
                </a:lnTo>
                <a:lnTo>
                  <a:pt x="3690590" y="134910"/>
                </a:lnTo>
                <a:lnTo>
                  <a:pt x="3691897" y="134831"/>
                </a:lnTo>
                <a:lnTo>
                  <a:pt x="3693177" y="134702"/>
                </a:lnTo>
                <a:lnTo>
                  <a:pt x="3694428" y="134525"/>
                </a:lnTo>
                <a:lnTo>
                  <a:pt x="3695651" y="134303"/>
                </a:lnTo>
                <a:lnTo>
                  <a:pt x="3696846" y="134036"/>
                </a:lnTo>
                <a:lnTo>
                  <a:pt x="3698012" y="133728"/>
                </a:lnTo>
                <a:lnTo>
                  <a:pt x="3699151" y="133380"/>
                </a:lnTo>
                <a:lnTo>
                  <a:pt x="3700261" y="132995"/>
                </a:lnTo>
                <a:lnTo>
                  <a:pt x="3701344" y="132575"/>
                </a:lnTo>
                <a:lnTo>
                  <a:pt x="3702398" y="132121"/>
                </a:lnTo>
                <a:lnTo>
                  <a:pt x="3703424" y="131636"/>
                </a:lnTo>
                <a:lnTo>
                  <a:pt x="3704422" y="131121"/>
                </a:lnTo>
                <a:lnTo>
                  <a:pt x="3705392" y="130580"/>
                </a:lnTo>
                <a:lnTo>
                  <a:pt x="3706334" y="130014"/>
                </a:lnTo>
                <a:lnTo>
                  <a:pt x="3707247" y="129425"/>
                </a:lnTo>
                <a:lnTo>
                  <a:pt x="3708133" y="128815"/>
                </a:lnTo>
                <a:lnTo>
                  <a:pt x="3708990" y="128186"/>
                </a:lnTo>
                <a:lnTo>
                  <a:pt x="3709820" y="127541"/>
                </a:lnTo>
                <a:lnTo>
                  <a:pt x="3710621" y="126882"/>
                </a:lnTo>
                <a:lnTo>
                  <a:pt x="3711394" y="126209"/>
                </a:lnTo>
                <a:lnTo>
                  <a:pt x="3712139" y="125527"/>
                </a:lnTo>
                <a:lnTo>
                  <a:pt x="3712856" y="124837"/>
                </a:lnTo>
                <a:lnTo>
                  <a:pt x="3713545" y="124140"/>
                </a:lnTo>
                <a:lnTo>
                  <a:pt x="3713545" y="124989"/>
                </a:lnTo>
                <a:lnTo>
                  <a:pt x="3713549" y="125794"/>
                </a:lnTo>
                <a:lnTo>
                  <a:pt x="3713560" y="126556"/>
                </a:lnTo>
                <a:lnTo>
                  <a:pt x="3713581" y="127276"/>
                </a:lnTo>
                <a:lnTo>
                  <a:pt x="3713615" y="127954"/>
                </a:lnTo>
                <a:lnTo>
                  <a:pt x="3713665" y="128591"/>
                </a:lnTo>
                <a:lnTo>
                  <a:pt x="3713736" y="129187"/>
                </a:lnTo>
                <a:lnTo>
                  <a:pt x="3713831" y="129744"/>
                </a:lnTo>
                <a:lnTo>
                  <a:pt x="3713952" y="130261"/>
                </a:lnTo>
                <a:lnTo>
                  <a:pt x="3714103" y="130741"/>
                </a:lnTo>
                <a:lnTo>
                  <a:pt x="3714288" y="131182"/>
                </a:lnTo>
                <a:lnTo>
                  <a:pt x="3714509" y="131587"/>
                </a:lnTo>
                <a:lnTo>
                  <a:pt x="3714771" y="131955"/>
                </a:lnTo>
                <a:lnTo>
                  <a:pt x="3715076" y="132288"/>
                </a:lnTo>
                <a:lnTo>
                  <a:pt x="3715428" y="132586"/>
                </a:lnTo>
                <a:lnTo>
                  <a:pt x="3715830" y="132850"/>
                </a:lnTo>
                <a:lnTo>
                  <a:pt x="3716286" y="133080"/>
                </a:lnTo>
                <a:lnTo>
                  <a:pt x="3716799" y="133277"/>
                </a:lnTo>
                <a:lnTo>
                  <a:pt x="3717372" y="133442"/>
                </a:lnTo>
                <a:lnTo>
                  <a:pt x="3718009" y="133575"/>
                </a:lnTo>
                <a:lnTo>
                  <a:pt x="3718712" y="133678"/>
                </a:lnTo>
                <a:lnTo>
                  <a:pt x="3719486" y="133750"/>
                </a:lnTo>
                <a:lnTo>
                  <a:pt x="3720334" y="133793"/>
                </a:lnTo>
                <a:lnTo>
                  <a:pt x="3721258" y="133807"/>
                </a:lnTo>
                <a:lnTo>
                  <a:pt x="3735332" y="133807"/>
                </a:lnTo>
                <a:lnTo>
                  <a:pt x="3735726" y="133807"/>
                </a:lnTo>
                <a:lnTo>
                  <a:pt x="3736135" y="133804"/>
                </a:lnTo>
                <a:lnTo>
                  <a:pt x="3736557" y="133795"/>
                </a:lnTo>
                <a:lnTo>
                  <a:pt x="3736989" y="133780"/>
                </a:lnTo>
                <a:lnTo>
                  <a:pt x="3737427" y="133753"/>
                </a:lnTo>
                <a:lnTo>
                  <a:pt x="3737869" y="133714"/>
                </a:lnTo>
                <a:lnTo>
                  <a:pt x="3738311" y="133659"/>
                </a:lnTo>
                <a:lnTo>
                  <a:pt x="3738752" y="133586"/>
                </a:lnTo>
                <a:lnTo>
                  <a:pt x="3739189" y="133492"/>
                </a:lnTo>
                <a:lnTo>
                  <a:pt x="3739618" y="133375"/>
                </a:lnTo>
                <a:lnTo>
                  <a:pt x="3740036" y="133232"/>
                </a:lnTo>
                <a:lnTo>
                  <a:pt x="3740441" y="133060"/>
                </a:lnTo>
                <a:lnTo>
                  <a:pt x="3740830" y="132858"/>
                </a:lnTo>
                <a:lnTo>
                  <a:pt x="3741200" y="132621"/>
                </a:lnTo>
                <a:lnTo>
                  <a:pt x="3741549" y="132348"/>
                </a:lnTo>
                <a:lnTo>
                  <a:pt x="3741873" y="132037"/>
                </a:lnTo>
                <a:lnTo>
                  <a:pt x="3742169" y="131684"/>
                </a:lnTo>
                <a:lnTo>
                  <a:pt x="3742435" y="131286"/>
                </a:lnTo>
                <a:lnTo>
                  <a:pt x="3742668" y="130842"/>
                </a:lnTo>
                <a:lnTo>
                  <a:pt x="3742865" y="130349"/>
                </a:lnTo>
                <a:lnTo>
                  <a:pt x="3743023" y="129804"/>
                </a:lnTo>
                <a:lnTo>
                  <a:pt x="3743140" y="129205"/>
                </a:lnTo>
                <a:lnTo>
                  <a:pt x="3743212" y="128548"/>
                </a:lnTo>
                <a:lnTo>
                  <a:pt x="3743236" y="127832"/>
                </a:lnTo>
                <a:lnTo>
                  <a:pt x="3743211" y="127139"/>
                </a:lnTo>
                <a:lnTo>
                  <a:pt x="3743136" y="126503"/>
                </a:lnTo>
                <a:lnTo>
                  <a:pt x="3743015" y="125923"/>
                </a:lnTo>
                <a:lnTo>
                  <a:pt x="3742852" y="125395"/>
                </a:lnTo>
                <a:lnTo>
                  <a:pt x="3742650" y="124918"/>
                </a:lnTo>
                <a:lnTo>
                  <a:pt x="3742411" y="124488"/>
                </a:lnTo>
                <a:close/>
                <a:moveTo>
                  <a:pt x="3711957" y="105144"/>
                </a:moveTo>
                <a:lnTo>
                  <a:pt x="3711393" y="106650"/>
                </a:lnTo>
                <a:lnTo>
                  <a:pt x="3710746" y="108146"/>
                </a:lnTo>
                <a:lnTo>
                  <a:pt x="3710017" y="109622"/>
                </a:lnTo>
                <a:lnTo>
                  <a:pt x="3709208" y="111069"/>
                </a:lnTo>
                <a:lnTo>
                  <a:pt x="3708319" y="112479"/>
                </a:lnTo>
                <a:lnTo>
                  <a:pt x="3707352" y="113841"/>
                </a:lnTo>
                <a:lnTo>
                  <a:pt x="3706307" y="115148"/>
                </a:lnTo>
                <a:lnTo>
                  <a:pt x="3705186" y="116388"/>
                </a:lnTo>
                <a:lnTo>
                  <a:pt x="3703990" y="117554"/>
                </a:lnTo>
                <a:lnTo>
                  <a:pt x="3702720" y="118637"/>
                </a:lnTo>
                <a:lnTo>
                  <a:pt x="3701378" y="119626"/>
                </a:lnTo>
                <a:lnTo>
                  <a:pt x="3699963" y="120513"/>
                </a:lnTo>
                <a:lnTo>
                  <a:pt x="3698477" y="121289"/>
                </a:lnTo>
                <a:lnTo>
                  <a:pt x="3696922" y="121945"/>
                </a:lnTo>
                <a:lnTo>
                  <a:pt x="3695298" y="122470"/>
                </a:lnTo>
                <a:lnTo>
                  <a:pt x="3693606" y="122857"/>
                </a:lnTo>
                <a:lnTo>
                  <a:pt x="3691849" y="123096"/>
                </a:lnTo>
                <a:lnTo>
                  <a:pt x="3690025" y="123178"/>
                </a:lnTo>
                <a:lnTo>
                  <a:pt x="3688326" y="123107"/>
                </a:lnTo>
                <a:lnTo>
                  <a:pt x="3686653" y="122899"/>
                </a:lnTo>
                <a:lnTo>
                  <a:pt x="3685010" y="122557"/>
                </a:lnTo>
                <a:lnTo>
                  <a:pt x="3683402" y="122086"/>
                </a:lnTo>
                <a:lnTo>
                  <a:pt x="3681832" y="121491"/>
                </a:lnTo>
                <a:lnTo>
                  <a:pt x="3680305" y="120775"/>
                </a:lnTo>
                <a:lnTo>
                  <a:pt x="3678824" y="119944"/>
                </a:lnTo>
                <a:lnTo>
                  <a:pt x="3677394" y="119001"/>
                </a:lnTo>
                <a:lnTo>
                  <a:pt x="3676019" y="117952"/>
                </a:lnTo>
                <a:lnTo>
                  <a:pt x="3674703" y="116799"/>
                </a:lnTo>
                <a:lnTo>
                  <a:pt x="3673450" y="115549"/>
                </a:lnTo>
                <a:lnTo>
                  <a:pt x="3672265" y="114205"/>
                </a:lnTo>
                <a:lnTo>
                  <a:pt x="3671150" y="112772"/>
                </a:lnTo>
                <a:lnTo>
                  <a:pt x="3670111" y="111255"/>
                </a:lnTo>
                <a:lnTo>
                  <a:pt x="3669152" y="109656"/>
                </a:lnTo>
                <a:lnTo>
                  <a:pt x="3668276" y="107982"/>
                </a:lnTo>
                <a:lnTo>
                  <a:pt x="3667488" y="106237"/>
                </a:lnTo>
                <a:lnTo>
                  <a:pt x="3666792" y="104424"/>
                </a:lnTo>
                <a:lnTo>
                  <a:pt x="3666191" y="102549"/>
                </a:lnTo>
                <a:lnTo>
                  <a:pt x="3665690" y="100615"/>
                </a:lnTo>
                <a:lnTo>
                  <a:pt x="3665294" y="98628"/>
                </a:lnTo>
                <a:lnTo>
                  <a:pt x="3665006" y="96591"/>
                </a:lnTo>
                <a:lnTo>
                  <a:pt x="3664830" y="94509"/>
                </a:lnTo>
                <a:lnTo>
                  <a:pt x="3664770" y="92387"/>
                </a:lnTo>
                <a:lnTo>
                  <a:pt x="3664840" y="90109"/>
                </a:lnTo>
                <a:lnTo>
                  <a:pt x="3665044" y="87897"/>
                </a:lnTo>
                <a:lnTo>
                  <a:pt x="3665376" y="85752"/>
                </a:lnTo>
                <a:lnTo>
                  <a:pt x="3665832" y="83678"/>
                </a:lnTo>
                <a:lnTo>
                  <a:pt x="3666405" y="81677"/>
                </a:lnTo>
                <a:lnTo>
                  <a:pt x="3667090" y="79753"/>
                </a:lnTo>
                <a:lnTo>
                  <a:pt x="3667879" y="77908"/>
                </a:lnTo>
                <a:lnTo>
                  <a:pt x="3668769" y="76145"/>
                </a:lnTo>
                <a:lnTo>
                  <a:pt x="3669752" y="74466"/>
                </a:lnTo>
                <a:lnTo>
                  <a:pt x="3670822" y="72876"/>
                </a:lnTo>
                <a:lnTo>
                  <a:pt x="3671975" y="71375"/>
                </a:lnTo>
                <a:lnTo>
                  <a:pt x="3673204" y="69969"/>
                </a:lnTo>
                <a:lnTo>
                  <a:pt x="3674504" y="68658"/>
                </a:lnTo>
                <a:lnTo>
                  <a:pt x="3675867" y="67447"/>
                </a:lnTo>
                <a:lnTo>
                  <a:pt x="3677290" y="66337"/>
                </a:lnTo>
                <a:lnTo>
                  <a:pt x="3678765" y="65332"/>
                </a:lnTo>
                <a:lnTo>
                  <a:pt x="3680287" y="64435"/>
                </a:lnTo>
                <a:lnTo>
                  <a:pt x="3681850" y="63648"/>
                </a:lnTo>
                <a:lnTo>
                  <a:pt x="3683448" y="62975"/>
                </a:lnTo>
                <a:lnTo>
                  <a:pt x="3685075" y="62417"/>
                </a:lnTo>
                <a:lnTo>
                  <a:pt x="3686726" y="61979"/>
                </a:lnTo>
                <a:lnTo>
                  <a:pt x="3688395" y="61662"/>
                </a:lnTo>
                <a:lnTo>
                  <a:pt x="3690075" y="61470"/>
                </a:lnTo>
                <a:lnTo>
                  <a:pt x="3691761" y="61405"/>
                </a:lnTo>
                <a:lnTo>
                  <a:pt x="3693288" y="61460"/>
                </a:lnTo>
                <a:lnTo>
                  <a:pt x="3694781" y="61623"/>
                </a:lnTo>
                <a:lnTo>
                  <a:pt x="3696239" y="61889"/>
                </a:lnTo>
                <a:lnTo>
                  <a:pt x="3697659" y="62252"/>
                </a:lnTo>
                <a:lnTo>
                  <a:pt x="3699036" y="62709"/>
                </a:lnTo>
                <a:lnTo>
                  <a:pt x="3700370" y="63254"/>
                </a:lnTo>
                <a:lnTo>
                  <a:pt x="3701656" y="63883"/>
                </a:lnTo>
                <a:lnTo>
                  <a:pt x="3702892" y="64591"/>
                </a:lnTo>
                <a:lnTo>
                  <a:pt x="3704075" y="65373"/>
                </a:lnTo>
                <a:lnTo>
                  <a:pt x="3705203" y="66224"/>
                </a:lnTo>
                <a:lnTo>
                  <a:pt x="3706272" y="67140"/>
                </a:lnTo>
                <a:lnTo>
                  <a:pt x="3707280" y="68116"/>
                </a:lnTo>
                <a:lnTo>
                  <a:pt x="3708223" y="69148"/>
                </a:lnTo>
                <a:lnTo>
                  <a:pt x="3709099" y="70229"/>
                </a:lnTo>
                <a:lnTo>
                  <a:pt x="3709905" y="71356"/>
                </a:lnTo>
                <a:lnTo>
                  <a:pt x="3710639" y="72524"/>
                </a:lnTo>
                <a:lnTo>
                  <a:pt x="3711297" y="73728"/>
                </a:lnTo>
                <a:lnTo>
                  <a:pt x="3711876" y="74963"/>
                </a:lnTo>
                <a:lnTo>
                  <a:pt x="3712374" y="76225"/>
                </a:lnTo>
                <a:lnTo>
                  <a:pt x="3712788" y="77509"/>
                </a:lnTo>
                <a:lnTo>
                  <a:pt x="3713115" y="78810"/>
                </a:lnTo>
                <a:lnTo>
                  <a:pt x="3713352" y="80123"/>
                </a:lnTo>
                <a:lnTo>
                  <a:pt x="3713496" y="81443"/>
                </a:lnTo>
                <a:lnTo>
                  <a:pt x="3713545" y="82767"/>
                </a:lnTo>
                <a:lnTo>
                  <a:pt x="3713545" y="96403"/>
                </a:lnTo>
                <a:lnTo>
                  <a:pt x="3713500" y="97779"/>
                </a:lnTo>
                <a:lnTo>
                  <a:pt x="3713366" y="99199"/>
                </a:lnTo>
                <a:lnTo>
                  <a:pt x="3713143" y="100655"/>
                </a:lnTo>
                <a:lnTo>
                  <a:pt x="3712834" y="102137"/>
                </a:lnTo>
                <a:lnTo>
                  <a:pt x="3712438" y="103637"/>
                </a:lnTo>
                <a:lnTo>
                  <a:pt x="3711957" y="105144"/>
                </a:lnTo>
                <a:close/>
                <a:moveTo>
                  <a:pt x="3337806" y="125013"/>
                </a:moveTo>
                <a:lnTo>
                  <a:pt x="3337573" y="124569"/>
                </a:lnTo>
                <a:lnTo>
                  <a:pt x="3337307" y="124172"/>
                </a:lnTo>
                <a:lnTo>
                  <a:pt x="3337011" y="123818"/>
                </a:lnTo>
                <a:lnTo>
                  <a:pt x="3336687" y="123507"/>
                </a:lnTo>
                <a:lnTo>
                  <a:pt x="3336338" y="123234"/>
                </a:lnTo>
                <a:lnTo>
                  <a:pt x="3335968" y="122998"/>
                </a:lnTo>
                <a:lnTo>
                  <a:pt x="3335579" y="122795"/>
                </a:lnTo>
                <a:lnTo>
                  <a:pt x="3335174" y="122623"/>
                </a:lnTo>
                <a:lnTo>
                  <a:pt x="3334756" y="122480"/>
                </a:lnTo>
                <a:lnTo>
                  <a:pt x="3334327" y="122363"/>
                </a:lnTo>
                <a:lnTo>
                  <a:pt x="3333890" y="122269"/>
                </a:lnTo>
                <a:lnTo>
                  <a:pt x="3333449" y="122196"/>
                </a:lnTo>
                <a:lnTo>
                  <a:pt x="3333007" y="122141"/>
                </a:lnTo>
                <a:lnTo>
                  <a:pt x="3332565" y="122102"/>
                </a:lnTo>
                <a:lnTo>
                  <a:pt x="3332127" y="122076"/>
                </a:lnTo>
                <a:lnTo>
                  <a:pt x="3331695" y="122060"/>
                </a:lnTo>
                <a:lnTo>
                  <a:pt x="3331273" y="122052"/>
                </a:lnTo>
                <a:lnTo>
                  <a:pt x="3330864" y="122049"/>
                </a:lnTo>
                <a:lnTo>
                  <a:pt x="3330470" y="122048"/>
                </a:lnTo>
                <a:lnTo>
                  <a:pt x="3321986" y="122048"/>
                </a:lnTo>
                <a:lnTo>
                  <a:pt x="3321986" y="77386"/>
                </a:lnTo>
                <a:lnTo>
                  <a:pt x="3321935" y="75013"/>
                </a:lnTo>
                <a:lnTo>
                  <a:pt x="3321783" y="72754"/>
                </a:lnTo>
                <a:lnTo>
                  <a:pt x="3321533" y="70610"/>
                </a:lnTo>
                <a:lnTo>
                  <a:pt x="3321187" y="68578"/>
                </a:lnTo>
                <a:lnTo>
                  <a:pt x="3320745" y="66657"/>
                </a:lnTo>
                <a:lnTo>
                  <a:pt x="3320211" y="64846"/>
                </a:lnTo>
                <a:lnTo>
                  <a:pt x="3319586" y="63144"/>
                </a:lnTo>
                <a:lnTo>
                  <a:pt x="3318873" y="61549"/>
                </a:lnTo>
                <a:lnTo>
                  <a:pt x="3318072" y="60061"/>
                </a:lnTo>
                <a:lnTo>
                  <a:pt x="3317186" y="58677"/>
                </a:lnTo>
                <a:lnTo>
                  <a:pt x="3316217" y="57398"/>
                </a:lnTo>
                <a:lnTo>
                  <a:pt x="3315166" y="56221"/>
                </a:lnTo>
                <a:lnTo>
                  <a:pt x="3314036" y="55145"/>
                </a:lnTo>
                <a:lnTo>
                  <a:pt x="3312829" y="54170"/>
                </a:lnTo>
                <a:lnTo>
                  <a:pt x="3311547" y="53293"/>
                </a:lnTo>
                <a:lnTo>
                  <a:pt x="3310191" y="52513"/>
                </a:lnTo>
                <a:lnTo>
                  <a:pt x="3308763" y="51831"/>
                </a:lnTo>
                <a:lnTo>
                  <a:pt x="3307265" y="51243"/>
                </a:lnTo>
                <a:lnTo>
                  <a:pt x="3305700" y="50749"/>
                </a:lnTo>
                <a:lnTo>
                  <a:pt x="3304069" y="50347"/>
                </a:lnTo>
                <a:lnTo>
                  <a:pt x="3302374" y="50037"/>
                </a:lnTo>
                <a:lnTo>
                  <a:pt x="3300617" y="49817"/>
                </a:lnTo>
                <a:lnTo>
                  <a:pt x="3298800" y="49686"/>
                </a:lnTo>
                <a:lnTo>
                  <a:pt x="3296925" y="49643"/>
                </a:lnTo>
                <a:lnTo>
                  <a:pt x="3295332" y="49676"/>
                </a:lnTo>
                <a:lnTo>
                  <a:pt x="3293784" y="49774"/>
                </a:lnTo>
                <a:lnTo>
                  <a:pt x="3292281" y="49932"/>
                </a:lnTo>
                <a:lnTo>
                  <a:pt x="3290823" y="50146"/>
                </a:lnTo>
                <a:lnTo>
                  <a:pt x="3289411" y="50411"/>
                </a:lnTo>
                <a:lnTo>
                  <a:pt x="3288044" y="50725"/>
                </a:lnTo>
                <a:lnTo>
                  <a:pt x="3286724" y="51082"/>
                </a:lnTo>
                <a:lnTo>
                  <a:pt x="3285450" y="51479"/>
                </a:lnTo>
                <a:lnTo>
                  <a:pt x="3284223" y="51911"/>
                </a:lnTo>
                <a:lnTo>
                  <a:pt x="3283043" y="52375"/>
                </a:lnTo>
                <a:lnTo>
                  <a:pt x="3281911" y="52866"/>
                </a:lnTo>
                <a:lnTo>
                  <a:pt x="3280826" y="53380"/>
                </a:lnTo>
                <a:lnTo>
                  <a:pt x="3279790" y="53913"/>
                </a:lnTo>
                <a:lnTo>
                  <a:pt x="3278802" y="54461"/>
                </a:lnTo>
                <a:lnTo>
                  <a:pt x="3277863" y="55020"/>
                </a:lnTo>
                <a:lnTo>
                  <a:pt x="3276973" y="55586"/>
                </a:lnTo>
                <a:lnTo>
                  <a:pt x="3276133" y="56154"/>
                </a:lnTo>
                <a:lnTo>
                  <a:pt x="3275343" y="56721"/>
                </a:lnTo>
                <a:lnTo>
                  <a:pt x="3274603" y="57283"/>
                </a:lnTo>
                <a:lnTo>
                  <a:pt x="3273913" y="57835"/>
                </a:lnTo>
                <a:lnTo>
                  <a:pt x="3273274" y="58373"/>
                </a:lnTo>
                <a:lnTo>
                  <a:pt x="3272687" y="58893"/>
                </a:lnTo>
                <a:lnTo>
                  <a:pt x="3272151" y="59391"/>
                </a:lnTo>
                <a:lnTo>
                  <a:pt x="3271667" y="59863"/>
                </a:lnTo>
                <a:lnTo>
                  <a:pt x="3271666" y="59106"/>
                </a:lnTo>
                <a:lnTo>
                  <a:pt x="3271662" y="58383"/>
                </a:lnTo>
                <a:lnTo>
                  <a:pt x="3271651" y="57694"/>
                </a:lnTo>
                <a:lnTo>
                  <a:pt x="3271631" y="57039"/>
                </a:lnTo>
                <a:lnTo>
                  <a:pt x="3271597" y="56417"/>
                </a:lnTo>
                <a:lnTo>
                  <a:pt x="3271546" y="55829"/>
                </a:lnTo>
                <a:lnTo>
                  <a:pt x="3271475" y="55274"/>
                </a:lnTo>
                <a:lnTo>
                  <a:pt x="3271381" y="54753"/>
                </a:lnTo>
                <a:lnTo>
                  <a:pt x="3271260" y="54264"/>
                </a:lnTo>
                <a:lnTo>
                  <a:pt x="3271109" y="53809"/>
                </a:lnTo>
                <a:lnTo>
                  <a:pt x="3270924" y="53385"/>
                </a:lnTo>
                <a:lnTo>
                  <a:pt x="3270703" y="52995"/>
                </a:lnTo>
                <a:lnTo>
                  <a:pt x="3270441" y="52636"/>
                </a:lnTo>
                <a:lnTo>
                  <a:pt x="3270136" y="52310"/>
                </a:lnTo>
                <a:lnTo>
                  <a:pt x="3269784" y="52015"/>
                </a:lnTo>
                <a:lnTo>
                  <a:pt x="3269382" y="51753"/>
                </a:lnTo>
                <a:lnTo>
                  <a:pt x="3268926" y="51522"/>
                </a:lnTo>
                <a:lnTo>
                  <a:pt x="3268414" y="51322"/>
                </a:lnTo>
                <a:lnTo>
                  <a:pt x="3267841" y="51153"/>
                </a:lnTo>
                <a:lnTo>
                  <a:pt x="3267204" y="51016"/>
                </a:lnTo>
                <a:lnTo>
                  <a:pt x="3266501" y="50909"/>
                </a:lnTo>
                <a:lnTo>
                  <a:pt x="3265728" y="50833"/>
                </a:lnTo>
                <a:lnTo>
                  <a:pt x="3264880" y="50788"/>
                </a:lnTo>
                <a:lnTo>
                  <a:pt x="3263956" y="50773"/>
                </a:lnTo>
                <a:lnTo>
                  <a:pt x="3249883" y="50773"/>
                </a:lnTo>
                <a:lnTo>
                  <a:pt x="3249488" y="50773"/>
                </a:lnTo>
                <a:lnTo>
                  <a:pt x="3249079" y="50776"/>
                </a:lnTo>
                <a:lnTo>
                  <a:pt x="3248657" y="50784"/>
                </a:lnTo>
                <a:lnTo>
                  <a:pt x="3248226" y="50800"/>
                </a:lnTo>
                <a:lnTo>
                  <a:pt x="3247788" y="50827"/>
                </a:lnTo>
                <a:lnTo>
                  <a:pt x="3247346" y="50866"/>
                </a:lnTo>
                <a:lnTo>
                  <a:pt x="3246903" y="50921"/>
                </a:lnTo>
                <a:lnTo>
                  <a:pt x="3246462" y="50994"/>
                </a:lnTo>
                <a:lnTo>
                  <a:pt x="3246026" y="51088"/>
                </a:lnTo>
                <a:lnTo>
                  <a:pt x="3245597" y="51205"/>
                </a:lnTo>
                <a:lnTo>
                  <a:pt x="3245178" y="51348"/>
                </a:lnTo>
                <a:lnTo>
                  <a:pt x="3244773" y="51520"/>
                </a:lnTo>
                <a:lnTo>
                  <a:pt x="3244384" y="51723"/>
                </a:lnTo>
                <a:lnTo>
                  <a:pt x="3244014" y="51959"/>
                </a:lnTo>
                <a:lnTo>
                  <a:pt x="3243666" y="52232"/>
                </a:lnTo>
                <a:lnTo>
                  <a:pt x="3243342" y="52544"/>
                </a:lnTo>
                <a:lnTo>
                  <a:pt x="3243045" y="52897"/>
                </a:lnTo>
                <a:lnTo>
                  <a:pt x="3242779" y="53295"/>
                </a:lnTo>
                <a:lnTo>
                  <a:pt x="3242546" y="53739"/>
                </a:lnTo>
                <a:lnTo>
                  <a:pt x="3242349" y="54232"/>
                </a:lnTo>
                <a:lnTo>
                  <a:pt x="3242191" y="54778"/>
                </a:lnTo>
                <a:lnTo>
                  <a:pt x="3242075" y="55377"/>
                </a:lnTo>
                <a:lnTo>
                  <a:pt x="3242003" y="56034"/>
                </a:lnTo>
                <a:lnTo>
                  <a:pt x="3241978" y="56751"/>
                </a:lnTo>
                <a:lnTo>
                  <a:pt x="3242004" y="57444"/>
                </a:lnTo>
                <a:lnTo>
                  <a:pt x="3242078" y="58080"/>
                </a:lnTo>
                <a:lnTo>
                  <a:pt x="3242199" y="58660"/>
                </a:lnTo>
                <a:lnTo>
                  <a:pt x="3242362" y="59188"/>
                </a:lnTo>
                <a:lnTo>
                  <a:pt x="3242565" y="59665"/>
                </a:lnTo>
                <a:lnTo>
                  <a:pt x="3242804" y="60095"/>
                </a:lnTo>
                <a:lnTo>
                  <a:pt x="3243076" y="60479"/>
                </a:lnTo>
                <a:lnTo>
                  <a:pt x="3243378" y="60821"/>
                </a:lnTo>
                <a:lnTo>
                  <a:pt x="3243706" y="61123"/>
                </a:lnTo>
                <a:lnTo>
                  <a:pt x="3244059" y="61387"/>
                </a:lnTo>
                <a:lnTo>
                  <a:pt x="3244432" y="61616"/>
                </a:lnTo>
                <a:lnTo>
                  <a:pt x="3244822" y="61812"/>
                </a:lnTo>
                <a:lnTo>
                  <a:pt x="3245226" y="61978"/>
                </a:lnTo>
                <a:lnTo>
                  <a:pt x="3245641" y="62116"/>
                </a:lnTo>
                <a:lnTo>
                  <a:pt x="3246063" y="62230"/>
                </a:lnTo>
                <a:lnTo>
                  <a:pt x="3246491" y="62321"/>
                </a:lnTo>
                <a:lnTo>
                  <a:pt x="3246919" y="62391"/>
                </a:lnTo>
                <a:lnTo>
                  <a:pt x="3247346" y="62444"/>
                </a:lnTo>
                <a:lnTo>
                  <a:pt x="3247767" y="62482"/>
                </a:lnTo>
                <a:lnTo>
                  <a:pt x="3248181" y="62508"/>
                </a:lnTo>
                <a:lnTo>
                  <a:pt x="3248583" y="62523"/>
                </a:lnTo>
                <a:lnTo>
                  <a:pt x="3248970" y="62531"/>
                </a:lnTo>
                <a:lnTo>
                  <a:pt x="3249340" y="62534"/>
                </a:lnTo>
                <a:lnTo>
                  <a:pt x="3249689" y="62535"/>
                </a:lnTo>
                <a:lnTo>
                  <a:pt x="3258367" y="62535"/>
                </a:lnTo>
                <a:lnTo>
                  <a:pt x="3258367" y="122048"/>
                </a:lnTo>
                <a:lnTo>
                  <a:pt x="3249883" y="122048"/>
                </a:lnTo>
                <a:lnTo>
                  <a:pt x="3249488" y="122049"/>
                </a:lnTo>
                <a:lnTo>
                  <a:pt x="3249079" y="122052"/>
                </a:lnTo>
                <a:lnTo>
                  <a:pt x="3248657" y="122060"/>
                </a:lnTo>
                <a:lnTo>
                  <a:pt x="3248226" y="122076"/>
                </a:lnTo>
                <a:lnTo>
                  <a:pt x="3247788" y="122102"/>
                </a:lnTo>
                <a:lnTo>
                  <a:pt x="3247346" y="122141"/>
                </a:lnTo>
                <a:lnTo>
                  <a:pt x="3246903" y="122196"/>
                </a:lnTo>
                <a:lnTo>
                  <a:pt x="3246462" y="122269"/>
                </a:lnTo>
                <a:lnTo>
                  <a:pt x="3246026" y="122363"/>
                </a:lnTo>
                <a:lnTo>
                  <a:pt x="3245597" y="122480"/>
                </a:lnTo>
                <a:lnTo>
                  <a:pt x="3245178" y="122623"/>
                </a:lnTo>
                <a:lnTo>
                  <a:pt x="3244773" y="122795"/>
                </a:lnTo>
                <a:lnTo>
                  <a:pt x="3244384" y="122998"/>
                </a:lnTo>
                <a:lnTo>
                  <a:pt x="3244014" y="123234"/>
                </a:lnTo>
                <a:lnTo>
                  <a:pt x="3243666" y="123507"/>
                </a:lnTo>
                <a:lnTo>
                  <a:pt x="3243342" y="123818"/>
                </a:lnTo>
                <a:lnTo>
                  <a:pt x="3243045" y="124172"/>
                </a:lnTo>
                <a:lnTo>
                  <a:pt x="3242779" y="124569"/>
                </a:lnTo>
                <a:lnTo>
                  <a:pt x="3242546" y="125013"/>
                </a:lnTo>
                <a:lnTo>
                  <a:pt x="3242349" y="125506"/>
                </a:lnTo>
                <a:lnTo>
                  <a:pt x="3242191" y="126051"/>
                </a:lnTo>
                <a:lnTo>
                  <a:pt x="3242075" y="126650"/>
                </a:lnTo>
                <a:lnTo>
                  <a:pt x="3242003" y="127307"/>
                </a:lnTo>
                <a:lnTo>
                  <a:pt x="3241978" y="128023"/>
                </a:lnTo>
                <a:lnTo>
                  <a:pt x="3242004" y="128717"/>
                </a:lnTo>
                <a:lnTo>
                  <a:pt x="3242078" y="129352"/>
                </a:lnTo>
                <a:lnTo>
                  <a:pt x="3242199" y="129932"/>
                </a:lnTo>
                <a:lnTo>
                  <a:pt x="3242362" y="130460"/>
                </a:lnTo>
                <a:lnTo>
                  <a:pt x="3242565" y="130937"/>
                </a:lnTo>
                <a:lnTo>
                  <a:pt x="3242804" y="131367"/>
                </a:lnTo>
                <a:lnTo>
                  <a:pt x="3243076" y="131752"/>
                </a:lnTo>
                <a:lnTo>
                  <a:pt x="3243378" y="132093"/>
                </a:lnTo>
                <a:lnTo>
                  <a:pt x="3243706" y="132395"/>
                </a:lnTo>
                <a:lnTo>
                  <a:pt x="3244059" y="132659"/>
                </a:lnTo>
                <a:lnTo>
                  <a:pt x="3244432" y="132888"/>
                </a:lnTo>
                <a:lnTo>
                  <a:pt x="3244822" y="133084"/>
                </a:lnTo>
                <a:lnTo>
                  <a:pt x="3245226" y="133250"/>
                </a:lnTo>
                <a:lnTo>
                  <a:pt x="3245641" y="133389"/>
                </a:lnTo>
                <a:lnTo>
                  <a:pt x="3246063" y="133502"/>
                </a:lnTo>
                <a:lnTo>
                  <a:pt x="3246491" y="133593"/>
                </a:lnTo>
                <a:lnTo>
                  <a:pt x="3246919" y="133664"/>
                </a:lnTo>
                <a:lnTo>
                  <a:pt x="3247346" y="133717"/>
                </a:lnTo>
                <a:lnTo>
                  <a:pt x="3247767" y="133755"/>
                </a:lnTo>
                <a:lnTo>
                  <a:pt x="3248181" y="133780"/>
                </a:lnTo>
                <a:lnTo>
                  <a:pt x="3248583" y="133796"/>
                </a:lnTo>
                <a:lnTo>
                  <a:pt x="3248970" y="133804"/>
                </a:lnTo>
                <a:lnTo>
                  <a:pt x="3249340" y="133807"/>
                </a:lnTo>
                <a:lnTo>
                  <a:pt x="3249689" y="133807"/>
                </a:lnTo>
                <a:lnTo>
                  <a:pt x="3280345" y="133807"/>
                </a:lnTo>
                <a:lnTo>
                  <a:pt x="3280693" y="133807"/>
                </a:lnTo>
                <a:lnTo>
                  <a:pt x="3281063" y="133804"/>
                </a:lnTo>
                <a:lnTo>
                  <a:pt x="3281451" y="133796"/>
                </a:lnTo>
                <a:lnTo>
                  <a:pt x="3281853" y="133780"/>
                </a:lnTo>
                <a:lnTo>
                  <a:pt x="3282266" y="133755"/>
                </a:lnTo>
                <a:lnTo>
                  <a:pt x="3282688" y="133717"/>
                </a:lnTo>
                <a:lnTo>
                  <a:pt x="3283114" y="133664"/>
                </a:lnTo>
                <a:lnTo>
                  <a:pt x="3283543" y="133593"/>
                </a:lnTo>
                <a:lnTo>
                  <a:pt x="3283970" y="133502"/>
                </a:lnTo>
                <a:lnTo>
                  <a:pt x="3284392" y="133389"/>
                </a:lnTo>
                <a:lnTo>
                  <a:pt x="3284807" y="133250"/>
                </a:lnTo>
                <a:lnTo>
                  <a:pt x="3285212" y="133084"/>
                </a:lnTo>
                <a:lnTo>
                  <a:pt x="3285602" y="132888"/>
                </a:lnTo>
                <a:lnTo>
                  <a:pt x="3285974" y="132659"/>
                </a:lnTo>
                <a:lnTo>
                  <a:pt x="3286327" y="132395"/>
                </a:lnTo>
                <a:lnTo>
                  <a:pt x="3286656" y="132093"/>
                </a:lnTo>
                <a:lnTo>
                  <a:pt x="3286958" y="131752"/>
                </a:lnTo>
                <a:lnTo>
                  <a:pt x="3287230" y="131367"/>
                </a:lnTo>
                <a:lnTo>
                  <a:pt x="3287469" y="130937"/>
                </a:lnTo>
                <a:lnTo>
                  <a:pt x="3287671" y="130460"/>
                </a:lnTo>
                <a:lnTo>
                  <a:pt x="3287834" y="129932"/>
                </a:lnTo>
                <a:lnTo>
                  <a:pt x="3287955" y="129352"/>
                </a:lnTo>
                <a:lnTo>
                  <a:pt x="3288030" y="128717"/>
                </a:lnTo>
                <a:lnTo>
                  <a:pt x="3288055" y="128023"/>
                </a:lnTo>
                <a:lnTo>
                  <a:pt x="3288031" y="127307"/>
                </a:lnTo>
                <a:lnTo>
                  <a:pt x="3287959" y="126650"/>
                </a:lnTo>
                <a:lnTo>
                  <a:pt x="3287842" y="126051"/>
                </a:lnTo>
                <a:lnTo>
                  <a:pt x="3287684" y="125506"/>
                </a:lnTo>
                <a:lnTo>
                  <a:pt x="3287487" y="125013"/>
                </a:lnTo>
                <a:lnTo>
                  <a:pt x="3287254" y="124569"/>
                </a:lnTo>
                <a:lnTo>
                  <a:pt x="3286988" y="124172"/>
                </a:lnTo>
                <a:lnTo>
                  <a:pt x="3286692" y="123818"/>
                </a:lnTo>
                <a:lnTo>
                  <a:pt x="3286368" y="123507"/>
                </a:lnTo>
                <a:lnTo>
                  <a:pt x="3286019" y="123234"/>
                </a:lnTo>
                <a:lnTo>
                  <a:pt x="3285649" y="122998"/>
                </a:lnTo>
                <a:lnTo>
                  <a:pt x="3285260" y="122795"/>
                </a:lnTo>
                <a:lnTo>
                  <a:pt x="3284855" y="122623"/>
                </a:lnTo>
                <a:lnTo>
                  <a:pt x="3284437" y="122480"/>
                </a:lnTo>
                <a:lnTo>
                  <a:pt x="3284008" y="122363"/>
                </a:lnTo>
                <a:lnTo>
                  <a:pt x="3283571" y="122269"/>
                </a:lnTo>
                <a:lnTo>
                  <a:pt x="3283130" y="122196"/>
                </a:lnTo>
                <a:lnTo>
                  <a:pt x="3282688" y="122141"/>
                </a:lnTo>
                <a:lnTo>
                  <a:pt x="3282246" y="122102"/>
                </a:lnTo>
                <a:lnTo>
                  <a:pt x="3281808" y="122076"/>
                </a:lnTo>
                <a:lnTo>
                  <a:pt x="3281376" y="122060"/>
                </a:lnTo>
                <a:lnTo>
                  <a:pt x="3280954" y="122052"/>
                </a:lnTo>
                <a:lnTo>
                  <a:pt x="3280545" y="122049"/>
                </a:lnTo>
                <a:lnTo>
                  <a:pt x="3280151" y="122048"/>
                </a:lnTo>
                <a:lnTo>
                  <a:pt x="3271667" y="122048"/>
                </a:lnTo>
                <a:lnTo>
                  <a:pt x="3271667" y="87959"/>
                </a:lnTo>
                <a:lnTo>
                  <a:pt x="3271739" y="85616"/>
                </a:lnTo>
                <a:lnTo>
                  <a:pt x="3271953" y="83396"/>
                </a:lnTo>
                <a:lnTo>
                  <a:pt x="3272299" y="81295"/>
                </a:lnTo>
                <a:lnTo>
                  <a:pt x="3272769" y="79313"/>
                </a:lnTo>
                <a:lnTo>
                  <a:pt x="3273355" y="77446"/>
                </a:lnTo>
                <a:lnTo>
                  <a:pt x="3274049" y="75694"/>
                </a:lnTo>
                <a:lnTo>
                  <a:pt x="3274844" y="74055"/>
                </a:lnTo>
                <a:lnTo>
                  <a:pt x="3275730" y="72525"/>
                </a:lnTo>
                <a:lnTo>
                  <a:pt x="3276699" y="71103"/>
                </a:lnTo>
                <a:lnTo>
                  <a:pt x="3277745" y="69788"/>
                </a:lnTo>
                <a:lnTo>
                  <a:pt x="3278858" y="68577"/>
                </a:lnTo>
                <a:lnTo>
                  <a:pt x="3280030" y="67468"/>
                </a:lnTo>
                <a:lnTo>
                  <a:pt x="3281253" y="66459"/>
                </a:lnTo>
                <a:lnTo>
                  <a:pt x="3282519" y="65549"/>
                </a:lnTo>
                <a:lnTo>
                  <a:pt x="3283821" y="64735"/>
                </a:lnTo>
                <a:lnTo>
                  <a:pt x="3285149" y="64014"/>
                </a:lnTo>
                <a:lnTo>
                  <a:pt x="3286496" y="63387"/>
                </a:lnTo>
                <a:lnTo>
                  <a:pt x="3287854" y="62849"/>
                </a:lnTo>
                <a:lnTo>
                  <a:pt x="3289214" y="62399"/>
                </a:lnTo>
                <a:lnTo>
                  <a:pt x="3290568" y="62036"/>
                </a:lnTo>
                <a:lnTo>
                  <a:pt x="3291909" y="61757"/>
                </a:lnTo>
                <a:lnTo>
                  <a:pt x="3293228" y="61560"/>
                </a:lnTo>
                <a:lnTo>
                  <a:pt x="3294517" y="61443"/>
                </a:lnTo>
                <a:lnTo>
                  <a:pt x="3295768" y="61405"/>
                </a:lnTo>
                <a:lnTo>
                  <a:pt x="3297007" y="61433"/>
                </a:lnTo>
                <a:lnTo>
                  <a:pt x="3298169" y="61518"/>
                </a:lnTo>
                <a:lnTo>
                  <a:pt x="3299257" y="61659"/>
                </a:lnTo>
                <a:lnTo>
                  <a:pt x="3300273" y="61858"/>
                </a:lnTo>
                <a:lnTo>
                  <a:pt x="3301218" y="62114"/>
                </a:lnTo>
                <a:lnTo>
                  <a:pt x="3302097" y="62428"/>
                </a:lnTo>
                <a:lnTo>
                  <a:pt x="3302909" y="62800"/>
                </a:lnTo>
                <a:lnTo>
                  <a:pt x="3303657" y="63231"/>
                </a:lnTo>
                <a:lnTo>
                  <a:pt x="3304344" y="63720"/>
                </a:lnTo>
                <a:lnTo>
                  <a:pt x="3304972" y="64269"/>
                </a:lnTo>
                <a:lnTo>
                  <a:pt x="3305542" y="64877"/>
                </a:lnTo>
                <a:lnTo>
                  <a:pt x="3306057" y="65545"/>
                </a:lnTo>
                <a:lnTo>
                  <a:pt x="3306519" y="66273"/>
                </a:lnTo>
                <a:lnTo>
                  <a:pt x="3306929" y="67062"/>
                </a:lnTo>
                <a:lnTo>
                  <a:pt x="3307291" y="67911"/>
                </a:lnTo>
                <a:lnTo>
                  <a:pt x="3307605" y="68822"/>
                </a:lnTo>
                <a:lnTo>
                  <a:pt x="3307875" y="69794"/>
                </a:lnTo>
                <a:lnTo>
                  <a:pt x="3308102" y="70828"/>
                </a:lnTo>
                <a:lnTo>
                  <a:pt x="3308288" y="71924"/>
                </a:lnTo>
                <a:lnTo>
                  <a:pt x="3308436" y="73082"/>
                </a:lnTo>
                <a:lnTo>
                  <a:pt x="3308547" y="74304"/>
                </a:lnTo>
                <a:lnTo>
                  <a:pt x="3308624" y="75588"/>
                </a:lnTo>
                <a:lnTo>
                  <a:pt x="3308668" y="76936"/>
                </a:lnTo>
                <a:lnTo>
                  <a:pt x="3308683" y="78348"/>
                </a:lnTo>
                <a:lnTo>
                  <a:pt x="3308683" y="122048"/>
                </a:lnTo>
                <a:lnTo>
                  <a:pt x="3301167" y="122048"/>
                </a:lnTo>
                <a:lnTo>
                  <a:pt x="3300772" y="122049"/>
                </a:lnTo>
                <a:lnTo>
                  <a:pt x="3300363" y="122052"/>
                </a:lnTo>
                <a:lnTo>
                  <a:pt x="3299941" y="122060"/>
                </a:lnTo>
                <a:lnTo>
                  <a:pt x="3299510" y="122076"/>
                </a:lnTo>
                <a:lnTo>
                  <a:pt x="3299072" y="122102"/>
                </a:lnTo>
                <a:lnTo>
                  <a:pt x="3298630" y="122141"/>
                </a:lnTo>
                <a:lnTo>
                  <a:pt x="3298187" y="122196"/>
                </a:lnTo>
                <a:lnTo>
                  <a:pt x="3297746" y="122269"/>
                </a:lnTo>
                <a:lnTo>
                  <a:pt x="3297309" y="122363"/>
                </a:lnTo>
                <a:lnTo>
                  <a:pt x="3296881" y="122480"/>
                </a:lnTo>
                <a:lnTo>
                  <a:pt x="3296462" y="122623"/>
                </a:lnTo>
                <a:lnTo>
                  <a:pt x="3296057" y="122795"/>
                </a:lnTo>
                <a:lnTo>
                  <a:pt x="3295668" y="122998"/>
                </a:lnTo>
                <a:lnTo>
                  <a:pt x="3295298" y="123234"/>
                </a:lnTo>
                <a:lnTo>
                  <a:pt x="3294949" y="123507"/>
                </a:lnTo>
                <a:lnTo>
                  <a:pt x="3294626" y="123818"/>
                </a:lnTo>
                <a:lnTo>
                  <a:pt x="3294329" y="124172"/>
                </a:lnTo>
                <a:lnTo>
                  <a:pt x="3294063" y="124569"/>
                </a:lnTo>
                <a:lnTo>
                  <a:pt x="3293830" y="125013"/>
                </a:lnTo>
                <a:lnTo>
                  <a:pt x="3293633" y="125506"/>
                </a:lnTo>
                <a:lnTo>
                  <a:pt x="3293475" y="126051"/>
                </a:lnTo>
                <a:lnTo>
                  <a:pt x="3293359" y="126650"/>
                </a:lnTo>
                <a:lnTo>
                  <a:pt x="3293287" y="127307"/>
                </a:lnTo>
                <a:lnTo>
                  <a:pt x="3293262" y="128023"/>
                </a:lnTo>
                <a:lnTo>
                  <a:pt x="3293289" y="128717"/>
                </a:lnTo>
                <a:lnTo>
                  <a:pt x="3293366" y="129352"/>
                </a:lnTo>
                <a:lnTo>
                  <a:pt x="3293491" y="129932"/>
                </a:lnTo>
                <a:lnTo>
                  <a:pt x="3293660" y="130460"/>
                </a:lnTo>
                <a:lnTo>
                  <a:pt x="3293870" y="130937"/>
                </a:lnTo>
                <a:lnTo>
                  <a:pt x="3294117" y="131367"/>
                </a:lnTo>
                <a:lnTo>
                  <a:pt x="3294399" y="131752"/>
                </a:lnTo>
                <a:lnTo>
                  <a:pt x="3294711" y="132093"/>
                </a:lnTo>
                <a:lnTo>
                  <a:pt x="3295051" y="132395"/>
                </a:lnTo>
                <a:lnTo>
                  <a:pt x="3295415" y="132659"/>
                </a:lnTo>
                <a:lnTo>
                  <a:pt x="3295800" y="132888"/>
                </a:lnTo>
                <a:lnTo>
                  <a:pt x="3296202" y="133084"/>
                </a:lnTo>
                <a:lnTo>
                  <a:pt x="3296618" y="133250"/>
                </a:lnTo>
                <a:lnTo>
                  <a:pt x="3297045" y="133389"/>
                </a:lnTo>
                <a:lnTo>
                  <a:pt x="3297479" y="133502"/>
                </a:lnTo>
                <a:lnTo>
                  <a:pt x="3297917" y="133593"/>
                </a:lnTo>
                <a:lnTo>
                  <a:pt x="3298356" y="133664"/>
                </a:lnTo>
                <a:lnTo>
                  <a:pt x="3298792" y="133717"/>
                </a:lnTo>
                <a:lnTo>
                  <a:pt x="3299222" y="133755"/>
                </a:lnTo>
                <a:lnTo>
                  <a:pt x="3299643" y="133780"/>
                </a:lnTo>
                <a:lnTo>
                  <a:pt x="3300052" y="133796"/>
                </a:lnTo>
                <a:lnTo>
                  <a:pt x="3300444" y="133804"/>
                </a:lnTo>
                <a:lnTo>
                  <a:pt x="3300817" y="133807"/>
                </a:lnTo>
                <a:lnTo>
                  <a:pt x="3301167" y="133807"/>
                </a:lnTo>
                <a:lnTo>
                  <a:pt x="3330664" y="133807"/>
                </a:lnTo>
                <a:lnTo>
                  <a:pt x="3331012" y="133807"/>
                </a:lnTo>
                <a:lnTo>
                  <a:pt x="3331382" y="133804"/>
                </a:lnTo>
                <a:lnTo>
                  <a:pt x="3331770" y="133796"/>
                </a:lnTo>
                <a:lnTo>
                  <a:pt x="3332172" y="133780"/>
                </a:lnTo>
                <a:lnTo>
                  <a:pt x="3332585" y="133755"/>
                </a:lnTo>
                <a:lnTo>
                  <a:pt x="3333007" y="133717"/>
                </a:lnTo>
                <a:lnTo>
                  <a:pt x="3333433" y="133664"/>
                </a:lnTo>
                <a:lnTo>
                  <a:pt x="3333862" y="133593"/>
                </a:lnTo>
                <a:lnTo>
                  <a:pt x="3334289" y="133502"/>
                </a:lnTo>
                <a:lnTo>
                  <a:pt x="3334711" y="133389"/>
                </a:lnTo>
                <a:lnTo>
                  <a:pt x="3335126" y="133250"/>
                </a:lnTo>
                <a:lnTo>
                  <a:pt x="3335531" y="133084"/>
                </a:lnTo>
                <a:lnTo>
                  <a:pt x="3335921" y="132888"/>
                </a:lnTo>
                <a:lnTo>
                  <a:pt x="3336293" y="132659"/>
                </a:lnTo>
                <a:lnTo>
                  <a:pt x="3336646" y="132395"/>
                </a:lnTo>
                <a:lnTo>
                  <a:pt x="3336975" y="132093"/>
                </a:lnTo>
                <a:lnTo>
                  <a:pt x="3337277" y="131752"/>
                </a:lnTo>
                <a:lnTo>
                  <a:pt x="3337549" y="131367"/>
                </a:lnTo>
                <a:lnTo>
                  <a:pt x="3337788" y="130937"/>
                </a:lnTo>
                <a:lnTo>
                  <a:pt x="3337990" y="130460"/>
                </a:lnTo>
                <a:lnTo>
                  <a:pt x="3338153" y="129932"/>
                </a:lnTo>
                <a:lnTo>
                  <a:pt x="3338274" y="129352"/>
                </a:lnTo>
                <a:lnTo>
                  <a:pt x="3338349" y="128717"/>
                </a:lnTo>
                <a:lnTo>
                  <a:pt x="3338374" y="128023"/>
                </a:lnTo>
                <a:lnTo>
                  <a:pt x="3338349" y="127307"/>
                </a:lnTo>
                <a:lnTo>
                  <a:pt x="3338278" y="126650"/>
                </a:lnTo>
                <a:lnTo>
                  <a:pt x="3338161" y="126051"/>
                </a:lnTo>
                <a:lnTo>
                  <a:pt x="3338003" y="125506"/>
                </a:lnTo>
                <a:lnTo>
                  <a:pt x="3337806" y="125013"/>
                </a:lnTo>
                <a:close/>
                <a:moveTo>
                  <a:pt x="3641220" y="124569"/>
                </a:moveTo>
                <a:lnTo>
                  <a:pt x="3640953" y="124172"/>
                </a:lnTo>
                <a:lnTo>
                  <a:pt x="3640657" y="123818"/>
                </a:lnTo>
                <a:lnTo>
                  <a:pt x="3640333" y="123507"/>
                </a:lnTo>
                <a:lnTo>
                  <a:pt x="3639985" y="123234"/>
                </a:lnTo>
                <a:lnTo>
                  <a:pt x="3639615" y="122998"/>
                </a:lnTo>
                <a:lnTo>
                  <a:pt x="3639226" y="122795"/>
                </a:lnTo>
                <a:lnTo>
                  <a:pt x="3638820" y="122623"/>
                </a:lnTo>
                <a:lnTo>
                  <a:pt x="3638402" y="122480"/>
                </a:lnTo>
                <a:lnTo>
                  <a:pt x="3637973" y="122363"/>
                </a:lnTo>
                <a:lnTo>
                  <a:pt x="3637537" y="122269"/>
                </a:lnTo>
                <a:lnTo>
                  <a:pt x="3637096" y="122196"/>
                </a:lnTo>
                <a:lnTo>
                  <a:pt x="3636653" y="122141"/>
                </a:lnTo>
                <a:lnTo>
                  <a:pt x="3636211" y="122102"/>
                </a:lnTo>
                <a:lnTo>
                  <a:pt x="3635773" y="122076"/>
                </a:lnTo>
                <a:lnTo>
                  <a:pt x="3635342" y="122060"/>
                </a:lnTo>
                <a:lnTo>
                  <a:pt x="3634920" y="122052"/>
                </a:lnTo>
                <a:lnTo>
                  <a:pt x="3634510" y="122049"/>
                </a:lnTo>
                <a:lnTo>
                  <a:pt x="3634116" y="122048"/>
                </a:lnTo>
                <a:lnTo>
                  <a:pt x="3625632" y="122048"/>
                </a:lnTo>
                <a:lnTo>
                  <a:pt x="3625632" y="77386"/>
                </a:lnTo>
                <a:lnTo>
                  <a:pt x="3625581" y="75013"/>
                </a:lnTo>
                <a:lnTo>
                  <a:pt x="3625430" y="72754"/>
                </a:lnTo>
                <a:lnTo>
                  <a:pt x="3625180" y="70610"/>
                </a:lnTo>
                <a:lnTo>
                  <a:pt x="3624833" y="68578"/>
                </a:lnTo>
                <a:lnTo>
                  <a:pt x="3624392" y="66657"/>
                </a:lnTo>
                <a:lnTo>
                  <a:pt x="3623858" y="64846"/>
                </a:lnTo>
                <a:lnTo>
                  <a:pt x="3623233" y="63144"/>
                </a:lnTo>
                <a:lnTo>
                  <a:pt x="3622519" y="61549"/>
                </a:lnTo>
                <a:lnTo>
                  <a:pt x="3621718" y="60061"/>
                </a:lnTo>
                <a:lnTo>
                  <a:pt x="3620832" y="58677"/>
                </a:lnTo>
                <a:lnTo>
                  <a:pt x="3619863" y="57398"/>
                </a:lnTo>
                <a:lnTo>
                  <a:pt x="3618813" y="56221"/>
                </a:lnTo>
                <a:lnTo>
                  <a:pt x="3617683" y="55145"/>
                </a:lnTo>
                <a:lnTo>
                  <a:pt x="3616476" y="54170"/>
                </a:lnTo>
                <a:lnTo>
                  <a:pt x="3615193" y="53293"/>
                </a:lnTo>
                <a:lnTo>
                  <a:pt x="3613837" y="52513"/>
                </a:lnTo>
                <a:lnTo>
                  <a:pt x="3612409" y="51831"/>
                </a:lnTo>
                <a:lnTo>
                  <a:pt x="3610912" y="51243"/>
                </a:lnTo>
                <a:lnTo>
                  <a:pt x="3609347" y="50749"/>
                </a:lnTo>
                <a:lnTo>
                  <a:pt x="3607715" y="50347"/>
                </a:lnTo>
                <a:lnTo>
                  <a:pt x="3606020" y="50037"/>
                </a:lnTo>
                <a:lnTo>
                  <a:pt x="3604263" y="49817"/>
                </a:lnTo>
                <a:lnTo>
                  <a:pt x="3602446" y="49686"/>
                </a:lnTo>
                <a:lnTo>
                  <a:pt x="3600571" y="49643"/>
                </a:lnTo>
                <a:lnTo>
                  <a:pt x="3598979" y="49676"/>
                </a:lnTo>
                <a:lnTo>
                  <a:pt x="3597431" y="49774"/>
                </a:lnTo>
                <a:lnTo>
                  <a:pt x="3595927" y="49932"/>
                </a:lnTo>
                <a:lnTo>
                  <a:pt x="3594469" y="50146"/>
                </a:lnTo>
                <a:lnTo>
                  <a:pt x="3593057" y="50411"/>
                </a:lnTo>
                <a:lnTo>
                  <a:pt x="3591690" y="50725"/>
                </a:lnTo>
                <a:lnTo>
                  <a:pt x="3590370" y="51082"/>
                </a:lnTo>
                <a:lnTo>
                  <a:pt x="3589096" y="51479"/>
                </a:lnTo>
                <a:lnTo>
                  <a:pt x="3587869" y="51911"/>
                </a:lnTo>
                <a:lnTo>
                  <a:pt x="3586689" y="52375"/>
                </a:lnTo>
                <a:lnTo>
                  <a:pt x="3585557" y="52866"/>
                </a:lnTo>
                <a:lnTo>
                  <a:pt x="3584473" y="53380"/>
                </a:lnTo>
                <a:lnTo>
                  <a:pt x="3583436" y="53913"/>
                </a:lnTo>
                <a:lnTo>
                  <a:pt x="3582449" y="54461"/>
                </a:lnTo>
                <a:lnTo>
                  <a:pt x="3581510" y="55020"/>
                </a:lnTo>
                <a:lnTo>
                  <a:pt x="3580620" y="55586"/>
                </a:lnTo>
                <a:lnTo>
                  <a:pt x="3579780" y="56154"/>
                </a:lnTo>
                <a:lnTo>
                  <a:pt x="3578989" y="56721"/>
                </a:lnTo>
                <a:lnTo>
                  <a:pt x="3578249" y="57283"/>
                </a:lnTo>
                <a:lnTo>
                  <a:pt x="3577560" y="57835"/>
                </a:lnTo>
                <a:lnTo>
                  <a:pt x="3576921" y="58373"/>
                </a:lnTo>
                <a:lnTo>
                  <a:pt x="3576333" y="58893"/>
                </a:lnTo>
                <a:lnTo>
                  <a:pt x="3575797" y="59391"/>
                </a:lnTo>
                <a:lnTo>
                  <a:pt x="3575313" y="59863"/>
                </a:lnTo>
                <a:lnTo>
                  <a:pt x="3575312" y="59106"/>
                </a:lnTo>
                <a:lnTo>
                  <a:pt x="3575309" y="58383"/>
                </a:lnTo>
                <a:lnTo>
                  <a:pt x="3575298" y="57694"/>
                </a:lnTo>
                <a:lnTo>
                  <a:pt x="3575277" y="57039"/>
                </a:lnTo>
                <a:lnTo>
                  <a:pt x="3575243" y="56417"/>
                </a:lnTo>
                <a:lnTo>
                  <a:pt x="3575193" y="55829"/>
                </a:lnTo>
                <a:lnTo>
                  <a:pt x="3575122" y="55274"/>
                </a:lnTo>
                <a:lnTo>
                  <a:pt x="3575027" y="54753"/>
                </a:lnTo>
                <a:lnTo>
                  <a:pt x="3574906" y="54264"/>
                </a:lnTo>
                <a:lnTo>
                  <a:pt x="3574755" y="53809"/>
                </a:lnTo>
                <a:lnTo>
                  <a:pt x="3574571" y="53385"/>
                </a:lnTo>
                <a:lnTo>
                  <a:pt x="3574349" y="52995"/>
                </a:lnTo>
                <a:lnTo>
                  <a:pt x="3574088" y="52636"/>
                </a:lnTo>
                <a:lnTo>
                  <a:pt x="3573783" y="52310"/>
                </a:lnTo>
                <a:lnTo>
                  <a:pt x="3573431" y="52015"/>
                </a:lnTo>
                <a:lnTo>
                  <a:pt x="3573028" y="51753"/>
                </a:lnTo>
                <a:lnTo>
                  <a:pt x="3572573" y="51522"/>
                </a:lnTo>
                <a:lnTo>
                  <a:pt x="3572060" y="51322"/>
                </a:lnTo>
                <a:lnTo>
                  <a:pt x="3571487" y="51153"/>
                </a:lnTo>
                <a:lnTo>
                  <a:pt x="3570851" y="51016"/>
                </a:lnTo>
                <a:lnTo>
                  <a:pt x="3570148" y="50909"/>
                </a:lnTo>
                <a:lnTo>
                  <a:pt x="3569374" y="50833"/>
                </a:lnTo>
                <a:lnTo>
                  <a:pt x="3568527" y="50788"/>
                </a:lnTo>
                <a:lnTo>
                  <a:pt x="3567603" y="50773"/>
                </a:lnTo>
                <a:lnTo>
                  <a:pt x="3553529" y="50773"/>
                </a:lnTo>
                <a:lnTo>
                  <a:pt x="3553135" y="50773"/>
                </a:lnTo>
                <a:lnTo>
                  <a:pt x="3552725" y="50776"/>
                </a:lnTo>
                <a:lnTo>
                  <a:pt x="3552304" y="50784"/>
                </a:lnTo>
                <a:lnTo>
                  <a:pt x="3551872" y="50800"/>
                </a:lnTo>
                <a:lnTo>
                  <a:pt x="3551434" y="50827"/>
                </a:lnTo>
                <a:lnTo>
                  <a:pt x="3550992" y="50866"/>
                </a:lnTo>
                <a:lnTo>
                  <a:pt x="3550549" y="50921"/>
                </a:lnTo>
                <a:lnTo>
                  <a:pt x="3550108" y="50994"/>
                </a:lnTo>
                <a:lnTo>
                  <a:pt x="3549672" y="51088"/>
                </a:lnTo>
                <a:lnTo>
                  <a:pt x="3549243" y="51205"/>
                </a:lnTo>
                <a:lnTo>
                  <a:pt x="3548825" y="51348"/>
                </a:lnTo>
                <a:lnTo>
                  <a:pt x="3548420" y="51520"/>
                </a:lnTo>
                <a:lnTo>
                  <a:pt x="3548031" y="51723"/>
                </a:lnTo>
                <a:lnTo>
                  <a:pt x="3547660" y="51959"/>
                </a:lnTo>
                <a:lnTo>
                  <a:pt x="3547312" y="52232"/>
                </a:lnTo>
                <a:lnTo>
                  <a:pt x="3546988" y="52544"/>
                </a:lnTo>
                <a:lnTo>
                  <a:pt x="3546692" y="52897"/>
                </a:lnTo>
                <a:lnTo>
                  <a:pt x="3546426" y="53295"/>
                </a:lnTo>
                <a:lnTo>
                  <a:pt x="3546193" y="53739"/>
                </a:lnTo>
                <a:lnTo>
                  <a:pt x="3545996" y="54232"/>
                </a:lnTo>
                <a:lnTo>
                  <a:pt x="3545838" y="54778"/>
                </a:lnTo>
                <a:lnTo>
                  <a:pt x="3545721" y="55377"/>
                </a:lnTo>
                <a:lnTo>
                  <a:pt x="3545649" y="56034"/>
                </a:lnTo>
                <a:lnTo>
                  <a:pt x="3545625" y="56751"/>
                </a:lnTo>
                <a:lnTo>
                  <a:pt x="3545650" y="57444"/>
                </a:lnTo>
                <a:lnTo>
                  <a:pt x="3545725" y="58080"/>
                </a:lnTo>
                <a:lnTo>
                  <a:pt x="3545845" y="58660"/>
                </a:lnTo>
                <a:lnTo>
                  <a:pt x="3546008" y="59188"/>
                </a:lnTo>
                <a:lnTo>
                  <a:pt x="3546211" y="59665"/>
                </a:lnTo>
                <a:lnTo>
                  <a:pt x="3546450" y="60095"/>
                </a:lnTo>
                <a:lnTo>
                  <a:pt x="3546722" y="60479"/>
                </a:lnTo>
                <a:lnTo>
                  <a:pt x="3547024" y="60821"/>
                </a:lnTo>
                <a:lnTo>
                  <a:pt x="3547353" y="61123"/>
                </a:lnTo>
                <a:lnTo>
                  <a:pt x="3547705" y="61387"/>
                </a:lnTo>
                <a:lnTo>
                  <a:pt x="3548078" y="61616"/>
                </a:lnTo>
                <a:lnTo>
                  <a:pt x="3548468" y="61812"/>
                </a:lnTo>
                <a:lnTo>
                  <a:pt x="3548872" y="61978"/>
                </a:lnTo>
                <a:lnTo>
                  <a:pt x="3549287" y="62116"/>
                </a:lnTo>
                <a:lnTo>
                  <a:pt x="3549710" y="62230"/>
                </a:lnTo>
                <a:lnTo>
                  <a:pt x="3550137" y="62321"/>
                </a:lnTo>
                <a:lnTo>
                  <a:pt x="3550566" y="62391"/>
                </a:lnTo>
                <a:lnTo>
                  <a:pt x="3550992" y="62444"/>
                </a:lnTo>
                <a:lnTo>
                  <a:pt x="3551414" y="62482"/>
                </a:lnTo>
                <a:lnTo>
                  <a:pt x="3551827" y="62508"/>
                </a:lnTo>
                <a:lnTo>
                  <a:pt x="3552229" y="62523"/>
                </a:lnTo>
                <a:lnTo>
                  <a:pt x="3552617" y="62531"/>
                </a:lnTo>
                <a:lnTo>
                  <a:pt x="3552986" y="62534"/>
                </a:lnTo>
                <a:lnTo>
                  <a:pt x="3553335" y="62535"/>
                </a:lnTo>
                <a:lnTo>
                  <a:pt x="3562013" y="62535"/>
                </a:lnTo>
                <a:lnTo>
                  <a:pt x="3562013" y="122048"/>
                </a:lnTo>
                <a:lnTo>
                  <a:pt x="3553529" y="122048"/>
                </a:lnTo>
                <a:lnTo>
                  <a:pt x="3553135" y="122049"/>
                </a:lnTo>
                <a:lnTo>
                  <a:pt x="3552725" y="122052"/>
                </a:lnTo>
                <a:lnTo>
                  <a:pt x="3552304" y="122060"/>
                </a:lnTo>
                <a:lnTo>
                  <a:pt x="3551872" y="122076"/>
                </a:lnTo>
                <a:lnTo>
                  <a:pt x="3551434" y="122102"/>
                </a:lnTo>
                <a:lnTo>
                  <a:pt x="3550992" y="122141"/>
                </a:lnTo>
                <a:lnTo>
                  <a:pt x="3550549" y="122196"/>
                </a:lnTo>
                <a:lnTo>
                  <a:pt x="3550108" y="122269"/>
                </a:lnTo>
                <a:lnTo>
                  <a:pt x="3549672" y="122363"/>
                </a:lnTo>
                <a:lnTo>
                  <a:pt x="3549243" y="122480"/>
                </a:lnTo>
                <a:lnTo>
                  <a:pt x="3548825" y="122623"/>
                </a:lnTo>
                <a:lnTo>
                  <a:pt x="3548420" y="122795"/>
                </a:lnTo>
                <a:lnTo>
                  <a:pt x="3548031" y="122998"/>
                </a:lnTo>
                <a:lnTo>
                  <a:pt x="3547660" y="123234"/>
                </a:lnTo>
                <a:lnTo>
                  <a:pt x="3547312" y="123507"/>
                </a:lnTo>
                <a:lnTo>
                  <a:pt x="3546988" y="123818"/>
                </a:lnTo>
                <a:lnTo>
                  <a:pt x="3546692" y="124172"/>
                </a:lnTo>
                <a:lnTo>
                  <a:pt x="3546426" y="124569"/>
                </a:lnTo>
                <a:lnTo>
                  <a:pt x="3546193" y="125013"/>
                </a:lnTo>
                <a:lnTo>
                  <a:pt x="3545996" y="125506"/>
                </a:lnTo>
                <a:lnTo>
                  <a:pt x="3545838" y="126051"/>
                </a:lnTo>
                <a:lnTo>
                  <a:pt x="3545721" y="126650"/>
                </a:lnTo>
                <a:lnTo>
                  <a:pt x="3545649" y="127307"/>
                </a:lnTo>
                <a:lnTo>
                  <a:pt x="3545625" y="128023"/>
                </a:lnTo>
                <a:lnTo>
                  <a:pt x="3545650" y="128717"/>
                </a:lnTo>
                <a:lnTo>
                  <a:pt x="3545725" y="129352"/>
                </a:lnTo>
                <a:lnTo>
                  <a:pt x="3545845" y="129932"/>
                </a:lnTo>
                <a:lnTo>
                  <a:pt x="3546008" y="130460"/>
                </a:lnTo>
                <a:lnTo>
                  <a:pt x="3546211" y="130937"/>
                </a:lnTo>
                <a:lnTo>
                  <a:pt x="3546450" y="131367"/>
                </a:lnTo>
                <a:lnTo>
                  <a:pt x="3546722" y="131752"/>
                </a:lnTo>
                <a:lnTo>
                  <a:pt x="3547024" y="132093"/>
                </a:lnTo>
                <a:lnTo>
                  <a:pt x="3547353" y="132395"/>
                </a:lnTo>
                <a:lnTo>
                  <a:pt x="3547705" y="132659"/>
                </a:lnTo>
                <a:lnTo>
                  <a:pt x="3548078" y="132888"/>
                </a:lnTo>
                <a:lnTo>
                  <a:pt x="3548468" y="133084"/>
                </a:lnTo>
                <a:lnTo>
                  <a:pt x="3548872" y="133250"/>
                </a:lnTo>
                <a:lnTo>
                  <a:pt x="3549287" y="133389"/>
                </a:lnTo>
                <a:lnTo>
                  <a:pt x="3549710" y="133502"/>
                </a:lnTo>
                <a:lnTo>
                  <a:pt x="3550137" y="133593"/>
                </a:lnTo>
                <a:lnTo>
                  <a:pt x="3550566" y="133664"/>
                </a:lnTo>
                <a:lnTo>
                  <a:pt x="3550992" y="133717"/>
                </a:lnTo>
                <a:lnTo>
                  <a:pt x="3551414" y="133755"/>
                </a:lnTo>
                <a:lnTo>
                  <a:pt x="3551827" y="133780"/>
                </a:lnTo>
                <a:lnTo>
                  <a:pt x="3552229" y="133796"/>
                </a:lnTo>
                <a:lnTo>
                  <a:pt x="3552617" y="133804"/>
                </a:lnTo>
                <a:lnTo>
                  <a:pt x="3552986" y="133807"/>
                </a:lnTo>
                <a:lnTo>
                  <a:pt x="3553335" y="133807"/>
                </a:lnTo>
                <a:lnTo>
                  <a:pt x="3583991" y="133807"/>
                </a:lnTo>
                <a:lnTo>
                  <a:pt x="3584340" y="133807"/>
                </a:lnTo>
                <a:lnTo>
                  <a:pt x="3584710" y="133804"/>
                </a:lnTo>
                <a:lnTo>
                  <a:pt x="3585097" y="133796"/>
                </a:lnTo>
                <a:lnTo>
                  <a:pt x="3585499" y="133780"/>
                </a:lnTo>
                <a:lnTo>
                  <a:pt x="3585912" y="133755"/>
                </a:lnTo>
                <a:lnTo>
                  <a:pt x="3586334" y="133717"/>
                </a:lnTo>
                <a:lnTo>
                  <a:pt x="3586761" y="133664"/>
                </a:lnTo>
                <a:lnTo>
                  <a:pt x="3587189" y="133593"/>
                </a:lnTo>
                <a:lnTo>
                  <a:pt x="3587616" y="133502"/>
                </a:lnTo>
                <a:lnTo>
                  <a:pt x="3588039" y="133389"/>
                </a:lnTo>
                <a:lnTo>
                  <a:pt x="3588454" y="133250"/>
                </a:lnTo>
                <a:lnTo>
                  <a:pt x="3588858" y="133084"/>
                </a:lnTo>
                <a:lnTo>
                  <a:pt x="3589248" y="132888"/>
                </a:lnTo>
                <a:lnTo>
                  <a:pt x="3589621" y="132659"/>
                </a:lnTo>
                <a:lnTo>
                  <a:pt x="3589973" y="132395"/>
                </a:lnTo>
                <a:lnTo>
                  <a:pt x="3590302" y="132093"/>
                </a:lnTo>
                <a:lnTo>
                  <a:pt x="3590604" y="131752"/>
                </a:lnTo>
                <a:lnTo>
                  <a:pt x="3590876" y="131367"/>
                </a:lnTo>
                <a:lnTo>
                  <a:pt x="3591115" y="130937"/>
                </a:lnTo>
                <a:lnTo>
                  <a:pt x="3591318" y="130460"/>
                </a:lnTo>
                <a:lnTo>
                  <a:pt x="3591481" y="129932"/>
                </a:lnTo>
                <a:lnTo>
                  <a:pt x="3591601" y="129352"/>
                </a:lnTo>
                <a:lnTo>
                  <a:pt x="3591676" y="128717"/>
                </a:lnTo>
                <a:lnTo>
                  <a:pt x="3591702" y="128023"/>
                </a:lnTo>
                <a:lnTo>
                  <a:pt x="3591677" y="127307"/>
                </a:lnTo>
                <a:lnTo>
                  <a:pt x="3591605" y="126650"/>
                </a:lnTo>
                <a:lnTo>
                  <a:pt x="3591489" y="126051"/>
                </a:lnTo>
                <a:lnTo>
                  <a:pt x="3591330" y="125506"/>
                </a:lnTo>
                <a:lnTo>
                  <a:pt x="3591133" y="125013"/>
                </a:lnTo>
                <a:lnTo>
                  <a:pt x="3590901" y="124569"/>
                </a:lnTo>
                <a:lnTo>
                  <a:pt x="3590634" y="124172"/>
                </a:lnTo>
                <a:lnTo>
                  <a:pt x="3590338" y="123818"/>
                </a:lnTo>
                <a:lnTo>
                  <a:pt x="3590014" y="123507"/>
                </a:lnTo>
                <a:lnTo>
                  <a:pt x="3589666" y="123234"/>
                </a:lnTo>
                <a:lnTo>
                  <a:pt x="3589296" y="122998"/>
                </a:lnTo>
                <a:lnTo>
                  <a:pt x="3588907" y="122795"/>
                </a:lnTo>
                <a:lnTo>
                  <a:pt x="3588501" y="122623"/>
                </a:lnTo>
                <a:lnTo>
                  <a:pt x="3588083" y="122480"/>
                </a:lnTo>
                <a:lnTo>
                  <a:pt x="3587654" y="122363"/>
                </a:lnTo>
                <a:lnTo>
                  <a:pt x="3587218" y="122269"/>
                </a:lnTo>
                <a:lnTo>
                  <a:pt x="3586777" y="122196"/>
                </a:lnTo>
                <a:lnTo>
                  <a:pt x="3586334" y="122141"/>
                </a:lnTo>
                <a:lnTo>
                  <a:pt x="3585892" y="122102"/>
                </a:lnTo>
                <a:lnTo>
                  <a:pt x="3585454" y="122076"/>
                </a:lnTo>
                <a:lnTo>
                  <a:pt x="3585023" y="122060"/>
                </a:lnTo>
                <a:lnTo>
                  <a:pt x="3584601" y="122052"/>
                </a:lnTo>
                <a:lnTo>
                  <a:pt x="3584191" y="122049"/>
                </a:lnTo>
                <a:lnTo>
                  <a:pt x="3583797" y="122048"/>
                </a:lnTo>
                <a:lnTo>
                  <a:pt x="3575313" y="122048"/>
                </a:lnTo>
                <a:lnTo>
                  <a:pt x="3575313" y="87959"/>
                </a:lnTo>
                <a:lnTo>
                  <a:pt x="3575386" y="85616"/>
                </a:lnTo>
                <a:lnTo>
                  <a:pt x="3575599" y="83396"/>
                </a:lnTo>
                <a:lnTo>
                  <a:pt x="3575945" y="81295"/>
                </a:lnTo>
                <a:lnTo>
                  <a:pt x="3576415" y="79313"/>
                </a:lnTo>
                <a:lnTo>
                  <a:pt x="3577002" y="77446"/>
                </a:lnTo>
                <a:lnTo>
                  <a:pt x="3577696" y="75694"/>
                </a:lnTo>
                <a:lnTo>
                  <a:pt x="3578490" y="74055"/>
                </a:lnTo>
                <a:lnTo>
                  <a:pt x="3579376" y="72525"/>
                </a:lnTo>
                <a:lnTo>
                  <a:pt x="3580346" y="71103"/>
                </a:lnTo>
                <a:lnTo>
                  <a:pt x="3581391" y="69788"/>
                </a:lnTo>
                <a:lnTo>
                  <a:pt x="3582504" y="68577"/>
                </a:lnTo>
                <a:lnTo>
                  <a:pt x="3583676" y="67468"/>
                </a:lnTo>
                <a:lnTo>
                  <a:pt x="3584899" y="66459"/>
                </a:lnTo>
                <a:lnTo>
                  <a:pt x="3586166" y="65549"/>
                </a:lnTo>
                <a:lnTo>
                  <a:pt x="3587467" y="64735"/>
                </a:lnTo>
                <a:lnTo>
                  <a:pt x="3588796" y="64014"/>
                </a:lnTo>
                <a:lnTo>
                  <a:pt x="3590143" y="63387"/>
                </a:lnTo>
                <a:lnTo>
                  <a:pt x="3591500" y="62849"/>
                </a:lnTo>
                <a:lnTo>
                  <a:pt x="3592860" y="62399"/>
                </a:lnTo>
                <a:lnTo>
                  <a:pt x="3594215" y="62036"/>
                </a:lnTo>
                <a:lnTo>
                  <a:pt x="3595556" y="61757"/>
                </a:lnTo>
                <a:lnTo>
                  <a:pt x="3596875" y="61560"/>
                </a:lnTo>
                <a:lnTo>
                  <a:pt x="3598164" y="61443"/>
                </a:lnTo>
                <a:lnTo>
                  <a:pt x="3599415" y="61405"/>
                </a:lnTo>
                <a:lnTo>
                  <a:pt x="3600653" y="61433"/>
                </a:lnTo>
                <a:lnTo>
                  <a:pt x="3601815" y="61518"/>
                </a:lnTo>
                <a:lnTo>
                  <a:pt x="3602903" y="61659"/>
                </a:lnTo>
                <a:lnTo>
                  <a:pt x="3603919" y="61858"/>
                </a:lnTo>
                <a:lnTo>
                  <a:pt x="3604865" y="62114"/>
                </a:lnTo>
                <a:lnTo>
                  <a:pt x="3605743" y="62428"/>
                </a:lnTo>
                <a:lnTo>
                  <a:pt x="3606555" y="62800"/>
                </a:lnTo>
                <a:lnTo>
                  <a:pt x="3607304" y="63231"/>
                </a:lnTo>
                <a:lnTo>
                  <a:pt x="3607991" y="63720"/>
                </a:lnTo>
                <a:lnTo>
                  <a:pt x="3608618" y="64269"/>
                </a:lnTo>
                <a:lnTo>
                  <a:pt x="3609189" y="64877"/>
                </a:lnTo>
                <a:lnTo>
                  <a:pt x="3609703" y="65545"/>
                </a:lnTo>
                <a:lnTo>
                  <a:pt x="3610165" y="66273"/>
                </a:lnTo>
                <a:lnTo>
                  <a:pt x="3610576" y="67062"/>
                </a:lnTo>
                <a:lnTo>
                  <a:pt x="3610937" y="67911"/>
                </a:lnTo>
                <a:lnTo>
                  <a:pt x="3611252" y="68822"/>
                </a:lnTo>
                <a:lnTo>
                  <a:pt x="3611521" y="69794"/>
                </a:lnTo>
                <a:lnTo>
                  <a:pt x="3611748" y="70828"/>
                </a:lnTo>
                <a:lnTo>
                  <a:pt x="3611934" y="71924"/>
                </a:lnTo>
                <a:lnTo>
                  <a:pt x="3612082" y="73082"/>
                </a:lnTo>
                <a:lnTo>
                  <a:pt x="3612193" y="74304"/>
                </a:lnTo>
                <a:lnTo>
                  <a:pt x="3612270" y="75588"/>
                </a:lnTo>
                <a:lnTo>
                  <a:pt x="3612315" y="76936"/>
                </a:lnTo>
                <a:lnTo>
                  <a:pt x="3612329" y="78348"/>
                </a:lnTo>
                <a:lnTo>
                  <a:pt x="3612329" y="122048"/>
                </a:lnTo>
                <a:lnTo>
                  <a:pt x="3604813" y="122048"/>
                </a:lnTo>
                <a:lnTo>
                  <a:pt x="3604419" y="122049"/>
                </a:lnTo>
                <a:lnTo>
                  <a:pt x="3604009" y="122052"/>
                </a:lnTo>
                <a:lnTo>
                  <a:pt x="3603587" y="122060"/>
                </a:lnTo>
                <a:lnTo>
                  <a:pt x="3603156" y="122076"/>
                </a:lnTo>
                <a:lnTo>
                  <a:pt x="3602718" y="122102"/>
                </a:lnTo>
                <a:lnTo>
                  <a:pt x="3602276" y="122141"/>
                </a:lnTo>
                <a:lnTo>
                  <a:pt x="3601833" y="122196"/>
                </a:lnTo>
                <a:lnTo>
                  <a:pt x="3601392" y="122269"/>
                </a:lnTo>
                <a:lnTo>
                  <a:pt x="3600956" y="122363"/>
                </a:lnTo>
                <a:lnTo>
                  <a:pt x="3600527" y="122480"/>
                </a:lnTo>
                <a:lnTo>
                  <a:pt x="3600109" y="122623"/>
                </a:lnTo>
                <a:lnTo>
                  <a:pt x="3599704" y="122795"/>
                </a:lnTo>
                <a:lnTo>
                  <a:pt x="3599315" y="122998"/>
                </a:lnTo>
                <a:lnTo>
                  <a:pt x="3598944" y="123234"/>
                </a:lnTo>
                <a:lnTo>
                  <a:pt x="3598596" y="123507"/>
                </a:lnTo>
                <a:lnTo>
                  <a:pt x="3598272" y="123818"/>
                </a:lnTo>
                <a:lnTo>
                  <a:pt x="3597976" y="124172"/>
                </a:lnTo>
                <a:lnTo>
                  <a:pt x="3597710" y="124569"/>
                </a:lnTo>
                <a:lnTo>
                  <a:pt x="3597477" y="125013"/>
                </a:lnTo>
                <a:lnTo>
                  <a:pt x="3597280" y="125506"/>
                </a:lnTo>
                <a:lnTo>
                  <a:pt x="3597122" y="126051"/>
                </a:lnTo>
                <a:lnTo>
                  <a:pt x="3597005" y="126650"/>
                </a:lnTo>
                <a:lnTo>
                  <a:pt x="3596933" y="127307"/>
                </a:lnTo>
                <a:lnTo>
                  <a:pt x="3596909" y="128023"/>
                </a:lnTo>
                <a:lnTo>
                  <a:pt x="3596935" y="128717"/>
                </a:lnTo>
                <a:lnTo>
                  <a:pt x="3597013" y="129352"/>
                </a:lnTo>
                <a:lnTo>
                  <a:pt x="3597137" y="129932"/>
                </a:lnTo>
                <a:lnTo>
                  <a:pt x="3597307" y="130460"/>
                </a:lnTo>
                <a:lnTo>
                  <a:pt x="3597516" y="130937"/>
                </a:lnTo>
                <a:lnTo>
                  <a:pt x="3597764" y="131367"/>
                </a:lnTo>
                <a:lnTo>
                  <a:pt x="3598045" y="131752"/>
                </a:lnTo>
                <a:lnTo>
                  <a:pt x="3598358" y="132093"/>
                </a:lnTo>
                <a:lnTo>
                  <a:pt x="3598698" y="132395"/>
                </a:lnTo>
                <a:lnTo>
                  <a:pt x="3599061" y="132659"/>
                </a:lnTo>
                <a:lnTo>
                  <a:pt x="3599446" y="132888"/>
                </a:lnTo>
                <a:lnTo>
                  <a:pt x="3599848" y="133084"/>
                </a:lnTo>
                <a:lnTo>
                  <a:pt x="3600264" y="133250"/>
                </a:lnTo>
                <a:lnTo>
                  <a:pt x="3600691" y="133389"/>
                </a:lnTo>
                <a:lnTo>
                  <a:pt x="3601125" y="133502"/>
                </a:lnTo>
                <a:lnTo>
                  <a:pt x="3601564" y="133593"/>
                </a:lnTo>
                <a:lnTo>
                  <a:pt x="3602002" y="133664"/>
                </a:lnTo>
                <a:lnTo>
                  <a:pt x="3602439" y="133717"/>
                </a:lnTo>
                <a:lnTo>
                  <a:pt x="3602869" y="133755"/>
                </a:lnTo>
                <a:lnTo>
                  <a:pt x="3603290" y="133780"/>
                </a:lnTo>
                <a:lnTo>
                  <a:pt x="3603698" y="133796"/>
                </a:lnTo>
                <a:lnTo>
                  <a:pt x="3604090" y="133804"/>
                </a:lnTo>
                <a:lnTo>
                  <a:pt x="3604463" y="133807"/>
                </a:lnTo>
                <a:lnTo>
                  <a:pt x="3604813" y="133807"/>
                </a:lnTo>
                <a:lnTo>
                  <a:pt x="3634310" y="133807"/>
                </a:lnTo>
                <a:lnTo>
                  <a:pt x="3634659" y="133807"/>
                </a:lnTo>
                <a:lnTo>
                  <a:pt x="3635029" y="133804"/>
                </a:lnTo>
                <a:lnTo>
                  <a:pt x="3635416" y="133796"/>
                </a:lnTo>
                <a:lnTo>
                  <a:pt x="3635818" y="133780"/>
                </a:lnTo>
                <a:lnTo>
                  <a:pt x="3636231" y="133755"/>
                </a:lnTo>
                <a:lnTo>
                  <a:pt x="3636653" y="133717"/>
                </a:lnTo>
                <a:lnTo>
                  <a:pt x="3637080" y="133664"/>
                </a:lnTo>
                <a:lnTo>
                  <a:pt x="3637508" y="133593"/>
                </a:lnTo>
                <a:lnTo>
                  <a:pt x="3637935" y="133502"/>
                </a:lnTo>
                <a:lnTo>
                  <a:pt x="3638358" y="133389"/>
                </a:lnTo>
                <a:lnTo>
                  <a:pt x="3638773" y="133250"/>
                </a:lnTo>
                <a:lnTo>
                  <a:pt x="3639177" y="133084"/>
                </a:lnTo>
                <a:lnTo>
                  <a:pt x="3639567" y="132888"/>
                </a:lnTo>
                <a:lnTo>
                  <a:pt x="3639940" y="132659"/>
                </a:lnTo>
                <a:lnTo>
                  <a:pt x="3640292" y="132395"/>
                </a:lnTo>
                <a:lnTo>
                  <a:pt x="3640621" y="132093"/>
                </a:lnTo>
                <a:lnTo>
                  <a:pt x="3640923" y="131752"/>
                </a:lnTo>
                <a:lnTo>
                  <a:pt x="3641195" y="131367"/>
                </a:lnTo>
                <a:lnTo>
                  <a:pt x="3641434" y="130937"/>
                </a:lnTo>
                <a:lnTo>
                  <a:pt x="3641637" y="130460"/>
                </a:lnTo>
                <a:lnTo>
                  <a:pt x="3641800" y="129932"/>
                </a:lnTo>
                <a:lnTo>
                  <a:pt x="3641920" y="129352"/>
                </a:lnTo>
                <a:lnTo>
                  <a:pt x="3641995" y="128717"/>
                </a:lnTo>
                <a:lnTo>
                  <a:pt x="3642021" y="128023"/>
                </a:lnTo>
                <a:lnTo>
                  <a:pt x="3641996" y="127307"/>
                </a:lnTo>
                <a:lnTo>
                  <a:pt x="3641924" y="126650"/>
                </a:lnTo>
                <a:lnTo>
                  <a:pt x="3641808" y="126051"/>
                </a:lnTo>
                <a:lnTo>
                  <a:pt x="3641649" y="125506"/>
                </a:lnTo>
                <a:lnTo>
                  <a:pt x="3641452" y="125013"/>
                </a:lnTo>
                <a:lnTo>
                  <a:pt x="3641220" y="124569"/>
                </a:lnTo>
                <a:close/>
                <a:moveTo>
                  <a:pt x="4142667" y="58104"/>
                </a:moveTo>
                <a:lnTo>
                  <a:pt x="4142406" y="57448"/>
                </a:lnTo>
                <a:lnTo>
                  <a:pt x="4142086" y="56785"/>
                </a:lnTo>
                <a:lnTo>
                  <a:pt x="4141703" y="56121"/>
                </a:lnTo>
                <a:lnTo>
                  <a:pt x="4141251" y="55461"/>
                </a:lnTo>
                <a:lnTo>
                  <a:pt x="4140725" y="54811"/>
                </a:lnTo>
                <a:lnTo>
                  <a:pt x="4140121" y="54175"/>
                </a:lnTo>
                <a:lnTo>
                  <a:pt x="4139434" y="53559"/>
                </a:lnTo>
                <a:lnTo>
                  <a:pt x="4138659" y="52969"/>
                </a:lnTo>
                <a:lnTo>
                  <a:pt x="4137790" y="52409"/>
                </a:lnTo>
                <a:lnTo>
                  <a:pt x="4136823" y="51886"/>
                </a:lnTo>
                <a:lnTo>
                  <a:pt x="4135753" y="51404"/>
                </a:lnTo>
                <a:lnTo>
                  <a:pt x="4134575" y="50969"/>
                </a:lnTo>
                <a:lnTo>
                  <a:pt x="4133285" y="50586"/>
                </a:lnTo>
                <a:lnTo>
                  <a:pt x="4131876" y="50261"/>
                </a:lnTo>
                <a:lnTo>
                  <a:pt x="4130344" y="49999"/>
                </a:lnTo>
                <a:lnTo>
                  <a:pt x="4128685" y="49805"/>
                </a:lnTo>
                <a:lnTo>
                  <a:pt x="4126893" y="49684"/>
                </a:lnTo>
                <a:lnTo>
                  <a:pt x="4124964" y="49643"/>
                </a:lnTo>
                <a:lnTo>
                  <a:pt x="4123721" y="49661"/>
                </a:lnTo>
                <a:lnTo>
                  <a:pt x="4122455" y="49718"/>
                </a:lnTo>
                <a:lnTo>
                  <a:pt x="4121167" y="49816"/>
                </a:lnTo>
                <a:lnTo>
                  <a:pt x="4119857" y="49956"/>
                </a:lnTo>
                <a:lnTo>
                  <a:pt x="4118529" y="50142"/>
                </a:lnTo>
                <a:lnTo>
                  <a:pt x="4117185" y="50375"/>
                </a:lnTo>
                <a:lnTo>
                  <a:pt x="4115825" y="50658"/>
                </a:lnTo>
                <a:lnTo>
                  <a:pt x="4114452" y="50993"/>
                </a:lnTo>
                <a:lnTo>
                  <a:pt x="4113067" y="51382"/>
                </a:lnTo>
                <a:lnTo>
                  <a:pt x="4111673" y="51828"/>
                </a:lnTo>
                <a:lnTo>
                  <a:pt x="4110272" y="52332"/>
                </a:lnTo>
                <a:lnTo>
                  <a:pt x="4108864" y="52897"/>
                </a:lnTo>
                <a:lnTo>
                  <a:pt x="4107453" y="53526"/>
                </a:lnTo>
                <a:lnTo>
                  <a:pt x="4106039" y="54220"/>
                </a:lnTo>
                <a:lnTo>
                  <a:pt x="4104625" y="54982"/>
                </a:lnTo>
                <a:lnTo>
                  <a:pt x="4103213" y="55814"/>
                </a:lnTo>
                <a:lnTo>
                  <a:pt x="4101804" y="56718"/>
                </a:lnTo>
                <a:lnTo>
                  <a:pt x="4100400" y="57697"/>
                </a:lnTo>
                <a:lnTo>
                  <a:pt x="4099003" y="58752"/>
                </a:lnTo>
                <a:lnTo>
                  <a:pt x="4097615" y="59887"/>
                </a:lnTo>
                <a:lnTo>
                  <a:pt x="4096238" y="61103"/>
                </a:lnTo>
                <a:lnTo>
                  <a:pt x="4094873" y="62403"/>
                </a:lnTo>
                <a:lnTo>
                  <a:pt x="4093523" y="63788"/>
                </a:lnTo>
                <a:lnTo>
                  <a:pt x="4092189" y="65262"/>
                </a:lnTo>
                <a:lnTo>
                  <a:pt x="4092189" y="58707"/>
                </a:lnTo>
                <a:lnTo>
                  <a:pt x="4092183" y="57978"/>
                </a:lnTo>
                <a:lnTo>
                  <a:pt x="4092163" y="57290"/>
                </a:lnTo>
                <a:lnTo>
                  <a:pt x="4092127" y="56642"/>
                </a:lnTo>
                <a:lnTo>
                  <a:pt x="4092073" y="56035"/>
                </a:lnTo>
                <a:lnTo>
                  <a:pt x="4092000" y="55466"/>
                </a:lnTo>
                <a:lnTo>
                  <a:pt x="4091906" y="54934"/>
                </a:lnTo>
                <a:lnTo>
                  <a:pt x="4091788" y="54440"/>
                </a:lnTo>
                <a:lnTo>
                  <a:pt x="4091646" y="53981"/>
                </a:lnTo>
                <a:lnTo>
                  <a:pt x="4091477" y="53558"/>
                </a:lnTo>
                <a:lnTo>
                  <a:pt x="4091279" y="53169"/>
                </a:lnTo>
                <a:lnTo>
                  <a:pt x="4091051" y="52812"/>
                </a:lnTo>
                <a:lnTo>
                  <a:pt x="4090790" y="52488"/>
                </a:lnTo>
                <a:lnTo>
                  <a:pt x="4090496" y="52195"/>
                </a:lnTo>
                <a:lnTo>
                  <a:pt x="4090165" y="51933"/>
                </a:lnTo>
                <a:lnTo>
                  <a:pt x="4089797" y="51700"/>
                </a:lnTo>
                <a:lnTo>
                  <a:pt x="4089389" y="51495"/>
                </a:lnTo>
                <a:lnTo>
                  <a:pt x="4088939" y="51318"/>
                </a:lnTo>
                <a:lnTo>
                  <a:pt x="4088446" y="51168"/>
                </a:lnTo>
                <a:lnTo>
                  <a:pt x="4087908" y="51043"/>
                </a:lnTo>
                <a:lnTo>
                  <a:pt x="4087323" y="50943"/>
                </a:lnTo>
                <a:lnTo>
                  <a:pt x="4086689" y="50867"/>
                </a:lnTo>
                <a:lnTo>
                  <a:pt x="4086005" y="50814"/>
                </a:lnTo>
                <a:lnTo>
                  <a:pt x="4085267" y="50783"/>
                </a:lnTo>
                <a:lnTo>
                  <a:pt x="4084476" y="50773"/>
                </a:lnTo>
                <a:lnTo>
                  <a:pt x="4063269" y="50773"/>
                </a:lnTo>
                <a:lnTo>
                  <a:pt x="4062898" y="50773"/>
                </a:lnTo>
                <a:lnTo>
                  <a:pt x="4062510" y="50776"/>
                </a:lnTo>
                <a:lnTo>
                  <a:pt x="4062107" y="50784"/>
                </a:lnTo>
                <a:lnTo>
                  <a:pt x="4061693" y="50799"/>
                </a:lnTo>
                <a:lnTo>
                  <a:pt x="4061271" y="50825"/>
                </a:lnTo>
                <a:lnTo>
                  <a:pt x="4060844" y="50863"/>
                </a:lnTo>
                <a:lnTo>
                  <a:pt x="4060414" y="50916"/>
                </a:lnTo>
                <a:lnTo>
                  <a:pt x="4059984" y="50987"/>
                </a:lnTo>
                <a:lnTo>
                  <a:pt x="4059558" y="51078"/>
                </a:lnTo>
                <a:lnTo>
                  <a:pt x="4059138" y="51191"/>
                </a:lnTo>
                <a:lnTo>
                  <a:pt x="4058728" y="51330"/>
                </a:lnTo>
                <a:lnTo>
                  <a:pt x="4058329" y="51496"/>
                </a:lnTo>
                <a:lnTo>
                  <a:pt x="4057946" y="51692"/>
                </a:lnTo>
                <a:lnTo>
                  <a:pt x="4057580" y="51921"/>
                </a:lnTo>
                <a:lnTo>
                  <a:pt x="4057235" y="52186"/>
                </a:lnTo>
                <a:lnTo>
                  <a:pt x="4056915" y="52487"/>
                </a:lnTo>
                <a:lnTo>
                  <a:pt x="4056621" y="52829"/>
                </a:lnTo>
                <a:lnTo>
                  <a:pt x="4056356" y="53214"/>
                </a:lnTo>
                <a:lnTo>
                  <a:pt x="4056125" y="53644"/>
                </a:lnTo>
                <a:lnTo>
                  <a:pt x="4055929" y="54122"/>
                </a:lnTo>
                <a:lnTo>
                  <a:pt x="4055771" y="54649"/>
                </a:lnTo>
                <a:lnTo>
                  <a:pt x="4055655" y="55230"/>
                </a:lnTo>
                <a:lnTo>
                  <a:pt x="4055583" y="55866"/>
                </a:lnTo>
                <a:lnTo>
                  <a:pt x="4055558" y="56560"/>
                </a:lnTo>
                <a:lnTo>
                  <a:pt x="4055582" y="57276"/>
                </a:lnTo>
                <a:lnTo>
                  <a:pt x="4055651" y="57932"/>
                </a:lnTo>
                <a:lnTo>
                  <a:pt x="4055763" y="58532"/>
                </a:lnTo>
                <a:lnTo>
                  <a:pt x="4055915" y="59077"/>
                </a:lnTo>
                <a:lnTo>
                  <a:pt x="4056105" y="59570"/>
                </a:lnTo>
                <a:lnTo>
                  <a:pt x="4056330" y="60014"/>
                </a:lnTo>
                <a:lnTo>
                  <a:pt x="4056586" y="60411"/>
                </a:lnTo>
                <a:lnTo>
                  <a:pt x="4056872" y="60764"/>
                </a:lnTo>
                <a:lnTo>
                  <a:pt x="4057185" y="61076"/>
                </a:lnTo>
                <a:lnTo>
                  <a:pt x="4057522" y="61349"/>
                </a:lnTo>
                <a:lnTo>
                  <a:pt x="4057880" y="61585"/>
                </a:lnTo>
                <a:lnTo>
                  <a:pt x="4058257" y="61788"/>
                </a:lnTo>
                <a:lnTo>
                  <a:pt x="4058651" y="61959"/>
                </a:lnTo>
                <a:lnTo>
                  <a:pt x="4059057" y="62103"/>
                </a:lnTo>
                <a:lnTo>
                  <a:pt x="4059474" y="62220"/>
                </a:lnTo>
                <a:lnTo>
                  <a:pt x="4059899" y="62313"/>
                </a:lnTo>
                <a:lnTo>
                  <a:pt x="4060330" y="62386"/>
                </a:lnTo>
                <a:lnTo>
                  <a:pt x="4060763" y="62441"/>
                </a:lnTo>
                <a:lnTo>
                  <a:pt x="4061197" y="62481"/>
                </a:lnTo>
                <a:lnTo>
                  <a:pt x="4061627" y="62507"/>
                </a:lnTo>
                <a:lnTo>
                  <a:pt x="4062052" y="62523"/>
                </a:lnTo>
                <a:lnTo>
                  <a:pt x="4062469" y="62531"/>
                </a:lnTo>
                <a:lnTo>
                  <a:pt x="4062876" y="62534"/>
                </a:lnTo>
                <a:lnTo>
                  <a:pt x="4063269" y="62535"/>
                </a:lnTo>
                <a:lnTo>
                  <a:pt x="4078887" y="62535"/>
                </a:lnTo>
                <a:lnTo>
                  <a:pt x="4078887" y="122048"/>
                </a:lnTo>
                <a:lnTo>
                  <a:pt x="4063269" y="122048"/>
                </a:lnTo>
                <a:lnTo>
                  <a:pt x="4062898" y="122048"/>
                </a:lnTo>
                <a:lnTo>
                  <a:pt x="4062510" y="122051"/>
                </a:lnTo>
                <a:lnTo>
                  <a:pt x="4062107" y="122059"/>
                </a:lnTo>
                <a:lnTo>
                  <a:pt x="4061693" y="122075"/>
                </a:lnTo>
                <a:lnTo>
                  <a:pt x="4061271" y="122100"/>
                </a:lnTo>
                <a:lnTo>
                  <a:pt x="4060844" y="122138"/>
                </a:lnTo>
                <a:lnTo>
                  <a:pt x="4060414" y="122192"/>
                </a:lnTo>
                <a:lnTo>
                  <a:pt x="4059984" y="122262"/>
                </a:lnTo>
                <a:lnTo>
                  <a:pt x="4059558" y="122353"/>
                </a:lnTo>
                <a:lnTo>
                  <a:pt x="4059138" y="122466"/>
                </a:lnTo>
                <a:lnTo>
                  <a:pt x="4058728" y="122605"/>
                </a:lnTo>
                <a:lnTo>
                  <a:pt x="4058329" y="122771"/>
                </a:lnTo>
                <a:lnTo>
                  <a:pt x="4057946" y="122967"/>
                </a:lnTo>
                <a:lnTo>
                  <a:pt x="4057580" y="123196"/>
                </a:lnTo>
                <a:lnTo>
                  <a:pt x="4057235" y="123460"/>
                </a:lnTo>
                <a:lnTo>
                  <a:pt x="4056915" y="123762"/>
                </a:lnTo>
                <a:lnTo>
                  <a:pt x="4056621" y="124104"/>
                </a:lnTo>
                <a:lnTo>
                  <a:pt x="4056356" y="124488"/>
                </a:lnTo>
                <a:lnTo>
                  <a:pt x="4056125" y="124918"/>
                </a:lnTo>
                <a:lnTo>
                  <a:pt x="4055929" y="125395"/>
                </a:lnTo>
                <a:lnTo>
                  <a:pt x="4055771" y="125923"/>
                </a:lnTo>
                <a:lnTo>
                  <a:pt x="4055655" y="126503"/>
                </a:lnTo>
                <a:lnTo>
                  <a:pt x="4055583" y="127139"/>
                </a:lnTo>
                <a:lnTo>
                  <a:pt x="4055558" y="127832"/>
                </a:lnTo>
                <a:lnTo>
                  <a:pt x="4055582" y="128548"/>
                </a:lnTo>
                <a:lnTo>
                  <a:pt x="4055651" y="129205"/>
                </a:lnTo>
                <a:lnTo>
                  <a:pt x="4055763" y="129804"/>
                </a:lnTo>
                <a:lnTo>
                  <a:pt x="4055915" y="130349"/>
                </a:lnTo>
                <a:lnTo>
                  <a:pt x="4056105" y="130842"/>
                </a:lnTo>
                <a:lnTo>
                  <a:pt x="4056330" y="131286"/>
                </a:lnTo>
                <a:lnTo>
                  <a:pt x="4056586" y="131684"/>
                </a:lnTo>
                <a:lnTo>
                  <a:pt x="4056872" y="132037"/>
                </a:lnTo>
                <a:lnTo>
                  <a:pt x="4057185" y="132348"/>
                </a:lnTo>
                <a:lnTo>
                  <a:pt x="4057522" y="132621"/>
                </a:lnTo>
                <a:lnTo>
                  <a:pt x="4057880" y="132858"/>
                </a:lnTo>
                <a:lnTo>
                  <a:pt x="4058257" y="133060"/>
                </a:lnTo>
                <a:lnTo>
                  <a:pt x="4058651" y="133232"/>
                </a:lnTo>
                <a:lnTo>
                  <a:pt x="4059057" y="133375"/>
                </a:lnTo>
                <a:lnTo>
                  <a:pt x="4059474" y="133492"/>
                </a:lnTo>
                <a:lnTo>
                  <a:pt x="4059899" y="133586"/>
                </a:lnTo>
                <a:lnTo>
                  <a:pt x="4060330" y="133659"/>
                </a:lnTo>
                <a:lnTo>
                  <a:pt x="4060763" y="133714"/>
                </a:lnTo>
                <a:lnTo>
                  <a:pt x="4061197" y="133753"/>
                </a:lnTo>
                <a:lnTo>
                  <a:pt x="4061627" y="133780"/>
                </a:lnTo>
                <a:lnTo>
                  <a:pt x="4062052" y="133795"/>
                </a:lnTo>
                <a:lnTo>
                  <a:pt x="4062469" y="133804"/>
                </a:lnTo>
                <a:lnTo>
                  <a:pt x="4062876" y="133807"/>
                </a:lnTo>
                <a:lnTo>
                  <a:pt x="4063269" y="133807"/>
                </a:lnTo>
                <a:lnTo>
                  <a:pt x="4113588" y="133807"/>
                </a:lnTo>
                <a:lnTo>
                  <a:pt x="4113960" y="133807"/>
                </a:lnTo>
                <a:lnTo>
                  <a:pt x="4114351" y="133804"/>
                </a:lnTo>
                <a:lnTo>
                  <a:pt x="4114758" y="133796"/>
                </a:lnTo>
                <a:lnTo>
                  <a:pt x="4115177" y="133780"/>
                </a:lnTo>
                <a:lnTo>
                  <a:pt x="4115607" y="133755"/>
                </a:lnTo>
                <a:lnTo>
                  <a:pt x="4116043" y="133717"/>
                </a:lnTo>
                <a:lnTo>
                  <a:pt x="4116482" y="133664"/>
                </a:lnTo>
                <a:lnTo>
                  <a:pt x="4116922" y="133593"/>
                </a:lnTo>
                <a:lnTo>
                  <a:pt x="4117360" y="133502"/>
                </a:lnTo>
                <a:lnTo>
                  <a:pt x="4117791" y="133389"/>
                </a:lnTo>
                <a:lnTo>
                  <a:pt x="4118214" y="133250"/>
                </a:lnTo>
                <a:lnTo>
                  <a:pt x="4118624" y="133084"/>
                </a:lnTo>
                <a:lnTo>
                  <a:pt x="4119020" y="132888"/>
                </a:lnTo>
                <a:lnTo>
                  <a:pt x="4119397" y="132659"/>
                </a:lnTo>
                <a:lnTo>
                  <a:pt x="4119754" y="132395"/>
                </a:lnTo>
                <a:lnTo>
                  <a:pt x="4120086" y="132093"/>
                </a:lnTo>
                <a:lnTo>
                  <a:pt x="4120390" y="131752"/>
                </a:lnTo>
                <a:lnTo>
                  <a:pt x="4120664" y="131367"/>
                </a:lnTo>
                <a:lnTo>
                  <a:pt x="4120904" y="130937"/>
                </a:lnTo>
                <a:lnTo>
                  <a:pt x="4121108" y="130460"/>
                </a:lnTo>
                <a:lnTo>
                  <a:pt x="4121271" y="129932"/>
                </a:lnTo>
                <a:lnTo>
                  <a:pt x="4121392" y="129352"/>
                </a:lnTo>
                <a:lnTo>
                  <a:pt x="4121467" y="128717"/>
                </a:lnTo>
                <a:lnTo>
                  <a:pt x="4121492" y="128023"/>
                </a:lnTo>
                <a:lnTo>
                  <a:pt x="4121467" y="127307"/>
                </a:lnTo>
                <a:lnTo>
                  <a:pt x="4121392" y="126650"/>
                </a:lnTo>
                <a:lnTo>
                  <a:pt x="4121271" y="126051"/>
                </a:lnTo>
                <a:lnTo>
                  <a:pt x="4121108" y="125506"/>
                </a:lnTo>
                <a:lnTo>
                  <a:pt x="4120904" y="125013"/>
                </a:lnTo>
                <a:lnTo>
                  <a:pt x="4120664" y="124569"/>
                </a:lnTo>
                <a:lnTo>
                  <a:pt x="4120390" y="124172"/>
                </a:lnTo>
                <a:lnTo>
                  <a:pt x="4120086" y="123818"/>
                </a:lnTo>
                <a:lnTo>
                  <a:pt x="4119754" y="123507"/>
                </a:lnTo>
                <a:lnTo>
                  <a:pt x="4119397" y="123234"/>
                </a:lnTo>
                <a:lnTo>
                  <a:pt x="4119020" y="122998"/>
                </a:lnTo>
                <a:lnTo>
                  <a:pt x="4118624" y="122795"/>
                </a:lnTo>
                <a:lnTo>
                  <a:pt x="4118214" y="122623"/>
                </a:lnTo>
                <a:lnTo>
                  <a:pt x="4117791" y="122480"/>
                </a:lnTo>
                <a:lnTo>
                  <a:pt x="4117360" y="122363"/>
                </a:lnTo>
                <a:lnTo>
                  <a:pt x="4116922" y="122269"/>
                </a:lnTo>
                <a:lnTo>
                  <a:pt x="4116482" y="122196"/>
                </a:lnTo>
                <a:lnTo>
                  <a:pt x="4116043" y="122141"/>
                </a:lnTo>
                <a:lnTo>
                  <a:pt x="4115607" y="122102"/>
                </a:lnTo>
                <a:lnTo>
                  <a:pt x="4115177" y="122076"/>
                </a:lnTo>
                <a:lnTo>
                  <a:pt x="4114758" y="122060"/>
                </a:lnTo>
                <a:lnTo>
                  <a:pt x="4114351" y="122052"/>
                </a:lnTo>
                <a:lnTo>
                  <a:pt x="4113960" y="122049"/>
                </a:lnTo>
                <a:lnTo>
                  <a:pt x="4113588" y="122048"/>
                </a:lnTo>
                <a:lnTo>
                  <a:pt x="4092189" y="122048"/>
                </a:lnTo>
                <a:lnTo>
                  <a:pt x="4092189" y="97974"/>
                </a:lnTo>
                <a:lnTo>
                  <a:pt x="4092249" y="95716"/>
                </a:lnTo>
                <a:lnTo>
                  <a:pt x="4092427" y="93461"/>
                </a:lnTo>
                <a:lnTo>
                  <a:pt x="4092723" y="91218"/>
                </a:lnTo>
                <a:lnTo>
                  <a:pt x="4093140" y="88995"/>
                </a:lnTo>
                <a:lnTo>
                  <a:pt x="4093675" y="86800"/>
                </a:lnTo>
                <a:lnTo>
                  <a:pt x="4094331" y="84642"/>
                </a:lnTo>
                <a:lnTo>
                  <a:pt x="4095106" y="82528"/>
                </a:lnTo>
                <a:lnTo>
                  <a:pt x="4096002" y="80467"/>
                </a:lnTo>
                <a:lnTo>
                  <a:pt x="4097018" y="78468"/>
                </a:lnTo>
                <a:lnTo>
                  <a:pt x="4098155" y="76537"/>
                </a:lnTo>
                <a:lnTo>
                  <a:pt x="4099413" y="74685"/>
                </a:lnTo>
                <a:lnTo>
                  <a:pt x="4100792" y="72918"/>
                </a:lnTo>
                <a:lnTo>
                  <a:pt x="4102292" y="71245"/>
                </a:lnTo>
                <a:lnTo>
                  <a:pt x="4103915" y="69674"/>
                </a:lnTo>
                <a:lnTo>
                  <a:pt x="4105659" y="68214"/>
                </a:lnTo>
                <a:lnTo>
                  <a:pt x="4107526" y="66873"/>
                </a:lnTo>
                <a:lnTo>
                  <a:pt x="4109515" y="65659"/>
                </a:lnTo>
                <a:lnTo>
                  <a:pt x="4111627" y="64580"/>
                </a:lnTo>
                <a:lnTo>
                  <a:pt x="4113862" y="63644"/>
                </a:lnTo>
                <a:lnTo>
                  <a:pt x="4116220" y="62860"/>
                </a:lnTo>
                <a:lnTo>
                  <a:pt x="4118702" y="62236"/>
                </a:lnTo>
                <a:lnTo>
                  <a:pt x="4121307" y="61780"/>
                </a:lnTo>
                <a:lnTo>
                  <a:pt x="4124037" y="61500"/>
                </a:lnTo>
                <a:lnTo>
                  <a:pt x="4126890" y="61405"/>
                </a:lnTo>
                <a:lnTo>
                  <a:pt x="4126931" y="61979"/>
                </a:lnTo>
                <a:lnTo>
                  <a:pt x="4127002" y="62544"/>
                </a:lnTo>
                <a:lnTo>
                  <a:pt x="4127105" y="63098"/>
                </a:lnTo>
                <a:lnTo>
                  <a:pt x="4127237" y="63640"/>
                </a:lnTo>
                <a:lnTo>
                  <a:pt x="4127399" y="64169"/>
                </a:lnTo>
                <a:lnTo>
                  <a:pt x="4127590" y="64683"/>
                </a:lnTo>
                <a:lnTo>
                  <a:pt x="4127809" y="65181"/>
                </a:lnTo>
                <a:lnTo>
                  <a:pt x="4128055" y="65662"/>
                </a:lnTo>
                <a:lnTo>
                  <a:pt x="4128328" y="66123"/>
                </a:lnTo>
                <a:lnTo>
                  <a:pt x="4128627" y="66565"/>
                </a:lnTo>
                <a:lnTo>
                  <a:pt x="4128952" y="66985"/>
                </a:lnTo>
                <a:lnTo>
                  <a:pt x="4129301" y="67383"/>
                </a:lnTo>
                <a:lnTo>
                  <a:pt x="4129675" y="67756"/>
                </a:lnTo>
                <a:lnTo>
                  <a:pt x="4130071" y="68104"/>
                </a:lnTo>
                <a:lnTo>
                  <a:pt x="4130491" y="68425"/>
                </a:lnTo>
                <a:lnTo>
                  <a:pt x="4130933" y="68718"/>
                </a:lnTo>
                <a:lnTo>
                  <a:pt x="4131396" y="68982"/>
                </a:lnTo>
                <a:lnTo>
                  <a:pt x="4131879" y="69215"/>
                </a:lnTo>
                <a:lnTo>
                  <a:pt x="4132383" y="69415"/>
                </a:lnTo>
                <a:lnTo>
                  <a:pt x="4132907" y="69583"/>
                </a:lnTo>
                <a:lnTo>
                  <a:pt x="4133449" y="69715"/>
                </a:lnTo>
                <a:lnTo>
                  <a:pt x="4134009" y="69811"/>
                </a:lnTo>
                <a:lnTo>
                  <a:pt x="4134586" y="69870"/>
                </a:lnTo>
                <a:lnTo>
                  <a:pt x="4135180" y="69890"/>
                </a:lnTo>
                <a:lnTo>
                  <a:pt x="4135708" y="69874"/>
                </a:lnTo>
                <a:lnTo>
                  <a:pt x="4136231" y="69826"/>
                </a:lnTo>
                <a:lnTo>
                  <a:pt x="4136746" y="69747"/>
                </a:lnTo>
                <a:lnTo>
                  <a:pt x="4137253" y="69637"/>
                </a:lnTo>
                <a:lnTo>
                  <a:pt x="4137750" y="69497"/>
                </a:lnTo>
                <a:lnTo>
                  <a:pt x="4138235" y="69326"/>
                </a:lnTo>
                <a:lnTo>
                  <a:pt x="4138708" y="69126"/>
                </a:lnTo>
                <a:lnTo>
                  <a:pt x="4139165" y="68897"/>
                </a:lnTo>
                <a:lnTo>
                  <a:pt x="4139607" y="68639"/>
                </a:lnTo>
                <a:lnTo>
                  <a:pt x="4140031" y="68352"/>
                </a:lnTo>
                <a:lnTo>
                  <a:pt x="4140436" y="68038"/>
                </a:lnTo>
                <a:lnTo>
                  <a:pt x="4140820" y="67696"/>
                </a:lnTo>
                <a:lnTo>
                  <a:pt x="4141183" y="67327"/>
                </a:lnTo>
                <a:lnTo>
                  <a:pt x="4141521" y="66931"/>
                </a:lnTo>
                <a:lnTo>
                  <a:pt x="4141835" y="66509"/>
                </a:lnTo>
                <a:lnTo>
                  <a:pt x="4142122" y="66062"/>
                </a:lnTo>
                <a:lnTo>
                  <a:pt x="4142381" y="65588"/>
                </a:lnTo>
                <a:lnTo>
                  <a:pt x="4142610" y="65090"/>
                </a:lnTo>
                <a:lnTo>
                  <a:pt x="4142808" y="64567"/>
                </a:lnTo>
                <a:lnTo>
                  <a:pt x="4142974" y="64020"/>
                </a:lnTo>
                <a:lnTo>
                  <a:pt x="4143105" y="63450"/>
                </a:lnTo>
                <a:lnTo>
                  <a:pt x="4143201" y="62856"/>
                </a:lnTo>
                <a:lnTo>
                  <a:pt x="4143259" y="62239"/>
                </a:lnTo>
                <a:lnTo>
                  <a:pt x="4143279" y="61599"/>
                </a:lnTo>
                <a:lnTo>
                  <a:pt x="4143266" y="61096"/>
                </a:lnTo>
                <a:lnTo>
                  <a:pt x="4143224" y="60554"/>
                </a:lnTo>
                <a:lnTo>
                  <a:pt x="4143148" y="59978"/>
                </a:lnTo>
                <a:lnTo>
                  <a:pt x="4143033" y="59374"/>
                </a:lnTo>
                <a:lnTo>
                  <a:pt x="4142875" y="58748"/>
                </a:lnTo>
                <a:lnTo>
                  <a:pt x="4142667" y="58104"/>
                </a:lnTo>
                <a:close/>
                <a:moveTo>
                  <a:pt x="4653374" y="124569"/>
                </a:moveTo>
                <a:lnTo>
                  <a:pt x="4653108" y="124172"/>
                </a:lnTo>
                <a:lnTo>
                  <a:pt x="4652812" y="123818"/>
                </a:lnTo>
                <a:lnTo>
                  <a:pt x="4652488" y="123507"/>
                </a:lnTo>
                <a:lnTo>
                  <a:pt x="4652140" y="123234"/>
                </a:lnTo>
                <a:lnTo>
                  <a:pt x="4651769" y="122998"/>
                </a:lnTo>
                <a:lnTo>
                  <a:pt x="4651380" y="122795"/>
                </a:lnTo>
                <a:lnTo>
                  <a:pt x="4650975" y="122623"/>
                </a:lnTo>
                <a:lnTo>
                  <a:pt x="4650557" y="122480"/>
                </a:lnTo>
                <a:lnTo>
                  <a:pt x="4650128" y="122363"/>
                </a:lnTo>
                <a:lnTo>
                  <a:pt x="4649692" y="122269"/>
                </a:lnTo>
                <a:lnTo>
                  <a:pt x="4649251" y="122196"/>
                </a:lnTo>
                <a:lnTo>
                  <a:pt x="4648808" y="122141"/>
                </a:lnTo>
                <a:lnTo>
                  <a:pt x="4648366" y="122102"/>
                </a:lnTo>
                <a:lnTo>
                  <a:pt x="4647928" y="122076"/>
                </a:lnTo>
                <a:lnTo>
                  <a:pt x="4647497" y="122060"/>
                </a:lnTo>
                <a:lnTo>
                  <a:pt x="4647075" y="122052"/>
                </a:lnTo>
                <a:lnTo>
                  <a:pt x="4646665" y="122049"/>
                </a:lnTo>
                <a:lnTo>
                  <a:pt x="4646271" y="122048"/>
                </a:lnTo>
                <a:lnTo>
                  <a:pt x="4637787" y="122048"/>
                </a:lnTo>
                <a:lnTo>
                  <a:pt x="4637787" y="77386"/>
                </a:lnTo>
                <a:lnTo>
                  <a:pt x="4637736" y="75013"/>
                </a:lnTo>
                <a:lnTo>
                  <a:pt x="4637585" y="72754"/>
                </a:lnTo>
                <a:lnTo>
                  <a:pt x="4637335" y="70610"/>
                </a:lnTo>
                <a:lnTo>
                  <a:pt x="4636988" y="68578"/>
                </a:lnTo>
                <a:lnTo>
                  <a:pt x="4636547" y="66657"/>
                </a:lnTo>
                <a:lnTo>
                  <a:pt x="4636013" y="64846"/>
                </a:lnTo>
                <a:lnTo>
                  <a:pt x="4635388" y="63144"/>
                </a:lnTo>
                <a:lnTo>
                  <a:pt x="4634674" y="61549"/>
                </a:lnTo>
                <a:lnTo>
                  <a:pt x="4633873" y="60061"/>
                </a:lnTo>
                <a:lnTo>
                  <a:pt x="4632987" y="58677"/>
                </a:lnTo>
                <a:lnTo>
                  <a:pt x="4632018" y="57398"/>
                </a:lnTo>
                <a:lnTo>
                  <a:pt x="4630967" y="56221"/>
                </a:lnTo>
                <a:lnTo>
                  <a:pt x="4629838" y="55145"/>
                </a:lnTo>
                <a:lnTo>
                  <a:pt x="4628631" y="54170"/>
                </a:lnTo>
                <a:lnTo>
                  <a:pt x="4627348" y="53293"/>
                </a:lnTo>
                <a:lnTo>
                  <a:pt x="4625992" y="52513"/>
                </a:lnTo>
                <a:lnTo>
                  <a:pt x="4624564" y="51831"/>
                </a:lnTo>
                <a:lnTo>
                  <a:pt x="4623067" y="51243"/>
                </a:lnTo>
                <a:lnTo>
                  <a:pt x="4621501" y="50749"/>
                </a:lnTo>
                <a:lnTo>
                  <a:pt x="4619870" y="50347"/>
                </a:lnTo>
                <a:lnTo>
                  <a:pt x="4618175" y="50037"/>
                </a:lnTo>
                <a:lnTo>
                  <a:pt x="4616418" y="49817"/>
                </a:lnTo>
                <a:lnTo>
                  <a:pt x="4614601" y="49686"/>
                </a:lnTo>
                <a:lnTo>
                  <a:pt x="4612726" y="49643"/>
                </a:lnTo>
                <a:lnTo>
                  <a:pt x="4611133" y="49676"/>
                </a:lnTo>
                <a:lnTo>
                  <a:pt x="4609585" y="49774"/>
                </a:lnTo>
                <a:lnTo>
                  <a:pt x="4608082" y="49932"/>
                </a:lnTo>
                <a:lnTo>
                  <a:pt x="4606624" y="50146"/>
                </a:lnTo>
                <a:lnTo>
                  <a:pt x="4605212" y="50411"/>
                </a:lnTo>
                <a:lnTo>
                  <a:pt x="4603845" y="50725"/>
                </a:lnTo>
                <a:lnTo>
                  <a:pt x="4602525" y="51082"/>
                </a:lnTo>
                <a:lnTo>
                  <a:pt x="4601251" y="51479"/>
                </a:lnTo>
                <a:lnTo>
                  <a:pt x="4600024" y="51911"/>
                </a:lnTo>
                <a:lnTo>
                  <a:pt x="4598844" y="52375"/>
                </a:lnTo>
                <a:lnTo>
                  <a:pt x="4597712" y="52866"/>
                </a:lnTo>
                <a:lnTo>
                  <a:pt x="4596627" y="53380"/>
                </a:lnTo>
                <a:lnTo>
                  <a:pt x="4595591" y="53913"/>
                </a:lnTo>
                <a:lnTo>
                  <a:pt x="4594603" y="54461"/>
                </a:lnTo>
                <a:lnTo>
                  <a:pt x="4593664" y="55020"/>
                </a:lnTo>
                <a:lnTo>
                  <a:pt x="4592775" y="55586"/>
                </a:lnTo>
                <a:lnTo>
                  <a:pt x="4591935" y="56154"/>
                </a:lnTo>
                <a:lnTo>
                  <a:pt x="4591144" y="56721"/>
                </a:lnTo>
                <a:lnTo>
                  <a:pt x="4590404" y="57283"/>
                </a:lnTo>
                <a:lnTo>
                  <a:pt x="4589714" y="57835"/>
                </a:lnTo>
                <a:lnTo>
                  <a:pt x="4589076" y="58373"/>
                </a:lnTo>
                <a:lnTo>
                  <a:pt x="4588488" y="58893"/>
                </a:lnTo>
                <a:lnTo>
                  <a:pt x="4587952" y="59391"/>
                </a:lnTo>
                <a:lnTo>
                  <a:pt x="4587468" y="59863"/>
                </a:lnTo>
                <a:lnTo>
                  <a:pt x="4587467" y="59106"/>
                </a:lnTo>
                <a:lnTo>
                  <a:pt x="4587463" y="58383"/>
                </a:lnTo>
                <a:lnTo>
                  <a:pt x="4587453" y="57694"/>
                </a:lnTo>
                <a:lnTo>
                  <a:pt x="4587432" y="57039"/>
                </a:lnTo>
                <a:lnTo>
                  <a:pt x="4587398" y="56417"/>
                </a:lnTo>
                <a:lnTo>
                  <a:pt x="4587347" y="55829"/>
                </a:lnTo>
                <a:lnTo>
                  <a:pt x="4587277" y="55274"/>
                </a:lnTo>
                <a:lnTo>
                  <a:pt x="4587182" y="54753"/>
                </a:lnTo>
                <a:lnTo>
                  <a:pt x="4587061" y="54264"/>
                </a:lnTo>
                <a:lnTo>
                  <a:pt x="4586910" y="53809"/>
                </a:lnTo>
                <a:lnTo>
                  <a:pt x="4586725" y="53385"/>
                </a:lnTo>
                <a:lnTo>
                  <a:pt x="4586504" y="52995"/>
                </a:lnTo>
                <a:lnTo>
                  <a:pt x="4586242" y="52636"/>
                </a:lnTo>
                <a:lnTo>
                  <a:pt x="4585937" y="52310"/>
                </a:lnTo>
                <a:lnTo>
                  <a:pt x="4585585" y="52015"/>
                </a:lnTo>
                <a:lnTo>
                  <a:pt x="4585183" y="51753"/>
                </a:lnTo>
                <a:lnTo>
                  <a:pt x="4584728" y="51522"/>
                </a:lnTo>
                <a:lnTo>
                  <a:pt x="4584215" y="51322"/>
                </a:lnTo>
                <a:lnTo>
                  <a:pt x="4583642" y="51153"/>
                </a:lnTo>
                <a:lnTo>
                  <a:pt x="4583006" y="51016"/>
                </a:lnTo>
                <a:lnTo>
                  <a:pt x="4582302" y="50909"/>
                </a:lnTo>
                <a:lnTo>
                  <a:pt x="4581529" y="50833"/>
                </a:lnTo>
                <a:lnTo>
                  <a:pt x="4580682" y="50788"/>
                </a:lnTo>
                <a:lnTo>
                  <a:pt x="4579757" y="50773"/>
                </a:lnTo>
                <a:lnTo>
                  <a:pt x="4565684" y="50773"/>
                </a:lnTo>
                <a:lnTo>
                  <a:pt x="4565290" y="50773"/>
                </a:lnTo>
                <a:lnTo>
                  <a:pt x="4564880" y="50776"/>
                </a:lnTo>
                <a:lnTo>
                  <a:pt x="4564458" y="50784"/>
                </a:lnTo>
                <a:lnTo>
                  <a:pt x="4564027" y="50800"/>
                </a:lnTo>
                <a:lnTo>
                  <a:pt x="4563589" y="50827"/>
                </a:lnTo>
                <a:lnTo>
                  <a:pt x="4563147" y="50866"/>
                </a:lnTo>
                <a:lnTo>
                  <a:pt x="4562704" y="50921"/>
                </a:lnTo>
                <a:lnTo>
                  <a:pt x="4562263" y="50994"/>
                </a:lnTo>
                <a:lnTo>
                  <a:pt x="4561827" y="51088"/>
                </a:lnTo>
                <a:lnTo>
                  <a:pt x="4561398" y="51205"/>
                </a:lnTo>
                <a:lnTo>
                  <a:pt x="4560980" y="51348"/>
                </a:lnTo>
                <a:lnTo>
                  <a:pt x="4560575" y="51520"/>
                </a:lnTo>
                <a:lnTo>
                  <a:pt x="4560185" y="51723"/>
                </a:lnTo>
                <a:lnTo>
                  <a:pt x="4559815" y="51959"/>
                </a:lnTo>
                <a:lnTo>
                  <a:pt x="4559467" y="52232"/>
                </a:lnTo>
                <a:lnTo>
                  <a:pt x="4559143" y="52544"/>
                </a:lnTo>
                <a:lnTo>
                  <a:pt x="4558847" y="52897"/>
                </a:lnTo>
                <a:lnTo>
                  <a:pt x="4558581" y="53295"/>
                </a:lnTo>
                <a:lnTo>
                  <a:pt x="4558348" y="53739"/>
                </a:lnTo>
                <a:lnTo>
                  <a:pt x="4558151" y="54232"/>
                </a:lnTo>
                <a:lnTo>
                  <a:pt x="4557993" y="54778"/>
                </a:lnTo>
                <a:lnTo>
                  <a:pt x="4557876" y="55377"/>
                </a:lnTo>
                <a:lnTo>
                  <a:pt x="4557804" y="56034"/>
                </a:lnTo>
                <a:lnTo>
                  <a:pt x="4557779" y="56751"/>
                </a:lnTo>
                <a:lnTo>
                  <a:pt x="4557805" y="57444"/>
                </a:lnTo>
                <a:lnTo>
                  <a:pt x="4557880" y="58080"/>
                </a:lnTo>
                <a:lnTo>
                  <a:pt x="4558000" y="58660"/>
                </a:lnTo>
                <a:lnTo>
                  <a:pt x="4558163" y="59188"/>
                </a:lnTo>
                <a:lnTo>
                  <a:pt x="4558366" y="59665"/>
                </a:lnTo>
                <a:lnTo>
                  <a:pt x="4558605" y="60095"/>
                </a:lnTo>
                <a:lnTo>
                  <a:pt x="4558877" y="60479"/>
                </a:lnTo>
                <a:lnTo>
                  <a:pt x="4559179" y="60821"/>
                </a:lnTo>
                <a:lnTo>
                  <a:pt x="4559508" y="61123"/>
                </a:lnTo>
                <a:lnTo>
                  <a:pt x="4559860" y="61387"/>
                </a:lnTo>
                <a:lnTo>
                  <a:pt x="4560233" y="61616"/>
                </a:lnTo>
                <a:lnTo>
                  <a:pt x="4560623" y="61812"/>
                </a:lnTo>
                <a:lnTo>
                  <a:pt x="4561027" y="61978"/>
                </a:lnTo>
                <a:lnTo>
                  <a:pt x="4561442" y="62116"/>
                </a:lnTo>
                <a:lnTo>
                  <a:pt x="4561865" y="62230"/>
                </a:lnTo>
                <a:lnTo>
                  <a:pt x="4562292" y="62321"/>
                </a:lnTo>
                <a:lnTo>
                  <a:pt x="4562720" y="62391"/>
                </a:lnTo>
                <a:lnTo>
                  <a:pt x="4563147" y="62444"/>
                </a:lnTo>
                <a:lnTo>
                  <a:pt x="4563569" y="62482"/>
                </a:lnTo>
                <a:lnTo>
                  <a:pt x="4563982" y="62508"/>
                </a:lnTo>
                <a:lnTo>
                  <a:pt x="4564384" y="62523"/>
                </a:lnTo>
                <a:lnTo>
                  <a:pt x="4564771" y="62531"/>
                </a:lnTo>
                <a:lnTo>
                  <a:pt x="4565141" y="62534"/>
                </a:lnTo>
                <a:lnTo>
                  <a:pt x="4565490" y="62535"/>
                </a:lnTo>
                <a:lnTo>
                  <a:pt x="4574168" y="62535"/>
                </a:lnTo>
                <a:lnTo>
                  <a:pt x="4574168" y="122048"/>
                </a:lnTo>
                <a:lnTo>
                  <a:pt x="4565684" y="122048"/>
                </a:lnTo>
                <a:lnTo>
                  <a:pt x="4565290" y="122049"/>
                </a:lnTo>
                <a:lnTo>
                  <a:pt x="4564880" y="122052"/>
                </a:lnTo>
                <a:lnTo>
                  <a:pt x="4564458" y="122060"/>
                </a:lnTo>
                <a:lnTo>
                  <a:pt x="4564027" y="122076"/>
                </a:lnTo>
                <a:lnTo>
                  <a:pt x="4563589" y="122102"/>
                </a:lnTo>
                <a:lnTo>
                  <a:pt x="4563147" y="122141"/>
                </a:lnTo>
                <a:lnTo>
                  <a:pt x="4562704" y="122196"/>
                </a:lnTo>
                <a:lnTo>
                  <a:pt x="4562263" y="122269"/>
                </a:lnTo>
                <a:lnTo>
                  <a:pt x="4561827" y="122363"/>
                </a:lnTo>
                <a:lnTo>
                  <a:pt x="4561398" y="122480"/>
                </a:lnTo>
                <a:lnTo>
                  <a:pt x="4560980" y="122623"/>
                </a:lnTo>
                <a:lnTo>
                  <a:pt x="4560575" y="122795"/>
                </a:lnTo>
                <a:lnTo>
                  <a:pt x="4560185" y="122998"/>
                </a:lnTo>
                <a:lnTo>
                  <a:pt x="4559815" y="123234"/>
                </a:lnTo>
                <a:lnTo>
                  <a:pt x="4559467" y="123507"/>
                </a:lnTo>
                <a:lnTo>
                  <a:pt x="4559143" y="123818"/>
                </a:lnTo>
                <a:lnTo>
                  <a:pt x="4558847" y="124172"/>
                </a:lnTo>
                <a:lnTo>
                  <a:pt x="4558581" y="124569"/>
                </a:lnTo>
                <a:lnTo>
                  <a:pt x="4558348" y="125013"/>
                </a:lnTo>
                <a:lnTo>
                  <a:pt x="4558151" y="125506"/>
                </a:lnTo>
                <a:lnTo>
                  <a:pt x="4557993" y="126051"/>
                </a:lnTo>
                <a:lnTo>
                  <a:pt x="4557876" y="126650"/>
                </a:lnTo>
                <a:lnTo>
                  <a:pt x="4557804" y="127307"/>
                </a:lnTo>
                <a:lnTo>
                  <a:pt x="4557779" y="128023"/>
                </a:lnTo>
                <a:lnTo>
                  <a:pt x="4557805" y="128717"/>
                </a:lnTo>
                <a:lnTo>
                  <a:pt x="4557880" y="129352"/>
                </a:lnTo>
                <a:lnTo>
                  <a:pt x="4558000" y="129932"/>
                </a:lnTo>
                <a:lnTo>
                  <a:pt x="4558163" y="130460"/>
                </a:lnTo>
                <a:lnTo>
                  <a:pt x="4558366" y="130937"/>
                </a:lnTo>
                <a:lnTo>
                  <a:pt x="4558605" y="131367"/>
                </a:lnTo>
                <a:lnTo>
                  <a:pt x="4558877" y="131752"/>
                </a:lnTo>
                <a:lnTo>
                  <a:pt x="4559179" y="132093"/>
                </a:lnTo>
                <a:lnTo>
                  <a:pt x="4559508" y="132395"/>
                </a:lnTo>
                <a:lnTo>
                  <a:pt x="4559860" y="132659"/>
                </a:lnTo>
                <a:lnTo>
                  <a:pt x="4560233" y="132888"/>
                </a:lnTo>
                <a:lnTo>
                  <a:pt x="4560623" y="133084"/>
                </a:lnTo>
                <a:lnTo>
                  <a:pt x="4561027" y="133250"/>
                </a:lnTo>
                <a:lnTo>
                  <a:pt x="4561442" y="133389"/>
                </a:lnTo>
                <a:lnTo>
                  <a:pt x="4561865" y="133502"/>
                </a:lnTo>
                <a:lnTo>
                  <a:pt x="4562292" y="133593"/>
                </a:lnTo>
                <a:lnTo>
                  <a:pt x="4562720" y="133664"/>
                </a:lnTo>
                <a:lnTo>
                  <a:pt x="4563147" y="133717"/>
                </a:lnTo>
                <a:lnTo>
                  <a:pt x="4563569" y="133755"/>
                </a:lnTo>
                <a:lnTo>
                  <a:pt x="4563982" y="133780"/>
                </a:lnTo>
                <a:lnTo>
                  <a:pt x="4564384" y="133796"/>
                </a:lnTo>
                <a:lnTo>
                  <a:pt x="4564771" y="133804"/>
                </a:lnTo>
                <a:lnTo>
                  <a:pt x="4565141" y="133807"/>
                </a:lnTo>
                <a:lnTo>
                  <a:pt x="4565490" y="133807"/>
                </a:lnTo>
                <a:lnTo>
                  <a:pt x="4596146" y="133807"/>
                </a:lnTo>
                <a:lnTo>
                  <a:pt x="4596495" y="133807"/>
                </a:lnTo>
                <a:lnTo>
                  <a:pt x="4596864" y="133804"/>
                </a:lnTo>
                <a:lnTo>
                  <a:pt x="4597252" y="133796"/>
                </a:lnTo>
                <a:lnTo>
                  <a:pt x="4597654" y="133780"/>
                </a:lnTo>
                <a:lnTo>
                  <a:pt x="4598067" y="133755"/>
                </a:lnTo>
                <a:lnTo>
                  <a:pt x="4598489" y="133717"/>
                </a:lnTo>
                <a:lnTo>
                  <a:pt x="4598915" y="133664"/>
                </a:lnTo>
                <a:lnTo>
                  <a:pt x="4599344" y="133593"/>
                </a:lnTo>
                <a:lnTo>
                  <a:pt x="4599771" y="133502"/>
                </a:lnTo>
                <a:lnTo>
                  <a:pt x="4600194" y="133389"/>
                </a:lnTo>
                <a:lnTo>
                  <a:pt x="4600609" y="133250"/>
                </a:lnTo>
                <a:lnTo>
                  <a:pt x="4601013" y="133084"/>
                </a:lnTo>
                <a:lnTo>
                  <a:pt x="4601403" y="132888"/>
                </a:lnTo>
                <a:lnTo>
                  <a:pt x="4601776" y="132659"/>
                </a:lnTo>
                <a:lnTo>
                  <a:pt x="4602128" y="132395"/>
                </a:lnTo>
                <a:lnTo>
                  <a:pt x="4602457" y="132093"/>
                </a:lnTo>
                <a:lnTo>
                  <a:pt x="4602759" y="131752"/>
                </a:lnTo>
                <a:lnTo>
                  <a:pt x="4603031" y="131367"/>
                </a:lnTo>
                <a:lnTo>
                  <a:pt x="4603270" y="130937"/>
                </a:lnTo>
                <a:lnTo>
                  <a:pt x="4603473" y="130460"/>
                </a:lnTo>
                <a:lnTo>
                  <a:pt x="4603636" y="129932"/>
                </a:lnTo>
                <a:lnTo>
                  <a:pt x="4603756" y="129352"/>
                </a:lnTo>
                <a:lnTo>
                  <a:pt x="4603831" y="128717"/>
                </a:lnTo>
                <a:lnTo>
                  <a:pt x="4603856" y="128023"/>
                </a:lnTo>
                <a:lnTo>
                  <a:pt x="4603832" y="127307"/>
                </a:lnTo>
                <a:lnTo>
                  <a:pt x="4603760" y="126650"/>
                </a:lnTo>
                <a:lnTo>
                  <a:pt x="4603643" y="126051"/>
                </a:lnTo>
                <a:lnTo>
                  <a:pt x="4603485" y="125506"/>
                </a:lnTo>
                <a:lnTo>
                  <a:pt x="4603288" y="125013"/>
                </a:lnTo>
                <a:lnTo>
                  <a:pt x="4603055" y="124569"/>
                </a:lnTo>
                <a:lnTo>
                  <a:pt x="4602789" y="124172"/>
                </a:lnTo>
                <a:lnTo>
                  <a:pt x="4602493" y="123818"/>
                </a:lnTo>
                <a:lnTo>
                  <a:pt x="4602169" y="123507"/>
                </a:lnTo>
                <a:lnTo>
                  <a:pt x="4601821" y="123234"/>
                </a:lnTo>
                <a:lnTo>
                  <a:pt x="4601450" y="122998"/>
                </a:lnTo>
                <a:lnTo>
                  <a:pt x="4601061" y="122795"/>
                </a:lnTo>
                <a:lnTo>
                  <a:pt x="4600656" y="122623"/>
                </a:lnTo>
                <a:lnTo>
                  <a:pt x="4600238" y="122480"/>
                </a:lnTo>
                <a:lnTo>
                  <a:pt x="4599809" y="122363"/>
                </a:lnTo>
                <a:lnTo>
                  <a:pt x="4599373" y="122269"/>
                </a:lnTo>
                <a:lnTo>
                  <a:pt x="4598932" y="122196"/>
                </a:lnTo>
                <a:lnTo>
                  <a:pt x="4598489" y="122141"/>
                </a:lnTo>
                <a:lnTo>
                  <a:pt x="4598047" y="122102"/>
                </a:lnTo>
                <a:lnTo>
                  <a:pt x="4597609" y="122076"/>
                </a:lnTo>
                <a:lnTo>
                  <a:pt x="4597178" y="122060"/>
                </a:lnTo>
                <a:lnTo>
                  <a:pt x="4596756" y="122052"/>
                </a:lnTo>
                <a:lnTo>
                  <a:pt x="4596346" y="122049"/>
                </a:lnTo>
                <a:lnTo>
                  <a:pt x="4595952" y="122048"/>
                </a:lnTo>
                <a:lnTo>
                  <a:pt x="4587468" y="122048"/>
                </a:lnTo>
                <a:lnTo>
                  <a:pt x="4587468" y="87959"/>
                </a:lnTo>
                <a:lnTo>
                  <a:pt x="4587541" y="85616"/>
                </a:lnTo>
                <a:lnTo>
                  <a:pt x="4587754" y="83396"/>
                </a:lnTo>
                <a:lnTo>
                  <a:pt x="4588100" y="81295"/>
                </a:lnTo>
                <a:lnTo>
                  <a:pt x="4588570" y="79313"/>
                </a:lnTo>
                <a:lnTo>
                  <a:pt x="4589156" y="77446"/>
                </a:lnTo>
                <a:lnTo>
                  <a:pt x="4589851" y="75694"/>
                </a:lnTo>
                <a:lnTo>
                  <a:pt x="4590645" y="74055"/>
                </a:lnTo>
                <a:lnTo>
                  <a:pt x="4591531" y="72525"/>
                </a:lnTo>
                <a:lnTo>
                  <a:pt x="4592501" y="71103"/>
                </a:lnTo>
                <a:lnTo>
                  <a:pt x="4593546" y="69788"/>
                </a:lnTo>
                <a:lnTo>
                  <a:pt x="4594659" y="68577"/>
                </a:lnTo>
                <a:lnTo>
                  <a:pt x="4595831" y="67468"/>
                </a:lnTo>
                <a:lnTo>
                  <a:pt x="4597054" y="66459"/>
                </a:lnTo>
                <a:lnTo>
                  <a:pt x="4598321" y="65549"/>
                </a:lnTo>
                <a:lnTo>
                  <a:pt x="4599622" y="64735"/>
                </a:lnTo>
                <a:lnTo>
                  <a:pt x="4600950" y="64014"/>
                </a:lnTo>
                <a:lnTo>
                  <a:pt x="4602297" y="63387"/>
                </a:lnTo>
                <a:lnTo>
                  <a:pt x="4603655" y="62849"/>
                </a:lnTo>
                <a:lnTo>
                  <a:pt x="4605015" y="62399"/>
                </a:lnTo>
                <a:lnTo>
                  <a:pt x="4606370" y="62036"/>
                </a:lnTo>
                <a:lnTo>
                  <a:pt x="4607711" y="61757"/>
                </a:lnTo>
                <a:lnTo>
                  <a:pt x="4609030" y="61560"/>
                </a:lnTo>
                <a:lnTo>
                  <a:pt x="4610319" y="61443"/>
                </a:lnTo>
                <a:lnTo>
                  <a:pt x="4611570" y="61405"/>
                </a:lnTo>
                <a:lnTo>
                  <a:pt x="4612808" y="61433"/>
                </a:lnTo>
                <a:lnTo>
                  <a:pt x="4613970" y="61518"/>
                </a:lnTo>
                <a:lnTo>
                  <a:pt x="4615058" y="61659"/>
                </a:lnTo>
                <a:lnTo>
                  <a:pt x="4616074" y="61858"/>
                </a:lnTo>
                <a:lnTo>
                  <a:pt x="4617020" y="62114"/>
                </a:lnTo>
                <a:lnTo>
                  <a:pt x="4617898" y="62428"/>
                </a:lnTo>
                <a:lnTo>
                  <a:pt x="4618710" y="62800"/>
                </a:lnTo>
                <a:lnTo>
                  <a:pt x="4619459" y="63231"/>
                </a:lnTo>
                <a:lnTo>
                  <a:pt x="4620146" y="63720"/>
                </a:lnTo>
                <a:lnTo>
                  <a:pt x="4620773" y="64269"/>
                </a:lnTo>
                <a:lnTo>
                  <a:pt x="4621343" y="64877"/>
                </a:lnTo>
                <a:lnTo>
                  <a:pt x="4621858" y="65545"/>
                </a:lnTo>
                <a:lnTo>
                  <a:pt x="4622320" y="66273"/>
                </a:lnTo>
                <a:lnTo>
                  <a:pt x="4622730" y="67062"/>
                </a:lnTo>
                <a:lnTo>
                  <a:pt x="4623092" y="67911"/>
                </a:lnTo>
                <a:lnTo>
                  <a:pt x="4623406" y="68822"/>
                </a:lnTo>
                <a:lnTo>
                  <a:pt x="4623676" y="69794"/>
                </a:lnTo>
                <a:lnTo>
                  <a:pt x="4623903" y="70828"/>
                </a:lnTo>
                <a:lnTo>
                  <a:pt x="4624089" y="71924"/>
                </a:lnTo>
                <a:lnTo>
                  <a:pt x="4624237" y="73082"/>
                </a:lnTo>
                <a:lnTo>
                  <a:pt x="4624348" y="74304"/>
                </a:lnTo>
                <a:lnTo>
                  <a:pt x="4624425" y="75588"/>
                </a:lnTo>
                <a:lnTo>
                  <a:pt x="4624470" y="76936"/>
                </a:lnTo>
                <a:lnTo>
                  <a:pt x="4624484" y="78348"/>
                </a:lnTo>
                <a:lnTo>
                  <a:pt x="4624484" y="122048"/>
                </a:lnTo>
                <a:lnTo>
                  <a:pt x="4616968" y="122048"/>
                </a:lnTo>
                <a:lnTo>
                  <a:pt x="4616574" y="122049"/>
                </a:lnTo>
                <a:lnTo>
                  <a:pt x="4616164" y="122052"/>
                </a:lnTo>
                <a:lnTo>
                  <a:pt x="4615742" y="122060"/>
                </a:lnTo>
                <a:lnTo>
                  <a:pt x="4615311" y="122076"/>
                </a:lnTo>
                <a:lnTo>
                  <a:pt x="4614873" y="122102"/>
                </a:lnTo>
                <a:lnTo>
                  <a:pt x="4614431" y="122141"/>
                </a:lnTo>
                <a:lnTo>
                  <a:pt x="4613988" y="122196"/>
                </a:lnTo>
                <a:lnTo>
                  <a:pt x="4613547" y="122269"/>
                </a:lnTo>
                <a:lnTo>
                  <a:pt x="4613111" y="122363"/>
                </a:lnTo>
                <a:lnTo>
                  <a:pt x="4612682" y="122480"/>
                </a:lnTo>
                <a:lnTo>
                  <a:pt x="4612264" y="122623"/>
                </a:lnTo>
                <a:lnTo>
                  <a:pt x="4611858" y="122795"/>
                </a:lnTo>
                <a:lnTo>
                  <a:pt x="4611469" y="122998"/>
                </a:lnTo>
                <a:lnTo>
                  <a:pt x="4611099" y="123234"/>
                </a:lnTo>
                <a:lnTo>
                  <a:pt x="4610751" y="123507"/>
                </a:lnTo>
                <a:lnTo>
                  <a:pt x="4610427" y="123818"/>
                </a:lnTo>
                <a:lnTo>
                  <a:pt x="4610131" y="124172"/>
                </a:lnTo>
                <a:lnTo>
                  <a:pt x="4609864" y="124569"/>
                </a:lnTo>
                <a:lnTo>
                  <a:pt x="4609632" y="125013"/>
                </a:lnTo>
                <a:lnTo>
                  <a:pt x="4609435" y="125506"/>
                </a:lnTo>
                <a:lnTo>
                  <a:pt x="4609276" y="126051"/>
                </a:lnTo>
                <a:lnTo>
                  <a:pt x="4609160" y="126650"/>
                </a:lnTo>
                <a:lnTo>
                  <a:pt x="4609088" y="127307"/>
                </a:lnTo>
                <a:lnTo>
                  <a:pt x="4609063" y="128023"/>
                </a:lnTo>
                <a:lnTo>
                  <a:pt x="4609090" y="128717"/>
                </a:lnTo>
                <a:lnTo>
                  <a:pt x="4609167" y="129352"/>
                </a:lnTo>
                <a:lnTo>
                  <a:pt x="4609292" y="129932"/>
                </a:lnTo>
                <a:lnTo>
                  <a:pt x="4609461" y="130460"/>
                </a:lnTo>
                <a:lnTo>
                  <a:pt x="4609671" y="130937"/>
                </a:lnTo>
                <a:lnTo>
                  <a:pt x="4609919" y="131367"/>
                </a:lnTo>
                <a:lnTo>
                  <a:pt x="4610200" y="131752"/>
                </a:lnTo>
                <a:lnTo>
                  <a:pt x="4610513" y="132093"/>
                </a:lnTo>
                <a:lnTo>
                  <a:pt x="4610852" y="132395"/>
                </a:lnTo>
                <a:lnTo>
                  <a:pt x="4611216" y="132659"/>
                </a:lnTo>
                <a:lnTo>
                  <a:pt x="4611601" y="132888"/>
                </a:lnTo>
                <a:lnTo>
                  <a:pt x="4612003" y="133084"/>
                </a:lnTo>
                <a:lnTo>
                  <a:pt x="4612419" y="133250"/>
                </a:lnTo>
                <a:lnTo>
                  <a:pt x="4612846" y="133389"/>
                </a:lnTo>
                <a:lnTo>
                  <a:pt x="4613280" y="133502"/>
                </a:lnTo>
                <a:lnTo>
                  <a:pt x="4613718" y="133593"/>
                </a:lnTo>
                <a:lnTo>
                  <a:pt x="4614157" y="133664"/>
                </a:lnTo>
                <a:lnTo>
                  <a:pt x="4614594" y="133717"/>
                </a:lnTo>
                <a:lnTo>
                  <a:pt x="4615024" y="133755"/>
                </a:lnTo>
                <a:lnTo>
                  <a:pt x="4615445" y="133780"/>
                </a:lnTo>
                <a:lnTo>
                  <a:pt x="4615853" y="133796"/>
                </a:lnTo>
                <a:lnTo>
                  <a:pt x="4616245" y="133804"/>
                </a:lnTo>
                <a:lnTo>
                  <a:pt x="4616618" y="133807"/>
                </a:lnTo>
                <a:lnTo>
                  <a:pt x="4616968" y="133807"/>
                </a:lnTo>
                <a:lnTo>
                  <a:pt x="4646465" y="133807"/>
                </a:lnTo>
                <a:lnTo>
                  <a:pt x="4646814" y="133807"/>
                </a:lnTo>
                <a:lnTo>
                  <a:pt x="4647183" y="133804"/>
                </a:lnTo>
                <a:lnTo>
                  <a:pt x="4647571" y="133796"/>
                </a:lnTo>
                <a:lnTo>
                  <a:pt x="4647973" y="133780"/>
                </a:lnTo>
                <a:lnTo>
                  <a:pt x="4648386" y="133755"/>
                </a:lnTo>
                <a:lnTo>
                  <a:pt x="4648808" y="133717"/>
                </a:lnTo>
                <a:lnTo>
                  <a:pt x="4649234" y="133664"/>
                </a:lnTo>
                <a:lnTo>
                  <a:pt x="4649663" y="133593"/>
                </a:lnTo>
                <a:lnTo>
                  <a:pt x="4650090" y="133502"/>
                </a:lnTo>
                <a:lnTo>
                  <a:pt x="4650513" y="133389"/>
                </a:lnTo>
                <a:lnTo>
                  <a:pt x="4650928" y="133250"/>
                </a:lnTo>
                <a:lnTo>
                  <a:pt x="4651332" y="133084"/>
                </a:lnTo>
                <a:lnTo>
                  <a:pt x="4651722" y="132888"/>
                </a:lnTo>
                <a:lnTo>
                  <a:pt x="4652095" y="132659"/>
                </a:lnTo>
                <a:lnTo>
                  <a:pt x="4652447" y="132395"/>
                </a:lnTo>
                <a:lnTo>
                  <a:pt x="4652776" y="132093"/>
                </a:lnTo>
                <a:lnTo>
                  <a:pt x="4653078" y="131752"/>
                </a:lnTo>
                <a:lnTo>
                  <a:pt x="4653350" y="131367"/>
                </a:lnTo>
                <a:lnTo>
                  <a:pt x="4653589" y="130937"/>
                </a:lnTo>
                <a:lnTo>
                  <a:pt x="4653792" y="130460"/>
                </a:lnTo>
                <a:lnTo>
                  <a:pt x="4653955" y="129932"/>
                </a:lnTo>
                <a:lnTo>
                  <a:pt x="4654075" y="129352"/>
                </a:lnTo>
                <a:lnTo>
                  <a:pt x="4654150" y="128717"/>
                </a:lnTo>
                <a:lnTo>
                  <a:pt x="4654175" y="128023"/>
                </a:lnTo>
                <a:lnTo>
                  <a:pt x="4654151" y="127307"/>
                </a:lnTo>
                <a:lnTo>
                  <a:pt x="4654079" y="126650"/>
                </a:lnTo>
                <a:lnTo>
                  <a:pt x="4653962" y="126051"/>
                </a:lnTo>
                <a:lnTo>
                  <a:pt x="4653804" y="125506"/>
                </a:lnTo>
                <a:lnTo>
                  <a:pt x="4653607" y="125013"/>
                </a:lnTo>
                <a:lnTo>
                  <a:pt x="4653374" y="124569"/>
                </a:lnTo>
                <a:close/>
                <a:moveTo>
                  <a:pt x="4856635" y="124569"/>
                </a:moveTo>
                <a:lnTo>
                  <a:pt x="4856372" y="124172"/>
                </a:lnTo>
                <a:lnTo>
                  <a:pt x="4856070" y="123818"/>
                </a:lnTo>
                <a:lnTo>
                  <a:pt x="4855730" y="123507"/>
                </a:lnTo>
                <a:lnTo>
                  <a:pt x="4855352" y="123234"/>
                </a:lnTo>
                <a:lnTo>
                  <a:pt x="4854937" y="122998"/>
                </a:lnTo>
                <a:lnTo>
                  <a:pt x="4854485" y="122795"/>
                </a:lnTo>
                <a:lnTo>
                  <a:pt x="4853997" y="122623"/>
                </a:lnTo>
                <a:lnTo>
                  <a:pt x="4853474" y="122480"/>
                </a:lnTo>
                <a:lnTo>
                  <a:pt x="4852915" y="122363"/>
                </a:lnTo>
                <a:lnTo>
                  <a:pt x="4852322" y="122269"/>
                </a:lnTo>
                <a:lnTo>
                  <a:pt x="4851694" y="122196"/>
                </a:lnTo>
                <a:lnTo>
                  <a:pt x="4851033" y="122141"/>
                </a:lnTo>
                <a:lnTo>
                  <a:pt x="4850339" y="122102"/>
                </a:lnTo>
                <a:lnTo>
                  <a:pt x="4849612" y="122076"/>
                </a:lnTo>
                <a:lnTo>
                  <a:pt x="4848853" y="122060"/>
                </a:lnTo>
                <a:lnTo>
                  <a:pt x="4848063" y="122052"/>
                </a:lnTo>
                <a:lnTo>
                  <a:pt x="4847241" y="122049"/>
                </a:lnTo>
                <a:lnTo>
                  <a:pt x="4846389" y="122048"/>
                </a:lnTo>
                <a:lnTo>
                  <a:pt x="4846389" y="75459"/>
                </a:lnTo>
                <a:lnTo>
                  <a:pt x="4846388" y="74886"/>
                </a:lnTo>
                <a:lnTo>
                  <a:pt x="4846379" y="74142"/>
                </a:lnTo>
                <a:lnTo>
                  <a:pt x="4846355" y="73244"/>
                </a:lnTo>
                <a:lnTo>
                  <a:pt x="4846309" y="72209"/>
                </a:lnTo>
                <a:lnTo>
                  <a:pt x="4846234" y="71056"/>
                </a:lnTo>
                <a:lnTo>
                  <a:pt x="4846121" y="69800"/>
                </a:lnTo>
                <a:lnTo>
                  <a:pt x="4845963" y="68461"/>
                </a:lnTo>
                <a:lnTo>
                  <a:pt x="4845753" y="67054"/>
                </a:lnTo>
                <a:lnTo>
                  <a:pt x="4845484" y="65598"/>
                </a:lnTo>
                <a:lnTo>
                  <a:pt x="4845148" y="64110"/>
                </a:lnTo>
                <a:lnTo>
                  <a:pt x="4844737" y="62607"/>
                </a:lnTo>
                <a:lnTo>
                  <a:pt x="4844244" y="61107"/>
                </a:lnTo>
                <a:lnTo>
                  <a:pt x="4843662" y="59627"/>
                </a:lnTo>
                <a:lnTo>
                  <a:pt x="4842983" y="58184"/>
                </a:lnTo>
                <a:lnTo>
                  <a:pt x="4842200" y="56796"/>
                </a:lnTo>
                <a:lnTo>
                  <a:pt x="4841305" y="55480"/>
                </a:lnTo>
                <a:lnTo>
                  <a:pt x="4840290" y="54254"/>
                </a:lnTo>
                <a:lnTo>
                  <a:pt x="4839150" y="53135"/>
                </a:lnTo>
                <a:lnTo>
                  <a:pt x="4837875" y="52141"/>
                </a:lnTo>
                <a:lnTo>
                  <a:pt x="4836459" y="51288"/>
                </a:lnTo>
                <a:lnTo>
                  <a:pt x="4834893" y="50594"/>
                </a:lnTo>
                <a:lnTo>
                  <a:pt x="4833172" y="50077"/>
                </a:lnTo>
                <a:lnTo>
                  <a:pt x="4831286" y="49754"/>
                </a:lnTo>
                <a:lnTo>
                  <a:pt x="4829229" y="49643"/>
                </a:lnTo>
                <a:lnTo>
                  <a:pt x="4828496" y="49656"/>
                </a:lnTo>
                <a:lnTo>
                  <a:pt x="4827742" y="49697"/>
                </a:lnTo>
                <a:lnTo>
                  <a:pt x="4826970" y="49765"/>
                </a:lnTo>
                <a:lnTo>
                  <a:pt x="4826182" y="49863"/>
                </a:lnTo>
                <a:lnTo>
                  <a:pt x="4825380" y="49992"/>
                </a:lnTo>
                <a:lnTo>
                  <a:pt x="4824566" y="50152"/>
                </a:lnTo>
                <a:lnTo>
                  <a:pt x="4823742" y="50345"/>
                </a:lnTo>
                <a:lnTo>
                  <a:pt x="4822910" y="50571"/>
                </a:lnTo>
                <a:lnTo>
                  <a:pt x="4822072" y="50833"/>
                </a:lnTo>
                <a:lnTo>
                  <a:pt x="4821230" y="51130"/>
                </a:lnTo>
                <a:lnTo>
                  <a:pt x="4820386" y="51464"/>
                </a:lnTo>
                <a:lnTo>
                  <a:pt x="4819542" y="51836"/>
                </a:lnTo>
                <a:lnTo>
                  <a:pt x="4818700" y="52248"/>
                </a:lnTo>
                <a:lnTo>
                  <a:pt x="4817862" y="52699"/>
                </a:lnTo>
                <a:lnTo>
                  <a:pt x="4817030" y="53192"/>
                </a:lnTo>
                <a:lnTo>
                  <a:pt x="4816205" y="53728"/>
                </a:lnTo>
                <a:lnTo>
                  <a:pt x="4815391" y="54307"/>
                </a:lnTo>
                <a:lnTo>
                  <a:pt x="4814590" y="54930"/>
                </a:lnTo>
                <a:lnTo>
                  <a:pt x="4813802" y="55600"/>
                </a:lnTo>
                <a:lnTo>
                  <a:pt x="4813030" y="56316"/>
                </a:lnTo>
                <a:lnTo>
                  <a:pt x="4812276" y="57079"/>
                </a:lnTo>
                <a:lnTo>
                  <a:pt x="4811542" y="57892"/>
                </a:lnTo>
                <a:lnTo>
                  <a:pt x="4810831" y="58755"/>
                </a:lnTo>
                <a:lnTo>
                  <a:pt x="4810143" y="59669"/>
                </a:lnTo>
                <a:lnTo>
                  <a:pt x="4809769" y="58866"/>
                </a:lnTo>
                <a:lnTo>
                  <a:pt x="4809369" y="58095"/>
                </a:lnTo>
                <a:lnTo>
                  <a:pt x="4808944" y="57357"/>
                </a:lnTo>
                <a:lnTo>
                  <a:pt x="4808496" y="56651"/>
                </a:lnTo>
                <a:lnTo>
                  <a:pt x="4808023" y="55978"/>
                </a:lnTo>
                <a:lnTo>
                  <a:pt x="4807529" y="55337"/>
                </a:lnTo>
                <a:lnTo>
                  <a:pt x="4807012" y="54730"/>
                </a:lnTo>
                <a:lnTo>
                  <a:pt x="4806473" y="54157"/>
                </a:lnTo>
                <a:lnTo>
                  <a:pt x="4805914" y="53616"/>
                </a:lnTo>
                <a:lnTo>
                  <a:pt x="4805335" y="53110"/>
                </a:lnTo>
                <a:lnTo>
                  <a:pt x="4804736" y="52637"/>
                </a:lnTo>
                <a:lnTo>
                  <a:pt x="4804119" y="52198"/>
                </a:lnTo>
                <a:lnTo>
                  <a:pt x="4803483" y="51793"/>
                </a:lnTo>
                <a:lnTo>
                  <a:pt x="4802830" y="51423"/>
                </a:lnTo>
                <a:lnTo>
                  <a:pt x="4802160" y="51087"/>
                </a:lnTo>
                <a:lnTo>
                  <a:pt x="4801475" y="50786"/>
                </a:lnTo>
                <a:lnTo>
                  <a:pt x="4800773" y="50519"/>
                </a:lnTo>
                <a:lnTo>
                  <a:pt x="4800058" y="50288"/>
                </a:lnTo>
                <a:lnTo>
                  <a:pt x="4799328" y="50091"/>
                </a:lnTo>
                <a:lnTo>
                  <a:pt x="4798584" y="49930"/>
                </a:lnTo>
                <a:lnTo>
                  <a:pt x="4797828" y="49805"/>
                </a:lnTo>
                <a:lnTo>
                  <a:pt x="4797060" y="49715"/>
                </a:lnTo>
                <a:lnTo>
                  <a:pt x="4796281" y="49661"/>
                </a:lnTo>
                <a:lnTo>
                  <a:pt x="4795490" y="49643"/>
                </a:lnTo>
                <a:lnTo>
                  <a:pt x="4794721" y="49657"/>
                </a:lnTo>
                <a:lnTo>
                  <a:pt x="4793957" y="49699"/>
                </a:lnTo>
                <a:lnTo>
                  <a:pt x="4793197" y="49767"/>
                </a:lnTo>
                <a:lnTo>
                  <a:pt x="4792442" y="49863"/>
                </a:lnTo>
                <a:lnTo>
                  <a:pt x="4791692" y="49984"/>
                </a:lnTo>
                <a:lnTo>
                  <a:pt x="4790948" y="50131"/>
                </a:lnTo>
                <a:lnTo>
                  <a:pt x="4790210" y="50303"/>
                </a:lnTo>
                <a:lnTo>
                  <a:pt x="4789478" y="50500"/>
                </a:lnTo>
                <a:lnTo>
                  <a:pt x="4788754" y="50721"/>
                </a:lnTo>
                <a:lnTo>
                  <a:pt x="4788036" y="50966"/>
                </a:lnTo>
                <a:lnTo>
                  <a:pt x="4787325" y="51233"/>
                </a:lnTo>
                <a:lnTo>
                  <a:pt x="4786622" y="51524"/>
                </a:lnTo>
                <a:lnTo>
                  <a:pt x="4785928" y="51836"/>
                </a:lnTo>
                <a:lnTo>
                  <a:pt x="4785241" y="52170"/>
                </a:lnTo>
                <a:lnTo>
                  <a:pt x="4784563" y="52525"/>
                </a:lnTo>
                <a:lnTo>
                  <a:pt x="4783895" y="52901"/>
                </a:lnTo>
                <a:lnTo>
                  <a:pt x="4783235" y="53296"/>
                </a:lnTo>
                <a:lnTo>
                  <a:pt x="4782586" y="53711"/>
                </a:lnTo>
                <a:lnTo>
                  <a:pt x="4781946" y="54146"/>
                </a:lnTo>
                <a:lnTo>
                  <a:pt x="4781317" y="54599"/>
                </a:lnTo>
                <a:lnTo>
                  <a:pt x="4780698" y="55070"/>
                </a:lnTo>
                <a:lnTo>
                  <a:pt x="4780091" y="55558"/>
                </a:lnTo>
                <a:lnTo>
                  <a:pt x="4779495" y="56064"/>
                </a:lnTo>
                <a:lnTo>
                  <a:pt x="4778910" y="56586"/>
                </a:lnTo>
                <a:lnTo>
                  <a:pt x="4778844" y="55889"/>
                </a:lnTo>
                <a:lnTo>
                  <a:pt x="4778744" y="55250"/>
                </a:lnTo>
                <a:lnTo>
                  <a:pt x="4778611" y="54667"/>
                </a:lnTo>
                <a:lnTo>
                  <a:pt x="4778446" y="54137"/>
                </a:lnTo>
                <a:lnTo>
                  <a:pt x="4778252" y="53657"/>
                </a:lnTo>
                <a:lnTo>
                  <a:pt x="4778031" y="53225"/>
                </a:lnTo>
                <a:lnTo>
                  <a:pt x="4777783" y="52839"/>
                </a:lnTo>
                <a:lnTo>
                  <a:pt x="4777511" y="52495"/>
                </a:lnTo>
                <a:lnTo>
                  <a:pt x="4777216" y="52192"/>
                </a:lnTo>
                <a:lnTo>
                  <a:pt x="4776900" y="51927"/>
                </a:lnTo>
                <a:lnTo>
                  <a:pt x="4776564" y="51697"/>
                </a:lnTo>
                <a:lnTo>
                  <a:pt x="4776211" y="51499"/>
                </a:lnTo>
                <a:lnTo>
                  <a:pt x="4775842" y="51332"/>
                </a:lnTo>
                <a:lnTo>
                  <a:pt x="4775458" y="51193"/>
                </a:lnTo>
                <a:lnTo>
                  <a:pt x="4775062" y="51079"/>
                </a:lnTo>
                <a:lnTo>
                  <a:pt x="4774654" y="50988"/>
                </a:lnTo>
                <a:lnTo>
                  <a:pt x="4774237" y="50917"/>
                </a:lnTo>
                <a:lnTo>
                  <a:pt x="4773813" y="50864"/>
                </a:lnTo>
                <a:lnTo>
                  <a:pt x="4773382" y="50825"/>
                </a:lnTo>
                <a:lnTo>
                  <a:pt x="4772947" y="50800"/>
                </a:lnTo>
                <a:lnTo>
                  <a:pt x="4772509" y="50784"/>
                </a:lnTo>
                <a:lnTo>
                  <a:pt x="4772071" y="50776"/>
                </a:lnTo>
                <a:lnTo>
                  <a:pt x="4771633" y="50773"/>
                </a:lnTo>
                <a:lnTo>
                  <a:pt x="4771197" y="50773"/>
                </a:lnTo>
                <a:lnTo>
                  <a:pt x="4765028" y="50773"/>
                </a:lnTo>
                <a:lnTo>
                  <a:pt x="4764656" y="50773"/>
                </a:lnTo>
                <a:lnTo>
                  <a:pt x="4764265" y="50776"/>
                </a:lnTo>
                <a:lnTo>
                  <a:pt x="4763858" y="50784"/>
                </a:lnTo>
                <a:lnTo>
                  <a:pt x="4763439" y="50799"/>
                </a:lnTo>
                <a:lnTo>
                  <a:pt x="4763009" y="50825"/>
                </a:lnTo>
                <a:lnTo>
                  <a:pt x="4762573" y="50863"/>
                </a:lnTo>
                <a:lnTo>
                  <a:pt x="4762134" y="50916"/>
                </a:lnTo>
                <a:lnTo>
                  <a:pt x="4761694" y="50987"/>
                </a:lnTo>
                <a:lnTo>
                  <a:pt x="4761256" y="51078"/>
                </a:lnTo>
                <a:lnTo>
                  <a:pt x="4760825" y="51191"/>
                </a:lnTo>
                <a:lnTo>
                  <a:pt x="4760402" y="51330"/>
                </a:lnTo>
                <a:lnTo>
                  <a:pt x="4759992" y="51496"/>
                </a:lnTo>
                <a:lnTo>
                  <a:pt x="4759596" y="51692"/>
                </a:lnTo>
                <a:lnTo>
                  <a:pt x="4759218" y="51921"/>
                </a:lnTo>
                <a:lnTo>
                  <a:pt x="4758862" y="52186"/>
                </a:lnTo>
                <a:lnTo>
                  <a:pt x="4758530" y="52487"/>
                </a:lnTo>
                <a:lnTo>
                  <a:pt x="4758226" y="52829"/>
                </a:lnTo>
                <a:lnTo>
                  <a:pt x="4757952" y="53214"/>
                </a:lnTo>
                <a:lnTo>
                  <a:pt x="4757712" y="53644"/>
                </a:lnTo>
                <a:lnTo>
                  <a:pt x="4757508" y="54122"/>
                </a:lnTo>
                <a:lnTo>
                  <a:pt x="4757345" y="54649"/>
                </a:lnTo>
                <a:lnTo>
                  <a:pt x="4757224" y="55230"/>
                </a:lnTo>
                <a:lnTo>
                  <a:pt x="4757149" y="55866"/>
                </a:lnTo>
                <a:lnTo>
                  <a:pt x="4757124" y="56560"/>
                </a:lnTo>
                <a:lnTo>
                  <a:pt x="4757145" y="57276"/>
                </a:lnTo>
                <a:lnTo>
                  <a:pt x="4757207" y="57932"/>
                </a:lnTo>
                <a:lnTo>
                  <a:pt x="4757311" y="58532"/>
                </a:lnTo>
                <a:lnTo>
                  <a:pt x="4757456" y="59077"/>
                </a:lnTo>
                <a:lnTo>
                  <a:pt x="4757641" y="59570"/>
                </a:lnTo>
                <a:lnTo>
                  <a:pt x="4757865" y="60014"/>
                </a:lnTo>
                <a:lnTo>
                  <a:pt x="4758129" y="60411"/>
                </a:lnTo>
                <a:lnTo>
                  <a:pt x="4758431" y="60764"/>
                </a:lnTo>
                <a:lnTo>
                  <a:pt x="4758771" y="61076"/>
                </a:lnTo>
                <a:lnTo>
                  <a:pt x="4759149" y="61349"/>
                </a:lnTo>
                <a:lnTo>
                  <a:pt x="4759565" y="61585"/>
                </a:lnTo>
                <a:lnTo>
                  <a:pt x="4760017" y="61788"/>
                </a:lnTo>
                <a:lnTo>
                  <a:pt x="4760505" y="61959"/>
                </a:lnTo>
                <a:lnTo>
                  <a:pt x="4761028" y="62103"/>
                </a:lnTo>
                <a:lnTo>
                  <a:pt x="4761587" y="62220"/>
                </a:lnTo>
                <a:lnTo>
                  <a:pt x="4762181" y="62313"/>
                </a:lnTo>
                <a:lnTo>
                  <a:pt x="4762808" y="62386"/>
                </a:lnTo>
                <a:lnTo>
                  <a:pt x="4763469" y="62441"/>
                </a:lnTo>
                <a:lnTo>
                  <a:pt x="4764164" y="62481"/>
                </a:lnTo>
                <a:lnTo>
                  <a:pt x="4764890" y="62507"/>
                </a:lnTo>
                <a:lnTo>
                  <a:pt x="4765649" y="62523"/>
                </a:lnTo>
                <a:lnTo>
                  <a:pt x="4766440" y="62531"/>
                </a:lnTo>
                <a:lnTo>
                  <a:pt x="4767262" y="62534"/>
                </a:lnTo>
                <a:lnTo>
                  <a:pt x="4768114" y="62535"/>
                </a:lnTo>
                <a:lnTo>
                  <a:pt x="4768114" y="122048"/>
                </a:lnTo>
                <a:lnTo>
                  <a:pt x="4767262" y="122049"/>
                </a:lnTo>
                <a:lnTo>
                  <a:pt x="4766440" y="122052"/>
                </a:lnTo>
                <a:lnTo>
                  <a:pt x="4765649" y="122060"/>
                </a:lnTo>
                <a:lnTo>
                  <a:pt x="4764890" y="122076"/>
                </a:lnTo>
                <a:lnTo>
                  <a:pt x="4764164" y="122102"/>
                </a:lnTo>
                <a:lnTo>
                  <a:pt x="4763469" y="122141"/>
                </a:lnTo>
                <a:lnTo>
                  <a:pt x="4762808" y="122196"/>
                </a:lnTo>
                <a:lnTo>
                  <a:pt x="4762181" y="122269"/>
                </a:lnTo>
                <a:lnTo>
                  <a:pt x="4761587" y="122363"/>
                </a:lnTo>
                <a:lnTo>
                  <a:pt x="4761028" y="122480"/>
                </a:lnTo>
                <a:lnTo>
                  <a:pt x="4760505" y="122623"/>
                </a:lnTo>
                <a:lnTo>
                  <a:pt x="4760017" y="122795"/>
                </a:lnTo>
                <a:lnTo>
                  <a:pt x="4759565" y="122998"/>
                </a:lnTo>
                <a:lnTo>
                  <a:pt x="4759149" y="123234"/>
                </a:lnTo>
                <a:lnTo>
                  <a:pt x="4758771" y="123507"/>
                </a:lnTo>
                <a:lnTo>
                  <a:pt x="4758431" y="123818"/>
                </a:lnTo>
                <a:lnTo>
                  <a:pt x="4758129" y="124172"/>
                </a:lnTo>
                <a:lnTo>
                  <a:pt x="4757865" y="124569"/>
                </a:lnTo>
                <a:lnTo>
                  <a:pt x="4757641" y="125013"/>
                </a:lnTo>
                <a:lnTo>
                  <a:pt x="4757456" y="125506"/>
                </a:lnTo>
                <a:lnTo>
                  <a:pt x="4757311" y="126051"/>
                </a:lnTo>
                <a:lnTo>
                  <a:pt x="4757207" y="126650"/>
                </a:lnTo>
                <a:lnTo>
                  <a:pt x="4757145" y="127307"/>
                </a:lnTo>
                <a:lnTo>
                  <a:pt x="4757124" y="128023"/>
                </a:lnTo>
                <a:lnTo>
                  <a:pt x="4757150" y="128717"/>
                </a:lnTo>
                <a:lnTo>
                  <a:pt x="4757228" y="129352"/>
                </a:lnTo>
                <a:lnTo>
                  <a:pt x="4757353" y="129932"/>
                </a:lnTo>
                <a:lnTo>
                  <a:pt x="4757522" y="130460"/>
                </a:lnTo>
                <a:lnTo>
                  <a:pt x="4757732" y="130937"/>
                </a:lnTo>
                <a:lnTo>
                  <a:pt x="4757979" y="131367"/>
                </a:lnTo>
                <a:lnTo>
                  <a:pt x="4758261" y="131752"/>
                </a:lnTo>
                <a:lnTo>
                  <a:pt x="4758574" y="132093"/>
                </a:lnTo>
                <a:lnTo>
                  <a:pt x="4758913" y="132395"/>
                </a:lnTo>
                <a:lnTo>
                  <a:pt x="4759277" y="132659"/>
                </a:lnTo>
                <a:lnTo>
                  <a:pt x="4759662" y="132888"/>
                </a:lnTo>
                <a:lnTo>
                  <a:pt x="4760064" y="133084"/>
                </a:lnTo>
                <a:lnTo>
                  <a:pt x="4760481" y="133250"/>
                </a:lnTo>
                <a:lnTo>
                  <a:pt x="4760907" y="133389"/>
                </a:lnTo>
                <a:lnTo>
                  <a:pt x="4761342" y="133502"/>
                </a:lnTo>
                <a:lnTo>
                  <a:pt x="4761780" y="133593"/>
                </a:lnTo>
                <a:lnTo>
                  <a:pt x="4762219" y="133664"/>
                </a:lnTo>
                <a:lnTo>
                  <a:pt x="4762655" y="133717"/>
                </a:lnTo>
                <a:lnTo>
                  <a:pt x="4763085" y="133755"/>
                </a:lnTo>
                <a:lnTo>
                  <a:pt x="4763506" y="133780"/>
                </a:lnTo>
                <a:lnTo>
                  <a:pt x="4763914" y="133796"/>
                </a:lnTo>
                <a:lnTo>
                  <a:pt x="4764306" y="133804"/>
                </a:lnTo>
                <a:lnTo>
                  <a:pt x="4764679" y="133807"/>
                </a:lnTo>
                <a:lnTo>
                  <a:pt x="4765028" y="133807"/>
                </a:lnTo>
                <a:lnTo>
                  <a:pt x="4781996" y="133807"/>
                </a:lnTo>
                <a:lnTo>
                  <a:pt x="4782368" y="133807"/>
                </a:lnTo>
                <a:lnTo>
                  <a:pt x="4782759" y="133804"/>
                </a:lnTo>
                <a:lnTo>
                  <a:pt x="4783166" y="133796"/>
                </a:lnTo>
                <a:lnTo>
                  <a:pt x="4783586" y="133780"/>
                </a:lnTo>
                <a:lnTo>
                  <a:pt x="4784015" y="133755"/>
                </a:lnTo>
                <a:lnTo>
                  <a:pt x="4784451" y="133717"/>
                </a:lnTo>
                <a:lnTo>
                  <a:pt x="4784890" y="133664"/>
                </a:lnTo>
                <a:lnTo>
                  <a:pt x="4785330" y="133593"/>
                </a:lnTo>
                <a:lnTo>
                  <a:pt x="4785767" y="133502"/>
                </a:lnTo>
                <a:lnTo>
                  <a:pt x="4786199" y="133389"/>
                </a:lnTo>
                <a:lnTo>
                  <a:pt x="4786621" y="133250"/>
                </a:lnTo>
                <a:lnTo>
                  <a:pt x="4787032" y="133084"/>
                </a:lnTo>
                <a:lnTo>
                  <a:pt x="4787427" y="132888"/>
                </a:lnTo>
                <a:lnTo>
                  <a:pt x="4787804" y="132659"/>
                </a:lnTo>
                <a:lnTo>
                  <a:pt x="4788160" y="132395"/>
                </a:lnTo>
                <a:lnTo>
                  <a:pt x="4788492" y="132093"/>
                </a:lnTo>
                <a:lnTo>
                  <a:pt x="4788796" y="131752"/>
                </a:lnTo>
                <a:lnTo>
                  <a:pt x="4789070" y="131367"/>
                </a:lnTo>
                <a:lnTo>
                  <a:pt x="4789310" y="130937"/>
                </a:lnTo>
                <a:lnTo>
                  <a:pt x="4789513" y="130460"/>
                </a:lnTo>
                <a:lnTo>
                  <a:pt x="4789677" y="129932"/>
                </a:lnTo>
                <a:lnTo>
                  <a:pt x="4789798" y="129352"/>
                </a:lnTo>
                <a:lnTo>
                  <a:pt x="4789872" y="128717"/>
                </a:lnTo>
                <a:lnTo>
                  <a:pt x="4789898" y="128023"/>
                </a:lnTo>
                <a:lnTo>
                  <a:pt x="4789877" y="127307"/>
                </a:lnTo>
                <a:lnTo>
                  <a:pt x="4789814" y="126650"/>
                </a:lnTo>
                <a:lnTo>
                  <a:pt x="4789710" y="126051"/>
                </a:lnTo>
                <a:lnTo>
                  <a:pt x="4789566" y="125506"/>
                </a:lnTo>
                <a:lnTo>
                  <a:pt x="4789381" y="125013"/>
                </a:lnTo>
                <a:lnTo>
                  <a:pt x="4789157" y="124569"/>
                </a:lnTo>
                <a:lnTo>
                  <a:pt x="4788894" y="124172"/>
                </a:lnTo>
                <a:lnTo>
                  <a:pt x="4788592" y="123818"/>
                </a:lnTo>
                <a:lnTo>
                  <a:pt x="4788251" y="123507"/>
                </a:lnTo>
                <a:lnTo>
                  <a:pt x="4787873" y="123234"/>
                </a:lnTo>
                <a:lnTo>
                  <a:pt x="4787458" y="122998"/>
                </a:lnTo>
                <a:lnTo>
                  <a:pt x="4787007" y="122795"/>
                </a:lnTo>
                <a:lnTo>
                  <a:pt x="4786519" y="122623"/>
                </a:lnTo>
                <a:lnTo>
                  <a:pt x="4785995" y="122480"/>
                </a:lnTo>
                <a:lnTo>
                  <a:pt x="4785437" y="122363"/>
                </a:lnTo>
                <a:lnTo>
                  <a:pt x="4784843" y="122269"/>
                </a:lnTo>
                <a:lnTo>
                  <a:pt x="4784216" y="122196"/>
                </a:lnTo>
                <a:lnTo>
                  <a:pt x="4783555" y="122141"/>
                </a:lnTo>
                <a:lnTo>
                  <a:pt x="4782861" y="122102"/>
                </a:lnTo>
                <a:lnTo>
                  <a:pt x="4782134" y="122076"/>
                </a:lnTo>
                <a:lnTo>
                  <a:pt x="4781375" y="122060"/>
                </a:lnTo>
                <a:lnTo>
                  <a:pt x="4780584" y="122052"/>
                </a:lnTo>
                <a:lnTo>
                  <a:pt x="4779763" y="122049"/>
                </a:lnTo>
                <a:lnTo>
                  <a:pt x="4778910" y="122048"/>
                </a:lnTo>
                <a:lnTo>
                  <a:pt x="4778910" y="87574"/>
                </a:lnTo>
                <a:lnTo>
                  <a:pt x="4778951" y="85476"/>
                </a:lnTo>
                <a:lnTo>
                  <a:pt x="4779071" y="83463"/>
                </a:lnTo>
                <a:lnTo>
                  <a:pt x="4779266" y="81534"/>
                </a:lnTo>
                <a:lnTo>
                  <a:pt x="4779533" y="79691"/>
                </a:lnTo>
                <a:lnTo>
                  <a:pt x="4779868" y="77934"/>
                </a:lnTo>
                <a:lnTo>
                  <a:pt x="4780269" y="76263"/>
                </a:lnTo>
                <a:lnTo>
                  <a:pt x="4780732" y="74678"/>
                </a:lnTo>
                <a:lnTo>
                  <a:pt x="4781253" y="73181"/>
                </a:lnTo>
                <a:lnTo>
                  <a:pt x="4781828" y="71771"/>
                </a:lnTo>
                <a:lnTo>
                  <a:pt x="4782456" y="70449"/>
                </a:lnTo>
                <a:lnTo>
                  <a:pt x="4783131" y="69215"/>
                </a:lnTo>
                <a:lnTo>
                  <a:pt x="4783851" y="68070"/>
                </a:lnTo>
                <a:lnTo>
                  <a:pt x="4784612" y="67014"/>
                </a:lnTo>
                <a:lnTo>
                  <a:pt x="4785411" y="66047"/>
                </a:lnTo>
                <a:lnTo>
                  <a:pt x="4786244" y="65171"/>
                </a:lnTo>
                <a:lnTo>
                  <a:pt x="4787108" y="64385"/>
                </a:lnTo>
                <a:lnTo>
                  <a:pt x="4787999" y="63690"/>
                </a:lnTo>
                <a:lnTo>
                  <a:pt x="4788915" y="63087"/>
                </a:lnTo>
                <a:lnTo>
                  <a:pt x="4789851" y="62574"/>
                </a:lnTo>
                <a:lnTo>
                  <a:pt x="4790804" y="62155"/>
                </a:lnTo>
                <a:lnTo>
                  <a:pt x="4791771" y="61827"/>
                </a:lnTo>
                <a:lnTo>
                  <a:pt x="4792748" y="61593"/>
                </a:lnTo>
                <a:lnTo>
                  <a:pt x="4793732" y="61452"/>
                </a:lnTo>
                <a:lnTo>
                  <a:pt x="4794720" y="61405"/>
                </a:lnTo>
                <a:lnTo>
                  <a:pt x="4795265" y="61423"/>
                </a:lnTo>
                <a:lnTo>
                  <a:pt x="4795791" y="61477"/>
                </a:lnTo>
                <a:lnTo>
                  <a:pt x="4796299" y="61570"/>
                </a:lnTo>
                <a:lnTo>
                  <a:pt x="4796787" y="61706"/>
                </a:lnTo>
                <a:lnTo>
                  <a:pt x="4797256" y="61885"/>
                </a:lnTo>
                <a:lnTo>
                  <a:pt x="4797704" y="62112"/>
                </a:lnTo>
                <a:lnTo>
                  <a:pt x="4798132" y="62389"/>
                </a:lnTo>
                <a:lnTo>
                  <a:pt x="4798539" y="62717"/>
                </a:lnTo>
                <a:lnTo>
                  <a:pt x="4798925" y="63101"/>
                </a:lnTo>
                <a:lnTo>
                  <a:pt x="4799289" y="63542"/>
                </a:lnTo>
                <a:lnTo>
                  <a:pt x="4799630" y="64043"/>
                </a:lnTo>
                <a:lnTo>
                  <a:pt x="4799949" y="64606"/>
                </a:lnTo>
                <a:lnTo>
                  <a:pt x="4800245" y="65235"/>
                </a:lnTo>
                <a:lnTo>
                  <a:pt x="4800517" y="65931"/>
                </a:lnTo>
                <a:lnTo>
                  <a:pt x="4800765" y="66698"/>
                </a:lnTo>
                <a:lnTo>
                  <a:pt x="4800989" y="67538"/>
                </a:lnTo>
                <a:lnTo>
                  <a:pt x="4801188" y="68453"/>
                </a:lnTo>
                <a:lnTo>
                  <a:pt x="4801362" y="69446"/>
                </a:lnTo>
                <a:lnTo>
                  <a:pt x="4801510" y="70520"/>
                </a:lnTo>
                <a:lnTo>
                  <a:pt x="4801633" y="71678"/>
                </a:lnTo>
                <a:lnTo>
                  <a:pt x="4801729" y="72921"/>
                </a:lnTo>
                <a:lnTo>
                  <a:pt x="4801798" y="74253"/>
                </a:lnTo>
                <a:lnTo>
                  <a:pt x="4801839" y="75675"/>
                </a:lnTo>
                <a:lnTo>
                  <a:pt x="4801853" y="77192"/>
                </a:lnTo>
                <a:lnTo>
                  <a:pt x="4801853" y="122048"/>
                </a:lnTo>
                <a:lnTo>
                  <a:pt x="4801390" y="122049"/>
                </a:lnTo>
                <a:lnTo>
                  <a:pt x="4800917" y="122052"/>
                </a:lnTo>
                <a:lnTo>
                  <a:pt x="4800437" y="122060"/>
                </a:lnTo>
                <a:lnTo>
                  <a:pt x="4799953" y="122076"/>
                </a:lnTo>
                <a:lnTo>
                  <a:pt x="4799467" y="122102"/>
                </a:lnTo>
                <a:lnTo>
                  <a:pt x="4798983" y="122141"/>
                </a:lnTo>
                <a:lnTo>
                  <a:pt x="4798501" y="122196"/>
                </a:lnTo>
                <a:lnTo>
                  <a:pt x="4798026" y="122269"/>
                </a:lnTo>
                <a:lnTo>
                  <a:pt x="4797559" y="122363"/>
                </a:lnTo>
                <a:lnTo>
                  <a:pt x="4797104" y="122480"/>
                </a:lnTo>
                <a:lnTo>
                  <a:pt x="4796663" y="122623"/>
                </a:lnTo>
                <a:lnTo>
                  <a:pt x="4796238" y="122795"/>
                </a:lnTo>
                <a:lnTo>
                  <a:pt x="4795832" y="122998"/>
                </a:lnTo>
                <a:lnTo>
                  <a:pt x="4795448" y="123234"/>
                </a:lnTo>
                <a:lnTo>
                  <a:pt x="4795088" y="123507"/>
                </a:lnTo>
                <a:lnTo>
                  <a:pt x="4794755" y="123818"/>
                </a:lnTo>
                <a:lnTo>
                  <a:pt x="4794451" y="124172"/>
                </a:lnTo>
                <a:lnTo>
                  <a:pt x="4794180" y="124569"/>
                </a:lnTo>
                <a:lnTo>
                  <a:pt x="4793943" y="125013"/>
                </a:lnTo>
                <a:lnTo>
                  <a:pt x="4793743" y="125506"/>
                </a:lnTo>
                <a:lnTo>
                  <a:pt x="4793584" y="126051"/>
                </a:lnTo>
                <a:lnTo>
                  <a:pt x="4793466" y="126650"/>
                </a:lnTo>
                <a:lnTo>
                  <a:pt x="4793394" y="127307"/>
                </a:lnTo>
                <a:lnTo>
                  <a:pt x="4793369" y="128023"/>
                </a:lnTo>
                <a:lnTo>
                  <a:pt x="4793396" y="128717"/>
                </a:lnTo>
                <a:lnTo>
                  <a:pt x="4793473" y="129352"/>
                </a:lnTo>
                <a:lnTo>
                  <a:pt x="4793598" y="129932"/>
                </a:lnTo>
                <a:lnTo>
                  <a:pt x="4793767" y="130460"/>
                </a:lnTo>
                <a:lnTo>
                  <a:pt x="4793977" y="130937"/>
                </a:lnTo>
                <a:lnTo>
                  <a:pt x="4794225" y="131367"/>
                </a:lnTo>
                <a:lnTo>
                  <a:pt x="4794507" y="131752"/>
                </a:lnTo>
                <a:lnTo>
                  <a:pt x="4794819" y="132093"/>
                </a:lnTo>
                <a:lnTo>
                  <a:pt x="4795159" y="132395"/>
                </a:lnTo>
                <a:lnTo>
                  <a:pt x="4795523" y="132659"/>
                </a:lnTo>
                <a:lnTo>
                  <a:pt x="4795908" y="132888"/>
                </a:lnTo>
                <a:lnTo>
                  <a:pt x="4796310" y="133084"/>
                </a:lnTo>
                <a:lnTo>
                  <a:pt x="4796726" y="133250"/>
                </a:lnTo>
                <a:lnTo>
                  <a:pt x="4797153" y="133389"/>
                </a:lnTo>
                <a:lnTo>
                  <a:pt x="4797587" y="133502"/>
                </a:lnTo>
                <a:lnTo>
                  <a:pt x="4798026" y="133593"/>
                </a:lnTo>
                <a:lnTo>
                  <a:pt x="4798464" y="133664"/>
                </a:lnTo>
                <a:lnTo>
                  <a:pt x="4798901" y="133717"/>
                </a:lnTo>
                <a:lnTo>
                  <a:pt x="4799331" y="133755"/>
                </a:lnTo>
                <a:lnTo>
                  <a:pt x="4799752" y="133780"/>
                </a:lnTo>
                <a:lnTo>
                  <a:pt x="4800160" y="133796"/>
                </a:lnTo>
                <a:lnTo>
                  <a:pt x="4800552" y="133804"/>
                </a:lnTo>
                <a:lnTo>
                  <a:pt x="4800924" y="133807"/>
                </a:lnTo>
                <a:lnTo>
                  <a:pt x="4801274" y="133807"/>
                </a:lnTo>
                <a:lnTo>
                  <a:pt x="4815733" y="133807"/>
                </a:lnTo>
                <a:lnTo>
                  <a:pt x="4816105" y="133807"/>
                </a:lnTo>
                <a:lnTo>
                  <a:pt x="4816496" y="133804"/>
                </a:lnTo>
                <a:lnTo>
                  <a:pt x="4816903" y="133796"/>
                </a:lnTo>
                <a:lnTo>
                  <a:pt x="4817322" y="133780"/>
                </a:lnTo>
                <a:lnTo>
                  <a:pt x="4817752" y="133755"/>
                </a:lnTo>
                <a:lnTo>
                  <a:pt x="4818188" y="133717"/>
                </a:lnTo>
                <a:lnTo>
                  <a:pt x="4818627" y="133664"/>
                </a:lnTo>
                <a:lnTo>
                  <a:pt x="4819067" y="133593"/>
                </a:lnTo>
                <a:lnTo>
                  <a:pt x="4819504" y="133502"/>
                </a:lnTo>
                <a:lnTo>
                  <a:pt x="4819936" y="133389"/>
                </a:lnTo>
                <a:lnTo>
                  <a:pt x="4820359" y="133250"/>
                </a:lnTo>
                <a:lnTo>
                  <a:pt x="4820769" y="133084"/>
                </a:lnTo>
                <a:lnTo>
                  <a:pt x="4821165" y="132888"/>
                </a:lnTo>
                <a:lnTo>
                  <a:pt x="4821542" y="132659"/>
                </a:lnTo>
                <a:lnTo>
                  <a:pt x="4821899" y="132395"/>
                </a:lnTo>
                <a:lnTo>
                  <a:pt x="4822230" y="132093"/>
                </a:lnTo>
                <a:lnTo>
                  <a:pt x="4822535" y="131752"/>
                </a:lnTo>
                <a:lnTo>
                  <a:pt x="4822809" y="131367"/>
                </a:lnTo>
                <a:lnTo>
                  <a:pt x="4823049" y="130937"/>
                </a:lnTo>
                <a:lnTo>
                  <a:pt x="4823252" y="130460"/>
                </a:lnTo>
                <a:lnTo>
                  <a:pt x="4823416" y="129932"/>
                </a:lnTo>
                <a:lnTo>
                  <a:pt x="4823537" y="129352"/>
                </a:lnTo>
                <a:lnTo>
                  <a:pt x="4823612" y="128717"/>
                </a:lnTo>
                <a:lnTo>
                  <a:pt x="4823637" y="128023"/>
                </a:lnTo>
                <a:lnTo>
                  <a:pt x="4823616" y="127307"/>
                </a:lnTo>
                <a:lnTo>
                  <a:pt x="4823553" y="126650"/>
                </a:lnTo>
                <a:lnTo>
                  <a:pt x="4823450" y="126051"/>
                </a:lnTo>
                <a:lnTo>
                  <a:pt x="4823305" y="125506"/>
                </a:lnTo>
                <a:lnTo>
                  <a:pt x="4823121" y="125013"/>
                </a:lnTo>
                <a:lnTo>
                  <a:pt x="4822896" y="124569"/>
                </a:lnTo>
                <a:lnTo>
                  <a:pt x="4822633" y="124172"/>
                </a:lnTo>
                <a:lnTo>
                  <a:pt x="4822331" y="123818"/>
                </a:lnTo>
                <a:lnTo>
                  <a:pt x="4821990" y="123507"/>
                </a:lnTo>
                <a:lnTo>
                  <a:pt x="4821613" y="123234"/>
                </a:lnTo>
                <a:lnTo>
                  <a:pt x="4821197" y="122998"/>
                </a:lnTo>
                <a:lnTo>
                  <a:pt x="4820746" y="122795"/>
                </a:lnTo>
                <a:lnTo>
                  <a:pt x="4820258" y="122623"/>
                </a:lnTo>
                <a:lnTo>
                  <a:pt x="4819734" y="122480"/>
                </a:lnTo>
                <a:lnTo>
                  <a:pt x="4819176" y="122363"/>
                </a:lnTo>
                <a:lnTo>
                  <a:pt x="4818583" y="122269"/>
                </a:lnTo>
                <a:lnTo>
                  <a:pt x="4817955" y="122196"/>
                </a:lnTo>
                <a:lnTo>
                  <a:pt x="4817294" y="122141"/>
                </a:lnTo>
                <a:lnTo>
                  <a:pt x="4816600" y="122102"/>
                </a:lnTo>
                <a:lnTo>
                  <a:pt x="4815873" y="122076"/>
                </a:lnTo>
                <a:lnTo>
                  <a:pt x="4815114" y="122060"/>
                </a:lnTo>
                <a:lnTo>
                  <a:pt x="4814324" y="122052"/>
                </a:lnTo>
                <a:lnTo>
                  <a:pt x="4813502" y="122049"/>
                </a:lnTo>
                <a:lnTo>
                  <a:pt x="4812650" y="122048"/>
                </a:lnTo>
                <a:lnTo>
                  <a:pt x="4812650" y="87589"/>
                </a:lnTo>
                <a:lnTo>
                  <a:pt x="4812690" y="85489"/>
                </a:lnTo>
                <a:lnTo>
                  <a:pt x="4812810" y="83474"/>
                </a:lnTo>
                <a:lnTo>
                  <a:pt x="4813005" y="81544"/>
                </a:lnTo>
                <a:lnTo>
                  <a:pt x="4813272" y="79700"/>
                </a:lnTo>
                <a:lnTo>
                  <a:pt x="4813607" y="77941"/>
                </a:lnTo>
                <a:lnTo>
                  <a:pt x="4814008" y="76269"/>
                </a:lnTo>
                <a:lnTo>
                  <a:pt x="4814471" y="74684"/>
                </a:lnTo>
                <a:lnTo>
                  <a:pt x="4814992" y="73185"/>
                </a:lnTo>
                <a:lnTo>
                  <a:pt x="4815568" y="71774"/>
                </a:lnTo>
                <a:lnTo>
                  <a:pt x="4816195" y="70452"/>
                </a:lnTo>
                <a:lnTo>
                  <a:pt x="4816870" y="69217"/>
                </a:lnTo>
                <a:lnTo>
                  <a:pt x="4817590" y="68072"/>
                </a:lnTo>
                <a:lnTo>
                  <a:pt x="4818351" y="67015"/>
                </a:lnTo>
                <a:lnTo>
                  <a:pt x="4819150" y="66049"/>
                </a:lnTo>
                <a:lnTo>
                  <a:pt x="4819983" y="65172"/>
                </a:lnTo>
                <a:lnTo>
                  <a:pt x="4820847" y="64386"/>
                </a:lnTo>
                <a:lnTo>
                  <a:pt x="4821738" y="63691"/>
                </a:lnTo>
                <a:lnTo>
                  <a:pt x="4822654" y="63087"/>
                </a:lnTo>
                <a:lnTo>
                  <a:pt x="4823590" y="62575"/>
                </a:lnTo>
                <a:lnTo>
                  <a:pt x="4824543" y="62155"/>
                </a:lnTo>
                <a:lnTo>
                  <a:pt x="4825510" y="61827"/>
                </a:lnTo>
                <a:lnTo>
                  <a:pt x="4826487" y="61593"/>
                </a:lnTo>
                <a:lnTo>
                  <a:pt x="4827471" y="61452"/>
                </a:lnTo>
                <a:lnTo>
                  <a:pt x="4828459" y="61405"/>
                </a:lnTo>
                <a:lnTo>
                  <a:pt x="4829004" y="61423"/>
                </a:lnTo>
                <a:lnTo>
                  <a:pt x="4829530" y="61477"/>
                </a:lnTo>
                <a:lnTo>
                  <a:pt x="4830038" y="61570"/>
                </a:lnTo>
                <a:lnTo>
                  <a:pt x="4830526" y="61706"/>
                </a:lnTo>
                <a:lnTo>
                  <a:pt x="4830995" y="61885"/>
                </a:lnTo>
                <a:lnTo>
                  <a:pt x="4831444" y="62112"/>
                </a:lnTo>
                <a:lnTo>
                  <a:pt x="4831872" y="62389"/>
                </a:lnTo>
                <a:lnTo>
                  <a:pt x="4832279" y="62717"/>
                </a:lnTo>
                <a:lnTo>
                  <a:pt x="4832664" y="63101"/>
                </a:lnTo>
                <a:lnTo>
                  <a:pt x="4833028" y="63542"/>
                </a:lnTo>
                <a:lnTo>
                  <a:pt x="4833369" y="64043"/>
                </a:lnTo>
                <a:lnTo>
                  <a:pt x="4833688" y="64606"/>
                </a:lnTo>
                <a:lnTo>
                  <a:pt x="4833984" y="65235"/>
                </a:lnTo>
                <a:lnTo>
                  <a:pt x="4834256" y="65931"/>
                </a:lnTo>
                <a:lnTo>
                  <a:pt x="4834504" y="66698"/>
                </a:lnTo>
                <a:lnTo>
                  <a:pt x="4834728" y="67538"/>
                </a:lnTo>
                <a:lnTo>
                  <a:pt x="4834927" y="68453"/>
                </a:lnTo>
                <a:lnTo>
                  <a:pt x="4835101" y="69446"/>
                </a:lnTo>
                <a:lnTo>
                  <a:pt x="4835250" y="70520"/>
                </a:lnTo>
                <a:lnTo>
                  <a:pt x="4835372" y="71678"/>
                </a:lnTo>
                <a:lnTo>
                  <a:pt x="4835468" y="72921"/>
                </a:lnTo>
                <a:lnTo>
                  <a:pt x="4835537" y="74253"/>
                </a:lnTo>
                <a:lnTo>
                  <a:pt x="4835579" y="75675"/>
                </a:lnTo>
                <a:lnTo>
                  <a:pt x="4835593" y="77192"/>
                </a:lnTo>
                <a:lnTo>
                  <a:pt x="4835593" y="122048"/>
                </a:lnTo>
                <a:lnTo>
                  <a:pt x="4835129" y="122049"/>
                </a:lnTo>
                <a:lnTo>
                  <a:pt x="4834656" y="122052"/>
                </a:lnTo>
                <a:lnTo>
                  <a:pt x="4834176" y="122060"/>
                </a:lnTo>
                <a:lnTo>
                  <a:pt x="4833691" y="122076"/>
                </a:lnTo>
                <a:lnTo>
                  <a:pt x="4833205" y="122102"/>
                </a:lnTo>
                <a:lnTo>
                  <a:pt x="4832721" y="122141"/>
                </a:lnTo>
                <a:lnTo>
                  <a:pt x="4832239" y="122196"/>
                </a:lnTo>
                <a:lnTo>
                  <a:pt x="4831764" y="122269"/>
                </a:lnTo>
                <a:lnTo>
                  <a:pt x="4831297" y="122363"/>
                </a:lnTo>
                <a:lnTo>
                  <a:pt x="4830842" y="122480"/>
                </a:lnTo>
                <a:lnTo>
                  <a:pt x="4830401" y="122623"/>
                </a:lnTo>
                <a:lnTo>
                  <a:pt x="4829976" y="122795"/>
                </a:lnTo>
                <a:lnTo>
                  <a:pt x="4829570" y="122998"/>
                </a:lnTo>
                <a:lnTo>
                  <a:pt x="4829186" y="123234"/>
                </a:lnTo>
                <a:lnTo>
                  <a:pt x="4828826" y="123507"/>
                </a:lnTo>
                <a:lnTo>
                  <a:pt x="4828493" y="123818"/>
                </a:lnTo>
                <a:lnTo>
                  <a:pt x="4828190" y="124172"/>
                </a:lnTo>
                <a:lnTo>
                  <a:pt x="4827919" y="124569"/>
                </a:lnTo>
                <a:lnTo>
                  <a:pt x="4827682" y="125013"/>
                </a:lnTo>
                <a:lnTo>
                  <a:pt x="4827482" y="125506"/>
                </a:lnTo>
                <a:lnTo>
                  <a:pt x="4827323" y="126051"/>
                </a:lnTo>
                <a:lnTo>
                  <a:pt x="4827205" y="126650"/>
                </a:lnTo>
                <a:lnTo>
                  <a:pt x="4827133" y="127307"/>
                </a:lnTo>
                <a:lnTo>
                  <a:pt x="4827108" y="128023"/>
                </a:lnTo>
                <a:lnTo>
                  <a:pt x="4827135" y="128717"/>
                </a:lnTo>
                <a:lnTo>
                  <a:pt x="4827212" y="129352"/>
                </a:lnTo>
                <a:lnTo>
                  <a:pt x="4827337" y="129932"/>
                </a:lnTo>
                <a:lnTo>
                  <a:pt x="4827506" y="130460"/>
                </a:lnTo>
                <a:lnTo>
                  <a:pt x="4827716" y="130937"/>
                </a:lnTo>
                <a:lnTo>
                  <a:pt x="4827964" y="131367"/>
                </a:lnTo>
                <a:lnTo>
                  <a:pt x="4828245" y="131752"/>
                </a:lnTo>
                <a:lnTo>
                  <a:pt x="4828558" y="132093"/>
                </a:lnTo>
                <a:lnTo>
                  <a:pt x="4828897" y="132395"/>
                </a:lnTo>
                <a:lnTo>
                  <a:pt x="4829261" y="132659"/>
                </a:lnTo>
                <a:lnTo>
                  <a:pt x="4829646" y="132888"/>
                </a:lnTo>
                <a:lnTo>
                  <a:pt x="4830048" y="133084"/>
                </a:lnTo>
                <a:lnTo>
                  <a:pt x="4830464" y="133250"/>
                </a:lnTo>
                <a:lnTo>
                  <a:pt x="4830891" y="133389"/>
                </a:lnTo>
                <a:lnTo>
                  <a:pt x="4831325" y="133502"/>
                </a:lnTo>
                <a:lnTo>
                  <a:pt x="4831763" y="133593"/>
                </a:lnTo>
                <a:lnTo>
                  <a:pt x="4832202" y="133664"/>
                </a:lnTo>
                <a:lnTo>
                  <a:pt x="4832639" y="133717"/>
                </a:lnTo>
                <a:lnTo>
                  <a:pt x="4833069" y="133755"/>
                </a:lnTo>
                <a:lnTo>
                  <a:pt x="4833490" y="133780"/>
                </a:lnTo>
                <a:lnTo>
                  <a:pt x="4833898" y="133796"/>
                </a:lnTo>
                <a:lnTo>
                  <a:pt x="4834290" y="133804"/>
                </a:lnTo>
                <a:lnTo>
                  <a:pt x="4834663" y="133807"/>
                </a:lnTo>
                <a:lnTo>
                  <a:pt x="4835013" y="133807"/>
                </a:lnTo>
                <a:lnTo>
                  <a:pt x="4849472" y="133807"/>
                </a:lnTo>
                <a:lnTo>
                  <a:pt x="4849844" y="133807"/>
                </a:lnTo>
                <a:lnTo>
                  <a:pt x="4850235" y="133804"/>
                </a:lnTo>
                <a:lnTo>
                  <a:pt x="4850642" y="133796"/>
                </a:lnTo>
                <a:lnTo>
                  <a:pt x="4851061" y="133780"/>
                </a:lnTo>
                <a:lnTo>
                  <a:pt x="4851491" y="133755"/>
                </a:lnTo>
                <a:lnTo>
                  <a:pt x="4851927" y="133717"/>
                </a:lnTo>
                <a:lnTo>
                  <a:pt x="4852366" y="133664"/>
                </a:lnTo>
                <a:lnTo>
                  <a:pt x="4852806" y="133593"/>
                </a:lnTo>
                <a:lnTo>
                  <a:pt x="4853244" y="133502"/>
                </a:lnTo>
                <a:lnTo>
                  <a:pt x="4853675" y="133389"/>
                </a:lnTo>
                <a:lnTo>
                  <a:pt x="4854098" y="133250"/>
                </a:lnTo>
                <a:lnTo>
                  <a:pt x="4854508" y="133084"/>
                </a:lnTo>
                <a:lnTo>
                  <a:pt x="4854904" y="132888"/>
                </a:lnTo>
                <a:lnTo>
                  <a:pt x="4855282" y="132659"/>
                </a:lnTo>
                <a:lnTo>
                  <a:pt x="4855638" y="132395"/>
                </a:lnTo>
                <a:lnTo>
                  <a:pt x="4855970" y="132093"/>
                </a:lnTo>
                <a:lnTo>
                  <a:pt x="4856274" y="131752"/>
                </a:lnTo>
                <a:lnTo>
                  <a:pt x="4856548" y="131367"/>
                </a:lnTo>
                <a:lnTo>
                  <a:pt x="4856788" y="130937"/>
                </a:lnTo>
                <a:lnTo>
                  <a:pt x="4856992" y="130460"/>
                </a:lnTo>
                <a:lnTo>
                  <a:pt x="4857155" y="129932"/>
                </a:lnTo>
                <a:lnTo>
                  <a:pt x="4857276" y="129352"/>
                </a:lnTo>
                <a:lnTo>
                  <a:pt x="4857351" y="128717"/>
                </a:lnTo>
                <a:lnTo>
                  <a:pt x="4857376" y="128023"/>
                </a:lnTo>
                <a:lnTo>
                  <a:pt x="4857355" y="127307"/>
                </a:lnTo>
                <a:lnTo>
                  <a:pt x="4857293" y="126650"/>
                </a:lnTo>
                <a:lnTo>
                  <a:pt x="4857189" y="126051"/>
                </a:lnTo>
                <a:lnTo>
                  <a:pt x="4857044" y="125506"/>
                </a:lnTo>
                <a:lnTo>
                  <a:pt x="4856860" y="125013"/>
                </a:lnTo>
                <a:lnTo>
                  <a:pt x="4856635" y="124569"/>
                </a:lnTo>
                <a:close/>
                <a:moveTo>
                  <a:pt x="3530659" y="109621"/>
                </a:moveTo>
                <a:lnTo>
                  <a:pt x="3530373" y="109261"/>
                </a:lnTo>
                <a:lnTo>
                  <a:pt x="3530058" y="108941"/>
                </a:lnTo>
                <a:lnTo>
                  <a:pt x="3529721" y="108659"/>
                </a:lnTo>
                <a:lnTo>
                  <a:pt x="3529364" y="108412"/>
                </a:lnTo>
                <a:lnTo>
                  <a:pt x="3528993" y="108198"/>
                </a:lnTo>
                <a:lnTo>
                  <a:pt x="3528611" y="108014"/>
                </a:lnTo>
                <a:lnTo>
                  <a:pt x="3528223" y="107859"/>
                </a:lnTo>
                <a:lnTo>
                  <a:pt x="3527834" y="107730"/>
                </a:lnTo>
                <a:lnTo>
                  <a:pt x="3527447" y="107623"/>
                </a:lnTo>
                <a:lnTo>
                  <a:pt x="3527068" y="107539"/>
                </a:lnTo>
                <a:lnTo>
                  <a:pt x="3526699" y="107472"/>
                </a:lnTo>
                <a:lnTo>
                  <a:pt x="3526347" y="107423"/>
                </a:lnTo>
                <a:lnTo>
                  <a:pt x="3526014" y="107387"/>
                </a:lnTo>
                <a:lnTo>
                  <a:pt x="3525706" y="107363"/>
                </a:lnTo>
                <a:lnTo>
                  <a:pt x="3525427" y="107349"/>
                </a:lnTo>
                <a:lnTo>
                  <a:pt x="3525180" y="107341"/>
                </a:lnTo>
                <a:lnTo>
                  <a:pt x="3524972" y="107339"/>
                </a:lnTo>
                <a:lnTo>
                  <a:pt x="3524805" y="107338"/>
                </a:lnTo>
                <a:lnTo>
                  <a:pt x="3524381" y="107341"/>
                </a:lnTo>
                <a:lnTo>
                  <a:pt x="3523976" y="107352"/>
                </a:lnTo>
                <a:lnTo>
                  <a:pt x="3523590" y="107370"/>
                </a:lnTo>
                <a:lnTo>
                  <a:pt x="3523222" y="107398"/>
                </a:lnTo>
                <a:lnTo>
                  <a:pt x="3522871" y="107436"/>
                </a:lnTo>
                <a:lnTo>
                  <a:pt x="3522536" y="107486"/>
                </a:lnTo>
                <a:lnTo>
                  <a:pt x="3522217" y="107548"/>
                </a:lnTo>
                <a:lnTo>
                  <a:pt x="3521912" y="107624"/>
                </a:lnTo>
                <a:lnTo>
                  <a:pt x="3521622" y="107715"/>
                </a:lnTo>
                <a:lnTo>
                  <a:pt x="3521345" y="107822"/>
                </a:lnTo>
                <a:lnTo>
                  <a:pt x="3521081" y="107945"/>
                </a:lnTo>
                <a:lnTo>
                  <a:pt x="3520828" y="108087"/>
                </a:lnTo>
                <a:lnTo>
                  <a:pt x="3520586" y="108248"/>
                </a:lnTo>
                <a:lnTo>
                  <a:pt x="3520355" y="108429"/>
                </a:lnTo>
                <a:lnTo>
                  <a:pt x="3520133" y="108631"/>
                </a:lnTo>
                <a:lnTo>
                  <a:pt x="3519920" y="108855"/>
                </a:lnTo>
                <a:lnTo>
                  <a:pt x="3519715" y="109103"/>
                </a:lnTo>
                <a:lnTo>
                  <a:pt x="3519518" y="109376"/>
                </a:lnTo>
                <a:lnTo>
                  <a:pt x="3519326" y="109674"/>
                </a:lnTo>
                <a:lnTo>
                  <a:pt x="3519141" y="110000"/>
                </a:lnTo>
                <a:lnTo>
                  <a:pt x="3518961" y="110353"/>
                </a:lnTo>
                <a:lnTo>
                  <a:pt x="3518784" y="110734"/>
                </a:lnTo>
                <a:lnTo>
                  <a:pt x="3518612" y="111146"/>
                </a:lnTo>
                <a:lnTo>
                  <a:pt x="3518442" y="111589"/>
                </a:lnTo>
                <a:lnTo>
                  <a:pt x="3517880" y="112777"/>
                </a:lnTo>
                <a:lnTo>
                  <a:pt x="3517259" y="113883"/>
                </a:lnTo>
                <a:lnTo>
                  <a:pt x="3516584" y="114910"/>
                </a:lnTo>
                <a:lnTo>
                  <a:pt x="3515858" y="115861"/>
                </a:lnTo>
                <a:lnTo>
                  <a:pt x="3515088" y="116739"/>
                </a:lnTo>
                <a:lnTo>
                  <a:pt x="3514278" y="117546"/>
                </a:lnTo>
                <a:lnTo>
                  <a:pt x="3513433" y="118286"/>
                </a:lnTo>
                <a:lnTo>
                  <a:pt x="3512558" y="118960"/>
                </a:lnTo>
                <a:lnTo>
                  <a:pt x="3511657" y="119572"/>
                </a:lnTo>
                <a:lnTo>
                  <a:pt x="3510735" y="120125"/>
                </a:lnTo>
                <a:lnTo>
                  <a:pt x="3509798" y="120621"/>
                </a:lnTo>
                <a:lnTo>
                  <a:pt x="3508850" y="121063"/>
                </a:lnTo>
                <a:lnTo>
                  <a:pt x="3507896" y="121454"/>
                </a:lnTo>
                <a:lnTo>
                  <a:pt x="3506940" y="121796"/>
                </a:lnTo>
                <a:lnTo>
                  <a:pt x="3505989" y="122092"/>
                </a:lnTo>
                <a:lnTo>
                  <a:pt x="3505046" y="122346"/>
                </a:lnTo>
                <a:lnTo>
                  <a:pt x="3504116" y="122559"/>
                </a:lnTo>
                <a:lnTo>
                  <a:pt x="3503204" y="122735"/>
                </a:lnTo>
                <a:lnTo>
                  <a:pt x="3502316" y="122877"/>
                </a:lnTo>
                <a:lnTo>
                  <a:pt x="3501456" y="122986"/>
                </a:lnTo>
                <a:lnTo>
                  <a:pt x="3500628" y="123066"/>
                </a:lnTo>
                <a:lnTo>
                  <a:pt x="3499838" y="123120"/>
                </a:lnTo>
                <a:lnTo>
                  <a:pt x="3499091" y="123151"/>
                </a:lnTo>
                <a:lnTo>
                  <a:pt x="3498391" y="123160"/>
                </a:lnTo>
                <a:lnTo>
                  <a:pt x="3496584" y="123110"/>
                </a:lnTo>
                <a:lnTo>
                  <a:pt x="3494783" y="122961"/>
                </a:lnTo>
                <a:lnTo>
                  <a:pt x="3492991" y="122713"/>
                </a:lnTo>
                <a:lnTo>
                  <a:pt x="3491214" y="122369"/>
                </a:lnTo>
                <a:lnTo>
                  <a:pt x="3489457" y="121929"/>
                </a:lnTo>
                <a:lnTo>
                  <a:pt x="3487724" y="121394"/>
                </a:lnTo>
                <a:lnTo>
                  <a:pt x="3486021" y="120766"/>
                </a:lnTo>
                <a:lnTo>
                  <a:pt x="3484353" y="120045"/>
                </a:lnTo>
                <a:lnTo>
                  <a:pt x="3482724" y="119233"/>
                </a:lnTo>
                <a:lnTo>
                  <a:pt x="3481140" y="118332"/>
                </a:lnTo>
                <a:lnTo>
                  <a:pt x="3479605" y="117341"/>
                </a:lnTo>
                <a:lnTo>
                  <a:pt x="3478124" y="116263"/>
                </a:lnTo>
                <a:lnTo>
                  <a:pt x="3476703" y="115098"/>
                </a:lnTo>
                <a:lnTo>
                  <a:pt x="3475345" y="113847"/>
                </a:lnTo>
                <a:lnTo>
                  <a:pt x="3474057" y="112513"/>
                </a:lnTo>
                <a:lnTo>
                  <a:pt x="3472843" y="111095"/>
                </a:lnTo>
                <a:lnTo>
                  <a:pt x="3471708" y="109596"/>
                </a:lnTo>
                <a:lnTo>
                  <a:pt x="3470656" y="108016"/>
                </a:lnTo>
                <a:lnTo>
                  <a:pt x="3469694" y="106356"/>
                </a:lnTo>
                <a:lnTo>
                  <a:pt x="3468825" y="104617"/>
                </a:lnTo>
                <a:lnTo>
                  <a:pt x="3468055" y="102802"/>
                </a:lnTo>
                <a:lnTo>
                  <a:pt x="3467389" y="100910"/>
                </a:lnTo>
                <a:lnTo>
                  <a:pt x="3466831" y="98943"/>
                </a:lnTo>
                <a:lnTo>
                  <a:pt x="3466387" y="96903"/>
                </a:lnTo>
                <a:lnTo>
                  <a:pt x="3523840" y="96903"/>
                </a:lnTo>
                <a:lnTo>
                  <a:pt x="3524344" y="96902"/>
                </a:lnTo>
                <a:lnTo>
                  <a:pt x="3524842" y="96899"/>
                </a:lnTo>
                <a:lnTo>
                  <a:pt x="3525333" y="96889"/>
                </a:lnTo>
                <a:lnTo>
                  <a:pt x="3525817" y="96870"/>
                </a:lnTo>
                <a:lnTo>
                  <a:pt x="3526290" y="96838"/>
                </a:lnTo>
                <a:lnTo>
                  <a:pt x="3526752" y="96792"/>
                </a:lnTo>
                <a:lnTo>
                  <a:pt x="3527202" y="96726"/>
                </a:lnTo>
                <a:lnTo>
                  <a:pt x="3527638" y="96639"/>
                </a:lnTo>
                <a:lnTo>
                  <a:pt x="3528058" y="96527"/>
                </a:lnTo>
                <a:lnTo>
                  <a:pt x="3528462" y="96387"/>
                </a:lnTo>
                <a:lnTo>
                  <a:pt x="3528847" y="96216"/>
                </a:lnTo>
                <a:lnTo>
                  <a:pt x="3529213" y="96012"/>
                </a:lnTo>
                <a:lnTo>
                  <a:pt x="3529558" y="95770"/>
                </a:lnTo>
                <a:lnTo>
                  <a:pt x="3529880" y="95487"/>
                </a:lnTo>
                <a:lnTo>
                  <a:pt x="3530178" y="95162"/>
                </a:lnTo>
                <a:lnTo>
                  <a:pt x="3530451" y="94790"/>
                </a:lnTo>
                <a:lnTo>
                  <a:pt x="3530697" y="94369"/>
                </a:lnTo>
                <a:lnTo>
                  <a:pt x="3530915" y="93894"/>
                </a:lnTo>
                <a:lnTo>
                  <a:pt x="3531103" y="93365"/>
                </a:lnTo>
                <a:lnTo>
                  <a:pt x="3531260" y="92776"/>
                </a:lnTo>
                <a:lnTo>
                  <a:pt x="3531385" y="92126"/>
                </a:lnTo>
                <a:lnTo>
                  <a:pt x="3531476" y="91410"/>
                </a:lnTo>
                <a:lnTo>
                  <a:pt x="3531531" y="90626"/>
                </a:lnTo>
                <a:lnTo>
                  <a:pt x="3531550" y="89772"/>
                </a:lnTo>
                <a:lnTo>
                  <a:pt x="3531486" y="87041"/>
                </a:lnTo>
                <a:lnTo>
                  <a:pt x="3531293" y="84349"/>
                </a:lnTo>
                <a:lnTo>
                  <a:pt x="3530971" y="81703"/>
                </a:lnTo>
                <a:lnTo>
                  <a:pt x="3530520" y="79109"/>
                </a:lnTo>
                <a:lnTo>
                  <a:pt x="3529940" y="76576"/>
                </a:lnTo>
                <a:lnTo>
                  <a:pt x="3529231" y="74109"/>
                </a:lnTo>
                <a:lnTo>
                  <a:pt x="3528392" y="71715"/>
                </a:lnTo>
                <a:lnTo>
                  <a:pt x="3527423" y="69401"/>
                </a:lnTo>
                <a:lnTo>
                  <a:pt x="3526325" y="67175"/>
                </a:lnTo>
                <a:lnTo>
                  <a:pt x="3525096" y="65042"/>
                </a:lnTo>
                <a:lnTo>
                  <a:pt x="3523738" y="63010"/>
                </a:lnTo>
                <a:lnTo>
                  <a:pt x="3522248" y="61086"/>
                </a:lnTo>
                <a:lnTo>
                  <a:pt x="3520629" y="59277"/>
                </a:lnTo>
                <a:lnTo>
                  <a:pt x="3518878" y="57588"/>
                </a:lnTo>
                <a:lnTo>
                  <a:pt x="3516997" y="56028"/>
                </a:lnTo>
                <a:lnTo>
                  <a:pt x="3514985" y="54603"/>
                </a:lnTo>
                <a:lnTo>
                  <a:pt x="3512841" y="53320"/>
                </a:lnTo>
                <a:lnTo>
                  <a:pt x="3510566" y="52186"/>
                </a:lnTo>
                <a:lnTo>
                  <a:pt x="3508160" y="51207"/>
                </a:lnTo>
                <a:lnTo>
                  <a:pt x="3505622" y="50391"/>
                </a:lnTo>
                <a:lnTo>
                  <a:pt x="3502952" y="49745"/>
                </a:lnTo>
                <a:lnTo>
                  <a:pt x="3500150" y="49274"/>
                </a:lnTo>
                <a:lnTo>
                  <a:pt x="3497215" y="48987"/>
                </a:lnTo>
                <a:lnTo>
                  <a:pt x="3494149" y="48890"/>
                </a:lnTo>
                <a:lnTo>
                  <a:pt x="3491305" y="48989"/>
                </a:lnTo>
                <a:lnTo>
                  <a:pt x="3488513" y="49283"/>
                </a:lnTo>
                <a:lnTo>
                  <a:pt x="3485780" y="49765"/>
                </a:lnTo>
                <a:lnTo>
                  <a:pt x="3483112" y="50428"/>
                </a:lnTo>
                <a:lnTo>
                  <a:pt x="3480514" y="51267"/>
                </a:lnTo>
                <a:lnTo>
                  <a:pt x="3477993" y="52274"/>
                </a:lnTo>
                <a:lnTo>
                  <a:pt x="3475555" y="53443"/>
                </a:lnTo>
                <a:lnTo>
                  <a:pt x="3473206" y="54768"/>
                </a:lnTo>
                <a:lnTo>
                  <a:pt x="3470951" y="56242"/>
                </a:lnTo>
                <a:lnTo>
                  <a:pt x="3468798" y="57860"/>
                </a:lnTo>
                <a:lnTo>
                  <a:pt x="3466753" y="59613"/>
                </a:lnTo>
                <a:lnTo>
                  <a:pt x="3464820" y="61497"/>
                </a:lnTo>
                <a:lnTo>
                  <a:pt x="3463007" y="63504"/>
                </a:lnTo>
                <a:lnTo>
                  <a:pt x="3461320" y="65628"/>
                </a:lnTo>
                <a:lnTo>
                  <a:pt x="3459765" y="67863"/>
                </a:lnTo>
                <a:lnTo>
                  <a:pt x="3458347" y="70202"/>
                </a:lnTo>
                <a:lnTo>
                  <a:pt x="3457073" y="72639"/>
                </a:lnTo>
                <a:lnTo>
                  <a:pt x="3455949" y="75167"/>
                </a:lnTo>
                <a:lnTo>
                  <a:pt x="3454982" y="77780"/>
                </a:lnTo>
                <a:lnTo>
                  <a:pt x="3454176" y="80472"/>
                </a:lnTo>
                <a:lnTo>
                  <a:pt x="3453539" y="83235"/>
                </a:lnTo>
                <a:lnTo>
                  <a:pt x="3453076" y="86064"/>
                </a:lnTo>
                <a:lnTo>
                  <a:pt x="3452794" y="88952"/>
                </a:lnTo>
                <a:lnTo>
                  <a:pt x="3452699" y="91893"/>
                </a:lnTo>
                <a:lnTo>
                  <a:pt x="3452799" y="94815"/>
                </a:lnTo>
                <a:lnTo>
                  <a:pt x="3453097" y="97688"/>
                </a:lnTo>
                <a:lnTo>
                  <a:pt x="3453584" y="100506"/>
                </a:lnTo>
                <a:lnTo>
                  <a:pt x="3454257" y="103261"/>
                </a:lnTo>
                <a:lnTo>
                  <a:pt x="3455107" y="105946"/>
                </a:lnTo>
                <a:lnTo>
                  <a:pt x="3456130" y="108556"/>
                </a:lnTo>
                <a:lnTo>
                  <a:pt x="3457319" y="111084"/>
                </a:lnTo>
                <a:lnTo>
                  <a:pt x="3458668" y="113522"/>
                </a:lnTo>
                <a:lnTo>
                  <a:pt x="3460172" y="115864"/>
                </a:lnTo>
                <a:lnTo>
                  <a:pt x="3461822" y="118104"/>
                </a:lnTo>
                <a:lnTo>
                  <a:pt x="3463615" y="120234"/>
                </a:lnTo>
                <a:lnTo>
                  <a:pt x="3465544" y="122248"/>
                </a:lnTo>
                <a:lnTo>
                  <a:pt x="3467601" y="124140"/>
                </a:lnTo>
                <a:lnTo>
                  <a:pt x="3469783" y="125902"/>
                </a:lnTo>
                <a:lnTo>
                  <a:pt x="3472081" y="127529"/>
                </a:lnTo>
                <a:lnTo>
                  <a:pt x="3474491" y="129012"/>
                </a:lnTo>
                <a:lnTo>
                  <a:pt x="3477006" y="130346"/>
                </a:lnTo>
                <a:lnTo>
                  <a:pt x="3479620" y="131524"/>
                </a:lnTo>
                <a:lnTo>
                  <a:pt x="3482327" y="132539"/>
                </a:lnTo>
                <a:lnTo>
                  <a:pt x="3485121" y="133384"/>
                </a:lnTo>
                <a:lnTo>
                  <a:pt x="3487995" y="134054"/>
                </a:lnTo>
                <a:lnTo>
                  <a:pt x="3490944" y="134540"/>
                </a:lnTo>
                <a:lnTo>
                  <a:pt x="3493961" y="134837"/>
                </a:lnTo>
                <a:lnTo>
                  <a:pt x="3497040" y="134937"/>
                </a:lnTo>
                <a:lnTo>
                  <a:pt x="3500137" y="134849"/>
                </a:lnTo>
                <a:lnTo>
                  <a:pt x="3503066" y="134593"/>
                </a:lnTo>
                <a:lnTo>
                  <a:pt x="3505830" y="134181"/>
                </a:lnTo>
                <a:lnTo>
                  <a:pt x="3508433" y="133629"/>
                </a:lnTo>
                <a:lnTo>
                  <a:pt x="3510879" y="132947"/>
                </a:lnTo>
                <a:lnTo>
                  <a:pt x="3513169" y="132149"/>
                </a:lnTo>
                <a:lnTo>
                  <a:pt x="3515308" y="131248"/>
                </a:lnTo>
                <a:lnTo>
                  <a:pt x="3517298" y="130257"/>
                </a:lnTo>
                <a:lnTo>
                  <a:pt x="3519143" y="129189"/>
                </a:lnTo>
                <a:lnTo>
                  <a:pt x="3520846" y="128057"/>
                </a:lnTo>
                <a:lnTo>
                  <a:pt x="3522410" y="126874"/>
                </a:lnTo>
                <a:lnTo>
                  <a:pt x="3523839" y="125653"/>
                </a:lnTo>
                <a:lnTo>
                  <a:pt x="3525135" y="124406"/>
                </a:lnTo>
                <a:lnTo>
                  <a:pt x="3526301" y="123148"/>
                </a:lnTo>
                <a:lnTo>
                  <a:pt x="3527341" y="121890"/>
                </a:lnTo>
                <a:lnTo>
                  <a:pt x="3528259" y="120646"/>
                </a:lnTo>
                <a:lnTo>
                  <a:pt x="3529056" y="119429"/>
                </a:lnTo>
                <a:lnTo>
                  <a:pt x="3529737" y="118251"/>
                </a:lnTo>
                <a:lnTo>
                  <a:pt x="3530304" y="117126"/>
                </a:lnTo>
                <a:lnTo>
                  <a:pt x="3530761" y="116067"/>
                </a:lnTo>
                <a:lnTo>
                  <a:pt x="3531111" y="115086"/>
                </a:lnTo>
                <a:lnTo>
                  <a:pt x="3531357" y="114197"/>
                </a:lnTo>
                <a:lnTo>
                  <a:pt x="3531503" y="113412"/>
                </a:lnTo>
                <a:lnTo>
                  <a:pt x="3531550" y="112747"/>
                </a:lnTo>
                <a:lnTo>
                  <a:pt x="3531522" y="112100"/>
                </a:lnTo>
                <a:lnTo>
                  <a:pt x="3531440" y="111505"/>
                </a:lnTo>
                <a:lnTo>
                  <a:pt x="3531308" y="110963"/>
                </a:lnTo>
                <a:lnTo>
                  <a:pt x="3531131" y="110469"/>
                </a:lnTo>
                <a:lnTo>
                  <a:pt x="3530913" y="110023"/>
                </a:lnTo>
                <a:lnTo>
                  <a:pt x="3530659" y="109621"/>
                </a:lnTo>
                <a:close/>
                <a:moveTo>
                  <a:pt x="3469338" y="77053"/>
                </a:moveTo>
                <a:lnTo>
                  <a:pt x="3470129" y="75539"/>
                </a:lnTo>
                <a:lnTo>
                  <a:pt x="3470994" y="74080"/>
                </a:lnTo>
                <a:lnTo>
                  <a:pt x="3471929" y="72679"/>
                </a:lnTo>
                <a:lnTo>
                  <a:pt x="3472931" y="71339"/>
                </a:lnTo>
                <a:lnTo>
                  <a:pt x="3473999" y="70063"/>
                </a:lnTo>
                <a:lnTo>
                  <a:pt x="3475128" y="68853"/>
                </a:lnTo>
                <a:lnTo>
                  <a:pt x="3476316" y="67714"/>
                </a:lnTo>
                <a:lnTo>
                  <a:pt x="3477561" y="66649"/>
                </a:lnTo>
                <a:lnTo>
                  <a:pt x="3478859" y="65660"/>
                </a:lnTo>
                <a:lnTo>
                  <a:pt x="3480208" y="64750"/>
                </a:lnTo>
                <a:lnTo>
                  <a:pt x="3481604" y="63923"/>
                </a:lnTo>
                <a:lnTo>
                  <a:pt x="3483045" y="63182"/>
                </a:lnTo>
                <a:lnTo>
                  <a:pt x="3484528" y="62529"/>
                </a:lnTo>
                <a:lnTo>
                  <a:pt x="3486050" y="61968"/>
                </a:lnTo>
                <a:lnTo>
                  <a:pt x="3487609" y="61503"/>
                </a:lnTo>
                <a:lnTo>
                  <a:pt x="3489201" y="61135"/>
                </a:lnTo>
                <a:lnTo>
                  <a:pt x="3490823" y="60869"/>
                </a:lnTo>
                <a:lnTo>
                  <a:pt x="3492473" y="60707"/>
                </a:lnTo>
                <a:lnTo>
                  <a:pt x="3494149" y="60652"/>
                </a:lnTo>
                <a:lnTo>
                  <a:pt x="3495411" y="60678"/>
                </a:lnTo>
                <a:lnTo>
                  <a:pt x="3496688" y="60758"/>
                </a:lnTo>
                <a:lnTo>
                  <a:pt x="3497975" y="60898"/>
                </a:lnTo>
                <a:lnTo>
                  <a:pt x="3499266" y="61101"/>
                </a:lnTo>
                <a:lnTo>
                  <a:pt x="3500556" y="61372"/>
                </a:lnTo>
                <a:lnTo>
                  <a:pt x="3501839" y="61716"/>
                </a:lnTo>
                <a:lnTo>
                  <a:pt x="3503111" y="62136"/>
                </a:lnTo>
                <a:lnTo>
                  <a:pt x="3504367" y="62638"/>
                </a:lnTo>
                <a:lnTo>
                  <a:pt x="3505600" y="63225"/>
                </a:lnTo>
                <a:lnTo>
                  <a:pt x="3506806" y="63902"/>
                </a:lnTo>
                <a:lnTo>
                  <a:pt x="3507979" y="64674"/>
                </a:lnTo>
                <a:lnTo>
                  <a:pt x="3509114" y="65545"/>
                </a:lnTo>
                <a:lnTo>
                  <a:pt x="3510206" y="66520"/>
                </a:lnTo>
                <a:lnTo>
                  <a:pt x="3511250" y="67602"/>
                </a:lnTo>
                <a:lnTo>
                  <a:pt x="3512240" y="68797"/>
                </a:lnTo>
                <a:lnTo>
                  <a:pt x="3513171" y="70108"/>
                </a:lnTo>
                <a:lnTo>
                  <a:pt x="3514037" y="71541"/>
                </a:lnTo>
                <a:lnTo>
                  <a:pt x="3514835" y="73099"/>
                </a:lnTo>
                <a:lnTo>
                  <a:pt x="3515557" y="74788"/>
                </a:lnTo>
                <a:lnTo>
                  <a:pt x="3516199" y="76610"/>
                </a:lnTo>
                <a:lnTo>
                  <a:pt x="3516756" y="78572"/>
                </a:lnTo>
                <a:lnTo>
                  <a:pt x="3517223" y="80677"/>
                </a:lnTo>
                <a:lnTo>
                  <a:pt x="3517593" y="82930"/>
                </a:lnTo>
                <a:lnTo>
                  <a:pt x="3517862" y="85335"/>
                </a:lnTo>
                <a:lnTo>
                  <a:pt x="3466581" y="85335"/>
                </a:lnTo>
                <a:lnTo>
                  <a:pt x="3466963" y="83594"/>
                </a:lnTo>
                <a:lnTo>
                  <a:pt x="3467433" y="81892"/>
                </a:lnTo>
                <a:lnTo>
                  <a:pt x="3467987" y="80233"/>
                </a:lnTo>
                <a:lnTo>
                  <a:pt x="3468623" y="78619"/>
                </a:lnTo>
                <a:lnTo>
                  <a:pt x="3469338" y="77053"/>
                </a:lnTo>
                <a:close/>
                <a:moveTo>
                  <a:pt x="4036736" y="109621"/>
                </a:moveTo>
                <a:lnTo>
                  <a:pt x="4036450" y="109261"/>
                </a:lnTo>
                <a:lnTo>
                  <a:pt x="4036136" y="108941"/>
                </a:lnTo>
                <a:lnTo>
                  <a:pt x="4035798" y="108659"/>
                </a:lnTo>
                <a:lnTo>
                  <a:pt x="4035442" y="108412"/>
                </a:lnTo>
                <a:lnTo>
                  <a:pt x="4035070" y="108198"/>
                </a:lnTo>
                <a:lnTo>
                  <a:pt x="4034689" y="108014"/>
                </a:lnTo>
                <a:lnTo>
                  <a:pt x="4034301" y="107859"/>
                </a:lnTo>
                <a:lnTo>
                  <a:pt x="4033911" y="107730"/>
                </a:lnTo>
                <a:lnTo>
                  <a:pt x="4033525" y="107623"/>
                </a:lnTo>
                <a:lnTo>
                  <a:pt x="4033145" y="107539"/>
                </a:lnTo>
                <a:lnTo>
                  <a:pt x="4032777" y="107472"/>
                </a:lnTo>
                <a:lnTo>
                  <a:pt x="4032424" y="107423"/>
                </a:lnTo>
                <a:lnTo>
                  <a:pt x="4032092" y="107387"/>
                </a:lnTo>
                <a:lnTo>
                  <a:pt x="4031783" y="107363"/>
                </a:lnTo>
                <a:lnTo>
                  <a:pt x="4031504" y="107349"/>
                </a:lnTo>
                <a:lnTo>
                  <a:pt x="4031258" y="107341"/>
                </a:lnTo>
                <a:lnTo>
                  <a:pt x="4031049" y="107339"/>
                </a:lnTo>
                <a:lnTo>
                  <a:pt x="4030882" y="107338"/>
                </a:lnTo>
                <a:lnTo>
                  <a:pt x="4030458" y="107341"/>
                </a:lnTo>
                <a:lnTo>
                  <a:pt x="4030054" y="107352"/>
                </a:lnTo>
                <a:lnTo>
                  <a:pt x="4029668" y="107370"/>
                </a:lnTo>
                <a:lnTo>
                  <a:pt x="4029300" y="107398"/>
                </a:lnTo>
                <a:lnTo>
                  <a:pt x="4028948" y="107436"/>
                </a:lnTo>
                <a:lnTo>
                  <a:pt x="4028614" y="107486"/>
                </a:lnTo>
                <a:lnTo>
                  <a:pt x="4028294" y="107548"/>
                </a:lnTo>
                <a:lnTo>
                  <a:pt x="4027990" y="107624"/>
                </a:lnTo>
                <a:lnTo>
                  <a:pt x="4027700" y="107715"/>
                </a:lnTo>
                <a:lnTo>
                  <a:pt x="4027423" y="107822"/>
                </a:lnTo>
                <a:lnTo>
                  <a:pt x="4027158" y="107945"/>
                </a:lnTo>
                <a:lnTo>
                  <a:pt x="4026905" y="108087"/>
                </a:lnTo>
                <a:lnTo>
                  <a:pt x="4026664" y="108248"/>
                </a:lnTo>
                <a:lnTo>
                  <a:pt x="4026433" y="108429"/>
                </a:lnTo>
                <a:lnTo>
                  <a:pt x="4026211" y="108631"/>
                </a:lnTo>
                <a:lnTo>
                  <a:pt x="4025998" y="108855"/>
                </a:lnTo>
                <a:lnTo>
                  <a:pt x="4025793" y="109103"/>
                </a:lnTo>
                <a:lnTo>
                  <a:pt x="4025595" y="109376"/>
                </a:lnTo>
                <a:lnTo>
                  <a:pt x="4025404" y="109674"/>
                </a:lnTo>
                <a:lnTo>
                  <a:pt x="4025218" y="110000"/>
                </a:lnTo>
                <a:lnTo>
                  <a:pt x="4025038" y="110353"/>
                </a:lnTo>
                <a:lnTo>
                  <a:pt x="4024862" y="110734"/>
                </a:lnTo>
                <a:lnTo>
                  <a:pt x="4024689" y="111146"/>
                </a:lnTo>
                <a:lnTo>
                  <a:pt x="4024519" y="111589"/>
                </a:lnTo>
                <a:lnTo>
                  <a:pt x="4023958" y="112777"/>
                </a:lnTo>
                <a:lnTo>
                  <a:pt x="4023337" y="113883"/>
                </a:lnTo>
                <a:lnTo>
                  <a:pt x="4022661" y="114910"/>
                </a:lnTo>
                <a:lnTo>
                  <a:pt x="4021936" y="115861"/>
                </a:lnTo>
                <a:lnTo>
                  <a:pt x="4021166" y="116739"/>
                </a:lnTo>
                <a:lnTo>
                  <a:pt x="4020356" y="117546"/>
                </a:lnTo>
                <a:lnTo>
                  <a:pt x="4019511" y="118286"/>
                </a:lnTo>
                <a:lnTo>
                  <a:pt x="4018635" y="118960"/>
                </a:lnTo>
                <a:lnTo>
                  <a:pt x="4017734" y="119572"/>
                </a:lnTo>
                <a:lnTo>
                  <a:pt x="4016813" y="120125"/>
                </a:lnTo>
                <a:lnTo>
                  <a:pt x="4015875" y="120621"/>
                </a:lnTo>
                <a:lnTo>
                  <a:pt x="4014927" y="121063"/>
                </a:lnTo>
                <a:lnTo>
                  <a:pt x="4013973" y="121454"/>
                </a:lnTo>
                <a:lnTo>
                  <a:pt x="4013018" y="121796"/>
                </a:lnTo>
                <a:lnTo>
                  <a:pt x="4012066" y="122092"/>
                </a:lnTo>
                <a:lnTo>
                  <a:pt x="4011123" y="122346"/>
                </a:lnTo>
                <a:lnTo>
                  <a:pt x="4010193" y="122559"/>
                </a:lnTo>
                <a:lnTo>
                  <a:pt x="4009282" y="122735"/>
                </a:lnTo>
                <a:lnTo>
                  <a:pt x="4008394" y="122877"/>
                </a:lnTo>
                <a:lnTo>
                  <a:pt x="4007533" y="122986"/>
                </a:lnTo>
                <a:lnTo>
                  <a:pt x="4006706" y="123066"/>
                </a:lnTo>
                <a:lnTo>
                  <a:pt x="4005916" y="123120"/>
                </a:lnTo>
                <a:lnTo>
                  <a:pt x="4005168" y="123151"/>
                </a:lnTo>
                <a:lnTo>
                  <a:pt x="4004468" y="123160"/>
                </a:lnTo>
                <a:lnTo>
                  <a:pt x="4002662" y="123110"/>
                </a:lnTo>
                <a:lnTo>
                  <a:pt x="4000860" y="122961"/>
                </a:lnTo>
                <a:lnTo>
                  <a:pt x="3999068" y="122713"/>
                </a:lnTo>
                <a:lnTo>
                  <a:pt x="3997291" y="122369"/>
                </a:lnTo>
                <a:lnTo>
                  <a:pt x="3995534" y="121929"/>
                </a:lnTo>
                <a:lnTo>
                  <a:pt x="3993802" y="121394"/>
                </a:lnTo>
                <a:lnTo>
                  <a:pt x="3992099" y="120766"/>
                </a:lnTo>
                <a:lnTo>
                  <a:pt x="3990431" y="120045"/>
                </a:lnTo>
                <a:lnTo>
                  <a:pt x="3988802" y="119233"/>
                </a:lnTo>
                <a:lnTo>
                  <a:pt x="3987217" y="118332"/>
                </a:lnTo>
                <a:lnTo>
                  <a:pt x="3985682" y="117341"/>
                </a:lnTo>
                <a:lnTo>
                  <a:pt x="3984202" y="116263"/>
                </a:lnTo>
                <a:lnTo>
                  <a:pt x="3982780" y="115098"/>
                </a:lnTo>
                <a:lnTo>
                  <a:pt x="3981423" y="113847"/>
                </a:lnTo>
                <a:lnTo>
                  <a:pt x="3980135" y="112513"/>
                </a:lnTo>
                <a:lnTo>
                  <a:pt x="3978920" y="111095"/>
                </a:lnTo>
                <a:lnTo>
                  <a:pt x="3977785" y="109596"/>
                </a:lnTo>
                <a:lnTo>
                  <a:pt x="3976734" y="108016"/>
                </a:lnTo>
                <a:lnTo>
                  <a:pt x="3975771" y="106356"/>
                </a:lnTo>
                <a:lnTo>
                  <a:pt x="3974903" y="104617"/>
                </a:lnTo>
                <a:lnTo>
                  <a:pt x="3974133" y="102802"/>
                </a:lnTo>
                <a:lnTo>
                  <a:pt x="3973467" y="100910"/>
                </a:lnTo>
                <a:lnTo>
                  <a:pt x="3972909" y="98943"/>
                </a:lnTo>
                <a:lnTo>
                  <a:pt x="3972465" y="96903"/>
                </a:lnTo>
                <a:lnTo>
                  <a:pt x="4029917" y="96903"/>
                </a:lnTo>
                <a:lnTo>
                  <a:pt x="4030421" y="96902"/>
                </a:lnTo>
                <a:lnTo>
                  <a:pt x="4030920" y="96899"/>
                </a:lnTo>
                <a:lnTo>
                  <a:pt x="4031411" y="96889"/>
                </a:lnTo>
                <a:lnTo>
                  <a:pt x="4031894" y="96870"/>
                </a:lnTo>
                <a:lnTo>
                  <a:pt x="4032368" y="96838"/>
                </a:lnTo>
                <a:lnTo>
                  <a:pt x="4032830" y="96792"/>
                </a:lnTo>
                <a:lnTo>
                  <a:pt x="4033280" y="96726"/>
                </a:lnTo>
                <a:lnTo>
                  <a:pt x="4033716" y="96639"/>
                </a:lnTo>
                <a:lnTo>
                  <a:pt x="4034136" y="96527"/>
                </a:lnTo>
                <a:lnTo>
                  <a:pt x="4034540" y="96387"/>
                </a:lnTo>
                <a:lnTo>
                  <a:pt x="4034925" y="96216"/>
                </a:lnTo>
                <a:lnTo>
                  <a:pt x="4035291" y="96012"/>
                </a:lnTo>
                <a:lnTo>
                  <a:pt x="4035635" y="95770"/>
                </a:lnTo>
                <a:lnTo>
                  <a:pt x="4035957" y="95487"/>
                </a:lnTo>
                <a:lnTo>
                  <a:pt x="4036256" y="95162"/>
                </a:lnTo>
                <a:lnTo>
                  <a:pt x="4036528" y="94790"/>
                </a:lnTo>
                <a:lnTo>
                  <a:pt x="4036774" y="94369"/>
                </a:lnTo>
                <a:lnTo>
                  <a:pt x="4036992" y="93894"/>
                </a:lnTo>
                <a:lnTo>
                  <a:pt x="4037181" y="93365"/>
                </a:lnTo>
                <a:lnTo>
                  <a:pt x="4037338" y="92776"/>
                </a:lnTo>
                <a:lnTo>
                  <a:pt x="4037463" y="92126"/>
                </a:lnTo>
                <a:lnTo>
                  <a:pt x="4037553" y="91410"/>
                </a:lnTo>
                <a:lnTo>
                  <a:pt x="4037609" y="90626"/>
                </a:lnTo>
                <a:lnTo>
                  <a:pt x="4037628" y="89772"/>
                </a:lnTo>
                <a:lnTo>
                  <a:pt x="4037564" y="87041"/>
                </a:lnTo>
                <a:lnTo>
                  <a:pt x="4037371" y="84349"/>
                </a:lnTo>
                <a:lnTo>
                  <a:pt x="4037049" y="81703"/>
                </a:lnTo>
                <a:lnTo>
                  <a:pt x="4036598" y="79109"/>
                </a:lnTo>
                <a:lnTo>
                  <a:pt x="4036018" y="76576"/>
                </a:lnTo>
                <a:lnTo>
                  <a:pt x="4035308" y="74109"/>
                </a:lnTo>
                <a:lnTo>
                  <a:pt x="4034470" y="71715"/>
                </a:lnTo>
                <a:lnTo>
                  <a:pt x="4033501" y="69401"/>
                </a:lnTo>
                <a:lnTo>
                  <a:pt x="4032402" y="67175"/>
                </a:lnTo>
                <a:lnTo>
                  <a:pt x="4031174" y="65042"/>
                </a:lnTo>
                <a:lnTo>
                  <a:pt x="4029815" y="63010"/>
                </a:lnTo>
                <a:lnTo>
                  <a:pt x="4028326" y="61086"/>
                </a:lnTo>
                <a:lnTo>
                  <a:pt x="4026706" y="59277"/>
                </a:lnTo>
                <a:lnTo>
                  <a:pt x="4024956" y="57588"/>
                </a:lnTo>
                <a:lnTo>
                  <a:pt x="4023075" y="56028"/>
                </a:lnTo>
                <a:lnTo>
                  <a:pt x="4021062" y="54603"/>
                </a:lnTo>
                <a:lnTo>
                  <a:pt x="4018919" y="53320"/>
                </a:lnTo>
                <a:lnTo>
                  <a:pt x="4016644" y="52186"/>
                </a:lnTo>
                <a:lnTo>
                  <a:pt x="4014238" y="51207"/>
                </a:lnTo>
                <a:lnTo>
                  <a:pt x="4011699" y="50391"/>
                </a:lnTo>
                <a:lnTo>
                  <a:pt x="4009029" y="49745"/>
                </a:lnTo>
                <a:lnTo>
                  <a:pt x="4006227" y="49274"/>
                </a:lnTo>
                <a:lnTo>
                  <a:pt x="4003293" y="48987"/>
                </a:lnTo>
                <a:lnTo>
                  <a:pt x="4000226" y="48890"/>
                </a:lnTo>
                <a:lnTo>
                  <a:pt x="3997382" y="48989"/>
                </a:lnTo>
                <a:lnTo>
                  <a:pt x="3994591" y="49283"/>
                </a:lnTo>
                <a:lnTo>
                  <a:pt x="3991858" y="49765"/>
                </a:lnTo>
                <a:lnTo>
                  <a:pt x="3989190" y="50428"/>
                </a:lnTo>
                <a:lnTo>
                  <a:pt x="3986592" y="51267"/>
                </a:lnTo>
                <a:lnTo>
                  <a:pt x="3984071" y="52274"/>
                </a:lnTo>
                <a:lnTo>
                  <a:pt x="3981632" y="53443"/>
                </a:lnTo>
                <a:lnTo>
                  <a:pt x="3979283" y="54768"/>
                </a:lnTo>
                <a:lnTo>
                  <a:pt x="3977029" y="56242"/>
                </a:lnTo>
                <a:lnTo>
                  <a:pt x="3974876" y="57860"/>
                </a:lnTo>
                <a:lnTo>
                  <a:pt x="3972830" y="59613"/>
                </a:lnTo>
                <a:lnTo>
                  <a:pt x="3970898" y="61497"/>
                </a:lnTo>
                <a:lnTo>
                  <a:pt x="3969085" y="63504"/>
                </a:lnTo>
                <a:lnTo>
                  <a:pt x="3967398" y="65628"/>
                </a:lnTo>
                <a:lnTo>
                  <a:pt x="3965842" y="67863"/>
                </a:lnTo>
                <a:lnTo>
                  <a:pt x="3964424" y="70202"/>
                </a:lnTo>
                <a:lnTo>
                  <a:pt x="3963151" y="72639"/>
                </a:lnTo>
                <a:lnTo>
                  <a:pt x="3962027" y="75167"/>
                </a:lnTo>
                <a:lnTo>
                  <a:pt x="3961059" y="77780"/>
                </a:lnTo>
                <a:lnTo>
                  <a:pt x="3960254" y="80472"/>
                </a:lnTo>
                <a:lnTo>
                  <a:pt x="3959617" y="83235"/>
                </a:lnTo>
                <a:lnTo>
                  <a:pt x="3959154" y="86064"/>
                </a:lnTo>
                <a:lnTo>
                  <a:pt x="3958872" y="88952"/>
                </a:lnTo>
                <a:lnTo>
                  <a:pt x="3958777" y="91893"/>
                </a:lnTo>
                <a:lnTo>
                  <a:pt x="3958877" y="94815"/>
                </a:lnTo>
                <a:lnTo>
                  <a:pt x="3959174" y="97688"/>
                </a:lnTo>
                <a:lnTo>
                  <a:pt x="3959662" y="100506"/>
                </a:lnTo>
                <a:lnTo>
                  <a:pt x="3960334" y="103261"/>
                </a:lnTo>
                <a:lnTo>
                  <a:pt x="3961185" y="105946"/>
                </a:lnTo>
                <a:lnTo>
                  <a:pt x="3962208" y="108556"/>
                </a:lnTo>
                <a:lnTo>
                  <a:pt x="3963397" y="111084"/>
                </a:lnTo>
                <a:lnTo>
                  <a:pt x="3964746" y="113522"/>
                </a:lnTo>
                <a:lnTo>
                  <a:pt x="3966249" y="115864"/>
                </a:lnTo>
                <a:lnTo>
                  <a:pt x="3967900" y="118104"/>
                </a:lnTo>
                <a:lnTo>
                  <a:pt x="3969693" y="120234"/>
                </a:lnTo>
                <a:lnTo>
                  <a:pt x="3971621" y="122248"/>
                </a:lnTo>
                <a:lnTo>
                  <a:pt x="3973679" y="124140"/>
                </a:lnTo>
                <a:lnTo>
                  <a:pt x="3975860" y="125902"/>
                </a:lnTo>
                <a:lnTo>
                  <a:pt x="3978159" y="127529"/>
                </a:lnTo>
                <a:lnTo>
                  <a:pt x="3980569" y="129012"/>
                </a:lnTo>
                <a:lnTo>
                  <a:pt x="3983084" y="130346"/>
                </a:lnTo>
                <a:lnTo>
                  <a:pt x="3985698" y="131524"/>
                </a:lnTo>
                <a:lnTo>
                  <a:pt x="3988404" y="132539"/>
                </a:lnTo>
                <a:lnTo>
                  <a:pt x="3991198" y="133384"/>
                </a:lnTo>
                <a:lnTo>
                  <a:pt x="3994072" y="134054"/>
                </a:lnTo>
                <a:lnTo>
                  <a:pt x="3997021" y="134540"/>
                </a:lnTo>
                <a:lnTo>
                  <a:pt x="4000038" y="134837"/>
                </a:lnTo>
                <a:lnTo>
                  <a:pt x="4003118" y="134937"/>
                </a:lnTo>
                <a:lnTo>
                  <a:pt x="4006214" y="134849"/>
                </a:lnTo>
                <a:lnTo>
                  <a:pt x="4009143" y="134593"/>
                </a:lnTo>
                <a:lnTo>
                  <a:pt x="4011908" y="134181"/>
                </a:lnTo>
                <a:lnTo>
                  <a:pt x="4014511" y="133629"/>
                </a:lnTo>
                <a:lnTo>
                  <a:pt x="4016956" y="132947"/>
                </a:lnTo>
                <a:lnTo>
                  <a:pt x="4019247" y="132149"/>
                </a:lnTo>
                <a:lnTo>
                  <a:pt x="4021385" y="131248"/>
                </a:lnTo>
                <a:lnTo>
                  <a:pt x="4023376" y="130257"/>
                </a:lnTo>
                <a:lnTo>
                  <a:pt x="4025221" y="129189"/>
                </a:lnTo>
                <a:lnTo>
                  <a:pt x="4026924" y="128057"/>
                </a:lnTo>
                <a:lnTo>
                  <a:pt x="4028488" y="126874"/>
                </a:lnTo>
                <a:lnTo>
                  <a:pt x="4029916" y="125653"/>
                </a:lnTo>
                <a:lnTo>
                  <a:pt x="4031212" y="124406"/>
                </a:lnTo>
                <a:lnTo>
                  <a:pt x="4032379" y="123148"/>
                </a:lnTo>
                <a:lnTo>
                  <a:pt x="4033419" y="121890"/>
                </a:lnTo>
                <a:lnTo>
                  <a:pt x="4034336" y="120646"/>
                </a:lnTo>
                <a:lnTo>
                  <a:pt x="4035134" y="119429"/>
                </a:lnTo>
                <a:lnTo>
                  <a:pt x="4035814" y="118251"/>
                </a:lnTo>
                <a:lnTo>
                  <a:pt x="4036382" y="117126"/>
                </a:lnTo>
                <a:lnTo>
                  <a:pt x="4036839" y="116067"/>
                </a:lnTo>
                <a:lnTo>
                  <a:pt x="4037189" y="115086"/>
                </a:lnTo>
                <a:lnTo>
                  <a:pt x="4037435" y="114197"/>
                </a:lnTo>
                <a:lnTo>
                  <a:pt x="4037580" y="113412"/>
                </a:lnTo>
                <a:lnTo>
                  <a:pt x="4037628" y="112747"/>
                </a:lnTo>
                <a:lnTo>
                  <a:pt x="4037599" y="112100"/>
                </a:lnTo>
                <a:lnTo>
                  <a:pt x="4037517" y="111505"/>
                </a:lnTo>
                <a:lnTo>
                  <a:pt x="4037385" y="110963"/>
                </a:lnTo>
                <a:lnTo>
                  <a:pt x="4037208" y="110469"/>
                </a:lnTo>
                <a:lnTo>
                  <a:pt x="4036991" y="110023"/>
                </a:lnTo>
                <a:lnTo>
                  <a:pt x="4036736" y="109621"/>
                </a:lnTo>
                <a:close/>
                <a:moveTo>
                  <a:pt x="3975416" y="77053"/>
                </a:moveTo>
                <a:lnTo>
                  <a:pt x="3976207" y="75539"/>
                </a:lnTo>
                <a:lnTo>
                  <a:pt x="3977071" y="74080"/>
                </a:lnTo>
                <a:lnTo>
                  <a:pt x="3978006" y="72679"/>
                </a:lnTo>
                <a:lnTo>
                  <a:pt x="3979009" y="71339"/>
                </a:lnTo>
                <a:lnTo>
                  <a:pt x="3980076" y="70063"/>
                </a:lnTo>
                <a:lnTo>
                  <a:pt x="3981206" y="68853"/>
                </a:lnTo>
                <a:lnTo>
                  <a:pt x="3982394" y="67714"/>
                </a:lnTo>
                <a:lnTo>
                  <a:pt x="3983639" y="66649"/>
                </a:lnTo>
                <a:lnTo>
                  <a:pt x="3984937" y="65660"/>
                </a:lnTo>
                <a:lnTo>
                  <a:pt x="3986285" y="64750"/>
                </a:lnTo>
                <a:lnTo>
                  <a:pt x="3987681" y="63923"/>
                </a:lnTo>
                <a:lnTo>
                  <a:pt x="3989122" y="63182"/>
                </a:lnTo>
                <a:lnTo>
                  <a:pt x="3990605" y="62529"/>
                </a:lnTo>
                <a:lnTo>
                  <a:pt x="3992128" y="61968"/>
                </a:lnTo>
                <a:lnTo>
                  <a:pt x="3993686" y="61503"/>
                </a:lnTo>
                <a:lnTo>
                  <a:pt x="3995278" y="61135"/>
                </a:lnTo>
                <a:lnTo>
                  <a:pt x="3996901" y="60869"/>
                </a:lnTo>
                <a:lnTo>
                  <a:pt x="3998551" y="60707"/>
                </a:lnTo>
                <a:lnTo>
                  <a:pt x="4000226" y="60652"/>
                </a:lnTo>
                <a:lnTo>
                  <a:pt x="4001489" y="60678"/>
                </a:lnTo>
                <a:lnTo>
                  <a:pt x="4002766" y="60758"/>
                </a:lnTo>
                <a:lnTo>
                  <a:pt x="4004052" y="60898"/>
                </a:lnTo>
                <a:lnTo>
                  <a:pt x="4005343" y="61101"/>
                </a:lnTo>
                <a:lnTo>
                  <a:pt x="4006633" y="61372"/>
                </a:lnTo>
                <a:lnTo>
                  <a:pt x="4007917" y="61716"/>
                </a:lnTo>
                <a:lnTo>
                  <a:pt x="4009189" y="62136"/>
                </a:lnTo>
                <a:lnTo>
                  <a:pt x="4010444" y="62638"/>
                </a:lnTo>
                <a:lnTo>
                  <a:pt x="4011677" y="63225"/>
                </a:lnTo>
                <a:lnTo>
                  <a:pt x="4012883" y="63902"/>
                </a:lnTo>
                <a:lnTo>
                  <a:pt x="4014056" y="64674"/>
                </a:lnTo>
                <a:lnTo>
                  <a:pt x="4015192" y="65545"/>
                </a:lnTo>
                <a:lnTo>
                  <a:pt x="4016284" y="66520"/>
                </a:lnTo>
                <a:lnTo>
                  <a:pt x="4017327" y="67602"/>
                </a:lnTo>
                <a:lnTo>
                  <a:pt x="4018317" y="68797"/>
                </a:lnTo>
                <a:lnTo>
                  <a:pt x="4019248" y="70108"/>
                </a:lnTo>
                <a:lnTo>
                  <a:pt x="4020115" y="71541"/>
                </a:lnTo>
                <a:lnTo>
                  <a:pt x="4020912" y="73099"/>
                </a:lnTo>
                <a:lnTo>
                  <a:pt x="4021635" y="74788"/>
                </a:lnTo>
                <a:lnTo>
                  <a:pt x="4022277" y="76610"/>
                </a:lnTo>
                <a:lnTo>
                  <a:pt x="4022834" y="78572"/>
                </a:lnTo>
                <a:lnTo>
                  <a:pt x="4023300" y="80677"/>
                </a:lnTo>
                <a:lnTo>
                  <a:pt x="4023671" y="82930"/>
                </a:lnTo>
                <a:lnTo>
                  <a:pt x="4023940" y="85335"/>
                </a:lnTo>
                <a:lnTo>
                  <a:pt x="3972659" y="85335"/>
                </a:lnTo>
                <a:lnTo>
                  <a:pt x="3973041" y="83594"/>
                </a:lnTo>
                <a:lnTo>
                  <a:pt x="3973510" y="81892"/>
                </a:lnTo>
                <a:lnTo>
                  <a:pt x="3974064" y="80233"/>
                </a:lnTo>
                <a:lnTo>
                  <a:pt x="3974700" y="78619"/>
                </a:lnTo>
                <a:lnTo>
                  <a:pt x="3975416" y="77053"/>
                </a:lnTo>
                <a:close/>
                <a:moveTo>
                  <a:pt x="4239422" y="110023"/>
                </a:moveTo>
                <a:lnTo>
                  <a:pt x="4239167" y="109621"/>
                </a:lnTo>
                <a:lnTo>
                  <a:pt x="4238881" y="109261"/>
                </a:lnTo>
                <a:lnTo>
                  <a:pt x="4238567" y="108941"/>
                </a:lnTo>
                <a:lnTo>
                  <a:pt x="4238229" y="108659"/>
                </a:lnTo>
                <a:lnTo>
                  <a:pt x="4237873" y="108412"/>
                </a:lnTo>
                <a:lnTo>
                  <a:pt x="4237501" y="108198"/>
                </a:lnTo>
                <a:lnTo>
                  <a:pt x="4237120" y="108014"/>
                </a:lnTo>
                <a:lnTo>
                  <a:pt x="4236732" y="107859"/>
                </a:lnTo>
                <a:lnTo>
                  <a:pt x="4236343" y="107730"/>
                </a:lnTo>
                <a:lnTo>
                  <a:pt x="4235956" y="107623"/>
                </a:lnTo>
                <a:lnTo>
                  <a:pt x="4235576" y="107539"/>
                </a:lnTo>
                <a:lnTo>
                  <a:pt x="4235208" y="107472"/>
                </a:lnTo>
                <a:lnTo>
                  <a:pt x="4234855" y="107423"/>
                </a:lnTo>
                <a:lnTo>
                  <a:pt x="4234523" y="107387"/>
                </a:lnTo>
                <a:lnTo>
                  <a:pt x="4234214" y="107363"/>
                </a:lnTo>
                <a:lnTo>
                  <a:pt x="4233935" y="107349"/>
                </a:lnTo>
                <a:lnTo>
                  <a:pt x="4233689" y="107341"/>
                </a:lnTo>
                <a:lnTo>
                  <a:pt x="4233480" y="107339"/>
                </a:lnTo>
                <a:lnTo>
                  <a:pt x="4233313" y="107338"/>
                </a:lnTo>
                <a:lnTo>
                  <a:pt x="4232889" y="107341"/>
                </a:lnTo>
                <a:lnTo>
                  <a:pt x="4232485" y="107352"/>
                </a:lnTo>
                <a:lnTo>
                  <a:pt x="4232099" y="107370"/>
                </a:lnTo>
                <a:lnTo>
                  <a:pt x="4231731" y="107398"/>
                </a:lnTo>
                <a:lnTo>
                  <a:pt x="4231379" y="107436"/>
                </a:lnTo>
                <a:lnTo>
                  <a:pt x="4231045" y="107486"/>
                </a:lnTo>
                <a:lnTo>
                  <a:pt x="4230725" y="107548"/>
                </a:lnTo>
                <a:lnTo>
                  <a:pt x="4230421" y="107624"/>
                </a:lnTo>
                <a:lnTo>
                  <a:pt x="4230131" y="107715"/>
                </a:lnTo>
                <a:lnTo>
                  <a:pt x="4229854" y="107822"/>
                </a:lnTo>
                <a:lnTo>
                  <a:pt x="4229589" y="107945"/>
                </a:lnTo>
                <a:lnTo>
                  <a:pt x="4229336" y="108087"/>
                </a:lnTo>
                <a:lnTo>
                  <a:pt x="4229095" y="108248"/>
                </a:lnTo>
                <a:lnTo>
                  <a:pt x="4228864" y="108429"/>
                </a:lnTo>
                <a:lnTo>
                  <a:pt x="4228642" y="108631"/>
                </a:lnTo>
                <a:lnTo>
                  <a:pt x="4228429" y="108855"/>
                </a:lnTo>
                <a:lnTo>
                  <a:pt x="4228224" y="109103"/>
                </a:lnTo>
                <a:lnTo>
                  <a:pt x="4228026" y="109376"/>
                </a:lnTo>
                <a:lnTo>
                  <a:pt x="4227835" y="109674"/>
                </a:lnTo>
                <a:lnTo>
                  <a:pt x="4227649" y="110000"/>
                </a:lnTo>
                <a:lnTo>
                  <a:pt x="4227469" y="110353"/>
                </a:lnTo>
                <a:lnTo>
                  <a:pt x="4227293" y="110734"/>
                </a:lnTo>
                <a:lnTo>
                  <a:pt x="4227120" y="111146"/>
                </a:lnTo>
                <a:lnTo>
                  <a:pt x="4226950" y="111589"/>
                </a:lnTo>
                <a:lnTo>
                  <a:pt x="4226389" y="112777"/>
                </a:lnTo>
                <a:lnTo>
                  <a:pt x="4225768" y="113883"/>
                </a:lnTo>
                <a:lnTo>
                  <a:pt x="4225092" y="114910"/>
                </a:lnTo>
                <a:lnTo>
                  <a:pt x="4224367" y="115861"/>
                </a:lnTo>
                <a:lnTo>
                  <a:pt x="4223597" y="116739"/>
                </a:lnTo>
                <a:lnTo>
                  <a:pt x="4222787" y="117546"/>
                </a:lnTo>
                <a:lnTo>
                  <a:pt x="4221942" y="118286"/>
                </a:lnTo>
                <a:lnTo>
                  <a:pt x="4221066" y="118960"/>
                </a:lnTo>
                <a:lnTo>
                  <a:pt x="4220165" y="119572"/>
                </a:lnTo>
                <a:lnTo>
                  <a:pt x="4219244" y="120125"/>
                </a:lnTo>
                <a:lnTo>
                  <a:pt x="4218306" y="120621"/>
                </a:lnTo>
                <a:lnTo>
                  <a:pt x="4217358" y="121063"/>
                </a:lnTo>
                <a:lnTo>
                  <a:pt x="4216404" y="121454"/>
                </a:lnTo>
                <a:lnTo>
                  <a:pt x="4215449" y="121796"/>
                </a:lnTo>
                <a:lnTo>
                  <a:pt x="4214497" y="122092"/>
                </a:lnTo>
                <a:lnTo>
                  <a:pt x="4213554" y="122346"/>
                </a:lnTo>
                <a:lnTo>
                  <a:pt x="4212624" y="122559"/>
                </a:lnTo>
                <a:lnTo>
                  <a:pt x="4211713" y="122735"/>
                </a:lnTo>
                <a:lnTo>
                  <a:pt x="4210825" y="122877"/>
                </a:lnTo>
                <a:lnTo>
                  <a:pt x="4209964" y="122986"/>
                </a:lnTo>
                <a:lnTo>
                  <a:pt x="4209137" y="123066"/>
                </a:lnTo>
                <a:lnTo>
                  <a:pt x="4208347" y="123120"/>
                </a:lnTo>
                <a:lnTo>
                  <a:pt x="4207599" y="123151"/>
                </a:lnTo>
                <a:lnTo>
                  <a:pt x="4206899" y="123160"/>
                </a:lnTo>
                <a:lnTo>
                  <a:pt x="4205093" y="123110"/>
                </a:lnTo>
                <a:lnTo>
                  <a:pt x="4203291" y="122961"/>
                </a:lnTo>
                <a:lnTo>
                  <a:pt x="4201499" y="122713"/>
                </a:lnTo>
                <a:lnTo>
                  <a:pt x="4199722" y="122369"/>
                </a:lnTo>
                <a:lnTo>
                  <a:pt x="4197965" y="121929"/>
                </a:lnTo>
                <a:lnTo>
                  <a:pt x="4196233" y="121394"/>
                </a:lnTo>
                <a:lnTo>
                  <a:pt x="4194530" y="120766"/>
                </a:lnTo>
                <a:lnTo>
                  <a:pt x="4192862" y="120045"/>
                </a:lnTo>
                <a:lnTo>
                  <a:pt x="4191233" y="119233"/>
                </a:lnTo>
                <a:lnTo>
                  <a:pt x="4189648" y="118332"/>
                </a:lnTo>
                <a:lnTo>
                  <a:pt x="4188113" y="117341"/>
                </a:lnTo>
                <a:lnTo>
                  <a:pt x="4186633" y="116263"/>
                </a:lnTo>
                <a:lnTo>
                  <a:pt x="4185211" y="115098"/>
                </a:lnTo>
                <a:lnTo>
                  <a:pt x="4183854" y="113847"/>
                </a:lnTo>
                <a:lnTo>
                  <a:pt x="4182566" y="112513"/>
                </a:lnTo>
                <a:lnTo>
                  <a:pt x="4181351" y="111095"/>
                </a:lnTo>
                <a:lnTo>
                  <a:pt x="4180216" y="109596"/>
                </a:lnTo>
                <a:lnTo>
                  <a:pt x="4179165" y="108016"/>
                </a:lnTo>
                <a:lnTo>
                  <a:pt x="4178202" y="106356"/>
                </a:lnTo>
                <a:lnTo>
                  <a:pt x="4177334" y="104617"/>
                </a:lnTo>
                <a:lnTo>
                  <a:pt x="4176564" y="102802"/>
                </a:lnTo>
                <a:lnTo>
                  <a:pt x="4175898" y="100910"/>
                </a:lnTo>
                <a:lnTo>
                  <a:pt x="4175340" y="98943"/>
                </a:lnTo>
                <a:lnTo>
                  <a:pt x="4174896" y="96903"/>
                </a:lnTo>
                <a:lnTo>
                  <a:pt x="4232348" y="96903"/>
                </a:lnTo>
                <a:lnTo>
                  <a:pt x="4232852" y="96902"/>
                </a:lnTo>
                <a:lnTo>
                  <a:pt x="4233351" y="96899"/>
                </a:lnTo>
                <a:lnTo>
                  <a:pt x="4233842" y="96889"/>
                </a:lnTo>
                <a:lnTo>
                  <a:pt x="4234325" y="96870"/>
                </a:lnTo>
                <a:lnTo>
                  <a:pt x="4234799" y="96838"/>
                </a:lnTo>
                <a:lnTo>
                  <a:pt x="4235261" y="96792"/>
                </a:lnTo>
                <a:lnTo>
                  <a:pt x="4235711" y="96726"/>
                </a:lnTo>
                <a:lnTo>
                  <a:pt x="4236147" y="96639"/>
                </a:lnTo>
                <a:lnTo>
                  <a:pt x="4236567" y="96527"/>
                </a:lnTo>
                <a:lnTo>
                  <a:pt x="4236971" y="96387"/>
                </a:lnTo>
                <a:lnTo>
                  <a:pt x="4237356" y="96216"/>
                </a:lnTo>
                <a:lnTo>
                  <a:pt x="4237722" y="96012"/>
                </a:lnTo>
                <a:lnTo>
                  <a:pt x="4238066" y="95770"/>
                </a:lnTo>
                <a:lnTo>
                  <a:pt x="4238388" y="95487"/>
                </a:lnTo>
                <a:lnTo>
                  <a:pt x="4238687" y="95162"/>
                </a:lnTo>
                <a:lnTo>
                  <a:pt x="4238959" y="94790"/>
                </a:lnTo>
                <a:lnTo>
                  <a:pt x="4239205" y="94369"/>
                </a:lnTo>
                <a:lnTo>
                  <a:pt x="4239423" y="93894"/>
                </a:lnTo>
                <a:lnTo>
                  <a:pt x="4239612" y="93365"/>
                </a:lnTo>
                <a:lnTo>
                  <a:pt x="4239769" y="92776"/>
                </a:lnTo>
                <a:lnTo>
                  <a:pt x="4239894" y="92126"/>
                </a:lnTo>
                <a:lnTo>
                  <a:pt x="4239984" y="91410"/>
                </a:lnTo>
                <a:lnTo>
                  <a:pt x="4240040" y="90626"/>
                </a:lnTo>
                <a:lnTo>
                  <a:pt x="4240059" y="89772"/>
                </a:lnTo>
                <a:lnTo>
                  <a:pt x="4239995" y="87041"/>
                </a:lnTo>
                <a:lnTo>
                  <a:pt x="4239802" y="84349"/>
                </a:lnTo>
                <a:lnTo>
                  <a:pt x="4239480" y="81703"/>
                </a:lnTo>
                <a:lnTo>
                  <a:pt x="4239029" y="79109"/>
                </a:lnTo>
                <a:lnTo>
                  <a:pt x="4238449" y="76576"/>
                </a:lnTo>
                <a:lnTo>
                  <a:pt x="4237739" y="74109"/>
                </a:lnTo>
                <a:lnTo>
                  <a:pt x="4236901" y="71715"/>
                </a:lnTo>
                <a:lnTo>
                  <a:pt x="4235932" y="69401"/>
                </a:lnTo>
                <a:lnTo>
                  <a:pt x="4234833" y="67175"/>
                </a:lnTo>
                <a:lnTo>
                  <a:pt x="4233605" y="65042"/>
                </a:lnTo>
                <a:lnTo>
                  <a:pt x="4232246" y="63010"/>
                </a:lnTo>
                <a:lnTo>
                  <a:pt x="4230757" y="61086"/>
                </a:lnTo>
                <a:lnTo>
                  <a:pt x="4229137" y="59277"/>
                </a:lnTo>
                <a:lnTo>
                  <a:pt x="4227387" y="57588"/>
                </a:lnTo>
                <a:lnTo>
                  <a:pt x="4225506" y="56028"/>
                </a:lnTo>
                <a:lnTo>
                  <a:pt x="4223493" y="54603"/>
                </a:lnTo>
                <a:lnTo>
                  <a:pt x="4221350" y="53320"/>
                </a:lnTo>
                <a:lnTo>
                  <a:pt x="4219075" y="52186"/>
                </a:lnTo>
                <a:lnTo>
                  <a:pt x="4216669" y="51207"/>
                </a:lnTo>
                <a:lnTo>
                  <a:pt x="4214130" y="50391"/>
                </a:lnTo>
                <a:lnTo>
                  <a:pt x="4211460" y="49745"/>
                </a:lnTo>
                <a:lnTo>
                  <a:pt x="4208658" y="49274"/>
                </a:lnTo>
                <a:lnTo>
                  <a:pt x="4205724" y="48987"/>
                </a:lnTo>
                <a:lnTo>
                  <a:pt x="4202657" y="48890"/>
                </a:lnTo>
                <a:lnTo>
                  <a:pt x="4199813" y="48989"/>
                </a:lnTo>
                <a:lnTo>
                  <a:pt x="4197022" y="49283"/>
                </a:lnTo>
                <a:lnTo>
                  <a:pt x="4194289" y="49765"/>
                </a:lnTo>
                <a:lnTo>
                  <a:pt x="4191621" y="50428"/>
                </a:lnTo>
                <a:lnTo>
                  <a:pt x="4189023" y="51267"/>
                </a:lnTo>
                <a:lnTo>
                  <a:pt x="4186502" y="52274"/>
                </a:lnTo>
                <a:lnTo>
                  <a:pt x="4184063" y="53443"/>
                </a:lnTo>
                <a:lnTo>
                  <a:pt x="4181714" y="54768"/>
                </a:lnTo>
                <a:lnTo>
                  <a:pt x="4179460" y="56242"/>
                </a:lnTo>
                <a:lnTo>
                  <a:pt x="4177307" y="57860"/>
                </a:lnTo>
                <a:lnTo>
                  <a:pt x="4175261" y="59613"/>
                </a:lnTo>
                <a:lnTo>
                  <a:pt x="4173329" y="61497"/>
                </a:lnTo>
                <a:lnTo>
                  <a:pt x="4171516" y="63504"/>
                </a:lnTo>
                <a:lnTo>
                  <a:pt x="4169829" y="65628"/>
                </a:lnTo>
                <a:lnTo>
                  <a:pt x="4168273" y="67863"/>
                </a:lnTo>
                <a:lnTo>
                  <a:pt x="4166855" y="70202"/>
                </a:lnTo>
                <a:lnTo>
                  <a:pt x="4165582" y="72639"/>
                </a:lnTo>
                <a:lnTo>
                  <a:pt x="4164458" y="75167"/>
                </a:lnTo>
                <a:lnTo>
                  <a:pt x="4163490" y="77780"/>
                </a:lnTo>
                <a:lnTo>
                  <a:pt x="4162685" y="80472"/>
                </a:lnTo>
                <a:lnTo>
                  <a:pt x="4162048" y="83235"/>
                </a:lnTo>
                <a:lnTo>
                  <a:pt x="4161585" y="86064"/>
                </a:lnTo>
                <a:lnTo>
                  <a:pt x="4161303" y="88952"/>
                </a:lnTo>
                <a:lnTo>
                  <a:pt x="4161208" y="91893"/>
                </a:lnTo>
                <a:lnTo>
                  <a:pt x="4161308" y="94815"/>
                </a:lnTo>
                <a:lnTo>
                  <a:pt x="4161605" y="97688"/>
                </a:lnTo>
                <a:lnTo>
                  <a:pt x="4162093" y="100506"/>
                </a:lnTo>
                <a:lnTo>
                  <a:pt x="4162765" y="103261"/>
                </a:lnTo>
                <a:lnTo>
                  <a:pt x="4163616" y="105946"/>
                </a:lnTo>
                <a:lnTo>
                  <a:pt x="4164639" y="108556"/>
                </a:lnTo>
                <a:lnTo>
                  <a:pt x="4165828" y="111084"/>
                </a:lnTo>
                <a:lnTo>
                  <a:pt x="4167177" y="113522"/>
                </a:lnTo>
                <a:lnTo>
                  <a:pt x="4168680" y="115864"/>
                </a:lnTo>
                <a:lnTo>
                  <a:pt x="4170331" y="118104"/>
                </a:lnTo>
                <a:lnTo>
                  <a:pt x="4172124" y="120234"/>
                </a:lnTo>
                <a:lnTo>
                  <a:pt x="4174052" y="122248"/>
                </a:lnTo>
                <a:lnTo>
                  <a:pt x="4176110" y="124140"/>
                </a:lnTo>
                <a:lnTo>
                  <a:pt x="4178291" y="125902"/>
                </a:lnTo>
                <a:lnTo>
                  <a:pt x="4180590" y="127529"/>
                </a:lnTo>
                <a:lnTo>
                  <a:pt x="4183000" y="129012"/>
                </a:lnTo>
                <a:lnTo>
                  <a:pt x="4185515" y="130346"/>
                </a:lnTo>
                <a:lnTo>
                  <a:pt x="4188129" y="131524"/>
                </a:lnTo>
                <a:lnTo>
                  <a:pt x="4190836" y="132539"/>
                </a:lnTo>
                <a:lnTo>
                  <a:pt x="4193629" y="133384"/>
                </a:lnTo>
                <a:lnTo>
                  <a:pt x="4196503" y="134054"/>
                </a:lnTo>
                <a:lnTo>
                  <a:pt x="4199452" y="134540"/>
                </a:lnTo>
                <a:lnTo>
                  <a:pt x="4202469" y="134837"/>
                </a:lnTo>
                <a:lnTo>
                  <a:pt x="4205549" y="134937"/>
                </a:lnTo>
                <a:lnTo>
                  <a:pt x="4208645" y="134849"/>
                </a:lnTo>
                <a:lnTo>
                  <a:pt x="4211574" y="134593"/>
                </a:lnTo>
                <a:lnTo>
                  <a:pt x="4214339" y="134181"/>
                </a:lnTo>
                <a:lnTo>
                  <a:pt x="4216942" y="133629"/>
                </a:lnTo>
                <a:lnTo>
                  <a:pt x="4219387" y="132947"/>
                </a:lnTo>
                <a:lnTo>
                  <a:pt x="4221678" y="132149"/>
                </a:lnTo>
                <a:lnTo>
                  <a:pt x="4223816" y="131248"/>
                </a:lnTo>
                <a:lnTo>
                  <a:pt x="4225807" y="130257"/>
                </a:lnTo>
                <a:lnTo>
                  <a:pt x="4227652" y="129189"/>
                </a:lnTo>
                <a:lnTo>
                  <a:pt x="4229355" y="128057"/>
                </a:lnTo>
                <a:lnTo>
                  <a:pt x="4230919" y="126874"/>
                </a:lnTo>
                <a:lnTo>
                  <a:pt x="4232347" y="125653"/>
                </a:lnTo>
                <a:lnTo>
                  <a:pt x="4233643" y="124406"/>
                </a:lnTo>
                <a:lnTo>
                  <a:pt x="4234810" y="123148"/>
                </a:lnTo>
                <a:lnTo>
                  <a:pt x="4235850" y="121890"/>
                </a:lnTo>
                <a:lnTo>
                  <a:pt x="4236767" y="120646"/>
                </a:lnTo>
                <a:lnTo>
                  <a:pt x="4237565" y="119429"/>
                </a:lnTo>
                <a:lnTo>
                  <a:pt x="4238246" y="118251"/>
                </a:lnTo>
                <a:lnTo>
                  <a:pt x="4238813" y="117126"/>
                </a:lnTo>
                <a:lnTo>
                  <a:pt x="4239270" y="116067"/>
                </a:lnTo>
                <a:lnTo>
                  <a:pt x="4239620" y="115086"/>
                </a:lnTo>
                <a:lnTo>
                  <a:pt x="4239866" y="114197"/>
                </a:lnTo>
                <a:lnTo>
                  <a:pt x="4240011" y="113412"/>
                </a:lnTo>
                <a:lnTo>
                  <a:pt x="4240059" y="112747"/>
                </a:lnTo>
                <a:lnTo>
                  <a:pt x="4240030" y="112100"/>
                </a:lnTo>
                <a:lnTo>
                  <a:pt x="4239948" y="111505"/>
                </a:lnTo>
                <a:lnTo>
                  <a:pt x="4239816" y="110963"/>
                </a:lnTo>
                <a:lnTo>
                  <a:pt x="4239639" y="110469"/>
                </a:lnTo>
                <a:lnTo>
                  <a:pt x="4239422" y="110023"/>
                </a:lnTo>
                <a:close/>
                <a:moveTo>
                  <a:pt x="4177131" y="78619"/>
                </a:moveTo>
                <a:lnTo>
                  <a:pt x="4177847" y="77053"/>
                </a:lnTo>
                <a:lnTo>
                  <a:pt x="4178638" y="75539"/>
                </a:lnTo>
                <a:lnTo>
                  <a:pt x="4179502" y="74080"/>
                </a:lnTo>
                <a:lnTo>
                  <a:pt x="4180437" y="72679"/>
                </a:lnTo>
                <a:lnTo>
                  <a:pt x="4181440" y="71339"/>
                </a:lnTo>
                <a:lnTo>
                  <a:pt x="4182507" y="70063"/>
                </a:lnTo>
                <a:lnTo>
                  <a:pt x="4183637" y="68853"/>
                </a:lnTo>
                <a:lnTo>
                  <a:pt x="4184825" y="67714"/>
                </a:lnTo>
                <a:lnTo>
                  <a:pt x="4186070" y="66649"/>
                </a:lnTo>
                <a:lnTo>
                  <a:pt x="4187368" y="65660"/>
                </a:lnTo>
                <a:lnTo>
                  <a:pt x="4188716" y="64750"/>
                </a:lnTo>
                <a:lnTo>
                  <a:pt x="4190112" y="63923"/>
                </a:lnTo>
                <a:lnTo>
                  <a:pt x="4191553" y="63182"/>
                </a:lnTo>
                <a:lnTo>
                  <a:pt x="4193036" y="62529"/>
                </a:lnTo>
                <a:lnTo>
                  <a:pt x="4194559" y="61968"/>
                </a:lnTo>
                <a:lnTo>
                  <a:pt x="4196117" y="61503"/>
                </a:lnTo>
                <a:lnTo>
                  <a:pt x="4197709" y="61135"/>
                </a:lnTo>
                <a:lnTo>
                  <a:pt x="4199332" y="60869"/>
                </a:lnTo>
                <a:lnTo>
                  <a:pt x="4200982" y="60707"/>
                </a:lnTo>
                <a:lnTo>
                  <a:pt x="4202657" y="60652"/>
                </a:lnTo>
                <a:lnTo>
                  <a:pt x="4203920" y="60678"/>
                </a:lnTo>
                <a:lnTo>
                  <a:pt x="4205197" y="60758"/>
                </a:lnTo>
                <a:lnTo>
                  <a:pt x="4206483" y="60898"/>
                </a:lnTo>
                <a:lnTo>
                  <a:pt x="4207774" y="61101"/>
                </a:lnTo>
                <a:lnTo>
                  <a:pt x="4209064" y="61372"/>
                </a:lnTo>
                <a:lnTo>
                  <a:pt x="4210348" y="61716"/>
                </a:lnTo>
                <a:lnTo>
                  <a:pt x="4211620" y="62136"/>
                </a:lnTo>
                <a:lnTo>
                  <a:pt x="4212875" y="62638"/>
                </a:lnTo>
                <a:lnTo>
                  <a:pt x="4214108" y="63225"/>
                </a:lnTo>
                <a:lnTo>
                  <a:pt x="4215314" y="63902"/>
                </a:lnTo>
                <a:lnTo>
                  <a:pt x="4216487" y="64674"/>
                </a:lnTo>
                <a:lnTo>
                  <a:pt x="4217623" y="65545"/>
                </a:lnTo>
                <a:lnTo>
                  <a:pt x="4218715" y="66520"/>
                </a:lnTo>
                <a:lnTo>
                  <a:pt x="4219758" y="67602"/>
                </a:lnTo>
                <a:lnTo>
                  <a:pt x="4220748" y="68797"/>
                </a:lnTo>
                <a:lnTo>
                  <a:pt x="4221679" y="70108"/>
                </a:lnTo>
                <a:lnTo>
                  <a:pt x="4222546" y="71541"/>
                </a:lnTo>
                <a:lnTo>
                  <a:pt x="4223343" y="73099"/>
                </a:lnTo>
                <a:lnTo>
                  <a:pt x="4224066" y="74788"/>
                </a:lnTo>
                <a:lnTo>
                  <a:pt x="4224708" y="76610"/>
                </a:lnTo>
                <a:lnTo>
                  <a:pt x="4225265" y="78572"/>
                </a:lnTo>
                <a:lnTo>
                  <a:pt x="4225731" y="80677"/>
                </a:lnTo>
                <a:lnTo>
                  <a:pt x="4226102" y="82930"/>
                </a:lnTo>
                <a:lnTo>
                  <a:pt x="4226371" y="85335"/>
                </a:lnTo>
                <a:lnTo>
                  <a:pt x="4175090" y="85335"/>
                </a:lnTo>
                <a:lnTo>
                  <a:pt x="4175472" y="83594"/>
                </a:lnTo>
                <a:lnTo>
                  <a:pt x="4175941" y="81892"/>
                </a:lnTo>
                <a:lnTo>
                  <a:pt x="4176495" y="80233"/>
                </a:lnTo>
                <a:lnTo>
                  <a:pt x="4177131" y="78619"/>
                </a:lnTo>
                <a:close/>
                <a:moveTo>
                  <a:pt x="4754565" y="124488"/>
                </a:moveTo>
                <a:lnTo>
                  <a:pt x="4754293" y="124104"/>
                </a:lnTo>
                <a:lnTo>
                  <a:pt x="4753991" y="123762"/>
                </a:lnTo>
                <a:lnTo>
                  <a:pt x="4753662" y="123460"/>
                </a:lnTo>
                <a:lnTo>
                  <a:pt x="4753310" y="123196"/>
                </a:lnTo>
                <a:lnTo>
                  <a:pt x="4752937" y="122967"/>
                </a:lnTo>
                <a:lnTo>
                  <a:pt x="4752547" y="122771"/>
                </a:lnTo>
                <a:lnTo>
                  <a:pt x="4752143" y="122605"/>
                </a:lnTo>
                <a:lnTo>
                  <a:pt x="4751728" y="122466"/>
                </a:lnTo>
                <a:lnTo>
                  <a:pt x="4751305" y="122353"/>
                </a:lnTo>
                <a:lnTo>
                  <a:pt x="4750878" y="122262"/>
                </a:lnTo>
                <a:lnTo>
                  <a:pt x="4750450" y="122192"/>
                </a:lnTo>
                <a:lnTo>
                  <a:pt x="4750023" y="122138"/>
                </a:lnTo>
                <a:lnTo>
                  <a:pt x="4749601" y="122100"/>
                </a:lnTo>
                <a:lnTo>
                  <a:pt x="4749188" y="122075"/>
                </a:lnTo>
                <a:lnTo>
                  <a:pt x="4748786" y="122059"/>
                </a:lnTo>
                <a:lnTo>
                  <a:pt x="4748399" y="122051"/>
                </a:lnTo>
                <a:lnTo>
                  <a:pt x="4748029" y="122048"/>
                </a:lnTo>
                <a:lnTo>
                  <a:pt x="4747680" y="122048"/>
                </a:lnTo>
                <a:lnTo>
                  <a:pt x="4739002" y="122048"/>
                </a:lnTo>
                <a:lnTo>
                  <a:pt x="4739002" y="58678"/>
                </a:lnTo>
                <a:lnTo>
                  <a:pt x="4738996" y="57952"/>
                </a:lnTo>
                <a:lnTo>
                  <a:pt x="4738976" y="57267"/>
                </a:lnTo>
                <a:lnTo>
                  <a:pt x="4738940" y="56623"/>
                </a:lnTo>
                <a:lnTo>
                  <a:pt x="4738886" y="56018"/>
                </a:lnTo>
                <a:lnTo>
                  <a:pt x="4738813" y="55451"/>
                </a:lnTo>
                <a:lnTo>
                  <a:pt x="4738719" y="54922"/>
                </a:lnTo>
                <a:lnTo>
                  <a:pt x="4738602" y="54429"/>
                </a:lnTo>
                <a:lnTo>
                  <a:pt x="4738460" y="53973"/>
                </a:lnTo>
                <a:lnTo>
                  <a:pt x="4738291" y="53551"/>
                </a:lnTo>
                <a:lnTo>
                  <a:pt x="4738093" y="53163"/>
                </a:lnTo>
                <a:lnTo>
                  <a:pt x="4737865" y="52808"/>
                </a:lnTo>
                <a:lnTo>
                  <a:pt x="4737605" y="52485"/>
                </a:lnTo>
                <a:lnTo>
                  <a:pt x="4737310" y="52193"/>
                </a:lnTo>
                <a:lnTo>
                  <a:pt x="4736980" y="51931"/>
                </a:lnTo>
                <a:lnTo>
                  <a:pt x="4736612" y="51698"/>
                </a:lnTo>
                <a:lnTo>
                  <a:pt x="4736204" y="51494"/>
                </a:lnTo>
                <a:lnTo>
                  <a:pt x="4735754" y="51318"/>
                </a:lnTo>
                <a:lnTo>
                  <a:pt x="4735261" y="51168"/>
                </a:lnTo>
                <a:lnTo>
                  <a:pt x="4734724" y="51043"/>
                </a:lnTo>
                <a:lnTo>
                  <a:pt x="4734139" y="50943"/>
                </a:lnTo>
                <a:lnTo>
                  <a:pt x="4733505" y="50867"/>
                </a:lnTo>
                <a:lnTo>
                  <a:pt x="4732820" y="50814"/>
                </a:lnTo>
                <a:lnTo>
                  <a:pt x="4732083" y="50783"/>
                </a:lnTo>
                <a:lnTo>
                  <a:pt x="4731292" y="50773"/>
                </a:lnTo>
                <a:lnTo>
                  <a:pt x="4717218" y="50773"/>
                </a:lnTo>
                <a:lnTo>
                  <a:pt x="4716824" y="50773"/>
                </a:lnTo>
                <a:lnTo>
                  <a:pt x="4716414" y="50776"/>
                </a:lnTo>
                <a:lnTo>
                  <a:pt x="4715993" y="50784"/>
                </a:lnTo>
                <a:lnTo>
                  <a:pt x="4715561" y="50800"/>
                </a:lnTo>
                <a:lnTo>
                  <a:pt x="4715123" y="50827"/>
                </a:lnTo>
                <a:lnTo>
                  <a:pt x="4714681" y="50866"/>
                </a:lnTo>
                <a:lnTo>
                  <a:pt x="4714238" y="50921"/>
                </a:lnTo>
                <a:lnTo>
                  <a:pt x="4713797" y="50994"/>
                </a:lnTo>
                <a:lnTo>
                  <a:pt x="4713361" y="51088"/>
                </a:lnTo>
                <a:lnTo>
                  <a:pt x="4712932" y="51205"/>
                </a:lnTo>
                <a:lnTo>
                  <a:pt x="4712514" y="51348"/>
                </a:lnTo>
                <a:lnTo>
                  <a:pt x="4712109" y="51520"/>
                </a:lnTo>
                <a:lnTo>
                  <a:pt x="4711720" y="51723"/>
                </a:lnTo>
                <a:lnTo>
                  <a:pt x="4711349" y="51959"/>
                </a:lnTo>
                <a:lnTo>
                  <a:pt x="4711001" y="52232"/>
                </a:lnTo>
                <a:lnTo>
                  <a:pt x="4710677" y="52544"/>
                </a:lnTo>
                <a:lnTo>
                  <a:pt x="4710381" y="52897"/>
                </a:lnTo>
                <a:lnTo>
                  <a:pt x="4710115" y="53295"/>
                </a:lnTo>
                <a:lnTo>
                  <a:pt x="4709882" y="53739"/>
                </a:lnTo>
                <a:lnTo>
                  <a:pt x="4709685" y="54232"/>
                </a:lnTo>
                <a:lnTo>
                  <a:pt x="4709527" y="54778"/>
                </a:lnTo>
                <a:lnTo>
                  <a:pt x="4709410" y="55377"/>
                </a:lnTo>
                <a:lnTo>
                  <a:pt x="4709338" y="56034"/>
                </a:lnTo>
                <a:lnTo>
                  <a:pt x="4709314" y="56751"/>
                </a:lnTo>
                <a:lnTo>
                  <a:pt x="4709339" y="57444"/>
                </a:lnTo>
                <a:lnTo>
                  <a:pt x="4709414" y="58080"/>
                </a:lnTo>
                <a:lnTo>
                  <a:pt x="4709534" y="58660"/>
                </a:lnTo>
                <a:lnTo>
                  <a:pt x="4709697" y="59188"/>
                </a:lnTo>
                <a:lnTo>
                  <a:pt x="4709900" y="59665"/>
                </a:lnTo>
                <a:lnTo>
                  <a:pt x="4710139" y="60095"/>
                </a:lnTo>
                <a:lnTo>
                  <a:pt x="4710411" y="60479"/>
                </a:lnTo>
                <a:lnTo>
                  <a:pt x="4710713" y="60821"/>
                </a:lnTo>
                <a:lnTo>
                  <a:pt x="4711042" y="61123"/>
                </a:lnTo>
                <a:lnTo>
                  <a:pt x="4711394" y="61387"/>
                </a:lnTo>
                <a:lnTo>
                  <a:pt x="4711767" y="61616"/>
                </a:lnTo>
                <a:lnTo>
                  <a:pt x="4712157" y="61812"/>
                </a:lnTo>
                <a:lnTo>
                  <a:pt x="4712561" y="61978"/>
                </a:lnTo>
                <a:lnTo>
                  <a:pt x="4712976" y="62116"/>
                </a:lnTo>
                <a:lnTo>
                  <a:pt x="4713399" y="62230"/>
                </a:lnTo>
                <a:lnTo>
                  <a:pt x="4713826" y="62321"/>
                </a:lnTo>
                <a:lnTo>
                  <a:pt x="4714255" y="62391"/>
                </a:lnTo>
                <a:lnTo>
                  <a:pt x="4714681" y="62444"/>
                </a:lnTo>
                <a:lnTo>
                  <a:pt x="4715103" y="62482"/>
                </a:lnTo>
                <a:lnTo>
                  <a:pt x="4715516" y="62508"/>
                </a:lnTo>
                <a:lnTo>
                  <a:pt x="4715918" y="62523"/>
                </a:lnTo>
                <a:lnTo>
                  <a:pt x="4716306" y="62531"/>
                </a:lnTo>
                <a:lnTo>
                  <a:pt x="4716675" y="62534"/>
                </a:lnTo>
                <a:lnTo>
                  <a:pt x="4717024" y="62535"/>
                </a:lnTo>
                <a:lnTo>
                  <a:pt x="4725699" y="62535"/>
                </a:lnTo>
                <a:lnTo>
                  <a:pt x="4725699" y="103558"/>
                </a:lnTo>
                <a:lnTo>
                  <a:pt x="4725620" y="105644"/>
                </a:lnTo>
                <a:lnTo>
                  <a:pt x="4725389" y="107580"/>
                </a:lnTo>
                <a:lnTo>
                  <a:pt x="4725016" y="109371"/>
                </a:lnTo>
                <a:lnTo>
                  <a:pt x="4724514" y="111022"/>
                </a:lnTo>
                <a:lnTo>
                  <a:pt x="4723893" y="112538"/>
                </a:lnTo>
                <a:lnTo>
                  <a:pt x="4723163" y="113926"/>
                </a:lnTo>
                <a:lnTo>
                  <a:pt x="4722336" y="115191"/>
                </a:lnTo>
                <a:lnTo>
                  <a:pt x="4721423" y="116338"/>
                </a:lnTo>
                <a:lnTo>
                  <a:pt x="4720433" y="117373"/>
                </a:lnTo>
                <a:lnTo>
                  <a:pt x="4719379" y="118301"/>
                </a:lnTo>
                <a:lnTo>
                  <a:pt x="4718272" y="119128"/>
                </a:lnTo>
                <a:lnTo>
                  <a:pt x="4717121" y="119859"/>
                </a:lnTo>
                <a:lnTo>
                  <a:pt x="4715938" y="120500"/>
                </a:lnTo>
                <a:lnTo>
                  <a:pt x="4714734" y="121057"/>
                </a:lnTo>
                <a:lnTo>
                  <a:pt x="4713519" y="121534"/>
                </a:lnTo>
                <a:lnTo>
                  <a:pt x="4712305" y="121938"/>
                </a:lnTo>
                <a:lnTo>
                  <a:pt x="4711102" y="122273"/>
                </a:lnTo>
                <a:lnTo>
                  <a:pt x="4709922" y="122546"/>
                </a:lnTo>
                <a:lnTo>
                  <a:pt x="4708774" y="122762"/>
                </a:lnTo>
                <a:lnTo>
                  <a:pt x="4707671" y="122927"/>
                </a:lnTo>
                <a:lnTo>
                  <a:pt x="4706623" y="123045"/>
                </a:lnTo>
                <a:lnTo>
                  <a:pt x="4705640" y="123122"/>
                </a:lnTo>
                <a:lnTo>
                  <a:pt x="4704734" y="123165"/>
                </a:lnTo>
                <a:lnTo>
                  <a:pt x="4703916" y="123178"/>
                </a:lnTo>
                <a:lnTo>
                  <a:pt x="4702090" y="123145"/>
                </a:lnTo>
                <a:lnTo>
                  <a:pt x="4700416" y="123049"/>
                </a:lnTo>
                <a:lnTo>
                  <a:pt x="4698888" y="122893"/>
                </a:lnTo>
                <a:lnTo>
                  <a:pt x="4697498" y="122679"/>
                </a:lnTo>
                <a:lnTo>
                  <a:pt x="4696241" y="122410"/>
                </a:lnTo>
                <a:lnTo>
                  <a:pt x="4695109" y="122089"/>
                </a:lnTo>
                <a:lnTo>
                  <a:pt x="4694097" y="121719"/>
                </a:lnTo>
                <a:lnTo>
                  <a:pt x="4693196" y="121302"/>
                </a:lnTo>
                <a:lnTo>
                  <a:pt x="4692402" y="120842"/>
                </a:lnTo>
                <a:lnTo>
                  <a:pt x="4691707" y="120342"/>
                </a:lnTo>
                <a:lnTo>
                  <a:pt x="4691104" y="119804"/>
                </a:lnTo>
                <a:lnTo>
                  <a:pt x="4690587" y="119230"/>
                </a:lnTo>
                <a:lnTo>
                  <a:pt x="4690150" y="118625"/>
                </a:lnTo>
                <a:lnTo>
                  <a:pt x="4689785" y="117991"/>
                </a:lnTo>
                <a:lnTo>
                  <a:pt x="4689486" y="117330"/>
                </a:lnTo>
                <a:lnTo>
                  <a:pt x="4689247" y="116645"/>
                </a:lnTo>
                <a:lnTo>
                  <a:pt x="4689061" y="115940"/>
                </a:lnTo>
                <a:lnTo>
                  <a:pt x="4688921" y="115217"/>
                </a:lnTo>
                <a:lnTo>
                  <a:pt x="4688821" y="114479"/>
                </a:lnTo>
                <a:lnTo>
                  <a:pt x="4688754" y="113729"/>
                </a:lnTo>
                <a:lnTo>
                  <a:pt x="4688713" y="112969"/>
                </a:lnTo>
                <a:lnTo>
                  <a:pt x="4688692" y="112203"/>
                </a:lnTo>
                <a:lnTo>
                  <a:pt x="4688684" y="111433"/>
                </a:lnTo>
                <a:lnTo>
                  <a:pt x="4688683" y="110663"/>
                </a:lnTo>
                <a:lnTo>
                  <a:pt x="4688683" y="58678"/>
                </a:lnTo>
                <a:lnTo>
                  <a:pt x="4688677" y="57952"/>
                </a:lnTo>
                <a:lnTo>
                  <a:pt x="4688657" y="57267"/>
                </a:lnTo>
                <a:lnTo>
                  <a:pt x="4688621" y="56623"/>
                </a:lnTo>
                <a:lnTo>
                  <a:pt x="4688567" y="56018"/>
                </a:lnTo>
                <a:lnTo>
                  <a:pt x="4688494" y="55451"/>
                </a:lnTo>
                <a:lnTo>
                  <a:pt x="4688400" y="54922"/>
                </a:lnTo>
                <a:lnTo>
                  <a:pt x="4688283" y="54429"/>
                </a:lnTo>
                <a:lnTo>
                  <a:pt x="4688141" y="53973"/>
                </a:lnTo>
                <a:lnTo>
                  <a:pt x="4687972" y="53551"/>
                </a:lnTo>
                <a:lnTo>
                  <a:pt x="4687774" y="53163"/>
                </a:lnTo>
                <a:lnTo>
                  <a:pt x="4687546" y="52808"/>
                </a:lnTo>
                <a:lnTo>
                  <a:pt x="4687286" y="52485"/>
                </a:lnTo>
                <a:lnTo>
                  <a:pt x="4686991" y="52193"/>
                </a:lnTo>
                <a:lnTo>
                  <a:pt x="4686661" y="51931"/>
                </a:lnTo>
                <a:lnTo>
                  <a:pt x="4686293" y="51698"/>
                </a:lnTo>
                <a:lnTo>
                  <a:pt x="4685885" y="51494"/>
                </a:lnTo>
                <a:lnTo>
                  <a:pt x="4685435" y="51318"/>
                </a:lnTo>
                <a:lnTo>
                  <a:pt x="4684942" y="51168"/>
                </a:lnTo>
                <a:lnTo>
                  <a:pt x="4684405" y="51043"/>
                </a:lnTo>
                <a:lnTo>
                  <a:pt x="4683820" y="50943"/>
                </a:lnTo>
                <a:lnTo>
                  <a:pt x="4683186" y="50867"/>
                </a:lnTo>
                <a:lnTo>
                  <a:pt x="4682501" y="50814"/>
                </a:lnTo>
                <a:lnTo>
                  <a:pt x="4681764" y="50783"/>
                </a:lnTo>
                <a:lnTo>
                  <a:pt x="4680973" y="50773"/>
                </a:lnTo>
                <a:lnTo>
                  <a:pt x="4666899" y="50773"/>
                </a:lnTo>
                <a:lnTo>
                  <a:pt x="4666505" y="50773"/>
                </a:lnTo>
                <a:lnTo>
                  <a:pt x="4666095" y="50776"/>
                </a:lnTo>
                <a:lnTo>
                  <a:pt x="4665674" y="50784"/>
                </a:lnTo>
                <a:lnTo>
                  <a:pt x="4665242" y="50800"/>
                </a:lnTo>
                <a:lnTo>
                  <a:pt x="4664804" y="50827"/>
                </a:lnTo>
                <a:lnTo>
                  <a:pt x="4664362" y="50866"/>
                </a:lnTo>
                <a:lnTo>
                  <a:pt x="4663919" y="50921"/>
                </a:lnTo>
                <a:lnTo>
                  <a:pt x="4663478" y="50994"/>
                </a:lnTo>
                <a:lnTo>
                  <a:pt x="4663042" y="51088"/>
                </a:lnTo>
                <a:lnTo>
                  <a:pt x="4662613" y="51205"/>
                </a:lnTo>
                <a:lnTo>
                  <a:pt x="4662195" y="51348"/>
                </a:lnTo>
                <a:lnTo>
                  <a:pt x="4661790" y="51520"/>
                </a:lnTo>
                <a:lnTo>
                  <a:pt x="4661401" y="51723"/>
                </a:lnTo>
                <a:lnTo>
                  <a:pt x="4661030" y="51959"/>
                </a:lnTo>
                <a:lnTo>
                  <a:pt x="4660682" y="52232"/>
                </a:lnTo>
                <a:lnTo>
                  <a:pt x="4660358" y="52544"/>
                </a:lnTo>
                <a:lnTo>
                  <a:pt x="4660062" y="52897"/>
                </a:lnTo>
                <a:lnTo>
                  <a:pt x="4659796" y="53295"/>
                </a:lnTo>
                <a:lnTo>
                  <a:pt x="4659563" y="53739"/>
                </a:lnTo>
                <a:lnTo>
                  <a:pt x="4659366" y="54232"/>
                </a:lnTo>
                <a:lnTo>
                  <a:pt x="4659208" y="54778"/>
                </a:lnTo>
                <a:lnTo>
                  <a:pt x="4659091" y="55377"/>
                </a:lnTo>
                <a:lnTo>
                  <a:pt x="4659019" y="56034"/>
                </a:lnTo>
                <a:lnTo>
                  <a:pt x="4658995" y="56751"/>
                </a:lnTo>
                <a:lnTo>
                  <a:pt x="4659020" y="57444"/>
                </a:lnTo>
                <a:lnTo>
                  <a:pt x="4659095" y="58080"/>
                </a:lnTo>
                <a:lnTo>
                  <a:pt x="4659215" y="58660"/>
                </a:lnTo>
                <a:lnTo>
                  <a:pt x="4659378" y="59188"/>
                </a:lnTo>
                <a:lnTo>
                  <a:pt x="4659581" y="59665"/>
                </a:lnTo>
                <a:lnTo>
                  <a:pt x="4659820" y="60095"/>
                </a:lnTo>
                <a:lnTo>
                  <a:pt x="4660092" y="60479"/>
                </a:lnTo>
                <a:lnTo>
                  <a:pt x="4660394" y="60821"/>
                </a:lnTo>
                <a:lnTo>
                  <a:pt x="4660723" y="61123"/>
                </a:lnTo>
                <a:lnTo>
                  <a:pt x="4661075" y="61387"/>
                </a:lnTo>
                <a:lnTo>
                  <a:pt x="4661448" y="61616"/>
                </a:lnTo>
                <a:lnTo>
                  <a:pt x="4661838" y="61812"/>
                </a:lnTo>
                <a:lnTo>
                  <a:pt x="4662242" y="61978"/>
                </a:lnTo>
                <a:lnTo>
                  <a:pt x="4662657" y="62116"/>
                </a:lnTo>
                <a:lnTo>
                  <a:pt x="4663080" y="62230"/>
                </a:lnTo>
                <a:lnTo>
                  <a:pt x="4663507" y="62321"/>
                </a:lnTo>
                <a:lnTo>
                  <a:pt x="4663936" y="62391"/>
                </a:lnTo>
                <a:lnTo>
                  <a:pt x="4664362" y="62444"/>
                </a:lnTo>
                <a:lnTo>
                  <a:pt x="4664784" y="62482"/>
                </a:lnTo>
                <a:lnTo>
                  <a:pt x="4665197" y="62508"/>
                </a:lnTo>
                <a:lnTo>
                  <a:pt x="4665599" y="62523"/>
                </a:lnTo>
                <a:lnTo>
                  <a:pt x="4665987" y="62531"/>
                </a:lnTo>
                <a:lnTo>
                  <a:pt x="4666356" y="62534"/>
                </a:lnTo>
                <a:lnTo>
                  <a:pt x="4666705" y="62535"/>
                </a:lnTo>
                <a:lnTo>
                  <a:pt x="4675383" y="62535"/>
                </a:lnTo>
                <a:lnTo>
                  <a:pt x="4675383" y="111819"/>
                </a:lnTo>
                <a:lnTo>
                  <a:pt x="4675452" y="114059"/>
                </a:lnTo>
                <a:lnTo>
                  <a:pt x="4675653" y="116159"/>
                </a:lnTo>
                <a:lnTo>
                  <a:pt x="4675982" y="118122"/>
                </a:lnTo>
                <a:lnTo>
                  <a:pt x="4676434" y="119953"/>
                </a:lnTo>
                <a:lnTo>
                  <a:pt x="4677002" y="121655"/>
                </a:lnTo>
                <a:lnTo>
                  <a:pt x="4677681" y="123233"/>
                </a:lnTo>
                <a:lnTo>
                  <a:pt x="4678467" y="124690"/>
                </a:lnTo>
                <a:lnTo>
                  <a:pt x="4679353" y="126032"/>
                </a:lnTo>
                <a:lnTo>
                  <a:pt x="4680334" y="127260"/>
                </a:lnTo>
                <a:lnTo>
                  <a:pt x="4681404" y="128381"/>
                </a:lnTo>
                <a:lnTo>
                  <a:pt x="4682559" y="129397"/>
                </a:lnTo>
                <a:lnTo>
                  <a:pt x="4683793" y="130313"/>
                </a:lnTo>
                <a:lnTo>
                  <a:pt x="4685100" y="131132"/>
                </a:lnTo>
                <a:lnTo>
                  <a:pt x="4686474" y="131859"/>
                </a:lnTo>
                <a:lnTo>
                  <a:pt x="4687912" y="132498"/>
                </a:lnTo>
                <a:lnTo>
                  <a:pt x="4689406" y="133053"/>
                </a:lnTo>
                <a:lnTo>
                  <a:pt x="4690952" y="133527"/>
                </a:lnTo>
                <a:lnTo>
                  <a:pt x="4692543" y="133925"/>
                </a:lnTo>
                <a:lnTo>
                  <a:pt x="4694176" y="134251"/>
                </a:lnTo>
                <a:lnTo>
                  <a:pt x="4695844" y="134509"/>
                </a:lnTo>
                <a:lnTo>
                  <a:pt x="4697542" y="134702"/>
                </a:lnTo>
                <a:lnTo>
                  <a:pt x="4699264" y="134835"/>
                </a:lnTo>
                <a:lnTo>
                  <a:pt x="4701005" y="134912"/>
                </a:lnTo>
                <a:lnTo>
                  <a:pt x="4702759" y="134937"/>
                </a:lnTo>
                <a:lnTo>
                  <a:pt x="4703747" y="134927"/>
                </a:lnTo>
                <a:lnTo>
                  <a:pt x="4704735" y="134896"/>
                </a:lnTo>
                <a:lnTo>
                  <a:pt x="4705722" y="134844"/>
                </a:lnTo>
                <a:lnTo>
                  <a:pt x="4706708" y="134769"/>
                </a:lnTo>
                <a:lnTo>
                  <a:pt x="4707693" y="134672"/>
                </a:lnTo>
                <a:lnTo>
                  <a:pt x="4708676" y="134551"/>
                </a:lnTo>
                <a:lnTo>
                  <a:pt x="4709657" y="134407"/>
                </a:lnTo>
                <a:lnTo>
                  <a:pt x="4710635" y="134237"/>
                </a:lnTo>
                <a:lnTo>
                  <a:pt x="4711611" y="134042"/>
                </a:lnTo>
                <a:lnTo>
                  <a:pt x="4712584" y="133822"/>
                </a:lnTo>
                <a:lnTo>
                  <a:pt x="4713554" y="133574"/>
                </a:lnTo>
                <a:lnTo>
                  <a:pt x="4714520" y="133299"/>
                </a:lnTo>
                <a:lnTo>
                  <a:pt x="4715481" y="132995"/>
                </a:lnTo>
                <a:lnTo>
                  <a:pt x="4716439" y="132663"/>
                </a:lnTo>
                <a:lnTo>
                  <a:pt x="4717392" y="132302"/>
                </a:lnTo>
                <a:lnTo>
                  <a:pt x="4718339" y="131910"/>
                </a:lnTo>
                <a:lnTo>
                  <a:pt x="4719282" y="131487"/>
                </a:lnTo>
                <a:lnTo>
                  <a:pt x="4720218" y="131033"/>
                </a:lnTo>
                <a:lnTo>
                  <a:pt x="4721149" y="130547"/>
                </a:lnTo>
                <a:lnTo>
                  <a:pt x="4722073" y="130028"/>
                </a:lnTo>
                <a:lnTo>
                  <a:pt x="4722991" y="129476"/>
                </a:lnTo>
                <a:lnTo>
                  <a:pt x="4723901" y="128890"/>
                </a:lnTo>
                <a:lnTo>
                  <a:pt x="4724804" y="128268"/>
                </a:lnTo>
                <a:lnTo>
                  <a:pt x="4725699" y="127611"/>
                </a:lnTo>
                <a:lnTo>
                  <a:pt x="4725743" y="128354"/>
                </a:lnTo>
                <a:lnTo>
                  <a:pt x="4725826" y="129035"/>
                </a:lnTo>
                <a:lnTo>
                  <a:pt x="4725944" y="129656"/>
                </a:lnTo>
                <a:lnTo>
                  <a:pt x="4726097" y="130222"/>
                </a:lnTo>
                <a:lnTo>
                  <a:pt x="4726282" y="130733"/>
                </a:lnTo>
                <a:lnTo>
                  <a:pt x="4726498" y="131193"/>
                </a:lnTo>
                <a:lnTo>
                  <a:pt x="4726743" y="131605"/>
                </a:lnTo>
                <a:lnTo>
                  <a:pt x="4727014" y="131971"/>
                </a:lnTo>
                <a:lnTo>
                  <a:pt x="4727310" y="132295"/>
                </a:lnTo>
                <a:lnTo>
                  <a:pt x="4727629" y="132577"/>
                </a:lnTo>
                <a:lnTo>
                  <a:pt x="4727968" y="132822"/>
                </a:lnTo>
                <a:lnTo>
                  <a:pt x="4728327" y="133033"/>
                </a:lnTo>
                <a:lnTo>
                  <a:pt x="4728703" y="133211"/>
                </a:lnTo>
                <a:lnTo>
                  <a:pt x="4729094" y="133359"/>
                </a:lnTo>
                <a:lnTo>
                  <a:pt x="4729498" y="133480"/>
                </a:lnTo>
                <a:lnTo>
                  <a:pt x="4729913" y="133578"/>
                </a:lnTo>
                <a:lnTo>
                  <a:pt x="4730338" y="133653"/>
                </a:lnTo>
                <a:lnTo>
                  <a:pt x="4730770" y="133710"/>
                </a:lnTo>
                <a:lnTo>
                  <a:pt x="4731208" y="133751"/>
                </a:lnTo>
                <a:lnTo>
                  <a:pt x="4731649" y="133778"/>
                </a:lnTo>
                <a:lnTo>
                  <a:pt x="4732093" y="133795"/>
                </a:lnTo>
                <a:lnTo>
                  <a:pt x="4732535" y="133804"/>
                </a:lnTo>
                <a:lnTo>
                  <a:pt x="4732976" y="133807"/>
                </a:lnTo>
                <a:lnTo>
                  <a:pt x="4733413" y="133807"/>
                </a:lnTo>
                <a:lnTo>
                  <a:pt x="4747486" y="133807"/>
                </a:lnTo>
                <a:lnTo>
                  <a:pt x="4747880" y="133807"/>
                </a:lnTo>
                <a:lnTo>
                  <a:pt x="4748290" y="133804"/>
                </a:lnTo>
                <a:lnTo>
                  <a:pt x="4748712" y="133795"/>
                </a:lnTo>
                <a:lnTo>
                  <a:pt x="4749143" y="133780"/>
                </a:lnTo>
                <a:lnTo>
                  <a:pt x="4749581" y="133753"/>
                </a:lnTo>
                <a:lnTo>
                  <a:pt x="4750023" y="133714"/>
                </a:lnTo>
                <a:lnTo>
                  <a:pt x="4750466" y="133659"/>
                </a:lnTo>
                <a:lnTo>
                  <a:pt x="4750907" y="133586"/>
                </a:lnTo>
                <a:lnTo>
                  <a:pt x="4751343" y="133492"/>
                </a:lnTo>
                <a:lnTo>
                  <a:pt x="4751772" y="133375"/>
                </a:lnTo>
                <a:lnTo>
                  <a:pt x="4752190" y="133232"/>
                </a:lnTo>
                <a:lnTo>
                  <a:pt x="4752596" y="133060"/>
                </a:lnTo>
                <a:lnTo>
                  <a:pt x="4752985" y="132858"/>
                </a:lnTo>
                <a:lnTo>
                  <a:pt x="4753355" y="132621"/>
                </a:lnTo>
                <a:lnTo>
                  <a:pt x="4753703" y="132348"/>
                </a:lnTo>
                <a:lnTo>
                  <a:pt x="4754027" y="132037"/>
                </a:lnTo>
                <a:lnTo>
                  <a:pt x="4754323" y="131684"/>
                </a:lnTo>
                <a:lnTo>
                  <a:pt x="4754590" y="131286"/>
                </a:lnTo>
                <a:lnTo>
                  <a:pt x="4754822" y="130842"/>
                </a:lnTo>
                <a:lnTo>
                  <a:pt x="4755019" y="130349"/>
                </a:lnTo>
                <a:lnTo>
                  <a:pt x="4755178" y="129804"/>
                </a:lnTo>
                <a:lnTo>
                  <a:pt x="4755294" y="129205"/>
                </a:lnTo>
                <a:lnTo>
                  <a:pt x="4755366" y="128548"/>
                </a:lnTo>
                <a:lnTo>
                  <a:pt x="4755391" y="127832"/>
                </a:lnTo>
                <a:lnTo>
                  <a:pt x="4755365" y="127139"/>
                </a:lnTo>
                <a:lnTo>
                  <a:pt x="4755290" y="126503"/>
                </a:lnTo>
                <a:lnTo>
                  <a:pt x="4755170" y="125923"/>
                </a:lnTo>
                <a:lnTo>
                  <a:pt x="4755007" y="125395"/>
                </a:lnTo>
                <a:lnTo>
                  <a:pt x="4754804" y="124918"/>
                </a:lnTo>
                <a:lnTo>
                  <a:pt x="4754565" y="124488"/>
                </a:lnTo>
                <a:close/>
                <a:moveTo>
                  <a:pt x="3531550" y="112747"/>
                </a:moveTo>
                <a:lnTo>
                  <a:pt x="3531550" y="112748"/>
                </a:lnTo>
                <a:lnTo>
                  <a:pt x="3531550" y="112746"/>
                </a:lnTo>
                <a:lnTo>
                  <a:pt x="3531550" y="112747"/>
                </a:lnTo>
                <a:close/>
                <a:moveTo>
                  <a:pt x="4037628" y="112747"/>
                </a:moveTo>
                <a:lnTo>
                  <a:pt x="4037628" y="112748"/>
                </a:lnTo>
                <a:lnTo>
                  <a:pt x="4037628" y="112746"/>
                </a:lnTo>
                <a:lnTo>
                  <a:pt x="4037628" y="112747"/>
                </a:lnTo>
                <a:close/>
                <a:moveTo>
                  <a:pt x="4240059" y="112747"/>
                </a:moveTo>
                <a:lnTo>
                  <a:pt x="4240059" y="112748"/>
                </a:lnTo>
                <a:lnTo>
                  <a:pt x="4240059" y="112746"/>
                </a:lnTo>
                <a:lnTo>
                  <a:pt x="4240059" y="112747"/>
                </a:lnTo>
                <a:close/>
                <a:moveTo>
                  <a:pt x="3430016" y="155357"/>
                </a:moveTo>
                <a:lnTo>
                  <a:pt x="3429662" y="154908"/>
                </a:lnTo>
                <a:lnTo>
                  <a:pt x="3429272" y="154509"/>
                </a:lnTo>
                <a:lnTo>
                  <a:pt x="3428850" y="154157"/>
                </a:lnTo>
                <a:lnTo>
                  <a:pt x="3428402" y="153849"/>
                </a:lnTo>
                <a:lnTo>
                  <a:pt x="3427931" y="153582"/>
                </a:lnTo>
                <a:lnTo>
                  <a:pt x="3427444" y="153353"/>
                </a:lnTo>
                <a:lnTo>
                  <a:pt x="3426945" y="153159"/>
                </a:lnTo>
                <a:lnTo>
                  <a:pt x="3426439" y="152998"/>
                </a:lnTo>
                <a:lnTo>
                  <a:pt x="3425930" y="152865"/>
                </a:lnTo>
                <a:lnTo>
                  <a:pt x="3425424" y="152759"/>
                </a:lnTo>
                <a:lnTo>
                  <a:pt x="3424925" y="152677"/>
                </a:lnTo>
                <a:lnTo>
                  <a:pt x="3424438" y="152615"/>
                </a:lnTo>
                <a:lnTo>
                  <a:pt x="3423969" y="152570"/>
                </a:lnTo>
                <a:lnTo>
                  <a:pt x="3423521" y="152541"/>
                </a:lnTo>
                <a:lnTo>
                  <a:pt x="3423100" y="152523"/>
                </a:lnTo>
                <a:lnTo>
                  <a:pt x="3422710" y="152513"/>
                </a:lnTo>
                <a:lnTo>
                  <a:pt x="3422357" y="152510"/>
                </a:lnTo>
                <a:lnTo>
                  <a:pt x="3422046" y="152509"/>
                </a:lnTo>
                <a:lnTo>
                  <a:pt x="3360739" y="152509"/>
                </a:lnTo>
                <a:lnTo>
                  <a:pt x="3360428" y="152510"/>
                </a:lnTo>
                <a:lnTo>
                  <a:pt x="3360075" y="152513"/>
                </a:lnTo>
                <a:lnTo>
                  <a:pt x="3359685" y="152523"/>
                </a:lnTo>
                <a:lnTo>
                  <a:pt x="3359264" y="152541"/>
                </a:lnTo>
                <a:lnTo>
                  <a:pt x="3358816" y="152570"/>
                </a:lnTo>
                <a:lnTo>
                  <a:pt x="3358347" y="152615"/>
                </a:lnTo>
                <a:lnTo>
                  <a:pt x="3357860" y="152677"/>
                </a:lnTo>
                <a:lnTo>
                  <a:pt x="3357361" y="152759"/>
                </a:lnTo>
                <a:lnTo>
                  <a:pt x="3356855" y="152865"/>
                </a:lnTo>
                <a:lnTo>
                  <a:pt x="3356346" y="152998"/>
                </a:lnTo>
                <a:lnTo>
                  <a:pt x="3355840" y="153159"/>
                </a:lnTo>
                <a:lnTo>
                  <a:pt x="3355341" y="153353"/>
                </a:lnTo>
                <a:lnTo>
                  <a:pt x="3354854" y="153582"/>
                </a:lnTo>
                <a:lnTo>
                  <a:pt x="3354383" y="153849"/>
                </a:lnTo>
                <a:lnTo>
                  <a:pt x="3353935" y="154157"/>
                </a:lnTo>
                <a:lnTo>
                  <a:pt x="3353513" y="154509"/>
                </a:lnTo>
                <a:lnTo>
                  <a:pt x="3353123" y="154908"/>
                </a:lnTo>
                <a:lnTo>
                  <a:pt x="3352769" y="155357"/>
                </a:lnTo>
                <a:lnTo>
                  <a:pt x="3352456" y="155858"/>
                </a:lnTo>
                <a:lnTo>
                  <a:pt x="3352189" y="156415"/>
                </a:lnTo>
                <a:lnTo>
                  <a:pt x="3351973" y="157031"/>
                </a:lnTo>
                <a:lnTo>
                  <a:pt x="3351813" y="157708"/>
                </a:lnTo>
                <a:lnTo>
                  <a:pt x="3351713" y="158449"/>
                </a:lnTo>
                <a:lnTo>
                  <a:pt x="3351679" y="159258"/>
                </a:lnTo>
                <a:lnTo>
                  <a:pt x="3351713" y="160067"/>
                </a:lnTo>
                <a:lnTo>
                  <a:pt x="3351813" y="160808"/>
                </a:lnTo>
                <a:lnTo>
                  <a:pt x="3351973" y="161485"/>
                </a:lnTo>
                <a:lnTo>
                  <a:pt x="3352189" y="162100"/>
                </a:lnTo>
                <a:lnTo>
                  <a:pt x="3352456" y="162657"/>
                </a:lnTo>
                <a:lnTo>
                  <a:pt x="3352769" y="163158"/>
                </a:lnTo>
                <a:lnTo>
                  <a:pt x="3353123" y="163607"/>
                </a:lnTo>
                <a:lnTo>
                  <a:pt x="3353513" y="164005"/>
                </a:lnTo>
                <a:lnTo>
                  <a:pt x="3353935" y="164357"/>
                </a:lnTo>
                <a:lnTo>
                  <a:pt x="3354383" y="164665"/>
                </a:lnTo>
                <a:lnTo>
                  <a:pt x="3354854" y="164932"/>
                </a:lnTo>
                <a:lnTo>
                  <a:pt x="3355341" y="165161"/>
                </a:lnTo>
                <a:lnTo>
                  <a:pt x="3355840" y="165355"/>
                </a:lnTo>
                <a:lnTo>
                  <a:pt x="3356346" y="165516"/>
                </a:lnTo>
                <a:lnTo>
                  <a:pt x="3356855" y="165648"/>
                </a:lnTo>
                <a:lnTo>
                  <a:pt x="3357361" y="165754"/>
                </a:lnTo>
                <a:lnTo>
                  <a:pt x="3357860" y="165837"/>
                </a:lnTo>
                <a:lnTo>
                  <a:pt x="3358347" y="165899"/>
                </a:lnTo>
                <a:lnTo>
                  <a:pt x="3358816" y="165943"/>
                </a:lnTo>
                <a:lnTo>
                  <a:pt x="3359264" y="165973"/>
                </a:lnTo>
                <a:lnTo>
                  <a:pt x="3359685" y="165991"/>
                </a:lnTo>
                <a:lnTo>
                  <a:pt x="3360075" y="166000"/>
                </a:lnTo>
                <a:lnTo>
                  <a:pt x="3360428" y="166004"/>
                </a:lnTo>
                <a:lnTo>
                  <a:pt x="3360739" y="166004"/>
                </a:lnTo>
                <a:lnTo>
                  <a:pt x="3422046" y="166004"/>
                </a:lnTo>
                <a:lnTo>
                  <a:pt x="3422357" y="166004"/>
                </a:lnTo>
                <a:lnTo>
                  <a:pt x="3422710" y="166000"/>
                </a:lnTo>
                <a:lnTo>
                  <a:pt x="3423100" y="165991"/>
                </a:lnTo>
                <a:lnTo>
                  <a:pt x="3423521" y="165973"/>
                </a:lnTo>
                <a:lnTo>
                  <a:pt x="3423969" y="165943"/>
                </a:lnTo>
                <a:lnTo>
                  <a:pt x="3424438" y="165899"/>
                </a:lnTo>
                <a:lnTo>
                  <a:pt x="3424925" y="165837"/>
                </a:lnTo>
                <a:lnTo>
                  <a:pt x="3425424" y="165754"/>
                </a:lnTo>
                <a:lnTo>
                  <a:pt x="3425930" y="165648"/>
                </a:lnTo>
                <a:lnTo>
                  <a:pt x="3426439" y="165516"/>
                </a:lnTo>
                <a:lnTo>
                  <a:pt x="3426945" y="165355"/>
                </a:lnTo>
                <a:lnTo>
                  <a:pt x="3427444" y="165161"/>
                </a:lnTo>
                <a:lnTo>
                  <a:pt x="3427931" y="164932"/>
                </a:lnTo>
                <a:lnTo>
                  <a:pt x="3428402" y="164665"/>
                </a:lnTo>
                <a:lnTo>
                  <a:pt x="3428850" y="164357"/>
                </a:lnTo>
                <a:lnTo>
                  <a:pt x="3429272" y="164005"/>
                </a:lnTo>
                <a:lnTo>
                  <a:pt x="3429662" y="163607"/>
                </a:lnTo>
                <a:lnTo>
                  <a:pt x="3430016" y="163158"/>
                </a:lnTo>
                <a:lnTo>
                  <a:pt x="3430329" y="162657"/>
                </a:lnTo>
                <a:lnTo>
                  <a:pt x="3430596" y="162100"/>
                </a:lnTo>
                <a:lnTo>
                  <a:pt x="3430812" y="161485"/>
                </a:lnTo>
                <a:lnTo>
                  <a:pt x="3430972" y="160808"/>
                </a:lnTo>
                <a:lnTo>
                  <a:pt x="3431072" y="160067"/>
                </a:lnTo>
                <a:lnTo>
                  <a:pt x="3431106" y="159258"/>
                </a:lnTo>
                <a:lnTo>
                  <a:pt x="3431072" y="158449"/>
                </a:lnTo>
                <a:lnTo>
                  <a:pt x="3430972" y="157708"/>
                </a:lnTo>
                <a:lnTo>
                  <a:pt x="3430812" y="157031"/>
                </a:lnTo>
                <a:lnTo>
                  <a:pt x="3430596" y="156415"/>
                </a:lnTo>
                <a:lnTo>
                  <a:pt x="3430329" y="155858"/>
                </a:lnTo>
                <a:lnTo>
                  <a:pt x="3430016" y="155357"/>
                </a:lnTo>
                <a:close/>
                <a:moveTo>
                  <a:pt x="3834877" y="155357"/>
                </a:moveTo>
                <a:lnTo>
                  <a:pt x="3834523" y="154908"/>
                </a:lnTo>
                <a:lnTo>
                  <a:pt x="3834133" y="154509"/>
                </a:lnTo>
                <a:lnTo>
                  <a:pt x="3833711" y="154157"/>
                </a:lnTo>
                <a:lnTo>
                  <a:pt x="3833263" y="153849"/>
                </a:lnTo>
                <a:lnTo>
                  <a:pt x="3832793" y="153582"/>
                </a:lnTo>
                <a:lnTo>
                  <a:pt x="3832305" y="153353"/>
                </a:lnTo>
                <a:lnTo>
                  <a:pt x="3831806" y="153159"/>
                </a:lnTo>
                <a:lnTo>
                  <a:pt x="3831300" y="152998"/>
                </a:lnTo>
                <a:lnTo>
                  <a:pt x="3830791" y="152865"/>
                </a:lnTo>
                <a:lnTo>
                  <a:pt x="3830285" y="152759"/>
                </a:lnTo>
                <a:lnTo>
                  <a:pt x="3829786" y="152677"/>
                </a:lnTo>
                <a:lnTo>
                  <a:pt x="3829299" y="152615"/>
                </a:lnTo>
                <a:lnTo>
                  <a:pt x="3828830" y="152570"/>
                </a:lnTo>
                <a:lnTo>
                  <a:pt x="3828382" y="152541"/>
                </a:lnTo>
                <a:lnTo>
                  <a:pt x="3827961" y="152523"/>
                </a:lnTo>
                <a:lnTo>
                  <a:pt x="3827572" y="152513"/>
                </a:lnTo>
                <a:lnTo>
                  <a:pt x="3827219" y="152510"/>
                </a:lnTo>
                <a:lnTo>
                  <a:pt x="3826907" y="152509"/>
                </a:lnTo>
                <a:lnTo>
                  <a:pt x="3765600" y="152509"/>
                </a:lnTo>
                <a:lnTo>
                  <a:pt x="3765289" y="152510"/>
                </a:lnTo>
                <a:lnTo>
                  <a:pt x="3764936" y="152513"/>
                </a:lnTo>
                <a:lnTo>
                  <a:pt x="3764546" y="152523"/>
                </a:lnTo>
                <a:lnTo>
                  <a:pt x="3764125" y="152541"/>
                </a:lnTo>
                <a:lnTo>
                  <a:pt x="3763678" y="152570"/>
                </a:lnTo>
                <a:lnTo>
                  <a:pt x="3763208" y="152615"/>
                </a:lnTo>
                <a:lnTo>
                  <a:pt x="3762721" y="152677"/>
                </a:lnTo>
                <a:lnTo>
                  <a:pt x="3762222" y="152759"/>
                </a:lnTo>
                <a:lnTo>
                  <a:pt x="3761716" y="152865"/>
                </a:lnTo>
                <a:lnTo>
                  <a:pt x="3761207" y="152998"/>
                </a:lnTo>
                <a:lnTo>
                  <a:pt x="3760701" y="153159"/>
                </a:lnTo>
                <a:lnTo>
                  <a:pt x="3760202" y="153353"/>
                </a:lnTo>
                <a:lnTo>
                  <a:pt x="3759715" y="153582"/>
                </a:lnTo>
                <a:lnTo>
                  <a:pt x="3759245" y="153849"/>
                </a:lnTo>
                <a:lnTo>
                  <a:pt x="3758796" y="154157"/>
                </a:lnTo>
                <a:lnTo>
                  <a:pt x="3758374" y="154509"/>
                </a:lnTo>
                <a:lnTo>
                  <a:pt x="3757984" y="154908"/>
                </a:lnTo>
                <a:lnTo>
                  <a:pt x="3757630" y="155357"/>
                </a:lnTo>
                <a:lnTo>
                  <a:pt x="3757317" y="155858"/>
                </a:lnTo>
                <a:lnTo>
                  <a:pt x="3757050" y="156415"/>
                </a:lnTo>
                <a:lnTo>
                  <a:pt x="3756834" y="157031"/>
                </a:lnTo>
                <a:lnTo>
                  <a:pt x="3756674" y="157708"/>
                </a:lnTo>
                <a:lnTo>
                  <a:pt x="3756574" y="158449"/>
                </a:lnTo>
                <a:lnTo>
                  <a:pt x="3756540" y="159258"/>
                </a:lnTo>
                <a:lnTo>
                  <a:pt x="3756574" y="160067"/>
                </a:lnTo>
                <a:lnTo>
                  <a:pt x="3756674" y="160808"/>
                </a:lnTo>
                <a:lnTo>
                  <a:pt x="3756834" y="161485"/>
                </a:lnTo>
                <a:lnTo>
                  <a:pt x="3757050" y="162100"/>
                </a:lnTo>
                <a:lnTo>
                  <a:pt x="3757317" y="162657"/>
                </a:lnTo>
                <a:lnTo>
                  <a:pt x="3757630" y="163158"/>
                </a:lnTo>
                <a:lnTo>
                  <a:pt x="3757984" y="163607"/>
                </a:lnTo>
                <a:lnTo>
                  <a:pt x="3758374" y="164005"/>
                </a:lnTo>
                <a:lnTo>
                  <a:pt x="3758796" y="164357"/>
                </a:lnTo>
                <a:lnTo>
                  <a:pt x="3759245" y="164665"/>
                </a:lnTo>
                <a:lnTo>
                  <a:pt x="3759715" y="164932"/>
                </a:lnTo>
                <a:lnTo>
                  <a:pt x="3760202" y="165161"/>
                </a:lnTo>
                <a:lnTo>
                  <a:pt x="3760701" y="165355"/>
                </a:lnTo>
                <a:lnTo>
                  <a:pt x="3761207" y="165516"/>
                </a:lnTo>
                <a:lnTo>
                  <a:pt x="3761716" y="165648"/>
                </a:lnTo>
                <a:lnTo>
                  <a:pt x="3762222" y="165754"/>
                </a:lnTo>
                <a:lnTo>
                  <a:pt x="3762721" y="165837"/>
                </a:lnTo>
                <a:lnTo>
                  <a:pt x="3763208" y="165899"/>
                </a:lnTo>
                <a:lnTo>
                  <a:pt x="3763678" y="165943"/>
                </a:lnTo>
                <a:lnTo>
                  <a:pt x="3764125" y="165973"/>
                </a:lnTo>
                <a:lnTo>
                  <a:pt x="3764546" y="165991"/>
                </a:lnTo>
                <a:lnTo>
                  <a:pt x="3764936" y="166000"/>
                </a:lnTo>
                <a:lnTo>
                  <a:pt x="3765289" y="166004"/>
                </a:lnTo>
                <a:lnTo>
                  <a:pt x="3765600" y="166004"/>
                </a:lnTo>
                <a:lnTo>
                  <a:pt x="3826907" y="166004"/>
                </a:lnTo>
                <a:lnTo>
                  <a:pt x="3827219" y="166004"/>
                </a:lnTo>
                <a:lnTo>
                  <a:pt x="3827572" y="166000"/>
                </a:lnTo>
                <a:lnTo>
                  <a:pt x="3827961" y="165991"/>
                </a:lnTo>
                <a:lnTo>
                  <a:pt x="3828382" y="165973"/>
                </a:lnTo>
                <a:lnTo>
                  <a:pt x="3828830" y="165943"/>
                </a:lnTo>
                <a:lnTo>
                  <a:pt x="3829299" y="165899"/>
                </a:lnTo>
                <a:lnTo>
                  <a:pt x="3829786" y="165837"/>
                </a:lnTo>
                <a:lnTo>
                  <a:pt x="3830285" y="165754"/>
                </a:lnTo>
                <a:lnTo>
                  <a:pt x="3830791" y="165648"/>
                </a:lnTo>
                <a:lnTo>
                  <a:pt x="3831300" y="165516"/>
                </a:lnTo>
                <a:lnTo>
                  <a:pt x="3831806" y="165355"/>
                </a:lnTo>
                <a:lnTo>
                  <a:pt x="3832305" y="165161"/>
                </a:lnTo>
                <a:lnTo>
                  <a:pt x="3832793" y="164932"/>
                </a:lnTo>
                <a:lnTo>
                  <a:pt x="3833263" y="164665"/>
                </a:lnTo>
                <a:lnTo>
                  <a:pt x="3833711" y="164357"/>
                </a:lnTo>
                <a:lnTo>
                  <a:pt x="3834133" y="164005"/>
                </a:lnTo>
                <a:lnTo>
                  <a:pt x="3834523" y="163607"/>
                </a:lnTo>
                <a:lnTo>
                  <a:pt x="3834877" y="163158"/>
                </a:lnTo>
                <a:lnTo>
                  <a:pt x="3835190" y="162657"/>
                </a:lnTo>
                <a:lnTo>
                  <a:pt x="3835457" y="162100"/>
                </a:lnTo>
                <a:lnTo>
                  <a:pt x="3835673" y="161485"/>
                </a:lnTo>
                <a:lnTo>
                  <a:pt x="3835834" y="160808"/>
                </a:lnTo>
                <a:lnTo>
                  <a:pt x="3835933" y="160067"/>
                </a:lnTo>
                <a:lnTo>
                  <a:pt x="3835968" y="159258"/>
                </a:lnTo>
                <a:lnTo>
                  <a:pt x="3835933" y="158449"/>
                </a:lnTo>
                <a:lnTo>
                  <a:pt x="3835834" y="157708"/>
                </a:lnTo>
                <a:lnTo>
                  <a:pt x="3835673" y="157031"/>
                </a:lnTo>
                <a:lnTo>
                  <a:pt x="3835457" y="156415"/>
                </a:lnTo>
                <a:lnTo>
                  <a:pt x="3835190" y="155858"/>
                </a:lnTo>
                <a:lnTo>
                  <a:pt x="3834877" y="1553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min_end_here=min(num,temp,min_end_here*num)">
            <a:extLst xmlns:a="http://schemas.openxmlformats.org/drawingml/2006/main">
              <a:ext uri="{FF2B5EF4-FFF2-40B4-BE49-F238E27FC236}">
                <a16:creationId xmlns:a16="http://schemas.microsoft.com/office/drawing/2014/main" id="{7A6FEB9F-350E-4A3E-AE73-16E7D48D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449" y="2992856"/>
            <a:ext cx="4926974" cy="176548"/>
          </a:xfrm>
          <a:custGeom xmlns:a="http://schemas.openxmlformats.org/drawingml/2006/main">
            <a:pathLst>
              <a:path w="4926974" h="176548">
                <a:moveTo>
                  <a:pt x="161806" y="23703"/>
                </a:moveTo>
                <a:lnTo>
                  <a:pt x="161584" y="23115"/>
                </a:lnTo>
                <a:lnTo>
                  <a:pt x="161325" y="22546"/>
                </a:lnTo>
                <a:lnTo>
                  <a:pt x="161032" y="22000"/>
                </a:lnTo>
                <a:lnTo>
                  <a:pt x="160705" y="21476"/>
                </a:lnTo>
                <a:lnTo>
                  <a:pt x="160345" y="20976"/>
                </a:lnTo>
                <a:lnTo>
                  <a:pt x="159956" y="20501"/>
                </a:lnTo>
                <a:lnTo>
                  <a:pt x="159536" y="20054"/>
                </a:lnTo>
                <a:lnTo>
                  <a:pt x="159089" y="19634"/>
                </a:lnTo>
                <a:lnTo>
                  <a:pt x="158614" y="19244"/>
                </a:lnTo>
                <a:lnTo>
                  <a:pt x="158115" y="18885"/>
                </a:lnTo>
                <a:lnTo>
                  <a:pt x="157591" y="18557"/>
                </a:lnTo>
                <a:lnTo>
                  <a:pt x="157044" y="18264"/>
                </a:lnTo>
                <a:lnTo>
                  <a:pt x="156476" y="18005"/>
                </a:lnTo>
                <a:lnTo>
                  <a:pt x="155888" y="17782"/>
                </a:lnTo>
                <a:lnTo>
                  <a:pt x="155282" y="17597"/>
                </a:lnTo>
                <a:lnTo>
                  <a:pt x="154657" y="17450"/>
                </a:lnTo>
                <a:lnTo>
                  <a:pt x="154017" y="17344"/>
                </a:lnTo>
                <a:lnTo>
                  <a:pt x="153362" y="17280"/>
                </a:lnTo>
                <a:lnTo>
                  <a:pt x="152693" y="17258"/>
                </a:lnTo>
                <a:lnTo>
                  <a:pt x="152024" y="17280"/>
                </a:lnTo>
                <a:lnTo>
                  <a:pt x="151369" y="17344"/>
                </a:lnTo>
                <a:lnTo>
                  <a:pt x="150728" y="17450"/>
                </a:lnTo>
                <a:lnTo>
                  <a:pt x="150104" y="17597"/>
                </a:lnTo>
                <a:lnTo>
                  <a:pt x="149497" y="17782"/>
                </a:lnTo>
                <a:lnTo>
                  <a:pt x="148908" y="18005"/>
                </a:lnTo>
                <a:lnTo>
                  <a:pt x="148340" y="18264"/>
                </a:lnTo>
                <a:lnTo>
                  <a:pt x="147793" y="18557"/>
                </a:lnTo>
                <a:lnTo>
                  <a:pt x="147270" y="18885"/>
                </a:lnTo>
                <a:lnTo>
                  <a:pt x="146770" y="19244"/>
                </a:lnTo>
                <a:lnTo>
                  <a:pt x="146295" y="19634"/>
                </a:lnTo>
                <a:lnTo>
                  <a:pt x="145848" y="20054"/>
                </a:lnTo>
                <a:lnTo>
                  <a:pt x="145428" y="20501"/>
                </a:lnTo>
                <a:lnTo>
                  <a:pt x="145038" y="20976"/>
                </a:lnTo>
                <a:lnTo>
                  <a:pt x="144679" y="21476"/>
                </a:lnTo>
                <a:lnTo>
                  <a:pt x="144352" y="22000"/>
                </a:lnTo>
                <a:lnTo>
                  <a:pt x="144059" y="22546"/>
                </a:lnTo>
                <a:lnTo>
                  <a:pt x="143800" y="23115"/>
                </a:lnTo>
                <a:lnTo>
                  <a:pt x="143577" y="23703"/>
                </a:lnTo>
                <a:lnTo>
                  <a:pt x="143392" y="24310"/>
                </a:lnTo>
                <a:lnTo>
                  <a:pt x="143246" y="24934"/>
                </a:lnTo>
                <a:lnTo>
                  <a:pt x="143140" y="25575"/>
                </a:lnTo>
                <a:lnTo>
                  <a:pt x="143075" y="26230"/>
                </a:lnTo>
                <a:lnTo>
                  <a:pt x="143053" y="26899"/>
                </a:lnTo>
                <a:lnTo>
                  <a:pt x="143075" y="27567"/>
                </a:lnTo>
                <a:lnTo>
                  <a:pt x="143140" y="28222"/>
                </a:lnTo>
                <a:lnTo>
                  <a:pt x="143246" y="28863"/>
                </a:lnTo>
                <a:lnTo>
                  <a:pt x="143392" y="29487"/>
                </a:lnTo>
                <a:lnTo>
                  <a:pt x="143577" y="30094"/>
                </a:lnTo>
                <a:lnTo>
                  <a:pt x="143800" y="30682"/>
                </a:lnTo>
                <a:lnTo>
                  <a:pt x="144059" y="31251"/>
                </a:lnTo>
                <a:lnTo>
                  <a:pt x="144352" y="31797"/>
                </a:lnTo>
                <a:lnTo>
                  <a:pt x="144679" y="32321"/>
                </a:lnTo>
                <a:lnTo>
                  <a:pt x="145038" y="32821"/>
                </a:lnTo>
                <a:lnTo>
                  <a:pt x="145428" y="33296"/>
                </a:lnTo>
                <a:lnTo>
                  <a:pt x="145848" y="33743"/>
                </a:lnTo>
                <a:lnTo>
                  <a:pt x="146295" y="34163"/>
                </a:lnTo>
                <a:lnTo>
                  <a:pt x="146770" y="34553"/>
                </a:lnTo>
                <a:lnTo>
                  <a:pt x="147270" y="34912"/>
                </a:lnTo>
                <a:lnTo>
                  <a:pt x="147793" y="35240"/>
                </a:lnTo>
                <a:lnTo>
                  <a:pt x="148340" y="35533"/>
                </a:lnTo>
                <a:lnTo>
                  <a:pt x="148908" y="35792"/>
                </a:lnTo>
                <a:lnTo>
                  <a:pt x="149497" y="36015"/>
                </a:lnTo>
                <a:lnTo>
                  <a:pt x="150104" y="36200"/>
                </a:lnTo>
                <a:lnTo>
                  <a:pt x="150728" y="36347"/>
                </a:lnTo>
                <a:lnTo>
                  <a:pt x="151369" y="36453"/>
                </a:lnTo>
                <a:lnTo>
                  <a:pt x="152024" y="36518"/>
                </a:lnTo>
                <a:lnTo>
                  <a:pt x="152693" y="36539"/>
                </a:lnTo>
                <a:lnTo>
                  <a:pt x="153362" y="36518"/>
                </a:lnTo>
                <a:lnTo>
                  <a:pt x="154017" y="36453"/>
                </a:lnTo>
                <a:lnTo>
                  <a:pt x="154657" y="36347"/>
                </a:lnTo>
                <a:lnTo>
                  <a:pt x="155282" y="36200"/>
                </a:lnTo>
                <a:lnTo>
                  <a:pt x="155888" y="36015"/>
                </a:lnTo>
                <a:lnTo>
                  <a:pt x="156476" y="35792"/>
                </a:lnTo>
                <a:lnTo>
                  <a:pt x="157044" y="35533"/>
                </a:lnTo>
                <a:lnTo>
                  <a:pt x="157591" y="35240"/>
                </a:lnTo>
                <a:lnTo>
                  <a:pt x="158115" y="34912"/>
                </a:lnTo>
                <a:lnTo>
                  <a:pt x="158614" y="34553"/>
                </a:lnTo>
                <a:lnTo>
                  <a:pt x="159089" y="34163"/>
                </a:lnTo>
                <a:lnTo>
                  <a:pt x="159536" y="33743"/>
                </a:lnTo>
                <a:lnTo>
                  <a:pt x="159956" y="33296"/>
                </a:lnTo>
                <a:lnTo>
                  <a:pt x="160345" y="32821"/>
                </a:lnTo>
                <a:lnTo>
                  <a:pt x="160705" y="32321"/>
                </a:lnTo>
                <a:lnTo>
                  <a:pt x="161032" y="31797"/>
                </a:lnTo>
                <a:lnTo>
                  <a:pt x="161325" y="31251"/>
                </a:lnTo>
                <a:lnTo>
                  <a:pt x="161584" y="30682"/>
                </a:lnTo>
                <a:lnTo>
                  <a:pt x="161806" y="30094"/>
                </a:lnTo>
                <a:lnTo>
                  <a:pt x="161992" y="29487"/>
                </a:lnTo>
                <a:lnTo>
                  <a:pt x="162138" y="28863"/>
                </a:lnTo>
                <a:lnTo>
                  <a:pt x="162244" y="28222"/>
                </a:lnTo>
                <a:lnTo>
                  <a:pt x="162309" y="27567"/>
                </a:lnTo>
                <a:lnTo>
                  <a:pt x="162331" y="26899"/>
                </a:lnTo>
                <a:lnTo>
                  <a:pt x="162309" y="26230"/>
                </a:lnTo>
                <a:lnTo>
                  <a:pt x="162244" y="25575"/>
                </a:lnTo>
                <a:lnTo>
                  <a:pt x="162138" y="24934"/>
                </a:lnTo>
                <a:lnTo>
                  <a:pt x="161992" y="24310"/>
                </a:lnTo>
                <a:lnTo>
                  <a:pt x="161806" y="23703"/>
                </a:lnTo>
                <a:close/>
                <a:moveTo>
                  <a:pt x="1409112" y="56256"/>
                </a:moveTo>
                <a:lnTo>
                  <a:pt x="1408736" y="55807"/>
                </a:lnTo>
                <a:lnTo>
                  <a:pt x="1408320" y="55408"/>
                </a:lnTo>
                <a:lnTo>
                  <a:pt x="1407870" y="55056"/>
                </a:lnTo>
                <a:lnTo>
                  <a:pt x="1407391" y="54748"/>
                </a:lnTo>
                <a:lnTo>
                  <a:pt x="1406887" y="54481"/>
                </a:lnTo>
                <a:lnTo>
                  <a:pt x="1406365" y="54252"/>
                </a:lnTo>
                <a:lnTo>
                  <a:pt x="1405829" y="54059"/>
                </a:lnTo>
                <a:lnTo>
                  <a:pt x="1405283" y="53897"/>
                </a:lnTo>
                <a:lnTo>
                  <a:pt x="1404734" y="53765"/>
                </a:lnTo>
                <a:lnTo>
                  <a:pt x="1404186" y="53659"/>
                </a:lnTo>
                <a:lnTo>
                  <a:pt x="1403643" y="53576"/>
                </a:lnTo>
                <a:lnTo>
                  <a:pt x="1403112" y="53514"/>
                </a:lnTo>
                <a:lnTo>
                  <a:pt x="1402597" y="53470"/>
                </a:lnTo>
                <a:lnTo>
                  <a:pt x="1402103" y="53440"/>
                </a:lnTo>
                <a:lnTo>
                  <a:pt x="1401635" y="53422"/>
                </a:lnTo>
                <a:lnTo>
                  <a:pt x="1401198" y="53413"/>
                </a:lnTo>
                <a:lnTo>
                  <a:pt x="1400797" y="53409"/>
                </a:lnTo>
                <a:lnTo>
                  <a:pt x="1400438" y="53409"/>
                </a:lnTo>
                <a:lnTo>
                  <a:pt x="1333730" y="53409"/>
                </a:lnTo>
                <a:lnTo>
                  <a:pt x="1333371" y="53409"/>
                </a:lnTo>
                <a:lnTo>
                  <a:pt x="1332970" y="53413"/>
                </a:lnTo>
                <a:lnTo>
                  <a:pt x="1332533" y="53422"/>
                </a:lnTo>
                <a:lnTo>
                  <a:pt x="1332065" y="53440"/>
                </a:lnTo>
                <a:lnTo>
                  <a:pt x="1331571" y="53470"/>
                </a:lnTo>
                <a:lnTo>
                  <a:pt x="1331056" y="53514"/>
                </a:lnTo>
                <a:lnTo>
                  <a:pt x="1330525" y="53576"/>
                </a:lnTo>
                <a:lnTo>
                  <a:pt x="1329982" y="53659"/>
                </a:lnTo>
                <a:lnTo>
                  <a:pt x="1329434" y="53765"/>
                </a:lnTo>
                <a:lnTo>
                  <a:pt x="1328885" y="53897"/>
                </a:lnTo>
                <a:lnTo>
                  <a:pt x="1328339" y="54059"/>
                </a:lnTo>
                <a:lnTo>
                  <a:pt x="1327803" y="54252"/>
                </a:lnTo>
                <a:lnTo>
                  <a:pt x="1327281" y="54481"/>
                </a:lnTo>
                <a:lnTo>
                  <a:pt x="1326777" y="54748"/>
                </a:lnTo>
                <a:lnTo>
                  <a:pt x="1326298" y="55056"/>
                </a:lnTo>
                <a:lnTo>
                  <a:pt x="1325848" y="55408"/>
                </a:lnTo>
                <a:lnTo>
                  <a:pt x="1325432" y="55807"/>
                </a:lnTo>
                <a:lnTo>
                  <a:pt x="1325056" y="56256"/>
                </a:lnTo>
                <a:lnTo>
                  <a:pt x="1324723" y="56757"/>
                </a:lnTo>
                <a:lnTo>
                  <a:pt x="1324440" y="57314"/>
                </a:lnTo>
                <a:lnTo>
                  <a:pt x="1324211" y="57930"/>
                </a:lnTo>
                <a:lnTo>
                  <a:pt x="1324041" y="58607"/>
                </a:lnTo>
                <a:lnTo>
                  <a:pt x="1323935" y="59349"/>
                </a:lnTo>
                <a:lnTo>
                  <a:pt x="1323899" y="60158"/>
                </a:lnTo>
                <a:lnTo>
                  <a:pt x="1323931" y="60967"/>
                </a:lnTo>
                <a:lnTo>
                  <a:pt x="1324025" y="61708"/>
                </a:lnTo>
                <a:lnTo>
                  <a:pt x="1324177" y="62385"/>
                </a:lnTo>
                <a:lnTo>
                  <a:pt x="1324381" y="63001"/>
                </a:lnTo>
                <a:lnTo>
                  <a:pt x="1324633" y="63558"/>
                </a:lnTo>
                <a:lnTo>
                  <a:pt x="1324929" y="64059"/>
                </a:lnTo>
                <a:lnTo>
                  <a:pt x="1325264" y="64508"/>
                </a:lnTo>
                <a:lnTo>
                  <a:pt x="1325634" y="64907"/>
                </a:lnTo>
                <a:lnTo>
                  <a:pt x="1326034" y="65259"/>
                </a:lnTo>
                <a:lnTo>
                  <a:pt x="1326460" y="65567"/>
                </a:lnTo>
                <a:lnTo>
                  <a:pt x="1326906" y="65834"/>
                </a:lnTo>
                <a:lnTo>
                  <a:pt x="1327369" y="66063"/>
                </a:lnTo>
                <a:lnTo>
                  <a:pt x="1327845" y="66257"/>
                </a:lnTo>
                <a:lnTo>
                  <a:pt x="1328327" y="66418"/>
                </a:lnTo>
                <a:lnTo>
                  <a:pt x="1328813" y="66551"/>
                </a:lnTo>
                <a:lnTo>
                  <a:pt x="1329297" y="66657"/>
                </a:lnTo>
                <a:lnTo>
                  <a:pt x="1329776" y="66739"/>
                </a:lnTo>
                <a:lnTo>
                  <a:pt x="1330243" y="66801"/>
                </a:lnTo>
                <a:lnTo>
                  <a:pt x="1330696" y="66846"/>
                </a:lnTo>
                <a:lnTo>
                  <a:pt x="1331129" y="66875"/>
                </a:lnTo>
                <a:lnTo>
                  <a:pt x="1331538" y="66893"/>
                </a:lnTo>
                <a:lnTo>
                  <a:pt x="1331918" y="66903"/>
                </a:lnTo>
                <a:lnTo>
                  <a:pt x="1332265" y="66906"/>
                </a:lnTo>
                <a:lnTo>
                  <a:pt x="1332574" y="66907"/>
                </a:lnTo>
                <a:lnTo>
                  <a:pt x="1401594" y="66907"/>
                </a:lnTo>
                <a:lnTo>
                  <a:pt x="1401903" y="66906"/>
                </a:lnTo>
                <a:lnTo>
                  <a:pt x="1402250" y="66903"/>
                </a:lnTo>
                <a:lnTo>
                  <a:pt x="1402631" y="66893"/>
                </a:lnTo>
                <a:lnTo>
                  <a:pt x="1403039" y="66875"/>
                </a:lnTo>
                <a:lnTo>
                  <a:pt x="1403472" y="66846"/>
                </a:lnTo>
                <a:lnTo>
                  <a:pt x="1403925" y="66801"/>
                </a:lnTo>
                <a:lnTo>
                  <a:pt x="1404393" y="66739"/>
                </a:lnTo>
                <a:lnTo>
                  <a:pt x="1404871" y="66657"/>
                </a:lnTo>
                <a:lnTo>
                  <a:pt x="1405355" y="66551"/>
                </a:lnTo>
                <a:lnTo>
                  <a:pt x="1405841" y="66418"/>
                </a:lnTo>
                <a:lnTo>
                  <a:pt x="1406324" y="66257"/>
                </a:lnTo>
                <a:lnTo>
                  <a:pt x="1406799" y="66063"/>
                </a:lnTo>
                <a:lnTo>
                  <a:pt x="1407262" y="65834"/>
                </a:lnTo>
                <a:lnTo>
                  <a:pt x="1407709" y="65567"/>
                </a:lnTo>
                <a:lnTo>
                  <a:pt x="1408134" y="65259"/>
                </a:lnTo>
                <a:lnTo>
                  <a:pt x="1408534" y="64907"/>
                </a:lnTo>
                <a:lnTo>
                  <a:pt x="1408904" y="64508"/>
                </a:lnTo>
                <a:lnTo>
                  <a:pt x="1409239" y="64059"/>
                </a:lnTo>
                <a:lnTo>
                  <a:pt x="1409535" y="63558"/>
                </a:lnTo>
                <a:lnTo>
                  <a:pt x="1409787" y="63001"/>
                </a:lnTo>
                <a:lnTo>
                  <a:pt x="1409991" y="62385"/>
                </a:lnTo>
                <a:lnTo>
                  <a:pt x="1410143" y="61708"/>
                </a:lnTo>
                <a:lnTo>
                  <a:pt x="1410237" y="60967"/>
                </a:lnTo>
                <a:lnTo>
                  <a:pt x="1410269" y="60158"/>
                </a:lnTo>
                <a:lnTo>
                  <a:pt x="1410233" y="59349"/>
                </a:lnTo>
                <a:lnTo>
                  <a:pt x="1410127" y="58607"/>
                </a:lnTo>
                <a:lnTo>
                  <a:pt x="1409957" y="57930"/>
                </a:lnTo>
                <a:lnTo>
                  <a:pt x="1409728" y="57314"/>
                </a:lnTo>
                <a:lnTo>
                  <a:pt x="1409445" y="56757"/>
                </a:lnTo>
                <a:lnTo>
                  <a:pt x="1409112" y="56256"/>
                </a:lnTo>
                <a:close/>
                <a:moveTo>
                  <a:pt x="908404" y="124569"/>
                </a:moveTo>
                <a:lnTo>
                  <a:pt x="908138" y="124172"/>
                </a:lnTo>
                <a:lnTo>
                  <a:pt x="907841" y="123818"/>
                </a:lnTo>
                <a:lnTo>
                  <a:pt x="907517" y="123507"/>
                </a:lnTo>
                <a:lnTo>
                  <a:pt x="907169" y="123234"/>
                </a:lnTo>
                <a:lnTo>
                  <a:pt x="906799" y="122998"/>
                </a:lnTo>
                <a:lnTo>
                  <a:pt x="906410" y="122795"/>
                </a:lnTo>
                <a:lnTo>
                  <a:pt x="906005" y="122623"/>
                </a:lnTo>
                <a:lnTo>
                  <a:pt x="905586" y="122480"/>
                </a:lnTo>
                <a:lnTo>
                  <a:pt x="905157" y="122363"/>
                </a:lnTo>
                <a:lnTo>
                  <a:pt x="904721" y="122269"/>
                </a:lnTo>
                <a:lnTo>
                  <a:pt x="904280" y="122196"/>
                </a:lnTo>
                <a:lnTo>
                  <a:pt x="903837" y="122141"/>
                </a:lnTo>
                <a:lnTo>
                  <a:pt x="903395" y="122102"/>
                </a:lnTo>
                <a:lnTo>
                  <a:pt x="902957" y="122076"/>
                </a:lnTo>
                <a:lnTo>
                  <a:pt x="902526" y="122060"/>
                </a:lnTo>
                <a:lnTo>
                  <a:pt x="902104" y="122052"/>
                </a:lnTo>
                <a:lnTo>
                  <a:pt x="901695" y="122049"/>
                </a:lnTo>
                <a:lnTo>
                  <a:pt x="901300" y="122048"/>
                </a:lnTo>
                <a:lnTo>
                  <a:pt x="892816" y="122048"/>
                </a:lnTo>
                <a:lnTo>
                  <a:pt x="892816" y="77386"/>
                </a:lnTo>
                <a:lnTo>
                  <a:pt x="892765" y="75013"/>
                </a:lnTo>
                <a:lnTo>
                  <a:pt x="892614" y="72754"/>
                </a:lnTo>
                <a:lnTo>
                  <a:pt x="892364" y="70610"/>
                </a:lnTo>
                <a:lnTo>
                  <a:pt x="892017" y="68578"/>
                </a:lnTo>
                <a:lnTo>
                  <a:pt x="891576" y="66657"/>
                </a:lnTo>
                <a:lnTo>
                  <a:pt x="891042" y="64846"/>
                </a:lnTo>
                <a:lnTo>
                  <a:pt x="890417" y="63144"/>
                </a:lnTo>
                <a:lnTo>
                  <a:pt x="889703" y="61549"/>
                </a:lnTo>
                <a:lnTo>
                  <a:pt x="888902" y="60061"/>
                </a:lnTo>
                <a:lnTo>
                  <a:pt x="888016" y="58677"/>
                </a:lnTo>
                <a:lnTo>
                  <a:pt x="887047" y="57398"/>
                </a:lnTo>
                <a:lnTo>
                  <a:pt x="885997" y="56221"/>
                </a:lnTo>
                <a:lnTo>
                  <a:pt x="884867" y="55145"/>
                </a:lnTo>
                <a:lnTo>
                  <a:pt x="883660" y="54170"/>
                </a:lnTo>
                <a:lnTo>
                  <a:pt x="882377" y="53293"/>
                </a:lnTo>
                <a:lnTo>
                  <a:pt x="881021" y="52513"/>
                </a:lnTo>
                <a:lnTo>
                  <a:pt x="879593" y="51831"/>
                </a:lnTo>
                <a:lnTo>
                  <a:pt x="878096" y="51243"/>
                </a:lnTo>
                <a:lnTo>
                  <a:pt x="876531" y="50749"/>
                </a:lnTo>
                <a:lnTo>
                  <a:pt x="874900" y="50347"/>
                </a:lnTo>
                <a:lnTo>
                  <a:pt x="873205" y="50037"/>
                </a:lnTo>
                <a:lnTo>
                  <a:pt x="871448" y="49817"/>
                </a:lnTo>
                <a:lnTo>
                  <a:pt x="869630" y="49686"/>
                </a:lnTo>
                <a:lnTo>
                  <a:pt x="867755" y="49643"/>
                </a:lnTo>
                <a:lnTo>
                  <a:pt x="866163" y="49676"/>
                </a:lnTo>
                <a:lnTo>
                  <a:pt x="864615" y="49774"/>
                </a:lnTo>
                <a:lnTo>
                  <a:pt x="863112" y="49932"/>
                </a:lnTo>
                <a:lnTo>
                  <a:pt x="861654" y="50146"/>
                </a:lnTo>
                <a:lnTo>
                  <a:pt x="860241" y="50411"/>
                </a:lnTo>
                <a:lnTo>
                  <a:pt x="858875" y="50725"/>
                </a:lnTo>
                <a:lnTo>
                  <a:pt x="857554" y="51082"/>
                </a:lnTo>
                <a:lnTo>
                  <a:pt x="856280" y="51479"/>
                </a:lnTo>
                <a:lnTo>
                  <a:pt x="855053" y="51911"/>
                </a:lnTo>
                <a:lnTo>
                  <a:pt x="853874" y="52375"/>
                </a:lnTo>
                <a:lnTo>
                  <a:pt x="852741" y="52866"/>
                </a:lnTo>
                <a:lnTo>
                  <a:pt x="851657" y="53380"/>
                </a:lnTo>
                <a:lnTo>
                  <a:pt x="850620" y="53913"/>
                </a:lnTo>
                <a:lnTo>
                  <a:pt x="849633" y="54461"/>
                </a:lnTo>
                <a:lnTo>
                  <a:pt x="848694" y="55020"/>
                </a:lnTo>
                <a:lnTo>
                  <a:pt x="847804" y="55586"/>
                </a:lnTo>
                <a:lnTo>
                  <a:pt x="846964" y="56154"/>
                </a:lnTo>
                <a:lnTo>
                  <a:pt x="846174" y="56721"/>
                </a:lnTo>
                <a:lnTo>
                  <a:pt x="845433" y="57283"/>
                </a:lnTo>
                <a:lnTo>
                  <a:pt x="844744" y="57835"/>
                </a:lnTo>
                <a:lnTo>
                  <a:pt x="844105" y="58373"/>
                </a:lnTo>
                <a:lnTo>
                  <a:pt x="843517" y="58893"/>
                </a:lnTo>
                <a:lnTo>
                  <a:pt x="842981" y="59391"/>
                </a:lnTo>
                <a:lnTo>
                  <a:pt x="842497" y="59863"/>
                </a:lnTo>
                <a:lnTo>
                  <a:pt x="842497" y="23845"/>
                </a:lnTo>
                <a:lnTo>
                  <a:pt x="842491" y="23119"/>
                </a:lnTo>
                <a:lnTo>
                  <a:pt x="842471" y="22434"/>
                </a:lnTo>
                <a:lnTo>
                  <a:pt x="842435" y="21790"/>
                </a:lnTo>
                <a:lnTo>
                  <a:pt x="842381" y="21184"/>
                </a:lnTo>
                <a:lnTo>
                  <a:pt x="842308" y="20618"/>
                </a:lnTo>
                <a:lnTo>
                  <a:pt x="842214" y="20089"/>
                </a:lnTo>
                <a:lnTo>
                  <a:pt x="842097" y="19596"/>
                </a:lnTo>
                <a:lnTo>
                  <a:pt x="841955" y="19140"/>
                </a:lnTo>
                <a:lnTo>
                  <a:pt x="841786" y="18718"/>
                </a:lnTo>
                <a:lnTo>
                  <a:pt x="841588" y="18330"/>
                </a:lnTo>
                <a:lnTo>
                  <a:pt x="841360" y="17975"/>
                </a:lnTo>
                <a:lnTo>
                  <a:pt x="841100" y="17652"/>
                </a:lnTo>
                <a:lnTo>
                  <a:pt x="840805" y="17360"/>
                </a:lnTo>
                <a:lnTo>
                  <a:pt x="840475" y="17098"/>
                </a:lnTo>
                <a:lnTo>
                  <a:pt x="840107" y="16865"/>
                </a:lnTo>
                <a:lnTo>
                  <a:pt x="839699" y="16661"/>
                </a:lnTo>
                <a:lnTo>
                  <a:pt x="839249" y="16485"/>
                </a:lnTo>
                <a:lnTo>
                  <a:pt x="838757" y="16335"/>
                </a:lnTo>
                <a:lnTo>
                  <a:pt x="838219" y="16210"/>
                </a:lnTo>
                <a:lnTo>
                  <a:pt x="837634" y="16110"/>
                </a:lnTo>
                <a:lnTo>
                  <a:pt x="837000" y="16034"/>
                </a:lnTo>
                <a:lnTo>
                  <a:pt x="836315" y="15981"/>
                </a:lnTo>
                <a:lnTo>
                  <a:pt x="835578" y="15950"/>
                </a:lnTo>
                <a:lnTo>
                  <a:pt x="834787" y="15940"/>
                </a:lnTo>
                <a:lnTo>
                  <a:pt x="820713" y="15940"/>
                </a:lnTo>
                <a:lnTo>
                  <a:pt x="820319" y="15940"/>
                </a:lnTo>
                <a:lnTo>
                  <a:pt x="819910" y="15943"/>
                </a:lnTo>
                <a:lnTo>
                  <a:pt x="819488" y="15951"/>
                </a:lnTo>
                <a:lnTo>
                  <a:pt x="819056" y="15967"/>
                </a:lnTo>
                <a:lnTo>
                  <a:pt x="818618" y="15994"/>
                </a:lnTo>
                <a:lnTo>
                  <a:pt x="818176" y="16033"/>
                </a:lnTo>
                <a:lnTo>
                  <a:pt x="817734" y="16088"/>
                </a:lnTo>
                <a:lnTo>
                  <a:pt x="817293" y="16161"/>
                </a:lnTo>
                <a:lnTo>
                  <a:pt x="816856" y="16255"/>
                </a:lnTo>
                <a:lnTo>
                  <a:pt x="816427" y="16372"/>
                </a:lnTo>
                <a:lnTo>
                  <a:pt x="816009" y="16515"/>
                </a:lnTo>
                <a:lnTo>
                  <a:pt x="815604" y="16687"/>
                </a:lnTo>
                <a:lnTo>
                  <a:pt x="815215" y="16890"/>
                </a:lnTo>
                <a:lnTo>
                  <a:pt x="814845" y="17126"/>
                </a:lnTo>
                <a:lnTo>
                  <a:pt x="814496" y="17399"/>
                </a:lnTo>
                <a:lnTo>
                  <a:pt x="814172" y="17711"/>
                </a:lnTo>
                <a:lnTo>
                  <a:pt x="813876" y="18064"/>
                </a:lnTo>
                <a:lnTo>
                  <a:pt x="813610" y="18462"/>
                </a:lnTo>
                <a:lnTo>
                  <a:pt x="813377" y="18906"/>
                </a:lnTo>
                <a:lnTo>
                  <a:pt x="813180" y="19399"/>
                </a:lnTo>
                <a:lnTo>
                  <a:pt x="813022" y="19945"/>
                </a:lnTo>
                <a:lnTo>
                  <a:pt x="812905" y="20544"/>
                </a:lnTo>
                <a:lnTo>
                  <a:pt x="812833" y="21201"/>
                </a:lnTo>
                <a:lnTo>
                  <a:pt x="812809" y="21918"/>
                </a:lnTo>
                <a:lnTo>
                  <a:pt x="812834" y="22611"/>
                </a:lnTo>
                <a:lnTo>
                  <a:pt x="812909" y="23247"/>
                </a:lnTo>
                <a:lnTo>
                  <a:pt x="813029" y="23827"/>
                </a:lnTo>
                <a:lnTo>
                  <a:pt x="813193" y="24355"/>
                </a:lnTo>
                <a:lnTo>
                  <a:pt x="813395" y="24832"/>
                </a:lnTo>
                <a:lnTo>
                  <a:pt x="813634" y="25262"/>
                </a:lnTo>
                <a:lnTo>
                  <a:pt x="813906" y="25646"/>
                </a:lnTo>
                <a:lnTo>
                  <a:pt x="814208" y="25988"/>
                </a:lnTo>
                <a:lnTo>
                  <a:pt x="814537" y="26290"/>
                </a:lnTo>
                <a:lnTo>
                  <a:pt x="814890" y="26554"/>
                </a:lnTo>
                <a:lnTo>
                  <a:pt x="815262" y="26782"/>
                </a:lnTo>
                <a:lnTo>
                  <a:pt x="815652" y="26979"/>
                </a:lnTo>
                <a:lnTo>
                  <a:pt x="816057" y="27145"/>
                </a:lnTo>
                <a:lnTo>
                  <a:pt x="816471" y="27283"/>
                </a:lnTo>
                <a:lnTo>
                  <a:pt x="816894" y="27397"/>
                </a:lnTo>
                <a:lnTo>
                  <a:pt x="817321" y="27487"/>
                </a:lnTo>
                <a:lnTo>
                  <a:pt x="817750" y="27558"/>
                </a:lnTo>
                <a:lnTo>
                  <a:pt x="818176" y="27611"/>
                </a:lnTo>
                <a:lnTo>
                  <a:pt x="818598" y="27649"/>
                </a:lnTo>
                <a:lnTo>
                  <a:pt x="819011" y="27675"/>
                </a:lnTo>
                <a:lnTo>
                  <a:pt x="819413" y="27690"/>
                </a:lnTo>
                <a:lnTo>
                  <a:pt x="819801" y="27698"/>
                </a:lnTo>
                <a:lnTo>
                  <a:pt x="820170" y="27701"/>
                </a:lnTo>
                <a:lnTo>
                  <a:pt x="820519" y="27702"/>
                </a:lnTo>
                <a:lnTo>
                  <a:pt x="829197" y="27702"/>
                </a:lnTo>
                <a:lnTo>
                  <a:pt x="829197" y="122048"/>
                </a:lnTo>
                <a:lnTo>
                  <a:pt x="820713" y="122048"/>
                </a:lnTo>
                <a:lnTo>
                  <a:pt x="820319" y="122049"/>
                </a:lnTo>
                <a:lnTo>
                  <a:pt x="819910" y="122052"/>
                </a:lnTo>
                <a:lnTo>
                  <a:pt x="819488" y="122060"/>
                </a:lnTo>
                <a:lnTo>
                  <a:pt x="819056" y="122076"/>
                </a:lnTo>
                <a:lnTo>
                  <a:pt x="818618" y="122102"/>
                </a:lnTo>
                <a:lnTo>
                  <a:pt x="818176" y="122141"/>
                </a:lnTo>
                <a:lnTo>
                  <a:pt x="817734" y="122196"/>
                </a:lnTo>
                <a:lnTo>
                  <a:pt x="817293" y="122269"/>
                </a:lnTo>
                <a:lnTo>
                  <a:pt x="816856" y="122363"/>
                </a:lnTo>
                <a:lnTo>
                  <a:pt x="816427" y="122480"/>
                </a:lnTo>
                <a:lnTo>
                  <a:pt x="816009" y="122623"/>
                </a:lnTo>
                <a:lnTo>
                  <a:pt x="815604" y="122795"/>
                </a:lnTo>
                <a:lnTo>
                  <a:pt x="815215" y="122998"/>
                </a:lnTo>
                <a:lnTo>
                  <a:pt x="814845" y="123234"/>
                </a:lnTo>
                <a:lnTo>
                  <a:pt x="814496" y="123507"/>
                </a:lnTo>
                <a:lnTo>
                  <a:pt x="814172" y="123818"/>
                </a:lnTo>
                <a:lnTo>
                  <a:pt x="813876" y="124172"/>
                </a:lnTo>
                <a:lnTo>
                  <a:pt x="813610" y="124569"/>
                </a:lnTo>
                <a:lnTo>
                  <a:pt x="813377" y="125013"/>
                </a:lnTo>
                <a:lnTo>
                  <a:pt x="813180" y="125506"/>
                </a:lnTo>
                <a:lnTo>
                  <a:pt x="813022" y="126051"/>
                </a:lnTo>
                <a:lnTo>
                  <a:pt x="812905" y="126650"/>
                </a:lnTo>
                <a:lnTo>
                  <a:pt x="812833" y="127307"/>
                </a:lnTo>
                <a:lnTo>
                  <a:pt x="812809" y="128023"/>
                </a:lnTo>
                <a:lnTo>
                  <a:pt x="812834" y="128717"/>
                </a:lnTo>
                <a:lnTo>
                  <a:pt x="812909" y="129352"/>
                </a:lnTo>
                <a:lnTo>
                  <a:pt x="813029" y="129932"/>
                </a:lnTo>
                <a:lnTo>
                  <a:pt x="813193" y="130460"/>
                </a:lnTo>
                <a:lnTo>
                  <a:pt x="813395" y="130937"/>
                </a:lnTo>
                <a:lnTo>
                  <a:pt x="813634" y="131367"/>
                </a:lnTo>
                <a:lnTo>
                  <a:pt x="813906" y="131752"/>
                </a:lnTo>
                <a:lnTo>
                  <a:pt x="814208" y="132093"/>
                </a:lnTo>
                <a:lnTo>
                  <a:pt x="814537" y="132395"/>
                </a:lnTo>
                <a:lnTo>
                  <a:pt x="814890" y="132659"/>
                </a:lnTo>
                <a:lnTo>
                  <a:pt x="815262" y="132888"/>
                </a:lnTo>
                <a:lnTo>
                  <a:pt x="815652" y="133084"/>
                </a:lnTo>
                <a:lnTo>
                  <a:pt x="816057" y="133250"/>
                </a:lnTo>
                <a:lnTo>
                  <a:pt x="816471" y="133389"/>
                </a:lnTo>
                <a:lnTo>
                  <a:pt x="816894" y="133502"/>
                </a:lnTo>
                <a:lnTo>
                  <a:pt x="817321" y="133593"/>
                </a:lnTo>
                <a:lnTo>
                  <a:pt x="817750" y="133664"/>
                </a:lnTo>
                <a:lnTo>
                  <a:pt x="818176" y="133717"/>
                </a:lnTo>
                <a:lnTo>
                  <a:pt x="818598" y="133755"/>
                </a:lnTo>
                <a:lnTo>
                  <a:pt x="819011" y="133780"/>
                </a:lnTo>
                <a:lnTo>
                  <a:pt x="819413" y="133796"/>
                </a:lnTo>
                <a:lnTo>
                  <a:pt x="819801" y="133804"/>
                </a:lnTo>
                <a:lnTo>
                  <a:pt x="820170" y="133807"/>
                </a:lnTo>
                <a:lnTo>
                  <a:pt x="820519" y="133807"/>
                </a:lnTo>
                <a:lnTo>
                  <a:pt x="851175" y="133807"/>
                </a:lnTo>
                <a:lnTo>
                  <a:pt x="851524" y="133807"/>
                </a:lnTo>
                <a:lnTo>
                  <a:pt x="851894" y="133804"/>
                </a:lnTo>
                <a:lnTo>
                  <a:pt x="852281" y="133796"/>
                </a:lnTo>
                <a:lnTo>
                  <a:pt x="852683" y="133780"/>
                </a:lnTo>
                <a:lnTo>
                  <a:pt x="853097" y="133755"/>
                </a:lnTo>
                <a:lnTo>
                  <a:pt x="853518" y="133717"/>
                </a:lnTo>
                <a:lnTo>
                  <a:pt x="853945" y="133664"/>
                </a:lnTo>
                <a:lnTo>
                  <a:pt x="854373" y="133593"/>
                </a:lnTo>
                <a:lnTo>
                  <a:pt x="854801" y="133502"/>
                </a:lnTo>
                <a:lnTo>
                  <a:pt x="855223" y="133389"/>
                </a:lnTo>
                <a:lnTo>
                  <a:pt x="855638" y="133250"/>
                </a:lnTo>
                <a:lnTo>
                  <a:pt x="856042" y="133084"/>
                </a:lnTo>
                <a:lnTo>
                  <a:pt x="856432" y="132888"/>
                </a:lnTo>
                <a:lnTo>
                  <a:pt x="856805" y="132659"/>
                </a:lnTo>
                <a:lnTo>
                  <a:pt x="857157" y="132395"/>
                </a:lnTo>
                <a:lnTo>
                  <a:pt x="857486" y="132093"/>
                </a:lnTo>
                <a:lnTo>
                  <a:pt x="857788" y="131752"/>
                </a:lnTo>
                <a:lnTo>
                  <a:pt x="858060" y="131367"/>
                </a:lnTo>
                <a:lnTo>
                  <a:pt x="858299" y="130937"/>
                </a:lnTo>
                <a:lnTo>
                  <a:pt x="858502" y="130460"/>
                </a:lnTo>
                <a:lnTo>
                  <a:pt x="858665" y="129932"/>
                </a:lnTo>
                <a:lnTo>
                  <a:pt x="858786" y="129352"/>
                </a:lnTo>
                <a:lnTo>
                  <a:pt x="858860" y="128717"/>
                </a:lnTo>
                <a:lnTo>
                  <a:pt x="858886" y="128023"/>
                </a:lnTo>
                <a:lnTo>
                  <a:pt x="858861" y="127307"/>
                </a:lnTo>
                <a:lnTo>
                  <a:pt x="858789" y="126650"/>
                </a:lnTo>
                <a:lnTo>
                  <a:pt x="858673" y="126051"/>
                </a:lnTo>
                <a:lnTo>
                  <a:pt x="858515" y="125506"/>
                </a:lnTo>
                <a:lnTo>
                  <a:pt x="858318" y="125013"/>
                </a:lnTo>
                <a:lnTo>
                  <a:pt x="858085" y="124569"/>
                </a:lnTo>
                <a:lnTo>
                  <a:pt x="857819" y="124172"/>
                </a:lnTo>
                <a:lnTo>
                  <a:pt x="857522" y="123818"/>
                </a:lnTo>
                <a:lnTo>
                  <a:pt x="857198" y="123507"/>
                </a:lnTo>
                <a:lnTo>
                  <a:pt x="856850" y="123234"/>
                </a:lnTo>
                <a:lnTo>
                  <a:pt x="856480" y="122998"/>
                </a:lnTo>
                <a:lnTo>
                  <a:pt x="856091" y="122795"/>
                </a:lnTo>
                <a:lnTo>
                  <a:pt x="855686" y="122623"/>
                </a:lnTo>
                <a:lnTo>
                  <a:pt x="855267" y="122480"/>
                </a:lnTo>
                <a:lnTo>
                  <a:pt x="854838" y="122363"/>
                </a:lnTo>
                <a:lnTo>
                  <a:pt x="854402" y="122269"/>
                </a:lnTo>
                <a:lnTo>
                  <a:pt x="853961" y="122196"/>
                </a:lnTo>
                <a:lnTo>
                  <a:pt x="853518" y="122141"/>
                </a:lnTo>
                <a:lnTo>
                  <a:pt x="853076" y="122102"/>
                </a:lnTo>
                <a:lnTo>
                  <a:pt x="852638" y="122076"/>
                </a:lnTo>
                <a:lnTo>
                  <a:pt x="852207" y="122060"/>
                </a:lnTo>
                <a:lnTo>
                  <a:pt x="851785" y="122052"/>
                </a:lnTo>
                <a:lnTo>
                  <a:pt x="851376" y="122049"/>
                </a:lnTo>
                <a:lnTo>
                  <a:pt x="850981" y="122048"/>
                </a:lnTo>
                <a:lnTo>
                  <a:pt x="842497" y="122048"/>
                </a:lnTo>
                <a:lnTo>
                  <a:pt x="842497" y="87974"/>
                </a:lnTo>
                <a:lnTo>
                  <a:pt x="842570" y="85629"/>
                </a:lnTo>
                <a:lnTo>
                  <a:pt x="842784" y="83407"/>
                </a:lnTo>
                <a:lnTo>
                  <a:pt x="843129" y="81305"/>
                </a:lnTo>
                <a:lnTo>
                  <a:pt x="843600" y="79321"/>
                </a:lnTo>
                <a:lnTo>
                  <a:pt x="844186" y="77454"/>
                </a:lnTo>
                <a:lnTo>
                  <a:pt x="844880" y="75701"/>
                </a:lnTo>
                <a:lnTo>
                  <a:pt x="845674" y="74060"/>
                </a:lnTo>
                <a:lnTo>
                  <a:pt x="846560" y="72529"/>
                </a:lnTo>
                <a:lnTo>
                  <a:pt x="847530" y="71107"/>
                </a:lnTo>
                <a:lnTo>
                  <a:pt x="848575" y="69791"/>
                </a:lnTo>
                <a:lnTo>
                  <a:pt x="849688" y="68579"/>
                </a:lnTo>
                <a:lnTo>
                  <a:pt x="850860" y="67470"/>
                </a:lnTo>
                <a:lnTo>
                  <a:pt x="852084" y="66461"/>
                </a:lnTo>
                <a:lnTo>
                  <a:pt x="853350" y="65550"/>
                </a:lnTo>
                <a:lnTo>
                  <a:pt x="854651" y="64735"/>
                </a:lnTo>
                <a:lnTo>
                  <a:pt x="855980" y="64015"/>
                </a:lnTo>
                <a:lnTo>
                  <a:pt x="857327" y="63387"/>
                </a:lnTo>
                <a:lnTo>
                  <a:pt x="858684" y="62849"/>
                </a:lnTo>
                <a:lnTo>
                  <a:pt x="860045" y="62399"/>
                </a:lnTo>
                <a:lnTo>
                  <a:pt x="861399" y="62036"/>
                </a:lnTo>
                <a:lnTo>
                  <a:pt x="862740" y="61757"/>
                </a:lnTo>
                <a:lnTo>
                  <a:pt x="864059" y="61560"/>
                </a:lnTo>
                <a:lnTo>
                  <a:pt x="865348" y="61443"/>
                </a:lnTo>
                <a:lnTo>
                  <a:pt x="866599" y="61405"/>
                </a:lnTo>
                <a:lnTo>
                  <a:pt x="867837" y="61433"/>
                </a:lnTo>
                <a:lnTo>
                  <a:pt x="868999" y="61518"/>
                </a:lnTo>
                <a:lnTo>
                  <a:pt x="870087" y="61659"/>
                </a:lnTo>
                <a:lnTo>
                  <a:pt x="871103" y="61858"/>
                </a:lnTo>
                <a:lnTo>
                  <a:pt x="872049" y="62114"/>
                </a:lnTo>
                <a:lnTo>
                  <a:pt x="872927" y="62428"/>
                </a:lnTo>
                <a:lnTo>
                  <a:pt x="873739" y="62800"/>
                </a:lnTo>
                <a:lnTo>
                  <a:pt x="874488" y="63231"/>
                </a:lnTo>
                <a:lnTo>
                  <a:pt x="875175" y="63720"/>
                </a:lnTo>
                <a:lnTo>
                  <a:pt x="875803" y="64269"/>
                </a:lnTo>
                <a:lnTo>
                  <a:pt x="876373" y="64877"/>
                </a:lnTo>
                <a:lnTo>
                  <a:pt x="876888" y="65545"/>
                </a:lnTo>
                <a:lnTo>
                  <a:pt x="877349" y="66273"/>
                </a:lnTo>
                <a:lnTo>
                  <a:pt x="877760" y="67062"/>
                </a:lnTo>
                <a:lnTo>
                  <a:pt x="878121" y="67911"/>
                </a:lnTo>
                <a:lnTo>
                  <a:pt x="878436" y="68822"/>
                </a:lnTo>
                <a:lnTo>
                  <a:pt x="878705" y="69794"/>
                </a:lnTo>
                <a:lnTo>
                  <a:pt x="878932" y="70828"/>
                </a:lnTo>
                <a:lnTo>
                  <a:pt x="879119" y="71924"/>
                </a:lnTo>
                <a:lnTo>
                  <a:pt x="879266" y="73082"/>
                </a:lnTo>
                <a:lnTo>
                  <a:pt x="879378" y="74304"/>
                </a:lnTo>
                <a:lnTo>
                  <a:pt x="879455" y="75588"/>
                </a:lnTo>
                <a:lnTo>
                  <a:pt x="879499" y="76936"/>
                </a:lnTo>
                <a:lnTo>
                  <a:pt x="879514" y="78348"/>
                </a:lnTo>
                <a:lnTo>
                  <a:pt x="879514" y="122048"/>
                </a:lnTo>
                <a:lnTo>
                  <a:pt x="871997" y="122048"/>
                </a:lnTo>
                <a:lnTo>
                  <a:pt x="871603" y="122049"/>
                </a:lnTo>
                <a:lnTo>
                  <a:pt x="871193" y="122052"/>
                </a:lnTo>
                <a:lnTo>
                  <a:pt x="870772" y="122060"/>
                </a:lnTo>
                <a:lnTo>
                  <a:pt x="870340" y="122076"/>
                </a:lnTo>
                <a:lnTo>
                  <a:pt x="869902" y="122102"/>
                </a:lnTo>
                <a:lnTo>
                  <a:pt x="869460" y="122141"/>
                </a:lnTo>
                <a:lnTo>
                  <a:pt x="869017" y="122196"/>
                </a:lnTo>
                <a:lnTo>
                  <a:pt x="868576" y="122269"/>
                </a:lnTo>
                <a:lnTo>
                  <a:pt x="868140" y="122363"/>
                </a:lnTo>
                <a:lnTo>
                  <a:pt x="867711" y="122480"/>
                </a:lnTo>
                <a:lnTo>
                  <a:pt x="867293" y="122623"/>
                </a:lnTo>
                <a:lnTo>
                  <a:pt x="866888" y="122795"/>
                </a:lnTo>
                <a:lnTo>
                  <a:pt x="866499" y="122998"/>
                </a:lnTo>
                <a:lnTo>
                  <a:pt x="866129" y="123234"/>
                </a:lnTo>
                <a:lnTo>
                  <a:pt x="865780" y="123507"/>
                </a:lnTo>
                <a:lnTo>
                  <a:pt x="865456" y="123818"/>
                </a:lnTo>
                <a:lnTo>
                  <a:pt x="865160" y="124172"/>
                </a:lnTo>
                <a:lnTo>
                  <a:pt x="864894" y="124569"/>
                </a:lnTo>
                <a:lnTo>
                  <a:pt x="864661" y="125013"/>
                </a:lnTo>
                <a:lnTo>
                  <a:pt x="864464" y="125506"/>
                </a:lnTo>
                <a:lnTo>
                  <a:pt x="864306" y="126051"/>
                </a:lnTo>
                <a:lnTo>
                  <a:pt x="864189" y="126650"/>
                </a:lnTo>
                <a:lnTo>
                  <a:pt x="864117" y="127307"/>
                </a:lnTo>
                <a:lnTo>
                  <a:pt x="864093" y="128023"/>
                </a:lnTo>
                <a:lnTo>
                  <a:pt x="864119" y="128717"/>
                </a:lnTo>
                <a:lnTo>
                  <a:pt x="864197" y="129352"/>
                </a:lnTo>
                <a:lnTo>
                  <a:pt x="864322" y="129932"/>
                </a:lnTo>
                <a:lnTo>
                  <a:pt x="864491" y="130460"/>
                </a:lnTo>
                <a:lnTo>
                  <a:pt x="864701" y="130937"/>
                </a:lnTo>
                <a:lnTo>
                  <a:pt x="864948" y="131367"/>
                </a:lnTo>
                <a:lnTo>
                  <a:pt x="865230" y="131752"/>
                </a:lnTo>
                <a:lnTo>
                  <a:pt x="865542" y="132093"/>
                </a:lnTo>
                <a:lnTo>
                  <a:pt x="865882" y="132395"/>
                </a:lnTo>
                <a:lnTo>
                  <a:pt x="866246" y="132659"/>
                </a:lnTo>
                <a:lnTo>
                  <a:pt x="866630" y="132888"/>
                </a:lnTo>
                <a:lnTo>
                  <a:pt x="867032" y="133084"/>
                </a:lnTo>
                <a:lnTo>
                  <a:pt x="867448" y="133250"/>
                </a:lnTo>
                <a:lnTo>
                  <a:pt x="867875" y="133389"/>
                </a:lnTo>
                <a:lnTo>
                  <a:pt x="868309" y="133502"/>
                </a:lnTo>
                <a:lnTo>
                  <a:pt x="868748" y="133593"/>
                </a:lnTo>
                <a:lnTo>
                  <a:pt x="869187" y="133664"/>
                </a:lnTo>
                <a:lnTo>
                  <a:pt x="869623" y="133717"/>
                </a:lnTo>
                <a:lnTo>
                  <a:pt x="870053" y="133755"/>
                </a:lnTo>
                <a:lnTo>
                  <a:pt x="870474" y="133780"/>
                </a:lnTo>
                <a:lnTo>
                  <a:pt x="870882" y="133796"/>
                </a:lnTo>
                <a:lnTo>
                  <a:pt x="871274" y="133804"/>
                </a:lnTo>
                <a:lnTo>
                  <a:pt x="871647" y="133807"/>
                </a:lnTo>
                <a:lnTo>
                  <a:pt x="871997" y="133807"/>
                </a:lnTo>
                <a:lnTo>
                  <a:pt x="901494" y="133807"/>
                </a:lnTo>
                <a:lnTo>
                  <a:pt x="901843" y="133807"/>
                </a:lnTo>
                <a:lnTo>
                  <a:pt x="902213" y="133804"/>
                </a:lnTo>
                <a:lnTo>
                  <a:pt x="902600" y="133796"/>
                </a:lnTo>
                <a:lnTo>
                  <a:pt x="903002" y="133780"/>
                </a:lnTo>
                <a:lnTo>
                  <a:pt x="903416" y="133755"/>
                </a:lnTo>
                <a:lnTo>
                  <a:pt x="903837" y="133717"/>
                </a:lnTo>
                <a:lnTo>
                  <a:pt x="904264" y="133664"/>
                </a:lnTo>
                <a:lnTo>
                  <a:pt x="904692" y="133593"/>
                </a:lnTo>
                <a:lnTo>
                  <a:pt x="905119" y="133502"/>
                </a:lnTo>
                <a:lnTo>
                  <a:pt x="905542" y="133389"/>
                </a:lnTo>
                <a:lnTo>
                  <a:pt x="905957" y="133250"/>
                </a:lnTo>
                <a:lnTo>
                  <a:pt x="906361" y="133084"/>
                </a:lnTo>
                <a:lnTo>
                  <a:pt x="906751" y="132888"/>
                </a:lnTo>
                <a:lnTo>
                  <a:pt x="907124" y="132659"/>
                </a:lnTo>
                <a:lnTo>
                  <a:pt x="907476" y="132395"/>
                </a:lnTo>
                <a:lnTo>
                  <a:pt x="907805" y="132093"/>
                </a:lnTo>
                <a:lnTo>
                  <a:pt x="908107" y="131752"/>
                </a:lnTo>
                <a:lnTo>
                  <a:pt x="908379" y="131367"/>
                </a:lnTo>
                <a:lnTo>
                  <a:pt x="908618" y="130937"/>
                </a:lnTo>
                <a:lnTo>
                  <a:pt x="908821" y="130460"/>
                </a:lnTo>
                <a:lnTo>
                  <a:pt x="908984" y="129932"/>
                </a:lnTo>
                <a:lnTo>
                  <a:pt x="909105" y="129352"/>
                </a:lnTo>
                <a:lnTo>
                  <a:pt x="909179" y="128717"/>
                </a:lnTo>
                <a:lnTo>
                  <a:pt x="909205" y="128023"/>
                </a:lnTo>
                <a:lnTo>
                  <a:pt x="909180" y="127307"/>
                </a:lnTo>
                <a:lnTo>
                  <a:pt x="909108" y="126650"/>
                </a:lnTo>
                <a:lnTo>
                  <a:pt x="908992" y="126051"/>
                </a:lnTo>
                <a:lnTo>
                  <a:pt x="908834" y="125506"/>
                </a:lnTo>
                <a:lnTo>
                  <a:pt x="908637" y="125013"/>
                </a:lnTo>
                <a:lnTo>
                  <a:pt x="908404" y="124569"/>
                </a:lnTo>
                <a:close/>
                <a:moveTo>
                  <a:pt x="705948" y="124488"/>
                </a:moveTo>
                <a:lnTo>
                  <a:pt x="705676" y="124104"/>
                </a:lnTo>
                <a:lnTo>
                  <a:pt x="705374" y="123762"/>
                </a:lnTo>
                <a:lnTo>
                  <a:pt x="705045" y="123460"/>
                </a:lnTo>
                <a:lnTo>
                  <a:pt x="704693" y="123196"/>
                </a:lnTo>
                <a:lnTo>
                  <a:pt x="704320" y="122967"/>
                </a:lnTo>
                <a:lnTo>
                  <a:pt x="703930" y="122771"/>
                </a:lnTo>
                <a:lnTo>
                  <a:pt x="703526" y="122605"/>
                </a:lnTo>
                <a:lnTo>
                  <a:pt x="703111" y="122466"/>
                </a:lnTo>
                <a:lnTo>
                  <a:pt x="702688" y="122353"/>
                </a:lnTo>
                <a:lnTo>
                  <a:pt x="702261" y="122262"/>
                </a:lnTo>
                <a:lnTo>
                  <a:pt x="701833" y="122192"/>
                </a:lnTo>
                <a:lnTo>
                  <a:pt x="701406" y="122138"/>
                </a:lnTo>
                <a:lnTo>
                  <a:pt x="700985" y="122100"/>
                </a:lnTo>
                <a:lnTo>
                  <a:pt x="700571" y="122075"/>
                </a:lnTo>
                <a:lnTo>
                  <a:pt x="700169" y="122059"/>
                </a:lnTo>
                <a:lnTo>
                  <a:pt x="699782" y="122051"/>
                </a:lnTo>
                <a:lnTo>
                  <a:pt x="699412" y="122048"/>
                </a:lnTo>
                <a:lnTo>
                  <a:pt x="699063" y="122048"/>
                </a:lnTo>
                <a:lnTo>
                  <a:pt x="690385" y="122048"/>
                </a:lnTo>
                <a:lnTo>
                  <a:pt x="690385" y="23845"/>
                </a:lnTo>
                <a:lnTo>
                  <a:pt x="690379" y="23119"/>
                </a:lnTo>
                <a:lnTo>
                  <a:pt x="690359" y="22434"/>
                </a:lnTo>
                <a:lnTo>
                  <a:pt x="690323" y="21790"/>
                </a:lnTo>
                <a:lnTo>
                  <a:pt x="690269" y="21184"/>
                </a:lnTo>
                <a:lnTo>
                  <a:pt x="690196" y="20618"/>
                </a:lnTo>
                <a:lnTo>
                  <a:pt x="690102" y="20089"/>
                </a:lnTo>
                <a:lnTo>
                  <a:pt x="689985" y="19596"/>
                </a:lnTo>
                <a:lnTo>
                  <a:pt x="689843" y="19140"/>
                </a:lnTo>
                <a:lnTo>
                  <a:pt x="689674" y="18718"/>
                </a:lnTo>
                <a:lnTo>
                  <a:pt x="689476" y="18330"/>
                </a:lnTo>
                <a:lnTo>
                  <a:pt x="689248" y="17975"/>
                </a:lnTo>
                <a:lnTo>
                  <a:pt x="688988" y="17652"/>
                </a:lnTo>
                <a:lnTo>
                  <a:pt x="688693" y="17360"/>
                </a:lnTo>
                <a:lnTo>
                  <a:pt x="688363" y="17098"/>
                </a:lnTo>
                <a:lnTo>
                  <a:pt x="687995" y="16865"/>
                </a:lnTo>
                <a:lnTo>
                  <a:pt x="687587" y="16661"/>
                </a:lnTo>
                <a:lnTo>
                  <a:pt x="687137" y="16485"/>
                </a:lnTo>
                <a:lnTo>
                  <a:pt x="686645" y="16335"/>
                </a:lnTo>
                <a:lnTo>
                  <a:pt x="686107" y="16210"/>
                </a:lnTo>
                <a:lnTo>
                  <a:pt x="685522" y="16110"/>
                </a:lnTo>
                <a:lnTo>
                  <a:pt x="684888" y="16034"/>
                </a:lnTo>
                <a:lnTo>
                  <a:pt x="684203" y="15981"/>
                </a:lnTo>
                <a:lnTo>
                  <a:pt x="683466" y="15950"/>
                </a:lnTo>
                <a:lnTo>
                  <a:pt x="682675" y="15940"/>
                </a:lnTo>
                <a:lnTo>
                  <a:pt x="668601" y="15940"/>
                </a:lnTo>
                <a:lnTo>
                  <a:pt x="668207" y="15940"/>
                </a:lnTo>
                <a:lnTo>
                  <a:pt x="667798" y="15943"/>
                </a:lnTo>
                <a:lnTo>
                  <a:pt x="667376" y="15951"/>
                </a:lnTo>
                <a:lnTo>
                  <a:pt x="666944" y="15967"/>
                </a:lnTo>
                <a:lnTo>
                  <a:pt x="666506" y="15994"/>
                </a:lnTo>
                <a:lnTo>
                  <a:pt x="666064" y="16033"/>
                </a:lnTo>
                <a:lnTo>
                  <a:pt x="665622" y="16088"/>
                </a:lnTo>
                <a:lnTo>
                  <a:pt x="665181" y="16161"/>
                </a:lnTo>
                <a:lnTo>
                  <a:pt x="664744" y="16255"/>
                </a:lnTo>
                <a:lnTo>
                  <a:pt x="664315" y="16372"/>
                </a:lnTo>
                <a:lnTo>
                  <a:pt x="663897" y="16515"/>
                </a:lnTo>
                <a:lnTo>
                  <a:pt x="663492" y="16687"/>
                </a:lnTo>
                <a:lnTo>
                  <a:pt x="663103" y="16890"/>
                </a:lnTo>
                <a:lnTo>
                  <a:pt x="662733" y="17126"/>
                </a:lnTo>
                <a:lnTo>
                  <a:pt x="662384" y="17399"/>
                </a:lnTo>
                <a:lnTo>
                  <a:pt x="662060" y="17711"/>
                </a:lnTo>
                <a:lnTo>
                  <a:pt x="661764" y="18064"/>
                </a:lnTo>
                <a:lnTo>
                  <a:pt x="661498" y="18462"/>
                </a:lnTo>
                <a:lnTo>
                  <a:pt x="661265" y="18906"/>
                </a:lnTo>
                <a:lnTo>
                  <a:pt x="661068" y="19399"/>
                </a:lnTo>
                <a:lnTo>
                  <a:pt x="660910" y="19945"/>
                </a:lnTo>
                <a:lnTo>
                  <a:pt x="660793" y="20544"/>
                </a:lnTo>
                <a:lnTo>
                  <a:pt x="660721" y="21201"/>
                </a:lnTo>
                <a:lnTo>
                  <a:pt x="660697" y="21918"/>
                </a:lnTo>
                <a:lnTo>
                  <a:pt x="660722" y="22611"/>
                </a:lnTo>
                <a:lnTo>
                  <a:pt x="660797" y="23247"/>
                </a:lnTo>
                <a:lnTo>
                  <a:pt x="660917" y="23827"/>
                </a:lnTo>
                <a:lnTo>
                  <a:pt x="661081" y="24355"/>
                </a:lnTo>
                <a:lnTo>
                  <a:pt x="661283" y="24832"/>
                </a:lnTo>
                <a:lnTo>
                  <a:pt x="661522" y="25262"/>
                </a:lnTo>
                <a:lnTo>
                  <a:pt x="661794" y="25646"/>
                </a:lnTo>
                <a:lnTo>
                  <a:pt x="662096" y="25988"/>
                </a:lnTo>
                <a:lnTo>
                  <a:pt x="662425" y="26290"/>
                </a:lnTo>
                <a:lnTo>
                  <a:pt x="662778" y="26554"/>
                </a:lnTo>
                <a:lnTo>
                  <a:pt x="663150" y="26782"/>
                </a:lnTo>
                <a:lnTo>
                  <a:pt x="663540" y="26979"/>
                </a:lnTo>
                <a:lnTo>
                  <a:pt x="663945" y="27145"/>
                </a:lnTo>
                <a:lnTo>
                  <a:pt x="664359" y="27283"/>
                </a:lnTo>
                <a:lnTo>
                  <a:pt x="664782" y="27397"/>
                </a:lnTo>
                <a:lnTo>
                  <a:pt x="665209" y="27487"/>
                </a:lnTo>
                <a:lnTo>
                  <a:pt x="665638" y="27558"/>
                </a:lnTo>
                <a:lnTo>
                  <a:pt x="666064" y="27611"/>
                </a:lnTo>
                <a:lnTo>
                  <a:pt x="666486" y="27649"/>
                </a:lnTo>
                <a:lnTo>
                  <a:pt x="666899" y="27675"/>
                </a:lnTo>
                <a:lnTo>
                  <a:pt x="667301" y="27690"/>
                </a:lnTo>
                <a:lnTo>
                  <a:pt x="667689" y="27698"/>
                </a:lnTo>
                <a:lnTo>
                  <a:pt x="668058" y="27701"/>
                </a:lnTo>
                <a:lnTo>
                  <a:pt x="668407" y="27702"/>
                </a:lnTo>
                <a:lnTo>
                  <a:pt x="677082" y="27702"/>
                </a:lnTo>
                <a:lnTo>
                  <a:pt x="677082" y="58322"/>
                </a:lnTo>
                <a:lnTo>
                  <a:pt x="676280" y="57636"/>
                </a:lnTo>
                <a:lnTo>
                  <a:pt x="675461" y="56976"/>
                </a:lnTo>
                <a:lnTo>
                  <a:pt x="674627" y="56343"/>
                </a:lnTo>
                <a:lnTo>
                  <a:pt x="673779" y="55737"/>
                </a:lnTo>
                <a:lnTo>
                  <a:pt x="672917" y="55158"/>
                </a:lnTo>
                <a:lnTo>
                  <a:pt x="672041" y="54606"/>
                </a:lnTo>
                <a:lnTo>
                  <a:pt x="671152" y="54082"/>
                </a:lnTo>
                <a:lnTo>
                  <a:pt x="670250" y="53586"/>
                </a:lnTo>
                <a:lnTo>
                  <a:pt x="669337" y="53118"/>
                </a:lnTo>
                <a:lnTo>
                  <a:pt x="668412" y="52678"/>
                </a:lnTo>
                <a:lnTo>
                  <a:pt x="667476" y="52267"/>
                </a:lnTo>
                <a:lnTo>
                  <a:pt x="666529" y="51885"/>
                </a:lnTo>
                <a:lnTo>
                  <a:pt x="665572" y="51532"/>
                </a:lnTo>
                <a:lnTo>
                  <a:pt x="664606" y="51208"/>
                </a:lnTo>
                <a:lnTo>
                  <a:pt x="663630" y="50914"/>
                </a:lnTo>
                <a:lnTo>
                  <a:pt x="662646" y="50650"/>
                </a:lnTo>
                <a:lnTo>
                  <a:pt x="661654" y="50416"/>
                </a:lnTo>
                <a:lnTo>
                  <a:pt x="660655" y="50213"/>
                </a:lnTo>
                <a:lnTo>
                  <a:pt x="659648" y="50040"/>
                </a:lnTo>
                <a:lnTo>
                  <a:pt x="658635" y="49897"/>
                </a:lnTo>
                <a:lnTo>
                  <a:pt x="657616" y="49787"/>
                </a:lnTo>
                <a:lnTo>
                  <a:pt x="656592" y="49707"/>
                </a:lnTo>
                <a:lnTo>
                  <a:pt x="655562" y="49659"/>
                </a:lnTo>
                <a:lnTo>
                  <a:pt x="654528" y="49643"/>
                </a:lnTo>
                <a:lnTo>
                  <a:pt x="651915" y="49737"/>
                </a:lnTo>
                <a:lnTo>
                  <a:pt x="649335" y="50017"/>
                </a:lnTo>
                <a:lnTo>
                  <a:pt x="646796" y="50477"/>
                </a:lnTo>
                <a:lnTo>
                  <a:pt x="644303" y="51112"/>
                </a:lnTo>
                <a:lnTo>
                  <a:pt x="641864" y="51917"/>
                </a:lnTo>
                <a:lnTo>
                  <a:pt x="639486" y="52886"/>
                </a:lnTo>
                <a:lnTo>
                  <a:pt x="637176" y="54013"/>
                </a:lnTo>
                <a:lnTo>
                  <a:pt x="634941" y="55295"/>
                </a:lnTo>
                <a:lnTo>
                  <a:pt x="632787" y="56725"/>
                </a:lnTo>
                <a:lnTo>
                  <a:pt x="630722" y="58298"/>
                </a:lnTo>
                <a:lnTo>
                  <a:pt x="628753" y="60010"/>
                </a:lnTo>
                <a:lnTo>
                  <a:pt x="626886" y="61853"/>
                </a:lnTo>
                <a:lnTo>
                  <a:pt x="625128" y="63824"/>
                </a:lnTo>
                <a:lnTo>
                  <a:pt x="623487" y="65918"/>
                </a:lnTo>
                <a:lnTo>
                  <a:pt x="621969" y="68128"/>
                </a:lnTo>
                <a:lnTo>
                  <a:pt x="620582" y="70449"/>
                </a:lnTo>
                <a:lnTo>
                  <a:pt x="619331" y="72877"/>
                </a:lnTo>
                <a:lnTo>
                  <a:pt x="618225" y="75405"/>
                </a:lnTo>
                <a:lnTo>
                  <a:pt x="617270" y="78030"/>
                </a:lnTo>
                <a:lnTo>
                  <a:pt x="616473" y="80745"/>
                </a:lnTo>
                <a:lnTo>
                  <a:pt x="615841" y="83544"/>
                </a:lnTo>
                <a:lnTo>
                  <a:pt x="615382" y="86424"/>
                </a:lnTo>
                <a:lnTo>
                  <a:pt x="615100" y="89378"/>
                </a:lnTo>
                <a:lnTo>
                  <a:pt x="615005" y="92402"/>
                </a:lnTo>
                <a:lnTo>
                  <a:pt x="615095" y="95353"/>
                </a:lnTo>
                <a:lnTo>
                  <a:pt x="615358" y="98245"/>
                </a:lnTo>
                <a:lnTo>
                  <a:pt x="615791" y="101072"/>
                </a:lnTo>
                <a:lnTo>
                  <a:pt x="616385" y="103828"/>
                </a:lnTo>
                <a:lnTo>
                  <a:pt x="617135" y="106507"/>
                </a:lnTo>
                <a:lnTo>
                  <a:pt x="618036" y="109102"/>
                </a:lnTo>
                <a:lnTo>
                  <a:pt x="619079" y="111609"/>
                </a:lnTo>
                <a:lnTo>
                  <a:pt x="620260" y="114022"/>
                </a:lnTo>
                <a:lnTo>
                  <a:pt x="621573" y="116334"/>
                </a:lnTo>
                <a:lnTo>
                  <a:pt x="623010" y="118539"/>
                </a:lnTo>
                <a:lnTo>
                  <a:pt x="624566" y="120632"/>
                </a:lnTo>
                <a:lnTo>
                  <a:pt x="626235" y="122607"/>
                </a:lnTo>
                <a:lnTo>
                  <a:pt x="628010" y="124457"/>
                </a:lnTo>
                <a:lnTo>
                  <a:pt x="629886" y="126178"/>
                </a:lnTo>
                <a:lnTo>
                  <a:pt x="631855" y="127763"/>
                </a:lnTo>
                <a:lnTo>
                  <a:pt x="633913" y="129205"/>
                </a:lnTo>
                <a:lnTo>
                  <a:pt x="636052" y="130501"/>
                </a:lnTo>
                <a:lnTo>
                  <a:pt x="638266" y="131642"/>
                </a:lnTo>
                <a:lnTo>
                  <a:pt x="640550" y="132624"/>
                </a:lnTo>
                <a:lnTo>
                  <a:pt x="642897" y="133441"/>
                </a:lnTo>
                <a:lnTo>
                  <a:pt x="645301" y="134087"/>
                </a:lnTo>
                <a:lnTo>
                  <a:pt x="647756" y="134555"/>
                </a:lnTo>
                <a:lnTo>
                  <a:pt x="650255" y="134840"/>
                </a:lnTo>
                <a:lnTo>
                  <a:pt x="652792" y="134937"/>
                </a:lnTo>
                <a:lnTo>
                  <a:pt x="654128" y="134910"/>
                </a:lnTo>
                <a:lnTo>
                  <a:pt x="655435" y="134831"/>
                </a:lnTo>
                <a:lnTo>
                  <a:pt x="656714" y="134702"/>
                </a:lnTo>
                <a:lnTo>
                  <a:pt x="657965" y="134525"/>
                </a:lnTo>
                <a:lnTo>
                  <a:pt x="659188" y="134303"/>
                </a:lnTo>
                <a:lnTo>
                  <a:pt x="660383" y="134036"/>
                </a:lnTo>
                <a:lnTo>
                  <a:pt x="661550" y="133728"/>
                </a:lnTo>
                <a:lnTo>
                  <a:pt x="662689" y="133380"/>
                </a:lnTo>
                <a:lnTo>
                  <a:pt x="663799" y="132995"/>
                </a:lnTo>
                <a:lnTo>
                  <a:pt x="664881" y="132575"/>
                </a:lnTo>
                <a:lnTo>
                  <a:pt x="665936" y="132121"/>
                </a:lnTo>
                <a:lnTo>
                  <a:pt x="666962" y="131636"/>
                </a:lnTo>
                <a:lnTo>
                  <a:pt x="667960" y="131121"/>
                </a:lnTo>
                <a:lnTo>
                  <a:pt x="668930" y="130580"/>
                </a:lnTo>
                <a:lnTo>
                  <a:pt x="669871" y="130014"/>
                </a:lnTo>
                <a:lnTo>
                  <a:pt x="670785" y="129425"/>
                </a:lnTo>
                <a:lnTo>
                  <a:pt x="671671" y="128815"/>
                </a:lnTo>
                <a:lnTo>
                  <a:pt x="672528" y="128186"/>
                </a:lnTo>
                <a:lnTo>
                  <a:pt x="673357" y="127541"/>
                </a:lnTo>
                <a:lnTo>
                  <a:pt x="674159" y="126882"/>
                </a:lnTo>
                <a:lnTo>
                  <a:pt x="674932" y="126209"/>
                </a:lnTo>
                <a:lnTo>
                  <a:pt x="675677" y="125527"/>
                </a:lnTo>
                <a:lnTo>
                  <a:pt x="676394" y="124837"/>
                </a:lnTo>
                <a:lnTo>
                  <a:pt x="677082" y="124140"/>
                </a:lnTo>
                <a:lnTo>
                  <a:pt x="677083" y="124989"/>
                </a:lnTo>
                <a:lnTo>
                  <a:pt x="677087" y="125794"/>
                </a:lnTo>
                <a:lnTo>
                  <a:pt x="677098" y="126556"/>
                </a:lnTo>
                <a:lnTo>
                  <a:pt x="677118" y="127276"/>
                </a:lnTo>
                <a:lnTo>
                  <a:pt x="677152" y="127954"/>
                </a:lnTo>
                <a:lnTo>
                  <a:pt x="677203" y="128591"/>
                </a:lnTo>
                <a:lnTo>
                  <a:pt x="677274" y="129187"/>
                </a:lnTo>
                <a:lnTo>
                  <a:pt x="677368" y="129744"/>
                </a:lnTo>
                <a:lnTo>
                  <a:pt x="677489" y="130261"/>
                </a:lnTo>
                <a:lnTo>
                  <a:pt x="677640" y="130741"/>
                </a:lnTo>
                <a:lnTo>
                  <a:pt x="677825" y="131182"/>
                </a:lnTo>
                <a:lnTo>
                  <a:pt x="678047" y="131587"/>
                </a:lnTo>
                <a:lnTo>
                  <a:pt x="678308" y="131955"/>
                </a:lnTo>
                <a:lnTo>
                  <a:pt x="678614" y="132288"/>
                </a:lnTo>
                <a:lnTo>
                  <a:pt x="678966" y="132586"/>
                </a:lnTo>
                <a:lnTo>
                  <a:pt x="679368" y="132850"/>
                </a:lnTo>
                <a:lnTo>
                  <a:pt x="679824" y="133080"/>
                </a:lnTo>
                <a:lnTo>
                  <a:pt x="680337" y="133277"/>
                </a:lnTo>
                <a:lnTo>
                  <a:pt x="680910" y="133442"/>
                </a:lnTo>
                <a:lnTo>
                  <a:pt x="681546" y="133575"/>
                </a:lnTo>
                <a:lnTo>
                  <a:pt x="682250" y="133678"/>
                </a:lnTo>
                <a:lnTo>
                  <a:pt x="683024" y="133750"/>
                </a:lnTo>
                <a:lnTo>
                  <a:pt x="683871" y="133793"/>
                </a:lnTo>
                <a:lnTo>
                  <a:pt x="684796" y="133807"/>
                </a:lnTo>
                <a:lnTo>
                  <a:pt x="698869" y="133807"/>
                </a:lnTo>
                <a:lnTo>
                  <a:pt x="699264" y="133807"/>
                </a:lnTo>
                <a:lnTo>
                  <a:pt x="699673" y="133804"/>
                </a:lnTo>
                <a:lnTo>
                  <a:pt x="700095" y="133795"/>
                </a:lnTo>
                <a:lnTo>
                  <a:pt x="700526" y="133780"/>
                </a:lnTo>
                <a:lnTo>
                  <a:pt x="700964" y="133753"/>
                </a:lnTo>
                <a:lnTo>
                  <a:pt x="701406" y="133714"/>
                </a:lnTo>
                <a:lnTo>
                  <a:pt x="701849" y="133659"/>
                </a:lnTo>
                <a:lnTo>
                  <a:pt x="702290" y="133586"/>
                </a:lnTo>
                <a:lnTo>
                  <a:pt x="702726" y="133492"/>
                </a:lnTo>
                <a:lnTo>
                  <a:pt x="703155" y="133375"/>
                </a:lnTo>
                <a:lnTo>
                  <a:pt x="703574" y="133232"/>
                </a:lnTo>
                <a:lnTo>
                  <a:pt x="703979" y="133060"/>
                </a:lnTo>
                <a:lnTo>
                  <a:pt x="704368" y="132858"/>
                </a:lnTo>
                <a:lnTo>
                  <a:pt x="704738" y="132621"/>
                </a:lnTo>
                <a:lnTo>
                  <a:pt x="705086" y="132348"/>
                </a:lnTo>
                <a:lnTo>
                  <a:pt x="705410" y="132037"/>
                </a:lnTo>
                <a:lnTo>
                  <a:pt x="705707" y="131684"/>
                </a:lnTo>
                <a:lnTo>
                  <a:pt x="705973" y="131286"/>
                </a:lnTo>
                <a:lnTo>
                  <a:pt x="706206" y="130842"/>
                </a:lnTo>
                <a:lnTo>
                  <a:pt x="706403" y="130349"/>
                </a:lnTo>
                <a:lnTo>
                  <a:pt x="706561" y="129804"/>
                </a:lnTo>
                <a:lnTo>
                  <a:pt x="706677" y="129205"/>
                </a:lnTo>
                <a:lnTo>
                  <a:pt x="706749" y="128548"/>
                </a:lnTo>
                <a:lnTo>
                  <a:pt x="706774" y="127832"/>
                </a:lnTo>
                <a:lnTo>
                  <a:pt x="706748" y="127139"/>
                </a:lnTo>
                <a:lnTo>
                  <a:pt x="706674" y="126503"/>
                </a:lnTo>
                <a:lnTo>
                  <a:pt x="706553" y="125923"/>
                </a:lnTo>
                <a:lnTo>
                  <a:pt x="706390" y="125395"/>
                </a:lnTo>
                <a:lnTo>
                  <a:pt x="706187" y="124918"/>
                </a:lnTo>
                <a:lnTo>
                  <a:pt x="705948" y="124488"/>
                </a:lnTo>
                <a:close/>
                <a:moveTo>
                  <a:pt x="675495" y="105144"/>
                </a:moveTo>
                <a:lnTo>
                  <a:pt x="674931" y="106650"/>
                </a:lnTo>
                <a:lnTo>
                  <a:pt x="674284" y="108146"/>
                </a:lnTo>
                <a:lnTo>
                  <a:pt x="673555" y="109622"/>
                </a:lnTo>
                <a:lnTo>
                  <a:pt x="672745" y="111069"/>
                </a:lnTo>
                <a:lnTo>
                  <a:pt x="671857" y="112479"/>
                </a:lnTo>
                <a:lnTo>
                  <a:pt x="670889" y="113841"/>
                </a:lnTo>
                <a:lnTo>
                  <a:pt x="669845" y="115148"/>
                </a:lnTo>
                <a:lnTo>
                  <a:pt x="668724" y="116388"/>
                </a:lnTo>
                <a:lnTo>
                  <a:pt x="667528" y="117554"/>
                </a:lnTo>
                <a:lnTo>
                  <a:pt x="666258" y="118637"/>
                </a:lnTo>
                <a:lnTo>
                  <a:pt x="664915" y="119626"/>
                </a:lnTo>
                <a:lnTo>
                  <a:pt x="663500" y="120513"/>
                </a:lnTo>
                <a:lnTo>
                  <a:pt x="662015" y="121289"/>
                </a:lnTo>
                <a:lnTo>
                  <a:pt x="660459" y="121945"/>
                </a:lnTo>
                <a:lnTo>
                  <a:pt x="658836" y="122470"/>
                </a:lnTo>
                <a:lnTo>
                  <a:pt x="657144" y="122857"/>
                </a:lnTo>
                <a:lnTo>
                  <a:pt x="655386" y="123096"/>
                </a:lnTo>
                <a:lnTo>
                  <a:pt x="653563" y="123178"/>
                </a:lnTo>
                <a:lnTo>
                  <a:pt x="651864" y="123107"/>
                </a:lnTo>
                <a:lnTo>
                  <a:pt x="650191" y="122899"/>
                </a:lnTo>
                <a:lnTo>
                  <a:pt x="648548" y="122557"/>
                </a:lnTo>
                <a:lnTo>
                  <a:pt x="646939" y="122086"/>
                </a:lnTo>
                <a:lnTo>
                  <a:pt x="645370" y="121491"/>
                </a:lnTo>
                <a:lnTo>
                  <a:pt x="643842" y="120775"/>
                </a:lnTo>
                <a:lnTo>
                  <a:pt x="642362" y="119944"/>
                </a:lnTo>
                <a:lnTo>
                  <a:pt x="640932" y="119001"/>
                </a:lnTo>
                <a:lnTo>
                  <a:pt x="639557" y="117952"/>
                </a:lnTo>
                <a:lnTo>
                  <a:pt x="638241" y="116799"/>
                </a:lnTo>
                <a:lnTo>
                  <a:pt x="636988" y="115549"/>
                </a:lnTo>
                <a:lnTo>
                  <a:pt x="635802" y="114205"/>
                </a:lnTo>
                <a:lnTo>
                  <a:pt x="634688" y="112772"/>
                </a:lnTo>
                <a:lnTo>
                  <a:pt x="633649" y="111255"/>
                </a:lnTo>
                <a:lnTo>
                  <a:pt x="632690" y="109656"/>
                </a:lnTo>
                <a:lnTo>
                  <a:pt x="631814" y="107982"/>
                </a:lnTo>
                <a:lnTo>
                  <a:pt x="631026" y="106237"/>
                </a:lnTo>
                <a:lnTo>
                  <a:pt x="630329" y="104424"/>
                </a:lnTo>
                <a:lnTo>
                  <a:pt x="629729" y="102549"/>
                </a:lnTo>
                <a:lnTo>
                  <a:pt x="629228" y="100615"/>
                </a:lnTo>
                <a:lnTo>
                  <a:pt x="628832" y="98628"/>
                </a:lnTo>
                <a:lnTo>
                  <a:pt x="628543" y="96591"/>
                </a:lnTo>
                <a:lnTo>
                  <a:pt x="628367" y="94509"/>
                </a:lnTo>
                <a:lnTo>
                  <a:pt x="628308" y="92387"/>
                </a:lnTo>
                <a:lnTo>
                  <a:pt x="628377" y="90109"/>
                </a:lnTo>
                <a:lnTo>
                  <a:pt x="628581" y="87897"/>
                </a:lnTo>
                <a:lnTo>
                  <a:pt x="628914" y="85752"/>
                </a:lnTo>
                <a:lnTo>
                  <a:pt x="629370" y="83678"/>
                </a:lnTo>
                <a:lnTo>
                  <a:pt x="629943" y="81677"/>
                </a:lnTo>
                <a:lnTo>
                  <a:pt x="630627" y="79753"/>
                </a:lnTo>
                <a:lnTo>
                  <a:pt x="631417" y="77908"/>
                </a:lnTo>
                <a:lnTo>
                  <a:pt x="632306" y="76145"/>
                </a:lnTo>
                <a:lnTo>
                  <a:pt x="633289" y="74466"/>
                </a:lnTo>
                <a:lnTo>
                  <a:pt x="634360" y="72876"/>
                </a:lnTo>
                <a:lnTo>
                  <a:pt x="635513" y="71375"/>
                </a:lnTo>
                <a:lnTo>
                  <a:pt x="636742" y="69969"/>
                </a:lnTo>
                <a:lnTo>
                  <a:pt x="638041" y="68658"/>
                </a:lnTo>
                <a:lnTo>
                  <a:pt x="639405" y="67447"/>
                </a:lnTo>
                <a:lnTo>
                  <a:pt x="640827" y="66337"/>
                </a:lnTo>
                <a:lnTo>
                  <a:pt x="642302" y="65332"/>
                </a:lnTo>
                <a:lnTo>
                  <a:pt x="643824" y="64435"/>
                </a:lnTo>
                <a:lnTo>
                  <a:pt x="645387" y="63648"/>
                </a:lnTo>
                <a:lnTo>
                  <a:pt x="646986" y="62975"/>
                </a:lnTo>
                <a:lnTo>
                  <a:pt x="648613" y="62417"/>
                </a:lnTo>
                <a:lnTo>
                  <a:pt x="650264" y="61979"/>
                </a:lnTo>
                <a:lnTo>
                  <a:pt x="651932" y="61662"/>
                </a:lnTo>
                <a:lnTo>
                  <a:pt x="653613" y="61470"/>
                </a:lnTo>
                <a:lnTo>
                  <a:pt x="655299" y="61405"/>
                </a:lnTo>
                <a:lnTo>
                  <a:pt x="656825" y="61460"/>
                </a:lnTo>
                <a:lnTo>
                  <a:pt x="658319" y="61623"/>
                </a:lnTo>
                <a:lnTo>
                  <a:pt x="659777" y="61889"/>
                </a:lnTo>
                <a:lnTo>
                  <a:pt x="661196" y="62252"/>
                </a:lnTo>
                <a:lnTo>
                  <a:pt x="662574" y="62709"/>
                </a:lnTo>
                <a:lnTo>
                  <a:pt x="663907" y="63254"/>
                </a:lnTo>
                <a:lnTo>
                  <a:pt x="665194" y="63883"/>
                </a:lnTo>
                <a:lnTo>
                  <a:pt x="666430" y="64591"/>
                </a:lnTo>
                <a:lnTo>
                  <a:pt x="667613" y="65373"/>
                </a:lnTo>
                <a:lnTo>
                  <a:pt x="668741" y="66224"/>
                </a:lnTo>
                <a:lnTo>
                  <a:pt x="669810" y="67140"/>
                </a:lnTo>
                <a:lnTo>
                  <a:pt x="670817" y="68116"/>
                </a:lnTo>
                <a:lnTo>
                  <a:pt x="671761" y="69148"/>
                </a:lnTo>
                <a:lnTo>
                  <a:pt x="672637" y="70229"/>
                </a:lnTo>
                <a:lnTo>
                  <a:pt x="673443" y="71356"/>
                </a:lnTo>
                <a:lnTo>
                  <a:pt x="674177" y="72524"/>
                </a:lnTo>
                <a:lnTo>
                  <a:pt x="674834" y="73728"/>
                </a:lnTo>
                <a:lnTo>
                  <a:pt x="675414" y="74963"/>
                </a:lnTo>
                <a:lnTo>
                  <a:pt x="675912" y="76225"/>
                </a:lnTo>
                <a:lnTo>
                  <a:pt x="676326" y="77509"/>
                </a:lnTo>
                <a:lnTo>
                  <a:pt x="676653" y="78810"/>
                </a:lnTo>
                <a:lnTo>
                  <a:pt x="676889" y="80123"/>
                </a:lnTo>
                <a:lnTo>
                  <a:pt x="677034" y="81443"/>
                </a:lnTo>
                <a:lnTo>
                  <a:pt x="677082" y="82767"/>
                </a:lnTo>
                <a:lnTo>
                  <a:pt x="677082" y="96403"/>
                </a:lnTo>
                <a:lnTo>
                  <a:pt x="677037" y="97779"/>
                </a:lnTo>
                <a:lnTo>
                  <a:pt x="676903" y="99199"/>
                </a:lnTo>
                <a:lnTo>
                  <a:pt x="676681" y="100655"/>
                </a:lnTo>
                <a:lnTo>
                  <a:pt x="676371" y="102137"/>
                </a:lnTo>
                <a:lnTo>
                  <a:pt x="675976" y="103637"/>
                </a:lnTo>
                <a:lnTo>
                  <a:pt x="675495" y="105144"/>
                </a:lnTo>
                <a:close/>
                <a:moveTo>
                  <a:pt x="1409239" y="85502"/>
                </a:moveTo>
                <a:lnTo>
                  <a:pt x="1408904" y="85053"/>
                </a:lnTo>
                <a:lnTo>
                  <a:pt x="1408534" y="84655"/>
                </a:lnTo>
                <a:lnTo>
                  <a:pt x="1408134" y="84303"/>
                </a:lnTo>
                <a:lnTo>
                  <a:pt x="1407709" y="83995"/>
                </a:lnTo>
                <a:lnTo>
                  <a:pt x="1407262" y="83728"/>
                </a:lnTo>
                <a:lnTo>
                  <a:pt x="1406799" y="83499"/>
                </a:lnTo>
                <a:lnTo>
                  <a:pt x="1406324" y="83305"/>
                </a:lnTo>
                <a:lnTo>
                  <a:pt x="1405841" y="83143"/>
                </a:lnTo>
                <a:lnTo>
                  <a:pt x="1405355" y="83011"/>
                </a:lnTo>
                <a:lnTo>
                  <a:pt x="1404871" y="82905"/>
                </a:lnTo>
                <a:lnTo>
                  <a:pt x="1404393" y="82822"/>
                </a:lnTo>
                <a:lnTo>
                  <a:pt x="1403925" y="82760"/>
                </a:lnTo>
                <a:lnTo>
                  <a:pt x="1403472" y="82716"/>
                </a:lnTo>
                <a:lnTo>
                  <a:pt x="1403039" y="82686"/>
                </a:lnTo>
                <a:lnTo>
                  <a:pt x="1402631" y="82668"/>
                </a:lnTo>
                <a:lnTo>
                  <a:pt x="1402250" y="82659"/>
                </a:lnTo>
                <a:lnTo>
                  <a:pt x="1401903" y="82655"/>
                </a:lnTo>
                <a:lnTo>
                  <a:pt x="1401594" y="82655"/>
                </a:lnTo>
                <a:lnTo>
                  <a:pt x="1332574" y="82655"/>
                </a:lnTo>
                <a:lnTo>
                  <a:pt x="1332265" y="82655"/>
                </a:lnTo>
                <a:lnTo>
                  <a:pt x="1331918" y="82659"/>
                </a:lnTo>
                <a:lnTo>
                  <a:pt x="1331538" y="82668"/>
                </a:lnTo>
                <a:lnTo>
                  <a:pt x="1331129" y="82686"/>
                </a:lnTo>
                <a:lnTo>
                  <a:pt x="1330696" y="82716"/>
                </a:lnTo>
                <a:lnTo>
                  <a:pt x="1330243" y="82760"/>
                </a:lnTo>
                <a:lnTo>
                  <a:pt x="1329776" y="82822"/>
                </a:lnTo>
                <a:lnTo>
                  <a:pt x="1329297" y="82905"/>
                </a:lnTo>
                <a:lnTo>
                  <a:pt x="1328813" y="83011"/>
                </a:lnTo>
                <a:lnTo>
                  <a:pt x="1328327" y="83143"/>
                </a:lnTo>
                <a:lnTo>
                  <a:pt x="1327845" y="83305"/>
                </a:lnTo>
                <a:lnTo>
                  <a:pt x="1327369" y="83499"/>
                </a:lnTo>
                <a:lnTo>
                  <a:pt x="1326906" y="83728"/>
                </a:lnTo>
                <a:lnTo>
                  <a:pt x="1326460" y="83995"/>
                </a:lnTo>
                <a:lnTo>
                  <a:pt x="1326034" y="84303"/>
                </a:lnTo>
                <a:lnTo>
                  <a:pt x="1325634" y="84655"/>
                </a:lnTo>
                <a:lnTo>
                  <a:pt x="1325264" y="85053"/>
                </a:lnTo>
                <a:lnTo>
                  <a:pt x="1324929" y="85502"/>
                </a:lnTo>
                <a:lnTo>
                  <a:pt x="1324633" y="86004"/>
                </a:lnTo>
                <a:lnTo>
                  <a:pt x="1324381" y="86561"/>
                </a:lnTo>
                <a:lnTo>
                  <a:pt x="1324177" y="87176"/>
                </a:lnTo>
                <a:lnTo>
                  <a:pt x="1324025" y="87853"/>
                </a:lnTo>
                <a:lnTo>
                  <a:pt x="1323931" y="88595"/>
                </a:lnTo>
                <a:lnTo>
                  <a:pt x="1323899" y="89404"/>
                </a:lnTo>
                <a:lnTo>
                  <a:pt x="1323935" y="90212"/>
                </a:lnTo>
                <a:lnTo>
                  <a:pt x="1324041" y="90954"/>
                </a:lnTo>
                <a:lnTo>
                  <a:pt x="1324211" y="91631"/>
                </a:lnTo>
                <a:lnTo>
                  <a:pt x="1324440" y="92246"/>
                </a:lnTo>
                <a:lnTo>
                  <a:pt x="1324723" y="92803"/>
                </a:lnTo>
                <a:lnTo>
                  <a:pt x="1325056" y="93304"/>
                </a:lnTo>
                <a:lnTo>
                  <a:pt x="1325432" y="93752"/>
                </a:lnTo>
                <a:lnTo>
                  <a:pt x="1325848" y="94151"/>
                </a:lnTo>
                <a:lnTo>
                  <a:pt x="1326298" y="94503"/>
                </a:lnTo>
                <a:lnTo>
                  <a:pt x="1326777" y="94811"/>
                </a:lnTo>
                <a:lnTo>
                  <a:pt x="1327281" y="95078"/>
                </a:lnTo>
                <a:lnTo>
                  <a:pt x="1327803" y="95307"/>
                </a:lnTo>
                <a:lnTo>
                  <a:pt x="1328339" y="95500"/>
                </a:lnTo>
                <a:lnTo>
                  <a:pt x="1328885" y="95662"/>
                </a:lnTo>
                <a:lnTo>
                  <a:pt x="1329434" y="95794"/>
                </a:lnTo>
                <a:lnTo>
                  <a:pt x="1329982" y="95900"/>
                </a:lnTo>
                <a:lnTo>
                  <a:pt x="1330525" y="95982"/>
                </a:lnTo>
                <a:lnTo>
                  <a:pt x="1331056" y="96044"/>
                </a:lnTo>
                <a:lnTo>
                  <a:pt x="1331571" y="96089"/>
                </a:lnTo>
                <a:lnTo>
                  <a:pt x="1332065" y="96119"/>
                </a:lnTo>
                <a:lnTo>
                  <a:pt x="1332533" y="96137"/>
                </a:lnTo>
                <a:lnTo>
                  <a:pt x="1332970" y="96146"/>
                </a:lnTo>
                <a:lnTo>
                  <a:pt x="1333371" y="96149"/>
                </a:lnTo>
                <a:lnTo>
                  <a:pt x="1333730" y="96150"/>
                </a:lnTo>
                <a:lnTo>
                  <a:pt x="1400438" y="96150"/>
                </a:lnTo>
                <a:lnTo>
                  <a:pt x="1400797" y="96149"/>
                </a:lnTo>
                <a:lnTo>
                  <a:pt x="1401198" y="96146"/>
                </a:lnTo>
                <a:lnTo>
                  <a:pt x="1401635" y="96137"/>
                </a:lnTo>
                <a:lnTo>
                  <a:pt x="1402103" y="96119"/>
                </a:lnTo>
                <a:lnTo>
                  <a:pt x="1402597" y="96089"/>
                </a:lnTo>
                <a:lnTo>
                  <a:pt x="1403112" y="96044"/>
                </a:lnTo>
                <a:lnTo>
                  <a:pt x="1403643" y="95982"/>
                </a:lnTo>
                <a:lnTo>
                  <a:pt x="1404186" y="95900"/>
                </a:lnTo>
                <a:lnTo>
                  <a:pt x="1404734" y="95794"/>
                </a:lnTo>
                <a:lnTo>
                  <a:pt x="1405283" y="95662"/>
                </a:lnTo>
                <a:lnTo>
                  <a:pt x="1405829" y="95500"/>
                </a:lnTo>
                <a:lnTo>
                  <a:pt x="1406365" y="95307"/>
                </a:lnTo>
                <a:lnTo>
                  <a:pt x="1406887" y="95078"/>
                </a:lnTo>
                <a:lnTo>
                  <a:pt x="1407391" y="94811"/>
                </a:lnTo>
                <a:lnTo>
                  <a:pt x="1407870" y="94503"/>
                </a:lnTo>
                <a:lnTo>
                  <a:pt x="1408320" y="94151"/>
                </a:lnTo>
                <a:lnTo>
                  <a:pt x="1408736" y="93752"/>
                </a:lnTo>
                <a:lnTo>
                  <a:pt x="1409112" y="93304"/>
                </a:lnTo>
                <a:lnTo>
                  <a:pt x="1409445" y="92803"/>
                </a:lnTo>
                <a:lnTo>
                  <a:pt x="1409728" y="92246"/>
                </a:lnTo>
                <a:lnTo>
                  <a:pt x="1409957" y="91631"/>
                </a:lnTo>
                <a:lnTo>
                  <a:pt x="1410127" y="90954"/>
                </a:lnTo>
                <a:lnTo>
                  <a:pt x="1410233" y="90212"/>
                </a:lnTo>
                <a:lnTo>
                  <a:pt x="1410269" y="89404"/>
                </a:lnTo>
                <a:lnTo>
                  <a:pt x="1410237" y="88595"/>
                </a:lnTo>
                <a:lnTo>
                  <a:pt x="1410143" y="87853"/>
                </a:lnTo>
                <a:lnTo>
                  <a:pt x="1409991" y="87176"/>
                </a:lnTo>
                <a:lnTo>
                  <a:pt x="1409787" y="86561"/>
                </a:lnTo>
                <a:lnTo>
                  <a:pt x="1409535" y="86004"/>
                </a:lnTo>
                <a:lnTo>
                  <a:pt x="1409239" y="85502"/>
                </a:lnTo>
                <a:close/>
                <a:moveTo>
                  <a:pt x="99512" y="124569"/>
                </a:moveTo>
                <a:lnTo>
                  <a:pt x="99248" y="124172"/>
                </a:lnTo>
                <a:lnTo>
                  <a:pt x="98946" y="123818"/>
                </a:lnTo>
                <a:lnTo>
                  <a:pt x="98606" y="123507"/>
                </a:lnTo>
                <a:lnTo>
                  <a:pt x="98228" y="123234"/>
                </a:lnTo>
                <a:lnTo>
                  <a:pt x="97813" y="122998"/>
                </a:lnTo>
                <a:lnTo>
                  <a:pt x="97361" y="122795"/>
                </a:lnTo>
                <a:lnTo>
                  <a:pt x="96873" y="122623"/>
                </a:lnTo>
                <a:lnTo>
                  <a:pt x="96350" y="122480"/>
                </a:lnTo>
                <a:lnTo>
                  <a:pt x="95791" y="122363"/>
                </a:lnTo>
                <a:lnTo>
                  <a:pt x="95198" y="122269"/>
                </a:lnTo>
                <a:lnTo>
                  <a:pt x="94571" y="122196"/>
                </a:lnTo>
                <a:lnTo>
                  <a:pt x="93910" y="122141"/>
                </a:lnTo>
                <a:lnTo>
                  <a:pt x="93215" y="122102"/>
                </a:lnTo>
                <a:lnTo>
                  <a:pt x="92489" y="122076"/>
                </a:lnTo>
                <a:lnTo>
                  <a:pt x="91730" y="122060"/>
                </a:lnTo>
                <a:lnTo>
                  <a:pt x="90939" y="122052"/>
                </a:lnTo>
                <a:lnTo>
                  <a:pt x="90117" y="122049"/>
                </a:lnTo>
                <a:lnTo>
                  <a:pt x="89265" y="122048"/>
                </a:lnTo>
                <a:lnTo>
                  <a:pt x="89265" y="75459"/>
                </a:lnTo>
                <a:lnTo>
                  <a:pt x="89264" y="74886"/>
                </a:lnTo>
                <a:lnTo>
                  <a:pt x="89255" y="74142"/>
                </a:lnTo>
                <a:lnTo>
                  <a:pt x="89232" y="73244"/>
                </a:lnTo>
                <a:lnTo>
                  <a:pt x="89186" y="72209"/>
                </a:lnTo>
                <a:lnTo>
                  <a:pt x="89110" y="71056"/>
                </a:lnTo>
                <a:lnTo>
                  <a:pt x="88997" y="69800"/>
                </a:lnTo>
                <a:lnTo>
                  <a:pt x="88839" y="68461"/>
                </a:lnTo>
                <a:lnTo>
                  <a:pt x="88630" y="67054"/>
                </a:lnTo>
                <a:lnTo>
                  <a:pt x="88360" y="65598"/>
                </a:lnTo>
                <a:lnTo>
                  <a:pt x="88024" y="64110"/>
                </a:lnTo>
                <a:lnTo>
                  <a:pt x="87613" y="62607"/>
                </a:lnTo>
                <a:lnTo>
                  <a:pt x="87120" y="61107"/>
                </a:lnTo>
                <a:lnTo>
                  <a:pt x="86538" y="59627"/>
                </a:lnTo>
                <a:lnTo>
                  <a:pt x="85859" y="58184"/>
                </a:lnTo>
                <a:lnTo>
                  <a:pt x="85076" y="56796"/>
                </a:lnTo>
                <a:lnTo>
                  <a:pt x="84181" y="55480"/>
                </a:lnTo>
                <a:lnTo>
                  <a:pt x="83167" y="54254"/>
                </a:lnTo>
                <a:lnTo>
                  <a:pt x="82026" y="53135"/>
                </a:lnTo>
                <a:lnTo>
                  <a:pt x="80751" y="52141"/>
                </a:lnTo>
                <a:lnTo>
                  <a:pt x="79335" y="51288"/>
                </a:lnTo>
                <a:lnTo>
                  <a:pt x="77770" y="50594"/>
                </a:lnTo>
                <a:lnTo>
                  <a:pt x="76048" y="50077"/>
                </a:lnTo>
                <a:lnTo>
                  <a:pt x="74163" y="49754"/>
                </a:lnTo>
                <a:lnTo>
                  <a:pt x="72106" y="49643"/>
                </a:lnTo>
                <a:lnTo>
                  <a:pt x="71372" y="49656"/>
                </a:lnTo>
                <a:lnTo>
                  <a:pt x="70618" y="49697"/>
                </a:lnTo>
                <a:lnTo>
                  <a:pt x="69847" y="49765"/>
                </a:lnTo>
                <a:lnTo>
                  <a:pt x="69059" y="49863"/>
                </a:lnTo>
                <a:lnTo>
                  <a:pt x="68257" y="49992"/>
                </a:lnTo>
                <a:lnTo>
                  <a:pt x="67443" y="50152"/>
                </a:lnTo>
                <a:lnTo>
                  <a:pt x="66619" y="50345"/>
                </a:lnTo>
                <a:lnTo>
                  <a:pt x="65787" y="50571"/>
                </a:lnTo>
                <a:lnTo>
                  <a:pt x="64949" y="50833"/>
                </a:lnTo>
                <a:lnTo>
                  <a:pt x="64106" y="51130"/>
                </a:lnTo>
                <a:lnTo>
                  <a:pt x="63262" y="51464"/>
                </a:lnTo>
                <a:lnTo>
                  <a:pt x="62418" y="51836"/>
                </a:lnTo>
                <a:lnTo>
                  <a:pt x="61576" y="52248"/>
                </a:lnTo>
                <a:lnTo>
                  <a:pt x="60738" y="52699"/>
                </a:lnTo>
                <a:lnTo>
                  <a:pt x="59906" y="53192"/>
                </a:lnTo>
                <a:lnTo>
                  <a:pt x="59082" y="53728"/>
                </a:lnTo>
                <a:lnTo>
                  <a:pt x="58268" y="54307"/>
                </a:lnTo>
                <a:lnTo>
                  <a:pt x="57466" y="54930"/>
                </a:lnTo>
                <a:lnTo>
                  <a:pt x="56678" y="55600"/>
                </a:lnTo>
                <a:lnTo>
                  <a:pt x="55906" y="56316"/>
                </a:lnTo>
                <a:lnTo>
                  <a:pt x="55152" y="57079"/>
                </a:lnTo>
                <a:lnTo>
                  <a:pt x="54419" y="57892"/>
                </a:lnTo>
                <a:lnTo>
                  <a:pt x="53707" y="58755"/>
                </a:lnTo>
                <a:lnTo>
                  <a:pt x="53020" y="59669"/>
                </a:lnTo>
                <a:lnTo>
                  <a:pt x="52645" y="58866"/>
                </a:lnTo>
                <a:lnTo>
                  <a:pt x="52245" y="58095"/>
                </a:lnTo>
                <a:lnTo>
                  <a:pt x="51821" y="57357"/>
                </a:lnTo>
                <a:lnTo>
                  <a:pt x="51372" y="56651"/>
                </a:lnTo>
                <a:lnTo>
                  <a:pt x="50900" y="55978"/>
                </a:lnTo>
                <a:lnTo>
                  <a:pt x="50405" y="55337"/>
                </a:lnTo>
                <a:lnTo>
                  <a:pt x="49888" y="54730"/>
                </a:lnTo>
                <a:lnTo>
                  <a:pt x="49349" y="54157"/>
                </a:lnTo>
                <a:lnTo>
                  <a:pt x="48790" y="53616"/>
                </a:lnTo>
                <a:lnTo>
                  <a:pt x="48211" y="53110"/>
                </a:lnTo>
                <a:lnTo>
                  <a:pt x="47612" y="52637"/>
                </a:lnTo>
                <a:lnTo>
                  <a:pt x="46995" y="52198"/>
                </a:lnTo>
                <a:lnTo>
                  <a:pt x="46359" y="51793"/>
                </a:lnTo>
                <a:lnTo>
                  <a:pt x="45706" y="51423"/>
                </a:lnTo>
                <a:lnTo>
                  <a:pt x="45037" y="51087"/>
                </a:lnTo>
                <a:lnTo>
                  <a:pt x="44351" y="50786"/>
                </a:lnTo>
                <a:lnTo>
                  <a:pt x="43650" y="50519"/>
                </a:lnTo>
                <a:lnTo>
                  <a:pt x="42934" y="50288"/>
                </a:lnTo>
                <a:lnTo>
                  <a:pt x="42204" y="50091"/>
                </a:lnTo>
                <a:lnTo>
                  <a:pt x="41461" y="49930"/>
                </a:lnTo>
                <a:lnTo>
                  <a:pt x="40704" y="49805"/>
                </a:lnTo>
                <a:lnTo>
                  <a:pt x="39936" y="49715"/>
                </a:lnTo>
                <a:lnTo>
                  <a:pt x="39157" y="49661"/>
                </a:lnTo>
                <a:lnTo>
                  <a:pt x="38367" y="49643"/>
                </a:lnTo>
                <a:lnTo>
                  <a:pt x="37598" y="49657"/>
                </a:lnTo>
                <a:lnTo>
                  <a:pt x="36833" y="49699"/>
                </a:lnTo>
                <a:lnTo>
                  <a:pt x="36073" y="49767"/>
                </a:lnTo>
                <a:lnTo>
                  <a:pt x="35318" y="49863"/>
                </a:lnTo>
                <a:lnTo>
                  <a:pt x="34568" y="49984"/>
                </a:lnTo>
                <a:lnTo>
                  <a:pt x="33824" y="50131"/>
                </a:lnTo>
                <a:lnTo>
                  <a:pt x="33086" y="50303"/>
                </a:lnTo>
                <a:lnTo>
                  <a:pt x="32355" y="50500"/>
                </a:lnTo>
                <a:lnTo>
                  <a:pt x="31630" y="50721"/>
                </a:lnTo>
                <a:lnTo>
                  <a:pt x="30912" y="50966"/>
                </a:lnTo>
                <a:lnTo>
                  <a:pt x="30201" y="51233"/>
                </a:lnTo>
                <a:lnTo>
                  <a:pt x="29499" y="51524"/>
                </a:lnTo>
                <a:lnTo>
                  <a:pt x="28804" y="51836"/>
                </a:lnTo>
                <a:lnTo>
                  <a:pt x="28117" y="52170"/>
                </a:lnTo>
                <a:lnTo>
                  <a:pt x="27440" y="52525"/>
                </a:lnTo>
                <a:lnTo>
                  <a:pt x="26771" y="52901"/>
                </a:lnTo>
                <a:lnTo>
                  <a:pt x="26112" y="53296"/>
                </a:lnTo>
                <a:lnTo>
                  <a:pt x="25462" y="53711"/>
                </a:lnTo>
                <a:lnTo>
                  <a:pt x="24822" y="54146"/>
                </a:lnTo>
                <a:lnTo>
                  <a:pt x="24193" y="54599"/>
                </a:lnTo>
                <a:lnTo>
                  <a:pt x="23575" y="55070"/>
                </a:lnTo>
                <a:lnTo>
                  <a:pt x="22967" y="55558"/>
                </a:lnTo>
                <a:lnTo>
                  <a:pt x="22371" y="56064"/>
                </a:lnTo>
                <a:lnTo>
                  <a:pt x="21787" y="56586"/>
                </a:lnTo>
                <a:lnTo>
                  <a:pt x="21721" y="55889"/>
                </a:lnTo>
                <a:lnTo>
                  <a:pt x="21620" y="55250"/>
                </a:lnTo>
                <a:lnTo>
                  <a:pt x="21487" y="54667"/>
                </a:lnTo>
                <a:lnTo>
                  <a:pt x="21323" y="54137"/>
                </a:lnTo>
                <a:lnTo>
                  <a:pt x="21129" y="53657"/>
                </a:lnTo>
                <a:lnTo>
                  <a:pt x="20907" y="53225"/>
                </a:lnTo>
                <a:lnTo>
                  <a:pt x="20659" y="52839"/>
                </a:lnTo>
                <a:lnTo>
                  <a:pt x="20387" y="52495"/>
                </a:lnTo>
                <a:lnTo>
                  <a:pt x="20092" y="52192"/>
                </a:lnTo>
                <a:lnTo>
                  <a:pt x="19776" y="51927"/>
                </a:lnTo>
                <a:lnTo>
                  <a:pt x="19441" y="51697"/>
                </a:lnTo>
                <a:lnTo>
                  <a:pt x="19087" y="51499"/>
                </a:lnTo>
                <a:lnTo>
                  <a:pt x="18718" y="51332"/>
                </a:lnTo>
                <a:lnTo>
                  <a:pt x="18334" y="51193"/>
                </a:lnTo>
                <a:lnTo>
                  <a:pt x="17938" y="51079"/>
                </a:lnTo>
                <a:lnTo>
                  <a:pt x="17530" y="50988"/>
                </a:lnTo>
                <a:lnTo>
                  <a:pt x="17113" y="50917"/>
                </a:lnTo>
                <a:lnTo>
                  <a:pt x="16689" y="50864"/>
                </a:lnTo>
                <a:lnTo>
                  <a:pt x="16258" y="50825"/>
                </a:lnTo>
                <a:lnTo>
                  <a:pt x="15823" y="50800"/>
                </a:lnTo>
                <a:lnTo>
                  <a:pt x="15386" y="50784"/>
                </a:lnTo>
                <a:lnTo>
                  <a:pt x="14947" y="50776"/>
                </a:lnTo>
                <a:lnTo>
                  <a:pt x="14509" y="50773"/>
                </a:lnTo>
                <a:lnTo>
                  <a:pt x="14073" y="50773"/>
                </a:lnTo>
                <a:lnTo>
                  <a:pt x="7905" y="50773"/>
                </a:lnTo>
                <a:lnTo>
                  <a:pt x="7533" y="50773"/>
                </a:lnTo>
                <a:lnTo>
                  <a:pt x="7142" y="50776"/>
                </a:lnTo>
                <a:lnTo>
                  <a:pt x="6735" y="50784"/>
                </a:lnTo>
                <a:lnTo>
                  <a:pt x="6315" y="50799"/>
                </a:lnTo>
                <a:lnTo>
                  <a:pt x="5886" y="50825"/>
                </a:lnTo>
                <a:lnTo>
                  <a:pt x="5449" y="50863"/>
                </a:lnTo>
                <a:lnTo>
                  <a:pt x="5010" y="50916"/>
                </a:lnTo>
                <a:lnTo>
                  <a:pt x="4570" y="50987"/>
                </a:lnTo>
                <a:lnTo>
                  <a:pt x="4133" y="51078"/>
                </a:lnTo>
                <a:lnTo>
                  <a:pt x="3701" y="51191"/>
                </a:lnTo>
                <a:lnTo>
                  <a:pt x="3279" y="51330"/>
                </a:lnTo>
                <a:lnTo>
                  <a:pt x="2868" y="51496"/>
                </a:lnTo>
                <a:lnTo>
                  <a:pt x="2472" y="51692"/>
                </a:lnTo>
                <a:lnTo>
                  <a:pt x="2095" y="51921"/>
                </a:lnTo>
                <a:lnTo>
                  <a:pt x="1739" y="52186"/>
                </a:lnTo>
                <a:lnTo>
                  <a:pt x="1407" y="52487"/>
                </a:lnTo>
                <a:lnTo>
                  <a:pt x="1102" y="52829"/>
                </a:lnTo>
                <a:lnTo>
                  <a:pt x="828" y="53214"/>
                </a:lnTo>
                <a:lnTo>
                  <a:pt x="588" y="53644"/>
                </a:lnTo>
                <a:lnTo>
                  <a:pt x="385" y="54122"/>
                </a:lnTo>
                <a:lnTo>
                  <a:pt x="221" y="54649"/>
                </a:lnTo>
                <a:lnTo>
                  <a:pt x="100" y="55230"/>
                </a:lnTo>
                <a:lnTo>
                  <a:pt x="26" y="55866"/>
                </a:lnTo>
                <a:lnTo>
                  <a:pt x="0" y="56560"/>
                </a:lnTo>
                <a:lnTo>
                  <a:pt x="21" y="57276"/>
                </a:lnTo>
                <a:lnTo>
                  <a:pt x="84" y="57932"/>
                </a:lnTo>
                <a:lnTo>
                  <a:pt x="188" y="58532"/>
                </a:lnTo>
                <a:lnTo>
                  <a:pt x="332" y="59077"/>
                </a:lnTo>
                <a:lnTo>
                  <a:pt x="517" y="59570"/>
                </a:lnTo>
                <a:lnTo>
                  <a:pt x="741" y="60014"/>
                </a:lnTo>
                <a:lnTo>
                  <a:pt x="1005" y="60411"/>
                </a:lnTo>
                <a:lnTo>
                  <a:pt x="1307" y="60764"/>
                </a:lnTo>
                <a:lnTo>
                  <a:pt x="1648" y="61076"/>
                </a:lnTo>
                <a:lnTo>
                  <a:pt x="2026" y="61349"/>
                </a:lnTo>
                <a:lnTo>
                  <a:pt x="2441" y="61585"/>
                </a:lnTo>
                <a:lnTo>
                  <a:pt x="2893" y="61788"/>
                </a:lnTo>
                <a:lnTo>
                  <a:pt x="3381" y="61959"/>
                </a:lnTo>
                <a:lnTo>
                  <a:pt x="3905" y="62103"/>
                </a:lnTo>
                <a:lnTo>
                  <a:pt x="4463" y="62220"/>
                </a:lnTo>
                <a:lnTo>
                  <a:pt x="5057" y="62313"/>
                </a:lnTo>
                <a:lnTo>
                  <a:pt x="5684" y="62386"/>
                </a:lnTo>
                <a:lnTo>
                  <a:pt x="6346" y="62441"/>
                </a:lnTo>
                <a:lnTo>
                  <a:pt x="7040" y="62481"/>
                </a:lnTo>
                <a:lnTo>
                  <a:pt x="7767" y="62507"/>
                </a:lnTo>
                <a:lnTo>
                  <a:pt x="8526" y="62523"/>
                </a:lnTo>
                <a:lnTo>
                  <a:pt x="9316" y="62531"/>
                </a:lnTo>
                <a:lnTo>
                  <a:pt x="10138" y="62534"/>
                </a:lnTo>
                <a:lnTo>
                  <a:pt x="10990" y="62535"/>
                </a:lnTo>
                <a:lnTo>
                  <a:pt x="10990" y="122048"/>
                </a:lnTo>
                <a:lnTo>
                  <a:pt x="10138" y="122049"/>
                </a:lnTo>
                <a:lnTo>
                  <a:pt x="9316" y="122052"/>
                </a:lnTo>
                <a:lnTo>
                  <a:pt x="8526" y="122060"/>
                </a:lnTo>
                <a:lnTo>
                  <a:pt x="7767" y="122076"/>
                </a:lnTo>
                <a:lnTo>
                  <a:pt x="7040" y="122102"/>
                </a:lnTo>
                <a:lnTo>
                  <a:pt x="6346" y="122141"/>
                </a:lnTo>
                <a:lnTo>
                  <a:pt x="5684" y="122196"/>
                </a:lnTo>
                <a:lnTo>
                  <a:pt x="5057" y="122269"/>
                </a:lnTo>
                <a:lnTo>
                  <a:pt x="4463" y="122363"/>
                </a:lnTo>
                <a:lnTo>
                  <a:pt x="3905" y="122480"/>
                </a:lnTo>
                <a:lnTo>
                  <a:pt x="3381" y="122623"/>
                </a:lnTo>
                <a:lnTo>
                  <a:pt x="2893" y="122795"/>
                </a:lnTo>
                <a:lnTo>
                  <a:pt x="2441" y="122998"/>
                </a:lnTo>
                <a:lnTo>
                  <a:pt x="2026" y="123234"/>
                </a:lnTo>
                <a:lnTo>
                  <a:pt x="1648" y="123507"/>
                </a:lnTo>
                <a:lnTo>
                  <a:pt x="1307" y="123818"/>
                </a:lnTo>
                <a:lnTo>
                  <a:pt x="1005" y="124172"/>
                </a:lnTo>
                <a:lnTo>
                  <a:pt x="741" y="124569"/>
                </a:lnTo>
                <a:lnTo>
                  <a:pt x="517" y="125013"/>
                </a:lnTo>
                <a:lnTo>
                  <a:pt x="332" y="125506"/>
                </a:lnTo>
                <a:lnTo>
                  <a:pt x="188" y="126051"/>
                </a:lnTo>
                <a:lnTo>
                  <a:pt x="84" y="126650"/>
                </a:lnTo>
                <a:lnTo>
                  <a:pt x="21" y="127307"/>
                </a:lnTo>
                <a:lnTo>
                  <a:pt x="0" y="128023"/>
                </a:lnTo>
                <a:lnTo>
                  <a:pt x="27" y="128717"/>
                </a:lnTo>
                <a:lnTo>
                  <a:pt x="104" y="129352"/>
                </a:lnTo>
                <a:lnTo>
                  <a:pt x="229" y="129932"/>
                </a:lnTo>
                <a:lnTo>
                  <a:pt x="398" y="130460"/>
                </a:lnTo>
                <a:lnTo>
                  <a:pt x="608" y="130937"/>
                </a:lnTo>
                <a:lnTo>
                  <a:pt x="856" y="131367"/>
                </a:lnTo>
                <a:lnTo>
                  <a:pt x="1137" y="131752"/>
                </a:lnTo>
                <a:lnTo>
                  <a:pt x="1450" y="132093"/>
                </a:lnTo>
                <a:lnTo>
                  <a:pt x="1790" y="132395"/>
                </a:lnTo>
                <a:lnTo>
                  <a:pt x="2154" y="132659"/>
                </a:lnTo>
                <a:lnTo>
                  <a:pt x="2539" y="132888"/>
                </a:lnTo>
                <a:lnTo>
                  <a:pt x="2941" y="133084"/>
                </a:lnTo>
                <a:lnTo>
                  <a:pt x="3357" y="133250"/>
                </a:lnTo>
                <a:lnTo>
                  <a:pt x="3784" y="133389"/>
                </a:lnTo>
                <a:lnTo>
                  <a:pt x="4218" y="133502"/>
                </a:lnTo>
                <a:lnTo>
                  <a:pt x="4656" y="133593"/>
                </a:lnTo>
                <a:lnTo>
                  <a:pt x="5095" y="133664"/>
                </a:lnTo>
                <a:lnTo>
                  <a:pt x="5531" y="133717"/>
                </a:lnTo>
                <a:lnTo>
                  <a:pt x="5962" y="133755"/>
                </a:lnTo>
                <a:lnTo>
                  <a:pt x="6382" y="133780"/>
                </a:lnTo>
                <a:lnTo>
                  <a:pt x="6790" y="133796"/>
                </a:lnTo>
                <a:lnTo>
                  <a:pt x="7182" y="133804"/>
                </a:lnTo>
                <a:lnTo>
                  <a:pt x="7555" y="133807"/>
                </a:lnTo>
                <a:lnTo>
                  <a:pt x="7905" y="133807"/>
                </a:lnTo>
                <a:lnTo>
                  <a:pt x="24873" y="133807"/>
                </a:lnTo>
                <a:lnTo>
                  <a:pt x="25245" y="133807"/>
                </a:lnTo>
                <a:lnTo>
                  <a:pt x="25636" y="133804"/>
                </a:lnTo>
                <a:lnTo>
                  <a:pt x="26042" y="133796"/>
                </a:lnTo>
                <a:lnTo>
                  <a:pt x="26462" y="133780"/>
                </a:lnTo>
                <a:lnTo>
                  <a:pt x="26891" y="133755"/>
                </a:lnTo>
                <a:lnTo>
                  <a:pt x="27327" y="133717"/>
                </a:lnTo>
                <a:lnTo>
                  <a:pt x="27767" y="133664"/>
                </a:lnTo>
                <a:lnTo>
                  <a:pt x="28206" y="133593"/>
                </a:lnTo>
                <a:lnTo>
                  <a:pt x="28644" y="133502"/>
                </a:lnTo>
                <a:lnTo>
                  <a:pt x="29075" y="133389"/>
                </a:lnTo>
                <a:lnTo>
                  <a:pt x="29497" y="133250"/>
                </a:lnTo>
                <a:lnTo>
                  <a:pt x="29908" y="133084"/>
                </a:lnTo>
                <a:lnTo>
                  <a:pt x="30303" y="132888"/>
                </a:lnTo>
                <a:lnTo>
                  <a:pt x="30681" y="132659"/>
                </a:lnTo>
                <a:lnTo>
                  <a:pt x="31037" y="132395"/>
                </a:lnTo>
                <a:lnTo>
                  <a:pt x="31368" y="132093"/>
                </a:lnTo>
                <a:lnTo>
                  <a:pt x="31673" y="131752"/>
                </a:lnTo>
                <a:lnTo>
                  <a:pt x="31946" y="131367"/>
                </a:lnTo>
                <a:lnTo>
                  <a:pt x="32186" y="130937"/>
                </a:lnTo>
                <a:lnTo>
                  <a:pt x="32390" y="130460"/>
                </a:lnTo>
                <a:lnTo>
                  <a:pt x="32553" y="129932"/>
                </a:lnTo>
                <a:lnTo>
                  <a:pt x="32674" y="129352"/>
                </a:lnTo>
                <a:lnTo>
                  <a:pt x="32749" y="128717"/>
                </a:lnTo>
                <a:lnTo>
                  <a:pt x="32774" y="128023"/>
                </a:lnTo>
                <a:lnTo>
                  <a:pt x="32753" y="127307"/>
                </a:lnTo>
                <a:lnTo>
                  <a:pt x="32691" y="126650"/>
                </a:lnTo>
                <a:lnTo>
                  <a:pt x="32587" y="126051"/>
                </a:lnTo>
                <a:lnTo>
                  <a:pt x="32442" y="125506"/>
                </a:lnTo>
                <a:lnTo>
                  <a:pt x="32258" y="125013"/>
                </a:lnTo>
                <a:lnTo>
                  <a:pt x="32033" y="124569"/>
                </a:lnTo>
                <a:lnTo>
                  <a:pt x="31770" y="124172"/>
                </a:lnTo>
                <a:lnTo>
                  <a:pt x="31468" y="123818"/>
                </a:lnTo>
                <a:lnTo>
                  <a:pt x="31128" y="123507"/>
                </a:lnTo>
                <a:lnTo>
                  <a:pt x="30750" y="123234"/>
                </a:lnTo>
                <a:lnTo>
                  <a:pt x="30335" y="122998"/>
                </a:lnTo>
                <a:lnTo>
                  <a:pt x="29883" y="122795"/>
                </a:lnTo>
                <a:lnTo>
                  <a:pt x="29395" y="122623"/>
                </a:lnTo>
                <a:lnTo>
                  <a:pt x="28872" y="122480"/>
                </a:lnTo>
                <a:lnTo>
                  <a:pt x="28313" y="122363"/>
                </a:lnTo>
                <a:lnTo>
                  <a:pt x="27720" y="122269"/>
                </a:lnTo>
                <a:lnTo>
                  <a:pt x="27092" y="122196"/>
                </a:lnTo>
                <a:lnTo>
                  <a:pt x="26431" y="122141"/>
                </a:lnTo>
                <a:lnTo>
                  <a:pt x="25737" y="122102"/>
                </a:lnTo>
                <a:lnTo>
                  <a:pt x="25010" y="122076"/>
                </a:lnTo>
                <a:lnTo>
                  <a:pt x="24251" y="122060"/>
                </a:lnTo>
                <a:lnTo>
                  <a:pt x="23461" y="122052"/>
                </a:lnTo>
                <a:lnTo>
                  <a:pt x="22639" y="122049"/>
                </a:lnTo>
                <a:lnTo>
                  <a:pt x="21787" y="122048"/>
                </a:lnTo>
                <a:lnTo>
                  <a:pt x="21787" y="87574"/>
                </a:lnTo>
                <a:lnTo>
                  <a:pt x="21827" y="85476"/>
                </a:lnTo>
                <a:lnTo>
                  <a:pt x="21947" y="83463"/>
                </a:lnTo>
                <a:lnTo>
                  <a:pt x="22142" y="81534"/>
                </a:lnTo>
                <a:lnTo>
                  <a:pt x="22409" y="79691"/>
                </a:lnTo>
                <a:lnTo>
                  <a:pt x="22745" y="77934"/>
                </a:lnTo>
                <a:lnTo>
                  <a:pt x="23145" y="76263"/>
                </a:lnTo>
                <a:lnTo>
                  <a:pt x="23608" y="74678"/>
                </a:lnTo>
                <a:lnTo>
                  <a:pt x="24129" y="73181"/>
                </a:lnTo>
                <a:lnTo>
                  <a:pt x="24705" y="71771"/>
                </a:lnTo>
                <a:lnTo>
                  <a:pt x="25332" y="70449"/>
                </a:lnTo>
                <a:lnTo>
                  <a:pt x="26007" y="69215"/>
                </a:lnTo>
                <a:lnTo>
                  <a:pt x="26727" y="68070"/>
                </a:lnTo>
                <a:lnTo>
                  <a:pt x="27488" y="67014"/>
                </a:lnTo>
                <a:lnTo>
                  <a:pt x="28287" y="66047"/>
                </a:lnTo>
                <a:lnTo>
                  <a:pt x="29120" y="65171"/>
                </a:lnTo>
                <a:lnTo>
                  <a:pt x="29984" y="64385"/>
                </a:lnTo>
                <a:lnTo>
                  <a:pt x="30875" y="63690"/>
                </a:lnTo>
                <a:lnTo>
                  <a:pt x="31791" y="63087"/>
                </a:lnTo>
                <a:lnTo>
                  <a:pt x="32727" y="62574"/>
                </a:lnTo>
                <a:lnTo>
                  <a:pt x="33680" y="62155"/>
                </a:lnTo>
                <a:lnTo>
                  <a:pt x="34647" y="61827"/>
                </a:lnTo>
                <a:lnTo>
                  <a:pt x="35624" y="61593"/>
                </a:lnTo>
                <a:lnTo>
                  <a:pt x="36608" y="61452"/>
                </a:lnTo>
                <a:lnTo>
                  <a:pt x="37596" y="61405"/>
                </a:lnTo>
                <a:lnTo>
                  <a:pt x="38141" y="61423"/>
                </a:lnTo>
                <a:lnTo>
                  <a:pt x="38667" y="61477"/>
                </a:lnTo>
                <a:lnTo>
                  <a:pt x="39175" y="61570"/>
                </a:lnTo>
                <a:lnTo>
                  <a:pt x="39664" y="61706"/>
                </a:lnTo>
                <a:lnTo>
                  <a:pt x="40132" y="61885"/>
                </a:lnTo>
                <a:lnTo>
                  <a:pt x="40581" y="62112"/>
                </a:lnTo>
                <a:lnTo>
                  <a:pt x="41009" y="62389"/>
                </a:lnTo>
                <a:lnTo>
                  <a:pt x="41416" y="62717"/>
                </a:lnTo>
                <a:lnTo>
                  <a:pt x="41801" y="63101"/>
                </a:lnTo>
                <a:lnTo>
                  <a:pt x="42165" y="63542"/>
                </a:lnTo>
                <a:lnTo>
                  <a:pt x="42506" y="64043"/>
                </a:lnTo>
                <a:lnTo>
                  <a:pt x="42825" y="64606"/>
                </a:lnTo>
                <a:lnTo>
                  <a:pt x="43121" y="65235"/>
                </a:lnTo>
                <a:lnTo>
                  <a:pt x="43393" y="65931"/>
                </a:lnTo>
                <a:lnTo>
                  <a:pt x="43641" y="66698"/>
                </a:lnTo>
                <a:lnTo>
                  <a:pt x="43865" y="67538"/>
                </a:lnTo>
                <a:lnTo>
                  <a:pt x="44064" y="68453"/>
                </a:lnTo>
                <a:lnTo>
                  <a:pt x="44238" y="69446"/>
                </a:lnTo>
                <a:lnTo>
                  <a:pt x="44387" y="70520"/>
                </a:lnTo>
                <a:lnTo>
                  <a:pt x="44509" y="71678"/>
                </a:lnTo>
                <a:lnTo>
                  <a:pt x="44605" y="72921"/>
                </a:lnTo>
                <a:lnTo>
                  <a:pt x="44674" y="74253"/>
                </a:lnTo>
                <a:lnTo>
                  <a:pt x="44716" y="75675"/>
                </a:lnTo>
                <a:lnTo>
                  <a:pt x="44730" y="77192"/>
                </a:lnTo>
                <a:lnTo>
                  <a:pt x="44730" y="122048"/>
                </a:lnTo>
                <a:lnTo>
                  <a:pt x="44266" y="122049"/>
                </a:lnTo>
                <a:lnTo>
                  <a:pt x="43793" y="122052"/>
                </a:lnTo>
                <a:lnTo>
                  <a:pt x="43314" y="122060"/>
                </a:lnTo>
                <a:lnTo>
                  <a:pt x="42829" y="122076"/>
                </a:lnTo>
                <a:lnTo>
                  <a:pt x="42344" y="122102"/>
                </a:lnTo>
                <a:lnTo>
                  <a:pt x="41859" y="122141"/>
                </a:lnTo>
                <a:lnTo>
                  <a:pt x="41378" y="122196"/>
                </a:lnTo>
                <a:lnTo>
                  <a:pt x="40902" y="122269"/>
                </a:lnTo>
                <a:lnTo>
                  <a:pt x="40436" y="122363"/>
                </a:lnTo>
                <a:lnTo>
                  <a:pt x="39980" y="122480"/>
                </a:lnTo>
                <a:lnTo>
                  <a:pt x="39539" y="122623"/>
                </a:lnTo>
                <a:lnTo>
                  <a:pt x="39114" y="122795"/>
                </a:lnTo>
                <a:lnTo>
                  <a:pt x="38708" y="122998"/>
                </a:lnTo>
                <a:lnTo>
                  <a:pt x="38324" y="123234"/>
                </a:lnTo>
                <a:lnTo>
                  <a:pt x="37964" y="123507"/>
                </a:lnTo>
                <a:lnTo>
                  <a:pt x="37631" y="123818"/>
                </a:lnTo>
                <a:lnTo>
                  <a:pt x="37328" y="124172"/>
                </a:lnTo>
                <a:lnTo>
                  <a:pt x="37056" y="124569"/>
                </a:lnTo>
                <a:lnTo>
                  <a:pt x="36819" y="125013"/>
                </a:lnTo>
                <a:lnTo>
                  <a:pt x="36620" y="125506"/>
                </a:lnTo>
                <a:lnTo>
                  <a:pt x="36460" y="126051"/>
                </a:lnTo>
                <a:lnTo>
                  <a:pt x="36343" y="126650"/>
                </a:lnTo>
                <a:lnTo>
                  <a:pt x="36270" y="127307"/>
                </a:lnTo>
                <a:lnTo>
                  <a:pt x="36246" y="128023"/>
                </a:lnTo>
                <a:lnTo>
                  <a:pt x="36272" y="128717"/>
                </a:lnTo>
                <a:lnTo>
                  <a:pt x="36350" y="129352"/>
                </a:lnTo>
                <a:lnTo>
                  <a:pt x="36475" y="129932"/>
                </a:lnTo>
                <a:lnTo>
                  <a:pt x="36644" y="130460"/>
                </a:lnTo>
                <a:lnTo>
                  <a:pt x="36854" y="130937"/>
                </a:lnTo>
                <a:lnTo>
                  <a:pt x="37101" y="131367"/>
                </a:lnTo>
                <a:lnTo>
                  <a:pt x="37383" y="131752"/>
                </a:lnTo>
                <a:lnTo>
                  <a:pt x="37695" y="132093"/>
                </a:lnTo>
                <a:lnTo>
                  <a:pt x="38035" y="132395"/>
                </a:lnTo>
                <a:lnTo>
                  <a:pt x="38399" y="132659"/>
                </a:lnTo>
                <a:lnTo>
                  <a:pt x="38784" y="132888"/>
                </a:lnTo>
                <a:lnTo>
                  <a:pt x="39186" y="133084"/>
                </a:lnTo>
                <a:lnTo>
                  <a:pt x="39602" y="133250"/>
                </a:lnTo>
                <a:lnTo>
                  <a:pt x="40029" y="133389"/>
                </a:lnTo>
                <a:lnTo>
                  <a:pt x="40464" y="133502"/>
                </a:lnTo>
                <a:lnTo>
                  <a:pt x="40902" y="133593"/>
                </a:lnTo>
                <a:lnTo>
                  <a:pt x="41341" y="133664"/>
                </a:lnTo>
                <a:lnTo>
                  <a:pt x="41777" y="133717"/>
                </a:lnTo>
                <a:lnTo>
                  <a:pt x="42207" y="133755"/>
                </a:lnTo>
                <a:lnTo>
                  <a:pt x="42628" y="133780"/>
                </a:lnTo>
                <a:lnTo>
                  <a:pt x="43036" y="133796"/>
                </a:lnTo>
                <a:lnTo>
                  <a:pt x="43428" y="133804"/>
                </a:lnTo>
                <a:lnTo>
                  <a:pt x="43800" y="133807"/>
                </a:lnTo>
                <a:lnTo>
                  <a:pt x="44150" y="133807"/>
                </a:lnTo>
                <a:lnTo>
                  <a:pt x="58609" y="133807"/>
                </a:lnTo>
                <a:lnTo>
                  <a:pt x="58981" y="133807"/>
                </a:lnTo>
                <a:lnTo>
                  <a:pt x="59372" y="133804"/>
                </a:lnTo>
                <a:lnTo>
                  <a:pt x="59779" y="133796"/>
                </a:lnTo>
                <a:lnTo>
                  <a:pt x="60199" y="133780"/>
                </a:lnTo>
                <a:lnTo>
                  <a:pt x="60628" y="133755"/>
                </a:lnTo>
                <a:lnTo>
                  <a:pt x="61064" y="133717"/>
                </a:lnTo>
                <a:lnTo>
                  <a:pt x="61504" y="133664"/>
                </a:lnTo>
                <a:lnTo>
                  <a:pt x="61943" y="133593"/>
                </a:lnTo>
                <a:lnTo>
                  <a:pt x="62381" y="133502"/>
                </a:lnTo>
                <a:lnTo>
                  <a:pt x="62812" y="133389"/>
                </a:lnTo>
                <a:lnTo>
                  <a:pt x="63235" y="133250"/>
                </a:lnTo>
                <a:lnTo>
                  <a:pt x="63646" y="133084"/>
                </a:lnTo>
                <a:lnTo>
                  <a:pt x="64041" y="132888"/>
                </a:lnTo>
                <a:lnTo>
                  <a:pt x="64419" y="132659"/>
                </a:lnTo>
                <a:lnTo>
                  <a:pt x="64775" y="132395"/>
                </a:lnTo>
                <a:lnTo>
                  <a:pt x="65107" y="132093"/>
                </a:lnTo>
                <a:lnTo>
                  <a:pt x="65411" y="131752"/>
                </a:lnTo>
                <a:lnTo>
                  <a:pt x="65685" y="131367"/>
                </a:lnTo>
                <a:lnTo>
                  <a:pt x="65925" y="130937"/>
                </a:lnTo>
                <a:lnTo>
                  <a:pt x="66129" y="130460"/>
                </a:lnTo>
                <a:lnTo>
                  <a:pt x="66292" y="129932"/>
                </a:lnTo>
                <a:lnTo>
                  <a:pt x="66413" y="129352"/>
                </a:lnTo>
                <a:lnTo>
                  <a:pt x="66488" y="128717"/>
                </a:lnTo>
                <a:lnTo>
                  <a:pt x="66513" y="128023"/>
                </a:lnTo>
                <a:lnTo>
                  <a:pt x="66492" y="127307"/>
                </a:lnTo>
                <a:lnTo>
                  <a:pt x="66430" y="126650"/>
                </a:lnTo>
                <a:lnTo>
                  <a:pt x="66326" y="126051"/>
                </a:lnTo>
                <a:lnTo>
                  <a:pt x="66181" y="125506"/>
                </a:lnTo>
                <a:lnTo>
                  <a:pt x="65997" y="125013"/>
                </a:lnTo>
                <a:lnTo>
                  <a:pt x="65773" y="124569"/>
                </a:lnTo>
                <a:lnTo>
                  <a:pt x="65509" y="124172"/>
                </a:lnTo>
                <a:lnTo>
                  <a:pt x="65207" y="123818"/>
                </a:lnTo>
                <a:lnTo>
                  <a:pt x="64867" y="123507"/>
                </a:lnTo>
                <a:lnTo>
                  <a:pt x="64489" y="123234"/>
                </a:lnTo>
                <a:lnTo>
                  <a:pt x="64074" y="122998"/>
                </a:lnTo>
                <a:lnTo>
                  <a:pt x="63622" y="122795"/>
                </a:lnTo>
                <a:lnTo>
                  <a:pt x="63134" y="122623"/>
                </a:lnTo>
                <a:lnTo>
                  <a:pt x="62611" y="122480"/>
                </a:lnTo>
                <a:lnTo>
                  <a:pt x="62052" y="122363"/>
                </a:lnTo>
                <a:lnTo>
                  <a:pt x="61459" y="122269"/>
                </a:lnTo>
                <a:lnTo>
                  <a:pt x="60831" y="122196"/>
                </a:lnTo>
                <a:lnTo>
                  <a:pt x="60170" y="122141"/>
                </a:lnTo>
                <a:lnTo>
                  <a:pt x="59476" y="122102"/>
                </a:lnTo>
                <a:lnTo>
                  <a:pt x="58749" y="122076"/>
                </a:lnTo>
                <a:lnTo>
                  <a:pt x="57990" y="122060"/>
                </a:lnTo>
                <a:lnTo>
                  <a:pt x="57200" y="122052"/>
                </a:lnTo>
                <a:lnTo>
                  <a:pt x="56378" y="122049"/>
                </a:lnTo>
                <a:lnTo>
                  <a:pt x="55526" y="122048"/>
                </a:lnTo>
                <a:lnTo>
                  <a:pt x="55526" y="87589"/>
                </a:lnTo>
                <a:lnTo>
                  <a:pt x="55567" y="85489"/>
                </a:lnTo>
                <a:lnTo>
                  <a:pt x="55686" y="83474"/>
                </a:lnTo>
                <a:lnTo>
                  <a:pt x="55881" y="81544"/>
                </a:lnTo>
                <a:lnTo>
                  <a:pt x="56148" y="79700"/>
                </a:lnTo>
                <a:lnTo>
                  <a:pt x="56484" y="77941"/>
                </a:lnTo>
                <a:lnTo>
                  <a:pt x="56885" y="76269"/>
                </a:lnTo>
                <a:lnTo>
                  <a:pt x="57347" y="74684"/>
                </a:lnTo>
                <a:lnTo>
                  <a:pt x="57868" y="73185"/>
                </a:lnTo>
                <a:lnTo>
                  <a:pt x="58444" y="71774"/>
                </a:lnTo>
                <a:lnTo>
                  <a:pt x="59071" y="70452"/>
                </a:lnTo>
                <a:lnTo>
                  <a:pt x="59746" y="69217"/>
                </a:lnTo>
                <a:lnTo>
                  <a:pt x="60466" y="68072"/>
                </a:lnTo>
                <a:lnTo>
                  <a:pt x="61227" y="67015"/>
                </a:lnTo>
                <a:lnTo>
                  <a:pt x="62026" y="66049"/>
                </a:lnTo>
                <a:lnTo>
                  <a:pt x="62859" y="65172"/>
                </a:lnTo>
                <a:lnTo>
                  <a:pt x="63723" y="64386"/>
                </a:lnTo>
                <a:lnTo>
                  <a:pt x="64615" y="63691"/>
                </a:lnTo>
                <a:lnTo>
                  <a:pt x="65530" y="63087"/>
                </a:lnTo>
                <a:lnTo>
                  <a:pt x="66466" y="62575"/>
                </a:lnTo>
                <a:lnTo>
                  <a:pt x="67419" y="62155"/>
                </a:lnTo>
                <a:lnTo>
                  <a:pt x="68386" y="61827"/>
                </a:lnTo>
                <a:lnTo>
                  <a:pt x="69363" y="61593"/>
                </a:lnTo>
                <a:lnTo>
                  <a:pt x="70348" y="61452"/>
                </a:lnTo>
                <a:lnTo>
                  <a:pt x="71335" y="61405"/>
                </a:lnTo>
                <a:lnTo>
                  <a:pt x="71880" y="61423"/>
                </a:lnTo>
                <a:lnTo>
                  <a:pt x="72407" y="61477"/>
                </a:lnTo>
                <a:lnTo>
                  <a:pt x="72914" y="61570"/>
                </a:lnTo>
                <a:lnTo>
                  <a:pt x="73403" y="61706"/>
                </a:lnTo>
                <a:lnTo>
                  <a:pt x="73871" y="61885"/>
                </a:lnTo>
                <a:lnTo>
                  <a:pt x="74320" y="62112"/>
                </a:lnTo>
                <a:lnTo>
                  <a:pt x="74748" y="62389"/>
                </a:lnTo>
                <a:lnTo>
                  <a:pt x="75155" y="62717"/>
                </a:lnTo>
                <a:lnTo>
                  <a:pt x="75540" y="63101"/>
                </a:lnTo>
                <a:lnTo>
                  <a:pt x="75904" y="63542"/>
                </a:lnTo>
                <a:lnTo>
                  <a:pt x="76246" y="64043"/>
                </a:lnTo>
                <a:lnTo>
                  <a:pt x="76564" y="64606"/>
                </a:lnTo>
                <a:lnTo>
                  <a:pt x="76860" y="65235"/>
                </a:lnTo>
                <a:lnTo>
                  <a:pt x="77132" y="65931"/>
                </a:lnTo>
                <a:lnTo>
                  <a:pt x="77381" y="66698"/>
                </a:lnTo>
                <a:lnTo>
                  <a:pt x="77604" y="67538"/>
                </a:lnTo>
                <a:lnTo>
                  <a:pt x="77804" y="68453"/>
                </a:lnTo>
                <a:lnTo>
                  <a:pt x="77978" y="69446"/>
                </a:lnTo>
                <a:lnTo>
                  <a:pt x="78126" y="70520"/>
                </a:lnTo>
                <a:lnTo>
                  <a:pt x="78248" y="71678"/>
                </a:lnTo>
                <a:lnTo>
                  <a:pt x="78344" y="72921"/>
                </a:lnTo>
                <a:lnTo>
                  <a:pt x="78413" y="74253"/>
                </a:lnTo>
                <a:lnTo>
                  <a:pt x="78455" y="75675"/>
                </a:lnTo>
                <a:lnTo>
                  <a:pt x="78469" y="77192"/>
                </a:lnTo>
                <a:lnTo>
                  <a:pt x="78469" y="122048"/>
                </a:lnTo>
                <a:lnTo>
                  <a:pt x="78005" y="122049"/>
                </a:lnTo>
                <a:lnTo>
                  <a:pt x="77532" y="122052"/>
                </a:lnTo>
                <a:lnTo>
                  <a:pt x="77052" y="122060"/>
                </a:lnTo>
                <a:lnTo>
                  <a:pt x="76568" y="122076"/>
                </a:lnTo>
                <a:lnTo>
                  <a:pt x="76082" y="122102"/>
                </a:lnTo>
                <a:lnTo>
                  <a:pt x="75597" y="122141"/>
                </a:lnTo>
                <a:lnTo>
                  <a:pt x="75115" y="122196"/>
                </a:lnTo>
                <a:lnTo>
                  <a:pt x="74640" y="122269"/>
                </a:lnTo>
                <a:lnTo>
                  <a:pt x="74174" y="122363"/>
                </a:lnTo>
                <a:lnTo>
                  <a:pt x="73718" y="122480"/>
                </a:lnTo>
                <a:lnTo>
                  <a:pt x="73277" y="122623"/>
                </a:lnTo>
                <a:lnTo>
                  <a:pt x="72852" y="122795"/>
                </a:lnTo>
                <a:lnTo>
                  <a:pt x="72447" y="122998"/>
                </a:lnTo>
                <a:lnTo>
                  <a:pt x="72062" y="123234"/>
                </a:lnTo>
                <a:lnTo>
                  <a:pt x="71703" y="123507"/>
                </a:lnTo>
                <a:lnTo>
                  <a:pt x="71370" y="123818"/>
                </a:lnTo>
                <a:lnTo>
                  <a:pt x="71066" y="124172"/>
                </a:lnTo>
                <a:lnTo>
                  <a:pt x="70795" y="124569"/>
                </a:lnTo>
                <a:lnTo>
                  <a:pt x="70558" y="125013"/>
                </a:lnTo>
                <a:lnTo>
                  <a:pt x="70359" y="125506"/>
                </a:lnTo>
                <a:lnTo>
                  <a:pt x="70199" y="126051"/>
                </a:lnTo>
                <a:lnTo>
                  <a:pt x="70082" y="126650"/>
                </a:lnTo>
                <a:lnTo>
                  <a:pt x="70009" y="127307"/>
                </a:lnTo>
                <a:lnTo>
                  <a:pt x="69985" y="128023"/>
                </a:lnTo>
                <a:lnTo>
                  <a:pt x="70011" y="128717"/>
                </a:lnTo>
                <a:lnTo>
                  <a:pt x="70089" y="129352"/>
                </a:lnTo>
                <a:lnTo>
                  <a:pt x="70214" y="129932"/>
                </a:lnTo>
                <a:lnTo>
                  <a:pt x="70383" y="130460"/>
                </a:lnTo>
                <a:lnTo>
                  <a:pt x="70593" y="130937"/>
                </a:lnTo>
                <a:lnTo>
                  <a:pt x="70840" y="131367"/>
                </a:lnTo>
                <a:lnTo>
                  <a:pt x="71122" y="131752"/>
                </a:lnTo>
                <a:lnTo>
                  <a:pt x="71434" y="132093"/>
                </a:lnTo>
                <a:lnTo>
                  <a:pt x="71774" y="132395"/>
                </a:lnTo>
                <a:lnTo>
                  <a:pt x="72138" y="132659"/>
                </a:lnTo>
                <a:lnTo>
                  <a:pt x="72522" y="132888"/>
                </a:lnTo>
                <a:lnTo>
                  <a:pt x="72924" y="133084"/>
                </a:lnTo>
                <a:lnTo>
                  <a:pt x="73340" y="133250"/>
                </a:lnTo>
                <a:lnTo>
                  <a:pt x="73767" y="133389"/>
                </a:lnTo>
                <a:lnTo>
                  <a:pt x="74201" y="133502"/>
                </a:lnTo>
                <a:lnTo>
                  <a:pt x="74640" y="133593"/>
                </a:lnTo>
                <a:lnTo>
                  <a:pt x="75079" y="133664"/>
                </a:lnTo>
                <a:lnTo>
                  <a:pt x="75515" y="133717"/>
                </a:lnTo>
                <a:lnTo>
                  <a:pt x="75945" y="133755"/>
                </a:lnTo>
                <a:lnTo>
                  <a:pt x="76366" y="133780"/>
                </a:lnTo>
                <a:lnTo>
                  <a:pt x="76774" y="133796"/>
                </a:lnTo>
                <a:lnTo>
                  <a:pt x="77166" y="133804"/>
                </a:lnTo>
                <a:lnTo>
                  <a:pt x="77539" y="133807"/>
                </a:lnTo>
                <a:lnTo>
                  <a:pt x="77889" y="133807"/>
                </a:lnTo>
                <a:lnTo>
                  <a:pt x="92348" y="133807"/>
                </a:lnTo>
                <a:lnTo>
                  <a:pt x="92720" y="133807"/>
                </a:lnTo>
                <a:lnTo>
                  <a:pt x="93111" y="133804"/>
                </a:lnTo>
                <a:lnTo>
                  <a:pt x="93518" y="133796"/>
                </a:lnTo>
                <a:lnTo>
                  <a:pt x="93938" y="133780"/>
                </a:lnTo>
                <a:lnTo>
                  <a:pt x="94367" y="133755"/>
                </a:lnTo>
                <a:lnTo>
                  <a:pt x="94803" y="133717"/>
                </a:lnTo>
                <a:lnTo>
                  <a:pt x="95243" y="133664"/>
                </a:lnTo>
                <a:lnTo>
                  <a:pt x="95683" y="133593"/>
                </a:lnTo>
                <a:lnTo>
                  <a:pt x="96120" y="133502"/>
                </a:lnTo>
                <a:lnTo>
                  <a:pt x="96551" y="133389"/>
                </a:lnTo>
                <a:lnTo>
                  <a:pt x="96974" y="133250"/>
                </a:lnTo>
                <a:lnTo>
                  <a:pt x="97385" y="133084"/>
                </a:lnTo>
                <a:lnTo>
                  <a:pt x="97780" y="132888"/>
                </a:lnTo>
                <a:lnTo>
                  <a:pt x="98158" y="132659"/>
                </a:lnTo>
                <a:lnTo>
                  <a:pt x="98514" y="132395"/>
                </a:lnTo>
                <a:lnTo>
                  <a:pt x="98846" y="132093"/>
                </a:lnTo>
                <a:lnTo>
                  <a:pt x="99150" y="131752"/>
                </a:lnTo>
                <a:lnTo>
                  <a:pt x="99424" y="131367"/>
                </a:lnTo>
                <a:lnTo>
                  <a:pt x="99664" y="130937"/>
                </a:lnTo>
                <a:lnTo>
                  <a:pt x="99868" y="130460"/>
                </a:lnTo>
                <a:lnTo>
                  <a:pt x="100032" y="129932"/>
                </a:lnTo>
                <a:lnTo>
                  <a:pt x="100152" y="129352"/>
                </a:lnTo>
                <a:lnTo>
                  <a:pt x="100227" y="128717"/>
                </a:lnTo>
                <a:lnTo>
                  <a:pt x="100253" y="128023"/>
                </a:lnTo>
                <a:lnTo>
                  <a:pt x="100232" y="127307"/>
                </a:lnTo>
                <a:lnTo>
                  <a:pt x="100169" y="126650"/>
                </a:lnTo>
                <a:lnTo>
                  <a:pt x="100065" y="126051"/>
                </a:lnTo>
                <a:lnTo>
                  <a:pt x="99921" y="125506"/>
                </a:lnTo>
                <a:lnTo>
                  <a:pt x="99736" y="125013"/>
                </a:lnTo>
                <a:lnTo>
                  <a:pt x="99512" y="124569"/>
                </a:lnTo>
                <a:close/>
                <a:moveTo>
                  <a:pt x="301112" y="124569"/>
                </a:moveTo>
                <a:lnTo>
                  <a:pt x="300846" y="124172"/>
                </a:lnTo>
                <a:lnTo>
                  <a:pt x="300549" y="123818"/>
                </a:lnTo>
                <a:lnTo>
                  <a:pt x="300226" y="123507"/>
                </a:lnTo>
                <a:lnTo>
                  <a:pt x="299877" y="123234"/>
                </a:lnTo>
                <a:lnTo>
                  <a:pt x="299507" y="122998"/>
                </a:lnTo>
                <a:lnTo>
                  <a:pt x="299118" y="122795"/>
                </a:lnTo>
                <a:lnTo>
                  <a:pt x="298713" y="122623"/>
                </a:lnTo>
                <a:lnTo>
                  <a:pt x="298294" y="122480"/>
                </a:lnTo>
                <a:lnTo>
                  <a:pt x="297866" y="122363"/>
                </a:lnTo>
                <a:lnTo>
                  <a:pt x="297429" y="122269"/>
                </a:lnTo>
                <a:lnTo>
                  <a:pt x="296988" y="122196"/>
                </a:lnTo>
                <a:lnTo>
                  <a:pt x="296545" y="122141"/>
                </a:lnTo>
                <a:lnTo>
                  <a:pt x="296103" y="122102"/>
                </a:lnTo>
                <a:lnTo>
                  <a:pt x="295665" y="122076"/>
                </a:lnTo>
                <a:lnTo>
                  <a:pt x="295234" y="122060"/>
                </a:lnTo>
                <a:lnTo>
                  <a:pt x="294812" y="122052"/>
                </a:lnTo>
                <a:lnTo>
                  <a:pt x="294403" y="122049"/>
                </a:lnTo>
                <a:lnTo>
                  <a:pt x="294008" y="122048"/>
                </a:lnTo>
                <a:lnTo>
                  <a:pt x="285524" y="122048"/>
                </a:lnTo>
                <a:lnTo>
                  <a:pt x="285524" y="77386"/>
                </a:lnTo>
                <a:lnTo>
                  <a:pt x="285473" y="75013"/>
                </a:lnTo>
                <a:lnTo>
                  <a:pt x="285322" y="72754"/>
                </a:lnTo>
                <a:lnTo>
                  <a:pt x="285072" y="70610"/>
                </a:lnTo>
                <a:lnTo>
                  <a:pt x="284726" y="68578"/>
                </a:lnTo>
                <a:lnTo>
                  <a:pt x="284284" y="66657"/>
                </a:lnTo>
                <a:lnTo>
                  <a:pt x="283750" y="64846"/>
                </a:lnTo>
                <a:lnTo>
                  <a:pt x="283125" y="63144"/>
                </a:lnTo>
                <a:lnTo>
                  <a:pt x="282411" y="61549"/>
                </a:lnTo>
                <a:lnTo>
                  <a:pt x="281610" y="60061"/>
                </a:lnTo>
                <a:lnTo>
                  <a:pt x="280724" y="58677"/>
                </a:lnTo>
                <a:lnTo>
                  <a:pt x="279755" y="57398"/>
                </a:lnTo>
                <a:lnTo>
                  <a:pt x="278705" y="56221"/>
                </a:lnTo>
                <a:lnTo>
                  <a:pt x="277575" y="55145"/>
                </a:lnTo>
                <a:lnTo>
                  <a:pt x="276368" y="54170"/>
                </a:lnTo>
                <a:lnTo>
                  <a:pt x="275085" y="53293"/>
                </a:lnTo>
                <a:lnTo>
                  <a:pt x="273729" y="52513"/>
                </a:lnTo>
                <a:lnTo>
                  <a:pt x="272302" y="51831"/>
                </a:lnTo>
                <a:lnTo>
                  <a:pt x="270804" y="51243"/>
                </a:lnTo>
                <a:lnTo>
                  <a:pt x="269239" y="50749"/>
                </a:lnTo>
                <a:lnTo>
                  <a:pt x="267608" y="50347"/>
                </a:lnTo>
                <a:lnTo>
                  <a:pt x="265913" y="50037"/>
                </a:lnTo>
                <a:lnTo>
                  <a:pt x="264156" y="49817"/>
                </a:lnTo>
                <a:lnTo>
                  <a:pt x="262339" y="49686"/>
                </a:lnTo>
                <a:lnTo>
                  <a:pt x="260463" y="49643"/>
                </a:lnTo>
                <a:lnTo>
                  <a:pt x="258871" y="49676"/>
                </a:lnTo>
                <a:lnTo>
                  <a:pt x="257323" y="49774"/>
                </a:lnTo>
                <a:lnTo>
                  <a:pt x="255820" y="49932"/>
                </a:lnTo>
                <a:lnTo>
                  <a:pt x="254362" y="50146"/>
                </a:lnTo>
                <a:lnTo>
                  <a:pt x="252949" y="50411"/>
                </a:lnTo>
                <a:lnTo>
                  <a:pt x="251583" y="50725"/>
                </a:lnTo>
                <a:lnTo>
                  <a:pt x="250262" y="51082"/>
                </a:lnTo>
                <a:lnTo>
                  <a:pt x="248988" y="51479"/>
                </a:lnTo>
                <a:lnTo>
                  <a:pt x="247761" y="51911"/>
                </a:lnTo>
                <a:lnTo>
                  <a:pt x="246582" y="52375"/>
                </a:lnTo>
                <a:lnTo>
                  <a:pt x="245449" y="52866"/>
                </a:lnTo>
                <a:lnTo>
                  <a:pt x="244365" y="53380"/>
                </a:lnTo>
                <a:lnTo>
                  <a:pt x="243329" y="53913"/>
                </a:lnTo>
                <a:lnTo>
                  <a:pt x="242341" y="54461"/>
                </a:lnTo>
                <a:lnTo>
                  <a:pt x="241402" y="55020"/>
                </a:lnTo>
                <a:lnTo>
                  <a:pt x="240512" y="55586"/>
                </a:lnTo>
                <a:lnTo>
                  <a:pt x="239672" y="56154"/>
                </a:lnTo>
                <a:lnTo>
                  <a:pt x="238882" y="56721"/>
                </a:lnTo>
                <a:lnTo>
                  <a:pt x="238142" y="57283"/>
                </a:lnTo>
                <a:lnTo>
                  <a:pt x="237452" y="57835"/>
                </a:lnTo>
                <a:lnTo>
                  <a:pt x="236813" y="58373"/>
                </a:lnTo>
                <a:lnTo>
                  <a:pt x="236226" y="58893"/>
                </a:lnTo>
                <a:lnTo>
                  <a:pt x="235690" y="59391"/>
                </a:lnTo>
                <a:lnTo>
                  <a:pt x="235205" y="59863"/>
                </a:lnTo>
                <a:lnTo>
                  <a:pt x="235205" y="59106"/>
                </a:lnTo>
                <a:lnTo>
                  <a:pt x="235201" y="58383"/>
                </a:lnTo>
                <a:lnTo>
                  <a:pt x="235190" y="57694"/>
                </a:lnTo>
                <a:lnTo>
                  <a:pt x="235170" y="57039"/>
                </a:lnTo>
                <a:lnTo>
                  <a:pt x="235136" y="56417"/>
                </a:lnTo>
                <a:lnTo>
                  <a:pt x="235085" y="55829"/>
                </a:lnTo>
                <a:lnTo>
                  <a:pt x="235014" y="55274"/>
                </a:lnTo>
                <a:lnTo>
                  <a:pt x="234920" y="54753"/>
                </a:lnTo>
                <a:lnTo>
                  <a:pt x="234799" y="54264"/>
                </a:lnTo>
                <a:lnTo>
                  <a:pt x="234648" y="53809"/>
                </a:lnTo>
                <a:lnTo>
                  <a:pt x="234463" y="53385"/>
                </a:lnTo>
                <a:lnTo>
                  <a:pt x="234241" y="52995"/>
                </a:lnTo>
                <a:lnTo>
                  <a:pt x="233980" y="52636"/>
                </a:lnTo>
                <a:lnTo>
                  <a:pt x="233675" y="52310"/>
                </a:lnTo>
                <a:lnTo>
                  <a:pt x="233323" y="52015"/>
                </a:lnTo>
                <a:lnTo>
                  <a:pt x="232921" y="51753"/>
                </a:lnTo>
                <a:lnTo>
                  <a:pt x="232465" y="51522"/>
                </a:lnTo>
                <a:lnTo>
                  <a:pt x="231952" y="51322"/>
                </a:lnTo>
                <a:lnTo>
                  <a:pt x="231380" y="51153"/>
                </a:lnTo>
                <a:lnTo>
                  <a:pt x="230743" y="51016"/>
                </a:lnTo>
                <a:lnTo>
                  <a:pt x="230040" y="50909"/>
                </a:lnTo>
                <a:lnTo>
                  <a:pt x="229266" y="50833"/>
                </a:lnTo>
                <a:lnTo>
                  <a:pt x="228419" y="50788"/>
                </a:lnTo>
                <a:lnTo>
                  <a:pt x="227495" y="50773"/>
                </a:lnTo>
                <a:lnTo>
                  <a:pt x="213421" y="50773"/>
                </a:lnTo>
                <a:lnTo>
                  <a:pt x="213027" y="50773"/>
                </a:lnTo>
                <a:lnTo>
                  <a:pt x="212618" y="50776"/>
                </a:lnTo>
                <a:lnTo>
                  <a:pt x="212196" y="50784"/>
                </a:lnTo>
                <a:lnTo>
                  <a:pt x="211764" y="50800"/>
                </a:lnTo>
                <a:lnTo>
                  <a:pt x="211326" y="50827"/>
                </a:lnTo>
                <a:lnTo>
                  <a:pt x="210885" y="50866"/>
                </a:lnTo>
                <a:lnTo>
                  <a:pt x="210442" y="50921"/>
                </a:lnTo>
                <a:lnTo>
                  <a:pt x="210001" y="50994"/>
                </a:lnTo>
                <a:lnTo>
                  <a:pt x="209564" y="51088"/>
                </a:lnTo>
                <a:lnTo>
                  <a:pt x="209136" y="51205"/>
                </a:lnTo>
                <a:lnTo>
                  <a:pt x="208717" y="51348"/>
                </a:lnTo>
                <a:lnTo>
                  <a:pt x="208312" y="51520"/>
                </a:lnTo>
                <a:lnTo>
                  <a:pt x="207923" y="51723"/>
                </a:lnTo>
                <a:lnTo>
                  <a:pt x="207553" y="51959"/>
                </a:lnTo>
                <a:lnTo>
                  <a:pt x="207204" y="52232"/>
                </a:lnTo>
                <a:lnTo>
                  <a:pt x="206880" y="52544"/>
                </a:lnTo>
                <a:lnTo>
                  <a:pt x="206584" y="52897"/>
                </a:lnTo>
                <a:lnTo>
                  <a:pt x="206318" y="53295"/>
                </a:lnTo>
                <a:lnTo>
                  <a:pt x="206085" y="53739"/>
                </a:lnTo>
                <a:lnTo>
                  <a:pt x="205888" y="54232"/>
                </a:lnTo>
                <a:lnTo>
                  <a:pt x="205730" y="54778"/>
                </a:lnTo>
                <a:lnTo>
                  <a:pt x="205614" y="55377"/>
                </a:lnTo>
                <a:lnTo>
                  <a:pt x="205542" y="56034"/>
                </a:lnTo>
                <a:lnTo>
                  <a:pt x="205517" y="56751"/>
                </a:lnTo>
                <a:lnTo>
                  <a:pt x="205543" y="57444"/>
                </a:lnTo>
                <a:lnTo>
                  <a:pt x="205617" y="58080"/>
                </a:lnTo>
                <a:lnTo>
                  <a:pt x="205738" y="58660"/>
                </a:lnTo>
                <a:lnTo>
                  <a:pt x="205901" y="59188"/>
                </a:lnTo>
                <a:lnTo>
                  <a:pt x="206103" y="59665"/>
                </a:lnTo>
                <a:lnTo>
                  <a:pt x="206342" y="60095"/>
                </a:lnTo>
                <a:lnTo>
                  <a:pt x="206614" y="60479"/>
                </a:lnTo>
                <a:lnTo>
                  <a:pt x="206916" y="60821"/>
                </a:lnTo>
                <a:lnTo>
                  <a:pt x="207245" y="61123"/>
                </a:lnTo>
                <a:lnTo>
                  <a:pt x="207598" y="61387"/>
                </a:lnTo>
                <a:lnTo>
                  <a:pt x="207970" y="61616"/>
                </a:lnTo>
                <a:lnTo>
                  <a:pt x="208361" y="61812"/>
                </a:lnTo>
                <a:lnTo>
                  <a:pt x="208765" y="61978"/>
                </a:lnTo>
                <a:lnTo>
                  <a:pt x="209180" y="62116"/>
                </a:lnTo>
                <a:lnTo>
                  <a:pt x="209602" y="62230"/>
                </a:lnTo>
                <a:lnTo>
                  <a:pt x="210029" y="62321"/>
                </a:lnTo>
                <a:lnTo>
                  <a:pt x="210458" y="62391"/>
                </a:lnTo>
                <a:lnTo>
                  <a:pt x="210885" y="62444"/>
                </a:lnTo>
                <a:lnTo>
                  <a:pt x="211306" y="62482"/>
                </a:lnTo>
                <a:lnTo>
                  <a:pt x="211720" y="62508"/>
                </a:lnTo>
                <a:lnTo>
                  <a:pt x="212122" y="62523"/>
                </a:lnTo>
                <a:lnTo>
                  <a:pt x="212509" y="62531"/>
                </a:lnTo>
                <a:lnTo>
                  <a:pt x="212879" y="62534"/>
                </a:lnTo>
                <a:lnTo>
                  <a:pt x="213227" y="62535"/>
                </a:lnTo>
                <a:lnTo>
                  <a:pt x="221906" y="62535"/>
                </a:lnTo>
                <a:lnTo>
                  <a:pt x="221906" y="122048"/>
                </a:lnTo>
                <a:lnTo>
                  <a:pt x="213421" y="122048"/>
                </a:lnTo>
                <a:lnTo>
                  <a:pt x="213027" y="122049"/>
                </a:lnTo>
                <a:lnTo>
                  <a:pt x="212618" y="122052"/>
                </a:lnTo>
                <a:lnTo>
                  <a:pt x="212196" y="122060"/>
                </a:lnTo>
                <a:lnTo>
                  <a:pt x="211764" y="122076"/>
                </a:lnTo>
                <a:lnTo>
                  <a:pt x="211326" y="122102"/>
                </a:lnTo>
                <a:lnTo>
                  <a:pt x="210885" y="122141"/>
                </a:lnTo>
                <a:lnTo>
                  <a:pt x="210442" y="122196"/>
                </a:lnTo>
                <a:lnTo>
                  <a:pt x="210001" y="122269"/>
                </a:lnTo>
                <a:lnTo>
                  <a:pt x="209564" y="122363"/>
                </a:lnTo>
                <a:lnTo>
                  <a:pt x="209136" y="122480"/>
                </a:lnTo>
                <a:lnTo>
                  <a:pt x="208717" y="122623"/>
                </a:lnTo>
                <a:lnTo>
                  <a:pt x="208312" y="122795"/>
                </a:lnTo>
                <a:lnTo>
                  <a:pt x="207923" y="122998"/>
                </a:lnTo>
                <a:lnTo>
                  <a:pt x="207553" y="123234"/>
                </a:lnTo>
                <a:lnTo>
                  <a:pt x="207204" y="123507"/>
                </a:lnTo>
                <a:lnTo>
                  <a:pt x="206880" y="123818"/>
                </a:lnTo>
                <a:lnTo>
                  <a:pt x="206584" y="124172"/>
                </a:lnTo>
                <a:lnTo>
                  <a:pt x="206318" y="124569"/>
                </a:lnTo>
                <a:lnTo>
                  <a:pt x="206085" y="125013"/>
                </a:lnTo>
                <a:lnTo>
                  <a:pt x="205888" y="125506"/>
                </a:lnTo>
                <a:lnTo>
                  <a:pt x="205730" y="126051"/>
                </a:lnTo>
                <a:lnTo>
                  <a:pt x="205614" y="126650"/>
                </a:lnTo>
                <a:lnTo>
                  <a:pt x="205542" y="127307"/>
                </a:lnTo>
                <a:lnTo>
                  <a:pt x="205517" y="128023"/>
                </a:lnTo>
                <a:lnTo>
                  <a:pt x="205543" y="128717"/>
                </a:lnTo>
                <a:lnTo>
                  <a:pt x="205617" y="129352"/>
                </a:lnTo>
                <a:lnTo>
                  <a:pt x="205738" y="129932"/>
                </a:lnTo>
                <a:lnTo>
                  <a:pt x="205901" y="130460"/>
                </a:lnTo>
                <a:lnTo>
                  <a:pt x="206103" y="130937"/>
                </a:lnTo>
                <a:lnTo>
                  <a:pt x="206342" y="131367"/>
                </a:lnTo>
                <a:lnTo>
                  <a:pt x="206614" y="131752"/>
                </a:lnTo>
                <a:lnTo>
                  <a:pt x="206916" y="132093"/>
                </a:lnTo>
                <a:lnTo>
                  <a:pt x="207245" y="132395"/>
                </a:lnTo>
                <a:lnTo>
                  <a:pt x="207598" y="132659"/>
                </a:lnTo>
                <a:lnTo>
                  <a:pt x="207970" y="132888"/>
                </a:lnTo>
                <a:lnTo>
                  <a:pt x="208361" y="133084"/>
                </a:lnTo>
                <a:lnTo>
                  <a:pt x="208765" y="133250"/>
                </a:lnTo>
                <a:lnTo>
                  <a:pt x="209180" y="133389"/>
                </a:lnTo>
                <a:lnTo>
                  <a:pt x="209602" y="133502"/>
                </a:lnTo>
                <a:lnTo>
                  <a:pt x="210029" y="133593"/>
                </a:lnTo>
                <a:lnTo>
                  <a:pt x="210458" y="133664"/>
                </a:lnTo>
                <a:lnTo>
                  <a:pt x="210885" y="133717"/>
                </a:lnTo>
                <a:lnTo>
                  <a:pt x="211306" y="133755"/>
                </a:lnTo>
                <a:lnTo>
                  <a:pt x="211720" y="133780"/>
                </a:lnTo>
                <a:lnTo>
                  <a:pt x="212122" y="133796"/>
                </a:lnTo>
                <a:lnTo>
                  <a:pt x="212509" y="133804"/>
                </a:lnTo>
                <a:lnTo>
                  <a:pt x="212879" y="133807"/>
                </a:lnTo>
                <a:lnTo>
                  <a:pt x="213227" y="133807"/>
                </a:lnTo>
                <a:lnTo>
                  <a:pt x="243884" y="133807"/>
                </a:lnTo>
                <a:lnTo>
                  <a:pt x="244232" y="133807"/>
                </a:lnTo>
                <a:lnTo>
                  <a:pt x="244602" y="133804"/>
                </a:lnTo>
                <a:lnTo>
                  <a:pt x="244989" y="133796"/>
                </a:lnTo>
                <a:lnTo>
                  <a:pt x="245391" y="133780"/>
                </a:lnTo>
                <a:lnTo>
                  <a:pt x="245805" y="133755"/>
                </a:lnTo>
                <a:lnTo>
                  <a:pt x="246226" y="133717"/>
                </a:lnTo>
                <a:lnTo>
                  <a:pt x="246653" y="133664"/>
                </a:lnTo>
                <a:lnTo>
                  <a:pt x="247081" y="133593"/>
                </a:lnTo>
                <a:lnTo>
                  <a:pt x="247509" y="133502"/>
                </a:lnTo>
                <a:lnTo>
                  <a:pt x="247931" y="133389"/>
                </a:lnTo>
                <a:lnTo>
                  <a:pt x="248346" y="133250"/>
                </a:lnTo>
                <a:lnTo>
                  <a:pt x="248750" y="133084"/>
                </a:lnTo>
                <a:lnTo>
                  <a:pt x="249140" y="132888"/>
                </a:lnTo>
                <a:lnTo>
                  <a:pt x="249513" y="132659"/>
                </a:lnTo>
                <a:lnTo>
                  <a:pt x="249866" y="132395"/>
                </a:lnTo>
                <a:lnTo>
                  <a:pt x="250194" y="132093"/>
                </a:lnTo>
                <a:lnTo>
                  <a:pt x="250496" y="131752"/>
                </a:lnTo>
                <a:lnTo>
                  <a:pt x="250769" y="131367"/>
                </a:lnTo>
                <a:lnTo>
                  <a:pt x="251007" y="130937"/>
                </a:lnTo>
                <a:lnTo>
                  <a:pt x="251210" y="130460"/>
                </a:lnTo>
                <a:lnTo>
                  <a:pt x="251373" y="129932"/>
                </a:lnTo>
                <a:lnTo>
                  <a:pt x="251494" y="129352"/>
                </a:lnTo>
                <a:lnTo>
                  <a:pt x="251568" y="128717"/>
                </a:lnTo>
                <a:lnTo>
                  <a:pt x="251594" y="128023"/>
                </a:lnTo>
                <a:lnTo>
                  <a:pt x="251569" y="127307"/>
                </a:lnTo>
                <a:lnTo>
                  <a:pt x="251497" y="126650"/>
                </a:lnTo>
                <a:lnTo>
                  <a:pt x="251381" y="126051"/>
                </a:lnTo>
                <a:lnTo>
                  <a:pt x="251223" y="125506"/>
                </a:lnTo>
                <a:lnTo>
                  <a:pt x="251026" y="125013"/>
                </a:lnTo>
                <a:lnTo>
                  <a:pt x="250793" y="124569"/>
                </a:lnTo>
                <a:lnTo>
                  <a:pt x="250527" y="124172"/>
                </a:lnTo>
                <a:lnTo>
                  <a:pt x="250230" y="123818"/>
                </a:lnTo>
                <a:lnTo>
                  <a:pt x="249907" y="123507"/>
                </a:lnTo>
                <a:lnTo>
                  <a:pt x="249558" y="123234"/>
                </a:lnTo>
                <a:lnTo>
                  <a:pt x="249188" y="122998"/>
                </a:lnTo>
                <a:lnTo>
                  <a:pt x="248799" y="122795"/>
                </a:lnTo>
                <a:lnTo>
                  <a:pt x="248394" y="122623"/>
                </a:lnTo>
                <a:lnTo>
                  <a:pt x="247975" y="122480"/>
                </a:lnTo>
                <a:lnTo>
                  <a:pt x="247547" y="122363"/>
                </a:lnTo>
                <a:lnTo>
                  <a:pt x="247110" y="122269"/>
                </a:lnTo>
                <a:lnTo>
                  <a:pt x="246669" y="122196"/>
                </a:lnTo>
                <a:lnTo>
                  <a:pt x="246226" y="122141"/>
                </a:lnTo>
                <a:lnTo>
                  <a:pt x="245784" y="122102"/>
                </a:lnTo>
                <a:lnTo>
                  <a:pt x="245346" y="122076"/>
                </a:lnTo>
                <a:lnTo>
                  <a:pt x="244915" y="122060"/>
                </a:lnTo>
                <a:lnTo>
                  <a:pt x="244493" y="122052"/>
                </a:lnTo>
                <a:lnTo>
                  <a:pt x="244084" y="122049"/>
                </a:lnTo>
                <a:lnTo>
                  <a:pt x="243689" y="122048"/>
                </a:lnTo>
                <a:lnTo>
                  <a:pt x="235205" y="122048"/>
                </a:lnTo>
                <a:lnTo>
                  <a:pt x="235205" y="87959"/>
                </a:lnTo>
                <a:lnTo>
                  <a:pt x="235278" y="85616"/>
                </a:lnTo>
                <a:lnTo>
                  <a:pt x="235492" y="83396"/>
                </a:lnTo>
                <a:lnTo>
                  <a:pt x="235838" y="81295"/>
                </a:lnTo>
                <a:lnTo>
                  <a:pt x="236308" y="79313"/>
                </a:lnTo>
                <a:lnTo>
                  <a:pt x="236894" y="77446"/>
                </a:lnTo>
                <a:lnTo>
                  <a:pt x="237588" y="75694"/>
                </a:lnTo>
                <a:lnTo>
                  <a:pt x="238382" y="74055"/>
                </a:lnTo>
                <a:lnTo>
                  <a:pt x="239269" y="72525"/>
                </a:lnTo>
                <a:lnTo>
                  <a:pt x="240238" y="71103"/>
                </a:lnTo>
                <a:lnTo>
                  <a:pt x="241284" y="69788"/>
                </a:lnTo>
                <a:lnTo>
                  <a:pt x="242396" y="68577"/>
                </a:lnTo>
                <a:lnTo>
                  <a:pt x="243568" y="67468"/>
                </a:lnTo>
                <a:lnTo>
                  <a:pt x="244792" y="66459"/>
                </a:lnTo>
                <a:lnTo>
                  <a:pt x="246058" y="65549"/>
                </a:lnTo>
                <a:lnTo>
                  <a:pt x="247359" y="64735"/>
                </a:lnTo>
                <a:lnTo>
                  <a:pt x="248688" y="64014"/>
                </a:lnTo>
                <a:lnTo>
                  <a:pt x="250035" y="63387"/>
                </a:lnTo>
                <a:lnTo>
                  <a:pt x="251392" y="62849"/>
                </a:lnTo>
                <a:lnTo>
                  <a:pt x="252753" y="62399"/>
                </a:lnTo>
                <a:lnTo>
                  <a:pt x="254107" y="62036"/>
                </a:lnTo>
                <a:lnTo>
                  <a:pt x="255448" y="61757"/>
                </a:lnTo>
                <a:lnTo>
                  <a:pt x="256767" y="61560"/>
                </a:lnTo>
                <a:lnTo>
                  <a:pt x="258056" y="61443"/>
                </a:lnTo>
                <a:lnTo>
                  <a:pt x="259307" y="61405"/>
                </a:lnTo>
                <a:lnTo>
                  <a:pt x="260546" y="61433"/>
                </a:lnTo>
                <a:lnTo>
                  <a:pt x="261708" y="61518"/>
                </a:lnTo>
                <a:lnTo>
                  <a:pt x="262795" y="61659"/>
                </a:lnTo>
                <a:lnTo>
                  <a:pt x="263811" y="61858"/>
                </a:lnTo>
                <a:lnTo>
                  <a:pt x="264757" y="62114"/>
                </a:lnTo>
                <a:lnTo>
                  <a:pt x="265635" y="62428"/>
                </a:lnTo>
                <a:lnTo>
                  <a:pt x="266448" y="62800"/>
                </a:lnTo>
                <a:lnTo>
                  <a:pt x="267196" y="63231"/>
                </a:lnTo>
                <a:lnTo>
                  <a:pt x="267883" y="63720"/>
                </a:lnTo>
                <a:lnTo>
                  <a:pt x="268511" y="64269"/>
                </a:lnTo>
                <a:lnTo>
                  <a:pt x="269081" y="64877"/>
                </a:lnTo>
                <a:lnTo>
                  <a:pt x="269596" y="65545"/>
                </a:lnTo>
                <a:lnTo>
                  <a:pt x="270057" y="66273"/>
                </a:lnTo>
                <a:lnTo>
                  <a:pt x="270468" y="67062"/>
                </a:lnTo>
                <a:lnTo>
                  <a:pt x="270829" y="67911"/>
                </a:lnTo>
                <a:lnTo>
                  <a:pt x="271144" y="68822"/>
                </a:lnTo>
                <a:lnTo>
                  <a:pt x="271414" y="69794"/>
                </a:lnTo>
                <a:lnTo>
                  <a:pt x="271640" y="70828"/>
                </a:lnTo>
                <a:lnTo>
                  <a:pt x="271827" y="71924"/>
                </a:lnTo>
                <a:lnTo>
                  <a:pt x="271974" y="73082"/>
                </a:lnTo>
                <a:lnTo>
                  <a:pt x="272086" y="74304"/>
                </a:lnTo>
                <a:lnTo>
                  <a:pt x="272163" y="75588"/>
                </a:lnTo>
                <a:lnTo>
                  <a:pt x="272207" y="76936"/>
                </a:lnTo>
                <a:lnTo>
                  <a:pt x="272222" y="78348"/>
                </a:lnTo>
                <a:lnTo>
                  <a:pt x="272222" y="122048"/>
                </a:lnTo>
                <a:lnTo>
                  <a:pt x="264705" y="122048"/>
                </a:lnTo>
                <a:lnTo>
                  <a:pt x="264311" y="122049"/>
                </a:lnTo>
                <a:lnTo>
                  <a:pt x="263902" y="122052"/>
                </a:lnTo>
                <a:lnTo>
                  <a:pt x="263480" y="122060"/>
                </a:lnTo>
                <a:lnTo>
                  <a:pt x="263048" y="122076"/>
                </a:lnTo>
                <a:lnTo>
                  <a:pt x="262610" y="122102"/>
                </a:lnTo>
                <a:lnTo>
                  <a:pt x="262168" y="122141"/>
                </a:lnTo>
                <a:lnTo>
                  <a:pt x="261726" y="122196"/>
                </a:lnTo>
                <a:lnTo>
                  <a:pt x="261285" y="122269"/>
                </a:lnTo>
                <a:lnTo>
                  <a:pt x="260848" y="122363"/>
                </a:lnTo>
                <a:lnTo>
                  <a:pt x="260419" y="122480"/>
                </a:lnTo>
                <a:lnTo>
                  <a:pt x="260001" y="122623"/>
                </a:lnTo>
                <a:lnTo>
                  <a:pt x="259596" y="122795"/>
                </a:lnTo>
                <a:lnTo>
                  <a:pt x="259207" y="122998"/>
                </a:lnTo>
                <a:lnTo>
                  <a:pt x="258837" y="123234"/>
                </a:lnTo>
                <a:lnTo>
                  <a:pt x="258488" y="123507"/>
                </a:lnTo>
                <a:lnTo>
                  <a:pt x="258164" y="123818"/>
                </a:lnTo>
                <a:lnTo>
                  <a:pt x="257868" y="124172"/>
                </a:lnTo>
                <a:lnTo>
                  <a:pt x="257602" y="124569"/>
                </a:lnTo>
                <a:lnTo>
                  <a:pt x="257369" y="125013"/>
                </a:lnTo>
                <a:lnTo>
                  <a:pt x="257172" y="125506"/>
                </a:lnTo>
                <a:lnTo>
                  <a:pt x="257014" y="126051"/>
                </a:lnTo>
                <a:lnTo>
                  <a:pt x="256897" y="126650"/>
                </a:lnTo>
                <a:lnTo>
                  <a:pt x="256825" y="127307"/>
                </a:lnTo>
                <a:lnTo>
                  <a:pt x="256801" y="128023"/>
                </a:lnTo>
                <a:lnTo>
                  <a:pt x="256827" y="128717"/>
                </a:lnTo>
                <a:lnTo>
                  <a:pt x="256905" y="129352"/>
                </a:lnTo>
                <a:lnTo>
                  <a:pt x="257030" y="129932"/>
                </a:lnTo>
                <a:lnTo>
                  <a:pt x="257199" y="130460"/>
                </a:lnTo>
                <a:lnTo>
                  <a:pt x="257409" y="130937"/>
                </a:lnTo>
                <a:lnTo>
                  <a:pt x="257656" y="131367"/>
                </a:lnTo>
                <a:lnTo>
                  <a:pt x="257938" y="131752"/>
                </a:lnTo>
                <a:lnTo>
                  <a:pt x="258250" y="132093"/>
                </a:lnTo>
                <a:lnTo>
                  <a:pt x="258590" y="132395"/>
                </a:lnTo>
                <a:lnTo>
                  <a:pt x="258954" y="132659"/>
                </a:lnTo>
                <a:lnTo>
                  <a:pt x="259338" y="132888"/>
                </a:lnTo>
                <a:lnTo>
                  <a:pt x="259740" y="133084"/>
                </a:lnTo>
                <a:lnTo>
                  <a:pt x="260157" y="133250"/>
                </a:lnTo>
                <a:lnTo>
                  <a:pt x="260583" y="133389"/>
                </a:lnTo>
                <a:lnTo>
                  <a:pt x="261018" y="133502"/>
                </a:lnTo>
                <a:lnTo>
                  <a:pt x="261456" y="133593"/>
                </a:lnTo>
                <a:lnTo>
                  <a:pt x="261895" y="133664"/>
                </a:lnTo>
                <a:lnTo>
                  <a:pt x="262331" y="133717"/>
                </a:lnTo>
                <a:lnTo>
                  <a:pt x="262761" y="133755"/>
                </a:lnTo>
                <a:lnTo>
                  <a:pt x="263182" y="133780"/>
                </a:lnTo>
                <a:lnTo>
                  <a:pt x="263590" y="133796"/>
                </a:lnTo>
                <a:lnTo>
                  <a:pt x="263983" y="133804"/>
                </a:lnTo>
                <a:lnTo>
                  <a:pt x="264355" y="133807"/>
                </a:lnTo>
                <a:lnTo>
                  <a:pt x="264705" y="133807"/>
                </a:lnTo>
                <a:lnTo>
                  <a:pt x="294203" y="133807"/>
                </a:lnTo>
                <a:lnTo>
                  <a:pt x="294551" y="133807"/>
                </a:lnTo>
                <a:lnTo>
                  <a:pt x="294921" y="133804"/>
                </a:lnTo>
                <a:lnTo>
                  <a:pt x="295308" y="133796"/>
                </a:lnTo>
                <a:lnTo>
                  <a:pt x="295710" y="133780"/>
                </a:lnTo>
                <a:lnTo>
                  <a:pt x="296124" y="133755"/>
                </a:lnTo>
                <a:lnTo>
                  <a:pt x="296545" y="133717"/>
                </a:lnTo>
                <a:lnTo>
                  <a:pt x="296972" y="133664"/>
                </a:lnTo>
                <a:lnTo>
                  <a:pt x="297400" y="133593"/>
                </a:lnTo>
                <a:lnTo>
                  <a:pt x="297828" y="133502"/>
                </a:lnTo>
                <a:lnTo>
                  <a:pt x="298250" y="133389"/>
                </a:lnTo>
                <a:lnTo>
                  <a:pt x="298665" y="133250"/>
                </a:lnTo>
                <a:lnTo>
                  <a:pt x="299069" y="133084"/>
                </a:lnTo>
                <a:lnTo>
                  <a:pt x="299459" y="132888"/>
                </a:lnTo>
                <a:lnTo>
                  <a:pt x="299832" y="132659"/>
                </a:lnTo>
                <a:lnTo>
                  <a:pt x="300185" y="132395"/>
                </a:lnTo>
                <a:lnTo>
                  <a:pt x="300513" y="132093"/>
                </a:lnTo>
                <a:lnTo>
                  <a:pt x="300815" y="131752"/>
                </a:lnTo>
                <a:lnTo>
                  <a:pt x="301087" y="131367"/>
                </a:lnTo>
                <a:lnTo>
                  <a:pt x="301326" y="130937"/>
                </a:lnTo>
                <a:lnTo>
                  <a:pt x="301529" y="130460"/>
                </a:lnTo>
                <a:lnTo>
                  <a:pt x="301692" y="129932"/>
                </a:lnTo>
                <a:lnTo>
                  <a:pt x="301813" y="129352"/>
                </a:lnTo>
                <a:lnTo>
                  <a:pt x="301887" y="128717"/>
                </a:lnTo>
                <a:lnTo>
                  <a:pt x="301913" y="128023"/>
                </a:lnTo>
                <a:lnTo>
                  <a:pt x="301888" y="127307"/>
                </a:lnTo>
                <a:lnTo>
                  <a:pt x="301816" y="126650"/>
                </a:lnTo>
                <a:lnTo>
                  <a:pt x="301700" y="126051"/>
                </a:lnTo>
                <a:lnTo>
                  <a:pt x="301542" y="125506"/>
                </a:lnTo>
                <a:lnTo>
                  <a:pt x="301345" y="125013"/>
                </a:lnTo>
                <a:lnTo>
                  <a:pt x="301112" y="124569"/>
                </a:lnTo>
                <a:close/>
                <a:moveTo>
                  <a:pt x="604990" y="125013"/>
                </a:moveTo>
                <a:lnTo>
                  <a:pt x="604757" y="124569"/>
                </a:lnTo>
                <a:lnTo>
                  <a:pt x="604491" y="124172"/>
                </a:lnTo>
                <a:lnTo>
                  <a:pt x="604195" y="123818"/>
                </a:lnTo>
                <a:lnTo>
                  <a:pt x="603871" y="123507"/>
                </a:lnTo>
                <a:lnTo>
                  <a:pt x="603522" y="123234"/>
                </a:lnTo>
                <a:lnTo>
                  <a:pt x="603152" y="122998"/>
                </a:lnTo>
                <a:lnTo>
                  <a:pt x="602763" y="122795"/>
                </a:lnTo>
                <a:lnTo>
                  <a:pt x="602358" y="122623"/>
                </a:lnTo>
                <a:lnTo>
                  <a:pt x="601940" y="122480"/>
                </a:lnTo>
                <a:lnTo>
                  <a:pt x="601511" y="122363"/>
                </a:lnTo>
                <a:lnTo>
                  <a:pt x="601075" y="122269"/>
                </a:lnTo>
                <a:lnTo>
                  <a:pt x="600634" y="122196"/>
                </a:lnTo>
                <a:lnTo>
                  <a:pt x="600191" y="122141"/>
                </a:lnTo>
                <a:lnTo>
                  <a:pt x="599749" y="122102"/>
                </a:lnTo>
                <a:lnTo>
                  <a:pt x="599311" y="122076"/>
                </a:lnTo>
                <a:lnTo>
                  <a:pt x="598879" y="122060"/>
                </a:lnTo>
                <a:lnTo>
                  <a:pt x="598458" y="122052"/>
                </a:lnTo>
                <a:lnTo>
                  <a:pt x="598048" y="122049"/>
                </a:lnTo>
                <a:lnTo>
                  <a:pt x="597654" y="122048"/>
                </a:lnTo>
                <a:lnTo>
                  <a:pt x="589170" y="122048"/>
                </a:lnTo>
                <a:lnTo>
                  <a:pt x="589170" y="77386"/>
                </a:lnTo>
                <a:lnTo>
                  <a:pt x="589119" y="75013"/>
                </a:lnTo>
                <a:lnTo>
                  <a:pt x="588967" y="72754"/>
                </a:lnTo>
                <a:lnTo>
                  <a:pt x="588717" y="70610"/>
                </a:lnTo>
                <a:lnTo>
                  <a:pt x="588371" y="68578"/>
                </a:lnTo>
                <a:lnTo>
                  <a:pt x="587930" y="66657"/>
                </a:lnTo>
                <a:lnTo>
                  <a:pt x="587396" y="64846"/>
                </a:lnTo>
                <a:lnTo>
                  <a:pt x="586771" y="63144"/>
                </a:lnTo>
                <a:lnTo>
                  <a:pt x="586057" y="61549"/>
                </a:lnTo>
                <a:lnTo>
                  <a:pt x="585256" y="60061"/>
                </a:lnTo>
                <a:lnTo>
                  <a:pt x="584370" y="58677"/>
                </a:lnTo>
                <a:lnTo>
                  <a:pt x="583401" y="57398"/>
                </a:lnTo>
                <a:lnTo>
                  <a:pt x="582350" y="56221"/>
                </a:lnTo>
                <a:lnTo>
                  <a:pt x="581221" y="55145"/>
                </a:lnTo>
                <a:lnTo>
                  <a:pt x="580013" y="54170"/>
                </a:lnTo>
                <a:lnTo>
                  <a:pt x="578731" y="53293"/>
                </a:lnTo>
                <a:lnTo>
                  <a:pt x="577375" y="52513"/>
                </a:lnTo>
                <a:lnTo>
                  <a:pt x="575947" y="51831"/>
                </a:lnTo>
                <a:lnTo>
                  <a:pt x="574449" y="51243"/>
                </a:lnTo>
                <a:lnTo>
                  <a:pt x="572884" y="50749"/>
                </a:lnTo>
                <a:lnTo>
                  <a:pt x="571253" y="50347"/>
                </a:lnTo>
                <a:lnTo>
                  <a:pt x="569558" y="50037"/>
                </a:lnTo>
                <a:lnTo>
                  <a:pt x="567801" y="49817"/>
                </a:lnTo>
                <a:lnTo>
                  <a:pt x="565984" y="49686"/>
                </a:lnTo>
                <a:lnTo>
                  <a:pt x="564109" y="49643"/>
                </a:lnTo>
                <a:lnTo>
                  <a:pt x="562516" y="49676"/>
                </a:lnTo>
                <a:lnTo>
                  <a:pt x="560968" y="49774"/>
                </a:lnTo>
                <a:lnTo>
                  <a:pt x="559465" y="49932"/>
                </a:lnTo>
                <a:lnTo>
                  <a:pt x="558007" y="50146"/>
                </a:lnTo>
                <a:lnTo>
                  <a:pt x="556595" y="50411"/>
                </a:lnTo>
                <a:lnTo>
                  <a:pt x="555228" y="50725"/>
                </a:lnTo>
                <a:lnTo>
                  <a:pt x="553908" y="51082"/>
                </a:lnTo>
                <a:lnTo>
                  <a:pt x="552634" y="51479"/>
                </a:lnTo>
                <a:lnTo>
                  <a:pt x="551407" y="51911"/>
                </a:lnTo>
                <a:lnTo>
                  <a:pt x="550227" y="52375"/>
                </a:lnTo>
                <a:lnTo>
                  <a:pt x="549095" y="52866"/>
                </a:lnTo>
                <a:lnTo>
                  <a:pt x="548010" y="53380"/>
                </a:lnTo>
                <a:lnTo>
                  <a:pt x="546974" y="53913"/>
                </a:lnTo>
                <a:lnTo>
                  <a:pt x="545986" y="54461"/>
                </a:lnTo>
                <a:lnTo>
                  <a:pt x="545047" y="55020"/>
                </a:lnTo>
                <a:lnTo>
                  <a:pt x="544158" y="55586"/>
                </a:lnTo>
                <a:lnTo>
                  <a:pt x="543317" y="56154"/>
                </a:lnTo>
                <a:lnTo>
                  <a:pt x="542527" y="56721"/>
                </a:lnTo>
                <a:lnTo>
                  <a:pt x="541787" y="57283"/>
                </a:lnTo>
                <a:lnTo>
                  <a:pt x="541097" y="57835"/>
                </a:lnTo>
                <a:lnTo>
                  <a:pt x="540459" y="58373"/>
                </a:lnTo>
                <a:lnTo>
                  <a:pt x="539871" y="58893"/>
                </a:lnTo>
                <a:lnTo>
                  <a:pt x="539335" y="59391"/>
                </a:lnTo>
                <a:lnTo>
                  <a:pt x="538851" y="59863"/>
                </a:lnTo>
                <a:lnTo>
                  <a:pt x="538850" y="59106"/>
                </a:lnTo>
                <a:lnTo>
                  <a:pt x="538846" y="58383"/>
                </a:lnTo>
                <a:lnTo>
                  <a:pt x="538836" y="57694"/>
                </a:lnTo>
                <a:lnTo>
                  <a:pt x="538815" y="57039"/>
                </a:lnTo>
                <a:lnTo>
                  <a:pt x="538781" y="56417"/>
                </a:lnTo>
                <a:lnTo>
                  <a:pt x="538730" y="55829"/>
                </a:lnTo>
                <a:lnTo>
                  <a:pt x="538659" y="55274"/>
                </a:lnTo>
                <a:lnTo>
                  <a:pt x="538565" y="54753"/>
                </a:lnTo>
                <a:lnTo>
                  <a:pt x="538444" y="54264"/>
                </a:lnTo>
                <a:lnTo>
                  <a:pt x="538293" y="53809"/>
                </a:lnTo>
                <a:lnTo>
                  <a:pt x="538108" y="53385"/>
                </a:lnTo>
                <a:lnTo>
                  <a:pt x="537887" y="52995"/>
                </a:lnTo>
                <a:lnTo>
                  <a:pt x="537625" y="52636"/>
                </a:lnTo>
                <a:lnTo>
                  <a:pt x="537320" y="52310"/>
                </a:lnTo>
                <a:lnTo>
                  <a:pt x="536968" y="52015"/>
                </a:lnTo>
                <a:lnTo>
                  <a:pt x="536566" y="51753"/>
                </a:lnTo>
                <a:lnTo>
                  <a:pt x="536110" y="51522"/>
                </a:lnTo>
                <a:lnTo>
                  <a:pt x="535598" y="51322"/>
                </a:lnTo>
                <a:lnTo>
                  <a:pt x="535025" y="51153"/>
                </a:lnTo>
                <a:lnTo>
                  <a:pt x="534389" y="51016"/>
                </a:lnTo>
                <a:lnTo>
                  <a:pt x="533685" y="50909"/>
                </a:lnTo>
                <a:lnTo>
                  <a:pt x="532912" y="50833"/>
                </a:lnTo>
                <a:lnTo>
                  <a:pt x="532064" y="50788"/>
                </a:lnTo>
                <a:lnTo>
                  <a:pt x="531140" y="50773"/>
                </a:lnTo>
                <a:lnTo>
                  <a:pt x="517067" y="50773"/>
                </a:lnTo>
                <a:lnTo>
                  <a:pt x="516673" y="50773"/>
                </a:lnTo>
                <a:lnTo>
                  <a:pt x="516263" y="50776"/>
                </a:lnTo>
                <a:lnTo>
                  <a:pt x="515841" y="50784"/>
                </a:lnTo>
                <a:lnTo>
                  <a:pt x="515410" y="50800"/>
                </a:lnTo>
                <a:lnTo>
                  <a:pt x="514972" y="50827"/>
                </a:lnTo>
                <a:lnTo>
                  <a:pt x="514530" y="50866"/>
                </a:lnTo>
                <a:lnTo>
                  <a:pt x="514087" y="50921"/>
                </a:lnTo>
                <a:lnTo>
                  <a:pt x="513646" y="50994"/>
                </a:lnTo>
                <a:lnTo>
                  <a:pt x="513210" y="51088"/>
                </a:lnTo>
                <a:lnTo>
                  <a:pt x="512781" y="51205"/>
                </a:lnTo>
                <a:lnTo>
                  <a:pt x="512363" y="51348"/>
                </a:lnTo>
                <a:lnTo>
                  <a:pt x="511957" y="51520"/>
                </a:lnTo>
                <a:lnTo>
                  <a:pt x="511568" y="51723"/>
                </a:lnTo>
                <a:lnTo>
                  <a:pt x="511198" y="51959"/>
                </a:lnTo>
                <a:lnTo>
                  <a:pt x="510850" y="52232"/>
                </a:lnTo>
                <a:lnTo>
                  <a:pt x="510526" y="52544"/>
                </a:lnTo>
                <a:lnTo>
                  <a:pt x="510230" y="52897"/>
                </a:lnTo>
                <a:lnTo>
                  <a:pt x="509963" y="53295"/>
                </a:lnTo>
                <a:lnTo>
                  <a:pt x="509730" y="53739"/>
                </a:lnTo>
                <a:lnTo>
                  <a:pt x="509534" y="54232"/>
                </a:lnTo>
                <a:lnTo>
                  <a:pt x="509375" y="54778"/>
                </a:lnTo>
                <a:lnTo>
                  <a:pt x="509259" y="55377"/>
                </a:lnTo>
                <a:lnTo>
                  <a:pt x="509187" y="56034"/>
                </a:lnTo>
                <a:lnTo>
                  <a:pt x="509162" y="56751"/>
                </a:lnTo>
                <a:lnTo>
                  <a:pt x="509188" y="57444"/>
                </a:lnTo>
                <a:lnTo>
                  <a:pt x="509263" y="58080"/>
                </a:lnTo>
                <a:lnTo>
                  <a:pt x="509383" y="58660"/>
                </a:lnTo>
                <a:lnTo>
                  <a:pt x="509546" y="59188"/>
                </a:lnTo>
                <a:lnTo>
                  <a:pt x="509749" y="59665"/>
                </a:lnTo>
                <a:lnTo>
                  <a:pt x="509988" y="60095"/>
                </a:lnTo>
                <a:lnTo>
                  <a:pt x="510260" y="60479"/>
                </a:lnTo>
                <a:lnTo>
                  <a:pt x="510562" y="60821"/>
                </a:lnTo>
                <a:lnTo>
                  <a:pt x="510891" y="61123"/>
                </a:lnTo>
                <a:lnTo>
                  <a:pt x="511243" y="61387"/>
                </a:lnTo>
                <a:lnTo>
                  <a:pt x="511616" y="61616"/>
                </a:lnTo>
                <a:lnTo>
                  <a:pt x="512006" y="61812"/>
                </a:lnTo>
                <a:lnTo>
                  <a:pt x="512410" y="61978"/>
                </a:lnTo>
                <a:lnTo>
                  <a:pt x="512825" y="62116"/>
                </a:lnTo>
                <a:lnTo>
                  <a:pt x="513248" y="62230"/>
                </a:lnTo>
                <a:lnTo>
                  <a:pt x="513675" y="62321"/>
                </a:lnTo>
                <a:lnTo>
                  <a:pt x="514103" y="62391"/>
                </a:lnTo>
                <a:lnTo>
                  <a:pt x="514530" y="62444"/>
                </a:lnTo>
                <a:lnTo>
                  <a:pt x="514951" y="62482"/>
                </a:lnTo>
                <a:lnTo>
                  <a:pt x="515365" y="62508"/>
                </a:lnTo>
                <a:lnTo>
                  <a:pt x="515767" y="62523"/>
                </a:lnTo>
                <a:lnTo>
                  <a:pt x="516154" y="62531"/>
                </a:lnTo>
                <a:lnTo>
                  <a:pt x="516524" y="62534"/>
                </a:lnTo>
                <a:lnTo>
                  <a:pt x="516873" y="62535"/>
                </a:lnTo>
                <a:lnTo>
                  <a:pt x="525551" y="62535"/>
                </a:lnTo>
                <a:lnTo>
                  <a:pt x="525551" y="122048"/>
                </a:lnTo>
                <a:lnTo>
                  <a:pt x="517067" y="122048"/>
                </a:lnTo>
                <a:lnTo>
                  <a:pt x="516673" y="122049"/>
                </a:lnTo>
                <a:lnTo>
                  <a:pt x="516263" y="122052"/>
                </a:lnTo>
                <a:lnTo>
                  <a:pt x="515841" y="122060"/>
                </a:lnTo>
                <a:lnTo>
                  <a:pt x="515410" y="122076"/>
                </a:lnTo>
                <a:lnTo>
                  <a:pt x="514972" y="122102"/>
                </a:lnTo>
                <a:lnTo>
                  <a:pt x="514530" y="122141"/>
                </a:lnTo>
                <a:lnTo>
                  <a:pt x="514087" y="122196"/>
                </a:lnTo>
                <a:lnTo>
                  <a:pt x="513646" y="122269"/>
                </a:lnTo>
                <a:lnTo>
                  <a:pt x="513210" y="122363"/>
                </a:lnTo>
                <a:lnTo>
                  <a:pt x="512781" y="122480"/>
                </a:lnTo>
                <a:lnTo>
                  <a:pt x="512363" y="122623"/>
                </a:lnTo>
                <a:lnTo>
                  <a:pt x="511957" y="122795"/>
                </a:lnTo>
                <a:lnTo>
                  <a:pt x="511568" y="122998"/>
                </a:lnTo>
                <a:lnTo>
                  <a:pt x="511198" y="123234"/>
                </a:lnTo>
                <a:lnTo>
                  <a:pt x="510850" y="123507"/>
                </a:lnTo>
                <a:lnTo>
                  <a:pt x="510526" y="123818"/>
                </a:lnTo>
                <a:lnTo>
                  <a:pt x="510230" y="124172"/>
                </a:lnTo>
                <a:lnTo>
                  <a:pt x="509963" y="124569"/>
                </a:lnTo>
                <a:lnTo>
                  <a:pt x="509730" y="125013"/>
                </a:lnTo>
                <a:lnTo>
                  <a:pt x="509534" y="125506"/>
                </a:lnTo>
                <a:lnTo>
                  <a:pt x="509375" y="126051"/>
                </a:lnTo>
                <a:lnTo>
                  <a:pt x="509259" y="126650"/>
                </a:lnTo>
                <a:lnTo>
                  <a:pt x="509187" y="127307"/>
                </a:lnTo>
                <a:lnTo>
                  <a:pt x="509162" y="128023"/>
                </a:lnTo>
                <a:lnTo>
                  <a:pt x="509188" y="128717"/>
                </a:lnTo>
                <a:lnTo>
                  <a:pt x="509263" y="129352"/>
                </a:lnTo>
                <a:lnTo>
                  <a:pt x="509383" y="129932"/>
                </a:lnTo>
                <a:lnTo>
                  <a:pt x="509546" y="130460"/>
                </a:lnTo>
                <a:lnTo>
                  <a:pt x="509749" y="130937"/>
                </a:lnTo>
                <a:lnTo>
                  <a:pt x="509988" y="131367"/>
                </a:lnTo>
                <a:lnTo>
                  <a:pt x="510260" y="131752"/>
                </a:lnTo>
                <a:lnTo>
                  <a:pt x="510562" y="132093"/>
                </a:lnTo>
                <a:lnTo>
                  <a:pt x="510891" y="132395"/>
                </a:lnTo>
                <a:lnTo>
                  <a:pt x="511243" y="132659"/>
                </a:lnTo>
                <a:lnTo>
                  <a:pt x="511616" y="132888"/>
                </a:lnTo>
                <a:lnTo>
                  <a:pt x="512006" y="133084"/>
                </a:lnTo>
                <a:lnTo>
                  <a:pt x="512410" y="133250"/>
                </a:lnTo>
                <a:lnTo>
                  <a:pt x="512825" y="133389"/>
                </a:lnTo>
                <a:lnTo>
                  <a:pt x="513248" y="133502"/>
                </a:lnTo>
                <a:lnTo>
                  <a:pt x="513675" y="133593"/>
                </a:lnTo>
                <a:lnTo>
                  <a:pt x="514103" y="133664"/>
                </a:lnTo>
                <a:lnTo>
                  <a:pt x="514530" y="133717"/>
                </a:lnTo>
                <a:lnTo>
                  <a:pt x="514951" y="133755"/>
                </a:lnTo>
                <a:lnTo>
                  <a:pt x="515365" y="133780"/>
                </a:lnTo>
                <a:lnTo>
                  <a:pt x="515767" y="133796"/>
                </a:lnTo>
                <a:lnTo>
                  <a:pt x="516154" y="133804"/>
                </a:lnTo>
                <a:lnTo>
                  <a:pt x="516524" y="133807"/>
                </a:lnTo>
                <a:lnTo>
                  <a:pt x="516873" y="133807"/>
                </a:lnTo>
                <a:lnTo>
                  <a:pt x="547529" y="133807"/>
                </a:lnTo>
                <a:lnTo>
                  <a:pt x="547878" y="133807"/>
                </a:lnTo>
                <a:lnTo>
                  <a:pt x="548247" y="133804"/>
                </a:lnTo>
                <a:lnTo>
                  <a:pt x="548635" y="133796"/>
                </a:lnTo>
                <a:lnTo>
                  <a:pt x="549037" y="133780"/>
                </a:lnTo>
                <a:lnTo>
                  <a:pt x="549450" y="133755"/>
                </a:lnTo>
                <a:lnTo>
                  <a:pt x="549872" y="133717"/>
                </a:lnTo>
                <a:lnTo>
                  <a:pt x="550298" y="133664"/>
                </a:lnTo>
                <a:lnTo>
                  <a:pt x="550727" y="133593"/>
                </a:lnTo>
                <a:lnTo>
                  <a:pt x="551154" y="133502"/>
                </a:lnTo>
                <a:lnTo>
                  <a:pt x="551577" y="133389"/>
                </a:lnTo>
                <a:lnTo>
                  <a:pt x="551992" y="133250"/>
                </a:lnTo>
                <a:lnTo>
                  <a:pt x="552396" y="133084"/>
                </a:lnTo>
                <a:lnTo>
                  <a:pt x="552786" y="132888"/>
                </a:lnTo>
                <a:lnTo>
                  <a:pt x="553159" y="132659"/>
                </a:lnTo>
                <a:lnTo>
                  <a:pt x="553511" y="132395"/>
                </a:lnTo>
                <a:lnTo>
                  <a:pt x="553840" y="132093"/>
                </a:lnTo>
                <a:lnTo>
                  <a:pt x="554142" y="131752"/>
                </a:lnTo>
                <a:lnTo>
                  <a:pt x="554414" y="131367"/>
                </a:lnTo>
                <a:lnTo>
                  <a:pt x="554653" y="130937"/>
                </a:lnTo>
                <a:lnTo>
                  <a:pt x="554855" y="130460"/>
                </a:lnTo>
                <a:lnTo>
                  <a:pt x="555019" y="129932"/>
                </a:lnTo>
                <a:lnTo>
                  <a:pt x="555139" y="129352"/>
                </a:lnTo>
                <a:lnTo>
                  <a:pt x="555214" y="128717"/>
                </a:lnTo>
                <a:lnTo>
                  <a:pt x="555239" y="128023"/>
                </a:lnTo>
                <a:lnTo>
                  <a:pt x="555215" y="127307"/>
                </a:lnTo>
                <a:lnTo>
                  <a:pt x="555143" y="126650"/>
                </a:lnTo>
                <a:lnTo>
                  <a:pt x="555026" y="126051"/>
                </a:lnTo>
                <a:lnTo>
                  <a:pt x="554868" y="125506"/>
                </a:lnTo>
                <a:lnTo>
                  <a:pt x="554671" y="125013"/>
                </a:lnTo>
                <a:lnTo>
                  <a:pt x="554438" y="124569"/>
                </a:lnTo>
                <a:lnTo>
                  <a:pt x="554172" y="124172"/>
                </a:lnTo>
                <a:lnTo>
                  <a:pt x="553876" y="123818"/>
                </a:lnTo>
                <a:lnTo>
                  <a:pt x="553552" y="123507"/>
                </a:lnTo>
                <a:lnTo>
                  <a:pt x="553203" y="123234"/>
                </a:lnTo>
                <a:lnTo>
                  <a:pt x="552833" y="122998"/>
                </a:lnTo>
                <a:lnTo>
                  <a:pt x="552444" y="122795"/>
                </a:lnTo>
                <a:lnTo>
                  <a:pt x="552039" y="122623"/>
                </a:lnTo>
                <a:lnTo>
                  <a:pt x="551621" y="122480"/>
                </a:lnTo>
                <a:lnTo>
                  <a:pt x="551192" y="122363"/>
                </a:lnTo>
                <a:lnTo>
                  <a:pt x="550756" y="122269"/>
                </a:lnTo>
                <a:lnTo>
                  <a:pt x="550315" y="122196"/>
                </a:lnTo>
                <a:lnTo>
                  <a:pt x="549872" y="122141"/>
                </a:lnTo>
                <a:lnTo>
                  <a:pt x="549430" y="122102"/>
                </a:lnTo>
                <a:lnTo>
                  <a:pt x="548992" y="122076"/>
                </a:lnTo>
                <a:lnTo>
                  <a:pt x="548560" y="122060"/>
                </a:lnTo>
                <a:lnTo>
                  <a:pt x="548139" y="122052"/>
                </a:lnTo>
                <a:lnTo>
                  <a:pt x="547729" y="122049"/>
                </a:lnTo>
                <a:lnTo>
                  <a:pt x="547335" y="122048"/>
                </a:lnTo>
                <a:lnTo>
                  <a:pt x="538851" y="122048"/>
                </a:lnTo>
                <a:lnTo>
                  <a:pt x="538851" y="87959"/>
                </a:lnTo>
                <a:lnTo>
                  <a:pt x="538924" y="85616"/>
                </a:lnTo>
                <a:lnTo>
                  <a:pt x="539137" y="83396"/>
                </a:lnTo>
                <a:lnTo>
                  <a:pt x="539483" y="81295"/>
                </a:lnTo>
                <a:lnTo>
                  <a:pt x="539953" y="79313"/>
                </a:lnTo>
                <a:lnTo>
                  <a:pt x="540539" y="77446"/>
                </a:lnTo>
                <a:lnTo>
                  <a:pt x="541234" y="75694"/>
                </a:lnTo>
                <a:lnTo>
                  <a:pt x="542028" y="74055"/>
                </a:lnTo>
                <a:lnTo>
                  <a:pt x="542914" y="72525"/>
                </a:lnTo>
                <a:lnTo>
                  <a:pt x="543884" y="71103"/>
                </a:lnTo>
                <a:lnTo>
                  <a:pt x="544929" y="69788"/>
                </a:lnTo>
                <a:lnTo>
                  <a:pt x="546042" y="68577"/>
                </a:lnTo>
                <a:lnTo>
                  <a:pt x="547214" y="67468"/>
                </a:lnTo>
                <a:lnTo>
                  <a:pt x="548437" y="66459"/>
                </a:lnTo>
                <a:lnTo>
                  <a:pt x="549703" y="65549"/>
                </a:lnTo>
                <a:lnTo>
                  <a:pt x="551005" y="64735"/>
                </a:lnTo>
                <a:lnTo>
                  <a:pt x="552333" y="64014"/>
                </a:lnTo>
                <a:lnTo>
                  <a:pt x="553680" y="63387"/>
                </a:lnTo>
                <a:lnTo>
                  <a:pt x="555038" y="62849"/>
                </a:lnTo>
                <a:lnTo>
                  <a:pt x="556398" y="62399"/>
                </a:lnTo>
                <a:lnTo>
                  <a:pt x="557753" y="62036"/>
                </a:lnTo>
                <a:lnTo>
                  <a:pt x="559093" y="61757"/>
                </a:lnTo>
                <a:lnTo>
                  <a:pt x="560412" y="61560"/>
                </a:lnTo>
                <a:lnTo>
                  <a:pt x="561702" y="61443"/>
                </a:lnTo>
                <a:lnTo>
                  <a:pt x="562953" y="61405"/>
                </a:lnTo>
                <a:lnTo>
                  <a:pt x="564191" y="61433"/>
                </a:lnTo>
                <a:lnTo>
                  <a:pt x="565353" y="61518"/>
                </a:lnTo>
                <a:lnTo>
                  <a:pt x="566441" y="61659"/>
                </a:lnTo>
                <a:lnTo>
                  <a:pt x="567457" y="61858"/>
                </a:lnTo>
                <a:lnTo>
                  <a:pt x="568403" y="62114"/>
                </a:lnTo>
                <a:lnTo>
                  <a:pt x="569281" y="62428"/>
                </a:lnTo>
                <a:lnTo>
                  <a:pt x="570093" y="62800"/>
                </a:lnTo>
                <a:lnTo>
                  <a:pt x="570842" y="63231"/>
                </a:lnTo>
                <a:lnTo>
                  <a:pt x="571529" y="63720"/>
                </a:lnTo>
                <a:lnTo>
                  <a:pt x="572156" y="64269"/>
                </a:lnTo>
                <a:lnTo>
                  <a:pt x="572726" y="64877"/>
                </a:lnTo>
                <a:lnTo>
                  <a:pt x="573241" y="65545"/>
                </a:lnTo>
                <a:lnTo>
                  <a:pt x="573703" y="66273"/>
                </a:lnTo>
                <a:lnTo>
                  <a:pt x="574113" y="67062"/>
                </a:lnTo>
                <a:lnTo>
                  <a:pt x="574475" y="67911"/>
                </a:lnTo>
                <a:lnTo>
                  <a:pt x="574789" y="68822"/>
                </a:lnTo>
                <a:lnTo>
                  <a:pt x="575059" y="69794"/>
                </a:lnTo>
                <a:lnTo>
                  <a:pt x="575286" y="70828"/>
                </a:lnTo>
                <a:lnTo>
                  <a:pt x="575472" y="71924"/>
                </a:lnTo>
                <a:lnTo>
                  <a:pt x="575620" y="73082"/>
                </a:lnTo>
                <a:lnTo>
                  <a:pt x="575731" y="74304"/>
                </a:lnTo>
                <a:lnTo>
                  <a:pt x="575808" y="75588"/>
                </a:lnTo>
                <a:lnTo>
                  <a:pt x="575853" y="76936"/>
                </a:lnTo>
                <a:lnTo>
                  <a:pt x="575867" y="78348"/>
                </a:lnTo>
                <a:lnTo>
                  <a:pt x="575867" y="122048"/>
                </a:lnTo>
                <a:lnTo>
                  <a:pt x="568351" y="122048"/>
                </a:lnTo>
                <a:lnTo>
                  <a:pt x="567956" y="122049"/>
                </a:lnTo>
                <a:lnTo>
                  <a:pt x="567547" y="122052"/>
                </a:lnTo>
                <a:lnTo>
                  <a:pt x="567125" y="122060"/>
                </a:lnTo>
                <a:lnTo>
                  <a:pt x="566694" y="122076"/>
                </a:lnTo>
                <a:lnTo>
                  <a:pt x="566256" y="122102"/>
                </a:lnTo>
                <a:lnTo>
                  <a:pt x="565814" y="122141"/>
                </a:lnTo>
                <a:lnTo>
                  <a:pt x="565371" y="122196"/>
                </a:lnTo>
                <a:lnTo>
                  <a:pt x="564930" y="122269"/>
                </a:lnTo>
                <a:lnTo>
                  <a:pt x="564494" y="122363"/>
                </a:lnTo>
                <a:lnTo>
                  <a:pt x="564065" y="122480"/>
                </a:lnTo>
                <a:lnTo>
                  <a:pt x="563646" y="122623"/>
                </a:lnTo>
                <a:lnTo>
                  <a:pt x="563241" y="122795"/>
                </a:lnTo>
                <a:lnTo>
                  <a:pt x="562852" y="122998"/>
                </a:lnTo>
                <a:lnTo>
                  <a:pt x="562482" y="123234"/>
                </a:lnTo>
                <a:lnTo>
                  <a:pt x="562134" y="123507"/>
                </a:lnTo>
                <a:lnTo>
                  <a:pt x="561810" y="123818"/>
                </a:lnTo>
                <a:lnTo>
                  <a:pt x="561513" y="124172"/>
                </a:lnTo>
                <a:lnTo>
                  <a:pt x="561247" y="124569"/>
                </a:lnTo>
                <a:lnTo>
                  <a:pt x="561014" y="125013"/>
                </a:lnTo>
                <a:lnTo>
                  <a:pt x="560817" y="125506"/>
                </a:lnTo>
                <a:lnTo>
                  <a:pt x="560659" y="126051"/>
                </a:lnTo>
                <a:lnTo>
                  <a:pt x="560543" y="126650"/>
                </a:lnTo>
                <a:lnTo>
                  <a:pt x="560471" y="127307"/>
                </a:lnTo>
                <a:lnTo>
                  <a:pt x="560446" y="128023"/>
                </a:lnTo>
                <a:lnTo>
                  <a:pt x="560473" y="128717"/>
                </a:lnTo>
                <a:lnTo>
                  <a:pt x="560550" y="129352"/>
                </a:lnTo>
                <a:lnTo>
                  <a:pt x="560675" y="129932"/>
                </a:lnTo>
                <a:lnTo>
                  <a:pt x="560844" y="130460"/>
                </a:lnTo>
                <a:lnTo>
                  <a:pt x="561054" y="130937"/>
                </a:lnTo>
                <a:lnTo>
                  <a:pt x="561302" y="131367"/>
                </a:lnTo>
                <a:lnTo>
                  <a:pt x="561583" y="131752"/>
                </a:lnTo>
                <a:lnTo>
                  <a:pt x="561895" y="132093"/>
                </a:lnTo>
                <a:lnTo>
                  <a:pt x="562235" y="132395"/>
                </a:lnTo>
                <a:lnTo>
                  <a:pt x="562599" y="132659"/>
                </a:lnTo>
                <a:lnTo>
                  <a:pt x="562984" y="132888"/>
                </a:lnTo>
                <a:lnTo>
                  <a:pt x="563386" y="133084"/>
                </a:lnTo>
                <a:lnTo>
                  <a:pt x="563802" y="133250"/>
                </a:lnTo>
                <a:lnTo>
                  <a:pt x="564229" y="133389"/>
                </a:lnTo>
                <a:lnTo>
                  <a:pt x="564663" y="133502"/>
                </a:lnTo>
                <a:lnTo>
                  <a:pt x="565101" y="133593"/>
                </a:lnTo>
                <a:lnTo>
                  <a:pt x="565540" y="133664"/>
                </a:lnTo>
                <a:lnTo>
                  <a:pt x="565976" y="133717"/>
                </a:lnTo>
                <a:lnTo>
                  <a:pt x="566407" y="133755"/>
                </a:lnTo>
                <a:lnTo>
                  <a:pt x="566828" y="133780"/>
                </a:lnTo>
                <a:lnTo>
                  <a:pt x="567236" y="133796"/>
                </a:lnTo>
                <a:lnTo>
                  <a:pt x="567628" y="133804"/>
                </a:lnTo>
                <a:lnTo>
                  <a:pt x="568001" y="133807"/>
                </a:lnTo>
                <a:lnTo>
                  <a:pt x="568351" y="133807"/>
                </a:lnTo>
                <a:lnTo>
                  <a:pt x="597848" y="133807"/>
                </a:lnTo>
                <a:lnTo>
                  <a:pt x="598197" y="133807"/>
                </a:lnTo>
                <a:lnTo>
                  <a:pt x="598566" y="133804"/>
                </a:lnTo>
                <a:lnTo>
                  <a:pt x="598954" y="133796"/>
                </a:lnTo>
                <a:lnTo>
                  <a:pt x="599356" y="133780"/>
                </a:lnTo>
                <a:lnTo>
                  <a:pt x="599769" y="133755"/>
                </a:lnTo>
                <a:lnTo>
                  <a:pt x="600191" y="133717"/>
                </a:lnTo>
                <a:lnTo>
                  <a:pt x="600617" y="133664"/>
                </a:lnTo>
                <a:lnTo>
                  <a:pt x="601046" y="133593"/>
                </a:lnTo>
                <a:lnTo>
                  <a:pt x="601473" y="133502"/>
                </a:lnTo>
                <a:lnTo>
                  <a:pt x="601896" y="133389"/>
                </a:lnTo>
                <a:lnTo>
                  <a:pt x="602311" y="133250"/>
                </a:lnTo>
                <a:lnTo>
                  <a:pt x="602715" y="133084"/>
                </a:lnTo>
                <a:lnTo>
                  <a:pt x="603105" y="132888"/>
                </a:lnTo>
                <a:lnTo>
                  <a:pt x="603478" y="132659"/>
                </a:lnTo>
                <a:lnTo>
                  <a:pt x="603830" y="132395"/>
                </a:lnTo>
                <a:lnTo>
                  <a:pt x="604159" y="132093"/>
                </a:lnTo>
                <a:lnTo>
                  <a:pt x="604461" y="131752"/>
                </a:lnTo>
                <a:lnTo>
                  <a:pt x="604733" y="131367"/>
                </a:lnTo>
                <a:lnTo>
                  <a:pt x="604972" y="130937"/>
                </a:lnTo>
                <a:lnTo>
                  <a:pt x="605174" y="130460"/>
                </a:lnTo>
                <a:lnTo>
                  <a:pt x="605338" y="129932"/>
                </a:lnTo>
                <a:lnTo>
                  <a:pt x="605458" y="129352"/>
                </a:lnTo>
                <a:lnTo>
                  <a:pt x="605533" y="128717"/>
                </a:lnTo>
                <a:lnTo>
                  <a:pt x="605558" y="128023"/>
                </a:lnTo>
                <a:lnTo>
                  <a:pt x="605534" y="127307"/>
                </a:lnTo>
                <a:lnTo>
                  <a:pt x="605462" y="126650"/>
                </a:lnTo>
                <a:lnTo>
                  <a:pt x="605345" y="126051"/>
                </a:lnTo>
                <a:lnTo>
                  <a:pt x="605187" y="125506"/>
                </a:lnTo>
                <a:lnTo>
                  <a:pt x="604990" y="125013"/>
                </a:lnTo>
                <a:close/>
                <a:moveTo>
                  <a:pt x="1106205" y="58104"/>
                </a:moveTo>
                <a:lnTo>
                  <a:pt x="1105944" y="57448"/>
                </a:lnTo>
                <a:lnTo>
                  <a:pt x="1105624" y="56785"/>
                </a:lnTo>
                <a:lnTo>
                  <a:pt x="1105241" y="56121"/>
                </a:lnTo>
                <a:lnTo>
                  <a:pt x="1104789" y="55461"/>
                </a:lnTo>
                <a:lnTo>
                  <a:pt x="1104263" y="54811"/>
                </a:lnTo>
                <a:lnTo>
                  <a:pt x="1103660" y="54175"/>
                </a:lnTo>
                <a:lnTo>
                  <a:pt x="1102972" y="53559"/>
                </a:lnTo>
                <a:lnTo>
                  <a:pt x="1102197" y="52969"/>
                </a:lnTo>
                <a:lnTo>
                  <a:pt x="1101328" y="52409"/>
                </a:lnTo>
                <a:lnTo>
                  <a:pt x="1100361" y="51886"/>
                </a:lnTo>
                <a:lnTo>
                  <a:pt x="1099292" y="51404"/>
                </a:lnTo>
                <a:lnTo>
                  <a:pt x="1098114" y="50969"/>
                </a:lnTo>
                <a:lnTo>
                  <a:pt x="1096823" y="50586"/>
                </a:lnTo>
                <a:lnTo>
                  <a:pt x="1095414" y="50261"/>
                </a:lnTo>
                <a:lnTo>
                  <a:pt x="1093883" y="49999"/>
                </a:lnTo>
                <a:lnTo>
                  <a:pt x="1092223" y="49805"/>
                </a:lnTo>
                <a:lnTo>
                  <a:pt x="1090431" y="49684"/>
                </a:lnTo>
                <a:lnTo>
                  <a:pt x="1088502" y="49643"/>
                </a:lnTo>
                <a:lnTo>
                  <a:pt x="1087260" y="49661"/>
                </a:lnTo>
                <a:lnTo>
                  <a:pt x="1085993" y="49718"/>
                </a:lnTo>
                <a:lnTo>
                  <a:pt x="1084705" y="49816"/>
                </a:lnTo>
                <a:lnTo>
                  <a:pt x="1083396" y="49956"/>
                </a:lnTo>
                <a:lnTo>
                  <a:pt x="1082068" y="50142"/>
                </a:lnTo>
                <a:lnTo>
                  <a:pt x="1080723" y="50375"/>
                </a:lnTo>
                <a:lnTo>
                  <a:pt x="1079363" y="50658"/>
                </a:lnTo>
                <a:lnTo>
                  <a:pt x="1077990" y="50993"/>
                </a:lnTo>
                <a:lnTo>
                  <a:pt x="1076605" y="51382"/>
                </a:lnTo>
                <a:lnTo>
                  <a:pt x="1075212" y="51828"/>
                </a:lnTo>
                <a:lnTo>
                  <a:pt x="1073810" y="52332"/>
                </a:lnTo>
                <a:lnTo>
                  <a:pt x="1072403" y="52897"/>
                </a:lnTo>
                <a:lnTo>
                  <a:pt x="1070991" y="53526"/>
                </a:lnTo>
                <a:lnTo>
                  <a:pt x="1069577" y="54220"/>
                </a:lnTo>
                <a:lnTo>
                  <a:pt x="1068164" y="54982"/>
                </a:lnTo>
                <a:lnTo>
                  <a:pt x="1066751" y="55814"/>
                </a:lnTo>
                <a:lnTo>
                  <a:pt x="1065342" y="56718"/>
                </a:lnTo>
                <a:lnTo>
                  <a:pt x="1063938" y="57697"/>
                </a:lnTo>
                <a:lnTo>
                  <a:pt x="1062541" y="58752"/>
                </a:lnTo>
                <a:lnTo>
                  <a:pt x="1061154" y="59887"/>
                </a:lnTo>
                <a:lnTo>
                  <a:pt x="1059776" y="61103"/>
                </a:lnTo>
                <a:lnTo>
                  <a:pt x="1058412" y="62403"/>
                </a:lnTo>
                <a:lnTo>
                  <a:pt x="1057061" y="63788"/>
                </a:lnTo>
                <a:lnTo>
                  <a:pt x="1055727" y="65262"/>
                </a:lnTo>
                <a:lnTo>
                  <a:pt x="1055727" y="58707"/>
                </a:lnTo>
                <a:lnTo>
                  <a:pt x="1055721" y="57978"/>
                </a:lnTo>
                <a:lnTo>
                  <a:pt x="1055701" y="57290"/>
                </a:lnTo>
                <a:lnTo>
                  <a:pt x="1055665" y="56642"/>
                </a:lnTo>
                <a:lnTo>
                  <a:pt x="1055611" y="56035"/>
                </a:lnTo>
                <a:lnTo>
                  <a:pt x="1055538" y="55466"/>
                </a:lnTo>
                <a:lnTo>
                  <a:pt x="1055444" y="54934"/>
                </a:lnTo>
                <a:lnTo>
                  <a:pt x="1055327" y="54440"/>
                </a:lnTo>
                <a:lnTo>
                  <a:pt x="1055184" y="53981"/>
                </a:lnTo>
                <a:lnTo>
                  <a:pt x="1055015" y="53558"/>
                </a:lnTo>
                <a:lnTo>
                  <a:pt x="1054817" y="53169"/>
                </a:lnTo>
                <a:lnTo>
                  <a:pt x="1054589" y="52812"/>
                </a:lnTo>
                <a:lnTo>
                  <a:pt x="1054329" y="52488"/>
                </a:lnTo>
                <a:lnTo>
                  <a:pt x="1054034" y="52195"/>
                </a:lnTo>
                <a:lnTo>
                  <a:pt x="1053703" y="51933"/>
                </a:lnTo>
                <a:lnTo>
                  <a:pt x="1053335" y="51700"/>
                </a:lnTo>
                <a:lnTo>
                  <a:pt x="1052927" y="51495"/>
                </a:lnTo>
                <a:lnTo>
                  <a:pt x="1052477" y="51318"/>
                </a:lnTo>
                <a:lnTo>
                  <a:pt x="1051984" y="51168"/>
                </a:lnTo>
                <a:lnTo>
                  <a:pt x="1051446" y="51043"/>
                </a:lnTo>
                <a:lnTo>
                  <a:pt x="1050861" y="50943"/>
                </a:lnTo>
                <a:lnTo>
                  <a:pt x="1050227" y="50867"/>
                </a:lnTo>
                <a:lnTo>
                  <a:pt x="1049543" y="50814"/>
                </a:lnTo>
                <a:lnTo>
                  <a:pt x="1048806" y="50783"/>
                </a:lnTo>
                <a:lnTo>
                  <a:pt x="1048014" y="50773"/>
                </a:lnTo>
                <a:lnTo>
                  <a:pt x="1026807" y="50773"/>
                </a:lnTo>
                <a:lnTo>
                  <a:pt x="1026436" y="50773"/>
                </a:lnTo>
                <a:lnTo>
                  <a:pt x="1026048" y="50776"/>
                </a:lnTo>
                <a:lnTo>
                  <a:pt x="1025645" y="50784"/>
                </a:lnTo>
                <a:lnTo>
                  <a:pt x="1025232" y="50799"/>
                </a:lnTo>
                <a:lnTo>
                  <a:pt x="1024810" y="50825"/>
                </a:lnTo>
                <a:lnTo>
                  <a:pt x="1024382" y="50863"/>
                </a:lnTo>
                <a:lnTo>
                  <a:pt x="1023952" y="50916"/>
                </a:lnTo>
                <a:lnTo>
                  <a:pt x="1023523" y="50987"/>
                </a:lnTo>
                <a:lnTo>
                  <a:pt x="1023096" y="51078"/>
                </a:lnTo>
                <a:lnTo>
                  <a:pt x="1022677" y="51191"/>
                </a:lnTo>
                <a:lnTo>
                  <a:pt x="1022266" y="51330"/>
                </a:lnTo>
                <a:lnTo>
                  <a:pt x="1021867" y="51496"/>
                </a:lnTo>
                <a:lnTo>
                  <a:pt x="1021484" y="51692"/>
                </a:lnTo>
                <a:lnTo>
                  <a:pt x="1021118" y="51921"/>
                </a:lnTo>
                <a:lnTo>
                  <a:pt x="1020774" y="52186"/>
                </a:lnTo>
                <a:lnTo>
                  <a:pt x="1020453" y="52487"/>
                </a:lnTo>
                <a:lnTo>
                  <a:pt x="1020159" y="52829"/>
                </a:lnTo>
                <a:lnTo>
                  <a:pt x="1019895" y="53214"/>
                </a:lnTo>
                <a:lnTo>
                  <a:pt x="1019663" y="53644"/>
                </a:lnTo>
                <a:lnTo>
                  <a:pt x="1019467" y="54122"/>
                </a:lnTo>
                <a:lnTo>
                  <a:pt x="1019309" y="54649"/>
                </a:lnTo>
                <a:lnTo>
                  <a:pt x="1019193" y="55230"/>
                </a:lnTo>
                <a:lnTo>
                  <a:pt x="1019121" y="55866"/>
                </a:lnTo>
                <a:lnTo>
                  <a:pt x="1019097" y="56560"/>
                </a:lnTo>
                <a:lnTo>
                  <a:pt x="1019120" y="57276"/>
                </a:lnTo>
                <a:lnTo>
                  <a:pt x="1019189" y="57932"/>
                </a:lnTo>
                <a:lnTo>
                  <a:pt x="1019301" y="58532"/>
                </a:lnTo>
                <a:lnTo>
                  <a:pt x="1019454" y="59077"/>
                </a:lnTo>
                <a:lnTo>
                  <a:pt x="1019643" y="59570"/>
                </a:lnTo>
                <a:lnTo>
                  <a:pt x="1019868" y="60014"/>
                </a:lnTo>
                <a:lnTo>
                  <a:pt x="1020124" y="60411"/>
                </a:lnTo>
                <a:lnTo>
                  <a:pt x="1020410" y="60764"/>
                </a:lnTo>
                <a:lnTo>
                  <a:pt x="1020723" y="61076"/>
                </a:lnTo>
                <a:lnTo>
                  <a:pt x="1021060" y="61349"/>
                </a:lnTo>
                <a:lnTo>
                  <a:pt x="1021419" y="61585"/>
                </a:lnTo>
                <a:lnTo>
                  <a:pt x="1021796" y="61788"/>
                </a:lnTo>
                <a:lnTo>
                  <a:pt x="1022189" y="61959"/>
                </a:lnTo>
                <a:lnTo>
                  <a:pt x="1022595" y="62103"/>
                </a:lnTo>
                <a:lnTo>
                  <a:pt x="1023012" y="62220"/>
                </a:lnTo>
                <a:lnTo>
                  <a:pt x="1023438" y="62313"/>
                </a:lnTo>
                <a:lnTo>
                  <a:pt x="1023868" y="62386"/>
                </a:lnTo>
                <a:lnTo>
                  <a:pt x="1024302" y="62441"/>
                </a:lnTo>
                <a:lnTo>
                  <a:pt x="1024735" y="62481"/>
                </a:lnTo>
                <a:lnTo>
                  <a:pt x="1025165" y="62507"/>
                </a:lnTo>
                <a:lnTo>
                  <a:pt x="1025590" y="62523"/>
                </a:lnTo>
                <a:lnTo>
                  <a:pt x="1026008" y="62531"/>
                </a:lnTo>
                <a:lnTo>
                  <a:pt x="1026414" y="62534"/>
                </a:lnTo>
                <a:lnTo>
                  <a:pt x="1026807" y="62535"/>
                </a:lnTo>
                <a:lnTo>
                  <a:pt x="1042425" y="62535"/>
                </a:lnTo>
                <a:lnTo>
                  <a:pt x="1042425" y="122048"/>
                </a:lnTo>
                <a:lnTo>
                  <a:pt x="1026807" y="122048"/>
                </a:lnTo>
                <a:lnTo>
                  <a:pt x="1026436" y="122048"/>
                </a:lnTo>
                <a:lnTo>
                  <a:pt x="1026048" y="122051"/>
                </a:lnTo>
                <a:lnTo>
                  <a:pt x="1025645" y="122059"/>
                </a:lnTo>
                <a:lnTo>
                  <a:pt x="1025232" y="122075"/>
                </a:lnTo>
                <a:lnTo>
                  <a:pt x="1024810" y="122100"/>
                </a:lnTo>
                <a:lnTo>
                  <a:pt x="1024382" y="122138"/>
                </a:lnTo>
                <a:lnTo>
                  <a:pt x="1023952" y="122192"/>
                </a:lnTo>
                <a:lnTo>
                  <a:pt x="1023523" y="122262"/>
                </a:lnTo>
                <a:lnTo>
                  <a:pt x="1023096" y="122353"/>
                </a:lnTo>
                <a:lnTo>
                  <a:pt x="1022677" y="122466"/>
                </a:lnTo>
                <a:lnTo>
                  <a:pt x="1022266" y="122605"/>
                </a:lnTo>
                <a:lnTo>
                  <a:pt x="1021867" y="122771"/>
                </a:lnTo>
                <a:lnTo>
                  <a:pt x="1021484" y="122967"/>
                </a:lnTo>
                <a:lnTo>
                  <a:pt x="1021118" y="123196"/>
                </a:lnTo>
                <a:lnTo>
                  <a:pt x="1020774" y="123460"/>
                </a:lnTo>
                <a:lnTo>
                  <a:pt x="1020453" y="123762"/>
                </a:lnTo>
                <a:lnTo>
                  <a:pt x="1020159" y="124104"/>
                </a:lnTo>
                <a:lnTo>
                  <a:pt x="1019895" y="124488"/>
                </a:lnTo>
                <a:lnTo>
                  <a:pt x="1019663" y="124918"/>
                </a:lnTo>
                <a:lnTo>
                  <a:pt x="1019467" y="125395"/>
                </a:lnTo>
                <a:lnTo>
                  <a:pt x="1019309" y="125923"/>
                </a:lnTo>
                <a:lnTo>
                  <a:pt x="1019193" y="126503"/>
                </a:lnTo>
                <a:lnTo>
                  <a:pt x="1019121" y="127139"/>
                </a:lnTo>
                <a:lnTo>
                  <a:pt x="1019097" y="127832"/>
                </a:lnTo>
                <a:lnTo>
                  <a:pt x="1019120" y="128548"/>
                </a:lnTo>
                <a:lnTo>
                  <a:pt x="1019189" y="129205"/>
                </a:lnTo>
                <a:lnTo>
                  <a:pt x="1019301" y="129804"/>
                </a:lnTo>
                <a:lnTo>
                  <a:pt x="1019454" y="130349"/>
                </a:lnTo>
                <a:lnTo>
                  <a:pt x="1019643" y="130842"/>
                </a:lnTo>
                <a:lnTo>
                  <a:pt x="1019868" y="131286"/>
                </a:lnTo>
                <a:lnTo>
                  <a:pt x="1020124" y="131684"/>
                </a:lnTo>
                <a:lnTo>
                  <a:pt x="1020410" y="132037"/>
                </a:lnTo>
                <a:lnTo>
                  <a:pt x="1020723" y="132348"/>
                </a:lnTo>
                <a:lnTo>
                  <a:pt x="1021060" y="132621"/>
                </a:lnTo>
                <a:lnTo>
                  <a:pt x="1021419" y="132858"/>
                </a:lnTo>
                <a:lnTo>
                  <a:pt x="1021796" y="133060"/>
                </a:lnTo>
                <a:lnTo>
                  <a:pt x="1022189" y="133232"/>
                </a:lnTo>
                <a:lnTo>
                  <a:pt x="1022595" y="133375"/>
                </a:lnTo>
                <a:lnTo>
                  <a:pt x="1023012" y="133492"/>
                </a:lnTo>
                <a:lnTo>
                  <a:pt x="1023438" y="133586"/>
                </a:lnTo>
                <a:lnTo>
                  <a:pt x="1023868" y="133659"/>
                </a:lnTo>
                <a:lnTo>
                  <a:pt x="1024302" y="133714"/>
                </a:lnTo>
                <a:lnTo>
                  <a:pt x="1024735" y="133753"/>
                </a:lnTo>
                <a:lnTo>
                  <a:pt x="1025165" y="133780"/>
                </a:lnTo>
                <a:lnTo>
                  <a:pt x="1025590" y="133795"/>
                </a:lnTo>
                <a:lnTo>
                  <a:pt x="1026008" y="133804"/>
                </a:lnTo>
                <a:lnTo>
                  <a:pt x="1026414" y="133807"/>
                </a:lnTo>
                <a:lnTo>
                  <a:pt x="1026807" y="133807"/>
                </a:lnTo>
                <a:lnTo>
                  <a:pt x="1077126" y="133807"/>
                </a:lnTo>
                <a:lnTo>
                  <a:pt x="1077498" y="133807"/>
                </a:lnTo>
                <a:lnTo>
                  <a:pt x="1077889" y="133804"/>
                </a:lnTo>
                <a:lnTo>
                  <a:pt x="1078296" y="133796"/>
                </a:lnTo>
                <a:lnTo>
                  <a:pt x="1078715" y="133780"/>
                </a:lnTo>
                <a:lnTo>
                  <a:pt x="1079145" y="133755"/>
                </a:lnTo>
                <a:lnTo>
                  <a:pt x="1079581" y="133717"/>
                </a:lnTo>
                <a:lnTo>
                  <a:pt x="1080020" y="133664"/>
                </a:lnTo>
                <a:lnTo>
                  <a:pt x="1080460" y="133593"/>
                </a:lnTo>
                <a:lnTo>
                  <a:pt x="1080898" y="133502"/>
                </a:lnTo>
                <a:lnTo>
                  <a:pt x="1081329" y="133389"/>
                </a:lnTo>
                <a:lnTo>
                  <a:pt x="1081752" y="133250"/>
                </a:lnTo>
                <a:lnTo>
                  <a:pt x="1082163" y="133084"/>
                </a:lnTo>
                <a:lnTo>
                  <a:pt x="1082558" y="132888"/>
                </a:lnTo>
                <a:lnTo>
                  <a:pt x="1082936" y="132659"/>
                </a:lnTo>
                <a:lnTo>
                  <a:pt x="1083292" y="132395"/>
                </a:lnTo>
                <a:lnTo>
                  <a:pt x="1083624" y="132093"/>
                </a:lnTo>
                <a:lnTo>
                  <a:pt x="1083928" y="131752"/>
                </a:lnTo>
                <a:lnTo>
                  <a:pt x="1084202" y="131367"/>
                </a:lnTo>
                <a:lnTo>
                  <a:pt x="1084442" y="130937"/>
                </a:lnTo>
                <a:lnTo>
                  <a:pt x="1084646" y="130460"/>
                </a:lnTo>
                <a:lnTo>
                  <a:pt x="1084809" y="129932"/>
                </a:lnTo>
                <a:lnTo>
                  <a:pt x="1084930" y="129352"/>
                </a:lnTo>
                <a:lnTo>
                  <a:pt x="1085005" y="128717"/>
                </a:lnTo>
                <a:lnTo>
                  <a:pt x="1085030" y="128023"/>
                </a:lnTo>
                <a:lnTo>
                  <a:pt x="1085005" y="127307"/>
                </a:lnTo>
                <a:lnTo>
                  <a:pt x="1084930" y="126650"/>
                </a:lnTo>
                <a:lnTo>
                  <a:pt x="1084809" y="126051"/>
                </a:lnTo>
                <a:lnTo>
                  <a:pt x="1084646" y="125506"/>
                </a:lnTo>
                <a:lnTo>
                  <a:pt x="1084442" y="125013"/>
                </a:lnTo>
                <a:lnTo>
                  <a:pt x="1084202" y="124569"/>
                </a:lnTo>
                <a:lnTo>
                  <a:pt x="1083928" y="124172"/>
                </a:lnTo>
                <a:lnTo>
                  <a:pt x="1083624" y="123818"/>
                </a:lnTo>
                <a:lnTo>
                  <a:pt x="1083292" y="123507"/>
                </a:lnTo>
                <a:lnTo>
                  <a:pt x="1082936" y="123234"/>
                </a:lnTo>
                <a:lnTo>
                  <a:pt x="1082558" y="122998"/>
                </a:lnTo>
                <a:lnTo>
                  <a:pt x="1082163" y="122795"/>
                </a:lnTo>
                <a:lnTo>
                  <a:pt x="1081752" y="122623"/>
                </a:lnTo>
                <a:lnTo>
                  <a:pt x="1081329" y="122480"/>
                </a:lnTo>
                <a:lnTo>
                  <a:pt x="1080898" y="122363"/>
                </a:lnTo>
                <a:lnTo>
                  <a:pt x="1080460" y="122269"/>
                </a:lnTo>
                <a:lnTo>
                  <a:pt x="1080020" y="122196"/>
                </a:lnTo>
                <a:lnTo>
                  <a:pt x="1079581" y="122141"/>
                </a:lnTo>
                <a:lnTo>
                  <a:pt x="1079145" y="122102"/>
                </a:lnTo>
                <a:lnTo>
                  <a:pt x="1078715" y="122076"/>
                </a:lnTo>
                <a:lnTo>
                  <a:pt x="1078296" y="122060"/>
                </a:lnTo>
                <a:lnTo>
                  <a:pt x="1077889" y="122052"/>
                </a:lnTo>
                <a:lnTo>
                  <a:pt x="1077498" y="122049"/>
                </a:lnTo>
                <a:lnTo>
                  <a:pt x="1077126" y="122048"/>
                </a:lnTo>
                <a:lnTo>
                  <a:pt x="1055727" y="122048"/>
                </a:lnTo>
                <a:lnTo>
                  <a:pt x="1055727" y="97974"/>
                </a:lnTo>
                <a:lnTo>
                  <a:pt x="1055787" y="95716"/>
                </a:lnTo>
                <a:lnTo>
                  <a:pt x="1055965" y="93461"/>
                </a:lnTo>
                <a:lnTo>
                  <a:pt x="1056262" y="91218"/>
                </a:lnTo>
                <a:lnTo>
                  <a:pt x="1056678" y="88995"/>
                </a:lnTo>
                <a:lnTo>
                  <a:pt x="1057214" y="86800"/>
                </a:lnTo>
                <a:lnTo>
                  <a:pt x="1057869" y="84642"/>
                </a:lnTo>
                <a:lnTo>
                  <a:pt x="1058644" y="82528"/>
                </a:lnTo>
                <a:lnTo>
                  <a:pt x="1059540" y="80467"/>
                </a:lnTo>
                <a:lnTo>
                  <a:pt x="1060556" y="78468"/>
                </a:lnTo>
                <a:lnTo>
                  <a:pt x="1061693" y="76537"/>
                </a:lnTo>
                <a:lnTo>
                  <a:pt x="1062951" y="74685"/>
                </a:lnTo>
                <a:lnTo>
                  <a:pt x="1064330" y="72918"/>
                </a:lnTo>
                <a:lnTo>
                  <a:pt x="1065831" y="71245"/>
                </a:lnTo>
                <a:lnTo>
                  <a:pt x="1067453" y="69674"/>
                </a:lnTo>
                <a:lnTo>
                  <a:pt x="1069197" y="68214"/>
                </a:lnTo>
                <a:lnTo>
                  <a:pt x="1071064" y="66873"/>
                </a:lnTo>
                <a:lnTo>
                  <a:pt x="1073053" y="65659"/>
                </a:lnTo>
                <a:lnTo>
                  <a:pt x="1075165" y="64580"/>
                </a:lnTo>
                <a:lnTo>
                  <a:pt x="1077400" y="63644"/>
                </a:lnTo>
                <a:lnTo>
                  <a:pt x="1079758" y="62860"/>
                </a:lnTo>
                <a:lnTo>
                  <a:pt x="1082240" y="62236"/>
                </a:lnTo>
                <a:lnTo>
                  <a:pt x="1084845" y="61780"/>
                </a:lnTo>
                <a:lnTo>
                  <a:pt x="1087575" y="61500"/>
                </a:lnTo>
                <a:lnTo>
                  <a:pt x="1090429" y="61405"/>
                </a:lnTo>
                <a:lnTo>
                  <a:pt x="1090469" y="61979"/>
                </a:lnTo>
                <a:lnTo>
                  <a:pt x="1090540" y="62544"/>
                </a:lnTo>
                <a:lnTo>
                  <a:pt x="1090643" y="63098"/>
                </a:lnTo>
                <a:lnTo>
                  <a:pt x="1090775" y="63640"/>
                </a:lnTo>
                <a:lnTo>
                  <a:pt x="1090937" y="64169"/>
                </a:lnTo>
                <a:lnTo>
                  <a:pt x="1091128" y="64683"/>
                </a:lnTo>
                <a:lnTo>
                  <a:pt x="1091347" y="65181"/>
                </a:lnTo>
                <a:lnTo>
                  <a:pt x="1091593" y="65662"/>
                </a:lnTo>
                <a:lnTo>
                  <a:pt x="1091866" y="66123"/>
                </a:lnTo>
                <a:lnTo>
                  <a:pt x="1092165" y="66565"/>
                </a:lnTo>
                <a:lnTo>
                  <a:pt x="1092490" y="66985"/>
                </a:lnTo>
                <a:lnTo>
                  <a:pt x="1092839" y="67383"/>
                </a:lnTo>
                <a:lnTo>
                  <a:pt x="1093213" y="67756"/>
                </a:lnTo>
                <a:lnTo>
                  <a:pt x="1093610" y="68104"/>
                </a:lnTo>
                <a:lnTo>
                  <a:pt x="1094029" y="68425"/>
                </a:lnTo>
                <a:lnTo>
                  <a:pt x="1094471" y="68718"/>
                </a:lnTo>
                <a:lnTo>
                  <a:pt x="1094934" y="68982"/>
                </a:lnTo>
                <a:lnTo>
                  <a:pt x="1095418" y="69215"/>
                </a:lnTo>
                <a:lnTo>
                  <a:pt x="1095922" y="69415"/>
                </a:lnTo>
                <a:lnTo>
                  <a:pt x="1096445" y="69583"/>
                </a:lnTo>
                <a:lnTo>
                  <a:pt x="1096987" y="69715"/>
                </a:lnTo>
                <a:lnTo>
                  <a:pt x="1097547" y="69811"/>
                </a:lnTo>
                <a:lnTo>
                  <a:pt x="1098124" y="69870"/>
                </a:lnTo>
                <a:lnTo>
                  <a:pt x="1098718" y="69890"/>
                </a:lnTo>
                <a:lnTo>
                  <a:pt x="1099246" y="69874"/>
                </a:lnTo>
                <a:lnTo>
                  <a:pt x="1099769" y="69826"/>
                </a:lnTo>
                <a:lnTo>
                  <a:pt x="1100284" y="69747"/>
                </a:lnTo>
                <a:lnTo>
                  <a:pt x="1100791" y="69637"/>
                </a:lnTo>
                <a:lnTo>
                  <a:pt x="1101288" y="69497"/>
                </a:lnTo>
                <a:lnTo>
                  <a:pt x="1101774" y="69326"/>
                </a:lnTo>
                <a:lnTo>
                  <a:pt x="1102246" y="69126"/>
                </a:lnTo>
                <a:lnTo>
                  <a:pt x="1102704" y="68897"/>
                </a:lnTo>
                <a:lnTo>
                  <a:pt x="1103145" y="68639"/>
                </a:lnTo>
                <a:lnTo>
                  <a:pt x="1103569" y="68352"/>
                </a:lnTo>
                <a:lnTo>
                  <a:pt x="1103974" y="68038"/>
                </a:lnTo>
                <a:lnTo>
                  <a:pt x="1104359" y="67696"/>
                </a:lnTo>
                <a:lnTo>
                  <a:pt x="1104721" y="67327"/>
                </a:lnTo>
                <a:lnTo>
                  <a:pt x="1105060" y="66931"/>
                </a:lnTo>
                <a:lnTo>
                  <a:pt x="1105373" y="66509"/>
                </a:lnTo>
                <a:lnTo>
                  <a:pt x="1105660" y="66062"/>
                </a:lnTo>
                <a:lnTo>
                  <a:pt x="1105919" y="65588"/>
                </a:lnTo>
                <a:lnTo>
                  <a:pt x="1106148" y="65090"/>
                </a:lnTo>
                <a:lnTo>
                  <a:pt x="1106346" y="64567"/>
                </a:lnTo>
                <a:lnTo>
                  <a:pt x="1106512" y="64020"/>
                </a:lnTo>
                <a:lnTo>
                  <a:pt x="1106643" y="63450"/>
                </a:lnTo>
                <a:lnTo>
                  <a:pt x="1106739" y="62856"/>
                </a:lnTo>
                <a:lnTo>
                  <a:pt x="1106797" y="62239"/>
                </a:lnTo>
                <a:lnTo>
                  <a:pt x="1106817" y="61599"/>
                </a:lnTo>
                <a:lnTo>
                  <a:pt x="1106804" y="61096"/>
                </a:lnTo>
                <a:lnTo>
                  <a:pt x="1106762" y="60554"/>
                </a:lnTo>
                <a:lnTo>
                  <a:pt x="1106686" y="59978"/>
                </a:lnTo>
                <a:lnTo>
                  <a:pt x="1106572" y="59374"/>
                </a:lnTo>
                <a:lnTo>
                  <a:pt x="1106413" y="58748"/>
                </a:lnTo>
                <a:lnTo>
                  <a:pt x="1106205" y="58104"/>
                </a:lnTo>
                <a:close/>
                <a:moveTo>
                  <a:pt x="1617743" y="124569"/>
                </a:moveTo>
                <a:lnTo>
                  <a:pt x="1617479" y="124172"/>
                </a:lnTo>
                <a:lnTo>
                  <a:pt x="1617177" y="123818"/>
                </a:lnTo>
                <a:lnTo>
                  <a:pt x="1616837" y="123507"/>
                </a:lnTo>
                <a:lnTo>
                  <a:pt x="1616459" y="123234"/>
                </a:lnTo>
                <a:lnTo>
                  <a:pt x="1616044" y="122998"/>
                </a:lnTo>
                <a:lnTo>
                  <a:pt x="1615592" y="122795"/>
                </a:lnTo>
                <a:lnTo>
                  <a:pt x="1615104" y="122623"/>
                </a:lnTo>
                <a:lnTo>
                  <a:pt x="1614581" y="122480"/>
                </a:lnTo>
                <a:lnTo>
                  <a:pt x="1614022" y="122363"/>
                </a:lnTo>
                <a:lnTo>
                  <a:pt x="1613429" y="122269"/>
                </a:lnTo>
                <a:lnTo>
                  <a:pt x="1612802" y="122196"/>
                </a:lnTo>
                <a:lnTo>
                  <a:pt x="1612140" y="122141"/>
                </a:lnTo>
                <a:lnTo>
                  <a:pt x="1611446" y="122102"/>
                </a:lnTo>
                <a:lnTo>
                  <a:pt x="1610719" y="122076"/>
                </a:lnTo>
                <a:lnTo>
                  <a:pt x="1609961" y="122060"/>
                </a:lnTo>
                <a:lnTo>
                  <a:pt x="1609170" y="122052"/>
                </a:lnTo>
                <a:lnTo>
                  <a:pt x="1608348" y="122049"/>
                </a:lnTo>
                <a:lnTo>
                  <a:pt x="1607496" y="122048"/>
                </a:lnTo>
                <a:lnTo>
                  <a:pt x="1607496" y="75459"/>
                </a:lnTo>
                <a:lnTo>
                  <a:pt x="1607495" y="74886"/>
                </a:lnTo>
                <a:lnTo>
                  <a:pt x="1607486" y="74142"/>
                </a:lnTo>
                <a:lnTo>
                  <a:pt x="1607462" y="73244"/>
                </a:lnTo>
                <a:lnTo>
                  <a:pt x="1607417" y="72209"/>
                </a:lnTo>
                <a:lnTo>
                  <a:pt x="1607341" y="71056"/>
                </a:lnTo>
                <a:lnTo>
                  <a:pt x="1607228" y="69800"/>
                </a:lnTo>
                <a:lnTo>
                  <a:pt x="1607070" y="68461"/>
                </a:lnTo>
                <a:lnTo>
                  <a:pt x="1606860" y="67054"/>
                </a:lnTo>
                <a:lnTo>
                  <a:pt x="1606591" y="65598"/>
                </a:lnTo>
                <a:lnTo>
                  <a:pt x="1606255" y="64110"/>
                </a:lnTo>
                <a:lnTo>
                  <a:pt x="1605844" y="62607"/>
                </a:lnTo>
                <a:lnTo>
                  <a:pt x="1605351" y="61107"/>
                </a:lnTo>
                <a:lnTo>
                  <a:pt x="1604769" y="59627"/>
                </a:lnTo>
                <a:lnTo>
                  <a:pt x="1604090" y="58184"/>
                </a:lnTo>
                <a:lnTo>
                  <a:pt x="1603307" y="56796"/>
                </a:lnTo>
                <a:lnTo>
                  <a:pt x="1602412" y="55480"/>
                </a:lnTo>
                <a:lnTo>
                  <a:pt x="1601398" y="54254"/>
                </a:lnTo>
                <a:lnTo>
                  <a:pt x="1600257" y="53135"/>
                </a:lnTo>
                <a:lnTo>
                  <a:pt x="1598982" y="52141"/>
                </a:lnTo>
                <a:lnTo>
                  <a:pt x="1597566" y="51288"/>
                </a:lnTo>
                <a:lnTo>
                  <a:pt x="1596001" y="50594"/>
                </a:lnTo>
                <a:lnTo>
                  <a:pt x="1594279" y="50077"/>
                </a:lnTo>
                <a:lnTo>
                  <a:pt x="1592393" y="49754"/>
                </a:lnTo>
                <a:lnTo>
                  <a:pt x="1590337" y="49643"/>
                </a:lnTo>
                <a:lnTo>
                  <a:pt x="1589603" y="49656"/>
                </a:lnTo>
                <a:lnTo>
                  <a:pt x="1588849" y="49697"/>
                </a:lnTo>
                <a:lnTo>
                  <a:pt x="1588077" y="49765"/>
                </a:lnTo>
                <a:lnTo>
                  <a:pt x="1587290" y="49863"/>
                </a:lnTo>
                <a:lnTo>
                  <a:pt x="1586488" y="49992"/>
                </a:lnTo>
                <a:lnTo>
                  <a:pt x="1585674" y="50152"/>
                </a:lnTo>
                <a:lnTo>
                  <a:pt x="1584850" y="50345"/>
                </a:lnTo>
                <a:lnTo>
                  <a:pt x="1584018" y="50571"/>
                </a:lnTo>
                <a:lnTo>
                  <a:pt x="1583179" y="50833"/>
                </a:lnTo>
                <a:lnTo>
                  <a:pt x="1582337" y="51130"/>
                </a:lnTo>
                <a:lnTo>
                  <a:pt x="1581493" y="51464"/>
                </a:lnTo>
                <a:lnTo>
                  <a:pt x="1580649" y="51836"/>
                </a:lnTo>
                <a:lnTo>
                  <a:pt x="1579807" y="52248"/>
                </a:lnTo>
                <a:lnTo>
                  <a:pt x="1578969" y="52699"/>
                </a:lnTo>
                <a:lnTo>
                  <a:pt x="1578137" y="53192"/>
                </a:lnTo>
                <a:lnTo>
                  <a:pt x="1577313" y="53728"/>
                </a:lnTo>
                <a:lnTo>
                  <a:pt x="1576499" y="54307"/>
                </a:lnTo>
                <a:lnTo>
                  <a:pt x="1575697" y="54930"/>
                </a:lnTo>
                <a:lnTo>
                  <a:pt x="1574909" y="55600"/>
                </a:lnTo>
                <a:lnTo>
                  <a:pt x="1574137" y="56316"/>
                </a:lnTo>
                <a:lnTo>
                  <a:pt x="1573383" y="57079"/>
                </a:lnTo>
                <a:lnTo>
                  <a:pt x="1572650" y="57892"/>
                </a:lnTo>
                <a:lnTo>
                  <a:pt x="1571938" y="58755"/>
                </a:lnTo>
                <a:lnTo>
                  <a:pt x="1571250" y="59669"/>
                </a:lnTo>
                <a:lnTo>
                  <a:pt x="1570876" y="58866"/>
                </a:lnTo>
                <a:lnTo>
                  <a:pt x="1570476" y="58095"/>
                </a:lnTo>
                <a:lnTo>
                  <a:pt x="1570052" y="57357"/>
                </a:lnTo>
                <a:lnTo>
                  <a:pt x="1569603" y="56651"/>
                </a:lnTo>
                <a:lnTo>
                  <a:pt x="1569131" y="55978"/>
                </a:lnTo>
                <a:lnTo>
                  <a:pt x="1568636" y="55337"/>
                </a:lnTo>
                <a:lnTo>
                  <a:pt x="1568119" y="54730"/>
                </a:lnTo>
                <a:lnTo>
                  <a:pt x="1567580" y="54157"/>
                </a:lnTo>
                <a:lnTo>
                  <a:pt x="1567021" y="53616"/>
                </a:lnTo>
                <a:lnTo>
                  <a:pt x="1566442" y="53110"/>
                </a:lnTo>
                <a:lnTo>
                  <a:pt x="1565843" y="52637"/>
                </a:lnTo>
                <a:lnTo>
                  <a:pt x="1565226" y="52198"/>
                </a:lnTo>
                <a:lnTo>
                  <a:pt x="1564590" y="51793"/>
                </a:lnTo>
                <a:lnTo>
                  <a:pt x="1563937" y="51423"/>
                </a:lnTo>
                <a:lnTo>
                  <a:pt x="1563268" y="51087"/>
                </a:lnTo>
                <a:lnTo>
                  <a:pt x="1562582" y="50786"/>
                </a:lnTo>
                <a:lnTo>
                  <a:pt x="1561881" y="50519"/>
                </a:lnTo>
                <a:lnTo>
                  <a:pt x="1561165" y="50288"/>
                </a:lnTo>
                <a:lnTo>
                  <a:pt x="1560435" y="50091"/>
                </a:lnTo>
                <a:lnTo>
                  <a:pt x="1559691" y="49930"/>
                </a:lnTo>
                <a:lnTo>
                  <a:pt x="1558935" y="49805"/>
                </a:lnTo>
                <a:lnTo>
                  <a:pt x="1558167" y="49715"/>
                </a:lnTo>
                <a:lnTo>
                  <a:pt x="1557388" y="49661"/>
                </a:lnTo>
                <a:lnTo>
                  <a:pt x="1556597" y="49643"/>
                </a:lnTo>
                <a:lnTo>
                  <a:pt x="1555828" y="49657"/>
                </a:lnTo>
                <a:lnTo>
                  <a:pt x="1555064" y="49699"/>
                </a:lnTo>
                <a:lnTo>
                  <a:pt x="1554304" y="49767"/>
                </a:lnTo>
                <a:lnTo>
                  <a:pt x="1553549" y="49863"/>
                </a:lnTo>
                <a:lnTo>
                  <a:pt x="1552799" y="49984"/>
                </a:lnTo>
                <a:lnTo>
                  <a:pt x="1552055" y="50131"/>
                </a:lnTo>
                <a:lnTo>
                  <a:pt x="1551317" y="50303"/>
                </a:lnTo>
                <a:lnTo>
                  <a:pt x="1550586" y="50500"/>
                </a:lnTo>
                <a:lnTo>
                  <a:pt x="1549861" y="50721"/>
                </a:lnTo>
                <a:lnTo>
                  <a:pt x="1549143" y="50966"/>
                </a:lnTo>
                <a:lnTo>
                  <a:pt x="1548432" y="51233"/>
                </a:lnTo>
                <a:lnTo>
                  <a:pt x="1547730" y="51524"/>
                </a:lnTo>
                <a:lnTo>
                  <a:pt x="1547035" y="51836"/>
                </a:lnTo>
                <a:lnTo>
                  <a:pt x="1546348" y="52170"/>
                </a:lnTo>
                <a:lnTo>
                  <a:pt x="1545671" y="52525"/>
                </a:lnTo>
                <a:lnTo>
                  <a:pt x="1545002" y="52901"/>
                </a:lnTo>
                <a:lnTo>
                  <a:pt x="1544343" y="53296"/>
                </a:lnTo>
                <a:lnTo>
                  <a:pt x="1543693" y="53711"/>
                </a:lnTo>
                <a:lnTo>
                  <a:pt x="1543053" y="54146"/>
                </a:lnTo>
                <a:lnTo>
                  <a:pt x="1542424" y="54599"/>
                </a:lnTo>
                <a:lnTo>
                  <a:pt x="1541806" y="55070"/>
                </a:lnTo>
                <a:lnTo>
                  <a:pt x="1541198" y="55558"/>
                </a:lnTo>
                <a:lnTo>
                  <a:pt x="1540602" y="56064"/>
                </a:lnTo>
                <a:lnTo>
                  <a:pt x="1540018" y="56586"/>
                </a:lnTo>
                <a:lnTo>
                  <a:pt x="1539952" y="55889"/>
                </a:lnTo>
                <a:lnTo>
                  <a:pt x="1539851" y="55250"/>
                </a:lnTo>
                <a:lnTo>
                  <a:pt x="1539718" y="54667"/>
                </a:lnTo>
                <a:lnTo>
                  <a:pt x="1539554" y="54137"/>
                </a:lnTo>
                <a:lnTo>
                  <a:pt x="1539360" y="53657"/>
                </a:lnTo>
                <a:lnTo>
                  <a:pt x="1539138" y="53225"/>
                </a:lnTo>
                <a:lnTo>
                  <a:pt x="1538890" y="52839"/>
                </a:lnTo>
                <a:lnTo>
                  <a:pt x="1538618" y="52495"/>
                </a:lnTo>
                <a:lnTo>
                  <a:pt x="1538323" y="52192"/>
                </a:lnTo>
                <a:lnTo>
                  <a:pt x="1538007" y="51927"/>
                </a:lnTo>
                <a:lnTo>
                  <a:pt x="1537671" y="51697"/>
                </a:lnTo>
                <a:lnTo>
                  <a:pt x="1537318" y="51499"/>
                </a:lnTo>
                <a:lnTo>
                  <a:pt x="1536949" y="51332"/>
                </a:lnTo>
                <a:lnTo>
                  <a:pt x="1536565" y="51193"/>
                </a:lnTo>
                <a:lnTo>
                  <a:pt x="1536169" y="51079"/>
                </a:lnTo>
                <a:lnTo>
                  <a:pt x="1535761" y="50988"/>
                </a:lnTo>
                <a:lnTo>
                  <a:pt x="1535344" y="50917"/>
                </a:lnTo>
                <a:lnTo>
                  <a:pt x="1534920" y="50864"/>
                </a:lnTo>
                <a:lnTo>
                  <a:pt x="1534489" y="50825"/>
                </a:lnTo>
                <a:lnTo>
                  <a:pt x="1534054" y="50800"/>
                </a:lnTo>
                <a:lnTo>
                  <a:pt x="1533617" y="50784"/>
                </a:lnTo>
                <a:lnTo>
                  <a:pt x="1533178" y="50776"/>
                </a:lnTo>
                <a:lnTo>
                  <a:pt x="1532740" y="50773"/>
                </a:lnTo>
                <a:lnTo>
                  <a:pt x="1532304" y="50773"/>
                </a:lnTo>
                <a:lnTo>
                  <a:pt x="1526135" y="50773"/>
                </a:lnTo>
                <a:lnTo>
                  <a:pt x="1525763" y="50773"/>
                </a:lnTo>
                <a:lnTo>
                  <a:pt x="1525372" y="50776"/>
                </a:lnTo>
                <a:lnTo>
                  <a:pt x="1524966" y="50784"/>
                </a:lnTo>
                <a:lnTo>
                  <a:pt x="1524546" y="50799"/>
                </a:lnTo>
                <a:lnTo>
                  <a:pt x="1524116" y="50825"/>
                </a:lnTo>
                <a:lnTo>
                  <a:pt x="1523680" y="50863"/>
                </a:lnTo>
                <a:lnTo>
                  <a:pt x="1523241" y="50916"/>
                </a:lnTo>
                <a:lnTo>
                  <a:pt x="1522801" y="50987"/>
                </a:lnTo>
                <a:lnTo>
                  <a:pt x="1522364" y="51078"/>
                </a:lnTo>
                <a:lnTo>
                  <a:pt x="1521932" y="51191"/>
                </a:lnTo>
                <a:lnTo>
                  <a:pt x="1521509" y="51330"/>
                </a:lnTo>
                <a:lnTo>
                  <a:pt x="1521099" y="51496"/>
                </a:lnTo>
                <a:lnTo>
                  <a:pt x="1520703" y="51692"/>
                </a:lnTo>
                <a:lnTo>
                  <a:pt x="1520326" y="51921"/>
                </a:lnTo>
                <a:lnTo>
                  <a:pt x="1519969" y="52186"/>
                </a:lnTo>
                <a:lnTo>
                  <a:pt x="1519638" y="52487"/>
                </a:lnTo>
                <a:lnTo>
                  <a:pt x="1519333" y="52829"/>
                </a:lnTo>
                <a:lnTo>
                  <a:pt x="1519059" y="53214"/>
                </a:lnTo>
                <a:lnTo>
                  <a:pt x="1518819" y="53644"/>
                </a:lnTo>
                <a:lnTo>
                  <a:pt x="1518616" y="54122"/>
                </a:lnTo>
                <a:lnTo>
                  <a:pt x="1518452" y="54649"/>
                </a:lnTo>
                <a:lnTo>
                  <a:pt x="1518331" y="55230"/>
                </a:lnTo>
                <a:lnTo>
                  <a:pt x="1518256" y="55866"/>
                </a:lnTo>
                <a:lnTo>
                  <a:pt x="1518231" y="56560"/>
                </a:lnTo>
                <a:lnTo>
                  <a:pt x="1518252" y="57276"/>
                </a:lnTo>
                <a:lnTo>
                  <a:pt x="1518315" y="57932"/>
                </a:lnTo>
                <a:lnTo>
                  <a:pt x="1518419" y="58532"/>
                </a:lnTo>
                <a:lnTo>
                  <a:pt x="1518563" y="59077"/>
                </a:lnTo>
                <a:lnTo>
                  <a:pt x="1518748" y="59570"/>
                </a:lnTo>
                <a:lnTo>
                  <a:pt x="1518972" y="60014"/>
                </a:lnTo>
                <a:lnTo>
                  <a:pt x="1519236" y="60411"/>
                </a:lnTo>
                <a:lnTo>
                  <a:pt x="1519538" y="60764"/>
                </a:lnTo>
                <a:lnTo>
                  <a:pt x="1519879" y="61076"/>
                </a:lnTo>
                <a:lnTo>
                  <a:pt x="1520257" y="61349"/>
                </a:lnTo>
                <a:lnTo>
                  <a:pt x="1520672" y="61585"/>
                </a:lnTo>
                <a:lnTo>
                  <a:pt x="1521124" y="61788"/>
                </a:lnTo>
                <a:lnTo>
                  <a:pt x="1521612" y="61959"/>
                </a:lnTo>
                <a:lnTo>
                  <a:pt x="1522135" y="62103"/>
                </a:lnTo>
                <a:lnTo>
                  <a:pt x="1522694" y="62220"/>
                </a:lnTo>
                <a:lnTo>
                  <a:pt x="1523288" y="62313"/>
                </a:lnTo>
                <a:lnTo>
                  <a:pt x="1523915" y="62386"/>
                </a:lnTo>
                <a:lnTo>
                  <a:pt x="1524576" y="62441"/>
                </a:lnTo>
                <a:lnTo>
                  <a:pt x="1525271" y="62481"/>
                </a:lnTo>
                <a:lnTo>
                  <a:pt x="1525998" y="62507"/>
                </a:lnTo>
                <a:lnTo>
                  <a:pt x="1526757" y="62523"/>
                </a:lnTo>
                <a:lnTo>
                  <a:pt x="1527547" y="62531"/>
                </a:lnTo>
                <a:lnTo>
                  <a:pt x="1528369" y="62534"/>
                </a:lnTo>
                <a:lnTo>
                  <a:pt x="1529221" y="62535"/>
                </a:lnTo>
                <a:lnTo>
                  <a:pt x="1529221" y="122048"/>
                </a:lnTo>
                <a:lnTo>
                  <a:pt x="1528369" y="122049"/>
                </a:lnTo>
                <a:lnTo>
                  <a:pt x="1527547" y="122052"/>
                </a:lnTo>
                <a:lnTo>
                  <a:pt x="1526757" y="122060"/>
                </a:lnTo>
                <a:lnTo>
                  <a:pt x="1525998" y="122076"/>
                </a:lnTo>
                <a:lnTo>
                  <a:pt x="1525271" y="122102"/>
                </a:lnTo>
                <a:lnTo>
                  <a:pt x="1524576" y="122141"/>
                </a:lnTo>
                <a:lnTo>
                  <a:pt x="1523915" y="122196"/>
                </a:lnTo>
                <a:lnTo>
                  <a:pt x="1523288" y="122269"/>
                </a:lnTo>
                <a:lnTo>
                  <a:pt x="1522694" y="122363"/>
                </a:lnTo>
                <a:lnTo>
                  <a:pt x="1522135" y="122480"/>
                </a:lnTo>
                <a:lnTo>
                  <a:pt x="1521612" y="122623"/>
                </a:lnTo>
                <a:lnTo>
                  <a:pt x="1521124" y="122795"/>
                </a:lnTo>
                <a:lnTo>
                  <a:pt x="1520672" y="122998"/>
                </a:lnTo>
                <a:lnTo>
                  <a:pt x="1520257" y="123234"/>
                </a:lnTo>
                <a:lnTo>
                  <a:pt x="1519879" y="123507"/>
                </a:lnTo>
                <a:lnTo>
                  <a:pt x="1519538" y="123818"/>
                </a:lnTo>
                <a:lnTo>
                  <a:pt x="1519236" y="124172"/>
                </a:lnTo>
                <a:lnTo>
                  <a:pt x="1518972" y="124569"/>
                </a:lnTo>
                <a:lnTo>
                  <a:pt x="1518748" y="125013"/>
                </a:lnTo>
                <a:lnTo>
                  <a:pt x="1518563" y="125506"/>
                </a:lnTo>
                <a:lnTo>
                  <a:pt x="1518419" y="126051"/>
                </a:lnTo>
                <a:lnTo>
                  <a:pt x="1518315" y="126650"/>
                </a:lnTo>
                <a:lnTo>
                  <a:pt x="1518252" y="127307"/>
                </a:lnTo>
                <a:lnTo>
                  <a:pt x="1518231" y="128023"/>
                </a:lnTo>
                <a:lnTo>
                  <a:pt x="1518257" y="128717"/>
                </a:lnTo>
                <a:lnTo>
                  <a:pt x="1518335" y="129352"/>
                </a:lnTo>
                <a:lnTo>
                  <a:pt x="1518460" y="129932"/>
                </a:lnTo>
                <a:lnTo>
                  <a:pt x="1518629" y="130460"/>
                </a:lnTo>
                <a:lnTo>
                  <a:pt x="1518839" y="130937"/>
                </a:lnTo>
                <a:lnTo>
                  <a:pt x="1519087" y="131367"/>
                </a:lnTo>
                <a:lnTo>
                  <a:pt x="1519368" y="131752"/>
                </a:lnTo>
                <a:lnTo>
                  <a:pt x="1519681" y="132093"/>
                </a:lnTo>
                <a:lnTo>
                  <a:pt x="1520021" y="132395"/>
                </a:lnTo>
                <a:lnTo>
                  <a:pt x="1520385" y="132659"/>
                </a:lnTo>
                <a:lnTo>
                  <a:pt x="1520769" y="132888"/>
                </a:lnTo>
                <a:lnTo>
                  <a:pt x="1521172" y="133084"/>
                </a:lnTo>
                <a:lnTo>
                  <a:pt x="1521588" y="133250"/>
                </a:lnTo>
                <a:lnTo>
                  <a:pt x="1522015" y="133389"/>
                </a:lnTo>
                <a:lnTo>
                  <a:pt x="1522449" y="133502"/>
                </a:lnTo>
                <a:lnTo>
                  <a:pt x="1522887" y="133593"/>
                </a:lnTo>
                <a:lnTo>
                  <a:pt x="1523326" y="133664"/>
                </a:lnTo>
                <a:lnTo>
                  <a:pt x="1523762" y="133717"/>
                </a:lnTo>
                <a:lnTo>
                  <a:pt x="1524192" y="133755"/>
                </a:lnTo>
                <a:lnTo>
                  <a:pt x="1524613" y="133780"/>
                </a:lnTo>
                <a:lnTo>
                  <a:pt x="1525021" y="133796"/>
                </a:lnTo>
                <a:lnTo>
                  <a:pt x="1525413" y="133804"/>
                </a:lnTo>
                <a:lnTo>
                  <a:pt x="1525786" y="133807"/>
                </a:lnTo>
                <a:lnTo>
                  <a:pt x="1526135" y="133807"/>
                </a:lnTo>
                <a:lnTo>
                  <a:pt x="1543104" y="133807"/>
                </a:lnTo>
                <a:lnTo>
                  <a:pt x="1543476" y="133807"/>
                </a:lnTo>
                <a:lnTo>
                  <a:pt x="1543867" y="133804"/>
                </a:lnTo>
                <a:lnTo>
                  <a:pt x="1544273" y="133796"/>
                </a:lnTo>
                <a:lnTo>
                  <a:pt x="1544693" y="133780"/>
                </a:lnTo>
                <a:lnTo>
                  <a:pt x="1545122" y="133755"/>
                </a:lnTo>
                <a:lnTo>
                  <a:pt x="1545558" y="133717"/>
                </a:lnTo>
                <a:lnTo>
                  <a:pt x="1545998" y="133664"/>
                </a:lnTo>
                <a:lnTo>
                  <a:pt x="1546437" y="133593"/>
                </a:lnTo>
                <a:lnTo>
                  <a:pt x="1546874" y="133502"/>
                </a:lnTo>
                <a:lnTo>
                  <a:pt x="1547306" y="133389"/>
                </a:lnTo>
                <a:lnTo>
                  <a:pt x="1547728" y="133250"/>
                </a:lnTo>
                <a:lnTo>
                  <a:pt x="1548139" y="133084"/>
                </a:lnTo>
                <a:lnTo>
                  <a:pt x="1548534" y="132888"/>
                </a:lnTo>
                <a:lnTo>
                  <a:pt x="1548912" y="132659"/>
                </a:lnTo>
                <a:lnTo>
                  <a:pt x="1549268" y="132395"/>
                </a:lnTo>
                <a:lnTo>
                  <a:pt x="1549599" y="132093"/>
                </a:lnTo>
                <a:lnTo>
                  <a:pt x="1549903" y="131752"/>
                </a:lnTo>
                <a:lnTo>
                  <a:pt x="1550177" y="131367"/>
                </a:lnTo>
                <a:lnTo>
                  <a:pt x="1550417" y="130937"/>
                </a:lnTo>
                <a:lnTo>
                  <a:pt x="1550621" y="130460"/>
                </a:lnTo>
                <a:lnTo>
                  <a:pt x="1550784" y="129932"/>
                </a:lnTo>
                <a:lnTo>
                  <a:pt x="1550905" y="129352"/>
                </a:lnTo>
                <a:lnTo>
                  <a:pt x="1550980" y="128717"/>
                </a:lnTo>
                <a:lnTo>
                  <a:pt x="1551005" y="128023"/>
                </a:lnTo>
                <a:lnTo>
                  <a:pt x="1550984" y="127307"/>
                </a:lnTo>
                <a:lnTo>
                  <a:pt x="1550922" y="126650"/>
                </a:lnTo>
                <a:lnTo>
                  <a:pt x="1550818" y="126051"/>
                </a:lnTo>
                <a:lnTo>
                  <a:pt x="1550673" y="125506"/>
                </a:lnTo>
                <a:lnTo>
                  <a:pt x="1550489" y="125013"/>
                </a:lnTo>
                <a:lnTo>
                  <a:pt x="1550264" y="124569"/>
                </a:lnTo>
                <a:lnTo>
                  <a:pt x="1550001" y="124172"/>
                </a:lnTo>
                <a:lnTo>
                  <a:pt x="1549699" y="123818"/>
                </a:lnTo>
                <a:lnTo>
                  <a:pt x="1549358" y="123507"/>
                </a:lnTo>
                <a:lnTo>
                  <a:pt x="1548981" y="123234"/>
                </a:lnTo>
                <a:lnTo>
                  <a:pt x="1548565" y="122998"/>
                </a:lnTo>
                <a:lnTo>
                  <a:pt x="1548114" y="122795"/>
                </a:lnTo>
                <a:lnTo>
                  <a:pt x="1547626" y="122623"/>
                </a:lnTo>
                <a:lnTo>
                  <a:pt x="1547102" y="122480"/>
                </a:lnTo>
                <a:lnTo>
                  <a:pt x="1546544" y="122363"/>
                </a:lnTo>
                <a:lnTo>
                  <a:pt x="1545951" y="122269"/>
                </a:lnTo>
                <a:lnTo>
                  <a:pt x="1545323" y="122196"/>
                </a:lnTo>
                <a:lnTo>
                  <a:pt x="1544662" y="122141"/>
                </a:lnTo>
                <a:lnTo>
                  <a:pt x="1543968" y="122102"/>
                </a:lnTo>
                <a:lnTo>
                  <a:pt x="1543241" y="122076"/>
                </a:lnTo>
                <a:lnTo>
                  <a:pt x="1542482" y="122060"/>
                </a:lnTo>
                <a:lnTo>
                  <a:pt x="1541692" y="122052"/>
                </a:lnTo>
                <a:lnTo>
                  <a:pt x="1540870" y="122049"/>
                </a:lnTo>
                <a:lnTo>
                  <a:pt x="1540018" y="122048"/>
                </a:lnTo>
                <a:lnTo>
                  <a:pt x="1540018" y="87574"/>
                </a:lnTo>
                <a:lnTo>
                  <a:pt x="1540058" y="85476"/>
                </a:lnTo>
                <a:lnTo>
                  <a:pt x="1540178" y="83463"/>
                </a:lnTo>
                <a:lnTo>
                  <a:pt x="1540373" y="81534"/>
                </a:lnTo>
                <a:lnTo>
                  <a:pt x="1540640" y="79691"/>
                </a:lnTo>
                <a:lnTo>
                  <a:pt x="1540975" y="77934"/>
                </a:lnTo>
                <a:lnTo>
                  <a:pt x="1541376" y="76263"/>
                </a:lnTo>
                <a:lnTo>
                  <a:pt x="1541839" y="74678"/>
                </a:lnTo>
                <a:lnTo>
                  <a:pt x="1542360" y="73181"/>
                </a:lnTo>
                <a:lnTo>
                  <a:pt x="1542936" y="71771"/>
                </a:lnTo>
                <a:lnTo>
                  <a:pt x="1543563" y="70449"/>
                </a:lnTo>
                <a:lnTo>
                  <a:pt x="1544238" y="69215"/>
                </a:lnTo>
                <a:lnTo>
                  <a:pt x="1544958" y="68070"/>
                </a:lnTo>
                <a:lnTo>
                  <a:pt x="1545719" y="67014"/>
                </a:lnTo>
                <a:lnTo>
                  <a:pt x="1546518" y="66047"/>
                </a:lnTo>
                <a:lnTo>
                  <a:pt x="1547351" y="65171"/>
                </a:lnTo>
                <a:lnTo>
                  <a:pt x="1548215" y="64385"/>
                </a:lnTo>
                <a:lnTo>
                  <a:pt x="1549106" y="63690"/>
                </a:lnTo>
                <a:lnTo>
                  <a:pt x="1550022" y="63087"/>
                </a:lnTo>
                <a:lnTo>
                  <a:pt x="1550958" y="62574"/>
                </a:lnTo>
                <a:lnTo>
                  <a:pt x="1551911" y="62155"/>
                </a:lnTo>
                <a:lnTo>
                  <a:pt x="1552878" y="61827"/>
                </a:lnTo>
                <a:lnTo>
                  <a:pt x="1553855" y="61593"/>
                </a:lnTo>
                <a:lnTo>
                  <a:pt x="1554839" y="61452"/>
                </a:lnTo>
                <a:lnTo>
                  <a:pt x="1555827" y="61405"/>
                </a:lnTo>
                <a:lnTo>
                  <a:pt x="1556372" y="61423"/>
                </a:lnTo>
                <a:lnTo>
                  <a:pt x="1556898" y="61477"/>
                </a:lnTo>
                <a:lnTo>
                  <a:pt x="1557406" y="61570"/>
                </a:lnTo>
                <a:lnTo>
                  <a:pt x="1557894" y="61706"/>
                </a:lnTo>
                <a:lnTo>
                  <a:pt x="1558363" y="61885"/>
                </a:lnTo>
                <a:lnTo>
                  <a:pt x="1558812" y="62112"/>
                </a:lnTo>
                <a:lnTo>
                  <a:pt x="1559240" y="62389"/>
                </a:lnTo>
                <a:lnTo>
                  <a:pt x="1559647" y="62717"/>
                </a:lnTo>
                <a:lnTo>
                  <a:pt x="1560032" y="63101"/>
                </a:lnTo>
                <a:lnTo>
                  <a:pt x="1560396" y="63542"/>
                </a:lnTo>
                <a:lnTo>
                  <a:pt x="1560737" y="64043"/>
                </a:lnTo>
                <a:lnTo>
                  <a:pt x="1561056" y="64606"/>
                </a:lnTo>
                <a:lnTo>
                  <a:pt x="1561352" y="65235"/>
                </a:lnTo>
                <a:lnTo>
                  <a:pt x="1561624" y="65931"/>
                </a:lnTo>
                <a:lnTo>
                  <a:pt x="1561872" y="66698"/>
                </a:lnTo>
                <a:lnTo>
                  <a:pt x="1562096" y="67538"/>
                </a:lnTo>
                <a:lnTo>
                  <a:pt x="1562295" y="68453"/>
                </a:lnTo>
                <a:lnTo>
                  <a:pt x="1562469" y="69446"/>
                </a:lnTo>
                <a:lnTo>
                  <a:pt x="1562618" y="70520"/>
                </a:lnTo>
                <a:lnTo>
                  <a:pt x="1562740" y="71678"/>
                </a:lnTo>
                <a:lnTo>
                  <a:pt x="1562836" y="72921"/>
                </a:lnTo>
                <a:lnTo>
                  <a:pt x="1562905" y="74253"/>
                </a:lnTo>
                <a:lnTo>
                  <a:pt x="1562947" y="75675"/>
                </a:lnTo>
                <a:lnTo>
                  <a:pt x="1562961" y="77192"/>
                </a:lnTo>
                <a:lnTo>
                  <a:pt x="1562961" y="122048"/>
                </a:lnTo>
                <a:lnTo>
                  <a:pt x="1562497" y="122049"/>
                </a:lnTo>
                <a:lnTo>
                  <a:pt x="1562024" y="122052"/>
                </a:lnTo>
                <a:lnTo>
                  <a:pt x="1561544" y="122060"/>
                </a:lnTo>
                <a:lnTo>
                  <a:pt x="1561060" y="122076"/>
                </a:lnTo>
                <a:lnTo>
                  <a:pt x="1560575" y="122102"/>
                </a:lnTo>
                <a:lnTo>
                  <a:pt x="1560090" y="122141"/>
                </a:lnTo>
                <a:lnTo>
                  <a:pt x="1559608" y="122196"/>
                </a:lnTo>
                <a:lnTo>
                  <a:pt x="1559133" y="122269"/>
                </a:lnTo>
                <a:lnTo>
                  <a:pt x="1558667" y="122363"/>
                </a:lnTo>
                <a:lnTo>
                  <a:pt x="1558211" y="122480"/>
                </a:lnTo>
                <a:lnTo>
                  <a:pt x="1557770" y="122623"/>
                </a:lnTo>
                <a:lnTo>
                  <a:pt x="1557345" y="122795"/>
                </a:lnTo>
                <a:lnTo>
                  <a:pt x="1556939" y="122998"/>
                </a:lnTo>
                <a:lnTo>
                  <a:pt x="1556555" y="123234"/>
                </a:lnTo>
                <a:lnTo>
                  <a:pt x="1556195" y="123507"/>
                </a:lnTo>
                <a:lnTo>
                  <a:pt x="1555862" y="123818"/>
                </a:lnTo>
                <a:lnTo>
                  <a:pt x="1555559" y="124172"/>
                </a:lnTo>
                <a:lnTo>
                  <a:pt x="1555287" y="124569"/>
                </a:lnTo>
                <a:lnTo>
                  <a:pt x="1555050" y="125013"/>
                </a:lnTo>
                <a:lnTo>
                  <a:pt x="1554851" y="125506"/>
                </a:lnTo>
                <a:lnTo>
                  <a:pt x="1554691" y="126051"/>
                </a:lnTo>
                <a:lnTo>
                  <a:pt x="1554573" y="126650"/>
                </a:lnTo>
                <a:lnTo>
                  <a:pt x="1554501" y="127307"/>
                </a:lnTo>
                <a:lnTo>
                  <a:pt x="1554476" y="128023"/>
                </a:lnTo>
                <a:lnTo>
                  <a:pt x="1554503" y="128717"/>
                </a:lnTo>
                <a:lnTo>
                  <a:pt x="1554580" y="129352"/>
                </a:lnTo>
                <a:lnTo>
                  <a:pt x="1554705" y="129932"/>
                </a:lnTo>
                <a:lnTo>
                  <a:pt x="1554875" y="130460"/>
                </a:lnTo>
                <a:lnTo>
                  <a:pt x="1555085" y="130937"/>
                </a:lnTo>
                <a:lnTo>
                  <a:pt x="1555332" y="131367"/>
                </a:lnTo>
                <a:lnTo>
                  <a:pt x="1555614" y="131752"/>
                </a:lnTo>
                <a:lnTo>
                  <a:pt x="1555926" y="132093"/>
                </a:lnTo>
                <a:lnTo>
                  <a:pt x="1556266" y="132395"/>
                </a:lnTo>
                <a:lnTo>
                  <a:pt x="1556630" y="132659"/>
                </a:lnTo>
                <a:lnTo>
                  <a:pt x="1557015" y="132888"/>
                </a:lnTo>
                <a:lnTo>
                  <a:pt x="1557417" y="133084"/>
                </a:lnTo>
                <a:lnTo>
                  <a:pt x="1557833" y="133250"/>
                </a:lnTo>
                <a:lnTo>
                  <a:pt x="1558260" y="133389"/>
                </a:lnTo>
                <a:lnTo>
                  <a:pt x="1558694" y="133502"/>
                </a:lnTo>
                <a:lnTo>
                  <a:pt x="1559133" y="133593"/>
                </a:lnTo>
                <a:lnTo>
                  <a:pt x="1559572" y="133664"/>
                </a:lnTo>
                <a:lnTo>
                  <a:pt x="1560008" y="133717"/>
                </a:lnTo>
                <a:lnTo>
                  <a:pt x="1560438" y="133755"/>
                </a:lnTo>
                <a:lnTo>
                  <a:pt x="1560859" y="133780"/>
                </a:lnTo>
                <a:lnTo>
                  <a:pt x="1561267" y="133796"/>
                </a:lnTo>
                <a:lnTo>
                  <a:pt x="1561659" y="133804"/>
                </a:lnTo>
                <a:lnTo>
                  <a:pt x="1562031" y="133807"/>
                </a:lnTo>
                <a:lnTo>
                  <a:pt x="1562381" y="133807"/>
                </a:lnTo>
                <a:lnTo>
                  <a:pt x="1576840" y="133807"/>
                </a:lnTo>
                <a:lnTo>
                  <a:pt x="1577212" y="133807"/>
                </a:lnTo>
                <a:lnTo>
                  <a:pt x="1577603" y="133804"/>
                </a:lnTo>
                <a:lnTo>
                  <a:pt x="1578010" y="133796"/>
                </a:lnTo>
                <a:lnTo>
                  <a:pt x="1578429" y="133780"/>
                </a:lnTo>
                <a:lnTo>
                  <a:pt x="1578859" y="133755"/>
                </a:lnTo>
                <a:lnTo>
                  <a:pt x="1579295" y="133717"/>
                </a:lnTo>
                <a:lnTo>
                  <a:pt x="1579734" y="133664"/>
                </a:lnTo>
                <a:lnTo>
                  <a:pt x="1580174" y="133593"/>
                </a:lnTo>
                <a:lnTo>
                  <a:pt x="1580612" y="133502"/>
                </a:lnTo>
                <a:lnTo>
                  <a:pt x="1581043" y="133389"/>
                </a:lnTo>
                <a:lnTo>
                  <a:pt x="1581466" y="133250"/>
                </a:lnTo>
                <a:lnTo>
                  <a:pt x="1581876" y="133084"/>
                </a:lnTo>
                <a:lnTo>
                  <a:pt x="1582272" y="132888"/>
                </a:lnTo>
                <a:lnTo>
                  <a:pt x="1582650" y="132659"/>
                </a:lnTo>
                <a:lnTo>
                  <a:pt x="1583006" y="132395"/>
                </a:lnTo>
                <a:lnTo>
                  <a:pt x="1583338" y="132093"/>
                </a:lnTo>
                <a:lnTo>
                  <a:pt x="1583642" y="131752"/>
                </a:lnTo>
                <a:lnTo>
                  <a:pt x="1583916" y="131367"/>
                </a:lnTo>
                <a:lnTo>
                  <a:pt x="1584156" y="130937"/>
                </a:lnTo>
                <a:lnTo>
                  <a:pt x="1584360" y="130460"/>
                </a:lnTo>
                <a:lnTo>
                  <a:pt x="1584523" y="129932"/>
                </a:lnTo>
                <a:lnTo>
                  <a:pt x="1584644" y="129352"/>
                </a:lnTo>
                <a:lnTo>
                  <a:pt x="1584719" y="128717"/>
                </a:lnTo>
                <a:lnTo>
                  <a:pt x="1584744" y="128023"/>
                </a:lnTo>
                <a:lnTo>
                  <a:pt x="1584723" y="127307"/>
                </a:lnTo>
                <a:lnTo>
                  <a:pt x="1584661" y="126650"/>
                </a:lnTo>
                <a:lnTo>
                  <a:pt x="1584557" y="126051"/>
                </a:lnTo>
                <a:lnTo>
                  <a:pt x="1584412" y="125506"/>
                </a:lnTo>
                <a:lnTo>
                  <a:pt x="1584228" y="125013"/>
                </a:lnTo>
                <a:lnTo>
                  <a:pt x="1584003" y="124569"/>
                </a:lnTo>
                <a:lnTo>
                  <a:pt x="1583740" y="124172"/>
                </a:lnTo>
                <a:lnTo>
                  <a:pt x="1583438" y="123818"/>
                </a:lnTo>
                <a:lnTo>
                  <a:pt x="1583098" y="123507"/>
                </a:lnTo>
                <a:lnTo>
                  <a:pt x="1582720" y="123234"/>
                </a:lnTo>
                <a:lnTo>
                  <a:pt x="1582305" y="122998"/>
                </a:lnTo>
                <a:lnTo>
                  <a:pt x="1581853" y="122795"/>
                </a:lnTo>
                <a:lnTo>
                  <a:pt x="1581365" y="122623"/>
                </a:lnTo>
                <a:lnTo>
                  <a:pt x="1580842" y="122480"/>
                </a:lnTo>
                <a:lnTo>
                  <a:pt x="1580283" y="122363"/>
                </a:lnTo>
                <a:lnTo>
                  <a:pt x="1579690" y="122269"/>
                </a:lnTo>
                <a:lnTo>
                  <a:pt x="1579062" y="122196"/>
                </a:lnTo>
                <a:lnTo>
                  <a:pt x="1578401" y="122141"/>
                </a:lnTo>
                <a:lnTo>
                  <a:pt x="1577707" y="122102"/>
                </a:lnTo>
                <a:lnTo>
                  <a:pt x="1576980" y="122076"/>
                </a:lnTo>
                <a:lnTo>
                  <a:pt x="1576221" y="122060"/>
                </a:lnTo>
                <a:lnTo>
                  <a:pt x="1575431" y="122052"/>
                </a:lnTo>
                <a:lnTo>
                  <a:pt x="1574609" y="122049"/>
                </a:lnTo>
                <a:lnTo>
                  <a:pt x="1573757" y="122048"/>
                </a:lnTo>
                <a:lnTo>
                  <a:pt x="1573757" y="87589"/>
                </a:lnTo>
                <a:lnTo>
                  <a:pt x="1573797" y="85489"/>
                </a:lnTo>
                <a:lnTo>
                  <a:pt x="1573917" y="83474"/>
                </a:lnTo>
                <a:lnTo>
                  <a:pt x="1574112" y="81544"/>
                </a:lnTo>
                <a:lnTo>
                  <a:pt x="1574379" y="79700"/>
                </a:lnTo>
                <a:lnTo>
                  <a:pt x="1574715" y="77941"/>
                </a:lnTo>
                <a:lnTo>
                  <a:pt x="1575115" y="76269"/>
                </a:lnTo>
                <a:lnTo>
                  <a:pt x="1575578" y="74684"/>
                </a:lnTo>
                <a:lnTo>
                  <a:pt x="1576099" y="73185"/>
                </a:lnTo>
                <a:lnTo>
                  <a:pt x="1576675" y="71774"/>
                </a:lnTo>
                <a:lnTo>
                  <a:pt x="1577302" y="70452"/>
                </a:lnTo>
                <a:lnTo>
                  <a:pt x="1577977" y="69217"/>
                </a:lnTo>
                <a:lnTo>
                  <a:pt x="1578697" y="68072"/>
                </a:lnTo>
                <a:lnTo>
                  <a:pt x="1579458" y="67015"/>
                </a:lnTo>
                <a:lnTo>
                  <a:pt x="1580257" y="66049"/>
                </a:lnTo>
                <a:lnTo>
                  <a:pt x="1581090" y="65172"/>
                </a:lnTo>
                <a:lnTo>
                  <a:pt x="1581954" y="64386"/>
                </a:lnTo>
                <a:lnTo>
                  <a:pt x="1582846" y="63691"/>
                </a:lnTo>
                <a:lnTo>
                  <a:pt x="1583761" y="63087"/>
                </a:lnTo>
                <a:lnTo>
                  <a:pt x="1584697" y="62575"/>
                </a:lnTo>
                <a:lnTo>
                  <a:pt x="1585650" y="62155"/>
                </a:lnTo>
                <a:lnTo>
                  <a:pt x="1586617" y="61827"/>
                </a:lnTo>
                <a:lnTo>
                  <a:pt x="1587594" y="61593"/>
                </a:lnTo>
                <a:lnTo>
                  <a:pt x="1588578" y="61452"/>
                </a:lnTo>
                <a:lnTo>
                  <a:pt x="1589566" y="61405"/>
                </a:lnTo>
                <a:lnTo>
                  <a:pt x="1590111" y="61423"/>
                </a:lnTo>
                <a:lnTo>
                  <a:pt x="1590638" y="61477"/>
                </a:lnTo>
                <a:lnTo>
                  <a:pt x="1591145" y="61570"/>
                </a:lnTo>
                <a:lnTo>
                  <a:pt x="1591634" y="61706"/>
                </a:lnTo>
                <a:lnTo>
                  <a:pt x="1592102" y="61885"/>
                </a:lnTo>
                <a:lnTo>
                  <a:pt x="1592551" y="62112"/>
                </a:lnTo>
                <a:lnTo>
                  <a:pt x="1592979" y="62389"/>
                </a:lnTo>
                <a:lnTo>
                  <a:pt x="1593386" y="62717"/>
                </a:lnTo>
                <a:lnTo>
                  <a:pt x="1593771" y="63101"/>
                </a:lnTo>
                <a:lnTo>
                  <a:pt x="1594135" y="63542"/>
                </a:lnTo>
                <a:lnTo>
                  <a:pt x="1594476" y="64043"/>
                </a:lnTo>
                <a:lnTo>
                  <a:pt x="1594795" y="64606"/>
                </a:lnTo>
                <a:lnTo>
                  <a:pt x="1595091" y="65235"/>
                </a:lnTo>
                <a:lnTo>
                  <a:pt x="1595363" y="65931"/>
                </a:lnTo>
                <a:lnTo>
                  <a:pt x="1595611" y="66698"/>
                </a:lnTo>
                <a:lnTo>
                  <a:pt x="1595835" y="67538"/>
                </a:lnTo>
                <a:lnTo>
                  <a:pt x="1596035" y="68453"/>
                </a:lnTo>
                <a:lnTo>
                  <a:pt x="1596208" y="69446"/>
                </a:lnTo>
                <a:lnTo>
                  <a:pt x="1596357" y="70520"/>
                </a:lnTo>
                <a:lnTo>
                  <a:pt x="1596479" y="71678"/>
                </a:lnTo>
                <a:lnTo>
                  <a:pt x="1596575" y="72921"/>
                </a:lnTo>
                <a:lnTo>
                  <a:pt x="1596644" y="74253"/>
                </a:lnTo>
                <a:lnTo>
                  <a:pt x="1596686" y="75675"/>
                </a:lnTo>
                <a:lnTo>
                  <a:pt x="1596700" y="77192"/>
                </a:lnTo>
                <a:lnTo>
                  <a:pt x="1596700" y="122048"/>
                </a:lnTo>
                <a:lnTo>
                  <a:pt x="1596236" y="122049"/>
                </a:lnTo>
                <a:lnTo>
                  <a:pt x="1595763" y="122052"/>
                </a:lnTo>
                <a:lnTo>
                  <a:pt x="1595283" y="122060"/>
                </a:lnTo>
                <a:lnTo>
                  <a:pt x="1594799" y="122076"/>
                </a:lnTo>
                <a:lnTo>
                  <a:pt x="1594313" y="122102"/>
                </a:lnTo>
                <a:lnTo>
                  <a:pt x="1593828" y="122141"/>
                </a:lnTo>
                <a:lnTo>
                  <a:pt x="1593346" y="122196"/>
                </a:lnTo>
                <a:lnTo>
                  <a:pt x="1592871" y="122269"/>
                </a:lnTo>
                <a:lnTo>
                  <a:pt x="1592405" y="122363"/>
                </a:lnTo>
                <a:lnTo>
                  <a:pt x="1591949" y="122480"/>
                </a:lnTo>
                <a:lnTo>
                  <a:pt x="1591508" y="122623"/>
                </a:lnTo>
                <a:lnTo>
                  <a:pt x="1591083" y="122795"/>
                </a:lnTo>
                <a:lnTo>
                  <a:pt x="1590677" y="122998"/>
                </a:lnTo>
                <a:lnTo>
                  <a:pt x="1590293" y="123234"/>
                </a:lnTo>
                <a:lnTo>
                  <a:pt x="1589934" y="123507"/>
                </a:lnTo>
                <a:lnTo>
                  <a:pt x="1589601" y="123818"/>
                </a:lnTo>
                <a:lnTo>
                  <a:pt x="1589297" y="124172"/>
                </a:lnTo>
                <a:lnTo>
                  <a:pt x="1589026" y="124569"/>
                </a:lnTo>
                <a:lnTo>
                  <a:pt x="1588789" y="125013"/>
                </a:lnTo>
                <a:lnTo>
                  <a:pt x="1588590" y="125506"/>
                </a:lnTo>
                <a:lnTo>
                  <a:pt x="1588430" y="126051"/>
                </a:lnTo>
                <a:lnTo>
                  <a:pt x="1588313" y="126650"/>
                </a:lnTo>
                <a:lnTo>
                  <a:pt x="1588240" y="127307"/>
                </a:lnTo>
                <a:lnTo>
                  <a:pt x="1588216" y="128023"/>
                </a:lnTo>
                <a:lnTo>
                  <a:pt x="1588242" y="128717"/>
                </a:lnTo>
                <a:lnTo>
                  <a:pt x="1588320" y="129352"/>
                </a:lnTo>
                <a:lnTo>
                  <a:pt x="1588445" y="129932"/>
                </a:lnTo>
                <a:lnTo>
                  <a:pt x="1588614" y="130460"/>
                </a:lnTo>
                <a:lnTo>
                  <a:pt x="1588824" y="130937"/>
                </a:lnTo>
                <a:lnTo>
                  <a:pt x="1589071" y="131367"/>
                </a:lnTo>
                <a:lnTo>
                  <a:pt x="1589353" y="131752"/>
                </a:lnTo>
                <a:lnTo>
                  <a:pt x="1589665" y="132093"/>
                </a:lnTo>
                <a:lnTo>
                  <a:pt x="1590005" y="132395"/>
                </a:lnTo>
                <a:lnTo>
                  <a:pt x="1590369" y="132659"/>
                </a:lnTo>
                <a:lnTo>
                  <a:pt x="1590753" y="132888"/>
                </a:lnTo>
                <a:lnTo>
                  <a:pt x="1591155" y="133084"/>
                </a:lnTo>
                <a:lnTo>
                  <a:pt x="1591571" y="133250"/>
                </a:lnTo>
                <a:lnTo>
                  <a:pt x="1591998" y="133389"/>
                </a:lnTo>
                <a:lnTo>
                  <a:pt x="1592432" y="133502"/>
                </a:lnTo>
                <a:lnTo>
                  <a:pt x="1592871" y="133593"/>
                </a:lnTo>
                <a:lnTo>
                  <a:pt x="1593310" y="133664"/>
                </a:lnTo>
                <a:lnTo>
                  <a:pt x="1593746" y="133717"/>
                </a:lnTo>
                <a:lnTo>
                  <a:pt x="1594176" y="133755"/>
                </a:lnTo>
                <a:lnTo>
                  <a:pt x="1594597" y="133780"/>
                </a:lnTo>
                <a:lnTo>
                  <a:pt x="1595005" y="133796"/>
                </a:lnTo>
                <a:lnTo>
                  <a:pt x="1595397" y="133804"/>
                </a:lnTo>
                <a:lnTo>
                  <a:pt x="1595770" y="133807"/>
                </a:lnTo>
                <a:lnTo>
                  <a:pt x="1596120" y="133807"/>
                </a:lnTo>
                <a:lnTo>
                  <a:pt x="1610579" y="133807"/>
                </a:lnTo>
                <a:lnTo>
                  <a:pt x="1610951" y="133807"/>
                </a:lnTo>
                <a:lnTo>
                  <a:pt x="1611342" y="133804"/>
                </a:lnTo>
                <a:lnTo>
                  <a:pt x="1611749" y="133796"/>
                </a:lnTo>
                <a:lnTo>
                  <a:pt x="1612169" y="133780"/>
                </a:lnTo>
                <a:lnTo>
                  <a:pt x="1612598" y="133755"/>
                </a:lnTo>
                <a:lnTo>
                  <a:pt x="1613034" y="133717"/>
                </a:lnTo>
                <a:lnTo>
                  <a:pt x="1613474" y="133664"/>
                </a:lnTo>
                <a:lnTo>
                  <a:pt x="1613914" y="133593"/>
                </a:lnTo>
                <a:lnTo>
                  <a:pt x="1614351" y="133502"/>
                </a:lnTo>
                <a:lnTo>
                  <a:pt x="1614782" y="133389"/>
                </a:lnTo>
                <a:lnTo>
                  <a:pt x="1615205" y="133250"/>
                </a:lnTo>
                <a:lnTo>
                  <a:pt x="1615616" y="133084"/>
                </a:lnTo>
                <a:lnTo>
                  <a:pt x="1616011" y="132888"/>
                </a:lnTo>
                <a:lnTo>
                  <a:pt x="1616389" y="132659"/>
                </a:lnTo>
                <a:lnTo>
                  <a:pt x="1616745" y="132395"/>
                </a:lnTo>
                <a:lnTo>
                  <a:pt x="1617077" y="132093"/>
                </a:lnTo>
                <a:lnTo>
                  <a:pt x="1617381" y="131752"/>
                </a:lnTo>
                <a:lnTo>
                  <a:pt x="1617655" y="131367"/>
                </a:lnTo>
                <a:lnTo>
                  <a:pt x="1617895" y="130937"/>
                </a:lnTo>
                <a:lnTo>
                  <a:pt x="1618099" y="130460"/>
                </a:lnTo>
                <a:lnTo>
                  <a:pt x="1618262" y="129932"/>
                </a:lnTo>
                <a:lnTo>
                  <a:pt x="1618383" y="129352"/>
                </a:lnTo>
                <a:lnTo>
                  <a:pt x="1618458" y="128717"/>
                </a:lnTo>
                <a:lnTo>
                  <a:pt x="1618484" y="128023"/>
                </a:lnTo>
                <a:lnTo>
                  <a:pt x="1618463" y="127307"/>
                </a:lnTo>
                <a:lnTo>
                  <a:pt x="1618400" y="126650"/>
                </a:lnTo>
                <a:lnTo>
                  <a:pt x="1618296" y="126051"/>
                </a:lnTo>
                <a:lnTo>
                  <a:pt x="1618152" y="125506"/>
                </a:lnTo>
                <a:lnTo>
                  <a:pt x="1617967" y="125013"/>
                </a:lnTo>
                <a:lnTo>
                  <a:pt x="1617743" y="124569"/>
                </a:lnTo>
                <a:close/>
                <a:moveTo>
                  <a:pt x="494197" y="109621"/>
                </a:moveTo>
                <a:lnTo>
                  <a:pt x="493910" y="109261"/>
                </a:lnTo>
                <a:lnTo>
                  <a:pt x="493596" y="108941"/>
                </a:lnTo>
                <a:lnTo>
                  <a:pt x="493258" y="108659"/>
                </a:lnTo>
                <a:lnTo>
                  <a:pt x="492902" y="108412"/>
                </a:lnTo>
                <a:lnTo>
                  <a:pt x="492530" y="108198"/>
                </a:lnTo>
                <a:lnTo>
                  <a:pt x="492149" y="108014"/>
                </a:lnTo>
                <a:lnTo>
                  <a:pt x="491761" y="107859"/>
                </a:lnTo>
                <a:lnTo>
                  <a:pt x="491372" y="107730"/>
                </a:lnTo>
                <a:lnTo>
                  <a:pt x="490985" y="107623"/>
                </a:lnTo>
                <a:lnTo>
                  <a:pt x="490605" y="107539"/>
                </a:lnTo>
                <a:lnTo>
                  <a:pt x="490237" y="107472"/>
                </a:lnTo>
                <a:lnTo>
                  <a:pt x="489884" y="107423"/>
                </a:lnTo>
                <a:lnTo>
                  <a:pt x="489552" y="107387"/>
                </a:lnTo>
                <a:lnTo>
                  <a:pt x="489244" y="107363"/>
                </a:lnTo>
                <a:lnTo>
                  <a:pt x="488964" y="107349"/>
                </a:lnTo>
                <a:lnTo>
                  <a:pt x="488718" y="107341"/>
                </a:lnTo>
                <a:lnTo>
                  <a:pt x="488509" y="107339"/>
                </a:lnTo>
                <a:lnTo>
                  <a:pt x="488342" y="107338"/>
                </a:lnTo>
                <a:lnTo>
                  <a:pt x="487918" y="107341"/>
                </a:lnTo>
                <a:lnTo>
                  <a:pt x="487514" y="107352"/>
                </a:lnTo>
                <a:lnTo>
                  <a:pt x="487128" y="107370"/>
                </a:lnTo>
                <a:lnTo>
                  <a:pt x="486760" y="107398"/>
                </a:lnTo>
                <a:lnTo>
                  <a:pt x="486408" y="107436"/>
                </a:lnTo>
                <a:lnTo>
                  <a:pt x="486074" y="107486"/>
                </a:lnTo>
                <a:lnTo>
                  <a:pt x="485754" y="107548"/>
                </a:lnTo>
                <a:lnTo>
                  <a:pt x="485450" y="107624"/>
                </a:lnTo>
                <a:lnTo>
                  <a:pt x="485160" y="107715"/>
                </a:lnTo>
                <a:lnTo>
                  <a:pt x="484883" y="107822"/>
                </a:lnTo>
                <a:lnTo>
                  <a:pt x="484618" y="107945"/>
                </a:lnTo>
                <a:lnTo>
                  <a:pt x="484366" y="108087"/>
                </a:lnTo>
                <a:lnTo>
                  <a:pt x="484124" y="108248"/>
                </a:lnTo>
                <a:lnTo>
                  <a:pt x="483893" y="108429"/>
                </a:lnTo>
                <a:lnTo>
                  <a:pt x="483671" y="108631"/>
                </a:lnTo>
                <a:lnTo>
                  <a:pt x="483458" y="108855"/>
                </a:lnTo>
                <a:lnTo>
                  <a:pt x="483253" y="109103"/>
                </a:lnTo>
                <a:lnTo>
                  <a:pt x="483055" y="109376"/>
                </a:lnTo>
                <a:lnTo>
                  <a:pt x="482864" y="109674"/>
                </a:lnTo>
                <a:lnTo>
                  <a:pt x="482679" y="110000"/>
                </a:lnTo>
                <a:lnTo>
                  <a:pt x="482498" y="110353"/>
                </a:lnTo>
                <a:lnTo>
                  <a:pt x="482322" y="110734"/>
                </a:lnTo>
                <a:lnTo>
                  <a:pt x="482149" y="111146"/>
                </a:lnTo>
                <a:lnTo>
                  <a:pt x="481979" y="111589"/>
                </a:lnTo>
                <a:lnTo>
                  <a:pt x="481418" y="112777"/>
                </a:lnTo>
                <a:lnTo>
                  <a:pt x="480797" y="113883"/>
                </a:lnTo>
                <a:lnTo>
                  <a:pt x="480121" y="114910"/>
                </a:lnTo>
                <a:lnTo>
                  <a:pt x="479396" y="115861"/>
                </a:lnTo>
                <a:lnTo>
                  <a:pt x="478626" y="116739"/>
                </a:lnTo>
                <a:lnTo>
                  <a:pt x="477816" y="117546"/>
                </a:lnTo>
                <a:lnTo>
                  <a:pt x="476971" y="118286"/>
                </a:lnTo>
                <a:lnTo>
                  <a:pt x="476095" y="118960"/>
                </a:lnTo>
                <a:lnTo>
                  <a:pt x="475194" y="119572"/>
                </a:lnTo>
                <a:lnTo>
                  <a:pt x="474273" y="120125"/>
                </a:lnTo>
                <a:lnTo>
                  <a:pt x="473336" y="120621"/>
                </a:lnTo>
                <a:lnTo>
                  <a:pt x="472387" y="121063"/>
                </a:lnTo>
                <a:lnTo>
                  <a:pt x="471433" y="121454"/>
                </a:lnTo>
                <a:lnTo>
                  <a:pt x="470478" y="121796"/>
                </a:lnTo>
                <a:lnTo>
                  <a:pt x="469526" y="122092"/>
                </a:lnTo>
                <a:lnTo>
                  <a:pt x="468583" y="122346"/>
                </a:lnTo>
                <a:lnTo>
                  <a:pt x="467654" y="122559"/>
                </a:lnTo>
                <a:lnTo>
                  <a:pt x="466742" y="122735"/>
                </a:lnTo>
                <a:lnTo>
                  <a:pt x="465854" y="122877"/>
                </a:lnTo>
                <a:lnTo>
                  <a:pt x="464993" y="122986"/>
                </a:lnTo>
                <a:lnTo>
                  <a:pt x="464166" y="123066"/>
                </a:lnTo>
                <a:lnTo>
                  <a:pt x="463376" y="123120"/>
                </a:lnTo>
                <a:lnTo>
                  <a:pt x="462628" y="123151"/>
                </a:lnTo>
                <a:lnTo>
                  <a:pt x="461928" y="123160"/>
                </a:lnTo>
                <a:lnTo>
                  <a:pt x="460122" y="123110"/>
                </a:lnTo>
                <a:lnTo>
                  <a:pt x="458320" y="122961"/>
                </a:lnTo>
                <a:lnTo>
                  <a:pt x="456528" y="122713"/>
                </a:lnTo>
                <a:lnTo>
                  <a:pt x="454752" y="122369"/>
                </a:lnTo>
                <a:lnTo>
                  <a:pt x="452994" y="121929"/>
                </a:lnTo>
                <a:lnTo>
                  <a:pt x="451262" y="121394"/>
                </a:lnTo>
                <a:lnTo>
                  <a:pt x="449559" y="120766"/>
                </a:lnTo>
                <a:lnTo>
                  <a:pt x="447891" y="120045"/>
                </a:lnTo>
                <a:lnTo>
                  <a:pt x="446262" y="119233"/>
                </a:lnTo>
                <a:lnTo>
                  <a:pt x="444677" y="118332"/>
                </a:lnTo>
                <a:lnTo>
                  <a:pt x="443142" y="117341"/>
                </a:lnTo>
                <a:lnTo>
                  <a:pt x="441662" y="116263"/>
                </a:lnTo>
                <a:lnTo>
                  <a:pt x="440240" y="115098"/>
                </a:lnTo>
                <a:lnTo>
                  <a:pt x="438883" y="113847"/>
                </a:lnTo>
                <a:lnTo>
                  <a:pt x="437595" y="112513"/>
                </a:lnTo>
                <a:lnTo>
                  <a:pt x="436380" y="111095"/>
                </a:lnTo>
                <a:lnTo>
                  <a:pt x="435245" y="109596"/>
                </a:lnTo>
                <a:lnTo>
                  <a:pt x="434194" y="108016"/>
                </a:lnTo>
                <a:lnTo>
                  <a:pt x="433231" y="106356"/>
                </a:lnTo>
                <a:lnTo>
                  <a:pt x="432363" y="104617"/>
                </a:lnTo>
                <a:lnTo>
                  <a:pt x="431593" y="102802"/>
                </a:lnTo>
                <a:lnTo>
                  <a:pt x="430927" y="100910"/>
                </a:lnTo>
                <a:lnTo>
                  <a:pt x="430369" y="98943"/>
                </a:lnTo>
                <a:lnTo>
                  <a:pt x="429925" y="96903"/>
                </a:lnTo>
                <a:lnTo>
                  <a:pt x="487378" y="96903"/>
                </a:lnTo>
                <a:lnTo>
                  <a:pt x="487881" y="96902"/>
                </a:lnTo>
                <a:lnTo>
                  <a:pt x="488380" y="96899"/>
                </a:lnTo>
                <a:lnTo>
                  <a:pt x="488871" y="96889"/>
                </a:lnTo>
                <a:lnTo>
                  <a:pt x="489354" y="96870"/>
                </a:lnTo>
                <a:lnTo>
                  <a:pt x="489828" y="96838"/>
                </a:lnTo>
                <a:lnTo>
                  <a:pt x="490290" y="96792"/>
                </a:lnTo>
                <a:lnTo>
                  <a:pt x="490740" y="96726"/>
                </a:lnTo>
                <a:lnTo>
                  <a:pt x="491176" y="96639"/>
                </a:lnTo>
                <a:lnTo>
                  <a:pt x="491596" y="96527"/>
                </a:lnTo>
                <a:lnTo>
                  <a:pt x="492000" y="96387"/>
                </a:lnTo>
                <a:lnTo>
                  <a:pt x="492385" y="96216"/>
                </a:lnTo>
                <a:lnTo>
                  <a:pt x="492751" y="96012"/>
                </a:lnTo>
                <a:lnTo>
                  <a:pt x="493095" y="95770"/>
                </a:lnTo>
                <a:lnTo>
                  <a:pt x="493417" y="95487"/>
                </a:lnTo>
                <a:lnTo>
                  <a:pt x="493716" y="95162"/>
                </a:lnTo>
                <a:lnTo>
                  <a:pt x="493988" y="94790"/>
                </a:lnTo>
                <a:lnTo>
                  <a:pt x="494235" y="94369"/>
                </a:lnTo>
                <a:lnTo>
                  <a:pt x="494452" y="93894"/>
                </a:lnTo>
                <a:lnTo>
                  <a:pt x="494641" y="93365"/>
                </a:lnTo>
                <a:lnTo>
                  <a:pt x="494798" y="92776"/>
                </a:lnTo>
                <a:lnTo>
                  <a:pt x="494923" y="92126"/>
                </a:lnTo>
                <a:lnTo>
                  <a:pt x="495014" y="91410"/>
                </a:lnTo>
                <a:lnTo>
                  <a:pt x="495069" y="90626"/>
                </a:lnTo>
                <a:lnTo>
                  <a:pt x="495088" y="89772"/>
                </a:lnTo>
                <a:lnTo>
                  <a:pt x="495024" y="87041"/>
                </a:lnTo>
                <a:lnTo>
                  <a:pt x="494831" y="84349"/>
                </a:lnTo>
                <a:lnTo>
                  <a:pt x="494509" y="81703"/>
                </a:lnTo>
                <a:lnTo>
                  <a:pt x="494058" y="79109"/>
                </a:lnTo>
                <a:lnTo>
                  <a:pt x="493478" y="76576"/>
                </a:lnTo>
                <a:lnTo>
                  <a:pt x="492769" y="74109"/>
                </a:lnTo>
                <a:lnTo>
                  <a:pt x="491930" y="71715"/>
                </a:lnTo>
                <a:lnTo>
                  <a:pt x="490961" y="69401"/>
                </a:lnTo>
                <a:lnTo>
                  <a:pt x="489862" y="67175"/>
                </a:lnTo>
                <a:lnTo>
                  <a:pt x="488634" y="65042"/>
                </a:lnTo>
                <a:lnTo>
                  <a:pt x="487275" y="63010"/>
                </a:lnTo>
                <a:lnTo>
                  <a:pt x="485786" y="61086"/>
                </a:lnTo>
                <a:lnTo>
                  <a:pt x="484166" y="59277"/>
                </a:lnTo>
                <a:lnTo>
                  <a:pt x="482416" y="57588"/>
                </a:lnTo>
                <a:lnTo>
                  <a:pt x="480535" y="56028"/>
                </a:lnTo>
                <a:lnTo>
                  <a:pt x="478523" y="54603"/>
                </a:lnTo>
                <a:lnTo>
                  <a:pt x="476379" y="53320"/>
                </a:lnTo>
                <a:lnTo>
                  <a:pt x="474104" y="52186"/>
                </a:lnTo>
                <a:lnTo>
                  <a:pt x="471698" y="51207"/>
                </a:lnTo>
                <a:lnTo>
                  <a:pt x="469160" y="50391"/>
                </a:lnTo>
                <a:lnTo>
                  <a:pt x="466489" y="49745"/>
                </a:lnTo>
                <a:lnTo>
                  <a:pt x="463687" y="49274"/>
                </a:lnTo>
                <a:lnTo>
                  <a:pt x="460753" y="48987"/>
                </a:lnTo>
                <a:lnTo>
                  <a:pt x="457686" y="48890"/>
                </a:lnTo>
                <a:lnTo>
                  <a:pt x="454843" y="48989"/>
                </a:lnTo>
                <a:lnTo>
                  <a:pt x="452051" y="49283"/>
                </a:lnTo>
                <a:lnTo>
                  <a:pt x="449318" y="49765"/>
                </a:lnTo>
                <a:lnTo>
                  <a:pt x="446650" y="50428"/>
                </a:lnTo>
                <a:lnTo>
                  <a:pt x="444052" y="51267"/>
                </a:lnTo>
                <a:lnTo>
                  <a:pt x="441531" y="52274"/>
                </a:lnTo>
                <a:lnTo>
                  <a:pt x="439093" y="53443"/>
                </a:lnTo>
                <a:lnTo>
                  <a:pt x="436743" y="54768"/>
                </a:lnTo>
                <a:lnTo>
                  <a:pt x="434489" y="56242"/>
                </a:lnTo>
                <a:lnTo>
                  <a:pt x="432336" y="57860"/>
                </a:lnTo>
                <a:lnTo>
                  <a:pt x="430290" y="59613"/>
                </a:lnTo>
                <a:lnTo>
                  <a:pt x="428358" y="61497"/>
                </a:lnTo>
                <a:lnTo>
                  <a:pt x="426545" y="63504"/>
                </a:lnTo>
                <a:lnTo>
                  <a:pt x="424858" y="65628"/>
                </a:lnTo>
                <a:lnTo>
                  <a:pt x="423302" y="67863"/>
                </a:lnTo>
                <a:lnTo>
                  <a:pt x="421884" y="70202"/>
                </a:lnTo>
                <a:lnTo>
                  <a:pt x="420611" y="72639"/>
                </a:lnTo>
                <a:lnTo>
                  <a:pt x="419487" y="75167"/>
                </a:lnTo>
                <a:lnTo>
                  <a:pt x="418519" y="77780"/>
                </a:lnTo>
                <a:lnTo>
                  <a:pt x="417714" y="80472"/>
                </a:lnTo>
                <a:lnTo>
                  <a:pt x="417077" y="83235"/>
                </a:lnTo>
                <a:lnTo>
                  <a:pt x="416614" y="86064"/>
                </a:lnTo>
                <a:lnTo>
                  <a:pt x="416332" y="88952"/>
                </a:lnTo>
                <a:lnTo>
                  <a:pt x="416237" y="91893"/>
                </a:lnTo>
                <a:lnTo>
                  <a:pt x="416337" y="94815"/>
                </a:lnTo>
                <a:lnTo>
                  <a:pt x="416634" y="97688"/>
                </a:lnTo>
                <a:lnTo>
                  <a:pt x="417122" y="100506"/>
                </a:lnTo>
                <a:lnTo>
                  <a:pt x="417794" y="103261"/>
                </a:lnTo>
                <a:lnTo>
                  <a:pt x="418645" y="105946"/>
                </a:lnTo>
                <a:lnTo>
                  <a:pt x="419668" y="108556"/>
                </a:lnTo>
                <a:lnTo>
                  <a:pt x="420857" y="111084"/>
                </a:lnTo>
                <a:lnTo>
                  <a:pt x="422206" y="113522"/>
                </a:lnTo>
                <a:lnTo>
                  <a:pt x="423709" y="115864"/>
                </a:lnTo>
                <a:lnTo>
                  <a:pt x="425360" y="118104"/>
                </a:lnTo>
                <a:lnTo>
                  <a:pt x="427153" y="120234"/>
                </a:lnTo>
                <a:lnTo>
                  <a:pt x="429081" y="122248"/>
                </a:lnTo>
                <a:lnTo>
                  <a:pt x="431139" y="124140"/>
                </a:lnTo>
                <a:lnTo>
                  <a:pt x="433320" y="125902"/>
                </a:lnTo>
                <a:lnTo>
                  <a:pt x="435619" y="127529"/>
                </a:lnTo>
                <a:lnTo>
                  <a:pt x="438029" y="129012"/>
                </a:lnTo>
                <a:lnTo>
                  <a:pt x="440544" y="130346"/>
                </a:lnTo>
                <a:lnTo>
                  <a:pt x="443158" y="131524"/>
                </a:lnTo>
                <a:lnTo>
                  <a:pt x="445865" y="132539"/>
                </a:lnTo>
                <a:lnTo>
                  <a:pt x="448658" y="133384"/>
                </a:lnTo>
                <a:lnTo>
                  <a:pt x="451532" y="134054"/>
                </a:lnTo>
                <a:lnTo>
                  <a:pt x="454481" y="134540"/>
                </a:lnTo>
                <a:lnTo>
                  <a:pt x="457498" y="134837"/>
                </a:lnTo>
                <a:lnTo>
                  <a:pt x="460578" y="134937"/>
                </a:lnTo>
                <a:lnTo>
                  <a:pt x="463674" y="134849"/>
                </a:lnTo>
                <a:lnTo>
                  <a:pt x="466603" y="134593"/>
                </a:lnTo>
                <a:lnTo>
                  <a:pt x="469368" y="134181"/>
                </a:lnTo>
                <a:lnTo>
                  <a:pt x="471971" y="133629"/>
                </a:lnTo>
                <a:lnTo>
                  <a:pt x="474416" y="132947"/>
                </a:lnTo>
                <a:lnTo>
                  <a:pt x="476707" y="132149"/>
                </a:lnTo>
                <a:lnTo>
                  <a:pt x="478845" y="131248"/>
                </a:lnTo>
                <a:lnTo>
                  <a:pt x="480836" y="130257"/>
                </a:lnTo>
                <a:lnTo>
                  <a:pt x="482681" y="129189"/>
                </a:lnTo>
                <a:lnTo>
                  <a:pt x="484384" y="128057"/>
                </a:lnTo>
                <a:lnTo>
                  <a:pt x="485948" y="126874"/>
                </a:lnTo>
                <a:lnTo>
                  <a:pt x="487376" y="125653"/>
                </a:lnTo>
                <a:lnTo>
                  <a:pt x="488672" y="124406"/>
                </a:lnTo>
                <a:lnTo>
                  <a:pt x="489839" y="123148"/>
                </a:lnTo>
                <a:lnTo>
                  <a:pt x="490879" y="121890"/>
                </a:lnTo>
                <a:lnTo>
                  <a:pt x="491796" y="120646"/>
                </a:lnTo>
                <a:lnTo>
                  <a:pt x="492594" y="119429"/>
                </a:lnTo>
                <a:lnTo>
                  <a:pt x="493275" y="118251"/>
                </a:lnTo>
                <a:lnTo>
                  <a:pt x="493842" y="117126"/>
                </a:lnTo>
                <a:lnTo>
                  <a:pt x="494299" y="116067"/>
                </a:lnTo>
                <a:lnTo>
                  <a:pt x="494649" y="115086"/>
                </a:lnTo>
                <a:lnTo>
                  <a:pt x="494895" y="114197"/>
                </a:lnTo>
                <a:lnTo>
                  <a:pt x="495040" y="113412"/>
                </a:lnTo>
                <a:lnTo>
                  <a:pt x="495088" y="112747"/>
                </a:lnTo>
                <a:lnTo>
                  <a:pt x="495060" y="112100"/>
                </a:lnTo>
                <a:lnTo>
                  <a:pt x="494977" y="111505"/>
                </a:lnTo>
                <a:lnTo>
                  <a:pt x="494846" y="110963"/>
                </a:lnTo>
                <a:lnTo>
                  <a:pt x="494669" y="110469"/>
                </a:lnTo>
                <a:lnTo>
                  <a:pt x="494451" y="110023"/>
                </a:lnTo>
                <a:lnTo>
                  <a:pt x="494197" y="109621"/>
                </a:lnTo>
                <a:close/>
                <a:moveTo>
                  <a:pt x="432876" y="77053"/>
                </a:moveTo>
                <a:lnTo>
                  <a:pt x="433667" y="75539"/>
                </a:lnTo>
                <a:lnTo>
                  <a:pt x="434531" y="74080"/>
                </a:lnTo>
                <a:lnTo>
                  <a:pt x="435466" y="72679"/>
                </a:lnTo>
                <a:lnTo>
                  <a:pt x="436469" y="71339"/>
                </a:lnTo>
                <a:lnTo>
                  <a:pt x="437536" y="70063"/>
                </a:lnTo>
                <a:lnTo>
                  <a:pt x="438666" y="68853"/>
                </a:lnTo>
                <a:lnTo>
                  <a:pt x="439854" y="67714"/>
                </a:lnTo>
                <a:lnTo>
                  <a:pt x="441099" y="66649"/>
                </a:lnTo>
                <a:lnTo>
                  <a:pt x="442397" y="65660"/>
                </a:lnTo>
                <a:lnTo>
                  <a:pt x="443745" y="64750"/>
                </a:lnTo>
                <a:lnTo>
                  <a:pt x="445141" y="63923"/>
                </a:lnTo>
                <a:lnTo>
                  <a:pt x="446582" y="63182"/>
                </a:lnTo>
                <a:lnTo>
                  <a:pt x="448065" y="62529"/>
                </a:lnTo>
                <a:lnTo>
                  <a:pt x="449588" y="61968"/>
                </a:lnTo>
                <a:lnTo>
                  <a:pt x="451146" y="61503"/>
                </a:lnTo>
                <a:lnTo>
                  <a:pt x="452738" y="61135"/>
                </a:lnTo>
                <a:lnTo>
                  <a:pt x="454361" y="60869"/>
                </a:lnTo>
                <a:lnTo>
                  <a:pt x="456011" y="60707"/>
                </a:lnTo>
                <a:lnTo>
                  <a:pt x="457686" y="60652"/>
                </a:lnTo>
                <a:lnTo>
                  <a:pt x="458949" y="60678"/>
                </a:lnTo>
                <a:lnTo>
                  <a:pt x="460226" y="60758"/>
                </a:lnTo>
                <a:lnTo>
                  <a:pt x="461512" y="60898"/>
                </a:lnTo>
                <a:lnTo>
                  <a:pt x="462803" y="61101"/>
                </a:lnTo>
                <a:lnTo>
                  <a:pt x="464093" y="61372"/>
                </a:lnTo>
                <a:lnTo>
                  <a:pt x="465377" y="61716"/>
                </a:lnTo>
                <a:lnTo>
                  <a:pt x="466649" y="62136"/>
                </a:lnTo>
                <a:lnTo>
                  <a:pt x="467904" y="62638"/>
                </a:lnTo>
                <a:lnTo>
                  <a:pt x="469138" y="63225"/>
                </a:lnTo>
                <a:lnTo>
                  <a:pt x="470343" y="63902"/>
                </a:lnTo>
                <a:lnTo>
                  <a:pt x="471517" y="64674"/>
                </a:lnTo>
                <a:lnTo>
                  <a:pt x="472652" y="65545"/>
                </a:lnTo>
                <a:lnTo>
                  <a:pt x="473744" y="66520"/>
                </a:lnTo>
                <a:lnTo>
                  <a:pt x="474788" y="67602"/>
                </a:lnTo>
                <a:lnTo>
                  <a:pt x="475777" y="68797"/>
                </a:lnTo>
                <a:lnTo>
                  <a:pt x="476708" y="70108"/>
                </a:lnTo>
                <a:lnTo>
                  <a:pt x="477575" y="71541"/>
                </a:lnTo>
                <a:lnTo>
                  <a:pt x="478372" y="73099"/>
                </a:lnTo>
                <a:lnTo>
                  <a:pt x="479095" y="74788"/>
                </a:lnTo>
                <a:lnTo>
                  <a:pt x="479737" y="76610"/>
                </a:lnTo>
                <a:lnTo>
                  <a:pt x="480294" y="78572"/>
                </a:lnTo>
                <a:lnTo>
                  <a:pt x="480760" y="80677"/>
                </a:lnTo>
                <a:lnTo>
                  <a:pt x="481131" y="82930"/>
                </a:lnTo>
                <a:lnTo>
                  <a:pt x="481400" y="85335"/>
                </a:lnTo>
                <a:lnTo>
                  <a:pt x="430119" y="85335"/>
                </a:lnTo>
                <a:lnTo>
                  <a:pt x="430501" y="83594"/>
                </a:lnTo>
                <a:lnTo>
                  <a:pt x="430970" y="81892"/>
                </a:lnTo>
                <a:lnTo>
                  <a:pt x="431525" y="80233"/>
                </a:lnTo>
                <a:lnTo>
                  <a:pt x="432161" y="78619"/>
                </a:lnTo>
                <a:lnTo>
                  <a:pt x="432876" y="77053"/>
                </a:lnTo>
                <a:close/>
                <a:moveTo>
                  <a:pt x="1000274" y="109621"/>
                </a:moveTo>
                <a:lnTo>
                  <a:pt x="999987" y="109261"/>
                </a:lnTo>
                <a:lnTo>
                  <a:pt x="999673" y="108941"/>
                </a:lnTo>
                <a:lnTo>
                  <a:pt x="999336" y="108659"/>
                </a:lnTo>
                <a:lnTo>
                  <a:pt x="998979" y="108412"/>
                </a:lnTo>
                <a:lnTo>
                  <a:pt x="998608" y="108198"/>
                </a:lnTo>
                <a:lnTo>
                  <a:pt x="998226" y="108014"/>
                </a:lnTo>
                <a:lnTo>
                  <a:pt x="997838" y="107859"/>
                </a:lnTo>
                <a:lnTo>
                  <a:pt x="997449" y="107730"/>
                </a:lnTo>
                <a:lnTo>
                  <a:pt x="997062" y="107623"/>
                </a:lnTo>
                <a:lnTo>
                  <a:pt x="996682" y="107539"/>
                </a:lnTo>
                <a:lnTo>
                  <a:pt x="996314" y="107472"/>
                </a:lnTo>
                <a:lnTo>
                  <a:pt x="995961" y="107423"/>
                </a:lnTo>
                <a:lnTo>
                  <a:pt x="995629" y="107387"/>
                </a:lnTo>
                <a:lnTo>
                  <a:pt x="995321" y="107363"/>
                </a:lnTo>
                <a:lnTo>
                  <a:pt x="995042" y="107349"/>
                </a:lnTo>
                <a:lnTo>
                  <a:pt x="994795" y="107341"/>
                </a:lnTo>
                <a:lnTo>
                  <a:pt x="994587" y="107339"/>
                </a:lnTo>
                <a:lnTo>
                  <a:pt x="994420" y="107338"/>
                </a:lnTo>
                <a:lnTo>
                  <a:pt x="993996" y="107341"/>
                </a:lnTo>
                <a:lnTo>
                  <a:pt x="993591" y="107352"/>
                </a:lnTo>
                <a:lnTo>
                  <a:pt x="993205" y="107370"/>
                </a:lnTo>
                <a:lnTo>
                  <a:pt x="992837" y="107398"/>
                </a:lnTo>
                <a:lnTo>
                  <a:pt x="992486" y="107436"/>
                </a:lnTo>
                <a:lnTo>
                  <a:pt x="992151" y="107486"/>
                </a:lnTo>
                <a:lnTo>
                  <a:pt x="991832" y="107548"/>
                </a:lnTo>
                <a:lnTo>
                  <a:pt x="991527" y="107624"/>
                </a:lnTo>
                <a:lnTo>
                  <a:pt x="991237" y="107715"/>
                </a:lnTo>
                <a:lnTo>
                  <a:pt x="990960" y="107822"/>
                </a:lnTo>
                <a:lnTo>
                  <a:pt x="990695" y="107945"/>
                </a:lnTo>
                <a:lnTo>
                  <a:pt x="990443" y="108087"/>
                </a:lnTo>
                <a:lnTo>
                  <a:pt x="990201" y="108248"/>
                </a:lnTo>
                <a:lnTo>
                  <a:pt x="989970" y="108429"/>
                </a:lnTo>
                <a:lnTo>
                  <a:pt x="989748" y="108631"/>
                </a:lnTo>
                <a:lnTo>
                  <a:pt x="989535" y="108855"/>
                </a:lnTo>
                <a:lnTo>
                  <a:pt x="989330" y="109103"/>
                </a:lnTo>
                <a:lnTo>
                  <a:pt x="989132" y="109376"/>
                </a:lnTo>
                <a:lnTo>
                  <a:pt x="988941" y="109674"/>
                </a:lnTo>
                <a:lnTo>
                  <a:pt x="988756" y="110000"/>
                </a:lnTo>
                <a:lnTo>
                  <a:pt x="988575" y="110353"/>
                </a:lnTo>
                <a:lnTo>
                  <a:pt x="988399" y="110734"/>
                </a:lnTo>
                <a:lnTo>
                  <a:pt x="988227" y="111146"/>
                </a:lnTo>
                <a:lnTo>
                  <a:pt x="988057" y="111589"/>
                </a:lnTo>
                <a:lnTo>
                  <a:pt x="987495" y="112777"/>
                </a:lnTo>
                <a:lnTo>
                  <a:pt x="986874" y="113883"/>
                </a:lnTo>
                <a:lnTo>
                  <a:pt x="986199" y="114910"/>
                </a:lnTo>
                <a:lnTo>
                  <a:pt x="985473" y="115861"/>
                </a:lnTo>
                <a:lnTo>
                  <a:pt x="984703" y="116739"/>
                </a:lnTo>
                <a:lnTo>
                  <a:pt x="983893" y="117546"/>
                </a:lnTo>
                <a:lnTo>
                  <a:pt x="983048" y="118286"/>
                </a:lnTo>
                <a:lnTo>
                  <a:pt x="982172" y="118960"/>
                </a:lnTo>
                <a:lnTo>
                  <a:pt x="981272" y="119572"/>
                </a:lnTo>
                <a:lnTo>
                  <a:pt x="980350" y="120125"/>
                </a:lnTo>
                <a:lnTo>
                  <a:pt x="979413" y="120621"/>
                </a:lnTo>
                <a:lnTo>
                  <a:pt x="978465" y="121063"/>
                </a:lnTo>
                <a:lnTo>
                  <a:pt x="977511" y="121454"/>
                </a:lnTo>
                <a:lnTo>
                  <a:pt x="976555" y="121796"/>
                </a:lnTo>
                <a:lnTo>
                  <a:pt x="975604" y="122092"/>
                </a:lnTo>
                <a:lnTo>
                  <a:pt x="974661" y="122346"/>
                </a:lnTo>
                <a:lnTo>
                  <a:pt x="973731" y="122559"/>
                </a:lnTo>
                <a:lnTo>
                  <a:pt x="972819" y="122735"/>
                </a:lnTo>
                <a:lnTo>
                  <a:pt x="971931" y="122877"/>
                </a:lnTo>
                <a:lnTo>
                  <a:pt x="971071" y="122986"/>
                </a:lnTo>
                <a:lnTo>
                  <a:pt x="970243" y="123066"/>
                </a:lnTo>
                <a:lnTo>
                  <a:pt x="969453" y="123120"/>
                </a:lnTo>
                <a:lnTo>
                  <a:pt x="968706" y="123151"/>
                </a:lnTo>
                <a:lnTo>
                  <a:pt x="968006" y="123160"/>
                </a:lnTo>
                <a:lnTo>
                  <a:pt x="966199" y="123110"/>
                </a:lnTo>
                <a:lnTo>
                  <a:pt x="964397" y="122961"/>
                </a:lnTo>
                <a:lnTo>
                  <a:pt x="962606" y="122713"/>
                </a:lnTo>
                <a:lnTo>
                  <a:pt x="960829" y="122369"/>
                </a:lnTo>
                <a:lnTo>
                  <a:pt x="959072" y="121929"/>
                </a:lnTo>
                <a:lnTo>
                  <a:pt x="957339" y="121394"/>
                </a:lnTo>
                <a:lnTo>
                  <a:pt x="955636" y="120766"/>
                </a:lnTo>
                <a:lnTo>
                  <a:pt x="953968" y="120045"/>
                </a:lnTo>
                <a:lnTo>
                  <a:pt x="952339" y="119233"/>
                </a:lnTo>
                <a:lnTo>
                  <a:pt x="950755" y="118332"/>
                </a:lnTo>
                <a:lnTo>
                  <a:pt x="949220" y="117341"/>
                </a:lnTo>
                <a:lnTo>
                  <a:pt x="947739" y="116263"/>
                </a:lnTo>
                <a:lnTo>
                  <a:pt x="946317" y="115098"/>
                </a:lnTo>
                <a:lnTo>
                  <a:pt x="944960" y="113847"/>
                </a:lnTo>
                <a:lnTo>
                  <a:pt x="943672" y="112513"/>
                </a:lnTo>
                <a:lnTo>
                  <a:pt x="942458" y="111095"/>
                </a:lnTo>
                <a:lnTo>
                  <a:pt x="941322" y="109596"/>
                </a:lnTo>
                <a:lnTo>
                  <a:pt x="940271" y="108016"/>
                </a:lnTo>
                <a:lnTo>
                  <a:pt x="939309" y="106356"/>
                </a:lnTo>
                <a:lnTo>
                  <a:pt x="938440" y="104617"/>
                </a:lnTo>
                <a:lnTo>
                  <a:pt x="937670" y="102802"/>
                </a:lnTo>
                <a:lnTo>
                  <a:pt x="937004" y="100910"/>
                </a:lnTo>
                <a:lnTo>
                  <a:pt x="936446" y="98943"/>
                </a:lnTo>
                <a:lnTo>
                  <a:pt x="936002" y="96903"/>
                </a:lnTo>
                <a:lnTo>
                  <a:pt x="993455" y="96903"/>
                </a:lnTo>
                <a:lnTo>
                  <a:pt x="993959" y="96902"/>
                </a:lnTo>
                <a:lnTo>
                  <a:pt x="994457" y="96899"/>
                </a:lnTo>
                <a:lnTo>
                  <a:pt x="994948" y="96889"/>
                </a:lnTo>
                <a:lnTo>
                  <a:pt x="995431" y="96870"/>
                </a:lnTo>
                <a:lnTo>
                  <a:pt x="995905" y="96838"/>
                </a:lnTo>
                <a:lnTo>
                  <a:pt x="996367" y="96792"/>
                </a:lnTo>
                <a:lnTo>
                  <a:pt x="996817" y="96726"/>
                </a:lnTo>
                <a:lnTo>
                  <a:pt x="997253" y="96639"/>
                </a:lnTo>
                <a:lnTo>
                  <a:pt x="997673" y="96527"/>
                </a:lnTo>
                <a:lnTo>
                  <a:pt x="998077" y="96387"/>
                </a:lnTo>
                <a:lnTo>
                  <a:pt x="998462" y="96216"/>
                </a:lnTo>
                <a:lnTo>
                  <a:pt x="998828" y="96012"/>
                </a:lnTo>
                <a:lnTo>
                  <a:pt x="999173" y="95770"/>
                </a:lnTo>
                <a:lnTo>
                  <a:pt x="999495" y="95487"/>
                </a:lnTo>
                <a:lnTo>
                  <a:pt x="999793" y="95162"/>
                </a:lnTo>
                <a:lnTo>
                  <a:pt x="1000066" y="94790"/>
                </a:lnTo>
                <a:lnTo>
                  <a:pt x="1000312" y="94369"/>
                </a:lnTo>
                <a:lnTo>
                  <a:pt x="1000530" y="93894"/>
                </a:lnTo>
                <a:lnTo>
                  <a:pt x="1000718" y="93365"/>
                </a:lnTo>
                <a:lnTo>
                  <a:pt x="1000875" y="92776"/>
                </a:lnTo>
                <a:lnTo>
                  <a:pt x="1001000" y="92126"/>
                </a:lnTo>
                <a:lnTo>
                  <a:pt x="1001091" y="91410"/>
                </a:lnTo>
                <a:lnTo>
                  <a:pt x="1001146" y="90626"/>
                </a:lnTo>
                <a:lnTo>
                  <a:pt x="1001165" y="89772"/>
                </a:lnTo>
                <a:lnTo>
                  <a:pt x="1001101" y="87041"/>
                </a:lnTo>
                <a:lnTo>
                  <a:pt x="1000908" y="84349"/>
                </a:lnTo>
                <a:lnTo>
                  <a:pt x="1000586" y="81703"/>
                </a:lnTo>
                <a:lnTo>
                  <a:pt x="1000135" y="79109"/>
                </a:lnTo>
                <a:lnTo>
                  <a:pt x="999555" y="76576"/>
                </a:lnTo>
                <a:lnTo>
                  <a:pt x="998846" y="74109"/>
                </a:lnTo>
                <a:lnTo>
                  <a:pt x="998007" y="71715"/>
                </a:lnTo>
                <a:lnTo>
                  <a:pt x="997038" y="69401"/>
                </a:lnTo>
                <a:lnTo>
                  <a:pt x="995940" y="67175"/>
                </a:lnTo>
                <a:lnTo>
                  <a:pt x="994711" y="65042"/>
                </a:lnTo>
                <a:lnTo>
                  <a:pt x="993352" y="63010"/>
                </a:lnTo>
                <a:lnTo>
                  <a:pt x="991863" y="61086"/>
                </a:lnTo>
                <a:lnTo>
                  <a:pt x="990244" y="59277"/>
                </a:lnTo>
                <a:lnTo>
                  <a:pt x="988493" y="57588"/>
                </a:lnTo>
                <a:lnTo>
                  <a:pt x="986612" y="56028"/>
                </a:lnTo>
                <a:lnTo>
                  <a:pt x="984600" y="54603"/>
                </a:lnTo>
                <a:lnTo>
                  <a:pt x="982456" y="53320"/>
                </a:lnTo>
                <a:lnTo>
                  <a:pt x="980181" y="52186"/>
                </a:lnTo>
                <a:lnTo>
                  <a:pt x="977775" y="51207"/>
                </a:lnTo>
                <a:lnTo>
                  <a:pt x="975237" y="50391"/>
                </a:lnTo>
                <a:lnTo>
                  <a:pt x="972567" y="49745"/>
                </a:lnTo>
                <a:lnTo>
                  <a:pt x="969765" y="49274"/>
                </a:lnTo>
                <a:lnTo>
                  <a:pt x="966830" y="48987"/>
                </a:lnTo>
                <a:lnTo>
                  <a:pt x="963764" y="48890"/>
                </a:lnTo>
                <a:lnTo>
                  <a:pt x="960920" y="48989"/>
                </a:lnTo>
                <a:lnTo>
                  <a:pt x="958128" y="49283"/>
                </a:lnTo>
                <a:lnTo>
                  <a:pt x="955395" y="49765"/>
                </a:lnTo>
                <a:lnTo>
                  <a:pt x="952727" y="50428"/>
                </a:lnTo>
                <a:lnTo>
                  <a:pt x="950129" y="51267"/>
                </a:lnTo>
                <a:lnTo>
                  <a:pt x="947608" y="52274"/>
                </a:lnTo>
                <a:lnTo>
                  <a:pt x="945170" y="53443"/>
                </a:lnTo>
                <a:lnTo>
                  <a:pt x="942821" y="54768"/>
                </a:lnTo>
                <a:lnTo>
                  <a:pt x="940566" y="56242"/>
                </a:lnTo>
                <a:lnTo>
                  <a:pt x="938413" y="57860"/>
                </a:lnTo>
                <a:lnTo>
                  <a:pt x="936368" y="59613"/>
                </a:lnTo>
                <a:lnTo>
                  <a:pt x="934435" y="61497"/>
                </a:lnTo>
                <a:lnTo>
                  <a:pt x="932622" y="63504"/>
                </a:lnTo>
                <a:lnTo>
                  <a:pt x="930935" y="65628"/>
                </a:lnTo>
                <a:lnTo>
                  <a:pt x="929379" y="67863"/>
                </a:lnTo>
                <a:lnTo>
                  <a:pt x="927962" y="70202"/>
                </a:lnTo>
                <a:lnTo>
                  <a:pt x="926688" y="72639"/>
                </a:lnTo>
                <a:lnTo>
                  <a:pt x="925564" y="75167"/>
                </a:lnTo>
                <a:lnTo>
                  <a:pt x="924596" y="77780"/>
                </a:lnTo>
                <a:lnTo>
                  <a:pt x="923791" y="80472"/>
                </a:lnTo>
                <a:lnTo>
                  <a:pt x="923154" y="83235"/>
                </a:lnTo>
                <a:lnTo>
                  <a:pt x="922691" y="86064"/>
                </a:lnTo>
                <a:lnTo>
                  <a:pt x="922409" y="88952"/>
                </a:lnTo>
                <a:lnTo>
                  <a:pt x="922314" y="91893"/>
                </a:lnTo>
                <a:lnTo>
                  <a:pt x="922414" y="94815"/>
                </a:lnTo>
                <a:lnTo>
                  <a:pt x="922711" y="97688"/>
                </a:lnTo>
                <a:lnTo>
                  <a:pt x="923199" y="100506"/>
                </a:lnTo>
                <a:lnTo>
                  <a:pt x="923871" y="103261"/>
                </a:lnTo>
                <a:lnTo>
                  <a:pt x="924722" y="105946"/>
                </a:lnTo>
                <a:lnTo>
                  <a:pt x="925745" y="108556"/>
                </a:lnTo>
                <a:lnTo>
                  <a:pt x="926934" y="111084"/>
                </a:lnTo>
                <a:lnTo>
                  <a:pt x="928283" y="113522"/>
                </a:lnTo>
                <a:lnTo>
                  <a:pt x="929786" y="115864"/>
                </a:lnTo>
                <a:lnTo>
                  <a:pt x="931437" y="118104"/>
                </a:lnTo>
                <a:lnTo>
                  <a:pt x="933230" y="120234"/>
                </a:lnTo>
                <a:lnTo>
                  <a:pt x="935158" y="122248"/>
                </a:lnTo>
                <a:lnTo>
                  <a:pt x="937216" y="124140"/>
                </a:lnTo>
                <a:lnTo>
                  <a:pt x="939398" y="125902"/>
                </a:lnTo>
                <a:lnTo>
                  <a:pt x="941696" y="127529"/>
                </a:lnTo>
                <a:lnTo>
                  <a:pt x="944106" y="129012"/>
                </a:lnTo>
                <a:lnTo>
                  <a:pt x="946621" y="130346"/>
                </a:lnTo>
                <a:lnTo>
                  <a:pt x="949235" y="131524"/>
                </a:lnTo>
                <a:lnTo>
                  <a:pt x="951942" y="132539"/>
                </a:lnTo>
                <a:lnTo>
                  <a:pt x="954735" y="133384"/>
                </a:lnTo>
                <a:lnTo>
                  <a:pt x="957610" y="134054"/>
                </a:lnTo>
                <a:lnTo>
                  <a:pt x="960558" y="134540"/>
                </a:lnTo>
                <a:lnTo>
                  <a:pt x="963576" y="134837"/>
                </a:lnTo>
                <a:lnTo>
                  <a:pt x="966655" y="134937"/>
                </a:lnTo>
                <a:lnTo>
                  <a:pt x="969752" y="134849"/>
                </a:lnTo>
                <a:lnTo>
                  <a:pt x="972680" y="134593"/>
                </a:lnTo>
                <a:lnTo>
                  <a:pt x="975445" y="134181"/>
                </a:lnTo>
                <a:lnTo>
                  <a:pt x="978048" y="133629"/>
                </a:lnTo>
                <a:lnTo>
                  <a:pt x="980493" y="132947"/>
                </a:lnTo>
                <a:lnTo>
                  <a:pt x="982784" y="132149"/>
                </a:lnTo>
                <a:lnTo>
                  <a:pt x="984923" y="131248"/>
                </a:lnTo>
                <a:lnTo>
                  <a:pt x="986913" y="130257"/>
                </a:lnTo>
                <a:lnTo>
                  <a:pt x="988758" y="129189"/>
                </a:lnTo>
                <a:lnTo>
                  <a:pt x="990461" y="128057"/>
                </a:lnTo>
                <a:lnTo>
                  <a:pt x="992025" y="126874"/>
                </a:lnTo>
                <a:lnTo>
                  <a:pt x="993454" y="125653"/>
                </a:lnTo>
                <a:lnTo>
                  <a:pt x="994750" y="124406"/>
                </a:lnTo>
                <a:lnTo>
                  <a:pt x="995916" y="123148"/>
                </a:lnTo>
                <a:lnTo>
                  <a:pt x="996956" y="121890"/>
                </a:lnTo>
                <a:lnTo>
                  <a:pt x="997874" y="120646"/>
                </a:lnTo>
                <a:lnTo>
                  <a:pt x="998671" y="119429"/>
                </a:lnTo>
                <a:lnTo>
                  <a:pt x="999352" y="118251"/>
                </a:lnTo>
                <a:lnTo>
                  <a:pt x="999919" y="117126"/>
                </a:lnTo>
                <a:lnTo>
                  <a:pt x="1000376" y="116067"/>
                </a:lnTo>
                <a:lnTo>
                  <a:pt x="1000726" y="115086"/>
                </a:lnTo>
                <a:lnTo>
                  <a:pt x="1000972" y="114197"/>
                </a:lnTo>
                <a:lnTo>
                  <a:pt x="1001117" y="113412"/>
                </a:lnTo>
                <a:lnTo>
                  <a:pt x="1001165" y="112747"/>
                </a:lnTo>
                <a:lnTo>
                  <a:pt x="1001137" y="112100"/>
                </a:lnTo>
                <a:lnTo>
                  <a:pt x="1001055" y="111505"/>
                </a:lnTo>
                <a:lnTo>
                  <a:pt x="1000923" y="110963"/>
                </a:lnTo>
                <a:lnTo>
                  <a:pt x="1000746" y="110469"/>
                </a:lnTo>
                <a:lnTo>
                  <a:pt x="1000528" y="110023"/>
                </a:lnTo>
                <a:lnTo>
                  <a:pt x="1000274" y="109621"/>
                </a:lnTo>
                <a:close/>
                <a:moveTo>
                  <a:pt x="938953" y="77053"/>
                </a:moveTo>
                <a:lnTo>
                  <a:pt x="939744" y="75539"/>
                </a:lnTo>
                <a:lnTo>
                  <a:pt x="940609" y="74080"/>
                </a:lnTo>
                <a:lnTo>
                  <a:pt x="941544" y="72679"/>
                </a:lnTo>
                <a:lnTo>
                  <a:pt x="942546" y="71339"/>
                </a:lnTo>
                <a:lnTo>
                  <a:pt x="943614" y="70063"/>
                </a:lnTo>
                <a:lnTo>
                  <a:pt x="944743" y="68853"/>
                </a:lnTo>
                <a:lnTo>
                  <a:pt x="945931" y="67714"/>
                </a:lnTo>
                <a:lnTo>
                  <a:pt x="947176" y="66649"/>
                </a:lnTo>
                <a:lnTo>
                  <a:pt x="948474" y="65660"/>
                </a:lnTo>
                <a:lnTo>
                  <a:pt x="949822" y="64750"/>
                </a:lnTo>
                <a:lnTo>
                  <a:pt x="951219" y="63923"/>
                </a:lnTo>
                <a:lnTo>
                  <a:pt x="952660" y="63182"/>
                </a:lnTo>
                <a:lnTo>
                  <a:pt x="954143" y="62529"/>
                </a:lnTo>
                <a:lnTo>
                  <a:pt x="955665" y="61968"/>
                </a:lnTo>
                <a:lnTo>
                  <a:pt x="957223" y="61503"/>
                </a:lnTo>
                <a:lnTo>
                  <a:pt x="958815" y="61135"/>
                </a:lnTo>
                <a:lnTo>
                  <a:pt x="960438" y="60869"/>
                </a:lnTo>
                <a:lnTo>
                  <a:pt x="962088" y="60707"/>
                </a:lnTo>
                <a:lnTo>
                  <a:pt x="963764" y="60652"/>
                </a:lnTo>
                <a:lnTo>
                  <a:pt x="965026" y="60678"/>
                </a:lnTo>
                <a:lnTo>
                  <a:pt x="966303" y="60758"/>
                </a:lnTo>
                <a:lnTo>
                  <a:pt x="967590" y="60898"/>
                </a:lnTo>
                <a:lnTo>
                  <a:pt x="968881" y="61101"/>
                </a:lnTo>
                <a:lnTo>
                  <a:pt x="970171" y="61372"/>
                </a:lnTo>
                <a:lnTo>
                  <a:pt x="971454" y="61716"/>
                </a:lnTo>
                <a:lnTo>
                  <a:pt x="972726" y="62136"/>
                </a:lnTo>
                <a:lnTo>
                  <a:pt x="973982" y="62638"/>
                </a:lnTo>
                <a:lnTo>
                  <a:pt x="975215" y="63225"/>
                </a:lnTo>
                <a:lnTo>
                  <a:pt x="976421" y="63902"/>
                </a:lnTo>
                <a:lnTo>
                  <a:pt x="977594" y="64674"/>
                </a:lnTo>
                <a:lnTo>
                  <a:pt x="978729" y="65545"/>
                </a:lnTo>
                <a:lnTo>
                  <a:pt x="979821" y="66520"/>
                </a:lnTo>
                <a:lnTo>
                  <a:pt x="980865" y="67602"/>
                </a:lnTo>
                <a:lnTo>
                  <a:pt x="981855" y="68797"/>
                </a:lnTo>
                <a:lnTo>
                  <a:pt x="982786" y="70108"/>
                </a:lnTo>
                <a:lnTo>
                  <a:pt x="983652" y="71541"/>
                </a:lnTo>
                <a:lnTo>
                  <a:pt x="984450" y="73099"/>
                </a:lnTo>
                <a:lnTo>
                  <a:pt x="985172" y="74788"/>
                </a:lnTo>
                <a:lnTo>
                  <a:pt x="985814" y="76610"/>
                </a:lnTo>
                <a:lnTo>
                  <a:pt x="986371" y="78572"/>
                </a:lnTo>
                <a:lnTo>
                  <a:pt x="986837" y="80677"/>
                </a:lnTo>
                <a:lnTo>
                  <a:pt x="987208" y="82930"/>
                </a:lnTo>
                <a:lnTo>
                  <a:pt x="987477" y="85335"/>
                </a:lnTo>
                <a:lnTo>
                  <a:pt x="936196" y="85335"/>
                </a:lnTo>
                <a:lnTo>
                  <a:pt x="936578" y="83594"/>
                </a:lnTo>
                <a:lnTo>
                  <a:pt x="937048" y="81892"/>
                </a:lnTo>
                <a:lnTo>
                  <a:pt x="937602" y="80233"/>
                </a:lnTo>
                <a:lnTo>
                  <a:pt x="938238" y="78619"/>
                </a:lnTo>
                <a:lnTo>
                  <a:pt x="938953" y="77053"/>
                </a:lnTo>
                <a:close/>
                <a:moveTo>
                  <a:pt x="1202705" y="109621"/>
                </a:moveTo>
                <a:lnTo>
                  <a:pt x="1202418" y="109261"/>
                </a:lnTo>
                <a:lnTo>
                  <a:pt x="1202104" y="108941"/>
                </a:lnTo>
                <a:lnTo>
                  <a:pt x="1201767" y="108659"/>
                </a:lnTo>
                <a:lnTo>
                  <a:pt x="1201410" y="108412"/>
                </a:lnTo>
                <a:lnTo>
                  <a:pt x="1201039" y="108198"/>
                </a:lnTo>
                <a:lnTo>
                  <a:pt x="1200657" y="108014"/>
                </a:lnTo>
                <a:lnTo>
                  <a:pt x="1200269" y="107859"/>
                </a:lnTo>
                <a:lnTo>
                  <a:pt x="1199880" y="107730"/>
                </a:lnTo>
                <a:lnTo>
                  <a:pt x="1199493" y="107623"/>
                </a:lnTo>
                <a:lnTo>
                  <a:pt x="1199113" y="107539"/>
                </a:lnTo>
                <a:lnTo>
                  <a:pt x="1198745" y="107472"/>
                </a:lnTo>
                <a:lnTo>
                  <a:pt x="1198392" y="107423"/>
                </a:lnTo>
                <a:lnTo>
                  <a:pt x="1198060" y="107387"/>
                </a:lnTo>
                <a:lnTo>
                  <a:pt x="1197752" y="107363"/>
                </a:lnTo>
                <a:lnTo>
                  <a:pt x="1197473" y="107349"/>
                </a:lnTo>
                <a:lnTo>
                  <a:pt x="1197226" y="107341"/>
                </a:lnTo>
                <a:lnTo>
                  <a:pt x="1197018" y="107339"/>
                </a:lnTo>
                <a:lnTo>
                  <a:pt x="1196851" y="107338"/>
                </a:lnTo>
                <a:lnTo>
                  <a:pt x="1196427" y="107341"/>
                </a:lnTo>
                <a:lnTo>
                  <a:pt x="1196022" y="107352"/>
                </a:lnTo>
                <a:lnTo>
                  <a:pt x="1195636" y="107370"/>
                </a:lnTo>
                <a:lnTo>
                  <a:pt x="1195268" y="107398"/>
                </a:lnTo>
                <a:lnTo>
                  <a:pt x="1194917" y="107436"/>
                </a:lnTo>
                <a:lnTo>
                  <a:pt x="1194582" y="107486"/>
                </a:lnTo>
                <a:lnTo>
                  <a:pt x="1194263" y="107548"/>
                </a:lnTo>
                <a:lnTo>
                  <a:pt x="1193958" y="107624"/>
                </a:lnTo>
                <a:lnTo>
                  <a:pt x="1193668" y="107715"/>
                </a:lnTo>
                <a:lnTo>
                  <a:pt x="1193391" y="107822"/>
                </a:lnTo>
                <a:lnTo>
                  <a:pt x="1193127" y="107945"/>
                </a:lnTo>
                <a:lnTo>
                  <a:pt x="1192874" y="108087"/>
                </a:lnTo>
                <a:lnTo>
                  <a:pt x="1192632" y="108248"/>
                </a:lnTo>
                <a:lnTo>
                  <a:pt x="1192401" y="108429"/>
                </a:lnTo>
                <a:lnTo>
                  <a:pt x="1192179" y="108631"/>
                </a:lnTo>
                <a:lnTo>
                  <a:pt x="1191966" y="108855"/>
                </a:lnTo>
                <a:lnTo>
                  <a:pt x="1191761" y="109103"/>
                </a:lnTo>
                <a:lnTo>
                  <a:pt x="1191563" y="109376"/>
                </a:lnTo>
                <a:lnTo>
                  <a:pt x="1191372" y="109674"/>
                </a:lnTo>
                <a:lnTo>
                  <a:pt x="1191187" y="110000"/>
                </a:lnTo>
                <a:lnTo>
                  <a:pt x="1191006" y="110353"/>
                </a:lnTo>
                <a:lnTo>
                  <a:pt x="1190830" y="110734"/>
                </a:lnTo>
                <a:lnTo>
                  <a:pt x="1190658" y="111146"/>
                </a:lnTo>
                <a:lnTo>
                  <a:pt x="1190488" y="111589"/>
                </a:lnTo>
                <a:lnTo>
                  <a:pt x="1189926" y="112777"/>
                </a:lnTo>
                <a:lnTo>
                  <a:pt x="1189305" y="113883"/>
                </a:lnTo>
                <a:lnTo>
                  <a:pt x="1188630" y="114910"/>
                </a:lnTo>
                <a:lnTo>
                  <a:pt x="1187904" y="115861"/>
                </a:lnTo>
                <a:lnTo>
                  <a:pt x="1187134" y="116739"/>
                </a:lnTo>
                <a:lnTo>
                  <a:pt x="1186324" y="117546"/>
                </a:lnTo>
                <a:lnTo>
                  <a:pt x="1185479" y="118286"/>
                </a:lnTo>
                <a:lnTo>
                  <a:pt x="1184603" y="118960"/>
                </a:lnTo>
                <a:lnTo>
                  <a:pt x="1183703" y="119572"/>
                </a:lnTo>
                <a:lnTo>
                  <a:pt x="1182781" y="120125"/>
                </a:lnTo>
                <a:lnTo>
                  <a:pt x="1181844" y="120621"/>
                </a:lnTo>
                <a:lnTo>
                  <a:pt x="1180896" y="121063"/>
                </a:lnTo>
                <a:lnTo>
                  <a:pt x="1179942" y="121454"/>
                </a:lnTo>
                <a:lnTo>
                  <a:pt x="1178986" y="121796"/>
                </a:lnTo>
                <a:lnTo>
                  <a:pt x="1178035" y="122092"/>
                </a:lnTo>
                <a:lnTo>
                  <a:pt x="1177092" y="122346"/>
                </a:lnTo>
                <a:lnTo>
                  <a:pt x="1176162" y="122559"/>
                </a:lnTo>
                <a:lnTo>
                  <a:pt x="1175250" y="122735"/>
                </a:lnTo>
                <a:lnTo>
                  <a:pt x="1174362" y="122877"/>
                </a:lnTo>
                <a:lnTo>
                  <a:pt x="1173502" y="122986"/>
                </a:lnTo>
                <a:lnTo>
                  <a:pt x="1172674" y="123066"/>
                </a:lnTo>
                <a:lnTo>
                  <a:pt x="1171884" y="123120"/>
                </a:lnTo>
                <a:lnTo>
                  <a:pt x="1171137" y="123151"/>
                </a:lnTo>
                <a:lnTo>
                  <a:pt x="1170437" y="123160"/>
                </a:lnTo>
                <a:lnTo>
                  <a:pt x="1168630" y="123110"/>
                </a:lnTo>
                <a:lnTo>
                  <a:pt x="1166828" y="122961"/>
                </a:lnTo>
                <a:lnTo>
                  <a:pt x="1165037" y="122713"/>
                </a:lnTo>
                <a:lnTo>
                  <a:pt x="1163260" y="122369"/>
                </a:lnTo>
                <a:lnTo>
                  <a:pt x="1161503" y="121929"/>
                </a:lnTo>
                <a:lnTo>
                  <a:pt x="1159770" y="121394"/>
                </a:lnTo>
                <a:lnTo>
                  <a:pt x="1158067" y="120766"/>
                </a:lnTo>
                <a:lnTo>
                  <a:pt x="1156399" y="120045"/>
                </a:lnTo>
                <a:lnTo>
                  <a:pt x="1154770" y="119233"/>
                </a:lnTo>
                <a:lnTo>
                  <a:pt x="1153186" y="118332"/>
                </a:lnTo>
                <a:lnTo>
                  <a:pt x="1151651" y="117341"/>
                </a:lnTo>
                <a:lnTo>
                  <a:pt x="1150170" y="116263"/>
                </a:lnTo>
                <a:lnTo>
                  <a:pt x="1148748" y="115098"/>
                </a:lnTo>
                <a:lnTo>
                  <a:pt x="1147391" y="113847"/>
                </a:lnTo>
                <a:lnTo>
                  <a:pt x="1146103" y="112513"/>
                </a:lnTo>
                <a:lnTo>
                  <a:pt x="1144889" y="111095"/>
                </a:lnTo>
                <a:lnTo>
                  <a:pt x="1143753" y="109596"/>
                </a:lnTo>
                <a:lnTo>
                  <a:pt x="1142702" y="108016"/>
                </a:lnTo>
                <a:lnTo>
                  <a:pt x="1141740" y="106356"/>
                </a:lnTo>
                <a:lnTo>
                  <a:pt x="1140871" y="104617"/>
                </a:lnTo>
                <a:lnTo>
                  <a:pt x="1140101" y="102802"/>
                </a:lnTo>
                <a:lnTo>
                  <a:pt x="1139435" y="100910"/>
                </a:lnTo>
                <a:lnTo>
                  <a:pt x="1138877" y="98943"/>
                </a:lnTo>
                <a:lnTo>
                  <a:pt x="1138433" y="96903"/>
                </a:lnTo>
                <a:lnTo>
                  <a:pt x="1195886" y="96903"/>
                </a:lnTo>
                <a:lnTo>
                  <a:pt x="1196390" y="96902"/>
                </a:lnTo>
                <a:lnTo>
                  <a:pt x="1196888" y="96899"/>
                </a:lnTo>
                <a:lnTo>
                  <a:pt x="1197379" y="96889"/>
                </a:lnTo>
                <a:lnTo>
                  <a:pt x="1197862" y="96870"/>
                </a:lnTo>
                <a:lnTo>
                  <a:pt x="1198336" y="96838"/>
                </a:lnTo>
                <a:lnTo>
                  <a:pt x="1198798" y="96792"/>
                </a:lnTo>
                <a:lnTo>
                  <a:pt x="1199248" y="96726"/>
                </a:lnTo>
                <a:lnTo>
                  <a:pt x="1199684" y="96639"/>
                </a:lnTo>
                <a:lnTo>
                  <a:pt x="1200104" y="96527"/>
                </a:lnTo>
                <a:lnTo>
                  <a:pt x="1200508" y="96387"/>
                </a:lnTo>
                <a:lnTo>
                  <a:pt x="1200893" y="96216"/>
                </a:lnTo>
                <a:lnTo>
                  <a:pt x="1201259" y="96012"/>
                </a:lnTo>
                <a:lnTo>
                  <a:pt x="1201604" y="95770"/>
                </a:lnTo>
                <a:lnTo>
                  <a:pt x="1201926" y="95487"/>
                </a:lnTo>
                <a:lnTo>
                  <a:pt x="1202224" y="95162"/>
                </a:lnTo>
                <a:lnTo>
                  <a:pt x="1202497" y="94790"/>
                </a:lnTo>
                <a:lnTo>
                  <a:pt x="1202743" y="94369"/>
                </a:lnTo>
                <a:lnTo>
                  <a:pt x="1202961" y="93894"/>
                </a:lnTo>
                <a:lnTo>
                  <a:pt x="1203149" y="93365"/>
                </a:lnTo>
                <a:lnTo>
                  <a:pt x="1203306" y="92776"/>
                </a:lnTo>
                <a:lnTo>
                  <a:pt x="1203431" y="92126"/>
                </a:lnTo>
                <a:lnTo>
                  <a:pt x="1203522" y="91410"/>
                </a:lnTo>
                <a:lnTo>
                  <a:pt x="1203577" y="90626"/>
                </a:lnTo>
                <a:lnTo>
                  <a:pt x="1203596" y="89772"/>
                </a:lnTo>
                <a:lnTo>
                  <a:pt x="1203532" y="87041"/>
                </a:lnTo>
                <a:lnTo>
                  <a:pt x="1203339" y="84349"/>
                </a:lnTo>
                <a:lnTo>
                  <a:pt x="1203017" y="81703"/>
                </a:lnTo>
                <a:lnTo>
                  <a:pt x="1202566" y="79109"/>
                </a:lnTo>
                <a:lnTo>
                  <a:pt x="1201986" y="76576"/>
                </a:lnTo>
                <a:lnTo>
                  <a:pt x="1201277" y="74109"/>
                </a:lnTo>
                <a:lnTo>
                  <a:pt x="1200438" y="71715"/>
                </a:lnTo>
                <a:lnTo>
                  <a:pt x="1199469" y="69401"/>
                </a:lnTo>
                <a:lnTo>
                  <a:pt x="1198371" y="67175"/>
                </a:lnTo>
                <a:lnTo>
                  <a:pt x="1197142" y="65042"/>
                </a:lnTo>
                <a:lnTo>
                  <a:pt x="1195783" y="63010"/>
                </a:lnTo>
                <a:lnTo>
                  <a:pt x="1194294" y="61086"/>
                </a:lnTo>
                <a:lnTo>
                  <a:pt x="1192675" y="59277"/>
                </a:lnTo>
                <a:lnTo>
                  <a:pt x="1190924" y="57588"/>
                </a:lnTo>
                <a:lnTo>
                  <a:pt x="1189043" y="56028"/>
                </a:lnTo>
                <a:lnTo>
                  <a:pt x="1187031" y="54603"/>
                </a:lnTo>
                <a:lnTo>
                  <a:pt x="1184887" y="53320"/>
                </a:lnTo>
                <a:lnTo>
                  <a:pt x="1182612" y="52186"/>
                </a:lnTo>
                <a:lnTo>
                  <a:pt x="1180206" y="51207"/>
                </a:lnTo>
                <a:lnTo>
                  <a:pt x="1177668" y="50391"/>
                </a:lnTo>
                <a:lnTo>
                  <a:pt x="1174998" y="49745"/>
                </a:lnTo>
                <a:lnTo>
                  <a:pt x="1172196" y="49274"/>
                </a:lnTo>
                <a:lnTo>
                  <a:pt x="1169261" y="48987"/>
                </a:lnTo>
                <a:lnTo>
                  <a:pt x="1166195" y="48890"/>
                </a:lnTo>
                <a:lnTo>
                  <a:pt x="1163351" y="48989"/>
                </a:lnTo>
                <a:lnTo>
                  <a:pt x="1160559" y="49283"/>
                </a:lnTo>
                <a:lnTo>
                  <a:pt x="1157826" y="49765"/>
                </a:lnTo>
                <a:lnTo>
                  <a:pt x="1155158" y="50428"/>
                </a:lnTo>
                <a:lnTo>
                  <a:pt x="1152560" y="51267"/>
                </a:lnTo>
                <a:lnTo>
                  <a:pt x="1150039" y="52274"/>
                </a:lnTo>
                <a:lnTo>
                  <a:pt x="1147601" y="53443"/>
                </a:lnTo>
                <a:lnTo>
                  <a:pt x="1145252" y="54768"/>
                </a:lnTo>
                <a:lnTo>
                  <a:pt x="1142997" y="56242"/>
                </a:lnTo>
                <a:lnTo>
                  <a:pt x="1140844" y="57860"/>
                </a:lnTo>
                <a:lnTo>
                  <a:pt x="1138799" y="59613"/>
                </a:lnTo>
                <a:lnTo>
                  <a:pt x="1136866" y="61497"/>
                </a:lnTo>
                <a:lnTo>
                  <a:pt x="1135053" y="63504"/>
                </a:lnTo>
                <a:lnTo>
                  <a:pt x="1133366" y="65628"/>
                </a:lnTo>
                <a:lnTo>
                  <a:pt x="1131810" y="67863"/>
                </a:lnTo>
                <a:lnTo>
                  <a:pt x="1130393" y="70202"/>
                </a:lnTo>
                <a:lnTo>
                  <a:pt x="1129119" y="72639"/>
                </a:lnTo>
                <a:lnTo>
                  <a:pt x="1127995" y="75167"/>
                </a:lnTo>
                <a:lnTo>
                  <a:pt x="1127027" y="77780"/>
                </a:lnTo>
                <a:lnTo>
                  <a:pt x="1126222" y="80472"/>
                </a:lnTo>
                <a:lnTo>
                  <a:pt x="1125585" y="83235"/>
                </a:lnTo>
                <a:lnTo>
                  <a:pt x="1125122" y="86064"/>
                </a:lnTo>
                <a:lnTo>
                  <a:pt x="1124840" y="88952"/>
                </a:lnTo>
                <a:lnTo>
                  <a:pt x="1124745" y="91893"/>
                </a:lnTo>
                <a:lnTo>
                  <a:pt x="1124845" y="94815"/>
                </a:lnTo>
                <a:lnTo>
                  <a:pt x="1125142" y="97688"/>
                </a:lnTo>
                <a:lnTo>
                  <a:pt x="1125630" y="100506"/>
                </a:lnTo>
                <a:lnTo>
                  <a:pt x="1126302" y="103261"/>
                </a:lnTo>
                <a:lnTo>
                  <a:pt x="1127153" y="105946"/>
                </a:lnTo>
                <a:lnTo>
                  <a:pt x="1128176" y="108556"/>
                </a:lnTo>
                <a:lnTo>
                  <a:pt x="1129365" y="111084"/>
                </a:lnTo>
                <a:lnTo>
                  <a:pt x="1130714" y="113522"/>
                </a:lnTo>
                <a:lnTo>
                  <a:pt x="1132217" y="115864"/>
                </a:lnTo>
                <a:lnTo>
                  <a:pt x="1133868" y="118104"/>
                </a:lnTo>
                <a:lnTo>
                  <a:pt x="1135661" y="120234"/>
                </a:lnTo>
                <a:lnTo>
                  <a:pt x="1137589" y="122248"/>
                </a:lnTo>
                <a:lnTo>
                  <a:pt x="1139647" y="124140"/>
                </a:lnTo>
                <a:lnTo>
                  <a:pt x="1141829" y="125902"/>
                </a:lnTo>
                <a:lnTo>
                  <a:pt x="1144127" y="127529"/>
                </a:lnTo>
                <a:lnTo>
                  <a:pt x="1146537" y="129012"/>
                </a:lnTo>
                <a:lnTo>
                  <a:pt x="1149052" y="130346"/>
                </a:lnTo>
                <a:lnTo>
                  <a:pt x="1151666" y="131524"/>
                </a:lnTo>
                <a:lnTo>
                  <a:pt x="1154373" y="132539"/>
                </a:lnTo>
                <a:lnTo>
                  <a:pt x="1157166" y="133384"/>
                </a:lnTo>
                <a:lnTo>
                  <a:pt x="1160041" y="134054"/>
                </a:lnTo>
                <a:lnTo>
                  <a:pt x="1162989" y="134540"/>
                </a:lnTo>
                <a:lnTo>
                  <a:pt x="1166007" y="134837"/>
                </a:lnTo>
                <a:lnTo>
                  <a:pt x="1169086" y="134937"/>
                </a:lnTo>
                <a:lnTo>
                  <a:pt x="1172183" y="134849"/>
                </a:lnTo>
                <a:lnTo>
                  <a:pt x="1175111" y="134593"/>
                </a:lnTo>
                <a:lnTo>
                  <a:pt x="1177876" y="134181"/>
                </a:lnTo>
                <a:lnTo>
                  <a:pt x="1180479" y="133629"/>
                </a:lnTo>
                <a:lnTo>
                  <a:pt x="1182924" y="132947"/>
                </a:lnTo>
                <a:lnTo>
                  <a:pt x="1185215" y="132149"/>
                </a:lnTo>
                <a:lnTo>
                  <a:pt x="1187354" y="131248"/>
                </a:lnTo>
                <a:lnTo>
                  <a:pt x="1189344" y="130257"/>
                </a:lnTo>
                <a:lnTo>
                  <a:pt x="1191189" y="129189"/>
                </a:lnTo>
                <a:lnTo>
                  <a:pt x="1192892" y="128057"/>
                </a:lnTo>
                <a:lnTo>
                  <a:pt x="1194456" y="126874"/>
                </a:lnTo>
                <a:lnTo>
                  <a:pt x="1195885" y="125653"/>
                </a:lnTo>
                <a:lnTo>
                  <a:pt x="1197181" y="124406"/>
                </a:lnTo>
                <a:lnTo>
                  <a:pt x="1198347" y="123148"/>
                </a:lnTo>
                <a:lnTo>
                  <a:pt x="1199387" y="121890"/>
                </a:lnTo>
                <a:lnTo>
                  <a:pt x="1200305" y="120646"/>
                </a:lnTo>
                <a:lnTo>
                  <a:pt x="1201102" y="119429"/>
                </a:lnTo>
                <a:lnTo>
                  <a:pt x="1201783" y="118251"/>
                </a:lnTo>
                <a:lnTo>
                  <a:pt x="1202350" y="117126"/>
                </a:lnTo>
                <a:lnTo>
                  <a:pt x="1202807" y="116067"/>
                </a:lnTo>
                <a:lnTo>
                  <a:pt x="1203157" y="115086"/>
                </a:lnTo>
                <a:lnTo>
                  <a:pt x="1203403" y="114197"/>
                </a:lnTo>
                <a:lnTo>
                  <a:pt x="1203549" y="113412"/>
                </a:lnTo>
                <a:lnTo>
                  <a:pt x="1203596" y="112747"/>
                </a:lnTo>
                <a:lnTo>
                  <a:pt x="1203568" y="112100"/>
                </a:lnTo>
                <a:lnTo>
                  <a:pt x="1203486" y="111505"/>
                </a:lnTo>
                <a:lnTo>
                  <a:pt x="1203354" y="110963"/>
                </a:lnTo>
                <a:lnTo>
                  <a:pt x="1203177" y="110469"/>
                </a:lnTo>
                <a:lnTo>
                  <a:pt x="1202959" y="110023"/>
                </a:lnTo>
                <a:lnTo>
                  <a:pt x="1202705" y="109621"/>
                </a:lnTo>
                <a:close/>
                <a:moveTo>
                  <a:pt x="1141384" y="77053"/>
                </a:moveTo>
                <a:lnTo>
                  <a:pt x="1142175" y="75539"/>
                </a:lnTo>
                <a:lnTo>
                  <a:pt x="1143040" y="74080"/>
                </a:lnTo>
                <a:lnTo>
                  <a:pt x="1143975" y="72679"/>
                </a:lnTo>
                <a:lnTo>
                  <a:pt x="1144977" y="71339"/>
                </a:lnTo>
                <a:lnTo>
                  <a:pt x="1146045" y="70063"/>
                </a:lnTo>
                <a:lnTo>
                  <a:pt x="1147174" y="68853"/>
                </a:lnTo>
                <a:lnTo>
                  <a:pt x="1148362" y="67714"/>
                </a:lnTo>
                <a:lnTo>
                  <a:pt x="1149607" y="66649"/>
                </a:lnTo>
                <a:lnTo>
                  <a:pt x="1150905" y="65660"/>
                </a:lnTo>
                <a:lnTo>
                  <a:pt x="1152253" y="64750"/>
                </a:lnTo>
                <a:lnTo>
                  <a:pt x="1153650" y="63923"/>
                </a:lnTo>
                <a:lnTo>
                  <a:pt x="1155091" y="63182"/>
                </a:lnTo>
                <a:lnTo>
                  <a:pt x="1156574" y="62529"/>
                </a:lnTo>
                <a:lnTo>
                  <a:pt x="1158096" y="61968"/>
                </a:lnTo>
                <a:lnTo>
                  <a:pt x="1159654" y="61503"/>
                </a:lnTo>
                <a:lnTo>
                  <a:pt x="1161246" y="61135"/>
                </a:lnTo>
                <a:lnTo>
                  <a:pt x="1162869" y="60869"/>
                </a:lnTo>
                <a:lnTo>
                  <a:pt x="1164519" y="60707"/>
                </a:lnTo>
                <a:lnTo>
                  <a:pt x="1166195" y="60652"/>
                </a:lnTo>
                <a:lnTo>
                  <a:pt x="1167457" y="60678"/>
                </a:lnTo>
                <a:lnTo>
                  <a:pt x="1168734" y="60758"/>
                </a:lnTo>
                <a:lnTo>
                  <a:pt x="1170021" y="60898"/>
                </a:lnTo>
                <a:lnTo>
                  <a:pt x="1171312" y="61101"/>
                </a:lnTo>
                <a:lnTo>
                  <a:pt x="1172602" y="61372"/>
                </a:lnTo>
                <a:lnTo>
                  <a:pt x="1173885" y="61716"/>
                </a:lnTo>
                <a:lnTo>
                  <a:pt x="1175157" y="62136"/>
                </a:lnTo>
                <a:lnTo>
                  <a:pt x="1176413" y="62638"/>
                </a:lnTo>
                <a:lnTo>
                  <a:pt x="1177646" y="63225"/>
                </a:lnTo>
                <a:lnTo>
                  <a:pt x="1178852" y="63902"/>
                </a:lnTo>
                <a:lnTo>
                  <a:pt x="1180025" y="64674"/>
                </a:lnTo>
                <a:lnTo>
                  <a:pt x="1181160" y="65545"/>
                </a:lnTo>
                <a:lnTo>
                  <a:pt x="1182252" y="66520"/>
                </a:lnTo>
                <a:lnTo>
                  <a:pt x="1183296" y="67602"/>
                </a:lnTo>
                <a:lnTo>
                  <a:pt x="1184286" y="68797"/>
                </a:lnTo>
                <a:lnTo>
                  <a:pt x="1185217" y="70108"/>
                </a:lnTo>
                <a:lnTo>
                  <a:pt x="1186083" y="71541"/>
                </a:lnTo>
                <a:lnTo>
                  <a:pt x="1186881" y="73099"/>
                </a:lnTo>
                <a:lnTo>
                  <a:pt x="1187603" y="74788"/>
                </a:lnTo>
                <a:lnTo>
                  <a:pt x="1188245" y="76610"/>
                </a:lnTo>
                <a:lnTo>
                  <a:pt x="1188802" y="78572"/>
                </a:lnTo>
                <a:lnTo>
                  <a:pt x="1189268" y="80677"/>
                </a:lnTo>
                <a:lnTo>
                  <a:pt x="1189639" y="82930"/>
                </a:lnTo>
                <a:lnTo>
                  <a:pt x="1189908" y="85335"/>
                </a:lnTo>
                <a:lnTo>
                  <a:pt x="1138627" y="85335"/>
                </a:lnTo>
                <a:lnTo>
                  <a:pt x="1139009" y="83594"/>
                </a:lnTo>
                <a:lnTo>
                  <a:pt x="1139479" y="81892"/>
                </a:lnTo>
                <a:lnTo>
                  <a:pt x="1140033" y="80233"/>
                </a:lnTo>
                <a:lnTo>
                  <a:pt x="1140669" y="78619"/>
                </a:lnTo>
                <a:lnTo>
                  <a:pt x="1141384" y="77053"/>
                </a:lnTo>
                <a:close/>
                <a:moveTo>
                  <a:pt x="188879" y="124569"/>
                </a:moveTo>
                <a:lnTo>
                  <a:pt x="188605" y="124172"/>
                </a:lnTo>
                <a:lnTo>
                  <a:pt x="188301" y="123818"/>
                </a:lnTo>
                <a:lnTo>
                  <a:pt x="187969" y="123507"/>
                </a:lnTo>
                <a:lnTo>
                  <a:pt x="187613" y="123234"/>
                </a:lnTo>
                <a:lnTo>
                  <a:pt x="187235" y="122998"/>
                </a:lnTo>
                <a:lnTo>
                  <a:pt x="186840" y="122795"/>
                </a:lnTo>
                <a:lnTo>
                  <a:pt x="186429" y="122623"/>
                </a:lnTo>
                <a:lnTo>
                  <a:pt x="186007" y="122480"/>
                </a:lnTo>
                <a:lnTo>
                  <a:pt x="185575" y="122363"/>
                </a:lnTo>
                <a:lnTo>
                  <a:pt x="185138" y="122269"/>
                </a:lnTo>
                <a:lnTo>
                  <a:pt x="184698" y="122196"/>
                </a:lnTo>
                <a:lnTo>
                  <a:pt x="184258" y="122141"/>
                </a:lnTo>
                <a:lnTo>
                  <a:pt x="183822" y="122102"/>
                </a:lnTo>
                <a:lnTo>
                  <a:pt x="183393" y="122076"/>
                </a:lnTo>
                <a:lnTo>
                  <a:pt x="182973" y="122060"/>
                </a:lnTo>
                <a:lnTo>
                  <a:pt x="182566" y="122052"/>
                </a:lnTo>
                <a:lnTo>
                  <a:pt x="182174" y="122049"/>
                </a:lnTo>
                <a:lnTo>
                  <a:pt x="181802" y="122048"/>
                </a:lnTo>
                <a:lnTo>
                  <a:pt x="161560" y="122048"/>
                </a:lnTo>
                <a:lnTo>
                  <a:pt x="161560" y="58678"/>
                </a:lnTo>
                <a:lnTo>
                  <a:pt x="161553" y="57952"/>
                </a:lnTo>
                <a:lnTo>
                  <a:pt x="161533" y="57267"/>
                </a:lnTo>
                <a:lnTo>
                  <a:pt x="161497" y="56623"/>
                </a:lnTo>
                <a:lnTo>
                  <a:pt x="161444" y="56018"/>
                </a:lnTo>
                <a:lnTo>
                  <a:pt x="161371" y="55451"/>
                </a:lnTo>
                <a:lnTo>
                  <a:pt x="161277" y="54922"/>
                </a:lnTo>
                <a:lnTo>
                  <a:pt x="161159" y="54429"/>
                </a:lnTo>
                <a:lnTo>
                  <a:pt x="161017" y="53973"/>
                </a:lnTo>
                <a:lnTo>
                  <a:pt x="160848" y="53551"/>
                </a:lnTo>
                <a:lnTo>
                  <a:pt x="160651" y="53163"/>
                </a:lnTo>
                <a:lnTo>
                  <a:pt x="160423" y="52808"/>
                </a:lnTo>
                <a:lnTo>
                  <a:pt x="160162" y="52485"/>
                </a:lnTo>
                <a:lnTo>
                  <a:pt x="159868" y="52193"/>
                </a:lnTo>
                <a:lnTo>
                  <a:pt x="159538" y="51931"/>
                </a:lnTo>
                <a:lnTo>
                  <a:pt x="159169" y="51698"/>
                </a:lnTo>
                <a:lnTo>
                  <a:pt x="158761" y="51494"/>
                </a:lnTo>
                <a:lnTo>
                  <a:pt x="158312" y="51318"/>
                </a:lnTo>
                <a:lnTo>
                  <a:pt x="157819" y="51168"/>
                </a:lnTo>
                <a:lnTo>
                  <a:pt x="157281" y="51043"/>
                </a:lnTo>
                <a:lnTo>
                  <a:pt x="156696" y="50943"/>
                </a:lnTo>
                <a:lnTo>
                  <a:pt x="156062" y="50867"/>
                </a:lnTo>
                <a:lnTo>
                  <a:pt x="155378" y="50814"/>
                </a:lnTo>
                <a:lnTo>
                  <a:pt x="154641" y="50783"/>
                </a:lnTo>
                <a:lnTo>
                  <a:pt x="153849" y="50773"/>
                </a:lnTo>
                <a:lnTo>
                  <a:pt x="126473" y="50773"/>
                </a:lnTo>
                <a:lnTo>
                  <a:pt x="126101" y="50773"/>
                </a:lnTo>
                <a:lnTo>
                  <a:pt x="125710" y="50776"/>
                </a:lnTo>
                <a:lnTo>
                  <a:pt x="125303" y="50784"/>
                </a:lnTo>
                <a:lnTo>
                  <a:pt x="124884" y="50799"/>
                </a:lnTo>
                <a:lnTo>
                  <a:pt x="124454" y="50825"/>
                </a:lnTo>
                <a:lnTo>
                  <a:pt x="124018" y="50863"/>
                </a:lnTo>
                <a:lnTo>
                  <a:pt x="123579" y="50916"/>
                </a:lnTo>
                <a:lnTo>
                  <a:pt x="123139" y="50987"/>
                </a:lnTo>
                <a:lnTo>
                  <a:pt x="122701" y="51078"/>
                </a:lnTo>
                <a:lnTo>
                  <a:pt x="122270" y="51191"/>
                </a:lnTo>
                <a:lnTo>
                  <a:pt x="121847" y="51330"/>
                </a:lnTo>
                <a:lnTo>
                  <a:pt x="121437" y="51496"/>
                </a:lnTo>
                <a:lnTo>
                  <a:pt x="121041" y="51692"/>
                </a:lnTo>
                <a:lnTo>
                  <a:pt x="120664" y="51921"/>
                </a:lnTo>
                <a:lnTo>
                  <a:pt x="120307" y="52186"/>
                </a:lnTo>
                <a:lnTo>
                  <a:pt x="119975" y="52487"/>
                </a:lnTo>
                <a:lnTo>
                  <a:pt x="119671" y="52829"/>
                </a:lnTo>
                <a:lnTo>
                  <a:pt x="119397" y="53214"/>
                </a:lnTo>
                <a:lnTo>
                  <a:pt x="119157" y="53644"/>
                </a:lnTo>
                <a:lnTo>
                  <a:pt x="118953" y="54122"/>
                </a:lnTo>
                <a:lnTo>
                  <a:pt x="118790" y="54649"/>
                </a:lnTo>
                <a:lnTo>
                  <a:pt x="118669" y="55230"/>
                </a:lnTo>
                <a:lnTo>
                  <a:pt x="118594" y="55866"/>
                </a:lnTo>
                <a:lnTo>
                  <a:pt x="118569" y="56560"/>
                </a:lnTo>
                <a:lnTo>
                  <a:pt x="118594" y="57276"/>
                </a:lnTo>
                <a:lnTo>
                  <a:pt x="118669" y="57932"/>
                </a:lnTo>
                <a:lnTo>
                  <a:pt x="118790" y="58532"/>
                </a:lnTo>
                <a:lnTo>
                  <a:pt x="118953" y="59077"/>
                </a:lnTo>
                <a:lnTo>
                  <a:pt x="119157" y="59570"/>
                </a:lnTo>
                <a:lnTo>
                  <a:pt x="119397" y="60014"/>
                </a:lnTo>
                <a:lnTo>
                  <a:pt x="119671" y="60411"/>
                </a:lnTo>
                <a:lnTo>
                  <a:pt x="119975" y="60764"/>
                </a:lnTo>
                <a:lnTo>
                  <a:pt x="120307" y="61076"/>
                </a:lnTo>
                <a:lnTo>
                  <a:pt x="120664" y="61349"/>
                </a:lnTo>
                <a:lnTo>
                  <a:pt x="121041" y="61585"/>
                </a:lnTo>
                <a:lnTo>
                  <a:pt x="121437" y="61788"/>
                </a:lnTo>
                <a:lnTo>
                  <a:pt x="121847" y="61959"/>
                </a:lnTo>
                <a:lnTo>
                  <a:pt x="122270" y="62103"/>
                </a:lnTo>
                <a:lnTo>
                  <a:pt x="122701" y="62220"/>
                </a:lnTo>
                <a:lnTo>
                  <a:pt x="123139" y="62313"/>
                </a:lnTo>
                <a:lnTo>
                  <a:pt x="123579" y="62386"/>
                </a:lnTo>
                <a:lnTo>
                  <a:pt x="124018" y="62441"/>
                </a:lnTo>
                <a:lnTo>
                  <a:pt x="124454" y="62481"/>
                </a:lnTo>
                <a:lnTo>
                  <a:pt x="124884" y="62507"/>
                </a:lnTo>
                <a:lnTo>
                  <a:pt x="125303" y="62523"/>
                </a:lnTo>
                <a:lnTo>
                  <a:pt x="125710" y="62531"/>
                </a:lnTo>
                <a:lnTo>
                  <a:pt x="126101" y="62534"/>
                </a:lnTo>
                <a:lnTo>
                  <a:pt x="126473" y="62535"/>
                </a:lnTo>
                <a:lnTo>
                  <a:pt x="148257" y="62535"/>
                </a:lnTo>
                <a:lnTo>
                  <a:pt x="148257" y="122048"/>
                </a:lnTo>
                <a:lnTo>
                  <a:pt x="124929" y="122048"/>
                </a:lnTo>
                <a:lnTo>
                  <a:pt x="124535" y="122049"/>
                </a:lnTo>
                <a:lnTo>
                  <a:pt x="124126" y="122052"/>
                </a:lnTo>
                <a:lnTo>
                  <a:pt x="123704" y="122060"/>
                </a:lnTo>
                <a:lnTo>
                  <a:pt x="123273" y="122076"/>
                </a:lnTo>
                <a:lnTo>
                  <a:pt x="122835" y="122102"/>
                </a:lnTo>
                <a:lnTo>
                  <a:pt x="122393" y="122141"/>
                </a:lnTo>
                <a:lnTo>
                  <a:pt x="121950" y="122196"/>
                </a:lnTo>
                <a:lnTo>
                  <a:pt x="121509" y="122269"/>
                </a:lnTo>
                <a:lnTo>
                  <a:pt x="121073" y="122363"/>
                </a:lnTo>
                <a:lnTo>
                  <a:pt x="120644" y="122480"/>
                </a:lnTo>
                <a:lnTo>
                  <a:pt x="120226" y="122623"/>
                </a:lnTo>
                <a:lnTo>
                  <a:pt x="119820" y="122795"/>
                </a:lnTo>
                <a:lnTo>
                  <a:pt x="119431" y="122998"/>
                </a:lnTo>
                <a:lnTo>
                  <a:pt x="119061" y="123234"/>
                </a:lnTo>
                <a:lnTo>
                  <a:pt x="118712" y="123507"/>
                </a:lnTo>
                <a:lnTo>
                  <a:pt x="118389" y="123818"/>
                </a:lnTo>
                <a:lnTo>
                  <a:pt x="118092" y="124172"/>
                </a:lnTo>
                <a:lnTo>
                  <a:pt x="117826" y="124569"/>
                </a:lnTo>
                <a:lnTo>
                  <a:pt x="117593" y="125013"/>
                </a:lnTo>
                <a:lnTo>
                  <a:pt x="117396" y="125506"/>
                </a:lnTo>
                <a:lnTo>
                  <a:pt x="117237" y="126051"/>
                </a:lnTo>
                <a:lnTo>
                  <a:pt x="117121" y="126650"/>
                </a:lnTo>
                <a:lnTo>
                  <a:pt x="117049" y="127307"/>
                </a:lnTo>
                <a:lnTo>
                  <a:pt x="117024" y="128023"/>
                </a:lnTo>
                <a:lnTo>
                  <a:pt x="117050" y="128717"/>
                </a:lnTo>
                <a:lnTo>
                  <a:pt x="117125" y="129352"/>
                </a:lnTo>
                <a:lnTo>
                  <a:pt x="117245" y="129932"/>
                </a:lnTo>
                <a:lnTo>
                  <a:pt x="117409" y="130460"/>
                </a:lnTo>
                <a:lnTo>
                  <a:pt x="117613" y="130937"/>
                </a:lnTo>
                <a:lnTo>
                  <a:pt x="117853" y="131367"/>
                </a:lnTo>
                <a:lnTo>
                  <a:pt x="118127" y="131752"/>
                </a:lnTo>
                <a:lnTo>
                  <a:pt x="118431" y="132093"/>
                </a:lnTo>
                <a:lnTo>
                  <a:pt x="118763" y="132395"/>
                </a:lnTo>
                <a:lnTo>
                  <a:pt x="119119" y="132659"/>
                </a:lnTo>
                <a:lnTo>
                  <a:pt x="119497" y="132888"/>
                </a:lnTo>
                <a:lnTo>
                  <a:pt x="119892" y="133084"/>
                </a:lnTo>
                <a:lnTo>
                  <a:pt x="120303" y="133250"/>
                </a:lnTo>
                <a:lnTo>
                  <a:pt x="120725" y="133389"/>
                </a:lnTo>
                <a:lnTo>
                  <a:pt x="121157" y="133502"/>
                </a:lnTo>
                <a:lnTo>
                  <a:pt x="121594" y="133593"/>
                </a:lnTo>
                <a:lnTo>
                  <a:pt x="122034" y="133664"/>
                </a:lnTo>
                <a:lnTo>
                  <a:pt x="122474" y="133717"/>
                </a:lnTo>
                <a:lnTo>
                  <a:pt x="122910" y="133755"/>
                </a:lnTo>
                <a:lnTo>
                  <a:pt x="123339" y="133780"/>
                </a:lnTo>
                <a:lnTo>
                  <a:pt x="123759" y="133796"/>
                </a:lnTo>
                <a:lnTo>
                  <a:pt x="124166" y="133804"/>
                </a:lnTo>
                <a:lnTo>
                  <a:pt x="124557" y="133807"/>
                </a:lnTo>
                <a:lnTo>
                  <a:pt x="124929" y="133807"/>
                </a:lnTo>
                <a:lnTo>
                  <a:pt x="181802" y="133807"/>
                </a:lnTo>
                <a:lnTo>
                  <a:pt x="182174" y="133807"/>
                </a:lnTo>
                <a:lnTo>
                  <a:pt x="182566" y="133804"/>
                </a:lnTo>
                <a:lnTo>
                  <a:pt x="182973" y="133796"/>
                </a:lnTo>
                <a:lnTo>
                  <a:pt x="183393" y="133780"/>
                </a:lnTo>
                <a:lnTo>
                  <a:pt x="183822" y="133755"/>
                </a:lnTo>
                <a:lnTo>
                  <a:pt x="184258" y="133717"/>
                </a:lnTo>
                <a:lnTo>
                  <a:pt x="184698" y="133664"/>
                </a:lnTo>
                <a:lnTo>
                  <a:pt x="185138" y="133593"/>
                </a:lnTo>
                <a:lnTo>
                  <a:pt x="185575" y="133502"/>
                </a:lnTo>
                <a:lnTo>
                  <a:pt x="186007" y="133389"/>
                </a:lnTo>
                <a:lnTo>
                  <a:pt x="186429" y="133250"/>
                </a:lnTo>
                <a:lnTo>
                  <a:pt x="186840" y="133084"/>
                </a:lnTo>
                <a:lnTo>
                  <a:pt x="187235" y="132888"/>
                </a:lnTo>
                <a:lnTo>
                  <a:pt x="187613" y="132659"/>
                </a:lnTo>
                <a:lnTo>
                  <a:pt x="187969" y="132395"/>
                </a:lnTo>
                <a:lnTo>
                  <a:pt x="188301" y="132093"/>
                </a:lnTo>
                <a:lnTo>
                  <a:pt x="188605" y="131752"/>
                </a:lnTo>
                <a:lnTo>
                  <a:pt x="188879" y="131367"/>
                </a:lnTo>
                <a:lnTo>
                  <a:pt x="189119" y="130937"/>
                </a:lnTo>
                <a:lnTo>
                  <a:pt x="189322" y="130460"/>
                </a:lnTo>
                <a:lnTo>
                  <a:pt x="189486" y="129932"/>
                </a:lnTo>
                <a:lnTo>
                  <a:pt x="189606" y="129352"/>
                </a:lnTo>
                <a:lnTo>
                  <a:pt x="189681" y="128717"/>
                </a:lnTo>
                <a:lnTo>
                  <a:pt x="189707" y="128023"/>
                </a:lnTo>
                <a:lnTo>
                  <a:pt x="189681" y="127307"/>
                </a:lnTo>
                <a:lnTo>
                  <a:pt x="189606" y="126650"/>
                </a:lnTo>
                <a:lnTo>
                  <a:pt x="189486" y="126051"/>
                </a:lnTo>
                <a:lnTo>
                  <a:pt x="189322" y="125506"/>
                </a:lnTo>
                <a:lnTo>
                  <a:pt x="189119" y="125013"/>
                </a:lnTo>
                <a:lnTo>
                  <a:pt x="188879" y="124569"/>
                </a:lnTo>
                <a:close/>
                <a:moveTo>
                  <a:pt x="495088" y="112746"/>
                </a:moveTo>
                <a:lnTo>
                  <a:pt x="495088" y="112747"/>
                </a:lnTo>
                <a:lnTo>
                  <a:pt x="495088" y="112748"/>
                </a:lnTo>
                <a:lnTo>
                  <a:pt x="495088" y="112746"/>
                </a:lnTo>
                <a:close/>
                <a:moveTo>
                  <a:pt x="1001165" y="112747"/>
                </a:moveTo>
                <a:lnTo>
                  <a:pt x="1001165" y="112748"/>
                </a:lnTo>
                <a:lnTo>
                  <a:pt x="1001165" y="112746"/>
                </a:lnTo>
                <a:lnTo>
                  <a:pt x="1001165" y="112747"/>
                </a:lnTo>
                <a:close/>
                <a:moveTo>
                  <a:pt x="1203596" y="112747"/>
                </a:moveTo>
                <a:lnTo>
                  <a:pt x="1203596" y="112748"/>
                </a:lnTo>
                <a:lnTo>
                  <a:pt x="1203596" y="112746"/>
                </a:lnTo>
                <a:lnTo>
                  <a:pt x="1203596" y="112747"/>
                </a:lnTo>
                <a:close/>
                <a:moveTo>
                  <a:pt x="393554" y="155357"/>
                </a:moveTo>
                <a:lnTo>
                  <a:pt x="393200" y="154908"/>
                </a:lnTo>
                <a:lnTo>
                  <a:pt x="392809" y="154509"/>
                </a:lnTo>
                <a:lnTo>
                  <a:pt x="392388" y="154157"/>
                </a:lnTo>
                <a:lnTo>
                  <a:pt x="391939" y="153849"/>
                </a:lnTo>
                <a:lnTo>
                  <a:pt x="391469" y="153582"/>
                </a:lnTo>
                <a:lnTo>
                  <a:pt x="390982" y="153353"/>
                </a:lnTo>
                <a:lnTo>
                  <a:pt x="390483" y="153159"/>
                </a:lnTo>
                <a:lnTo>
                  <a:pt x="389976" y="152998"/>
                </a:lnTo>
                <a:lnTo>
                  <a:pt x="389468" y="152865"/>
                </a:lnTo>
                <a:lnTo>
                  <a:pt x="388961" y="152759"/>
                </a:lnTo>
                <a:lnTo>
                  <a:pt x="388463" y="152677"/>
                </a:lnTo>
                <a:lnTo>
                  <a:pt x="387976" y="152615"/>
                </a:lnTo>
                <a:lnTo>
                  <a:pt x="387506" y="152570"/>
                </a:lnTo>
                <a:lnTo>
                  <a:pt x="387058" y="152541"/>
                </a:lnTo>
                <a:lnTo>
                  <a:pt x="386637" y="152523"/>
                </a:lnTo>
                <a:lnTo>
                  <a:pt x="386248" y="152513"/>
                </a:lnTo>
                <a:lnTo>
                  <a:pt x="385895" y="152510"/>
                </a:lnTo>
                <a:lnTo>
                  <a:pt x="385583" y="152509"/>
                </a:lnTo>
                <a:lnTo>
                  <a:pt x="324277" y="152509"/>
                </a:lnTo>
                <a:lnTo>
                  <a:pt x="323965" y="152510"/>
                </a:lnTo>
                <a:lnTo>
                  <a:pt x="323612" y="152513"/>
                </a:lnTo>
                <a:lnTo>
                  <a:pt x="323223" y="152523"/>
                </a:lnTo>
                <a:lnTo>
                  <a:pt x="322802" y="152541"/>
                </a:lnTo>
                <a:lnTo>
                  <a:pt x="322354" y="152570"/>
                </a:lnTo>
                <a:lnTo>
                  <a:pt x="321884" y="152615"/>
                </a:lnTo>
                <a:lnTo>
                  <a:pt x="321398" y="152677"/>
                </a:lnTo>
                <a:lnTo>
                  <a:pt x="320899" y="152759"/>
                </a:lnTo>
                <a:lnTo>
                  <a:pt x="320393" y="152865"/>
                </a:lnTo>
                <a:lnTo>
                  <a:pt x="319884" y="152998"/>
                </a:lnTo>
                <a:lnTo>
                  <a:pt x="319378" y="153159"/>
                </a:lnTo>
                <a:lnTo>
                  <a:pt x="318878" y="153353"/>
                </a:lnTo>
                <a:lnTo>
                  <a:pt x="318391" y="153582"/>
                </a:lnTo>
                <a:lnTo>
                  <a:pt x="317921" y="153849"/>
                </a:lnTo>
                <a:lnTo>
                  <a:pt x="317473" y="154157"/>
                </a:lnTo>
                <a:lnTo>
                  <a:pt x="317051" y="154509"/>
                </a:lnTo>
                <a:lnTo>
                  <a:pt x="316660" y="154908"/>
                </a:lnTo>
                <a:lnTo>
                  <a:pt x="316306" y="155357"/>
                </a:lnTo>
                <a:lnTo>
                  <a:pt x="315993" y="155858"/>
                </a:lnTo>
                <a:lnTo>
                  <a:pt x="315727" y="156415"/>
                </a:lnTo>
                <a:lnTo>
                  <a:pt x="315511" y="157031"/>
                </a:lnTo>
                <a:lnTo>
                  <a:pt x="315350" y="157708"/>
                </a:lnTo>
                <a:lnTo>
                  <a:pt x="315251" y="158449"/>
                </a:lnTo>
                <a:lnTo>
                  <a:pt x="315216" y="159258"/>
                </a:lnTo>
                <a:lnTo>
                  <a:pt x="315251" y="160067"/>
                </a:lnTo>
                <a:lnTo>
                  <a:pt x="315350" y="160808"/>
                </a:lnTo>
                <a:lnTo>
                  <a:pt x="315511" y="161485"/>
                </a:lnTo>
                <a:lnTo>
                  <a:pt x="315727" y="162100"/>
                </a:lnTo>
                <a:lnTo>
                  <a:pt x="315993" y="162657"/>
                </a:lnTo>
                <a:lnTo>
                  <a:pt x="316306" y="163158"/>
                </a:lnTo>
                <a:lnTo>
                  <a:pt x="316660" y="163607"/>
                </a:lnTo>
                <a:lnTo>
                  <a:pt x="317051" y="164005"/>
                </a:lnTo>
                <a:lnTo>
                  <a:pt x="317473" y="164357"/>
                </a:lnTo>
                <a:lnTo>
                  <a:pt x="317921" y="164665"/>
                </a:lnTo>
                <a:lnTo>
                  <a:pt x="318391" y="164932"/>
                </a:lnTo>
                <a:lnTo>
                  <a:pt x="318878" y="165161"/>
                </a:lnTo>
                <a:lnTo>
                  <a:pt x="319378" y="165355"/>
                </a:lnTo>
                <a:lnTo>
                  <a:pt x="319884" y="165516"/>
                </a:lnTo>
                <a:lnTo>
                  <a:pt x="320393" y="165648"/>
                </a:lnTo>
                <a:lnTo>
                  <a:pt x="320899" y="165754"/>
                </a:lnTo>
                <a:lnTo>
                  <a:pt x="321398" y="165837"/>
                </a:lnTo>
                <a:lnTo>
                  <a:pt x="321884" y="165899"/>
                </a:lnTo>
                <a:lnTo>
                  <a:pt x="322354" y="165943"/>
                </a:lnTo>
                <a:lnTo>
                  <a:pt x="322802" y="165973"/>
                </a:lnTo>
                <a:lnTo>
                  <a:pt x="323223" y="165991"/>
                </a:lnTo>
                <a:lnTo>
                  <a:pt x="323612" y="166000"/>
                </a:lnTo>
                <a:lnTo>
                  <a:pt x="323965" y="166004"/>
                </a:lnTo>
                <a:lnTo>
                  <a:pt x="324277" y="166004"/>
                </a:lnTo>
                <a:lnTo>
                  <a:pt x="385583" y="166004"/>
                </a:lnTo>
                <a:lnTo>
                  <a:pt x="385895" y="166004"/>
                </a:lnTo>
                <a:lnTo>
                  <a:pt x="386248" y="166000"/>
                </a:lnTo>
                <a:lnTo>
                  <a:pt x="386637" y="165991"/>
                </a:lnTo>
                <a:lnTo>
                  <a:pt x="387058" y="165973"/>
                </a:lnTo>
                <a:lnTo>
                  <a:pt x="387506" y="165943"/>
                </a:lnTo>
                <a:lnTo>
                  <a:pt x="387976" y="165899"/>
                </a:lnTo>
                <a:lnTo>
                  <a:pt x="388463" y="165837"/>
                </a:lnTo>
                <a:lnTo>
                  <a:pt x="388961" y="165754"/>
                </a:lnTo>
                <a:lnTo>
                  <a:pt x="389468" y="165648"/>
                </a:lnTo>
                <a:lnTo>
                  <a:pt x="389976" y="165516"/>
                </a:lnTo>
                <a:lnTo>
                  <a:pt x="390483" y="165355"/>
                </a:lnTo>
                <a:lnTo>
                  <a:pt x="390982" y="165161"/>
                </a:lnTo>
                <a:lnTo>
                  <a:pt x="391469" y="164932"/>
                </a:lnTo>
                <a:lnTo>
                  <a:pt x="391939" y="164665"/>
                </a:lnTo>
                <a:lnTo>
                  <a:pt x="392388" y="164357"/>
                </a:lnTo>
                <a:lnTo>
                  <a:pt x="392809" y="164005"/>
                </a:lnTo>
                <a:lnTo>
                  <a:pt x="393200" y="163607"/>
                </a:lnTo>
                <a:lnTo>
                  <a:pt x="393554" y="163158"/>
                </a:lnTo>
                <a:lnTo>
                  <a:pt x="393867" y="162657"/>
                </a:lnTo>
                <a:lnTo>
                  <a:pt x="394134" y="162100"/>
                </a:lnTo>
                <a:lnTo>
                  <a:pt x="394350" y="161485"/>
                </a:lnTo>
                <a:lnTo>
                  <a:pt x="394510" y="160808"/>
                </a:lnTo>
                <a:lnTo>
                  <a:pt x="394610" y="160067"/>
                </a:lnTo>
                <a:lnTo>
                  <a:pt x="394644" y="159258"/>
                </a:lnTo>
                <a:lnTo>
                  <a:pt x="394610" y="158449"/>
                </a:lnTo>
                <a:lnTo>
                  <a:pt x="394510" y="157708"/>
                </a:lnTo>
                <a:lnTo>
                  <a:pt x="394350" y="157031"/>
                </a:lnTo>
                <a:lnTo>
                  <a:pt x="394134" y="156415"/>
                </a:lnTo>
                <a:lnTo>
                  <a:pt x="393867" y="155858"/>
                </a:lnTo>
                <a:lnTo>
                  <a:pt x="393554" y="155357"/>
                </a:lnTo>
                <a:close/>
                <a:moveTo>
                  <a:pt x="798415" y="155357"/>
                </a:moveTo>
                <a:lnTo>
                  <a:pt x="798061" y="154908"/>
                </a:lnTo>
                <a:lnTo>
                  <a:pt x="797671" y="154509"/>
                </a:lnTo>
                <a:lnTo>
                  <a:pt x="797249" y="154157"/>
                </a:lnTo>
                <a:lnTo>
                  <a:pt x="796800" y="153849"/>
                </a:lnTo>
                <a:lnTo>
                  <a:pt x="796330" y="153582"/>
                </a:lnTo>
                <a:lnTo>
                  <a:pt x="795843" y="153353"/>
                </a:lnTo>
                <a:lnTo>
                  <a:pt x="795344" y="153159"/>
                </a:lnTo>
                <a:lnTo>
                  <a:pt x="794838" y="152998"/>
                </a:lnTo>
                <a:lnTo>
                  <a:pt x="794329" y="152865"/>
                </a:lnTo>
                <a:lnTo>
                  <a:pt x="793823" y="152759"/>
                </a:lnTo>
                <a:lnTo>
                  <a:pt x="793324" y="152677"/>
                </a:lnTo>
                <a:lnTo>
                  <a:pt x="792837" y="152615"/>
                </a:lnTo>
                <a:lnTo>
                  <a:pt x="792367" y="152570"/>
                </a:lnTo>
                <a:lnTo>
                  <a:pt x="791920" y="152541"/>
                </a:lnTo>
                <a:lnTo>
                  <a:pt x="791499" y="152523"/>
                </a:lnTo>
                <a:lnTo>
                  <a:pt x="791109" y="152513"/>
                </a:lnTo>
                <a:lnTo>
                  <a:pt x="790756" y="152510"/>
                </a:lnTo>
                <a:lnTo>
                  <a:pt x="790445" y="152509"/>
                </a:lnTo>
                <a:lnTo>
                  <a:pt x="729138" y="152509"/>
                </a:lnTo>
                <a:lnTo>
                  <a:pt x="728826" y="152510"/>
                </a:lnTo>
                <a:lnTo>
                  <a:pt x="728473" y="152513"/>
                </a:lnTo>
                <a:lnTo>
                  <a:pt x="728084" y="152523"/>
                </a:lnTo>
                <a:lnTo>
                  <a:pt x="727663" y="152541"/>
                </a:lnTo>
                <a:lnTo>
                  <a:pt x="727215" y="152570"/>
                </a:lnTo>
                <a:lnTo>
                  <a:pt x="726746" y="152615"/>
                </a:lnTo>
                <a:lnTo>
                  <a:pt x="726259" y="152677"/>
                </a:lnTo>
                <a:lnTo>
                  <a:pt x="725760" y="152759"/>
                </a:lnTo>
                <a:lnTo>
                  <a:pt x="725254" y="152865"/>
                </a:lnTo>
                <a:lnTo>
                  <a:pt x="724745" y="152998"/>
                </a:lnTo>
                <a:lnTo>
                  <a:pt x="724239" y="153159"/>
                </a:lnTo>
                <a:lnTo>
                  <a:pt x="723740" y="153353"/>
                </a:lnTo>
                <a:lnTo>
                  <a:pt x="723252" y="153582"/>
                </a:lnTo>
                <a:lnTo>
                  <a:pt x="722782" y="153849"/>
                </a:lnTo>
                <a:lnTo>
                  <a:pt x="722334" y="154157"/>
                </a:lnTo>
                <a:lnTo>
                  <a:pt x="721912" y="154509"/>
                </a:lnTo>
                <a:lnTo>
                  <a:pt x="721522" y="154908"/>
                </a:lnTo>
                <a:lnTo>
                  <a:pt x="721168" y="155357"/>
                </a:lnTo>
                <a:lnTo>
                  <a:pt x="720855" y="155858"/>
                </a:lnTo>
                <a:lnTo>
                  <a:pt x="720588" y="156415"/>
                </a:lnTo>
                <a:lnTo>
                  <a:pt x="720372" y="157031"/>
                </a:lnTo>
                <a:lnTo>
                  <a:pt x="720211" y="157708"/>
                </a:lnTo>
                <a:lnTo>
                  <a:pt x="720112" y="158449"/>
                </a:lnTo>
                <a:lnTo>
                  <a:pt x="720077" y="159258"/>
                </a:lnTo>
                <a:lnTo>
                  <a:pt x="720112" y="160067"/>
                </a:lnTo>
                <a:lnTo>
                  <a:pt x="720211" y="160808"/>
                </a:lnTo>
                <a:lnTo>
                  <a:pt x="720372" y="161485"/>
                </a:lnTo>
                <a:lnTo>
                  <a:pt x="720588" y="162100"/>
                </a:lnTo>
                <a:lnTo>
                  <a:pt x="720855" y="162657"/>
                </a:lnTo>
                <a:lnTo>
                  <a:pt x="721168" y="163158"/>
                </a:lnTo>
                <a:lnTo>
                  <a:pt x="721522" y="163607"/>
                </a:lnTo>
                <a:lnTo>
                  <a:pt x="721912" y="164005"/>
                </a:lnTo>
                <a:lnTo>
                  <a:pt x="722334" y="164357"/>
                </a:lnTo>
                <a:lnTo>
                  <a:pt x="722782" y="164665"/>
                </a:lnTo>
                <a:lnTo>
                  <a:pt x="723252" y="164932"/>
                </a:lnTo>
                <a:lnTo>
                  <a:pt x="723740" y="165161"/>
                </a:lnTo>
                <a:lnTo>
                  <a:pt x="724239" y="165355"/>
                </a:lnTo>
                <a:lnTo>
                  <a:pt x="724745" y="165516"/>
                </a:lnTo>
                <a:lnTo>
                  <a:pt x="725254" y="165648"/>
                </a:lnTo>
                <a:lnTo>
                  <a:pt x="725760" y="165754"/>
                </a:lnTo>
                <a:lnTo>
                  <a:pt x="726259" y="165837"/>
                </a:lnTo>
                <a:lnTo>
                  <a:pt x="726746" y="165899"/>
                </a:lnTo>
                <a:lnTo>
                  <a:pt x="727215" y="165943"/>
                </a:lnTo>
                <a:lnTo>
                  <a:pt x="727663" y="165973"/>
                </a:lnTo>
                <a:lnTo>
                  <a:pt x="728084" y="165991"/>
                </a:lnTo>
                <a:lnTo>
                  <a:pt x="728473" y="166000"/>
                </a:lnTo>
                <a:lnTo>
                  <a:pt x="728826" y="166004"/>
                </a:lnTo>
                <a:lnTo>
                  <a:pt x="729138" y="166004"/>
                </a:lnTo>
                <a:lnTo>
                  <a:pt x="790445" y="166004"/>
                </a:lnTo>
                <a:lnTo>
                  <a:pt x="790756" y="166004"/>
                </a:lnTo>
                <a:lnTo>
                  <a:pt x="791109" y="166000"/>
                </a:lnTo>
                <a:lnTo>
                  <a:pt x="791499" y="165991"/>
                </a:lnTo>
                <a:lnTo>
                  <a:pt x="791920" y="165973"/>
                </a:lnTo>
                <a:lnTo>
                  <a:pt x="792367" y="165943"/>
                </a:lnTo>
                <a:lnTo>
                  <a:pt x="792837" y="165899"/>
                </a:lnTo>
                <a:lnTo>
                  <a:pt x="793324" y="165837"/>
                </a:lnTo>
                <a:lnTo>
                  <a:pt x="793823" y="165754"/>
                </a:lnTo>
                <a:lnTo>
                  <a:pt x="794329" y="165648"/>
                </a:lnTo>
                <a:lnTo>
                  <a:pt x="794838" y="165516"/>
                </a:lnTo>
                <a:lnTo>
                  <a:pt x="795344" y="165355"/>
                </a:lnTo>
                <a:lnTo>
                  <a:pt x="795843" y="165161"/>
                </a:lnTo>
                <a:lnTo>
                  <a:pt x="796330" y="164932"/>
                </a:lnTo>
                <a:lnTo>
                  <a:pt x="796800" y="164665"/>
                </a:lnTo>
                <a:lnTo>
                  <a:pt x="797249" y="164357"/>
                </a:lnTo>
                <a:lnTo>
                  <a:pt x="797671" y="164005"/>
                </a:lnTo>
                <a:lnTo>
                  <a:pt x="798061" y="163607"/>
                </a:lnTo>
                <a:lnTo>
                  <a:pt x="798415" y="163158"/>
                </a:lnTo>
                <a:lnTo>
                  <a:pt x="798728" y="162657"/>
                </a:lnTo>
                <a:lnTo>
                  <a:pt x="798995" y="162100"/>
                </a:lnTo>
                <a:lnTo>
                  <a:pt x="799211" y="161485"/>
                </a:lnTo>
                <a:lnTo>
                  <a:pt x="799371" y="160808"/>
                </a:lnTo>
                <a:lnTo>
                  <a:pt x="799471" y="160067"/>
                </a:lnTo>
                <a:lnTo>
                  <a:pt x="799505" y="159258"/>
                </a:lnTo>
                <a:lnTo>
                  <a:pt x="799471" y="158449"/>
                </a:lnTo>
                <a:lnTo>
                  <a:pt x="799371" y="157708"/>
                </a:lnTo>
                <a:lnTo>
                  <a:pt x="799211" y="157031"/>
                </a:lnTo>
                <a:lnTo>
                  <a:pt x="798995" y="156415"/>
                </a:lnTo>
                <a:lnTo>
                  <a:pt x="798728" y="155858"/>
                </a:lnTo>
                <a:lnTo>
                  <a:pt x="798415" y="155357"/>
                </a:lnTo>
                <a:close/>
                <a:moveTo>
                  <a:pt x="1679815" y="23115"/>
                </a:moveTo>
                <a:lnTo>
                  <a:pt x="1679556" y="22546"/>
                </a:lnTo>
                <a:lnTo>
                  <a:pt x="1679262" y="22000"/>
                </a:lnTo>
                <a:lnTo>
                  <a:pt x="1678935" y="21476"/>
                </a:lnTo>
                <a:lnTo>
                  <a:pt x="1678576" y="20976"/>
                </a:lnTo>
                <a:lnTo>
                  <a:pt x="1678186" y="20501"/>
                </a:lnTo>
                <a:lnTo>
                  <a:pt x="1677767" y="20054"/>
                </a:lnTo>
                <a:lnTo>
                  <a:pt x="1677320" y="19634"/>
                </a:lnTo>
                <a:lnTo>
                  <a:pt x="1676845" y="19244"/>
                </a:lnTo>
                <a:lnTo>
                  <a:pt x="1676346" y="18885"/>
                </a:lnTo>
                <a:lnTo>
                  <a:pt x="1675822" y="18557"/>
                </a:lnTo>
                <a:lnTo>
                  <a:pt x="1675275" y="18264"/>
                </a:lnTo>
                <a:lnTo>
                  <a:pt x="1674707" y="18005"/>
                </a:lnTo>
                <a:lnTo>
                  <a:pt x="1674119" y="17782"/>
                </a:lnTo>
                <a:lnTo>
                  <a:pt x="1673512" y="17597"/>
                </a:lnTo>
                <a:lnTo>
                  <a:pt x="1672888" y="17450"/>
                </a:lnTo>
                <a:lnTo>
                  <a:pt x="1672248" y="17344"/>
                </a:lnTo>
                <a:lnTo>
                  <a:pt x="1671593" y="17280"/>
                </a:lnTo>
                <a:lnTo>
                  <a:pt x="1670924" y="17258"/>
                </a:lnTo>
                <a:lnTo>
                  <a:pt x="1670255" y="17280"/>
                </a:lnTo>
                <a:lnTo>
                  <a:pt x="1669600" y="17344"/>
                </a:lnTo>
                <a:lnTo>
                  <a:pt x="1668959" y="17450"/>
                </a:lnTo>
                <a:lnTo>
                  <a:pt x="1668335" y="17597"/>
                </a:lnTo>
                <a:lnTo>
                  <a:pt x="1667728" y="17782"/>
                </a:lnTo>
                <a:lnTo>
                  <a:pt x="1667139" y="18005"/>
                </a:lnTo>
                <a:lnTo>
                  <a:pt x="1666571" y="18264"/>
                </a:lnTo>
                <a:lnTo>
                  <a:pt x="1666024" y="18557"/>
                </a:lnTo>
                <a:lnTo>
                  <a:pt x="1665500" y="18885"/>
                </a:lnTo>
                <a:lnTo>
                  <a:pt x="1665001" y="19244"/>
                </a:lnTo>
                <a:lnTo>
                  <a:pt x="1664526" y="19634"/>
                </a:lnTo>
                <a:lnTo>
                  <a:pt x="1664079" y="20054"/>
                </a:lnTo>
                <a:lnTo>
                  <a:pt x="1663659" y="20501"/>
                </a:lnTo>
                <a:lnTo>
                  <a:pt x="1663269" y="20976"/>
                </a:lnTo>
                <a:lnTo>
                  <a:pt x="1662910" y="21476"/>
                </a:lnTo>
                <a:lnTo>
                  <a:pt x="1662583" y="22000"/>
                </a:lnTo>
                <a:lnTo>
                  <a:pt x="1662289" y="22546"/>
                </a:lnTo>
                <a:lnTo>
                  <a:pt x="1662031" y="23115"/>
                </a:lnTo>
                <a:lnTo>
                  <a:pt x="1661808" y="23703"/>
                </a:lnTo>
                <a:lnTo>
                  <a:pt x="1661623" y="24310"/>
                </a:lnTo>
                <a:lnTo>
                  <a:pt x="1661477" y="24934"/>
                </a:lnTo>
                <a:lnTo>
                  <a:pt x="1661371" y="25575"/>
                </a:lnTo>
                <a:lnTo>
                  <a:pt x="1661306" y="26230"/>
                </a:lnTo>
                <a:lnTo>
                  <a:pt x="1661284" y="26899"/>
                </a:lnTo>
                <a:lnTo>
                  <a:pt x="1661306" y="27567"/>
                </a:lnTo>
                <a:lnTo>
                  <a:pt x="1661371" y="28222"/>
                </a:lnTo>
                <a:lnTo>
                  <a:pt x="1661477" y="28863"/>
                </a:lnTo>
                <a:lnTo>
                  <a:pt x="1661623" y="29487"/>
                </a:lnTo>
                <a:lnTo>
                  <a:pt x="1661808" y="30094"/>
                </a:lnTo>
                <a:lnTo>
                  <a:pt x="1662031" y="30682"/>
                </a:lnTo>
                <a:lnTo>
                  <a:pt x="1662289" y="31251"/>
                </a:lnTo>
                <a:lnTo>
                  <a:pt x="1662583" y="31797"/>
                </a:lnTo>
                <a:lnTo>
                  <a:pt x="1662910" y="32321"/>
                </a:lnTo>
                <a:lnTo>
                  <a:pt x="1663269" y="32821"/>
                </a:lnTo>
                <a:lnTo>
                  <a:pt x="1663659" y="33296"/>
                </a:lnTo>
                <a:lnTo>
                  <a:pt x="1664079" y="33743"/>
                </a:lnTo>
                <a:lnTo>
                  <a:pt x="1664526" y="34163"/>
                </a:lnTo>
                <a:lnTo>
                  <a:pt x="1665001" y="34553"/>
                </a:lnTo>
                <a:lnTo>
                  <a:pt x="1665500" y="34912"/>
                </a:lnTo>
                <a:lnTo>
                  <a:pt x="1666024" y="35240"/>
                </a:lnTo>
                <a:lnTo>
                  <a:pt x="1666571" y="35533"/>
                </a:lnTo>
                <a:lnTo>
                  <a:pt x="1667139" y="35792"/>
                </a:lnTo>
                <a:lnTo>
                  <a:pt x="1667728" y="36015"/>
                </a:lnTo>
                <a:lnTo>
                  <a:pt x="1668335" y="36200"/>
                </a:lnTo>
                <a:lnTo>
                  <a:pt x="1668959" y="36347"/>
                </a:lnTo>
                <a:lnTo>
                  <a:pt x="1669600" y="36453"/>
                </a:lnTo>
                <a:lnTo>
                  <a:pt x="1670255" y="36518"/>
                </a:lnTo>
                <a:lnTo>
                  <a:pt x="1670924" y="36539"/>
                </a:lnTo>
                <a:lnTo>
                  <a:pt x="1671593" y="36518"/>
                </a:lnTo>
                <a:lnTo>
                  <a:pt x="1672248" y="36453"/>
                </a:lnTo>
                <a:lnTo>
                  <a:pt x="1672888" y="36347"/>
                </a:lnTo>
                <a:lnTo>
                  <a:pt x="1673512" y="36200"/>
                </a:lnTo>
                <a:lnTo>
                  <a:pt x="1674119" y="36015"/>
                </a:lnTo>
                <a:lnTo>
                  <a:pt x="1674707" y="35792"/>
                </a:lnTo>
                <a:lnTo>
                  <a:pt x="1675275" y="35533"/>
                </a:lnTo>
                <a:lnTo>
                  <a:pt x="1675822" y="35240"/>
                </a:lnTo>
                <a:lnTo>
                  <a:pt x="1676346" y="34912"/>
                </a:lnTo>
                <a:lnTo>
                  <a:pt x="1676845" y="34553"/>
                </a:lnTo>
                <a:lnTo>
                  <a:pt x="1677320" y="34163"/>
                </a:lnTo>
                <a:lnTo>
                  <a:pt x="1677767" y="33743"/>
                </a:lnTo>
                <a:lnTo>
                  <a:pt x="1678186" y="33296"/>
                </a:lnTo>
                <a:lnTo>
                  <a:pt x="1678576" y="32821"/>
                </a:lnTo>
                <a:lnTo>
                  <a:pt x="1678935" y="32321"/>
                </a:lnTo>
                <a:lnTo>
                  <a:pt x="1679262" y="31797"/>
                </a:lnTo>
                <a:lnTo>
                  <a:pt x="1679556" y="31251"/>
                </a:lnTo>
                <a:lnTo>
                  <a:pt x="1679815" y="30682"/>
                </a:lnTo>
                <a:lnTo>
                  <a:pt x="1680037" y="30094"/>
                </a:lnTo>
                <a:lnTo>
                  <a:pt x="1680222" y="29487"/>
                </a:lnTo>
                <a:lnTo>
                  <a:pt x="1680369" y="28863"/>
                </a:lnTo>
                <a:lnTo>
                  <a:pt x="1680475" y="28222"/>
                </a:lnTo>
                <a:lnTo>
                  <a:pt x="1680540" y="27567"/>
                </a:lnTo>
                <a:lnTo>
                  <a:pt x="1680561" y="26899"/>
                </a:lnTo>
                <a:lnTo>
                  <a:pt x="1680540" y="26230"/>
                </a:lnTo>
                <a:lnTo>
                  <a:pt x="1680475" y="25575"/>
                </a:lnTo>
                <a:lnTo>
                  <a:pt x="1680369" y="24934"/>
                </a:lnTo>
                <a:lnTo>
                  <a:pt x="1680222" y="24310"/>
                </a:lnTo>
                <a:lnTo>
                  <a:pt x="1680037" y="23703"/>
                </a:lnTo>
                <a:lnTo>
                  <a:pt x="1679815" y="23115"/>
                </a:lnTo>
                <a:close/>
                <a:moveTo>
                  <a:pt x="3198046" y="23115"/>
                </a:moveTo>
                <a:lnTo>
                  <a:pt x="3197788" y="22546"/>
                </a:lnTo>
                <a:lnTo>
                  <a:pt x="3197494" y="22000"/>
                </a:lnTo>
                <a:lnTo>
                  <a:pt x="3197167" y="21476"/>
                </a:lnTo>
                <a:lnTo>
                  <a:pt x="3196808" y="20976"/>
                </a:lnTo>
                <a:lnTo>
                  <a:pt x="3196418" y="20501"/>
                </a:lnTo>
                <a:lnTo>
                  <a:pt x="3195999" y="20054"/>
                </a:lnTo>
                <a:lnTo>
                  <a:pt x="3195551" y="19634"/>
                </a:lnTo>
                <a:lnTo>
                  <a:pt x="3195077" y="19244"/>
                </a:lnTo>
                <a:lnTo>
                  <a:pt x="3194577" y="18885"/>
                </a:lnTo>
                <a:lnTo>
                  <a:pt x="3194054" y="18557"/>
                </a:lnTo>
                <a:lnTo>
                  <a:pt x="3193507" y="18264"/>
                </a:lnTo>
                <a:lnTo>
                  <a:pt x="3192939" y="18005"/>
                </a:lnTo>
                <a:lnTo>
                  <a:pt x="3192351" y="17782"/>
                </a:lnTo>
                <a:lnTo>
                  <a:pt x="3191744" y="17597"/>
                </a:lnTo>
                <a:lnTo>
                  <a:pt x="3191120" y="17450"/>
                </a:lnTo>
                <a:lnTo>
                  <a:pt x="3190480" y="17344"/>
                </a:lnTo>
                <a:lnTo>
                  <a:pt x="3189824" y="17280"/>
                </a:lnTo>
                <a:lnTo>
                  <a:pt x="3189156" y="17258"/>
                </a:lnTo>
                <a:lnTo>
                  <a:pt x="3188487" y="17280"/>
                </a:lnTo>
                <a:lnTo>
                  <a:pt x="3187832" y="17344"/>
                </a:lnTo>
                <a:lnTo>
                  <a:pt x="3187191" y="17450"/>
                </a:lnTo>
                <a:lnTo>
                  <a:pt x="3186566" y="17597"/>
                </a:lnTo>
                <a:lnTo>
                  <a:pt x="3185959" y="17782"/>
                </a:lnTo>
                <a:lnTo>
                  <a:pt x="3185371" y="18005"/>
                </a:lnTo>
                <a:lnTo>
                  <a:pt x="3184803" y="18264"/>
                </a:lnTo>
                <a:lnTo>
                  <a:pt x="3184256" y="18557"/>
                </a:lnTo>
                <a:lnTo>
                  <a:pt x="3183732" y="18885"/>
                </a:lnTo>
                <a:lnTo>
                  <a:pt x="3183232" y="19244"/>
                </a:lnTo>
                <a:lnTo>
                  <a:pt x="3182758" y="19634"/>
                </a:lnTo>
                <a:lnTo>
                  <a:pt x="3182310" y="20054"/>
                </a:lnTo>
                <a:lnTo>
                  <a:pt x="3181891" y="20501"/>
                </a:lnTo>
                <a:lnTo>
                  <a:pt x="3181501" y="20976"/>
                </a:lnTo>
                <a:lnTo>
                  <a:pt x="3181142" y="21476"/>
                </a:lnTo>
                <a:lnTo>
                  <a:pt x="3180815" y="22000"/>
                </a:lnTo>
                <a:lnTo>
                  <a:pt x="3180521" y="22546"/>
                </a:lnTo>
                <a:lnTo>
                  <a:pt x="3180262" y="23115"/>
                </a:lnTo>
                <a:lnTo>
                  <a:pt x="3180040" y="23703"/>
                </a:lnTo>
                <a:lnTo>
                  <a:pt x="3179855" y="24310"/>
                </a:lnTo>
                <a:lnTo>
                  <a:pt x="3179708" y="24934"/>
                </a:lnTo>
                <a:lnTo>
                  <a:pt x="3179602" y="25575"/>
                </a:lnTo>
                <a:lnTo>
                  <a:pt x="3179538" y="26230"/>
                </a:lnTo>
                <a:lnTo>
                  <a:pt x="3179516" y="26899"/>
                </a:lnTo>
                <a:lnTo>
                  <a:pt x="3179538" y="27567"/>
                </a:lnTo>
                <a:lnTo>
                  <a:pt x="3179602" y="28222"/>
                </a:lnTo>
                <a:lnTo>
                  <a:pt x="3179708" y="28863"/>
                </a:lnTo>
                <a:lnTo>
                  <a:pt x="3179855" y="29487"/>
                </a:lnTo>
                <a:lnTo>
                  <a:pt x="3180040" y="30094"/>
                </a:lnTo>
                <a:lnTo>
                  <a:pt x="3180262" y="30682"/>
                </a:lnTo>
                <a:lnTo>
                  <a:pt x="3180521" y="31251"/>
                </a:lnTo>
                <a:lnTo>
                  <a:pt x="3180815" y="31797"/>
                </a:lnTo>
                <a:lnTo>
                  <a:pt x="3181142" y="32321"/>
                </a:lnTo>
                <a:lnTo>
                  <a:pt x="3181501" y="32821"/>
                </a:lnTo>
                <a:lnTo>
                  <a:pt x="3181891" y="33296"/>
                </a:lnTo>
                <a:lnTo>
                  <a:pt x="3182310" y="33743"/>
                </a:lnTo>
                <a:lnTo>
                  <a:pt x="3182758" y="34163"/>
                </a:lnTo>
                <a:lnTo>
                  <a:pt x="3183232" y="34553"/>
                </a:lnTo>
                <a:lnTo>
                  <a:pt x="3183732" y="34912"/>
                </a:lnTo>
                <a:lnTo>
                  <a:pt x="3184256" y="35240"/>
                </a:lnTo>
                <a:lnTo>
                  <a:pt x="3184803" y="35533"/>
                </a:lnTo>
                <a:lnTo>
                  <a:pt x="3185371" y="35792"/>
                </a:lnTo>
                <a:lnTo>
                  <a:pt x="3185959" y="36015"/>
                </a:lnTo>
                <a:lnTo>
                  <a:pt x="3186566" y="36200"/>
                </a:lnTo>
                <a:lnTo>
                  <a:pt x="3187191" y="36347"/>
                </a:lnTo>
                <a:lnTo>
                  <a:pt x="3187832" y="36453"/>
                </a:lnTo>
                <a:lnTo>
                  <a:pt x="3188487" y="36518"/>
                </a:lnTo>
                <a:lnTo>
                  <a:pt x="3189156" y="36539"/>
                </a:lnTo>
                <a:lnTo>
                  <a:pt x="3189824" y="36518"/>
                </a:lnTo>
                <a:lnTo>
                  <a:pt x="3190480" y="36453"/>
                </a:lnTo>
                <a:lnTo>
                  <a:pt x="3191120" y="36347"/>
                </a:lnTo>
                <a:lnTo>
                  <a:pt x="3191744" y="36200"/>
                </a:lnTo>
                <a:lnTo>
                  <a:pt x="3192351" y="36015"/>
                </a:lnTo>
                <a:lnTo>
                  <a:pt x="3192939" y="35792"/>
                </a:lnTo>
                <a:lnTo>
                  <a:pt x="3193507" y="35533"/>
                </a:lnTo>
                <a:lnTo>
                  <a:pt x="3194054" y="35240"/>
                </a:lnTo>
                <a:lnTo>
                  <a:pt x="3194577" y="34912"/>
                </a:lnTo>
                <a:lnTo>
                  <a:pt x="3195077" y="34553"/>
                </a:lnTo>
                <a:lnTo>
                  <a:pt x="3195551" y="34163"/>
                </a:lnTo>
                <a:lnTo>
                  <a:pt x="3195999" y="33743"/>
                </a:lnTo>
                <a:lnTo>
                  <a:pt x="3196418" y="33296"/>
                </a:lnTo>
                <a:lnTo>
                  <a:pt x="3196808" y="32821"/>
                </a:lnTo>
                <a:lnTo>
                  <a:pt x="3197167" y="32321"/>
                </a:lnTo>
                <a:lnTo>
                  <a:pt x="3197494" y="31797"/>
                </a:lnTo>
                <a:lnTo>
                  <a:pt x="3197788" y="31251"/>
                </a:lnTo>
                <a:lnTo>
                  <a:pt x="3198046" y="30682"/>
                </a:lnTo>
                <a:lnTo>
                  <a:pt x="3198269" y="30094"/>
                </a:lnTo>
                <a:lnTo>
                  <a:pt x="3198454" y="29487"/>
                </a:lnTo>
                <a:lnTo>
                  <a:pt x="3198600" y="28863"/>
                </a:lnTo>
                <a:lnTo>
                  <a:pt x="3198707" y="28222"/>
                </a:lnTo>
                <a:lnTo>
                  <a:pt x="3198771" y="27567"/>
                </a:lnTo>
                <a:lnTo>
                  <a:pt x="3198793" y="26899"/>
                </a:lnTo>
                <a:lnTo>
                  <a:pt x="3198771" y="26230"/>
                </a:lnTo>
                <a:lnTo>
                  <a:pt x="3198707" y="25575"/>
                </a:lnTo>
                <a:lnTo>
                  <a:pt x="3198600" y="24934"/>
                </a:lnTo>
                <a:lnTo>
                  <a:pt x="3198454" y="24310"/>
                </a:lnTo>
                <a:lnTo>
                  <a:pt x="3198269" y="23703"/>
                </a:lnTo>
                <a:lnTo>
                  <a:pt x="3198046" y="23115"/>
                </a:lnTo>
                <a:close/>
                <a:moveTo>
                  <a:pt x="1906717" y="142654"/>
                </a:moveTo>
                <a:lnTo>
                  <a:pt x="1906635" y="142390"/>
                </a:lnTo>
                <a:lnTo>
                  <a:pt x="1906536" y="142139"/>
                </a:lnTo>
                <a:lnTo>
                  <a:pt x="1906421" y="141898"/>
                </a:lnTo>
                <a:lnTo>
                  <a:pt x="1906290" y="141667"/>
                </a:lnTo>
                <a:lnTo>
                  <a:pt x="1906141" y="141444"/>
                </a:lnTo>
                <a:lnTo>
                  <a:pt x="1905975" y="141227"/>
                </a:lnTo>
                <a:lnTo>
                  <a:pt x="1905791" y="141014"/>
                </a:lnTo>
                <a:lnTo>
                  <a:pt x="1905589" y="140804"/>
                </a:lnTo>
                <a:lnTo>
                  <a:pt x="1905369" y="140596"/>
                </a:lnTo>
                <a:lnTo>
                  <a:pt x="1905129" y="140388"/>
                </a:lnTo>
                <a:lnTo>
                  <a:pt x="1904871" y="140178"/>
                </a:lnTo>
                <a:lnTo>
                  <a:pt x="1904594" y="139964"/>
                </a:lnTo>
                <a:lnTo>
                  <a:pt x="1904296" y="139746"/>
                </a:lnTo>
                <a:lnTo>
                  <a:pt x="1903979" y="139521"/>
                </a:lnTo>
                <a:lnTo>
                  <a:pt x="1903641" y="139288"/>
                </a:lnTo>
                <a:lnTo>
                  <a:pt x="1903282" y="139046"/>
                </a:lnTo>
                <a:lnTo>
                  <a:pt x="1902902" y="138792"/>
                </a:lnTo>
                <a:lnTo>
                  <a:pt x="1902501" y="138525"/>
                </a:lnTo>
                <a:lnTo>
                  <a:pt x="1902078" y="138244"/>
                </a:lnTo>
                <a:lnTo>
                  <a:pt x="1899168" y="136171"/>
                </a:lnTo>
                <a:lnTo>
                  <a:pt x="1896412" y="134006"/>
                </a:lnTo>
                <a:lnTo>
                  <a:pt x="1893807" y="131754"/>
                </a:lnTo>
                <a:lnTo>
                  <a:pt x="1891350" y="129421"/>
                </a:lnTo>
                <a:lnTo>
                  <a:pt x="1889040" y="127013"/>
                </a:lnTo>
                <a:lnTo>
                  <a:pt x="1886873" y="124536"/>
                </a:lnTo>
                <a:lnTo>
                  <a:pt x="1884846" y="121996"/>
                </a:lnTo>
                <a:lnTo>
                  <a:pt x="1882957" y="119398"/>
                </a:lnTo>
                <a:lnTo>
                  <a:pt x="1881203" y="116749"/>
                </a:lnTo>
                <a:lnTo>
                  <a:pt x="1879582" y="114054"/>
                </a:lnTo>
                <a:lnTo>
                  <a:pt x="1878091" y="111319"/>
                </a:lnTo>
                <a:lnTo>
                  <a:pt x="1876727" y="108551"/>
                </a:lnTo>
                <a:lnTo>
                  <a:pt x="1875487" y="105754"/>
                </a:lnTo>
                <a:lnTo>
                  <a:pt x="1874370" y="102935"/>
                </a:lnTo>
                <a:lnTo>
                  <a:pt x="1873371" y="100099"/>
                </a:lnTo>
                <a:lnTo>
                  <a:pt x="1872489" y="97253"/>
                </a:lnTo>
                <a:lnTo>
                  <a:pt x="1871721" y="94402"/>
                </a:lnTo>
                <a:lnTo>
                  <a:pt x="1871063" y="91553"/>
                </a:lnTo>
                <a:lnTo>
                  <a:pt x="1870515" y="88710"/>
                </a:lnTo>
                <a:lnTo>
                  <a:pt x="1870072" y="85881"/>
                </a:lnTo>
                <a:lnTo>
                  <a:pt x="1869732" y="83070"/>
                </a:lnTo>
                <a:lnTo>
                  <a:pt x="1869492" y="80284"/>
                </a:lnTo>
                <a:lnTo>
                  <a:pt x="1869351" y="77528"/>
                </a:lnTo>
                <a:lnTo>
                  <a:pt x="1869304" y="74809"/>
                </a:lnTo>
                <a:lnTo>
                  <a:pt x="1869343" y="72361"/>
                </a:lnTo>
                <a:lnTo>
                  <a:pt x="1869463" y="69842"/>
                </a:lnTo>
                <a:lnTo>
                  <a:pt x="1869669" y="67259"/>
                </a:lnTo>
                <a:lnTo>
                  <a:pt x="1869966" y="64620"/>
                </a:lnTo>
                <a:lnTo>
                  <a:pt x="1870359" y="61932"/>
                </a:lnTo>
                <a:lnTo>
                  <a:pt x="1870853" y="59201"/>
                </a:lnTo>
                <a:lnTo>
                  <a:pt x="1871452" y="56436"/>
                </a:lnTo>
                <a:lnTo>
                  <a:pt x="1872161" y="53644"/>
                </a:lnTo>
                <a:lnTo>
                  <a:pt x="1872985" y="50831"/>
                </a:lnTo>
                <a:lnTo>
                  <a:pt x="1873929" y="48006"/>
                </a:lnTo>
                <a:lnTo>
                  <a:pt x="1874998" y="45175"/>
                </a:lnTo>
                <a:lnTo>
                  <a:pt x="1876197" y="42346"/>
                </a:lnTo>
                <a:lnTo>
                  <a:pt x="1877530" y="39526"/>
                </a:lnTo>
                <a:lnTo>
                  <a:pt x="1879003" y="36722"/>
                </a:lnTo>
                <a:lnTo>
                  <a:pt x="1880620" y="33942"/>
                </a:lnTo>
                <a:lnTo>
                  <a:pt x="1882386" y="31193"/>
                </a:lnTo>
                <a:lnTo>
                  <a:pt x="1884306" y="28482"/>
                </a:lnTo>
                <a:lnTo>
                  <a:pt x="1886385" y="25816"/>
                </a:lnTo>
                <a:lnTo>
                  <a:pt x="1888627" y="23204"/>
                </a:lnTo>
                <a:lnTo>
                  <a:pt x="1891038" y="20651"/>
                </a:lnTo>
                <a:lnTo>
                  <a:pt x="1893622" y="18165"/>
                </a:lnTo>
                <a:lnTo>
                  <a:pt x="1896385" y="15754"/>
                </a:lnTo>
                <a:lnTo>
                  <a:pt x="1899330" y="13425"/>
                </a:lnTo>
                <a:lnTo>
                  <a:pt x="1902464" y="11185"/>
                </a:lnTo>
                <a:lnTo>
                  <a:pt x="1902840" y="10927"/>
                </a:lnTo>
                <a:lnTo>
                  <a:pt x="1903199" y="10681"/>
                </a:lnTo>
                <a:lnTo>
                  <a:pt x="1903540" y="10446"/>
                </a:lnTo>
                <a:lnTo>
                  <a:pt x="1903864" y="10221"/>
                </a:lnTo>
                <a:lnTo>
                  <a:pt x="1904170" y="10004"/>
                </a:lnTo>
                <a:lnTo>
                  <a:pt x="1904459" y="9793"/>
                </a:lnTo>
                <a:lnTo>
                  <a:pt x="1904731" y="9587"/>
                </a:lnTo>
                <a:lnTo>
                  <a:pt x="1904985" y="9385"/>
                </a:lnTo>
                <a:lnTo>
                  <a:pt x="1905223" y="9185"/>
                </a:lnTo>
                <a:lnTo>
                  <a:pt x="1905445" y="8985"/>
                </a:lnTo>
                <a:lnTo>
                  <a:pt x="1905650" y="8784"/>
                </a:lnTo>
                <a:lnTo>
                  <a:pt x="1905839" y="8581"/>
                </a:lnTo>
                <a:lnTo>
                  <a:pt x="1906012" y="8374"/>
                </a:lnTo>
                <a:lnTo>
                  <a:pt x="1906169" y="8161"/>
                </a:lnTo>
                <a:lnTo>
                  <a:pt x="1906310" y="7941"/>
                </a:lnTo>
                <a:lnTo>
                  <a:pt x="1906436" y="7713"/>
                </a:lnTo>
                <a:lnTo>
                  <a:pt x="1906546" y="7474"/>
                </a:lnTo>
                <a:lnTo>
                  <a:pt x="1906641" y="7224"/>
                </a:lnTo>
                <a:lnTo>
                  <a:pt x="1906721" y="6962"/>
                </a:lnTo>
                <a:lnTo>
                  <a:pt x="1906786" y="6684"/>
                </a:lnTo>
                <a:lnTo>
                  <a:pt x="1906836" y="6390"/>
                </a:lnTo>
                <a:lnTo>
                  <a:pt x="1906872" y="6079"/>
                </a:lnTo>
                <a:lnTo>
                  <a:pt x="1906893" y="5749"/>
                </a:lnTo>
                <a:lnTo>
                  <a:pt x="1906900" y="5399"/>
                </a:lnTo>
                <a:lnTo>
                  <a:pt x="1906895" y="5194"/>
                </a:lnTo>
                <a:lnTo>
                  <a:pt x="1906878" y="4968"/>
                </a:lnTo>
                <a:lnTo>
                  <a:pt x="1906849" y="4724"/>
                </a:lnTo>
                <a:lnTo>
                  <a:pt x="1906805" y="4463"/>
                </a:lnTo>
                <a:lnTo>
                  <a:pt x="1906746" y="4189"/>
                </a:lnTo>
                <a:lnTo>
                  <a:pt x="1906671" y="3905"/>
                </a:lnTo>
                <a:lnTo>
                  <a:pt x="1906577" y="3612"/>
                </a:lnTo>
                <a:lnTo>
                  <a:pt x="1906464" y="3314"/>
                </a:lnTo>
                <a:lnTo>
                  <a:pt x="1906330" y="3013"/>
                </a:lnTo>
                <a:lnTo>
                  <a:pt x="1906174" y="2712"/>
                </a:lnTo>
                <a:lnTo>
                  <a:pt x="1905995" y="2414"/>
                </a:lnTo>
                <a:lnTo>
                  <a:pt x="1905791" y="2121"/>
                </a:lnTo>
                <a:lnTo>
                  <a:pt x="1905561" y="1836"/>
                </a:lnTo>
                <a:lnTo>
                  <a:pt x="1905303" y="1562"/>
                </a:lnTo>
                <a:lnTo>
                  <a:pt x="1905017" y="1302"/>
                </a:lnTo>
                <a:lnTo>
                  <a:pt x="1904700" y="1057"/>
                </a:lnTo>
                <a:lnTo>
                  <a:pt x="1904352" y="831"/>
                </a:lnTo>
                <a:lnTo>
                  <a:pt x="1903971" y="627"/>
                </a:lnTo>
                <a:lnTo>
                  <a:pt x="1903556" y="446"/>
                </a:lnTo>
                <a:lnTo>
                  <a:pt x="1903106" y="293"/>
                </a:lnTo>
                <a:lnTo>
                  <a:pt x="1902618" y="169"/>
                </a:lnTo>
                <a:lnTo>
                  <a:pt x="1902093" y="77"/>
                </a:lnTo>
                <a:lnTo>
                  <a:pt x="1901528" y="20"/>
                </a:lnTo>
                <a:lnTo>
                  <a:pt x="1900922" y="0"/>
                </a:lnTo>
                <a:lnTo>
                  <a:pt x="1900053" y="132"/>
                </a:lnTo>
                <a:lnTo>
                  <a:pt x="1898864" y="529"/>
                </a:lnTo>
                <a:lnTo>
                  <a:pt x="1897387" y="1190"/>
                </a:lnTo>
                <a:lnTo>
                  <a:pt x="1895654" y="2114"/>
                </a:lnTo>
                <a:lnTo>
                  <a:pt x="1893696" y="3300"/>
                </a:lnTo>
                <a:lnTo>
                  <a:pt x="1891545" y="4748"/>
                </a:lnTo>
                <a:lnTo>
                  <a:pt x="1889233" y="6457"/>
                </a:lnTo>
                <a:lnTo>
                  <a:pt x="1886792" y="8426"/>
                </a:lnTo>
                <a:lnTo>
                  <a:pt x="1884253" y="10656"/>
                </a:lnTo>
                <a:lnTo>
                  <a:pt x="1881648" y="13144"/>
                </a:lnTo>
                <a:lnTo>
                  <a:pt x="1879008" y="15891"/>
                </a:lnTo>
                <a:lnTo>
                  <a:pt x="1876366" y="18895"/>
                </a:lnTo>
                <a:lnTo>
                  <a:pt x="1873753" y="22157"/>
                </a:lnTo>
                <a:lnTo>
                  <a:pt x="1871201" y="25675"/>
                </a:lnTo>
                <a:lnTo>
                  <a:pt x="1868741" y="29448"/>
                </a:lnTo>
                <a:lnTo>
                  <a:pt x="1866405" y="33477"/>
                </a:lnTo>
                <a:lnTo>
                  <a:pt x="1864226" y="37760"/>
                </a:lnTo>
                <a:lnTo>
                  <a:pt x="1862234" y="42297"/>
                </a:lnTo>
                <a:lnTo>
                  <a:pt x="1860462" y="47087"/>
                </a:lnTo>
                <a:lnTo>
                  <a:pt x="1858941" y="52129"/>
                </a:lnTo>
                <a:lnTo>
                  <a:pt x="1857702" y="57423"/>
                </a:lnTo>
                <a:lnTo>
                  <a:pt x="1856779" y="62968"/>
                </a:lnTo>
                <a:lnTo>
                  <a:pt x="1856201" y="68764"/>
                </a:lnTo>
                <a:lnTo>
                  <a:pt x="1856001" y="74809"/>
                </a:lnTo>
                <a:lnTo>
                  <a:pt x="1856047" y="77647"/>
                </a:lnTo>
                <a:lnTo>
                  <a:pt x="1856180" y="80427"/>
                </a:lnTo>
                <a:lnTo>
                  <a:pt x="1856396" y="83147"/>
                </a:lnTo>
                <a:lnTo>
                  <a:pt x="1856690" y="85805"/>
                </a:lnTo>
                <a:lnTo>
                  <a:pt x="1857057" y="88402"/>
                </a:lnTo>
                <a:lnTo>
                  <a:pt x="1857493" y="90935"/>
                </a:lnTo>
                <a:lnTo>
                  <a:pt x="1857992" y="93405"/>
                </a:lnTo>
                <a:lnTo>
                  <a:pt x="1858551" y="95811"/>
                </a:lnTo>
                <a:lnTo>
                  <a:pt x="1859164" y="98150"/>
                </a:lnTo>
                <a:lnTo>
                  <a:pt x="1859826" y="100423"/>
                </a:lnTo>
                <a:lnTo>
                  <a:pt x="1860533" y="102629"/>
                </a:lnTo>
                <a:lnTo>
                  <a:pt x="1861280" y="104766"/>
                </a:lnTo>
                <a:lnTo>
                  <a:pt x="1862062" y="106834"/>
                </a:lnTo>
                <a:lnTo>
                  <a:pt x="1862874" y="108832"/>
                </a:lnTo>
                <a:lnTo>
                  <a:pt x="1863712" y="110759"/>
                </a:lnTo>
                <a:lnTo>
                  <a:pt x="1864571" y="112613"/>
                </a:lnTo>
                <a:lnTo>
                  <a:pt x="1865446" y="114395"/>
                </a:lnTo>
                <a:lnTo>
                  <a:pt x="1866332" y="116103"/>
                </a:lnTo>
                <a:lnTo>
                  <a:pt x="1867225" y="117735"/>
                </a:lnTo>
                <a:lnTo>
                  <a:pt x="1868119" y="119293"/>
                </a:lnTo>
                <a:lnTo>
                  <a:pt x="1869011" y="120773"/>
                </a:lnTo>
                <a:lnTo>
                  <a:pt x="1869894" y="122176"/>
                </a:lnTo>
                <a:lnTo>
                  <a:pt x="1870765" y="123501"/>
                </a:lnTo>
                <a:lnTo>
                  <a:pt x="1871619" y="124746"/>
                </a:lnTo>
                <a:lnTo>
                  <a:pt x="1872917" y="126488"/>
                </a:lnTo>
                <a:lnTo>
                  <a:pt x="1874254" y="128192"/>
                </a:lnTo>
                <a:lnTo>
                  <a:pt x="1875622" y="129855"/>
                </a:lnTo>
                <a:lnTo>
                  <a:pt x="1877016" y="131475"/>
                </a:lnTo>
                <a:lnTo>
                  <a:pt x="1878430" y="133048"/>
                </a:lnTo>
                <a:lnTo>
                  <a:pt x="1879857" y="134570"/>
                </a:lnTo>
                <a:lnTo>
                  <a:pt x="1881292" y="136038"/>
                </a:lnTo>
                <a:lnTo>
                  <a:pt x="1882729" y="137449"/>
                </a:lnTo>
                <a:lnTo>
                  <a:pt x="1884161" y="138800"/>
                </a:lnTo>
                <a:lnTo>
                  <a:pt x="1885582" y="140088"/>
                </a:lnTo>
                <a:lnTo>
                  <a:pt x="1886986" y="141309"/>
                </a:lnTo>
                <a:lnTo>
                  <a:pt x="1888367" y="142460"/>
                </a:lnTo>
                <a:lnTo>
                  <a:pt x="1889719" y="143537"/>
                </a:lnTo>
                <a:lnTo>
                  <a:pt x="1891036" y="144538"/>
                </a:lnTo>
                <a:lnTo>
                  <a:pt x="1892311" y="145459"/>
                </a:lnTo>
                <a:lnTo>
                  <a:pt x="1893539" y="146297"/>
                </a:lnTo>
                <a:lnTo>
                  <a:pt x="1894713" y="147048"/>
                </a:lnTo>
                <a:lnTo>
                  <a:pt x="1895828" y="147710"/>
                </a:lnTo>
                <a:lnTo>
                  <a:pt x="1896877" y="148279"/>
                </a:lnTo>
                <a:lnTo>
                  <a:pt x="1897854" y="148752"/>
                </a:lnTo>
                <a:lnTo>
                  <a:pt x="1898754" y="149126"/>
                </a:lnTo>
                <a:lnTo>
                  <a:pt x="1899569" y="149397"/>
                </a:lnTo>
                <a:lnTo>
                  <a:pt x="1900294" y="149562"/>
                </a:lnTo>
                <a:lnTo>
                  <a:pt x="1900922" y="149617"/>
                </a:lnTo>
                <a:lnTo>
                  <a:pt x="1901528" y="149598"/>
                </a:lnTo>
                <a:lnTo>
                  <a:pt x="1902093" y="149541"/>
                </a:lnTo>
                <a:lnTo>
                  <a:pt x="1902618" y="149449"/>
                </a:lnTo>
                <a:lnTo>
                  <a:pt x="1903106" y="149325"/>
                </a:lnTo>
                <a:lnTo>
                  <a:pt x="1903556" y="149171"/>
                </a:lnTo>
                <a:lnTo>
                  <a:pt x="1903971" y="148991"/>
                </a:lnTo>
                <a:lnTo>
                  <a:pt x="1904352" y="148787"/>
                </a:lnTo>
                <a:lnTo>
                  <a:pt x="1904700" y="148561"/>
                </a:lnTo>
                <a:lnTo>
                  <a:pt x="1905017" y="148316"/>
                </a:lnTo>
                <a:lnTo>
                  <a:pt x="1905303" y="148056"/>
                </a:lnTo>
                <a:lnTo>
                  <a:pt x="1905561" y="147782"/>
                </a:lnTo>
                <a:lnTo>
                  <a:pt x="1905791" y="147497"/>
                </a:lnTo>
                <a:lnTo>
                  <a:pt x="1905995" y="147205"/>
                </a:lnTo>
                <a:lnTo>
                  <a:pt x="1906174" y="146907"/>
                </a:lnTo>
                <a:lnTo>
                  <a:pt x="1906330" y="146606"/>
                </a:lnTo>
                <a:lnTo>
                  <a:pt x="1906464" y="146305"/>
                </a:lnTo>
                <a:lnTo>
                  <a:pt x="1906577" y="146007"/>
                </a:lnTo>
                <a:lnTo>
                  <a:pt x="1906671" y="145714"/>
                </a:lnTo>
                <a:lnTo>
                  <a:pt x="1906746" y="145429"/>
                </a:lnTo>
                <a:lnTo>
                  <a:pt x="1906805" y="145155"/>
                </a:lnTo>
                <a:lnTo>
                  <a:pt x="1906849" y="144894"/>
                </a:lnTo>
                <a:lnTo>
                  <a:pt x="1906878" y="144650"/>
                </a:lnTo>
                <a:lnTo>
                  <a:pt x="1906895" y="144423"/>
                </a:lnTo>
                <a:lnTo>
                  <a:pt x="1906900" y="144219"/>
                </a:lnTo>
                <a:lnTo>
                  <a:pt x="1906893" y="143868"/>
                </a:lnTo>
                <a:lnTo>
                  <a:pt x="1906871" y="143538"/>
                </a:lnTo>
                <a:lnTo>
                  <a:pt x="1906835" y="143227"/>
                </a:lnTo>
                <a:lnTo>
                  <a:pt x="1906784" y="142933"/>
                </a:lnTo>
                <a:lnTo>
                  <a:pt x="1906717" y="142654"/>
                </a:lnTo>
                <a:close/>
                <a:moveTo>
                  <a:pt x="2516400" y="106874"/>
                </a:moveTo>
                <a:lnTo>
                  <a:pt x="2516338" y="106444"/>
                </a:lnTo>
                <a:lnTo>
                  <a:pt x="2516255" y="106023"/>
                </a:lnTo>
                <a:lnTo>
                  <a:pt x="2516149" y="105611"/>
                </a:lnTo>
                <a:lnTo>
                  <a:pt x="2516017" y="105211"/>
                </a:lnTo>
                <a:lnTo>
                  <a:pt x="2515855" y="104825"/>
                </a:lnTo>
                <a:lnTo>
                  <a:pt x="2515662" y="104456"/>
                </a:lnTo>
                <a:lnTo>
                  <a:pt x="2515433" y="104104"/>
                </a:lnTo>
                <a:lnTo>
                  <a:pt x="2515166" y="103773"/>
                </a:lnTo>
                <a:lnTo>
                  <a:pt x="2514858" y="103463"/>
                </a:lnTo>
                <a:lnTo>
                  <a:pt x="2514506" y="103178"/>
                </a:lnTo>
                <a:lnTo>
                  <a:pt x="2514107" y="102918"/>
                </a:lnTo>
                <a:lnTo>
                  <a:pt x="2513658" y="102687"/>
                </a:lnTo>
                <a:lnTo>
                  <a:pt x="2513157" y="102486"/>
                </a:lnTo>
                <a:lnTo>
                  <a:pt x="2512600" y="102317"/>
                </a:lnTo>
                <a:lnTo>
                  <a:pt x="2511984" y="102182"/>
                </a:lnTo>
                <a:lnTo>
                  <a:pt x="2511307" y="102083"/>
                </a:lnTo>
                <a:lnTo>
                  <a:pt x="2510566" y="102022"/>
                </a:lnTo>
                <a:lnTo>
                  <a:pt x="2509757" y="102001"/>
                </a:lnTo>
                <a:lnTo>
                  <a:pt x="2508993" y="102022"/>
                </a:lnTo>
                <a:lnTo>
                  <a:pt x="2508292" y="102083"/>
                </a:lnTo>
                <a:lnTo>
                  <a:pt x="2507649" y="102181"/>
                </a:lnTo>
                <a:lnTo>
                  <a:pt x="2507063" y="102316"/>
                </a:lnTo>
                <a:lnTo>
                  <a:pt x="2506531" y="102484"/>
                </a:lnTo>
                <a:lnTo>
                  <a:pt x="2506050" y="102684"/>
                </a:lnTo>
                <a:lnTo>
                  <a:pt x="2505617" y="102914"/>
                </a:lnTo>
                <a:lnTo>
                  <a:pt x="2505231" y="103171"/>
                </a:lnTo>
                <a:lnTo>
                  <a:pt x="2504888" y="103453"/>
                </a:lnTo>
                <a:lnTo>
                  <a:pt x="2504586" y="103759"/>
                </a:lnTo>
                <a:lnTo>
                  <a:pt x="2504322" y="104085"/>
                </a:lnTo>
                <a:lnTo>
                  <a:pt x="2504095" y="104431"/>
                </a:lnTo>
                <a:lnTo>
                  <a:pt x="2503900" y="104795"/>
                </a:lnTo>
                <a:lnTo>
                  <a:pt x="2503736" y="105173"/>
                </a:lnTo>
                <a:lnTo>
                  <a:pt x="2503599" y="105563"/>
                </a:lnTo>
                <a:lnTo>
                  <a:pt x="2503488" y="105965"/>
                </a:lnTo>
                <a:lnTo>
                  <a:pt x="2503400" y="106375"/>
                </a:lnTo>
                <a:lnTo>
                  <a:pt x="2503332" y="106792"/>
                </a:lnTo>
                <a:lnTo>
                  <a:pt x="2503282" y="107214"/>
                </a:lnTo>
                <a:lnTo>
                  <a:pt x="2503246" y="107637"/>
                </a:lnTo>
                <a:lnTo>
                  <a:pt x="2503223" y="108062"/>
                </a:lnTo>
                <a:lnTo>
                  <a:pt x="2503210" y="108484"/>
                </a:lnTo>
                <a:lnTo>
                  <a:pt x="2503204" y="108903"/>
                </a:lnTo>
                <a:lnTo>
                  <a:pt x="2503203" y="109315"/>
                </a:lnTo>
                <a:lnTo>
                  <a:pt x="2503124" y="110756"/>
                </a:lnTo>
                <a:lnTo>
                  <a:pt x="2502940" y="112095"/>
                </a:lnTo>
                <a:lnTo>
                  <a:pt x="2502658" y="113338"/>
                </a:lnTo>
                <a:lnTo>
                  <a:pt x="2502287" y="114486"/>
                </a:lnTo>
                <a:lnTo>
                  <a:pt x="2501834" y="115545"/>
                </a:lnTo>
                <a:lnTo>
                  <a:pt x="2501305" y="116517"/>
                </a:lnTo>
                <a:lnTo>
                  <a:pt x="2500710" y="117405"/>
                </a:lnTo>
                <a:lnTo>
                  <a:pt x="2500054" y="118214"/>
                </a:lnTo>
                <a:lnTo>
                  <a:pt x="2499347" y="118947"/>
                </a:lnTo>
                <a:lnTo>
                  <a:pt x="2498594" y="119606"/>
                </a:lnTo>
                <a:lnTo>
                  <a:pt x="2497805" y="120197"/>
                </a:lnTo>
                <a:lnTo>
                  <a:pt x="2496986" y="120722"/>
                </a:lnTo>
                <a:lnTo>
                  <a:pt x="2496145" y="121185"/>
                </a:lnTo>
                <a:lnTo>
                  <a:pt x="2495289" y="121590"/>
                </a:lnTo>
                <a:lnTo>
                  <a:pt x="2494426" y="121939"/>
                </a:lnTo>
                <a:lnTo>
                  <a:pt x="2493564" y="122236"/>
                </a:lnTo>
                <a:lnTo>
                  <a:pt x="2492709" y="122485"/>
                </a:lnTo>
                <a:lnTo>
                  <a:pt x="2491871" y="122690"/>
                </a:lnTo>
                <a:lnTo>
                  <a:pt x="2491055" y="122854"/>
                </a:lnTo>
                <a:lnTo>
                  <a:pt x="2490270" y="122980"/>
                </a:lnTo>
                <a:lnTo>
                  <a:pt x="2489524" y="123072"/>
                </a:lnTo>
                <a:lnTo>
                  <a:pt x="2488822" y="123133"/>
                </a:lnTo>
                <a:lnTo>
                  <a:pt x="2488175" y="123167"/>
                </a:lnTo>
                <a:lnTo>
                  <a:pt x="2487588" y="123178"/>
                </a:lnTo>
                <a:lnTo>
                  <a:pt x="2485808" y="123127"/>
                </a:lnTo>
                <a:lnTo>
                  <a:pt x="2484177" y="122978"/>
                </a:lnTo>
                <a:lnTo>
                  <a:pt x="2482688" y="122738"/>
                </a:lnTo>
                <a:lnTo>
                  <a:pt x="2481334" y="122414"/>
                </a:lnTo>
                <a:lnTo>
                  <a:pt x="2480109" y="122012"/>
                </a:lnTo>
                <a:lnTo>
                  <a:pt x="2479006" y="121538"/>
                </a:lnTo>
                <a:lnTo>
                  <a:pt x="2478019" y="121000"/>
                </a:lnTo>
                <a:lnTo>
                  <a:pt x="2477142" y="120404"/>
                </a:lnTo>
                <a:lnTo>
                  <a:pt x="2476367" y="119756"/>
                </a:lnTo>
                <a:lnTo>
                  <a:pt x="2475690" y="119064"/>
                </a:lnTo>
                <a:lnTo>
                  <a:pt x="2475103" y="118333"/>
                </a:lnTo>
                <a:lnTo>
                  <a:pt x="2474599" y="117570"/>
                </a:lnTo>
                <a:lnTo>
                  <a:pt x="2474173" y="116783"/>
                </a:lnTo>
                <a:lnTo>
                  <a:pt x="2473817" y="115977"/>
                </a:lnTo>
                <a:lnTo>
                  <a:pt x="2473526" y="115159"/>
                </a:lnTo>
                <a:lnTo>
                  <a:pt x="2473293" y="114336"/>
                </a:lnTo>
                <a:lnTo>
                  <a:pt x="2473112" y="113514"/>
                </a:lnTo>
                <a:lnTo>
                  <a:pt x="2472975" y="112700"/>
                </a:lnTo>
                <a:lnTo>
                  <a:pt x="2472878" y="111901"/>
                </a:lnTo>
                <a:lnTo>
                  <a:pt x="2472812" y="111122"/>
                </a:lnTo>
                <a:lnTo>
                  <a:pt x="2472772" y="110372"/>
                </a:lnTo>
                <a:lnTo>
                  <a:pt x="2472752" y="109656"/>
                </a:lnTo>
                <a:lnTo>
                  <a:pt x="2472744" y="108981"/>
                </a:lnTo>
                <a:lnTo>
                  <a:pt x="2472743" y="108353"/>
                </a:lnTo>
                <a:lnTo>
                  <a:pt x="2472743" y="62535"/>
                </a:lnTo>
                <a:lnTo>
                  <a:pt x="2504359" y="62535"/>
                </a:lnTo>
                <a:lnTo>
                  <a:pt x="2504730" y="62534"/>
                </a:lnTo>
                <a:lnTo>
                  <a:pt x="2505118" y="62531"/>
                </a:lnTo>
                <a:lnTo>
                  <a:pt x="2505520" y="62523"/>
                </a:lnTo>
                <a:lnTo>
                  <a:pt x="2505934" y="62508"/>
                </a:lnTo>
                <a:lnTo>
                  <a:pt x="2506356" y="62482"/>
                </a:lnTo>
                <a:lnTo>
                  <a:pt x="2506784" y="62444"/>
                </a:lnTo>
                <a:lnTo>
                  <a:pt x="2507214" y="62391"/>
                </a:lnTo>
                <a:lnTo>
                  <a:pt x="2507644" y="62321"/>
                </a:lnTo>
                <a:lnTo>
                  <a:pt x="2508070" y="62230"/>
                </a:lnTo>
                <a:lnTo>
                  <a:pt x="2508490" y="62116"/>
                </a:lnTo>
                <a:lnTo>
                  <a:pt x="2508901" y="61978"/>
                </a:lnTo>
                <a:lnTo>
                  <a:pt x="2509300" y="61812"/>
                </a:lnTo>
                <a:lnTo>
                  <a:pt x="2509683" y="61616"/>
                </a:lnTo>
                <a:lnTo>
                  <a:pt x="2510049" y="61387"/>
                </a:lnTo>
                <a:lnTo>
                  <a:pt x="2510394" y="61123"/>
                </a:lnTo>
                <a:lnTo>
                  <a:pt x="2510715" y="60821"/>
                </a:lnTo>
                <a:lnTo>
                  <a:pt x="2511009" y="60479"/>
                </a:lnTo>
                <a:lnTo>
                  <a:pt x="2511273" y="60095"/>
                </a:lnTo>
                <a:lnTo>
                  <a:pt x="2511505" y="59665"/>
                </a:lnTo>
                <a:lnTo>
                  <a:pt x="2511701" y="59188"/>
                </a:lnTo>
                <a:lnTo>
                  <a:pt x="2511859" y="58660"/>
                </a:lnTo>
                <a:lnTo>
                  <a:pt x="2511975" y="58080"/>
                </a:lnTo>
                <a:lnTo>
                  <a:pt x="2512047" y="57444"/>
                </a:lnTo>
                <a:lnTo>
                  <a:pt x="2512072" y="56751"/>
                </a:lnTo>
                <a:lnTo>
                  <a:pt x="2512048" y="56034"/>
                </a:lnTo>
                <a:lnTo>
                  <a:pt x="2511979" y="55377"/>
                </a:lnTo>
                <a:lnTo>
                  <a:pt x="2511867" y="54778"/>
                </a:lnTo>
                <a:lnTo>
                  <a:pt x="2511715" y="54232"/>
                </a:lnTo>
                <a:lnTo>
                  <a:pt x="2511525" y="53739"/>
                </a:lnTo>
                <a:lnTo>
                  <a:pt x="2511301" y="53295"/>
                </a:lnTo>
                <a:lnTo>
                  <a:pt x="2511044" y="52897"/>
                </a:lnTo>
                <a:lnTo>
                  <a:pt x="2510758" y="52544"/>
                </a:lnTo>
                <a:lnTo>
                  <a:pt x="2510445" y="52232"/>
                </a:lnTo>
                <a:lnTo>
                  <a:pt x="2510108" y="51959"/>
                </a:lnTo>
                <a:lnTo>
                  <a:pt x="2509750" y="51723"/>
                </a:lnTo>
                <a:lnTo>
                  <a:pt x="2509373" y="51520"/>
                </a:lnTo>
                <a:lnTo>
                  <a:pt x="2508979" y="51348"/>
                </a:lnTo>
                <a:lnTo>
                  <a:pt x="2508573" y="51205"/>
                </a:lnTo>
                <a:lnTo>
                  <a:pt x="2508155" y="51088"/>
                </a:lnTo>
                <a:lnTo>
                  <a:pt x="2507730" y="50994"/>
                </a:lnTo>
                <a:lnTo>
                  <a:pt x="2507299" y="50921"/>
                </a:lnTo>
                <a:lnTo>
                  <a:pt x="2506866" y="50866"/>
                </a:lnTo>
                <a:lnTo>
                  <a:pt x="2506432" y="50827"/>
                </a:lnTo>
                <a:lnTo>
                  <a:pt x="2506001" y="50800"/>
                </a:lnTo>
                <a:lnTo>
                  <a:pt x="2505576" y="50784"/>
                </a:lnTo>
                <a:lnTo>
                  <a:pt x="2505159" y="50776"/>
                </a:lnTo>
                <a:lnTo>
                  <a:pt x="2504752" y="50773"/>
                </a:lnTo>
                <a:lnTo>
                  <a:pt x="2504359" y="50773"/>
                </a:lnTo>
                <a:lnTo>
                  <a:pt x="2472743" y="50773"/>
                </a:lnTo>
                <a:lnTo>
                  <a:pt x="2472743" y="34965"/>
                </a:lnTo>
                <a:lnTo>
                  <a:pt x="2472743" y="34505"/>
                </a:lnTo>
                <a:lnTo>
                  <a:pt x="2472740" y="34040"/>
                </a:lnTo>
                <a:lnTo>
                  <a:pt x="2472731" y="33573"/>
                </a:lnTo>
                <a:lnTo>
                  <a:pt x="2472713" y="33107"/>
                </a:lnTo>
                <a:lnTo>
                  <a:pt x="2472684" y="32643"/>
                </a:lnTo>
                <a:lnTo>
                  <a:pt x="2472641" y="32184"/>
                </a:lnTo>
                <a:lnTo>
                  <a:pt x="2472581" y="31731"/>
                </a:lnTo>
                <a:lnTo>
                  <a:pt x="2472501" y="31287"/>
                </a:lnTo>
                <a:lnTo>
                  <a:pt x="2472398" y="30853"/>
                </a:lnTo>
                <a:lnTo>
                  <a:pt x="2472269" y="30433"/>
                </a:lnTo>
                <a:lnTo>
                  <a:pt x="2472112" y="30027"/>
                </a:lnTo>
                <a:lnTo>
                  <a:pt x="2471924" y="29638"/>
                </a:lnTo>
                <a:lnTo>
                  <a:pt x="2471701" y="29269"/>
                </a:lnTo>
                <a:lnTo>
                  <a:pt x="2471442" y="28920"/>
                </a:lnTo>
                <a:lnTo>
                  <a:pt x="2471143" y="28595"/>
                </a:lnTo>
                <a:lnTo>
                  <a:pt x="2470801" y="28295"/>
                </a:lnTo>
                <a:lnTo>
                  <a:pt x="2470413" y="28023"/>
                </a:lnTo>
                <a:lnTo>
                  <a:pt x="2469977" y="27780"/>
                </a:lnTo>
                <a:lnTo>
                  <a:pt x="2469490" y="27569"/>
                </a:lnTo>
                <a:lnTo>
                  <a:pt x="2468949" y="27391"/>
                </a:lnTo>
                <a:lnTo>
                  <a:pt x="2468351" y="27250"/>
                </a:lnTo>
                <a:lnTo>
                  <a:pt x="2467693" y="27146"/>
                </a:lnTo>
                <a:lnTo>
                  <a:pt x="2466972" y="27082"/>
                </a:lnTo>
                <a:lnTo>
                  <a:pt x="2466186" y="27060"/>
                </a:lnTo>
                <a:lnTo>
                  <a:pt x="2465378" y="27081"/>
                </a:lnTo>
                <a:lnTo>
                  <a:pt x="2464636" y="27142"/>
                </a:lnTo>
                <a:lnTo>
                  <a:pt x="2463960" y="27242"/>
                </a:lnTo>
                <a:lnTo>
                  <a:pt x="2463344" y="27378"/>
                </a:lnTo>
                <a:lnTo>
                  <a:pt x="2462788" y="27549"/>
                </a:lnTo>
                <a:lnTo>
                  <a:pt x="2462286" y="27753"/>
                </a:lnTo>
                <a:lnTo>
                  <a:pt x="2461838" y="27988"/>
                </a:lnTo>
                <a:lnTo>
                  <a:pt x="2461439" y="28253"/>
                </a:lnTo>
                <a:lnTo>
                  <a:pt x="2461088" y="28545"/>
                </a:lnTo>
                <a:lnTo>
                  <a:pt x="2460780" y="28862"/>
                </a:lnTo>
                <a:lnTo>
                  <a:pt x="2460513" y="29203"/>
                </a:lnTo>
                <a:lnTo>
                  <a:pt x="2460284" y="29567"/>
                </a:lnTo>
                <a:lnTo>
                  <a:pt x="2460090" y="29950"/>
                </a:lnTo>
                <a:lnTo>
                  <a:pt x="2459929" y="30351"/>
                </a:lnTo>
                <a:lnTo>
                  <a:pt x="2459796" y="30769"/>
                </a:lnTo>
                <a:lnTo>
                  <a:pt x="2459691" y="31202"/>
                </a:lnTo>
                <a:lnTo>
                  <a:pt x="2459608" y="31647"/>
                </a:lnTo>
                <a:lnTo>
                  <a:pt x="2459546" y="32103"/>
                </a:lnTo>
                <a:lnTo>
                  <a:pt x="2459502" y="32568"/>
                </a:lnTo>
                <a:lnTo>
                  <a:pt x="2459472" y="33041"/>
                </a:lnTo>
                <a:lnTo>
                  <a:pt x="2459454" y="33518"/>
                </a:lnTo>
                <a:lnTo>
                  <a:pt x="2459445" y="34000"/>
                </a:lnTo>
                <a:lnTo>
                  <a:pt x="2459441" y="34483"/>
                </a:lnTo>
                <a:lnTo>
                  <a:pt x="2459441" y="34965"/>
                </a:lnTo>
                <a:lnTo>
                  <a:pt x="2459441" y="50773"/>
                </a:lnTo>
                <a:lnTo>
                  <a:pt x="2442667" y="50773"/>
                </a:lnTo>
                <a:lnTo>
                  <a:pt x="2442272" y="50773"/>
                </a:lnTo>
                <a:lnTo>
                  <a:pt x="2441863" y="50776"/>
                </a:lnTo>
                <a:lnTo>
                  <a:pt x="2441441" y="50784"/>
                </a:lnTo>
                <a:lnTo>
                  <a:pt x="2441010" y="50800"/>
                </a:lnTo>
                <a:lnTo>
                  <a:pt x="2440572" y="50827"/>
                </a:lnTo>
                <a:lnTo>
                  <a:pt x="2440130" y="50866"/>
                </a:lnTo>
                <a:lnTo>
                  <a:pt x="2439687" y="50921"/>
                </a:lnTo>
                <a:lnTo>
                  <a:pt x="2439246" y="50994"/>
                </a:lnTo>
                <a:lnTo>
                  <a:pt x="2438810" y="51088"/>
                </a:lnTo>
                <a:lnTo>
                  <a:pt x="2438381" y="51205"/>
                </a:lnTo>
                <a:lnTo>
                  <a:pt x="2437962" y="51348"/>
                </a:lnTo>
                <a:lnTo>
                  <a:pt x="2437557" y="51520"/>
                </a:lnTo>
                <a:lnTo>
                  <a:pt x="2437168" y="51723"/>
                </a:lnTo>
                <a:lnTo>
                  <a:pt x="2436798" y="51959"/>
                </a:lnTo>
                <a:lnTo>
                  <a:pt x="2436450" y="52232"/>
                </a:lnTo>
                <a:lnTo>
                  <a:pt x="2436126" y="52544"/>
                </a:lnTo>
                <a:lnTo>
                  <a:pt x="2435829" y="52897"/>
                </a:lnTo>
                <a:lnTo>
                  <a:pt x="2435563" y="53295"/>
                </a:lnTo>
                <a:lnTo>
                  <a:pt x="2435330" y="53739"/>
                </a:lnTo>
                <a:lnTo>
                  <a:pt x="2435133" y="54232"/>
                </a:lnTo>
                <a:lnTo>
                  <a:pt x="2434975" y="54778"/>
                </a:lnTo>
                <a:lnTo>
                  <a:pt x="2434859" y="55377"/>
                </a:lnTo>
                <a:lnTo>
                  <a:pt x="2434787" y="56034"/>
                </a:lnTo>
                <a:lnTo>
                  <a:pt x="2434762" y="56751"/>
                </a:lnTo>
                <a:lnTo>
                  <a:pt x="2434787" y="57444"/>
                </a:lnTo>
                <a:lnTo>
                  <a:pt x="2434859" y="58080"/>
                </a:lnTo>
                <a:lnTo>
                  <a:pt x="2434975" y="58660"/>
                </a:lnTo>
                <a:lnTo>
                  <a:pt x="2435133" y="59188"/>
                </a:lnTo>
                <a:lnTo>
                  <a:pt x="2435329" y="59665"/>
                </a:lnTo>
                <a:lnTo>
                  <a:pt x="2435560" y="60095"/>
                </a:lnTo>
                <a:lnTo>
                  <a:pt x="2435825" y="60479"/>
                </a:lnTo>
                <a:lnTo>
                  <a:pt x="2436119" y="60821"/>
                </a:lnTo>
                <a:lnTo>
                  <a:pt x="2436439" y="61123"/>
                </a:lnTo>
                <a:lnTo>
                  <a:pt x="2436784" y="61387"/>
                </a:lnTo>
                <a:lnTo>
                  <a:pt x="2437149" y="61616"/>
                </a:lnTo>
                <a:lnTo>
                  <a:pt x="2437533" y="61812"/>
                </a:lnTo>
                <a:lnTo>
                  <a:pt x="2437932" y="61978"/>
                </a:lnTo>
                <a:lnTo>
                  <a:pt x="2438342" y="62116"/>
                </a:lnTo>
                <a:lnTo>
                  <a:pt x="2438762" y="62230"/>
                </a:lnTo>
                <a:lnTo>
                  <a:pt x="2439188" y="62321"/>
                </a:lnTo>
                <a:lnTo>
                  <a:pt x="2439618" y="62391"/>
                </a:lnTo>
                <a:lnTo>
                  <a:pt x="2440048" y="62444"/>
                </a:lnTo>
                <a:lnTo>
                  <a:pt x="2440475" y="62482"/>
                </a:lnTo>
                <a:lnTo>
                  <a:pt x="2440897" y="62508"/>
                </a:lnTo>
                <a:lnTo>
                  <a:pt x="2441311" y="62523"/>
                </a:lnTo>
                <a:lnTo>
                  <a:pt x="2441713" y="62531"/>
                </a:lnTo>
                <a:lnTo>
                  <a:pt x="2442102" y="62534"/>
                </a:lnTo>
                <a:lnTo>
                  <a:pt x="2442473" y="62535"/>
                </a:lnTo>
                <a:lnTo>
                  <a:pt x="2459441" y="62535"/>
                </a:lnTo>
                <a:lnTo>
                  <a:pt x="2459441" y="109509"/>
                </a:lnTo>
                <a:lnTo>
                  <a:pt x="2459508" y="111760"/>
                </a:lnTo>
                <a:lnTo>
                  <a:pt x="2459707" y="113893"/>
                </a:lnTo>
                <a:lnTo>
                  <a:pt x="2460031" y="115910"/>
                </a:lnTo>
                <a:lnTo>
                  <a:pt x="2460477" y="117812"/>
                </a:lnTo>
                <a:lnTo>
                  <a:pt x="2461038" y="119602"/>
                </a:lnTo>
                <a:lnTo>
                  <a:pt x="2461709" y="121282"/>
                </a:lnTo>
                <a:lnTo>
                  <a:pt x="2462485" y="122853"/>
                </a:lnTo>
                <a:lnTo>
                  <a:pt x="2463360" y="124318"/>
                </a:lnTo>
                <a:lnTo>
                  <a:pt x="2464330" y="125679"/>
                </a:lnTo>
                <a:lnTo>
                  <a:pt x="2465390" y="126938"/>
                </a:lnTo>
                <a:lnTo>
                  <a:pt x="2466533" y="128096"/>
                </a:lnTo>
                <a:lnTo>
                  <a:pt x="2467754" y="129156"/>
                </a:lnTo>
                <a:lnTo>
                  <a:pt x="2469049" y="130120"/>
                </a:lnTo>
                <a:lnTo>
                  <a:pt x="2470412" y="130989"/>
                </a:lnTo>
                <a:lnTo>
                  <a:pt x="2471838" y="131766"/>
                </a:lnTo>
                <a:lnTo>
                  <a:pt x="2473321" y="132453"/>
                </a:lnTo>
                <a:lnTo>
                  <a:pt x="2474856" y="133051"/>
                </a:lnTo>
                <a:lnTo>
                  <a:pt x="2476438" y="133564"/>
                </a:lnTo>
                <a:lnTo>
                  <a:pt x="2478062" y="133992"/>
                </a:lnTo>
                <a:lnTo>
                  <a:pt x="2479723" y="134337"/>
                </a:lnTo>
                <a:lnTo>
                  <a:pt x="2481414" y="134603"/>
                </a:lnTo>
                <a:lnTo>
                  <a:pt x="2483131" y="134790"/>
                </a:lnTo>
                <a:lnTo>
                  <a:pt x="2484869" y="134900"/>
                </a:lnTo>
                <a:lnTo>
                  <a:pt x="2486623" y="134937"/>
                </a:lnTo>
                <a:lnTo>
                  <a:pt x="2488412" y="134894"/>
                </a:lnTo>
                <a:lnTo>
                  <a:pt x="2490208" y="134764"/>
                </a:lnTo>
                <a:lnTo>
                  <a:pt x="2492003" y="134547"/>
                </a:lnTo>
                <a:lnTo>
                  <a:pt x="2493790" y="134243"/>
                </a:lnTo>
                <a:lnTo>
                  <a:pt x="2495562" y="133852"/>
                </a:lnTo>
                <a:lnTo>
                  <a:pt x="2497311" y="133374"/>
                </a:lnTo>
                <a:lnTo>
                  <a:pt x="2499030" y="132807"/>
                </a:lnTo>
                <a:lnTo>
                  <a:pt x="2500711" y="132153"/>
                </a:lnTo>
                <a:lnTo>
                  <a:pt x="2502348" y="131410"/>
                </a:lnTo>
                <a:lnTo>
                  <a:pt x="2503932" y="130579"/>
                </a:lnTo>
                <a:lnTo>
                  <a:pt x="2505457" y="129659"/>
                </a:lnTo>
                <a:lnTo>
                  <a:pt x="2506914" y="128650"/>
                </a:lnTo>
                <a:lnTo>
                  <a:pt x="2508298" y="127551"/>
                </a:lnTo>
                <a:lnTo>
                  <a:pt x="2509599" y="126363"/>
                </a:lnTo>
                <a:lnTo>
                  <a:pt x="2510812" y="125086"/>
                </a:lnTo>
                <a:lnTo>
                  <a:pt x="2511928" y="123718"/>
                </a:lnTo>
                <a:lnTo>
                  <a:pt x="2512941" y="122260"/>
                </a:lnTo>
                <a:lnTo>
                  <a:pt x="2513842" y="120712"/>
                </a:lnTo>
                <a:lnTo>
                  <a:pt x="2514625" y="119073"/>
                </a:lnTo>
                <a:lnTo>
                  <a:pt x="2515282" y="117343"/>
                </a:lnTo>
                <a:lnTo>
                  <a:pt x="2515806" y="115522"/>
                </a:lnTo>
                <a:lnTo>
                  <a:pt x="2516190" y="113610"/>
                </a:lnTo>
                <a:lnTo>
                  <a:pt x="2516425" y="111605"/>
                </a:lnTo>
                <a:lnTo>
                  <a:pt x="2516505" y="109509"/>
                </a:lnTo>
                <a:lnTo>
                  <a:pt x="2516505" y="109073"/>
                </a:lnTo>
                <a:lnTo>
                  <a:pt x="2516501" y="108634"/>
                </a:lnTo>
                <a:lnTo>
                  <a:pt x="2516492" y="108192"/>
                </a:lnTo>
                <a:lnTo>
                  <a:pt x="2516474" y="107750"/>
                </a:lnTo>
                <a:lnTo>
                  <a:pt x="2516444" y="107310"/>
                </a:lnTo>
                <a:lnTo>
                  <a:pt x="2516400" y="106874"/>
                </a:lnTo>
                <a:close/>
                <a:moveTo>
                  <a:pt x="1819343" y="124569"/>
                </a:moveTo>
                <a:lnTo>
                  <a:pt x="1819077" y="124172"/>
                </a:lnTo>
                <a:lnTo>
                  <a:pt x="1818780" y="123818"/>
                </a:lnTo>
                <a:lnTo>
                  <a:pt x="1818456" y="123507"/>
                </a:lnTo>
                <a:lnTo>
                  <a:pt x="1818108" y="123234"/>
                </a:lnTo>
                <a:lnTo>
                  <a:pt x="1817738" y="122998"/>
                </a:lnTo>
                <a:lnTo>
                  <a:pt x="1817349" y="122795"/>
                </a:lnTo>
                <a:lnTo>
                  <a:pt x="1816944" y="122623"/>
                </a:lnTo>
                <a:lnTo>
                  <a:pt x="1816525" y="122480"/>
                </a:lnTo>
                <a:lnTo>
                  <a:pt x="1816096" y="122363"/>
                </a:lnTo>
                <a:lnTo>
                  <a:pt x="1815660" y="122269"/>
                </a:lnTo>
                <a:lnTo>
                  <a:pt x="1815219" y="122196"/>
                </a:lnTo>
                <a:lnTo>
                  <a:pt x="1814776" y="122141"/>
                </a:lnTo>
                <a:lnTo>
                  <a:pt x="1814334" y="122102"/>
                </a:lnTo>
                <a:lnTo>
                  <a:pt x="1813896" y="122076"/>
                </a:lnTo>
                <a:lnTo>
                  <a:pt x="1813465" y="122060"/>
                </a:lnTo>
                <a:lnTo>
                  <a:pt x="1813043" y="122052"/>
                </a:lnTo>
                <a:lnTo>
                  <a:pt x="1812634" y="122049"/>
                </a:lnTo>
                <a:lnTo>
                  <a:pt x="1812239" y="122048"/>
                </a:lnTo>
                <a:lnTo>
                  <a:pt x="1803755" y="122048"/>
                </a:lnTo>
                <a:lnTo>
                  <a:pt x="1803755" y="77386"/>
                </a:lnTo>
                <a:lnTo>
                  <a:pt x="1803704" y="75013"/>
                </a:lnTo>
                <a:lnTo>
                  <a:pt x="1803553" y="72754"/>
                </a:lnTo>
                <a:lnTo>
                  <a:pt x="1803303" y="70610"/>
                </a:lnTo>
                <a:lnTo>
                  <a:pt x="1802956" y="68578"/>
                </a:lnTo>
                <a:lnTo>
                  <a:pt x="1802515" y="66657"/>
                </a:lnTo>
                <a:lnTo>
                  <a:pt x="1801981" y="64846"/>
                </a:lnTo>
                <a:lnTo>
                  <a:pt x="1801356" y="63144"/>
                </a:lnTo>
                <a:lnTo>
                  <a:pt x="1800642" y="61549"/>
                </a:lnTo>
                <a:lnTo>
                  <a:pt x="1799841" y="60061"/>
                </a:lnTo>
                <a:lnTo>
                  <a:pt x="1798955" y="58677"/>
                </a:lnTo>
                <a:lnTo>
                  <a:pt x="1797986" y="57398"/>
                </a:lnTo>
                <a:lnTo>
                  <a:pt x="1796936" y="56221"/>
                </a:lnTo>
                <a:lnTo>
                  <a:pt x="1795806" y="55145"/>
                </a:lnTo>
                <a:lnTo>
                  <a:pt x="1794599" y="54170"/>
                </a:lnTo>
                <a:lnTo>
                  <a:pt x="1793316" y="53293"/>
                </a:lnTo>
                <a:lnTo>
                  <a:pt x="1791960" y="52513"/>
                </a:lnTo>
                <a:lnTo>
                  <a:pt x="1790532" y="51831"/>
                </a:lnTo>
                <a:lnTo>
                  <a:pt x="1789035" y="51243"/>
                </a:lnTo>
                <a:lnTo>
                  <a:pt x="1787470" y="50749"/>
                </a:lnTo>
                <a:lnTo>
                  <a:pt x="1785839" y="50347"/>
                </a:lnTo>
                <a:lnTo>
                  <a:pt x="1784144" y="50037"/>
                </a:lnTo>
                <a:lnTo>
                  <a:pt x="1782387" y="49817"/>
                </a:lnTo>
                <a:lnTo>
                  <a:pt x="1780569" y="49686"/>
                </a:lnTo>
                <a:lnTo>
                  <a:pt x="1778694" y="49643"/>
                </a:lnTo>
                <a:lnTo>
                  <a:pt x="1777102" y="49676"/>
                </a:lnTo>
                <a:lnTo>
                  <a:pt x="1775554" y="49774"/>
                </a:lnTo>
                <a:lnTo>
                  <a:pt x="1774051" y="49932"/>
                </a:lnTo>
                <a:lnTo>
                  <a:pt x="1772593" y="50146"/>
                </a:lnTo>
                <a:lnTo>
                  <a:pt x="1771180" y="50411"/>
                </a:lnTo>
                <a:lnTo>
                  <a:pt x="1769814" y="50725"/>
                </a:lnTo>
                <a:lnTo>
                  <a:pt x="1768493" y="51082"/>
                </a:lnTo>
                <a:lnTo>
                  <a:pt x="1767219" y="51479"/>
                </a:lnTo>
                <a:lnTo>
                  <a:pt x="1765992" y="51911"/>
                </a:lnTo>
                <a:lnTo>
                  <a:pt x="1764813" y="52375"/>
                </a:lnTo>
                <a:lnTo>
                  <a:pt x="1763680" y="52866"/>
                </a:lnTo>
                <a:lnTo>
                  <a:pt x="1762596" y="53380"/>
                </a:lnTo>
                <a:lnTo>
                  <a:pt x="1761559" y="53913"/>
                </a:lnTo>
                <a:lnTo>
                  <a:pt x="1760572" y="54461"/>
                </a:lnTo>
                <a:lnTo>
                  <a:pt x="1759633" y="55020"/>
                </a:lnTo>
                <a:lnTo>
                  <a:pt x="1758743" y="55586"/>
                </a:lnTo>
                <a:lnTo>
                  <a:pt x="1757903" y="56154"/>
                </a:lnTo>
                <a:lnTo>
                  <a:pt x="1757113" y="56721"/>
                </a:lnTo>
                <a:lnTo>
                  <a:pt x="1756372" y="57283"/>
                </a:lnTo>
                <a:lnTo>
                  <a:pt x="1755683" y="57835"/>
                </a:lnTo>
                <a:lnTo>
                  <a:pt x="1755044" y="58373"/>
                </a:lnTo>
                <a:lnTo>
                  <a:pt x="1754456" y="58893"/>
                </a:lnTo>
                <a:lnTo>
                  <a:pt x="1753920" y="59391"/>
                </a:lnTo>
                <a:lnTo>
                  <a:pt x="1753436" y="59863"/>
                </a:lnTo>
                <a:lnTo>
                  <a:pt x="1753436" y="59106"/>
                </a:lnTo>
                <a:lnTo>
                  <a:pt x="1753432" y="58383"/>
                </a:lnTo>
                <a:lnTo>
                  <a:pt x="1753421" y="57694"/>
                </a:lnTo>
                <a:lnTo>
                  <a:pt x="1753400" y="57039"/>
                </a:lnTo>
                <a:lnTo>
                  <a:pt x="1753366" y="56417"/>
                </a:lnTo>
                <a:lnTo>
                  <a:pt x="1753316" y="55829"/>
                </a:lnTo>
                <a:lnTo>
                  <a:pt x="1753245" y="55274"/>
                </a:lnTo>
                <a:lnTo>
                  <a:pt x="1753151" y="54753"/>
                </a:lnTo>
                <a:lnTo>
                  <a:pt x="1753030" y="54264"/>
                </a:lnTo>
                <a:lnTo>
                  <a:pt x="1752878" y="53809"/>
                </a:lnTo>
                <a:lnTo>
                  <a:pt x="1752694" y="53385"/>
                </a:lnTo>
                <a:lnTo>
                  <a:pt x="1752472" y="52995"/>
                </a:lnTo>
                <a:lnTo>
                  <a:pt x="1752211" y="52636"/>
                </a:lnTo>
                <a:lnTo>
                  <a:pt x="1751906" y="52310"/>
                </a:lnTo>
                <a:lnTo>
                  <a:pt x="1751554" y="52015"/>
                </a:lnTo>
                <a:lnTo>
                  <a:pt x="1751152" y="51753"/>
                </a:lnTo>
                <a:lnTo>
                  <a:pt x="1750696" y="51522"/>
                </a:lnTo>
                <a:lnTo>
                  <a:pt x="1750183" y="51322"/>
                </a:lnTo>
                <a:lnTo>
                  <a:pt x="1749611" y="51153"/>
                </a:lnTo>
                <a:lnTo>
                  <a:pt x="1748974" y="51016"/>
                </a:lnTo>
                <a:lnTo>
                  <a:pt x="1748271" y="50909"/>
                </a:lnTo>
                <a:lnTo>
                  <a:pt x="1747497" y="50833"/>
                </a:lnTo>
                <a:lnTo>
                  <a:pt x="1746650" y="50788"/>
                </a:lnTo>
                <a:lnTo>
                  <a:pt x="1745726" y="50773"/>
                </a:lnTo>
                <a:lnTo>
                  <a:pt x="1731652" y="50773"/>
                </a:lnTo>
                <a:lnTo>
                  <a:pt x="1731258" y="50773"/>
                </a:lnTo>
                <a:lnTo>
                  <a:pt x="1730849" y="50776"/>
                </a:lnTo>
                <a:lnTo>
                  <a:pt x="1730427" y="50784"/>
                </a:lnTo>
                <a:lnTo>
                  <a:pt x="1729995" y="50800"/>
                </a:lnTo>
                <a:lnTo>
                  <a:pt x="1729557" y="50827"/>
                </a:lnTo>
                <a:lnTo>
                  <a:pt x="1729115" y="50866"/>
                </a:lnTo>
                <a:lnTo>
                  <a:pt x="1728673" y="50921"/>
                </a:lnTo>
                <a:lnTo>
                  <a:pt x="1728232" y="50994"/>
                </a:lnTo>
                <a:lnTo>
                  <a:pt x="1727795" y="51088"/>
                </a:lnTo>
                <a:lnTo>
                  <a:pt x="1727366" y="51205"/>
                </a:lnTo>
                <a:lnTo>
                  <a:pt x="1726948" y="51348"/>
                </a:lnTo>
                <a:lnTo>
                  <a:pt x="1726543" y="51520"/>
                </a:lnTo>
                <a:lnTo>
                  <a:pt x="1726154" y="51723"/>
                </a:lnTo>
                <a:lnTo>
                  <a:pt x="1725784" y="51959"/>
                </a:lnTo>
                <a:lnTo>
                  <a:pt x="1725435" y="52232"/>
                </a:lnTo>
                <a:lnTo>
                  <a:pt x="1725111" y="52544"/>
                </a:lnTo>
                <a:lnTo>
                  <a:pt x="1724815" y="52897"/>
                </a:lnTo>
                <a:lnTo>
                  <a:pt x="1724549" y="53295"/>
                </a:lnTo>
                <a:lnTo>
                  <a:pt x="1724316" y="53739"/>
                </a:lnTo>
                <a:lnTo>
                  <a:pt x="1724119" y="54232"/>
                </a:lnTo>
                <a:lnTo>
                  <a:pt x="1723961" y="54778"/>
                </a:lnTo>
                <a:lnTo>
                  <a:pt x="1723844" y="55377"/>
                </a:lnTo>
                <a:lnTo>
                  <a:pt x="1723772" y="56034"/>
                </a:lnTo>
                <a:lnTo>
                  <a:pt x="1723748" y="56751"/>
                </a:lnTo>
                <a:lnTo>
                  <a:pt x="1723773" y="57444"/>
                </a:lnTo>
                <a:lnTo>
                  <a:pt x="1723848" y="58080"/>
                </a:lnTo>
                <a:lnTo>
                  <a:pt x="1723968" y="58660"/>
                </a:lnTo>
                <a:lnTo>
                  <a:pt x="1724132" y="59188"/>
                </a:lnTo>
                <a:lnTo>
                  <a:pt x="1724334" y="59665"/>
                </a:lnTo>
                <a:lnTo>
                  <a:pt x="1724573" y="60095"/>
                </a:lnTo>
                <a:lnTo>
                  <a:pt x="1724845" y="60479"/>
                </a:lnTo>
                <a:lnTo>
                  <a:pt x="1725147" y="60821"/>
                </a:lnTo>
                <a:lnTo>
                  <a:pt x="1725476" y="61123"/>
                </a:lnTo>
                <a:lnTo>
                  <a:pt x="1725829" y="61387"/>
                </a:lnTo>
                <a:lnTo>
                  <a:pt x="1726201" y="61616"/>
                </a:lnTo>
                <a:lnTo>
                  <a:pt x="1726591" y="61812"/>
                </a:lnTo>
                <a:lnTo>
                  <a:pt x="1726996" y="61978"/>
                </a:lnTo>
                <a:lnTo>
                  <a:pt x="1727410" y="62116"/>
                </a:lnTo>
                <a:lnTo>
                  <a:pt x="1727833" y="62230"/>
                </a:lnTo>
                <a:lnTo>
                  <a:pt x="1728260" y="62321"/>
                </a:lnTo>
                <a:lnTo>
                  <a:pt x="1728689" y="62391"/>
                </a:lnTo>
                <a:lnTo>
                  <a:pt x="1729115" y="62444"/>
                </a:lnTo>
                <a:lnTo>
                  <a:pt x="1729537" y="62482"/>
                </a:lnTo>
                <a:lnTo>
                  <a:pt x="1729950" y="62508"/>
                </a:lnTo>
                <a:lnTo>
                  <a:pt x="1730352" y="62523"/>
                </a:lnTo>
                <a:lnTo>
                  <a:pt x="1730740" y="62531"/>
                </a:lnTo>
                <a:lnTo>
                  <a:pt x="1731109" y="62534"/>
                </a:lnTo>
                <a:lnTo>
                  <a:pt x="1731458" y="62535"/>
                </a:lnTo>
                <a:lnTo>
                  <a:pt x="1740136" y="62535"/>
                </a:lnTo>
                <a:lnTo>
                  <a:pt x="1740136" y="122048"/>
                </a:lnTo>
                <a:lnTo>
                  <a:pt x="1731652" y="122048"/>
                </a:lnTo>
                <a:lnTo>
                  <a:pt x="1731258" y="122049"/>
                </a:lnTo>
                <a:lnTo>
                  <a:pt x="1730849" y="122052"/>
                </a:lnTo>
                <a:lnTo>
                  <a:pt x="1730427" y="122060"/>
                </a:lnTo>
                <a:lnTo>
                  <a:pt x="1729995" y="122076"/>
                </a:lnTo>
                <a:lnTo>
                  <a:pt x="1729557" y="122102"/>
                </a:lnTo>
                <a:lnTo>
                  <a:pt x="1729115" y="122141"/>
                </a:lnTo>
                <a:lnTo>
                  <a:pt x="1728673" y="122196"/>
                </a:lnTo>
                <a:lnTo>
                  <a:pt x="1728232" y="122269"/>
                </a:lnTo>
                <a:lnTo>
                  <a:pt x="1727795" y="122363"/>
                </a:lnTo>
                <a:lnTo>
                  <a:pt x="1727366" y="122480"/>
                </a:lnTo>
                <a:lnTo>
                  <a:pt x="1726948" y="122623"/>
                </a:lnTo>
                <a:lnTo>
                  <a:pt x="1726543" y="122795"/>
                </a:lnTo>
                <a:lnTo>
                  <a:pt x="1726154" y="122998"/>
                </a:lnTo>
                <a:lnTo>
                  <a:pt x="1725784" y="123234"/>
                </a:lnTo>
                <a:lnTo>
                  <a:pt x="1725435" y="123507"/>
                </a:lnTo>
                <a:lnTo>
                  <a:pt x="1725111" y="123818"/>
                </a:lnTo>
                <a:lnTo>
                  <a:pt x="1724815" y="124172"/>
                </a:lnTo>
                <a:lnTo>
                  <a:pt x="1724549" y="124569"/>
                </a:lnTo>
                <a:lnTo>
                  <a:pt x="1724316" y="125013"/>
                </a:lnTo>
                <a:lnTo>
                  <a:pt x="1724119" y="125506"/>
                </a:lnTo>
                <a:lnTo>
                  <a:pt x="1723961" y="126051"/>
                </a:lnTo>
                <a:lnTo>
                  <a:pt x="1723844" y="126650"/>
                </a:lnTo>
                <a:lnTo>
                  <a:pt x="1723772" y="127307"/>
                </a:lnTo>
                <a:lnTo>
                  <a:pt x="1723748" y="128023"/>
                </a:lnTo>
                <a:lnTo>
                  <a:pt x="1723773" y="128717"/>
                </a:lnTo>
                <a:lnTo>
                  <a:pt x="1723848" y="129352"/>
                </a:lnTo>
                <a:lnTo>
                  <a:pt x="1723968" y="129932"/>
                </a:lnTo>
                <a:lnTo>
                  <a:pt x="1724132" y="130460"/>
                </a:lnTo>
                <a:lnTo>
                  <a:pt x="1724334" y="130937"/>
                </a:lnTo>
                <a:lnTo>
                  <a:pt x="1724573" y="131367"/>
                </a:lnTo>
                <a:lnTo>
                  <a:pt x="1724845" y="131752"/>
                </a:lnTo>
                <a:lnTo>
                  <a:pt x="1725147" y="132093"/>
                </a:lnTo>
                <a:lnTo>
                  <a:pt x="1725476" y="132395"/>
                </a:lnTo>
                <a:lnTo>
                  <a:pt x="1725829" y="132659"/>
                </a:lnTo>
                <a:lnTo>
                  <a:pt x="1726201" y="132888"/>
                </a:lnTo>
                <a:lnTo>
                  <a:pt x="1726591" y="133084"/>
                </a:lnTo>
                <a:lnTo>
                  <a:pt x="1726996" y="133250"/>
                </a:lnTo>
                <a:lnTo>
                  <a:pt x="1727410" y="133389"/>
                </a:lnTo>
                <a:lnTo>
                  <a:pt x="1727833" y="133502"/>
                </a:lnTo>
                <a:lnTo>
                  <a:pt x="1728260" y="133593"/>
                </a:lnTo>
                <a:lnTo>
                  <a:pt x="1728689" y="133664"/>
                </a:lnTo>
                <a:lnTo>
                  <a:pt x="1729115" y="133717"/>
                </a:lnTo>
                <a:lnTo>
                  <a:pt x="1729537" y="133755"/>
                </a:lnTo>
                <a:lnTo>
                  <a:pt x="1729950" y="133780"/>
                </a:lnTo>
                <a:lnTo>
                  <a:pt x="1730352" y="133796"/>
                </a:lnTo>
                <a:lnTo>
                  <a:pt x="1730740" y="133804"/>
                </a:lnTo>
                <a:lnTo>
                  <a:pt x="1731109" y="133807"/>
                </a:lnTo>
                <a:lnTo>
                  <a:pt x="1731458" y="133807"/>
                </a:lnTo>
                <a:lnTo>
                  <a:pt x="1762114" y="133807"/>
                </a:lnTo>
                <a:lnTo>
                  <a:pt x="1762463" y="133807"/>
                </a:lnTo>
                <a:lnTo>
                  <a:pt x="1762833" y="133804"/>
                </a:lnTo>
                <a:lnTo>
                  <a:pt x="1763220" y="133796"/>
                </a:lnTo>
                <a:lnTo>
                  <a:pt x="1763622" y="133780"/>
                </a:lnTo>
                <a:lnTo>
                  <a:pt x="1764036" y="133755"/>
                </a:lnTo>
                <a:lnTo>
                  <a:pt x="1764457" y="133717"/>
                </a:lnTo>
                <a:lnTo>
                  <a:pt x="1764884" y="133664"/>
                </a:lnTo>
                <a:lnTo>
                  <a:pt x="1765312" y="133593"/>
                </a:lnTo>
                <a:lnTo>
                  <a:pt x="1765739" y="133502"/>
                </a:lnTo>
                <a:lnTo>
                  <a:pt x="1766162" y="133389"/>
                </a:lnTo>
                <a:lnTo>
                  <a:pt x="1766577" y="133250"/>
                </a:lnTo>
                <a:lnTo>
                  <a:pt x="1766981" y="133084"/>
                </a:lnTo>
                <a:lnTo>
                  <a:pt x="1767371" y="132888"/>
                </a:lnTo>
                <a:lnTo>
                  <a:pt x="1767744" y="132659"/>
                </a:lnTo>
                <a:lnTo>
                  <a:pt x="1768096" y="132395"/>
                </a:lnTo>
                <a:lnTo>
                  <a:pt x="1768425" y="132093"/>
                </a:lnTo>
                <a:lnTo>
                  <a:pt x="1768727" y="131752"/>
                </a:lnTo>
                <a:lnTo>
                  <a:pt x="1768999" y="131367"/>
                </a:lnTo>
                <a:lnTo>
                  <a:pt x="1769238" y="130937"/>
                </a:lnTo>
                <a:lnTo>
                  <a:pt x="1769441" y="130460"/>
                </a:lnTo>
                <a:lnTo>
                  <a:pt x="1769604" y="129932"/>
                </a:lnTo>
                <a:lnTo>
                  <a:pt x="1769725" y="129352"/>
                </a:lnTo>
                <a:lnTo>
                  <a:pt x="1769799" y="128717"/>
                </a:lnTo>
                <a:lnTo>
                  <a:pt x="1769825" y="128023"/>
                </a:lnTo>
                <a:lnTo>
                  <a:pt x="1769800" y="127307"/>
                </a:lnTo>
                <a:lnTo>
                  <a:pt x="1769728" y="126650"/>
                </a:lnTo>
                <a:lnTo>
                  <a:pt x="1769612" y="126051"/>
                </a:lnTo>
                <a:lnTo>
                  <a:pt x="1769454" y="125506"/>
                </a:lnTo>
                <a:lnTo>
                  <a:pt x="1769257" y="125013"/>
                </a:lnTo>
                <a:lnTo>
                  <a:pt x="1769024" y="124569"/>
                </a:lnTo>
                <a:lnTo>
                  <a:pt x="1768758" y="124172"/>
                </a:lnTo>
                <a:lnTo>
                  <a:pt x="1768461" y="123818"/>
                </a:lnTo>
                <a:lnTo>
                  <a:pt x="1768137" y="123507"/>
                </a:lnTo>
                <a:lnTo>
                  <a:pt x="1767789" y="123234"/>
                </a:lnTo>
                <a:lnTo>
                  <a:pt x="1767419" y="122998"/>
                </a:lnTo>
                <a:lnTo>
                  <a:pt x="1767030" y="122795"/>
                </a:lnTo>
                <a:lnTo>
                  <a:pt x="1766625" y="122623"/>
                </a:lnTo>
                <a:lnTo>
                  <a:pt x="1766206" y="122480"/>
                </a:lnTo>
                <a:lnTo>
                  <a:pt x="1765777" y="122363"/>
                </a:lnTo>
                <a:lnTo>
                  <a:pt x="1765341" y="122269"/>
                </a:lnTo>
                <a:lnTo>
                  <a:pt x="1764900" y="122196"/>
                </a:lnTo>
                <a:lnTo>
                  <a:pt x="1764457" y="122141"/>
                </a:lnTo>
                <a:lnTo>
                  <a:pt x="1764015" y="122102"/>
                </a:lnTo>
                <a:lnTo>
                  <a:pt x="1763577" y="122076"/>
                </a:lnTo>
                <a:lnTo>
                  <a:pt x="1763146" y="122060"/>
                </a:lnTo>
                <a:lnTo>
                  <a:pt x="1762724" y="122052"/>
                </a:lnTo>
                <a:lnTo>
                  <a:pt x="1762315" y="122049"/>
                </a:lnTo>
                <a:lnTo>
                  <a:pt x="1761920" y="122048"/>
                </a:lnTo>
                <a:lnTo>
                  <a:pt x="1753436" y="122048"/>
                </a:lnTo>
                <a:lnTo>
                  <a:pt x="1753436" y="87959"/>
                </a:lnTo>
                <a:lnTo>
                  <a:pt x="1753509" y="85616"/>
                </a:lnTo>
                <a:lnTo>
                  <a:pt x="1753723" y="83396"/>
                </a:lnTo>
                <a:lnTo>
                  <a:pt x="1754068" y="81295"/>
                </a:lnTo>
                <a:lnTo>
                  <a:pt x="1754539" y="79313"/>
                </a:lnTo>
                <a:lnTo>
                  <a:pt x="1755125" y="77446"/>
                </a:lnTo>
                <a:lnTo>
                  <a:pt x="1755819" y="75694"/>
                </a:lnTo>
                <a:lnTo>
                  <a:pt x="1756613" y="74055"/>
                </a:lnTo>
                <a:lnTo>
                  <a:pt x="1757499" y="72525"/>
                </a:lnTo>
                <a:lnTo>
                  <a:pt x="1758469" y="71103"/>
                </a:lnTo>
                <a:lnTo>
                  <a:pt x="1759514" y="69788"/>
                </a:lnTo>
                <a:lnTo>
                  <a:pt x="1760627" y="68577"/>
                </a:lnTo>
                <a:lnTo>
                  <a:pt x="1761799" y="67468"/>
                </a:lnTo>
                <a:lnTo>
                  <a:pt x="1763023" y="66459"/>
                </a:lnTo>
                <a:lnTo>
                  <a:pt x="1764289" y="65549"/>
                </a:lnTo>
                <a:lnTo>
                  <a:pt x="1765590" y="64735"/>
                </a:lnTo>
                <a:lnTo>
                  <a:pt x="1766919" y="64014"/>
                </a:lnTo>
                <a:lnTo>
                  <a:pt x="1768266" y="63387"/>
                </a:lnTo>
                <a:lnTo>
                  <a:pt x="1769623" y="62849"/>
                </a:lnTo>
                <a:lnTo>
                  <a:pt x="1770984" y="62399"/>
                </a:lnTo>
                <a:lnTo>
                  <a:pt x="1772338" y="62036"/>
                </a:lnTo>
                <a:lnTo>
                  <a:pt x="1773679" y="61757"/>
                </a:lnTo>
                <a:lnTo>
                  <a:pt x="1774998" y="61560"/>
                </a:lnTo>
                <a:lnTo>
                  <a:pt x="1776287" y="61443"/>
                </a:lnTo>
                <a:lnTo>
                  <a:pt x="1777538" y="61405"/>
                </a:lnTo>
                <a:lnTo>
                  <a:pt x="1778776" y="61433"/>
                </a:lnTo>
                <a:lnTo>
                  <a:pt x="1779938" y="61518"/>
                </a:lnTo>
                <a:lnTo>
                  <a:pt x="1781026" y="61659"/>
                </a:lnTo>
                <a:lnTo>
                  <a:pt x="1782042" y="61858"/>
                </a:lnTo>
                <a:lnTo>
                  <a:pt x="1782988" y="62114"/>
                </a:lnTo>
                <a:lnTo>
                  <a:pt x="1783866" y="62428"/>
                </a:lnTo>
                <a:lnTo>
                  <a:pt x="1784678" y="62800"/>
                </a:lnTo>
                <a:lnTo>
                  <a:pt x="1785427" y="63231"/>
                </a:lnTo>
                <a:lnTo>
                  <a:pt x="1786114" y="63720"/>
                </a:lnTo>
                <a:lnTo>
                  <a:pt x="1786742" y="64269"/>
                </a:lnTo>
                <a:lnTo>
                  <a:pt x="1787312" y="64877"/>
                </a:lnTo>
                <a:lnTo>
                  <a:pt x="1787827" y="65545"/>
                </a:lnTo>
                <a:lnTo>
                  <a:pt x="1788288" y="66273"/>
                </a:lnTo>
                <a:lnTo>
                  <a:pt x="1788699" y="67062"/>
                </a:lnTo>
                <a:lnTo>
                  <a:pt x="1789060" y="67911"/>
                </a:lnTo>
                <a:lnTo>
                  <a:pt x="1789375" y="68822"/>
                </a:lnTo>
                <a:lnTo>
                  <a:pt x="1789644" y="69794"/>
                </a:lnTo>
                <a:lnTo>
                  <a:pt x="1789871" y="70828"/>
                </a:lnTo>
                <a:lnTo>
                  <a:pt x="1790058" y="71924"/>
                </a:lnTo>
                <a:lnTo>
                  <a:pt x="1790205" y="73082"/>
                </a:lnTo>
                <a:lnTo>
                  <a:pt x="1790317" y="74304"/>
                </a:lnTo>
                <a:lnTo>
                  <a:pt x="1790394" y="75588"/>
                </a:lnTo>
                <a:lnTo>
                  <a:pt x="1790438" y="76936"/>
                </a:lnTo>
                <a:lnTo>
                  <a:pt x="1790452" y="78348"/>
                </a:lnTo>
                <a:lnTo>
                  <a:pt x="1790452" y="122048"/>
                </a:lnTo>
                <a:lnTo>
                  <a:pt x="1782936" y="122048"/>
                </a:lnTo>
                <a:lnTo>
                  <a:pt x="1782542" y="122049"/>
                </a:lnTo>
                <a:lnTo>
                  <a:pt x="1782132" y="122052"/>
                </a:lnTo>
                <a:lnTo>
                  <a:pt x="1781711" y="122060"/>
                </a:lnTo>
                <a:lnTo>
                  <a:pt x="1781279" y="122076"/>
                </a:lnTo>
                <a:lnTo>
                  <a:pt x="1780841" y="122102"/>
                </a:lnTo>
                <a:lnTo>
                  <a:pt x="1780399" y="122141"/>
                </a:lnTo>
                <a:lnTo>
                  <a:pt x="1779956" y="122196"/>
                </a:lnTo>
                <a:lnTo>
                  <a:pt x="1779515" y="122269"/>
                </a:lnTo>
                <a:lnTo>
                  <a:pt x="1779079" y="122363"/>
                </a:lnTo>
                <a:lnTo>
                  <a:pt x="1778650" y="122480"/>
                </a:lnTo>
                <a:lnTo>
                  <a:pt x="1778232" y="122623"/>
                </a:lnTo>
                <a:lnTo>
                  <a:pt x="1777827" y="122795"/>
                </a:lnTo>
                <a:lnTo>
                  <a:pt x="1777438" y="122998"/>
                </a:lnTo>
                <a:lnTo>
                  <a:pt x="1777068" y="123234"/>
                </a:lnTo>
                <a:lnTo>
                  <a:pt x="1776719" y="123507"/>
                </a:lnTo>
                <a:lnTo>
                  <a:pt x="1776395" y="123818"/>
                </a:lnTo>
                <a:lnTo>
                  <a:pt x="1776099" y="124172"/>
                </a:lnTo>
                <a:lnTo>
                  <a:pt x="1775833" y="124569"/>
                </a:lnTo>
                <a:lnTo>
                  <a:pt x="1775600" y="125013"/>
                </a:lnTo>
                <a:lnTo>
                  <a:pt x="1775403" y="125506"/>
                </a:lnTo>
                <a:lnTo>
                  <a:pt x="1775245" y="126051"/>
                </a:lnTo>
                <a:lnTo>
                  <a:pt x="1775128" y="126650"/>
                </a:lnTo>
                <a:lnTo>
                  <a:pt x="1775056" y="127307"/>
                </a:lnTo>
                <a:lnTo>
                  <a:pt x="1775032" y="128023"/>
                </a:lnTo>
                <a:lnTo>
                  <a:pt x="1775058" y="128717"/>
                </a:lnTo>
                <a:lnTo>
                  <a:pt x="1775136" y="129352"/>
                </a:lnTo>
                <a:lnTo>
                  <a:pt x="1775261" y="129932"/>
                </a:lnTo>
                <a:lnTo>
                  <a:pt x="1775430" y="130460"/>
                </a:lnTo>
                <a:lnTo>
                  <a:pt x="1775640" y="130937"/>
                </a:lnTo>
                <a:lnTo>
                  <a:pt x="1775887" y="131367"/>
                </a:lnTo>
                <a:lnTo>
                  <a:pt x="1776169" y="131752"/>
                </a:lnTo>
                <a:lnTo>
                  <a:pt x="1776481" y="132093"/>
                </a:lnTo>
                <a:lnTo>
                  <a:pt x="1776821" y="132395"/>
                </a:lnTo>
                <a:lnTo>
                  <a:pt x="1777185" y="132659"/>
                </a:lnTo>
                <a:lnTo>
                  <a:pt x="1777569" y="132888"/>
                </a:lnTo>
                <a:lnTo>
                  <a:pt x="1777971" y="133084"/>
                </a:lnTo>
                <a:lnTo>
                  <a:pt x="1778387" y="133250"/>
                </a:lnTo>
                <a:lnTo>
                  <a:pt x="1778814" y="133389"/>
                </a:lnTo>
                <a:lnTo>
                  <a:pt x="1779248" y="133502"/>
                </a:lnTo>
                <a:lnTo>
                  <a:pt x="1779687" y="133593"/>
                </a:lnTo>
                <a:lnTo>
                  <a:pt x="1780126" y="133664"/>
                </a:lnTo>
                <a:lnTo>
                  <a:pt x="1780562" y="133717"/>
                </a:lnTo>
                <a:lnTo>
                  <a:pt x="1780992" y="133755"/>
                </a:lnTo>
                <a:lnTo>
                  <a:pt x="1781413" y="133780"/>
                </a:lnTo>
                <a:lnTo>
                  <a:pt x="1781821" y="133796"/>
                </a:lnTo>
                <a:lnTo>
                  <a:pt x="1782213" y="133804"/>
                </a:lnTo>
                <a:lnTo>
                  <a:pt x="1782586" y="133807"/>
                </a:lnTo>
                <a:lnTo>
                  <a:pt x="1782936" y="133807"/>
                </a:lnTo>
                <a:lnTo>
                  <a:pt x="1812433" y="133807"/>
                </a:lnTo>
                <a:lnTo>
                  <a:pt x="1812782" y="133807"/>
                </a:lnTo>
                <a:lnTo>
                  <a:pt x="1813152" y="133804"/>
                </a:lnTo>
                <a:lnTo>
                  <a:pt x="1813539" y="133796"/>
                </a:lnTo>
                <a:lnTo>
                  <a:pt x="1813941" y="133780"/>
                </a:lnTo>
                <a:lnTo>
                  <a:pt x="1814355" y="133755"/>
                </a:lnTo>
                <a:lnTo>
                  <a:pt x="1814776" y="133717"/>
                </a:lnTo>
                <a:lnTo>
                  <a:pt x="1815203" y="133664"/>
                </a:lnTo>
                <a:lnTo>
                  <a:pt x="1815631" y="133593"/>
                </a:lnTo>
                <a:lnTo>
                  <a:pt x="1816058" y="133502"/>
                </a:lnTo>
                <a:lnTo>
                  <a:pt x="1816481" y="133389"/>
                </a:lnTo>
                <a:lnTo>
                  <a:pt x="1816896" y="133250"/>
                </a:lnTo>
                <a:lnTo>
                  <a:pt x="1817300" y="133084"/>
                </a:lnTo>
                <a:lnTo>
                  <a:pt x="1817690" y="132888"/>
                </a:lnTo>
                <a:lnTo>
                  <a:pt x="1818063" y="132659"/>
                </a:lnTo>
                <a:lnTo>
                  <a:pt x="1818415" y="132395"/>
                </a:lnTo>
                <a:lnTo>
                  <a:pt x="1818744" y="132093"/>
                </a:lnTo>
                <a:lnTo>
                  <a:pt x="1819046" y="131752"/>
                </a:lnTo>
                <a:lnTo>
                  <a:pt x="1819318" y="131367"/>
                </a:lnTo>
                <a:lnTo>
                  <a:pt x="1819557" y="130937"/>
                </a:lnTo>
                <a:lnTo>
                  <a:pt x="1819760" y="130460"/>
                </a:lnTo>
                <a:lnTo>
                  <a:pt x="1819923" y="129932"/>
                </a:lnTo>
                <a:lnTo>
                  <a:pt x="1820044" y="129352"/>
                </a:lnTo>
                <a:lnTo>
                  <a:pt x="1820118" y="128717"/>
                </a:lnTo>
                <a:lnTo>
                  <a:pt x="1820144" y="128023"/>
                </a:lnTo>
                <a:lnTo>
                  <a:pt x="1820119" y="127307"/>
                </a:lnTo>
                <a:lnTo>
                  <a:pt x="1820047" y="126650"/>
                </a:lnTo>
                <a:lnTo>
                  <a:pt x="1819931" y="126051"/>
                </a:lnTo>
                <a:lnTo>
                  <a:pt x="1819773" y="125506"/>
                </a:lnTo>
                <a:lnTo>
                  <a:pt x="1819576" y="125013"/>
                </a:lnTo>
                <a:lnTo>
                  <a:pt x="1819343" y="124569"/>
                </a:lnTo>
                <a:close/>
                <a:moveTo>
                  <a:pt x="2021774" y="124569"/>
                </a:moveTo>
                <a:lnTo>
                  <a:pt x="2021508" y="124172"/>
                </a:lnTo>
                <a:lnTo>
                  <a:pt x="2021211" y="123818"/>
                </a:lnTo>
                <a:lnTo>
                  <a:pt x="2020887" y="123507"/>
                </a:lnTo>
                <a:lnTo>
                  <a:pt x="2020539" y="123234"/>
                </a:lnTo>
                <a:lnTo>
                  <a:pt x="2020169" y="122998"/>
                </a:lnTo>
                <a:lnTo>
                  <a:pt x="2019780" y="122795"/>
                </a:lnTo>
                <a:lnTo>
                  <a:pt x="2019375" y="122623"/>
                </a:lnTo>
                <a:lnTo>
                  <a:pt x="2018956" y="122480"/>
                </a:lnTo>
                <a:lnTo>
                  <a:pt x="2018527" y="122363"/>
                </a:lnTo>
                <a:lnTo>
                  <a:pt x="2018091" y="122269"/>
                </a:lnTo>
                <a:lnTo>
                  <a:pt x="2017650" y="122196"/>
                </a:lnTo>
                <a:lnTo>
                  <a:pt x="2017207" y="122141"/>
                </a:lnTo>
                <a:lnTo>
                  <a:pt x="2016765" y="122102"/>
                </a:lnTo>
                <a:lnTo>
                  <a:pt x="2016327" y="122076"/>
                </a:lnTo>
                <a:lnTo>
                  <a:pt x="2015896" y="122060"/>
                </a:lnTo>
                <a:lnTo>
                  <a:pt x="2015474" y="122052"/>
                </a:lnTo>
                <a:lnTo>
                  <a:pt x="2015065" y="122049"/>
                </a:lnTo>
                <a:lnTo>
                  <a:pt x="2014670" y="122048"/>
                </a:lnTo>
                <a:lnTo>
                  <a:pt x="2006186" y="122048"/>
                </a:lnTo>
                <a:lnTo>
                  <a:pt x="2006186" y="77386"/>
                </a:lnTo>
                <a:lnTo>
                  <a:pt x="2006135" y="75013"/>
                </a:lnTo>
                <a:lnTo>
                  <a:pt x="2005984" y="72754"/>
                </a:lnTo>
                <a:lnTo>
                  <a:pt x="2005734" y="70610"/>
                </a:lnTo>
                <a:lnTo>
                  <a:pt x="2005387" y="68578"/>
                </a:lnTo>
                <a:lnTo>
                  <a:pt x="2004946" y="66657"/>
                </a:lnTo>
                <a:lnTo>
                  <a:pt x="2004412" y="64846"/>
                </a:lnTo>
                <a:lnTo>
                  <a:pt x="2003787" y="63144"/>
                </a:lnTo>
                <a:lnTo>
                  <a:pt x="2003073" y="61549"/>
                </a:lnTo>
                <a:lnTo>
                  <a:pt x="2002272" y="60061"/>
                </a:lnTo>
                <a:lnTo>
                  <a:pt x="2001386" y="58677"/>
                </a:lnTo>
                <a:lnTo>
                  <a:pt x="2000417" y="57398"/>
                </a:lnTo>
                <a:lnTo>
                  <a:pt x="1999367" y="56221"/>
                </a:lnTo>
                <a:lnTo>
                  <a:pt x="1998237" y="55145"/>
                </a:lnTo>
                <a:lnTo>
                  <a:pt x="1997030" y="54170"/>
                </a:lnTo>
                <a:lnTo>
                  <a:pt x="1995747" y="53293"/>
                </a:lnTo>
                <a:lnTo>
                  <a:pt x="1994391" y="52513"/>
                </a:lnTo>
                <a:lnTo>
                  <a:pt x="1992963" y="51831"/>
                </a:lnTo>
                <a:lnTo>
                  <a:pt x="1991466" y="51243"/>
                </a:lnTo>
                <a:lnTo>
                  <a:pt x="1989901" y="50749"/>
                </a:lnTo>
                <a:lnTo>
                  <a:pt x="1988270" y="50347"/>
                </a:lnTo>
                <a:lnTo>
                  <a:pt x="1986575" y="50037"/>
                </a:lnTo>
                <a:lnTo>
                  <a:pt x="1984818" y="49817"/>
                </a:lnTo>
                <a:lnTo>
                  <a:pt x="1983001" y="49686"/>
                </a:lnTo>
                <a:lnTo>
                  <a:pt x="1981125" y="49643"/>
                </a:lnTo>
                <a:lnTo>
                  <a:pt x="1979533" y="49676"/>
                </a:lnTo>
                <a:lnTo>
                  <a:pt x="1977985" y="49774"/>
                </a:lnTo>
                <a:lnTo>
                  <a:pt x="1976482" y="49932"/>
                </a:lnTo>
                <a:lnTo>
                  <a:pt x="1975024" y="50146"/>
                </a:lnTo>
                <a:lnTo>
                  <a:pt x="1973611" y="50411"/>
                </a:lnTo>
                <a:lnTo>
                  <a:pt x="1972245" y="50725"/>
                </a:lnTo>
                <a:lnTo>
                  <a:pt x="1970924" y="51082"/>
                </a:lnTo>
                <a:lnTo>
                  <a:pt x="1969650" y="51479"/>
                </a:lnTo>
                <a:lnTo>
                  <a:pt x="1968423" y="51911"/>
                </a:lnTo>
                <a:lnTo>
                  <a:pt x="1967244" y="52375"/>
                </a:lnTo>
                <a:lnTo>
                  <a:pt x="1966111" y="52866"/>
                </a:lnTo>
                <a:lnTo>
                  <a:pt x="1965027" y="53380"/>
                </a:lnTo>
                <a:lnTo>
                  <a:pt x="1963991" y="53913"/>
                </a:lnTo>
                <a:lnTo>
                  <a:pt x="1963003" y="54461"/>
                </a:lnTo>
                <a:lnTo>
                  <a:pt x="1962064" y="55020"/>
                </a:lnTo>
                <a:lnTo>
                  <a:pt x="1961174" y="55586"/>
                </a:lnTo>
                <a:lnTo>
                  <a:pt x="1960334" y="56154"/>
                </a:lnTo>
                <a:lnTo>
                  <a:pt x="1959544" y="56721"/>
                </a:lnTo>
                <a:lnTo>
                  <a:pt x="1958803" y="57283"/>
                </a:lnTo>
                <a:lnTo>
                  <a:pt x="1958114" y="57835"/>
                </a:lnTo>
                <a:lnTo>
                  <a:pt x="1957475" y="58373"/>
                </a:lnTo>
                <a:lnTo>
                  <a:pt x="1956887" y="58893"/>
                </a:lnTo>
                <a:lnTo>
                  <a:pt x="1956351" y="59391"/>
                </a:lnTo>
                <a:lnTo>
                  <a:pt x="1955867" y="59863"/>
                </a:lnTo>
                <a:lnTo>
                  <a:pt x="1955867" y="59106"/>
                </a:lnTo>
                <a:lnTo>
                  <a:pt x="1955863" y="58383"/>
                </a:lnTo>
                <a:lnTo>
                  <a:pt x="1955852" y="57694"/>
                </a:lnTo>
                <a:lnTo>
                  <a:pt x="1955832" y="57039"/>
                </a:lnTo>
                <a:lnTo>
                  <a:pt x="1955797" y="56417"/>
                </a:lnTo>
                <a:lnTo>
                  <a:pt x="1955747" y="55829"/>
                </a:lnTo>
                <a:lnTo>
                  <a:pt x="1955676" y="55274"/>
                </a:lnTo>
                <a:lnTo>
                  <a:pt x="1955582" y="54753"/>
                </a:lnTo>
                <a:lnTo>
                  <a:pt x="1955461" y="54264"/>
                </a:lnTo>
                <a:lnTo>
                  <a:pt x="1955309" y="53809"/>
                </a:lnTo>
                <a:lnTo>
                  <a:pt x="1955125" y="53385"/>
                </a:lnTo>
                <a:lnTo>
                  <a:pt x="1954903" y="52995"/>
                </a:lnTo>
                <a:lnTo>
                  <a:pt x="1954642" y="52636"/>
                </a:lnTo>
                <a:lnTo>
                  <a:pt x="1954337" y="52310"/>
                </a:lnTo>
                <a:lnTo>
                  <a:pt x="1953985" y="52015"/>
                </a:lnTo>
                <a:lnTo>
                  <a:pt x="1953583" y="51753"/>
                </a:lnTo>
                <a:lnTo>
                  <a:pt x="1953127" y="51522"/>
                </a:lnTo>
                <a:lnTo>
                  <a:pt x="1952614" y="51322"/>
                </a:lnTo>
                <a:lnTo>
                  <a:pt x="1952042" y="51153"/>
                </a:lnTo>
                <a:lnTo>
                  <a:pt x="1951405" y="51016"/>
                </a:lnTo>
                <a:lnTo>
                  <a:pt x="1950702" y="50909"/>
                </a:lnTo>
                <a:lnTo>
                  <a:pt x="1949928" y="50833"/>
                </a:lnTo>
                <a:lnTo>
                  <a:pt x="1949081" y="50788"/>
                </a:lnTo>
                <a:lnTo>
                  <a:pt x="1948157" y="50773"/>
                </a:lnTo>
                <a:lnTo>
                  <a:pt x="1934083" y="50773"/>
                </a:lnTo>
                <a:lnTo>
                  <a:pt x="1933689" y="50773"/>
                </a:lnTo>
                <a:lnTo>
                  <a:pt x="1933280" y="50776"/>
                </a:lnTo>
                <a:lnTo>
                  <a:pt x="1932858" y="50784"/>
                </a:lnTo>
                <a:lnTo>
                  <a:pt x="1932426" y="50800"/>
                </a:lnTo>
                <a:lnTo>
                  <a:pt x="1931988" y="50827"/>
                </a:lnTo>
                <a:lnTo>
                  <a:pt x="1931546" y="50866"/>
                </a:lnTo>
                <a:lnTo>
                  <a:pt x="1931104" y="50921"/>
                </a:lnTo>
                <a:lnTo>
                  <a:pt x="1930663" y="50994"/>
                </a:lnTo>
                <a:lnTo>
                  <a:pt x="1930226" y="51088"/>
                </a:lnTo>
                <a:lnTo>
                  <a:pt x="1929797" y="51205"/>
                </a:lnTo>
                <a:lnTo>
                  <a:pt x="1929379" y="51348"/>
                </a:lnTo>
                <a:lnTo>
                  <a:pt x="1928974" y="51520"/>
                </a:lnTo>
                <a:lnTo>
                  <a:pt x="1928585" y="51723"/>
                </a:lnTo>
                <a:lnTo>
                  <a:pt x="1928215" y="51959"/>
                </a:lnTo>
                <a:lnTo>
                  <a:pt x="1927866" y="52232"/>
                </a:lnTo>
                <a:lnTo>
                  <a:pt x="1927542" y="52544"/>
                </a:lnTo>
                <a:lnTo>
                  <a:pt x="1927246" y="52897"/>
                </a:lnTo>
                <a:lnTo>
                  <a:pt x="1926980" y="53295"/>
                </a:lnTo>
                <a:lnTo>
                  <a:pt x="1926747" y="53739"/>
                </a:lnTo>
                <a:lnTo>
                  <a:pt x="1926550" y="54232"/>
                </a:lnTo>
                <a:lnTo>
                  <a:pt x="1926392" y="54778"/>
                </a:lnTo>
                <a:lnTo>
                  <a:pt x="1926275" y="55377"/>
                </a:lnTo>
                <a:lnTo>
                  <a:pt x="1926203" y="56034"/>
                </a:lnTo>
                <a:lnTo>
                  <a:pt x="1926179" y="56751"/>
                </a:lnTo>
                <a:lnTo>
                  <a:pt x="1926204" y="57444"/>
                </a:lnTo>
                <a:lnTo>
                  <a:pt x="1926279" y="58080"/>
                </a:lnTo>
                <a:lnTo>
                  <a:pt x="1926400" y="58660"/>
                </a:lnTo>
                <a:lnTo>
                  <a:pt x="1926563" y="59188"/>
                </a:lnTo>
                <a:lnTo>
                  <a:pt x="1926765" y="59665"/>
                </a:lnTo>
                <a:lnTo>
                  <a:pt x="1927004" y="60095"/>
                </a:lnTo>
                <a:lnTo>
                  <a:pt x="1927276" y="60479"/>
                </a:lnTo>
                <a:lnTo>
                  <a:pt x="1927578" y="60821"/>
                </a:lnTo>
                <a:lnTo>
                  <a:pt x="1927907" y="61123"/>
                </a:lnTo>
                <a:lnTo>
                  <a:pt x="1928260" y="61387"/>
                </a:lnTo>
                <a:lnTo>
                  <a:pt x="1928632" y="61616"/>
                </a:lnTo>
                <a:lnTo>
                  <a:pt x="1929022" y="61812"/>
                </a:lnTo>
                <a:lnTo>
                  <a:pt x="1929427" y="61978"/>
                </a:lnTo>
                <a:lnTo>
                  <a:pt x="1929841" y="62116"/>
                </a:lnTo>
                <a:lnTo>
                  <a:pt x="1930264" y="62230"/>
                </a:lnTo>
                <a:lnTo>
                  <a:pt x="1930691" y="62321"/>
                </a:lnTo>
                <a:lnTo>
                  <a:pt x="1931120" y="62391"/>
                </a:lnTo>
                <a:lnTo>
                  <a:pt x="1931546" y="62444"/>
                </a:lnTo>
                <a:lnTo>
                  <a:pt x="1931968" y="62482"/>
                </a:lnTo>
                <a:lnTo>
                  <a:pt x="1932381" y="62508"/>
                </a:lnTo>
                <a:lnTo>
                  <a:pt x="1932783" y="62523"/>
                </a:lnTo>
                <a:lnTo>
                  <a:pt x="1933171" y="62531"/>
                </a:lnTo>
                <a:lnTo>
                  <a:pt x="1933541" y="62534"/>
                </a:lnTo>
                <a:lnTo>
                  <a:pt x="1933889" y="62535"/>
                </a:lnTo>
                <a:lnTo>
                  <a:pt x="1942567" y="62535"/>
                </a:lnTo>
                <a:lnTo>
                  <a:pt x="1942567" y="122048"/>
                </a:lnTo>
                <a:lnTo>
                  <a:pt x="1934083" y="122048"/>
                </a:lnTo>
                <a:lnTo>
                  <a:pt x="1933689" y="122049"/>
                </a:lnTo>
                <a:lnTo>
                  <a:pt x="1933280" y="122052"/>
                </a:lnTo>
                <a:lnTo>
                  <a:pt x="1932858" y="122060"/>
                </a:lnTo>
                <a:lnTo>
                  <a:pt x="1932426" y="122076"/>
                </a:lnTo>
                <a:lnTo>
                  <a:pt x="1931988" y="122102"/>
                </a:lnTo>
                <a:lnTo>
                  <a:pt x="1931546" y="122141"/>
                </a:lnTo>
                <a:lnTo>
                  <a:pt x="1931104" y="122196"/>
                </a:lnTo>
                <a:lnTo>
                  <a:pt x="1930663" y="122269"/>
                </a:lnTo>
                <a:lnTo>
                  <a:pt x="1930226" y="122363"/>
                </a:lnTo>
                <a:lnTo>
                  <a:pt x="1929797" y="122480"/>
                </a:lnTo>
                <a:lnTo>
                  <a:pt x="1929379" y="122623"/>
                </a:lnTo>
                <a:lnTo>
                  <a:pt x="1928974" y="122795"/>
                </a:lnTo>
                <a:lnTo>
                  <a:pt x="1928585" y="122998"/>
                </a:lnTo>
                <a:lnTo>
                  <a:pt x="1928215" y="123234"/>
                </a:lnTo>
                <a:lnTo>
                  <a:pt x="1927866" y="123507"/>
                </a:lnTo>
                <a:lnTo>
                  <a:pt x="1927542" y="123818"/>
                </a:lnTo>
                <a:lnTo>
                  <a:pt x="1927246" y="124172"/>
                </a:lnTo>
                <a:lnTo>
                  <a:pt x="1926980" y="124569"/>
                </a:lnTo>
                <a:lnTo>
                  <a:pt x="1926747" y="125013"/>
                </a:lnTo>
                <a:lnTo>
                  <a:pt x="1926550" y="125506"/>
                </a:lnTo>
                <a:lnTo>
                  <a:pt x="1926392" y="126051"/>
                </a:lnTo>
                <a:lnTo>
                  <a:pt x="1926275" y="126650"/>
                </a:lnTo>
                <a:lnTo>
                  <a:pt x="1926203" y="127307"/>
                </a:lnTo>
                <a:lnTo>
                  <a:pt x="1926179" y="128023"/>
                </a:lnTo>
                <a:lnTo>
                  <a:pt x="1926204" y="128717"/>
                </a:lnTo>
                <a:lnTo>
                  <a:pt x="1926279" y="129352"/>
                </a:lnTo>
                <a:lnTo>
                  <a:pt x="1926400" y="129932"/>
                </a:lnTo>
                <a:lnTo>
                  <a:pt x="1926563" y="130460"/>
                </a:lnTo>
                <a:lnTo>
                  <a:pt x="1926765" y="130937"/>
                </a:lnTo>
                <a:lnTo>
                  <a:pt x="1927004" y="131367"/>
                </a:lnTo>
                <a:lnTo>
                  <a:pt x="1927276" y="131752"/>
                </a:lnTo>
                <a:lnTo>
                  <a:pt x="1927578" y="132093"/>
                </a:lnTo>
                <a:lnTo>
                  <a:pt x="1927907" y="132395"/>
                </a:lnTo>
                <a:lnTo>
                  <a:pt x="1928260" y="132659"/>
                </a:lnTo>
                <a:lnTo>
                  <a:pt x="1928632" y="132888"/>
                </a:lnTo>
                <a:lnTo>
                  <a:pt x="1929022" y="133084"/>
                </a:lnTo>
                <a:lnTo>
                  <a:pt x="1929427" y="133250"/>
                </a:lnTo>
                <a:lnTo>
                  <a:pt x="1929841" y="133389"/>
                </a:lnTo>
                <a:lnTo>
                  <a:pt x="1930264" y="133502"/>
                </a:lnTo>
                <a:lnTo>
                  <a:pt x="1930691" y="133593"/>
                </a:lnTo>
                <a:lnTo>
                  <a:pt x="1931120" y="133664"/>
                </a:lnTo>
                <a:lnTo>
                  <a:pt x="1931546" y="133717"/>
                </a:lnTo>
                <a:lnTo>
                  <a:pt x="1931968" y="133755"/>
                </a:lnTo>
                <a:lnTo>
                  <a:pt x="1932381" y="133780"/>
                </a:lnTo>
                <a:lnTo>
                  <a:pt x="1932783" y="133796"/>
                </a:lnTo>
                <a:lnTo>
                  <a:pt x="1933171" y="133804"/>
                </a:lnTo>
                <a:lnTo>
                  <a:pt x="1933541" y="133807"/>
                </a:lnTo>
                <a:lnTo>
                  <a:pt x="1933889" y="133807"/>
                </a:lnTo>
                <a:lnTo>
                  <a:pt x="1964545" y="133807"/>
                </a:lnTo>
                <a:lnTo>
                  <a:pt x="1964894" y="133807"/>
                </a:lnTo>
                <a:lnTo>
                  <a:pt x="1965264" y="133804"/>
                </a:lnTo>
                <a:lnTo>
                  <a:pt x="1965651" y="133796"/>
                </a:lnTo>
                <a:lnTo>
                  <a:pt x="1966053" y="133780"/>
                </a:lnTo>
                <a:lnTo>
                  <a:pt x="1966467" y="133755"/>
                </a:lnTo>
                <a:lnTo>
                  <a:pt x="1966888" y="133717"/>
                </a:lnTo>
                <a:lnTo>
                  <a:pt x="1967315" y="133664"/>
                </a:lnTo>
                <a:lnTo>
                  <a:pt x="1967743" y="133593"/>
                </a:lnTo>
                <a:lnTo>
                  <a:pt x="1968171" y="133502"/>
                </a:lnTo>
                <a:lnTo>
                  <a:pt x="1968593" y="133389"/>
                </a:lnTo>
                <a:lnTo>
                  <a:pt x="1969008" y="133250"/>
                </a:lnTo>
                <a:lnTo>
                  <a:pt x="1969412" y="133084"/>
                </a:lnTo>
                <a:lnTo>
                  <a:pt x="1969802" y="132888"/>
                </a:lnTo>
                <a:lnTo>
                  <a:pt x="1970175" y="132659"/>
                </a:lnTo>
                <a:lnTo>
                  <a:pt x="1970527" y="132395"/>
                </a:lnTo>
                <a:lnTo>
                  <a:pt x="1970856" y="132093"/>
                </a:lnTo>
                <a:lnTo>
                  <a:pt x="1971158" y="131752"/>
                </a:lnTo>
                <a:lnTo>
                  <a:pt x="1971430" y="131367"/>
                </a:lnTo>
                <a:lnTo>
                  <a:pt x="1971669" y="130937"/>
                </a:lnTo>
                <a:lnTo>
                  <a:pt x="1971872" y="130460"/>
                </a:lnTo>
                <a:lnTo>
                  <a:pt x="1972035" y="129932"/>
                </a:lnTo>
                <a:lnTo>
                  <a:pt x="1972156" y="129352"/>
                </a:lnTo>
                <a:lnTo>
                  <a:pt x="1972230" y="128717"/>
                </a:lnTo>
                <a:lnTo>
                  <a:pt x="1972256" y="128023"/>
                </a:lnTo>
                <a:lnTo>
                  <a:pt x="1972231" y="127307"/>
                </a:lnTo>
                <a:lnTo>
                  <a:pt x="1972159" y="126650"/>
                </a:lnTo>
                <a:lnTo>
                  <a:pt x="1972043" y="126051"/>
                </a:lnTo>
                <a:lnTo>
                  <a:pt x="1971885" y="125506"/>
                </a:lnTo>
                <a:lnTo>
                  <a:pt x="1971688" y="125013"/>
                </a:lnTo>
                <a:lnTo>
                  <a:pt x="1971455" y="124569"/>
                </a:lnTo>
                <a:lnTo>
                  <a:pt x="1971189" y="124172"/>
                </a:lnTo>
                <a:lnTo>
                  <a:pt x="1970892" y="123818"/>
                </a:lnTo>
                <a:lnTo>
                  <a:pt x="1970568" y="123507"/>
                </a:lnTo>
                <a:lnTo>
                  <a:pt x="1970220" y="123234"/>
                </a:lnTo>
                <a:lnTo>
                  <a:pt x="1969850" y="122998"/>
                </a:lnTo>
                <a:lnTo>
                  <a:pt x="1969461" y="122795"/>
                </a:lnTo>
                <a:lnTo>
                  <a:pt x="1969056" y="122623"/>
                </a:lnTo>
                <a:lnTo>
                  <a:pt x="1968637" y="122480"/>
                </a:lnTo>
                <a:lnTo>
                  <a:pt x="1968208" y="122363"/>
                </a:lnTo>
                <a:lnTo>
                  <a:pt x="1967772" y="122269"/>
                </a:lnTo>
                <a:lnTo>
                  <a:pt x="1967331" y="122196"/>
                </a:lnTo>
                <a:lnTo>
                  <a:pt x="1966888" y="122141"/>
                </a:lnTo>
                <a:lnTo>
                  <a:pt x="1966446" y="122102"/>
                </a:lnTo>
                <a:lnTo>
                  <a:pt x="1966008" y="122076"/>
                </a:lnTo>
                <a:lnTo>
                  <a:pt x="1965577" y="122060"/>
                </a:lnTo>
                <a:lnTo>
                  <a:pt x="1965155" y="122052"/>
                </a:lnTo>
                <a:lnTo>
                  <a:pt x="1964746" y="122049"/>
                </a:lnTo>
                <a:lnTo>
                  <a:pt x="1964351" y="122048"/>
                </a:lnTo>
                <a:lnTo>
                  <a:pt x="1955867" y="122048"/>
                </a:lnTo>
                <a:lnTo>
                  <a:pt x="1955867" y="87959"/>
                </a:lnTo>
                <a:lnTo>
                  <a:pt x="1955940" y="85616"/>
                </a:lnTo>
                <a:lnTo>
                  <a:pt x="1956154" y="83396"/>
                </a:lnTo>
                <a:lnTo>
                  <a:pt x="1956499" y="81295"/>
                </a:lnTo>
                <a:lnTo>
                  <a:pt x="1956970" y="79313"/>
                </a:lnTo>
                <a:lnTo>
                  <a:pt x="1957556" y="77446"/>
                </a:lnTo>
                <a:lnTo>
                  <a:pt x="1958250" y="75694"/>
                </a:lnTo>
                <a:lnTo>
                  <a:pt x="1959044" y="74055"/>
                </a:lnTo>
                <a:lnTo>
                  <a:pt x="1959930" y="72525"/>
                </a:lnTo>
                <a:lnTo>
                  <a:pt x="1960900" y="71103"/>
                </a:lnTo>
                <a:lnTo>
                  <a:pt x="1961945" y="69788"/>
                </a:lnTo>
                <a:lnTo>
                  <a:pt x="1963058" y="68577"/>
                </a:lnTo>
                <a:lnTo>
                  <a:pt x="1964230" y="67468"/>
                </a:lnTo>
                <a:lnTo>
                  <a:pt x="1965454" y="66459"/>
                </a:lnTo>
                <a:lnTo>
                  <a:pt x="1966720" y="65549"/>
                </a:lnTo>
                <a:lnTo>
                  <a:pt x="1968021" y="64735"/>
                </a:lnTo>
                <a:lnTo>
                  <a:pt x="1969350" y="64014"/>
                </a:lnTo>
                <a:lnTo>
                  <a:pt x="1970697" y="63387"/>
                </a:lnTo>
                <a:lnTo>
                  <a:pt x="1972054" y="62849"/>
                </a:lnTo>
                <a:lnTo>
                  <a:pt x="1973415" y="62399"/>
                </a:lnTo>
                <a:lnTo>
                  <a:pt x="1974769" y="62036"/>
                </a:lnTo>
                <a:lnTo>
                  <a:pt x="1976110" y="61757"/>
                </a:lnTo>
                <a:lnTo>
                  <a:pt x="1977429" y="61560"/>
                </a:lnTo>
                <a:lnTo>
                  <a:pt x="1978718" y="61443"/>
                </a:lnTo>
                <a:lnTo>
                  <a:pt x="1979969" y="61405"/>
                </a:lnTo>
                <a:lnTo>
                  <a:pt x="1981207" y="61433"/>
                </a:lnTo>
                <a:lnTo>
                  <a:pt x="1982369" y="61518"/>
                </a:lnTo>
                <a:lnTo>
                  <a:pt x="1983457" y="61659"/>
                </a:lnTo>
                <a:lnTo>
                  <a:pt x="1984473" y="61858"/>
                </a:lnTo>
                <a:lnTo>
                  <a:pt x="1985419" y="62114"/>
                </a:lnTo>
                <a:lnTo>
                  <a:pt x="1986297" y="62428"/>
                </a:lnTo>
                <a:lnTo>
                  <a:pt x="1987109" y="62800"/>
                </a:lnTo>
                <a:lnTo>
                  <a:pt x="1987858" y="63231"/>
                </a:lnTo>
                <a:lnTo>
                  <a:pt x="1988545" y="63720"/>
                </a:lnTo>
                <a:lnTo>
                  <a:pt x="1989173" y="64269"/>
                </a:lnTo>
                <a:lnTo>
                  <a:pt x="1989743" y="64877"/>
                </a:lnTo>
                <a:lnTo>
                  <a:pt x="1990258" y="65545"/>
                </a:lnTo>
                <a:lnTo>
                  <a:pt x="1990719" y="66273"/>
                </a:lnTo>
                <a:lnTo>
                  <a:pt x="1991130" y="67062"/>
                </a:lnTo>
                <a:lnTo>
                  <a:pt x="1991491" y="67911"/>
                </a:lnTo>
                <a:lnTo>
                  <a:pt x="1991806" y="68822"/>
                </a:lnTo>
                <a:lnTo>
                  <a:pt x="1992075" y="69794"/>
                </a:lnTo>
                <a:lnTo>
                  <a:pt x="1992302" y="70828"/>
                </a:lnTo>
                <a:lnTo>
                  <a:pt x="1992489" y="71924"/>
                </a:lnTo>
                <a:lnTo>
                  <a:pt x="1992636" y="73082"/>
                </a:lnTo>
                <a:lnTo>
                  <a:pt x="1992748" y="74304"/>
                </a:lnTo>
                <a:lnTo>
                  <a:pt x="1992825" y="75588"/>
                </a:lnTo>
                <a:lnTo>
                  <a:pt x="1992869" y="76936"/>
                </a:lnTo>
                <a:lnTo>
                  <a:pt x="1992884" y="78348"/>
                </a:lnTo>
                <a:lnTo>
                  <a:pt x="1992884" y="122048"/>
                </a:lnTo>
                <a:lnTo>
                  <a:pt x="1985367" y="122048"/>
                </a:lnTo>
                <a:lnTo>
                  <a:pt x="1984973" y="122049"/>
                </a:lnTo>
                <a:lnTo>
                  <a:pt x="1984563" y="122052"/>
                </a:lnTo>
                <a:lnTo>
                  <a:pt x="1984142" y="122060"/>
                </a:lnTo>
                <a:lnTo>
                  <a:pt x="1983710" y="122076"/>
                </a:lnTo>
                <a:lnTo>
                  <a:pt x="1983272" y="122102"/>
                </a:lnTo>
                <a:lnTo>
                  <a:pt x="1982830" y="122141"/>
                </a:lnTo>
                <a:lnTo>
                  <a:pt x="1982387" y="122196"/>
                </a:lnTo>
                <a:lnTo>
                  <a:pt x="1981946" y="122269"/>
                </a:lnTo>
                <a:lnTo>
                  <a:pt x="1981510" y="122363"/>
                </a:lnTo>
                <a:lnTo>
                  <a:pt x="1981081" y="122480"/>
                </a:lnTo>
                <a:lnTo>
                  <a:pt x="1980663" y="122623"/>
                </a:lnTo>
                <a:lnTo>
                  <a:pt x="1980258" y="122795"/>
                </a:lnTo>
                <a:lnTo>
                  <a:pt x="1979869" y="122998"/>
                </a:lnTo>
                <a:lnTo>
                  <a:pt x="1979499" y="123234"/>
                </a:lnTo>
                <a:lnTo>
                  <a:pt x="1979150" y="123507"/>
                </a:lnTo>
                <a:lnTo>
                  <a:pt x="1978826" y="123818"/>
                </a:lnTo>
                <a:lnTo>
                  <a:pt x="1978530" y="124172"/>
                </a:lnTo>
                <a:lnTo>
                  <a:pt x="1978264" y="124569"/>
                </a:lnTo>
                <a:lnTo>
                  <a:pt x="1978031" y="125013"/>
                </a:lnTo>
                <a:lnTo>
                  <a:pt x="1977834" y="125506"/>
                </a:lnTo>
                <a:lnTo>
                  <a:pt x="1977676" y="126051"/>
                </a:lnTo>
                <a:lnTo>
                  <a:pt x="1977559" y="126650"/>
                </a:lnTo>
                <a:lnTo>
                  <a:pt x="1977487" y="127307"/>
                </a:lnTo>
                <a:lnTo>
                  <a:pt x="1977463" y="128023"/>
                </a:lnTo>
                <a:lnTo>
                  <a:pt x="1977489" y="128717"/>
                </a:lnTo>
                <a:lnTo>
                  <a:pt x="1977567" y="129352"/>
                </a:lnTo>
                <a:lnTo>
                  <a:pt x="1977692" y="129932"/>
                </a:lnTo>
                <a:lnTo>
                  <a:pt x="1977861" y="130460"/>
                </a:lnTo>
                <a:lnTo>
                  <a:pt x="1978071" y="130937"/>
                </a:lnTo>
                <a:lnTo>
                  <a:pt x="1978318" y="131367"/>
                </a:lnTo>
                <a:lnTo>
                  <a:pt x="1978600" y="131752"/>
                </a:lnTo>
                <a:lnTo>
                  <a:pt x="1978912" y="132093"/>
                </a:lnTo>
                <a:lnTo>
                  <a:pt x="1979252" y="132395"/>
                </a:lnTo>
                <a:lnTo>
                  <a:pt x="1979616" y="132659"/>
                </a:lnTo>
                <a:lnTo>
                  <a:pt x="1980000" y="132888"/>
                </a:lnTo>
                <a:lnTo>
                  <a:pt x="1980402" y="133084"/>
                </a:lnTo>
                <a:lnTo>
                  <a:pt x="1980818" y="133250"/>
                </a:lnTo>
                <a:lnTo>
                  <a:pt x="1981245" y="133389"/>
                </a:lnTo>
                <a:lnTo>
                  <a:pt x="1981679" y="133502"/>
                </a:lnTo>
                <a:lnTo>
                  <a:pt x="1982118" y="133593"/>
                </a:lnTo>
                <a:lnTo>
                  <a:pt x="1982557" y="133664"/>
                </a:lnTo>
                <a:lnTo>
                  <a:pt x="1982993" y="133717"/>
                </a:lnTo>
                <a:lnTo>
                  <a:pt x="1983423" y="133755"/>
                </a:lnTo>
                <a:lnTo>
                  <a:pt x="1983844" y="133780"/>
                </a:lnTo>
                <a:lnTo>
                  <a:pt x="1984252" y="133796"/>
                </a:lnTo>
                <a:lnTo>
                  <a:pt x="1984644" y="133804"/>
                </a:lnTo>
                <a:lnTo>
                  <a:pt x="1985017" y="133807"/>
                </a:lnTo>
                <a:lnTo>
                  <a:pt x="1985367" y="133807"/>
                </a:lnTo>
                <a:lnTo>
                  <a:pt x="2014864" y="133807"/>
                </a:lnTo>
                <a:lnTo>
                  <a:pt x="2015213" y="133807"/>
                </a:lnTo>
                <a:lnTo>
                  <a:pt x="2015583" y="133804"/>
                </a:lnTo>
                <a:lnTo>
                  <a:pt x="2015970" y="133796"/>
                </a:lnTo>
                <a:lnTo>
                  <a:pt x="2016372" y="133780"/>
                </a:lnTo>
                <a:lnTo>
                  <a:pt x="2016786" y="133755"/>
                </a:lnTo>
                <a:lnTo>
                  <a:pt x="2017207" y="133717"/>
                </a:lnTo>
                <a:lnTo>
                  <a:pt x="2017634" y="133664"/>
                </a:lnTo>
                <a:lnTo>
                  <a:pt x="2018062" y="133593"/>
                </a:lnTo>
                <a:lnTo>
                  <a:pt x="2018490" y="133502"/>
                </a:lnTo>
                <a:lnTo>
                  <a:pt x="2018912" y="133389"/>
                </a:lnTo>
                <a:lnTo>
                  <a:pt x="2019327" y="133250"/>
                </a:lnTo>
                <a:lnTo>
                  <a:pt x="2019731" y="133084"/>
                </a:lnTo>
                <a:lnTo>
                  <a:pt x="2020121" y="132888"/>
                </a:lnTo>
                <a:lnTo>
                  <a:pt x="2020494" y="132659"/>
                </a:lnTo>
                <a:lnTo>
                  <a:pt x="2020846" y="132395"/>
                </a:lnTo>
                <a:lnTo>
                  <a:pt x="2021175" y="132093"/>
                </a:lnTo>
                <a:lnTo>
                  <a:pt x="2021477" y="131752"/>
                </a:lnTo>
                <a:lnTo>
                  <a:pt x="2021749" y="131367"/>
                </a:lnTo>
                <a:lnTo>
                  <a:pt x="2021988" y="130937"/>
                </a:lnTo>
                <a:lnTo>
                  <a:pt x="2022191" y="130460"/>
                </a:lnTo>
                <a:lnTo>
                  <a:pt x="2022354" y="129932"/>
                </a:lnTo>
                <a:lnTo>
                  <a:pt x="2022475" y="129352"/>
                </a:lnTo>
                <a:lnTo>
                  <a:pt x="2022549" y="128717"/>
                </a:lnTo>
                <a:lnTo>
                  <a:pt x="2022575" y="128023"/>
                </a:lnTo>
                <a:lnTo>
                  <a:pt x="2022550" y="127307"/>
                </a:lnTo>
                <a:lnTo>
                  <a:pt x="2022478" y="126650"/>
                </a:lnTo>
                <a:lnTo>
                  <a:pt x="2022362" y="126051"/>
                </a:lnTo>
                <a:lnTo>
                  <a:pt x="2022204" y="125506"/>
                </a:lnTo>
                <a:lnTo>
                  <a:pt x="2022007" y="125013"/>
                </a:lnTo>
                <a:lnTo>
                  <a:pt x="2021774" y="124569"/>
                </a:lnTo>
                <a:close/>
                <a:moveTo>
                  <a:pt x="2225035" y="124569"/>
                </a:moveTo>
                <a:lnTo>
                  <a:pt x="2224771" y="124172"/>
                </a:lnTo>
                <a:lnTo>
                  <a:pt x="2224469" y="123818"/>
                </a:lnTo>
                <a:lnTo>
                  <a:pt x="2224129" y="123507"/>
                </a:lnTo>
                <a:lnTo>
                  <a:pt x="2223751" y="123234"/>
                </a:lnTo>
                <a:lnTo>
                  <a:pt x="2223336" y="122998"/>
                </a:lnTo>
                <a:lnTo>
                  <a:pt x="2222884" y="122795"/>
                </a:lnTo>
                <a:lnTo>
                  <a:pt x="2222396" y="122623"/>
                </a:lnTo>
                <a:lnTo>
                  <a:pt x="2221873" y="122480"/>
                </a:lnTo>
                <a:lnTo>
                  <a:pt x="2221314" y="122363"/>
                </a:lnTo>
                <a:lnTo>
                  <a:pt x="2220721" y="122269"/>
                </a:lnTo>
                <a:lnTo>
                  <a:pt x="2220094" y="122196"/>
                </a:lnTo>
                <a:lnTo>
                  <a:pt x="2219433" y="122141"/>
                </a:lnTo>
                <a:lnTo>
                  <a:pt x="2218738" y="122102"/>
                </a:lnTo>
                <a:lnTo>
                  <a:pt x="2218012" y="122076"/>
                </a:lnTo>
                <a:lnTo>
                  <a:pt x="2217253" y="122060"/>
                </a:lnTo>
                <a:lnTo>
                  <a:pt x="2216462" y="122052"/>
                </a:lnTo>
                <a:lnTo>
                  <a:pt x="2215641" y="122049"/>
                </a:lnTo>
                <a:lnTo>
                  <a:pt x="2214788" y="122048"/>
                </a:lnTo>
                <a:lnTo>
                  <a:pt x="2214788" y="75459"/>
                </a:lnTo>
                <a:lnTo>
                  <a:pt x="2214787" y="74886"/>
                </a:lnTo>
                <a:lnTo>
                  <a:pt x="2214778" y="74142"/>
                </a:lnTo>
                <a:lnTo>
                  <a:pt x="2214755" y="73244"/>
                </a:lnTo>
                <a:lnTo>
                  <a:pt x="2214709" y="72209"/>
                </a:lnTo>
                <a:lnTo>
                  <a:pt x="2214633" y="71056"/>
                </a:lnTo>
                <a:lnTo>
                  <a:pt x="2214520" y="69800"/>
                </a:lnTo>
                <a:lnTo>
                  <a:pt x="2214362" y="68461"/>
                </a:lnTo>
                <a:lnTo>
                  <a:pt x="2214153" y="67054"/>
                </a:lnTo>
                <a:lnTo>
                  <a:pt x="2213883" y="65598"/>
                </a:lnTo>
                <a:lnTo>
                  <a:pt x="2213547" y="64110"/>
                </a:lnTo>
                <a:lnTo>
                  <a:pt x="2213136" y="62607"/>
                </a:lnTo>
                <a:lnTo>
                  <a:pt x="2212643" y="61107"/>
                </a:lnTo>
                <a:lnTo>
                  <a:pt x="2212061" y="59627"/>
                </a:lnTo>
                <a:lnTo>
                  <a:pt x="2211382" y="58184"/>
                </a:lnTo>
                <a:lnTo>
                  <a:pt x="2210599" y="56796"/>
                </a:lnTo>
                <a:lnTo>
                  <a:pt x="2209704" y="55480"/>
                </a:lnTo>
                <a:lnTo>
                  <a:pt x="2208690" y="54254"/>
                </a:lnTo>
                <a:lnTo>
                  <a:pt x="2207549" y="53135"/>
                </a:lnTo>
                <a:lnTo>
                  <a:pt x="2206274" y="52141"/>
                </a:lnTo>
                <a:lnTo>
                  <a:pt x="2204858" y="51288"/>
                </a:lnTo>
                <a:lnTo>
                  <a:pt x="2203293" y="50594"/>
                </a:lnTo>
                <a:lnTo>
                  <a:pt x="2201571" y="50077"/>
                </a:lnTo>
                <a:lnTo>
                  <a:pt x="2199686" y="49754"/>
                </a:lnTo>
                <a:lnTo>
                  <a:pt x="2197629" y="49643"/>
                </a:lnTo>
                <a:lnTo>
                  <a:pt x="2196895" y="49656"/>
                </a:lnTo>
                <a:lnTo>
                  <a:pt x="2196141" y="49697"/>
                </a:lnTo>
                <a:lnTo>
                  <a:pt x="2195370" y="49765"/>
                </a:lnTo>
                <a:lnTo>
                  <a:pt x="2194582" y="49863"/>
                </a:lnTo>
                <a:lnTo>
                  <a:pt x="2193780" y="49992"/>
                </a:lnTo>
                <a:lnTo>
                  <a:pt x="2192966" y="50152"/>
                </a:lnTo>
                <a:lnTo>
                  <a:pt x="2192142" y="50345"/>
                </a:lnTo>
                <a:lnTo>
                  <a:pt x="2191310" y="50571"/>
                </a:lnTo>
                <a:lnTo>
                  <a:pt x="2190472" y="50833"/>
                </a:lnTo>
                <a:lnTo>
                  <a:pt x="2189629" y="51130"/>
                </a:lnTo>
                <a:lnTo>
                  <a:pt x="2188785" y="51464"/>
                </a:lnTo>
                <a:lnTo>
                  <a:pt x="2187941" y="51836"/>
                </a:lnTo>
                <a:lnTo>
                  <a:pt x="2187099" y="52248"/>
                </a:lnTo>
                <a:lnTo>
                  <a:pt x="2186261" y="52699"/>
                </a:lnTo>
                <a:lnTo>
                  <a:pt x="2185429" y="53192"/>
                </a:lnTo>
                <a:lnTo>
                  <a:pt x="2184605" y="53728"/>
                </a:lnTo>
                <a:lnTo>
                  <a:pt x="2183791" y="54307"/>
                </a:lnTo>
                <a:lnTo>
                  <a:pt x="2182989" y="54930"/>
                </a:lnTo>
                <a:lnTo>
                  <a:pt x="2182201" y="55600"/>
                </a:lnTo>
                <a:lnTo>
                  <a:pt x="2181429" y="56316"/>
                </a:lnTo>
                <a:lnTo>
                  <a:pt x="2180675" y="57079"/>
                </a:lnTo>
                <a:lnTo>
                  <a:pt x="2179942" y="57892"/>
                </a:lnTo>
                <a:lnTo>
                  <a:pt x="2179230" y="58755"/>
                </a:lnTo>
                <a:lnTo>
                  <a:pt x="2178543" y="59669"/>
                </a:lnTo>
                <a:lnTo>
                  <a:pt x="2178168" y="58866"/>
                </a:lnTo>
                <a:lnTo>
                  <a:pt x="2177768" y="58095"/>
                </a:lnTo>
                <a:lnTo>
                  <a:pt x="2177344" y="57357"/>
                </a:lnTo>
                <a:lnTo>
                  <a:pt x="2176895" y="56651"/>
                </a:lnTo>
                <a:lnTo>
                  <a:pt x="2176423" y="55978"/>
                </a:lnTo>
                <a:lnTo>
                  <a:pt x="2175928" y="55337"/>
                </a:lnTo>
                <a:lnTo>
                  <a:pt x="2175411" y="54730"/>
                </a:lnTo>
                <a:lnTo>
                  <a:pt x="2174872" y="54157"/>
                </a:lnTo>
                <a:lnTo>
                  <a:pt x="2174313" y="53616"/>
                </a:lnTo>
                <a:lnTo>
                  <a:pt x="2173734" y="53110"/>
                </a:lnTo>
                <a:lnTo>
                  <a:pt x="2173135" y="52637"/>
                </a:lnTo>
                <a:lnTo>
                  <a:pt x="2172518" y="52198"/>
                </a:lnTo>
                <a:lnTo>
                  <a:pt x="2171882" y="51793"/>
                </a:lnTo>
                <a:lnTo>
                  <a:pt x="2171229" y="51423"/>
                </a:lnTo>
                <a:lnTo>
                  <a:pt x="2170560" y="51087"/>
                </a:lnTo>
                <a:lnTo>
                  <a:pt x="2169874" y="50786"/>
                </a:lnTo>
                <a:lnTo>
                  <a:pt x="2169173" y="50519"/>
                </a:lnTo>
                <a:lnTo>
                  <a:pt x="2168457" y="50288"/>
                </a:lnTo>
                <a:lnTo>
                  <a:pt x="2167727" y="50091"/>
                </a:lnTo>
                <a:lnTo>
                  <a:pt x="2166984" y="49930"/>
                </a:lnTo>
                <a:lnTo>
                  <a:pt x="2166228" y="49805"/>
                </a:lnTo>
                <a:lnTo>
                  <a:pt x="2165459" y="49715"/>
                </a:lnTo>
                <a:lnTo>
                  <a:pt x="2164680" y="49661"/>
                </a:lnTo>
                <a:lnTo>
                  <a:pt x="2163890" y="49643"/>
                </a:lnTo>
                <a:lnTo>
                  <a:pt x="2163121" y="49657"/>
                </a:lnTo>
                <a:lnTo>
                  <a:pt x="2162356" y="49699"/>
                </a:lnTo>
                <a:lnTo>
                  <a:pt x="2161596" y="49767"/>
                </a:lnTo>
                <a:lnTo>
                  <a:pt x="2160841" y="49863"/>
                </a:lnTo>
                <a:lnTo>
                  <a:pt x="2160091" y="49984"/>
                </a:lnTo>
                <a:lnTo>
                  <a:pt x="2159347" y="50131"/>
                </a:lnTo>
                <a:lnTo>
                  <a:pt x="2158609" y="50303"/>
                </a:lnTo>
                <a:lnTo>
                  <a:pt x="2157878" y="50500"/>
                </a:lnTo>
                <a:lnTo>
                  <a:pt x="2157153" y="50721"/>
                </a:lnTo>
                <a:lnTo>
                  <a:pt x="2156435" y="50966"/>
                </a:lnTo>
                <a:lnTo>
                  <a:pt x="2155725" y="51233"/>
                </a:lnTo>
                <a:lnTo>
                  <a:pt x="2155022" y="51524"/>
                </a:lnTo>
                <a:lnTo>
                  <a:pt x="2154327" y="51836"/>
                </a:lnTo>
                <a:lnTo>
                  <a:pt x="2153640" y="52170"/>
                </a:lnTo>
                <a:lnTo>
                  <a:pt x="2152963" y="52525"/>
                </a:lnTo>
                <a:lnTo>
                  <a:pt x="2152294" y="52901"/>
                </a:lnTo>
                <a:lnTo>
                  <a:pt x="2151635" y="53296"/>
                </a:lnTo>
                <a:lnTo>
                  <a:pt x="2150985" y="53711"/>
                </a:lnTo>
                <a:lnTo>
                  <a:pt x="2150346" y="54146"/>
                </a:lnTo>
                <a:lnTo>
                  <a:pt x="2149716" y="54599"/>
                </a:lnTo>
                <a:lnTo>
                  <a:pt x="2149098" y="55070"/>
                </a:lnTo>
                <a:lnTo>
                  <a:pt x="2148490" y="55558"/>
                </a:lnTo>
                <a:lnTo>
                  <a:pt x="2147894" y="56064"/>
                </a:lnTo>
                <a:lnTo>
                  <a:pt x="2147310" y="56586"/>
                </a:lnTo>
                <a:lnTo>
                  <a:pt x="2147244" y="55889"/>
                </a:lnTo>
                <a:lnTo>
                  <a:pt x="2147143" y="55250"/>
                </a:lnTo>
                <a:lnTo>
                  <a:pt x="2147010" y="54667"/>
                </a:lnTo>
                <a:lnTo>
                  <a:pt x="2146846" y="54137"/>
                </a:lnTo>
                <a:lnTo>
                  <a:pt x="2146652" y="53657"/>
                </a:lnTo>
                <a:lnTo>
                  <a:pt x="2146430" y="53225"/>
                </a:lnTo>
                <a:lnTo>
                  <a:pt x="2146182" y="52839"/>
                </a:lnTo>
                <a:lnTo>
                  <a:pt x="2145910" y="52495"/>
                </a:lnTo>
                <a:lnTo>
                  <a:pt x="2145615" y="52192"/>
                </a:lnTo>
                <a:lnTo>
                  <a:pt x="2145299" y="51927"/>
                </a:lnTo>
                <a:lnTo>
                  <a:pt x="2144964" y="51697"/>
                </a:lnTo>
                <a:lnTo>
                  <a:pt x="2144610" y="51499"/>
                </a:lnTo>
                <a:lnTo>
                  <a:pt x="2144241" y="51332"/>
                </a:lnTo>
                <a:lnTo>
                  <a:pt x="2143857" y="51193"/>
                </a:lnTo>
                <a:lnTo>
                  <a:pt x="2143461" y="51079"/>
                </a:lnTo>
                <a:lnTo>
                  <a:pt x="2143053" y="50988"/>
                </a:lnTo>
                <a:lnTo>
                  <a:pt x="2142637" y="50917"/>
                </a:lnTo>
                <a:lnTo>
                  <a:pt x="2142212" y="50864"/>
                </a:lnTo>
                <a:lnTo>
                  <a:pt x="2141781" y="50825"/>
                </a:lnTo>
                <a:lnTo>
                  <a:pt x="2141346" y="50800"/>
                </a:lnTo>
                <a:lnTo>
                  <a:pt x="2140909" y="50784"/>
                </a:lnTo>
                <a:lnTo>
                  <a:pt x="2140470" y="50776"/>
                </a:lnTo>
                <a:lnTo>
                  <a:pt x="2140032" y="50773"/>
                </a:lnTo>
                <a:lnTo>
                  <a:pt x="2139597" y="50773"/>
                </a:lnTo>
                <a:lnTo>
                  <a:pt x="2133428" y="50773"/>
                </a:lnTo>
                <a:lnTo>
                  <a:pt x="2133056" y="50773"/>
                </a:lnTo>
                <a:lnTo>
                  <a:pt x="2132665" y="50776"/>
                </a:lnTo>
                <a:lnTo>
                  <a:pt x="2132258" y="50784"/>
                </a:lnTo>
                <a:lnTo>
                  <a:pt x="2131838" y="50799"/>
                </a:lnTo>
                <a:lnTo>
                  <a:pt x="2131409" y="50825"/>
                </a:lnTo>
                <a:lnTo>
                  <a:pt x="2130973" y="50863"/>
                </a:lnTo>
                <a:lnTo>
                  <a:pt x="2130533" y="50916"/>
                </a:lnTo>
                <a:lnTo>
                  <a:pt x="2130093" y="50987"/>
                </a:lnTo>
                <a:lnTo>
                  <a:pt x="2129656" y="51078"/>
                </a:lnTo>
                <a:lnTo>
                  <a:pt x="2129224" y="51191"/>
                </a:lnTo>
                <a:lnTo>
                  <a:pt x="2128802" y="51330"/>
                </a:lnTo>
                <a:lnTo>
                  <a:pt x="2128391" y="51496"/>
                </a:lnTo>
                <a:lnTo>
                  <a:pt x="2127995" y="51692"/>
                </a:lnTo>
                <a:lnTo>
                  <a:pt x="2127618" y="51921"/>
                </a:lnTo>
                <a:lnTo>
                  <a:pt x="2127262" y="52186"/>
                </a:lnTo>
                <a:lnTo>
                  <a:pt x="2126930" y="52487"/>
                </a:lnTo>
                <a:lnTo>
                  <a:pt x="2126625" y="52829"/>
                </a:lnTo>
                <a:lnTo>
                  <a:pt x="2126352" y="53214"/>
                </a:lnTo>
                <a:lnTo>
                  <a:pt x="2126111" y="53644"/>
                </a:lnTo>
                <a:lnTo>
                  <a:pt x="2125908" y="54122"/>
                </a:lnTo>
                <a:lnTo>
                  <a:pt x="2125744" y="54649"/>
                </a:lnTo>
                <a:lnTo>
                  <a:pt x="2125623" y="55230"/>
                </a:lnTo>
                <a:lnTo>
                  <a:pt x="2125549" y="55866"/>
                </a:lnTo>
                <a:lnTo>
                  <a:pt x="2125523" y="56560"/>
                </a:lnTo>
                <a:lnTo>
                  <a:pt x="2125544" y="57276"/>
                </a:lnTo>
                <a:lnTo>
                  <a:pt x="2125607" y="57932"/>
                </a:lnTo>
                <a:lnTo>
                  <a:pt x="2125711" y="58532"/>
                </a:lnTo>
                <a:lnTo>
                  <a:pt x="2125855" y="59077"/>
                </a:lnTo>
                <a:lnTo>
                  <a:pt x="2126040" y="59570"/>
                </a:lnTo>
                <a:lnTo>
                  <a:pt x="2126264" y="60014"/>
                </a:lnTo>
                <a:lnTo>
                  <a:pt x="2126528" y="60411"/>
                </a:lnTo>
                <a:lnTo>
                  <a:pt x="2126830" y="60764"/>
                </a:lnTo>
                <a:lnTo>
                  <a:pt x="2127171" y="61076"/>
                </a:lnTo>
                <a:lnTo>
                  <a:pt x="2127549" y="61349"/>
                </a:lnTo>
                <a:lnTo>
                  <a:pt x="2127964" y="61585"/>
                </a:lnTo>
                <a:lnTo>
                  <a:pt x="2128416" y="61788"/>
                </a:lnTo>
                <a:lnTo>
                  <a:pt x="2128904" y="61959"/>
                </a:lnTo>
                <a:lnTo>
                  <a:pt x="2129428" y="62103"/>
                </a:lnTo>
                <a:lnTo>
                  <a:pt x="2129986" y="62220"/>
                </a:lnTo>
                <a:lnTo>
                  <a:pt x="2130580" y="62313"/>
                </a:lnTo>
                <a:lnTo>
                  <a:pt x="2131207" y="62386"/>
                </a:lnTo>
                <a:lnTo>
                  <a:pt x="2131869" y="62441"/>
                </a:lnTo>
                <a:lnTo>
                  <a:pt x="2132563" y="62481"/>
                </a:lnTo>
                <a:lnTo>
                  <a:pt x="2133290" y="62507"/>
                </a:lnTo>
                <a:lnTo>
                  <a:pt x="2134049" y="62523"/>
                </a:lnTo>
                <a:lnTo>
                  <a:pt x="2134839" y="62531"/>
                </a:lnTo>
                <a:lnTo>
                  <a:pt x="2135661" y="62534"/>
                </a:lnTo>
                <a:lnTo>
                  <a:pt x="2136514" y="62535"/>
                </a:lnTo>
                <a:lnTo>
                  <a:pt x="2136514" y="122048"/>
                </a:lnTo>
                <a:lnTo>
                  <a:pt x="2135661" y="122049"/>
                </a:lnTo>
                <a:lnTo>
                  <a:pt x="2134839" y="122052"/>
                </a:lnTo>
                <a:lnTo>
                  <a:pt x="2134049" y="122060"/>
                </a:lnTo>
                <a:lnTo>
                  <a:pt x="2133290" y="122076"/>
                </a:lnTo>
                <a:lnTo>
                  <a:pt x="2132563" y="122102"/>
                </a:lnTo>
                <a:lnTo>
                  <a:pt x="2131869" y="122141"/>
                </a:lnTo>
                <a:lnTo>
                  <a:pt x="2131207" y="122196"/>
                </a:lnTo>
                <a:lnTo>
                  <a:pt x="2130580" y="122269"/>
                </a:lnTo>
                <a:lnTo>
                  <a:pt x="2129986" y="122363"/>
                </a:lnTo>
                <a:lnTo>
                  <a:pt x="2129428" y="122480"/>
                </a:lnTo>
                <a:lnTo>
                  <a:pt x="2128904" y="122623"/>
                </a:lnTo>
                <a:lnTo>
                  <a:pt x="2128416" y="122795"/>
                </a:lnTo>
                <a:lnTo>
                  <a:pt x="2127964" y="122998"/>
                </a:lnTo>
                <a:lnTo>
                  <a:pt x="2127549" y="123234"/>
                </a:lnTo>
                <a:lnTo>
                  <a:pt x="2127171" y="123507"/>
                </a:lnTo>
                <a:lnTo>
                  <a:pt x="2126830" y="123818"/>
                </a:lnTo>
                <a:lnTo>
                  <a:pt x="2126528" y="124172"/>
                </a:lnTo>
                <a:lnTo>
                  <a:pt x="2126264" y="124569"/>
                </a:lnTo>
                <a:lnTo>
                  <a:pt x="2126040" y="125013"/>
                </a:lnTo>
                <a:lnTo>
                  <a:pt x="2125855" y="125506"/>
                </a:lnTo>
                <a:lnTo>
                  <a:pt x="2125711" y="126051"/>
                </a:lnTo>
                <a:lnTo>
                  <a:pt x="2125607" y="126650"/>
                </a:lnTo>
                <a:lnTo>
                  <a:pt x="2125544" y="127307"/>
                </a:lnTo>
                <a:lnTo>
                  <a:pt x="2125523" y="128023"/>
                </a:lnTo>
                <a:lnTo>
                  <a:pt x="2125550" y="128717"/>
                </a:lnTo>
                <a:lnTo>
                  <a:pt x="2125627" y="129352"/>
                </a:lnTo>
                <a:lnTo>
                  <a:pt x="2125752" y="129932"/>
                </a:lnTo>
                <a:lnTo>
                  <a:pt x="2125921" y="130460"/>
                </a:lnTo>
                <a:lnTo>
                  <a:pt x="2126131" y="130937"/>
                </a:lnTo>
                <a:lnTo>
                  <a:pt x="2126379" y="131367"/>
                </a:lnTo>
                <a:lnTo>
                  <a:pt x="2126660" y="131752"/>
                </a:lnTo>
                <a:lnTo>
                  <a:pt x="2126973" y="132093"/>
                </a:lnTo>
                <a:lnTo>
                  <a:pt x="2127313" y="132395"/>
                </a:lnTo>
                <a:lnTo>
                  <a:pt x="2127677" y="132659"/>
                </a:lnTo>
                <a:lnTo>
                  <a:pt x="2128062" y="132888"/>
                </a:lnTo>
                <a:lnTo>
                  <a:pt x="2128464" y="133084"/>
                </a:lnTo>
                <a:lnTo>
                  <a:pt x="2128880" y="133250"/>
                </a:lnTo>
                <a:lnTo>
                  <a:pt x="2129307" y="133389"/>
                </a:lnTo>
                <a:lnTo>
                  <a:pt x="2129741" y="133502"/>
                </a:lnTo>
                <a:lnTo>
                  <a:pt x="2130179" y="133593"/>
                </a:lnTo>
                <a:lnTo>
                  <a:pt x="2130618" y="133664"/>
                </a:lnTo>
                <a:lnTo>
                  <a:pt x="2131054" y="133717"/>
                </a:lnTo>
                <a:lnTo>
                  <a:pt x="2131485" y="133755"/>
                </a:lnTo>
                <a:lnTo>
                  <a:pt x="2131905" y="133780"/>
                </a:lnTo>
                <a:lnTo>
                  <a:pt x="2132313" y="133796"/>
                </a:lnTo>
                <a:lnTo>
                  <a:pt x="2132705" y="133804"/>
                </a:lnTo>
                <a:lnTo>
                  <a:pt x="2133078" y="133807"/>
                </a:lnTo>
                <a:lnTo>
                  <a:pt x="2133428" y="133807"/>
                </a:lnTo>
                <a:lnTo>
                  <a:pt x="2150396" y="133807"/>
                </a:lnTo>
                <a:lnTo>
                  <a:pt x="2150768" y="133807"/>
                </a:lnTo>
                <a:lnTo>
                  <a:pt x="2151159" y="133804"/>
                </a:lnTo>
                <a:lnTo>
                  <a:pt x="2151566" y="133796"/>
                </a:lnTo>
                <a:lnTo>
                  <a:pt x="2151985" y="133780"/>
                </a:lnTo>
                <a:lnTo>
                  <a:pt x="2152414" y="133755"/>
                </a:lnTo>
                <a:lnTo>
                  <a:pt x="2152850" y="133717"/>
                </a:lnTo>
                <a:lnTo>
                  <a:pt x="2153290" y="133664"/>
                </a:lnTo>
                <a:lnTo>
                  <a:pt x="2153730" y="133593"/>
                </a:lnTo>
                <a:lnTo>
                  <a:pt x="2154167" y="133502"/>
                </a:lnTo>
                <a:lnTo>
                  <a:pt x="2154598" y="133389"/>
                </a:lnTo>
                <a:lnTo>
                  <a:pt x="2155020" y="133250"/>
                </a:lnTo>
                <a:lnTo>
                  <a:pt x="2155431" y="133084"/>
                </a:lnTo>
                <a:lnTo>
                  <a:pt x="2155826" y="132888"/>
                </a:lnTo>
                <a:lnTo>
                  <a:pt x="2156204" y="132659"/>
                </a:lnTo>
                <a:lnTo>
                  <a:pt x="2156560" y="132395"/>
                </a:lnTo>
                <a:lnTo>
                  <a:pt x="2156891" y="132093"/>
                </a:lnTo>
                <a:lnTo>
                  <a:pt x="2157196" y="131752"/>
                </a:lnTo>
                <a:lnTo>
                  <a:pt x="2157469" y="131367"/>
                </a:lnTo>
                <a:lnTo>
                  <a:pt x="2157709" y="130937"/>
                </a:lnTo>
                <a:lnTo>
                  <a:pt x="2157913" y="130460"/>
                </a:lnTo>
                <a:lnTo>
                  <a:pt x="2158076" y="129932"/>
                </a:lnTo>
                <a:lnTo>
                  <a:pt x="2158197" y="129352"/>
                </a:lnTo>
                <a:lnTo>
                  <a:pt x="2158272" y="128717"/>
                </a:lnTo>
                <a:lnTo>
                  <a:pt x="2158297" y="128023"/>
                </a:lnTo>
                <a:lnTo>
                  <a:pt x="2158276" y="127307"/>
                </a:lnTo>
                <a:lnTo>
                  <a:pt x="2158214" y="126650"/>
                </a:lnTo>
                <a:lnTo>
                  <a:pt x="2158110" y="126051"/>
                </a:lnTo>
                <a:lnTo>
                  <a:pt x="2157965" y="125506"/>
                </a:lnTo>
                <a:lnTo>
                  <a:pt x="2157781" y="125013"/>
                </a:lnTo>
                <a:lnTo>
                  <a:pt x="2157556" y="124569"/>
                </a:lnTo>
                <a:lnTo>
                  <a:pt x="2157293" y="124172"/>
                </a:lnTo>
                <a:lnTo>
                  <a:pt x="2156991" y="123818"/>
                </a:lnTo>
                <a:lnTo>
                  <a:pt x="2156651" y="123507"/>
                </a:lnTo>
                <a:lnTo>
                  <a:pt x="2156273" y="123234"/>
                </a:lnTo>
                <a:lnTo>
                  <a:pt x="2155858" y="122998"/>
                </a:lnTo>
                <a:lnTo>
                  <a:pt x="2155406" y="122795"/>
                </a:lnTo>
                <a:lnTo>
                  <a:pt x="2154918" y="122623"/>
                </a:lnTo>
                <a:lnTo>
                  <a:pt x="2154395" y="122480"/>
                </a:lnTo>
                <a:lnTo>
                  <a:pt x="2153836" y="122363"/>
                </a:lnTo>
                <a:lnTo>
                  <a:pt x="2153243" y="122269"/>
                </a:lnTo>
                <a:lnTo>
                  <a:pt x="2152615" y="122196"/>
                </a:lnTo>
                <a:lnTo>
                  <a:pt x="2151954" y="122141"/>
                </a:lnTo>
                <a:lnTo>
                  <a:pt x="2151260" y="122102"/>
                </a:lnTo>
                <a:lnTo>
                  <a:pt x="2150533" y="122076"/>
                </a:lnTo>
                <a:lnTo>
                  <a:pt x="2149774" y="122060"/>
                </a:lnTo>
                <a:lnTo>
                  <a:pt x="2148984" y="122052"/>
                </a:lnTo>
                <a:lnTo>
                  <a:pt x="2148162" y="122049"/>
                </a:lnTo>
                <a:lnTo>
                  <a:pt x="2147310" y="122048"/>
                </a:lnTo>
                <a:lnTo>
                  <a:pt x="2147310" y="87574"/>
                </a:lnTo>
                <a:lnTo>
                  <a:pt x="2147350" y="85476"/>
                </a:lnTo>
                <a:lnTo>
                  <a:pt x="2147470" y="83463"/>
                </a:lnTo>
                <a:lnTo>
                  <a:pt x="2147665" y="81534"/>
                </a:lnTo>
                <a:lnTo>
                  <a:pt x="2147932" y="79691"/>
                </a:lnTo>
                <a:lnTo>
                  <a:pt x="2148268" y="77934"/>
                </a:lnTo>
                <a:lnTo>
                  <a:pt x="2148668" y="76263"/>
                </a:lnTo>
                <a:lnTo>
                  <a:pt x="2149131" y="74678"/>
                </a:lnTo>
                <a:lnTo>
                  <a:pt x="2149652" y="73181"/>
                </a:lnTo>
                <a:lnTo>
                  <a:pt x="2150228" y="71771"/>
                </a:lnTo>
                <a:lnTo>
                  <a:pt x="2150855" y="70449"/>
                </a:lnTo>
                <a:lnTo>
                  <a:pt x="2151530" y="69215"/>
                </a:lnTo>
                <a:lnTo>
                  <a:pt x="2152250" y="68070"/>
                </a:lnTo>
                <a:lnTo>
                  <a:pt x="2153011" y="67014"/>
                </a:lnTo>
                <a:lnTo>
                  <a:pt x="2153810" y="66047"/>
                </a:lnTo>
                <a:lnTo>
                  <a:pt x="2154643" y="65171"/>
                </a:lnTo>
                <a:lnTo>
                  <a:pt x="2155507" y="64385"/>
                </a:lnTo>
                <a:lnTo>
                  <a:pt x="2156399" y="63690"/>
                </a:lnTo>
                <a:lnTo>
                  <a:pt x="2157314" y="63087"/>
                </a:lnTo>
                <a:lnTo>
                  <a:pt x="2158250" y="62574"/>
                </a:lnTo>
                <a:lnTo>
                  <a:pt x="2159203" y="62155"/>
                </a:lnTo>
                <a:lnTo>
                  <a:pt x="2160170" y="61827"/>
                </a:lnTo>
                <a:lnTo>
                  <a:pt x="2161147" y="61593"/>
                </a:lnTo>
                <a:lnTo>
                  <a:pt x="2162131" y="61452"/>
                </a:lnTo>
                <a:lnTo>
                  <a:pt x="2163119" y="61405"/>
                </a:lnTo>
                <a:lnTo>
                  <a:pt x="2163664" y="61423"/>
                </a:lnTo>
                <a:lnTo>
                  <a:pt x="2164191" y="61477"/>
                </a:lnTo>
                <a:lnTo>
                  <a:pt x="2164698" y="61570"/>
                </a:lnTo>
                <a:lnTo>
                  <a:pt x="2165187" y="61706"/>
                </a:lnTo>
                <a:lnTo>
                  <a:pt x="2165655" y="61885"/>
                </a:lnTo>
                <a:lnTo>
                  <a:pt x="2166104" y="62112"/>
                </a:lnTo>
                <a:lnTo>
                  <a:pt x="2166532" y="62389"/>
                </a:lnTo>
                <a:lnTo>
                  <a:pt x="2166939" y="62717"/>
                </a:lnTo>
                <a:lnTo>
                  <a:pt x="2167324" y="63101"/>
                </a:lnTo>
                <a:lnTo>
                  <a:pt x="2167688" y="63542"/>
                </a:lnTo>
                <a:lnTo>
                  <a:pt x="2168029" y="64043"/>
                </a:lnTo>
                <a:lnTo>
                  <a:pt x="2168348" y="64606"/>
                </a:lnTo>
                <a:lnTo>
                  <a:pt x="2168644" y="65235"/>
                </a:lnTo>
                <a:lnTo>
                  <a:pt x="2168916" y="65931"/>
                </a:lnTo>
                <a:lnTo>
                  <a:pt x="2169164" y="66698"/>
                </a:lnTo>
                <a:lnTo>
                  <a:pt x="2169388" y="67538"/>
                </a:lnTo>
                <a:lnTo>
                  <a:pt x="2169588" y="68453"/>
                </a:lnTo>
                <a:lnTo>
                  <a:pt x="2169761" y="69446"/>
                </a:lnTo>
                <a:lnTo>
                  <a:pt x="2169910" y="70520"/>
                </a:lnTo>
                <a:lnTo>
                  <a:pt x="2170032" y="71678"/>
                </a:lnTo>
                <a:lnTo>
                  <a:pt x="2170128" y="72921"/>
                </a:lnTo>
                <a:lnTo>
                  <a:pt x="2170197" y="74253"/>
                </a:lnTo>
                <a:lnTo>
                  <a:pt x="2170239" y="75675"/>
                </a:lnTo>
                <a:lnTo>
                  <a:pt x="2170253" y="77192"/>
                </a:lnTo>
                <a:lnTo>
                  <a:pt x="2170253" y="122048"/>
                </a:lnTo>
                <a:lnTo>
                  <a:pt x="2169789" y="122049"/>
                </a:lnTo>
                <a:lnTo>
                  <a:pt x="2169316" y="122052"/>
                </a:lnTo>
                <a:lnTo>
                  <a:pt x="2168837" y="122060"/>
                </a:lnTo>
                <a:lnTo>
                  <a:pt x="2168353" y="122076"/>
                </a:lnTo>
                <a:lnTo>
                  <a:pt x="2167867" y="122102"/>
                </a:lnTo>
                <a:lnTo>
                  <a:pt x="2167382" y="122141"/>
                </a:lnTo>
                <a:lnTo>
                  <a:pt x="2166901" y="122196"/>
                </a:lnTo>
                <a:lnTo>
                  <a:pt x="2166425" y="122269"/>
                </a:lnTo>
                <a:lnTo>
                  <a:pt x="2165959" y="122363"/>
                </a:lnTo>
                <a:lnTo>
                  <a:pt x="2165504" y="122480"/>
                </a:lnTo>
                <a:lnTo>
                  <a:pt x="2165062" y="122623"/>
                </a:lnTo>
                <a:lnTo>
                  <a:pt x="2164637" y="122795"/>
                </a:lnTo>
                <a:lnTo>
                  <a:pt x="2164231" y="122998"/>
                </a:lnTo>
                <a:lnTo>
                  <a:pt x="2163847" y="123234"/>
                </a:lnTo>
                <a:lnTo>
                  <a:pt x="2163487" y="123507"/>
                </a:lnTo>
                <a:lnTo>
                  <a:pt x="2163154" y="123818"/>
                </a:lnTo>
                <a:lnTo>
                  <a:pt x="2162851" y="124172"/>
                </a:lnTo>
                <a:lnTo>
                  <a:pt x="2162579" y="124569"/>
                </a:lnTo>
                <a:lnTo>
                  <a:pt x="2162342" y="125013"/>
                </a:lnTo>
                <a:lnTo>
                  <a:pt x="2162143" y="125506"/>
                </a:lnTo>
                <a:lnTo>
                  <a:pt x="2161983" y="126051"/>
                </a:lnTo>
                <a:lnTo>
                  <a:pt x="2161866" y="126650"/>
                </a:lnTo>
                <a:lnTo>
                  <a:pt x="2161793" y="127307"/>
                </a:lnTo>
                <a:lnTo>
                  <a:pt x="2161769" y="128023"/>
                </a:lnTo>
                <a:lnTo>
                  <a:pt x="2161795" y="128717"/>
                </a:lnTo>
                <a:lnTo>
                  <a:pt x="2161873" y="129352"/>
                </a:lnTo>
                <a:lnTo>
                  <a:pt x="2161998" y="129932"/>
                </a:lnTo>
                <a:lnTo>
                  <a:pt x="2162167" y="130460"/>
                </a:lnTo>
                <a:lnTo>
                  <a:pt x="2162377" y="130937"/>
                </a:lnTo>
                <a:lnTo>
                  <a:pt x="2162624" y="131367"/>
                </a:lnTo>
                <a:lnTo>
                  <a:pt x="2162906" y="131752"/>
                </a:lnTo>
                <a:lnTo>
                  <a:pt x="2163219" y="132093"/>
                </a:lnTo>
                <a:lnTo>
                  <a:pt x="2163558" y="132395"/>
                </a:lnTo>
                <a:lnTo>
                  <a:pt x="2163922" y="132659"/>
                </a:lnTo>
                <a:lnTo>
                  <a:pt x="2164307" y="132888"/>
                </a:lnTo>
                <a:lnTo>
                  <a:pt x="2164709" y="133084"/>
                </a:lnTo>
                <a:lnTo>
                  <a:pt x="2165126" y="133250"/>
                </a:lnTo>
                <a:lnTo>
                  <a:pt x="2165552" y="133389"/>
                </a:lnTo>
                <a:lnTo>
                  <a:pt x="2165987" y="133502"/>
                </a:lnTo>
                <a:lnTo>
                  <a:pt x="2166425" y="133593"/>
                </a:lnTo>
                <a:lnTo>
                  <a:pt x="2166864" y="133664"/>
                </a:lnTo>
                <a:lnTo>
                  <a:pt x="2167300" y="133717"/>
                </a:lnTo>
                <a:lnTo>
                  <a:pt x="2167730" y="133755"/>
                </a:lnTo>
                <a:lnTo>
                  <a:pt x="2168151" y="133780"/>
                </a:lnTo>
                <a:lnTo>
                  <a:pt x="2168559" y="133796"/>
                </a:lnTo>
                <a:lnTo>
                  <a:pt x="2168951" y="133804"/>
                </a:lnTo>
                <a:lnTo>
                  <a:pt x="2169323" y="133807"/>
                </a:lnTo>
                <a:lnTo>
                  <a:pt x="2169673" y="133807"/>
                </a:lnTo>
                <a:lnTo>
                  <a:pt x="2184132" y="133807"/>
                </a:lnTo>
                <a:lnTo>
                  <a:pt x="2184504" y="133807"/>
                </a:lnTo>
                <a:lnTo>
                  <a:pt x="2184895" y="133804"/>
                </a:lnTo>
                <a:lnTo>
                  <a:pt x="2185302" y="133796"/>
                </a:lnTo>
                <a:lnTo>
                  <a:pt x="2185722" y="133780"/>
                </a:lnTo>
                <a:lnTo>
                  <a:pt x="2186151" y="133755"/>
                </a:lnTo>
                <a:lnTo>
                  <a:pt x="2186587" y="133717"/>
                </a:lnTo>
                <a:lnTo>
                  <a:pt x="2187027" y="133664"/>
                </a:lnTo>
                <a:lnTo>
                  <a:pt x="2187467" y="133593"/>
                </a:lnTo>
                <a:lnTo>
                  <a:pt x="2187904" y="133502"/>
                </a:lnTo>
                <a:lnTo>
                  <a:pt x="2188335" y="133389"/>
                </a:lnTo>
                <a:lnTo>
                  <a:pt x="2188758" y="133250"/>
                </a:lnTo>
                <a:lnTo>
                  <a:pt x="2189169" y="133084"/>
                </a:lnTo>
                <a:lnTo>
                  <a:pt x="2189564" y="132888"/>
                </a:lnTo>
                <a:lnTo>
                  <a:pt x="2189942" y="132659"/>
                </a:lnTo>
                <a:lnTo>
                  <a:pt x="2190298" y="132395"/>
                </a:lnTo>
                <a:lnTo>
                  <a:pt x="2190630" y="132093"/>
                </a:lnTo>
                <a:lnTo>
                  <a:pt x="2190934" y="131752"/>
                </a:lnTo>
                <a:lnTo>
                  <a:pt x="2191208" y="131367"/>
                </a:lnTo>
                <a:lnTo>
                  <a:pt x="2191448" y="130937"/>
                </a:lnTo>
                <a:lnTo>
                  <a:pt x="2191652" y="130460"/>
                </a:lnTo>
                <a:lnTo>
                  <a:pt x="2191815" y="129932"/>
                </a:lnTo>
                <a:lnTo>
                  <a:pt x="2191936" y="129352"/>
                </a:lnTo>
                <a:lnTo>
                  <a:pt x="2192011" y="128717"/>
                </a:lnTo>
                <a:lnTo>
                  <a:pt x="2192037" y="128023"/>
                </a:lnTo>
                <a:lnTo>
                  <a:pt x="2192016" y="127307"/>
                </a:lnTo>
                <a:lnTo>
                  <a:pt x="2191953" y="126650"/>
                </a:lnTo>
                <a:lnTo>
                  <a:pt x="2191849" y="126051"/>
                </a:lnTo>
                <a:lnTo>
                  <a:pt x="2191705" y="125506"/>
                </a:lnTo>
                <a:lnTo>
                  <a:pt x="2191520" y="125013"/>
                </a:lnTo>
                <a:lnTo>
                  <a:pt x="2191296" y="124569"/>
                </a:lnTo>
                <a:lnTo>
                  <a:pt x="2191032" y="124172"/>
                </a:lnTo>
                <a:lnTo>
                  <a:pt x="2190730" y="123818"/>
                </a:lnTo>
                <a:lnTo>
                  <a:pt x="2190390" y="123507"/>
                </a:lnTo>
                <a:lnTo>
                  <a:pt x="2190012" y="123234"/>
                </a:lnTo>
                <a:lnTo>
                  <a:pt x="2189597" y="122998"/>
                </a:lnTo>
                <a:lnTo>
                  <a:pt x="2189145" y="122795"/>
                </a:lnTo>
                <a:lnTo>
                  <a:pt x="2188657" y="122623"/>
                </a:lnTo>
                <a:lnTo>
                  <a:pt x="2188134" y="122480"/>
                </a:lnTo>
                <a:lnTo>
                  <a:pt x="2187575" y="122363"/>
                </a:lnTo>
                <a:lnTo>
                  <a:pt x="2186982" y="122269"/>
                </a:lnTo>
                <a:lnTo>
                  <a:pt x="2186355" y="122196"/>
                </a:lnTo>
                <a:lnTo>
                  <a:pt x="2185693" y="122141"/>
                </a:lnTo>
                <a:lnTo>
                  <a:pt x="2184999" y="122102"/>
                </a:lnTo>
                <a:lnTo>
                  <a:pt x="2184273" y="122076"/>
                </a:lnTo>
                <a:lnTo>
                  <a:pt x="2183514" y="122060"/>
                </a:lnTo>
                <a:lnTo>
                  <a:pt x="2182723" y="122052"/>
                </a:lnTo>
                <a:lnTo>
                  <a:pt x="2181901" y="122049"/>
                </a:lnTo>
                <a:lnTo>
                  <a:pt x="2181049" y="122048"/>
                </a:lnTo>
                <a:lnTo>
                  <a:pt x="2181049" y="87589"/>
                </a:lnTo>
                <a:lnTo>
                  <a:pt x="2181090" y="85489"/>
                </a:lnTo>
                <a:lnTo>
                  <a:pt x="2181209" y="83474"/>
                </a:lnTo>
                <a:lnTo>
                  <a:pt x="2181404" y="81544"/>
                </a:lnTo>
                <a:lnTo>
                  <a:pt x="2181671" y="79700"/>
                </a:lnTo>
                <a:lnTo>
                  <a:pt x="2182007" y="77941"/>
                </a:lnTo>
                <a:lnTo>
                  <a:pt x="2182408" y="76269"/>
                </a:lnTo>
                <a:lnTo>
                  <a:pt x="2182870" y="74684"/>
                </a:lnTo>
                <a:lnTo>
                  <a:pt x="2183391" y="73185"/>
                </a:lnTo>
                <a:lnTo>
                  <a:pt x="2183967" y="71774"/>
                </a:lnTo>
                <a:lnTo>
                  <a:pt x="2184594" y="70452"/>
                </a:lnTo>
                <a:lnTo>
                  <a:pt x="2185269" y="69217"/>
                </a:lnTo>
                <a:lnTo>
                  <a:pt x="2185989" y="68072"/>
                </a:lnTo>
                <a:lnTo>
                  <a:pt x="2186750" y="67015"/>
                </a:lnTo>
                <a:lnTo>
                  <a:pt x="2187549" y="66049"/>
                </a:lnTo>
                <a:lnTo>
                  <a:pt x="2188382" y="65172"/>
                </a:lnTo>
                <a:lnTo>
                  <a:pt x="2189246" y="64386"/>
                </a:lnTo>
                <a:lnTo>
                  <a:pt x="2190138" y="63691"/>
                </a:lnTo>
                <a:lnTo>
                  <a:pt x="2191053" y="63087"/>
                </a:lnTo>
                <a:lnTo>
                  <a:pt x="2191989" y="62575"/>
                </a:lnTo>
                <a:lnTo>
                  <a:pt x="2192942" y="62155"/>
                </a:lnTo>
                <a:lnTo>
                  <a:pt x="2193909" y="61827"/>
                </a:lnTo>
                <a:lnTo>
                  <a:pt x="2194887" y="61593"/>
                </a:lnTo>
                <a:lnTo>
                  <a:pt x="2195871" y="61452"/>
                </a:lnTo>
                <a:lnTo>
                  <a:pt x="2196858" y="61405"/>
                </a:lnTo>
                <a:lnTo>
                  <a:pt x="2197403" y="61423"/>
                </a:lnTo>
                <a:lnTo>
                  <a:pt x="2197930" y="61477"/>
                </a:lnTo>
                <a:lnTo>
                  <a:pt x="2198437" y="61570"/>
                </a:lnTo>
                <a:lnTo>
                  <a:pt x="2198926" y="61706"/>
                </a:lnTo>
                <a:lnTo>
                  <a:pt x="2199395" y="61885"/>
                </a:lnTo>
                <a:lnTo>
                  <a:pt x="2199843" y="62112"/>
                </a:lnTo>
                <a:lnTo>
                  <a:pt x="2200271" y="62389"/>
                </a:lnTo>
                <a:lnTo>
                  <a:pt x="2200678" y="62717"/>
                </a:lnTo>
                <a:lnTo>
                  <a:pt x="2201063" y="63101"/>
                </a:lnTo>
                <a:lnTo>
                  <a:pt x="2201427" y="63542"/>
                </a:lnTo>
                <a:lnTo>
                  <a:pt x="2201769" y="64043"/>
                </a:lnTo>
                <a:lnTo>
                  <a:pt x="2202087" y="64606"/>
                </a:lnTo>
                <a:lnTo>
                  <a:pt x="2202383" y="65235"/>
                </a:lnTo>
                <a:lnTo>
                  <a:pt x="2202655" y="65931"/>
                </a:lnTo>
                <a:lnTo>
                  <a:pt x="2202904" y="66698"/>
                </a:lnTo>
                <a:lnTo>
                  <a:pt x="2203128" y="67538"/>
                </a:lnTo>
                <a:lnTo>
                  <a:pt x="2203327" y="68453"/>
                </a:lnTo>
                <a:lnTo>
                  <a:pt x="2203501" y="69446"/>
                </a:lnTo>
                <a:lnTo>
                  <a:pt x="2203649" y="70520"/>
                </a:lnTo>
                <a:lnTo>
                  <a:pt x="2203771" y="71678"/>
                </a:lnTo>
                <a:lnTo>
                  <a:pt x="2203867" y="72921"/>
                </a:lnTo>
                <a:lnTo>
                  <a:pt x="2203936" y="74253"/>
                </a:lnTo>
                <a:lnTo>
                  <a:pt x="2203978" y="75675"/>
                </a:lnTo>
                <a:lnTo>
                  <a:pt x="2203992" y="77192"/>
                </a:lnTo>
                <a:lnTo>
                  <a:pt x="2203992" y="122048"/>
                </a:lnTo>
                <a:lnTo>
                  <a:pt x="2203528" y="122049"/>
                </a:lnTo>
                <a:lnTo>
                  <a:pt x="2203055" y="122052"/>
                </a:lnTo>
                <a:lnTo>
                  <a:pt x="2202575" y="122060"/>
                </a:lnTo>
                <a:lnTo>
                  <a:pt x="2202091" y="122076"/>
                </a:lnTo>
                <a:lnTo>
                  <a:pt x="2201605" y="122102"/>
                </a:lnTo>
                <a:lnTo>
                  <a:pt x="2201120" y="122141"/>
                </a:lnTo>
                <a:lnTo>
                  <a:pt x="2200639" y="122196"/>
                </a:lnTo>
                <a:lnTo>
                  <a:pt x="2200163" y="122269"/>
                </a:lnTo>
                <a:lnTo>
                  <a:pt x="2199697" y="122363"/>
                </a:lnTo>
                <a:lnTo>
                  <a:pt x="2199241" y="122480"/>
                </a:lnTo>
                <a:lnTo>
                  <a:pt x="2198800" y="122623"/>
                </a:lnTo>
                <a:lnTo>
                  <a:pt x="2198375" y="122795"/>
                </a:lnTo>
                <a:lnTo>
                  <a:pt x="2197970" y="122998"/>
                </a:lnTo>
                <a:lnTo>
                  <a:pt x="2197586" y="123234"/>
                </a:lnTo>
                <a:lnTo>
                  <a:pt x="2197226" y="123507"/>
                </a:lnTo>
                <a:lnTo>
                  <a:pt x="2196893" y="123818"/>
                </a:lnTo>
                <a:lnTo>
                  <a:pt x="2196589" y="124172"/>
                </a:lnTo>
                <a:lnTo>
                  <a:pt x="2196318" y="124569"/>
                </a:lnTo>
                <a:lnTo>
                  <a:pt x="2196081" y="125013"/>
                </a:lnTo>
                <a:lnTo>
                  <a:pt x="2195882" y="125506"/>
                </a:lnTo>
                <a:lnTo>
                  <a:pt x="2195722" y="126051"/>
                </a:lnTo>
                <a:lnTo>
                  <a:pt x="2195605" y="126650"/>
                </a:lnTo>
                <a:lnTo>
                  <a:pt x="2195532" y="127307"/>
                </a:lnTo>
                <a:lnTo>
                  <a:pt x="2195508" y="128023"/>
                </a:lnTo>
                <a:lnTo>
                  <a:pt x="2195534" y="128717"/>
                </a:lnTo>
                <a:lnTo>
                  <a:pt x="2195612" y="129352"/>
                </a:lnTo>
                <a:lnTo>
                  <a:pt x="2195737" y="129932"/>
                </a:lnTo>
                <a:lnTo>
                  <a:pt x="2195906" y="130460"/>
                </a:lnTo>
                <a:lnTo>
                  <a:pt x="2196116" y="130937"/>
                </a:lnTo>
                <a:lnTo>
                  <a:pt x="2196363" y="131367"/>
                </a:lnTo>
                <a:lnTo>
                  <a:pt x="2196645" y="131752"/>
                </a:lnTo>
                <a:lnTo>
                  <a:pt x="2196957" y="132093"/>
                </a:lnTo>
                <a:lnTo>
                  <a:pt x="2197297" y="132395"/>
                </a:lnTo>
                <a:lnTo>
                  <a:pt x="2197661" y="132659"/>
                </a:lnTo>
                <a:lnTo>
                  <a:pt x="2198045" y="132888"/>
                </a:lnTo>
                <a:lnTo>
                  <a:pt x="2198447" y="133084"/>
                </a:lnTo>
                <a:lnTo>
                  <a:pt x="2198864" y="133250"/>
                </a:lnTo>
                <a:lnTo>
                  <a:pt x="2199290" y="133389"/>
                </a:lnTo>
                <a:lnTo>
                  <a:pt x="2199725" y="133502"/>
                </a:lnTo>
                <a:lnTo>
                  <a:pt x="2200163" y="133593"/>
                </a:lnTo>
                <a:lnTo>
                  <a:pt x="2200602" y="133664"/>
                </a:lnTo>
                <a:lnTo>
                  <a:pt x="2201038" y="133717"/>
                </a:lnTo>
                <a:lnTo>
                  <a:pt x="2201468" y="133755"/>
                </a:lnTo>
                <a:lnTo>
                  <a:pt x="2201889" y="133780"/>
                </a:lnTo>
                <a:lnTo>
                  <a:pt x="2202297" y="133796"/>
                </a:lnTo>
                <a:lnTo>
                  <a:pt x="2202690" y="133804"/>
                </a:lnTo>
                <a:lnTo>
                  <a:pt x="2203062" y="133807"/>
                </a:lnTo>
                <a:lnTo>
                  <a:pt x="2203412" y="133807"/>
                </a:lnTo>
                <a:lnTo>
                  <a:pt x="2217871" y="133807"/>
                </a:lnTo>
                <a:lnTo>
                  <a:pt x="2218243" y="133807"/>
                </a:lnTo>
                <a:lnTo>
                  <a:pt x="2218634" y="133804"/>
                </a:lnTo>
                <a:lnTo>
                  <a:pt x="2219041" y="133796"/>
                </a:lnTo>
                <a:lnTo>
                  <a:pt x="2219461" y="133780"/>
                </a:lnTo>
                <a:lnTo>
                  <a:pt x="2219890" y="133755"/>
                </a:lnTo>
                <a:lnTo>
                  <a:pt x="2220326" y="133717"/>
                </a:lnTo>
                <a:lnTo>
                  <a:pt x="2220766" y="133664"/>
                </a:lnTo>
                <a:lnTo>
                  <a:pt x="2221206" y="133593"/>
                </a:lnTo>
                <a:lnTo>
                  <a:pt x="2221643" y="133502"/>
                </a:lnTo>
                <a:lnTo>
                  <a:pt x="2222075" y="133389"/>
                </a:lnTo>
                <a:lnTo>
                  <a:pt x="2222497" y="133250"/>
                </a:lnTo>
                <a:lnTo>
                  <a:pt x="2222908" y="133084"/>
                </a:lnTo>
                <a:lnTo>
                  <a:pt x="2223303" y="132888"/>
                </a:lnTo>
                <a:lnTo>
                  <a:pt x="2223681" y="132659"/>
                </a:lnTo>
                <a:lnTo>
                  <a:pt x="2224037" y="132395"/>
                </a:lnTo>
                <a:lnTo>
                  <a:pt x="2224369" y="132093"/>
                </a:lnTo>
                <a:lnTo>
                  <a:pt x="2224673" y="131752"/>
                </a:lnTo>
                <a:lnTo>
                  <a:pt x="2224947" y="131367"/>
                </a:lnTo>
                <a:lnTo>
                  <a:pt x="2225188" y="130937"/>
                </a:lnTo>
                <a:lnTo>
                  <a:pt x="2225391" y="130460"/>
                </a:lnTo>
                <a:lnTo>
                  <a:pt x="2225555" y="129932"/>
                </a:lnTo>
                <a:lnTo>
                  <a:pt x="2225675" y="129352"/>
                </a:lnTo>
                <a:lnTo>
                  <a:pt x="2225750" y="128717"/>
                </a:lnTo>
                <a:lnTo>
                  <a:pt x="2225776" y="128023"/>
                </a:lnTo>
                <a:lnTo>
                  <a:pt x="2225755" y="127307"/>
                </a:lnTo>
                <a:lnTo>
                  <a:pt x="2225692" y="126650"/>
                </a:lnTo>
                <a:lnTo>
                  <a:pt x="2225588" y="126051"/>
                </a:lnTo>
                <a:lnTo>
                  <a:pt x="2225444" y="125506"/>
                </a:lnTo>
                <a:lnTo>
                  <a:pt x="2225259" y="125013"/>
                </a:lnTo>
                <a:lnTo>
                  <a:pt x="2225035" y="124569"/>
                </a:lnTo>
                <a:close/>
                <a:moveTo>
                  <a:pt x="2731113" y="124569"/>
                </a:moveTo>
                <a:lnTo>
                  <a:pt x="2730849" y="124172"/>
                </a:lnTo>
                <a:lnTo>
                  <a:pt x="2730547" y="123818"/>
                </a:lnTo>
                <a:lnTo>
                  <a:pt x="2730207" y="123507"/>
                </a:lnTo>
                <a:lnTo>
                  <a:pt x="2729829" y="123234"/>
                </a:lnTo>
                <a:lnTo>
                  <a:pt x="2729414" y="122998"/>
                </a:lnTo>
                <a:lnTo>
                  <a:pt x="2728962" y="122795"/>
                </a:lnTo>
                <a:lnTo>
                  <a:pt x="2728474" y="122623"/>
                </a:lnTo>
                <a:lnTo>
                  <a:pt x="2727951" y="122480"/>
                </a:lnTo>
                <a:lnTo>
                  <a:pt x="2727392" y="122363"/>
                </a:lnTo>
                <a:lnTo>
                  <a:pt x="2726799" y="122269"/>
                </a:lnTo>
                <a:lnTo>
                  <a:pt x="2726172" y="122196"/>
                </a:lnTo>
                <a:lnTo>
                  <a:pt x="2725510" y="122141"/>
                </a:lnTo>
                <a:lnTo>
                  <a:pt x="2724816" y="122102"/>
                </a:lnTo>
                <a:lnTo>
                  <a:pt x="2724090" y="122076"/>
                </a:lnTo>
                <a:lnTo>
                  <a:pt x="2723331" y="122060"/>
                </a:lnTo>
                <a:lnTo>
                  <a:pt x="2722540" y="122052"/>
                </a:lnTo>
                <a:lnTo>
                  <a:pt x="2721718" y="122049"/>
                </a:lnTo>
                <a:lnTo>
                  <a:pt x="2720866" y="122048"/>
                </a:lnTo>
                <a:lnTo>
                  <a:pt x="2720866" y="75459"/>
                </a:lnTo>
                <a:lnTo>
                  <a:pt x="2720865" y="74886"/>
                </a:lnTo>
                <a:lnTo>
                  <a:pt x="2720856" y="74142"/>
                </a:lnTo>
                <a:lnTo>
                  <a:pt x="2720833" y="73244"/>
                </a:lnTo>
                <a:lnTo>
                  <a:pt x="2720787" y="72209"/>
                </a:lnTo>
                <a:lnTo>
                  <a:pt x="2720711" y="71056"/>
                </a:lnTo>
                <a:lnTo>
                  <a:pt x="2720598" y="69800"/>
                </a:lnTo>
                <a:lnTo>
                  <a:pt x="2720440" y="68461"/>
                </a:lnTo>
                <a:lnTo>
                  <a:pt x="2720230" y="67054"/>
                </a:lnTo>
                <a:lnTo>
                  <a:pt x="2719961" y="65598"/>
                </a:lnTo>
                <a:lnTo>
                  <a:pt x="2719625" y="64110"/>
                </a:lnTo>
                <a:lnTo>
                  <a:pt x="2719214" y="62607"/>
                </a:lnTo>
                <a:lnTo>
                  <a:pt x="2718721" y="61107"/>
                </a:lnTo>
                <a:lnTo>
                  <a:pt x="2718139" y="59627"/>
                </a:lnTo>
                <a:lnTo>
                  <a:pt x="2717460" y="58184"/>
                </a:lnTo>
                <a:lnTo>
                  <a:pt x="2716677" y="56796"/>
                </a:lnTo>
                <a:lnTo>
                  <a:pt x="2715782" y="55480"/>
                </a:lnTo>
                <a:lnTo>
                  <a:pt x="2714768" y="54254"/>
                </a:lnTo>
                <a:lnTo>
                  <a:pt x="2713627" y="53135"/>
                </a:lnTo>
                <a:lnTo>
                  <a:pt x="2712352" y="52141"/>
                </a:lnTo>
                <a:lnTo>
                  <a:pt x="2710936" y="51288"/>
                </a:lnTo>
                <a:lnTo>
                  <a:pt x="2709371" y="50594"/>
                </a:lnTo>
                <a:lnTo>
                  <a:pt x="2707649" y="50077"/>
                </a:lnTo>
                <a:lnTo>
                  <a:pt x="2705763" y="49754"/>
                </a:lnTo>
                <a:lnTo>
                  <a:pt x="2703707" y="49643"/>
                </a:lnTo>
                <a:lnTo>
                  <a:pt x="2702973" y="49656"/>
                </a:lnTo>
                <a:lnTo>
                  <a:pt x="2702219" y="49697"/>
                </a:lnTo>
                <a:lnTo>
                  <a:pt x="2701447" y="49765"/>
                </a:lnTo>
                <a:lnTo>
                  <a:pt x="2700660" y="49863"/>
                </a:lnTo>
                <a:lnTo>
                  <a:pt x="2699858" y="49992"/>
                </a:lnTo>
                <a:lnTo>
                  <a:pt x="2699044" y="50152"/>
                </a:lnTo>
                <a:lnTo>
                  <a:pt x="2698220" y="50345"/>
                </a:lnTo>
                <a:lnTo>
                  <a:pt x="2697388" y="50571"/>
                </a:lnTo>
                <a:lnTo>
                  <a:pt x="2696549" y="50833"/>
                </a:lnTo>
                <a:lnTo>
                  <a:pt x="2695707" y="51130"/>
                </a:lnTo>
                <a:lnTo>
                  <a:pt x="2694863" y="51464"/>
                </a:lnTo>
                <a:lnTo>
                  <a:pt x="2694019" y="51836"/>
                </a:lnTo>
                <a:lnTo>
                  <a:pt x="2693177" y="52248"/>
                </a:lnTo>
                <a:lnTo>
                  <a:pt x="2692339" y="52699"/>
                </a:lnTo>
                <a:lnTo>
                  <a:pt x="2691507" y="53192"/>
                </a:lnTo>
                <a:lnTo>
                  <a:pt x="2690683" y="53728"/>
                </a:lnTo>
                <a:lnTo>
                  <a:pt x="2689869" y="54307"/>
                </a:lnTo>
                <a:lnTo>
                  <a:pt x="2689067" y="54930"/>
                </a:lnTo>
                <a:lnTo>
                  <a:pt x="2688279" y="55600"/>
                </a:lnTo>
                <a:lnTo>
                  <a:pt x="2687507" y="56316"/>
                </a:lnTo>
                <a:lnTo>
                  <a:pt x="2686753" y="57079"/>
                </a:lnTo>
                <a:lnTo>
                  <a:pt x="2686020" y="57892"/>
                </a:lnTo>
                <a:lnTo>
                  <a:pt x="2685308" y="58755"/>
                </a:lnTo>
                <a:lnTo>
                  <a:pt x="2684620" y="59669"/>
                </a:lnTo>
                <a:lnTo>
                  <a:pt x="2684246" y="58866"/>
                </a:lnTo>
                <a:lnTo>
                  <a:pt x="2683846" y="58095"/>
                </a:lnTo>
                <a:lnTo>
                  <a:pt x="2683422" y="57357"/>
                </a:lnTo>
                <a:lnTo>
                  <a:pt x="2682973" y="56651"/>
                </a:lnTo>
                <a:lnTo>
                  <a:pt x="2682501" y="55978"/>
                </a:lnTo>
                <a:lnTo>
                  <a:pt x="2682006" y="55337"/>
                </a:lnTo>
                <a:lnTo>
                  <a:pt x="2681489" y="54730"/>
                </a:lnTo>
                <a:lnTo>
                  <a:pt x="2680950" y="54157"/>
                </a:lnTo>
                <a:lnTo>
                  <a:pt x="2680391" y="53616"/>
                </a:lnTo>
                <a:lnTo>
                  <a:pt x="2679812" y="53110"/>
                </a:lnTo>
                <a:lnTo>
                  <a:pt x="2679213" y="52637"/>
                </a:lnTo>
                <a:lnTo>
                  <a:pt x="2678596" y="52198"/>
                </a:lnTo>
                <a:lnTo>
                  <a:pt x="2677960" y="51793"/>
                </a:lnTo>
                <a:lnTo>
                  <a:pt x="2677307" y="51423"/>
                </a:lnTo>
                <a:lnTo>
                  <a:pt x="2676638" y="51087"/>
                </a:lnTo>
                <a:lnTo>
                  <a:pt x="2675952" y="50786"/>
                </a:lnTo>
                <a:lnTo>
                  <a:pt x="2675251" y="50519"/>
                </a:lnTo>
                <a:lnTo>
                  <a:pt x="2674535" y="50288"/>
                </a:lnTo>
                <a:lnTo>
                  <a:pt x="2673805" y="50091"/>
                </a:lnTo>
                <a:lnTo>
                  <a:pt x="2673061" y="49930"/>
                </a:lnTo>
                <a:lnTo>
                  <a:pt x="2672305" y="49805"/>
                </a:lnTo>
                <a:lnTo>
                  <a:pt x="2671537" y="49715"/>
                </a:lnTo>
                <a:lnTo>
                  <a:pt x="2670758" y="49661"/>
                </a:lnTo>
                <a:lnTo>
                  <a:pt x="2669967" y="49643"/>
                </a:lnTo>
                <a:lnTo>
                  <a:pt x="2669198" y="49657"/>
                </a:lnTo>
                <a:lnTo>
                  <a:pt x="2668434" y="49699"/>
                </a:lnTo>
                <a:lnTo>
                  <a:pt x="2667674" y="49767"/>
                </a:lnTo>
                <a:lnTo>
                  <a:pt x="2666919" y="49863"/>
                </a:lnTo>
                <a:lnTo>
                  <a:pt x="2666169" y="49984"/>
                </a:lnTo>
                <a:lnTo>
                  <a:pt x="2665425" y="50131"/>
                </a:lnTo>
                <a:lnTo>
                  <a:pt x="2664687" y="50303"/>
                </a:lnTo>
                <a:lnTo>
                  <a:pt x="2663956" y="50500"/>
                </a:lnTo>
                <a:lnTo>
                  <a:pt x="2663231" y="50721"/>
                </a:lnTo>
                <a:lnTo>
                  <a:pt x="2662513" y="50966"/>
                </a:lnTo>
                <a:lnTo>
                  <a:pt x="2661802" y="51233"/>
                </a:lnTo>
                <a:lnTo>
                  <a:pt x="2661100" y="51524"/>
                </a:lnTo>
                <a:lnTo>
                  <a:pt x="2660405" y="51836"/>
                </a:lnTo>
                <a:lnTo>
                  <a:pt x="2659718" y="52170"/>
                </a:lnTo>
                <a:lnTo>
                  <a:pt x="2659041" y="52525"/>
                </a:lnTo>
                <a:lnTo>
                  <a:pt x="2658372" y="52901"/>
                </a:lnTo>
                <a:lnTo>
                  <a:pt x="2657713" y="53296"/>
                </a:lnTo>
                <a:lnTo>
                  <a:pt x="2657063" y="53711"/>
                </a:lnTo>
                <a:lnTo>
                  <a:pt x="2656423" y="54146"/>
                </a:lnTo>
                <a:lnTo>
                  <a:pt x="2655794" y="54599"/>
                </a:lnTo>
                <a:lnTo>
                  <a:pt x="2655176" y="55070"/>
                </a:lnTo>
                <a:lnTo>
                  <a:pt x="2654568" y="55558"/>
                </a:lnTo>
                <a:lnTo>
                  <a:pt x="2653972" y="56064"/>
                </a:lnTo>
                <a:lnTo>
                  <a:pt x="2653388" y="56586"/>
                </a:lnTo>
                <a:lnTo>
                  <a:pt x="2653322" y="55889"/>
                </a:lnTo>
                <a:lnTo>
                  <a:pt x="2653221" y="55250"/>
                </a:lnTo>
                <a:lnTo>
                  <a:pt x="2653088" y="54667"/>
                </a:lnTo>
                <a:lnTo>
                  <a:pt x="2652924" y="54137"/>
                </a:lnTo>
                <a:lnTo>
                  <a:pt x="2652730" y="53657"/>
                </a:lnTo>
                <a:lnTo>
                  <a:pt x="2652508" y="53225"/>
                </a:lnTo>
                <a:lnTo>
                  <a:pt x="2652260" y="52839"/>
                </a:lnTo>
                <a:lnTo>
                  <a:pt x="2651988" y="52495"/>
                </a:lnTo>
                <a:lnTo>
                  <a:pt x="2651693" y="52192"/>
                </a:lnTo>
                <a:lnTo>
                  <a:pt x="2651377" y="51927"/>
                </a:lnTo>
                <a:lnTo>
                  <a:pt x="2651041" y="51697"/>
                </a:lnTo>
                <a:lnTo>
                  <a:pt x="2650688" y="51499"/>
                </a:lnTo>
                <a:lnTo>
                  <a:pt x="2650319" y="51332"/>
                </a:lnTo>
                <a:lnTo>
                  <a:pt x="2649935" y="51193"/>
                </a:lnTo>
                <a:lnTo>
                  <a:pt x="2649539" y="51079"/>
                </a:lnTo>
                <a:lnTo>
                  <a:pt x="2649131" y="50988"/>
                </a:lnTo>
                <a:lnTo>
                  <a:pt x="2648714" y="50917"/>
                </a:lnTo>
                <a:lnTo>
                  <a:pt x="2648290" y="50864"/>
                </a:lnTo>
                <a:lnTo>
                  <a:pt x="2647859" y="50825"/>
                </a:lnTo>
                <a:lnTo>
                  <a:pt x="2647424" y="50800"/>
                </a:lnTo>
                <a:lnTo>
                  <a:pt x="2646987" y="50784"/>
                </a:lnTo>
                <a:lnTo>
                  <a:pt x="2646548" y="50776"/>
                </a:lnTo>
                <a:lnTo>
                  <a:pt x="2646110" y="50773"/>
                </a:lnTo>
                <a:lnTo>
                  <a:pt x="2645674" y="50773"/>
                </a:lnTo>
                <a:lnTo>
                  <a:pt x="2639505" y="50773"/>
                </a:lnTo>
                <a:lnTo>
                  <a:pt x="2639133" y="50773"/>
                </a:lnTo>
                <a:lnTo>
                  <a:pt x="2638742" y="50776"/>
                </a:lnTo>
                <a:lnTo>
                  <a:pt x="2638336" y="50784"/>
                </a:lnTo>
                <a:lnTo>
                  <a:pt x="2637916" y="50799"/>
                </a:lnTo>
                <a:lnTo>
                  <a:pt x="2637486" y="50825"/>
                </a:lnTo>
                <a:lnTo>
                  <a:pt x="2637050" y="50863"/>
                </a:lnTo>
                <a:lnTo>
                  <a:pt x="2636611" y="50916"/>
                </a:lnTo>
                <a:lnTo>
                  <a:pt x="2636171" y="50987"/>
                </a:lnTo>
                <a:lnTo>
                  <a:pt x="2635734" y="51078"/>
                </a:lnTo>
                <a:lnTo>
                  <a:pt x="2635302" y="51191"/>
                </a:lnTo>
                <a:lnTo>
                  <a:pt x="2634879" y="51330"/>
                </a:lnTo>
                <a:lnTo>
                  <a:pt x="2634469" y="51496"/>
                </a:lnTo>
                <a:lnTo>
                  <a:pt x="2634073" y="51692"/>
                </a:lnTo>
                <a:lnTo>
                  <a:pt x="2633696" y="51921"/>
                </a:lnTo>
                <a:lnTo>
                  <a:pt x="2633339" y="52186"/>
                </a:lnTo>
                <a:lnTo>
                  <a:pt x="2633008" y="52487"/>
                </a:lnTo>
                <a:lnTo>
                  <a:pt x="2632703" y="52829"/>
                </a:lnTo>
                <a:lnTo>
                  <a:pt x="2632429" y="53214"/>
                </a:lnTo>
                <a:lnTo>
                  <a:pt x="2632189" y="53644"/>
                </a:lnTo>
                <a:lnTo>
                  <a:pt x="2631986" y="54122"/>
                </a:lnTo>
                <a:lnTo>
                  <a:pt x="2631822" y="54649"/>
                </a:lnTo>
                <a:lnTo>
                  <a:pt x="2631701" y="55230"/>
                </a:lnTo>
                <a:lnTo>
                  <a:pt x="2631627" y="55866"/>
                </a:lnTo>
                <a:lnTo>
                  <a:pt x="2631601" y="56560"/>
                </a:lnTo>
                <a:lnTo>
                  <a:pt x="2631622" y="57276"/>
                </a:lnTo>
                <a:lnTo>
                  <a:pt x="2631685" y="57932"/>
                </a:lnTo>
                <a:lnTo>
                  <a:pt x="2631789" y="58532"/>
                </a:lnTo>
                <a:lnTo>
                  <a:pt x="2631933" y="59077"/>
                </a:lnTo>
                <a:lnTo>
                  <a:pt x="2632118" y="59570"/>
                </a:lnTo>
                <a:lnTo>
                  <a:pt x="2632342" y="60014"/>
                </a:lnTo>
                <a:lnTo>
                  <a:pt x="2632606" y="60411"/>
                </a:lnTo>
                <a:lnTo>
                  <a:pt x="2632908" y="60764"/>
                </a:lnTo>
                <a:lnTo>
                  <a:pt x="2633249" y="61076"/>
                </a:lnTo>
                <a:lnTo>
                  <a:pt x="2633627" y="61349"/>
                </a:lnTo>
                <a:lnTo>
                  <a:pt x="2634042" y="61585"/>
                </a:lnTo>
                <a:lnTo>
                  <a:pt x="2634494" y="61788"/>
                </a:lnTo>
                <a:lnTo>
                  <a:pt x="2634982" y="61959"/>
                </a:lnTo>
                <a:lnTo>
                  <a:pt x="2635505" y="62103"/>
                </a:lnTo>
                <a:lnTo>
                  <a:pt x="2636064" y="62220"/>
                </a:lnTo>
                <a:lnTo>
                  <a:pt x="2636658" y="62313"/>
                </a:lnTo>
                <a:lnTo>
                  <a:pt x="2637285" y="62386"/>
                </a:lnTo>
                <a:lnTo>
                  <a:pt x="2637946" y="62441"/>
                </a:lnTo>
                <a:lnTo>
                  <a:pt x="2638641" y="62481"/>
                </a:lnTo>
                <a:lnTo>
                  <a:pt x="2639368" y="62507"/>
                </a:lnTo>
                <a:lnTo>
                  <a:pt x="2640127" y="62523"/>
                </a:lnTo>
                <a:lnTo>
                  <a:pt x="2640917" y="62531"/>
                </a:lnTo>
                <a:lnTo>
                  <a:pt x="2641739" y="62534"/>
                </a:lnTo>
                <a:lnTo>
                  <a:pt x="2642591" y="62535"/>
                </a:lnTo>
                <a:lnTo>
                  <a:pt x="2642591" y="122048"/>
                </a:lnTo>
                <a:lnTo>
                  <a:pt x="2641739" y="122049"/>
                </a:lnTo>
                <a:lnTo>
                  <a:pt x="2640917" y="122052"/>
                </a:lnTo>
                <a:lnTo>
                  <a:pt x="2640127" y="122060"/>
                </a:lnTo>
                <a:lnTo>
                  <a:pt x="2639368" y="122076"/>
                </a:lnTo>
                <a:lnTo>
                  <a:pt x="2638641" y="122102"/>
                </a:lnTo>
                <a:lnTo>
                  <a:pt x="2637946" y="122141"/>
                </a:lnTo>
                <a:lnTo>
                  <a:pt x="2637285" y="122196"/>
                </a:lnTo>
                <a:lnTo>
                  <a:pt x="2636658" y="122269"/>
                </a:lnTo>
                <a:lnTo>
                  <a:pt x="2636064" y="122363"/>
                </a:lnTo>
                <a:lnTo>
                  <a:pt x="2635505" y="122480"/>
                </a:lnTo>
                <a:lnTo>
                  <a:pt x="2634982" y="122623"/>
                </a:lnTo>
                <a:lnTo>
                  <a:pt x="2634494" y="122795"/>
                </a:lnTo>
                <a:lnTo>
                  <a:pt x="2634042" y="122998"/>
                </a:lnTo>
                <a:lnTo>
                  <a:pt x="2633627" y="123234"/>
                </a:lnTo>
                <a:lnTo>
                  <a:pt x="2633249" y="123507"/>
                </a:lnTo>
                <a:lnTo>
                  <a:pt x="2632908" y="123818"/>
                </a:lnTo>
                <a:lnTo>
                  <a:pt x="2632606" y="124172"/>
                </a:lnTo>
                <a:lnTo>
                  <a:pt x="2632342" y="124569"/>
                </a:lnTo>
                <a:lnTo>
                  <a:pt x="2632118" y="125013"/>
                </a:lnTo>
                <a:lnTo>
                  <a:pt x="2631933" y="125506"/>
                </a:lnTo>
                <a:lnTo>
                  <a:pt x="2631789" y="126051"/>
                </a:lnTo>
                <a:lnTo>
                  <a:pt x="2631685" y="126650"/>
                </a:lnTo>
                <a:lnTo>
                  <a:pt x="2631622" y="127307"/>
                </a:lnTo>
                <a:lnTo>
                  <a:pt x="2631601" y="128023"/>
                </a:lnTo>
                <a:lnTo>
                  <a:pt x="2631627" y="128717"/>
                </a:lnTo>
                <a:lnTo>
                  <a:pt x="2631705" y="129352"/>
                </a:lnTo>
                <a:lnTo>
                  <a:pt x="2631830" y="129932"/>
                </a:lnTo>
                <a:lnTo>
                  <a:pt x="2631999" y="130460"/>
                </a:lnTo>
                <a:lnTo>
                  <a:pt x="2632209" y="130937"/>
                </a:lnTo>
                <a:lnTo>
                  <a:pt x="2632457" y="131367"/>
                </a:lnTo>
                <a:lnTo>
                  <a:pt x="2632738" y="131752"/>
                </a:lnTo>
                <a:lnTo>
                  <a:pt x="2633051" y="132093"/>
                </a:lnTo>
                <a:lnTo>
                  <a:pt x="2633391" y="132395"/>
                </a:lnTo>
                <a:lnTo>
                  <a:pt x="2633755" y="132659"/>
                </a:lnTo>
                <a:lnTo>
                  <a:pt x="2634139" y="132888"/>
                </a:lnTo>
                <a:lnTo>
                  <a:pt x="2634542" y="133084"/>
                </a:lnTo>
                <a:lnTo>
                  <a:pt x="2634958" y="133250"/>
                </a:lnTo>
                <a:lnTo>
                  <a:pt x="2635385" y="133389"/>
                </a:lnTo>
                <a:lnTo>
                  <a:pt x="2635819" y="133502"/>
                </a:lnTo>
                <a:lnTo>
                  <a:pt x="2636257" y="133593"/>
                </a:lnTo>
                <a:lnTo>
                  <a:pt x="2636696" y="133664"/>
                </a:lnTo>
                <a:lnTo>
                  <a:pt x="2637132" y="133717"/>
                </a:lnTo>
                <a:lnTo>
                  <a:pt x="2637562" y="133755"/>
                </a:lnTo>
                <a:lnTo>
                  <a:pt x="2637983" y="133780"/>
                </a:lnTo>
                <a:lnTo>
                  <a:pt x="2638391" y="133796"/>
                </a:lnTo>
                <a:lnTo>
                  <a:pt x="2638783" y="133804"/>
                </a:lnTo>
                <a:lnTo>
                  <a:pt x="2639156" y="133807"/>
                </a:lnTo>
                <a:lnTo>
                  <a:pt x="2639505" y="133807"/>
                </a:lnTo>
                <a:lnTo>
                  <a:pt x="2656474" y="133807"/>
                </a:lnTo>
                <a:lnTo>
                  <a:pt x="2656846" y="133807"/>
                </a:lnTo>
                <a:lnTo>
                  <a:pt x="2657237" y="133804"/>
                </a:lnTo>
                <a:lnTo>
                  <a:pt x="2657643" y="133796"/>
                </a:lnTo>
                <a:lnTo>
                  <a:pt x="2658063" y="133780"/>
                </a:lnTo>
                <a:lnTo>
                  <a:pt x="2658492" y="133755"/>
                </a:lnTo>
                <a:lnTo>
                  <a:pt x="2658928" y="133717"/>
                </a:lnTo>
                <a:lnTo>
                  <a:pt x="2659368" y="133664"/>
                </a:lnTo>
                <a:lnTo>
                  <a:pt x="2659807" y="133593"/>
                </a:lnTo>
                <a:lnTo>
                  <a:pt x="2660244" y="133502"/>
                </a:lnTo>
                <a:lnTo>
                  <a:pt x="2660676" y="133389"/>
                </a:lnTo>
                <a:lnTo>
                  <a:pt x="2661098" y="133250"/>
                </a:lnTo>
                <a:lnTo>
                  <a:pt x="2661509" y="133084"/>
                </a:lnTo>
                <a:lnTo>
                  <a:pt x="2661904" y="132888"/>
                </a:lnTo>
                <a:lnTo>
                  <a:pt x="2662282" y="132659"/>
                </a:lnTo>
                <a:lnTo>
                  <a:pt x="2662638" y="132395"/>
                </a:lnTo>
                <a:lnTo>
                  <a:pt x="2662969" y="132093"/>
                </a:lnTo>
                <a:lnTo>
                  <a:pt x="2663273" y="131752"/>
                </a:lnTo>
                <a:lnTo>
                  <a:pt x="2663547" y="131367"/>
                </a:lnTo>
                <a:lnTo>
                  <a:pt x="2663787" y="130937"/>
                </a:lnTo>
                <a:lnTo>
                  <a:pt x="2663991" y="130460"/>
                </a:lnTo>
                <a:lnTo>
                  <a:pt x="2664154" y="129932"/>
                </a:lnTo>
                <a:lnTo>
                  <a:pt x="2664275" y="129352"/>
                </a:lnTo>
                <a:lnTo>
                  <a:pt x="2664350" y="128717"/>
                </a:lnTo>
                <a:lnTo>
                  <a:pt x="2664375" y="128023"/>
                </a:lnTo>
                <a:lnTo>
                  <a:pt x="2664354" y="127307"/>
                </a:lnTo>
                <a:lnTo>
                  <a:pt x="2664292" y="126650"/>
                </a:lnTo>
                <a:lnTo>
                  <a:pt x="2664188" y="126051"/>
                </a:lnTo>
                <a:lnTo>
                  <a:pt x="2664043" y="125506"/>
                </a:lnTo>
                <a:lnTo>
                  <a:pt x="2663859" y="125013"/>
                </a:lnTo>
                <a:lnTo>
                  <a:pt x="2663634" y="124569"/>
                </a:lnTo>
                <a:lnTo>
                  <a:pt x="2663371" y="124172"/>
                </a:lnTo>
                <a:lnTo>
                  <a:pt x="2663069" y="123818"/>
                </a:lnTo>
                <a:lnTo>
                  <a:pt x="2662728" y="123507"/>
                </a:lnTo>
                <a:lnTo>
                  <a:pt x="2662351" y="123234"/>
                </a:lnTo>
                <a:lnTo>
                  <a:pt x="2661935" y="122998"/>
                </a:lnTo>
                <a:lnTo>
                  <a:pt x="2661484" y="122795"/>
                </a:lnTo>
                <a:lnTo>
                  <a:pt x="2660996" y="122623"/>
                </a:lnTo>
                <a:lnTo>
                  <a:pt x="2660472" y="122480"/>
                </a:lnTo>
                <a:lnTo>
                  <a:pt x="2659914" y="122363"/>
                </a:lnTo>
                <a:lnTo>
                  <a:pt x="2659321" y="122269"/>
                </a:lnTo>
                <a:lnTo>
                  <a:pt x="2658693" y="122196"/>
                </a:lnTo>
                <a:lnTo>
                  <a:pt x="2658032" y="122141"/>
                </a:lnTo>
                <a:lnTo>
                  <a:pt x="2657338" y="122102"/>
                </a:lnTo>
                <a:lnTo>
                  <a:pt x="2656611" y="122076"/>
                </a:lnTo>
                <a:lnTo>
                  <a:pt x="2655852" y="122060"/>
                </a:lnTo>
                <a:lnTo>
                  <a:pt x="2655062" y="122052"/>
                </a:lnTo>
                <a:lnTo>
                  <a:pt x="2654240" y="122049"/>
                </a:lnTo>
                <a:lnTo>
                  <a:pt x="2653388" y="122048"/>
                </a:lnTo>
                <a:lnTo>
                  <a:pt x="2653388" y="87574"/>
                </a:lnTo>
                <a:lnTo>
                  <a:pt x="2653428" y="85476"/>
                </a:lnTo>
                <a:lnTo>
                  <a:pt x="2653548" y="83463"/>
                </a:lnTo>
                <a:lnTo>
                  <a:pt x="2653743" y="81534"/>
                </a:lnTo>
                <a:lnTo>
                  <a:pt x="2654010" y="79691"/>
                </a:lnTo>
                <a:lnTo>
                  <a:pt x="2654345" y="77934"/>
                </a:lnTo>
                <a:lnTo>
                  <a:pt x="2654746" y="76263"/>
                </a:lnTo>
                <a:lnTo>
                  <a:pt x="2655209" y="74678"/>
                </a:lnTo>
                <a:lnTo>
                  <a:pt x="2655730" y="73181"/>
                </a:lnTo>
                <a:lnTo>
                  <a:pt x="2656306" y="71771"/>
                </a:lnTo>
                <a:lnTo>
                  <a:pt x="2656933" y="70449"/>
                </a:lnTo>
                <a:lnTo>
                  <a:pt x="2657608" y="69215"/>
                </a:lnTo>
                <a:lnTo>
                  <a:pt x="2658328" y="68070"/>
                </a:lnTo>
                <a:lnTo>
                  <a:pt x="2659089" y="67014"/>
                </a:lnTo>
                <a:lnTo>
                  <a:pt x="2659888" y="66047"/>
                </a:lnTo>
                <a:lnTo>
                  <a:pt x="2660721" y="65171"/>
                </a:lnTo>
                <a:lnTo>
                  <a:pt x="2661585" y="64385"/>
                </a:lnTo>
                <a:lnTo>
                  <a:pt x="2662476" y="63690"/>
                </a:lnTo>
                <a:lnTo>
                  <a:pt x="2663392" y="63087"/>
                </a:lnTo>
                <a:lnTo>
                  <a:pt x="2664328" y="62574"/>
                </a:lnTo>
                <a:lnTo>
                  <a:pt x="2665281" y="62155"/>
                </a:lnTo>
                <a:lnTo>
                  <a:pt x="2666248" y="61827"/>
                </a:lnTo>
                <a:lnTo>
                  <a:pt x="2667225" y="61593"/>
                </a:lnTo>
                <a:lnTo>
                  <a:pt x="2668209" y="61452"/>
                </a:lnTo>
                <a:lnTo>
                  <a:pt x="2669197" y="61405"/>
                </a:lnTo>
                <a:lnTo>
                  <a:pt x="2669742" y="61423"/>
                </a:lnTo>
                <a:lnTo>
                  <a:pt x="2670268" y="61477"/>
                </a:lnTo>
                <a:lnTo>
                  <a:pt x="2670776" y="61570"/>
                </a:lnTo>
                <a:lnTo>
                  <a:pt x="2671264" y="61706"/>
                </a:lnTo>
                <a:lnTo>
                  <a:pt x="2671733" y="61885"/>
                </a:lnTo>
                <a:lnTo>
                  <a:pt x="2672182" y="62112"/>
                </a:lnTo>
                <a:lnTo>
                  <a:pt x="2672610" y="62389"/>
                </a:lnTo>
                <a:lnTo>
                  <a:pt x="2673017" y="62717"/>
                </a:lnTo>
                <a:lnTo>
                  <a:pt x="2673402" y="63101"/>
                </a:lnTo>
                <a:lnTo>
                  <a:pt x="2673766" y="63542"/>
                </a:lnTo>
                <a:lnTo>
                  <a:pt x="2674107" y="64043"/>
                </a:lnTo>
                <a:lnTo>
                  <a:pt x="2674426" y="64606"/>
                </a:lnTo>
                <a:lnTo>
                  <a:pt x="2674722" y="65235"/>
                </a:lnTo>
                <a:lnTo>
                  <a:pt x="2674994" y="65931"/>
                </a:lnTo>
                <a:lnTo>
                  <a:pt x="2675242" y="66698"/>
                </a:lnTo>
                <a:lnTo>
                  <a:pt x="2675466" y="67538"/>
                </a:lnTo>
                <a:lnTo>
                  <a:pt x="2675665" y="68453"/>
                </a:lnTo>
                <a:lnTo>
                  <a:pt x="2675839" y="69446"/>
                </a:lnTo>
                <a:lnTo>
                  <a:pt x="2675988" y="70520"/>
                </a:lnTo>
                <a:lnTo>
                  <a:pt x="2676110" y="71678"/>
                </a:lnTo>
                <a:lnTo>
                  <a:pt x="2676206" y="72921"/>
                </a:lnTo>
                <a:lnTo>
                  <a:pt x="2676275" y="74253"/>
                </a:lnTo>
                <a:lnTo>
                  <a:pt x="2676317" y="75675"/>
                </a:lnTo>
                <a:lnTo>
                  <a:pt x="2676331" y="77192"/>
                </a:lnTo>
                <a:lnTo>
                  <a:pt x="2676331" y="122048"/>
                </a:lnTo>
                <a:lnTo>
                  <a:pt x="2675867" y="122049"/>
                </a:lnTo>
                <a:lnTo>
                  <a:pt x="2675394" y="122052"/>
                </a:lnTo>
                <a:lnTo>
                  <a:pt x="2674914" y="122060"/>
                </a:lnTo>
                <a:lnTo>
                  <a:pt x="2674430" y="122076"/>
                </a:lnTo>
                <a:lnTo>
                  <a:pt x="2673945" y="122102"/>
                </a:lnTo>
                <a:lnTo>
                  <a:pt x="2673460" y="122141"/>
                </a:lnTo>
                <a:lnTo>
                  <a:pt x="2672978" y="122196"/>
                </a:lnTo>
                <a:lnTo>
                  <a:pt x="2672503" y="122269"/>
                </a:lnTo>
                <a:lnTo>
                  <a:pt x="2672037" y="122363"/>
                </a:lnTo>
                <a:lnTo>
                  <a:pt x="2671581" y="122480"/>
                </a:lnTo>
                <a:lnTo>
                  <a:pt x="2671140" y="122623"/>
                </a:lnTo>
                <a:lnTo>
                  <a:pt x="2670715" y="122795"/>
                </a:lnTo>
                <a:lnTo>
                  <a:pt x="2670309" y="122998"/>
                </a:lnTo>
                <a:lnTo>
                  <a:pt x="2669925" y="123234"/>
                </a:lnTo>
                <a:lnTo>
                  <a:pt x="2669565" y="123507"/>
                </a:lnTo>
                <a:lnTo>
                  <a:pt x="2669232" y="123818"/>
                </a:lnTo>
                <a:lnTo>
                  <a:pt x="2668929" y="124172"/>
                </a:lnTo>
                <a:lnTo>
                  <a:pt x="2668657" y="124569"/>
                </a:lnTo>
                <a:lnTo>
                  <a:pt x="2668420" y="125013"/>
                </a:lnTo>
                <a:lnTo>
                  <a:pt x="2668221" y="125506"/>
                </a:lnTo>
                <a:lnTo>
                  <a:pt x="2668061" y="126051"/>
                </a:lnTo>
                <a:lnTo>
                  <a:pt x="2667943" y="126650"/>
                </a:lnTo>
                <a:lnTo>
                  <a:pt x="2667871" y="127307"/>
                </a:lnTo>
                <a:lnTo>
                  <a:pt x="2667846" y="128023"/>
                </a:lnTo>
                <a:lnTo>
                  <a:pt x="2667873" y="128717"/>
                </a:lnTo>
                <a:lnTo>
                  <a:pt x="2667950" y="129352"/>
                </a:lnTo>
                <a:lnTo>
                  <a:pt x="2668075" y="129932"/>
                </a:lnTo>
                <a:lnTo>
                  <a:pt x="2668245" y="130460"/>
                </a:lnTo>
                <a:lnTo>
                  <a:pt x="2668455" y="130937"/>
                </a:lnTo>
                <a:lnTo>
                  <a:pt x="2668702" y="131367"/>
                </a:lnTo>
                <a:lnTo>
                  <a:pt x="2668984" y="131752"/>
                </a:lnTo>
                <a:lnTo>
                  <a:pt x="2669296" y="132093"/>
                </a:lnTo>
                <a:lnTo>
                  <a:pt x="2669636" y="132395"/>
                </a:lnTo>
                <a:lnTo>
                  <a:pt x="2670000" y="132659"/>
                </a:lnTo>
                <a:lnTo>
                  <a:pt x="2670385" y="132888"/>
                </a:lnTo>
                <a:lnTo>
                  <a:pt x="2670787" y="133084"/>
                </a:lnTo>
                <a:lnTo>
                  <a:pt x="2671203" y="133250"/>
                </a:lnTo>
                <a:lnTo>
                  <a:pt x="2671630" y="133389"/>
                </a:lnTo>
                <a:lnTo>
                  <a:pt x="2672064" y="133502"/>
                </a:lnTo>
                <a:lnTo>
                  <a:pt x="2672503" y="133593"/>
                </a:lnTo>
                <a:lnTo>
                  <a:pt x="2672942" y="133664"/>
                </a:lnTo>
                <a:lnTo>
                  <a:pt x="2673378" y="133717"/>
                </a:lnTo>
                <a:lnTo>
                  <a:pt x="2673808" y="133755"/>
                </a:lnTo>
                <a:lnTo>
                  <a:pt x="2674229" y="133780"/>
                </a:lnTo>
                <a:lnTo>
                  <a:pt x="2674637" y="133796"/>
                </a:lnTo>
                <a:lnTo>
                  <a:pt x="2675029" y="133804"/>
                </a:lnTo>
                <a:lnTo>
                  <a:pt x="2675401" y="133807"/>
                </a:lnTo>
                <a:lnTo>
                  <a:pt x="2675751" y="133807"/>
                </a:lnTo>
                <a:lnTo>
                  <a:pt x="2690210" y="133807"/>
                </a:lnTo>
                <a:lnTo>
                  <a:pt x="2690582" y="133807"/>
                </a:lnTo>
                <a:lnTo>
                  <a:pt x="2690973" y="133804"/>
                </a:lnTo>
                <a:lnTo>
                  <a:pt x="2691380" y="133796"/>
                </a:lnTo>
                <a:lnTo>
                  <a:pt x="2691799" y="133780"/>
                </a:lnTo>
                <a:lnTo>
                  <a:pt x="2692229" y="133755"/>
                </a:lnTo>
                <a:lnTo>
                  <a:pt x="2692665" y="133717"/>
                </a:lnTo>
                <a:lnTo>
                  <a:pt x="2693104" y="133664"/>
                </a:lnTo>
                <a:lnTo>
                  <a:pt x="2693544" y="133593"/>
                </a:lnTo>
                <a:lnTo>
                  <a:pt x="2693982" y="133502"/>
                </a:lnTo>
                <a:lnTo>
                  <a:pt x="2694413" y="133389"/>
                </a:lnTo>
                <a:lnTo>
                  <a:pt x="2694836" y="133250"/>
                </a:lnTo>
                <a:lnTo>
                  <a:pt x="2695247" y="133084"/>
                </a:lnTo>
                <a:lnTo>
                  <a:pt x="2695642" y="132888"/>
                </a:lnTo>
                <a:lnTo>
                  <a:pt x="2696020" y="132659"/>
                </a:lnTo>
                <a:lnTo>
                  <a:pt x="2696376" y="132395"/>
                </a:lnTo>
                <a:lnTo>
                  <a:pt x="2696708" y="132093"/>
                </a:lnTo>
                <a:lnTo>
                  <a:pt x="2697012" y="131752"/>
                </a:lnTo>
                <a:lnTo>
                  <a:pt x="2697286" y="131367"/>
                </a:lnTo>
                <a:lnTo>
                  <a:pt x="2697526" y="130937"/>
                </a:lnTo>
                <a:lnTo>
                  <a:pt x="2697730" y="130460"/>
                </a:lnTo>
                <a:lnTo>
                  <a:pt x="2697893" y="129932"/>
                </a:lnTo>
                <a:lnTo>
                  <a:pt x="2698014" y="129352"/>
                </a:lnTo>
                <a:lnTo>
                  <a:pt x="2698089" y="128717"/>
                </a:lnTo>
                <a:lnTo>
                  <a:pt x="2698114" y="128023"/>
                </a:lnTo>
                <a:lnTo>
                  <a:pt x="2698093" y="127307"/>
                </a:lnTo>
                <a:lnTo>
                  <a:pt x="2698031" y="126650"/>
                </a:lnTo>
                <a:lnTo>
                  <a:pt x="2697927" y="126051"/>
                </a:lnTo>
                <a:lnTo>
                  <a:pt x="2697782" y="125506"/>
                </a:lnTo>
                <a:lnTo>
                  <a:pt x="2697598" y="125013"/>
                </a:lnTo>
                <a:lnTo>
                  <a:pt x="2697373" y="124569"/>
                </a:lnTo>
                <a:lnTo>
                  <a:pt x="2697110" y="124172"/>
                </a:lnTo>
                <a:lnTo>
                  <a:pt x="2696808" y="123818"/>
                </a:lnTo>
                <a:lnTo>
                  <a:pt x="2696468" y="123507"/>
                </a:lnTo>
                <a:lnTo>
                  <a:pt x="2696090" y="123234"/>
                </a:lnTo>
                <a:lnTo>
                  <a:pt x="2695675" y="122998"/>
                </a:lnTo>
                <a:lnTo>
                  <a:pt x="2695223" y="122795"/>
                </a:lnTo>
                <a:lnTo>
                  <a:pt x="2694735" y="122623"/>
                </a:lnTo>
                <a:lnTo>
                  <a:pt x="2694212" y="122480"/>
                </a:lnTo>
                <a:lnTo>
                  <a:pt x="2693653" y="122363"/>
                </a:lnTo>
                <a:lnTo>
                  <a:pt x="2693060" y="122269"/>
                </a:lnTo>
                <a:lnTo>
                  <a:pt x="2692432" y="122196"/>
                </a:lnTo>
                <a:lnTo>
                  <a:pt x="2691771" y="122141"/>
                </a:lnTo>
                <a:lnTo>
                  <a:pt x="2691077" y="122102"/>
                </a:lnTo>
                <a:lnTo>
                  <a:pt x="2690350" y="122076"/>
                </a:lnTo>
                <a:lnTo>
                  <a:pt x="2689591" y="122060"/>
                </a:lnTo>
                <a:lnTo>
                  <a:pt x="2688801" y="122052"/>
                </a:lnTo>
                <a:lnTo>
                  <a:pt x="2687979" y="122049"/>
                </a:lnTo>
                <a:lnTo>
                  <a:pt x="2687127" y="122048"/>
                </a:lnTo>
                <a:lnTo>
                  <a:pt x="2687127" y="87589"/>
                </a:lnTo>
                <a:lnTo>
                  <a:pt x="2687167" y="85489"/>
                </a:lnTo>
                <a:lnTo>
                  <a:pt x="2687287" y="83474"/>
                </a:lnTo>
                <a:lnTo>
                  <a:pt x="2687482" y="81544"/>
                </a:lnTo>
                <a:lnTo>
                  <a:pt x="2687749" y="79700"/>
                </a:lnTo>
                <a:lnTo>
                  <a:pt x="2688085" y="77941"/>
                </a:lnTo>
                <a:lnTo>
                  <a:pt x="2688485" y="76269"/>
                </a:lnTo>
                <a:lnTo>
                  <a:pt x="2688948" y="74684"/>
                </a:lnTo>
                <a:lnTo>
                  <a:pt x="2689469" y="73185"/>
                </a:lnTo>
                <a:lnTo>
                  <a:pt x="2690045" y="71774"/>
                </a:lnTo>
                <a:lnTo>
                  <a:pt x="2690672" y="70452"/>
                </a:lnTo>
                <a:lnTo>
                  <a:pt x="2691347" y="69217"/>
                </a:lnTo>
                <a:lnTo>
                  <a:pt x="2692067" y="68072"/>
                </a:lnTo>
                <a:lnTo>
                  <a:pt x="2692828" y="67015"/>
                </a:lnTo>
                <a:lnTo>
                  <a:pt x="2693627" y="66049"/>
                </a:lnTo>
                <a:lnTo>
                  <a:pt x="2694460" y="65172"/>
                </a:lnTo>
                <a:lnTo>
                  <a:pt x="2695324" y="64386"/>
                </a:lnTo>
                <a:lnTo>
                  <a:pt x="2696216" y="63691"/>
                </a:lnTo>
                <a:lnTo>
                  <a:pt x="2697131" y="63087"/>
                </a:lnTo>
                <a:lnTo>
                  <a:pt x="2698067" y="62575"/>
                </a:lnTo>
                <a:lnTo>
                  <a:pt x="2699020" y="62155"/>
                </a:lnTo>
                <a:lnTo>
                  <a:pt x="2699987" y="61827"/>
                </a:lnTo>
                <a:lnTo>
                  <a:pt x="2700964" y="61593"/>
                </a:lnTo>
                <a:lnTo>
                  <a:pt x="2701948" y="61452"/>
                </a:lnTo>
                <a:lnTo>
                  <a:pt x="2702936" y="61405"/>
                </a:lnTo>
                <a:lnTo>
                  <a:pt x="2703481" y="61423"/>
                </a:lnTo>
                <a:lnTo>
                  <a:pt x="2704008" y="61477"/>
                </a:lnTo>
                <a:lnTo>
                  <a:pt x="2704515" y="61570"/>
                </a:lnTo>
                <a:lnTo>
                  <a:pt x="2705004" y="61706"/>
                </a:lnTo>
                <a:lnTo>
                  <a:pt x="2705472" y="61885"/>
                </a:lnTo>
                <a:lnTo>
                  <a:pt x="2705921" y="62112"/>
                </a:lnTo>
                <a:lnTo>
                  <a:pt x="2706349" y="62389"/>
                </a:lnTo>
                <a:lnTo>
                  <a:pt x="2706756" y="62717"/>
                </a:lnTo>
                <a:lnTo>
                  <a:pt x="2707141" y="63101"/>
                </a:lnTo>
                <a:lnTo>
                  <a:pt x="2707505" y="63542"/>
                </a:lnTo>
                <a:lnTo>
                  <a:pt x="2707846" y="64043"/>
                </a:lnTo>
                <a:lnTo>
                  <a:pt x="2708165" y="64606"/>
                </a:lnTo>
                <a:lnTo>
                  <a:pt x="2708461" y="65235"/>
                </a:lnTo>
                <a:lnTo>
                  <a:pt x="2708733" y="65931"/>
                </a:lnTo>
                <a:lnTo>
                  <a:pt x="2708981" y="66698"/>
                </a:lnTo>
                <a:lnTo>
                  <a:pt x="2709205" y="67538"/>
                </a:lnTo>
                <a:lnTo>
                  <a:pt x="2709405" y="68453"/>
                </a:lnTo>
                <a:lnTo>
                  <a:pt x="2709578" y="69446"/>
                </a:lnTo>
                <a:lnTo>
                  <a:pt x="2709727" y="70520"/>
                </a:lnTo>
                <a:lnTo>
                  <a:pt x="2709849" y="71678"/>
                </a:lnTo>
                <a:lnTo>
                  <a:pt x="2709945" y="72921"/>
                </a:lnTo>
                <a:lnTo>
                  <a:pt x="2710014" y="74253"/>
                </a:lnTo>
                <a:lnTo>
                  <a:pt x="2710056" y="75675"/>
                </a:lnTo>
                <a:lnTo>
                  <a:pt x="2710070" y="77192"/>
                </a:lnTo>
                <a:lnTo>
                  <a:pt x="2710070" y="122048"/>
                </a:lnTo>
                <a:lnTo>
                  <a:pt x="2709606" y="122049"/>
                </a:lnTo>
                <a:lnTo>
                  <a:pt x="2709133" y="122052"/>
                </a:lnTo>
                <a:lnTo>
                  <a:pt x="2708653" y="122060"/>
                </a:lnTo>
                <a:lnTo>
                  <a:pt x="2708169" y="122076"/>
                </a:lnTo>
                <a:lnTo>
                  <a:pt x="2707683" y="122102"/>
                </a:lnTo>
                <a:lnTo>
                  <a:pt x="2707198" y="122141"/>
                </a:lnTo>
                <a:lnTo>
                  <a:pt x="2706716" y="122196"/>
                </a:lnTo>
                <a:lnTo>
                  <a:pt x="2706241" y="122269"/>
                </a:lnTo>
                <a:lnTo>
                  <a:pt x="2705775" y="122363"/>
                </a:lnTo>
                <a:lnTo>
                  <a:pt x="2705319" y="122480"/>
                </a:lnTo>
                <a:lnTo>
                  <a:pt x="2704878" y="122623"/>
                </a:lnTo>
                <a:lnTo>
                  <a:pt x="2704453" y="122795"/>
                </a:lnTo>
                <a:lnTo>
                  <a:pt x="2704047" y="122998"/>
                </a:lnTo>
                <a:lnTo>
                  <a:pt x="2703663" y="123234"/>
                </a:lnTo>
                <a:lnTo>
                  <a:pt x="2703304" y="123507"/>
                </a:lnTo>
                <a:lnTo>
                  <a:pt x="2702971" y="123818"/>
                </a:lnTo>
                <a:lnTo>
                  <a:pt x="2702667" y="124172"/>
                </a:lnTo>
                <a:lnTo>
                  <a:pt x="2702396" y="124569"/>
                </a:lnTo>
                <a:lnTo>
                  <a:pt x="2702159" y="125013"/>
                </a:lnTo>
                <a:lnTo>
                  <a:pt x="2701960" y="125506"/>
                </a:lnTo>
                <a:lnTo>
                  <a:pt x="2701800" y="126051"/>
                </a:lnTo>
                <a:lnTo>
                  <a:pt x="2701683" y="126650"/>
                </a:lnTo>
                <a:lnTo>
                  <a:pt x="2701610" y="127307"/>
                </a:lnTo>
                <a:lnTo>
                  <a:pt x="2701586" y="128023"/>
                </a:lnTo>
                <a:lnTo>
                  <a:pt x="2701612" y="128717"/>
                </a:lnTo>
                <a:lnTo>
                  <a:pt x="2701690" y="129352"/>
                </a:lnTo>
                <a:lnTo>
                  <a:pt x="2701815" y="129932"/>
                </a:lnTo>
                <a:lnTo>
                  <a:pt x="2701984" y="130460"/>
                </a:lnTo>
                <a:lnTo>
                  <a:pt x="2702194" y="130937"/>
                </a:lnTo>
                <a:lnTo>
                  <a:pt x="2702441" y="131367"/>
                </a:lnTo>
                <a:lnTo>
                  <a:pt x="2702723" y="131752"/>
                </a:lnTo>
                <a:lnTo>
                  <a:pt x="2703035" y="132093"/>
                </a:lnTo>
                <a:lnTo>
                  <a:pt x="2703375" y="132395"/>
                </a:lnTo>
                <a:lnTo>
                  <a:pt x="2703739" y="132659"/>
                </a:lnTo>
                <a:lnTo>
                  <a:pt x="2704123" y="132888"/>
                </a:lnTo>
                <a:lnTo>
                  <a:pt x="2704525" y="133084"/>
                </a:lnTo>
                <a:lnTo>
                  <a:pt x="2704941" y="133250"/>
                </a:lnTo>
                <a:lnTo>
                  <a:pt x="2705368" y="133389"/>
                </a:lnTo>
                <a:lnTo>
                  <a:pt x="2705802" y="133502"/>
                </a:lnTo>
                <a:lnTo>
                  <a:pt x="2706241" y="133593"/>
                </a:lnTo>
                <a:lnTo>
                  <a:pt x="2706680" y="133664"/>
                </a:lnTo>
                <a:lnTo>
                  <a:pt x="2707116" y="133717"/>
                </a:lnTo>
                <a:lnTo>
                  <a:pt x="2707546" y="133755"/>
                </a:lnTo>
                <a:lnTo>
                  <a:pt x="2707967" y="133780"/>
                </a:lnTo>
                <a:lnTo>
                  <a:pt x="2708375" y="133796"/>
                </a:lnTo>
                <a:lnTo>
                  <a:pt x="2708767" y="133804"/>
                </a:lnTo>
                <a:lnTo>
                  <a:pt x="2709140" y="133807"/>
                </a:lnTo>
                <a:lnTo>
                  <a:pt x="2709490" y="133807"/>
                </a:lnTo>
                <a:lnTo>
                  <a:pt x="2723949" y="133807"/>
                </a:lnTo>
                <a:lnTo>
                  <a:pt x="2724321" y="133807"/>
                </a:lnTo>
                <a:lnTo>
                  <a:pt x="2724712" y="133804"/>
                </a:lnTo>
                <a:lnTo>
                  <a:pt x="2725119" y="133796"/>
                </a:lnTo>
                <a:lnTo>
                  <a:pt x="2725539" y="133780"/>
                </a:lnTo>
                <a:lnTo>
                  <a:pt x="2725968" y="133755"/>
                </a:lnTo>
                <a:lnTo>
                  <a:pt x="2726404" y="133717"/>
                </a:lnTo>
                <a:lnTo>
                  <a:pt x="2726844" y="133664"/>
                </a:lnTo>
                <a:lnTo>
                  <a:pt x="2727284" y="133593"/>
                </a:lnTo>
                <a:lnTo>
                  <a:pt x="2727721" y="133502"/>
                </a:lnTo>
                <a:lnTo>
                  <a:pt x="2728152" y="133389"/>
                </a:lnTo>
                <a:lnTo>
                  <a:pt x="2728575" y="133250"/>
                </a:lnTo>
                <a:lnTo>
                  <a:pt x="2728986" y="133084"/>
                </a:lnTo>
                <a:lnTo>
                  <a:pt x="2729381" y="132888"/>
                </a:lnTo>
                <a:lnTo>
                  <a:pt x="2729759" y="132659"/>
                </a:lnTo>
                <a:lnTo>
                  <a:pt x="2730115" y="132395"/>
                </a:lnTo>
                <a:lnTo>
                  <a:pt x="2730447" y="132093"/>
                </a:lnTo>
                <a:lnTo>
                  <a:pt x="2730751" y="131752"/>
                </a:lnTo>
                <a:lnTo>
                  <a:pt x="2731025" y="131367"/>
                </a:lnTo>
                <a:lnTo>
                  <a:pt x="2731265" y="130937"/>
                </a:lnTo>
                <a:lnTo>
                  <a:pt x="2731469" y="130460"/>
                </a:lnTo>
                <a:lnTo>
                  <a:pt x="2731632" y="129932"/>
                </a:lnTo>
                <a:lnTo>
                  <a:pt x="2731753" y="129352"/>
                </a:lnTo>
                <a:lnTo>
                  <a:pt x="2731828" y="128717"/>
                </a:lnTo>
                <a:lnTo>
                  <a:pt x="2731854" y="128023"/>
                </a:lnTo>
                <a:lnTo>
                  <a:pt x="2731833" y="127307"/>
                </a:lnTo>
                <a:lnTo>
                  <a:pt x="2731770" y="126650"/>
                </a:lnTo>
                <a:lnTo>
                  <a:pt x="2731666" y="126051"/>
                </a:lnTo>
                <a:lnTo>
                  <a:pt x="2731522" y="125506"/>
                </a:lnTo>
                <a:lnTo>
                  <a:pt x="2731337" y="125013"/>
                </a:lnTo>
                <a:lnTo>
                  <a:pt x="2731113" y="124569"/>
                </a:lnTo>
                <a:close/>
                <a:moveTo>
                  <a:pt x="3135973" y="124569"/>
                </a:moveTo>
                <a:lnTo>
                  <a:pt x="3135709" y="124172"/>
                </a:lnTo>
                <a:lnTo>
                  <a:pt x="3135407" y="123818"/>
                </a:lnTo>
                <a:lnTo>
                  <a:pt x="3135067" y="123507"/>
                </a:lnTo>
                <a:lnTo>
                  <a:pt x="3134689" y="123234"/>
                </a:lnTo>
                <a:lnTo>
                  <a:pt x="3134274" y="122998"/>
                </a:lnTo>
                <a:lnTo>
                  <a:pt x="3133822" y="122795"/>
                </a:lnTo>
                <a:lnTo>
                  <a:pt x="3133335" y="122623"/>
                </a:lnTo>
                <a:lnTo>
                  <a:pt x="3132811" y="122480"/>
                </a:lnTo>
                <a:lnTo>
                  <a:pt x="3132252" y="122363"/>
                </a:lnTo>
                <a:lnTo>
                  <a:pt x="3131659" y="122269"/>
                </a:lnTo>
                <a:lnTo>
                  <a:pt x="3131032" y="122196"/>
                </a:lnTo>
                <a:lnTo>
                  <a:pt x="3130371" y="122141"/>
                </a:lnTo>
                <a:lnTo>
                  <a:pt x="3129677" y="122102"/>
                </a:lnTo>
                <a:lnTo>
                  <a:pt x="3128950" y="122076"/>
                </a:lnTo>
                <a:lnTo>
                  <a:pt x="3128191" y="122060"/>
                </a:lnTo>
                <a:lnTo>
                  <a:pt x="3127400" y="122052"/>
                </a:lnTo>
                <a:lnTo>
                  <a:pt x="3126579" y="122049"/>
                </a:lnTo>
                <a:lnTo>
                  <a:pt x="3125726" y="122048"/>
                </a:lnTo>
                <a:lnTo>
                  <a:pt x="3125726" y="75459"/>
                </a:lnTo>
                <a:lnTo>
                  <a:pt x="3125725" y="74886"/>
                </a:lnTo>
                <a:lnTo>
                  <a:pt x="3125716" y="74142"/>
                </a:lnTo>
                <a:lnTo>
                  <a:pt x="3125693" y="73244"/>
                </a:lnTo>
                <a:lnTo>
                  <a:pt x="3125647" y="72209"/>
                </a:lnTo>
                <a:lnTo>
                  <a:pt x="3125571" y="71056"/>
                </a:lnTo>
                <a:lnTo>
                  <a:pt x="3125458" y="69800"/>
                </a:lnTo>
                <a:lnTo>
                  <a:pt x="3125301" y="68461"/>
                </a:lnTo>
                <a:lnTo>
                  <a:pt x="3125091" y="67054"/>
                </a:lnTo>
                <a:lnTo>
                  <a:pt x="3124821" y="65598"/>
                </a:lnTo>
                <a:lnTo>
                  <a:pt x="3124485" y="64110"/>
                </a:lnTo>
                <a:lnTo>
                  <a:pt x="3124074" y="62607"/>
                </a:lnTo>
                <a:lnTo>
                  <a:pt x="3123581" y="61107"/>
                </a:lnTo>
                <a:lnTo>
                  <a:pt x="3122999" y="59627"/>
                </a:lnTo>
                <a:lnTo>
                  <a:pt x="3122320" y="58184"/>
                </a:lnTo>
                <a:lnTo>
                  <a:pt x="3121537" y="56796"/>
                </a:lnTo>
                <a:lnTo>
                  <a:pt x="3120642" y="55480"/>
                </a:lnTo>
                <a:lnTo>
                  <a:pt x="3119628" y="54254"/>
                </a:lnTo>
                <a:lnTo>
                  <a:pt x="3118487" y="53135"/>
                </a:lnTo>
                <a:lnTo>
                  <a:pt x="3117212" y="52141"/>
                </a:lnTo>
                <a:lnTo>
                  <a:pt x="3115796" y="51288"/>
                </a:lnTo>
                <a:lnTo>
                  <a:pt x="3114231" y="50594"/>
                </a:lnTo>
                <a:lnTo>
                  <a:pt x="3112509" y="50077"/>
                </a:lnTo>
                <a:lnTo>
                  <a:pt x="3110624" y="49754"/>
                </a:lnTo>
                <a:lnTo>
                  <a:pt x="3108567" y="49643"/>
                </a:lnTo>
                <a:lnTo>
                  <a:pt x="3107833" y="49656"/>
                </a:lnTo>
                <a:lnTo>
                  <a:pt x="3107080" y="49697"/>
                </a:lnTo>
                <a:lnTo>
                  <a:pt x="3106308" y="49765"/>
                </a:lnTo>
                <a:lnTo>
                  <a:pt x="3105520" y="49863"/>
                </a:lnTo>
                <a:lnTo>
                  <a:pt x="3104718" y="49992"/>
                </a:lnTo>
                <a:lnTo>
                  <a:pt x="3103904" y="50152"/>
                </a:lnTo>
                <a:lnTo>
                  <a:pt x="3103080" y="50345"/>
                </a:lnTo>
                <a:lnTo>
                  <a:pt x="3102248" y="50571"/>
                </a:lnTo>
                <a:lnTo>
                  <a:pt x="3101410" y="50833"/>
                </a:lnTo>
                <a:lnTo>
                  <a:pt x="3100568" y="51130"/>
                </a:lnTo>
                <a:lnTo>
                  <a:pt x="3099723" y="51464"/>
                </a:lnTo>
                <a:lnTo>
                  <a:pt x="3098879" y="51836"/>
                </a:lnTo>
                <a:lnTo>
                  <a:pt x="3098037" y="52248"/>
                </a:lnTo>
                <a:lnTo>
                  <a:pt x="3097199" y="52699"/>
                </a:lnTo>
                <a:lnTo>
                  <a:pt x="3096367" y="53192"/>
                </a:lnTo>
                <a:lnTo>
                  <a:pt x="3095543" y="53728"/>
                </a:lnTo>
                <a:lnTo>
                  <a:pt x="3094729" y="54307"/>
                </a:lnTo>
                <a:lnTo>
                  <a:pt x="3093927" y="54930"/>
                </a:lnTo>
                <a:lnTo>
                  <a:pt x="3093139" y="55600"/>
                </a:lnTo>
                <a:lnTo>
                  <a:pt x="3092367" y="56316"/>
                </a:lnTo>
                <a:lnTo>
                  <a:pt x="3091614" y="57079"/>
                </a:lnTo>
                <a:lnTo>
                  <a:pt x="3090880" y="57892"/>
                </a:lnTo>
                <a:lnTo>
                  <a:pt x="3090168" y="58755"/>
                </a:lnTo>
                <a:lnTo>
                  <a:pt x="3089481" y="59669"/>
                </a:lnTo>
                <a:lnTo>
                  <a:pt x="3089106" y="58866"/>
                </a:lnTo>
                <a:lnTo>
                  <a:pt x="3088707" y="58095"/>
                </a:lnTo>
                <a:lnTo>
                  <a:pt x="3088282" y="57357"/>
                </a:lnTo>
                <a:lnTo>
                  <a:pt x="3087833" y="56651"/>
                </a:lnTo>
                <a:lnTo>
                  <a:pt x="3087361" y="55978"/>
                </a:lnTo>
                <a:lnTo>
                  <a:pt x="3086866" y="55337"/>
                </a:lnTo>
                <a:lnTo>
                  <a:pt x="3086349" y="54730"/>
                </a:lnTo>
                <a:lnTo>
                  <a:pt x="3085811" y="54157"/>
                </a:lnTo>
                <a:lnTo>
                  <a:pt x="3085251" y="53616"/>
                </a:lnTo>
                <a:lnTo>
                  <a:pt x="3084672" y="53110"/>
                </a:lnTo>
                <a:lnTo>
                  <a:pt x="3084073" y="52637"/>
                </a:lnTo>
                <a:lnTo>
                  <a:pt x="3083456" y="52198"/>
                </a:lnTo>
                <a:lnTo>
                  <a:pt x="3082820" y="51793"/>
                </a:lnTo>
                <a:lnTo>
                  <a:pt x="3082168" y="51423"/>
                </a:lnTo>
                <a:lnTo>
                  <a:pt x="3081498" y="51087"/>
                </a:lnTo>
                <a:lnTo>
                  <a:pt x="3080812" y="50786"/>
                </a:lnTo>
                <a:lnTo>
                  <a:pt x="3080111" y="50519"/>
                </a:lnTo>
                <a:lnTo>
                  <a:pt x="3079395" y="50288"/>
                </a:lnTo>
                <a:lnTo>
                  <a:pt x="3078665" y="50091"/>
                </a:lnTo>
                <a:lnTo>
                  <a:pt x="3077922" y="49930"/>
                </a:lnTo>
                <a:lnTo>
                  <a:pt x="3077166" y="49805"/>
                </a:lnTo>
                <a:lnTo>
                  <a:pt x="3076398" y="49715"/>
                </a:lnTo>
                <a:lnTo>
                  <a:pt x="3075618" y="49661"/>
                </a:lnTo>
                <a:lnTo>
                  <a:pt x="3074828" y="49643"/>
                </a:lnTo>
                <a:lnTo>
                  <a:pt x="3074059" y="49657"/>
                </a:lnTo>
                <a:lnTo>
                  <a:pt x="3073294" y="49699"/>
                </a:lnTo>
                <a:lnTo>
                  <a:pt x="3072534" y="49767"/>
                </a:lnTo>
                <a:lnTo>
                  <a:pt x="3071779" y="49863"/>
                </a:lnTo>
                <a:lnTo>
                  <a:pt x="3071029" y="49984"/>
                </a:lnTo>
                <a:lnTo>
                  <a:pt x="3070285" y="50131"/>
                </a:lnTo>
                <a:lnTo>
                  <a:pt x="3069547" y="50303"/>
                </a:lnTo>
                <a:lnTo>
                  <a:pt x="3068816" y="50500"/>
                </a:lnTo>
                <a:lnTo>
                  <a:pt x="3068091" y="50721"/>
                </a:lnTo>
                <a:lnTo>
                  <a:pt x="3067373" y="50966"/>
                </a:lnTo>
                <a:lnTo>
                  <a:pt x="3066663" y="51233"/>
                </a:lnTo>
                <a:lnTo>
                  <a:pt x="3065960" y="51524"/>
                </a:lnTo>
                <a:lnTo>
                  <a:pt x="3065265" y="51836"/>
                </a:lnTo>
                <a:lnTo>
                  <a:pt x="3064579" y="52170"/>
                </a:lnTo>
                <a:lnTo>
                  <a:pt x="3063901" y="52525"/>
                </a:lnTo>
                <a:lnTo>
                  <a:pt x="3063232" y="52901"/>
                </a:lnTo>
                <a:lnTo>
                  <a:pt x="3062573" y="53296"/>
                </a:lnTo>
                <a:lnTo>
                  <a:pt x="3061923" y="53711"/>
                </a:lnTo>
                <a:lnTo>
                  <a:pt x="3061284" y="54146"/>
                </a:lnTo>
                <a:lnTo>
                  <a:pt x="3060654" y="54599"/>
                </a:lnTo>
                <a:lnTo>
                  <a:pt x="3060036" y="55070"/>
                </a:lnTo>
                <a:lnTo>
                  <a:pt x="3059428" y="55558"/>
                </a:lnTo>
                <a:lnTo>
                  <a:pt x="3058832" y="56064"/>
                </a:lnTo>
                <a:lnTo>
                  <a:pt x="3058248" y="56586"/>
                </a:lnTo>
                <a:lnTo>
                  <a:pt x="3058182" y="55889"/>
                </a:lnTo>
                <a:lnTo>
                  <a:pt x="3058082" y="55250"/>
                </a:lnTo>
                <a:lnTo>
                  <a:pt x="3057948" y="54667"/>
                </a:lnTo>
                <a:lnTo>
                  <a:pt x="3057784" y="54137"/>
                </a:lnTo>
                <a:lnTo>
                  <a:pt x="3057590" y="53657"/>
                </a:lnTo>
                <a:lnTo>
                  <a:pt x="3057368" y="53225"/>
                </a:lnTo>
                <a:lnTo>
                  <a:pt x="3057121" y="52839"/>
                </a:lnTo>
                <a:lnTo>
                  <a:pt x="3056848" y="52495"/>
                </a:lnTo>
                <a:lnTo>
                  <a:pt x="3056553" y="52192"/>
                </a:lnTo>
                <a:lnTo>
                  <a:pt x="3056237" y="51927"/>
                </a:lnTo>
                <a:lnTo>
                  <a:pt x="3055902" y="51697"/>
                </a:lnTo>
                <a:lnTo>
                  <a:pt x="3055549" y="51499"/>
                </a:lnTo>
                <a:lnTo>
                  <a:pt x="3055179" y="51332"/>
                </a:lnTo>
                <a:lnTo>
                  <a:pt x="3054796" y="51193"/>
                </a:lnTo>
                <a:lnTo>
                  <a:pt x="3054399" y="51079"/>
                </a:lnTo>
                <a:lnTo>
                  <a:pt x="3053992" y="50988"/>
                </a:lnTo>
                <a:lnTo>
                  <a:pt x="3053575" y="50917"/>
                </a:lnTo>
                <a:lnTo>
                  <a:pt x="3053150" y="50864"/>
                </a:lnTo>
                <a:lnTo>
                  <a:pt x="3052720" y="50825"/>
                </a:lnTo>
                <a:lnTo>
                  <a:pt x="3052285" y="50800"/>
                </a:lnTo>
                <a:lnTo>
                  <a:pt x="3051847" y="50784"/>
                </a:lnTo>
                <a:lnTo>
                  <a:pt x="3051408" y="50776"/>
                </a:lnTo>
                <a:lnTo>
                  <a:pt x="3050970" y="50773"/>
                </a:lnTo>
                <a:lnTo>
                  <a:pt x="3050535" y="50773"/>
                </a:lnTo>
                <a:lnTo>
                  <a:pt x="3044366" y="50773"/>
                </a:lnTo>
                <a:lnTo>
                  <a:pt x="3043994" y="50773"/>
                </a:lnTo>
                <a:lnTo>
                  <a:pt x="3043603" y="50776"/>
                </a:lnTo>
                <a:lnTo>
                  <a:pt x="3043196" y="50784"/>
                </a:lnTo>
                <a:lnTo>
                  <a:pt x="3042776" y="50799"/>
                </a:lnTo>
                <a:lnTo>
                  <a:pt x="3042347" y="50825"/>
                </a:lnTo>
                <a:lnTo>
                  <a:pt x="3041911" y="50863"/>
                </a:lnTo>
                <a:lnTo>
                  <a:pt x="3041471" y="50916"/>
                </a:lnTo>
                <a:lnTo>
                  <a:pt x="3041031" y="50987"/>
                </a:lnTo>
                <a:lnTo>
                  <a:pt x="3040594" y="51078"/>
                </a:lnTo>
                <a:lnTo>
                  <a:pt x="3040162" y="51191"/>
                </a:lnTo>
                <a:lnTo>
                  <a:pt x="3039740" y="51330"/>
                </a:lnTo>
                <a:lnTo>
                  <a:pt x="3039329" y="51496"/>
                </a:lnTo>
                <a:lnTo>
                  <a:pt x="3038933" y="51692"/>
                </a:lnTo>
                <a:lnTo>
                  <a:pt x="3038556" y="51921"/>
                </a:lnTo>
                <a:lnTo>
                  <a:pt x="3038200" y="52186"/>
                </a:lnTo>
                <a:lnTo>
                  <a:pt x="3037868" y="52487"/>
                </a:lnTo>
                <a:lnTo>
                  <a:pt x="3037564" y="52829"/>
                </a:lnTo>
                <a:lnTo>
                  <a:pt x="3037290" y="53214"/>
                </a:lnTo>
                <a:lnTo>
                  <a:pt x="3037049" y="53644"/>
                </a:lnTo>
                <a:lnTo>
                  <a:pt x="3036846" y="54122"/>
                </a:lnTo>
                <a:lnTo>
                  <a:pt x="3036682" y="54649"/>
                </a:lnTo>
                <a:lnTo>
                  <a:pt x="3036562" y="55230"/>
                </a:lnTo>
                <a:lnTo>
                  <a:pt x="3036487" y="55866"/>
                </a:lnTo>
                <a:lnTo>
                  <a:pt x="3036461" y="56560"/>
                </a:lnTo>
                <a:lnTo>
                  <a:pt x="3036482" y="57276"/>
                </a:lnTo>
                <a:lnTo>
                  <a:pt x="3036545" y="57932"/>
                </a:lnTo>
                <a:lnTo>
                  <a:pt x="3036649" y="58532"/>
                </a:lnTo>
                <a:lnTo>
                  <a:pt x="3036793" y="59077"/>
                </a:lnTo>
                <a:lnTo>
                  <a:pt x="3036978" y="59570"/>
                </a:lnTo>
                <a:lnTo>
                  <a:pt x="3037203" y="60014"/>
                </a:lnTo>
                <a:lnTo>
                  <a:pt x="3037466" y="60411"/>
                </a:lnTo>
                <a:lnTo>
                  <a:pt x="3037768" y="60764"/>
                </a:lnTo>
                <a:lnTo>
                  <a:pt x="3038109" y="61076"/>
                </a:lnTo>
                <a:lnTo>
                  <a:pt x="3038487" y="61349"/>
                </a:lnTo>
                <a:lnTo>
                  <a:pt x="3038902" y="61585"/>
                </a:lnTo>
                <a:lnTo>
                  <a:pt x="3039354" y="61788"/>
                </a:lnTo>
                <a:lnTo>
                  <a:pt x="3039842" y="61959"/>
                </a:lnTo>
                <a:lnTo>
                  <a:pt x="3040366" y="62103"/>
                </a:lnTo>
                <a:lnTo>
                  <a:pt x="3040925" y="62220"/>
                </a:lnTo>
                <a:lnTo>
                  <a:pt x="3041518" y="62313"/>
                </a:lnTo>
                <a:lnTo>
                  <a:pt x="3042146" y="62386"/>
                </a:lnTo>
                <a:lnTo>
                  <a:pt x="3042807" y="62441"/>
                </a:lnTo>
                <a:lnTo>
                  <a:pt x="3043501" y="62481"/>
                </a:lnTo>
                <a:lnTo>
                  <a:pt x="3044228" y="62507"/>
                </a:lnTo>
                <a:lnTo>
                  <a:pt x="3044987" y="62523"/>
                </a:lnTo>
                <a:lnTo>
                  <a:pt x="3045778" y="62531"/>
                </a:lnTo>
                <a:lnTo>
                  <a:pt x="3046599" y="62534"/>
                </a:lnTo>
                <a:lnTo>
                  <a:pt x="3047452" y="62535"/>
                </a:lnTo>
                <a:lnTo>
                  <a:pt x="3047452" y="122048"/>
                </a:lnTo>
                <a:lnTo>
                  <a:pt x="3046599" y="122049"/>
                </a:lnTo>
                <a:lnTo>
                  <a:pt x="3045778" y="122052"/>
                </a:lnTo>
                <a:lnTo>
                  <a:pt x="3044987" y="122060"/>
                </a:lnTo>
                <a:lnTo>
                  <a:pt x="3044228" y="122076"/>
                </a:lnTo>
                <a:lnTo>
                  <a:pt x="3043501" y="122102"/>
                </a:lnTo>
                <a:lnTo>
                  <a:pt x="3042807" y="122141"/>
                </a:lnTo>
                <a:lnTo>
                  <a:pt x="3042146" y="122196"/>
                </a:lnTo>
                <a:lnTo>
                  <a:pt x="3041518" y="122269"/>
                </a:lnTo>
                <a:lnTo>
                  <a:pt x="3040925" y="122363"/>
                </a:lnTo>
                <a:lnTo>
                  <a:pt x="3040366" y="122480"/>
                </a:lnTo>
                <a:lnTo>
                  <a:pt x="3039842" y="122623"/>
                </a:lnTo>
                <a:lnTo>
                  <a:pt x="3039354" y="122795"/>
                </a:lnTo>
                <a:lnTo>
                  <a:pt x="3038902" y="122998"/>
                </a:lnTo>
                <a:lnTo>
                  <a:pt x="3038487" y="123234"/>
                </a:lnTo>
                <a:lnTo>
                  <a:pt x="3038109" y="123507"/>
                </a:lnTo>
                <a:lnTo>
                  <a:pt x="3037768" y="123818"/>
                </a:lnTo>
                <a:lnTo>
                  <a:pt x="3037466" y="124172"/>
                </a:lnTo>
                <a:lnTo>
                  <a:pt x="3037203" y="124569"/>
                </a:lnTo>
                <a:lnTo>
                  <a:pt x="3036978" y="125013"/>
                </a:lnTo>
                <a:lnTo>
                  <a:pt x="3036793" y="125506"/>
                </a:lnTo>
                <a:lnTo>
                  <a:pt x="3036649" y="126051"/>
                </a:lnTo>
                <a:lnTo>
                  <a:pt x="3036545" y="126650"/>
                </a:lnTo>
                <a:lnTo>
                  <a:pt x="3036482" y="127307"/>
                </a:lnTo>
                <a:lnTo>
                  <a:pt x="3036461" y="128023"/>
                </a:lnTo>
                <a:lnTo>
                  <a:pt x="3036488" y="128717"/>
                </a:lnTo>
                <a:lnTo>
                  <a:pt x="3036565" y="129352"/>
                </a:lnTo>
                <a:lnTo>
                  <a:pt x="3036690" y="129932"/>
                </a:lnTo>
                <a:lnTo>
                  <a:pt x="3036859" y="130460"/>
                </a:lnTo>
                <a:lnTo>
                  <a:pt x="3037069" y="130937"/>
                </a:lnTo>
                <a:lnTo>
                  <a:pt x="3037317" y="131367"/>
                </a:lnTo>
                <a:lnTo>
                  <a:pt x="3037599" y="131752"/>
                </a:lnTo>
                <a:lnTo>
                  <a:pt x="3037911" y="132093"/>
                </a:lnTo>
                <a:lnTo>
                  <a:pt x="3038251" y="132395"/>
                </a:lnTo>
                <a:lnTo>
                  <a:pt x="3038615" y="132659"/>
                </a:lnTo>
                <a:lnTo>
                  <a:pt x="3039000" y="132888"/>
                </a:lnTo>
                <a:lnTo>
                  <a:pt x="3039402" y="133084"/>
                </a:lnTo>
                <a:lnTo>
                  <a:pt x="3039818" y="133250"/>
                </a:lnTo>
                <a:lnTo>
                  <a:pt x="3040245" y="133389"/>
                </a:lnTo>
                <a:lnTo>
                  <a:pt x="3040679" y="133502"/>
                </a:lnTo>
                <a:lnTo>
                  <a:pt x="3041118" y="133593"/>
                </a:lnTo>
                <a:lnTo>
                  <a:pt x="3041556" y="133664"/>
                </a:lnTo>
                <a:lnTo>
                  <a:pt x="3041993" y="133717"/>
                </a:lnTo>
                <a:lnTo>
                  <a:pt x="3042423" y="133755"/>
                </a:lnTo>
                <a:lnTo>
                  <a:pt x="3042844" y="133780"/>
                </a:lnTo>
                <a:lnTo>
                  <a:pt x="3043252" y="133796"/>
                </a:lnTo>
                <a:lnTo>
                  <a:pt x="3043644" y="133804"/>
                </a:lnTo>
                <a:lnTo>
                  <a:pt x="3044016" y="133807"/>
                </a:lnTo>
                <a:lnTo>
                  <a:pt x="3044366" y="133807"/>
                </a:lnTo>
                <a:lnTo>
                  <a:pt x="3061334" y="133807"/>
                </a:lnTo>
                <a:lnTo>
                  <a:pt x="3061706" y="133807"/>
                </a:lnTo>
                <a:lnTo>
                  <a:pt x="3062097" y="133804"/>
                </a:lnTo>
                <a:lnTo>
                  <a:pt x="3062504" y="133796"/>
                </a:lnTo>
                <a:lnTo>
                  <a:pt x="3062923" y="133780"/>
                </a:lnTo>
                <a:lnTo>
                  <a:pt x="3063353" y="133755"/>
                </a:lnTo>
                <a:lnTo>
                  <a:pt x="3063788" y="133717"/>
                </a:lnTo>
                <a:lnTo>
                  <a:pt x="3064228" y="133664"/>
                </a:lnTo>
                <a:lnTo>
                  <a:pt x="3064668" y="133593"/>
                </a:lnTo>
                <a:lnTo>
                  <a:pt x="3065105" y="133502"/>
                </a:lnTo>
                <a:lnTo>
                  <a:pt x="3065536" y="133389"/>
                </a:lnTo>
                <a:lnTo>
                  <a:pt x="3065959" y="133250"/>
                </a:lnTo>
                <a:lnTo>
                  <a:pt x="3066369" y="133084"/>
                </a:lnTo>
                <a:lnTo>
                  <a:pt x="3066765" y="132888"/>
                </a:lnTo>
                <a:lnTo>
                  <a:pt x="3067142" y="132659"/>
                </a:lnTo>
                <a:lnTo>
                  <a:pt x="3067498" y="132395"/>
                </a:lnTo>
                <a:lnTo>
                  <a:pt x="3067830" y="132093"/>
                </a:lnTo>
                <a:lnTo>
                  <a:pt x="3068134" y="131752"/>
                </a:lnTo>
                <a:lnTo>
                  <a:pt x="3068408" y="131367"/>
                </a:lnTo>
                <a:lnTo>
                  <a:pt x="3068648" y="130937"/>
                </a:lnTo>
                <a:lnTo>
                  <a:pt x="3068851" y="130460"/>
                </a:lnTo>
                <a:lnTo>
                  <a:pt x="3069015" y="129932"/>
                </a:lnTo>
                <a:lnTo>
                  <a:pt x="3069135" y="129352"/>
                </a:lnTo>
                <a:lnTo>
                  <a:pt x="3069210" y="128717"/>
                </a:lnTo>
                <a:lnTo>
                  <a:pt x="3069235" y="128023"/>
                </a:lnTo>
                <a:lnTo>
                  <a:pt x="3069214" y="127307"/>
                </a:lnTo>
                <a:lnTo>
                  <a:pt x="3069152" y="126650"/>
                </a:lnTo>
                <a:lnTo>
                  <a:pt x="3069048" y="126051"/>
                </a:lnTo>
                <a:lnTo>
                  <a:pt x="3068904" y="125506"/>
                </a:lnTo>
                <a:lnTo>
                  <a:pt x="3068719" y="125013"/>
                </a:lnTo>
                <a:lnTo>
                  <a:pt x="3068495" y="124569"/>
                </a:lnTo>
                <a:lnTo>
                  <a:pt x="3068231" y="124172"/>
                </a:lnTo>
                <a:lnTo>
                  <a:pt x="3067929" y="123818"/>
                </a:lnTo>
                <a:lnTo>
                  <a:pt x="3067589" y="123507"/>
                </a:lnTo>
                <a:lnTo>
                  <a:pt x="3067211" y="123234"/>
                </a:lnTo>
                <a:lnTo>
                  <a:pt x="3066796" y="122998"/>
                </a:lnTo>
                <a:lnTo>
                  <a:pt x="3066344" y="122795"/>
                </a:lnTo>
                <a:lnTo>
                  <a:pt x="3065856" y="122623"/>
                </a:lnTo>
                <a:lnTo>
                  <a:pt x="3065333" y="122480"/>
                </a:lnTo>
                <a:lnTo>
                  <a:pt x="3064774" y="122363"/>
                </a:lnTo>
                <a:lnTo>
                  <a:pt x="3064181" y="122269"/>
                </a:lnTo>
                <a:lnTo>
                  <a:pt x="3063553" y="122196"/>
                </a:lnTo>
                <a:lnTo>
                  <a:pt x="3062892" y="122141"/>
                </a:lnTo>
                <a:lnTo>
                  <a:pt x="3062198" y="122102"/>
                </a:lnTo>
                <a:lnTo>
                  <a:pt x="3061471" y="122076"/>
                </a:lnTo>
                <a:lnTo>
                  <a:pt x="3060713" y="122060"/>
                </a:lnTo>
                <a:lnTo>
                  <a:pt x="3059922" y="122052"/>
                </a:lnTo>
                <a:lnTo>
                  <a:pt x="3059100" y="122049"/>
                </a:lnTo>
                <a:lnTo>
                  <a:pt x="3058248" y="122048"/>
                </a:lnTo>
                <a:lnTo>
                  <a:pt x="3058248" y="87574"/>
                </a:lnTo>
                <a:lnTo>
                  <a:pt x="3058289" y="85476"/>
                </a:lnTo>
                <a:lnTo>
                  <a:pt x="3058408" y="83463"/>
                </a:lnTo>
                <a:lnTo>
                  <a:pt x="3058603" y="81534"/>
                </a:lnTo>
                <a:lnTo>
                  <a:pt x="3058870" y="79691"/>
                </a:lnTo>
                <a:lnTo>
                  <a:pt x="3059206" y="77934"/>
                </a:lnTo>
                <a:lnTo>
                  <a:pt x="3059607" y="76263"/>
                </a:lnTo>
                <a:lnTo>
                  <a:pt x="3060069" y="74678"/>
                </a:lnTo>
                <a:lnTo>
                  <a:pt x="3060590" y="73181"/>
                </a:lnTo>
                <a:lnTo>
                  <a:pt x="3061166" y="71771"/>
                </a:lnTo>
                <a:lnTo>
                  <a:pt x="3061793" y="70449"/>
                </a:lnTo>
                <a:lnTo>
                  <a:pt x="3062468" y="69215"/>
                </a:lnTo>
                <a:lnTo>
                  <a:pt x="3063188" y="68070"/>
                </a:lnTo>
                <a:lnTo>
                  <a:pt x="3063949" y="67014"/>
                </a:lnTo>
                <a:lnTo>
                  <a:pt x="3064748" y="66047"/>
                </a:lnTo>
                <a:lnTo>
                  <a:pt x="3065581" y="65171"/>
                </a:lnTo>
                <a:lnTo>
                  <a:pt x="3066445" y="64385"/>
                </a:lnTo>
                <a:lnTo>
                  <a:pt x="3067337" y="63690"/>
                </a:lnTo>
                <a:lnTo>
                  <a:pt x="3068252" y="63087"/>
                </a:lnTo>
                <a:lnTo>
                  <a:pt x="3069188" y="62574"/>
                </a:lnTo>
                <a:lnTo>
                  <a:pt x="3070141" y="62155"/>
                </a:lnTo>
                <a:lnTo>
                  <a:pt x="3071108" y="61827"/>
                </a:lnTo>
                <a:lnTo>
                  <a:pt x="3072086" y="61593"/>
                </a:lnTo>
                <a:lnTo>
                  <a:pt x="3073070" y="61452"/>
                </a:lnTo>
                <a:lnTo>
                  <a:pt x="3074057" y="61405"/>
                </a:lnTo>
                <a:lnTo>
                  <a:pt x="3074602" y="61423"/>
                </a:lnTo>
                <a:lnTo>
                  <a:pt x="3075129" y="61477"/>
                </a:lnTo>
                <a:lnTo>
                  <a:pt x="3075636" y="61570"/>
                </a:lnTo>
                <a:lnTo>
                  <a:pt x="3076125" y="61706"/>
                </a:lnTo>
                <a:lnTo>
                  <a:pt x="3076593" y="61885"/>
                </a:lnTo>
                <a:lnTo>
                  <a:pt x="3077042" y="62112"/>
                </a:lnTo>
                <a:lnTo>
                  <a:pt x="3077470" y="62389"/>
                </a:lnTo>
                <a:lnTo>
                  <a:pt x="3077877" y="62717"/>
                </a:lnTo>
                <a:lnTo>
                  <a:pt x="3078262" y="63101"/>
                </a:lnTo>
                <a:lnTo>
                  <a:pt x="3078626" y="63542"/>
                </a:lnTo>
                <a:lnTo>
                  <a:pt x="3078968" y="64043"/>
                </a:lnTo>
                <a:lnTo>
                  <a:pt x="3079286" y="64606"/>
                </a:lnTo>
                <a:lnTo>
                  <a:pt x="3079582" y="65235"/>
                </a:lnTo>
                <a:lnTo>
                  <a:pt x="3079854" y="65931"/>
                </a:lnTo>
                <a:lnTo>
                  <a:pt x="3080103" y="66698"/>
                </a:lnTo>
                <a:lnTo>
                  <a:pt x="3080327" y="67538"/>
                </a:lnTo>
                <a:lnTo>
                  <a:pt x="3080526" y="68453"/>
                </a:lnTo>
                <a:lnTo>
                  <a:pt x="3080700" y="69446"/>
                </a:lnTo>
                <a:lnTo>
                  <a:pt x="3080848" y="70520"/>
                </a:lnTo>
                <a:lnTo>
                  <a:pt x="3080970" y="71678"/>
                </a:lnTo>
                <a:lnTo>
                  <a:pt x="3081066" y="72921"/>
                </a:lnTo>
                <a:lnTo>
                  <a:pt x="3081135" y="74253"/>
                </a:lnTo>
                <a:lnTo>
                  <a:pt x="3081177" y="75675"/>
                </a:lnTo>
                <a:lnTo>
                  <a:pt x="3081191" y="77192"/>
                </a:lnTo>
                <a:lnTo>
                  <a:pt x="3081191" y="122048"/>
                </a:lnTo>
                <a:lnTo>
                  <a:pt x="3080727" y="122049"/>
                </a:lnTo>
                <a:lnTo>
                  <a:pt x="3080255" y="122052"/>
                </a:lnTo>
                <a:lnTo>
                  <a:pt x="3079775" y="122060"/>
                </a:lnTo>
                <a:lnTo>
                  <a:pt x="3079291" y="122076"/>
                </a:lnTo>
                <a:lnTo>
                  <a:pt x="3078805" y="122102"/>
                </a:lnTo>
                <a:lnTo>
                  <a:pt x="3078320" y="122141"/>
                </a:lnTo>
                <a:lnTo>
                  <a:pt x="3077839" y="122196"/>
                </a:lnTo>
                <a:lnTo>
                  <a:pt x="3077364" y="122269"/>
                </a:lnTo>
                <a:lnTo>
                  <a:pt x="3076897" y="122363"/>
                </a:lnTo>
                <a:lnTo>
                  <a:pt x="3076442" y="122480"/>
                </a:lnTo>
                <a:lnTo>
                  <a:pt x="3076000" y="122623"/>
                </a:lnTo>
                <a:lnTo>
                  <a:pt x="3075575" y="122795"/>
                </a:lnTo>
                <a:lnTo>
                  <a:pt x="3075170" y="122998"/>
                </a:lnTo>
                <a:lnTo>
                  <a:pt x="3074785" y="123234"/>
                </a:lnTo>
                <a:lnTo>
                  <a:pt x="3074426" y="123507"/>
                </a:lnTo>
                <a:lnTo>
                  <a:pt x="3074092" y="123818"/>
                </a:lnTo>
                <a:lnTo>
                  <a:pt x="3073789" y="124172"/>
                </a:lnTo>
                <a:lnTo>
                  <a:pt x="3073517" y="124569"/>
                </a:lnTo>
                <a:lnTo>
                  <a:pt x="3073281" y="125013"/>
                </a:lnTo>
                <a:lnTo>
                  <a:pt x="3073081" y="125506"/>
                </a:lnTo>
                <a:lnTo>
                  <a:pt x="3072921" y="126051"/>
                </a:lnTo>
                <a:lnTo>
                  <a:pt x="3072804" y="126650"/>
                </a:lnTo>
                <a:lnTo>
                  <a:pt x="3072731" y="127307"/>
                </a:lnTo>
                <a:lnTo>
                  <a:pt x="3072707" y="128023"/>
                </a:lnTo>
                <a:lnTo>
                  <a:pt x="3072733" y="128717"/>
                </a:lnTo>
                <a:lnTo>
                  <a:pt x="3072811" y="129352"/>
                </a:lnTo>
                <a:lnTo>
                  <a:pt x="3072936" y="129932"/>
                </a:lnTo>
                <a:lnTo>
                  <a:pt x="3073105" y="130460"/>
                </a:lnTo>
                <a:lnTo>
                  <a:pt x="3073315" y="130937"/>
                </a:lnTo>
                <a:lnTo>
                  <a:pt x="3073563" y="131367"/>
                </a:lnTo>
                <a:lnTo>
                  <a:pt x="3073844" y="131752"/>
                </a:lnTo>
                <a:lnTo>
                  <a:pt x="3074157" y="132093"/>
                </a:lnTo>
                <a:lnTo>
                  <a:pt x="3074497" y="132395"/>
                </a:lnTo>
                <a:lnTo>
                  <a:pt x="3074861" y="132659"/>
                </a:lnTo>
                <a:lnTo>
                  <a:pt x="3075245" y="132888"/>
                </a:lnTo>
                <a:lnTo>
                  <a:pt x="3075647" y="133084"/>
                </a:lnTo>
                <a:lnTo>
                  <a:pt x="3076064" y="133250"/>
                </a:lnTo>
                <a:lnTo>
                  <a:pt x="3076491" y="133389"/>
                </a:lnTo>
                <a:lnTo>
                  <a:pt x="3076925" y="133502"/>
                </a:lnTo>
                <a:lnTo>
                  <a:pt x="3077363" y="133593"/>
                </a:lnTo>
                <a:lnTo>
                  <a:pt x="3077802" y="133664"/>
                </a:lnTo>
                <a:lnTo>
                  <a:pt x="3078238" y="133717"/>
                </a:lnTo>
                <a:lnTo>
                  <a:pt x="3078668" y="133755"/>
                </a:lnTo>
                <a:lnTo>
                  <a:pt x="3079089" y="133780"/>
                </a:lnTo>
                <a:lnTo>
                  <a:pt x="3079497" y="133796"/>
                </a:lnTo>
                <a:lnTo>
                  <a:pt x="3079889" y="133804"/>
                </a:lnTo>
                <a:lnTo>
                  <a:pt x="3080262" y="133807"/>
                </a:lnTo>
                <a:lnTo>
                  <a:pt x="3080611" y="133807"/>
                </a:lnTo>
                <a:lnTo>
                  <a:pt x="3095070" y="133807"/>
                </a:lnTo>
                <a:lnTo>
                  <a:pt x="3095442" y="133807"/>
                </a:lnTo>
                <a:lnTo>
                  <a:pt x="3095833" y="133804"/>
                </a:lnTo>
                <a:lnTo>
                  <a:pt x="3096240" y="133796"/>
                </a:lnTo>
                <a:lnTo>
                  <a:pt x="3096660" y="133780"/>
                </a:lnTo>
                <a:lnTo>
                  <a:pt x="3097089" y="133755"/>
                </a:lnTo>
                <a:lnTo>
                  <a:pt x="3097525" y="133717"/>
                </a:lnTo>
                <a:lnTo>
                  <a:pt x="3097965" y="133664"/>
                </a:lnTo>
                <a:lnTo>
                  <a:pt x="3098405" y="133593"/>
                </a:lnTo>
                <a:lnTo>
                  <a:pt x="3098842" y="133502"/>
                </a:lnTo>
                <a:lnTo>
                  <a:pt x="3099273" y="133389"/>
                </a:lnTo>
                <a:lnTo>
                  <a:pt x="3099696" y="133250"/>
                </a:lnTo>
                <a:lnTo>
                  <a:pt x="3100107" y="133084"/>
                </a:lnTo>
                <a:lnTo>
                  <a:pt x="3100502" y="132888"/>
                </a:lnTo>
                <a:lnTo>
                  <a:pt x="3100880" y="132659"/>
                </a:lnTo>
                <a:lnTo>
                  <a:pt x="3101236" y="132395"/>
                </a:lnTo>
                <a:lnTo>
                  <a:pt x="3101568" y="132093"/>
                </a:lnTo>
                <a:lnTo>
                  <a:pt x="3101872" y="131752"/>
                </a:lnTo>
                <a:lnTo>
                  <a:pt x="3102146" y="131367"/>
                </a:lnTo>
                <a:lnTo>
                  <a:pt x="3102386" y="130937"/>
                </a:lnTo>
                <a:lnTo>
                  <a:pt x="3102590" y="130460"/>
                </a:lnTo>
                <a:lnTo>
                  <a:pt x="3102754" y="129932"/>
                </a:lnTo>
                <a:lnTo>
                  <a:pt x="3102874" y="129352"/>
                </a:lnTo>
                <a:lnTo>
                  <a:pt x="3102949" y="128717"/>
                </a:lnTo>
                <a:lnTo>
                  <a:pt x="3102975" y="128023"/>
                </a:lnTo>
                <a:lnTo>
                  <a:pt x="3102954" y="127307"/>
                </a:lnTo>
                <a:lnTo>
                  <a:pt x="3102891" y="126650"/>
                </a:lnTo>
                <a:lnTo>
                  <a:pt x="3102787" y="126051"/>
                </a:lnTo>
                <a:lnTo>
                  <a:pt x="3102643" y="125506"/>
                </a:lnTo>
                <a:lnTo>
                  <a:pt x="3102458" y="125013"/>
                </a:lnTo>
                <a:lnTo>
                  <a:pt x="3102234" y="124569"/>
                </a:lnTo>
                <a:lnTo>
                  <a:pt x="3101970" y="124172"/>
                </a:lnTo>
                <a:lnTo>
                  <a:pt x="3101668" y="123818"/>
                </a:lnTo>
                <a:lnTo>
                  <a:pt x="3101328" y="123507"/>
                </a:lnTo>
                <a:lnTo>
                  <a:pt x="3100950" y="123234"/>
                </a:lnTo>
                <a:lnTo>
                  <a:pt x="3100535" y="122998"/>
                </a:lnTo>
                <a:lnTo>
                  <a:pt x="3100083" y="122795"/>
                </a:lnTo>
                <a:lnTo>
                  <a:pt x="3099595" y="122623"/>
                </a:lnTo>
                <a:lnTo>
                  <a:pt x="3099072" y="122480"/>
                </a:lnTo>
                <a:lnTo>
                  <a:pt x="3098513" y="122363"/>
                </a:lnTo>
                <a:lnTo>
                  <a:pt x="3097920" y="122269"/>
                </a:lnTo>
                <a:lnTo>
                  <a:pt x="3097293" y="122196"/>
                </a:lnTo>
                <a:lnTo>
                  <a:pt x="3096632" y="122141"/>
                </a:lnTo>
                <a:lnTo>
                  <a:pt x="3095937" y="122102"/>
                </a:lnTo>
                <a:lnTo>
                  <a:pt x="3095211" y="122076"/>
                </a:lnTo>
                <a:lnTo>
                  <a:pt x="3094452" y="122060"/>
                </a:lnTo>
                <a:lnTo>
                  <a:pt x="3093661" y="122052"/>
                </a:lnTo>
                <a:lnTo>
                  <a:pt x="3092839" y="122049"/>
                </a:lnTo>
                <a:lnTo>
                  <a:pt x="3091987" y="122048"/>
                </a:lnTo>
                <a:lnTo>
                  <a:pt x="3091987" y="87589"/>
                </a:lnTo>
                <a:lnTo>
                  <a:pt x="3092028" y="85489"/>
                </a:lnTo>
                <a:lnTo>
                  <a:pt x="3092147" y="83474"/>
                </a:lnTo>
                <a:lnTo>
                  <a:pt x="3092342" y="81544"/>
                </a:lnTo>
                <a:lnTo>
                  <a:pt x="3092609" y="79700"/>
                </a:lnTo>
                <a:lnTo>
                  <a:pt x="3092945" y="77941"/>
                </a:lnTo>
                <a:lnTo>
                  <a:pt x="3093346" y="76269"/>
                </a:lnTo>
                <a:lnTo>
                  <a:pt x="3093808" y="74684"/>
                </a:lnTo>
                <a:lnTo>
                  <a:pt x="3094329" y="73185"/>
                </a:lnTo>
                <a:lnTo>
                  <a:pt x="3094905" y="71774"/>
                </a:lnTo>
                <a:lnTo>
                  <a:pt x="3095532" y="70452"/>
                </a:lnTo>
                <a:lnTo>
                  <a:pt x="3096208" y="69217"/>
                </a:lnTo>
                <a:lnTo>
                  <a:pt x="3096927" y="68072"/>
                </a:lnTo>
                <a:lnTo>
                  <a:pt x="3097689" y="67015"/>
                </a:lnTo>
                <a:lnTo>
                  <a:pt x="3098487" y="66049"/>
                </a:lnTo>
                <a:lnTo>
                  <a:pt x="3099320" y="65172"/>
                </a:lnTo>
                <a:lnTo>
                  <a:pt x="3100184" y="64386"/>
                </a:lnTo>
                <a:lnTo>
                  <a:pt x="3101076" y="63691"/>
                </a:lnTo>
                <a:lnTo>
                  <a:pt x="3101991" y="63087"/>
                </a:lnTo>
                <a:lnTo>
                  <a:pt x="3102927" y="62575"/>
                </a:lnTo>
                <a:lnTo>
                  <a:pt x="3103881" y="62155"/>
                </a:lnTo>
                <a:lnTo>
                  <a:pt x="3104847" y="61827"/>
                </a:lnTo>
                <a:lnTo>
                  <a:pt x="3105825" y="61593"/>
                </a:lnTo>
                <a:lnTo>
                  <a:pt x="3106809" y="61452"/>
                </a:lnTo>
                <a:lnTo>
                  <a:pt x="3107796" y="61405"/>
                </a:lnTo>
                <a:lnTo>
                  <a:pt x="3108341" y="61423"/>
                </a:lnTo>
                <a:lnTo>
                  <a:pt x="3108868" y="61477"/>
                </a:lnTo>
                <a:lnTo>
                  <a:pt x="3109376" y="61570"/>
                </a:lnTo>
                <a:lnTo>
                  <a:pt x="3109864" y="61706"/>
                </a:lnTo>
                <a:lnTo>
                  <a:pt x="3110333" y="61885"/>
                </a:lnTo>
                <a:lnTo>
                  <a:pt x="3110781" y="62112"/>
                </a:lnTo>
                <a:lnTo>
                  <a:pt x="3111209" y="62389"/>
                </a:lnTo>
                <a:lnTo>
                  <a:pt x="3111616" y="62717"/>
                </a:lnTo>
                <a:lnTo>
                  <a:pt x="3112002" y="63101"/>
                </a:lnTo>
                <a:lnTo>
                  <a:pt x="3112365" y="63542"/>
                </a:lnTo>
                <a:lnTo>
                  <a:pt x="3112707" y="64043"/>
                </a:lnTo>
                <a:lnTo>
                  <a:pt x="3113026" y="64606"/>
                </a:lnTo>
                <a:lnTo>
                  <a:pt x="3113321" y="65235"/>
                </a:lnTo>
                <a:lnTo>
                  <a:pt x="3113594" y="65931"/>
                </a:lnTo>
                <a:lnTo>
                  <a:pt x="3113842" y="66698"/>
                </a:lnTo>
                <a:lnTo>
                  <a:pt x="3114066" y="67538"/>
                </a:lnTo>
                <a:lnTo>
                  <a:pt x="3114265" y="68453"/>
                </a:lnTo>
                <a:lnTo>
                  <a:pt x="3114439" y="69446"/>
                </a:lnTo>
                <a:lnTo>
                  <a:pt x="3114587" y="70520"/>
                </a:lnTo>
                <a:lnTo>
                  <a:pt x="3114709" y="71678"/>
                </a:lnTo>
                <a:lnTo>
                  <a:pt x="3114805" y="72921"/>
                </a:lnTo>
                <a:lnTo>
                  <a:pt x="3114874" y="74253"/>
                </a:lnTo>
                <a:lnTo>
                  <a:pt x="3114916" y="75675"/>
                </a:lnTo>
                <a:lnTo>
                  <a:pt x="3114930" y="77192"/>
                </a:lnTo>
                <a:lnTo>
                  <a:pt x="3114930" y="122048"/>
                </a:lnTo>
                <a:lnTo>
                  <a:pt x="3114466" y="122049"/>
                </a:lnTo>
                <a:lnTo>
                  <a:pt x="3113993" y="122052"/>
                </a:lnTo>
                <a:lnTo>
                  <a:pt x="3113513" y="122060"/>
                </a:lnTo>
                <a:lnTo>
                  <a:pt x="3113029" y="122076"/>
                </a:lnTo>
                <a:lnTo>
                  <a:pt x="3112543" y="122102"/>
                </a:lnTo>
                <a:lnTo>
                  <a:pt x="3112058" y="122141"/>
                </a:lnTo>
                <a:lnTo>
                  <a:pt x="3111577" y="122196"/>
                </a:lnTo>
                <a:lnTo>
                  <a:pt x="3111101" y="122269"/>
                </a:lnTo>
                <a:lnTo>
                  <a:pt x="3110635" y="122363"/>
                </a:lnTo>
                <a:lnTo>
                  <a:pt x="3110180" y="122480"/>
                </a:lnTo>
                <a:lnTo>
                  <a:pt x="3109738" y="122623"/>
                </a:lnTo>
                <a:lnTo>
                  <a:pt x="3109313" y="122795"/>
                </a:lnTo>
                <a:lnTo>
                  <a:pt x="3108908" y="122998"/>
                </a:lnTo>
                <a:lnTo>
                  <a:pt x="3108524" y="123234"/>
                </a:lnTo>
                <a:lnTo>
                  <a:pt x="3108164" y="123507"/>
                </a:lnTo>
                <a:lnTo>
                  <a:pt x="3107831" y="123818"/>
                </a:lnTo>
                <a:lnTo>
                  <a:pt x="3107528" y="124172"/>
                </a:lnTo>
                <a:lnTo>
                  <a:pt x="3107256" y="124569"/>
                </a:lnTo>
                <a:lnTo>
                  <a:pt x="3107019" y="125013"/>
                </a:lnTo>
                <a:lnTo>
                  <a:pt x="3106820" y="125506"/>
                </a:lnTo>
                <a:lnTo>
                  <a:pt x="3106660" y="126051"/>
                </a:lnTo>
                <a:lnTo>
                  <a:pt x="3106543" y="126650"/>
                </a:lnTo>
                <a:lnTo>
                  <a:pt x="3106471" y="127307"/>
                </a:lnTo>
                <a:lnTo>
                  <a:pt x="3106446" y="128023"/>
                </a:lnTo>
                <a:lnTo>
                  <a:pt x="3106473" y="128717"/>
                </a:lnTo>
                <a:lnTo>
                  <a:pt x="3106550" y="129352"/>
                </a:lnTo>
                <a:lnTo>
                  <a:pt x="3106675" y="129932"/>
                </a:lnTo>
                <a:lnTo>
                  <a:pt x="3106844" y="130460"/>
                </a:lnTo>
                <a:lnTo>
                  <a:pt x="3107054" y="130937"/>
                </a:lnTo>
                <a:lnTo>
                  <a:pt x="3107301" y="131367"/>
                </a:lnTo>
                <a:lnTo>
                  <a:pt x="3107583" y="131752"/>
                </a:lnTo>
                <a:lnTo>
                  <a:pt x="3107895" y="132093"/>
                </a:lnTo>
                <a:lnTo>
                  <a:pt x="3108235" y="132395"/>
                </a:lnTo>
                <a:lnTo>
                  <a:pt x="3108599" y="132659"/>
                </a:lnTo>
                <a:lnTo>
                  <a:pt x="3108983" y="132888"/>
                </a:lnTo>
                <a:lnTo>
                  <a:pt x="3109386" y="133084"/>
                </a:lnTo>
                <a:lnTo>
                  <a:pt x="3109802" y="133250"/>
                </a:lnTo>
                <a:lnTo>
                  <a:pt x="3110228" y="133389"/>
                </a:lnTo>
                <a:lnTo>
                  <a:pt x="3110663" y="133502"/>
                </a:lnTo>
                <a:lnTo>
                  <a:pt x="3111101" y="133593"/>
                </a:lnTo>
                <a:lnTo>
                  <a:pt x="3111540" y="133664"/>
                </a:lnTo>
                <a:lnTo>
                  <a:pt x="3111976" y="133717"/>
                </a:lnTo>
                <a:lnTo>
                  <a:pt x="3112406" y="133755"/>
                </a:lnTo>
                <a:lnTo>
                  <a:pt x="3112827" y="133780"/>
                </a:lnTo>
                <a:lnTo>
                  <a:pt x="3113236" y="133796"/>
                </a:lnTo>
                <a:lnTo>
                  <a:pt x="3113628" y="133804"/>
                </a:lnTo>
                <a:lnTo>
                  <a:pt x="3114000" y="133807"/>
                </a:lnTo>
                <a:lnTo>
                  <a:pt x="3114351" y="133807"/>
                </a:lnTo>
                <a:lnTo>
                  <a:pt x="3128809" y="133807"/>
                </a:lnTo>
                <a:lnTo>
                  <a:pt x="3129181" y="133807"/>
                </a:lnTo>
                <a:lnTo>
                  <a:pt x="3129572" y="133804"/>
                </a:lnTo>
                <a:lnTo>
                  <a:pt x="3129979" y="133796"/>
                </a:lnTo>
                <a:lnTo>
                  <a:pt x="3130399" y="133780"/>
                </a:lnTo>
                <a:lnTo>
                  <a:pt x="3130828" y="133755"/>
                </a:lnTo>
                <a:lnTo>
                  <a:pt x="3131264" y="133717"/>
                </a:lnTo>
                <a:lnTo>
                  <a:pt x="3131704" y="133664"/>
                </a:lnTo>
                <a:lnTo>
                  <a:pt x="3132144" y="133593"/>
                </a:lnTo>
                <a:lnTo>
                  <a:pt x="3132581" y="133502"/>
                </a:lnTo>
                <a:lnTo>
                  <a:pt x="3133013" y="133389"/>
                </a:lnTo>
                <a:lnTo>
                  <a:pt x="3133435" y="133250"/>
                </a:lnTo>
                <a:lnTo>
                  <a:pt x="3133846" y="133084"/>
                </a:lnTo>
                <a:lnTo>
                  <a:pt x="3134242" y="132888"/>
                </a:lnTo>
                <a:lnTo>
                  <a:pt x="3134619" y="132659"/>
                </a:lnTo>
                <a:lnTo>
                  <a:pt x="3134975" y="132395"/>
                </a:lnTo>
                <a:lnTo>
                  <a:pt x="3135307" y="132093"/>
                </a:lnTo>
                <a:lnTo>
                  <a:pt x="3135612" y="131752"/>
                </a:lnTo>
                <a:lnTo>
                  <a:pt x="3135885" y="131367"/>
                </a:lnTo>
                <a:lnTo>
                  <a:pt x="3136126" y="130937"/>
                </a:lnTo>
                <a:lnTo>
                  <a:pt x="3136329" y="130460"/>
                </a:lnTo>
                <a:lnTo>
                  <a:pt x="3136493" y="129932"/>
                </a:lnTo>
                <a:lnTo>
                  <a:pt x="3136614" y="129352"/>
                </a:lnTo>
                <a:lnTo>
                  <a:pt x="3136688" y="128717"/>
                </a:lnTo>
                <a:lnTo>
                  <a:pt x="3136714" y="128023"/>
                </a:lnTo>
                <a:lnTo>
                  <a:pt x="3136693" y="127307"/>
                </a:lnTo>
                <a:lnTo>
                  <a:pt x="3136630" y="126650"/>
                </a:lnTo>
                <a:lnTo>
                  <a:pt x="3136526" y="126051"/>
                </a:lnTo>
                <a:lnTo>
                  <a:pt x="3136382" y="125506"/>
                </a:lnTo>
                <a:lnTo>
                  <a:pt x="3136197" y="125013"/>
                </a:lnTo>
                <a:lnTo>
                  <a:pt x="3135973" y="124569"/>
                </a:lnTo>
                <a:close/>
                <a:moveTo>
                  <a:pt x="2619975" y="110023"/>
                </a:moveTo>
                <a:lnTo>
                  <a:pt x="2619720" y="109621"/>
                </a:lnTo>
                <a:lnTo>
                  <a:pt x="2619434" y="109261"/>
                </a:lnTo>
                <a:lnTo>
                  <a:pt x="2619120" y="108941"/>
                </a:lnTo>
                <a:lnTo>
                  <a:pt x="2618782" y="108659"/>
                </a:lnTo>
                <a:lnTo>
                  <a:pt x="2618426" y="108412"/>
                </a:lnTo>
                <a:lnTo>
                  <a:pt x="2618054" y="108198"/>
                </a:lnTo>
                <a:lnTo>
                  <a:pt x="2617673" y="108014"/>
                </a:lnTo>
                <a:lnTo>
                  <a:pt x="2617285" y="107859"/>
                </a:lnTo>
                <a:lnTo>
                  <a:pt x="2616896" y="107730"/>
                </a:lnTo>
                <a:lnTo>
                  <a:pt x="2616509" y="107623"/>
                </a:lnTo>
                <a:lnTo>
                  <a:pt x="2616129" y="107539"/>
                </a:lnTo>
                <a:lnTo>
                  <a:pt x="2615761" y="107472"/>
                </a:lnTo>
                <a:lnTo>
                  <a:pt x="2615408" y="107423"/>
                </a:lnTo>
                <a:lnTo>
                  <a:pt x="2615076" y="107387"/>
                </a:lnTo>
                <a:lnTo>
                  <a:pt x="2614768" y="107363"/>
                </a:lnTo>
                <a:lnTo>
                  <a:pt x="2614488" y="107349"/>
                </a:lnTo>
                <a:lnTo>
                  <a:pt x="2614242" y="107341"/>
                </a:lnTo>
                <a:lnTo>
                  <a:pt x="2614033" y="107339"/>
                </a:lnTo>
                <a:lnTo>
                  <a:pt x="2613866" y="107338"/>
                </a:lnTo>
                <a:lnTo>
                  <a:pt x="2613442" y="107341"/>
                </a:lnTo>
                <a:lnTo>
                  <a:pt x="2613038" y="107352"/>
                </a:lnTo>
                <a:lnTo>
                  <a:pt x="2612652" y="107370"/>
                </a:lnTo>
                <a:lnTo>
                  <a:pt x="2612284" y="107398"/>
                </a:lnTo>
                <a:lnTo>
                  <a:pt x="2611932" y="107436"/>
                </a:lnTo>
                <a:lnTo>
                  <a:pt x="2611598" y="107486"/>
                </a:lnTo>
                <a:lnTo>
                  <a:pt x="2611278" y="107548"/>
                </a:lnTo>
                <a:lnTo>
                  <a:pt x="2610974" y="107624"/>
                </a:lnTo>
                <a:lnTo>
                  <a:pt x="2610684" y="107715"/>
                </a:lnTo>
                <a:lnTo>
                  <a:pt x="2610407" y="107822"/>
                </a:lnTo>
                <a:lnTo>
                  <a:pt x="2610142" y="107945"/>
                </a:lnTo>
                <a:lnTo>
                  <a:pt x="2609890" y="108087"/>
                </a:lnTo>
                <a:lnTo>
                  <a:pt x="2609648" y="108248"/>
                </a:lnTo>
                <a:lnTo>
                  <a:pt x="2609417" y="108429"/>
                </a:lnTo>
                <a:lnTo>
                  <a:pt x="2609195" y="108631"/>
                </a:lnTo>
                <a:lnTo>
                  <a:pt x="2608982" y="108855"/>
                </a:lnTo>
                <a:lnTo>
                  <a:pt x="2608777" y="109103"/>
                </a:lnTo>
                <a:lnTo>
                  <a:pt x="2608579" y="109376"/>
                </a:lnTo>
                <a:lnTo>
                  <a:pt x="2608388" y="109674"/>
                </a:lnTo>
                <a:lnTo>
                  <a:pt x="2608202" y="110000"/>
                </a:lnTo>
                <a:lnTo>
                  <a:pt x="2608022" y="110353"/>
                </a:lnTo>
                <a:lnTo>
                  <a:pt x="2607846" y="110734"/>
                </a:lnTo>
                <a:lnTo>
                  <a:pt x="2607673" y="111146"/>
                </a:lnTo>
                <a:lnTo>
                  <a:pt x="2607503" y="111589"/>
                </a:lnTo>
                <a:lnTo>
                  <a:pt x="2606942" y="112777"/>
                </a:lnTo>
                <a:lnTo>
                  <a:pt x="2606321" y="113883"/>
                </a:lnTo>
                <a:lnTo>
                  <a:pt x="2605645" y="114910"/>
                </a:lnTo>
                <a:lnTo>
                  <a:pt x="2604920" y="115861"/>
                </a:lnTo>
                <a:lnTo>
                  <a:pt x="2604150" y="116739"/>
                </a:lnTo>
                <a:lnTo>
                  <a:pt x="2603340" y="117546"/>
                </a:lnTo>
                <a:lnTo>
                  <a:pt x="2602495" y="118286"/>
                </a:lnTo>
                <a:lnTo>
                  <a:pt x="2601619" y="118960"/>
                </a:lnTo>
                <a:lnTo>
                  <a:pt x="2600718" y="119572"/>
                </a:lnTo>
                <a:lnTo>
                  <a:pt x="2599797" y="120125"/>
                </a:lnTo>
                <a:lnTo>
                  <a:pt x="2598859" y="120621"/>
                </a:lnTo>
                <a:lnTo>
                  <a:pt x="2597911" y="121063"/>
                </a:lnTo>
                <a:lnTo>
                  <a:pt x="2596957" y="121454"/>
                </a:lnTo>
                <a:lnTo>
                  <a:pt x="2596002" y="121796"/>
                </a:lnTo>
                <a:lnTo>
                  <a:pt x="2595050" y="122092"/>
                </a:lnTo>
                <a:lnTo>
                  <a:pt x="2594107" y="122346"/>
                </a:lnTo>
                <a:lnTo>
                  <a:pt x="2593177" y="122559"/>
                </a:lnTo>
                <a:lnTo>
                  <a:pt x="2592266" y="122735"/>
                </a:lnTo>
                <a:lnTo>
                  <a:pt x="2591378" y="122877"/>
                </a:lnTo>
                <a:lnTo>
                  <a:pt x="2590517" y="122986"/>
                </a:lnTo>
                <a:lnTo>
                  <a:pt x="2589690" y="123066"/>
                </a:lnTo>
                <a:lnTo>
                  <a:pt x="2588900" y="123120"/>
                </a:lnTo>
                <a:lnTo>
                  <a:pt x="2588152" y="123151"/>
                </a:lnTo>
                <a:lnTo>
                  <a:pt x="2587452" y="123160"/>
                </a:lnTo>
                <a:lnTo>
                  <a:pt x="2585646" y="123110"/>
                </a:lnTo>
                <a:lnTo>
                  <a:pt x="2583844" y="122961"/>
                </a:lnTo>
                <a:lnTo>
                  <a:pt x="2582052" y="122713"/>
                </a:lnTo>
                <a:lnTo>
                  <a:pt x="2580276" y="122369"/>
                </a:lnTo>
                <a:lnTo>
                  <a:pt x="2578518" y="121929"/>
                </a:lnTo>
                <a:lnTo>
                  <a:pt x="2576786" y="121394"/>
                </a:lnTo>
                <a:lnTo>
                  <a:pt x="2575083" y="120766"/>
                </a:lnTo>
                <a:lnTo>
                  <a:pt x="2573415" y="120045"/>
                </a:lnTo>
                <a:lnTo>
                  <a:pt x="2571786" y="119233"/>
                </a:lnTo>
                <a:lnTo>
                  <a:pt x="2570201" y="118332"/>
                </a:lnTo>
                <a:lnTo>
                  <a:pt x="2568666" y="117341"/>
                </a:lnTo>
                <a:lnTo>
                  <a:pt x="2567186" y="116263"/>
                </a:lnTo>
                <a:lnTo>
                  <a:pt x="2565764" y="115098"/>
                </a:lnTo>
                <a:lnTo>
                  <a:pt x="2564407" y="113847"/>
                </a:lnTo>
                <a:lnTo>
                  <a:pt x="2563119" y="112513"/>
                </a:lnTo>
                <a:lnTo>
                  <a:pt x="2561904" y="111095"/>
                </a:lnTo>
                <a:lnTo>
                  <a:pt x="2560769" y="109596"/>
                </a:lnTo>
                <a:lnTo>
                  <a:pt x="2559718" y="108016"/>
                </a:lnTo>
                <a:lnTo>
                  <a:pt x="2558755" y="106356"/>
                </a:lnTo>
                <a:lnTo>
                  <a:pt x="2557887" y="104617"/>
                </a:lnTo>
                <a:lnTo>
                  <a:pt x="2557117" y="102802"/>
                </a:lnTo>
                <a:lnTo>
                  <a:pt x="2556451" y="100910"/>
                </a:lnTo>
                <a:lnTo>
                  <a:pt x="2555893" y="98943"/>
                </a:lnTo>
                <a:lnTo>
                  <a:pt x="2555449" y="96903"/>
                </a:lnTo>
                <a:lnTo>
                  <a:pt x="2612902" y="96903"/>
                </a:lnTo>
                <a:lnTo>
                  <a:pt x="2613405" y="96902"/>
                </a:lnTo>
                <a:lnTo>
                  <a:pt x="2613904" y="96899"/>
                </a:lnTo>
                <a:lnTo>
                  <a:pt x="2614395" y="96889"/>
                </a:lnTo>
                <a:lnTo>
                  <a:pt x="2614878" y="96870"/>
                </a:lnTo>
                <a:lnTo>
                  <a:pt x="2615352" y="96838"/>
                </a:lnTo>
                <a:lnTo>
                  <a:pt x="2615814" y="96792"/>
                </a:lnTo>
                <a:lnTo>
                  <a:pt x="2616264" y="96726"/>
                </a:lnTo>
                <a:lnTo>
                  <a:pt x="2616700" y="96639"/>
                </a:lnTo>
                <a:lnTo>
                  <a:pt x="2617120" y="96527"/>
                </a:lnTo>
                <a:lnTo>
                  <a:pt x="2617524" y="96387"/>
                </a:lnTo>
                <a:lnTo>
                  <a:pt x="2617909" y="96216"/>
                </a:lnTo>
                <a:lnTo>
                  <a:pt x="2618275" y="96012"/>
                </a:lnTo>
                <a:lnTo>
                  <a:pt x="2618619" y="95770"/>
                </a:lnTo>
                <a:lnTo>
                  <a:pt x="2618941" y="95487"/>
                </a:lnTo>
                <a:lnTo>
                  <a:pt x="2619240" y="95162"/>
                </a:lnTo>
                <a:lnTo>
                  <a:pt x="2619512" y="94790"/>
                </a:lnTo>
                <a:lnTo>
                  <a:pt x="2619759" y="94369"/>
                </a:lnTo>
                <a:lnTo>
                  <a:pt x="2619976" y="93894"/>
                </a:lnTo>
                <a:lnTo>
                  <a:pt x="2620165" y="93365"/>
                </a:lnTo>
                <a:lnTo>
                  <a:pt x="2620322" y="92776"/>
                </a:lnTo>
                <a:lnTo>
                  <a:pt x="2620447" y="92126"/>
                </a:lnTo>
                <a:lnTo>
                  <a:pt x="2620537" y="91410"/>
                </a:lnTo>
                <a:lnTo>
                  <a:pt x="2620593" y="90626"/>
                </a:lnTo>
                <a:lnTo>
                  <a:pt x="2620612" y="89772"/>
                </a:lnTo>
                <a:lnTo>
                  <a:pt x="2620548" y="87041"/>
                </a:lnTo>
                <a:lnTo>
                  <a:pt x="2620355" y="84349"/>
                </a:lnTo>
                <a:lnTo>
                  <a:pt x="2620033" y="81703"/>
                </a:lnTo>
                <a:lnTo>
                  <a:pt x="2619582" y="79109"/>
                </a:lnTo>
                <a:lnTo>
                  <a:pt x="2619002" y="76576"/>
                </a:lnTo>
                <a:lnTo>
                  <a:pt x="2618292" y="74109"/>
                </a:lnTo>
                <a:lnTo>
                  <a:pt x="2617454" y="71715"/>
                </a:lnTo>
                <a:lnTo>
                  <a:pt x="2616485" y="69401"/>
                </a:lnTo>
                <a:lnTo>
                  <a:pt x="2615386" y="67175"/>
                </a:lnTo>
                <a:lnTo>
                  <a:pt x="2614158" y="65042"/>
                </a:lnTo>
                <a:lnTo>
                  <a:pt x="2612799" y="63010"/>
                </a:lnTo>
                <a:lnTo>
                  <a:pt x="2611310" y="61086"/>
                </a:lnTo>
                <a:lnTo>
                  <a:pt x="2609690" y="59277"/>
                </a:lnTo>
                <a:lnTo>
                  <a:pt x="2607940" y="57588"/>
                </a:lnTo>
                <a:lnTo>
                  <a:pt x="2606059" y="56028"/>
                </a:lnTo>
                <a:lnTo>
                  <a:pt x="2604046" y="54603"/>
                </a:lnTo>
                <a:lnTo>
                  <a:pt x="2601903" y="53320"/>
                </a:lnTo>
                <a:lnTo>
                  <a:pt x="2599628" y="52186"/>
                </a:lnTo>
                <a:lnTo>
                  <a:pt x="2597222" y="51207"/>
                </a:lnTo>
                <a:lnTo>
                  <a:pt x="2594683" y="50391"/>
                </a:lnTo>
                <a:lnTo>
                  <a:pt x="2592013" y="49745"/>
                </a:lnTo>
                <a:lnTo>
                  <a:pt x="2589211" y="49274"/>
                </a:lnTo>
                <a:lnTo>
                  <a:pt x="2586277" y="48987"/>
                </a:lnTo>
                <a:lnTo>
                  <a:pt x="2583210" y="48890"/>
                </a:lnTo>
                <a:lnTo>
                  <a:pt x="2580366" y="48989"/>
                </a:lnTo>
                <a:lnTo>
                  <a:pt x="2577575" y="49283"/>
                </a:lnTo>
                <a:lnTo>
                  <a:pt x="2574842" y="49765"/>
                </a:lnTo>
                <a:lnTo>
                  <a:pt x="2572174" y="50428"/>
                </a:lnTo>
                <a:lnTo>
                  <a:pt x="2569576" y="51267"/>
                </a:lnTo>
                <a:lnTo>
                  <a:pt x="2567055" y="52274"/>
                </a:lnTo>
                <a:lnTo>
                  <a:pt x="2564616" y="53443"/>
                </a:lnTo>
                <a:lnTo>
                  <a:pt x="2562267" y="54768"/>
                </a:lnTo>
                <a:lnTo>
                  <a:pt x="2560013" y="56242"/>
                </a:lnTo>
                <a:lnTo>
                  <a:pt x="2557860" y="57860"/>
                </a:lnTo>
                <a:lnTo>
                  <a:pt x="2555814" y="59613"/>
                </a:lnTo>
                <a:lnTo>
                  <a:pt x="2553882" y="61497"/>
                </a:lnTo>
                <a:lnTo>
                  <a:pt x="2552069" y="63504"/>
                </a:lnTo>
                <a:lnTo>
                  <a:pt x="2550382" y="65628"/>
                </a:lnTo>
                <a:lnTo>
                  <a:pt x="2548826" y="67863"/>
                </a:lnTo>
                <a:lnTo>
                  <a:pt x="2547408" y="70202"/>
                </a:lnTo>
                <a:lnTo>
                  <a:pt x="2546135" y="72639"/>
                </a:lnTo>
                <a:lnTo>
                  <a:pt x="2545011" y="75167"/>
                </a:lnTo>
                <a:lnTo>
                  <a:pt x="2544043" y="77780"/>
                </a:lnTo>
                <a:lnTo>
                  <a:pt x="2543238" y="80472"/>
                </a:lnTo>
                <a:lnTo>
                  <a:pt x="2542601" y="83235"/>
                </a:lnTo>
                <a:lnTo>
                  <a:pt x="2542138" y="86064"/>
                </a:lnTo>
                <a:lnTo>
                  <a:pt x="2541856" y="88952"/>
                </a:lnTo>
                <a:lnTo>
                  <a:pt x="2541761" y="91893"/>
                </a:lnTo>
                <a:lnTo>
                  <a:pt x="2541861" y="94815"/>
                </a:lnTo>
                <a:lnTo>
                  <a:pt x="2542158" y="97688"/>
                </a:lnTo>
                <a:lnTo>
                  <a:pt x="2542646" y="100506"/>
                </a:lnTo>
                <a:lnTo>
                  <a:pt x="2543318" y="103261"/>
                </a:lnTo>
                <a:lnTo>
                  <a:pt x="2544169" y="105946"/>
                </a:lnTo>
                <a:lnTo>
                  <a:pt x="2545192" y="108556"/>
                </a:lnTo>
                <a:lnTo>
                  <a:pt x="2546381" y="111084"/>
                </a:lnTo>
                <a:lnTo>
                  <a:pt x="2547730" y="113522"/>
                </a:lnTo>
                <a:lnTo>
                  <a:pt x="2549233" y="115864"/>
                </a:lnTo>
                <a:lnTo>
                  <a:pt x="2550884" y="118104"/>
                </a:lnTo>
                <a:lnTo>
                  <a:pt x="2552677" y="120234"/>
                </a:lnTo>
                <a:lnTo>
                  <a:pt x="2554605" y="122248"/>
                </a:lnTo>
                <a:lnTo>
                  <a:pt x="2556663" y="124140"/>
                </a:lnTo>
                <a:lnTo>
                  <a:pt x="2558844" y="125902"/>
                </a:lnTo>
                <a:lnTo>
                  <a:pt x="2561143" y="127529"/>
                </a:lnTo>
                <a:lnTo>
                  <a:pt x="2563553" y="129012"/>
                </a:lnTo>
                <a:lnTo>
                  <a:pt x="2566068" y="130346"/>
                </a:lnTo>
                <a:lnTo>
                  <a:pt x="2568682" y="131524"/>
                </a:lnTo>
                <a:lnTo>
                  <a:pt x="2571389" y="132539"/>
                </a:lnTo>
                <a:lnTo>
                  <a:pt x="2574182" y="133384"/>
                </a:lnTo>
                <a:lnTo>
                  <a:pt x="2577056" y="134054"/>
                </a:lnTo>
                <a:lnTo>
                  <a:pt x="2580005" y="134540"/>
                </a:lnTo>
                <a:lnTo>
                  <a:pt x="2583022" y="134837"/>
                </a:lnTo>
                <a:lnTo>
                  <a:pt x="2586102" y="134937"/>
                </a:lnTo>
                <a:lnTo>
                  <a:pt x="2589198" y="134849"/>
                </a:lnTo>
                <a:lnTo>
                  <a:pt x="2592127" y="134593"/>
                </a:lnTo>
                <a:lnTo>
                  <a:pt x="2594892" y="134181"/>
                </a:lnTo>
                <a:lnTo>
                  <a:pt x="2597495" y="133629"/>
                </a:lnTo>
                <a:lnTo>
                  <a:pt x="2599940" y="132947"/>
                </a:lnTo>
                <a:lnTo>
                  <a:pt x="2602231" y="132149"/>
                </a:lnTo>
                <a:lnTo>
                  <a:pt x="2604369" y="131248"/>
                </a:lnTo>
                <a:lnTo>
                  <a:pt x="2606360" y="130257"/>
                </a:lnTo>
                <a:lnTo>
                  <a:pt x="2608205" y="129189"/>
                </a:lnTo>
                <a:lnTo>
                  <a:pt x="2609908" y="128057"/>
                </a:lnTo>
                <a:lnTo>
                  <a:pt x="2611472" y="126874"/>
                </a:lnTo>
                <a:lnTo>
                  <a:pt x="2612900" y="125653"/>
                </a:lnTo>
                <a:lnTo>
                  <a:pt x="2614196" y="124406"/>
                </a:lnTo>
                <a:lnTo>
                  <a:pt x="2615363" y="123148"/>
                </a:lnTo>
                <a:lnTo>
                  <a:pt x="2616403" y="121890"/>
                </a:lnTo>
                <a:lnTo>
                  <a:pt x="2617320" y="120646"/>
                </a:lnTo>
                <a:lnTo>
                  <a:pt x="2618118" y="119429"/>
                </a:lnTo>
                <a:lnTo>
                  <a:pt x="2618799" y="118251"/>
                </a:lnTo>
                <a:lnTo>
                  <a:pt x="2619366" y="117126"/>
                </a:lnTo>
                <a:lnTo>
                  <a:pt x="2619823" y="116067"/>
                </a:lnTo>
                <a:lnTo>
                  <a:pt x="2620173" y="115086"/>
                </a:lnTo>
                <a:lnTo>
                  <a:pt x="2620419" y="114197"/>
                </a:lnTo>
                <a:lnTo>
                  <a:pt x="2620564" y="113412"/>
                </a:lnTo>
                <a:lnTo>
                  <a:pt x="2620612" y="112747"/>
                </a:lnTo>
                <a:lnTo>
                  <a:pt x="2620584" y="112100"/>
                </a:lnTo>
                <a:lnTo>
                  <a:pt x="2620501" y="111505"/>
                </a:lnTo>
                <a:lnTo>
                  <a:pt x="2620369" y="110963"/>
                </a:lnTo>
                <a:lnTo>
                  <a:pt x="2620193" y="110469"/>
                </a:lnTo>
                <a:lnTo>
                  <a:pt x="2619975" y="110023"/>
                </a:lnTo>
                <a:close/>
                <a:moveTo>
                  <a:pt x="2557684" y="78619"/>
                </a:moveTo>
                <a:lnTo>
                  <a:pt x="2558400" y="77053"/>
                </a:lnTo>
                <a:lnTo>
                  <a:pt x="2559191" y="75539"/>
                </a:lnTo>
                <a:lnTo>
                  <a:pt x="2560055" y="74080"/>
                </a:lnTo>
                <a:lnTo>
                  <a:pt x="2560990" y="72679"/>
                </a:lnTo>
                <a:lnTo>
                  <a:pt x="2561993" y="71339"/>
                </a:lnTo>
                <a:lnTo>
                  <a:pt x="2563060" y="70063"/>
                </a:lnTo>
                <a:lnTo>
                  <a:pt x="2564190" y="68853"/>
                </a:lnTo>
                <a:lnTo>
                  <a:pt x="2565378" y="67714"/>
                </a:lnTo>
                <a:lnTo>
                  <a:pt x="2566623" y="66649"/>
                </a:lnTo>
                <a:lnTo>
                  <a:pt x="2567921" y="65660"/>
                </a:lnTo>
                <a:lnTo>
                  <a:pt x="2569269" y="64750"/>
                </a:lnTo>
                <a:lnTo>
                  <a:pt x="2570665" y="63923"/>
                </a:lnTo>
                <a:lnTo>
                  <a:pt x="2572106" y="63182"/>
                </a:lnTo>
                <a:lnTo>
                  <a:pt x="2573589" y="62529"/>
                </a:lnTo>
                <a:lnTo>
                  <a:pt x="2575112" y="61968"/>
                </a:lnTo>
                <a:lnTo>
                  <a:pt x="2576670" y="61503"/>
                </a:lnTo>
                <a:lnTo>
                  <a:pt x="2578262" y="61135"/>
                </a:lnTo>
                <a:lnTo>
                  <a:pt x="2579885" y="60869"/>
                </a:lnTo>
                <a:lnTo>
                  <a:pt x="2581535" y="60707"/>
                </a:lnTo>
                <a:lnTo>
                  <a:pt x="2583210" y="60652"/>
                </a:lnTo>
                <a:lnTo>
                  <a:pt x="2584473" y="60678"/>
                </a:lnTo>
                <a:lnTo>
                  <a:pt x="2585750" y="60758"/>
                </a:lnTo>
                <a:lnTo>
                  <a:pt x="2587036" y="60898"/>
                </a:lnTo>
                <a:lnTo>
                  <a:pt x="2588327" y="61101"/>
                </a:lnTo>
                <a:lnTo>
                  <a:pt x="2589617" y="61372"/>
                </a:lnTo>
                <a:lnTo>
                  <a:pt x="2590901" y="61716"/>
                </a:lnTo>
                <a:lnTo>
                  <a:pt x="2592173" y="62136"/>
                </a:lnTo>
                <a:lnTo>
                  <a:pt x="2593428" y="62638"/>
                </a:lnTo>
                <a:lnTo>
                  <a:pt x="2594661" y="63225"/>
                </a:lnTo>
                <a:lnTo>
                  <a:pt x="2595867" y="63902"/>
                </a:lnTo>
                <a:lnTo>
                  <a:pt x="2597040" y="64674"/>
                </a:lnTo>
                <a:lnTo>
                  <a:pt x="2598176" y="65545"/>
                </a:lnTo>
                <a:lnTo>
                  <a:pt x="2599268" y="66520"/>
                </a:lnTo>
                <a:lnTo>
                  <a:pt x="2600311" y="67602"/>
                </a:lnTo>
                <a:lnTo>
                  <a:pt x="2601301" y="68797"/>
                </a:lnTo>
                <a:lnTo>
                  <a:pt x="2602232" y="70108"/>
                </a:lnTo>
                <a:lnTo>
                  <a:pt x="2603099" y="71541"/>
                </a:lnTo>
                <a:lnTo>
                  <a:pt x="2603896" y="73099"/>
                </a:lnTo>
                <a:lnTo>
                  <a:pt x="2604619" y="74788"/>
                </a:lnTo>
                <a:lnTo>
                  <a:pt x="2605261" y="76610"/>
                </a:lnTo>
                <a:lnTo>
                  <a:pt x="2605818" y="78572"/>
                </a:lnTo>
                <a:lnTo>
                  <a:pt x="2606284" y="80677"/>
                </a:lnTo>
                <a:lnTo>
                  <a:pt x="2606655" y="82930"/>
                </a:lnTo>
                <a:lnTo>
                  <a:pt x="2606924" y="85335"/>
                </a:lnTo>
                <a:lnTo>
                  <a:pt x="2555643" y="85335"/>
                </a:lnTo>
                <a:lnTo>
                  <a:pt x="2556025" y="83594"/>
                </a:lnTo>
                <a:lnTo>
                  <a:pt x="2556494" y="81892"/>
                </a:lnTo>
                <a:lnTo>
                  <a:pt x="2557048" y="80233"/>
                </a:lnTo>
                <a:lnTo>
                  <a:pt x="2557684" y="78619"/>
                </a:lnTo>
                <a:close/>
                <a:moveTo>
                  <a:pt x="2827669" y="92218"/>
                </a:moveTo>
                <a:lnTo>
                  <a:pt x="2827670" y="92255"/>
                </a:lnTo>
                <a:lnTo>
                  <a:pt x="2827670" y="92184"/>
                </a:lnTo>
                <a:lnTo>
                  <a:pt x="2827669" y="92218"/>
                </a:lnTo>
                <a:close/>
                <a:moveTo>
                  <a:pt x="1707110" y="124569"/>
                </a:moveTo>
                <a:lnTo>
                  <a:pt x="1706836" y="124172"/>
                </a:lnTo>
                <a:lnTo>
                  <a:pt x="1706531" y="123818"/>
                </a:lnTo>
                <a:lnTo>
                  <a:pt x="1706200" y="123507"/>
                </a:lnTo>
                <a:lnTo>
                  <a:pt x="1705844" y="123234"/>
                </a:lnTo>
                <a:lnTo>
                  <a:pt x="1705466" y="122998"/>
                </a:lnTo>
                <a:lnTo>
                  <a:pt x="1705071" y="122795"/>
                </a:lnTo>
                <a:lnTo>
                  <a:pt x="1704660" y="122623"/>
                </a:lnTo>
                <a:lnTo>
                  <a:pt x="1704238" y="122480"/>
                </a:lnTo>
                <a:lnTo>
                  <a:pt x="1703806" y="122363"/>
                </a:lnTo>
                <a:lnTo>
                  <a:pt x="1703369" y="122269"/>
                </a:lnTo>
                <a:lnTo>
                  <a:pt x="1702929" y="122196"/>
                </a:lnTo>
                <a:lnTo>
                  <a:pt x="1702489" y="122141"/>
                </a:lnTo>
                <a:lnTo>
                  <a:pt x="1702053" y="122102"/>
                </a:lnTo>
                <a:lnTo>
                  <a:pt x="1701624" y="122076"/>
                </a:lnTo>
                <a:lnTo>
                  <a:pt x="1701204" y="122060"/>
                </a:lnTo>
                <a:lnTo>
                  <a:pt x="1700797" y="122052"/>
                </a:lnTo>
                <a:lnTo>
                  <a:pt x="1700405" y="122049"/>
                </a:lnTo>
                <a:lnTo>
                  <a:pt x="1700033" y="122048"/>
                </a:lnTo>
                <a:lnTo>
                  <a:pt x="1679791" y="122048"/>
                </a:lnTo>
                <a:lnTo>
                  <a:pt x="1679791" y="58678"/>
                </a:lnTo>
                <a:lnTo>
                  <a:pt x="1679784" y="57952"/>
                </a:lnTo>
                <a:lnTo>
                  <a:pt x="1679764" y="57267"/>
                </a:lnTo>
                <a:lnTo>
                  <a:pt x="1679728" y="56623"/>
                </a:lnTo>
                <a:lnTo>
                  <a:pt x="1679675" y="56018"/>
                </a:lnTo>
                <a:lnTo>
                  <a:pt x="1679602" y="55451"/>
                </a:lnTo>
                <a:lnTo>
                  <a:pt x="1679508" y="54922"/>
                </a:lnTo>
                <a:lnTo>
                  <a:pt x="1679390" y="54429"/>
                </a:lnTo>
                <a:lnTo>
                  <a:pt x="1679248" y="53973"/>
                </a:lnTo>
                <a:lnTo>
                  <a:pt x="1679079" y="53551"/>
                </a:lnTo>
                <a:lnTo>
                  <a:pt x="1678882" y="53163"/>
                </a:lnTo>
                <a:lnTo>
                  <a:pt x="1678654" y="52808"/>
                </a:lnTo>
                <a:lnTo>
                  <a:pt x="1678393" y="52485"/>
                </a:lnTo>
                <a:lnTo>
                  <a:pt x="1678099" y="52193"/>
                </a:lnTo>
                <a:lnTo>
                  <a:pt x="1677768" y="51931"/>
                </a:lnTo>
                <a:lnTo>
                  <a:pt x="1677400" y="51698"/>
                </a:lnTo>
                <a:lnTo>
                  <a:pt x="1676992" y="51494"/>
                </a:lnTo>
                <a:lnTo>
                  <a:pt x="1676543" y="51318"/>
                </a:lnTo>
                <a:lnTo>
                  <a:pt x="1676050" y="51168"/>
                </a:lnTo>
                <a:lnTo>
                  <a:pt x="1675512" y="51043"/>
                </a:lnTo>
                <a:lnTo>
                  <a:pt x="1674927" y="50943"/>
                </a:lnTo>
                <a:lnTo>
                  <a:pt x="1674293" y="50867"/>
                </a:lnTo>
                <a:lnTo>
                  <a:pt x="1673609" y="50814"/>
                </a:lnTo>
                <a:lnTo>
                  <a:pt x="1672872" y="50783"/>
                </a:lnTo>
                <a:lnTo>
                  <a:pt x="1672080" y="50773"/>
                </a:lnTo>
                <a:lnTo>
                  <a:pt x="1644704" y="50773"/>
                </a:lnTo>
                <a:lnTo>
                  <a:pt x="1644332" y="50773"/>
                </a:lnTo>
                <a:lnTo>
                  <a:pt x="1643941" y="50776"/>
                </a:lnTo>
                <a:lnTo>
                  <a:pt x="1643534" y="50784"/>
                </a:lnTo>
                <a:lnTo>
                  <a:pt x="1643115" y="50799"/>
                </a:lnTo>
                <a:lnTo>
                  <a:pt x="1642685" y="50825"/>
                </a:lnTo>
                <a:lnTo>
                  <a:pt x="1642249" y="50863"/>
                </a:lnTo>
                <a:lnTo>
                  <a:pt x="1641810" y="50916"/>
                </a:lnTo>
                <a:lnTo>
                  <a:pt x="1641370" y="50987"/>
                </a:lnTo>
                <a:lnTo>
                  <a:pt x="1640932" y="51078"/>
                </a:lnTo>
                <a:lnTo>
                  <a:pt x="1640501" y="51191"/>
                </a:lnTo>
                <a:lnTo>
                  <a:pt x="1640078" y="51330"/>
                </a:lnTo>
                <a:lnTo>
                  <a:pt x="1639667" y="51496"/>
                </a:lnTo>
                <a:lnTo>
                  <a:pt x="1639272" y="51692"/>
                </a:lnTo>
                <a:lnTo>
                  <a:pt x="1638894" y="51921"/>
                </a:lnTo>
                <a:lnTo>
                  <a:pt x="1638538" y="52186"/>
                </a:lnTo>
                <a:lnTo>
                  <a:pt x="1638206" y="52487"/>
                </a:lnTo>
                <a:lnTo>
                  <a:pt x="1637902" y="52829"/>
                </a:lnTo>
                <a:lnTo>
                  <a:pt x="1637628" y="53214"/>
                </a:lnTo>
                <a:lnTo>
                  <a:pt x="1637388" y="53644"/>
                </a:lnTo>
                <a:lnTo>
                  <a:pt x="1637184" y="54122"/>
                </a:lnTo>
                <a:lnTo>
                  <a:pt x="1637021" y="54649"/>
                </a:lnTo>
                <a:lnTo>
                  <a:pt x="1636900" y="55230"/>
                </a:lnTo>
                <a:lnTo>
                  <a:pt x="1636825" y="55866"/>
                </a:lnTo>
                <a:lnTo>
                  <a:pt x="1636800" y="56560"/>
                </a:lnTo>
                <a:lnTo>
                  <a:pt x="1636825" y="57276"/>
                </a:lnTo>
                <a:lnTo>
                  <a:pt x="1636900" y="57932"/>
                </a:lnTo>
                <a:lnTo>
                  <a:pt x="1637021" y="58532"/>
                </a:lnTo>
                <a:lnTo>
                  <a:pt x="1637184" y="59077"/>
                </a:lnTo>
                <a:lnTo>
                  <a:pt x="1637388" y="59570"/>
                </a:lnTo>
                <a:lnTo>
                  <a:pt x="1637628" y="60014"/>
                </a:lnTo>
                <a:lnTo>
                  <a:pt x="1637902" y="60411"/>
                </a:lnTo>
                <a:lnTo>
                  <a:pt x="1638206" y="60764"/>
                </a:lnTo>
                <a:lnTo>
                  <a:pt x="1638538" y="61076"/>
                </a:lnTo>
                <a:lnTo>
                  <a:pt x="1638894" y="61349"/>
                </a:lnTo>
                <a:lnTo>
                  <a:pt x="1639272" y="61585"/>
                </a:lnTo>
                <a:lnTo>
                  <a:pt x="1639667" y="61788"/>
                </a:lnTo>
                <a:lnTo>
                  <a:pt x="1640078" y="61959"/>
                </a:lnTo>
                <a:lnTo>
                  <a:pt x="1640501" y="62103"/>
                </a:lnTo>
                <a:lnTo>
                  <a:pt x="1640932" y="62220"/>
                </a:lnTo>
                <a:lnTo>
                  <a:pt x="1641370" y="62313"/>
                </a:lnTo>
                <a:lnTo>
                  <a:pt x="1641810" y="62386"/>
                </a:lnTo>
                <a:lnTo>
                  <a:pt x="1642249" y="62441"/>
                </a:lnTo>
                <a:lnTo>
                  <a:pt x="1642685" y="62481"/>
                </a:lnTo>
                <a:lnTo>
                  <a:pt x="1643115" y="62507"/>
                </a:lnTo>
                <a:lnTo>
                  <a:pt x="1643534" y="62523"/>
                </a:lnTo>
                <a:lnTo>
                  <a:pt x="1643941" y="62531"/>
                </a:lnTo>
                <a:lnTo>
                  <a:pt x="1644332" y="62534"/>
                </a:lnTo>
                <a:lnTo>
                  <a:pt x="1644704" y="62535"/>
                </a:lnTo>
                <a:lnTo>
                  <a:pt x="1666488" y="62535"/>
                </a:lnTo>
                <a:lnTo>
                  <a:pt x="1666488" y="122048"/>
                </a:lnTo>
                <a:lnTo>
                  <a:pt x="1643160" y="122048"/>
                </a:lnTo>
                <a:lnTo>
                  <a:pt x="1642766" y="122049"/>
                </a:lnTo>
                <a:lnTo>
                  <a:pt x="1642357" y="122052"/>
                </a:lnTo>
                <a:lnTo>
                  <a:pt x="1641935" y="122060"/>
                </a:lnTo>
                <a:lnTo>
                  <a:pt x="1641504" y="122076"/>
                </a:lnTo>
                <a:lnTo>
                  <a:pt x="1641066" y="122102"/>
                </a:lnTo>
                <a:lnTo>
                  <a:pt x="1640624" y="122141"/>
                </a:lnTo>
                <a:lnTo>
                  <a:pt x="1640181" y="122196"/>
                </a:lnTo>
                <a:lnTo>
                  <a:pt x="1639740" y="122269"/>
                </a:lnTo>
                <a:lnTo>
                  <a:pt x="1639304" y="122363"/>
                </a:lnTo>
                <a:lnTo>
                  <a:pt x="1638875" y="122480"/>
                </a:lnTo>
                <a:lnTo>
                  <a:pt x="1638457" y="122623"/>
                </a:lnTo>
                <a:lnTo>
                  <a:pt x="1638051" y="122795"/>
                </a:lnTo>
                <a:lnTo>
                  <a:pt x="1637662" y="122998"/>
                </a:lnTo>
                <a:lnTo>
                  <a:pt x="1637292" y="123234"/>
                </a:lnTo>
                <a:lnTo>
                  <a:pt x="1636943" y="123507"/>
                </a:lnTo>
                <a:lnTo>
                  <a:pt x="1636619" y="123818"/>
                </a:lnTo>
                <a:lnTo>
                  <a:pt x="1636323" y="124172"/>
                </a:lnTo>
                <a:lnTo>
                  <a:pt x="1636057" y="124569"/>
                </a:lnTo>
                <a:lnTo>
                  <a:pt x="1635824" y="125013"/>
                </a:lnTo>
                <a:lnTo>
                  <a:pt x="1635627" y="125506"/>
                </a:lnTo>
                <a:lnTo>
                  <a:pt x="1635468" y="126051"/>
                </a:lnTo>
                <a:lnTo>
                  <a:pt x="1635352" y="126650"/>
                </a:lnTo>
                <a:lnTo>
                  <a:pt x="1635280" y="127307"/>
                </a:lnTo>
                <a:lnTo>
                  <a:pt x="1635255" y="128023"/>
                </a:lnTo>
                <a:lnTo>
                  <a:pt x="1635281" y="128717"/>
                </a:lnTo>
                <a:lnTo>
                  <a:pt x="1635356" y="129352"/>
                </a:lnTo>
                <a:lnTo>
                  <a:pt x="1635476" y="129932"/>
                </a:lnTo>
                <a:lnTo>
                  <a:pt x="1635640" y="130460"/>
                </a:lnTo>
                <a:lnTo>
                  <a:pt x="1635843" y="130937"/>
                </a:lnTo>
                <a:lnTo>
                  <a:pt x="1636084" y="131367"/>
                </a:lnTo>
                <a:lnTo>
                  <a:pt x="1636357" y="131752"/>
                </a:lnTo>
                <a:lnTo>
                  <a:pt x="1636662" y="132093"/>
                </a:lnTo>
                <a:lnTo>
                  <a:pt x="1636994" y="132395"/>
                </a:lnTo>
                <a:lnTo>
                  <a:pt x="1637350" y="132659"/>
                </a:lnTo>
                <a:lnTo>
                  <a:pt x="1637727" y="132888"/>
                </a:lnTo>
                <a:lnTo>
                  <a:pt x="1638123" y="133084"/>
                </a:lnTo>
                <a:lnTo>
                  <a:pt x="1638534" y="133250"/>
                </a:lnTo>
                <a:lnTo>
                  <a:pt x="1638956" y="133389"/>
                </a:lnTo>
                <a:lnTo>
                  <a:pt x="1639388" y="133502"/>
                </a:lnTo>
                <a:lnTo>
                  <a:pt x="1639825" y="133593"/>
                </a:lnTo>
                <a:lnTo>
                  <a:pt x="1640265" y="133664"/>
                </a:lnTo>
                <a:lnTo>
                  <a:pt x="1640705" y="133717"/>
                </a:lnTo>
                <a:lnTo>
                  <a:pt x="1641141" y="133755"/>
                </a:lnTo>
                <a:lnTo>
                  <a:pt x="1641570" y="133780"/>
                </a:lnTo>
                <a:lnTo>
                  <a:pt x="1641990" y="133796"/>
                </a:lnTo>
                <a:lnTo>
                  <a:pt x="1642397" y="133804"/>
                </a:lnTo>
                <a:lnTo>
                  <a:pt x="1642788" y="133807"/>
                </a:lnTo>
                <a:lnTo>
                  <a:pt x="1643160" y="133807"/>
                </a:lnTo>
                <a:lnTo>
                  <a:pt x="1700033" y="133807"/>
                </a:lnTo>
                <a:lnTo>
                  <a:pt x="1700405" y="133807"/>
                </a:lnTo>
                <a:lnTo>
                  <a:pt x="1700797" y="133804"/>
                </a:lnTo>
                <a:lnTo>
                  <a:pt x="1701204" y="133796"/>
                </a:lnTo>
                <a:lnTo>
                  <a:pt x="1701624" y="133780"/>
                </a:lnTo>
                <a:lnTo>
                  <a:pt x="1702053" y="133755"/>
                </a:lnTo>
                <a:lnTo>
                  <a:pt x="1702489" y="133717"/>
                </a:lnTo>
                <a:lnTo>
                  <a:pt x="1702929" y="133664"/>
                </a:lnTo>
                <a:lnTo>
                  <a:pt x="1703369" y="133593"/>
                </a:lnTo>
                <a:lnTo>
                  <a:pt x="1703806" y="133502"/>
                </a:lnTo>
                <a:lnTo>
                  <a:pt x="1704238" y="133389"/>
                </a:lnTo>
                <a:lnTo>
                  <a:pt x="1704660" y="133250"/>
                </a:lnTo>
                <a:lnTo>
                  <a:pt x="1705071" y="133084"/>
                </a:lnTo>
                <a:lnTo>
                  <a:pt x="1705466" y="132888"/>
                </a:lnTo>
                <a:lnTo>
                  <a:pt x="1705844" y="132659"/>
                </a:lnTo>
                <a:lnTo>
                  <a:pt x="1706200" y="132395"/>
                </a:lnTo>
                <a:lnTo>
                  <a:pt x="1706531" y="132093"/>
                </a:lnTo>
                <a:lnTo>
                  <a:pt x="1706836" y="131752"/>
                </a:lnTo>
                <a:lnTo>
                  <a:pt x="1707110" y="131367"/>
                </a:lnTo>
                <a:lnTo>
                  <a:pt x="1707350" y="130937"/>
                </a:lnTo>
                <a:lnTo>
                  <a:pt x="1707553" y="130460"/>
                </a:lnTo>
                <a:lnTo>
                  <a:pt x="1707717" y="129932"/>
                </a:lnTo>
                <a:lnTo>
                  <a:pt x="1707837" y="129352"/>
                </a:lnTo>
                <a:lnTo>
                  <a:pt x="1707912" y="128717"/>
                </a:lnTo>
                <a:lnTo>
                  <a:pt x="1707938" y="128023"/>
                </a:lnTo>
                <a:lnTo>
                  <a:pt x="1707912" y="127307"/>
                </a:lnTo>
                <a:lnTo>
                  <a:pt x="1707837" y="126650"/>
                </a:lnTo>
                <a:lnTo>
                  <a:pt x="1707717" y="126051"/>
                </a:lnTo>
                <a:lnTo>
                  <a:pt x="1707553" y="125506"/>
                </a:lnTo>
                <a:lnTo>
                  <a:pt x="1707350" y="125013"/>
                </a:lnTo>
                <a:lnTo>
                  <a:pt x="1707110" y="124569"/>
                </a:lnTo>
                <a:close/>
                <a:moveTo>
                  <a:pt x="3225341" y="124569"/>
                </a:moveTo>
                <a:lnTo>
                  <a:pt x="3225068" y="124172"/>
                </a:lnTo>
                <a:lnTo>
                  <a:pt x="3224763" y="123818"/>
                </a:lnTo>
                <a:lnTo>
                  <a:pt x="3224432" y="123507"/>
                </a:lnTo>
                <a:lnTo>
                  <a:pt x="3224075" y="123234"/>
                </a:lnTo>
                <a:lnTo>
                  <a:pt x="3223698" y="122998"/>
                </a:lnTo>
                <a:lnTo>
                  <a:pt x="3223303" y="122795"/>
                </a:lnTo>
                <a:lnTo>
                  <a:pt x="3222892" y="122623"/>
                </a:lnTo>
                <a:lnTo>
                  <a:pt x="3222469" y="122480"/>
                </a:lnTo>
                <a:lnTo>
                  <a:pt x="3222038" y="122363"/>
                </a:lnTo>
                <a:lnTo>
                  <a:pt x="3221601" y="122269"/>
                </a:lnTo>
                <a:lnTo>
                  <a:pt x="3221161" y="122196"/>
                </a:lnTo>
                <a:lnTo>
                  <a:pt x="3220721" y="122141"/>
                </a:lnTo>
                <a:lnTo>
                  <a:pt x="3220285" y="122102"/>
                </a:lnTo>
                <a:lnTo>
                  <a:pt x="3219855" y="122076"/>
                </a:lnTo>
                <a:lnTo>
                  <a:pt x="3219436" y="122060"/>
                </a:lnTo>
                <a:lnTo>
                  <a:pt x="3219028" y="122052"/>
                </a:lnTo>
                <a:lnTo>
                  <a:pt x="3218637" y="122049"/>
                </a:lnTo>
                <a:lnTo>
                  <a:pt x="3218265" y="122048"/>
                </a:lnTo>
                <a:lnTo>
                  <a:pt x="3198022" y="122048"/>
                </a:lnTo>
                <a:lnTo>
                  <a:pt x="3198022" y="58678"/>
                </a:lnTo>
                <a:lnTo>
                  <a:pt x="3198016" y="57952"/>
                </a:lnTo>
                <a:lnTo>
                  <a:pt x="3197996" y="57267"/>
                </a:lnTo>
                <a:lnTo>
                  <a:pt x="3197960" y="56623"/>
                </a:lnTo>
                <a:lnTo>
                  <a:pt x="3197906" y="56018"/>
                </a:lnTo>
                <a:lnTo>
                  <a:pt x="3197834" y="55451"/>
                </a:lnTo>
                <a:lnTo>
                  <a:pt x="3197739" y="54922"/>
                </a:lnTo>
                <a:lnTo>
                  <a:pt x="3197622" y="54429"/>
                </a:lnTo>
                <a:lnTo>
                  <a:pt x="3197480" y="53973"/>
                </a:lnTo>
                <a:lnTo>
                  <a:pt x="3197311" y="53551"/>
                </a:lnTo>
                <a:lnTo>
                  <a:pt x="3197113" y="53163"/>
                </a:lnTo>
                <a:lnTo>
                  <a:pt x="3196885" y="52808"/>
                </a:lnTo>
                <a:lnTo>
                  <a:pt x="3196625" y="52485"/>
                </a:lnTo>
                <a:lnTo>
                  <a:pt x="3196331" y="52193"/>
                </a:lnTo>
                <a:lnTo>
                  <a:pt x="3196000" y="51931"/>
                </a:lnTo>
                <a:lnTo>
                  <a:pt x="3195632" y="51698"/>
                </a:lnTo>
                <a:lnTo>
                  <a:pt x="3195224" y="51494"/>
                </a:lnTo>
                <a:lnTo>
                  <a:pt x="3194775" y="51318"/>
                </a:lnTo>
                <a:lnTo>
                  <a:pt x="3194282" y="51168"/>
                </a:lnTo>
                <a:lnTo>
                  <a:pt x="3193744" y="51043"/>
                </a:lnTo>
                <a:lnTo>
                  <a:pt x="3193159" y="50943"/>
                </a:lnTo>
                <a:lnTo>
                  <a:pt x="3192525" y="50867"/>
                </a:lnTo>
                <a:lnTo>
                  <a:pt x="3191841" y="50814"/>
                </a:lnTo>
                <a:lnTo>
                  <a:pt x="3191104" y="50783"/>
                </a:lnTo>
                <a:lnTo>
                  <a:pt x="3190312" y="50773"/>
                </a:lnTo>
                <a:lnTo>
                  <a:pt x="3162936" y="50773"/>
                </a:lnTo>
                <a:lnTo>
                  <a:pt x="3162564" y="50773"/>
                </a:lnTo>
                <a:lnTo>
                  <a:pt x="3162173" y="50776"/>
                </a:lnTo>
                <a:lnTo>
                  <a:pt x="3161766" y="50784"/>
                </a:lnTo>
                <a:lnTo>
                  <a:pt x="3161346" y="50799"/>
                </a:lnTo>
                <a:lnTo>
                  <a:pt x="3160917" y="50825"/>
                </a:lnTo>
                <a:lnTo>
                  <a:pt x="3160481" y="50863"/>
                </a:lnTo>
                <a:lnTo>
                  <a:pt x="3160041" y="50916"/>
                </a:lnTo>
                <a:lnTo>
                  <a:pt x="3159601" y="50987"/>
                </a:lnTo>
                <a:lnTo>
                  <a:pt x="3159164" y="51078"/>
                </a:lnTo>
                <a:lnTo>
                  <a:pt x="3158733" y="51191"/>
                </a:lnTo>
                <a:lnTo>
                  <a:pt x="3158310" y="51330"/>
                </a:lnTo>
                <a:lnTo>
                  <a:pt x="3157899" y="51496"/>
                </a:lnTo>
                <a:lnTo>
                  <a:pt x="3157504" y="51692"/>
                </a:lnTo>
                <a:lnTo>
                  <a:pt x="3157126" y="51921"/>
                </a:lnTo>
                <a:lnTo>
                  <a:pt x="3156770" y="52186"/>
                </a:lnTo>
                <a:lnTo>
                  <a:pt x="3156438" y="52487"/>
                </a:lnTo>
                <a:lnTo>
                  <a:pt x="3156134" y="52829"/>
                </a:lnTo>
                <a:lnTo>
                  <a:pt x="3155860" y="53214"/>
                </a:lnTo>
                <a:lnTo>
                  <a:pt x="3155620" y="53644"/>
                </a:lnTo>
                <a:lnTo>
                  <a:pt x="3155416" y="54122"/>
                </a:lnTo>
                <a:lnTo>
                  <a:pt x="3155252" y="54649"/>
                </a:lnTo>
                <a:lnTo>
                  <a:pt x="3155132" y="55230"/>
                </a:lnTo>
                <a:lnTo>
                  <a:pt x="3155057" y="55866"/>
                </a:lnTo>
                <a:lnTo>
                  <a:pt x="3155031" y="56560"/>
                </a:lnTo>
                <a:lnTo>
                  <a:pt x="3155057" y="57276"/>
                </a:lnTo>
                <a:lnTo>
                  <a:pt x="3155132" y="57932"/>
                </a:lnTo>
                <a:lnTo>
                  <a:pt x="3155252" y="58532"/>
                </a:lnTo>
                <a:lnTo>
                  <a:pt x="3155416" y="59077"/>
                </a:lnTo>
                <a:lnTo>
                  <a:pt x="3155620" y="59570"/>
                </a:lnTo>
                <a:lnTo>
                  <a:pt x="3155860" y="60014"/>
                </a:lnTo>
                <a:lnTo>
                  <a:pt x="3156134" y="60411"/>
                </a:lnTo>
                <a:lnTo>
                  <a:pt x="3156438" y="60764"/>
                </a:lnTo>
                <a:lnTo>
                  <a:pt x="3156770" y="61076"/>
                </a:lnTo>
                <a:lnTo>
                  <a:pt x="3157126" y="61349"/>
                </a:lnTo>
                <a:lnTo>
                  <a:pt x="3157504" y="61585"/>
                </a:lnTo>
                <a:lnTo>
                  <a:pt x="3157899" y="61788"/>
                </a:lnTo>
                <a:lnTo>
                  <a:pt x="3158310" y="61959"/>
                </a:lnTo>
                <a:lnTo>
                  <a:pt x="3158733" y="62103"/>
                </a:lnTo>
                <a:lnTo>
                  <a:pt x="3159164" y="62220"/>
                </a:lnTo>
                <a:lnTo>
                  <a:pt x="3159601" y="62313"/>
                </a:lnTo>
                <a:lnTo>
                  <a:pt x="3160041" y="62386"/>
                </a:lnTo>
                <a:lnTo>
                  <a:pt x="3160481" y="62441"/>
                </a:lnTo>
                <a:lnTo>
                  <a:pt x="3160917" y="62481"/>
                </a:lnTo>
                <a:lnTo>
                  <a:pt x="3161346" y="62507"/>
                </a:lnTo>
                <a:lnTo>
                  <a:pt x="3161766" y="62523"/>
                </a:lnTo>
                <a:lnTo>
                  <a:pt x="3162173" y="62531"/>
                </a:lnTo>
                <a:lnTo>
                  <a:pt x="3162564" y="62534"/>
                </a:lnTo>
                <a:lnTo>
                  <a:pt x="3162936" y="62535"/>
                </a:lnTo>
                <a:lnTo>
                  <a:pt x="3184720" y="62535"/>
                </a:lnTo>
                <a:lnTo>
                  <a:pt x="3184720" y="122048"/>
                </a:lnTo>
                <a:lnTo>
                  <a:pt x="3161391" y="122048"/>
                </a:lnTo>
                <a:lnTo>
                  <a:pt x="3160998" y="122049"/>
                </a:lnTo>
                <a:lnTo>
                  <a:pt x="3160588" y="122052"/>
                </a:lnTo>
                <a:lnTo>
                  <a:pt x="3160167" y="122060"/>
                </a:lnTo>
                <a:lnTo>
                  <a:pt x="3159735" y="122076"/>
                </a:lnTo>
                <a:lnTo>
                  <a:pt x="3159298" y="122102"/>
                </a:lnTo>
                <a:lnTo>
                  <a:pt x="3158856" y="122141"/>
                </a:lnTo>
                <a:lnTo>
                  <a:pt x="3158413" y="122196"/>
                </a:lnTo>
                <a:lnTo>
                  <a:pt x="3157972" y="122269"/>
                </a:lnTo>
                <a:lnTo>
                  <a:pt x="3157536" y="122363"/>
                </a:lnTo>
                <a:lnTo>
                  <a:pt x="3157107" y="122480"/>
                </a:lnTo>
                <a:lnTo>
                  <a:pt x="3156688" y="122623"/>
                </a:lnTo>
                <a:lnTo>
                  <a:pt x="3156283" y="122795"/>
                </a:lnTo>
                <a:lnTo>
                  <a:pt x="3155894" y="122998"/>
                </a:lnTo>
                <a:lnTo>
                  <a:pt x="3155524" y="123234"/>
                </a:lnTo>
                <a:lnTo>
                  <a:pt x="3155175" y="123507"/>
                </a:lnTo>
                <a:lnTo>
                  <a:pt x="3154851" y="123818"/>
                </a:lnTo>
                <a:lnTo>
                  <a:pt x="3154555" y="124172"/>
                </a:lnTo>
                <a:lnTo>
                  <a:pt x="3154288" y="124569"/>
                </a:lnTo>
                <a:lnTo>
                  <a:pt x="3154055" y="125013"/>
                </a:lnTo>
                <a:lnTo>
                  <a:pt x="3153858" y="125506"/>
                </a:lnTo>
                <a:lnTo>
                  <a:pt x="3153700" y="126051"/>
                </a:lnTo>
                <a:lnTo>
                  <a:pt x="3153584" y="126650"/>
                </a:lnTo>
                <a:lnTo>
                  <a:pt x="3153512" y="127307"/>
                </a:lnTo>
                <a:lnTo>
                  <a:pt x="3153487" y="128023"/>
                </a:lnTo>
                <a:lnTo>
                  <a:pt x="3153513" y="128717"/>
                </a:lnTo>
                <a:lnTo>
                  <a:pt x="3153587" y="129352"/>
                </a:lnTo>
                <a:lnTo>
                  <a:pt x="3153708" y="129932"/>
                </a:lnTo>
                <a:lnTo>
                  <a:pt x="3153872" y="130460"/>
                </a:lnTo>
                <a:lnTo>
                  <a:pt x="3154075" y="130937"/>
                </a:lnTo>
                <a:lnTo>
                  <a:pt x="3154315" y="131367"/>
                </a:lnTo>
                <a:lnTo>
                  <a:pt x="3154589" y="131752"/>
                </a:lnTo>
                <a:lnTo>
                  <a:pt x="3154894" y="132093"/>
                </a:lnTo>
                <a:lnTo>
                  <a:pt x="3155226" y="132395"/>
                </a:lnTo>
                <a:lnTo>
                  <a:pt x="3155582" y="132659"/>
                </a:lnTo>
                <a:lnTo>
                  <a:pt x="3155959" y="132888"/>
                </a:lnTo>
                <a:lnTo>
                  <a:pt x="3156355" y="133084"/>
                </a:lnTo>
                <a:lnTo>
                  <a:pt x="3156765" y="133250"/>
                </a:lnTo>
                <a:lnTo>
                  <a:pt x="3157188" y="133389"/>
                </a:lnTo>
                <a:lnTo>
                  <a:pt x="3157620" y="133502"/>
                </a:lnTo>
                <a:lnTo>
                  <a:pt x="3158057" y="133593"/>
                </a:lnTo>
                <a:lnTo>
                  <a:pt x="3158497" y="133664"/>
                </a:lnTo>
                <a:lnTo>
                  <a:pt x="3158936" y="133717"/>
                </a:lnTo>
                <a:lnTo>
                  <a:pt x="3159372" y="133755"/>
                </a:lnTo>
                <a:lnTo>
                  <a:pt x="3159802" y="133780"/>
                </a:lnTo>
                <a:lnTo>
                  <a:pt x="3160222" y="133796"/>
                </a:lnTo>
                <a:lnTo>
                  <a:pt x="3160628" y="133804"/>
                </a:lnTo>
                <a:lnTo>
                  <a:pt x="3161019" y="133807"/>
                </a:lnTo>
                <a:lnTo>
                  <a:pt x="3161391" y="133807"/>
                </a:lnTo>
                <a:lnTo>
                  <a:pt x="3218265" y="133807"/>
                </a:lnTo>
                <a:lnTo>
                  <a:pt x="3218637" y="133807"/>
                </a:lnTo>
                <a:lnTo>
                  <a:pt x="3219028" y="133804"/>
                </a:lnTo>
                <a:lnTo>
                  <a:pt x="3219436" y="133796"/>
                </a:lnTo>
                <a:lnTo>
                  <a:pt x="3219855" y="133780"/>
                </a:lnTo>
                <a:lnTo>
                  <a:pt x="3220285" y="133755"/>
                </a:lnTo>
                <a:lnTo>
                  <a:pt x="3220721" y="133717"/>
                </a:lnTo>
                <a:lnTo>
                  <a:pt x="3221161" y="133664"/>
                </a:lnTo>
                <a:lnTo>
                  <a:pt x="3221601" y="133593"/>
                </a:lnTo>
                <a:lnTo>
                  <a:pt x="3222038" y="133502"/>
                </a:lnTo>
                <a:lnTo>
                  <a:pt x="3222469" y="133389"/>
                </a:lnTo>
                <a:lnTo>
                  <a:pt x="3222892" y="133250"/>
                </a:lnTo>
                <a:lnTo>
                  <a:pt x="3223303" y="133084"/>
                </a:lnTo>
                <a:lnTo>
                  <a:pt x="3223698" y="132888"/>
                </a:lnTo>
                <a:lnTo>
                  <a:pt x="3224075" y="132659"/>
                </a:lnTo>
                <a:lnTo>
                  <a:pt x="3224432" y="132395"/>
                </a:lnTo>
                <a:lnTo>
                  <a:pt x="3224763" y="132093"/>
                </a:lnTo>
                <a:lnTo>
                  <a:pt x="3225068" y="131752"/>
                </a:lnTo>
                <a:lnTo>
                  <a:pt x="3225341" y="131367"/>
                </a:lnTo>
                <a:lnTo>
                  <a:pt x="3225581" y="130937"/>
                </a:lnTo>
                <a:lnTo>
                  <a:pt x="3225785" y="130460"/>
                </a:lnTo>
                <a:lnTo>
                  <a:pt x="3225948" y="129932"/>
                </a:lnTo>
                <a:lnTo>
                  <a:pt x="3226069" y="129352"/>
                </a:lnTo>
                <a:lnTo>
                  <a:pt x="3226144" y="128717"/>
                </a:lnTo>
                <a:lnTo>
                  <a:pt x="3226169" y="128023"/>
                </a:lnTo>
                <a:lnTo>
                  <a:pt x="3226144" y="127307"/>
                </a:lnTo>
                <a:lnTo>
                  <a:pt x="3226069" y="126650"/>
                </a:lnTo>
                <a:lnTo>
                  <a:pt x="3225948" y="126051"/>
                </a:lnTo>
                <a:lnTo>
                  <a:pt x="3225785" y="125506"/>
                </a:lnTo>
                <a:lnTo>
                  <a:pt x="3225581" y="125013"/>
                </a:lnTo>
                <a:lnTo>
                  <a:pt x="3225341" y="124569"/>
                </a:lnTo>
                <a:close/>
                <a:moveTo>
                  <a:pt x="2122964" y="124488"/>
                </a:moveTo>
                <a:lnTo>
                  <a:pt x="2122692" y="124104"/>
                </a:lnTo>
                <a:lnTo>
                  <a:pt x="2122390" y="123762"/>
                </a:lnTo>
                <a:lnTo>
                  <a:pt x="2122061" y="123460"/>
                </a:lnTo>
                <a:lnTo>
                  <a:pt x="2121709" y="123196"/>
                </a:lnTo>
                <a:lnTo>
                  <a:pt x="2121336" y="122967"/>
                </a:lnTo>
                <a:lnTo>
                  <a:pt x="2120946" y="122771"/>
                </a:lnTo>
                <a:lnTo>
                  <a:pt x="2120542" y="122605"/>
                </a:lnTo>
                <a:lnTo>
                  <a:pt x="2120127" y="122466"/>
                </a:lnTo>
                <a:lnTo>
                  <a:pt x="2119704" y="122353"/>
                </a:lnTo>
                <a:lnTo>
                  <a:pt x="2119277" y="122262"/>
                </a:lnTo>
                <a:lnTo>
                  <a:pt x="2118849" y="122192"/>
                </a:lnTo>
                <a:lnTo>
                  <a:pt x="2118422" y="122138"/>
                </a:lnTo>
                <a:lnTo>
                  <a:pt x="2118001" y="122100"/>
                </a:lnTo>
                <a:lnTo>
                  <a:pt x="2117587" y="122075"/>
                </a:lnTo>
                <a:lnTo>
                  <a:pt x="2117185" y="122059"/>
                </a:lnTo>
                <a:lnTo>
                  <a:pt x="2116798" y="122051"/>
                </a:lnTo>
                <a:lnTo>
                  <a:pt x="2116428" y="122048"/>
                </a:lnTo>
                <a:lnTo>
                  <a:pt x="2116079" y="122048"/>
                </a:lnTo>
                <a:lnTo>
                  <a:pt x="2107401" y="122048"/>
                </a:lnTo>
                <a:lnTo>
                  <a:pt x="2107401" y="58678"/>
                </a:lnTo>
                <a:lnTo>
                  <a:pt x="2107395" y="57952"/>
                </a:lnTo>
                <a:lnTo>
                  <a:pt x="2107375" y="57267"/>
                </a:lnTo>
                <a:lnTo>
                  <a:pt x="2107339" y="56623"/>
                </a:lnTo>
                <a:lnTo>
                  <a:pt x="2107285" y="56018"/>
                </a:lnTo>
                <a:lnTo>
                  <a:pt x="2107212" y="55451"/>
                </a:lnTo>
                <a:lnTo>
                  <a:pt x="2107118" y="54922"/>
                </a:lnTo>
                <a:lnTo>
                  <a:pt x="2107001" y="54429"/>
                </a:lnTo>
                <a:lnTo>
                  <a:pt x="2106859" y="53973"/>
                </a:lnTo>
                <a:lnTo>
                  <a:pt x="2106690" y="53551"/>
                </a:lnTo>
                <a:lnTo>
                  <a:pt x="2106492" y="53163"/>
                </a:lnTo>
                <a:lnTo>
                  <a:pt x="2106264" y="52808"/>
                </a:lnTo>
                <a:lnTo>
                  <a:pt x="2106004" y="52485"/>
                </a:lnTo>
                <a:lnTo>
                  <a:pt x="2105709" y="52193"/>
                </a:lnTo>
                <a:lnTo>
                  <a:pt x="2105379" y="51931"/>
                </a:lnTo>
                <a:lnTo>
                  <a:pt x="2105011" y="51698"/>
                </a:lnTo>
                <a:lnTo>
                  <a:pt x="2104603" y="51494"/>
                </a:lnTo>
                <a:lnTo>
                  <a:pt x="2104153" y="51318"/>
                </a:lnTo>
                <a:lnTo>
                  <a:pt x="2103661" y="51168"/>
                </a:lnTo>
                <a:lnTo>
                  <a:pt x="2103123" y="51043"/>
                </a:lnTo>
                <a:lnTo>
                  <a:pt x="2102538" y="50943"/>
                </a:lnTo>
                <a:lnTo>
                  <a:pt x="2101904" y="50867"/>
                </a:lnTo>
                <a:lnTo>
                  <a:pt x="2101219" y="50814"/>
                </a:lnTo>
                <a:lnTo>
                  <a:pt x="2100482" y="50783"/>
                </a:lnTo>
                <a:lnTo>
                  <a:pt x="2099691" y="50773"/>
                </a:lnTo>
                <a:lnTo>
                  <a:pt x="2085617" y="50773"/>
                </a:lnTo>
                <a:lnTo>
                  <a:pt x="2085223" y="50773"/>
                </a:lnTo>
                <a:lnTo>
                  <a:pt x="2084814" y="50776"/>
                </a:lnTo>
                <a:lnTo>
                  <a:pt x="2084392" y="50784"/>
                </a:lnTo>
                <a:lnTo>
                  <a:pt x="2083960" y="50800"/>
                </a:lnTo>
                <a:lnTo>
                  <a:pt x="2083522" y="50827"/>
                </a:lnTo>
                <a:lnTo>
                  <a:pt x="2083080" y="50866"/>
                </a:lnTo>
                <a:lnTo>
                  <a:pt x="2082637" y="50921"/>
                </a:lnTo>
                <a:lnTo>
                  <a:pt x="2082196" y="50994"/>
                </a:lnTo>
                <a:lnTo>
                  <a:pt x="2081760" y="51088"/>
                </a:lnTo>
                <a:lnTo>
                  <a:pt x="2081331" y="51205"/>
                </a:lnTo>
                <a:lnTo>
                  <a:pt x="2080913" y="51348"/>
                </a:lnTo>
                <a:lnTo>
                  <a:pt x="2080508" y="51520"/>
                </a:lnTo>
                <a:lnTo>
                  <a:pt x="2080119" y="51723"/>
                </a:lnTo>
                <a:lnTo>
                  <a:pt x="2079749" y="51959"/>
                </a:lnTo>
                <a:lnTo>
                  <a:pt x="2079400" y="52232"/>
                </a:lnTo>
                <a:lnTo>
                  <a:pt x="2079076" y="52544"/>
                </a:lnTo>
                <a:lnTo>
                  <a:pt x="2078780" y="52897"/>
                </a:lnTo>
                <a:lnTo>
                  <a:pt x="2078514" y="53295"/>
                </a:lnTo>
                <a:lnTo>
                  <a:pt x="2078281" y="53739"/>
                </a:lnTo>
                <a:lnTo>
                  <a:pt x="2078084" y="54232"/>
                </a:lnTo>
                <a:lnTo>
                  <a:pt x="2077926" y="54778"/>
                </a:lnTo>
                <a:lnTo>
                  <a:pt x="2077809" y="55377"/>
                </a:lnTo>
                <a:lnTo>
                  <a:pt x="2077737" y="56034"/>
                </a:lnTo>
                <a:lnTo>
                  <a:pt x="2077713" y="56751"/>
                </a:lnTo>
                <a:lnTo>
                  <a:pt x="2077738" y="57444"/>
                </a:lnTo>
                <a:lnTo>
                  <a:pt x="2077813" y="58080"/>
                </a:lnTo>
                <a:lnTo>
                  <a:pt x="2077933" y="58660"/>
                </a:lnTo>
                <a:lnTo>
                  <a:pt x="2078097" y="59188"/>
                </a:lnTo>
                <a:lnTo>
                  <a:pt x="2078299" y="59665"/>
                </a:lnTo>
                <a:lnTo>
                  <a:pt x="2078538" y="60095"/>
                </a:lnTo>
                <a:lnTo>
                  <a:pt x="2078810" y="60479"/>
                </a:lnTo>
                <a:lnTo>
                  <a:pt x="2079112" y="60821"/>
                </a:lnTo>
                <a:lnTo>
                  <a:pt x="2079441" y="61123"/>
                </a:lnTo>
                <a:lnTo>
                  <a:pt x="2079794" y="61387"/>
                </a:lnTo>
                <a:lnTo>
                  <a:pt x="2080166" y="61616"/>
                </a:lnTo>
                <a:lnTo>
                  <a:pt x="2080556" y="61812"/>
                </a:lnTo>
                <a:lnTo>
                  <a:pt x="2080960" y="61978"/>
                </a:lnTo>
                <a:lnTo>
                  <a:pt x="2081375" y="62116"/>
                </a:lnTo>
                <a:lnTo>
                  <a:pt x="2081798" y="62230"/>
                </a:lnTo>
                <a:lnTo>
                  <a:pt x="2082225" y="62321"/>
                </a:lnTo>
                <a:lnTo>
                  <a:pt x="2082654" y="62391"/>
                </a:lnTo>
                <a:lnTo>
                  <a:pt x="2083080" y="62444"/>
                </a:lnTo>
                <a:lnTo>
                  <a:pt x="2083502" y="62482"/>
                </a:lnTo>
                <a:lnTo>
                  <a:pt x="2083915" y="62508"/>
                </a:lnTo>
                <a:lnTo>
                  <a:pt x="2084317" y="62523"/>
                </a:lnTo>
                <a:lnTo>
                  <a:pt x="2084705" y="62531"/>
                </a:lnTo>
                <a:lnTo>
                  <a:pt x="2085074" y="62534"/>
                </a:lnTo>
                <a:lnTo>
                  <a:pt x="2085423" y="62535"/>
                </a:lnTo>
                <a:lnTo>
                  <a:pt x="2094098" y="62535"/>
                </a:lnTo>
                <a:lnTo>
                  <a:pt x="2094098" y="103558"/>
                </a:lnTo>
                <a:lnTo>
                  <a:pt x="2094019" y="105644"/>
                </a:lnTo>
                <a:lnTo>
                  <a:pt x="2093788" y="107580"/>
                </a:lnTo>
                <a:lnTo>
                  <a:pt x="2093415" y="109371"/>
                </a:lnTo>
                <a:lnTo>
                  <a:pt x="2092913" y="111022"/>
                </a:lnTo>
                <a:lnTo>
                  <a:pt x="2092292" y="112538"/>
                </a:lnTo>
                <a:lnTo>
                  <a:pt x="2091562" y="113926"/>
                </a:lnTo>
                <a:lnTo>
                  <a:pt x="2090735" y="115191"/>
                </a:lnTo>
                <a:lnTo>
                  <a:pt x="2089822" y="116338"/>
                </a:lnTo>
                <a:lnTo>
                  <a:pt x="2088832" y="117373"/>
                </a:lnTo>
                <a:lnTo>
                  <a:pt x="2087779" y="118301"/>
                </a:lnTo>
                <a:lnTo>
                  <a:pt x="2086671" y="119128"/>
                </a:lnTo>
                <a:lnTo>
                  <a:pt x="2085520" y="119859"/>
                </a:lnTo>
                <a:lnTo>
                  <a:pt x="2084337" y="120500"/>
                </a:lnTo>
                <a:lnTo>
                  <a:pt x="2083133" y="121057"/>
                </a:lnTo>
                <a:lnTo>
                  <a:pt x="2081918" y="121534"/>
                </a:lnTo>
                <a:lnTo>
                  <a:pt x="2080704" y="121938"/>
                </a:lnTo>
                <a:lnTo>
                  <a:pt x="2079501" y="122273"/>
                </a:lnTo>
                <a:lnTo>
                  <a:pt x="2078321" y="122546"/>
                </a:lnTo>
                <a:lnTo>
                  <a:pt x="2077174" y="122762"/>
                </a:lnTo>
                <a:lnTo>
                  <a:pt x="2076070" y="122927"/>
                </a:lnTo>
                <a:lnTo>
                  <a:pt x="2075022" y="123045"/>
                </a:lnTo>
                <a:lnTo>
                  <a:pt x="2074039" y="123122"/>
                </a:lnTo>
                <a:lnTo>
                  <a:pt x="2073133" y="123165"/>
                </a:lnTo>
                <a:lnTo>
                  <a:pt x="2072315" y="123178"/>
                </a:lnTo>
                <a:lnTo>
                  <a:pt x="2070489" y="123145"/>
                </a:lnTo>
                <a:lnTo>
                  <a:pt x="2068815" y="123049"/>
                </a:lnTo>
                <a:lnTo>
                  <a:pt x="2067287" y="122893"/>
                </a:lnTo>
                <a:lnTo>
                  <a:pt x="2065897" y="122679"/>
                </a:lnTo>
                <a:lnTo>
                  <a:pt x="2064640" y="122410"/>
                </a:lnTo>
                <a:lnTo>
                  <a:pt x="2063508" y="122089"/>
                </a:lnTo>
                <a:lnTo>
                  <a:pt x="2062496" y="121719"/>
                </a:lnTo>
                <a:lnTo>
                  <a:pt x="2061595" y="121302"/>
                </a:lnTo>
                <a:lnTo>
                  <a:pt x="2060801" y="120842"/>
                </a:lnTo>
                <a:lnTo>
                  <a:pt x="2060106" y="120342"/>
                </a:lnTo>
                <a:lnTo>
                  <a:pt x="2059503" y="119804"/>
                </a:lnTo>
                <a:lnTo>
                  <a:pt x="2058986" y="119230"/>
                </a:lnTo>
                <a:lnTo>
                  <a:pt x="2058549" y="118625"/>
                </a:lnTo>
                <a:lnTo>
                  <a:pt x="2058184" y="117991"/>
                </a:lnTo>
                <a:lnTo>
                  <a:pt x="2057885" y="117330"/>
                </a:lnTo>
                <a:lnTo>
                  <a:pt x="2057646" y="116645"/>
                </a:lnTo>
                <a:lnTo>
                  <a:pt x="2057460" y="115940"/>
                </a:lnTo>
                <a:lnTo>
                  <a:pt x="2057320" y="115217"/>
                </a:lnTo>
                <a:lnTo>
                  <a:pt x="2057220" y="114479"/>
                </a:lnTo>
                <a:lnTo>
                  <a:pt x="2057153" y="113729"/>
                </a:lnTo>
                <a:lnTo>
                  <a:pt x="2057112" y="112969"/>
                </a:lnTo>
                <a:lnTo>
                  <a:pt x="2057091" y="112203"/>
                </a:lnTo>
                <a:lnTo>
                  <a:pt x="2057083" y="111433"/>
                </a:lnTo>
                <a:lnTo>
                  <a:pt x="2057082" y="110663"/>
                </a:lnTo>
                <a:lnTo>
                  <a:pt x="2057082" y="58678"/>
                </a:lnTo>
                <a:lnTo>
                  <a:pt x="2057076" y="57952"/>
                </a:lnTo>
                <a:lnTo>
                  <a:pt x="2057056" y="57267"/>
                </a:lnTo>
                <a:lnTo>
                  <a:pt x="2057020" y="56623"/>
                </a:lnTo>
                <a:lnTo>
                  <a:pt x="2056966" y="56018"/>
                </a:lnTo>
                <a:lnTo>
                  <a:pt x="2056893" y="55451"/>
                </a:lnTo>
                <a:lnTo>
                  <a:pt x="2056799" y="54922"/>
                </a:lnTo>
                <a:lnTo>
                  <a:pt x="2056682" y="54429"/>
                </a:lnTo>
                <a:lnTo>
                  <a:pt x="2056540" y="53973"/>
                </a:lnTo>
                <a:lnTo>
                  <a:pt x="2056371" y="53551"/>
                </a:lnTo>
                <a:lnTo>
                  <a:pt x="2056173" y="53163"/>
                </a:lnTo>
                <a:lnTo>
                  <a:pt x="2055945" y="52808"/>
                </a:lnTo>
                <a:lnTo>
                  <a:pt x="2055685" y="52485"/>
                </a:lnTo>
                <a:lnTo>
                  <a:pt x="2055390" y="52193"/>
                </a:lnTo>
                <a:lnTo>
                  <a:pt x="2055060" y="51931"/>
                </a:lnTo>
                <a:lnTo>
                  <a:pt x="2054692" y="51698"/>
                </a:lnTo>
                <a:lnTo>
                  <a:pt x="2054284" y="51494"/>
                </a:lnTo>
                <a:lnTo>
                  <a:pt x="2053834" y="51318"/>
                </a:lnTo>
                <a:lnTo>
                  <a:pt x="2053342" y="51168"/>
                </a:lnTo>
                <a:lnTo>
                  <a:pt x="2052804" y="51043"/>
                </a:lnTo>
                <a:lnTo>
                  <a:pt x="2052219" y="50943"/>
                </a:lnTo>
                <a:lnTo>
                  <a:pt x="2051585" y="50867"/>
                </a:lnTo>
                <a:lnTo>
                  <a:pt x="2050900" y="50814"/>
                </a:lnTo>
                <a:lnTo>
                  <a:pt x="2050163" y="50783"/>
                </a:lnTo>
                <a:lnTo>
                  <a:pt x="2049372" y="50773"/>
                </a:lnTo>
                <a:lnTo>
                  <a:pt x="2035298" y="50773"/>
                </a:lnTo>
                <a:lnTo>
                  <a:pt x="2034904" y="50773"/>
                </a:lnTo>
                <a:lnTo>
                  <a:pt x="2034495" y="50776"/>
                </a:lnTo>
                <a:lnTo>
                  <a:pt x="2034073" y="50784"/>
                </a:lnTo>
                <a:lnTo>
                  <a:pt x="2033641" y="50800"/>
                </a:lnTo>
                <a:lnTo>
                  <a:pt x="2033203" y="50827"/>
                </a:lnTo>
                <a:lnTo>
                  <a:pt x="2032761" y="50866"/>
                </a:lnTo>
                <a:lnTo>
                  <a:pt x="2032318" y="50921"/>
                </a:lnTo>
                <a:lnTo>
                  <a:pt x="2031877" y="50994"/>
                </a:lnTo>
                <a:lnTo>
                  <a:pt x="2031441" y="51088"/>
                </a:lnTo>
                <a:lnTo>
                  <a:pt x="2031012" y="51205"/>
                </a:lnTo>
                <a:lnTo>
                  <a:pt x="2030594" y="51348"/>
                </a:lnTo>
                <a:lnTo>
                  <a:pt x="2030189" y="51520"/>
                </a:lnTo>
                <a:lnTo>
                  <a:pt x="2029800" y="51723"/>
                </a:lnTo>
                <a:lnTo>
                  <a:pt x="2029430" y="51959"/>
                </a:lnTo>
                <a:lnTo>
                  <a:pt x="2029081" y="52232"/>
                </a:lnTo>
                <a:lnTo>
                  <a:pt x="2028757" y="52544"/>
                </a:lnTo>
                <a:lnTo>
                  <a:pt x="2028461" y="52897"/>
                </a:lnTo>
                <a:lnTo>
                  <a:pt x="2028195" y="53295"/>
                </a:lnTo>
                <a:lnTo>
                  <a:pt x="2027962" y="53739"/>
                </a:lnTo>
                <a:lnTo>
                  <a:pt x="2027765" y="54232"/>
                </a:lnTo>
                <a:lnTo>
                  <a:pt x="2027607" y="54778"/>
                </a:lnTo>
                <a:lnTo>
                  <a:pt x="2027490" y="55377"/>
                </a:lnTo>
                <a:lnTo>
                  <a:pt x="2027418" y="56034"/>
                </a:lnTo>
                <a:lnTo>
                  <a:pt x="2027394" y="56751"/>
                </a:lnTo>
                <a:lnTo>
                  <a:pt x="2027419" y="57444"/>
                </a:lnTo>
                <a:lnTo>
                  <a:pt x="2027494" y="58080"/>
                </a:lnTo>
                <a:lnTo>
                  <a:pt x="2027614" y="58660"/>
                </a:lnTo>
                <a:lnTo>
                  <a:pt x="2027778" y="59188"/>
                </a:lnTo>
                <a:lnTo>
                  <a:pt x="2027980" y="59665"/>
                </a:lnTo>
                <a:lnTo>
                  <a:pt x="2028219" y="60095"/>
                </a:lnTo>
                <a:lnTo>
                  <a:pt x="2028491" y="60479"/>
                </a:lnTo>
                <a:lnTo>
                  <a:pt x="2028793" y="60821"/>
                </a:lnTo>
                <a:lnTo>
                  <a:pt x="2029122" y="61123"/>
                </a:lnTo>
                <a:lnTo>
                  <a:pt x="2029475" y="61387"/>
                </a:lnTo>
                <a:lnTo>
                  <a:pt x="2029847" y="61616"/>
                </a:lnTo>
                <a:lnTo>
                  <a:pt x="2030237" y="61812"/>
                </a:lnTo>
                <a:lnTo>
                  <a:pt x="2030641" y="61978"/>
                </a:lnTo>
                <a:lnTo>
                  <a:pt x="2031056" y="62116"/>
                </a:lnTo>
                <a:lnTo>
                  <a:pt x="2031479" y="62230"/>
                </a:lnTo>
                <a:lnTo>
                  <a:pt x="2031906" y="62321"/>
                </a:lnTo>
                <a:lnTo>
                  <a:pt x="2032335" y="62391"/>
                </a:lnTo>
                <a:lnTo>
                  <a:pt x="2032761" y="62444"/>
                </a:lnTo>
                <a:lnTo>
                  <a:pt x="2033183" y="62482"/>
                </a:lnTo>
                <a:lnTo>
                  <a:pt x="2033596" y="62508"/>
                </a:lnTo>
                <a:lnTo>
                  <a:pt x="2033998" y="62523"/>
                </a:lnTo>
                <a:lnTo>
                  <a:pt x="2034386" y="62531"/>
                </a:lnTo>
                <a:lnTo>
                  <a:pt x="2034755" y="62534"/>
                </a:lnTo>
                <a:lnTo>
                  <a:pt x="2035104" y="62535"/>
                </a:lnTo>
                <a:lnTo>
                  <a:pt x="2043782" y="62535"/>
                </a:lnTo>
                <a:lnTo>
                  <a:pt x="2043782" y="111819"/>
                </a:lnTo>
                <a:lnTo>
                  <a:pt x="2043851" y="114059"/>
                </a:lnTo>
                <a:lnTo>
                  <a:pt x="2044052" y="116159"/>
                </a:lnTo>
                <a:lnTo>
                  <a:pt x="2044381" y="118122"/>
                </a:lnTo>
                <a:lnTo>
                  <a:pt x="2044833" y="119953"/>
                </a:lnTo>
                <a:lnTo>
                  <a:pt x="2045401" y="121655"/>
                </a:lnTo>
                <a:lnTo>
                  <a:pt x="2046080" y="123233"/>
                </a:lnTo>
                <a:lnTo>
                  <a:pt x="2046866" y="124690"/>
                </a:lnTo>
                <a:lnTo>
                  <a:pt x="2047752" y="126032"/>
                </a:lnTo>
                <a:lnTo>
                  <a:pt x="2048733" y="127260"/>
                </a:lnTo>
                <a:lnTo>
                  <a:pt x="2049803" y="128381"/>
                </a:lnTo>
                <a:lnTo>
                  <a:pt x="2050958" y="129397"/>
                </a:lnTo>
                <a:lnTo>
                  <a:pt x="2052192" y="130313"/>
                </a:lnTo>
                <a:lnTo>
                  <a:pt x="2053499" y="131132"/>
                </a:lnTo>
                <a:lnTo>
                  <a:pt x="2054873" y="131859"/>
                </a:lnTo>
                <a:lnTo>
                  <a:pt x="2056311" y="132498"/>
                </a:lnTo>
                <a:lnTo>
                  <a:pt x="2057805" y="133053"/>
                </a:lnTo>
                <a:lnTo>
                  <a:pt x="2059351" y="133527"/>
                </a:lnTo>
                <a:lnTo>
                  <a:pt x="2060943" y="133925"/>
                </a:lnTo>
                <a:lnTo>
                  <a:pt x="2062575" y="134251"/>
                </a:lnTo>
                <a:lnTo>
                  <a:pt x="2064243" y="134509"/>
                </a:lnTo>
                <a:lnTo>
                  <a:pt x="2065941" y="134702"/>
                </a:lnTo>
                <a:lnTo>
                  <a:pt x="2067663" y="134835"/>
                </a:lnTo>
                <a:lnTo>
                  <a:pt x="2069404" y="134912"/>
                </a:lnTo>
                <a:lnTo>
                  <a:pt x="2071159" y="134937"/>
                </a:lnTo>
                <a:lnTo>
                  <a:pt x="2072147" y="134927"/>
                </a:lnTo>
                <a:lnTo>
                  <a:pt x="2073134" y="134896"/>
                </a:lnTo>
                <a:lnTo>
                  <a:pt x="2074121" y="134844"/>
                </a:lnTo>
                <a:lnTo>
                  <a:pt x="2075107" y="134769"/>
                </a:lnTo>
                <a:lnTo>
                  <a:pt x="2076092" y="134672"/>
                </a:lnTo>
                <a:lnTo>
                  <a:pt x="2077075" y="134551"/>
                </a:lnTo>
                <a:lnTo>
                  <a:pt x="2078056" y="134407"/>
                </a:lnTo>
                <a:lnTo>
                  <a:pt x="2079034" y="134237"/>
                </a:lnTo>
                <a:lnTo>
                  <a:pt x="2080010" y="134042"/>
                </a:lnTo>
                <a:lnTo>
                  <a:pt x="2080983" y="133822"/>
                </a:lnTo>
                <a:lnTo>
                  <a:pt x="2081953" y="133574"/>
                </a:lnTo>
                <a:lnTo>
                  <a:pt x="2082919" y="133299"/>
                </a:lnTo>
                <a:lnTo>
                  <a:pt x="2083880" y="132995"/>
                </a:lnTo>
                <a:lnTo>
                  <a:pt x="2084838" y="132663"/>
                </a:lnTo>
                <a:lnTo>
                  <a:pt x="2085791" y="132302"/>
                </a:lnTo>
                <a:lnTo>
                  <a:pt x="2086738" y="131910"/>
                </a:lnTo>
                <a:lnTo>
                  <a:pt x="2087681" y="131487"/>
                </a:lnTo>
                <a:lnTo>
                  <a:pt x="2088617" y="131033"/>
                </a:lnTo>
                <a:lnTo>
                  <a:pt x="2089548" y="130547"/>
                </a:lnTo>
                <a:lnTo>
                  <a:pt x="2090472" y="130028"/>
                </a:lnTo>
                <a:lnTo>
                  <a:pt x="2091390" y="129476"/>
                </a:lnTo>
                <a:lnTo>
                  <a:pt x="2092300" y="128890"/>
                </a:lnTo>
                <a:lnTo>
                  <a:pt x="2093203" y="128268"/>
                </a:lnTo>
                <a:lnTo>
                  <a:pt x="2094098" y="127611"/>
                </a:lnTo>
                <a:lnTo>
                  <a:pt x="2094142" y="128354"/>
                </a:lnTo>
                <a:lnTo>
                  <a:pt x="2094225" y="129035"/>
                </a:lnTo>
                <a:lnTo>
                  <a:pt x="2094343" y="129656"/>
                </a:lnTo>
                <a:lnTo>
                  <a:pt x="2094496" y="130222"/>
                </a:lnTo>
                <a:lnTo>
                  <a:pt x="2094682" y="130733"/>
                </a:lnTo>
                <a:lnTo>
                  <a:pt x="2094897" y="131193"/>
                </a:lnTo>
                <a:lnTo>
                  <a:pt x="2095142" y="131605"/>
                </a:lnTo>
                <a:lnTo>
                  <a:pt x="2095413" y="131971"/>
                </a:lnTo>
                <a:lnTo>
                  <a:pt x="2095709" y="132295"/>
                </a:lnTo>
                <a:lnTo>
                  <a:pt x="2096028" y="132577"/>
                </a:lnTo>
                <a:lnTo>
                  <a:pt x="2096368" y="132822"/>
                </a:lnTo>
                <a:lnTo>
                  <a:pt x="2096726" y="133033"/>
                </a:lnTo>
                <a:lnTo>
                  <a:pt x="2097102" y="133211"/>
                </a:lnTo>
                <a:lnTo>
                  <a:pt x="2097493" y="133359"/>
                </a:lnTo>
                <a:lnTo>
                  <a:pt x="2097897" y="133480"/>
                </a:lnTo>
                <a:lnTo>
                  <a:pt x="2098312" y="133578"/>
                </a:lnTo>
                <a:lnTo>
                  <a:pt x="2098737" y="133653"/>
                </a:lnTo>
                <a:lnTo>
                  <a:pt x="2099169" y="133710"/>
                </a:lnTo>
                <a:lnTo>
                  <a:pt x="2099607" y="133751"/>
                </a:lnTo>
                <a:lnTo>
                  <a:pt x="2100049" y="133778"/>
                </a:lnTo>
                <a:lnTo>
                  <a:pt x="2100492" y="133795"/>
                </a:lnTo>
                <a:lnTo>
                  <a:pt x="2100935" y="133804"/>
                </a:lnTo>
                <a:lnTo>
                  <a:pt x="2101375" y="133807"/>
                </a:lnTo>
                <a:lnTo>
                  <a:pt x="2101812" y="133807"/>
                </a:lnTo>
                <a:lnTo>
                  <a:pt x="2115885" y="133807"/>
                </a:lnTo>
                <a:lnTo>
                  <a:pt x="2116279" y="133807"/>
                </a:lnTo>
                <a:lnTo>
                  <a:pt x="2116689" y="133804"/>
                </a:lnTo>
                <a:lnTo>
                  <a:pt x="2117111" y="133795"/>
                </a:lnTo>
                <a:lnTo>
                  <a:pt x="2117542" y="133780"/>
                </a:lnTo>
                <a:lnTo>
                  <a:pt x="2117980" y="133753"/>
                </a:lnTo>
                <a:lnTo>
                  <a:pt x="2118422" y="133714"/>
                </a:lnTo>
                <a:lnTo>
                  <a:pt x="2118865" y="133659"/>
                </a:lnTo>
                <a:lnTo>
                  <a:pt x="2119306" y="133586"/>
                </a:lnTo>
                <a:lnTo>
                  <a:pt x="2119742" y="133492"/>
                </a:lnTo>
                <a:lnTo>
                  <a:pt x="2120171" y="133375"/>
                </a:lnTo>
                <a:lnTo>
                  <a:pt x="2120590" y="133232"/>
                </a:lnTo>
                <a:lnTo>
                  <a:pt x="2120995" y="133060"/>
                </a:lnTo>
                <a:lnTo>
                  <a:pt x="2121384" y="132858"/>
                </a:lnTo>
                <a:lnTo>
                  <a:pt x="2121754" y="132621"/>
                </a:lnTo>
                <a:lnTo>
                  <a:pt x="2122102" y="132348"/>
                </a:lnTo>
                <a:lnTo>
                  <a:pt x="2122426" y="132037"/>
                </a:lnTo>
                <a:lnTo>
                  <a:pt x="2122723" y="131684"/>
                </a:lnTo>
                <a:lnTo>
                  <a:pt x="2122989" y="131286"/>
                </a:lnTo>
                <a:lnTo>
                  <a:pt x="2123222" y="130842"/>
                </a:lnTo>
                <a:lnTo>
                  <a:pt x="2123419" y="130349"/>
                </a:lnTo>
                <a:lnTo>
                  <a:pt x="2123577" y="129804"/>
                </a:lnTo>
                <a:lnTo>
                  <a:pt x="2123693" y="129205"/>
                </a:lnTo>
                <a:lnTo>
                  <a:pt x="2123765" y="128548"/>
                </a:lnTo>
                <a:lnTo>
                  <a:pt x="2123790" y="127832"/>
                </a:lnTo>
                <a:lnTo>
                  <a:pt x="2123764" y="127139"/>
                </a:lnTo>
                <a:lnTo>
                  <a:pt x="2123690" y="126503"/>
                </a:lnTo>
                <a:lnTo>
                  <a:pt x="2123569" y="125923"/>
                </a:lnTo>
                <a:lnTo>
                  <a:pt x="2123406" y="125395"/>
                </a:lnTo>
                <a:lnTo>
                  <a:pt x="2123203" y="124918"/>
                </a:lnTo>
                <a:lnTo>
                  <a:pt x="2122964" y="124488"/>
                </a:lnTo>
                <a:close/>
                <a:moveTo>
                  <a:pt x="2620612" y="112747"/>
                </a:moveTo>
                <a:lnTo>
                  <a:pt x="2620612" y="112748"/>
                </a:lnTo>
                <a:lnTo>
                  <a:pt x="2620612" y="112746"/>
                </a:lnTo>
                <a:lnTo>
                  <a:pt x="2620612" y="112747"/>
                </a:lnTo>
                <a:close/>
                <a:moveTo>
                  <a:pt x="2825562" y="78187"/>
                </a:moveTo>
                <a:lnTo>
                  <a:pt x="2824670" y="75592"/>
                </a:lnTo>
                <a:lnTo>
                  <a:pt x="2823636" y="73083"/>
                </a:lnTo>
                <a:lnTo>
                  <a:pt x="2822465" y="70667"/>
                </a:lnTo>
                <a:lnTo>
                  <a:pt x="2821163" y="68350"/>
                </a:lnTo>
                <a:lnTo>
                  <a:pt x="2819738" y="66139"/>
                </a:lnTo>
                <a:lnTo>
                  <a:pt x="2818193" y="64038"/>
                </a:lnTo>
                <a:lnTo>
                  <a:pt x="2816536" y="62056"/>
                </a:lnTo>
                <a:lnTo>
                  <a:pt x="2814773" y="60196"/>
                </a:lnTo>
                <a:lnTo>
                  <a:pt x="2812910" y="58466"/>
                </a:lnTo>
                <a:lnTo>
                  <a:pt x="2810952" y="56873"/>
                </a:lnTo>
                <a:lnTo>
                  <a:pt x="2808905" y="55420"/>
                </a:lnTo>
                <a:lnTo>
                  <a:pt x="2806777" y="54116"/>
                </a:lnTo>
                <a:lnTo>
                  <a:pt x="2804572" y="52966"/>
                </a:lnTo>
                <a:lnTo>
                  <a:pt x="2802297" y="51976"/>
                </a:lnTo>
                <a:lnTo>
                  <a:pt x="2799957" y="51153"/>
                </a:lnTo>
                <a:lnTo>
                  <a:pt x="2797559" y="50501"/>
                </a:lnTo>
                <a:lnTo>
                  <a:pt x="2795110" y="50029"/>
                </a:lnTo>
                <a:lnTo>
                  <a:pt x="2792614" y="49740"/>
                </a:lnTo>
                <a:lnTo>
                  <a:pt x="2790077" y="49643"/>
                </a:lnTo>
                <a:lnTo>
                  <a:pt x="2788924" y="49661"/>
                </a:lnTo>
                <a:lnTo>
                  <a:pt x="2787777" y="49715"/>
                </a:lnTo>
                <a:lnTo>
                  <a:pt x="2786637" y="49804"/>
                </a:lnTo>
                <a:lnTo>
                  <a:pt x="2785505" y="49928"/>
                </a:lnTo>
                <a:lnTo>
                  <a:pt x="2784383" y="50086"/>
                </a:lnTo>
                <a:lnTo>
                  <a:pt x="2783269" y="50279"/>
                </a:lnTo>
                <a:lnTo>
                  <a:pt x="2782166" y="50505"/>
                </a:lnTo>
                <a:lnTo>
                  <a:pt x="2781073" y="50764"/>
                </a:lnTo>
                <a:lnTo>
                  <a:pt x="2779991" y="51057"/>
                </a:lnTo>
                <a:lnTo>
                  <a:pt x="2778922" y="51381"/>
                </a:lnTo>
                <a:lnTo>
                  <a:pt x="2777865" y="51738"/>
                </a:lnTo>
                <a:lnTo>
                  <a:pt x="2776822" y="52126"/>
                </a:lnTo>
                <a:lnTo>
                  <a:pt x="2775793" y="52545"/>
                </a:lnTo>
                <a:lnTo>
                  <a:pt x="2774778" y="52995"/>
                </a:lnTo>
                <a:lnTo>
                  <a:pt x="2773779" y="53476"/>
                </a:lnTo>
                <a:lnTo>
                  <a:pt x="2772796" y="53986"/>
                </a:lnTo>
                <a:lnTo>
                  <a:pt x="2771830" y="54525"/>
                </a:lnTo>
                <a:lnTo>
                  <a:pt x="2770881" y="55094"/>
                </a:lnTo>
                <a:lnTo>
                  <a:pt x="2769950" y="55691"/>
                </a:lnTo>
                <a:lnTo>
                  <a:pt x="2769038" y="56317"/>
                </a:lnTo>
                <a:lnTo>
                  <a:pt x="2768145" y="56970"/>
                </a:lnTo>
                <a:lnTo>
                  <a:pt x="2767273" y="57651"/>
                </a:lnTo>
                <a:lnTo>
                  <a:pt x="2766421" y="58358"/>
                </a:lnTo>
                <a:lnTo>
                  <a:pt x="2765590" y="59093"/>
                </a:lnTo>
                <a:lnTo>
                  <a:pt x="2765588" y="58405"/>
                </a:lnTo>
                <a:lnTo>
                  <a:pt x="2765578" y="57749"/>
                </a:lnTo>
                <a:lnTo>
                  <a:pt x="2765559" y="57122"/>
                </a:lnTo>
                <a:lnTo>
                  <a:pt x="2765528" y="56525"/>
                </a:lnTo>
                <a:lnTo>
                  <a:pt x="2765481" y="55959"/>
                </a:lnTo>
                <a:lnTo>
                  <a:pt x="2765415" y="55422"/>
                </a:lnTo>
                <a:lnTo>
                  <a:pt x="2765329" y="54915"/>
                </a:lnTo>
                <a:lnTo>
                  <a:pt x="2765219" y="54438"/>
                </a:lnTo>
                <a:lnTo>
                  <a:pt x="2765082" y="53991"/>
                </a:lnTo>
                <a:lnTo>
                  <a:pt x="2764915" y="53573"/>
                </a:lnTo>
                <a:lnTo>
                  <a:pt x="2764716" y="53185"/>
                </a:lnTo>
                <a:lnTo>
                  <a:pt x="2764482" y="52825"/>
                </a:lnTo>
                <a:lnTo>
                  <a:pt x="2764209" y="52496"/>
                </a:lnTo>
                <a:lnTo>
                  <a:pt x="2763896" y="52195"/>
                </a:lnTo>
                <a:lnTo>
                  <a:pt x="2763538" y="51924"/>
                </a:lnTo>
                <a:lnTo>
                  <a:pt x="2763134" y="51681"/>
                </a:lnTo>
                <a:lnTo>
                  <a:pt x="2762681" y="51467"/>
                </a:lnTo>
                <a:lnTo>
                  <a:pt x="2762175" y="51282"/>
                </a:lnTo>
                <a:lnTo>
                  <a:pt x="2761614" y="51126"/>
                </a:lnTo>
                <a:lnTo>
                  <a:pt x="2760994" y="50999"/>
                </a:lnTo>
                <a:lnTo>
                  <a:pt x="2760314" y="50900"/>
                </a:lnTo>
                <a:lnTo>
                  <a:pt x="2759570" y="50829"/>
                </a:lnTo>
                <a:lnTo>
                  <a:pt x="2758760" y="50787"/>
                </a:lnTo>
                <a:lnTo>
                  <a:pt x="2757880" y="50773"/>
                </a:lnTo>
                <a:lnTo>
                  <a:pt x="2743806" y="50773"/>
                </a:lnTo>
                <a:lnTo>
                  <a:pt x="2743412" y="50773"/>
                </a:lnTo>
                <a:lnTo>
                  <a:pt x="2743003" y="50776"/>
                </a:lnTo>
                <a:lnTo>
                  <a:pt x="2742581" y="50784"/>
                </a:lnTo>
                <a:lnTo>
                  <a:pt x="2742149" y="50800"/>
                </a:lnTo>
                <a:lnTo>
                  <a:pt x="2741711" y="50827"/>
                </a:lnTo>
                <a:lnTo>
                  <a:pt x="2741269" y="50866"/>
                </a:lnTo>
                <a:lnTo>
                  <a:pt x="2740826" y="50921"/>
                </a:lnTo>
                <a:lnTo>
                  <a:pt x="2740385" y="50994"/>
                </a:lnTo>
                <a:lnTo>
                  <a:pt x="2739949" y="51088"/>
                </a:lnTo>
                <a:lnTo>
                  <a:pt x="2739520" y="51205"/>
                </a:lnTo>
                <a:lnTo>
                  <a:pt x="2739102" y="51348"/>
                </a:lnTo>
                <a:lnTo>
                  <a:pt x="2738697" y="51520"/>
                </a:lnTo>
                <a:lnTo>
                  <a:pt x="2738308" y="51723"/>
                </a:lnTo>
                <a:lnTo>
                  <a:pt x="2737938" y="51959"/>
                </a:lnTo>
                <a:lnTo>
                  <a:pt x="2737589" y="52232"/>
                </a:lnTo>
                <a:lnTo>
                  <a:pt x="2737265" y="52544"/>
                </a:lnTo>
                <a:lnTo>
                  <a:pt x="2736969" y="52897"/>
                </a:lnTo>
                <a:lnTo>
                  <a:pt x="2736703" y="53295"/>
                </a:lnTo>
                <a:lnTo>
                  <a:pt x="2736470" y="53739"/>
                </a:lnTo>
                <a:lnTo>
                  <a:pt x="2736273" y="54232"/>
                </a:lnTo>
                <a:lnTo>
                  <a:pt x="2736115" y="54778"/>
                </a:lnTo>
                <a:lnTo>
                  <a:pt x="2735998" y="55377"/>
                </a:lnTo>
                <a:lnTo>
                  <a:pt x="2735926" y="56034"/>
                </a:lnTo>
                <a:lnTo>
                  <a:pt x="2735902" y="56751"/>
                </a:lnTo>
                <a:lnTo>
                  <a:pt x="2735927" y="57444"/>
                </a:lnTo>
                <a:lnTo>
                  <a:pt x="2736002" y="58080"/>
                </a:lnTo>
                <a:lnTo>
                  <a:pt x="2736122" y="58660"/>
                </a:lnTo>
                <a:lnTo>
                  <a:pt x="2736286" y="59188"/>
                </a:lnTo>
                <a:lnTo>
                  <a:pt x="2736488" y="59665"/>
                </a:lnTo>
                <a:lnTo>
                  <a:pt x="2736727" y="60095"/>
                </a:lnTo>
                <a:lnTo>
                  <a:pt x="2736999" y="60479"/>
                </a:lnTo>
                <a:lnTo>
                  <a:pt x="2737301" y="60821"/>
                </a:lnTo>
                <a:lnTo>
                  <a:pt x="2737630" y="61123"/>
                </a:lnTo>
                <a:lnTo>
                  <a:pt x="2737982" y="61387"/>
                </a:lnTo>
                <a:lnTo>
                  <a:pt x="2738355" y="61616"/>
                </a:lnTo>
                <a:lnTo>
                  <a:pt x="2738745" y="61812"/>
                </a:lnTo>
                <a:lnTo>
                  <a:pt x="2739149" y="61978"/>
                </a:lnTo>
                <a:lnTo>
                  <a:pt x="2739564" y="62116"/>
                </a:lnTo>
                <a:lnTo>
                  <a:pt x="2739987" y="62230"/>
                </a:lnTo>
                <a:lnTo>
                  <a:pt x="2740414" y="62321"/>
                </a:lnTo>
                <a:lnTo>
                  <a:pt x="2740843" y="62391"/>
                </a:lnTo>
                <a:lnTo>
                  <a:pt x="2741269" y="62444"/>
                </a:lnTo>
                <a:lnTo>
                  <a:pt x="2741691" y="62482"/>
                </a:lnTo>
                <a:lnTo>
                  <a:pt x="2742104" y="62508"/>
                </a:lnTo>
                <a:lnTo>
                  <a:pt x="2742506" y="62523"/>
                </a:lnTo>
                <a:lnTo>
                  <a:pt x="2742894" y="62531"/>
                </a:lnTo>
                <a:lnTo>
                  <a:pt x="2743263" y="62534"/>
                </a:lnTo>
                <a:lnTo>
                  <a:pt x="2743612" y="62535"/>
                </a:lnTo>
                <a:lnTo>
                  <a:pt x="2752290" y="62535"/>
                </a:lnTo>
                <a:lnTo>
                  <a:pt x="2752290" y="164789"/>
                </a:lnTo>
                <a:lnTo>
                  <a:pt x="2743806" y="164789"/>
                </a:lnTo>
                <a:lnTo>
                  <a:pt x="2743412" y="164790"/>
                </a:lnTo>
                <a:lnTo>
                  <a:pt x="2743003" y="164793"/>
                </a:lnTo>
                <a:lnTo>
                  <a:pt x="2742581" y="164801"/>
                </a:lnTo>
                <a:lnTo>
                  <a:pt x="2742149" y="164817"/>
                </a:lnTo>
                <a:lnTo>
                  <a:pt x="2741711" y="164843"/>
                </a:lnTo>
                <a:lnTo>
                  <a:pt x="2741269" y="164883"/>
                </a:lnTo>
                <a:lnTo>
                  <a:pt x="2740826" y="164937"/>
                </a:lnTo>
                <a:lnTo>
                  <a:pt x="2740385" y="165010"/>
                </a:lnTo>
                <a:lnTo>
                  <a:pt x="2739949" y="165104"/>
                </a:lnTo>
                <a:lnTo>
                  <a:pt x="2739520" y="165221"/>
                </a:lnTo>
                <a:lnTo>
                  <a:pt x="2739102" y="165364"/>
                </a:lnTo>
                <a:lnTo>
                  <a:pt x="2738697" y="165536"/>
                </a:lnTo>
                <a:lnTo>
                  <a:pt x="2738308" y="165739"/>
                </a:lnTo>
                <a:lnTo>
                  <a:pt x="2737938" y="165975"/>
                </a:lnTo>
                <a:lnTo>
                  <a:pt x="2737589" y="166248"/>
                </a:lnTo>
                <a:lnTo>
                  <a:pt x="2737265" y="166560"/>
                </a:lnTo>
                <a:lnTo>
                  <a:pt x="2736969" y="166913"/>
                </a:lnTo>
                <a:lnTo>
                  <a:pt x="2736703" y="167310"/>
                </a:lnTo>
                <a:lnTo>
                  <a:pt x="2736470" y="167754"/>
                </a:lnTo>
                <a:lnTo>
                  <a:pt x="2736273" y="168247"/>
                </a:lnTo>
                <a:lnTo>
                  <a:pt x="2736115" y="168792"/>
                </a:lnTo>
                <a:lnTo>
                  <a:pt x="2735998" y="169392"/>
                </a:lnTo>
                <a:lnTo>
                  <a:pt x="2735926" y="170048"/>
                </a:lnTo>
                <a:lnTo>
                  <a:pt x="2735902" y="170764"/>
                </a:lnTo>
                <a:lnTo>
                  <a:pt x="2735927" y="171458"/>
                </a:lnTo>
                <a:lnTo>
                  <a:pt x="2736002" y="172093"/>
                </a:lnTo>
                <a:lnTo>
                  <a:pt x="2736122" y="172673"/>
                </a:lnTo>
                <a:lnTo>
                  <a:pt x="2736286" y="173201"/>
                </a:lnTo>
                <a:lnTo>
                  <a:pt x="2736488" y="173678"/>
                </a:lnTo>
                <a:lnTo>
                  <a:pt x="2736727" y="174108"/>
                </a:lnTo>
                <a:lnTo>
                  <a:pt x="2736999" y="174493"/>
                </a:lnTo>
                <a:lnTo>
                  <a:pt x="2737301" y="174835"/>
                </a:lnTo>
                <a:lnTo>
                  <a:pt x="2737630" y="175136"/>
                </a:lnTo>
                <a:lnTo>
                  <a:pt x="2737982" y="175400"/>
                </a:lnTo>
                <a:lnTo>
                  <a:pt x="2738355" y="175629"/>
                </a:lnTo>
                <a:lnTo>
                  <a:pt x="2738745" y="175825"/>
                </a:lnTo>
                <a:lnTo>
                  <a:pt x="2739149" y="175991"/>
                </a:lnTo>
                <a:lnTo>
                  <a:pt x="2739564" y="176130"/>
                </a:lnTo>
                <a:lnTo>
                  <a:pt x="2739987" y="176243"/>
                </a:lnTo>
                <a:lnTo>
                  <a:pt x="2740414" y="176334"/>
                </a:lnTo>
                <a:lnTo>
                  <a:pt x="2740843" y="176405"/>
                </a:lnTo>
                <a:lnTo>
                  <a:pt x="2741269" y="176458"/>
                </a:lnTo>
                <a:lnTo>
                  <a:pt x="2741691" y="176496"/>
                </a:lnTo>
                <a:lnTo>
                  <a:pt x="2742104" y="176521"/>
                </a:lnTo>
                <a:lnTo>
                  <a:pt x="2742506" y="176537"/>
                </a:lnTo>
                <a:lnTo>
                  <a:pt x="2742894" y="176545"/>
                </a:lnTo>
                <a:lnTo>
                  <a:pt x="2743263" y="176548"/>
                </a:lnTo>
                <a:lnTo>
                  <a:pt x="2743612" y="176548"/>
                </a:lnTo>
                <a:lnTo>
                  <a:pt x="2774268" y="176548"/>
                </a:lnTo>
                <a:lnTo>
                  <a:pt x="2774617" y="176548"/>
                </a:lnTo>
                <a:lnTo>
                  <a:pt x="2774987" y="176545"/>
                </a:lnTo>
                <a:lnTo>
                  <a:pt x="2775374" y="176537"/>
                </a:lnTo>
                <a:lnTo>
                  <a:pt x="2775776" y="176521"/>
                </a:lnTo>
                <a:lnTo>
                  <a:pt x="2776190" y="176496"/>
                </a:lnTo>
                <a:lnTo>
                  <a:pt x="2776611" y="176458"/>
                </a:lnTo>
                <a:lnTo>
                  <a:pt x="2777038" y="176405"/>
                </a:lnTo>
                <a:lnTo>
                  <a:pt x="2777466" y="176334"/>
                </a:lnTo>
                <a:lnTo>
                  <a:pt x="2777893" y="176243"/>
                </a:lnTo>
                <a:lnTo>
                  <a:pt x="2778316" y="176130"/>
                </a:lnTo>
                <a:lnTo>
                  <a:pt x="2778731" y="175991"/>
                </a:lnTo>
                <a:lnTo>
                  <a:pt x="2779135" y="175825"/>
                </a:lnTo>
                <a:lnTo>
                  <a:pt x="2779525" y="175629"/>
                </a:lnTo>
                <a:lnTo>
                  <a:pt x="2779898" y="175400"/>
                </a:lnTo>
                <a:lnTo>
                  <a:pt x="2780250" y="175136"/>
                </a:lnTo>
                <a:lnTo>
                  <a:pt x="2780579" y="174835"/>
                </a:lnTo>
                <a:lnTo>
                  <a:pt x="2780881" y="174493"/>
                </a:lnTo>
                <a:lnTo>
                  <a:pt x="2781153" y="174108"/>
                </a:lnTo>
                <a:lnTo>
                  <a:pt x="2781392" y="173678"/>
                </a:lnTo>
                <a:lnTo>
                  <a:pt x="2781595" y="173201"/>
                </a:lnTo>
                <a:lnTo>
                  <a:pt x="2781758" y="172673"/>
                </a:lnTo>
                <a:lnTo>
                  <a:pt x="2781879" y="172093"/>
                </a:lnTo>
                <a:lnTo>
                  <a:pt x="2781953" y="171458"/>
                </a:lnTo>
                <a:lnTo>
                  <a:pt x="2781979" y="170764"/>
                </a:lnTo>
                <a:lnTo>
                  <a:pt x="2781954" y="170048"/>
                </a:lnTo>
                <a:lnTo>
                  <a:pt x="2781882" y="169392"/>
                </a:lnTo>
                <a:lnTo>
                  <a:pt x="2781766" y="168792"/>
                </a:lnTo>
                <a:lnTo>
                  <a:pt x="2781608" y="168247"/>
                </a:lnTo>
                <a:lnTo>
                  <a:pt x="2781411" y="167754"/>
                </a:lnTo>
                <a:lnTo>
                  <a:pt x="2781178" y="167310"/>
                </a:lnTo>
                <a:lnTo>
                  <a:pt x="2780912" y="166913"/>
                </a:lnTo>
                <a:lnTo>
                  <a:pt x="2780615" y="166560"/>
                </a:lnTo>
                <a:lnTo>
                  <a:pt x="2780291" y="166248"/>
                </a:lnTo>
                <a:lnTo>
                  <a:pt x="2779943" y="165975"/>
                </a:lnTo>
                <a:lnTo>
                  <a:pt x="2779573" y="165739"/>
                </a:lnTo>
                <a:lnTo>
                  <a:pt x="2779184" y="165536"/>
                </a:lnTo>
                <a:lnTo>
                  <a:pt x="2778779" y="165364"/>
                </a:lnTo>
                <a:lnTo>
                  <a:pt x="2778360" y="165221"/>
                </a:lnTo>
                <a:lnTo>
                  <a:pt x="2777931" y="165104"/>
                </a:lnTo>
                <a:lnTo>
                  <a:pt x="2777495" y="165010"/>
                </a:lnTo>
                <a:lnTo>
                  <a:pt x="2777054" y="164937"/>
                </a:lnTo>
                <a:lnTo>
                  <a:pt x="2776611" y="164883"/>
                </a:lnTo>
                <a:lnTo>
                  <a:pt x="2776169" y="164843"/>
                </a:lnTo>
                <a:lnTo>
                  <a:pt x="2775731" y="164817"/>
                </a:lnTo>
                <a:lnTo>
                  <a:pt x="2775300" y="164801"/>
                </a:lnTo>
                <a:lnTo>
                  <a:pt x="2774878" y="164793"/>
                </a:lnTo>
                <a:lnTo>
                  <a:pt x="2774468" y="164790"/>
                </a:lnTo>
                <a:lnTo>
                  <a:pt x="2774074" y="164789"/>
                </a:lnTo>
                <a:lnTo>
                  <a:pt x="2765590" y="164789"/>
                </a:lnTo>
                <a:lnTo>
                  <a:pt x="2765590" y="125105"/>
                </a:lnTo>
                <a:lnTo>
                  <a:pt x="2766580" y="126084"/>
                </a:lnTo>
                <a:lnTo>
                  <a:pt x="2767573" y="127000"/>
                </a:lnTo>
                <a:lnTo>
                  <a:pt x="2768568" y="127853"/>
                </a:lnTo>
                <a:lnTo>
                  <a:pt x="2769563" y="128645"/>
                </a:lnTo>
                <a:lnTo>
                  <a:pt x="2770558" y="129380"/>
                </a:lnTo>
                <a:lnTo>
                  <a:pt x="2771552" y="130058"/>
                </a:lnTo>
                <a:lnTo>
                  <a:pt x="2772543" y="130682"/>
                </a:lnTo>
                <a:lnTo>
                  <a:pt x="2773531" y="131254"/>
                </a:lnTo>
                <a:lnTo>
                  <a:pt x="2774514" y="131775"/>
                </a:lnTo>
                <a:lnTo>
                  <a:pt x="2775491" y="132248"/>
                </a:lnTo>
                <a:lnTo>
                  <a:pt x="2776462" y="132675"/>
                </a:lnTo>
                <a:lnTo>
                  <a:pt x="2777424" y="133058"/>
                </a:lnTo>
                <a:lnTo>
                  <a:pt x="2778378" y="133399"/>
                </a:lnTo>
                <a:lnTo>
                  <a:pt x="2779321" y="133699"/>
                </a:lnTo>
                <a:lnTo>
                  <a:pt x="2780253" y="133961"/>
                </a:lnTo>
                <a:lnTo>
                  <a:pt x="2781173" y="134188"/>
                </a:lnTo>
                <a:lnTo>
                  <a:pt x="2782079" y="134380"/>
                </a:lnTo>
                <a:lnTo>
                  <a:pt x="2782971" y="134540"/>
                </a:lnTo>
                <a:lnTo>
                  <a:pt x="2783847" y="134669"/>
                </a:lnTo>
                <a:lnTo>
                  <a:pt x="2784707" y="134771"/>
                </a:lnTo>
                <a:lnTo>
                  <a:pt x="2785548" y="134847"/>
                </a:lnTo>
                <a:lnTo>
                  <a:pt x="2786371" y="134898"/>
                </a:lnTo>
                <a:lnTo>
                  <a:pt x="2787174" y="134928"/>
                </a:lnTo>
                <a:lnTo>
                  <a:pt x="2787956" y="134937"/>
                </a:lnTo>
                <a:lnTo>
                  <a:pt x="2790570" y="134842"/>
                </a:lnTo>
                <a:lnTo>
                  <a:pt x="2793152" y="134563"/>
                </a:lnTo>
                <a:lnTo>
                  <a:pt x="2795696" y="134103"/>
                </a:lnTo>
                <a:lnTo>
                  <a:pt x="2798194" y="133468"/>
                </a:lnTo>
                <a:lnTo>
                  <a:pt x="2800640" y="132663"/>
                </a:lnTo>
                <a:lnTo>
                  <a:pt x="2803027" y="131695"/>
                </a:lnTo>
                <a:lnTo>
                  <a:pt x="2805346" y="130567"/>
                </a:lnTo>
                <a:lnTo>
                  <a:pt x="2807592" y="129286"/>
                </a:lnTo>
                <a:lnTo>
                  <a:pt x="2809756" y="127856"/>
                </a:lnTo>
                <a:lnTo>
                  <a:pt x="2811833" y="126283"/>
                </a:lnTo>
                <a:lnTo>
                  <a:pt x="2813814" y="124572"/>
                </a:lnTo>
                <a:lnTo>
                  <a:pt x="2815693" y="122728"/>
                </a:lnTo>
                <a:lnTo>
                  <a:pt x="2817463" y="120758"/>
                </a:lnTo>
                <a:lnTo>
                  <a:pt x="2819116" y="118665"/>
                </a:lnTo>
                <a:lnTo>
                  <a:pt x="2820645" y="116455"/>
                </a:lnTo>
                <a:lnTo>
                  <a:pt x="2822044" y="114134"/>
                </a:lnTo>
                <a:lnTo>
                  <a:pt x="2823304" y="111706"/>
                </a:lnTo>
                <a:lnTo>
                  <a:pt x="2824420" y="109178"/>
                </a:lnTo>
                <a:lnTo>
                  <a:pt x="2825384" y="106554"/>
                </a:lnTo>
                <a:lnTo>
                  <a:pt x="2826188" y="103840"/>
                </a:lnTo>
                <a:lnTo>
                  <a:pt x="2826826" y="101040"/>
                </a:lnTo>
                <a:lnTo>
                  <a:pt x="2827290" y="98161"/>
                </a:lnTo>
                <a:lnTo>
                  <a:pt x="2827574" y="95207"/>
                </a:lnTo>
                <a:lnTo>
                  <a:pt x="2827669" y="92218"/>
                </a:lnTo>
                <a:lnTo>
                  <a:pt x="2827582" y="89316"/>
                </a:lnTo>
                <a:lnTo>
                  <a:pt x="2827321" y="86434"/>
                </a:lnTo>
                <a:lnTo>
                  <a:pt x="2826893" y="83615"/>
                </a:lnTo>
                <a:lnTo>
                  <a:pt x="2826305" y="80864"/>
                </a:lnTo>
                <a:lnTo>
                  <a:pt x="2825562" y="78187"/>
                </a:lnTo>
                <a:close/>
                <a:moveTo>
                  <a:pt x="2813306" y="100896"/>
                </a:moveTo>
                <a:lnTo>
                  <a:pt x="2812733" y="102897"/>
                </a:lnTo>
                <a:lnTo>
                  <a:pt x="2812048" y="104822"/>
                </a:lnTo>
                <a:lnTo>
                  <a:pt x="2811259" y="106668"/>
                </a:lnTo>
                <a:lnTo>
                  <a:pt x="2810369" y="108432"/>
                </a:lnTo>
                <a:lnTo>
                  <a:pt x="2809386" y="110111"/>
                </a:lnTo>
                <a:lnTo>
                  <a:pt x="2808315" y="111702"/>
                </a:lnTo>
                <a:lnTo>
                  <a:pt x="2807163" y="113203"/>
                </a:lnTo>
                <a:lnTo>
                  <a:pt x="2805934" y="114610"/>
                </a:lnTo>
                <a:lnTo>
                  <a:pt x="2804634" y="115921"/>
                </a:lnTo>
                <a:lnTo>
                  <a:pt x="2803270" y="117133"/>
                </a:lnTo>
                <a:lnTo>
                  <a:pt x="2801848" y="118243"/>
                </a:lnTo>
                <a:lnTo>
                  <a:pt x="2800373" y="119249"/>
                </a:lnTo>
                <a:lnTo>
                  <a:pt x="2798851" y="120146"/>
                </a:lnTo>
                <a:lnTo>
                  <a:pt x="2797288" y="120934"/>
                </a:lnTo>
                <a:lnTo>
                  <a:pt x="2795690" y="121607"/>
                </a:lnTo>
                <a:lnTo>
                  <a:pt x="2794063" y="122165"/>
                </a:lnTo>
                <a:lnTo>
                  <a:pt x="2792412" y="122604"/>
                </a:lnTo>
                <a:lnTo>
                  <a:pt x="2790743" y="122921"/>
                </a:lnTo>
                <a:lnTo>
                  <a:pt x="2789063" y="123113"/>
                </a:lnTo>
                <a:lnTo>
                  <a:pt x="2787377" y="123178"/>
                </a:lnTo>
                <a:lnTo>
                  <a:pt x="2785540" y="123091"/>
                </a:lnTo>
                <a:lnTo>
                  <a:pt x="2783789" y="122839"/>
                </a:lnTo>
                <a:lnTo>
                  <a:pt x="2782123" y="122432"/>
                </a:lnTo>
                <a:lnTo>
                  <a:pt x="2780541" y="121880"/>
                </a:lnTo>
                <a:lnTo>
                  <a:pt x="2779043" y="121195"/>
                </a:lnTo>
                <a:lnTo>
                  <a:pt x="2777628" y="120386"/>
                </a:lnTo>
                <a:lnTo>
                  <a:pt x="2776296" y="119465"/>
                </a:lnTo>
                <a:lnTo>
                  <a:pt x="2775045" y="118443"/>
                </a:lnTo>
                <a:lnTo>
                  <a:pt x="2773875" y="117330"/>
                </a:lnTo>
                <a:lnTo>
                  <a:pt x="2772785" y="116136"/>
                </a:lnTo>
                <a:lnTo>
                  <a:pt x="2771775" y="114873"/>
                </a:lnTo>
                <a:lnTo>
                  <a:pt x="2770844" y="113551"/>
                </a:lnTo>
                <a:lnTo>
                  <a:pt x="2769991" y="112181"/>
                </a:lnTo>
                <a:lnTo>
                  <a:pt x="2769216" y="110774"/>
                </a:lnTo>
                <a:lnTo>
                  <a:pt x="2768518" y="109340"/>
                </a:lnTo>
                <a:lnTo>
                  <a:pt x="2767897" y="107890"/>
                </a:lnTo>
                <a:lnTo>
                  <a:pt x="2767351" y="106434"/>
                </a:lnTo>
                <a:lnTo>
                  <a:pt x="2766880" y="104984"/>
                </a:lnTo>
                <a:lnTo>
                  <a:pt x="2766483" y="103550"/>
                </a:lnTo>
                <a:lnTo>
                  <a:pt x="2766160" y="102142"/>
                </a:lnTo>
                <a:lnTo>
                  <a:pt x="2765909" y="100772"/>
                </a:lnTo>
                <a:lnTo>
                  <a:pt x="2765732" y="99451"/>
                </a:lnTo>
                <a:lnTo>
                  <a:pt x="2765625" y="98188"/>
                </a:lnTo>
                <a:lnTo>
                  <a:pt x="2765590" y="96994"/>
                </a:lnTo>
                <a:lnTo>
                  <a:pt x="2765590" y="82943"/>
                </a:lnTo>
                <a:lnTo>
                  <a:pt x="2765648" y="81535"/>
                </a:lnTo>
                <a:lnTo>
                  <a:pt x="2765817" y="80142"/>
                </a:lnTo>
                <a:lnTo>
                  <a:pt x="2766094" y="78768"/>
                </a:lnTo>
                <a:lnTo>
                  <a:pt x="2766475" y="77418"/>
                </a:lnTo>
                <a:lnTo>
                  <a:pt x="2766954" y="76095"/>
                </a:lnTo>
                <a:lnTo>
                  <a:pt x="2767527" y="74803"/>
                </a:lnTo>
                <a:lnTo>
                  <a:pt x="2768191" y="73547"/>
                </a:lnTo>
                <a:lnTo>
                  <a:pt x="2768940" y="72329"/>
                </a:lnTo>
                <a:lnTo>
                  <a:pt x="2769769" y="71155"/>
                </a:lnTo>
                <a:lnTo>
                  <a:pt x="2770676" y="70027"/>
                </a:lnTo>
                <a:lnTo>
                  <a:pt x="2771654" y="68951"/>
                </a:lnTo>
                <a:lnTo>
                  <a:pt x="2772700" y="67930"/>
                </a:lnTo>
                <a:lnTo>
                  <a:pt x="2773810" y="66968"/>
                </a:lnTo>
                <a:lnTo>
                  <a:pt x="2774978" y="66068"/>
                </a:lnTo>
                <a:lnTo>
                  <a:pt x="2776201" y="65236"/>
                </a:lnTo>
                <a:lnTo>
                  <a:pt x="2777473" y="64474"/>
                </a:lnTo>
                <a:lnTo>
                  <a:pt x="2778791" y="63787"/>
                </a:lnTo>
                <a:lnTo>
                  <a:pt x="2780150" y="63179"/>
                </a:lnTo>
                <a:lnTo>
                  <a:pt x="2781546" y="62653"/>
                </a:lnTo>
                <a:lnTo>
                  <a:pt x="2782974" y="62214"/>
                </a:lnTo>
                <a:lnTo>
                  <a:pt x="2784429" y="61866"/>
                </a:lnTo>
                <a:lnTo>
                  <a:pt x="2785908" y="61613"/>
                </a:lnTo>
                <a:lnTo>
                  <a:pt x="2787406" y="61458"/>
                </a:lnTo>
                <a:lnTo>
                  <a:pt x="2788918" y="61405"/>
                </a:lnTo>
                <a:lnTo>
                  <a:pt x="2790685" y="61478"/>
                </a:lnTo>
                <a:lnTo>
                  <a:pt x="2792416" y="61692"/>
                </a:lnTo>
                <a:lnTo>
                  <a:pt x="2794108" y="62043"/>
                </a:lnTo>
                <a:lnTo>
                  <a:pt x="2795758" y="62525"/>
                </a:lnTo>
                <a:lnTo>
                  <a:pt x="2797361" y="63135"/>
                </a:lnTo>
                <a:lnTo>
                  <a:pt x="2798914" y="63866"/>
                </a:lnTo>
                <a:lnTo>
                  <a:pt x="2800414" y="64715"/>
                </a:lnTo>
                <a:lnTo>
                  <a:pt x="2801857" y="65675"/>
                </a:lnTo>
                <a:lnTo>
                  <a:pt x="2803241" y="66743"/>
                </a:lnTo>
                <a:lnTo>
                  <a:pt x="2804560" y="67913"/>
                </a:lnTo>
                <a:lnTo>
                  <a:pt x="2805812" y="69180"/>
                </a:lnTo>
                <a:lnTo>
                  <a:pt x="2806993" y="70539"/>
                </a:lnTo>
                <a:lnTo>
                  <a:pt x="2808100" y="71986"/>
                </a:lnTo>
                <a:lnTo>
                  <a:pt x="2809129" y="73515"/>
                </a:lnTo>
                <a:lnTo>
                  <a:pt x="2810077" y="75122"/>
                </a:lnTo>
                <a:lnTo>
                  <a:pt x="2810940" y="76801"/>
                </a:lnTo>
                <a:lnTo>
                  <a:pt x="2811715" y="78548"/>
                </a:lnTo>
                <a:lnTo>
                  <a:pt x="2812398" y="80357"/>
                </a:lnTo>
                <a:lnTo>
                  <a:pt x="2812985" y="82225"/>
                </a:lnTo>
                <a:lnTo>
                  <a:pt x="2813473" y="84145"/>
                </a:lnTo>
                <a:lnTo>
                  <a:pt x="2813859" y="86113"/>
                </a:lnTo>
                <a:lnTo>
                  <a:pt x="2814139" y="88124"/>
                </a:lnTo>
                <a:lnTo>
                  <a:pt x="2814310" y="90173"/>
                </a:lnTo>
                <a:lnTo>
                  <a:pt x="2814367" y="92218"/>
                </a:lnTo>
                <a:lnTo>
                  <a:pt x="2814298" y="94462"/>
                </a:lnTo>
                <a:lnTo>
                  <a:pt x="2814094" y="96676"/>
                </a:lnTo>
                <a:lnTo>
                  <a:pt x="2813761" y="98821"/>
                </a:lnTo>
                <a:lnTo>
                  <a:pt x="2813306" y="100896"/>
                </a:lnTo>
                <a:close/>
                <a:moveTo>
                  <a:pt x="2292910" y="121013"/>
                </a:moveTo>
                <a:lnTo>
                  <a:pt x="2292461" y="119860"/>
                </a:lnTo>
                <a:lnTo>
                  <a:pt x="2291954" y="118762"/>
                </a:lnTo>
                <a:lnTo>
                  <a:pt x="2291391" y="117718"/>
                </a:lnTo>
                <a:lnTo>
                  <a:pt x="2290775" y="116732"/>
                </a:lnTo>
                <a:lnTo>
                  <a:pt x="2290110" y="115805"/>
                </a:lnTo>
                <a:lnTo>
                  <a:pt x="2289398" y="114937"/>
                </a:lnTo>
                <a:lnTo>
                  <a:pt x="2288641" y="114130"/>
                </a:lnTo>
                <a:lnTo>
                  <a:pt x="2287843" y="113386"/>
                </a:lnTo>
                <a:lnTo>
                  <a:pt x="2287007" y="112706"/>
                </a:lnTo>
                <a:lnTo>
                  <a:pt x="2286135" y="112092"/>
                </a:lnTo>
                <a:lnTo>
                  <a:pt x="2285230" y="111544"/>
                </a:lnTo>
                <a:lnTo>
                  <a:pt x="2284295" y="111065"/>
                </a:lnTo>
                <a:lnTo>
                  <a:pt x="2283333" y="110656"/>
                </a:lnTo>
                <a:lnTo>
                  <a:pt x="2282347" y="110318"/>
                </a:lnTo>
                <a:lnTo>
                  <a:pt x="2281339" y="110053"/>
                </a:lnTo>
                <a:lnTo>
                  <a:pt x="2280313" y="109861"/>
                </a:lnTo>
                <a:lnTo>
                  <a:pt x="2279272" y="109745"/>
                </a:lnTo>
                <a:lnTo>
                  <a:pt x="2278217" y="109706"/>
                </a:lnTo>
                <a:lnTo>
                  <a:pt x="2277270" y="109736"/>
                </a:lnTo>
                <a:lnTo>
                  <a:pt x="2276358" y="109824"/>
                </a:lnTo>
                <a:lnTo>
                  <a:pt x="2275480" y="109967"/>
                </a:lnTo>
                <a:lnTo>
                  <a:pt x="2274639" y="110164"/>
                </a:lnTo>
                <a:lnTo>
                  <a:pt x="2273834" y="110411"/>
                </a:lnTo>
                <a:lnTo>
                  <a:pt x="2273065" y="110707"/>
                </a:lnTo>
                <a:lnTo>
                  <a:pt x="2272333" y="111049"/>
                </a:lnTo>
                <a:lnTo>
                  <a:pt x="2271640" y="111435"/>
                </a:lnTo>
                <a:lnTo>
                  <a:pt x="2270984" y="111863"/>
                </a:lnTo>
                <a:lnTo>
                  <a:pt x="2270367" y="112330"/>
                </a:lnTo>
                <a:lnTo>
                  <a:pt x="2269789" y="112833"/>
                </a:lnTo>
                <a:lnTo>
                  <a:pt x="2269251" y="113371"/>
                </a:lnTo>
                <a:lnTo>
                  <a:pt x="2268753" y="113941"/>
                </a:lnTo>
                <a:lnTo>
                  <a:pt x="2268296" y="114541"/>
                </a:lnTo>
                <a:lnTo>
                  <a:pt x="2267880" y="115169"/>
                </a:lnTo>
                <a:lnTo>
                  <a:pt x="2267505" y="115821"/>
                </a:lnTo>
                <a:lnTo>
                  <a:pt x="2267173" y="116496"/>
                </a:lnTo>
                <a:lnTo>
                  <a:pt x="2266884" y="117192"/>
                </a:lnTo>
                <a:lnTo>
                  <a:pt x="2266637" y="117906"/>
                </a:lnTo>
                <a:lnTo>
                  <a:pt x="2266434" y="118635"/>
                </a:lnTo>
                <a:lnTo>
                  <a:pt x="2266276" y="119378"/>
                </a:lnTo>
                <a:lnTo>
                  <a:pt x="2266162" y="120131"/>
                </a:lnTo>
                <a:lnTo>
                  <a:pt x="2266093" y="120894"/>
                </a:lnTo>
                <a:lnTo>
                  <a:pt x="2266070" y="121663"/>
                </a:lnTo>
                <a:lnTo>
                  <a:pt x="2266099" y="122565"/>
                </a:lnTo>
                <a:lnTo>
                  <a:pt x="2266184" y="123440"/>
                </a:lnTo>
                <a:lnTo>
                  <a:pt x="2266323" y="124288"/>
                </a:lnTo>
                <a:lnTo>
                  <a:pt x="2266514" y="125106"/>
                </a:lnTo>
                <a:lnTo>
                  <a:pt x="2266755" y="125894"/>
                </a:lnTo>
                <a:lnTo>
                  <a:pt x="2267043" y="126651"/>
                </a:lnTo>
                <a:lnTo>
                  <a:pt x="2267377" y="127375"/>
                </a:lnTo>
                <a:lnTo>
                  <a:pt x="2267755" y="128067"/>
                </a:lnTo>
                <a:lnTo>
                  <a:pt x="2268174" y="128724"/>
                </a:lnTo>
                <a:lnTo>
                  <a:pt x="2268633" y="129347"/>
                </a:lnTo>
                <a:lnTo>
                  <a:pt x="2269129" y="129933"/>
                </a:lnTo>
                <a:lnTo>
                  <a:pt x="2269660" y="130482"/>
                </a:lnTo>
                <a:lnTo>
                  <a:pt x="2270225" y="130993"/>
                </a:lnTo>
                <a:lnTo>
                  <a:pt x="2270820" y="131465"/>
                </a:lnTo>
                <a:lnTo>
                  <a:pt x="2271445" y="131896"/>
                </a:lnTo>
                <a:lnTo>
                  <a:pt x="2272096" y="132286"/>
                </a:lnTo>
                <a:lnTo>
                  <a:pt x="2272772" y="132635"/>
                </a:lnTo>
                <a:lnTo>
                  <a:pt x="2273471" y="132940"/>
                </a:lnTo>
                <a:lnTo>
                  <a:pt x="2274190" y="133201"/>
                </a:lnTo>
                <a:lnTo>
                  <a:pt x="2274928" y="133416"/>
                </a:lnTo>
                <a:lnTo>
                  <a:pt x="2275682" y="133586"/>
                </a:lnTo>
                <a:lnTo>
                  <a:pt x="2276451" y="133708"/>
                </a:lnTo>
                <a:lnTo>
                  <a:pt x="2277232" y="133782"/>
                </a:lnTo>
                <a:lnTo>
                  <a:pt x="2278023" y="133807"/>
                </a:lnTo>
                <a:lnTo>
                  <a:pt x="2278168" y="133806"/>
                </a:lnTo>
                <a:lnTo>
                  <a:pt x="2278316" y="133803"/>
                </a:lnTo>
                <a:lnTo>
                  <a:pt x="2278465" y="133798"/>
                </a:lnTo>
                <a:lnTo>
                  <a:pt x="2278616" y="133791"/>
                </a:lnTo>
                <a:lnTo>
                  <a:pt x="2278769" y="133782"/>
                </a:lnTo>
                <a:lnTo>
                  <a:pt x="2278923" y="133771"/>
                </a:lnTo>
                <a:lnTo>
                  <a:pt x="2279079" y="133758"/>
                </a:lnTo>
                <a:lnTo>
                  <a:pt x="2279236" y="133743"/>
                </a:lnTo>
                <a:lnTo>
                  <a:pt x="2279395" y="133726"/>
                </a:lnTo>
                <a:lnTo>
                  <a:pt x="2279555" y="133707"/>
                </a:lnTo>
                <a:lnTo>
                  <a:pt x="2279716" y="133686"/>
                </a:lnTo>
                <a:lnTo>
                  <a:pt x="2279878" y="133663"/>
                </a:lnTo>
                <a:lnTo>
                  <a:pt x="2280042" y="133638"/>
                </a:lnTo>
                <a:lnTo>
                  <a:pt x="2280206" y="133611"/>
                </a:lnTo>
                <a:lnTo>
                  <a:pt x="2280371" y="133582"/>
                </a:lnTo>
                <a:lnTo>
                  <a:pt x="2280536" y="133551"/>
                </a:lnTo>
                <a:lnTo>
                  <a:pt x="2280703" y="133518"/>
                </a:lnTo>
                <a:lnTo>
                  <a:pt x="2280870" y="133483"/>
                </a:lnTo>
                <a:lnTo>
                  <a:pt x="2281037" y="133446"/>
                </a:lnTo>
                <a:lnTo>
                  <a:pt x="2281205" y="133407"/>
                </a:lnTo>
                <a:lnTo>
                  <a:pt x="2281373" y="133366"/>
                </a:lnTo>
                <a:lnTo>
                  <a:pt x="2281542" y="133323"/>
                </a:lnTo>
                <a:lnTo>
                  <a:pt x="2281711" y="133278"/>
                </a:lnTo>
                <a:lnTo>
                  <a:pt x="2281879" y="133231"/>
                </a:lnTo>
                <a:lnTo>
                  <a:pt x="2281487" y="134679"/>
                </a:lnTo>
                <a:lnTo>
                  <a:pt x="2281035" y="136038"/>
                </a:lnTo>
                <a:lnTo>
                  <a:pt x="2280531" y="137310"/>
                </a:lnTo>
                <a:lnTo>
                  <a:pt x="2279979" y="138499"/>
                </a:lnTo>
                <a:lnTo>
                  <a:pt x="2279385" y="139606"/>
                </a:lnTo>
                <a:lnTo>
                  <a:pt x="2278755" y="140635"/>
                </a:lnTo>
                <a:lnTo>
                  <a:pt x="2278095" y="141589"/>
                </a:lnTo>
                <a:lnTo>
                  <a:pt x="2277409" y="142471"/>
                </a:lnTo>
                <a:lnTo>
                  <a:pt x="2276704" y="143283"/>
                </a:lnTo>
                <a:lnTo>
                  <a:pt x="2275985" y="144028"/>
                </a:lnTo>
                <a:lnTo>
                  <a:pt x="2275258" y="144709"/>
                </a:lnTo>
                <a:lnTo>
                  <a:pt x="2274528" y="145329"/>
                </a:lnTo>
                <a:lnTo>
                  <a:pt x="2273802" y="145891"/>
                </a:lnTo>
                <a:lnTo>
                  <a:pt x="2273084" y="146397"/>
                </a:lnTo>
                <a:lnTo>
                  <a:pt x="2272380" y="146851"/>
                </a:lnTo>
                <a:lnTo>
                  <a:pt x="2271696" y="147256"/>
                </a:lnTo>
                <a:lnTo>
                  <a:pt x="2271037" y="147613"/>
                </a:lnTo>
                <a:lnTo>
                  <a:pt x="2270410" y="147926"/>
                </a:lnTo>
                <a:lnTo>
                  <a:pt x="2269819" y="148198"/>
                </a:lnTo>
                <a:lnTo>
                  <a:pt x="2269271" y="148432"/>
                </a:lnTo>
                <a:lnTo>
                  <a:pt x="2268770" y="148630"/>
                </a:lnTo>
                <a:lnTo>
                  <a:pt x="2268323" y="148796"/>
                </a:lnTo>
                <a:lnTo>
                  <a:pt x="2267935" y="148932"/>
                </a:lnTo>
                <a:lnTo>
                  <a:pt x="2267612" y="149041"/>
                </a:lnTo>
                <a:lnTo>
                  <a:pt x="2267363" y="149115"/>
                </a:lnTo>
                <a:lnTo>
                  <a:pt x="2267101" y="149194"/>
                </a:lnTo>
                <a:lnTo>
                  <a:pt x="2266827" y="149280"/>
                </a:lnTo>
                <a:lnTo>
                  <a:pt x="2266543" y="149373"/>
                </a:lnTo>
                <a:lnTo>
                  <a:pt x="2266252" y="149474"/>
                </a:lnTo>
                <a:lnTo>
                  <a:pt x="2265955" y="149585"/>
                </a:lnTo>
                <a:lnTo>
                  <a:pt x="2265656" y="149707"/>
                </a:lnTo>
                <a:lnTo>
                  <a:pt x="2265356" y="149840"/>
                </a:lnTo>
                <a:lnTo>
                  <a:pt x="2265057" y="149985"/>
                </a:lnTo>
                <a:lnTo>
                  <a:pt x="2264762" y="150145"/>
                </a:lnTo>
                <a:lnTo>
                  <a:pt x="2264472" y="150319"/>
                </a:lnTo>
                <a:lnTo>
                  <a:pt x="2264190" y="150510"/>
                </a:lnTo>
                <a:lnTo>
                  <a:pt x="2263918" y="150717"/>
                </a:lnTo>
                <a:lnTo>
                  <a:pt x="2263659" y="150943"/>
                </a:lnTo>
                <a:lnTo>
                  <a:pt x="2263414" y="151188"/>
                </a:lnTo>
                <a:lnTo>
                  <a:pt x="2263185" y="151454"/>
                </a:lnTo>
                <a:lnTo>
                  <a:pt x="2262975" y="151740"/>
                </a:lnTo>
                <a:lnTo>
                  <a:pt x="2262786" y="152050"/>
                </a:lnTo>
                <a:lnTo>
                  <a:pt x="2262620" y="152383"/>
                </a:lnTo>
                <a:lnTo>
                  <a:pt x="2262480" y="152740"/>
                </a:lnTo>
                <a:lnTo>
                  <a:pt x="2262367" y="153124"/>
                </a:lnTo>
                <a:lnTo>
                  <a:pt x="2262283" y="153534"/>
                </a:lnTo>
                <a:lnTo>
                  <a:pt x="2262231" y="153972"/>
                </a:lnTo>
                <a:lnTo>
                  <a:pt x="2262214" y="154439"/>
                </a:lnTo>
                <a:lnTo>
                  <a:pt x="2262229" y="154803"/>
                </a:lnTo>
                <a:lnTo>
                  <a:pt x="2262272" y="155168"/>
                </a:lnTo>
                <a:lnTo>
                  <a:pt x="2262344" y="155535"/>
                </a:lnTo>
                <a:lnTo>
                  <a:pt x="2262443" y="155900"/>
                </a:lnTo>
                <a:lnTo>
                  <a:pt x="2262568" y="156264"/>
                </a:lnTo>
                <a:lnTo>
                  <a:pt x="2262717" y="156623"/>
                </a:lnTo>
                <a:lnTo>
                  <a:pt x="2262890" y="156977"/>
                </a:lnTo>
                <a:lnTo>
                  <a:pt x="2263085" y="157324"/>
                </a:lnTo>
                <a:lnTo>
                  <a:pt x="2263301" y="157662"/>
                </a:lnTo>
                <a:lnTo>
                  <a:pt x="2263539" y="157990"/>
                </a:lnTo>
                <a:lnTo>
                  <a:pt x="2263795" y="158306"/>
                </a:lnTo>
                <a:lnTo>
                  <a:pt x="2264069" y="158608"/>
                </a:lnTo>
                <a:lnTo>
                  <a:pt x="2264361" y="158896"/>
                </a:lnTo>
                <a:lnTo>
                  <a:pt x="2264668" y="159167"/>
                </a:lnTo>
                <a:lnTo>
                  <a:pt x="2264991" y="159419"/>
                </a:lnTo>
                <a:lnTo>
                  <a:pt x="2265327" y="159652"/>
                </a:lnTo>
                <a:lnTo>
                  <a:pt x="2265676" y="159863"/>
                </a:lnTo>
                <a:lnTo>
                  <a:pt x="2266036" y="160051"/>
                </a:lnTo>
                <a:lnTo>
                  <a:pt x="2266407" y="160215"/>
                </a:lnTo>
                <a:lnTo>
                  <a:pt x="2266788" y="160352"/>
                </a:lnTo>
                <a:lnTo>
                  <a:pt x="2267177" y="160462"/>
                </a:lnTo>
                <a:lnTo>
                  <a:pt x="2267573" y="160542"/>
                </a:lnTo>
                <a:lnTo>
                  <a:pt x="2267975" y="160592"/>
                </a:lnTo>
                <a:lnTo>
                  <a:pt x="2268383" y="160609"/>
                </a:lnTo>
                <a:lnTo>
                  <a:pt x="2269222" y="160554"/>
                </a:lnTo>
                <a:lnTo>
                  <a:pt x="2270187" y="160391"/>
                </a:lnTo>
                <a:lnTo>
                  <a:pt x="2271264" y="160120"/>
                </a:lnTo>
                <a:lnTo>
                  <a:pt x="2272438" y="159739"/>
                </a:lnTo>
                <a:lnTo>
                  <a:pt x="2273696" y="159249"/>
                </a:lnTo>
                <a:lnTo>
                  <a:pt x="2275022" y="158650"/>
                </a:lnTo>
                <a:lnTo>
                  <a:pt x="2276402" y="157942"/>
                </a:lnTo>
                <a:lnTo>
                  <a:pt x="2277822" y="157124"/>
                </a:lnTo>
                <a:lnTo>
                  <a:pt x="2279268" y="156196"/>
                </a:lnTo>
                <a:lnTo>
                  <a:pt x="2280724" y="155158"/>
                </a:lnTo>
                <a:lnTo>
                  <a:pt x="2282178" y="154010"/>
                </a:lnTo>
                <a:lnTo>
                  <a:pt x="2283613" y="152752"/>
                </a:lnTo>
                <a:lnTo>
                  <a:pt x="2285017" y="151383"/>
                </a:lnTo>
                <a:lnTo>
                  <a:pt x="2286374" y="149904"/>
                </a:lnTo>
                <a:lnTo>
                  <a:pt x="2287670" y="148313"/>
                </a:lnTo>
                <a:lnTo>
                  <a:pt x="2288890" y="146612"/>
                </a:lnTo>
                <a:lnTo>
                  <a:pt x="2290021" y="144800"/>
                </a:lnTo>
                <a:lnTo>
                  <a:pt x="2291048" y="142876"/>
                </a:lnTo>
                <a:lnTo>
                  <a:pt x="2291956" y="140841"/>
                </a:lnTo>
                <a:lnTo>
                  <a:pt x="2292732" y="138695"/>
                </a:lnTo>
                <a:lnTo>
                  <a:pt x="2293360" y="136436"/>
                </a:lnTo>
                <a:lnTo>
                  <a:pt x="2293827" y="134066"/>
                </a:lnTo>
                <a:lnTo>
                  <a:pt x="2294117" y="131583"/>
                </a:lnTo>
                <a:lnTo>
                  <a:pt x="2294217" y="128988"/>
                </a:lnTo>
                <a:lnTo>
                  <a:pt x="2294179" y="127540"/>
                </a:lnTo>
                <a:lnTo>
                  <a:pt x="2294064" y="126138"/>
                </a:lnTo>
                <a:lnTo>
                  <a:pt x="2293878" y="124783"/>
                </a:lnTo>
                <a:lnTo>
                  <a:pt x="2293621" y="123476"/>
                </a:lnTo>
                <a:lnTo>
                  <a:pt x="2293297" y="122219"/>
                </a:lnTo>
                <a:lnTo>
                  <a:pt x="2292910" y="121013"/>
                </a:lnTo>
                <a:close/>
                <a:moveTo>
                  <a:pt x="2900201" y="121013"/>
                </a:moveTo>
                <a:lnTo>
                  <a:pt x="2899752" y="119860"/>
                </a:lnTo>
                <a:lnTo>
                  <a:pt x="2899245" y="118762"/>
                </a:lnTo>
                <a:lnTo>
                  <a:pt x="2898682" y="117718"/>
                </a:lnTo>
                <a:lnTo>
                  <a:pt x="2898067" y="116732"/>
                </a:lnTo>
                <a:lnTo>
                  <a:pt x="2897401" y="115805"/>
                </a:lnTo>
                <a:lnTo>
                  <a:pt x="2896689" y="114937"/>
                </a:lnTo>
                <a:lnTo>
                  <a:pt x="2895932" y="114130"/>
                </a:lnTo>
                <a:lnTo>
                  <a:pt x="2895134" y="113386"/>
                </a:lnTo>
                <a:lnTo>
                  <a:pt x="2894298" y="112706"/>
                </a:lnTo>
                <a:lnTo>
                  <a:pt x="2893426" y="112092"/>
                </a:lnTo>
                <a:lnTo>
                  <a:pt x="2892521" y="111544"/>
                </a:lnTo>
                <a:lnTo>
                  <a:pt x="2891586" y="111065"/>
                </a:lnTo>
                <a:lnTo>
                  <a:pt x="2890624" y="110656"/>
                </a:lnTo>
                <a:lnTo>
                  <a:pt x="2889638" y="110318"/>
                </a:lnTo>
                <a:lnTo>
                  <a:pt x="2888631" y="110053"/>
                </a:lnTo>
                <a:lnTo>
                  <a:pt x="2887605" y="109861"/>
                </a:lnTo>
                <a:lnTo>
                  <a:pt x="2886563" y="109745"/>
                </a:lnTo>
                <a:lnTo>
                  <a:pt x="2885508" y="109706"/>
                </a:lnTo>
                <a:lnTo>
                  <a:pt x="2884561" y="109736"/>
                </a:lnTo>
                <a:lnTo>
                  <a:pt x="2883649" y="109824"/>
                </a:lnTo>
                <a:lnTo>
                  <a:pt x="2882772" y="109967"/>
                </a:lnTo>
                <a:lnTo>
                  <a:pt x="2881930" y="110164"/>
                </a:lnTo>
                <a:lnTo>
                  <a:pt x="2881125" y="110411"/>
                </a:lnTo>
                <a:lnTo>
                  <a:pt x="2880356" y="110707"/>
                </a:lnTo>
                <a:lnTo>
                  <a:pt x="2879625" y="111049"/>
                </a:lnTo>
                <a:lnTo>
                  <a:pt x="2878931" y="111435"/>
                </a:lnTo>
                <a:lnTo>
                  <a:pt x="2878275" y="111863"/>
                </a:lnTo>
                <a:lnTo>
                  <a:pt x="2877658" y="112330"/>
                </a:lnTo>
                <a:lnTo>
                  <a:pt x="2877081" y="112833"/>
                </a:lnTo>
                <a:lnTo>
                  <a:pt x="2876542" y="113371"/>
                </a:lnTo>
                <a:lnTo>
                  <a:pt x="2876045" y="113941"/>
                </a:lnTo>
                <a:lnTo>
                  <a:pt x="2875587" y="114541"/>
                </a:lnTo>
                <a:lnTo>
                  <a:pt x="2875171" y="115169"/>
                </a:lnTo>
                <a:lnTo>
                  <a:pt x="2874797" y="115821"/>
                </a:lnTo>
                <a:lnTo>
                  <a:pt x="2874464" y="116496"/>
                </a:lnTo>
                <a:lnTo>
                  <a:pt x="2874175" y="117192"/>
                </a:lnTo>
                <a:lnTo>
                  <a:pt x="2873929" y="117906"/>
                </a:lnTo>
                <a:lnTo>
                  <a:pt x="2873726" y="118635"/>
                </a:lnTo>
                <a:lnTo>
                  <a:pt x="2873567" y="119378"/>
                </a:lnTo>
                <a:lnTo>
                  <a:pt x="2873453" y="120131"/>
                </a:lnTo>
                <a:lnTo>
                  <a:pt x="2873385" y="120894"/>
                </a:lnTo>
                <a:lnTo>
                  <a:pt x="2873362" y="121663"/>
                </a:lnTo>
                <a:lnTo>
                  <a:pt x="2873390" y="122565"/>
                </a:lnTo>
                <a:lnTo>
                  <a:pt x="2873475" y="123440"/>
                </a:lnTo>
                <a:lnTo>
                  <a:pt x="2873614" y="124288"/>
                </a:lnTo>
                <a:lnTo>
                  <a:pt x="2873805" y="125106"/>
                </a:lnTo>
                <a:lnTo>
                  <a:pt x="2874046" y="125894"/>
                </a:lnTo>
                <a:lnTo>
                  <a:pt x="2874334" y="126651"/>
                </a:lnTo>
                <a:lnTo>
                  <a:pt x="2874669" y="127375"/>
                </a:lnTo>
                <a:lnTo>
                  <a:pt x="2875046" y="128067"/>
                </a:lnTo>
                <a:lnTo>
                  <a:pt x="2875466" y="128724"/>
                </a:lnTo>
                <a:lnTo>
                  <a:pt x="2875924" y="129347"/>
                </a:lnTo>
                <a:lnTo>
                  <a:pt x="2876420" y="129933"/>
                </a:lnTo>
                <a:lnTo>
                  <a:pt x="2876952" y="130482"/>
                </a:lnTo>
                <a:lnTo>
                  <a:pt x="2877516" y="130993"/>
                </a:lnTo>
                <a:lnTo>
                  <a:pt x="2878112" y="131465"/>
                </a:lnTo>
                <a:lnTo>
                  <a:pt x="2878736" y="131896"/>
                </a:lnTo>
                <a:lnTo>
                  <a:pt x="2879387" y="132286"/>
                </a:lnTo>
                <a:lnTo>
                  <a:pt x="2880063" y="132635"/>
                </a:lnTo>
                <a:lnTo>
                  <a:pt x="2880762" y="132940"/>
                </a:lnTo>
                <a:lnTo>
                  <a:pt x="2881481" y="133201"/>
                </a:lnTo>
                <a:lnTo>
                  <a:pt x="2882219" y="133416"/>
                </a:lnTo>
                <a:lnTo>
                  <a:pt x="2882974" y="133586"/>
                </a:lnTo>
                <a:lnTo>
                  <a:pt x="2883742" y="133708"/>
                </a:lnTo>
                <a:lnTo>
                  <a:pt x="2884523" y="133782"/>
                </a:lnTo>
                <a:lnTo>
                  <a:pt x="2885314" y="133807"/>
                </a:lnTo>
                <a:lnTo>
                  <a:pt x="2885460" y="133806"/>
                </a:lnTo>
                <a:lnTo>
                  <a:pt x="2885607" y="133803"/>
                </a:lnTo>
                <a:lnTo>
                  <a:pt x="2885756" y="133798"/>
                </a:lnTo>
                <a:lnTo>
                  <a:pt x="2885907" y="133791"/>
                </a:lnTo>
                <a:lnTo>
                  <a:pt x="2886060" y="133782"/>
                </a:lnTo>
                <a:lnTo>
                  <a:pt x="2886215" y="133771"/>
                </a:lnTo>
                <a:lnTo>
                  <a:pt x="2886370" y="133758"/>
                </a:lnTo>
                <a:lnTo>
                  <a:pt x="2886528" y="133743"/>
                </a:lnTo>
                <a:lnTo>
                  <a:pt x="2886686" y="133726"/>
                </a:lnTo>
                <a:lnTo>
                  <a:pt x="2886846" y="133707"/>
                </a:lnTo>
                <a:lnTo>
                  <a:pt x="2887007" y="133686"/>
                </a:lnTo>
                <a:lnTo>
                  <a:pt x="2887170" y="133663"/>
                </a:lnTo>
                <a:lnTo>
                  <a:pt x="2887333" y="133638"/>
                </a:lnTo>
                <a:lnTo>
                  <a:pt x="2887497" y="133611"/>
                </a:lnTo>
                <a:lnTo>
                  <a:pt x="2887662" y="133582"/>
                </a:lnTo>
                <a:lnTo>
                  <a:pt x="2887828" y="133551"/>
                </a:lnTo>
                <a:lnTo>
                  <a:pt x="2887994" y="133518"/>
                </a:lnTo>
                <a:lnTo>
                  <a:pt x="2888161" y="133483"/>
                </a:lnTo>
                <a:lnTo>
                  <a:pt x="2888329" y="133446"/>
                </a:lnTo>
                <a:lnTo>
                  <a:pt x="2888497" y="133407"/>
                </a:lnTo>
                <a:lnTo>
                  <a:pt x="2888665" y="133366"/>
                </a:lnTo>
                <a:lnTo>
                  <a:pt x="2888833" y="133323"/>
                </a:lnTo>
                <a:lnTo>
                  <a:pt x="2889002" y="133278"/>
                </a:lnTo>
                <a:lnTo>
                  <a:pt x="2889171" y="133231"/>
                </a:lnTo>
                <a:lnTo>
                  <a:pt x="2888778" y="134679"/>
                </a:lnTo>
                <a:lnTo>
                  <a:pt x="2888327" y="136038"/>
                </a:lnTo>
                <a:lnTo>
                  <a:pt x="2887822" y="137310"/>
                </a:lnTo>
                <a:lnTo>
                  <a:pt x="2887270" y="138499"/>
                </a:lnTo>
                <a:lnTo>
                  <a:pt x="2886677" y="139606"/>
                </a:lnTo>
                <a:lnTo>
                  <a:pt x="2886047" y="140635"/>
                </a:lnTo>
                <a:lnTo>
                  <a:pt x="2885386" y="141589"/>
                </a:lnTo>
                <a:lnTo>
                  <a:pt x="2884700" y="142471"/>
                </a:lnTo>
                <a:lnTo>
                  <a:pt x="2883995" y="143283"/>
                </a:lnTo>
                <a:lnTo>
                  <a:pt x="2883276" y="144028"/>
                </a:lnTo>
                <a:lnTo>
                  <a:pt x="2882549" y="144709"/>
                </a:lnTo>
                <a:lnTo>
                  <a:pt x="2881820" y="145329"/>
                </a:lnTo>
                <a:lnTo>
                  <a:pt x="2881093" y="145891"/>
                </a:lnTo>
                <a:lnTo>
                  <a:pt x="2880375" y="146397"/>
                </a:lnTo>
                <a:lnTo>
                  <a:pt x="2879671" y="146851"/>
                </a:lnTo>
                <a:lnTo>
                  <a:pt x="2878987" y="147256"/>
                </a:lnTo>
                <a:lnTo>
                  <a:pt x="2878329" y="147613"/>
                </a:lnTo>
                <a:lnTo>
                  <a:pt x="2877701" y="147926"/>
                </a:lnTo>
                <a:lnTo>
                  <a:pt x="2877111" y="148198"/>
                </a:lnTo>
                <a:lnTo>
                  <a:pt x="2876562" y="148432"/>
                </a:lnTo>
                <a:lnTo>
                  <a:pt x="2876061" y="148630"/>
                </a:lnTo>
                <a:lnTo>
                  <a:pt x="2875614" y="148796"/>
                </a:lnTo>
                <a:lnTo>
                  <a:pt x="2875226" y="148932"/>
                </a:lnTo>
                <a:lnTo>
                  <a:pt x="2874903" y="149041"/>
                </a:lnTo>
                <a:lnTo>
                  <a:pt x="2874655" y="149115"/>
                </a:lnTo>
                <a:lnTo>
                  <a:pt x="2874392" y="149194"/>
                </a:lnTo>
                <a:lnTo>
                  <a:pt x="2874118" y="149280"/>
                </a:lnTo>
                <a:lnTo>
                  <a:pt x="2873834" y="149373"/>
                </a:lnTo>
                <a:lnTo>
                  <a:pt x="2873543" y="149474"/>
                </a:lnTo>
                <a:lnTo>
                  <a:pt x="2873247" y="149585"/>
                </a:lnTo>
                <a:lnTo>
                  <a:pt x="2872947" y="149707"/>
                </a:lnTo>
                <a:lnTo>
                  <a:pt x="2872647" y="149840"/>
                </a:lnTo>
                <a:lnTo>
                  <a:pt x="2872348" y="149985"/>
                </a:lnTo>
                <a:lnTo>
                  <a:pt x="2872053" y="150145"/>
                </a:lnTo>
                <a:lnTo>
                  <a:pt x="2871763" y="150319"/>
                </a:lnTo>
                <a:lnTo>
                  <a:pt x="2871482" y="150510"/>
                </a:lnTo>
                <a:lnTo>
                  <a:pt x="2871210" y="150717"/>
                </a:lnTo>
                <a:lnTo>
                  <a:pt x="2870950" y="150943"/>
                </a:lnTo>
                <a:lnTo>
                  <a:pt x="2870705" y="151188"/>
                </a:lnTo>
                <a:lnTo>
                  <a:pt x="2870476" y="151454"/>
                </a:lnTo>
                <a:lnTo>
                  <a:pt x="2870266" y="151740"/>
                </a:lnTo>
                <a:lnTo>
                  <a:pt x="2870078" y="152050"/>
                </a:lnTo>
                <a:lnTo>
                  <a:pt x="2869912" y="152383"/>
                </a:lnTo>
                <a:lnTo>
                  <a:pt x="2869771" y="152740"/>
                </a:lnTo>
                <a:lnTo>
                  <a:pt x="2869658" y="153124"/>
                </a:lnTo>
                <a:lnTo>
                  <a:pt x="2869574" y="153534"/>
                </a:lnTo>
                <a:lnTo>
                  <a:pt x="2869523" y="153972"/>
                </a:lnTo>
                <a:lnTo>
                  <a:pt x="2869505" y="154439"/>
                </a:lnTo>
                <a:lnTo>
                  <a:pt x="2869520" y="154803"/>
                </a:lnTo>
                <a:lnTo>
                  <a:pt x="2869564" y="155168"/>
                </a:lnTo>
                <a:lnTo>
                  <a:pt x="2869636" y="155535"/>
                </a:lnTo>
                <a:lnTo>
                  <a:pt x="2869734" y="155900"/>
                </a:lnTo>
                <a:lnTo>
                  <a:pt x="2869859" y="156264"/>
                </a:lnTo>
                <a:lnTo>
                  <a:pt x="2870008" y="156623"/>
                </a:lnTo>
                <a:lnTo>
                  <a:pt x="2870181" y="156977"/>
                </a:lnTo>
                <a:lnTo>
                  <a:pt x="2870376" y="157324"/>
                </a:lnTo>
                <a:lnTo>
                  <a:pt x="2870593" y="157662"/>
                </a:lnTo>
                <a:lnTo>
                  <a:pt x="2870830" y="157990"/>
                </a:lnTo>
                <a:lnTo>
                  <a:pt x="2871086" y="158306"/>
                </a:lnTo>
                <a:lnTo>
                  <a:pt x="2871361" y="158608"/>
                </a:lnTo>
                <a:lnTo>
                  <a:pt x="2871652" y="158896"/>
                </a:lnTo>
                <a:lnTo>
                  <a:pt x="2871960" y="159167"/>
                </a:lnTo>
                <a:lnTo>
                  <a:pt x="2872282" y="159419"/>
                </a:lnTo>
                <a:lnTo>
                  <a:pt x="2872618" y="159652"/>
                </a:lnTo>
                <a:lnTo>
                  <a:pt x="2872967" y="159863"/>
                </a:lnTo>
                <a:lnTo>
                  <a:pt x="2873327" y="160051"/>
                </a:lnTo>
                <a:lnTo>
                  <a:pt x="2873699" y="160215"/>
                </a:lnTo>
                <a:lnTo>
                  <a:pt x="2874079" y="160352"/>
                </a:lnTo>
                <a:lnTo>
                  <a:pt x="2874468" y="160462"/>
                </a:lnTo>
                <a:lnTo>
                  <a:pt x="2874864" y="160542"/>
                </a:lnTo>
                <a:lnTo>
                  <a:pt x="2875266" y="160592"/>
                </a:lnTo>
                <a:lnTo>
                  <a:pt x="2875674" y="160609"/>
                </a:lnTo>
                <a:lnTo>
                  <a:pt x="2876513" y="160554"/>
                </a:lnTo>
                <a:lnTo>
                  <a:pt x="2877478" y="160391"/>
                </a:lnTo>
                <a:lnTo>
                  <a:pt x="2878555" y="160120"/>
                </a:lnTo>
                <a:lnTo>
                  <a:pt x="2879730" y="159739"/>
                </a:lnTo>
                <a:lnTo>
                  <a:pt x="2880987" y="159249"/>
                </a:lnTo>
                <a:lnTo>
                  <a:pt x="2882313" y="158650"/>
                </a:lnTo>
                <a:lnTo>
                  <a:pt x="2883693" y="157942"/>
                </a:lnTo>
                <a:lnTo>
                  <a:pt x="2885114" y="157124"/>
                </a:lnTo>
                <a:lnTo>
                  <a:pt x="2886559" y="156196"/>
                </a:lnTo>
                <a:lnTo>
                  <a:pt x="2888016" y="155158"/>
                </a:lnTo>
                <a:lnTo>
                  <a:pt x="2889469" y="154010"/>
                </a:lnTo>
                <a:lnTo>
                  <a:pt x="2890905" y="152752"/>
                </a:lnTo>
                <a:lnTo>
                  <a:pt x="2892308" y="151383"/>
                </a:lnTo>
                <a:lnTo>
                  <a:pt x="2893665" y="149904"/>
                </a:lnTo>
                <a:lnTo>
                  <a:pt x="2894961" y="148313"/>
                </a:lnTo>
                <a:lnTo>
                  <a:pt x="2896182" y="146612"/>
                </a:lnTo>
                <a:lnTo>
                  <a:pt x="2897313" y="144800"/>
                </a:lnTo>
                <a:lnTo>
                  <a:pt x="2898339" y="142876"/>
                </a:lnTo>
                <a:lnTo>
                  <a:pt x="2899248" y="140841"/>
                </a:lnTo>
                <a:lnTo>
                  <a:pt x="2900023" y="138695"/>
                </a:lnTo>
                <a:lnTo>
                  <a:pt x="2900652" y="136436"/>
                </a:lnTo>
                <a:lnTo>
                  <a:pt x="2901118" y="134066"/>
                </a:lnTo>
                <a:lnTo>
                  <a:pt x="2901409" y="131583"/>
                </a:lnTo>
                <a:lnTo>
                  <a:pt x="2901509" y="128988"/>
                </a:lnTo>
                <a:lnTo>
                  <a:pt x="2901470" y="127540"/>
                </a:lnTo>
                <a:lnTo>
                  <a:pt x="2901356" y="126138"/>
                </a:lnTo>
                <a:lnTo>
                  <a:pt x="2901169" y="124783"/>
                </a:lnTo>
                <a:lnTo>
                  <a:pt x="2900912" y="123476"/>
                </a:lnTo>
                <a:lnTo>
                  <a:pt x="2900589" y="122219"/>
                </a:lnTo>
                <a:lnTo>
                  <a:pt x="2900201" y="121013"/>
                </a:lnTo>
                <a:close/>
                <a:moveTo>
                  <a:pt x="4925483" y="58683"/>
                </a:moveTo>
                <a:lnTo>
                  <a:pt x="4924984" y="56213"/>
                </a:lnTo>
                <a:lnTo>
                  <a:pt x="4924425" y="53808"/>
                </a:lnTo>
                <a:lnTo>
                  <a:pt x="4923813" y="51469"/>
                </a:lnTo>
                <a:lnTo>
                  <a:pt x="4923151" y="49196"/>
                </a:lnTo>
                <a:lnTo>
                  <a:pt x="4922444" y="46990"/>
                </a:lnTo>
                <a:lnTo>
                  <a:pt x="4921697" y="44853"/>
                </a:lnTo>
                <a:lnTo>
                  <a:pt x="4920915" y="42785"/>
                </a:lnTo>
                <a:lnTo>
                  <a:pt x="4920103" y="40787"/>
                </a:lnTo>
                <a:lnTo>
                  <a:pt x="4919265" y="38860"/>
                </a:lnTo>
                <a:lnTo>
                  <a:pt x="4918407" y="37006"/>
                </a:lnTo>
                <a:lnTo>
                  <a:pt x="4917532" y="35224"/>
                </a:lnTo>
                <a:lnTo>
                  <a:pt x="4916646" y="33517"/>
                </a:lnTo>
                <a:lnTo>
                  <a:pt x="4915753" y="31884"/>
                </a:lnTo>
                <a:lnTo>
                  <a:pt x="4914859" y="30327"/>
                </a:lnTo>
                <a:lnTo>
                  <a:pt x="4913968" y="28846"/>
                </a:lnTo>
                <a:lnTo>
                  <a:pt x="4913084" y="27443"/>
                </a:lnTo>
                <a:lnTo>
                  <a:pt x="4912213" y="26119"/>
                </a:lnTo>
                <a:lnTo>
                  <a:pt x="4911359" y="24874"/>
                </a:lnTo>
                <a:lnTo>
                  <a:pt x="4910061" y="23132"/>
                </a:lnTo>
                <a:lnTo>
                  <a:pt x="4908724" y="21428"/>
                </a:lnTo>
                <a:lnTo>
                  <a:pt x="4907355" y="19764"/>
                </a:lnTo>
                <a:lnTo>
                  <a:pt x="4905961" y="18144"/>
                </a:lnTo>
                <a:lnTo>
                  <a:pt x="4904547" y="16571"/>
                </a:lnTo>
                <a:lnTo>
                  <a:pt x="4903119" y="15049"/>
                </a:lnTo>
                <a:lnTo>
                  <a:pt x="4901684" y="13580"/>
                </a:lnTo>
                <a:lnTo>
                  <a:pt x="4900247" y="12169"/>
                </a:lnTo>
                <a:lnTo>
                  <a:pt x="4898816" y="10818"/>
                </a:lnTo>
                <a:lnTo>
                  <a:pt x="4897394" y="9530"/>
                </a:lnTo>
                <a:lnTo>
                  <a:pt x="4895990" y="8309"/>
                </a:lnTo>
                <a:lnTo>
                  <a:pt x="4894609" y="7158"/>
                </a:lnTo>
                <a:lnTo>
                  <a:pt x="4893257" y="6081"/>
                </a:lnTo>
                <a:lnTo>
                  <a:pt x="4891940" y="5080"/>
                </a:lnTo>
                <a:lnTo>
                  <a:pt x="4890665" y="4159"/>
                </a:lnTo>
                <a:lnTo>
                  <a:pt x="4889437" y="3321"/>
                </a:lnTo>
                <a:lnTo>
                  <a:pt x="4888262" y="2569"/>
                </a:lnTo>
                <a:lnTo>
                  <a:pt x="4887147" y="1907"/>
                </a:lnTo>
                <a:lnTo>
                  <a:pt x="4886098" y="1338"/>
                </a:lnTo>
                <a:lnTo>
                  <a:pt x="4885121" y="865"/>
                </a:lnTo>
                <a:lnTo>
                  <a:pt x="4884222" y="491"/>
                </a:lnTo>
                <a:lnTo>
                  <a:pt x="4883407" y="221"/>
                </a:lnTo>
                <a:lnTo>
                  <a:pt x="4882682" y="56"/>
                </a:lnTo>
                <a:lnTo>
                  <a:pt x="4882053" y="0"/>
                </a:lnTo>
                <a:lnTo>
                  <a:pt x="4881470" y="20"/>
                </a:lnTo>
                <a:lnTo>
                  <a:pt x="4880923" y="77"/>
                </a:lnTo>
                <a:lnTo>
                  <a:pt x="4880413" y="169"/>
                </a:lnTo>
                <a:lnTo>
                  <a:pt x="4879937" y="293"/>
                </a:lnTo>
                <a:lnTo>
                  <a:pt x="4879496" y="446"/>
                </a:lnTo>
                <a:lnTo>
                  <a:pt x="4879087" y="627"/>
                </a:lnTo>
                <a:lnTo>
                  <a:pt x="4878709" y="831"/>
                </a:lnTo>
                <a:lnTo>
                  <a:pt x="4878363" y="1057"/>
                </a:lnTo>
                <a:lnTo>
                  <a:pt x="4878045" y="1302"/>
                </a:lnTo>
                <a:lnTo>
                  <a:pt x="4877756" y="1562"/>
                </a:lnTo>
                <a:lnTo>
                  <a:pt x="4877494" y="1836"/>
                </a:lnTo>
                <a:lnTo>
                  <a:pt x="4877259" y="2121"/>
                </a:lnTo>
                <a:lnTo>
                  <a:pt x="4877048" y="2414"/>
                </a:lnTo>
                <a:lnTo>
                  <a:pt x="4876862" y="2712"/>
                </a:lnTo>
                <a:lnTo>
                  <a:pt x="4876698" y="3013"/>
                </a:lnTo>
                <a:lnTo>
                  <a:pt x="4876557" y="3314"/>
                </a:lnTo>
                <a:lnTo>
                  <a:pt x="4876436" y="3612"/>
                </a:lnTo>
                <a:lnTo>
                  <a:pt x="4876334" y="3905"/>
                </a:lnTo>
                <a:lnTo>
                  <a:pt x="4876252" y="4189"/>
                </a:lnTo>
                <a:lnTo>
                  <a:pt x="4876186" y="4463"/>
                </a:lnTo>
                <a:lnTo>
                  <a:pt x="4876137" y="4724"/>
                </a:lnTo>
                <a:lnTo>
                  <a:pt x="4876104" y="4968"/>
                </a:lnTo>
                <a:lnTo>
                  <a:pt x="4876085" y="5194"/>
                </a:lnTo>
                <a:lnTo>
                  <a:pt x="4876078" y="5399"/>
                </a:lnTo>
                <a:lnTo>
                  <a:pt x="4876089" y="5752"/>
                </a:lnTo>
                <a:lnTo>
                  <a:pt x="4876121" y="6090"/>
                </a:lnTo>
                <a:lnTo>
                  <a:pt x="4876171" y="6412"/>
                </a:lnTo>
                <a:lnTo>
                  <a:pt x="4876240" y="6720"/>
                </a:lnTo>
                <a:lnTo>
                  <a:pt x="4876325" y="7012"/>
                </a:lnTo>
                <a:lnTo>
                  <a:pt x="4876425" y="7291"/>
                </a:lnTo>
                <a:lnTo>
                  <a:pt x="4876538" y="7555"/>
                </a:lnTo>
                <a:lnTo>
                  <a:pt x="4876664" y="7805"/>
                </a:lnTo>
                <a:lnTo>
                  <a:pt x="4876800" y="8042"/>
                </a:lnTo>
                <a:lnTo>
                  <a:pt x="4876946" y="8266"/>
                </a:lnTo>
                <a:lnTo>
                  <a:pt x="4877099" y="8478"/>
                </a:lnTo>
                <a:lnTo>
                  <a:pt x="4877259" y="8677"/>
                </a:lnTo>
                <a:lnTo>
                  <a:pt x="4877424" y="8864"/>
                </a:lnTo>
                <a:lnTo>
                  <a:pt x="4877593" y="9039"/>
                </a:lnTo>
                <a:lnTo>
                  <a:pt x="4877763" y="9203"/>
                </a:lnTo>
                <a:lnTo>
                  <a:pt x="4877935" y="9355"/>
                </a:lnTo>
                <a:lnTo>
                  <a:pt x="4878105" y="9497"/>
                </a:lnTo>
                <a:lnTo>
                  <a:pt x="4878274" y="9629"/>
                </a:lnTo>
                <a:lnTo>
                  <a:pt x="4878439" y="9751"/>
                </a:lnTo>
                <a:lnTo>
                  <a:pt x="4878599" y="9863"/>
                </a:lnTo>
                <a:lnTo>
                  <a:pt x="4878753" y="9965"/>
                </a:lnTo>
                <a:lnTo>
                  <a:pt x="4878899" y="10059"/>
                </a:lnTo>
                <a:lnTo>
                  <a:pt x="4879035" y="10144"/>
                </a:lnTo>
                <a:lnTo>
                  <a:pt x="4879161" y="10220"/>
                </a:lnTo>
                <a:lnTo>
                  <a:pt x="4882966" y="12897"/>
                </a:lnTo>
                <a:lnTo>
                  <a:pt x="4886482" y="15667"/>
                </a:lnTo>
                <a:lnTo>
                  <a:pt x="4889722" y="18515"/>
                </a:lnTo>
                <a:lnTo>
                  <a:pt x="4892696" y="21431"/>
                </a:lnTo>
                <a:lnTo>
                  <a:pt x="4895416" y="24402"/>
                </a:lnTo>
                <a:lnTo>
                  <a:pt x="4897892" y="27416"/>
                </a:lnTo>
                <a:lnTo>
                  <a:pt x="4900137" y="30460"/>
                </a:lnTo>
                <a:lnTo>
                  <a:pt x="4902161" y="33521"/>
                </a:lnTo>
                <a:lnTo>
                  <a:pt x="4903975" y="36588"/>
                </a:lnTo>
                <a:lnTo>
                  <a:pt x="4905591" y="39647"/>
                </a:lnTo>
                <a:lnTo>
                  <a:pt x="4907020" y="42688"/>
                </a:lnTo>
                <a:lnTo>
                  <a:pt x="4908273" y="45696"/>
                </a:lnTo>
                <a:lnTo>
                  <a:pt x="4909361" y="48661"/>
                </a:lnTo>
                <a:lnTo>
                  <a:pt x="4910296" y="51568"/>
                </a:lnTo>
                <a:lnTo>
                  <a:pt x="4911089" y="54407"/>
                </a:lnTo>
                <a:lnTo>
                  <a:pt x="4911751" y="57165"/>
                </a:lnTo>
                <a:lnTo>
                  <a:pt x="4912292" y="59828"/>
                </a:lnTo>
                <a:lnTo>
                  <a:pt x="4912725" y="62386"/>
                </a:lnTo>
                <a:lnTo>
                  <a:pt x="4913061" y="64825"/>
                </a:lnTo>
                <a:lnTo>
                  <a:pt x="4913311" y="67133"/>
                </a:lnTo>
                <a:lnTo>
                  <a:pt x="4913485" y="69298"/>
                </a:lnTo>
                <a:lnTo>
                  <a:pt x="4913596" y="71307"/>
                </a:lnTo>
                <a:lnTo>
                  <a:pt x="4913654" y="73148"/>
                </a:lnTo>
                <a:lnTo>
                  <a:pt x="4913671" y="74809"/>
                </a:lnTo>
                <a:lnTo>
                  <a:pt x="4913633" y="77257"/>
                </a:lnTo>
                <a:lnTo>
                  <a:pt x="4913516" y="79776"/>
                </a:lnTo>
                <a:lnTo>
                  <a:pt x="4913314" y="82359"/>
                </a:lnTo>
                <a:lnTo>
                  <a:pt x="4913022" y="84999"/>
                </a:lnTo>
                <a:lnTo>
                  <a:pt x="4912636" y="87687"/>
                </a:lnTo>
                <a:lnTo>
                  <a:pt x="4912150" y="90418"/>
                </a:lnTo>
                <a:lnTo>
                  <a:pt x="4911559" y="93183"/>
                </a:lnTo>
                <a:lnTo>
                  <a:pt x="4910858" y="95976"/>
                </a:lnTo>
                <a:lnTo>
                  <a:pt x="4910042" y="98788"/>
                </a:lnTo>
                <a:lnTo>
                  <a:pt x="4909105" y="101614"/>
                </a:lnTo>
                <a:lnTo>
                  <a:pt x="4908043" y="104445"/>
                </a:lnTo>
                <a:lnTo>
                  <a:pt x="4906851" y="107274"/>
                </a:lnTo>
                <a:lnTo>
                  <a:pt x="4905523" y="110094"/>
                </a:lnTo>
                <a:lnTo>
                  <a:pt x="4904055" y="112898"/>
                </a:lnTo>
                <a:lnTo>
                  <a:pt x="4902441" y="115678"/>
                </a:lnTo>
                <a:lnTo>
                  <a:pt x="4900676" y="118427"/>
                </a:lnTo>
                <a:lnTo>
                  <a:pt x="4898755" y="121138"/>
                </a:lnTo>
                <a:lnTo>
                  <a:pt x="4896672" y="123804"/>
                </a:lnTo>
                <a:lnTo>
                  <a:pt x="4894424" y="126417"/>
                </a:lnTo>
                <a:lnTo>
                  <a:pt x="4892005" y="128970"/>
                </a:lnTo>
                <a:lnTo>
                  <a:pt x="4889409" y="131455"/>
                </a:lnTo>
                <a:lnTo>
                  <a:pt x="4886631" y="133866"/>
                </a:lnTo>
                <a:lnTo>
                  <a:pt x="4883667" y="136195"/>
                </a:lnTo>
                <a:lnTo>
                  <a:pt x="4880512" y="138435"/>
                </a:lnTo>
                <a:lnTo>
                  <a:pt x="4880157" y="138671"/>
                </a:lnTo>
                <a:lnTo>
                  <a:pt x="4879817" y="138899"/>
                </a:lnTo>
                <a:lnTo>
                  <a:pt x="4879491" y="139119"/>
                </a:lnTo>
                <a:lnTo>
                  <a:pt x="4879179" y="139333"/>
                </a:lnTo>
                <a:lnTo>
                  <a:pt x="4878882" y="139541"/>
                </a:lnTo>
                <a:lnTo>
                  <a:pt x="4878599" y="139746"/>
                </a:lnTo>
                <a:lnTo>
                  <a:pt x="4878331" y="139948"/>
                </a:lnTo>
                <a:lnTo>
                  <a:pt x="4878077" y="140150"/>
                </a:lnTo>
                <a:lnTo>
                  <a:pt x="4877838" y="140351"/>
                </a:lnTo>
                <a:lnTo>
                  <a:pt x="4877614" y="140553"/>
                </a:lnTo>
                <a:lnTo>
                  <a:pt x="4877405" y="140758"/>
                </a:lnTo>
                <a:lnTo>
                  <a:pt x="4877211" y="140966"/>
                </a:lnTo>
                <a:lnTo>
                  <a:pt x="4877031" y="141180"/>
                </a:lnTo>
                <a:lnTo>
                  <a:pt x="4876867" y="141399"/>
                </a:lnTo>
                <a:lnTo>
                  <a:pt x="4876719" y="141627"/>
                </a:lnTo>
                <a:lnTo>
                  <a:pt x="4876585" y="141863"/>
                </a:lnTo>
                <a:lnTo>
                  <a:pt x="4876467" y="142109"/>
                </a:lnTo>
                <a:lnTo>
                  <a:pt x="4876364" y="142366"/>
                </a:lnTo>
                <a:lnTo>
                  <a:pt x="4876277" y="142636"/>
                </a:lnTo>
                <a:lnTo>
                  <a:pt x="4876206" y="142920"/>
                </a:lnTo>
                <a:lnTo>
                  <a:pt x="4876150" y="143219"/>
                </a:lnTo>
                <a:lnTo>
                  <a:pt x="4876110" y="143534"/>
                </a:lnTo>
                <a:lnTo>
                  <a:pt x="4876086" y="143867"/>
                </a:lnTo>
                <a:lnTo>
                  <a:pt x="4876078" y="144219"/>
                </a:lnTo>
                <a:lnTo>
                  <a:pt x="4876085" y="144423"/>
                </a:lnTo>
                <a:lnTo>
                  <a:pt x="4876104" y="144650"/>
                </a:lnTo>
                <a:lnTo>
                  <a:pt x="4876137" y="144894"/>
                </a:lnTo>
                <a:lnTo>
                  <a:pt x="4876186" y="145155"/>
                </a:lnTo>
                <a:lnTo>
                  <a:pt x="4876252" y="145429"/>
                </a:lnTo>
                <a:lnTo>
                  <a:pt x="4876334" y="145714"/>
                </a:lnTo>
                <a:lnTo>
                  <a:pt x="4876436" y="146007"/>
                </a:lnTo>
                <a:lnTo>
                  <a:pt x="4876557" y="146305"/>
                </a:lnTo>
                <a:lnTo>
                  <a:pt x="4876698" y="146606"/>
                </a:lnTo>
                <a:lnTo>
                  <a:pt x="4876862" y="146907"/>
                </a:lnTo>
                <a:lnTo>
                  <a:pt x="4877048" y="147205"/>
                </a:lnTo>
                <a:lnTo>
                  <a:pt x="4877259" y="147497"/>
                </a:lnTo>
                <a:lnTo>
                  <a:pt x="4877494" y="147782"/>
                </a:lnTo>
                <a:lnTo>
                  <a:pt x="4877756" y="148056"/>
                </a:lnTo>
                <a:lnTo>
                  <a:pt x="4878045" y="148316"/>
                </a:lnTo>
                <a:lnTo>
                  <a:pt x="4878363" y="148561"/>
                </a:lnTo>
                <a:lnTo>
                  <a:pt x="4878709" y="148787"/>
                </a:lnTo>
                <a:lnTo>
                  <a:pt x="4879087" y="148991"/>
                </a:lnTo>
                <a:lnTo>
                  <a:pt x="4879496" y="149171"/>
                </a:lnTo>
                <a:lnTo>
                  <a:pt x="4879937" y="149325"/>
                </a:lnTo>
                <a:lnTo>
                  <a:pt x="4880413" y="149449"/>
                </a:lnTo>
                <a:lnTo>
                  <a:pt x="4880923" y="149541"/>
                </a:lnTo>
                <a:lnTo>
                  <a:pt x="4881470" y="149598"/>
                </a:lnTo>
                <a:lnTo>
                  <a:pt x="4882053" y="149617"/>
                </a:lnTo>
                <a:lnTo>
                  <a:pt x="4882923" y="149485"/>
                </a:lnTo>
                <a:lnTo>
                  <a:pt x="4884112" y="149088"/>
                </a:lnTo>
                <a:lnTo>
                  <a:pt x="4885589" y="148427"/>
                </a:lnTo>
                <a:lnTo>
                  <a:pt x="4887322" y="147504"/>
                </a:lnTo>
                <a:lnTo>
                  <a:pt x="4889280" y="146318"/>
                </a:lnTo>
                <a:lnTo>
                  <a:pt x="4891431" y="144870"/>
                </a:lnTo>
                <a:lnTo>
                  <a:pt x="4893743" y="143161"/>
                </a:lnTo>
                <a:lnTo>
                  <a:pt x="4896185" y="141192"/>
                </a:lnTo>
                <a:lnTo>
                  <a:pt x="4898724" y="138962"/>
                </a:lnTo>
                <a:lnTo>
                  <a:pt x="4901329" y="136474"/>
                </a:lnTo>
                <a:lnTo>
                  <a:pt x="4903969" y="133728"/>
                </a:lnTo>
                <a:lnTo>
                  <a:pt x="4906611" y="130723"/>
                </a:lnTo>
                <a:lnTo>
                  <a:pt x="4909224" y="127462"/>
                </a:lnTo>
                <a:lnTo>
                  <a:pt x="4911776" y="123944"/>
                </a:lnTo>
                <a:lnTo>
                  <a:pt x="4914235" y="120170"/>
                </a:lnTo>
                <a:lnTo>
                  <a:pt x="4916571" y="116142"/>
                </a:lnTo>
                <a:lnTo>
                  <a:pt x="4918750" y="111858"/>
                </a:lnTo>
                <a:lnTo>
                  <a:pt x="4920742" y="107322"/>
                </a:lnTo>
                <a:lnTo>
                  <a:pt x="4922514" y="102532"/>
                </a:lnTo>
                <a:lnTo>
                  <a:pt x="4924035" y="97489"/>
                </a:lnTo>
                <a:lnTo>
                  <a:pt x="4925273" y="92195"/>
                </a:lnTo>
                <a:lnTo>
                  <a:pt x="4926197" y="86650"/>
                </a:lnTo>
                <a:lnTo>
                  <a:pt x="4926774" y="80854"/>
                </a:lnTo>
                <a:lnTo>
                  <a:pt x="4926974" y="74809"/>
                </a:lnTo>
                <a:lnTo>
                  <a:pt x="4926929" y="71970"/>
                </a:lnTo>
                <a:lnTo>
                  <a:pt x="4926796" y="69191"/>
                </a:lnTo>
                <a:lnTo>
                  <a:pt x="4926580" y="66472"/>
                </a:lnTo>
                <a:lnTo>
                  <a:pt x="4926286" y="63813"/>
                </a:lnTo>
                <a:lnTo>
                  <a:pt x="4925919" y="61217"/>
                </a:lnTo>
                <a:lnTo>
                  <a:pt x="4925483" y="58683"/>
                </a:lnTo>
                <a:close/>
                <a:moveTo>
                  <a:pt x="3944866" y="124569"/>
                </a:moveTo>
                <a:lnTo>
                  <a:pt x="3944600" y="124172"/>
                </a:lnTo>
                <a:lnTo>
                  <a:pt x="3944304" y="123818"/>
                </a:lnTo>
                <a:lnTo>
                  <a:pt x="3943980" y="123507"/>
                </a:lnTo>
                <a:lnTo>
                  <a:pt x="3943631" y="123234"/>
                </a:lnTo>
                <a:lnTo>
                  <a:pt x="3943261" y="122998"/>
                </a:lnTo>
                <a:lnTo>
                  <a:pt x="3942872" y="122795"/>
                </a:lnTo>
                <a:lnTo>
                  <a:pt x="3942467" y="122623"/>
                </a:lnTo>
                <a:lnTo>
                  <a:pt x="3942049" y="122480"/>
                </a:lnTo>
                <a:lnTo>
                  <a:pt x="3941620" y="122363"/>
                </a:lnTo>
                <a:lnTo>
                  <a:pt x="3941183" y="122269"/>
                </a:lnTo>
                <a:lnTo>
                  <a:pt x="3940742" y="122196"/>
                </a:lnTo>
                <a:lnTo>
                  <a:pt x="3940300" y="122141"/>
                </a:lnTo>
                <a:lnTo>
                  <a:pt x="3939858" y="122102"/>
                </a:lnTo>
                <a:lnTo>
                  <a:pt x="3939420" y="122076"/>
                </a:lnTo>
                <a:lnTo>
                  <a:pt x="3938988" y="122060"/>
                </a:lnTo>
                <a:lnTo>
                  <a:pt x="3938566" y="122052"/>
                </a:lnTo>
                <a:lnTo>
                  <a:pt x="3938157" y="122049"/>
                </a:lnTo>
                <a:lnTo>
                  <a:pt x="3937763" y="122048"/>
                </a:lnTo>
                <a:lnTo>
                  <a:pt x="3929279" y="122048"/>
                </a:lnTo>
                <a:lnTo>
                  <a:pt x="3929279" y="77386"/>
                </a:lnTo>
                <a:lnTo>
                  <a:pt x="3929228" y="75013"/>
                </a:lnTo>
                <a:lnTo>
                  <a:pt x="3929076" y="72754"/>
                </a:lnTo>
                <a:lnTo>
                  <a:pt x="3928826" y="70610"/>
                </a:lnTo>
                <a:lnTo>
                  <a:pt x="3928480" y="68578"/>
                </a:lnTo>
                <a:lnTo>
                  <a:pt x="3928039" y="66657"/>
                </a:lnTo>
                <a:lnTo>
                  <a:pt x="3927504" y="64846"/>
                </a:lnTo>
                <a:lnTo>
                  <a:pt x="3926880" y="63144"/>
                </a:lnTo>
                <a:lnTo>
                  <a:pt x="3926166" y="61549"/>
                </a:lnTo>
                <a:lnTo>
                  <a:pt x="3925365" y="60061"/>
                </a:lnTo>
                <a:lnTo>
                  <a:pt x="3924479" y="58677"/>
                </a:lnTo>
                <a:lnTo>
                  <a:pt x="3923510" y="57398"/>
                </a:lnTo>
                <a:lnTo>
                  <a:pt x="3922459" y="56221"/>
                </a:lnTo>
                <a:lnTo>
                  <a:pt x="3921329" y="55145"/>
                </a:lnTo>
                <a:lnTo>
                  <a:pt x="3920122" y="54170"/>
                </a:lnTo>
                <a:lnTo>
                  <a:pt x="3918840" y="53293"/>
                </a:lnTo>
                <a:lnTo>
                  <a:pt x="3917484" y="52513"/>
                </a:lnTo>
                <a:lnTo>
                  <a:pt x="3916056" y="51831"/>
                </a:lnTo>
                <a:lnTo>
                  <a:pt x="3914558" y="51243"/>
                </a:lnTo>
                <a:lnTo>
                  <a:pt x="3912993" y="50749"/>
                </a:lnTo>
                <a:lnTo>
                  <a:pt x="3911362" y="50347"/>
                </a:lnTo>
                <a:lnTo>
                  <a:pt x="3909667" y="50037"/>
                </a:lnTo>
                <a:lnTo>
                  <a:pt x="3907910" y="49817"/>
                </a:lnTo>
                <a:lnTo>
                  <a:pt x="3906093" y="49686"/>
                </a:lnTo>
                <a:lnTo>
                  <a:pt x="3904218" y="49643"/>
                </a:lnTo>
                <a:lnTo>
                  <a:pt x="3902625" y="49676"/>
                </a:lnTo>
                <a:lnTo>
                  <a:pt x="3901077" y="49774"/>
                </a:lnTo>
                <a:lnTo>
                  <a:pt x="3899574" y="49932"/>
                </a:lnTo>
                <a:lnTo>
                  <a:pt x="3898116" y="50146"/>
                </a:lnTo>
                <a:lnTo>
                  <a:pt x="3896704" y="50411"/>
                </a:lnTo>
                <a:lnTo>
                  <a:pt x="3895337" y="50725"/>
                </a:lnTo>
                <a:lnTo>
                  <a:pt x="3894017" y="51082"/>
                </a:lnTo>
                <a:lnTo>
                  <a:pt x="3892743" y="51479"/>
                </a:lnTo>
                <a:lnTo>
                  <a:pt x="3891516" y="51911"/>
                </a:lnTo>
                <a:lnTo>
                  <a:pt x="3890336" y="52375"/>
                </a:lnTo>
                <a:lnTo>
                  <a:pt x="3889204" y="52866"/>
                </a:lnTo>
                <a:lnTo>
                  <a:pt x="3888119" y="53380"/>
                </a:lnTo>
                <a:lnTo>
                  <a:pt x="3887083" y="53913"/>
                </a:lnTo>
                <a:lnTo>
                  <a:pt x="3886095" y="54461"/>
                </a:lnTo>
                <a:lnTo>
                  <a:pt x="3885156" y="55020"/>
                </a:lnTo>
                <a:lnTo>
                  <a:pt x="3884267" y="55586"/>
                </a:lnTo>
                <a:lnTo>
                  <a:pt x="3883426" y="56154"/>
                </a:lnTo>
                <a:lnTo>
                  <a:pt x="3882636" y="56721"/>
                </a:lnTo>
                <a:lnTo>
                  <a:pt x="3881896" y="57283"/>
                </a:lnTo>
                <a:lnTo>
                  <a:pt x="3881206" y="57835"/>
                </a:lnTo>
                <a:lnTo>
                  <a:pt x="3880567" y="58373"/>
                </a:lnTo>
                <a:lnTo>
                  <a:pt x="3879980" y="58893"/>
                </a:lnTo>
                <a:lnTo>
                  <a:pt x="3879444" y="59391"/>
                </a:lnTo>
                <a:lnTo>
                  <a:pt x="3878960" y="59863"/>
                </a:lnTo>
                <a:lnTo>
                  <a:pt x="3878960" y="23845"/>
                </a:lnTo>
                <a:lnTo>
                  <a:pt x="3878953" y="23119"/>
                </a:lnTo>
                <a:lnTo>
                  <a:pt x="3878933" y="22434"/>
                </a:lnTo>
                <a:lnTo>
                  <a:pt x="3878897" y="21790"/>
                </a:lnTo>
                <a:lnTo>
                  <a:pt x="3878844" y="21184"/>
                </a:lnTo>
                <a:lnTo>
                  <a:pt x="3878771" y="20618"/>
                </a:lnTo>
                <a:lnTo>
                  <a:pt x="3878677" y="20089"/>
                </a:lnTo>
                <a:lnTo>
                  <a:pt x="3878559" y="19596"/>
                </a:lnTo>
                <a:lnTo>
                  <a:pt x="3878417" y="19140"/>
                </a:lnTo>
                <a:lnTo>
                  <a:pt x="3878248" y="18718"/>
                </a:lnTo>
                <a:lnTo>
                  <a:pt x="3878051" y="18330"/>
                </a:lnTo>
                <a:lnTo>
                  <a:pt x="3877823" y="17975"/>
                </a:lnTo>
                <a:lnTo>
                  <a:pt x="3877562" y="17652"/>
                </a:lnTo>
                <a:lnTo>
                  <a:pt x="3877268" y="17360"/>
                </a:lnTo>
                <a:lnTo>
                  <a:pt x="3876937" y="17098"/>
                </a:lnTo>
                <a:lnTo>
                  <a:pt x="3876569" y="16865"/>
                </a:lnTo>
                <a:lnTo>
                  <a:pt x="3876161" y="16661"/>
                </a:lnTo>
                <a:lnTo>
                  <a:pt x="3875712" y="16485"/>
                </a:lnTo>
                <a:lnTo>
                  <a:pt x="3875219" y="16335"/>
                </a:lnTo>
                <a:lnTo>
                  <a:pt x="3874681" y="16210"/>
                </a:lnTo>
                <a:lnTo>
                  <a:pt x="3874096" y="16110"/>
                </a:lnTo>
                <a:lnTo>
                  <a:pt x="3873462" y="16034"/>
                </a:lnTo>
                <a:lnTo>
                  <a:pt x="3872778" y="15981"/>
                </a:lnTo>
                <a:lnTo>
                  <a:pt x="3872041" y="15950"/>
                </a:lnTo>
                <a:lnTo>
                  <a:pt x="3871249" y="15940"/>
                </a:lnTo>
                <a:lnTo>
                  <a:pt x="3857176" y="15940"/>
                </a:lnTo>
                <a:lnTo>
                  <a:pt x="3856781" y="15940"/>
                </a:lnTo>
                <a:lnTo>
                  <a:pt x="3856372" y="15943"/>
                </a:lnTo>
                <a:lnTo>
                  <a:pt x="3855950" y="15951"/>
                </a:lnTo>
                <a:lnTo>
                  <a:pt x="3855519" y="15967"/>
                </a:lnTo>
                <a:lnTo>
                  <a:pt x="3855081" y="15994"/>
                </a:lnTo>
                <a:lnTo>
                  <a:pt x="3854639" y="16033"/>
                </a:lnTo>
                <a:lnTo>
                  <a:pt x="3854196" y="16088"/>
                </a:lnTo>
                <a:lnTo>
                  <a:pt x="3853755" y="16161"/>
                </a:lnTo>
                <a:lnTo>
                  <a:pt x="3853319" y="16255"/>
                </a:lnTo>
                <a:lnTo>
                  <a:pt x="3852890" y="16372"/>
                </a:lnTo>
                <a:lnTo>
                  <a:pt x="3852471" y="16515"/>
                </a:lnTo>
                <a:lnTo>
                  <a:pt x="3852066" y="16687"/>
                </a:lnTo>
                <a:lnTo>
                  <a:pt x="3851677" y="16890"/>
                </a:lnTo>
                <a:lnTo>
                  <a:pt x="3851307" y="17126"/>
                </a:lnTo>
                <a:lnTo>
                  <a:pt x="3850959" y="17399"/>
                </a:lnTo>
                <a:lnTo>
                  <a:pt x="3850635" y="17711"/>
                </a:lnTo>
                <a:lnTo>
                  <a:pt x="3850338" y="18064"/>
                </a:lnTo>
                <a:lnTo>
                  <a:pt x="3850072" y="18462"/>
                </a:lnTo>
                <a:lnTo>
                  <a:pt x="3849839" y="18906"/>
                </a:lnTo>
                <a:lnTo>
                  <a:pt x="3849642" y="19399"/>
                </a:lnTo>
                <a:lnTo>
                  <a:pt x="3849484" y="19945"/>
                </a:lnTo>
                <a:lnTo>
                  <a:pt x="3849368" y="20544"/>
                </a:lnTo>
                <a:lnTo>
                  <a:pt x="3849296" y="21201"/>
                </a:lnTo>
                <a:lnTo>
                  <a:pt x="3849271" y="21918"/>
                </a:lnTo>
                <a:lnTo>
                  <a:pt x="3849297" y="22611"/>
                </a:lnTo>
                <a:lnTo>
                  <a:pt x="3849371" y="23247"/>
                </a:lnTo>
                <a:lnTo>
                  <a:pt x="3849492" y="23827"/>
                </a:lnTo>
                <a:lnTo>
                  <a:pt x="3849655" y="24355"/>
                </a:lnTo>
                <a:lnTo>
                  <a:pt x="3849858" y="24832"/>
                </a:lnTo>
                <a:lnTo>
                  <a:pt x="3850097" y="25262"/>
                </a:lnTo>
                <a:lnTo>
                  <a:pt x="3850369" y="25646"/>
                </a:lnTo>
                <a:lnTo>
                  <a:pt x="3850671" y="25988"/>
                </a:lnTo>
                <a:lnTo>
                  <a:pt x="3851000" y="26290"/>
                </a:lnTo>
                <a:lnTo>
                  <a:pt x="3851352" y="26554"/>
                </a:lnTo>
                <a:lnTo>
                  <a:pt x="3851725" y="26782"/>
                </a:lnTo>
                <a:lnTo>
                  <a:pt x="3852115" y="26979"/>
                </a:lnTo>
                <a:lnTo>
                  <a:pt x="3852519" y="27145"/>
                </a:lnTo>
                <a:lnTo>
                  <a:pt x="3852934" y="27283"/>
                </a:lnTo>
                <a:lnTo>
                  <a:pt x="3853357" y="27397"/>
                </a:lnTo>
                <a:lnTo>
                  <a:pt x="3853784" y="27487"/>
                </a:lnTo>
                <a:lnTo>
                  <a:pt x="3854212" y="27558"/>
                </a:lnTo>
                <a:lnTo>
                  <a:pt x="3854639" y="27611"/>
                </a:lnTo>
                <a:lnTo>
                  <a:pt x="3855060" y="27649"/>
                </a:lnTo>
                <a:lnTo>
                  <a:pt x="3855474" y="27675"/>
                </a:lnTo>
                <a:lnTo>
                  <a:pt x="3855876" y="27690"/>
                </a:lnTo>
                <a:lnTo>
                  <a:pt x="3856263" y="27698"/>
                </a:lnTo>
                <a:lnTo>
                  <a:pt x="3856633" y="27701"/>
                </a:lnTo>
                <a:lnTo>
                  <a:pt x="3856982" y="27702"/>
                </a:lnTo>
                <a:lnTo>
                  <a:pt x="3865660" y="27702"/>
                </a:lnTo>
                <a:lnTo>
                  <a:pt x="3865660" y="122048"/>
                </a:lnTo>
                <a:lnTo>
                  <a:pt x="3857176" y="122048"/>
                </a:lnTo>
                <a:lnTo>
                  <a:pt x="3856781" y="122049"/>
                </a:lnTo>
                <a:lnTo>
                  <a:pt x="3856372" y="122052"/>
                </a:lnTo>
                <a:lnTo>
                  <a:pt x="3855950" y="122060"/>
                </a:lnTo>
                <a:lnTo>
                  <a:pt x="3855519" y="122076"/>
                </a:lnTo>
                <a:lnTo>
                  <a:pt x="3855081" y="122102"/>
                </a:lnTo>
                <a:lnTo>
                  <a:pt x="3854639" y="122141"/>
                </a:lnTo>
                <a:lnTo>
                  <a:pt x="3854196" y="122196"/>
                </a:lnTo>
                <a:lnTo>
                  <a:pt x="3853755" y="122269"/>
                </a:lnTo>
                <a:lnTo>
                  <a:pt x="3853319" y="122363"/>
                </a:lnTo>
                <a:lnTo>
                  <a:pt x="3852890" y="122480"/>
                </a:lnTo>
                <a:lnTo>
                  <a:pt x="3852471" y="122623"/>
                </a:lnTo>
                <a:lnTo>
                  <a:pt x="3852066" y="122795"/>
                </a:lnTo>
                <a:lnTo>
                  <a:pt x="3851677" y="122998"/>
                </a:lnTo>
                <a:lnTo>
                  <a:pt x="3851307" y="123234"/>
                </a:lnTo>
                <a:lnTo>
                  <a:pt x="3850959" y="123507"/>
                </a:lnTo>
                <a:lnTo>
                  <a:pt x="3850635" y="123818"/>
                </a:lnTo>
                <a:lnTo>
                  <a:pt x="3850338" y="124172"/>
                </a:lnTo>
                <a:lnTo>
                  <a:pt x="3850072" y="124569"/>
                </a:lnTo>
                <a:lnTo>
                  <a:pt x="3849839" y="125013"/>
                </a:lnTo>
                <a:lnTo>
                  <a:pt x="3849642" y="125506"/>
                </a:lnTo>
                <a:lnTo>
                  <a:pt x="3849484" y="126051"/>
                </a:lnTo>
                <a:lnTo>
                  <a:pt x="3849368" y="126650"/>
                </a:lnTo>
                <a:lnTo>
                  <a:pt x="3849296" y="127307"/>
                </a:lnTo>
                <a:lnTo>
                  <a:pt x="3849271" y="128023"/>
                </a:lnTo>
                <a:lnTo>
                  <a:pt x="3849297" y="128717"/>
                </a:lnTo>
                <a:lnTo>
                  <a:pt x="3849371" y="129352"/>
                </a:lnTo>
                <a:lnTo>
                  <a:pt x="3849492" y="129932"/>
                </a:lnTo>
                <a:lnTo>
                  <a:pt x="3849655" y="130460"/>
                </a:lnTo>
                <a:lnTo>
                  <a:pt x="3849858" y="130937"/>
                </a:lnTo>
                <a:lnTo>
                  <a:pt x="3850097" y="131367"/>
                </a:lnTo>
                <a:lnTo>
                  <a:pt x="3850369" y="131752"/>
                </a:lnTo>
                <a:lnTo>
                  <a:pt x="3850671" y="132093"/>
                </a:lnTo>
                <a:lnTo>
                  <a:pt x="3851000" y="132395"/>
                </a:lnTo>
                <a:lnTo>
                  <a:pt x="3851352" y="132659"/>
                </a:lnTo>
                <a:lnTo>
                  <a:pt x="3851725" y="132888"/>
                </a:lnTo>
                <a:lnTo>
                  <a:pt x="3852115" y="133084"/>
                </a:lnTo>
                <a:lnTo>
                  <a:pt x="3852519" y="133250"/>
                </a:lnTo>
                <a:lnTo>
                  <a:pt x="3852934" y="133389"/>
                </a:lnTo>
                <a:lnTo>
                  <a:pt x="3853357" y="133502"/>
                </a:lnTo>
                <a:lnTo>
                  <a:pt x="3853784" y="133593"/>
                </a:lnTo>
                <a:lnTo>
                  <a:pt x="3854212" y="133664"/>
                </a:lnTo>
                <a:lnTo>
                  <a:pt x="3854639" y="133717"/>
                </a:lnTo>
                <a:lnTo>
                  <a:pt x="3855060" y="133755"/>
                </a:lnTo>
                <a:lnTo>
                  <a:pt x="3855474" y="133780"/>
                </a:lnTo>
                <a:lnTo>
                  <a:pt x="3855876" y="133796"/>
                </a:lnTo>
                <a:lnTo>
                  <a:pt x="3856263" y="133804"/>
                </a:lnTo>
                <a:lnTo>
                  <a:pt x="3856633" y="133807"/>
                </a:lnTo>
                <a:lnTo>
                  <a:pt x="3856982" y="133807"/>
                </a:lnTo>
                <a:lnTo>
                  <a:pt x="3887638" y="133807"/>
                </a:lnTo>
                <a:lnTo>
                  <a:pt x="3887987" y="133807"/>
                </a:lnTo>
                <a:lnTo>
                  <a:pt x="3888356" y="133804"/>
                </a:lnTo>
                <a:lnTo>
                  <a:pt x="3888744" y="133796"/>
                </a:lnTo>
                <a:lnTo>
                  <a:pt x="3889146" y="133780"/>
                </a:lnTo>
                <a:lnTo>
                  <a:pt x="3889559" y="133755"/>
                </a:lnTo>
                <a:lnTo>
                  <a:pt x="3889981" y="133717"/>
                </a:lnTo>
                <a:lnTo>
                  <a:pt x="3890407" y="133664"/>
                </a:lnTo>
                <a:lnTo>
                  <a:pt x="3890836" y="133593"/>
                </a:lnTo>
                <a:lnTo>
                  <a:pt x="3891263" y="133502"/>
                </a:lnTo>
                <a:lnTo>
                  <a:pt x="3891686" y="133389"/>
                </a:lnTo>
                <a:lnTo>
                  <a:pt x="3892100" y="133250"/>
                </a:lnTo>
                <a:lnTo>
                  <a:pt x="3892505" y="133084"/>
                </a:lnTo>
                <a:lnTo>
                  <a:pt x="3892895" y="132888"/>
                </a:lnTo>
                <a:lnTo>
                  <a:pt x="3893267" y="132659"/>
                </a:lnTo>
                <a:lnTo>
                  <a:pt x="3893620" y="132395"/>
                </a:lnTo>
                <a:lnTo>
                  <a:pt x="3893949" y="132093"/>
                </a:lnTo>
                <a:lnTo>
                  <a:pt x="3894251" y="131752"/>
                </a:lnTo>
                <a:lnTo>
                  <a:pt x="3894523" y="131367"/>
                </a:lnTo>
                <a:lnTo>
                  <a:pt x="3894762" y="130937"/>
                </a:lnTo>
                <a:lnTo>
                  <a:pt x="3894964" y="130460"/>
                </a:lnTo>
                <a:lnTo>
                  <a:pt x="3895128" y="129932"/>
                </a:lnTo>
                <a:lnTo>
                  <a:pt x="3895248" y="129352"/>
                </a:lnTo>
                <a:lnTo>
                  <a:pt x="3895323" y="128717"/>
                </a:lnTo>
                <a:lnTo>
                  <a:pt x="3895348" y="128023"/>
                </a:lnTo>
                <a:lnTo>
                  <a:pt x="3895324" y="127307"/>
                </a:lnTo>
                <a:lnTo>
                  <a:pt x="3895252" y="126650"/>
                </a:lnTo>
                <a:lnTo>
                  <a:pt x="3895135" y="126051"/>
                </a:lnTo>
                <a:lnTo>
                  <a:pt x="3894977" y="125506"/>
                </a:lnTo>
                <a:lnTo>
                  <a:pt x="3894780" y="125013"/>
                </a:lnTo>
                <a:lnTo>
                  <a:pt x="3894547" y="124569"/>
                </a:lnTo>
                <a:lnTo>
                  <a:pt x="3894281" y="124172"/>
                </a:lnTo>
                <a:lnTo>
                  <a:pt x="3893985" y="123818"/>
                </a:lnTo>
                <a:lnTo>
                  <a:pt x="3893661" y="123507"/>
                </a:lnTo>
                <a:lnTo>
                  <a:pt x="3893312" y="123234"/>
                </a:lnTo>
                <a:lnTo>
                  <a:pt x="3892942" y="122998"/>
                </a:lnTo>
                <a:lnTo>
                  <a:pt x="3892553" y="122795"/>
                </a:lnTo>
                <a:lnTo>
                  <a:pt x="3892148" y="122623"/>
                </a:lnTo>
                <a:lnTo>
                  <a:pt x="3891730" y="122480"/>
                </a:lnTo>
                <a:lnTo>
                  <a:pt x="3891301" y="122363"/>
                </a:lnTo>
                <a:lnTo>
                  <a:pt x="3890864" y="122269"/>
                </a:lnTo>
                <a:lnTo>
                  <a:pt x="3890423" y="122196"/>
                </a:lnTo>
                <a:lnTo>
                  <a:pt x="3889981" y="122141"/>
                </a:lnTo>
                <a:lnTo>
                  <a:pt x="3889539" y="122102"/>
                </a:lnTo>
                <a:lnTo>
                  <a:pt x="3889101" y="122076"/>
                </a:lnTo>
                <a:lnTo>
                  <a:pt x="3888669" y="122060"/>
                </a:lnTo>
                <a:lnTo>
                  <a:pt x="3888247" y="122052"/>
                </a:lnTo>
                <a:lnTo>
                  <a:pt x="3887838" y="122049"/>
                </a:lnTo>
                <a:lnTo>
                  <a:pt x="3887444" y="122048"/>
                </a:lnTo>
                <a:lnTo>
                  <a:pt x="3878960" y="122048"/>
                </a:lnTo>
                <a:lnTo>
                  <a:pt x="3878960" y="87974"/>
                </a:lnTo>
                <a:lnTo>
                  <a:pt x="3879033" y="85629"/>
                </a:lnTo>
                <a:lnTo>
                  <a:pt x="3879246" y="83407"/>
                </a:lnTo>
                <a:lnTo>
                  <a:pt x="3879592" y="81305"/>
                </a:lnTo>
                <a:lnTo>
                  <a:pt x="3880062" y="79321"/>
                </a:lnTo>
                <a:lnTo>
                  <a:pt x="3880648" y="77454"/>
                </a:lnTo>
                <a:lnTo>
                  <a:pt x="3881343" y="75701"/>
                </a:lnTo>
                <a:lnTo>
                  <a:pt x="3882137" y="74060"/>
                </a:lnTo>
                <a:lnTo>
                  <a:pt x="3883023" y="72529"/>
                </a:lnTo>
                <a:lnTo>
                  <a:pt x="3883993" y="71107"/>
                </a:lnTo>
                <a:lnTo>
                  <a:pt x="3885038" y="69791"/>
                </a:lnTo>
                <a:lnTo>
                  <a:pt x="3886151" y="68579"/>
                </a:lnTo>
                <a:lnTo>
                  <a:pt x="3887323" y="67470"/>
                </a:lnTo>
                <a:lnTo>
                  <a:pt x="3888546" y="66461"/>
                </a:lnTo>
                <a:lnTo>
                  <a:pt x="3889812" y="65550"/>
                </a:lnTo>
                <a:lnTo>
                  <a:pt x="3891114" y="64735"/>
                </a:lnTo>
                <a:lnTo>
                  <a:pt x="3892442" y="64015"/>
                </a:lnTo>
                <a:lnTo>
                  <a:pt x="3893789" y="63387"/>
                </a:lnTo>
                <a:lnTo>
                  <a:pt x="3895147" y="62849"/>
                </a:lnTo>
                <a:lnTo>
                  <a:pt x="3896507" y="62399"/>
                </a:lnTo>
                <a:lnTo>
                  <a:pt x="3897861" y="62036"/>
                </a:lnTo>
                <a:lnTo>
                  <a:pt x="3899202" y="61757"/>
                </a:lnTo>
                <a:lnTo>
                  <a:pt x="3900521" y="61560"/>
                </a:lnTo>
                <a:lnTo>
                  <a:pt x="3901810" y="61443"/>
                </a:lnTo>
                <a:lnTo>
                  <a:pt x="3903061" y="61405"/>
                </a:lnTo>
                <a:lnTo>
                  <a:pt x="3904300" y="61433"/>
                </a:lnTo>
                <a:lnTo>
                  <a:pt x="3905462" y="61518"/>
                </a:lnTo>
                <a:lnTo>
                  <a:pt x="3906550" y="61659"/>
                </a:lnTo>
                <a:lnTo>
                  <a:pt x="3907566" y="61858"/>
                </a:lnTo>
                <a:lnTo>
                  <a:pt x="3908512" y="62114"/>
                </a:lnTo>
                <a:lnTo>
                  <a:pt x="3909390" y="62428"/>
                </a:lnTo>
                <a:lnTo>
                  <a:pt x="3910202" y="62800"/>
                </a:lnTo>
                <a:lnTo>
                  <a:pt x="3910950" y="63231"/>
                </a:lnTo>
                <a:lnTo>
                  <a:pt x="3911637" y="63720"/>
                </a:lnTo>
                <a:lnTo>
                  <a:pt x="3912265" y="64269"/>
                </a:lnTo>
                <a:lnTo>
                  <a:pt x="3912835" y="64877"/>
                </a:lnTo>
                <a:lnTo>
                  <a:pt x="3913350" y="65545"/>
                </a:lnTo>
                <a:lnTo>
                  <a:pt x="3913812" y="66273"/>
                </a:lnTo>
                <a:lnTo>
                  <a:pt x="3914222" y="67062"/>
                </a:lnTo>
                <a:lnTo>
                  <a:pt x="3914584" y="67911"/>
                </a:lnTo>
                <a:lnTo>
                  <a:pt x="3914898" y="68822"/>
                </a:lnTo>
                <a:lnTo>
                  <a:pt x="3915168" y="69794"/>
                </a:lnTo>
                <a:lnTo>
                  <a:pt x="3915395" y="70828"/>
                </a:lnTo>
                <a:lnTo>
                  <a:pt x="3915581" y="71924"/>
                </a:lnTo>
                <a:lnTo>
                  <a:pt x="3915729" y="73082"/>
                </a:lnTo>
                <a:lnTo>
                  <a:pt x="3915840" y="74304"/>
                </a:lnTo>
                <a:lnTo>
                  <a:pt x="3915917" y="75588"/>
                </a:lnTo>
                <a:lnTo>
                  <a:pt x="3915961" y="76936"/>
                </a:lnTo>
                <a:lnTo>
                  <a:pt x="3915976" y="78348"/>
                </a:lnTo>
                <a:lnTo>
                  <a:pt x="3915976" y="122048"/>
                </a:lnTo>
                <a:lnTo>
                  <a:pt x="3908460" y="122048"/>
                </a:lnTo>
                <a:lnTo>
                  <a:pt x="3908065" y="122049"/>
                </a:lnTo>
                <a:lnTo>
                  <a:pt x="3907656" y="122052"/>
                </a:lnTo>
                <a:lnTo>
                  <a:pt x="3907234" y="122060"/>
                </a:lnTo>
                <a:lnTo>
                  <a:pt x="3906803" y="122076"/>
                </a:lnTo>
                <a:lnTo>
                  <a:pt x="3906365" y="122102"/>
                </a:lnTo>
                <a:lnTo>
                  <a:pt x="3905923" y="122141"/>
                </a:lnTo>
                <a:lnTo>
                  <a:pt x="3905480" y="122196"/>
                </a:lnTo>
                <a:lnTo>
                  <a:pt x="3905039" y="122269"/>
                </a:lnTo>
                <a:lnTo>
                  <a:pt x="3904602" y="122363"/>
                </a:lnTo>
                <a:lnTo>
                  <a:pt x="3904174" y="122480"/>
                </a:lnTo>
                <a:lnTo>
                  <a:pt x="3903755" y="122623"/>
                </a:lnTo>
                <a:lnTo>
                  <a:pt x="3903350" y="122795"/>
                </a:lnTo>
                <a:lnTo>
                  <a:pt x="3902961" y="122998"/>
                </a:lnTo>
                <a:lnTo>
                  <a:pt x="3902591" y="123234"/>
                </a:lnTo>
                <a:lnTo>
                  <a:pt x="3902242" y="123507"/>
                </a:lnTo>
                <a:lnTo>
                  <a:pt x="3901919" y="123818"/>
                </a:lnTo>
                <a:lnTo>
                  <a:pt x="3901622" y="124172"/>
                </a:lnTo>
                <a:lnTo>
                  <a:pt x="3901356" y="124569"/>
                </a:lnTo>
                <a:lnTo>
                  <a:pt x="3901123" y="125013"/>
                </a:lnTo>
                <a:lnTo>
                  <a:pt x="3900926" y="125506"/>
                </a:lnTo>
                <a:lnTo>
                  <a:pt x="3900768" y="126051"/>
                </a:lnTo>
                <a:lnTo>
                  <a:pt x="3900652" y="126650"/>
                </a:lnTo>
                <a:lnTo>
                  <a:pt x="3900580" y="127307"/>
                </a:lnTo>
                <a:lnTo>
                  <a:pt x="3900555" y="128023"/>
                </a:lnTo>
                <a:lnTo>
                  <a:pt x="3900582" y="128717"/>
                </a:lnTo>
                <a:lnTo>
                  <a:pt x="3900659" y="129352"/>
                </a:lnTo>
                <a:lnTo>
                  <a:pt x="3900784" y="129932"/>
                </a:lnTo>
                <a:lnTo>
                  <a:pt x="3900953" y="130460"/>
                </a:lnTo>
                <a:lnTo>
                  <a:pt x="3901163" y="130937"/>
                </a:lnTo>
                <a:lnTo>
                  <a:pt x="3901410" y="131367"/>
                </a:lnTo>
                <a:lnTo>
                  <a:pt x="3901692" y="131752"/>
                </a:lnTo>
                <a:lnTo>
                  <a:pt x="3902004" y="132093"/>
                </a:lnTo>
                <a:lnTo>
                  <a:pt x="3902344" y="132395"/>
                </a:lnTo>
                <a:lnTo>
                  <a:pt x="3902708" y="132659"/>
                </a:lnTo>
                <a:lnTo>
                  <a:pt x="3903093" y="132888"/>
                </a:lnTo>
                <a:lnTo>
                  <a:pt x="3903495" y="133084"/>
                </a:lnTo>
                <a:lnTo>
                  <a:pt x="3903911" y="133250"/>
                </a:lnTo>
                <a:lnTo>
                  <a:pt x="3904338" y="133389"/>
                </a:lnTo>
                <a:lnTo>
                  <a:pt x="3904772" y="133502"/>
                </a:lnTo>
                <a:lnTo>
                  <a:pt x="3905210" y="133593"/>
                </a:lnTo>
                <a:lnTo>
                  <a:pt x="3905649" y="133664"/>
                </a:lnTo>
                <a:lnTo>
                  <a:pt x="3906085" y="133717"/>
                </a:lnTo>
                <a:lnTo>
                  <a:pt x="3906516" y="133755"/>
                </a:lnTo>
                <a:lnTo>
                  <a:pt x="3906936" y="133780"/>
                </a:lnTo>
                <a:lnTo>
                  <a:pt x="3907345" y="133796"/>
                </a:lnTo>
                <a:lnTo>
                  <a:pt x="3907737" y="133804"/>
                </a:lnTo>
                <a:lnTo>
                  <a:pt x="3908110" y="133807"/>
                </a:lnTo>
                <a:lnTo>
                  <a:pt x="3908460" y="133807"/>
                </a:lnTo>
                <a:lnTo>
                  <a:pt x="3937957" y="133807"/>
                </a:lnTo>
                <a:lnTo>
                  <a:pt x="3938306" y="133807"/>
                </a:lnTo>
                <a:lnTo>
                  <a:pt x="3938675" y="133804"/>
                </a:lnTo>
                <a:lnTo>
                  <a:pt x="3939063" y="133796"/>
                </a:lnTo>
                <a:lnTo>
                  <a:pt x="3939465" y="133780"/>
                </a:lnTo>
                <a:lnTo>
                  <a:pt x="3939878" y="133755"/>
                </a:lnTo>
                <a:lnTo>
                  <a:pt x="3940300" y="133717"/>
                </a:lnTo>
                <a:lnTo>
                  <a:pt x="3940726" y="133664"/>
                </a:lnTo>
                <a:lnTo>
                  <a:pt x="3941155" y="133593"/>
                </a:lnTo>
                <a:lnTo>
                  <a:pt x="3941582" y="133502"/>
                </a:lnTo>
                <a:lnTo>
                  <a:pt x="3942005" y="133389"/>
                </a:lnTo>
                <a:lnTo>
                  <a:pt x="3942419" y="133250"/>
                </a:lnTo>
                <a:lnTo>
                  <a:pt x="3942824" y="133084"/>
                </a:lnTo>
                <a:lnTo>
                  <a:pt x="3943214" y="132888"/>
                </a:lnTo>
                <a:lnTo>
                  <a:pt x="3943586" y="132659"/>
                </a:lnTo>
                <a:lnTo>
                  <a:pt x="3943939" y="132395"/>
                </a:lnTo>
                <a:lnTo>
                  <a:pt x="3944268" y="132093"/>
                </a:lnTo>
                <a:lnTo>
                  <a:pt x="3944570" y="131752"/>
                </a:lnTo>
                <a:lnTo>
                  <a:pt x="3944842" y="131367"/>
                </a:lnTo>
                <a:lnTo>
                  <a:pt x="3945081" y="130937"/>
                </a:lnTo>
                <a:lnTo>
                  <a:pt x="3945283" y="130460"/>
                </a:lnTo>
                <a:lnTo>
                  <a:pt x="3945447" y="129932"/>
                </a:lnTo>
                <a:lnTo>
                  <a:pt x="3945567" y="129352"/>
                </a:lnTo>
                <a:lnTo>
                  <a:pt x="3945642" y="128717"/>
                </a:lnTo>
                <a:lnTo>
                  <a:pt x="3945667" y="128023"/>
                </a:lnTo>
                <a:lnTo>
                  <a:pt x="3945643" y="127307"/>
                </a:lnTo>
                <a:lnTo>
                  <a:pt x="3945571" y="126650"/>
                </a:lnTo>
                <a:lnTo>
                  <a:pt x="3945454" y="126051"/>
                </a:lnTo>
                <a:lnTo>
                  <a:pt x="3945296" y="125506"/>
                </a:lnTo>
                <a:lnTo>
                  <a:pt x="3945099" y="125013"/>
                </a:lnTo>
                <a:lnTo>
                  <a:pt x="3944866" y="124569"/>
                </a:lnTo>
                <a:close/>
                <a:moveTo>
                  <a:pt x="4440581" y="90380"/>
                </a:moveTo>
                <a:lnTo>
                  <a:pt x="4440463" y="90075"/>
                </a:lnTo>
                <a:lnTo>
                  <a:pt x="4440334" y="89785"/>
                </a:lnTo>
                <a:lnTo>
                  <a:pt x="4440196" y="89512"/>
                </a:lnTo>
                <a:lnTo>
                  <a:pt x="4440050" y="89255"/>
                </a:lnTo>
                <a:lnTo>
                  <a:pt x="4439899" y="89014"/>
                </a:lnTo>
                <a:lnTo>
                  <a:pt x="4439743" y="88789"/>
                </a:lnTo>
                <a:lnTo>
                  <a:pt x="4439586" y="88580"/>
                </a:lnTo>
                <a:lnTo>
                  <a:pt x="4439429" y="88387"/>
                </a:lnTo>
                <a:lnTo>
                  <a:pt x="4439273" y="88210"/>
                </a:lnTo>
                <a:lnTo>
                  <a:pt x="4439120" y="88050"/>
                </a:lnTo>
                <a:lnTo>
                  <a:pt x="4438973" y="87905"/>
                </a:lnTo>
                <a:lnTo>
                  <a:pt x="4438833" y="87776"/>
                </a:lnTo>
                <a:lnTo>
                  <a:pt x="4438702" y="87664"/>
                </a:lnTo>
                <a:lnTo>
                  <a:pt x="4438582" y="87567"/>
                </a:lnTo>
                <a:lnTo>
                  <a:pt x="4438475" y="87487"/>
                </a:lnTo>
                <a:lnTo>
                  <a:pt x="4438382" y="87422"/>
                </a:lnTo>
                <a:lnTo>
                  <a:pt x="4438306" y="87374"/>
                </a:lnTo>
                <a:lnTo>
                  <a:pt x="4438248" y="87342"/>
                </a:lnTo>
                <a:lnTo>
                  <a:pt x="4437603" y="86916"/>
                </a:lnTo>
                <a:lnTo>
                  <a:pt x="4436880" y="86462"/>
                </a:lnTo>
                <a:lnTo>
                  <a:pt x="4436084" y="85981"/>
                </a:lnTo>
                <a:lnTo>
                  <a:pt x="4435223" y="85477"/>
                </a:lnTo>
                <a:lnTo>
                  <a:pt x="4434305" y="84952"/>
                </a:lnTo>
                <a:lnTo>
                  <a:pt x="4433335" y="84410"/>
                </a:lnTo>
                <a:lnTo>
                  <a:pt x="4432322" y="83854"/>
                </a:lnTo>
                <a:lnTo>
                  <a:pt x="4431273" y="83286"/>
                </a:lnTo>
                <a:lnTo>
                  <a:pt x="4430193" y="82709"/>
                </a:lnTo>
                <a:lnTo>
                  <a:pt x="4429092" y="82126"/>
                </a:lnTo>
                <a:lnTo>
                  <a:pt x="4427975" y="81540"/>
                </a:lnTo>
                <a:lnTo>
                  <a:pt x="4426850" y="80955"/>
                </a:lnTo>
                <a:lnTo>
                  <a:pt x="4425725" y="80372"/>
                </a:lnTo>
                <a:lnTo>
                  <a:pt x="4424605" y="79796"/>
                </a:lnTo>
                <a:lnTo>
                  <a:pt x="4423498" y="79228"/>
                </a:lnTo>
                <a:lnTo>
                  <a:pt x="4422412" y="78672"/>
                </a:lnTo>
                <a:lnTo>
                  <a:pt x="4421353" y="78131"/>
                </a:lnTo>
                <a:lnTo>
                  <a:pt x="4420329" y="77608"/>
                </a:lnTo>
                <a:lnTo>
                  <a:pt x="4419347" y="77105"/>
                </a:lnTo>
                <a:lnTo>
                  <a:pt x="4418413" y="76626"/>
                </a:lnTo>
                <a:lnTo>
                  <a:pt x="4417535" y="76173"/>
                </a:lnTo>
                <a:lnTo>
                  <a:pt x="4416720" y="75750"/>
                </a:lnTo>
                <a:lnTo>
                  <a:pt x="4415975" y="75359"/>
                </a:lnTo>
                <a:lnTo>
                  <a:pt x="4415308" y="75003"/>
                </a:lnTo>
                <a:lnTo>
                  <a:pt x="4436129" y="63626"/>
                </a:lnTo>
                <a:lnTo>
                  <a:pt x="4436419" y="63458"/>
                </a:lnTo>
                <a:lnTo>
                  <a:pt x="4436710" y="63288"/>
                </a:lnTo>
                <a:lnTo>
                  <a:pt x="4437000" y="63116"/>
                </a:lnTo>
                <a:lnTo>
                  <a:pt x="4437289" y="62942"/>
                </a:lnTo>
                <a:lnTo>
                  <a:pt x="4437576" y="62763"/>
                </a:lnTo>
                <a:lnTo>
                  <a:pt x="4437858" y="62579"/>
                </a:lnTo>
                <a:lnTo>
                  <a:pt x="4438135" y="62389"/>
                </a:lnTo>
                <a:lnTo>
                  <a:pt x="4438406" y="62192"/>
                </a:lnTo>
                <a:lnTo>
                  <a:pt x="4438670" y="61987"/>
                </a:lnTo>
                <a:lnTo>
                  <a:pt x="4438926" y="61773"/>
                </a:lnTo>
                <a:lnTo>
                  <a:pt x="4439171" y="61549"/>
                </a:lnTo>
                <a:lnTo>
                  <a:pt x="4439406" y="61314"/>
                </a:lnTo>
                <a:lnTo>
                  <a:pt x="4439629" y="61067"/>
                </a:lnTo>
                <a:lnTo>
                  <a:pt x="4439838" y="60807"/>
                </a:lnTo>
                <a:lnTo>
                  <a:pt x="4440033" y="60533"/>
                </a:lnTo>
                <a:lnTo>
                  <a:pt x="4440213" y="60243"/>
                </a:lnTo>
                <a:lnTo>
                  <a:pt x="4440375" y="59938"/>
                </a:lnTo>
                <a:lnTo>
                  <a:pt x="4440520" y="59615"/>
                </a:lnTo>
                <a:lnTo>
                  <a:pt x="4440646" y="59275"/>
                </a:lnTo>
                <a:lnTo>
                  <a:pt x="4440752" y="58915"/>
                </a:lnTo>
                <a:lnTo>
                  <a:pt x="4440836" y="58535"/>
                </a:lnTo>
                <a:lnTo>
                  <a:pt x="4440897" y="58135"/>
                </a:lnTo>
                <a:lnTo>
                  <a:pt x="4440935" y="57712"/>
                </a:lnTo>
                <a:lnTo>
                  <a:pt x="4440948" y="57266"/>
                </a:lnTo>
                <a:lnTo>
                  <a:pt x="4440948" y="57145"/>
                </a:lnTo>
                <a:lnTo>
                  <a:pt x="4440944" y="56979"/>
                </a:lnTo>
                <a:lnTo>
                  <a:pt x="4440933" y="56771"/>
                </a:lnTo>
                <a:lnTo>
                  <a:pt x="4440912" y="56527"/>
                </a:lnTo>
                <a:lnTo>
                  <a:pt x="4440878" y="56250"/>
                </a:lnTo>
                <a:lnTo>
                  <a:pt x="4440828" y="55946"/>
                </a:lnTo>
                <a:lnTo>
                  <a:pt x="4440757" y="55619"/>
                </a:lnTo>
                <a:lnTo>
                  <a:pt x="4440663" y="55273"/>
                </a:lnTo>
                <a:lnTo>
                  <a:pt x="4440542" y="54913"/>
                </a:lnTo>
                <a:lnTo>
                  <a:pt x="4440390" y="54544"/>
                </a:lnTo>
                <a:lnTo>
                  <a:pt x="4440206" y="54170"/>
                </a:lnTo>
                <a:lnTo>
                  <a:pt x="4439984" y="53795"/>
                </a:lnTo>
                <a:lnTo>
                  <a:pt x="4439723" y="53424"/>
                </a:lnTo>
                <a:lnTo>
                  <a:pt x="4439418" y="53062"/>
                </a:lnTo>
                <a:lnTo>
                  <a:pt x="4439066" y="52712"/>
                </a:lnTo>
                <a:lnTo>
                  <a:pt x="4438664" y="52381"/>
                </a:lnTo>
                <a:lnTo>
                  <a:pt x="4438208" y="52071"/>
                </a:lnTo>
                <a:lnTo>
                  <a:pt x="4437695" y="51788"/>
                </a:lnTo>
                <a:lnTo>
                  <a:pt x="4437122" y="51536"/>
                </a:lnTo>
                <a:lnTo>
                  <a:pt x="4436486" y="51320"/>
                </a:lnTo>
                <a:lnTo>
                  <a:pt x="4435783" y="51144"/>
                </a:lnTo>
                <a:lnTo>
                  <a:pt x="4435009" y="51013"/>
                </a:lnTo>
                <a:lnTo>
                  <a:pt x="4434162" y="50931"/>
                </a:lnTo>
                <a:lnTo>
                  <a:pt x="4433238" y="50902"/>
                </a:lnTo>
                <a:lnTo>
                  <a:pt x="4409330" y="64785"/>
                </a:lnTo>
                <a:lnTo>
                  <a:pt x="4409377" y="64120"/>
                </a:lnTo>
                <a:lnTo>
                  <a:pt x="4409422" y="63380"/>
                </a:lnTo>
                <a:lnTo>
                  <a:pt x="4409466" y="62573"/>
                </a:lnTo>
                <a:lnTo>
                  <a:pt x="4409507" y="61705"/>
                </a:lnTo>
                <a:lnTo>
                  <a:pt x="4409546" y="60782"/>
                </a:lnTo>
                <a:lnTo>
                  <a:pt x="4409583" y="59811"/>
                </a:lnTo>
                <a:lnTo>
                  <a:pt x="4409618" y="58799"/>
                </a:lnTo>
                <a:lnTo>
                  <a:pt x="4409651" y="57751"/>
                </a:lnTo>
                <a:lnTo>
                  <a:pt x="4409683" y="56674"/>
                </a:lnTo>
                <a:lnTo>
                  <a:pt x="4409712" y="55576"/>
                </a:lnTo>
                <a:lnTo>
                  <a:pt x="4409739" y="54461"/>
                </a:lnTo>
                <a:lnTo>
                  <a:pt x="4409764" y="53337"/>
                </a:lnTo>
                <a:lnTo>
                  <a:pt x="4409787" y="52209"/>
                </a:lnTo>
                <a:lnTo>
                  <a:pt x="4409809" y="51086"/>
                </a:lnTo>
                <a:lnTo>
                  <a:pt x="4409828" y="49972"/>
                </a:lnTo>
                <a:lnTo>
                  <a:pt x="4409845" y="48874"/>
                </a:lnTo>
                <a:lnTo>
                  <a:pt x="4409860" y="47799"/>
                </a:lnTo>
                <a:lnTo>
                  <a:pt x="4409873" y="46754"/>
                </a:lnTo>
                <a:lnTo>
                  <a:pt x="4409884" y="45744"/>
                </a:lnTo>
                <a:lnTo>
                  <a:pt x="4409893" y="44776"/>
                </a:lnTo>
                <a:lnTo>
                  <a:pt x="4409900" y="43857"/>
                </a:lnTo>
                <a:lnTo>
                  <a:pt x="4409905" y="42993"/>
                </a:lnTo>
                <a:lnTo>
                  <a:pt x="4409908" y="42190"/>
                </a:lnTo>
                <a:lnTo>
                  <a:pt x="4409909" y="41455"/>
                </a:lnTo>
                <a:lnTo>
                  <a:pt x="4409909" y="41215"/>
                </a:lnTo>
                <a:lnTo>
                  <a:pt x="4409906" y="40931"/>
                </a:lnTo>
                <a:lnTo>
                  <a:pt x="4409897" y="40609"/>
                </a:lnTo>
                <a:lnTo>
                  <a:pt x="4409880" y="40253"/>
                </a:lnTo>
                <a:lnTo>
                  <a:pt x="4409852" y="39867"/>
                </a:lnTo>
                <a:lnTo>
                  <a:pt x="4409810" y="39458"/>
                </a:lnTo>
                <a:lnTo>
                  <a:pt x="4409752" y="39028"/>
                </a:lnTo>
                <a:lnTo>
                  <a:pt x="4409674" y="38584"/>
                </a:lnTo>
                <a:lnTo>
                  <a:pt x="4409574" y="38130"/>
                </a:lnTo>
                <a:lnTo>
                  <a:pt x="4409449" y="37671"/>
                </a:lnTo>
                <a:lnTo>
                  <a:pt x="4409297" y="37211"/>
                </a:lnTo>
                <a:lnTo>
                  <a:pt x="4409114" y="36755"/>
                </a:lnTo>
                <a:lnTo>
                  <a:pt x="4408898" y="36308"/>
                </a:lnTo>
                <a:lnTo>
                  <a:pt x="4408646" y="35875"/>
                </a:lnTo>
                <a:lnTo>
                  <a:pt x="4408356" y="35461"/>
                </a:lnTo>
                <a:lnTo>
                  <a:pt x="4408024" y="35070"/>
                </a:lnTo>
                <a:lnTo>
                  <a:pt x="4407648" y="34707"/>
                </a:lnTo>
                <a:lnTo>
                  <a:pt x="4407225" y="34378"/>
                </a:lnTo>
                <a:lnTo>
                  <a:pt x="4406752" y="34085"/>
                </a:lnTo>
                <a:lnTo>
                  <a:pt x="4406227" y="33836"/>
                </a:lnTo>
                <a:lnTo>
                  <a:pt x="4405647" y="33633"/>
                </a:lnTo>
                <a:lnTo>
                  <a:pt x="4405008" y="33482"/>
                </a:lnTo>
                <a:lnTo>
                  <a:pt x="4404309" y="33389"/>
                </a:lnTo>
                <a:lnTo>
                  <a:pt x="4403546" y="33356"/>
                </a:lnTo>
                <a:lnTo>
                  <a:pt x="4402784" y="33389"/>
                </a:lnTo>
                <a:lnTo>
                  <a:pt x="4402085" y="33482"/>
                </a:lnTo>
                <a:lnTo>
                  <a:pt x="4401446" y="33633"/>
                </a:lnTo>
                <a:lnTo>
                  <a:pt x="4400866" y="33836"/>
                </a:lnTo>
                <a:lnTo>
                  <a:pt x="4400341" y="34085"/>
                </a:lnTo>
                <a:lnTo>
                  <a:pt x="4399868" y="34378"/>
                </a:lnTo>
                <a:lnTo>
                  <a:pt x="4399445" y="34707"/>
                </a:lnTo>
                <a:lnTo>
                  <a:pt x="4399069" y="35070"/>
                </a:lnTo>
                <a:lnTo>
                  <a:pt x="4398737" y="35461"/>
                </a:lnTo>
                <a:lnTo>
                  <a:pt x="4398446" y="35875"/>
                </a:lnTo>
                <a:lnTo>
                  <a:pt x="4398195" y="36308"/>
                </a:lnTo>
                <a:lnTo>
                  <a:pt x="4397979" y="36755"/>
                </a:lnTo>
                <a:lnTo>
                  <a:pt x="4397796" y="37211"/>
                </a:lnTo>
                <a:lnTo>
                  <a:pt x="4397644" y="37671"/>
                </a:lnTo>
                <a:lnTo>
                  <a:pt x="4397519" y="38130"/>
                </a:lnTo>
                <a:lnTo>
                  <a:pt x="4397419" y="38584"/>
                </a:lnTo>
                <a:lnTo>
                  <a:pt x="4397341" y="39028"/>
                </a:lnTo>
                <a:lnTo>
                  <a:pt x="4397283" y="39458"/>
                </a:lnTo>
                <a:lnTo>
                  <a:pt x="4397241" y="39867"/>
                </a:lnTo>
                <a:lnTo>
                  <a:pt x="4397213" y="40253"/>
                </a:lnTo>
                <a:lnTo>
                  <a:pt x="4397196" y="40609"/>
                </a:lnTo>
                <a:lnTo>
                  <a:pt x="4397187" y="40931"/>
                </a:lnTo>
                <a:lnTo>
                  <a:pt x="4397184" y="41215"/>
                </a:lnTo>
                <a:lnTo>
                  <a:pt x="4397183" y="41455"/>
                </a:lnTo>
                <a:lnTo>
                  <a:pt x="4397184" y="42190"/>
                </a:lnTo>
                <a:lnTo>
                  <a:pt x="4397187" y="42993"/>
                </a:lnTo>
                <a:lnTo>
                  <a:pt x="4397192" y="43857"/>
                </a:lnTo>
                <a:lnTo>
                  <a:pt x="4397200" y="44776"/>
                </a:lnTo>
                <a:lnTo>
                  <a:pt x="4397209" y="45744"/>
                </a:lnTo>
                <a:lnTo>
                  <a:pt x="4397220" y="46754"/>
                </a:lnTo>
                <a:lnTo>
                  <a:pt x="4397233" y="47799"/>
                </a:lnTo>
                <a:lnTo>
                  <a:pt x="4397248" y="48874"/>
                </a:lnTo>
                <a:lnTo>
                  <a:pt x="4397265" y="49972"/>
                </a:lnTo>
                <a:lnTo>
                  <a:pt x="4397284" y="51086"/>
                </a:lnTo>
                <a:lnTo>
                  <a:pt x="4397305" y="52209"/>
                </a:lnTo>
                <a:lnTo>
                  <a:pt x="4397329" y="53337"/>
                </a:lnTo>
                <a:lnTo>
                  <a:pt x="4397354" y="54461"/>
                </a:lnTo>
                <a:lnTo>
                  <a:pt x="4397381" y="55576"/>
                </a:lnTo>
                <a:lnTo>
                  <a:pt x="4397410" y="56674"/>
                </a:lnTo>
                <a:lnTo>
                  <a:pt x="4397441" y="57751"/>
                </a:lnTo>
                <a:lnTo>
                  <a:pt x="4397475" y="58799"/>
                </a:lnTo>
                <a:lnTo>
                  <a:pt x="4397510" y="59811"/>
                </a:lnTo>
                <a:lnTo>
                  <a:pt x="4397547" y="60782"/>
                </a:lnTo>
                <a:lnTo>
                  <a:pt x="4397586" y="61705"/>
                </a:lnTo>
                <a:lnTo>
                  <a:pt x="4397627" y="62573"/>
                </a:lnTo>
                <a:lnTo>
                  <a:pt x="4397671" y="63380"/>
                </a:lnTo>
                <a:lnTo>
                  <a:pt x="4397716" y="64120"/>
                </a:lnTo>
                <a:lnTo>
                  <a:pt x="4397763" y="64785"/>
                </a:lnTo>
                <a:lnTo>
                  <a:pt x="4376941" y="52638"/>
                </a:lnTo>
                <a:lnTo>
                  <a:pt x="4376615" y="52430"/>
                </a:lnTo>
                <a:lnTo>
                  <a:pt x="4376312" y="52239"/>
                </a:lnTo>
                <a:lnTo>
                  <a:pt x="4376030" y="52065"/>
                </a:lnTo>
                <a:lnTo>
                  <a:pt x="4375769" y="51907"/>
                </a:lnTo>
                <a:lnTo>
                  <a:pt x="4375525" y="51763"/>
                </a:lnTo>
                <a:lnTo>
                  <a:pt x="4375299" y="51634"/>
                </a:lnTo>
                <a:lnTo>
                  <a:pt x="4375088" y="51519"/>
                </a:lnTo>
                <a:lnTo>
                  <a:pt x="4374891" y="51416"/>
                </a:lnTo>
                <a:lnTo>
                  <a:pt x="4374707" y="51326"/>
                </a:lnTo>
                <a:lnTo>
                  <a:pt x="4374534" y="51247"/>
                </a:lnTo>
                <a:lnTo>
                  <a:pt x="4374371" y="51178"/>
                </a:lnTo>
                <a:lnTo>
                  <a:pt x="4374217" y="51119"/>
                </a:lnTo>
                <a:lnTo>
                  <a:pt x="4374070" y="51069"/>
                </a:lnTo>
                <a:lnTo>
                  <a:pt x="4373928" y="51028"/>
                </a:lnTo>
                <a:lnTo>
                  <a:pt x="4373791" y="50994"/>
                </a:lnTo>
                <a:lnTo>
                  <a:pt x="4373656" y="50966"/>
                </a:lnTo>
                <a:lnTo>
                  <a:pt x="4373523" y="50945"/>
                </a:lnTo>
                <a:lnTo>
                  <a:pt x="4373389" y="50929"/>
                </a:lnTo>
                <a:lnTo>
                  <a:pt x="4373254" y="50918"/>
                </a:lnTo>
                <a:lnTo>
                  <a:pt x="4373116" y="50910"/>
                </a:lnTo>
                <a:lnTo>
                  <a:pt x="4372974" y="50906"/>
                </a:lnTo>
                <a:lnTo>
                  <a:pt x="4372826" y="50903"/>
                </a:lnTo>
                <a:lnTo>
                  <a:pt x="4372671" y="50902"/>
                </a:lnTo>
                <a:lnTo>
                  <a:pt x="4372508" y="50902"/>
                </a:lnTo>
                <a:lnTo>
                  <a:pt x="4372033" y="50920"/>
                </a:lnTo>
                <a:lnTo>
                  <a:pt x="4371572" y="50972"/>
                </a:lnTo>
                <a:lnTo>
                  <a:pt x="4371127" y="51057"/>
                </a:lnTo>
                <a:lnTo>
                  <a:pt x="4370697" y="51173"/>
                </a:lnTo>
                <a:lnTo>
                  <a:pt x="4370284" y="51318"/>
                </a:lnTo>
                <a:lnTo>
                  <a:pt x="4369887" y="51490"/>
                </a:lnTo>
                <a:lnTo>
                  <a:pt x="4369507" y="51688"/>
                </a:lnTo>
                <a:lnTo>
                  <a:pt x="4369144" y="51909"/>
                </a:lnTo>
                <a:lnTo>
                  <a:pt x="4368800" y="52153"/>
                </a:lnTo>
                <a:lnTo>
                  <a:pt x="4368474" y="52417"/>
                </a:lnTo>
                <a:lnTo>
                  <a:pt x="4368167" y="52700"/>
                </a:lnTo>
                <a:lnTo>
                  <a:pt x="4367880" y="52999"/>
                </a:lnTo>
                <a:lnTo>
                  <a:pt x="4367613" y="53314"/>
                </a:lnTo>
                <a:lnTo>
                  <a:pt x="4367367" y="53642"/>
                </a:lnTo>
                <a:lnTo>
                  <a:pt x="4367141" y="53981"/>
                </a:lnTo>
                <a:lnTo>
                  <a:pt x="4366937" y="54331"/>
                </a:lnTo>
                <a:lnTo>
                  <a:pt x="4366756" y="54688"/>
                </a:lnTo>
                <a:lnTo>
                  <a:pt x="4366597" y="55051"/>
                </a:lnTo>
                <a:lnTo>
                  <a:pt x="4366461" y="55419"/>
                </a:lnTo>
                <a:lnTo>
                  <a:pt x="4366348" y="55790"/>
                </a:lnTo>
                <a:lnTo>
                  <a:pt x="4366260" y="56162"/>
                </a:lnTo>
                <a:lnTo>
                  <a:pt x="4366196" y="56533"/>
                </a:lnTo>
                <a:lnTo>
                  <a:pt x="4366158" y="56901"/>
                </a:lnTo>
                <a:lnTo>
                  <a:pt x="4366145" y="57266"/>
                </a:lnTo>
                <a:lnTo>
                  <a:pt x="4366156" y="57711"/>
                </a:lnTo>
                <a:lnTo>
                  <a:pt x="4366188" y="58131"/>
                </a:lnTo>
                <a:lnTo>
                  <a:pt x="4366241" y="58527"/>
                </a:lnTo>
                <a:lnTo>
                  <a:pt x="4366313" y="58901"/>
                </a:lnTo>
                <a:lnTo>
                  <a:pt x="4366405" y="59253"/>
                </a:lnTo>
                <a:lnTo>
                  <a:pt x="4366515" y="59585"/>
                </a:lnTo>
                <a:lnTo>
                  <a:pt x="4366643" y="59898"/>
                </a:lnTo>
                <a:lnTo>
                  <a:pt x="4366787" y="60193"/>
                </a:lnTo>
                <a:lnTo>
                  <a:pt x="4366948" y="60471"/>
                </a:lnTo>
                <a:lnTo>
                  <a:pt x="4367124" y="60734"/>
                </a:lnTo>
                <a:lnTo>
                  <a:pt x="4367314" y="60982"/>
                </a:lnTo>
                <a:lnTo>
                  <a:pt x="4367519" y="61217"/>
                </a:lnTo>
                <a:lnTo>
                  <a:pt x="4367736" y="61441"/>
                </a:lnTo>
                <a:lnTo>
                  <a:pt x="4367965" y="61653"/>
                </a:lnTo>
                <a:lnTo>
                  <a:pt x="4368207" y="61855"/>
                </a:lnTo>
                <a:lnTo>
                  <a:pt x="4368459" y="62049"/>
                </a:lnTo>
                <a:lnTo>
                  <a:pt x="4368720" y="62236"/>
                </a:lnTo>
                <a:lnTo>
                  <a:pt x="4368992" y="62416"/>
                </a:lnTo>
                <a:lnTo>
                  <a:pt x="4369272" y="62592"/>
                </a:lnTo>
                <a:lnTo>
                  <a:pt x="4369559" y="62763"/>
                </a:lnTo>
                <a:lnTo>
                  <a:pt x="4369854" y="62932"/>
                </a:lnTo>
                <a:lnTo>
                  <a:pt x="4370155" y="63100"/>
                </a:lnTo>
                <a:lnTo>
                  <a:pt x="4370461" y="63267"/>
                </a:lnTo>
                <a:lnTo>
                  <a:pt x="4370772" y="63435"/>
                </a:lnTo>
                <a:lnTo>
                  <a:pt x="4391785" y="74809"/>
                </a:lnTo>
                <a:lnTo>
                  <a:pt x="4370963" y="86185"/>
                </a:lnTo>
                <a:lnTo>
                  <a:pt x="4370674" y="86353"/>
                </a:lnTo>
                <a:lnTo>
                  <a:pt x="4370383" y="86521"/>
                </a:lnTo>
                <a:lnTo>
                  <a:pt x="4370092" y="86688"/>
                </a:lnTo>
                <a:lnTo>
                  <a:pt x="4369804" y="86858"/>
                </a:lnTo>
                <a:lnTo>
                  <a:pt x="4369517" y="87030"/>
                </a:lnTo>
                <a:lnTo>
                  <a:pt x="4369235" y="87207"/>
                </a:lnTo>
                <a:lnTo>
                  <a:pt x="4368958" y="87389"/>
                </a:lnTo>
                <a:lnTo>
                  <a:pt x="4368686" y="87578"/>
                </a:lnTo>
                <a:lnTo>
                  <a:pt x="4368423" y="87775"/>
                </a:lnTo>
                <a:lnTo>
                  <a:pt x="4368167" y="87982"/>
                </a:lnTo>
                <a:lnTo>
                  <a:pt x="4367922" y="88198"/>
                </a:lnTo>
                <a:lnTo>
                  <a:pt x="4367687" y="88427"/>
                </a:lnTo>
                <a:lnTo>
                  <a:pt x="4367464" y="88669"/>
                </a:lnTo>
                <a:lnTo>
                  <a:pt x="4367255" y="88925"/>
                </a:lnTo>
                <a:lnTo>
                  <a:pt x="4367060" y="89196"/>
                </a:lnTo>
                <a:lnTo>
                  <a:pt x="4366880" y="89485"/>
                </a:lnTo>
                <a:lnTo>
                  <a:pt x="4366717" y="89791"/>
                </a:lnTo>
                <a:lnTo>
                  <a:pt x="4366573" y="90117"/>
                </a:lnTo>
                <a:lnTo>
                  <a:pt x="4366447" y="90464"/>
                </a:lnTo>
                <a:lnTo>
                  <a:pt x="4366341" y="90832"/>
                </a:lnTo>
                <a:lnTo>
                  <a:pt x="4366257" y="91223"/>
                </a:lnTo>
                <a:lnTo>
                  <a:pt x="4366195" y="91639"/>
                </a:lnTo>
                <a:lnTo>
                  <a:pt x="4366158" y="92081"/>
                </a:lnTo>
                <a:lnTo>
                  <a:pt x="4366145" y="92549"/>
                </a:lnTo>
                <a:lnTo>
                  <a:pt x="4366145" y="92670"/>
                </a:lnTo>
                <a:lnTo>
                  <a:pt x="4366149" y="92836"/>
                </a:lnTo>
                <a:lnTo>
                  <a:pt x="4366160" y="93043"/>
                </a:lnTo>
                <a:lnTo>
                  <a:pt x="4366180" y="93288"/>
                </a:lnTo>
                <a:lnTo>
                  <a:pt x="4366214" y="93564"/>
                </a:lnTo>
                <a:lnTo>
                  <a:pt x="4366265" y="93868"/>
                </a:lnTo>
                <a:lnTo>
                  <a:pt x="4366336" y="94195"/>
                </a:lnTo>
                <a:lnTo>
                  <a:pt x="4366430" y="94540"/>
                </a:lnTo>
                <a:lnTo>
                  <a:pt x="4366551" y="94900"/>
                </a:lnTo>
                <a:lnTo>
                  <a:pt x="4366703" y="95269"/>
                </a:lnTo>
                <a:lnTo>
                  <a:pt x="4366887" y="95643"/>
                </a:lnTo>
                <a:lnTo>
                  <a:pt x="4367109" y="96018"/>
                </a:lnTo>
                <a:lnTo>
                  <a:pt x="4367370" y="96389"/>
                </a:lnTo>
                <a:lnTo>
                  <a:pt x="4367675" y="96751"/>
                </a:lnTo>
                <a:lnTo>
                  <a:pt x="4368027" y="97100"/>
                </a:lnTo>
                <a:lnTo>
                  <a:pt x="4368429" y="97432"/>
                </a:lnTo>
                <a:lnTo>
                  <a:pt x="4368885" y="97741"/>
                </a:lnTo>
                <a:lnTo>
                  <a:pt x="4369398" y="98024"/>
                </a:lnTo>
                <a:lnTo>
                  <a:pt x="4369970" y="98276"/>
                </a:lnTo>
                <a:lnTo>
                  <a:pt x="4370607" y="98492"/>
                </a:lnTo>
                <a:lnTo>
                  <a:pt x="4371310" y="98668"/>
                </a:lnTo>
                <a:lnTo>
                  <a:pt x="4372084" y="98799"/>
                </a:lnTo>
                <a:lnTo>
                  <a:pt x="4372931" y="98881"/>
                </a:lnTo>
                <a:lnTo>
                  <a:pt x="4373855" y="98909"/>
                </a:lnTo>
                <a:lnTo>
                  <a:pt x="4397763" y="85029"/>
                </a:lnTo>
                <a:lnTo>
                  <a:pt x="4397716" y="85695"/>
                </a:lnTo>
                <a:lnTo>
                  <a:pt x="4397671" y="86434"/>
                </a:lnTo>
                <a:lnTo>
                  <a:pt x="4397627" y="87242"/>
                </a:lnTo>
                <a:lnTo>
                  <a:pt x="4397586" y="88110"/>
                </a:lnTo>
                <a:lnTo>
                  <a:pt x="4397547" y="89032"/>
                </a:lnTo>
                <a:lnTo>
                  <a:pt x="4397510" y="90003"/>
                </a:lnTo>
                <a:lnTo>
                  <a:pt x="4397475" y="91015"/>
                </a:lnTo>
                <a:lnTo>
                  <a:pt x="4397441" y="92063"/>
                </a:lnTo>
                <a:lnTo>
                  <a:pt x="4397410" y="93139"/>
                </a:lnTo>
                <a:lnTo>
                  <a:pt x="4397381" y="94238"/>
                </a:lnTo>
                <a:lnTo>
                  <a:pt x="4397354" y="95353"/>
                </a:lnTo>
                <a:lnTo>
                  <a:pt x="4397329" y="96477"/>
                </a:lnTo>
                <a:lnTo>
                  <a:pt x="4397305" y="97604"/>
                </a:lnTo>
                <a:lnTo>
                  <a:pt x="4397284" y="98728"/>
                </a:lnTo>
                <a:lnTo>
                  <a:pt x="4397265" y="99841"/>
                </a:lnTo>
                <a:lnTo>
                  <a:pt x="4397248" y="100939"/>
                </a:lnTo>
                <a:lnTo>
                  <a:pt x="4397233" y="102014"/>
                </a:lnTo>
                <a:lnTo>
                  <a:pt x="4397220" y="103059"/>
                </a:lnTo>
                <a:lnTo>
                  <a:pt x="4397209" y="104069"/>
                </a:lnTo>
                <a:lnTo>
                  <a:pt x="4397200" y="105037"/>
                </a:lnTo>
                <a:lnTo>
                  <a:pt x="4397192" y="105956"/>
                </a:lnTo>
                <a:lnTo>
                  <a:pt x="4397187" y="106821"/>
                </a:lnTo>
                <a:lnTo>
                  <a:pt x="4397184" y="107624"/>
                </a:lnTo>
                <a:lnTo>
                  <a:pt x="4397183" y="108359"/>
                </a:lnTo>
                <a:lnTo>
                  <a:pt x="4397184" y="108599"/>
                </a:lnTo>
                <a:lnTo>
                  <a:pt x="4397187" y="108883"/>
                </a:lnTo>
                <a:lnTo>
                  <a:pt x="4397196" y="109205"/>
                </a:lnTo>
                <a:lnTo>
                  <a:pt x="4397213" y="109561"/>
                </a:lnTo>
                <a:lnTo>
                  <a:pt x="4397241" y="109947"/>
                </a:lnTo>
                <a:lnTo>
                  <a:pt x="4397283" y="110356"/>
                </a:lnTo>
                <a:lnTo>
                  <a:pt x="4397341" y="110786"/>
                </a:lnTo>
                <a:lnTo>
                  <a:pt x="4397419" y="111230"/>
                </a:lnTo>
                <a:lnTo>
                  <a:pt x="4397519" y="111684"/>
                </a:lnTo>
                <a:lnTo>
                  <a:pt x="4397644" y="112143"/>
                </a:lnTo>
                <a:lnTo>
                  <a:pt x="4397796" y="112603"/>
                </a:lnTo>
                <a:lnTo>
                  <a:pt x="4397979" y="113058"/>
                </a:lnTo>
                <a:lnTo>
                  <a:pt x="4398195" y="113505"/>
                </a:lnTo>
                <a:lnTo>
                  <a:pt x="4398446" y="113937"/>
                </a:lnTo>
                <a:lnTo>
                  <a:pt x="4398737" y="114351"/>
                </a:lnTo>
                <a:lnTo>
                  <a:pt x="4399069" y="114742"/>
                </a:lnTo>
                <a:lnTo>
                  <a:pt x="4399445" y="115105"/>
                </a:lnTo>
                <a:lnTo>
                  <a:pt x="4399868" y="115434"/>
                </a:lnTo>
                <a:lnTo>
                  <a:pt x="4400341" y="115726"/>
                </a:lnTo>
                <a:lnTo>
                  <a:pt x="4400866" y="115976"/>
                </a:lnTo>
                <a:lnTo>
                  <a:pt x="4401446" y="116179"/>
                </a:lnTo>
                <a:lnTo>
                  <a:pt x="4402085" y="116329"/>
                </a:lnTo>
                <a:lnTo>
                  <a:pt x="4402784" y="116423"/>
                </a:lnTo>
                <a:lnTo>
                  <a:pt x="4403546" y="116455"/>
                </a:lnTo>
                <a:lnTo>
                  <a:pt x="4404309" y="116423"/>
                </a:lnTo>
                <a:lnTo>
                  <a:pt x="4405008" y="116329"/>
                </a:lnTo>
                <a:lnTo>
                  <a:pt x="4405647" y="116179"/>
                </a:lnTo>
                <a:lnTo>
                  <a:pt x="4406227" y="115976"/>
                </a:lnTo>
                <a:lnTo>
                  <a:pt x="4406752" y="115726"/>
                </a:lnTo>
                <a:lnTo>
                  <a:pt x="4407225" y="115434"/>
                </a:lnTo>
                <a:lnTo>
                  <a:pt x="4407648" y="115105"/>
                </a:lnTo>
                <a:lnTo>
                  <a:pt x="4408024" y="114742"/>
                </a:lnTo>
                <a:lnTo>
                  <a:pt x="4408356" y="114351"/>
                </a:lnTo>
                <a:lnTo>
                  <a:pt x="4408646" y="113937"/>
                </a:lnTo>
                <a:lnTo>
                  <a:pt x="4408898" y="113505"/>
                </a:lnTo>
                <a:lnTo>
                  <a:pt x="4409114" y="113058"/>
                </a:lnTo>
                <a:lnTo>
                  <a:pt x="4409297" y="112603"/>
                </a:lnTo>
                <a:lnTo>
                  <a:pt x="4409449" y="112143"/>
                </a:lnTo>
                <a:lnTo>
                  <a:pt x="4409574" y="111684"/>
                </a:lnTo>
                <a:lnTo>
                  <a:pt x="4409674" y="111230"/>
                </a:lnTo>
                <a:lnTo>
                  <a:pt x="4409752" y="110786"/>
                </a:lnTo>
                <a:lnTo>
                  <a:pt x="4409810" y="110356"/>
                </a:lnTo>
                <a:lnTo>
                  <a:pt x="4409852" y="109947"/>
                </a:lnTo>
                <a:lnTo>
                  <a:pt x="4409880" y="109561"/>
                </a:lnTo>
                <a:lnTo>
                  <a:pt x="4409897" y="109205"/>
                </a:lnTo>
                <a:lnTo>
                  <a:pt x="4409906" y="108883"/>
                </a:lnTo>
                <a:lnTo>
                  <a:pt x="4409909" y="108599"/>
                </a:lnTo>
                <a:lnTo>
                  <a:pt x="4409909" y="108359"/>
                </a:lnTo>
                <a:lnTo>
                  <a:pt x="4409908" y="107624"/>
                </a:lnTo>
                <a:lnTo>
                  <a:pt x="4409905" y="106821"/>
                </a:lnTo>
                <a:lnTo>
                  <a:pt x="4409900" y="105956"/>
                </a:lnTo>
                <a:lnTo>
                  <a:pt x="4409893" y="105037"/>
                </a:lnTo>
                <a:lnTo>
                  <a:pt x="4409884" y="104069"/>
                </a:lnTo>
                <a:lnTo>
                  <a:pt x="4409873" y="103059"/>
                </a:lnTo>
                <a:lnTo>
                  <a:pt x="4409860" y="102014"/>
                </a:lnTo>
                <a:lnTo>
                  <a:pt x="4409845" y="100939"/>
                </a:lnTo>
                <a:lnTo>
                  <a:pt x="4409828" y="99841"/>
                </a:lnTo>
                <a:lnTo>
                  <a:pt x="4409809" y="98728"/>
                </a:lnTo>
                <a:lnTo>
                  <a:pt x="4409787" y="97604"/>
                </a:lnTo>
                <a:lnTo>
                  <a:pt x="4409764" y="96477"/>
                </a:lnTo>
                <a:lnTo>
                  <a:pt x="4409739" y="95353"/>
                </a:lnTo>
                <a:lnTo>
                  <a:pt x="4409712" y="94238"/>
                </a:lnTo>
                <a:lnTo>
                  <a:pt x="4409683" y="93139"/>
                </a:lnTo>
                <a:lnTo>
                  <a:pt x="4409651" y="92063"/>
                </a:lnTo>
                <a:lnTo>
                  <a:pt x="4409618" y="91015"/>
                </a:lnTo>
                <a:lnTo>
                  <a:pt x="4409583" y="90003"/>
                </a:lnTo>
                <a:lnTo>
                  <a:pt x="4409546" y="89032"/>
                </a:lnTo>
                <a:lnTo>
                  <a:pt x="4409507" y="88110"/>
                </a:lnTo>
                <a:lnTo>
                  <a:pt x="4409466" y="87242"/>
                </a:lnTo>
                <a:lnTo>
                  <a:pt x="4409422" y="86434"/>
                </a:lnTo>
                <a:lnTo>
                  <a:pt x="4409377" y="85695"/>
                </a:lnTo>
                <a:lnTo>
                  <a:pt x="4409330" y="85029"/>
                </a:lnTo>
                <a:lnTo>
                  <a:pt x="4410705" y="85796"/>
                </a:lnTo>
                <a:lnTo>
                  <a:pt x="4411899" y="86464"/>
                </a:lnTo>
                <a:lnTo>
                  <a:pt x="4412932" y="87043"/>
                </a:lnTo>
                <a:lnTo>
                  <a:pt x="4413819" y="87542"/>
                </a:lnTo>
                <a:lnTo>
                  <a:pt x="4414578" y="87972"/>
                </a:lnTo>
                <a:lnTo>
                  <a:pt x="4415226" y="88342"/>
                </a:lnTo>
                <a:lnTo>
                  <a:pt x="4415779" y="88662"/>
                </a:lnTo>
                <a:lnTo>
                  <a:pt x="4416257" y="88942"/>
                </a:lnTo>
                <a:lnTo>
                  <a:pt x="4416674" y="89190"/>
                </a:lnTo>
                <a:lnTo>
                  <a:pt x="4417049" y="89418"/>
                </a:lnTo>
                <a:lnTo>
                  <a:pt x="4417399" y="89634"/>
                </a:lnTo>
                <a:lnTo>
                  <a:pt x="4417741" y="89848"/>
                </a:lnTo>
                <a:lnTo>
                  <a:pt x="4418092" y="90071"/>
                </a:lnTo>
                <a:lnTo>
                  <a:pt x="4418468" y="90311"/>
                </a:lnTo>
                <a:lnTo>
                  <a:pt x="4418889" y="90579"/>
                </a:lnTo>
                <a:lnTo>
                  <a:pt x="4419369" y="90884"/>
                </a:lnTo>
                <a:lnTo>
                  <a:pt x="4419928" y="91236"/>
                </a:lnTo>
                <a:lnTo>
                  <a:pt x="4420581" y="91644"/>
                </a:lnTo>
                <a:lnTo>
                  <a:pt x="4421346" y="92119"/>
                </a:lnTo>
                <a:lnTo>
                  <a:pt x="4422240" y="92669"/>
                </a:lnTo>
                <a:lnTo>
                  <a:pt x="4423281" y="93306"/>
                </a:lnTo>
                <a:lnTo>
                  <a:pt x="4424485" y="94038"/>
                </a:lnTo>
                <a:lnTo>
                  <a:pt x="4425869" y="94874"/>
                </a:lnTo>
                <a:lnTo>
                  <a:pt x="4427451" y="95826"/>
                </a:lnTo>
                <a:lnTo>
                  <a:pt x="4428077" y="96196"/>
                </a:lnTo>
                <a:lnTo>
                  <a:pt x="4428656" y="96535"/>
                </a:lnTo>
                <a:lnTo>
                  <a:pt x="4429190" y="96844"/>
                </a:lnTo>
                <a:lnTo>
                  <a:pt x="4429681" y="97125"/>
                </a:lnTo>
                <a:lnTo>
                  <a:pt x="4430132" y="97380"/>
                </a:lnTo>
                <a:lnTo>
                  <a:pt x="4430546" y="97609"/>
                </a:lnTo>
                <a:lnTo>
                  <a:pt x="4430925" y="97814"/>
                </a:lnTo>
                <a:lnTo>
                  <a:pt x="4431272" y="97996"/>
                </a:lnTo>
                <a:lnTo>
                  <a:pt x="4431590" y="98157"/>
                </a:lnTo>
                <a:lnTo>
                  <a:pt x="4431881" y="98297"/>
                </a:lnTo>
                <a:lnTo>
                  <a:pt x="4432148" y="98419"/>
                </a:lnTo>
                <a:lnTo>
                  <a:pt x="4432393" y="98524"/>
                </a:lnTo>
                <a:lnTo>
                  <a:pt x="4432619" y="98613"/>
                </a:lnTo>
                <a:lnTo>
                  <a:pt x="4432828" y="98686"/>
                </a:lnTo>
                <a:lnTo>
                  <a:pt x="4433023" y="98747"/>
                </a:lnTo>
                <a:lnTo>
                  <a:pt x="4433208" y="98795"/>
                </a:lnTo>
                <a:lnTo>
                  <a:pt x="4433383" y="98833"/>
                </a:lnTo>
                <a:lnTo>
                  <a:pt x="4433552" y="98861"/>
                </a:lnTo>
                <a:lnTo>
                  <a:pt x="4433718" y="98882"/>
                </a:lnTo>
                <a:lnTo>
                  <a:pt x="4433883" y="98895"/>
                </a:lnTo>
                <a:lnTo>
                  <a:pt x="4434050" y="98903"/>
                </a:lnTo>
                <a:lnTo>
                  <a:pt x="4434220" y="98908"/>
                </a:lnTo>
                <a:lnTo>
                  <a:pt x="4434398" y="98909"/>
                </a:lnTo>
                <a:lnTo>
                  <a:pt x="4434585" y="98909"/>
                </a:lnTo>
                <a:lnTo>
                  <a:pt x="4435060" y="98892"/>
                </a:lnTo>
                <a:lnTo>
                  <a:pt x="4435520" y="98839"/>
                </a:lnTo>
                <a:lnTo>
                  <a:pt x="4435966" y="98755"/>
                </a:lnTo>
                <a:lnTo>
                  <a:pt x="4436396" y="98639"/>
                </a:lnTo>
                <a:lnTo>
                  <a:pt x="4436809" y="98494"/>
                </a:lnTo>
                <a:lnTo>
                  <a:pt x="4437206" y="98322"/>
                </a:lnTo>
                <a:lnTo>
                  <a:pt x="4437586" y="98125"/>
                </a:lnTo>
                <a:lnTo>
                  <a:pt x="4437949" y="97903"/>
                </a:lnTo>
                <a:lnTo>
                  <a:pt x="4438293" y="97659"/>
                </a:lnTo>
                <a:lnTo>
                  <a:pt x="4438619" y="97395"/>
                </a:lnTo>
                <a:lnTo>
                  <a:pt x="4438926" y="97113"/>
                </a:lnTo>
                <a:lnTo>
                  <a:pt x="4439213" y="96814"/>
                </a:lnTo>
                <a:lnTo>
                  <a:pt x="4439480" y="96499"/>
                </a:lnTo>
                <a:lnTo>
                  <a:pt x="4439726" y="96171"/>
                </a:lnTo>
                <a:lnTo>
                  <a:pt x="4439952" y="95832"/>
                </a:lnTo>
                <a:lnTo>
                  <a:pt x="4440155" y="95483"/>
                </a:lnTo>
                <a:lnTo>
                  <a:pt x="4440337" y="95126"/>
                </a:lnTo>
                <a:lnTo>
                  <a:pt x="4440496" y="94763"/>
                </a:lnTo>
                <a:lnTo>
                  <a:pt x="4440632" y="94395"/>
                </a:lnTo>
                <a:lnTo>
                  <a:pt x="4440745" y="94024"/>
                </a:lnTo>
                <a:lnTo>
                  <a:pt x="4440833" y="93652"/>
                </a:lnTo>
                <a:lnTo>
                  <a:pt x="4440897" y="93281"/>
                </a:lnTo>
                <a:lnTo>
                  <a:pt x="4440935" y="92913"/>
                </a:lnTo>
                <a:lnTo>
                  <a:pt x="4440948" y="92549"/>
                </a:lnTo>
                <a:lnTo>
                  <a:pt x="4440936" y="92147"/>
                </a:lnTo>
                <a:lnTo>
                  <a:pt x="4440902" y="91762"/>
                </a:lnTo>
                <a:lnTo>
                  <a:pt x="4440848" y="91392"/>
                </a:lnTo>
                <a:lnTo>
                  <a:pt x="4440775" y="91039"/>
                </a:lnTo>
                <a:lnTo>
                  <a:pt x="4440685" y="90701"/>
                </a:lnTo>
                <a:lnTo>
                  <a:pt x="4440581" y="90380"/>
                </a:lnTo>
                <a:close/>
                <a:moveTo>
                  <a:pt x="3742411" y="124488"/>
                </a:moveTo>
                <a:lnTo>
                  <a:pt x="3742139" y="124104"/>
                </a:lnTo>
                <a:lnTo>
                  <a:pt x="3741837" y="123762"/>
                </a:lnTo>
                <a:lnTo>
                  <a:pt x="3741508" y="123460"/>
                </a:lnTo>
                <a:lnTo>
                  <a:pt x="3741155" y="123196"/>
                </a:lnTo>
                <a:lnTo>
                  <a:pt x="3740783" y="122967"/>
                </a:lnTo>
                <a:lnTo>
                  <a:pt x="3740393" y="122771"/>
                </a:lnTo>
                <a:lnTo>
                  <a:pt x="3739988" y="122605"/>
                </a:lnTo>
                <a:lnTo>
                  <a:pt x="3739574" y="122466"/>
                </a:lnTo>
                <a:lnTo>
                  <a:pt x="3739151" y="122353"/>
                </a:lnTo>
                <a:lnTo>
                  <a:pt x="3738724" y="122262"/>
                </a:lnTo>
                <a:lnTo>
                  <a:pt x="3738295" y="122192"/>
                </a:lnTo>
                <a:lnTo>
                  <a:pt x="3737869" y="122138"/>
                </a:lnTo>
                <a:lnTo>
                  <a:pt x="3737447" y="122100"/>
                </a:lnTo>
                <a:lnTo>
                  <a:pt x="3737034" y="122075"/>
                </a:lnTo>
                <a:lnTo>
                  <a:pt x="3736632" y="122059"/>
                </a:lnTo>
                <a:lnTo>
                  <a:pt x="3736244" y="122051"/>
                </a:lnTo>
                <a:lnTo>
                  <a:pt x="3735874" y="122048"/>
                </a:lnTo>
                <a:lnTo>
                  <a:pt x="3735526" y="122048"/>
                </a:lnTo>
                <a:lnTo>
                  <a:pt x="3726848" y="122048"/>
                </a:lnTo>
                <a:lnTo>
                  <a:pt x="3726848" y="23845"/>
                </a:lnTo>
                <a:lnTo>
                  <a:pt x="3726841" y="23119"/>
                </a:lnTo>
                <a:lnTo>
                  <a:pt x="3726821" y="22434"/>
                </a:lnTo>
                <a:lnTo>
                  <a:pt x="3726785" y="21790"/>
                </a:lnTo>
                <a:lnTo>
                  <a:pt x="3726732" y="21184"/>
                </a:lnTo>
                <a:lnTo>
                  <a:pt x="3726659" y="20618"/>
                </a:lnTo>
                <a:lnTo>
                  <a:pt x="3726564" y="20089"/>
                </a:lnTo>
                <a:lnTo>
                  <a:pt x="3726447" y="19596"/>
                </a:lnTo>
                <a:lnTo>
                  <a:pt x="3726305" y="19140"/>
                </a:lnTo>
                <a:lnTo>
                  <a:pt x="3726136" y="18718"/>
                </a:lnTo>
                <a:lnTo>
                  <a:pt x="3725939" y="18330"/>
                </a:lnTo>
                <a:lnTo>
                  <a:pt x="3725711" y="17975"/>
                </a:lnTo>
                <a:lnTo>
                  <a:pt x="3725450" y="17652"/>
                </a:lnTo>
                <a:lnTo>
                  <a:pt x="3725156" y="17360"/>
                </a:lnTo>
                <a:lnTo>
                  <a:pt x="3724825" y="17098"/>
                </a:lnTo>
                <a:lnTo>
                  <a:pt x="3724457" y="16865"/>
                </a:lnTo>
                <a:lnTo>
                  <a:pt x="3724049" y="16661"/>
                </a:lnTo>
                <a:lnTo>
                  <a:pt x="3723600" y="16485"/>
                </a:lnTo>
                <a:lnTo>
                  <a:pt x="3723107" y="16335"/>
                </a:lnTo>
                <a:lnTo>
                  <a:pt x="3722569" y="16210"/>
                </a:lnTo>
                <a:lnTo>
                  <a:pt x="3721984" y="16110"/>
                </a:lnTo>
                <a:lnTo>
                  <a:pt x="3721350" y="16034"/>
                </a:lnTo>
                <a:lnTo>
                  <a:pt x="3720666" y="15981"/>
                </a:lnTo>
                <a:lnTo>
                  <a:pt x="3719929" y="15950"/>
                </a:lnTo>
                <a:lnTo>
                  <a:pt x="3719137" y="15940"/>
                </a:lnTo>
                <a:lnTo>
                  <a:pt x="3705064" y="15940"/>
                </a:lnTo>
                <a:lnTo>
                  <a:pt x="3704669" y="15940"/>
                </a:lnTo>
                <a:lnTo>
                  <a:pt x="3704260" y="15943"/>
                </a:lnTo>
                <a:lnTo>
                  <a:pt x="3703838" y="15951"/>
                </a:lnTo>
                <a:lnTo>
                  <a:pt x="3703407" y="15967"/>
                </a:lnTo>
                <a:lnTo>
                  <a:pt x="3702969" y="15994"/>
                </a:lnTo>
                <a:lnTo>
                  <a:pt x="3702527" y="16033"/>
                </a:lnTo>
                <a:lnTo>
                  <a:pt x="3702084" y="16088"/>
                </a:lnTo>
                <a:lnTo>
                  <a:pt x="3701643" y="16161"/>
                </a:lnTo>
                <a:lnTo>
                  <a:pt x="3701207" y="16255"/>
                </a:lnTo>
                <a:lnTo>
                  <a:pt x="3700778" y="16372"/>
                </a:lnTo>
                <a:lnTo>
                  <a:pt x="3700359" y="16515"/>
                </a:lnTo>
                <a:lnTo>
                  <a:pt x="3699954" y="16687"/>
                </a:lnTo>
                <a:lnTo>
                  <a:pt x="3699565" y="16890"/>
                </a:lnTo>
                <a:lnTo>
                  <a:pt x="3699195" y="17126"/>
                </a:lnTo>
                <a:lnTo>
                  <a:pt x="3698847" y="17399"/>
                </a:lnTo>
                <a:lnTo>
                  <a:pt x="3698523" y="17711"/>
                </a:lnTo>
                <a:lnTo>
                  <a:pt x="3698226" y="18064"/>
                </a:lnTo>
                <a:lnTo>
                  <a:pt x="3697960" y="18462"/>
                </a:lnTo>
                <a:lnTo>
                  <a:pt x="3697727" y="18906"/>
                </a:lnTo>
                <a:lnTo>
                  <a:pt x="3697530" y="19399"/>
                </a:lnTo>
                <a:lnTo>
                  <a:pt x="3697372" y="19945"/>
                </a:lnTo>
                <a:lnTo>
                  <a:pt x="3697256" y="20544"/>
                </a:lnTo>
                <a:lnTo>
                  <a:pt x="3697184" y="21201"/>
                </a:lnTo>
                <a:lnTo>
                  <a:pt x="3697159" y="21918"/>
                </a:lnTo>
                <a:lnTo>
                  <a:pt x="3697185" y="22611"/>
                </a:lnTo>
                <a:lnTo>
                  <a:pt x="3697259" y="23247"/>
                </a:lnTo>
                <a:lnTo>
                  <a:pt x="3697380" y="23827"/>
                </a:lnTo>
                <a:lnTo>
                  <a:pt x="3697543" y="24355"/>
                </a:lnTo>
                <a:lnTo>
                  <a:pt x="3697746" y="24832"/>
                </a:lnTo>
                <a:lnTo>
                  <a:pt x="3697985" y="25262"/>
                </a:lnTo>
                <a:lnTo>
                  <a:pt x="3698257" y="25646"/>
                </a:lnTo>
                <a:lnTo>
                  <a:pt x="3698559" y="25988"/>
                </a:lnTo>
                <a:lnTo>
                  <a:pt x="3698888" y="26290"/>
                </a:lnTo>
                <a:lnTo>
                  <a:pt x="3699240" y="26554"/>
                </a:lnTo>
                <a:lnTo>
                  <a:pt x="3699613" y="26782"/>
                </a:lnTo>
                <a:lnTo>
                  <a:pt x="3700003" y="26979"/>
                </a:lnTo>
                <a:lnTo>
                  <a:pt x="3700407" y="27145"/>
                </a:lnTo>
                <a:lnTo>
                  <a:pt x="3700822" y="27283"/>
                </a:lnTo>
                <a:lnTo>
                  <a:pt x="3701244" y="27397"/>
                </a:lnTo>
                <a:lnTo>
                  <a:pt x="3701672" y="27487"/>
                </a:lnTo>
                <a:lnTo>
                  <a:pt x="3702100" y="27558"/>
                </a:lnTo>
                <a:lnTo>
                  <a:pt x="3702527" y="27611"/>
                </a:lnTo>
                <a:lnTo>
                  <a:pt x="3702948" y="27649"/>
                </a:lnTo>
                <a:lnTo>
                  <a:pt x="3703362" y="27675"/>
                </a:lnTo>
                <a:lnTo>
                  <a:pt x="3703764" y="27690"/>
                </a:lnTo>
                <a:lnTo>
                  <a:pt x="3704151" y="27698"/>
                </a:lnTo>
                <a:lnTo>
                  <a:pt x="3704521" y="27701"/>
                </a:lnTo>
                <a:lnTo>
                  <a:pt x="3704870" y="27702"/>
                </a:lnTo>
                <a:lnTo>
                  <a:pt x="3713545" y="27702"/>
                </a:lnTo>
                <a:lnTo>
                  <a:pt x="3713545" y="58322"/>
                </a:lnTo>
                <a:lnTo>
                  <a:pt x="3712742" y="57636"/>
                </a:lnTo>
                <a:lnTo>
                  <a:pt x="3711923" y="56976"/>
                </a:lnTo>
                <a:lnTo>
                  <a:pt x="3711090" y="56343"/>
                </a:lnTo>
                <a:lnTo>
                  <a:pt x="3710241" y="55737"/>
                </a:lnTo>
                <a:lnTo>
                  <a:pt x="3709379" y="55158"/>
                </a:lnTo>
                <a:lnTo>
                  <a:pt x="3708503" y="54606"/>
                </a:lnTo>
                <a:lnTo>
                  <a:pt x="3707614" y="54082"/>
                </a:lnTo>
                <a:lnTo>
                  <a:pt x="3706713" y="53586"/>
                </a:lnTo>
                <a:lnTo>
                  <a:pt x="3705799" y="53118"/>
                </a:lnTo>
                <a:lnTo>
                  <a:pt x="3704874" y="52678"/>
                </a:lnTo>
                <a:lnTo>
                  <a:pt x="3703938" y="52267"/>
                </a:lnTo>
                <a:lnTo>
                  <a:pt x="3702991" y="51885"/>
                </a:lnTo>
                <a:lnTo>
                  <a:pt x="3702034" y="51532"/>
                </a:lnTo>
                <a:lnTo>
                  <a:pt x="3701068" y="51208"/>
                </a:lnTo>
                <a:lnTo>
                  <a:pt x="3700093" y="50914"/>
                </a:lnTo>
                <a:lnTo>
                  <a:pt x="3699109" y="50650"/>
                </a:lnTo>
                <a:lnTo>
                  <a:pt x="3698117" y="50416"/>
                </a:lnTo>
                <a:lnTo>
                  <a:pt x="3697117" y="50213"/>
                </a:lnTo>
                <a:lnTo>
                  <a:pt x="3696111" y="50040"/>
                </a:lnTo>
                <a:lnTo>
                  <a:pt x="3695098" y="49897"/>
                </a:lnTo>
                <a:lnTo>
                  <a:pt x="3694079" y="49787"/>
                </a:lnTo>
                <a:lnTo>
                  <a:pt x="3693054" y="49707"/>
                </a:lnTo>
                <a:lnTo>
                  <a:pt x="3692024" y="49659"/>
                </a:lnTo>
                <a:lnTo>
                  <a:pt x="3690990" y="49643"/>
                </a:lnTo>
                <a:lnTo>
                  <a:pt x="3688378" y="49737"/>
                </a:lnTo>
                <a:lnTo>
                  <a:pt x="3685798" y="50017"/>
                </a:lnTo>
                <a:lnTo>
                  <a:pt x="3683258" y="50477"/>
                </a:lnTo>
                <a:lnTo>
                  <a:pt x="3680765" y="51112"/>
                </a:lnTo>
                <a:lnTo>
                  <a:pt x="3678327" y="51917"/>
                </a:lnTo>
                <a:lnTo>
                  <a:pt x="3675949" y="52886"/>
                </a:lnTo>
                <a:lnTo>
                  <a:pt x="3673639" y="54013"/>
                </a:lnTo>
                <a:lnTo>
                  <a:pt x="3671403" y="55295"/>
                </a:lnTo>
                <a:lnTo>
                  <a:pt x="3669250" y="56725"/>
                </a:lnTo>
                <a:lnTo>
                  <a:pt x="3667184" y="58298"/>
                </a:lnTo>
                <a:lnTo>
                  <a:pt x="3665215" y="60010"/>
                </a:lnTo>
                <a:lnTo>
                  <a:pt x="3663348" y="61853"/>
                </a:lnTo>
                <a:lnTo>
                  <a:pt x="3661590" y="63824"/>
                </a:lnTo>
                <a:lnTo>
                  <a:pt x="3659949" y="65918"/>
                </a:lnTo>
                <a:lnTo>
                  <a:pt x="3658431" y="68128"/>
                </a:lnTo>
                <a:lnTo>
                  <a:pt x="3657044" y="70449"/>
                </a:lnTo>
                <a:lnTo>
                  <a:pt x="3655794" y="72877"/>
                </a:lnTo>
                <a:lnTo>
                  <a:pt x="3654688" y="75405"/>
                </a:lnTo>
                <a:lnTo>
                  <a:pt x="3653733" y="78030"/>
                </a:lnTo>
                <a:lnTo>
                  <a:pt x="3652936" y="80745"/>
                </a:lnTo>
                <a:lnTo>
                  <a:pt x="3652304" y="83544"/>
                </a:lnTo>
                <a:lnTo>
                  <a:pt x="3651844" y="86424"/>
                </a:lnTo>
                <a:lnTo>
                  <a:pt x="3651563" y="89378"/>
                </a:lnTo>
                <a:lnTo>
                  <a:pt x="3651468" y="92402"/>
                </a:lnTo>
                <a:lnTo>
                  <a:pt x="3651557" y="95353"/>
                </a:lnTo>
                <a:lnTo>
                  <a:pt x="3651821" y="98245"/>
                </a:lnTo>
                <a:lnTo>
                  <a:pt x="3652253" y="101072"/>
                </a:lnTo>
                <a:lnTo>
                  <a:pt x="3652847" y="103828"/>
                </a:lnTo>
                <a:lnTo>
                  <a:pt x="3653598" y="106507"/>
                </a:lnTo>
                <a:lnTo>
                  <a:pt x="3654498" y="109102"/>
                </a:lnTo>
                <a:lnTo>
                  <a:pt x="3655542" y="111609"/>
                </a:lnTo>
                <a:lnTo>
                  <a:pt x="3656723" y="114022"/>
                </a:lnTo>
                <a:lnTo>
                  <a:pt x="3658035" y="116334"/>
                </a:lnTo>
                <a:lnTo>
                  <a:pt x="3659472" y="118539"/>
                </a:lnTo>
                <a:lnTo>
                  <a:pt x="3661029" y="120632"/>
                </a:lnTo>
                <a:lnTo>
                  <a:pt x="3662697" y="122607"/>
                </a:lnTo>
                <a:lnTo>
                  <a:pt x="3664473" y="124457"/>
                </a:lnTo>
                <a:lnTo>
                  <a:pt x="3666348" y="126178"/>
                </a:lnTo>
                <a:lnTo>
                  <a:pt x="3668318" y="127763"/>
                </a:lnTo>
                <a:lnTo>
                  <a:pt x="3670375" y="129205"/>
                </a:lnTo>
                <a:lnTo>
                  <a:pt x="3672514" y="130501"/>
                </a:lnTo>
                <a:lnTo>
                  <a:pt x="3674729" y="131642"/>
                </a:lnTo>
                <a:lnTo>
                  <a:pt x="3677013" y="132624"/>
                </a:lnTo>
                <a:lnTo>
                  <a:pt x="3679360" y="133441"/>
                </a:lnTo>
                <a:lnTo>
                  <a:pt x="3681763" y="134087"/>
                </a:lnTo>
                <a:lnTo>
                  <a:pt x="3684218" y="134555"/>
                </a:lnTo>
                <a:lnTo>
                  <a:pt x="3686717" y="134840"/>
                </a:lnTo>
                <a:lnTo>
                  <a:pt x="3689255" y="134937"/>
                </a:lnTo>
                <a:lnTo>
                  <a:pt x="3690590" y="134910"/>
                </a:lnTo>
                <a:lnTo>
                  <a:pt x="3691897" y="134831"/>
                </a:lnTo>
                <a:lnTo>
                  <a:pt x="3693177" y="134702"/>
                </a:lnTo>
                <a:lnTo>
                  <a:pt x="3694428" y="134525"/>
                </a:lnTo>
                <a:lnTo>
                  <a:pt x="3695651" y="134303"/>
                </a:lnTo>
                <a:lnTo>
                  <a:pt x="3696846" y="134036"/>
                </a:lnTo>
                <a:lnTo>
                  <a:pt x="3698012" y="133728"/>
                </a:lnTo>
                <a:lnTo>
                  <a:pt x="3699151" y="133380"/>
                </a:lnTo>
                <a:lnTo>
                  <a:pt x="3700261" y="132995"/>
                </a:lnTo>
                <a:lnTo>
                  <a:pt x="3701344" y="132575"/>
                </a:lnTo>
                <a:lnTo>
                  <a:pt x="3702398" y="132121"/>
                </a:lnTo>
                <a:lnTo>
                  <a:pt x="3703424" y="131636"/>
                </a:lnTo>
                <a:lnTo>
                  <a:pt x="3704422" y="131121"/>
                </a:lnTo>
                <a:lnTo>
                  <a:pt x="3705392" y="130580"/>
                </a:lnTo>
                <a:lnTo>
                  <a:pt x="3706334" y="130014"/>
                </a:lnTo>
                <a:lnTo>
                  <a:pt x="3707247" y="129425"/>
                </a:lnTo>
                <a:lnTo>
                  <a:pt x="3708133" y="128815"/>
                </a:lnTo>
                <a:lnTo>
                  <a:pt x="3708990" y="128186"/>
                </a:lnTo>
                <a:lnTo>
                  <a:pt x="3709820" y="127541"/>
                </a:lnTo>
                <a:lnTo>
                  <a:pt x="3710621" y="126882"/>
                </a:lnTo>
                <a:lnTo>
                  <a:pt x="3711394" y="126209"/>
                </a:lnTo>
                <a:lnTo>
                  <a:pt x="3712139" y="125527"/>
                </a:lnTo>
                <a:lnTo>
                  <a:pt x="3712856" y="124837"/>
                </a:lnTo>
                <a:lnTo>
                  <a:pt x="3713545" y="124140"/>
                </a:lnTo>
                <a:lnTo>
                  <a:pt x="3713545" y="124989"/>
                </a:lnTo>
                <a:lnTo>
                  <a:pt x="3713549" y="125794"/>
                </a:lnTo>
                <a:lnTo>
                  <a:pt x="3713560" y="126556"/>
                </a:lnTo>
                <a:lnTo>
                  <a:pt x="3713581" y="127276"/>
                </a:lnTo>
                <a:lnTo>
                  <a:pt x="3713615" y="127954"/>
                </a:lnTo>
                <a:lnTo>
                  <a:pt x="3713665" y="128591"/>
                </a:lnTo>
                <a:lnTo>
                  <a:pt x="3713736" y="129187"/>
                </a:lnTo>
                <a:lnTo>
                  <a:pt x="3713831" y="129744"/>
                </a:lnTo>
                <a:lnTo>
                  <a:pt x="3713952" y="130261"/>
                </a:lnTo>
                <a:lnTo>
                  <a:pt x="3714103" y="130741"/>
                </a:lnTo>
                <a:lnTo>
                  <a:pt x="3714288" y="131182"/>
                </a:lnTo>
                <a:lnTo>
                  <a:pt x="3714509" y="131587"/>
                </a:lnTo>
                <a:lnTo>
                  <a:pt x="3714771" y="131955"/>
                </a:lnTo>
                <a:lnTo>
                  <a:pt x="3715076" y="132288"/>
                </a:lnTo>
                <a:lnTo>
                  <a:pt x="3715428" y="132586"/>
                </a:lnTo>
                <a:lnTo>
                  <a:pt x="3715830" y="132850"/>
                </a:lnTo>
                <a:lnTo>
                  <a:pt x="3716286" y="133080"/>
                </a:lnTo>
                <a:lnTo>
                  <a:pt x="3716799" y="133277"/>
                </a:lnTo>
                <a:lnTo>
                  <a:pt x="3717372" y="133442"/>
                </a:lnTo>
                <a:lnTo>
                  <a:pt x="3718009" y="133575"/>
                </a:lnTo>
                <a:lnTo>
                  <a:pt x="3718712" y="133678"/>
                </a:lnTo>
                <a:lnTo>
                  <a:pt x="3719486" y="133750"/>
                </a:lnTo>
                <a:lnTo>
                  <a:pt x="3720334" y="133793"/>
                </a:lnTo>
                <a:lnTo>
                  <a:pt x="3721258" y="133807"/>
                </a:lnTo>
                <a:lnTo>
                  <a:pt x="3735332" y="133807"/>
                </a:lnTo>
                <a:lnTo>
                  <a:pt x="3735726" y="133807"/>
                </a:lnTo>
                <a:lnTo>
                  <a:pt x="3736135" y="133804"/>
                </a:lnTo>
                <a:lnTo>
                  <a:pt x="3736557" y="133795"/>
                </a:lnTo>
                <a:lnTo>
                  <a:pt x="3736989" y="133780"/>
                </a:lnTo>
                <a:lnTo>
                  <a:pt x="3737427" y="133753"/>
                </a:lnTo>
                <a:lnTo>
                  <a:pt x="3737869" y="133714"/>
                </a:lnTo>
                <a:lnTo>
                  <a:pt x="3738311" y="133659"/>
                </a:lnTo>
                <a:lnTo>
                  <a:pt x="3738752" y="133586"/>
                </a:lnTo>
                <a:lnTo>
                  <a:pt x="3739189" y="133492"/>
                </a:lnTo>
                <a:lnTo>
                  <a:pt x="3739618" y="133375"/>
                </a:lnTo>
                <a:lnTo>
                  <a:pt x="3740036" y="133232"/>
                </a:lnTo>
                <a:lnTo>
                  <a:pt x="3740441" y="133060"/>
                </a:lnTo>
                <a:lnTo>
                  <a:pt x="3740830" y="132858"/>
                </a:lnTo>
                <a:lnTo>
                  <a:pt x="3741200" y="132621"/>
                </a:lnTo>
                <a:lnTo>
                  <a:pt x="3741549" y="132348"/>
                </a:lnTo>
                <a:lnTo>
                  <a:pt x="3741873" y="132037"/>
                </a:lnTo>
                <a:lnTo>
                  <a:pt x="3742169" y="131684"/>
                </a:lnTo>
                <a:lnTo>
                  <a:pt x="3742435" y="131286"/>
                </a:lnTo>
                <a:lnTo>
                  <a:pt x="3742668" y="130842"/>
                </a:lnTo>
                <a:lnTo>
                  <a:pt x="3742865" y="130349"/>
                </a:lnTo>
                <a:lnTo>
                  <a:pt x="3743023" y="129804"/>
                </a:lnTo>
                <a:lnTo>
                  <a:pt x="3743140" y="129205"/>
                </a:lnTo>
                <a:lnTo>
                  <a:pt x="3743212" y="128548"/>
                </a:lnTo>
                <a:lnTo>
                  <a:pt x="3743236" y="127832"/>
                </a:lnTo>
                <a:lnTo>
                  <a:pt x="3743211" y="127139"/>
                </a:lnTo>
                <a:lnTo>
                  <a:pt x="3743136" y="126503"/>
                </a:lnTo>
                <a:lnTo>
                  <a:pt x="3743015" y="125923"/>
                </a:lnTo>
                <a:lnTo>
                  <a:pt x="3742852" y="125395"/>
                </a:lnTo>
                <a:lnTo>
                  <a:pt x="3742650" y="124918"/>
                </a:lnTo>
                <a:lnTo>
                  <a:pt x="3742411" y="124488"/>
                </a:lnTo>
                <a:close/>
                <a:moveTo>
                  <a:pt x="3711957" y="105144"/>
                </a:moveTo>
                <a:lnTo>
                  <a:pt x="3711393" y="106650"/>
                </a:lnTo>
                <a:lnTo>
                  <a:pt x="3710746" y="108146"/>
                </a:lnTo>
                <a:lnTo>
                  <a:pt x="3710017" y="109622"/>
                </a:lnTo>
                <a:lnTo>
                  <a:pt x="3709208" y="111069"/>
                </a:lnTo>
                <a:lnTo>
                  <a:pt x="3708319" y="112479"/>
                </a:lnTo>
                <a:lnTo>
                  <a:pt x="3707352" y="113841"/>
                </a:lnTo>
                <a:lnTo>
                  <a:pt x="3706307" y="115148"/>
                </a:lnTo>
                <a:lnTo>
                  <a:pt x="3705186" y="116388"/>
                </a:lnTo>
                <a:lnTo>
                  <a:pt x="3703990" y="117554"/>
                </a:lnTo>
                <a:lnTo>
                  <a:pt x="3702720" y="118637"/>
                </a:lnTo>
                <a:lnTo>
                  <a:pt x="3701378" y="119626"/>
                </a:lnTo>
                <a:lnTo>
                  <a:pt x="3699963" y="120513"/>
                </a:lnTo>
                <a:lnTo>
                  <a:pt x="3698477" y="121289"/>
                </a:lnTo>
                <a:lnTo>
                  <a:pt x="3696922" y="121945"/>
                </a:lnTo>
                <a:lnTo>
                  <a:pt x="3695298" y="122470"/>
                </a:lnTo>
                <a:lnTo>
                  <a:pt x="3693606" y="122857"/>
                </a:lnTo>
                <a:lnTo>
                  <a:pt x="3691849" y="123096"/>
                </a:lnTo>
                <a:lnTo>
                  <a:pt x="3690025" y="123178"/>
                </a:lnTo>
                <a:lnTo>
                  <a:pt x="3688326" y="123107"/>
                </a:lnTo>
                <a:lnTo>
                  <a:pt x="3686653" y="122899"/>
                </a:lnTo>
                <a:lnTo>
                  <a:pt x="3685010" y="122557"/>
                </a:lnTo>
                <a:lnTo>
                  <a:pt x="3683402" y="122086"/>
                </a:lnTo>
                <a:lnTo>
                  <a:pt x="3681832" y="121491"/>
                </a:lnTo>
                <a:lnTo>
                  <a:pt x="3680305" y="120775"/>
                </a:lnTo>
                <a:lnTo>
                  <a:pt x="3678824" y="119944"/>
                </a:lnTo>
                <a:lnTo>
                  <a:pt x="3677394" y="119001"/>
                </a:lnTo>
                <a:lnTo>
                  <a:pt x="3676019" y="117952"/>
                </a:lnTo>
                <a:lnTo>
                  <a:pt x="3674703" y="116799"/>
                </a:lnTo>
                <a:lnTo>
                  <a:pt x="3673450" y="115549"/>
                </a:lnTo>
                <a:lnTo>
                  <a:pt x="3672265" y="114205"/>
                </a:lnTo>
                <a:lnTo>
                  <a:pt x="3671150" y="112772"/>
                </a:lnTo>
                <a:lnTo>
                  <a:pt x="3670111" y="111255"/>
                </a:lnTo>
                <a:lnTo>
                  <a:pt x="3669152" y="109656"/>
                </a:lnTo>
                <a:lnTo>
                  <a:pt x="3668276" y="107982"/>
                </a:lnTo>
                <a:lnTo>
                  <a:pt x="3667488" y="106237"/>
                </a:lnTo>
                <a:lnTo>
                  <a:pt x="3666792" y="104424"/>
                </a:lnTo>
                <a:lnTo>
                  <a:pt x="3666191" y="102549"/>
                </a:lnTo>
                <a:lnTo>
                  <a:pt x="3665690" y="100615"/>
                </a:lnTo>
                <a:lnTo>
                  <a:pt x="3665294" y="98628"/>
                </a:lnTo>
                <a:lnTo>
                  <a:pt x="3665006" y="96591"/>
                </a:lnTo>
                <a:lnTo>
                  <a:pt x="3664830" y="94509"/>
                </a:lnTo>
                <a:lnTo>
                  <a:pt x="3664770" y="92387"/>
                </a:lnTo>
                <a:lnTo>
                  <a:pt x="3664840" y="90109"/>
                </a:lnTo>
                <a:lnTo>
                  <a:pt x="3665044" y="87897"/>
                </a:lnTo>
                <a:lnTo>
                  <a:pt x="3665376" y="85752"/>
                </a:lnTo>
                <a:lnTo>
                  <a:pt x="3665832" y="83678"/>
                </a:lnTo>
                <a:lnTo>
                  <a:pt x="3666405" y="81677"/>
                </a:lnTo>
                <a:lnTo>
                  <a:pt x="3667090" y="79753"/>
                </a:lnTo>
                <a:lnTo>
                  <a:pt x="3667879" y="77908"/>
                </a:lnTo>
                <a:lnTo>
                  <a:pt x="3668769" y="76145"/>
                </a:lnTo>
                <a:lnTo>
                  <a:pt x="3669752" y="74466"/>
                </a:lnTo>
                <a:lnTo>
                  <a:pt x="3670822" y="72876"/>
                </a:lnTo>
                <a:lnTo>
                  <a:pt x="3671975" y="71375"/>
                </a:lnTo>
                <a:lnTo>
                  <a:pt x="3673204" y="69969"/>
                </a:lnTo>
                <a:lnTo>
                  <a:pt x="3674504" y="68658"/>
                </a:lnTo>
                <a:lnTo>
                  <a:pt x="3675867" y="67447"/>
                </a:lnTo>
                <a:lnTo>
                  <a:pt x="3677290" y="66337"/>
                </a:lnTo>
                <a:lnTo>
                  <a:pt x="3678765" y="65332"/>
                </a:lnTo>
                <a:lnTo>
                  <a:pt x="3680287" y="64435"/>
                </a:lnTo>
                <a:lnTo>
                  <a:pt x="3681850" y="63648"/>
                </a:lnTo>
                <a:lnTo>
                  <a:pt x="3683448" y="62975"/>
                </a:lnTo>
                <a:lnTo>
                  <a:pt x="3685075" y="62417"/>
                </a:lnTo>
                <a:lnTo>
                  <a:pt x="3686726" y="61979"/>
                </a:lnTo>
                <a:lnTo>
                  <a:pt x="3688395" y="61662"/>
                </a:lnTo>
                <a:lnTo>
                  <a:pt x="3690075" y="61470"/>
                </a:lnTo>
                <a:lnTo>
                  <a:pt x="3691761" y="61405"/>
                </a:lnTo>
                <a:lnTo>
                  <a:pt x="3693288" y="61460"/>
                </a:lnTo>
                <a:lnTo>
                  <a:pt x="3694781" y="61623"/>
                </a:lnTo>
                <a:lnTo>
                  <a:pt x="3696239" y="61889"/>
                </a:lnTo>
                <a:lnTo>
                  <a:pt x="3697659" y="62252"/>
                </a:lnTo>
                <a:lnTo>
                  <a:pt x="3699036" y="62709"/>
                </a:lnTo>
                <a:lnTo>
                  <a:pt x="3700370" y="63254"/>
                </a:lnTo>
                <a:lnTo>
                  <a:pt x="3701656" y="63883"/>
                </a:lnTo>
                <a:lnTo>
                  <a:pt x="3702892" y="64591"/>
                </a:lnTo>
                <a:lnTo>
                  <a:pt x="3704075" y="65373"/>
                </a:lnTo>
                <a:lnTo>
                  <a:pt x="3705203" y="66224"/>
                </a:lnTo>
                <a:lnTo>
                  <a:pt x="3706272" y="67140"/>
                </a:lnTo>
                <a:lnTo>
                  <a:pt x="3707280" y="68116"/>
                </a:lnTo>
                <a:lnTo>
                  <a:pt x="3708223" y="69148"/>
                </a:lnTo>
                <a:lnTo>
                  <a:pt x="3709099" y="70229"/>
                </a:lnTo>
                <a:lnTo>
                  <a:pt x="3709905" y="71356"/>
                </a:lnTo>
                <a:lnTo>
                  <a:pt x="3710639" y="72524"/>
                </a:lnTo>
                <a:lnTo>
                  <a:pt x="3711297" y="73728"/>
                </a:lnTo>
                <a:lnTo>
                  <a:pt x="3711876" y="74963"/>
                </a:lnTo>
                <a:lnTo>
                  <a:pt x="3712374" y="76225"/>
                </a:lnTo>
                <a:lnTo>
                  <a:pt x="3712788" y="77509"/>
                </a:lnTo>
                <a:lnTo>
                  <a:pt x="3713115" y="78810"/>
                </a:lnTo>
                <a:lnTo>
                  <a:pt x="3713352" y="80123"/>
                </a:lnTo>
                <a:lnTo>
                  <a:pt x="3713496" y="81443"/>
                </a:lnTo>
                <a:lnTo>
                  <a:pt x="3713545" y="82767"/>
                </a:lnTo>
                <a:lnTo>
                  <a:pt x="3713545" y="96403"/>
                </a:lnTo>
                <a:lnTo>
                  <a:pt x="3713500" y="97779"/>
                </a:lnTo>
                <a:lnTo>
                  <a:pt x="3713366" y="99199"/>
                </a:lnTo>
                <a:lnTo>
                  <a:pt x="3713143" y="100655"/>
                </a:lnTo>
                <a:lnTo>
                  <a:pt x="3712834" y="102137"/>
                </a:lnTo>
                <a:lnTo>
                  <a:pt x="3712438" y="103637"/>
                </a:lnTo>
                <a:lnTo>
                  <a:pt x="3711957" y="105144"/>
                </a:lnTo>
                <a:close/>
                <a:moveTo>
                  <a:pt x="3337806" y="125013"/>
                </a:moveTo>
                <a:lnTo>
                  <a:pt x="3337573" y="124569"/>
                </a:lnTo>
                <a:lnTo>
                  <a:pt x="3337307" y="124172"/>
                </a:lnTo>
                <a:lnTo>
                  <a:pt x="3337011" y="123818"/>
                </a:lnTo>
                <a:lnTo>
                  <a:pt x="3336687" y="123507"/>
                </a:lnTo>
                <a:lnTo>
                  <a:pt x="3336338" y="123234"/>
                </a:lnTo>
                <a:lnTo>
                  <a:pt x="3335968" y="122998"/>
                </a:lnTo>
                <a:lnTo>
                  <a:pt x="3335579" y="122795"/>
                </a:lnTo>
                <a:lnTo>
                  <a:pt x="3335174" y="122623"/>
                </a:lnTo>
                <a:lnTo>
                  <a:pt x="3334756" y="122480"/>
                </a:lnTo>
                <a:lnTo>
                  <a:pt x="3334327" y="122363"/>
                </a:lnTo>
                <a:lnTo>
                  <a:pt x="3333890" y="122269"/>
                </a:lnTo>
                <a:lnTo>
                  <a:pt x="3333449" y="122196"/>
                </a:lnTo>
                <a:lnTo>
                  <a:pt x="3333007" y="122141"/>
                </a:lnTo>
                <a:lnTo>
                  <a:pt x="3332565" y="122102"/>
                </a:lnTo>
                <a:lnTo>
                  <a:pt x="3332127" y="122076"/>
                </a:lnTo>
                <a:lnTo>
                  <a:pt x="3331695" y="122060"/>
                </a:lnTo>
                <a:lnTo>
                  <a:pt x="3331273" y="122052"/>
                </a:lnTo>
                <a:lnTo>
                  <a:pt x="3330864" y="122049"/>
                </a:lnTo>
                <a:lnTo>
                  <a:pt x="3330470" y="122048"/>
                </a:lnTo>
                <a:lnTo>
                  <a:pt x="3321986" y="122048"/>
                </a:lnTo>
                <a:lnTo>
                  <a:pt x="3321986" y="77386"/>
                </a:lnTo>
                <a:lnTo>
                  <a:pt x="3321935" y="75013"/>
                </a:lnTo>
                <a:lnTo>
                  <a:pt x="3321783" y="72754"/>
                </a:lnTo>
                <a:lnTo>
                  <a:pt x="3321533" y="70610"/>
                </a:lnTo>
                <a:lnTo>
                  <a:pt x="3321187" y="68578"/>
                </a:lnTo>
                <a:lnTo>
                  <a:pt x="3320745" y="66657"/>
                </a:lnTo>
                <a:lnTo>
                  <a:pt x="3320211" y="64846"/>
                </a:lnTo>
                <a:lnTo>
                  <a:pt x="3319586" y="63144"/>
                </a:lnTo>
                <a:lnTo>
                  <a:pt x="3318873" y="61549"/>
                </a:lnTo>
                <a:lnTo>
                  <a:pt x="3318072" y="60061"/>
                </a:lnTo>
                <a:lnTo>
                  <a:pt x="3317186" y="58677"/>
                </a:lnTo>
                <a:lnTo>
                  <a:pt x="3316217" y="57398"/>
                </a:lnTo>
                <a:lnTo>
                  <a:pt x="3315166" y="56221"/>
                </a:lnTo>
                <a:lnTo>
                  <a:pt x="3314036" y="55145"/>
                </a:lnTo>
                <a:lnTo>
                  <a:pt x="3312829" y="54170"/>
                </a:lnTo>
                <a:lnTo>
                  <a:pt x="3311547" y="53293"/>
                </a:lnTo>
                <a:lnTo>
                  <a:pt x="3310191" y="52513"/>
                </a:lnTo>
                <a:lnTo>
                  <a:pt x="3308763" y="51831"/>
                </a:lnTo>
                <a:lnTo>
                  <a:pt x="3307265" y="51243"/>
                </a:lnTo>
                <a:lnTo>
                  <a:pt x="3305700" y="50749"/>
                </a:lnTo>
                <a:lnTo>
                  <a:pt x="3304069" y="50347"/>
                </a:lnTo>
                <a:lnTo>
                  <a:pt x="3302374" y="50037"/>
                </a:lnTo>
                <a:lnTo>
                  <a:pt x="3300617" y="49817"/>
                </a:lnTo>
                <a:lnTo>
                  <a:pt x="3298800" y="49686"/>
                </a:lnTo>
                <a:lnTo>
                  <a:pt x="3296925" y="49643"/>
                </a:lnTo>
                <a:lnTo>
                  <a:pt x="3295332" y="49676"/>
                </a:lnTo>
                <a:lnTo>
                  <a:pt x="3293784" y="49774"/>
                </a:lnTo>
                <a:lnTo>
                  <a:pt x="3292281" y="49932"/>
                </a:lnTo>
                <a:lnTo>
                  <a:pt x="3290823" y="50146"/>
                </a:lnTo>
                <a:lnTo>
                  <a:pt x="3289411" y="50411"/>
                </a:lnTo>
                <a:lnTo>
                  <a:pt x="3288044" y="50725"/>
                </a:lnTo>
                <a:lnTo>
                  <a:pt x="3286724" y="51082"/>
                </a:lnTo>
                <a:lnTo>
                  <a:pt x="3285450" y="51479"/>
                </a:lnTo>
                <a:lnTo>
                  <a:pt x="3284223" y="51911"/>
                </a:lnTo>
                <a:lnTo>
                  <a:pt x="3283043" y="52375"/>
                </a:lnTo>
                <a:lnTo>
                  <a:pt x="3281911" y="52866"/>
                </a:lnTo>
                <a:lnTo>
                  <a:pt x="3280826" y="53380"/>
                </a:lnTo>
                <a:lnTo>
                  <a:pt x="3279790" y="53913"/>
                </a:lnTo>
                <a:lnTo>
                  <a:pt x="3278802" y="54461"/>
                </a:lnTo>
                <a:lnTo>
                  <a:pt x="3277863" y="55020"/>
                </a:lnTo>
                <a:lnTo>
                  <a:pt x="3276973" y="55586"/>
                </a:lnTo>
                <a:lnTo>
                  <a:pt x="3276133" y="56154"/>
                </a:lnTo>
                <a:lnTo>
                  <a:pt x="3275343" y="56721"/>
                </a:lnTo>
                <a:lnTo>
                  <a:pt x="3274603" y="57283"/>
                </a:lnTo>
                <a:lnTo>
                  <a:pt x="3273913" y="57835"/>
                </a:lnTo>
                <a:lnTo>
                  <a:pt x="3273274" y="58373"/>
                </a:lnTo>
                <a:lnTo>
                  <a:pt x="3272687" y="58893"/>
                </a:lnTo>
                <a:lnTo>
                  <a:pt x="3272151" y="59391"/>
                </a:lnTo>
                <a:lnTo>
                  <a:pt x="3271667" y="59863"/>
                </a:lnTo>
                <a:lnTo>
                  <a:pt x="3271666" y="59106"/>
                </a:lnTo>
                <a:lnTo>
                  <a:pt x="3271662" y="58383"/>
                </a:lnTo>
                <a:lnTo>
                  <a:pt x="3271651" y="57694"/>
                </a:lnTo>
                <a:lnTo>
                  <a:pt x="3271631" y="57039"/>
                </a:lnTo>
                <a:lnTo>
                  <a:pt x="3271597" y="56417"/>
                </a:lnTo>
                <a:lnTo>
                  <a:pt x="3271546" y="55829"/>
                </a:lnTo>
                <a:lnTo>
                  <a:pt x="3271475" y="55274"/>
                </a:lnTo>
                <a:lnTo>
                  <a:pt x="3271381" y="54753"/>
                </a:lnTo>
                <a:lnTo>
                  <a:pt x="3271260" y="54264"/>
                </a:lnTo>
                <a:lnTo>
                  <a:pt x="3271109" y="53809"/>
                </a:lnTo>
                <a:lnTo>
                  <a:pt x="3270924" y="53385"/>
                </a:lnTo>
                <a:lnTo>
                  <a:pt x="3270703" y="52995"/>
                </a:lnTo>
                <a:lnTo>
                  <a:pt x="3270441" y="52636"/>
                </a:lnTo>
                <a:lnTo>
                  <a:pt x="3270136" y="52310"/>
                </a:lnTo>
                <a:lnTo>
                  <a:pt x="3269784" y="52015"/>
                </a:lnTo>
                <a:lnTo>
                  <a:pt x="3269382" y="51753"/>
                </a:lnTo>
                <a:lnTo>
                  <a:pt x="3268926" y="51522"/>
                </a:lnTo>
                <a:lnTo>
                  <a:pt x="3268414" y="51322"/>
                </a:lnTo>
                <a:lnTo>
                  <a:pt x="3267841" y="51153"/>
                </a:lnTo>
                <a:lnTo>
                  <a:pt x="3267204" y="51016"/>
                </a:lnTo>
                <a:lnTo>
                  <a:pt x="3266501" y="50909"/>
                </a:lnTo>
                <a:lnTo>
                  <a:pt x="3265728" y="50833"/>
                </a:lnTo>
                <a:lnTo>
                  <a:pt x="3264880" y="50788"/>
                </a:lnTo>
                <a:lnTo>
                  <a:pt x="3263956" y="50773"/>
                </a:lnTo>
                <a:lnTo>
                  <a:pt x="3249883" y="50773"/>
                </a:lnTo>
                <a:lnTo>
                  <a:pt x="3249488" y="50773"/>
                </a:lnTo>
                <a:lnTo>
                  <a:pt x="3249079" y="50776"/>
                </a:lnTo>
                <a:lnTo>
                  <a:pt x="3248657" y="50784"/>
                </a:lnTo>
                <a:lnTo>
                  <a:pt x="3248226" y="50800"/>
                </a:lnTo>
                <a:lnTo>
                  <a:pt x="3247788" y="50827"/>
                </a:lnTo>
                <a:lnTo>
                  <a:pt x="3247346" y="50866"/>
                </a:lnTo>
                <a:lnTo>
                  <a:pt x="3246903" y="50921"/>
                </a:lnTo>
                <a:lnTo>
                  <a:pt x="3246462" y="50994"/>
                </a:lnTo>
                <a:lnTo>
                  <a:pt x="3246026" y="51088"/>
                </a:lnTo>
                <a:lnTo>
                  <a:pt x="3245597" y="51205"/>
                </a:lnTo>
                <a:lnTo>
                  <a:pt x="3245178" y="51348"/>
                </a:lnTo>
                <a:lnTo>
                  <a:pt x="3244773" y="51520"/>
                </a:lnTo>
                <a:lnTo>
                  <a:pt x="3244384" y="51723"/>
                </a:lnTo>
                <a:lnTo>
                  <a:pt x="3244014" y="51959"/>
                </a:lnTo>
                <a:lnTo>
                  <a:pt x="3243666" y="52232"/>
                </a:lnTo>
                <a:lnTo>
                  <a:pt x="3243342" y="52544"/>
                </a:lnTo>
                <a:lnTo>
                  <a:pt x="3243045" y="52897"/>
                </a:lnTo>
                <a:lnTo>
                  <a:pt x="3242779" y="53295"/>
                </a:lnTo>
                <a:lnTo>
                  <a:pt x="3242546" y="53739"/>
                </a:lnTo>
                <a:lnTo>
                  <a:pt x="3242349" y="54232"/>
                </a:lnTo>
                <a:lnTo>
                  <a:pt x="3242191" y="54778"/>
                </a:lnTo>
                <a:lnTo>
                  <a:pt x="3242075" y="55377"/>
                </a:lnTo>
                <a:lnTo>
                  <a:pt x="3242003" y="56034"/>
                </a:lnTo>
                <a:lnTo>
                  <a:pt x="3241978" y="56751"/>
                </a:lnTo>
                <a:lnTo>
                  <a:pt x="3242004" y="57444"/>
                </a:lnTo>
                <a:lnTo>
                  <a:pt x="3242078" y="58080"/>
                </a:lnTo>
                <a:lnTo>
                  <a:pt x="3242199" y="58660"/>
                </a:lnTo>
                <a:lnTo>
                  <a:pt x="3242362" y="59188"/>
                </a:lnTo>
                <a:lnTo>
                  <a:pt x="3242565" y="59665"/>
                </a:lnTo>
                <a:lnTo>
                  <a:pt x="3242804" y="60095"/>
                </a:lnTo>
                <a:lnTo>
                  <a:pt x="3243076" y="60479"/>
                </a:lnTo>
                <a:lnTo>
                  <a:pt x="3243378" y="60821"/>
                </a:lnTo>
                <a:lnTo>
                  <a:pt x="3243706" y="61123"/>
                </a:lnTo>
                <a:lnTo>
                  <a:pt x="3244059" y="61387"/>
                </a:lnTo>
                <a:lnTo>
                  <a:pt x="3244432" y="61616"/>
                </a:lnTo>
                <a:lnTo>
                  <a:pt x="3244822" y="61812"/>
                </a:lnTo>
                <a:lnTo>
                  <a:pt x="3245226" y="61978"/>
                </a:lnTo>
                <a:lnTo>
                  <a:pt x="3245641" y="62116"/>
                </a:lnTo>
                <a:lnTo>
                  <a:pt x="3246063" y="62230"/>
                </a:lnTo>
                <a:lnTo>
                  <a:pt x="3246491" y="62321"/>
                </a:lnTo>
                <a:lnTo>
                  <a:pt x="3246919" y="62391"/>
                </a:lnTo>
                <a:lnTo>
                  <a:pt x="3247346" y="62444"/>
                </a:lnTo>
                <a:lnTo>
                  <a:pt x="3247767" y="62482"/>
                </a:lnTo>
                <a:lnTo>
                  <a:pt x="3248181" y="62508"/>
                </a:lnTo>
                <a:lnTo>
                  <a:pt x="3248583" y="62523"/>
                </a:lnTo>
                <a:lnTo>
                  <a:pt x="3248970" y="62531"/>
                </a:lnTo>
                <a:lnTo>
                  <a:pt x="3249340" y="62534"/>
                </a:lnTo>
                <a:lnTo>
                  <a:pt x="3249689" y="62535"/>
                </a:lnTo>
                <a:lnTo>
                  <a:pt x="3258367" y="62535"/>
                </a:lnTo>
                <a:lnTo>
                  <a:pt x="3258367" y="122048"/>
                </a:lnTo>
                <a:lnTo>
                  <a:pt x="3249883" y="122048"/>
                </a:lnTo>
                <a:lnTo>
                  <a:pt x="3249488" y="122049"/>
                </a:lnTo>
                <a:lnTo>
                  <a:pt x="3249079" y="122052"/>
                </a:lnTo>
                <a:lnTo>
                  <a:pt x="3248657" y="122060"/>
                </a:lnTo>
                <a:lnTo>
                  <a:pt x="3248226" y="122076"/>
                </a:lnTo>
                <a:lnTo>
                  <a:pt x="3247788" y="122102"/>
                </a:lnTo>
                <a:lnTo>
                  <a:pt x="3247346" y="122141"/>
                </a:lnTo>
                <a:lnTo>
                  <a:pt x="3246903" y="122196"/>
                </a:lnTo>
                <a:lnTo>
                  <a:pt x="3246462" y="122269"/>
                </a:lnTo>
                <a:lnTo>
                  <a:pt x="3246026" y="122363"/>
                </a:lnTo>
                <a:lnTo>
                  <a:pt x="3245597" y="122480"/>
                </a:lnTo>
                <a:lnTo>
                  <a:pt x="3245178" y="122623"/>
                </a:lnTo>
                <a:lnTo>
                  <a:pt x="3244773" y="122795"/>
                </a:lnTo>
                <a:lnTo>
                  <a:pt x="3244384" y="122998"/>
                </a:lnTo>
                <a:lnTo>
                  <a:pt x="3244014" y="123234"/>
                </a:lnTo>
                <a:lnTo>
                  <a:pt x="3243666" y="123507"/>
                </a:lnTo>
                <a:lnTo>
                  <a:pt x="3243342" y="123818"/>
                </a:lnTo>
                <a:lnTo>
                  <a:pt x="3243045" y="124172"/>
                </a:lnTo>
                <a:lnTo>
                  <a:pt x="3242779" y="124569"/>
                </a:lnTo>
                <a:lnTo>
                  <a:pt x="3242546" y="125013"/>
                </a:lnTo>
                <a:lnTo>
                  <a:pt x="3242349" y="125506"/>
                </a:lnTo>
                <a:lnTo>
                  <a:pt x="3242191" y="126051"/>
                </a:lnTo>
                <a:lnTo>
                  <a:pt x="3242075" y="126650"/>
                </a:lnTo>
                <a:lnTo>
                  <a:pt x="3242003" y="127307"/>
                </a:lnTo>
                <a:lnTo>
                  <a:pt x="3241978" y="128023"/>
                </a:lnTo>
                <a:lnTo>
                  <a:pt x="3242004" y="128717"/>
                </a:lnTo>
                <a:lnTo>
                  <a:pt x="3242078" y="129352"/>
                </a:lnTo>
                <a:lnTo>
                  <a:pt x="3242199" y="129932"/>
                </a:lnTo>
                <a:lnTo>
                  <a:pt x="3242362" y="130460"/>
                </a:lnTo>
                <a:lnTo>
                  <a:pt x="3242565" y="130937"/>
                </a:lnTo>
                <a:lnTo>
                  <a:pt x="3242804" y="131367"/>
                </a:lnTo>
                <a:lnTo>
                  <a:pt x="3243076" y="131752"/>
                </a:lnTo>
                <a:lnTo>
                  <a:pt x="3243378" y="132093"/>
                </a:lnTo>
                <a:lnTo>
                  <a:pt x="3243706" y="132395"/>
                </a:lnTo>
                <a:lnTo>
                  <a:pt x="3244059" y="132659"/>
                </a:lnTo>
                <a:lnTo>
                  <a:pt x="3244432" y="132888"/>
                </a:lnTo>
                <a:lnTo>
                  <a:pt x="3244822" y="133084"/>
                </a:lnTo>
                <a:lnTo>
                  <a:pt x="3245226" y="133250"/>
                </a:lnTo>
                <a:lnTo>
                  <a:pt x="3245641" y="133389"/>
                </a:lnTo>
                <a:lnTo>
                  <a:pt x="3246063" y="133502"/>
                </a:lnTo>
                <a:lnTo>
                  <a:pt x="3246491" y="133593"/>
                </a:lnTo>
                <a:lnTo>
                  <a:pt x="3246919" y="133664"/>
                </a:lnTo>
                <a:lnTo>
                  <a:pt x="3247346" y="133717"/>
                </a:lnTo>
                <a:lnTo>
                  <a:pt x="3247767" y="133755"/>
                </a:lnTo>
                <a:lnTo>
                  <a:pt x="3248181" y="133780"/>
                </a:lnTo>
                <a:lnTo>
                  <a:pt x="3248583" y="133796"/>
                </a:lnTo>
                <a:lnTo>
                  <a:pt x="3248970" y="133804"/>
                </a:lnTo>
                <a:lnTo>
                  <a:pt x="3249340" y="133807"/>
                </a:lnTo>
                <a:lnTo>
                  <a:pt x="3249689" y="133807"/>
                </a:lnTo>
                <a:lnTo>
                  <a:pt x="3280345" y="133807"/>
                </a:lnTo>
                <a:lnTo>
                  <a:pt x="3280693" y="133807"/>
                </a:lnTo>
                <a:lnTo>
                  <a:pt x="3281063" y="133804"/>
                </a:lnTo>
                <a:lnTo>
                  <a:pt x="3281451" y="133796"/>
                </a:lnTo>
                <a:lnTo>
                  <a:pt x="3281853" y="133780"/>
                </a:lnTo>
                <a:lnTo>
                  <a:pt x="3282266" y="133755"/>
                </a:lnTo>
                <a:lnTo>
                  <a:pt x="3282688" y="133717"/>
                </a:lnTo>
                <a:lnTo>
                  <a:pt x="3283114" y="133664"/>
                </a:lnTo>
                <a:lnTo>
                  <a:pt x="3283543" y="133593"/>
                </a:lnTo>
                <a:lnTo>
                  <a:pt x="3283970" y="133502"/>
                </a:lnTo>
                <a:lnTo>
                  <a:pt x="3284392" y="133389"/>
                </a:lnTo>
                <a:lnTo>
                  <a:pt x="3284807" y="133250"/>
                </a:lnTo>
                <a:lnTo>
                  <a:pt x="3285212" y="133084"/>
                </a:lnTo>
                <a:lnTo>
                  <a:pt x="3285602" y="132888"/>
                </a:lnTo>
                <a:lnTo>
                  <a:pt x="3285974" y="132659"/>
                </a:lnTo>
                <a:lnTo>
                  <a:pt x="3286327" y="132395"/>
                </a:lnTo>
                <a:lnTo>
                  <a:pt x="3286656" y="132093"/>
                </a:lnTo>
                <a:lnTo>
                  <a:pt x="3286958" y="131752"/>
                </a:lnTo>
                <a:lnTo>
                  <a:pt x="3287230" y="131367"/>
                </a:lnTo>
                <a:lnTo>
                  <a:pt x="3287469" y="130937"/>
                </a:lnTo>
                <a:lnTo>
                  <a:pt x="3287671" y="130460"/>
                </a:lnTo>
                <a:lnTo>
                  <a:pt x="3287834" y="129932"/>
                </a:lnTo>
                <a:lnTo>
                  <a:pt x="3287955" y="129352"/>
                </a:lnTo>
                <a:lnTo>
                  <a:pt x="3288030" y="128717"/>
                </a:lnTo>
                <a:lnTo>
                  <a:pt x="3288055" y="128023"/>
                </a:lnTo>
                <a:lnTo>
                  <a:pt x="3288031" y="127307"/>
                </a:lnTo>
                <a:lnTo>
                  <a:pt x="3287959" y="126650"/>
                </a:lnTo>
                <a:lnTo>
                  <a:pt x="3287842" y="126051"/>
                </a:lnTo>
                <a:lnTo>
                  <a:pt x="3287684" y="125506"/>
                </a:lnTo>
                <a:lnTo>
                  <a:pt x="3287487" y="125013"/>
                </a:lnTo>
                <a:lnTo>
                  <a:pt x="3287254" y="124569"/>
                </a:lnTo>
                <a:lnTo>
                  <a:pt x="3286988" y="124172"/>
                </a:lnTo>
                <a:lnTo>
                  <a:pt x="3286692" y="123818"/>
                </a:lnTo>
                <a:lnTo>
                  <a:pt x="3286368" y="123507"/>
                </a:lnTo>
                <a:lnTo>
                  <a:pt x="3286019" y="123234"/>
                </a:lnTo>
                <a:lnTo>
                  <a:pt x="3285649" y="122998"/>
                </a:lnTo>
                <a:lnTo>
                  <a:pt x="3285260" y="122795"/>
                </a:lnTo>
                <a:lnTo>
                  <a:pt x="3284855" y="122623"/>
                </a:lnTo>
                <a:lnTo>
                  <a:pt x="3284437" y="122480"/>
                </a:lnTo>
                <a:lnTo>
                  <a:pt x="3284008" y="122363"/>
                </a:lnTo>
                <a:lnTo>
                  <a:pt x="3283571" y="122269"/>
                </a:lnTo>
                <a:lnTo>
                  <a:pt x="3283130" y="122196"/>
                </a:lnTo>
                <a:lnTo>
                  <a:pt x="3282688" y="122141"/>
                </a:lnTo>
                <a:lnTo>
                  <a:pt x="3282246" y="122102"/>
                </a:lnTo>
                <a:lnTo>
                  <a:pt x="3281808" y="122076"/>
                </a:lnTo>
                <a:lnTo>
                  <a:pt x="3281376" y="122060"/>
                </a:lnTo>
                <a:lnTo>
                  <a:pt x="3280954" y="122052"/>
                </a:lnTo>
                <a:lnTo>
                  <a:pt x="3280545" y="122049"/>
                </a:lnTo>
                <a:lnTo>
                  <a:pt x="3280151" y="122048"/>
                </a:lnTo>
                <a:lnTo>
                  <a:pt x="3271667" y="122048"/>
                </a:lnTo>
                <a:lnTo>
                  <a:pt x="3271667" y="87959"/>
                </a:lnTo>
                <a:lnTo>
                  <a:pt x="3271739" y="85616"/>
                </a:lnTo>
                <a:lnTo>
                  <a:pt x="3271953" y="83396"/>
                </a:lnTo>
                <a:lnTo>
                  <a:pt x="3272299" y="81295"/>
                </a:lnTo>
                <a:lnTo>
                  <a:pt x="3272769" y="79313"/>
                </a:lnTo>
                <a:lnTo>
                  <a:pt x="3273355" y="77446"/>
                </a:lnTo>
                <a:lnTo>
                  <a:pt x="3274049" y="75694"/>
                </a:lnTo>
                <a:lnTo>
                  <a:pt x="3274844" y="74055"/>
                </a:lnTo>
                <a:lnTo>
                  <a:pt x="3275730" y="72525"/>
                </a:lnTo>
                <a:lnTo>
                  <a:pt x="3276699" y="71103"/>
                </a:lnTo>
                <a:lnTo>
                  <a:pt x="3277745" y="69788"/>
                </a:lnTo>
                <a:lnTo>
                  <a:pt x="3278858" y="68577"/>
                </a:lnTo>
                <a:lnTo>
                  <a:pt x="3280030" y="67468"/>
                </a:lnTo>
                <a:lnTo>
                  <a:pt x="3281253" y="66459"/>
                </a:lnTo>
                <a:lnTo>
                  <a:pt x="3282519" y="65549"/>
                </a:lnTo>
                <a:lnTo>
                  <a:pt x="3283821" y="64735"/>
                </a:lnTo>
                <a:lnTo>
                  <a:pt x="3285149" y="64014"/>
                </a:lnTo>
                <a:lnTo>
                  <a:pt x="3286496" y="63387"/>
                </a:lnTo>
                <a:lnTo>
                  <a:pt x="3287854" y="62849"/>
                </a:lnTo>
                <a:lnTo>
                  <a:pt x="3289214" y="62399"/>
                </a:lnTo>
                <a:lnTo>
                  <a:pt x="3290568" y="62036"/>
                </a:lnTo>
                <a:lnTo>
                  <a:pt x="3291909" y="61757"/>
                </a:lnTo>
                <a:lnTo>
                  <a:pt x="3293228" y="61560"/>
                </a:lnTo>
                <a:lnTo>
                  <a:pt x="3294517" y="61443"/>
                </a:lnTo>
                <a:lnTo>
                  <a:pt x="3295768" y="61405"/>
                </a:lnTo>
                <a:lnTo>
                  <a:pt x="3297007" y="61433"/>
                </a:lnTo>
                <a:lnTo>
                  <a:pt x="3298169" y="61518"/>
                </a:lnTo>
                <a:lnTo>
                  <a:pt x="3299257" y="61659"/>
                </a:lnTo>
                <a:lnTo>
                  <a:pt x="3300273" y="61858"/>
                </a:lnTo>
                <a:lnTo>
                  <a:pt x="3301218" y="62114"/>
                </a:lnTo>
                <a:lnTo>
                  <a:pt x="3302097" y="62428"/>
                </a:lnTo>
                <a:lnTo>
                  <a:pt x="3302909" y="62800"/>
                </a:lnTo>
                <a:lnTo>
                  <a:pt x="3303657" y="63231"/>
                </a:lnTo>
                <a:lnTo>
                  <a:pt x="3304344" y="63720"/>
                </a:lnTo>
                <a:lnTo>
                  <a:pt x="3304972" y="64269"/>
                </a:lnTo>
                <a:lnTo>
                  <a:pt x="3305542" y="64877"/>
                </a:lnTo>
                <a:lnTo>
                  <a:pt x="3306057" y="65545"/>
                </a:lnTo>
                <a:lnTo>
                  <a:pt x="3306519" y="66273"/>
                </a:lnTo>
                <a:lnTo>
                  <a:pt x="3306929" y="67062"/>
                </a:lnTo>
                <a:lnTo>
                  <a:pt x="3307291" y="67911"/>
                </a:lnTo>
                <a:lnTo>
                  <a:pt x="3307605" y="68822"/>
                </a:lnTo>
                <a:lnTo>
                  <a:pt x="3307875" y="69794"/>
                </a:lnTo>
                <a:lnTo>
                  <a:pt x="3308102" y="70828"/>
                </a:lnTo>
                <a:lnTo>
                  <a:pt x="3308288" y="71924"/>
                </a:lnTo>
                <a:lnTo>
                  <a:pt x="3308436" y="73082"/>
                </a:lnTo>
                <a:lnTo>
                  <a:pt x="3308547" y="74304"/>
                </a:lnTo>
                <a:lnTo>
                  <a:pt x="3308624" y="75588"/>
                </a:lnTo>
                <a:lnTo>
                  <a:pt x="3308668" y="76936"/>
                </a:lnTo>
                <a:lnTo>
                  <a:pt x="3308683" y="78348"/>
                </a:lnTo>
                <a:lnTo>
                  <a:pt x="3308683" y="122048"/>
                </a:lnTo>
                <a:lnTo>
                  <a:pt x="3301167" y="122048"/>
                </a:lnTo>
                <a:lnTo>
                  <a:pt x="3300772" y="122049"/>
                </a:lnTo>
                <a:lnTo>
                  <a:pt x="3300363" y="122052"/>
                </a:lnTo>
                <a:lnTo>
                  <a:pt x="3299941" y="122060"/>
                </a:lnTo>
                <a:lnTo>
                  <a:pt x="3299510" y="122076"/>
                </a:lnTo>
                <a:lnTo>
                  <a:pt x="3299072" y="122102"/>
                </a:lnTo>
                <a:lnTo>
                  <a:pt x="3298630" y="122141"/>
                </a:lnTo>
                <a:lnTo>
                  <a:pt x="3298187" y="122196"/>
                </a:lnTo>
                <a:lnTo>
                  <a:pt x="3297746" y="122269"/>
                </a:lnTo>
                <a:lnTo>
                  <a:pt x="3297309" y="122363"/>
                </a:lnTo>
                <a:lnTo>
                  <a:pt x="3296881" y="122480"/>
                </a:lnTo>
                <a:lnTo>
                  <a:pt x="3296462" y="122623"/>
                </a:lnTo>
                <a:lnTo>
                  <a:pt x="3296057" y="122795"/>
                </a:lnTo>
                <a:lnTo>
                  <a:pt x="3295668" y="122998"/>
                </a:lnTo>
                <a:lnTo>
                  <a:pt x="3295298" y="123234"/>
                </a:lnTo>
                <a:lnTo>
                  <a:pt x="3294949" y="123507"/>
                </a:lnTo>
                <a:lnTo>
                  <a:pt x="3294626" y="123818"/>
                </a:lnTo>
                <a:lnTo>
                  <a:pt x="3294329" y="124172"/>
                </a:lnTo>
                <a:lnTo>
                  <a:pt x="3294063" y="124569"/>
                </a:lnTo>
                <a:lnTo>
                  <a:pt x="3293830" y="125013"/>
                </a:lnTo>
                <a:lnTo>
                  <a:pt x="3293633" y="125506"/>
                </a:lnTo>
                <a:lnTo>
                  <a:pt x="3293475" y="126051"/>
                </a:lnTo>
                <a:lnTo>
                  <a:pt x="3293359" y="126650"/>
                </a:lnTo>
                <a:lnTo>
                  <a:pt x="3293287" y="127307"/>
                </a:lnTo>
                <a:lnTo>
                  <a:pt x="3293262" y="128023"/>
                </a:lnTo>
                <a:lnTo>
                  <a:pt x="3293289" y="128717"/>
                </a:lnTo>
                <a:lnTo>
                  <a:pt x="3293366" y="129352"/>
                </a:lnTo>
                <a:lnTo>
                  <a:pt x="3293491" y="129932"/>
                </a:lnTo>
                <a:lnTo>
                  <a:pt x="3293660" y="130460"/>
                </a:lnTo>
                <a:lnTo>
                  <a:pt x="3293870" y="130937"/>
                </a:lnTo>
                <a:lnTo>
                  <a:pt x="3294117" y="131367"/>
                </a:lnTo>
                <a:lnTo>
                  <a:pt x="3294399" y="131752"/>
                </a:lnTo>
                <a:lnTo>
                  <a:pt x="3294711" y="132093"/>
                </a:lnTo>
                <a:lnTo>
                  <a:pt x="3295051" y="132395"/>
                </a:lnTo>
                <a:lnTo>
                  <a:pt x="3295415" y="132659"/>
                </a:lnTo>
                <a:lnTo>
                  <a:pt x="3295800" y="132888"/>
                </a:lnTo>
                <a:lnTo>
                  <a:pt x="3296202" y="133084"/>
                </a:lnTo>
                <a:lnTo>
                  <a:pt x="3296618" y="133250"/>
                </a:lnTo>
                <a:lnTo>
                  <a:pt x="3297045" y="133389"/>
                </a:lnTo>
                <a:lnTo>
                  <a:pt x="3297479" y="133502"/>
                </a:lnTo>
                <a:lnTo>
                  <a:pt x="3297917" y="133593"/>
                </a:lnTo>
                <a:lnTo>
                  <a:pt x="3298356" y="133664"/>
                </a:lnTo>
                <a:lnTo>
                  <a:pt x="3298792" y="133717"/>
                </a:lnTo>
                <a:lnTo>
                  <a:pt x="3299222" y="133755"/>
                </a:lnTo>
                <a:lnTo>
                  <a:pt x="3299643" y="133780"/>
                </a:lnTo>
                <a:lnTo>
                  <a:pt x="3300052" y="133796"/>
                </a:lnTo>
                <a:lnTo>
                  <a:pt x="3300444" y="133804"/>
                </a:lnTo>
                <a:lnTo>
                  <a:pt x="3300817" y="133807"/>
                </a:lnTo>
                <a:lnTo>
                  <a:pt x="3301167" y="133807"/>
                </a:lnTo>
                <a:lnTo>
                  <a:pt x="3330664" y="133807"/>
                </a:lnTo>
                <a:lnTo>
                  <a:pt x="3331012" y="133807"/>
                </a:lnTo>
                <a:lnTo>
                  <a:pt x="3331382" y="133804"/>
                </a:lnTo>
                <a:lnTo>
                  <a:pt x="3331770" y="133796"/>
                </a:lnTo>
                <a:lnTo>
                  <a:pt x="3332172" y="133780"/>
                </a:lnTo>
                <a:lnTo>
                  <a:pt x="3332585" y="133755"/>
                </a:lnTo>
                <a:lnTo>
                  <a:pt x="3333007" y="133717"/>
                </a:lnTo>
                <a:lnTo>
                  <a:pt x="3333433" y="133664"/>
                </a:lnTo>
                <a:lnTo>
                  <a:pt x="3333862" y="133593"/>
                </a:lnTo>
                <a:lnTo>
                  <a:pt x="3334289" y="133502"/>
                </a:lnTo>
                <a:lnTo>
                  <a:pt x="3334711" y="133389"/>
                </a:lnTo>
                <a:lnTo>
                  <a:pt x="3335126" y="133250"/>
                </a:lnTo>
                <a:lnTo>
                  <a:pt x="3335531" y="133084"/>
                </a:lnTo>
                <a:lnTo>
                  <a:pt x="3335921" y="132888"/>
                </a:lnTo>
                <a:lnTo>
                  <a:pt x="3336293" y="132659"/>
                </a:lnTo>
                <a:lnTo>
                  <a:pt x="3336646" y="132395"/>
                </a:lnTo>
                <a:lnTo>
                  <a:pt x="3336975" y="132093"/>
                </a:lnTo>
                <a:lnTo>
                  <a:pt x="3337277" y="131752"/>
                </a:lnTo>
                <a:lnTo>
                  <a:pt x="3337549" y="131367"/>
                </a:lnTo>
                <a:lnTo>
                  <a:pt x="3337788" y="130937"/>
                </a:lnTo>
                <a:lnTo>
                  <a:pt x="3337990" y="130460"/>
                </a:lnTo>
                <a:lnTo>
                  <a:pt x="3338153" y="129932"/>
                </a:lnTo>
                <a:lnTo>
                  <a:pt x="3338274" y="129352"/>
                </a:lnTo>
                <a:lnTo>
                  <a:pt x="3338349" y="128717"/>
                </a:lnTo>
                <a:lnTo>
                  <a:pt x="3338374" y="128023"/>
                </a:lnTo>
                <a:lnTo>
                  <a:pt x="3338349" y="127307"/>
                </a:lnTo>
                <a:lnTo>
                  <a:pt x="3338278" y="126650"/>
                </a:lnTo>
                <a:lnTo>
                  <a:pt x="3338161" y="126051"/>
                </a:lnTo>
                <a:lnTo>
                  <a:pt x="3338003" y="125506"/>
                </a:lnTo>
                <a:lnTo>
                  <a:pt x="3337806" y="125013"/>
                </a:lnTo>
                <a:close/>
                <a:moveTo>
                  <a:pt x="3641220" y="124569"/>
                </a:moveTo>
                <a:lnTo>
                  <a:pt x="3640953" y="124172"/>
                </a:lnTo>
                <a:lnTo>
                  <a:pt x="3640657" y="123818"/>
                </a:lnTo>
                <a:lnTo>
                  <a:pt x="3640333" y="123507"/>
                </a:lnTo>
                <a:lnTo>
                  <a:pt x="3639985" y="123234"/>
                </a:lnTo>
                <a:lnTo>
                  <a:pt x="3639615" y="122998"/>
                </a:lnTo>
                <a:lnTo>
                  <a:pt x="3639226" y="122795"/>
                </a:lnTo>
                <a:lnTo>
                  <a:pt x="3638820" y="122623"/>
                </a:lnTo>
                <a:lnTo>
                  <a:pt x="3638402" y="122480"/>
                </a:lnTo>
                <a:lnTo>
                  <a:pt x="3637973" y="122363"/>
                </a:lnTo>
                <a:lnTo>
                  <a:pt x="3637537" y="122269"/>
                </a:lnTo>
                <a:lnTo>
                  <a:pt x="3637096" y="122196"/>
                </a:lnTo>
                <a:lnTo>
                  <a:pt x="3636653" y="122141"/>
                </a:lnTo>
                <a:lnTo>
                  <a:pt x="3636211" y="122102"/>
                </a:lnTo>
                <a:lnTo>
                  <a:pt x="3635773" y="122076"/>
                </a:lnTo>
                <a:lnTo>
                  <a:pt x="3635342" y="122060"/>
                </a:lnTo>
                <a:lnTo>
                  <a:pt x="3634920" y="122052"/>
                </a:lnTo>
                <a:lnTo>
                  <a:pt x="3634510" y="122049"/>
                </a:lnTo>
                <a:lnTo>
                  <a:pt x="3634116" y="122048"/>
                </a:lnTo>
                <a:lnTo>
                  <a:pt x="3625632" y="122048"/>
                </a:lnTo>
                <a:lnTo>
                  <a:pt x="3625632" y="77386"/>
                </a:lnTo>
                <a:lnTo>
                  <a:pt x="3625581" y="75013"/>
                </a:lnTo>
                <a:lnTo>
                  <a:pt x="3625430" y="72754"/>
                </a:lnTo>
                <a:lnTo>
                  <a:pt x="3625180" y="70610"/>
                </a:lnTo>
                <a:lnTo>
                  <a:pt x="3624833" y="68578"/>
                </a:lnTo>
                <a:lnTo>
                  <a:pt x="3624392" y="66657"/>
                </a:lnTo>
                <a:lnTo>
                  <a:pt x="3623858" y="64846"/>
                </a:lnTo>
                <a:lnTo>
                  <a:pt x="3623233" y="63144"/>
                </a:lnTo>
                <a:lnTo>
                  <a:pt x="3622519" y="61549"/>
                </a:lnTo>
                <a:lnTo>
                  <a:pt x="3621718" y="60061"/>
                </a:lnTo>
                <a:lnTo>
                  <a:pt x="3620832" y="58677"/>
                </a:lnTo>
                <a:lnTo>
                  <a:pt x="3619863" y="57398"/>
                </a:lnTo>
                <a:lnTo>
                  <a:pt x="3618813" y="56221"/>
                </a:lnTo>
                <a:lnTo>
                  <a:pt x="3617683" y="55145"/>
                </a:lnTo>
                <a:lnTo>
                  <a:pt x="3616476" y="54170"/>
                </a:lnTo>
                <a:lnTo>
                  <a:pt x="3615193" y="53293"/>
                </a:lnTo>
                <a:lnTo>
                  <a:pt x="3613837" y="52513"/>
                </a:lnTo>
                <a:lnTo>
                  <a:pt x="3612409" y="51831"/>
                </a:lnTo>
                <a:lnTo>
                  <a:pt x="3610912" y="51243"/>
                </a:lnTo>
                <a:lnTo>
                  <a:pt x="3609347" y="50749"/>
                </a:lnTo>
                <a:lnTo>
                  <a:pt x="3607715" y="50347"/>
                </a:lnTo>
                <a:lnTo>
                  <a:pt x="3606020" y="50037"/>
                </a:lnTo>
                <a:lnTo>
                  <a:pt x="3604263" y="49817"/>
                </a:lnTo>
                <a:lnTo>
                  <a:pt x="3602446" y="49686"/>
                </a:lnTo>
                <a:lnTo>
                  <a:pt x="3600571" y="49643"/>
                </a:lnTo>
                <a:lnTo>
                  <a:pt x="3598979" y="49676"/>
                </a:lnTo>
                <a:lnTo>
                  <a:pt x="3597431" y="49774"/>
                </a:lnTo>
                <a:lnTo>
                  <a:pt x="3595927" y="49932"/>
                </a:lnTo>
                <a:lnTo>
                  <a:pt x="3594469" y="50146"/>
                </a:lnTo>
                <a:lnTo>
                  <a:pt x="3593057" y="50411"/>
                </a:lnTo>
                <a:lnTo>
                  <a:pt x="3591690" y="50725"/>
                </a:lnTo>
                <a:lnTo>
                  <a:pt x="3590370" y="51082"/>
                </a:lnTo>
                <a:lnTo>
                  <a:pt x="3589096" y="51479"/>
                </a:lnTo>
                <a:lnTo>
                  <a:pt x="3587869" y="51911"/>
                </a:lnTo>
                <a:lnTo>
                  <a:pt x="3586689" y="52375"/>
                </a:lnTo>
                <a:lnTo>
                  <a:pt x="3585557" y="52866"/>
                </a:lnTo>
                <a:lnTo>
                  <a:pt x="3584473" y="53380"/>
                </a:lnTo>
                <a:lnTo>
                  <a:pt x="3583436" y="53913"/>
                </a:lnTo>
                <a:lnTo>
                  <a:pt x="3582449" y="54461"/>
                </a:lnTo>
                <a:lnTo>
                  <a:pt x="3581510" y="55020"/>
                </a:lnTo>
                <a:lnTo>
                  <a:pt x="3580620" y="55586"/>
                </a:lnTo>
                <a:lnTo>
                  <a:pt x="3579780" y="56154"/>
                </a:lnTo>
                <a:lnTo>
                  <a:pt x="3578989" y="56721"/>
                </a:lnTo>
                <a:lnTo>
                  <a:pt x="3578249" y="57283"/>
                </a:lnTo>
                <a:lnTo>
                  <a:pt x="3577560" y="57835"/>
                </a:lnTo>
                <a:lnTo>
                  <a:pt x="3576921" y="58373"/>
                </a:lnTo>
                <a:lnTo>
                  <a:pt x="3576333" y="58893"/>
                </a:lnTo>
                <a:lnTo>
                  <a:pt x="3575797" y="59391"/>
                </a:lnTo>
                <a:lnTo>
                  <a:pt x="3575313" y="59863"/>
                </a:lnTo>
                <a:lnTo>
                  <a:pt x="3575312" y="59106"/>
                </a:lnTo>
                <a:lnTo>
                  <a:pt x="3575309" y="58383"/>
                </a:lnTo>
                <a:lnTo>
                  <a:pt x="3575298" y="57694"/>
                </a:lnTo>
                <a:lnTo>
                  <a:pt x="3575277" y="57039"/>
                </a:lnTo>
                <a:lnTo>
                  <a:pt x="3575243" y="56417"/>
                </a:lnTo>
                <a:lnTo>
                  <a:pt x="3575193" y="55829"/>
                </a:lnTo>
                <a:lnTo>
                  <a:pt x="3575122" y="55274"/>
                </a:lnTo>
                <a:lnTo>
                  <a:pt x="3575027" y="54753"/>
                </a:lnTo>
                <a:lnTo>
                  <a:pt x="3574906" y="54264"/>
                </a:lnTo>
                <a:lnTo>
                  <a:pt x="3574755" y="53809"/>
                </a:lnTo>
                <a:lnTo>
                  <a:pt x="3574571" y="53385"/>
                </a:lnTo>
                <a:lnTo>
                  <a:pt x="3574349" y="52995"/>
                </a:lnTo>
                <a:lnTo>
                  <a:pt x="3574088" y="52636"/>
                </a:lnTo>
                <a:lnTo>
                  <a:pt x="3573783" y="52310"/>
                </a:lnTo>
                <a:lnTo>
                  <a:pt x="3573431" y="52015"/>
                </a:lnTo>
                <a:lnTo>
                  <a:pt x="3573028" y="51753"/>
                </a:lnTo>
                <a:lnTo>
                  <a:pt x="3572573" y="51522"/>
                </a:lnTo>
                <a:lnTo>
                  <a:pt x="3572060" y="51322"/>
                </a:lnTo>
                <a:lnTo>
                  <a:pt x="3571487" y="51153"/>
                </a:lnTo>
                <a:lnTo>
                  <a:pt x="3570851" y="51016"/>
                </a:lnTo>
                <a:lnTo>
                  <a:pt x="3570148" y="50909"/>
                </a:lnTo>
                <a:lnTo>
                  <a:pt x="3569374" y="50833"/>
                </a:lnTo>
                <a:lnTo>
                  <a:pt x="3568527" y="50788"/>
                </a:lnTo>
                <a:lnTo>
                  <a:pt x="3567603" y="50773"/>
                </a:lnTo>
                <a:lnTo>
                  <a:pt x="3553529" y="50773"/>
                </a:lnTo>
                <a:lnTo>
                  <a:pt x="3553135" y="50773"/>
                </a:lnTo>
                <a:lnTo>
                  <a:pt x="3552725" y="50776"/>
                </a:lnTo>
                <a:lnTo>
                  <a:pt x="3552304" y="50784"/>
                </a:lnTo>
                <a:lnTo>
                  <a:pt x="3551872" y="50800"/>
                </a:lnTo>
                <a:lnTo>
                  <a:pt x="3551434" y="50827"/>
                </a:lnTo>
                <a:lnTo>
                  <a:pt x="3550992" y="50866"/>
                </a:lnTo>
                <a:lnTo>
                  <a:pt x="3550549" y="50921"/>
                </a:lnTo>
                <a:lnTo>
                  <a:pt x="3550108" y="50994"/>
                </a:lnTo>
                <a:lnTo>
                  <a:pt x="3549672" y="51088"/>
                </a:lnTo>
                <a:lnTo>
                  <a:pt x="3549243" y="51205"/>
                </a:lnTo>
                <a:lnTo>
                  <a:pt x="3548825" y="51348"/>
                </a:lnTo>
                <a:lnTo>
                  <a:pt x="3548420" y="51520"/>
                </a:lnTo>
                <a:lnTo>
                  <a:pt x="3548031" y="51723"/>
                </a:lnTo>
                <a:lnTo>
                  <a:pt x="3547660" y="51959"/>
                </a:lnTo>
                <a:lnTo>
                  <a:pt x="3547312" y="52232"/>
                </a:lnTo>
                <a:lnTo>
                  <a:pt x="3546988" y="52544"/>
                </a:lnTo>
                <a:lnTo>
                  <a:pt x="3546692" y="52897"/>
                </a:lnTo>
                <a:lnTo>
                  <a:pt x="3546426" y="53295"/>
                </a:lnTo>
                <a:lnTo>
                  <a:pt x="3546193" y="53739"/>
                </a:lnTo>
                <a:lnTo>
                  <a:pt x="3545996" y="54232"/>
                </a:lnTo>
                <a:lnTo>
                  <a:pt x="3545838" y="54778"/>
                </a:lnTo>
                <a:lnTo>
                  <a:pt x="3545721" y="55377"/>
                </a:lnTo>
                <a:lnTo>
                  <a:pt x="3545649" y="56034"/>
                </a:lnTo>
                <a:lnTo>
                  <a:pt x="3545625" y="56751"/>
                </a:lnTo>
                <a:lnTo>
                  <a:pt x="3545650" y="57444"/>
                </a:lnTo>
                <a:lnTo>
                  <a:pt x="3545725" y="58080"/>
                </a:lnTo>
                <a:lnTo>
                  <a:pt x="3545845" y="58660"/>
                </a:lnTo>
                <a:lnTo>
                  <a:pt x="3546008" y="59188"/>
                </a:lnTo>
                <a:lnTo>
                  <a:pt x="3546211" y="59665"/>
                </a:lnTo>
                <a:lnTo>
                  <a:pt x="3546450" y="60095"/>
                </a:lnTo>
                <a:lnTo>
                  <a:pt x="3546722" y="60479"/>
                </a:lnTo>
                <a:lnTo>
                  <a:pt x="3547024" y="60821"/>
                </a:lnTo>
                <a:lnTo>
                  <a:pt x="3547353" y="61123"/>
                </a:lnTo>
                <a:lnTo>
                  <a:pt x="3547705" y="61387"/>
                </a:lnTo>
                <a:lnTo>
                  <a:pt x="3548078" y="61616"/>
                </a:lnTo>
                <a:lnTo>
                  <a:pt x="3548468" y="61812"/>
                </a:lnTo>
                <a:lnTo>
                  <a:pt x="3548872" y="61978"/>
                </a:lnTo>
                <a:lnTo>
                  <a:pt x="3549287" y="62116"/>
                </a:lnTo>
                <a:lnTo>
                  <a:pt x="3549710" y="62230"/>
                </a:lnTo>
                <a:lnTo>
                  <a:pt x="3550137" y="62321"/>
                </a:lnTo>
                <a:lnTo>
                  <a:pt x="3550566" y="62391"/>
                </a:lnTo>
                <a:lnTo>
                  <a:pt x="3550992" y="62444"/>
                </a:lnTo>
                <a:lnTo>
                  <a:pt x="3551414" y="62482"/>
                </a:lnTo>
                <a:lnTo>
                  <a:pt x="3551827" y="62508"/>
                </a:lnTo>
                <a:lnTo>
                  <a:pt x="3552229" y="62523"/>
                </a:lnTo>
                <a:lnTo>
                  <a:pt x="3552617" y="62531"/>
                </a:lnTo>
                <a:lnTo>
                  <a:pt x="3552986" y="62534"/>
                </a:lnTo>
                <a:lnTo>
                  <a:pt x="3553335" y="62535"/>
                </a:lnTo>
                <a:lnTo>
                  <a:pt x="3562013" y="62535"/>
                </a:lnTo>
                <a:lnTo>
                  <a:pt x="3562013" y="122048"/>
                </a:lnTo>
                <a:lnTo>
                  <a:pt x="3553529" y="122048"/>
                </a:lnTo>
                <a:lnTo>
                  <a:pt x="3553135" y="122049"/>
                </a:lnTo>
                <a:lnTo>
                  <a:pt x="3552725" y="122052"/>
                </a:lnTo>
                <a:lnTo>
                  <a:pt x="3552304" y="122060"/>
                </a:lnTo>
                <a:lnTo>
                  <a:pt x="3551872" y="122076"/>
                </a:lnTo>
                <a:lnTo>
                  <a:pt x="3551434" y="122102"/>
                </a:lnTo>
                <a:lnTo>
                  <a:pt x="3550992" y="122141"/>
                </a:lnTo>
                <a:lnTo>
                  <a:pt x="3550549" y="122196"/>
                </a:lnTo>
                <a:lnTo>
                  <a:pt x="3550108" y="122269"/>
                </a:lnTo>
                <a:lnTo>
                  <a:pt x="3549672" y="122363"/>
                </a:lnTo>
                <a:lnTo>
                  <a:pt x="3549243" y="122480"/>
                </a:lnTo>
                <a:lnTo>
                  <a:pt x="3548825" y="122623"/>
                </a:lnTo>
                <a:lnTo>
                  <a:pt x="3548420" y="122795"/>
                </a:lnTo>
                <a:lnTo>
                  <a:pt x="3548031" y="122998"/>
                </a:lnTo>
                <a:lnTo>
                  <a:pt x="3547660" y="123234"/>
                </a:lnTo>
                <a:lnTo>
                  <a:pt x="3547312" y="123507"/>
                </a:lnTo>
                <a:lnTo>
                  <a:pt x="3546988" y="123818"/>
                </a:lnTo>
                <a:lnTo>
                  <a:pt x="3546692" y="124172"/>
                </a:lnTo>
                <a:lnTo>
                  <a:pt x="3546426" y="124569"/>
                </a:lnTo>
                <a:lnTo>
                  <a:pt x="3546193" y="125013"/>
                </a:lnTo>
                <a:lnTo>
                  <a:pt x="3545996" y="125506"/>
                </a:lnTo>
                <a:lnTo>
                  <a:pt x="3545838" y="126051"/>
                </a:lnTo>
                <a:lnTo>
                  <a:pt x="3545721" y="126650"/>
                </a:lnTo>
                <a:lnTo>
                  <a:pt x="3545649" y="127307"/>
                </a:lnTo>
                <a:lnTo>
                  <a:pt x="3545625" y="128023"/>
                </a:lnTo>
                <a:lnTo>
                  <a:pt x="3545650" y="128717"/>
                </a:lnTo>
                <a:lnTo>
                  <a:pt x="3545725" y="129352"/>
                </a:lnTo>
                <a:lnTo>
                  <a:pt x="3545845" y="129932"/>
                </a:lnTo>
                <a:lnTo>
                  <a:pt x="3546008" y="130460"/>
                </a:lnTo>
                <a:lnTo>
                  <a:pt x="3546211" y="130937"/>
                </a:lnTo>
                <a:lnTo>
                  <a:pt x="3546450" y="131367"/>
                </a:lnTo>
                <a:lnTo>
                  <a:pt x="3546722" y="131752"/>
                </a:lnTo>
                <a:lnTo>
                  <a:pt x="3547024" y="132093"/>
                </a:lnTo>
                <a:lnTo>
                  <a:pt x="3547353" y="132395"/>
                </a:lnTo>
                <a:lnTo>
                  <a:pt x="3547705" y="132659"/>
                </a:lnTo>
                <a:lnTo>
                  <a:pt x="3548078" y="132888"/>
                </a:lnTo>
                <a:lnTo>
                  <a:pt x="3548468" y="133084"/>
                </a:lnTo>
                <a:lnTo>
                  <a:pt x="3548872" y="133250"/>
                </a:lnTo>
                <a:lnTo>
                  <a:pt x="3549287" y="133389"/>
                </a:lnTo>
                <a:lnTo>
                  <a:pt x="3549710" y="133502"/>
                </a:lnTo>
                <a:lnTo>
                  <a:pt x="3550137" y="133593"/>
                </a:lnTo>
                <a:lnTo>
                  <a:pt x="3550566" y="133664"/>
                </a:lnTo>
                <a:lnTo>
                  <a:pt x="3550992" y="133717"/>
                </a:lnTo>
                <a:lnTo>
                  <a:pt x="3551414" y="133755"/>
                </a:lnTo>
                <a:lnTo>
                  <a:pt x="3551827" y="133780"/>
                </a:lnTo>
                <a:lnTo>
                  <a:pt x="3552229" y="133796"/>
                </a:lnTo>
                <a:lnTo>
                  <a:pt x="3552617" y="133804"/>
                </a:lnTo>
                <a:lnTo>
                  <a:pt x="3552986" y="133807"/>
                </a:lnTo>
                <a:lnTo>
                  <a:pt x="3553335" y="133807"/>
                </a:lnTo>
                <a:lnTo>
                  <a:pt x="3583991" y="133807"/>
                </a:lnTo>
                <a:lnTo>
                  <a:pt x="3584340" y="133807"/>
                </a:lnTo>
                <a:lnTo>
                  <a:pt x="3584710" y="133804"/>
                </a:lnTo>
                <a:lnTo>
                  <a:pt x="3585097" y="133796"/>
                </a:lnTo>
                <a:lnTo>
                  <a:pt x="3585499" y="133780"/>
                </a:lnTo>
                <a:lnTo>
                  <a:pt x="3585912" y="133755"/>
                </a:lnTo>
                <a:lnTo>
                  <a:pt x="3586334" y="133717"/>
                </a:lnTo>
                <a:lnTo>
                  <a:pt x="3586761" y="133664"/>
                </a:lnTo>
                <a:lnTo>
                  <a:pt x="3587189" y="133593"/>
                </a:lnTo>
                <a:lnTo>
                  <a:pt x="3587616" y="133502"/>
                </a:lnTo>
                <a:lnTo>
                  <a:pt x="3588039" y="133389"/>
                </a:lnTo>
                <a:lnTo>
                  <a:pt x="3588454" y="133250"/>
                </a:lnTo>
                <a:lnTo>
                  <a:pt x="3588858" y="133084"/>
                </a:lnTo>
                <a:lnTo>
                  <a:pt x="3589248" y="132888"/>
                </a:lnTo>
                <a:lnTo>
                  <a:pt x="3589621" y="132659"/>
                </a:lnTo>
                <a:lnTo>
                  <a:pt x="3589973" y="132395"/>
                </a:lnTo>
                <a:lnTo>
                  <a:pt x="3590302" y="132093"/>
                </a:lnTo>
                <a:lnTo>
                  <a:pt x="3590604" y="131752"/>
                </a:lnTo>
                <a:lnTo>
                  <a:pt x="3590876" y="131367"/>
                </a:lnTo>
                <a:lnTo>
                  <a:pt x="3591115" y="130937"/>
                </a:lnTo>
                <a:lnTo>
                  <a:pt x="3591318" y="130460"/>
                </a:lnTo>
                <a:lnTo>
                  <a:pt x="3591481" y="129932"/>
                </a:lnTo>
                <a:lnTo>
                  <a:pt x="3591601" y="129352"/>
                </a:lnTo>
                <a:lnTo>
                  <a:pt x="3591676" y="128717"/>
                </a:lnTo>
                <a:lnTo>
                  <a:pt x="3591702" y="128023"/>
                </a:lnTo>
                <a:lnTo>
                  <a:pt x="3591677" y="127307"/>
                </a:lnTo>
                <a:lnTo>
                  <a:pt x="3591605" y="126650"/>
                </a:lnTo>
                <a:lnTo>
                  <a:pt x="3591489" y="126051"/>
                </a:lnTo>
                <a:lnTo>
                  <a:pt x="3591330" y="125506"/>
                </a:lnTo>
                <a:lnTo>
                  <a:pt x="3591133" y="125013"/>
                </a:lnTo>
                <a:lnTo>
                  <a:pt x="3590901" y="124569"/>
                </a:lnTo>
                <a:lnTo>
                  <a:pt x="3590634" y="124172"/>
                </a:lnTo>
                <a:lnTo>
                  <a:pt x="3590338" y="123818"/>
                </a:lnTo>
                <a:lnTo>
                  <a:pt x="3590014" y="123507"/>
                </a:lnTo>
                <a:lnTo>
                  <a:pt x="3589666" y="123234"/>
                </a:lnTo>
                <a:lnTo>
                  <a:pt x="3589296" y="122998"/>
                </a:lnTo>
                <a:lnTo>
                  <a:pt x="3588907" y="122795"/>
                </a:lnTo>
                <a:lnTo>
                  <a:pt x="3588501" y="122623"/>
                </a:lnTo>
                <a:lnTo>
                  <a:pt x="3588083" y="122480"/>
                </a:lnTo>
                <a:lnTo>
                  <a:pt x="3587654" y="122363"/>
                </a:lnTo>
                <a:lnTo>
                  <a:pt x="3587218" y="122269"/>
                </a:lnTo>
                <a:lnTo>
                  <a:pt x="3586777" y="122196"/>
                </a:lnTo>
                <a:lnTo>
                  <a:pt x="3586334" y="122141"/>
                </a:lnTo>
                <a:lnTo>
                  <a:pt x="3585892" y="122102"/>
                </a:lnTo>
                <a:lnTo>
                  <a:pt x="3585454" y="122076"/>
                </a:lnTo>
                <a:lnTo>
                  <a:pt x="3585023" y="122060"/>
                </a:lnTo>
                <a:lnTo>
                  <a:pt x="3584601" y="122052"/>
                </a:lnTo>
                <a:lnTo>
                  <a:pt x="3584191" y="122049"/>
                </a:lnTo>
                <a:lnTo>
                  <a:pt x="3583797" y="122048"/>
                </a:lnTo>
                <a:lnTo>
                  <a:pt x="3575313" y="122048"/>
                </a:lnTo>
                <a:lnTo>
                  <a:pt x="3575313" y="87959"/>
                </a:lnTo>
                <a:lnTo>
                  <a:pt x="3575386" y="85616"/>
                </a:lnTo>
                <a:lnTo>
                  <a:pt x="3575599" y="83396"/>
                </a:lnTo>
                <a:lnTo>
                  <a:pt x="3575945" y="81295"/>
                </a:lnTo>
                <a:lnTo>
                  <a:pt x="3576415" y="79313"/>
                </a:lnTo>
                <a:lnTo>
                  <a:pt x="3577002" y="77446"/>
                </a:lnTo>
                <a:lnTo>
                  <a:pt x="3577696" y="75694"/>
                </a:lnTo>
                <a:lnTo>
                  <a:pt x="3578490" y="74055"/>
                </a:lnTo>
                <a:lnTo>
                  <a:pt x="3579376" y="72525"/>
                </a:lnTo>
                <a:lnTo>
                  <a:pt x="3580346" y="71103"/>
                </a:lnTo>
                <a:lnTo>
                  <a:pt x="3581391" y="69788"/>
                </a:lnTo>
                <a:lnTo>
                  <a:pt x="3582504" y="68577"/>
                </a:lnTo>
                <a:lnTo>
                  <a:pt x="3583676" y="67468"/>
                </a:lnTo>
                <a:lnTo>
                  <a:pt x="3584899" y="66459"/>
                </a:lnTo>
                <a:lnTo>
                  <a:pt x="3586166" y="65549"/>
                </a:lnTo>
                <a:lnTo>
                  <a:pt x="3587467" y="64735"/>
                </a:lnTo>
                <a:lnTo>
                  <a:pt x="3588796" y="64014"/>
                </a:lnTo>
                <a:lnTo>
                  <a:pt x="3590143" y="63387"/>
                </a:lnTo>
                <a:lnTo>
                  <a:pt x="3591500" y="62849"/>
                </a:lnTo>
                <a:lnTo>
                  <a:pt x="3592860" y="62399"/>
                </a:lnTo>
                <a:lnTo>
                  <a:pt x="3594215" y="62036"/>
                </a:lnTo>
                <a:lnTo>
                  <a:pt x="3595556" y="61757"/>
                </a:lnTo>
                <a:lnTo>
                  <a:pt x="3596875" y="61560"/>
                </a:lnTo>
                <a:lnTo>
                  <a:pt x="3598164" y="61443"/>
                </a:lnTo>
                <a:lnTo>
                  <a:pt x="3599415" y="61405"/>
                </a:lnTo>
                <a:lnTo>
                  <a:pt x="3600653" y="61433"/>
                </a:lnTo>
                <a:lnTo>
                  <a:pt x="3601815" y="61518"/>
                </a:lnTo>
                <a:lnTo>
                  <a:pt x="3602903" y="61659"/>
                </a:lnTo>
                <a:lnTo>
                  <a:pt x="3603919" y="61858"/>
                </a:lnTo>
                <a:lnTo>
                  <a:pt x="3604865" y="62114"/>
                </a:lnTo>
                <a:lnTo>
                  <a:pt x="3605743" y="62428"/>
                </a:lnTo>
                <a:lnTo>
                  <a:pt x="3606555" y="62800"/>
                </a:lnTo>
                <a:lnTo>
                  <a:pt x="3607304" y="63231"/>
                </a:lnTo>
                <a:lnTo>
                  <a:pt x="3607991" y="63720"/>
                </a:lnTo>
                <a:lnTo>
                  <a:pt x="3608618" y="64269"/>
                </a:lnTo>
                <a:lnTo>
                  <a:pt x="3609189" y="64877"/>
                </a:lnTo>
                <a:lnTo>
                  <a:pt x="3609703" y="65545"/>
                </a:lnTo>
                <a:lnTo>
                  <a:pt x="3610165" y="66273"/>
                </a:lnTo>
                <a:lnTo>
                  <a:pt x="3610576" y="67062"/>
                </a:lnTo>
                <a:lnTo>
                  <a:pt x="3610937" y="67911"/>
                </a:lnTo>
                <a:lnTo>
                  <a:pt x="3611252" y="68822"/>
                </a:lnTo>
                <a:lnTo>
                  <a:pt x="3611521" y="69794"/>
                </a:lnTo>
                <a:lnTo>
                  <a:pt x="3611748" y="70828"/>
                </a:lnTo>
                <a:lnTo>
                  <a:pt x="3611934" y="71924"/>
                </a:lnTo>
                <a:lnTo>
                  <a:pt x="3612082" y="73082"/>
                </a:lnTo>
                <a:lnTo>
                  <a:pt x="3612193" y="74304"/>
                </a:lnTo>
                <a:lnTo>
                  <a:pt x="3612270" y="75588"/>
                </a:lnTo>
                <a:lnTo>
                  <a:pt x="3612315" y="76936"/>
                </a:lnTo>
                <a:lnTo>
                  <a:pt x="3612329" y="78348"/>
                </a:lnTo>
                <a:lnTo>
                  <a:pt x="3612329" y="122048"/>
                </a:lnTo>
                <a:lnTo>
                  <a:pt x="3604813" y="122048"/>
                </a:lnTo>
                <a:lnTo>
                  <a:pt x="3604419" y="122049"/>
                </a:lnTo>
                <a:lnTo>
                  <a:pt x="3604009" y="122052"/>
                </a:lnTo>
                <a:lnTo>
                  <a:pt x="3603587" y="122060"/>
                </a:lnTo>
                <a:lnTo>
                  <a:pt x="3603156" y="122076"/>
                </a:lnTo>
                <a:lnTo>
                  <a:pt x="3602718" y="122102"/>
                </a:lnTo>
                <a:lnTo>
                  <a:pt x="3602276" y="122141"/>
                </a:lnTo>
                <a:lnTo>
                  <a:pt x="3601833" y="122196"/>
                </a:lnTo>
                <a:lnTo>
                  <a:pt x="3601392" y="122269"/>
                </a:lnTo>
                <a:lnTo>
                  <a:pt x="3600956" y="122363"/>
                </a:lnTo>
                <a:lnTo>
                  <a:pt x="3600527" y="122480"/>
                </a:lnTo>
                <a:lnTo>
                  <a:pt x="3600109" y="122623"/>
                </a:lnTo>
                <a:lnTo>
                  <a:pt x="3599704" y="122795"/>
                </a:lnTo>
                <a:lnTo>
                  <a:pt x="3599315" y="122998"/>
                </a:lnTo>
                <a:lnTo>
                  <a:pt x="3598944" y="123234"/>
                </a:lnTo>
                <a:lnTo>
                  <a:pt x="3598596" y="123507"/>
                </a:lnTo>
                <a:lnTo>
                  <a:pt x="3598272" y="123818"/>
                </a:lnTo>
                <a:lnTo>
                  <a:pt x="3597976" y="124172"/>
                </a:lnTo>
                <a:lnTo>
                  <a:pt x="3597710" y="124569"/>
                </a:lnTo>
                <a:lnTo>
                  <a:pt x="3597477" y="125013"/>
                </a:lnTo>
                <a:lnTo>
                  <a:pt x="3597280" y="125506"/>
                </a:lnTo>
                <a:lnTo>
                  <a:pt x="3597122" y="126051"/>
                </a:lnTo>
                <a:lnTo>
                  <a:pt x="3597005" y="126650"/>
                </a:lnTo>
                <a:lnTo>
                  <a:pt x="3596933" y="127307"/>
                </a:lnTo>
                <a:lnTo>
                  <a:pt x="3596909" y="128023"/>
                </a:lnTo>
                <a:lnTo>
                  <a:pt x="3596935" y="128717"/>
                </a:lnTo>
                <a:lnTo>
                  <a:pt x="3597013" y="129352"/>
                </a:lnTo>
                <a:lnTo>
                  <a:pt x="3597137" y="129932"/>
                </a:lnTo>
                <a:lnTo>
                  <a:pt x="3597307" y="130460"/>
                </a:lnTo>
                <a:lnTo>
                  <a:pt x="3597516" y="130937"/>
                </a:lnTo>
                <a:lnTo>
                  <a:pt x="3597764" y="131367"/>
                </a:lnTo>
                <a:lnTo>
                  <a:pt x="3598045" y="131752"/>
                </a:lnTo>
                <a:lnTo>
                  <a:pt x="3598358" y="132093"/>
                </a:lnTo>
                <a:lnTo>
                  <a:pt x="3598698" y="132395"/>
                </a:lnTo>
                <a:lnTo>
                  <a:pt x="3599061" y="132659"/>
                </a:lnTo>
                <a:lnTo>
                  <a:pt x="3599446" y="132888"/>
                </a:lnTo>
                <a:lnTo>
                  <a:pt x="3599848" y="133084"/>
                </a:lnTo>
                <a:lnTo>
                  <a:pt x="3600264" y="133250"/>
                </a:lnTo>
                <a:lnTo>
                  <a:pt x="3600691" y="133389"/>
                </a:lnTo>
                <a:lnTo>
                  <a:pt x="3601125" y="133502"/>
                </a:lnTo>
                <a:lnTo>
                  <a:pt x="3601564" y="133593"/>
                </a:lnTo>
                <a:lnTo>
                  <a:pt x="3602002" y="133664"/>
                </a:lnTo>
                <a:lnTo>
                  <a:pt x="3602439" y="133717"/>
                </a:lnTo>
                <a:lnTo>
                  <a:pt x="3602869" y="133755"/>
                </a:lnTo>
                <a:lnTo>
                  <a:pt x="3603290" y="133780"/>
                </a:lnTo>
                <a:lnTo>
                  <a:pt x="3603698" y="133796"/>
                </a:lnTo>
                <a:lnTo>
                  <a:pt x="3604090" y="133804"/>
                </a:lnTo>
                <a:lnTo>
                  <a:pt x="3604463" y="133807"/>
                </a:lnTo>
                <a:lnTo>
                  <a:pt x="3604813" y="133807"/>
                </a:lnTo>
                <a:lnTo>
                  <a:pt x="3634310" y="133807"/>
                </a:lnTo>
                <a:lnTo>
                  <a:pt x="3634659" y="133807"/>
                </a:lnTo>
                <a:lnTo>
                  <a:pt x="3635029" y="133804"/>
                </a:lnTo>
                <a:lnTo>
                  <a:pt x="3635416" y="133796"/>
                </a:lnTo>
                <a:lnTo>
                  <a:pt x="3635818" y="133780"/>
                </a:lnTo>
                <a:lnTo>
                  <a:pt x="3636231" y="133755"/>
                </a:lnTo>
                <a:lnTo>
                  <a:pt x="3636653" y="133717"/>
                </a:lnTo>
                <a:lnTo>
                  <a:pt x="3637080" y="133664"/>
                </a:lnTo>
                <a:lnTo>
                  <a:pt x="3637508" y="133593"/>
                </a:lnTo>
                <a:lnTo>
                  <a:pt x="3637935" y="133502"/>
                </a:lnTo>
                <a:lnTo>
                  <a:pt x="3638358" y="133389"/>
                </a:lnTo>
                <a:lnTo>
                  <a:pt x="3638773" y="133250"/>
                </a:lnTo>
                <a:lnTo>
                  <a:pt x="3639177" y="133084"/>
                </a:lnTo>
                <a:lnTo>
                  <a:pt x="3639567" y="132888"/>
                </a:lnTo>
                <a:lnTo>
                  <a:pt x="3639940" y="132659"/>
                </a:lnTo>
                <a:lnTo>
                  <a:pt x="3640292" y="132395"/>
                </a:lnTo>
                <a:lnTo>
                  <a:pt x="3640621" y="132093"/>
                </a:lnTo>
                <a:lnTo>
                  <a:pt x="3640923" y="131752"/>
                </a:lnTo>
                <a:lnTo>
                  <a:pt x="3641195" y="131367"/>
                </a:lnTo>
                <a:lnTo>
                  <a:pt x="3641434" y="130937"/>
                </a:lnTo>
                <a:lnTo>
                  <a:pt x="3641637" y="130460"/>
                </a:lnTo>
                <a:lnTo>
                  <a:pt x="3641800" y="129932"/>
                </a:lnTo>
                <a:lnTo>
                  <a:pt x="3641920" y="129352"/>
                </a:lnTo>
                <a:lnTo>
                  <a:pt x="3641995" y="128717"/>
                </a:lnTo>
                <a:lnTo>
                  <a:pt x="3642021" y="128023"/>
                </a:lnTo>
                <a:lnTo>
                  <a:pt x="3641996" y="127307"/>
                </a:lnTo>
                <a:lnTo>
                  <a:pt x="3641924" y="126650"/>
                </a:lnTo>
                <a:lnTo>
                  <a:pt x="3641808" y="126051"/>
                </a:lnTo>
                <a:lnTo>
                  <a:pt x="3641649" y="125506"/>
                </a:lnTo>
                <a:lnTo>
                  <a:pt x="3641452" y="125013"/>
                </a:lnTo>
                <a:lnTo>
                  <a:pt x="3641220" y="124569"/>
                </a:lnTo>
                <a:close/>
                <a:moveTo>
                  <a:pt x="4142667" y="58104"/>
                </a:moveTo>
                <a:lnTo>
                  <a:pt x="4142406" y="57448"/>
                </a:lnTo>
                <a:lnTo>
                  <a:pt x="4142086" y="56785"/>
                </a:lnTo>
                <a:lnTo>
                  <a:pt x="4141703" y="56121"/>
                </a:lnTo>
                <a:lnTo>
                  <a:pt x="4141251" y="55461"/>
                </a:lnTo>
                <a:lnTo>
                  <a:pt x="4140725" y="54811"/>
                </a:lnTo>
                <a:lnTo>
                  <a:pt x="4140121" y="54175"/>
                </a:lnTo>
                <a:lnTo>
                  <a:pt x="4139434" y="53559"/>
                </a:lnTo>
                <a:lnTo>
                  <a:pt x="4138659" y="52969"/>
                </a:lnTo>
                <a:lnTo>
                  <a:pt x="4137790" y="52409"/>
                </a:lnTo>
                <a:lnTo>
                  <a:pt x="4136823" y="51886"/>
                </a:lnTo>
                <a:lnTo>
                  <a:pt x="4135753" y="51404"/>
                </a:lnTo>
                <a:lnTo>
                  <a:pt x="4134575" y="50969"/>
                </a:lnTo>
                <a:lnTo>
                  <a:pt x="4133285" y="50586"/>
                </a:lnTo>
                <a:lnTo>
                  <a:pt x="4131876" y="50261"/>
                </a:lnTo>
                <a:lnTo>
                  <a:pt x="4130344" y="49999"/>
                </a:lnTo>
                <a:lnTo>
                  <a:pt x="4128685" y="49805"/>
                </a:lnTo>
                <a:lnTo>
                  <a:pt x="4126893" y="49684"/>
                </a:lnTo>
                <a:lnTo>
                  <a:pt x="4124964" y="49643"/>
                </a:lnTo>
                <a:lnTo>
                  <a:pt x="4123721" y="49661"/>
                </a:lnTo>
                <a:lnTo>
                  <a:pt x="4122455" y="49718"/>
                </a:lnTo>
                <a:lnTo>
                  <a:pt x="4121167" y="49816"/>
                </a:lnTo>
                <a:lnTo>
                  <a:pt x="4119857" y="49956"/>
                </a:lnTo>
                <a:lnTo>
                  <a:pt x="4118529" y="50142"/>
                </a:lnTo>
                <a:lnTo>
                  <a:pt x="4117185" y="50375"/>
                </a:lnTo>
                <a:lnTo>
                  <a:pt x="4115825" y="50658"/>
                </a:lnTo>
                <a:lnTo>
                  <a:pt x="4114452" y="50993"/>
                </a:lnTo>
                <a:lnTo>
                  <a:pt x="4113067" y="51382"/>
                </a:lnTo>
                <a:lnTo>
                  <a:pt x="4111673" y="51828"/>
                </a:lnTo>
                <a:lnTo>
                  <a:pt x="4110272" y="52332"/>
                </a:lnTo>
                <a:lnTo>
                  <a:pt x="4108864" y="52897"/>
                </a:lnTo>
                <a:lnTo>
                  <a:pt x="4107453" y="53526"/>
                </a:lnTo>
                <a:lnTo>
                  <a:pt x="4106039" y="54220"/>
                </a:lnTo>
                <a:lnTo>
                  <a:pt x="4104625" y="54982"/>
                </a:lnTo>
                <a:lnTo>
                  <a:pt x="4103213" y="55814"/>
                </a:lnTo>
                <a:lnTo>
                  <a:pt x="4101804" y="56718"/>
                </a:lnTo>
                <a:lnTo>
                  <a:pt x="4100400" y="57697"/>
                </a:lnTo>
                <a:lnTo>
                  <a:pt x="4099003" y="58752"/>
                </a:lnTo>
                <a:lnTo>
                  <a:pt x="4097615" y="59887"/>
                </a:lnTo>
                <a:lnTo>
                  <a:pt x="4096238" y="61103"/>
                </a:lnTo>
                <a:lnTo>
                  <a:pt x="4094873" y="62403"/>
                </a:lnTo>
                <a:lnTo>
                  <a:pt x="4093523" y="63788"/>
                </a:lnTo>
                <a:lnTo>
                  <a:pt x="4092189" y="65262"/>
                </a:lnTo>
                <a:lnTo>
                  <a:pt x="4092189" y="58707"/>
                </a:lnTo>
                <a:lnTo>
                  <a:pt x="4092183" y="57978"/>
                </a:lnTo>
                <a:lnTo>
                  <a:pt x="4092163" y="57290"/>
                </a:lnTo>
                <a:lnTo>
                  <a:pt x="4092127" y="56642"/>
                </a:lnTo>
                <a:lnTo>
                  <a:pt x="4092073" y="56035"/>
                </a:lnTo>
                <a:lnTo>
                  <a:pt x="4092000" y="55466"/>
                </a:lnTo>
                <a:lnTo>
                  <a:pt x="4091906" y="54934"/>
                </a:lnTo>
                <a:lnTo>
                  <a:pt x="4091788" y="54440"/>
                </a:lnTo>
                <a:lnTo>
                  <a:pt x="4091646" y="53981"/>
                </a:lnTo>
                <a:lnTo>
                  <a:pt x="4091477" y="53558"/>
                </a:lnTo>
                <a:lnTo>
                  <a:pt x="4091279" y="53169"/>
                </a:lnTo>
                <a:lnTo>
                  <a:pt x="4091051" y="52812"/>
                </a:lnTo>
                <a:lnTo>
                  <a:pt x="4090790" y="52488"/>
                </a:lnTo>
                <a:lnTo>
                  <a:pt x="4090496" y="52195"/>
                </a:lnTo>
                <a:lnTo>
                  <a:pt x="4090165" y="51933"/>
                </a:lnTo>
                <a:lnTo>
                  <a:pt x="4089797" y="51700"/>
                </a:lnTo>
                <a:lnTo>
                  <a:pt x="4089389" y="51495"/>
                </a:lnTo>
                <a:lnTo>
                  <a:pt x="4088939" y="51318"/>
                </a:lnTo>
                <a:lnTo>
                  <a:pt x="4088446" y="51168"/>
                </a:lnTo>
                <a:lnTo>
                  <a:pt x="4087908" y="51043"/>
                </a:lnTo>
                <a:lnTo>
                  <a:pt x="4087323" y="50943"/>
                </a:lnTo>
                <a:lnTo>
                  <a:pt x="4086689" y="50867"/>
                </a:lnTo>
                <a:lnTo>
                  <a:pt x="4086005" y="50814"/>
                </a:lnTo>
                <a:lnTo>
                  <a:pt x="4085267" y="50783"/>
                </a:lnTo>
                <a:lnTo>
                  <a:pt x="4084476" y="50773"/>
                </a:lnTo>
                <a:lnTo>
                  <a:pt x="4063269" y="50773"/>
                </a:lnTo>
                <a:lnTo>
                  <a:pt x="4062898" y="50773"/>
                </a:lnTo>
                <a:lnTo>
                  <a:pt x="4062510" y="50776"/>
                </a:lnTo>
                <a:lnTo>
                  <a:pt x="4062107" y="50784"/>
                </a:lnTo>
                <a:lnTo>
                  <a:pt x="4061693" y="50799"/>
                </a:lnTo>
                <a:lnTo>
                  <a:pt x="4061271" y="50825"/>
                </a:lnTo>
                <a:lnTo>
                  <a:pt x="4060844" y="50863"/>
                </a:lnTo>
                <a:lnTo>
                  <a:pt x="4060414" y="50916"/>
                </a:lnTo>
                <a:lnTo>
                  <a:pt x="4059984" y="50987"/>
                </a:lnTo>
                <a:lnTo>
                  <a:pt x="4059558" y="51078"/>
                </a:lnTo>
                <a:lnTo>
                  <a:pt x="4059138" y="51191"/>
                </a:lnTo>
                <a:lnTo>
                  <a:pt x="4058728" y="51330"/>
                </a:lnTo>
                <a:lnTo>
                  <a:pt x="4058329" y="51496"/>
                </a:lnTo>
                <a:lnTo>
                  <a:pt x="4057946" y="51692"/>
                </a:lnTo>
                <a:lnTo>
                  <a:pt x="4057580" y="51921"/>
                </a:lnTo>
                <a:lnTo>
                  <a:pt x="4057235" y="52186"/>
                </a:lnTo>
                <a:lnTo>
                  <a:pt x="4056915" y="52487"/>
                </a:lnTo>
                <a:lnTo>
                  <a:pt x="4056621" y="52829"/>
                </a:lnTo>
                <a:lnTo>
                  <a:pt x="4056356" y="53214"/>
                </a:lnTo>
                <a:lnTo>
                  <a:pt x="4056125" y="53644"/>
                </a:lnTo>
                <a:lnTo>
                  <a:pt x="4055929" y="54122"/>
                </a:lnTo>
                <a:lnTo>
                  <a:pt x="4055771" y="54649"/>
                </a:lnTo>
                <a:lnTo>
                  <a:pt x="4055655" y="55230"/>
                </a:lnTo>
                <a:lnTo>
                  <a:pt x="4055583" y="55866"/>
                </a:lnTo>
                <a:lnTo>
                  <a:pt x="4055558" y="56560"/>
                </a:lnTo>
                <a:lnTo>
                  <a:pt x="4055582" y="57276"/>
                </a:lnTo>
                <a:lnTo>
                  <a:pt x="4055651" y="57932"/>
                </a:lnTo>
                <a:lnTo>
                  <a:pt x="4055763" y="58532"/>
                </a:lnTo>
                <a:lnTo>
                  <a:pt x="4055915" y="59077"/>
                </a:lnTo>
                <a:lnTo>
                  <a:pt x="4056105" y="59570"/>
                </a:lnTo>
                <a:lnTo>
                  <a:pt x="4056330" y="60014"/>
                </a:lnTo>
                <a:lnTo>
                  <a:pt x="4056586" y="60411"/>
                </a:lnTo>
                <a:lnTo>
                  <a:pt x="4056872" y="60764"/>
                </a:lnTo>
                <a:lnTo>
                  <a:pt x="4057185" y="61076"/>
                </a:lnTo>
                <a:lnTo>
                  <a:pt x="4057522" y="61349"/>
                </a:lnTo>
                <a:lnTo>
                  <a:pt x="4057880" y="61585"/>
                </a:lnTo>
                <a:lnTo>
                  <a:pt x="4058257" y="61788"/>
                </a:lnTo>
                <a:lnTo>
                  <a:pt x="4058651" y="61959"/>
                </a:lnTo>
                <a:lnTo>
                  <a:pt x="4059057" y="62103"/>
                </a:lnTo>
                <a:lnTo>
                  <a:pt x="4059474" y="62220"/>
                </a:lnTo>
                <a:lnTo>
                  <a:pt x="4059899" y="62313"/>
                </a:lnTo>
                <a:lnTo>
                  <a:pt x="4060330" y="62386"/>
                </a:lnTo>
                <a:lnTo>
                  <a:pt x="4060763" y="62441"/>
                </a:lnTo>
                <a:lnTo>
                  <a:pt x="4061197" y="62481"/>
                </a:lnTo>
                <a:lnTo>
                  <a:pt x="4061627" y="62507"/>
                </a:lnTo>
                <a:lnTo>
                  <a:pt x="4062052" y="62523"/>
                </a:lnTo>
                <a:lnTo>
                  <a:pt x="4062469" y="62531"/>
                </a:lnTo>
                <a:lnTo>
                  <a:pt x="4062876" y="62534"/>
                </a:lnTo>
                <a:lnTo>
                  <a:pt x="4063269" y="62535"/>
                </a:lnTo>
                <a:lnTo>
                  <a:pt x="4078887" y="62535"/>
                </a:lnTo>
                <a:lnTo>
                  <a:pt x="4078887" y="122048"/>
                </a:lnTo>
                <a:lnTo>
                  <a:pt x="4063269" y="122048"/>
                </a:lnTo>
                <a:lnTo>
                  <a:pt x="4062898" y="122048"/>
                </a:lnTo>
                <a:lnTo>
                  <a:pt x="4062510" y="122051"/>
                </a:lnTo>
                <a:lnTo>
                  <a:pt x="4062107" y="122059"/>
                </a:lnTo>
                <a:lnTo>
                  <a:pt x="4061693" y="122075"/>
                </a:lnTo>
                <a:lnTo>
                  <a:pt x="4061271" y="122100"/>
                </a:lnTo>
                <a:lnTo>
                  <a:pt x="4060844" y="122138"/>
                </a:lnTo>
                <a:lnTo>
                  <a:pt x="4060414" y="122192"/>
                </a:lnTo>
                <a:lnTo>
                  <a:pt x="4059984" y="122262"/>
                </a:lnTo>
                <a:lnTo>
                  <a:pt x="4059558" y="122353"/>
                </a:lnTo>
                <a:lnTo>
                  <a:pt x="4059138" y="122466"/>
                </a:lnTo>
                <a:lnTo>
                  <a:pt x="4058728" y="122605"/>
                </a:lnTo>
                <a:lnTo>
                  <a:pt x="4058329" y="122771"/>
                </a:lnTo>
                <a:lnTo>
                  <a:pt x="4057946" y="122967"/>
                </a:lnTo>
                <a:lnTo>
                  <a:pt x="4057580" y="123196"/>
                </a:lnTo>
                <a:lnTo>
                  <a:pt x="4057235" y="123460"/>
                </a:lnTo>
                <a:lnTo>
                  <a:pt x="4056915" y="123762"/>
                </a:lnTo>
                <a:lnTo>
                  <a:pt x="4056621" y="124104"/>
                </a:lnTo>
                <a:lnTo>
                  <a:pt x="4056356" y="124488"/>
                </a:lnTo>
                <a:lnTo>
                  <a:pt x="4056125" y="124918"/>
                </a:lnTo>
                <a:lnTo>
                  <a:pt x="4055929" y="125395"/>
                </a:lnTo>
                <a:lnTo>
                  <a:pt x="4055771" y="125923"/>
                </a:lnTo>
                <a:lnTo>
                  <a:pt x="4055655" y="126503"/>
                </a:lnTo>
                <a:lnTo>
                  <a:pt x="4055583" y="127139"/>
                </a:lnTo>
                <a:lnTo>
                  <a:pt x="4055558" y="127832"/>
                </a:lnTo>
                <a:lnTo>
                  <a:pt x="4055582" y="128548"/>
                </a:lnTo>
                <a:lnTo>
                  <a:pt x="4055651" y="129205"/>
                </a:lnTo>
                <a:lnTo>
                  <a:pt x="4055763" y="129804"/>
                </a:lnTo>
                <a:lnTo>
                  <a:pt x="4055915" y="130349"/>
                </a:lnTo>
                <a:lnTo>
                  <a:pt x="4056105" y="130842"/>
                </a:lnTo>
                <a:lnTo>
                  <a:pt x="4056330" y="131286"/>
                </a:lnTo>
                <a:lnTo>
                  <a:pt x="4056586" y="131684"/>
                </a:lnTo>
                <a:lnTo>
                  <a:pt x="4056872" y="132037"/>
                </a:lnTo>
                <a:lnTo>
                  <a:pt x="4057185" y="132348"/>
                </a:lnTo>
                <a:lnTo>
                  <a:pt x="4057522" y="132621"/>
                </a:lnTo>
                <a:lnTo>
                  <a:pt x="4057880" y="132858"/>
                </a:lnTo>
                <a:lnTo>
                  <a:pt x="4058257" y="133060"/>
                </a:lnTo>
                <a:lnTo>
                  <a:pt x="4058651" y="133232"/>
                </a:lnTo>
                <a:lnTo>
                  <a:pt x="4059057" y="133375"/>
                </a:lnTo>
                <a:lnTo>
                  <a:pt x="4059474" y="133492"/>
                </a:lnTo>
                <a:lnTo>
                  <a:pt x="4059899" y="133586"/>
                </a:lnTo>
                <a:lnTo>
                  <a:pt x="4060330" y="133659"/>
                </a:lnTo>
                <a:lnTo>
                  <a:pt x="4060763" y="133714"/>
                </a:lnTo>
                <a:lnTo>
                  <a:pt x="4061197" y="133753"/>
                </a:lnTo>
                <a:lnTo>
                  <a:pt x="4061627" y="133780"/>
                </a:lnTo>
                <a:lnTo>
                  <a:pt x="4062052" y="133795"/>
                </a:lnTo>
                <a:lnTo>
                  <a:pt x="4062469" y="133804"/>
                </a:lnTo>
                <a:lnTo>
                  <a:pt x="4062876" y="133807"/>
                </a:lnTo>
                <a:lnTo>
                  <a:pt x="4063269" y="133807"/>
                </a:lnTo>
                <a:lnTo>
                  <a:pt x="4113588" y="133807"/>
                </a:lnTo>
                <a:lnTo>
                  <a:pt x="4113960" y="133807"/>
                </a:lnTo>
                <a:lnTo>
                  <a:pt x="4114351" y="133804"/>
                </a:lnTo>
                <a:lnTo>
                  <a:pt x="4114758" y="133796"/>
                </a:lnTo>
                <a:lnTo>
                  <a:pt x="4115177" y="133780"/>
                </a:lnTo>
                <a:lnTo>
                  <a:pt x="4115607" y="133755"/>
                </a:lnTo>
                <a:lnTo>
                  <a:pt x="4116043" y="133717"/>
                </a:lnTo>
                <a:lnTo>
                  <a:pt x="4116482" y="133664"/>
                </a:lnTo>
                <a:lnTo>
                  <a:pt x="4116922" y="133593"/>
                </a:lnTo>
                <a:lnTo>
                  <a:pt x="4117360" y="133502"/>
                </a:lnTo>
                <a:lnTo>
                  <a:pt x="4117791" y="133389"/>
                </a:lnTo>
                <a:lnTo>
                  <a:pt x="4118214" y="133250"/>
                </a:lnTo>
                <a:lnTo>
                  <a:pt x="4118624" y="133084"/>
                </a:lnTo>
                <a:lnTo>
                  <a:pt x="4119020" y="132888"/>
                </a:lnTo>
                <a:lnTo>
                  <a:pt x="4119397" y="132659"/>
                </a:lnTo>
                <a:lnTo>
                  <a:pt x="4119754" y="132395"/>
                </a:lnTo>
                <a:lnTo>
                  <a:pt x="4120086" y="132093"/>
                </a:lnTo>
                <a:lnTo>
                  <a:pt x="4120390" y="131752"/>
                </a:lnTo>
                <a:lnTo>
                  <a:pt x="4120664" y="131367"/>
                </a:lnTo>
                <a:lnTo>
                  <a:pt x="4120904" y="130937"/>
                </a:lnTo>
                <a:lnTo>
                  <a:pt x="4121108" y="130460"/>
                </a:lnTo>
                <a:lnTo>
                  <a:pt x="4121271" y="129932"/>
                </a:lnTo>
                <a:lnTo>
                  <a:pt x="4121392" y="129352"/>
                </a:lnTo>
                <a:lnTo>
                  <a:pt x="4121467" y="128717"/>
                </a:lnTo>
                <a:lnTo>
                  <a:pt x="4121492" y="128023"/>
                </a:lnTo>
                <a:lnTo>
                  <a:pt x="4121467" y="127307"/>
                </a:lnTo>
                <a:lnTo>
                  <a:pt x="4121392" y="126650"/>
                </a:lnTo>
                <a:lnTo>
                  <a:pt x="4121271" y="126051"/>
                </a:lnTo>
                <a:lnTo>
                  <a:pt x="4121108" y="125506"/>
                </a:lnTo>
                <a:lnTo>
                  <a:pt x="4120904" y="125013"/>
                </a:lnTo>
                <a:lnTo>
                  <a:pt x="4120664" y="124569"/>
                </a:lnTo>
                <a:lnTo>
                  <a:pt x="4120390" y="124172"/>
                </a:lnTo>
                <a:lnTo>
                  <a:pt x="4120086" y="123818"/>
                </a:lnTo>
                <a:lnTo>
                  <a:pt x="4119754" y="123507"/>
                </a:lnTo>
                <a:lnTo>
                  <a:pt x="4119397" y="123234"/>
                </a:lnTo>
                <a:lnTo>
                  <a:pt x="4119020" y="122998"/>
                </a:lnTo>
                <a:lnTo>
                  <a:pt x="4118624" y="122795"/>
                </a:lnTo>
                <a:lnTo>
                  <a:pt x="4118214" y="122623"/>
                </a:lnTo>
                <a:lnTo>
                  <a:pt x="4117791" y="122480"/>
                </a:lnTo>
                <a:lnTo>
                  <a:pt x="4117360" y="122363"/>
                </a:lnTo>
                <a:lnTo>
                  <a:pt x="4116922" y="122269"/>
                </a:lnTo>
                <a:lnTo>
                  <a:pt x="4116482" y="122196"/>
                </a:lnTo>
                <a:lnTo>
                  <a:pt x="4116043" y="122141"/>
                </a:lnTo>
                <a:lnTo>
                  <a:pt x="4115607" y="122102"/>
                </a:lnTo>
                <a:lnTo>
                  <a:pt x="4115177" y="122076"/>
                </a:lnTo>
                <a:lnTo>
                  <a:pt x="4114758" y="122060"/>
                </a:lnTo>
                <a:lnTo>
                  <a:pt x="4114351" y="122052"/>
                </a:lnTo>
                <a:lnTo>
                  <a:pt x="4113960" y="122049"/>
                </a:lnTo>
                <a:lnTo>
                  <a:pt x="4113588" y="122048"/>
                </a:lnTo>
                <a:lnTo>
                  <a:pt x="4092189" y="122048"/>
                </a:lnTo>
                <a:lnTo>
                  <a:pt x="4092189" y="97974"/>
                </a:lnTo>
                <a:lnTo>
                  <a:pt x="4092249" y="95716"/>
                </a:lnTo>
                <a:lnTo>
                  <a:pt x="4092427" y="93461"/>
                </a:lnTo>
                <a:lnTo>
                  <a:pt x="4092723" y="91218"/>
                </a:lnTo>
                <a:lnTo>
                  <a:pt x="4093140" y="88995"/>
                </a:lnTo>
                <a:lnTo>
                  <a:pt x="4093675" y="86800"/>
                </a:lnTo>
                <a:lnTo>
                  <a:pt x="4094331" y="84642"/>
                </a:lnTo>
                <a:lnTo>
                  <a:pt x="4095106" y="82528"/>
                </a:lnTo>
                <a:lnTo>
                  <a:pt x="4096002" y="80467"/>
                </a:lnTo>
                <a:lnTo>
                  <a:pt x="4097018" y="78468"/>
                </a:lnTo>
                <a:lnTo>
                  <a:pt x="4098155" y="76537"/>
                </a:lnTo>
                <a:lnTo>
                  <a:pt x="4099413" y="74685"/>
                </a:lnTo>
                <a:lnTo>
                  <a:pt x="4100792" y="72918"/>
                </a:lnTo>
                <a:lnTo>
                  <a:pt x="4102292" y="71245"/>
                </a:lnTo>
                <a:lnTo>
                  <a:pt x="4103915" y="69674"/>
                </a:lnTo>
                <a:lnTo>
                  <a:pt x="4105659" y="68214"/>
                </a:lnTo>
                <a:lnTo>
                  <a:pt x="4107526" y="66873"/>
                </a:lnTo>
                <a:lnTo>
                  <a:pt x="4109515" y="65659"/>
                </a:lnTo>
                <a:lnTo>
                  <a:pt x="4111627" y="64580"/>
                </a:lnTo>
                <a:lnTo>
                  <a:pt x="4113862" y="63644"/>
                </a:lnTo>
                <a:lnTo>
                  <a:pt x="4116220" y="62860"/>
                </a:lnTo>
                <a:lnTo>
                  <a:pt x="4118702" y="62236"/>
                </a:lnTo>
                <a:lnTo>
                  <a:pt x="4121307" y="61780"/>
                </a:lnTo>
                <a:lnTo>
                  <a:pt x="4124037" y="61500"/>
                </a:lnTo>
                <a:lnTo>
                  <a:pt x="4126890" y="61405"/>
                </a:lnTo>
                <a:lnTo>
                  <a:pt x="4126931" y="61979"/>
                </a:lnTo>
                <a:lnTo>
                  <a:pt x="4127002" y="62544"/>
                </a:lnTo>
                <a:lnTo>
                  <a:pt x="4127105" y="63098"/>
                </a:lnTo>
                <a:lnTo>
                  <a:pt x="4127237" y="63640"/>
                </a:lnTo>
                <a:lnTo>
                  <a:pt x="4127399" y="64169"/>
                </a:lnTo>
                <a:lnTo>
                  <a:pt x="4127590" y="64683"/>
                </a:lnTo>
                <a:lnTo>
                  <a:pt x="4127809" y="65181"/>
                </a:lnTo>
                <a:lnTo>
                  <a:pt x="4128055" y="65662"/>
                </a:lnTo>
                <a:lnTo>
                  <a:pt x="4128328" y="66123"/>
                </a:lnTo>
                <a:lnTo>
                  <a:pt x="4128627" y="66565"/>
                </a:lnTo>
                <a:lnTo>
                  <a:pt x="4128952" y="66985"/>
                </a:lnTo>
                <a:lnTo>
                  <a:pt x="4129301" y="67383"/>
                </a:lnTo>
                <a:lnTo>
                  <a:pt x="4129675" y="67756"/>
                </a:lnTo>
                <a:lnTo>
                  <a:pt x="4130071" y="68104"/>
                </a:lnTo>
                <a:lnTo>
                  <a:pt x="4130491" y="68425"/>
                </a:lnTo>
                <a:lnTo>
                  <a:pt x="4130933" y="68718"/>
                </a:lnTo>
                <a:lnTo>
                  <a:pt x="4131396" y="68982"/>
                </a:lnTo>
                <a:lnTo>
                  <a:pt x="4131879" y="69215"/>
                </a:lnTo>
                <a:lnTo>
                  <a:pt x="4132383" y="69415"/>
                </a:lnTo>
                <a:lnTo>
                  <a:pt x="4132907" y="69583"/>
                </a:lnTo>
                <a:lnTo>
                  <a:pt x="4133449" y="69715"/>
                </a:lnTo>
                <a:lnTo>
                  <a:pt x="4134009" y="69811"/>
                </a:lnTo>
                <a:lnTo>
                  <a:pt x="4134586" y="69870"/>
                </a:lnTo>
                <a:lnTo>
                  <a:pt x="4135180" y="69890"/>
                </a:lnTo>
                <a:lnTo>
                  <a:pt x="4135708" y="69874"/>
                </a:lnTo>
                <a:lnTo>
                  <a:pt x="4136231" y="69826"/>
                </a:lnTo>
                <a:lnTo>
                  <a:pt x="4136746" y="69747"/>
                </a:lnTo>
                <a:lnTo>
                  <a:pt x="4137253" y="69637"/>
                </a:lnTo>
                <a:lnTo>
                  <a:pt x="4137750" y="69497"/>
                </a:lnTo>
                <a:lnTo>
                  <a:pt x="4138235" y="69326"/>
                </a:lnTo>
                <a:lnTo>
                  <a:pt x="4138708" y="69126"/>
                </a:lnTo>
                <a:lnTo>
                  <a:pt x="4139165" y="68897"/>
                </a:lnTo>
                <a:lnTo>
                  <a:pt x="4139607" y="68639"/>
                </a:lnTo>
                <a:lnTo>
                  <a:pt x="4140031" y="68352"/>
                </a:lnTo>
                <a:lnTo>
                  <a:pt x="4140436" y="68038"/>
                </a:lnTo>
                <a:lnTo>
                  <a:pt x="4140820" y="67696"/>
                </a:lnTo>
                <a:lnTo>
                  <a:pt x="4141183" y="67327"/>
                </a:lnTo>
                <a:lnTo>
                  <a:pt x="4141521" y="66931"/>
                </a:lnTo>
                <a:lnTo>
                  <a:pt x="4141835" y="66509"/>
                </a:lnTo>
                <a:lnTo>
                  <a:pt x="4142122" y="66062"/>
                </a:lnTo>
                <a:lnTo>
                  <a:pt x="4142381" y="65588"/>
                </a:lnTo>
                <a:lnTo>
                  <a:pt x="4142610" y="65090"/>
                </a:lnTo>
                <a:lnTo>
                  <a:pt x="4142808" y="64567"/>
                </a:lnTo>
                <a:lnTo>
                  <a:pt x="4142974" y="64020"/>
                </a:lnTo>
                <a:lnTo>
                  <a:pt x="4143105" y="63450"/>
                </a:lnTo>
                <a:lnTo>
                  <a:pt x="4143201" y="62856"/>
                </a:lnTo>
                <a:lnTo>
                  <a:pt x="4143259" y="62239"/>
                </a:lnTo>
                <a:lnTo>
                  <a:pt x="4143279" y="61599"/>
                </a:lnTo>
                <a:lnTo>
                  <a:pt x="4143266" y="61096"/>
                </a:lnTo>
                <a:lnTo>
                  <a:pt x="4143224" y="60554"/>
                </a:lnTo>
                <a:lnTo>
                  <a:pt x="4143148" y="59978"/>
                </a:lnTo>
                <a:lnTo>
                  <a:pt x="4143033" y="59374"/>
                </a:lnTo>
                <a:lnTo>
                  <a:pt x="4142875" y="58748"/>
                </a:lnTo>
                <a:lnTo>
                  <a:pt x="4142667" y="58104"/>
                </a:lnTo>
                <a:close/>
                <a:moveTo>
                  <a:pt x="4653374" y="124569"/>
                </a:moveTo>
                <a:lnTo>
                  <a:pt x="4653108" y="124172"/>
                </a:lnTo>
                <a:lnTo>
                  <a:pt x="4652812" y="123818"/>
                </a:lnTo>
                <a:lnTo>
                  <a:pt x="4652488" y="123507"/>
                </a:lnTo>
                <a:lnTo>
                  <a:pt x="4652140" y="123234"/>
                </a:lnTo>
                <a:lnTo>
                  <a:pt x="4651769" y="122998"/>
                </a:lnTo>
                <a:lnTo>
                  <a:pt x="4651380" y="122795"/>
                </a:lnTo>
                <a:lnTo>
                  <a:pt x="4650975" y="122623"/>
                </a:lnTo>
                <a:lnTo>
                  <a:pt x="4650557" y="122480"/>
                </a:lnTo>
                <a:lnTo>
                  <a:pt x="4650128" y="122363"/>
                </a:lnTo>
                <a:lnTo>
                  <a:pt x="4649692" y="122269"/>
                </a:lnTo>
                <a:lnTo>
                  <a:pt x="4649251" y="122196"/>
                </a:lnTo>
                <a:lnTo>
                  <a:pt x="4648808" y="122141"/>
                </a:lnTo>
                <a:lnTo>
                  <a:pt x="4648366" y="122102"/>
                </a:lnTo>
                <a:lnTo>
                  <a:pt x="4647928" y="122076"/>
                </a:lnTo>
                <a:lnTo>
                  <a:pt x="4647497" y="122060"/>
                </a:lnTo>
                <a:lnTo>
                  <a:pt x="4647075" y="122052"/>
                </a:lnTo>
                <a:lnTo>
                  <a:pt x="4646665" y="122049"/>
                </a:lnTo>
                <a:lnTo>
                  <a:pt x="4646271" y="122048"/>
                </a:lnTo>
                <a:lnTo>
                  <a:pt x="4637787" y="122048"/>
                </a:lnTo>
                <a:lnTo>
                  <a:pt x="4637787" y="77386"/>
                </a:lnTo>
                <a:lnTo>
                  <a:pt x="4637736" y="75013"/>
                </a:lnTo>
                <a:lnTo>
                  <a:pt x="4637585" y="72754"/>
                </a:lnTo>
                <a:lnTo>
                  <a:pt x="4637335" y="70610"/>
                </a:lnTo>
                <a:lnTo>
                  <a:pt x="4636988" y="68578"/>
                </a:lnTo>
                <a:lnTo>
                  <a:pt x="4636547" y="66657"/>
                </a:lnTo>
                <a:lnTo>
                  <a:pt x="4636013" y="64846"/>
                </a:lnTo>
                <a:lnTo>
                  <a:pt x="4635388" y="63144"/>
                </a:lnTo>
                <a:lnTo>
                  <a:pt x="4634674" y="61549"/>
                </a:lnTo>
                <a:lnTo>
                  <a:pt x="4633873" y="60061"/>
                </a:lnTo>
                <a:lnTo>
                  <a:pt x="4632987" y="58677"/>
                </a:lnTo>
                <a:lnTo>
                  <a:pt x="4632018" y="57398"/>
                </a:lnTo>
                <a:lnTo>
                  <a:pt x="4630967" y="56221"/>
                </a:lnTo>
                <a:lnTo>
                  <a:pt x="4629838" y="55145"/>
                </a:lnTo>
                <a:lnTo>
                  <a:pt x="4628631" y="54170"/>
                </a:lnTo>
                <a:lnTo>
                  <a:pt x="4627348" y="53293"/>
                </a:lnTo>
                <a:lnTo>
                  <a:pt x="4625992" y="52513"/>
                </a:lnTo>
                <a:lnTo>
                  <a:pt x="4624564" y="51831"/>
                </a:lnTo>
                <a:lnTo>
                  <a:pt x="4623067" y="51243"/>
                </a:lnTo>
                <a:lnTo>
                  <a:pt x="4621501" y="50749"/>
                </a:lnTo>
                <a:lnTo>
                  <a:pt x="4619870" y="50347"/>
                </a:lnTo>
                <a:lnTo>
                  <a:pt x="4618175" y="50037"/>
                </a:lnTo>
                <a:lnTo>
                  <a:pt x="4616418" y="49817"/>
                </a:lnTo>
                <a:lnTo>
                  <a:pt x="4614601" y="49686"/>
                </a:lnTo>
                <a:lnTo>
                  <a:pt x="4612726" y="49643"/>
                </a:lnTo>
                <a:lnTo>
                  <a:pt x="4611133" y="49676"/>
                </a:lnTo>
                <a:lnTo>
                  <a:pt x="4609585" y="49774"/>
                </a:lnTo>
                <a:lnTo>
                  <a:pt x="4608082" y="49932"/>
                </a:lnTo>
                <a:lnTo>
                  <a:pt x="4606624" y="50146"/>
                </a:lnTo>
                <a:lnTo>
                  <a:pt x="4605212" y="50411"/>
                </a:lnTo>
                <a:lnTo>
                  <a:pt x="4603845" y="50725"/>
                </a:lnTo>
                <a:lnTo>
                  <a:pt x="4602525" y="51082"/>
                </a:lnTo>
                <a:lnTo>
                  <a:pt x="4601251" y="51479"/>
                </a:lnTo>
                <a:lnTo>
                  <a:pt x="4600024" y="51911"/>
                </a:lnTo>
                <a:lnTo>
                  <a:pt x="4598844" y="52375"/>
                </a:lnTo>
                <a:lnTo>
                  <a:pt x="4597712" y="52866"/>
                </a:lnTo>
                <a:lnTo>
                  <a:pt x="4596627" y="53380"/>
                </a:lnTo>
                <a:lnTo>
                  <a:pt x="4595591" y="53913"/>
                </a:lnTo>
                <a:lnTo>
                  <a:pt x="4594603" y="54461"/>
                </a:lnTo>
                <a:lnTo>
                  <a:pt x="4593664" y="55020"/>
                </a:lnTo>
                <a:lnTo>
                  <a:pt x="4592775" y="55586"/>
                </a:lnTo>
                <a:lnTo>
                  <a:pt x="4591935" y="56154"/>
                </a:lnTo>
                <a:lnTo>
                  <a:pt x="4591144" y="56721"/>
                </a:lnTo>
                <a:lnTo>
                  <a:pt x="4590404" y="57283"/>
                </a:lnTo>
                <a:lnTo>
                  <a:pt x="4589714" y="57835"/>
                </a:lnTo>
                <a:lnTo>
                  <a:pt x="4589076" y="58373"/>
                </a:lnTo>
                <a:lnTo>
                  <a:pt x="4588488" y="58893"/>
                </a:lnTo>
                <a:lnTo>
                  <a:pt x="4587952" y="59391"/>
                </a:lnTo>
                <a:lnTo>
                  <a:pt x="4587468" y="59863"/>
                </a:lnTo>
                <a:lnTo>
                  <a:pt x="4587467" y="59106"/>
                </a:lnTo>
                <a:lnTo>
                  <a:pt x="4587463" y="58383"/>
                </a:lnTo>
                <a:lnTo>
                  <a:pt x="4587453" y="57694"/>
                </a:lnTo>
                <a:lnTo>
                  <a:pt x="4587432" y="57039"/>
                </a:lnTo>
                <a:lnTo>
                  <a:pt x="4587398" y="56417"/>
                </a:lnTo>
                <a:lnTo>
                  <a:pt x="4587347" y="55829"/>
                </a:lnTo>
                <a:lnTo>
                  <a:pt x="4587277" y="55274"/>
                </a:lnTo>
                <a:lnTo>
                  <a:pt x="4587182" y="54753"/>
                </a:lnTo>
                <a:lnTo>
                  <a:pt x="4587061" y="54264"/>
                </a:lnTo>
                <a:lnTo>
                  <a:pt x="4586910" y="53809"/>
                </a:lnTo>
                <a:lnTo>
                  <a:pt x="4586725" y="53385"/>
                </a:lnTo>
                <a:lnTo>
                  <a:pt x="4586504" y="52995"/>
                </a:lnTo>
                <a:lnTo>
                  <a:pt x="4586242" y="52636"/>
                </a:lnTo>
                <a:lnTo>
                  <a:pt x="4585937" y="52310"/>
                </a:lnTo>
                <a:lnTo>
                  <a:pt x="4585585" y="52015"/>
                </a:lnTo>
                <a:lnTo>
                  <a:pt x="4585183" y="51753"/>
                </a:lnTo>
                <a:lnTo>
                  <a:pt x="4584728" y="51522"/>
                </a:lnTo>
                <a:lnTo>
                  <a:pt x="4584215" y="51322"/>
                </a:lnTo>
                <a:lnTo>
                  <a:pt x="4583642" y="51153"/>
                </a:lnTo>
                <a:lnTo>
                  <a:pt x="4583006" y="51016"/>
                </a:lnTo>
                <a:lnTo>
                  <a:pt x="4582302" y="50909"/>
                </a:lnTo>
                <a:lnTo>
                  <a:pt x="4581529" y="50833"/>
                </a:lnTo>
                <a:lnTo>
                  <a:pt x="4580682" y="50788"/>
                </a:lnTo>
                <a:lnTo>
                  <a:pt x="4579757" y="50773"/>
                </a:lnTo>
                <a:lnTo>
                  <a:pt x="4565684" y="50773"/>
                </a:lnTo>
                <a:lnTo>
                  <a:pt x="4565290" y="50773"/>
                </a:lnTo>
                <a:lnTo>
                  <a:pt x="4564880" y="50776"/>
                </a:lnTo>
                <a:lnTo>
                  <a:pt x="4564458" y="50784"/>
                </a:lnTo>
                <a:lnTo>
                  <a:pt x="4564027" y="50800"/>
                </a:lnTo>
                <a:lnTo>
                  <a:pt x="4563589" y="50827"/>
                </a:lnTo>
                <a:lnTo>
                  <a:pt x="4563147" y="50866"/>
                </a:lnTo>
                <a:lnTo>
                  <a:pt x="4562704" y="50921"/>
                </a:lnTo>
                <a:lnTo>
                  <a:pt x="4562263" y="50994"/>
                </a:lnTo>
                <a:lnTo>
                  <a:pt x="4561827" y="51088"/>
                </a:lnTo>
                <a:lnTo>
                  <a:pt x="4561398" y="51205"/>
                </a:lnTo>
                <a:lnTo>
                  <a:pt x="4560980" y="51348"/>
                </a:lnTo>
                <a:lnTo>
                  <a:pt x="4560575" y="51520"/>
                </a:lnTo>
                <a:lnTo>
                  <a:pt x="4560185" y="51723"/>
                </a:lnTo>
                <a:lnTo>
                  <a:pt x="4559815" y="51959"/>
                </a:lnTo>
                <a:lnTo>
                  <a:pt x="4559467" y="52232"/>
                </a:lnTo>
                <a:lnTo>
                  <a:pt x="4559143" y="52544"/>
                </a:lnTo>
                <a:lnTo>
                  <a:pt x="4558847" y="52897"/>
                </a:lnTo>
                <a:lnTo>
                  <a:pt x="4558581" y="53295"/>
                </a:lnTo>
                <a:lnTo>
                  <a:pt x="4558348" y="53739"/>
                </a:lnTo>
                <a:lnTo>
                  <a:pt x="4558151" y="54232"/>
                </a:lnTo>
                <a:lnTo>
                  <a:pt x="4557993" y="54778"/>
                </a:lnTo>
                <a:lnTo>
                  <a:pt x="4557876" y="55377"/>
                </a:lnTo>
                <a:lnTo>
                  <a:pt x="4557804" y="56034"/>
                </a:lnTo>
                <a:lnTo>
                  <a:pt x="4557779" y="56751"/>
                </a:lnTo>
                <a:lnTo>
                  <a:pt x="4557805" y="57444"/>
                </a:lnTo>
                <a:lnTo>
                  <a:pt x="4557880" y="58080"/>
                </a:lnTo>
                <a:lnTo>
                  <a:pt x="4558000" y="58660"/>
                </a:lnTo>
                <a:lnTo>
                  <a:pt x="4558163" y="59188"/>
                </a:lnTo>
                <a:lnTo>
                  <a:pt x="4558366" y="59665"/>
                </a:lnTo>
                <a:lnTo>
                  <a:pt x="4558605" y="60095"/>
                </a:lnTo>
                <a:lnTo>
                  <a:pt x="4558877" y="60479"/>
                </a:lnTo>
                <a:lnTo>
                  <a:pt x="4559179" y="60821"/>
                </a:lnTo>
                <a:lnTo>
                  <a:pt x="4559508" y="61123"/>
                </a:lnTo>
                <a:lnTo>
                  <a:pt x="4559860" y="61387"/>
                </a:lnTo>
                <a:lnTo>
                  <a:pt x="4560233" y="61616"/>
                </a:lnTo>
                <a:lnTo>
                  <a:pt x="4560623" y="61812"/>
                </a:lnTo>
                <a:lnTo>
                  <a:pt x="4561027" y="61978"/>
                </a:lnTo>
                <a:lnTo>
                  <a:pt x="4561442" y="62116"/>
                </a:lnTo>
                <a:lnTo>
                  <a:pt x="4561865" y="62230"/>
                </a:lnTo>
                <a:lnTo>
                  <a:pt x="4562292" y="62321"/>
                </a:lnTo>
                <a:lnTo>
                  <a:pt x="4562720" y="62391"/>
                </a:lnTo>
                <a:lnTo>
                  <a:pt x="4563147" y="62444"/>
                </a:lnTo>
                <a:lnTo>
                  <a:pt x="4563569" y="62482"/>
                </a:lnTo>
                <a:lnTo>
                  <a:pt x="4563982" y="62508"/>
                </a:lnTo>
                <a:lnTo>
                  <a:pt x="4564384" y="62523"/>
                </a:lnTo>
                <a:lnTo>
                  <a:pt x="4564771" y="62531"/>
                </a:lnTo>
                <a:lnTo>
                  <a:pt x="4565141" y="62534"/>
                </a:lnTo>
                <a:lnTo>
                  <a:pt x="4565490" y="62535"/>
                </a:lnTo>
                <a:lnTo>
                  <a:pt x="4574168" y="62535"/>
                </a:lnTo>
                <a:lnTo>
                  <a:pt x="4574168" y="122048"/>
                </a:lnTo>
                <a:lnTo>
                  <a:pt x="4565684" y="122048"/>
                </a:lnTo>
                <a:lnTo>
                  <a:pt x="4565290" y="122049"/>
                </a:lnTo>
                <a:lnTo>
                  <a:pt x="4564880" y="122052"/>
                </a:lnTo>
                <a:lnTo>
                  <a:pt x="4564458" y="122060"/>
                </a:lnTo>
                <a:lnTo>
                  <a:pt x="4564027" y="122076"/>
                </a:lnTo>
                <a:lnTo>
                  <a:pt x="4563589" y="122102"/>
                </a:lnTo>
                <a:lnTo>
                  <a:pt x="4563147" y="122141"/>
                </a:lnTo>
                <a:lnTo>
                  <a:pt x="4562704" y="122196"/>
                </a:lnTo>
                <a:lnTo>
                  <a:pt x="4562263" y="122269"/>
                </a:lnTo>
                <a:lnTo>
                  <a:pt x="4561827" y="122363"/>
                </a:lnTo>
                <a:lnTo>
                  <a:pt x="4561398" y="122480"/>
                </a:lnTo>
                <a:lnTo>
                  <a:pt x="4560980" y="122623"/>
                </a:lnTo>
                <a:lnTo>
                  <a:pt x="4560575" y="122795"/>
                </a:lnTo>
                <a:lnTo>
                  <a:pt x="4560185" y="122998"/>
                </a:lnTo>
                <a:lnTo>
                  <a:pt x="4559815" y="123234"/>
                </a:lnTo>
                <a:lnTo>
                  <a:pt x="4559467" y="123507"/>
                </a:lnTo>
                <a:lnTo>
                  <a:pt x="4559143" y="123818"/>
                </a:lnTo>
                <a:lnTo>
                  <a:pt x="4558847" y="124172"/>
                </a:lnTo>
                <a:lnTo>
                  <a:pt x="4558581" y="124569"/>
                </a:lnTo>
                <a:lnTo>
                  <a:pt x="4558348" y="125013"/>
                </a:lnTo>
                <a:lnTo>
                  <a:pt x="4558151" y="125506"/>
                </a:lnTo>
                <a:lnTo>
                  <a:pt x="4557993" y="126051"/>
                </a:lnTo>
                <a:lnTo>
                  <a:pt x="4557876" y="126650"/>
                </a:lnTo>
                <a:lnTo>
                  <a:pt x="4557804" y="127307"/>
                </a:lnTo>
                <a:lnTo>
                  <a:pt x="4557779" y="128023"/>
                </a:lnTo>
                <a:lnTo>
                  <a:pt x="4557805" y="128717"/>
                </a:lnTo>
                <a:lnTo>
                  <a:pt x="4557880" y="129352"/>
                </a:lnTo>
                <a:lnTo>
                  <a:pt x="4558000" y="129932"/>
                </a:lnTo>
                <a:lnTo>
                  <a:pt x="4558163" y="130460"/>
                </a:lnTo>
                <a:lnTo>
                  <a:pt x="4558366" y="130937"/>
                </a:lnTo>
                <a:lnTo>
                  <a:pt x="4558605" y="131367"/>
                </a:lnTo>
                <a:lnTo>
                  <a:pt x="4558877" y="131752"/>
                </a:lnTo>
                <a:lnTo>
                  <a:pt x="4559179" y="132093"/>
                </a:lnTo>
                <a:lnTo>
                  <a:pt x="4559508" y="132395"/>
                </a:lnTo>
                <a:lnTo>
                  <a:pt x="4559860" y="132659"/>
                </a:lnTo>
                <a:lnTo>
                  <a:pt x="4560233" y="132888"/>
                </a:lnTo>
                <a:lnTo>
                  <a:pt x="4560623" y="133084"/>
                </a:lnTo>
                <a:lnTo>
                  <a:pt x="4561027" y="133250"/>
                </a:lnTo>
                <a:lnTo>
                  <a:pt x="4561442" y="133389"/>
                </a:lnTo>
                <a:lnTo>
                  <a:pt x="4561865" y="133502"/>
                </a:lnTo>
                <a:lnTo>
                  <a:pt x="4562292" y="133593"/>
                </a:lnTo>
                <a:lnTo>
                  <a:pt x="4562720" y="133664"/>
                </a:lnTo>
                <a:lnTo>
                  <a:pt x="4563147" y="133717"/>
                </a:lnTo>
                <a:lnTo>
                  <a:pt x="4563569" y="133755"/>
                </a:lnTo>
                <a:lnTo>
                  <a:pt x="4563982" y="133780"/>
                </a:lnTo>
                <a:lnTo>
                  <a:pt x="4564384" y="133796"/>
                </a:lnTo>
                <a:lnTo>
                  <a:pt x="4564771" y="133804"/>
                </a:lnTo>
                <a:lnTo>
                  <a:pt x="4565141" y="133807"/>
                </a:lnTo>
                <a:lnTo>
                  <a:pt x="4565490" y="133807"/>
                </a:lnTo>
                <a:lnTo>
                  <a:pt x="4596146" y="133807"/>
                </a:lnTo>
                <a:lnTo>
                  <a:pt x="4596495" y="133807"/>
                </a:lnTo>
                <a:lnTo>
                  <a:pt x="4596864" y="133804"/>
                </a:lnTo>
                <a:lnTo>
                  <a:pt x="4597252" y="133796"/>
                </a:lnTo>
                <a:lnTo>
                  <a:pt x="4597654" y="133780"/>
                </a:lnTo>
                <a:lnTo>
                  <a:pt x="4598067" y="133755"/>
                </a:lnTo>
                <a:lnTo>
                  <a:pt x="4598489" y="133717"/>
                </a:lnTo>
                <a:lnTo>
                  <a:pt x="4598915" y="133664"/>
                </a:lnTo>
                <a:lnTo>
                  <a:pt x="4599344" y="133593"/>
                </a:lnTo>
                <a:lnTo>
                  <a:pt x="4599771" y="133502"/>
                </a:lnTo>
                <a:lnTo>
                  <a:pt x="4600194" y="133389"/>
                </a:lnTo>
                <a:lnTo>
                  <a:pt x="4600609" y="133250"/>
                </a:lnTo>
                <a:lnTo>
                  <a:pt x="4601013" y="133084"/>
                </a:lnTo>
                <a:lnTo>
                  <a:pt x="4601403" y="132888"/>
                </a:lnTo>
                <a:lnTo>
                  <a:pt x="4601776" y="132659"/>
                </a:lnTo>
                <a:lnTo>
                  <a:pt x="4602128" y="132395"/>
                </a:lnTo>
                <a:lnTo>
                  <a:pt x="4602457" y="132093"/>
                </a:lnTo>
                <a:lnTo>
                  <a:pt x="4602759" y="131752"/>
                </a:lnTo>
                <a:lnTo>
                  <a:pt x="4603031" y="131367"/>
                </a:lnTo>
                <a:lnTo>
                  <a:pt x="4603270" y="130937"/>
                </a:lnTo>
                <a:lnTo>
                  <a:pt x="4603473" y="130460"/>
                </a:lnTo>
                <a:lnTo>
                  <a:pt x="4603636" y="129932"/>
                </a:lnTo>
                <a:lnTo>
                  <a:pt x="4603756" y="129352"/>
                </a:lnTo>
                <a:lnTo>
                  <a:pt x="4603831" y="128717"/>
                </a:lnTo>
                <a:lnTo>
                  <a:pt x="4603856" y="128023"/>
                </a:lnTo>
                <a:lnTo>
                  <a:pt x="4603832" y="127307"/>
                </a:lnTo>
                <a:lnTo>
                  <a:pt x="4603760" y="126650"/>
                </a:lnTo>
                <a:lnTo>
                  <a:pt x="4603643" y="126051"/>
                </a:lnTo>
                <a:lnTo>
                  <a:pt x="4603485" y="125506"/>
                </a:lnTo>
                <a:lnTo>
                  <a:pt x="4603288" y="125013"/>
                </a:lnTo>
                <a:lnTo>
                  <a:pt x="4603055" y="124569"/>
                </a:lnTo>
                <a:lnTo>
                  <a:pt x="4602789" y="124172"/>
                </a:lnTo>
                <a:lnTo>
                  <a:pt x="4602493" y="123818"/>
                </a:lnTo>
                <a:lnTo>
                  <a:pt x="4602169" y="123507"/>
                </a:lnTo>
                <a:lnTo>
                  <a:pt x="4601821" y="123234"/>
                </a:lnTo>
                <a:lnTo>
                  <a:pt x="4601450" y="122998"/>
                </a:lnTo>
                <a:lnTo>
                  <a:pt x="4601061" y="122795"/>
                </a:lnTo>
                <a:lnTo>
                  <a:pt x="4600656" y="122623"/>
                </a:lnTo>
                <a:lnTo>
                  <a:pt x="4600238" y="122480"/>
                </a:lnTo>
                <a:lnTo>
                  <a:pt x="4599809" y="122363"/>
                </a:lnTo>
                <a:lnTo>
                  <a:pt x="4599373" y="122269"/>
                </a:lnTo>
                <a:lnTo>
                  <a:pt x="4598932" y="122196"/>
                </a:lnTo>
                <a:lnTo>
                  <a:pt x="4598489" y="122141"/>
                </a:lnTo>
                <a:lnTo>
                  <a:pt x="4598047" y="122102"/>
                </a:lnTo>
                <a:lnTo>
                  <a:pt x="4597609" y="122076"/>
                </a:lnTo>
                <a:lnTo>
                  <a:pt x="4597178" y="122060"/>
                </a:lnTo>
                <a:lnTo>
                  <a:pt x="4596756" y="122052"/>
                </a:lnTo>
                <a:lnTo>
                  <a:pt x="4596346" y="122049"/>
                </a:lnTo>
                <a:lnTo>
                  <a:pt x="4595952" y="122048"/>
                </a:lnTo>
                <a:lnTo>
                  <a:pt x="4587468" y="122048"/>
                </a:lnTo>
                <a:lnTo>
                  <a:pt x="4587468" y="87959"/>
                </a:lnTo>
                <a:lnTo>
                  <a:pt x="4587541" y="85616"/>
                </a:lnTo>
                <a:lnTo>
                  <a:pt x="4587754" y="83396"/>
                </a:lnTo>
                <a:lnTo>
                  <a:pt x="4588100" y="81295"/>
                </a:lnTo>
                <a:lnTo>
                  <a:pt x="4588570" y="79313"/>
                </a:lnTo>
                <a:lnTo>
                  <a:pt x="4589156" y="77446"/>
                </a:lnTo>
                <a:lnTo>
                  <a:pt x="4589851" y="75694"/>
                </a:lnTo>
                <a:lnTo>
                  <a:pt x="4590645" y="74055"/>
                </a:lnTo>
                <a:lnTo>
                  <a:pt x="4591531" y="72525"/>
                </a:lnTo>
                <a:lnTo>
                  <a:pt x="4592501" y="71103"/>
                </a:lnTo>
                <a:lnTo>
                  <a:pt x="4593546" y="69788"/>
                </a:lnTo>
                <a:lnTo>
                  <a:pt x="4594659" y="68577"/>
                </a:lnTo>
                <a:lnTo>
                  <a:pt x="4595831" y="67468"/>
                </a:lnTo>
                <a:lnTo>
                  <a:pt x="4597054" y="66459"/>
                </a:lnTo>
                <a:lnTo>
                  <a:pt x="4598321" y="65549"/>
                </a:lnTo>
                <a:lnTo>
                  <a:pt x="4599622" y="64735"/>
                </a:lnTo>
                <a:lnTo>
                  <a:pt x="4600950" y="64014"/>
                </a:lnTo>
                <a:lnTo>
                  <a:pt x="4602297" y="63387"/>
                </a:lnTo>
                <a:lnTo>
                  <a:pt x="4603655" y="62849"/>
                </a:lnTo>
                <a:lnTo>
                  <a:pt x="4605015" y="62399"/>
                </a:lnTo>
                <a:lnTo>
                  <a:pt x="4606370" y="62036"/>
                </a:lnTo>
                <a:lnTo>
                  <a:pt x="4607711" y="61757"/>
                </a:lnTo>
                <a:lnTo>
                  <a:pt x="4609030" y="61560"/>
                </a:lnTo>
                <a:lnTo>
                  <a:pt x="4610319" y="61443"/>
                </a:lnTo>
                <a:lnTo>
                  <a:pt x="4611570" y="61405"/>
                </a:lnTo>
                <a:lnTo>
                  <a:pt x="4612808" y="61433"/>
                </a:lnTo>
                <a:lnTo>
                  <a:pt x="4613970" y="61518"/>
                </a:lnTo>
                <a:lnTo>
                  <a:pt x="4615058" y="61659"/>
                </a:lnTo>
                <a:lnTo>
                  <a:pt x="4616074" y="61858"/>
                </a:lnTo>
                <a:lnTo>
                  <a:pt x="4617020" y="62114"/>
                </a:lnTo>
                <a:lnTo>
                  <a:pt x="4617898" y="62428"/>
                </a:lnTo>
                <a:lnTo>
                  <a:pt x="4618710" y="62800"/>
                </a:lnTo>
                <a:lnTo>
                  <a:pt x="4619459" y="63231"/>
                </a:lnTo>
                <a:lnTo>
                  <a:pt x="4620146" y="63720"/>
                </a:lnTo>
                <a:lnTo>
                  <a:pt x="4620773" y="64269"/>
                </a:lnTo>
                <a:lnTo>
                  <a:pt x="4621343" y="64877"/>
                </a:lnTo>
                <a:lnTo>
                  <a:pt x="4621858" y="65545"/>
                </a:lnTo>
                <a:lnTo>
                  <a:pt x="4622320" y="66273"/>
                </a:lnTo>
                <a:lnTo>
                  <a:pt x="4622730" y="67062"/>
                </a:lnTo>
                <a:lnTo>
                  <a:pt x="4623092" y="67911"/>
                </a:lnTo>
                <a:lnTo>
                  <a:pt x="4623406" y="68822"/>
                </a:lnTo>
                <a:lnTo>
                  <a:pt x="4623676" y="69794"/>
                </a:lnTo>
                <a:lnTo>
                  <a:pt x="4623903" y="70828"/>
                </a:lnTo>
                <a:lnTo>
                  <a:pt x="4624089" y="71924"/>
                </a:lnTo>
                <a:lnTo>
                  <a:pt x="4624237" y="73082"/>
                </a:lnTo>
                <a:lnTo>
                  <a:pt x="4624348" y="74304"/>
                </a:lnTo>
                <a:lnTo>
                  <a:pt x="4624425" y="75588"/>
                </a:lnTo>
                <a:lnTo>
                  <a:pt x="4624470" y="76936"/>
                </a:lnTo>
                <a:lnTo>
                  <a:pt x="4624484" y="78348"/>
                </a:lnTo>
                <a:lnTo>
                  <a:pt x="4624484" y="122048"/>
                </a:lnTo>
                <a:lnTo>
                  <a:pt x="4616968" y="122048"/>
                </a:lnTo>
                <a:lnTo>
                  <a:pt x="4616574" y="122049"/>
                </a:lnTo>
                <a:lnTo>
                  <a:pt x="4616164" y="122052"/>
                </a:lnTo>
                <a:lnTo>
                  <a:pt x="4615742" y="122060"/>
                </a:lnTo>
                <a:lnTo>
                  <a:pt x="4615311" y="122076"/>
                </a:lnTo>
                <a:lnTo>
                  <a:pt x="4614873" y="122102"/>
                </a:lnTo>
                <a:lnTo>
                  <a:pt x="4614431" y="122141"/>
                </a:lnTo>
                <a:lnTo>
                  <a:pt x="4613988" y="122196"/>
                </a:lnTo>
                <a:lnTo>
                  <a:pt x="4613547" y="122269"/>
                </a:lnTo>
                <a:lnTo>
                  <a:pt x="4613111" y="122363"/>
                </a:lnTo>
                <a:lnTo>
                  <a:pt x="4612682" y="122480"/>
                </a:lnTo>
                <a:lnTo>
                  <a:pt x="4612264" y="122623"/>
                </a:lnTo>
                <a:lnTo>
                  <a:pt x="4611858" y="122795"/>
                </a:lnTo>
                <a:lnTo>
                  <a:pt x="4611469" y="122998"/>
                </a:lnTo>
                <a:lnTo>
                  <a:pt x="4611099" y="123234"/>
                </a:lnTo>
                <a:lnTo>
                  <a:pt x="4610751" y="123507"/>
                </a:lnTo>
                <a:lnTo>
                  <a:pt x="4610427" y="123818"/>
                </a:lnTo>
                <a:lnTo>
                  <a:pt x="4610131" y="124172"/>
                </a:lnTo>
                <a:lnTo>
                  <a:pt x="4609864" y="124569"/>
                </a:lnTo>
                <a:lnTo>
                  <a:pt x="4609632" y="125013"/>
                </a:lnTo>
                <a:lnTo>
                  <a:pt x="4609435" y="125506"/>
                </a:lnTo>
                <a:lnTo>
                  <a:pt x="4609276" y="126051"/>
                </a:lnTo>
                <a:lnTo>
                  <a:pt x="4609160" y="126650"/>
                </a:lnTo>
                <a:lnTo>
                  <a:pt x="4609088" y="127307"/>
                </a:lnTo>
                <a:lnTo>
                  <a:pt x="4609063" y="128023"/>
                </a:lnTo>
                <a:lnTo>
                  <a:pt x="4609090" y="128717"/>
                </a:lnTo>
                <a:lnTo>
                  <a:pt x="4609167" y="129352"/>
                </a:lnTo>
                <a:lnTo>
                  <a:pt x="4609292" y="129932"/>
                </a:lnTo>
                <a:lnTo>
                  <a:pt x="4609461" y="130460"/>
                </a:lnTo>
                <a:lnTo>
                  <a:pt x="4609671" y="130937"/>
                </a:lnTo>
                <a:lnTo>
                  <a:pt x="4609919" y="131367"/>
                </a:lnTo>
                <a:lnTo>
                  <a:pt x="4610200" y="131752"/>
                </a:lnTo>
                <a:lnTo>
                  <a:pt x="4610513" y="132093"/>
                </a:lnTo>
                <a:lnTo>
                  <a:pt x="4610852" y="132395"/>
                </a:lnTo>
                <a:lnTo>
                  <a:pt x="4611216" y="132659"/>
                </a:lnTo>
                <a:lnTo>
                  <a:pt x="4611601" y="132888"/>
                </a:lnTo>
                <a:lnTo>
                  <a:pt x="4612003" y="133084"/>
                </a:lnTo>
                <a:lnTo>
                  <a:pt x="4612419" y="133250"/>
                </a:lnTo>
                <a:lnTo>
                  <a:pt x="4612846" y="133389"/>
                </a:lnTo>
                <a:lnTo>
                  <a:pt x="4613280" y="133502"/>
                </a:lnTo>
                <a:lnTo>
                  <a:pt x="4613718" y="133593"/>
                </a:lnTo>
                <a:lnTo>
                  <a:pt x="4614157" y="133664"/>
                </a:lnTo>
                <a:lnTo>
                  <a:pt x="4614594" y="133717"/>
                </a:lnTo>
                <a:lnTo>
                  <a:pt x="4615024" y="133755"/>
                </a:lnTo>
                <a:lnTo>
                  <a:pt x="4615445" y="133780"/>
                </a:lnTo>
                <a:lnTo>
                  <a:pt x="4615853" y="133796"/>
                </a:lnTo>
                <a:lnTo>
                  <a:pt x="4616245" y="133804"/>
                </a:lnTo>
                <a:lnTo>
                  <a:pt x="4616618" y="133807"/>
                </a:lnTo>
                <a:lnTo>
                  <a:pt x="4616968" y="133807"/>
                </a:lnTo>
                <a:lnTo>
                  <a:pt x="4646465" y="133807"/>
                </a:lnTo>
                <a:lnTo>
                  <a:pt x="4646814" y="133807"/>
                </a:lnTo>
                <a:lnTo>
                  <a:pt x="4647183" y="133804"/>
                </a:lnTo>
                <a:lnTo>
                  <a:pt x="4647571" y="133796"/>
                </a:lnTo>
                <a:lnTo>
                  <a:pt x="4647973" y="133780"/>
                </a:lnTo>
                <a:lnTo>
                  <a:pt x="4648386" y="133755"/>
                </a:lnTo>
                <a:lnTo>
                  <a:pt x="4648808" y="133717"/>
                </a:lnTo>
                <a:lnTo>
                  <a:pt x="4649234" y="133664"/>
                </a:lnTo>
                <a:lnTo>
                  <a:pt x="4649663" y="133593"/>
                </a:lnTo>
                <a:lnTo>
                  <a:pt x="4650090" y="133502"/>
                </a:lnTo>
                <a:lnTo>
                  <a:pt x="4650513" y="133389"/>
                </a:lnTo>
                <a:lnTo>
                  <a:pt x="4650928" y="133250"/>
                </a:lnTo>
                <a:lnTo>
                  <a:pt x="4651332" y="133084"/>
                </a:lnTo>
                <a:lnTo>
                  <a:pt x="4651722" y="132888"/>
                </a:lnTo>
                <a:lnTo>
                  <a:pt x="4652095" y="132659"/>
                </a:lnTo>
                <a:lnTo>
                  <a:pt x="4652447" y="132395"/>
                </a:lnTo>
                <a:lnTo>
                  <a:pt x="4652776" y="132093"/>
                </a:lnTo>
                <a:lnTo>
                  <a:pt x="4653078" y="131752"/>
                </a:lnTo>
                <a:lnTo>
                  <a:pt x="4653350" y="131367"/>
                </a:lnTo>
                <a:lnTo>
                  <a:pt x="4653589" y="130937"/>
                </a:lnTo>
                <a:lnTo>
                  <a:pt x="4653792" y="130460"/>
                </a:lnTo>
                <a:lnTo>
                  <a:pt x="4653955" y="129932"/>
                </a:lnTo>
                <a:lnTo>
                  <a:pt x="4654075" y="129352"/>
                </a:lnTo>
                <a:lnTo>
                  <a:pt x="4654150" y="128717"/>
                </a:lnTo>
                <a:lnTo>
                  <a:pt x="4654175" y="128023"/>
                </a:lnTo>
                <a:lnTo>
                  <a:pt x="4654151" y="127307"/>
                </a:lnTo>
                <a:lnTo>
                  <a:pt x="4654079" y="126650"/>
                </a:lnTo>
                <a:lnTo>
                  <a:pt x="4653962" y="126051"/>
                </a:lnTo>
                <a:lnTo>
                  <a:pt x="4653804" y="125506"/>
                </a:lnTo>
                <a:lnTo>
                  <a:pt x="4653607" y="125013"/>
                </a:lnTo>
                <a:lnTo>
                  <a:pt x="4653374" y="124569"/>
                </a:lnTo>
                <a:close/>
                <a:moveTo>
                  <a:pt x="4856635" y="124569"/>
                </a:moveTo>
                <a:lnTo>
                  <a:pt x="4856372" y="124172"/>
                </a:lnTo>
                <a:lnTo>
                  <a:pt x="4856070" y="123818"/>
                </a:lnTo>
                <a:lnTo>
                  <a:pt x="4855730" y="123507"/>
                </a:lnTo>
                <a:lnTo>
                  <a:pt x="4855352" y="123234"/>
                </a:lnTo>
                <a:lnTo>
                  <a:pt x="4854937" y="122998"/>
                </a:lnTo>
                <a:lnTo>
                  <a:pt x="4854485" y="122795"/>
                </a:lnTo>
                <a:lnTo>
                  <a:pt x="4853997" y="122623"/>
                </a:lnTo>
                <a:lnTo>
                  <a:pt x="4853474" y="122480"/>
                </a:lnTo>
                <a:lnTo>
                  <a:pt x="4852915" y="122363"/>
                </a:lnTo>
                <a:lnTo>
                  <a:pt x="4852322" y="122269"/>
                </a:lnTo>
                <a:lnTo>
                  <a:pt x="4851694" y="122196"/>
                </a:lnTo>
                <a:lnTo>
                  <a:pt x="4851033" y="122141"/>
                </a:lnTo>
                <a:lnTo>
                  <a:pt x="4850339" y="122102"/>
                </a:lnTo>
                <a:lnTo>
                  <a:pt x="4849612" y="122076"/>
                </a:lnTo>
                <a:lnTo>
                  <a:pt x="4848853" y="122060"/>
                </a:lnTo>
                <a:lnTo>
                  <a:pt x="4848063" y="122052"/>
                </a:lnTo>
                <a:lnTo>
                  <a:pt x="4847241" y="122049"/>
                </a:lnTo>
                <a:lnTo>
                  <a:pt x="4846389" y="122048"/>
                </a:lnTo>
                <a:lnTo>
                  <a:pt x="4846389" y="75459"/>
                </a:lnTo>
                <a:lnTo>
                  <a:pt x="4846388" y="74886"/>
                </a:lnTo>
                <a:lnTo>
                  <a:pt x="4846379" y="74142"/>
                </a:lnTo>
                <a:lnTo>
                  <a:pt x="4846355" y="73244"/>
                </a:lnTo>
                <a:lnTo>
                  <a:pt x="4846309" y="72209"/>
                </a:lnTo>
                <a:lnTo>
                  <a:pt x="4846234" y="71056"/>
                </a:lnTo>
                <a:lnTo>
                  <a:pt x="4846121" y="69800"/>
                </a:lnTo>
                <a:lnTo>
                  <a:pt x="4845963" y="68461"/>
                </a:lnTo>
                <a:lnTo>
                  <a:pt x="4845753" y="67054"/>
                </a:lnTo>
                <a:lnTo>
                  <a:pt x="4845484" y="65598"/>
                </a:lnTo>
                <a:lnTo>
                  <a:pt x="4845148" y="64110"/>
                </a:lnTo>
                <a:lnTo>
                  <a:pt x="4844737" y="62607"/>
                </a:lnTo>
                <a:lnTo>
                  <a:pt x="4844244" y="61107"/>
                </a:lnTo>
                <a:lnTo>
                  <a:pt x="4843662" y="59627"/>
                </a:lnTo>
                <a:lnTo>
                  <a:pt x="4842983" y="58184"/>
                </a:lnTo>
                <a:lnTo>
                  <a:pt x="4842200" y="56796"/>
                </a:lnTo>
                <a:lnTo>
                  <a:pt x="4841305" y="55480"/>
                </a:lnTo>
                <a:lnTo>
                  <a:pt x="4840290" y="54254"/>
                </a:lnTo>
                <a:lnTo>
                  <a:pt x="4839150" y="53135"/>
                </a:lnTo>
                <a:lnTo>
                  <a:pt x="4837875" y="52141"/>
                </a:lnTo>
                <a:lnTo>
                  <a:pt x="4836459" y="51288"/>
                </a:lnTo>
                <a:lnTo>
                  <a:pt x="4834893" y="50594"/>
                </a:lnTo>
                <a:lnTo>
                  <a:pt x="4833172" y="50077"/>
                </a:lnTo>
                <a:lnTo>
                  <a:pt x="4831286" y="49754"/>
                </a:lnTo>
                <a:lnTo>
                  <a:pt x="4829229" y="49643"/>
                </a:lnTo>
                <a:lnTo>
                  <a:pt x="4828496" y="49656"/>
                </a:lnTo>
                <a:lnTo>
                  <a:pt x="4827742" y="49697"/>
                </a:lnTo>
                <a:lnTo>
                  <a:pt x="4826970" y="49765"/>
                </a:lnTo>
                <a:lnTo>
                  <a:pt x="4826182" y="49863"/>
                </a:lnTo>
                <a:lnTo>
                  <a:pt x="4825380" y="49992"/>
                </a:lnTo>
                <a:lnTo>
                  <a:pt x="4824566" y="50152"/>
                </a:lnTo>
                <a:lnTo>
                  <a:pt x="4823742" y="50345"/>
                </a:lnTo>
                <a:lnTo>
                  <a:pt x="4822910" y="50571"/>
                </a:lnTo>
                <a:lnTo>
                  <a:pt x="4822072" y="50833"/>
                </a:lnTo>
                <a:lnTo>
                  <a:pt x="4821230" y="51130"/>
                </a:lnTo>
                <a:lnTo>
                  <a:pt x="4820386" y="51464"/>
                </a:lnTo>
                <a:lnTo>
                  <a:pt x="4819542" y="51836"/>
                </a:lnTo>
                <a:lnTo>
                  <a:pt x="4818700" y="52248"/>
                </a:lnTo>
                <a:lnTo>
                  <a:pt x="4817862" y="52699"/>
                </a:lnTo>
                <a:lnTo>
                  <a:pt x="4817030" y="53192"/>
                </a:lnTo>
                <a:lnTo>
                  <a:pt x="4816205" y="53728"/>
                </a:lnTo>
                <a:lnTo>
                  <a:pt x="4815391" y="54307"/>
                </a:lnTo>
                <a:lnTo>
                  <a:pt x="4814590" y="54930"/>
                </a:lnTo>
                <a:lnTo>
                  <a:pt x="4813802" y="55600"/>
                </a:lnTo>
                <a:lnTo>
                  <a:pt x="4813030" y="56316"/>
                </a:lnTo>
                <a:lnTo>
                  <a:pt x="4812276" y="57079"/>
                </a:lnTo>
                <a:lnTo>
                  <a:pt x="4811542" y="57892"/>
                </a:lnTo>
                <a:lnTo>
                  <a:pt x="4810831" y="58755"/>
                </a:lnTo>
                <a:lnTo>
                  <a:pt x="4810143" y="59669"/>
                </a:lnTo>
                <a:lnTo>
                  <a:pt x="4809769" y="58866"/>
                </a:lnTo>
                <a:lnTo>
                  <a:pt x="4809369" y="58095"/>
                </a:lnTo>
                <a:lnTo>
                  <a:pt x="4808944" y="57357"/>
                </a:lnTo>
                <a:lnTo>
                  <a:pt x="4808496" y="56651"/>
                </a:lnTo>
                <a:lnTo>
                  <a:pt x="4808023" y="55978"/>
                </a:lnTo>
                <a:lnTo>
                  <a:pt x="4807529" y="55337"/>
                </a:lnTo>
                <a:lnTo>
                  <a:pt x="4807012" y="54730"/>
                </a:lnTo>
                <a:lnTo>
                  <a:pt x="4806473" y="54157"/>
                </a:lnTo>
                <a:lnTo>
                  <a:pt x="4805914" y="53616"/>
                </a:lnTo>
                <a:lnTo>
                  <a:pt x="4805335" y="53110"/>
                </a:lnTo>
                <a:lnTo>
                  <a:pt x="4804736" y="52637"/>
                </a:lnTo>
                <a:lnTo>
                  <a:pt x="4804119" y="52198"/>
                </a:lnTo>
                <a:lnTo>
                  <a:pt x="4803483" y="51793"/>
                </a:lnTo>
                <a:lnTo>
                  <a:pt x="4802830" y="51423"/>
                </a:lnTo>
                <a:lnTo>
                  <a:pt x="4802160" y="51087"/>
                </a:lnTo>
                <a:lnTo>
                  <a:pt x="4801475" y="50786"/>
                </a:lnTo>
                <a:lnTo>
                  <a:pt x="4800773" y="50519"/>
                </a:lnTo>
                <a:lnTo>
                  <a:pt x="4800058" y="50288"/>
                </a:lnTo>
                <a:lnTo>
                  <a:pt x="4799328" y="50091"/>
                </a:lnTo>
                <a:lnTo>
                  <a:pt x="4798584" y="49930"/>
                </a:lnTo>
                <a:lnTo>
                  <a:pt x="4797828" y="49805"/>
                </a:lnTo>
                <a:lnTo>
                  <a:pt x="4797060" y="49715"/>
                </a:lnTo>
                <a:lnTo>
                  <a:pt x="4796281" y="49661"/>
                </a:lnTo>
                <a:lnTo>
                  <a:pt x="4795490" y="49643"/>
                </a:lnTo>
                <a:lnTo>
                  <a:pt x="4794721" y="49657"/>
                </a:lnTo>
                <a:lnTo>
                  <a:pt x="4793957" y="49699"/>
                </a:lnTo>
                <a:lnTo>
                  <a:pt x="4793197" y="49767"/>
                </a:lnTo>
                <a:lnTo>
                  <a:pt x="4792442" y="49863"/>
                </a:lnTo>
                <a:lnTo>
                  <a:pt x="4791692" y="49984"/>
                </a:lnTo>
                <a:lnTo>
                  <a:pt x="4790948" y="50131"/>
                </a:lnTo>
                <a:lnTo>
                  <a:pt x="4790210" y="50303"/>
                </a:lnTo>
                <a:lnTo>
                  <a:pt x="4789478" y="50500"/>
                </a:lnTo>
                <a:lnTo>
                  <a:pt x="4788754" y="50721"/>
                </a:lnTo>
                <a:lnTo>
                  <a:pt x="4788036" y="50966"/>
                </a:lnTo>
                <a:lnTo>
                  <a:pt x="4787325" y="51233"/>
                </a:lnTo>
                <a:lnTo>
                  <a:pt x="4786622" y="51524"/>
                </a:lnTo>
                <a:lnTo>
                  <a:pt x="4785928" y="51836"/>
                </a:lnTo>
                <a:lnTo>
                  <a:pt x="4785241" y="52170"/>
                </a:lnTo>
                <a:lnTo>
                  <a:pt x="4784563" y="52525"/>
                </a:lnTo>
                <a:lnTo>
                  <a:pt x="4783895" y="52901"/>
                </a:lnTo>
                <a:lnTo>
                  <a:pt x="4783235" y="53296"/>
                </a:lnTo>
                <a:lnTo>
                  <a:pt x="4782586" y="53711"/>
                </a:lnTo>
                <a:lnTo>
                  <a:pt x="4781946" y="54146"/>
                </a:lnTo>
                <a:lnTo>
                  <a:pt x="4781317" y="54599"/>
                </a:lnTo>
                <a:lnTo>
                  <a:pt x="4780698" y="55070"/>
                </a:lnTo>
                <a:lnTo>
                  <a:pt x="4780091" y="55558"/>
                </a:lnTo>
                <a:lnTo>
                  <a:pt x="4779495" y="56064"/>
                </a:lnTo>
                <a:lnTo>
                  <a:pt x="4778910" y="56586"/>
                </a:lnTo>
                <a:lnTo>
                  <a:pt x="4778844" y="55889"/>
                </a:lnTo>
                <a:lnTo>
                  <a:pt x="4778744" y="55250"/>
                </a:lnTo>
                <a:lnTo>
                  <a:pt x="4778611" y="54667"/>
                </a:lnTo>
                <a:lnTo>
                  <a:pt x="4778446" y="54137"/>
                </a:lnTo>
                <a:lnTo>
                  <a:pt x="4778252" y="53657"/>
                </a:lnTo>
                <a:lnTo>
                  <a:pt x="4778031" y="53225"/>
                </a:lnTo>
                <a:lnTo>
                  <a:pt x="4777783" y="52839"/>
                </a:lnTo>
                <a:lnTo>
                  <a:pt x="4777511" y="52495"/>
                </a:lnTo>
                <a:lnTo>
                  <a:pt x="4777216" y="52192"/>
                </a:lnTo>
                <a:lnTo>
                  <a:pt x="4776900" y="51927"/>
                </a:lnTo>
                <a:lnTo>
                  <a:pt x="4776564" y="51697"/>
                </a:lnTo>
                <a:lnTo>
                  <a:pt x="4776211" y="51499"/>
                </a:lnTo>
                <a:lnTo>
                  <a:pt x="4775842" y="51332"/>
                </a:lnTo>
                <a:lnTo>
                  <a:pt x="4775458" y="51193"/>
                </a:lnTo>
                <a:lnTo>
                  <a:pt x="4775062" y="51079"/>
                </a:lnTo>
                <a:lnTo>
                  <a:pt x="4774654" y="50988"/>
                </a:lnTo>
                <a:lnTo>
                  <a:pt x="4774237" y="50917"/>
                </a:lnTo>
                <a:lnTo>
                  <a:pt x="4773813" y="50864"/>
                </a:lnTo>
                <a:lnTo>
                  <a:pt x="4773382" y="50825"/>
                </a:lnTo>
                <a:lnTo>
                  <a:pt x="4772947" y="50800"/>
                </a:lnTo>
                <a:lnTo>
                  <a:pt x="4772509" y="50784"/>
                </a:lnTo>
                <a:lnTo>
                  <a:pt x="4772071" y="50776"/>
                </a:lnTo>
                <a:lnTo>
                  <a:pt x="4771633" y="50773"/>
                </a:lnTo>
                <a:lnTo>
                  <a:pt x="4771197" y="50773"/>
                </a:lnTo>
                <a:lnTo>
                  <a:pt x="4765028" y="50773"/>
                </a:lnTo>
                <a:lnTo>
                  <a:pt x="4764656" y="50773"/>
                </a:lnTo>
                <a:lnTo>
                  <a:pt x="4764265" y="50776"/>
                </a:lnTo>
                <a:lnTo>
                  <a:pt x="4763858" y="50784"/>
                </a:lnTo>
                <a:lnTo>
                  <a:pt x="4763439" y="50799"/>
                </a:lnTo>
                <a:lnTo>
                  <a:pt x="4763009" y="50825"/>
                </a:lnTo>
                <a:lnTo>
                  <a:pt x="4762573" y="50863"/>
                </a:lnTo>
                <a:lnTo>
                  <a:pt x="4762134" y="50916"/>
                </a:lnTo>
                <a:lnTo>
                  <a:pt x="4761694" y="50987"/>
                </a:lnTo>
                <a:lnTo>
                  <a:pt x="4761256" y="51078"/>
                </a:lnTo>
                <a:lnTo>
                  <a:pt x="4760825" y="51191"/>
                </a:lnTo>
                <a:lnTo>
                  <a:pt x="4760402" y="51330"/>
                </a:lnTo>
                <a:lnTo>
                  <a:pt x="4759992" y="51496"/>
                </a:lnTo>
                <a:lnTo>
                  <a:pt x="4759596" y="51692"/>
                </a:lnTo>
                <a:lnTo>
                  <a:pt x="4759218" y="51921"/>
                </a:lnTo>
                <a:lnTo>
                  <a:pt x="4758862" y="52186"/>
                </a:lnTo>
                <a:lnTo>
                  <a:pt x="4758530" y="52487"/>
                </a:lnTo>
                <a:lnTo>
                  <a:pt x="4758226" y="52829"/>
                </a:lnTo>
                <a:lnTo>
                  <a:pt x="4757952" y="53214"/>
                </a:lnTo>
                <a:lnTo>
                  <a:pt x="4757712" y="53644"/>
                </a:lnTo>
                <a:lnTo>
                  <a:pt x="4757508" y="54122"/>
                </a:lnTo>
                <a:lnTo>
                  <a:pt x="4757345" y="54649"/>
                </a:lnTo>
                <a:lnTo>
                  <a:pt x="4757224" y="55230"/>
                </a:lnTo>
                <a:lnTo>
                  <a:pt x="4757149" y="55866"/>
                </a:lnTo>
                <a:lnTo>
                  <a:pt x="4757124" y="56560"/>
                </a:lnTo>
                <a:lnTo>
                  <a:pt x="4757145" y="57276"/>
                </a:lnTo>
                <a:lnTo>
                  <a:pt x="4757207" y="57932"/>
                </a:lnTo>
                <a:lnTo>
                  <a:pt x="4757311" y="58532"/>
                </a:lnTo>
                <a:lnTo>
                  <a:pt x="4757456" y="59077"/>
                </a:lnTo>
                <a:lnTo>
                  <a:pt x="4757641" y="59570"/>
                </a:lnTo>
                <a:lnTo>
                  <a:pt x="4757865" y="60014"/>
                </a:lnTo>
                <a:lnTo>
                  <a:pt x="4758129" y="60411"/>
                </a:lnTo>
                <a:lnTo>
                  <a:pt x="4758431" y="60764"/>
                </a:lnTo>
                <a:lnTo>
                  <a:pt x="4758771" y="61076"/>
                </a:lnTo>
                <a:lnTo>
                  <a:pt x="4759149" y="61349"/>
                </a:lnTo>
                <a:lnTo>
                  <a:pt x="4759565" y="61585"/>
                </a:lnTo>
                <a:lnTo>
                  <a:pt x="4760017" y="61788"/>
                </a:lnTo>
                <a:lnTo>
                  <a:pt x="4760505" y="61959"/>
                </a:lnTo>
                <a:lnTo>
                  <a:pt x="4761028" y="62103"/>
                </a:lnTo>
                <a:lnTo>
                  <a:pt x="4761587" y="62220"/>
                </a:lnTo>
                <a:lnTo>
                  <a:pt x="4762181" y="62313"/>
                </a:lnTo>
                <a:lnTo>
                  <a:pt x="4762808" y="62386"/>
                </a:lnTo>
                <a:lnTo>
                  <a:pt x="4763469" y="62441"/>
                </a:lnTo>
                <a:lnTo>
                  <a:pt x="4764164" y="62481"/>
                </a:lnTo>
                <a:lnTo>
                  <a:pt x="4764890" y="62507"/>
                </a:lnTo>
                <a:lnTo>
                  <a:pt x="4765649" y="62523"/>
                </a:lnTo>
                <a:lnTo>
                  <a:pt x="4766440" y="62531"/>
                </a:lnTo>
                <a:lnTo>
                  <a:pt x="4767262" y="62534"/>
                </a:lnTo>
                <a:lnTo>
                  <a:pt x="4768114" y="62535"/>
                </a:lnTo>
                <a:lnTo>
                  <a:pt x="4768114" y="122048"/>
                </a:lnTo>
                <a:lnTo>
                  <a:pt x="4767262" y="122049"/>
                </a:lnTo>
                <a:lnTo>
                  <a:pt x="4766440" y="122052"/>
                </a:lnTo>
                <a:lnTo>
                  <a:pt x="4765649" y="122060"/>
                </a:lnTo>
                <a:lnTo>
                  <a:pt x="4764890" y="122076"/>
                </a:lnTo>
                <a:lnTo>
                  <a:pt x="4764164" y="122102"/>
                </a:lnTo>
                <a:lnTo>
                  <a:pt x="4763469" y="122141"/>
                </a:lnTo>
                <a:lnTo>
                  <a:pt x="4762808" y="122196"/>
                </a:lnTo>
                <a:lnTo>
                  <a:pt x="4762181" y="122269"/>
                </a:lnTo>
                <a:lnTo>
                  <a:pt x="4761587" y="122363"/>
                </a:lnTo>
                <a:lnTo>
                  <a:pt x="4761028" y="122480"/>
                </a:lnTo>
                <a:lnTo>
                  <a:pt x="4760505" y="122623"/>
                </a:lnTo>
                <a:lnTo>
                  <a:pt x="4760017" y="122795"/>
                </a:lnTo>
                <a:lnTo>
                  <a:pt x="4759565" y="122998"/>
                </a:lnTo>
                <a:lnTo>
                  <a:pt x="4759149" y="123234"/>
                </a:lnTo>
                <a:lnTo>
                  <a:pt x="4758771" y="123507"/>
                </a:lnTo>
                <a:lnTo>
                  <a:pt x="4758431" y="123818"/>
                </a:lnTo>
                <a:lnTo>
                  <a:pt x="4758129" y="124172"/>
                </a:lnTo>
                <a:lnTo>
                  <a:pt x="4757865" y="124569"/>
                </a:lnTo>
                <a:lnTo>
                  <a:pt x="4757641" y="125013"/>
                </a:lnTo>
                <a:lnTo>
                  <a:pt x="4757456" y="125506"/>
                </a:lnTo>
                <a:lnTo>
                  <a:pt x="4757311" y="126051"/>
                </a:lnTo>
                <a:lnTo>
                  <a:pt x="4757207" y="126650"/>
                </a:lnTo>
                <a:lnTo>
                  <a:pt x="4757145" y="127307"/>
                </a:lnTo>
                <a:lnTo>
                  <a:pt x="4757124" y="128023"/>
                </a:lnTo>
                <a:lnTo>
                  <a:pt x="4757150" y="128717"/>
                </a:lnTo>
                <a:lnTo>
                  <a:pt x="4757228" y="129352"/>
                </a:lnTo>
                <a:lnTo>
                  <a:pt x="4757353" y="129932"/>
                </a:lnTo>
                <a:lnTo>
                  <a:pt x="4757522" y="130460"/>
                </a:lnTo>
                <a:lnTo>
                  <a:pt x="4757732" y="130937"/>
                </a:lnTo>
                <a:lnTo>
                  <a:pt x="4757979" y="131367"/>
                </a:lnTo>
                <a:lnTo>
                  <a:pt x="4758261" y="131752"/>
                </a:lnTo>
                <a:lnTo>
                  <a:pt x="4758574" y="132093"/>
                </a:lnTo>
                <a:lnTo>
                  <a:pt x="4758913" y="132395"/>
                </a:lnTo>
                <a:lnTo>
                  <a:pt x="4759277" y="132659"/>
                </a:lnTo>
                <a:lnTo>
                  <a:pt x="4759662" y="132888"/>
                </a:lnTo>
                <a:lnTo>
                  <a:pt x="4760064" y="133084"/>
                </a:lnTo>
                <a:lnTo>
                  <a:pt x="4760481" y="133250"/>
                </a:lnTo>
                <a:lnTo>
                  <a:pt x="4760907" y="133389"/>
                </a:lnTo>
                <a:lnTo>
                  <a:pt x="4761342" y="133502"/>
                </a:lnTo>
                <a:lnTo>
                  <a:pt x="4761780" y="133593"/>
                </a:lnTo>
                <a:lnTo>
                  <a:pt x="4762219" y="133664"/>
                </a:lnTo>
                <a:lnTo>
                  <a:pt x="4762655" y="133717"/>
                </a:lnTo>
                <a:lnTo>
                  <a:pt x="4763085" y="133755"/>
                </a:lnTo>
                <a:lnTo>
                  <a:pt x="4763506" y="133780"/>
                </a:lnTo>
                <a:lnTo>
                  <a:pt x="4763914" y="133796"/>
                </a:lnTo>
                <a:lnTo>
                  <a:pt x="4764306" y="133804"/>
                </a:lnTo>
                <a:lnTo>
                  <a:pt x="4764679" y="133807"/>
                </a:lnTo>
                <a:lnTo>
                  <a:pt x="4765028" y="133807"/>
                </a:lnTo>
                <a:lnTo>
                  <a:pt x="4781996" y="133807"/>
                </a:lnTo>
                <a:lnTo>
                  <a:pt x="4782368" y="133807"/>
                </a:lnTo>
                <a:lnTo>
                  <a:pt x="4782759" y="133804"/>
                </a:lnTo>
                <a:lnTo>
                  <a:pt x="4783166" y="133796"/>
                </a:lnTo>
                <a:lnTo>
                  <a:pt x="4783586" y="133780"/>
                </a:lnTo>
                <a:lnTo>
                  <a:pt x="4784015" y="133755"/>
                </a:lnTo>
                <a:lnTo>
                  <a:pt x="4784451" y="133717"/>
                </a:lnTo>
                <a:lnTo>
                  <a:pt x="4784890" y="133664"/>
                </a:lnTo>
                <a:lnTo>
                  <a:pt x="4785330" y="133593"/>
                </a:lnTo>
                <a:lnTo>
                  <a:pt x="4785767" y="133502"/>
                </a:lnTo>
                <a:lnTo>
                  <a:pt x="4786199" y="133389"/>
                </a:lnTo>
                <a:lnTo>
                  <a:pt x="4786621" y="133250"/>
                </a:lnTo>
                <a:lnTo>
                  <a:pt x="4787032" y="133084"/>
                </a:lnTo>
                <a:lnTo>
                  <a:pt x="4787427" y="132888"/>
                </a:lnTo>
                <a:lnTo>
                  <a:pt x="4787804" y="132659"/>
                </a:lnTo>
                <a:lnTo>
                  <a:pt x="4788160" y="132395"/>
                </a:lnTo>
                <a:lnTo>
                  <a:pt x="4788492" y="132093"/>
                </a:lnTo>
                <a:lnTo>
                  <a:pt x="4788796" y="131752"/>
                </a:lnTo>
                <a:lnTo>
                  <a:pt x="4789070" y="131367"/>
                </a:lnTo>
                <a:lnTo>
                  <a:pt x="4789310" y="130937"/>
                </a:lnTo>
                <a:lnTo>
                  <a:pt x="4789513" y="130460"/>
                </a:lnTo>
                <a:lnTo>
                  <a:pt x="4789677" y="129932"/>
                </a:lnTo>
                <a:lnTo>
                  <a:pt x="4789798" y="129352"/>
                </a:lnTo>
                <a:lnTo>
                  <a:pt x="4789872" y="128717"/>
                </a:lnTo>
                <a:lnTo>
                  <a:pt x="4789898" y="128023"/>
                </a:lnTo>
                <a:lnTo>
                  <a:pt x="4789877" y="127307"/>
                </a:lnTo>
                <a:lnTo>
                  <a:pt x="4789814" y="126650"/>
                </a:lnTo>
                <a:lnTo>
                  <a:pt x="4789710" y="126051"/>
                </a:lnTo>
                <a:lnTo>
                  <a:pt x="4789566" y="125506"/>
                </a:lnTo>
                <a:lnTo>
                  <a:pt x="4789381" y="125013"/>
                </a:lnTo>
                <a:lnTo>
                  <a:pt x="4789157" y="124569"/>
                </a:lnTo>
                <a:lnTo>
                  <a:pt x="4788894" y="124172"/>
                </a:lnTo>
                <a:lnTo>
                  <a:pt x="4788592" y="123818"/>
                </a:lnTo>
                <a:lnTo>
                  <a:pt x="4788251" y="123507"/>
                </a:lnTo>
                <a:lnTo>
                  <a:pt x="4787873" y="123234"/>
                </a:lnTo>
                <a:lnTo>
                  <a:pt x="4787458" y="122998"/>
                </a:lnTo>
                <a:lnTo>
                  <a:pt x="4787007" y="122795"/>
                </a:lnTo>
                <a:lnTo>
                  <a:pt x="4786519" y="122623"/>
                </a:lnTo>
                <a:lnTo>
                  <a:pt x="4785995" y="122480"/>
                </a:lnTo>
                <a:lnTo>
                  <a:pt x="4785437" y="122363"/>
                </a:lnTo>
                <a:lnTo>
                  <a:pt x="4784843" y="122269"/>
                </a:lnTo>
                <a:lnTo>
                  <a:pt x="4784216" y="122196"/>
                </a:lnTo>
                <a:lnTo>
                  <a:pt x="4783555" y="122141"/>
                </a:lnTo>
                <a:lnTo>
                  <a:pt x="4782861" y="122102"/>
                </a:lnTo>
                <a:lnTo>
                  <a:pt x="4782134" y="122076"/>
                </a:lnTo>
                <a:lnTo>
                  <a:pt x="4781375" y="122060"/>
                </a:lnTo>
                <a:lnTo>
                  <a:pt x="4780584" y="122052"/>
                </a:lnTo>
                <a:lnTo>
                  <a:pt x="4779763" y="122049"/>
                </a:lnTo>
                <a:lnTo>
                  <a:pt x="4778910" y="122048"/>
                </a:lnTo>
                <a:lnTo>
                  <a:pt x="4778910" y="87574"/>
                </a:lnTo>
                <a:lnTo>
                  <a:pt x="4778951" y="85476"/>
                </a:lnTo>
                <a:lnTo>
                  <a:pt x="4779071" y="83463"/>
                </a:lnTo>
                <a:lnTo>
                  <a:pt x="4779266" y="81534"/>
                </a:lnTo>
                <a:lnTo>
                  <a:pt x="4779533" y="79691"/>
                </a:lnTo>
                <a:lnTo>
                  <a:pt x="4779868" y="77934"/>
                </a:lnTo>
                <a:lnTo>
                  <a:pt x="4780269" y="76263"/>
                </a:lnTo>
                <a:lnTo>
                  <a:pt x="4780732" y="74678"/>
                </a:lnTo>
                <a:lnTo>
                  <a:pt x="4781253" y="73181"/>
                </a:lnTo>
                <a:lnTo>
                  <a:pt x="4781828" y="71771"/>
                </a:lnTo>
                <a:lnTo>
                  <a:pt x="4782456" y="70449"/>
                </a:lnTo>
                <a:lnTo>
                  <a:pt x="4783131" y="69215"/>
                </a:lnTo>
                <a:lnTo>
                  <a:pt x="4783851" y="68070"/>
                </a:lnTo>
                <a:lnTo>
                  <a:pt x="4784612" y="67014"/>
                </a:lnTo>
                <a:lnTo>
                  <a:pt x="4785411" y="66047"/>
                </a:lnTo>
                <a:lnTo>
                  <a:pt x="4786244" y="65171"/>
                </a:lnTo>
                <a:lnTo>
                  <a:pt x="4787108" y="64385"/>
                </a:lnTo>
                <a:lnTo>
                  <a:pt x="4787999" y="63690"/>
                </a:lnTo>
                <a:lnTo>
                  <a:pt x="4788915" y="63087"/>
                </a:lnTo>
                <a:lnTo>
                  <a:pt x="4789851" y="62574"/>
                </a:lnTo>
                <a:lnTo>
                  <a:pt x="4790804" y="62155"/>
                </a:lnTo>
                <a:lnTo>
                  <a:pt x="4791771" y="61827"/>
                </a:lnTo>
                <a:lnTo>
                  <a:pt x="4792748" y="61593"/>
                </a:lnTo>
                <a:lnTo>
                  <a:pt x="4793732" y="61452"/>
                </a:lnTo>
                <a:lnTo>
                  <a:pt x="4794720" y="61405"/>
                </a:lnTo>
                <a:lnTo>
                  <a:pt x="4795265" y="61423"/>
                </a:lnTo>
                <a:lnTo>
                  <a:pt x="4795791" y="61477"/>
                </a:lnTo>
                <a:lnTo>
                  <a:pt x="4796299" y="61570"/>
                </a:lnTo>
                <a:lnTo>
                  <a:pt x="4796787" y="61706"/>
                </a:lnTo>
                <a:lnTo>
                  <a:pt x="4797256" y="61885"/>
                </a:lnTo>
                <a:lnTo>
                  <a:pt x="4797704" y="62112"/>
                </a:lnTo>
                <a:lnTo>
                  <a:pt x="4798132" y="62389"/>
                </a:lnTo>
                <a:lnTo>
                  <a:pt x="4798539" y="62717"/>
                </a:lnTo>
                <a:lnTo>
                  <a:pt x="4798925" y="63101"/>
                </a:lnTo>
                <a:lnTo>
                  <a:pt x="4799289" y="63542"/>
                </a:lnTo>
                <a:lnTo>
                  <a:pt x="4799630" y="64043"/>
                </a:lnTo>
                <a:lnTo>
                  <a:pt x="4799949" y="64606"/>
                </a:lnTo>
                <a:lnTo>
                  <a:pt x="4800245" y="65235"/>
                </a:lnTo>
                <a:lnTo>
                  <a:pt x="4800517" y="65931"/>
                </a:lnTo>
                <a:lnTo>
                  <a:pt x="4800765" y="66698"/>
                </a:lnTo>
                <a:lnTo>
                  <a:pt x="4800989" y="67538"/>
                </a:lnTo>
                <a:lnTo>
                  <a:pt x="4801188" y="68453"/>
                </a:lnTo>
                <a:lnTo>
                  <a:pt x="4801362" y="69446"/>
                </a:lnTo>
                <a:lnTo>
                  <a:pt x="4801510" y="70520"/>
                </a:lnTo>
                <a:lnTo>
                  <a:pt x="4801633" y="71678"/>
                </a:lnTo>
                <a:lnTo>
                  <a:pt x="4801729" y="72921"/>
                </a:lnTo>
                <a:lnTo>
                  <a:pt x="4801798" y="74253"/>
                </a:lnTo>
                <a:lnTo>
                  <a:pt x="4801839" y="75675"/>
                </a:lnTo>
                <a:lnTo>
                  <a:pt x="4801853" y="77192"/>
                </a:lnTo>
                <a:lnTo>
                  <a:pt x="4801853" y="122048"/>
                </a:lnTo>
                <a:lnTo>
                  <a:pt x="4801390" y="122049"/>
                </a:lnTo>
                <a:lnTo>
                  <a:pt x="4800917" y="122052"/>
                </a:lnTo>
                <a:lnTo>
                  <a:pt x="4800437" y="122060"/>
                </a:lnTo>
                <a:lnTo>
                  <a:pt x="4799953" y="122076"/>
                </a:lnTo>
                <a:lnTo>
                  <a:pt x="4799467" y="122102"/>
                </a:lnTo>
                <a:lnTo>
                  <a:pt x="4798983" y="122141"/>
                </a:lnTo>
                <a:lnTo>
                  <a:pt x="4798501" y="122196"/>
                </a:lnTo>
                <a:lnTo>
                  <a:pt x="4798026" y="122269"/>
                </a:lnTo>
                <a:lnTo>
                  <a:pt x="4797559" y="122363"/>
                </a:lnTo>
                <a:lnTo>
                  <a:pt x="4797104" y="122480"/>
                </a:lnTo>
                <a:lnTo>
                  <a:pt x="4796663" y="122623"/>
                </a:lnTo>
                <a:lnTo>
                  <a:pt x="4796238" y="122795"/>
                </a:lnTo>
                <a:lnTo>
                  <a:pt x="4795832" y="122998"/>
                </a:lnTo>
                <a:lnTo>
                  <a:pt x="4795448" y="123234"/>
                </a:lnTo>
                <a:lnTo>
                  <a:pt x="4795088" y="123507"/>
                </a:lnTo>
                <a:lnTo>
                  <a:pt x="4794755" y="123818"/>
                </a:lnTo>
                <a:lnTo>
                  <a:pt x="4794451" y="124172"/>
                </a:lnTo>
                <a:lnTo>
                  <a:pt x="4794180" y="124569"/>
                </a:lnTo>
                <a:lnTo>
                  <a:pt x="4793943" y="125013"/>
                </a:lnTo>
                <a:lnTo>
                  <a:pt x="4793743" y="125506"/>
                </a:lnTo>
                <a:lnTo>
                  <a:pt x="4793584" y="126051"/>
                </a:lnTo>
                <a:lnTo>
                  <a:pt x="4793466" y="126650"/>
                </a:lnTo>
                <a:lnTo>
                  <a:pt x="4793394" y="127307"/>
                </a:lnTo>
                <a:lnTo>
                  <a:pt x="4793369" y="128023"/>
                </a:lnTo>
                <a:lnTo>
                  <a:pt x="4793396" y="128717"/>
                </a:lnTo>
                <a:lnTo>
                  <a:pt x="4793473" y="129352"/>
                </a:lnTo>
                <a:lnTo>
                  <a:pt x="4793598" y="129932"/>
                </a:lnTo>
                <a:lnTo>
                  <a:pt x="4793767" y="130460"/>
                </a:lnTo>
                <a:lnTo>
                  <a:pt x="4793977" y="130937"/>
                </a:lnTo>
                <a:lnTo>
                  <a:pt x="4794225" y="131367"/>
                </a:lnTo>
                <a:lnTo>
                  <a:pt x="4794507" y="131752"/>
                </a:lnTo>
                <a:lnTo>
                  <a:pt x="4794819" y="132093"/>
                </a:lnTo>
                <a:lnTo>
                  <a:pt x="4795159" y="132395"/>
                </a:lnTo>
                <a:lnTo>
                  <a:pt x="4795523" y="132659"/>
                </a:lnTo>
                <a:lnTo>
                  <a:pt x="4795908" y="132888"/>
                </a:lnTo>
                <a:lnTo>
                  <a:pt x="4796310" y="133084"/>
                </a:lnTo>
                <a:lnTo>
                  <a:pt x="4796726" y="133250"/>
                </a:lnTo>
                <a:lnTo>
                  <a:pt x="4797153" y="133389"/>
                </a:lnTo>
                <a:lnTo>
                  <a:pt x="4797587" y="133502"/>
                </a:lnTo>
                <a:lnTo>
                  <a:pt x="4798026" y="133593"/>
                </a:lnTo>
                <a:lnTo>
                  <a:pt x="4798464" y="133664"/>
                </a:lnTo>
                <a:lnTo>
                  <a:pt x="4798901" y="133717"/>
                </a:lnTo>
                <a:lnTo>
                  <a:pt x="4799331" y="133755"/>
                </a:lnTo>
                <a:lnTo>
                  <a:pt x="4799752" y="133780"/>
                </a:lnTo>
                <a:lnTo>
                  <a:pt x="4800160" y="133796"/>
                </a:lnTo>
                <a:lnTo>
                  <a:pt x="4800552" y="133804"/>
                </a:lnTo>
                <a:lnTo>
                  <a:pt x="4800924" y="133807"/>
                </a:lnTo>
                <a:lnTo>
                  <a:pt x="4801274" y="133807"/>
                </a:lnTo>
                <a:lnTo>
                  <a:pt x="4815733" y="133807"/>
                </a:lnTo>
                <a:lnTo>
                  <a:pt x="4816105" y="133807"/>
                </a:lnTo>
                <a:lnTo>
                  <a:pt x="4816496" y="133804"/>
                </a:lnTo>
                <a:lnTo>
                  <a:pt x="4816903" y="133796"/>
                </a:lnTo>
                <a:lnTo>
                  <a:pt x="4817322" y="133780"/>
                </a:lnTo>
                <a:lnTo>
                  <a:pt x="4817752" y="133755"/>
                </a:lnTo>
                <a:lnTo>
                  <a:pt x="4818188" y="133717"/>
                </a:lnTo>
                <a:lnTo>
                  <a:pt x="4818627" y="133664"/>
                </a:lnTo>
                <a:lnTo>
                  <a:pt x="4819067" y="133593"/>
                </a:lnTo>
                <a:lnTo>
                  <a:pt x="4819504" y="133502"/>
                </a:lnTo>
                <a:lnTo>
                  <a:pt x="4819936" y="133389"/>
                </a:lnTo>
                <a:lnTo>
                  <a:pt x="4820359" y="133250"/>
                </a:lnTo>
                <a:lnTo>
                  <a:pt x="4820769" y="133084"/>
                </a:lnTo>
                <a:lnTo>
                  <a:pt x="4821165" y="132888"/>
                </a:lnTo>
                <a:lnTo>
                  <a:pt x="4821542" y="132659"/>
                </a:lnTo>
                <a:lnTo>
                  <a:pt x="4821899" y="132395"/>
                </a:lnTo>
                <a:lnTo>
                  <a:pt x="4822230" y="132093"/>
                </a:lnTo>
                <a:lnTo>
                  <a:pt x="4822535" y="131752"/>
                </a:lnTo>
                <a:lnTo>
                  <a:pt x="4822809" y="131367"/>
                </a:lnTo>
                <a:lnTo>
                  <a:pt x="4823049" y="130937"/>
                </a:lnTo>
                <a:lnTo>
                  <a:pt x="4823252" y="130460"/>
                </a:lnTo>
                <a:lnTo>
                  <a:pt x="4823416" y="129932"/>
                </a:lnTo>
                <a:lnTo>
                  <a:pt x="4823537" y="129352"/>
                </a:lnTo>
                <a:lnTo>
                  <a:pt x="4823612" y="128717"/>
                </a:lnTo>
                <a:lnTo>
                  <a:pt x="4823637" y="128023"/>
                </a:lnTo>
                <a:lnTo>
                  <a:pt x="4823616" y="127307"/>
                </a:lnTo>
                <a:lnTo>
                  <a:pt x="4823553" y="126650"/>
                </a:lnTo>
                <a:lnTo>
                  <a:pt x="4823450" y="126051"/>
                </a:lnTo>
                <a:lnTo>
                  <a:pt x="4823305" y="125506"/>
                </a:lnTo>
                <a:lnTo>
                  <a:pt x="4823121" y="125013"/>
                </a:lnTo>
                <a:lnTo>
                  <a:pt x="4822896" y="124569"/>
                </a:lnTo>
                <a:lnTo>
                  <a:pt x="4822633" y="124172"/>
                </a:lnTo>
                <a:lnTo>
                  <a:pt x="4822331" y="123818"/>
                </a:lnTo>
                <a:lnTo>
                  <a:pt x="4821990" y="123507"/>
                </a:lnTo>
                <a:lnTo>
                  <a:pt x="4821613" y="123234"/>
                </a:lnTo>
                <a:lnTo>
                  <a:pt x="4821197" y="122998"/>
                </a:lnTo>
                <a:lnTo>
                  <a:pt x="4820746" y="122795"/>
                </a:lnTo>
                <a:lnTo>
                  <a:pt x="4820258" y="122623"/>
                </a:lnTo>
                <a:lnTo>
                  <a:pt x="4819734" y="122480"/>
                </a:lnTo>
                <a:lnTo>
                  <a:pt x="4819176" y="122363"/>
                </a:lnTo>
                <a:lnTo>
                  <a:pt x="4818583" y="122269"/>
                </a:lnTo>
                <a:lnTo>
                  <a:pt x="4817955" y="122196"/>
                </a:lnTo>
                <a:lnTo>
                  <a:pt x="4817294" y="122141"/>
                </a:lnTo>
                <a:lnTo>
                  <a:pt x="4816600" y="122102"/>
                </a:lnTo>
                <a:lnTo>
                  <a:pt x="4815873" y="122076"/>
                </a:lnTo>
                <a:lnTo>
                  <a:pt x="4815114" y="122060"/>
                </a:lnTo>
                <a:lnTo>
                  <a:pt x="4814324" y="122052"/>
                </a:lnTo>
                <a:lnTo>
                  <a:pt x="4813502" y="122049"/>
                </a:lnTo>
                <a:lnTo>
                  <a:pt x="4812650" y="122048"/>
                </a:lnTo>
                <a:lnTo>
                  <a:pt x="4812650" y="87589"/>
                </a:lnTo>
                <a:lnTo>
                  <a:pt x="4812690" y="85489"/>
                </a:lnTo>
                <a:lnTo>
                  <a:pt x="4812810" y="83474"/>
                </a:lnTo>
                <a:lnTo>
                  <a:pt x="4813005" y="81544"/>
                </a:lnTo>
                <a:lnTo>
                  <a:pt x="4813272" y="79700"/>
                </a:lnTo>
                <a:lnTo>
                  <a:pt x="4813607" y="77941"/>
                </a:lnTo>
                <a:lnTo>
                  <a:pt x="4814008" y="76269"/>
                </a:lnTo>
                <a:lnTo>
                  <a:pt x="4814471" y="74684"/>
                </a:lnTo>
                <a:lnTo>
                  <a:pt x="4814992" y="73185"/>
                </a:lnTo>
                <a:lnTo>
                  <a:pt x="4815568" y="71774"/>
                </a:lnTo>
                <a:lnTo>
                  <a:pt x="4816195" y="70452"/>
                </a:lnTo>
                <a:lnTo>
                  <a:pt x="4816870" y="69217"/>
                </a:lnTo>
                <a:lnTo>
                  <a:pt x="4817590" y="68072"/>
                </a:lnTo>
                <a:lnTo>
                  <a:pt x="4818351" y="67015"/>
                </a:lnTo>
                <a:lnTo>
                  <a:pt x="4819150" y="66049"/>
                </a:lnTo>
                <a:lnTo>
                  <a:pt x="4819983" y="65172"/>
                </a:lnTo>
                <a:lnTo>
                  <a:pt x="4820847" y="64386"/>
                </a:lnTo>
                <a:lnTo>
                  <a:pt x="4821738" y="63691"/>
                </a:lnTo>
                <a:lnTo>
                  <a:pt x="4822654" y="63087"/>
                </a:lnTo>
                <a:lnTo>
                  <a:pt x="4823590" y="62575"/>
                </a:lnTo>
                <a:lnTo>
                  <a:pt x="4824543" y="62155"/>
                </a:lnTo>
                <a:lnTo>
                  <a:pt x="4825510" y="61827"/>
                </a:lnTo>
                <a:lnTo>
                  <a:pt x="4826487" y="61593"/>
                </a:lnTo>
                <a:lnTo>
                  <a:pt x="4827471" y="61452"/>
                </a:lnTo>
                <a:lnTo>
                  <a:pt x="4828459" y="61405"/>
                </a:lnTo>
                <a:lnTo>
                  <a:pt x="4829004" y="61423"/>
                </a:lnTo>
                <a:lnTo>
                  <a:pt x="4829530" y="61477"/>
                </a:lnTo>
                <a:lnTo>
                  <a:pt x="4830038" y="61570"/>
                </a:lnTo>
                <a:lnTo>
                  <a:pt x="4830526" y="61706"/>
                </a:lnTo>
                <a:lnTo>
                  <a:pt x="4830995" y="61885"/>
                </a:lnTo>
                <a:lnTo>
                  <a:pt x="4831444" y="62112"/>
                </a:lnTo>
                <a:lnTo>
                  <a:pt x="4831872" y="62389"/>
                </a:lnTo>
                <a:lnTo>
                  <a:pt x="4832279" y="62717"/>
                </a:lnTo>
                <a:lnTo>
                  <a:pt x="4832664" y="63101"/>
                </a:lnTo>
                <a:lnTo>
                  <a:pt x="4833028" y="63542"/>
                </a:lnTo>
                <a:lnTo>
                  <a:pt x="4833369" y="64043"/>
                </a:lnTo>
                <a:lnTo>
                  <a:pt x="4833688" y="64606"/>
                </a:lnTo>
                <a:lnTo>
                  <a:pt x="4833984" y="65235"/>
                </a:lnTo>
                <a:lnTo>
                  <a:pt x="4834256" y="65931"/>
                </a:lnTo>
                <a:lnTo>
                  <a:pt x="4834504" y="66698"/>
                </a:lnTo>
                <a:lnTo>
                  <a:pt x="4834728" y="67538"/>
                </a:lnTo>
                <a:lnTo>
                  <a:pt x="4834927" y="68453"/>
                </a:lnTo>
                <a:lnTo>
                  <a:pt x="4835101" y="69446"/>
                </a:lnTo>
                <a:lnTo>
                  <a:pt x="4835250" y="70520"/>
                </a:lnTo>
                <a:lnTo>
                  <a:pt x="4835372" y="71678"/>
                </a:lnTo>
                <a:lnTo>
                  <a:pt x="4835468" y="72921"/>
                </a:lnTo>
                <a:lnTo>
                  <a:pt x="4835537" y="74253"/>
                </a:lnTo>
                <a:lnTo>
                  <a:pt x="4835579" y="75675"/>
                </a:lnTo>
                <a:lnTo>
                  <a:pt x="4835593" y="77192"/>
                </a:lnTo>
                <a:lnTo>
                  <a:pt x="4835593" y="122048"/>
                </a:lnTo>
                <a:lnTo>
                  <a:pt x="4835129" y="122049"/>
                </a:lnTo>
                <a:lnTo>
                  <a:pt x="4834656" y="122052"/>
                </a:lnTo>
                <a:lnTo>
                  <a:pt x="4834176" y="122060"/>
                </a:lnTo>
                <a:lnTo>
                  <a:pt x="4833691" y="122076"/>
                </a:lnTo>
                <a:lnTo>
                  <a:pt x="4833205" y="122102"/>
                </a:lnTo>
                <a:lnTo>
                  <a:pt x="4832721" y="122141"/>
                </a:lnTo>
                <a:lnTo>
                  <a:pt x="4832239" y="122196"/>
                </a:lnTo>
                <a:lnTo>
                  <a:pt x="4831764" y="122269"/>
                </a:lnTo>
                <a:lnTo>
                  <a:pt x="4831297" y="122363"/>
                </a:lnTo>
                <a:lnTo>
                  <a:pt x="4830842" y="122480"/>
                </a:lnTo>
                <a:lnTo>
                  <a:pt x="4830401" y="122623"/>
                </a:lnTo>
                <a:lnTo>
                  <a:pt x="4829976" y="122795"/>
                </a:lnTo>
                <a:lnTo>
                  <a:pt x="4829570" y="122998"/>
                </a:lnTo>
                <a:lnTo>
                  <a:pt x="4829186" y="123234"/>
                </a:lnTo>
                <a:lnTo>
                  <a:pt x="4828826" y="123507"/>
                </a:lnTo>
                <a:lnTo>
                  <a:pt x="4828493" y="123818"/>
                </a:lnTo>
                <a:lnTo>
                  <a:pt x="4828190" y="124172"/>
                </a:lnTo>
                <a:lnTo>
                  <a:pt x="4827919" y="124569"/>
                </a:lnTo>
                <a:lnTo>
                  <a:pt x="4827682" y="125013"/>
                </a:lnTo>
                <a:lnTo>
                  <a:pt x="4827482" y="125506"/>
                </a:lnTo>
                <a:lnTo>
                  <a:pt x="4827323" y="126051"/>
                </a:lnTo>
                <a:lnTo>
                  <a:pt x="4827205" y="126650"/>
                </a:lnTo>
                <a:lnTo>
                  <a:pt x="4827133" y="127307"/>
                </a:lnTo>
                <a:lnTo>
                  <a:pt x="4827108" y="128023"/>
                </a:lnTo>
                <a:lnTo>
                  <a:pt x="4827135" y="128717"/>
                </a:lnTo>
                <a:lnTo>
                  <a:pt x="4827212" y="129352"/>
                </a:lnTo>
                <a:lnTo>
                  <a:pt x="4827337" y="129932"/>
                </a:lnTo>
                <a:lnTo>
                  <a:pt x="4827506" y="130460"/>
                </a:lnTo>
                <a:lnTo>
                  <a:pt x="4827716" y="130937"/>
                </a:lnTo>
                <a:lnTo>
                  <a:pt x="4827964" y="131367"/>
                </a:lnTo>
                <a:lnTo>
                  <a:pt x="4828245" y="131752"/>
                </a:lnTo>
                <a:lnTo>
                  <a:pt x="4828558" y="132093"/>
                </a:lnTo>
                <a:lnTo>
                  <a:pt x="4828897" y="132395"/>
                </a:lnTo>
                <a:lnTo>
                  <a:pt x="4829261" y="132659"/>
                </a:lnTo>
                <a:lnTo>
                  <a:pt x="4829646" y="132888"/>
                </a:lnTo>
                <a:lnTo>
                  <a:pt x="4830048" y="133084"/>
                </a:lnTo>
                <a:lnTo>
                  <a:pt x="4830464" y="133250"/>
                </a:lnTo>
                <a:lnTo>
                  <a:pt x="4830891" y="133389"/>
                </a:lnTo>
                <a:lnTo>
                  <a:pt x="4831325" y="133502"/>
                </a:lnTo>
                <a:lnTo>
                  <a:pt x="4831763" y="133593"/>
                </a:lnTo>
                <a:lnTo>
                  <a:pt x="4832202" y="133664"/>
                </a:lnTo>
                <a:lnTo>
                  <a:pt x="4832639" y="133717"/>
                </a:lnTo>
                <a:lnTo>
                  <a:pt x="4833069" y="133755"/>
                </a:lnTo>
                <a:lnTo>
                  <a:pt x="4833490" y="133780"/>
                </a:lnTo>
                <a:lnTo>
                  <a:pt x="4833898" y="133796"/>
                </a:lnTo>
                <a:lnTo>
                  <a:pt x="4834290" y="133804"/>
                </a:lnTo>
                <a:lnTo>
                  <a:pt x="4834663" y="133807"/>
                </a:lnTo>
                <a:lnTo>
                  <a:pt x="4835013" y="133807"/>
                </a:lnTo>
                <a:lnTo>
                  <a:pt x="4849472" y="133807"/>
                </a:lnTo>
                <a:lnTo>
                  <a:pt x="4849844" y="133807"/>
                </a:lnTo>
                <a:lnTo>
                  <a:pt x="4850235" y="133804"/>
                </a:lnTo>
                <a:lnTo>
                  <a:pt x="4850642" y="133796"/>
                </a:lnTo>
                <a:lnTo>
                  <a:pt x="4851061" y="133780"/>
                </a:lnTo>
                <a:lnTo>
                  <a:pt x="4851491" y="133755"/>
                </a:lnTo>
                <a:lnTo>
                  <a:pt x="4851927" y="133717"/>
                </a:lnTo>
                <a:lnTo>
                  <a:pt x="4852366" y="133664"/>
                </a:lnTo>
                <a:lnTo>
                  <a:pt x="4852806" y="133593"/>
                </a:lnTo>
                <a:lnTo>
                  <a:pt x="4853244" y="133502"/>
                </a:lnTo>
                <a:lnTo>
                  <a:pt x="4853675" y="133389"/>
                </a:lnTo>
                <a:lnTo>
                  <a:pt x="4854098" y="133250"/>
                </a:lnTo>
                <a:lnTo>
                  <a:pt x="4854508" y="133084"/>
                </a:lnTo>
                <a:lnTo>
                  <a:pt x="4854904" y="132888"/>
                </a:lnTo>
                <a:lnTo>
                  <a:pt x="4855282" y="132659"/>
                </a:lnTo>
                <a:lnTo>
                  <a:pt x="4855638" y="132395"/>
                </a:lnTo>
                <a:lnTo>
                  <a:pt x="4855970" y="132093"/>
                </a:lnTo>
                <a:lnTo>
                  <a:pt x="4856274" y="131752"/>
                </a:lnTo>
                <a:lnTo>
                  <a:pt x="4856548" y="131367"/>
                </a:lnTo>
                <a:lnTo>
                  <a:pt x="4856788" y="130937"/>
                </a:lnTo>
                <a:lnTo>
                  <a:pt x="4856992" y="130460"/>
                </a:lnTo>
                <a:lnTo>
                  <a:pt x="4857155" y="129932"/>
                </a:lnTo>
                <a:lnTo>
                  <a:pt x="4857276" y="129352"/>
                </a:lnTo>
                <a:lnTo>
                  <a:pt x="4857351" y="128717"/>
                </a:lnTo>
                <a:lnTo>
                  <a:pt x="4857376" y="128023"/>
                </a:lnTo>
                <a:lnTo>
                  <a:pt x="4857355" y="127307"/>
                </a:lnTo>
                <a:lnTo>
                  <a:pt x="4857293" y="126650"/>
                </a:lnTo>
                <a:lnTo>
                  <a:pt x="4857189" y="126051"/>
                </a:lnTo>
                <a:lnTo>
                  <a:pt x="4857044" y="125506"/>
                </a:lnTo>
                <a:lnTo>
                  <a:pt x="4856860" y="125013"/>
                </a:lnTo>
                <a:lnTo>
                  <a:pt x="4856635" y="124569"/>
                </a:lnTo>
                <a:close/>
                <a:moveTo>
                  <a:pt x="3530659" y="109621"/>
                </a:moveTo>
                <a:lnTo>
                  <a:pt x="3530373" y="109261"/>
                </a:lnTo>
                <a:lnTo>
                  <a:pt x="3530058" y="108941"/>
                </a:lnTo>
                <a:lnTo>
                  <a:pt x="3529721" y="108659"/>
                </a:lnTo>
                <a:lnTo>
                  <a:pt x="3529364" y="108412"/>
                </a:lnTo>
                <a:lnTo>
                  <a:pt x="3528993" y="108198"/>
                </a:lnTo>
                <a:lnTo>
                  <a:pt x="3528611" y="108014"/>
                </a:lnTo>
                <a:lnTo>
                  <a:pt x="3528223" y="107859"/>
                </a:lnTo>
                <a:lnTo>
                  <a:pt x="3527834" y="107730"/>
                </a:lnTo>
                <a:lnTo>
                  <a:pt x="3527447" y="107623"/>
                </a:lnTo>
                <a:lnTo>
                  <a:pt x="3527068" y="107539"/>
                </a:lnTo>
                <a:lnTo>
                  <a:pt x="3526699" y="107472"/>
                </a:lnTo>
                <a:lnTo>
                  <a:pt x="3526347" y="107423"/>
                </a:lnTo>
                <a:lnTo>
                  <a:pt x="3526014" y="107387"/>
                </a:lnTo>
                <a:lnTo>
                  <a:pt x="3525706" y="107363"/>
                </a:lnTo>
                <a:lnTo>
                  <a:pt x="3525427" y="107349"/>
                </a:lnTo>
                <a:lnTo>
                  <a:pt x="3525180" y="107341"/>
                </a:lnTo>
                <a:lnTo>
                  <a:pt x="3524972" y="107339"/>
                </a:lnTo>
                <a:lnTo>
                  <a:pt x="3524805" y="107338"/>
                </a:lnTo>
                <a:lnTo>
                  <a:pt x="3524381" y="107341"/>
                </a:lnTo>
                <a:lnTo>
                  <a:pt x="3523976" y="107352"/>
                </a:lnTo>
                <a:lnTo>
                  <a:pt x="3523590" y="107370"/>
                </a:lnTo>
                <a:lnTo>
                  <a:pt x="3523222" y="107398"/>
                </a:lnTo>
                <a:lnTo>
                  <a:pt x="3522871" y="107436"/>
                </a:lnTo>
                <a:lnTo>
                  <a:pt x="3522536" y="107486"/>
                </a:lnTo>
                <a:lnTo>
                  <a:pt x="3522217" y="107548"/>
                </a:lnTo>
                <a:lnTo>
                  <a:pt x="3521912" y="107624"/>
                </a:lnTo>
                <a:lnTo>
                  <a:pt x="3521622" y="107715"/>
                </a:lnTo>
                <a:lnTo>
                  <a:pt x="3521345" y="107822"/>
                </a:lnTo>
                <a:lnTo>
                  <a:pt x="3521081" y="107945"/>
                </a:lnTo>
                <a:lnTo>
                  <a:pt x="3520828" y="108087"/>
                </a:lnTo>
                <a:lnTo>
                  <a:pt x="3520586" y="108248"/>
                </a:lnTo>
                <a:lnTo>
                  <a:pt x="3520355" y="108429"/>
                </a:lnTo>
                <a:lnTo>
                  <a:pt x="3520133" y="108631"/>
                </a:lnTo>
                <a:lnTo>
                  <a:pt x="3519920" y="108855"/>
                </a:lnTo>
                <a:lnTo>
                  <a:pt x="3519715" y="109103"/>
                </a:lnTo>
                <a:lnTo>
                  <a:pt x="3519518" y="109376"/>
                </a:lnTo>
                <a:lnTo>
                  <a:pt x="3519326" y="109674"/>
                </a:lnTo>
                <a:lnTo>
                  <a:pt x="3519141" y="110000"/>
                </a:lnTo>
                <a:lnTo>
                  <a:pt x="3518961" y="110353"/>
                </a:lnTo>
                <a:lnTo>
                  <a:pt x="3518784" y="110734"/>
                </a:lnTo>
                <a:lnTo>
                  <a:pt x="3518612" y="111146"/>
                </a:lnTo>
                <a:lnTo>
                  <a:pt x="3518442" y="111589"/>
                </a:lnTo>
                <a:lnTo>
                  <a:pt x="3517880" y="112777"/>
                </a:lnTo>
                <a:lnTo>
                  <a:pt x="3517259" y="113883"/>
                </a:lnTo>
                <a:lnTo>
                  <a:pt x="3516584" y="114910"/>
                </a:lnTo>
                <a:lnTo>
                  <a:pt x="3515858" y="115861"/>
                </a:lnTo>
                <a:lnTo>
                  <a:pt x="3515088" y="116739"/>
                </a:lnTo>
                <a:lnTo>
                  <a:pt x="3514278" y="117546"/>
                </a:lnTo>
                <a:lnTo>
                  <a:pt x="3513433" y="118286"/>
                </a:lnTo>
                <a:lnTo>
                  <a:pt x="3512558" y="118960"/>
                </a:lnTo>
                <a:lnTo>
                  <a:pt x="3511657" y="119572"/>
                </a:lnTo>
                <a:lnTo>
                  <a:pt x="3510735" y="120125"/>
                </a:lnTo>
                <a:lnTo>
                  <a:pt x="3509798" y="120621"/>
                </a:lnTo>
                <a:lnTo>
                  <a:pt x="3508850" y="121063"/>
                </a:lnTo>
                <a:lnTo>
                  <a:pt x="3507896" y="121454"/>
                </a:lnTo>
                <a:lnTo>
                  <a:pt x="3506940" y="121796"/>
                </a:lnTo>
                <a:lnTo>
                  <a:pt x="3505989" y="122092"/>
                </a:lnTo>
                <a:lnTo>
                  <a:pt x="3505046" y="122346"/>
                </a:lnTo>
                <a:lnTo>
                  <a:pt x="3504116" y="122559"/>
                </a:lnTo>
                <a:lnTo>
                  <a:pt x="3503204" y="122735"/>
                </a:lnTo>
                <a:lnTo>
                  <a:pt x="3502316" y="122877"/>
                </a:lnTo>
                <a:lnTo>
                  <a:pt x="3501456" y="122986"/>
                </a:lnTo>
                <a:lnTo>
                  <a:pt x="3500628" y="123066"/>
                </a:lnTo>
                <a:lnTo>
                  <a:pt x="3499838" y="123120"/>
                </a:lnTo>
                <a:lnTo>
                  <a:pt x="3499091" y="123151"/>
                </a:lnTo>
                <a:lnTo>
                  <a:pt x="3498391" y="123160"/>
                </a:lnTo>
                <a:lnTo>
                  <a:pt x="3496584" y="123110"/>
                </a:lnTo>
                <a:lnTo>
                  <a:pt x="3494783" y="122961"/>
                </a:lnTo>
                <a:lnTo>
                  <a:pt x="3492991" y="122713"/>
                </a:lnTo>
                <a:lnTo>
                  <a:pt x="3491214" y="122369"/>
                </a:lnTo>
                <a:lnTo>
                  <a:pt x="3489457" y="121929"/>
                </a:lnTo>
                <a:lnTo>
                  <a:pt x="3487724" y="121394"/>
                </a:lnTo>
                <a:lnTo>
                  <a:pt x="3486021" y="120766"/>
                </a:lnTo>
                <a:lnTo>
                  <a:pt x="3484353" y="120045"/>
                </a:lnTo>
                <a:lnTo>
                  <a:pt x="3482724" y="119233"/>
                </a:lnTo>
                <a:lnTo>
                  <a:pt x="3481140" y="118332"/>
                </a:lnTo>
                <a:lnTo>
                  <a:pt x="3479605" y="117341"/>
                </a:lnTo>
                <a:lnTo>
                  <a:pt x="3478124" y="116263"/>
                </a:lnTo>
                <a:lnTo>
                  <a:pt x="3476703" y="115098"/>
                </a:lnTo>
                <a:lnTo>
                  <a:pt x="3475345" y="113847"/>
                </a:lnTo>
                <a:lnTo>
                  <a:pt x="3474057" y="112513"/>
                </a:lnTo>
                <a:lnTo>
                  <a:pt x="3472843" y="111095"/>
                </a:lnTo>
                <a:lnTo>
                  <a:pt x="3471708" y="109596"/>
                </a:lnTo>
                <a:lnTo>
                  <a:pt x="3470656" y="108016"/>
                </a:lnTo>
                <a:lnTo>
                  <a:pt x="3469694" y="106356"/>
                </a:lnTo>
                <a:lnTo>
                  <a:pt x="3468825" y="104617"/>
                </a:lnTo>
                <a:lnTo>
                  <a:pt x="3468055" y="102802"/>
                </a:lnTo>
                <a:lnTo>
                  <a:pt x="3467389" y="100910"/>
                </a:lnTo>
                <a:lnTo>
                  <a:pt x="3466831" y="98943"/>
                </a:lnTo>
                <a:lnTo>
                  <a:pt x="3466387" y="96903"/>
                </a:lnTo>
                <a:lnTo>
                  <a:pt x="3523840" y="96903"/>
                </a:lnTo>
                <a:lnTo>
                  <a:pt x="3524344" y="96902"/>
                </a:lnTo>
                <a:lnTo>
                  <a:pt x="3524842" y="96899"/>
                </a:lnTo>
                <a:lnTo>
                  <a:pt x="3525333" y="96889"/>
                </a:lnTo>
                <a:lnTo>
                  <a:pt x="3525817" y="96870"/>
                </a:lnTo>
                <a:lnTo>
                  <a:pt x="3526290" y="96838"/>
                </a:lnTo>
                <a:lnTo>
                  <a:pt x="3526752" y="96792"/>
                </a:lnTo>
                <a:lnTo>
                  <a:pt x="3527202" y="96726"/>
                </a:lnTo>
                <a:lnTo>
                  <a:pt x="3527638" y="96639"/>
                </a:lnTo>
                <a:lnTo>
                  <a:pt x="3528058" y="96527"/>
                </a:lnTo>
                <a:lnTo>
                  <a:pt x="3528462" y="96387"/>
                </a:lnTo>
                <a:lnTo>
                  <a:pt x="3528847" y="96216"/>
                </a:lnTo>
                <a:lnTo>
                  <a:pt x="3529213" y="96012"/>
                </a:lnTo>
                <a:lnTo>
                  <a:pt x="3529558" y="95770"/>
                </a:lnTo>
                <a:lnTo>
                  <a:pt x="3529880" y="95487"/>
                </a:lnTo>
                <a:lnTo>
                  <a:pt x="3530178" y="95162"/>
                </a:lnTo>
                <a:lnTo>
                  <a:pt x="3530451" y="94790"/>
                </a:lnTo>
                <a:lnTo>
                  <a:pt x="3530697" y="94369"/>
                </a:lnTo>
                <a:lnTo>
                  <a:pt x="3530915" y="93894"/>
                </a:lnTo>
                <a:lnTo>
                  <a:pt x="3531103" y="93365"/>
                </a:lnTo>
                <a:lnTo>
                  <a:pt x="3531260" y="92776"/>
                </a:lnTo>
                <a:lnTo>
                  <a:pt x="3531385" y="92126"/>
                </a:lnTo>
                <a:lnTo>
                  <a:pt x="3531476" y="91410"/>
                </a:lnTo>
                <a:lnTo>
                  <a:pt x="3531531" y="90626"/>
                </a:lnTo>
                <a:lnTo>
                  <a:pt x="3531550" y="89772"/>
                </a:lnTo>
                <a:lnTo>
                  <a:pt x="3531486" y="87041"/>
                </a:lnTo>
                <a:lnTo>
                  <a:pt x="3531293" y="84349"/>
                </a:lnTo>
                <a:lnTo>
                  <a:pt x="3530971" y="81703"/>
                </a:lnTo>
                <a:lnTo>
                  <a:pt x="3530520" y="79109"/>
                </a:lnTo>
                <a:lnTo>
                  <a:pt x="3529940" y="76576"/>
                </a:lnTo>
                <a:lnTo>
                  <a:pt x="3529231" y="74109"/>
                </a:lnTo>
                <a:lnTo>
                  <a:pt x="3528392" y="71715"/>
                </a:lnTo>
                <a:lnTo>
                  <a:pt x="3527423" y="69401"/>
                </a:lnTo>
                <a:lnTo>
                  <a:pt x="3526325" y="67175"/>
                </a:lnTo>
                <a:lnTo>
                  <a:pt x="3525096" y="65042"/>
                </a:lnTo>
                <a:lnTo>
                  <a:pt x="3523738" y="63010"/>
                </a:lnTo>
                <a:lnTo>
                  <a:pt x="3522248" y="61086"/>
                </a:lnTo>
                <a:lnTo>
                  <a:pt x="3520629" y="59277"/>
                </a:lnTo>
                <a:lnTo>
                  <a:pt x="3518878" y="57588"/>
                </a:lnTo>
                <a:lnTo>
                  <a:pt x="3516997" y="56028"/>
                </a:lnTo>
                <a:lnTo>
                  <a:pt x="3514985" y="54603"/>
                </a:lnTo>
                <a:lnTo>
                  <a:pt x="3512841" y="53320"/>
                </a:lnTo>
                <a:lnTo>
                  <a:pt x="3510566" y="52186"/>
                </a:lnTo>
                <a:lnTo>
                  <a:pt x="3508160" y="51207"/>
                </a:lnTo>
                <a:lnTo>
                  <a:pt x="3505622" y="50391"/>
                </a:lnTo>
                <a:lnTo>
                  <a:pt x="3502952" y="49745"/>
                </a:lnTo>
                <a:lnTo>
                  <a:pt x="3500150" y="49274"/>
                </a:lnTo>
                <a:lnTo>
                  <a:pt x="3497215" y="48987"/>
                </a:lnTo>
                <a:lnTo>
                  <a:pt x="3494149" y="48890"/>
                </a:lnTo>
                <a:lnTo>
                  <a:pt x="3491305" y="48989"/>
                </a:lnTo>
                <a:lnTo>
                  <a:pt x="3488513" y="49283"/>
                </a:lnTo>
                <a:lnTo>
                  <a:pt x="3485780" y="49765"/>
                </a:lnTo>
                <a:lnTo>
                  <a:pt x="3483112" y="50428"/>
                </a:lnTo>
                <a:lnTo>
                  <a:pt x="3480514" y="51267"/>
                </a:lnTo>
                <a:lnTo>
                  <a:pt x="3477993" y="52274"/>
                </a:lnTo>
                <a:lnTo>
                  <a:pt x="3475555" y="53443"/>
                </a:lnTo>
                <a:lnTo>
                  <a:pt x="3473206" y="54768"/>
                </a:lnTo>
                <a:lnTo>
                  <a:pt x="3470951" y="56242"/>
                </a:lnTo>
                <a:lnTo>
                  <a:pt x="3468798" y="57860"/>
                </a:lnTo>
                <a:lnTo>
                  <a:pt x="3466753" y="59613"/>
                </a:lnTo>
                <a:lnTo>
                  <a:pt x="3464820" y="61497"/>
                </a:lnTo>
                <a:lnTo>
                  <a:pt x="3463007" y="63504"/>
                </a:lnTo>
                <a:lnTo>
                  <a:pt x="3461320" y="65628"/>
                </a:lnTo>
                <a:lnTo>
                  <a:pt x="3459765" y="67863"/>
                </a:lnTo>
                <a:lnTo>
                  <a:pt x="3458347" y="70202"/>
                </a:lnTo>
                <a:lnTo>
                  <a:pt x="3457073" y="72639"/>
                </a:lnTo>
                <a:lnTo>
                  <a:pt x="3455949" y="75167"/>
                </a:lnTo>
                <a:lnTo>
                  <a:pt x="3454982" y="77780"/>
                </a:lnTo>
                <a:lnTo>
                  <a:pt x="3454176" y="80472"/>
                </a:lnTo>
                <a:lnTo>
                  <a:pt x="3453539" y="83235"/>
                </a:lnTo>
                <a:lnTo>
                  <a:pt x="3453076" y="86064"/>
                </a:lnTo>
                <a:lnTo>
                  <a:pt x="3452794" y="88952"/>
                </a:lnTo>
                <a:lnTo>
                  <a:pt x="3452699" y="91893"/>
                </a:lnTo>
                <a:lnTo>
                  <a:pt x="3452799" y="94815"/>
                </a:lnTo>
                <a:lnTo>
                  <a:pt x="3453097" y="97688"/>
                </a:lnTo>
                <a:lnTo>
                  <a:pt x="3453584" y="100506"/>
                </a:lnTo>
                <a:lnTo>
                  <a:pt x="3454257" y="103261"/>
                </a:lnTo>
                <a:lnTo>
                  <a:pt x="3455107" y="105946"/>
                </a:lnTo>
                <a:lnTo>
                  <a:pt x="3456130" y="108556"/>
                </a:lnTo>
                <a:lnTo>
                  <a:pt x="3457319" y="111084"/>
                </a:lnTo>
                <a:lnTo>
                  <a:pt x="3458668" y="113522"/>
                </a:lnTo>
                <a:lnTo>
                  <a:pt x="3460172" y="115864"/>
                </a:lnTo>
                <a:lnTo>
                  <a:pt x="3461822" y="118104"/>
                </a:lnTo>
                <a:lnTo>
                  <a:pt x="3463615" y="120234"/>
                </a:lnTo>
                <a:lnTo>
                  <a:pt x="3465544" y="122248"/>
                </a:lnTo>
                <a:lnTo>
                  <a:pt x="3467601" y="124140"/>
                </a:lnTo>
                <a:lnTo>
                  <a:pt x="3469783" y="125902"/>
                </a:lnTo>
                <a:lnTo>
                  <a:pt x="3472081" y="127529"/>
                </a:lnTo>
                <a:lnTo>
                  <a:pt x="3474491" y="129012"/>
                </a:lnTo>
                <a:lnTo>
                  <a:pt x="3477006" y="130346"/>
                </a:lnTo>
                <a:lnTo>
                  <a:pt x="3479620" y="131524"/>
                </a:lnTo>
                <a:lnTo>
                  <a:pt x="3482327" y="132539"/>
                </a:lnTo>
                <a:lnTo>
                  <a:pt x="3485121" y="133384"/>
                </a:lnTo>
                <a:lnTo>
                  <a:pt x="3487995" y="134054"/>
                </a:lnTo>
                <a:lnTo>
                  <a:pt x="3490944" y="134540"/>
                </a:lnTo>
                <a:lnTo>
                  <a:pt x="3493961" y="134837"/>
                </a:lnTo>
                <a:lnTo>
                  <a:pt x="3497040" y="134937"/>
                </a:lnTo>
                <a:lnTo>
                  <a:pt x="3500137" y="134849"/>
                </a:lnTo>
                <a:lnTo>
                  <a:pt x="3503066" y="134593"/>
                </a:lnTo>
                <a:lnTo>
                  <a:pt x="3505830" y="134181"/>
                </a:lnTo>
                <a:lnTo>
                  <a:pt x="3508433" y="133629"/>
                </a:lnTo>
                <a:lnTo>
                  <a:pt x="3510879" y="132947"/>
                </a:lnTo>
                <a:lnTo>
                  <a:pt x="3513169" y="132149"/>
                </a:lnTo>
                <a:lnTo>
                  <a:pt x="3515308" y="131248"/>
                </a:lnTo>
                <a:lnTo>
                  <a:pt x="3517298" y="130257"/>
                </a:lnTo>
                <a:lnTo>
                  <a:pt x="3519143" y="129189"/>
                </a:lnTo>
                <a:lnTo>
                  <a:pt x="3520846" y="128057"/>
                </a:lnTo>
                <a:lnTo>
                  <a:pt x="3522410" y="126874"/>
                </a:lnTo>
                <a:lnTo>
                  <a:pt x="3523839" y="125653"/>
                </a:lnTo>
                <a:lnTo>
                  <a:pt x="3525135" y="124406"/>
                </a:lnTo>
                <a:lnTo>
                  <a:pt x="3526301" y="123148"/>
                </a:lnTo>
                <a:lnTo>
                  <a:pt x="3527341" y="121890"/>
                </a:lnTo>
                <a:lnTo>
                  <a:pt x="3528259" y="120646"/>
                </a:lnTo>
                <a:lnTo>
                  <a:pt x="3529056" y="119429"/>
                </a:lnTo>
                <a:lnTo>
                  <a:pt x="3529737" y="118251"/>
                </a:lnTo>
                <a:lnTo>
                  <a:pt x="3530304" y="117126"/>
                </a:lnTo>
                <a:lnTo>
                  <a:pt x="3530761" y="116067"/>
                </a:lnTo>
                <a:lnTo>
                  <a:pt x="3531111" y="115086"/>
                </a:lnTo>
                <a:lnTo>
                  <a:pt x="3531357" y="114197"/>
                </a:lnTo>
                <a:lnTo>
                  <a:pt x="3531503" y="113412"/>
                </a:lnTo>
                <a:lnTo>
                  <a:pt x="3531550" y="112747"/>
                </a:lnTo>
                <a:lnTo>
                  <a:pt x="3531522" y="112100"/>
                </a:lnTo>
                <a:lnTo>
                  <a:pt x="3531440" y="111505"/>
                </a:lnTo>
                <a:lnTo>
                  <a:pt x="3531308" y="110963"/>
                </a:lnTo>
                <a:lnTo>
                  <a:pt x="3531131" y="110469"/>
                </a:lnTo>
                <a:lnTo>
                  <a:pt x="3530913" y="110023"/>
                </a:lnTo>
                <a:lnTo>
                  <a:pt x="3530659" y="109621"/>
                </a:lnTo>
                <a:close/>
                <a:moveTo>
                  <a:pt x="3469338" y="77053"/>
                </a:moveTo>
                <a:lnTo>
                  <a:pt x="3470129" y="75539"/>
                </a:lnTo>
                <a:lnTo>
                  <a:pt x="3470994" y="74080"/>
                </a:lnTo>
                <a:lnTo>
                  <a:pt x="3471929" y="72679"/>
                </a:lnTo>
                <a:lnTo>
                  <a:pt x="3472931" y="71339"/>
                </a:lnTo>
                <a:lnTo>
                  <a:pt x="3473999" y="70063"/>
                </a:lnTo>
                <a:lnTo>
                  <a:pt x="3475128" y="68853"/>
                </a:lnTo>
                <a:lnTo>
                  <a:pt x="3476316" y="67714"/>
                </a:lnTo>
                <a:lnTo>
                  <a:pt x="3477561" y="66649"/>
                </a:lnTo>
                <a:lnTo>
                  <a:pt x="3478859" y="65660"/>
                </a:lnTo>
                <a:lnTo>
                  <a:pt x="3480208" y="64750"/>
                </a:lnTo>
                <a:lnTo>
                  <a:pt x="3481604" y="63923"/>
                </a:lnTo>
                <a:lnTo>
                  <a:pt x="3483045" y="63182"/>
                </a:lnTo>
                <a:lnTo>
                  <a:pt x="3484528" y="62529"/>
                </a:lnTo>
                <a:lnTo>
                  <a:pt x="3486050" y="61968"/>
                </a:lnTo>
                <a:lnTo>
                  <a:pt x="3487609" y="61503"/>
                </a:lnTo>
                <a:lnTo>
                  <a:pt x="3489201" y="61135"/>
                </a:lnTo>
                <a:lnTo>
                  <a:pt x="3490823" y="60869"/>
                </a:lnTo>
                <a:lnTo>
                  <a:pt x="3492473" y="60707"/>
                </a:lnTo>
                <a:lnTo>
                  <a:pt x="3494149" y="60652"/>
                </a:lnTo>
                <a:lnTo>
                  <a:pt x="3495411" y="60678"/>
                </a:lnTo>
                <a:lnTo>
                  <a:pt x="3496688" y="60758"/>
                </a:lnTo>
                <a:lnTo>
                  <a:pt x="3497975" y="60898"/>
                </a:lnTo>
                <a:lnTo>
                  <a:pt x="3499266" y="61101"/>
                </a:lnTo>
                <a:lnTo>
                  <a:pt x="3500556" y="61372"/>
                </a:lnTo>
                <a:lnTo>
                  <a:pt x="3501839" y="61716"/>
                </a:lnTo>
                <a:lnTo>
                  <a:pt x="3503111" y="62136"/>
                </a:lnTo>
                <a:lnTo>
                  <a:pt x="3504367" y="62638"/>
                </a:lnTo>
                <a:lnTo>
                  <a:pt x="3505600" y="63225"/>
                </a:lnTo>
                <a:lnTo>
                  <a:pt x="3506806" y="63902"/>
                </a:lnTo>
                <a:lnTo>
                  <a:pt x="3507979" y="64674"/>
                </a:lnTo>
                <a:lnTo>
                  <a:pt x="3509114" y="65545"/>
                </a:lnTo>
                <a:lnTo>
                  <a:pt x="3510206" y="66520"/>
                </a:lnTo>
                <a:lnTo>
                  <a:pt x="3511250" y="67602"/>
                </a:lnTo>
                <a:lnTo>
                  <a:pt x="3512240" y="68797"/>
                </a:lnTo>
                <a:lnTo>
                  <a:pt x="3513171" y="70108"/>
                </a:lnTo>
                <a:lnTo>
                  <a:pt x="3514037" y="71541"/>
                </a:lnTo>
                <a:lnTo>
                  <a:pt x="3514835" y="73099"/>
                </a:lnTo>
                <a:lnTo>
                  <a:pt x="3515557" y="74788"/>
                </a:lnTo>
                <a:lnTo>
                  <a:pt x="3516199" y="76610"/>
                </a:lnTo>
                <a:lnTo>
                  <a:pt x="3516756" y="78572"/>
                </a:lnTo>
                <a:lnTo>
                  <a:pt x="3517223" y="80677"/>
                </a:lnTo>
                <a:lnTo>
                  <a:pt x="3517593" y="82930"/>
                </a:lnTo>
                <a:lnTo>
                  <a:pt x="3517862" y="85335"/>
                </a:lnTo>
                <a:lnTo>
                  <a:pt x="3466581" y="85335"/>
                </a:lnTo>
                <a:lnTo>
                  <a:pt x="3466963" y="83594"/>
                </a:lnTo>
                <a:lnTo>
                  <a:pt x="3467433" y="81892"/>
                </a:lnTo>
                <a:lnTo>
                  <a:pt x="3467987" y="80233"/>
                </a:lnTo>
                <a:lnTo>
                  <a:pt x="3468623" y="78619"/>
                </a:lnTo>
                <a:lnTo>
                  <a:pt x="3469338" y="77053"/>
                </a:lnTo>
                <a:close/>
                <a:moveTo>
                  <a:pt x="4036736" y="109621"/>
                </a:moveTo>
                <a:lnTo>
                  <a:pt x="4036450" y="109261"/>
                </a:lnTo>
                <a:lnTo>
                  <a:pt x="4036136" y="108941"/>
                </a:lnTo>
                <a:lnTo>
                  <a:pt x="4035798" y="108659"/>
                </a:lnTo>
                <a:lnTo>
                  <a:pt x="4035442" y="108412"/>
                </a:lnTo>
                <a:lnTo>
                  <a:pt x="4035070" y="108198"/>
                </a:lnTo>
                <a:lnTo>
                  <a:pt x="4034689" y="108014"/>
                </a:lnTo>
                <a:lnTo>
                  <a:pt x="4034301" y="107859"/>
                </a:lnTo>
                <a:lnTo>
                  <a:pt x="4033911" y="107730"/>
                </a:lnTo>
                <a:lnTo>
                  <a:pt x="4033525" y="107623"/>
                </a:lnTo>
                <a:lnTo>
                  <a:pt x="4033145" y="107539"/>
                </a:lnTo>
                <a:lnTo>
                  <a:pt x="4032777" y="107472"/>
                </a:lnTo>
                <a:lnTo>
                  <a:pt x="4032424" y="107423"/>
                </a:lnTo>
                <a:lnTo>
                  <a:pt x="4032092" y="107387"/>
                </a:lnTo>
                <a:lnTo>
                  <a:pt x="4031783" y="107363"/>
                </a:lnTo>
                <a:lnTo>
                  <a:pt x="4031504" y="107349"/>
                </a:lnTo>
                <a:lnTo>
                  <a:pt x="4031258" y="107341"/>
                </a:lnTo>
                <a:lnTo>
                  <a:pt x="4031049" y="107339"/>
                </a:lnTo>
                <a:lnTo>
                  <a:pt x="4030882" y="107338"/>
                </a:lnTo>
                <a:lnTo>
                  <a:pt x="4030458" y="107341"/>
                </a:lnTo>
                <a:lnTo>
                  <a:pt x="4030054" y="107352"/>
                </a:lnTo>
                <a:lnTo>
                  <a:pt x="4029668" y="107370"/>
                </a:lnTo>
                <a:lnTo>
                  <a:pt x="4029300" y="107398"/>
                </a:lnTo>
                <a:lnTo>
                  <a:pt x="4028948" y="107436"/>
                </a:lnTo>
                <a:lnTo>
                  <a:pt x="4028614" y="107486"/>
                </a:lnTo>
                <a:lnTo>
                  <a:pt x="4028294" y="107548"/>
                </a:lnTo>
                <a:lnTo>
                  <a:pt x="4027990" y="107624"/>
                </a:lnTo>
                <a:lnTo>
                  <a:pt x="4027700" y="107715"/>
                </a:lnTo>
                <a:lnTo>
                  <a:pt x="4027423" y="107822"/>
                </a:lnTo>
                <a:lnTo>
                  <a:pt x="4027158" y="107945"/>
                </a:lnTo>
                <a:lnTo>
                  <a:pt x="4026905" y="108087"/>
                </a:lnTo>
                <a:lnTo>
                  <a:pt x="4026664" y="108248"/>
                </a:lnTo>
                <a:lnTo>
                  <a:pt x="4026433" y="108429"/>
                </a:lnTo>
                <a:lnTo>
                  <a:pt x="4026211" y="108631"/>
                </a:lnTo>
                <a:lnTo>
                  <a:pt x="4025998" y="108855"/>
                </a:lnTo>
                <a:lnTo>
                  <a:pt x="4025793" y="109103"/>
                </a:lnTo>
                <a:lnTo>
                  <a:pt x="4025595" y="109376"/>
                </a:lnTo>
                <a:lnTo>
                  <a:pt x="4025404" y="109674"/>
                </a:lnTo>
                <a:lnTo>
                  <a:pt x="4025218" y="110000"/>
                </a:lnTo>
                <a:lnTo>
                  <a:pt x="4025038" y="110353"/>
                </a:lnTo>
                <a:lnTo>
                  <a:pt x="4024862" y="110734"/>
                </a:lnTo>
                <a:lnTo>
                  <a:pt x="4024689" y="111146"/>
                </a:lnTo>
                <a:lnTo>
                  <a:pt x="4024519" y="111589"/>
                </a:lnTo>
                <a:lnTo>
                  <a:pt x="4023958" y="112777"/>
                </a:lnTo>
                <a:lnTo>
                  <a:pt x="4023337" y="113883"/>
                </a:lnTo>
                <a:lnTo>
                  <a:pt x="4022661" y="114910"/>
                </a:lnTo>
                <a:lnTo>
                  <a:pt x="4021936" y="115861"/>
                </a:lnTo>
                <a:lnTo>
                  <a:pt x="4021166" y="116739"/>
                </a:lnTo>
                <a:lnTo>
                  <a:pt x="4020356" y="117546"/>
                </a:lnTo>
                <a:lnTo>
                  <a:pt x="4019511" y="118286"/>
                </a:lnTo>
                <a:lnTo>
                  <a:pt x="4018635" y="118960"/>
                </a:lnTo>
                <a:lnTo>
                  <a:pt x="4017734" y="119572"/>
                </a:lnTo>
                <a:lnTo>
                  <a:pt x="4016813" y="120125"/>
                </a:lnTo>
                <a:lnTo>
                  <a:pt x="4015875" y="120621"/>
                </a:lnTo>
                <a:lnTo>
                  <a:pt x="4014927" y="121063"/>
                </a:lnTo>
                <a:lnTo>
                  <a:pt x="4013973" y="121454"/>
                </a:lnTo>
                <a:lnTo>
                  <a:pt x="4013018" y="121796"/>
                </a:lnTo>
                <a:lnTo>
                  <a:pt x="4012066" y="122092"/>
                </a:lnTo>
                <a:lnTo>
                  <a:pt x="4011123" y="122346"/>
                </a:lnTo>
                <a:lnTo>
                  <a:pt x="4010193" y="122559"/>
                </a:lnTo>
                <a:lnTo>
                  <a:pt x="4009282" y="122735"/>
                </a:lnTo>
                <a:lnTo>
                  <a:pt x="4008394" y="122877"/>
                </a:lnTo>
                <a:lnTo>
                  <a:pt x="4007533" y="122986"/>
                </a:lnTo>
                <a:lnTo>
                  <a:pt x="4006706" y="123066"/>
                </a:lnTo>
                <a:lnTo>
                  <a:pt x="4005916" y="123120"/>
                </a:lnTo>
                <a:lnTo>
                  <a:pt x="4005168" y="123151"/>
                </a:lnTo>
                <a:lnTo>
                  <a:pt x="4004468" y="123160"/>
                </a:lnTo>
                <a:lnTo>
                  <a:pt x="4002662" y="123110"/>
                </a:lnTo>
                <a:lnTo>
                  <a:pt x="4000860" y="122961"/>
                </a:lnTo>
                <a:lnTo>
                  <a:pt x="3999068" y="122713"/>
                </a:lnTo>
                <a:lnTo>
                  <a:pt x="3997291" y="122369"/>
                </a:lnTo>
                <a:lnTo>
                  <a:pt x="3995534" y="121929"/>
                </a:lnTo>
                <a:lnTo>
                  <a:pt x="3993802" y="121394"/>
                </a:lnTo>
                <a:lnTo>
                  <a:pt x="3992099" y="120766"/>
                </a:lnTo>
                <a:lnTo>
                  <a:pt x="3990431" y="120045"/>
                </a:lnTo>
                <a:lnTo>
                  <a:pt x="3988802" y="119233"/>
                </a:lnTo>
                <a:lnTo>
                  <a:pt x="3987217" y="118332"/>
                </a:lnTo>
                <a:lnTo>
                  <a:pt x="3985682" y="117341"/>
                </a:lnTo>
                <a:lnTo>
                  <a:pt x="3984202" y="116263"/>
                </a:lnTo>
                <a:lnTo>
                  <a:pt x="3982780" y="115098"/>
                </a:lnTo>
                <a:lnTo>
                  <a:pt x="3981423" y="113847"/>
                </a:lnTo>
                <a:lnTo>
                  <a:pt x="3980135" y="112513"/>
                </a:lnTo>
                <a:lnTo>
                  <a:pt x="3978920" y="111095"/>
                </a:lnTo>
                <a:lnTo>
                  <a:pt x="3977785" y="109596"/>
                </a:lnTo>
                <a:lnTo>
                  <a:pt x="3976734" y="108016"/>
                </a:lnTo>
                <a:lnTo>
                  <a:pt x="3975771" y="106356"/>
                </a:lnTo>
                <a:lnTo>
                  <a:pt x="3974903" y="104617"/>
                </a:lnTo>
                <a:lnTo>
                  <a:pt x="3974133" y="102802"/>
                </a:lnTo>
                <a:lnTo>
                  <a:pt x="3973467" y="100910"/>
                </a:lnTo>
                <a:lnTo>
                  <a:pt x="3972909" y="98943"/>
                </a:lnTo>
                <a:lnTo>
                  <a:pt x="3972465" y="96903"/>
                </a:lnTo>
                <a:lnTo>
                  <a:pt x="4029917" y="96903"/>
                </a:lnTo>
                <a:lnTo>
                  <a:pt x="4030421" y="96902"/>
                </a:lnTo>
                <a:lnTo>
                  <a:pt x="4030920" y="96899"/>
                </a:lnTo>
                <a:lnTo>
                  <a:pt x="4031411" y="96889"/>
                </a:lnTo>
                <a:lnTo>
                  <a:pt x="4031894" y="96870"/>
                </a:lnTo>
                <a:lnTo>
                  <a:pt x="4032368" y="96838"/>
                </a:lnTo>
                <a:lnTo>
                  <a:pt x="4032830" y="96792"/>
                </a:lnTo>
                <a:lnTo>
                  <a:pt x="4033280" y="96726"/>
                </a:lnTo>
                <a:lnTo>
                  <a:pt x="4033716" y="96639"/>
                </a:lnTo>
                <a:lnTo>
                  <a:pt x="4034136" y="96527"/>
                </a:lnTo>
                <a:lnTo>
                  <a:pt x="4034540" y="96387"/>
                </a:lnTo>
                <a:lnTo>
                  <a:pt x="4034925" y="96216"/>
                </a:lnTo>
                <a:lnTo>
                  <a:pt x="4035291" y="96012"/>
                </a:lnTo>
                <a:lnTo>
                  <a:pt x="4035635" y="95770"/>
                </a:lnTo>
                <a:lnTo>
                  <a:pt x="4035957" y="95487"/>
                </a:lnTo>
                <a:lnTo>
                  <a:pt x="4036256" y="95162"/>
                </a:lnTo>
                <a:lnTo>
                  <a:pt x="4036528" y="94790"/>
                </a:lnTo>
                <a:lnTo>
                  <a:pt x="4036774" y="94369"/>
                </a:lnTo>
                <a:lnTo>
                  <a:pt x="4036992" y="93894"/>
                </a:lnTo>
                <a:lnTo>
                  <a:pt x="4037181" y="93365"/>
                </a:lnTo>
                <a:lnTo>
                  <a:pt x="4037338" y="92776"/>
                </a:lnTo>
                <a:lnTo>
                  <a:pt x="4037463" y="92126"/>
                </a:lnTo>
                <a:lnTo>
                  <a:pt x="4037553" y="91410"/>
                </a:lnTo>
                <a:lnTo>
                  <a:pt x="4037609" y="90626"/>
                </a:lnTo>
                <a:lnTo>
                  <a:pt x="4037628" y="89772"/>
                </a:lnTo>
                <a:lnTo>
                  <a:pt x="4037564" y="87041"/>
                </a:lnTo>
                <a:lnTo>
                  <a:pt x="4037371" y="84349"/>
                </a:lnTo>
                <a:lnTo>
                  <a:pt x="4037049" y="81703"/>
                </a:lnTo>
                <a:lnTo>
                  <a:pt x="4036598" y="79109"/>
                </a:lnTo>
                <a:lnTo>
                  <a:pt x="4036018" y="76576"/>
                </a:lnTo>
                <a:lnTo>
                  <a:pt x="4035308" y="74109"/>
                </a:lnTo>
                <a:lnTo>
                  <a:pt x="4034470" y="71715"/>
                </a:lnTo>
                <a:lnTo>
                  <a:pt x="4033501" y="69401"/>
                </a:lnTo>
                <a:lnTo>
                  <a:pt x="4032402" y="67175"/>
                </a:lnTo>
                <a:lnTo>
                  <a:pt x="4031174" y="65042"/>
                </a:lnTo>
                <a:lnTo>
                  <a:pt x="4029815" y="63010"/>
                </a:lnTo>
                <a:lnTo>
                  <a:pt x="4028326" y="61086"/>
                </a:lnTo>
                <a:lnTo>
                  <a:pt x="4026706" y="59277"/>
                </a:lnTo>
                <a:lnTo>
                  <a:pt x="4024956" y="57588"/>
                </a:lnTo>
                <a:lnTo>
                  <a:pt x="4023075" y="56028"/>
                </a:lnTo>
                <a:lnTo>
                  <a:pt x="4021062" y="54603"/>
                </a:lnTo>
                <a:lnTo>
                  <a:pt x="4018919" y="53320"/>
                </a:lnTo>
                <a:lnTo>
                  <a:pt x="4016644" y="52186"/>
                </a:lnTo>
                <a:lnTo>
                  <a:pt x="4014238" y="51207"/>
                </a:lnTo>
                <a:lnTo>
                  <a:pt x="4011699" y="50391"/>
                </a:lnTo>
                <a:lnTo>
                  <a:pt x="4009029" y="49745"/>
                </a:lnTo>
                <a:lnTo>
                  <a:pt x="4006227" y="49274"/>
                </a:lnTo>
                <a:lnTo>
                  <a:pt x="4003293" y="48987"/>
                </a:lnTo>
                <a:lnTo>
                  <a:pt x="4000226" y="48890"/>
                </a:lnTo>
                <a:lnTo>
                  <a:pt x="3997382" y="48989"/>
                </a:lnTo>
                <a:lnTo>
                  <a:pt x="3994591" y="49283"/>
                </a:lnTo>
                <a:lnTo>
                  <a:pt x="3991858" y="49765"/>
                </a:lnTo>
                <a:lnTo>
                  <a:pt x="3989190" y="50428"/>
                </a:lnTo>
                <a:lnTo>
                  <a:pt x="3986592" y="51267"/>
                </a:lnTo>
                <a:lnTo>
                  <a:pt x="3984071" y="52274"/>
                </a:lnTo>
                <a:lnTo>
                  <a:pt x="3981632" y="53443"/>
                </a:lnTo>
                <a:lnTo>
                  <a:pt x="3979283" y="54768"/>
                </a:lnTo>
                <a:lnTo>
                  <a:pt x="3977029" y="56242"/>
                </a:lnTo>
                <a:lnTo>
                  <a:pt x="3974876" y="57860"/>
                </a:lnTo>
                <a:lnTo>
                  <a:pt x="3972830" y="59613"/>
                </a:lnTo>
                <a:lnTo>
                  <a:pt x="3970898" y="61497"/>
                </a:lnTo>
                <a:lnTo>
                  <a:pt x="3969085" y="63504"/>
                </a:lnTo>
                <a:lnTo>
                  <a:pt x="3967398" y="65628"/>
                </a:lnTo>
                <a:lnTo>
                  <a:pt x="3965842" y="67863"/>
                </a:lnTo>
                <a:lnTo>
                  <a:pt x="3964424" y="70202"/>
                </a:lnTo>
                <a:lnTo>
                  <a:pt x="3963151" y="72639"/>
                </a:lnTo>
                <a:lnTo>
                  <a:pt x="3962027" y="75167"/>
                </a:lnTo>
                <a:lnTo>
                  <a:pt x="3961059" y="77780"/>
                </a:lnTo>
                <a:lnTo>
                  <a:pt x="3960254" y="80472"/>
                </a:lnTo>
                <a:lnTo>
                  <a:pt x="3959617" y="83235"/>
                </a:lnTo>
                <a:lnTo>
                  <a:pt x="3959154" y="86064"/>
                </a:lnTo>
                <a:lnTo>
                  <a:pt x="3958872" y="88952"/>
                </a:lnTo>
                <a:lnTo>
                  <a:pt x="3958777" y="91893"/>
                </a:lnTo>
                <a:lnTo>
                  <a:pt x="3958877" y="94815"/>
                </a:lnTo>
                <a:lnTo>
                  <a:pt x="3959174" y="97688"/>
                </a:lnTo>
                <a:lnTo>
                  <a:pt x="3959662" y="100506"/>
                </a:lnTo>
                <a:lnTo>
                  <a:pt x="3960334" y="103261"/>
                </a:lnTo>
                <a:lnTo>
                  <a:pt x="3961185" y="105946"/>
                </a:lnTo>
                <a:lnTo>
                  <a:pt x="3962208" y="108556"/>
                </a:lnTo>
                <a:lnTo>
                  <a:pt x="3963397" y="111084"/>
                </a:lnTo>
                <a:lnTo>
                  <a:pt x="3964746" y="113522"/>
                </a:lnTo>
                <a:lnTo>
                  <a:pt x="3966249" y="115864"/>
                </a:lnTo>
                <a:lnTo>
                  <a:pt x="3967900" y="118104"/>
                </a:lnTo>
                <a:lnTo>
                  <a:pt x="3969693" y="120234"/>
                </a:lnTo>
                <a:lnTo>
                  <a:pt x="3971621" y="122248"/>
                </a:lnTo>
                <a:lnTo>
                  <a:pt x="3973679" y="124140"/>
                </a:lnTo>
                <a:lnTo>
                  <a:pt x="3975860" y="125902"/>
                </a:lnTo>
                <a:lnTo>
                  <a:pt x="3978159" y="127529"/>
                </a:lnTo>
                <a:lnTo>
                  <a:pt x="3980569" y="129012"/>
                </a:lnTo>
                <a:lnTo>
                  <a:pt x="3983084" y="130346"/>
                </a:lnTo>
                <a:lnTo>
                  <a:pt x="3985698" y="131524"/>
                </a:lnTo>
                <a:lnTo>
                  <a:pt x="3988404" y="132539"/>
                </a:lnTo>
                <a:lnTo>
                  <a:pt x="3991198" y="133384"/>
                </a:lnTo>
                <a:lnTo>
                  <a:pt x="3994072" y="134054"/>
                </a:lnTo>
                <a:lnTo>
                  <a:pt x="3997021" y="134540"/>
                </a:lnTo>
                <a:lnTo>
                  <a:pt x="4000038" y="134837"/>
                </a:lnTo>
                <a:lnTo>
                  <a:pt x="4003118" y="134937"/>
                </a:lnTo>
                <a:lnTo>
                  <a:pt x="4006214" y="134849"/>
                </a:lnTo>
                <a:lnTo>
                  <a:pt x="4009143" y="134593"/>
                </a:lnTo>
                <a:lnTo>
                  <a:pt x="4011908" y="134181"/>
                </a:lnTo>
                <a:lnTo>
                  <a:pt x="4014511" y="133629"/>
                </a:lnTo>
                <a:lnTo>
                  <a:pt x="4016956" y="132947"/>
                </a:lnTo>
                <a:lnTo>
                  <a:pt x="4019247" y="132149"/>
                </a:lnTo>
                <a:lnTo>
                  <a:pt x="4021385" y="131248"/>
                </a:lnTo>
                <a:lnTo>
                  <a:pt x="4023376" y="130257"/>
                </a:lnTo>
                <a:lnTo>
                  <a:pt x="4025221" y="129189"/>
                </a:lnTo>
                <a:lnTo>
                  <a:pt x="4026924" y="128057"/>
                </a:lnTo>
                <a:lnTo>
                  <a:pt x="4028488" y="126874"/>
                </a:lnTo>
                <a:lnTo>
                  <a:pt x="4029916" y="125653"/>
                </a:lnTo>
                <a:lnTo>
                  <a:pt x="4031212" y="124406"/>
                </a:lnTo>
                <a:lnTo>
                  <a:pt x="4032379" y="123148"/>
                </a:lnTo>
                <a:lnTo>
                  <a:pt x="4033419" y="121890"/>
                </a:lnTo>
                <a:lnTo>
                  <a:pt x="4034336" y="120646"/>
                </a:lnTo>
                <a:lnTo>
                  <a:pt x="4035134" y="119429"/>
                </a:lnTo>
                <a:lnTo>
                  <a:pt x="4035814" y="118251"/>
                </a:lnTo>
                <a:lnTo>
                  <a:pt x="4036382" y="117126"/>
                </a:lnTo>
                <a:lnTo>
                  <a:pt x="4036839" y="116067"/>
                </a:lnTo>
                <a:lnTo>
                  <a:pt x="4037189" y="115086"/>
                </a:lnTo>
                <a:lnTo>
                  <a:pt x="4037435" y="114197"/>
                </a:lnTo>
                <a:lnTo>
                  <a:pt x="4037580" y="113412"/>
                </a:lnTo>
                <a:lnTo>
                  <a:pt x="4037628" y="112747"/>
                </a:lnTo>
                <a:lnTo>
                  <a:pt x="4037599" y="112100"/>
                </a:lnTo>
                <a:lnTo>
                  <a:pt x="4037517" y="111505"/>
                </a:lnTo>
                <a:lnTo>
                  <a:pt x="4037385" y="110963"/>
                </a:lnTo>
                <a:lnTo>
                  <a:pt x="4037208" y="110469"/>
                </a:lnTo>
                <a:lnTo>
                  <a:pt x="4036991" y="110023"/>
                </a:lnTo>
                <a:lnTo>
                  <a:pt x="4036736" y="109621"/>
                </a:lnTo>
                <a:close/>
                <a:moveTo>
                  <a:pt x="3975416" y="77053"/>
                </a:moveTo>
                <a:lnTo>
                  <a:pt x="3976207" y="75539"/>
                </a:lnTo>
                <a:lnTo>
                  <a:pt x="3977071" y="74080"/>
                </a:lnTo>
                <a:lnTo>
                  <a:pt x="3978006" y="72679"/>
                </a:lnTo>
                <a:lnTo>
                  <a:pt x="3979009" y="71339"/>
                </a:lnTo>
                <a:lnTo>
                  <a:pt x="3980076" y="70063"/>
                </a:lnTo>
                <a:lnTo>
                  <a:pt x="3981206" y="68853"/>
                </a:lnTo>
                <a:lnTo>
                  <a:pt x="3982394" y="67714"/>
                </a:lnTo>
                <a:lnTo>
                  <a:pt x="3983639" y="66649"/>
                </a:lnTo>
                <a:lnTo>
                  <a:pt x="3984937" y="65660"/>
                </a:lnTo>
                <a:lnTo>
                  <a:pt x="3986285" y="64750"/>
                </a:lnTo>
                <a:lnTo>
                  <a:pt x="3987681" y="63923"/>
                </a:lnTo>
                <a:lnTo>
                  <a:pt x="3989122" y="63182"/>
                </a:lnTo>
                <a:lnTo>
                  <a:pt x="3990605" y="62529"/>
                </a:lnTo>
                <a:lnTo>
                  <a:pt x="3992128" y="61968"/>
                </a:lnTo>
                <a:lnTo>
                  <a:pt x="3993686" y="61503"/>
                </a:lnTo>
                <a:lnTo>
                  <a:pt x="3995278" y="61135"/>
                </a:lnTo>
                <a:lnTo>
                  <a:pt x="3996901" y="60869"/>
                </a:lnTo>
                <a:lnTo>
                  <a:pt x="3998551" y="60707"/>
                </a:lnTo>
                <a:lnTo>
                  <a:pt x="4000226" y="60652"/>
                </a:lnTo>
                <a:lnTo>
                  <a:pt x="4001489" y="60678"/>
                </a:lnTo>
                <a:lnTo>
                  <a:pt x="4002766" y="60758"/>
                </a:lnTo>
                <a:lnTo>
                  <a:pt x="4004052" y="60898"/>
                </a:lnTo>
                <a:lnTo>
                  <a:pt x="4005343" y="61101"/>
                </a:lnTo>
                <a:lnTo>
                  <a:pt x="4006633" y="61372"/>
                </a:lnTo>
                <a:lnTo>
                  <a:pt x="4007917" y="61716"/>
                </a:lnTo>
                <a:lnTo>
                  <a:pt x="4009189" y="62136"/>
                </a:lnTo>
                <a:lnTo>
                  <a:pt x="4010444" y="62638"/>
                </a:lnTo>
                <a:lnTo>
                  <a:pt x="4011677" y="63225"/>
                </a:lnTo>
                <a:lnTo>
                  <a:pt x="4012883" y="63902"/>
                </a:lnTo>
                <a:lnTo>
                  <a:pt x="4014056" y="64674"/>
                </a:lnTo>
                <a:lnTo>
                  <a:pt x="4015192" y="65545"/>
                </a:lnTo>
                <a:lnTo>
                  <a:pt x="4016284" y="66520"/>
                </a:lnTo>
                <a:lnTo>
                  <a:pt x="4017327" y="67602"/>
                </a:lnTo>
                <a:lnTo>
                  <a:pt x="4018317" y="68797"/>
                </a:lnTo>
                <a:lnTo>
                  <a:pt x="4019248" y="70108"/>
                </a:lnTo>
                <a:lnTo>
                  <a:pt x="4020115" y="71541"/>
                </a:lnTo>
                <a:lnTo>
                  <a:pt x="4020912" y="73099"/>
                </a:lnTo>
                <a:lnTo>
                  <a:pt x="4021635" y="74788"/>
                </a:lnTo>
                <a:lnTo>
                  <a:pt x="4022277" y="76610"/>
                </a:lnTo>
                <a:lnTo>
                  <a:pt x="4022834" y="78572"/>
                </a:lnTo>
                <a:lnTo>
                  <a:pt x="4023300" y="80677"/>
                </a:lnTo>
                <a:lnTo>
                  <a:pt x="4023671" y="82930"/>
                </a:lnTo>
                <a:lnTo>
                  <a:pt x="4023940" y="85335"/>
                </a:lnTo>
                <a:lnTo>
                  <a:pt x="3972659" y="85335"/>
                </a:lnTo>
                <a:lnTo>
                  <a:pt x="3973041" y="83594"/>
                </a:lnTo>
                <a:lnTo>
                  <a:pt x="3973510" y="81892"/>
                </a:lnTo>
                <a:lnTo>
                  <a:pt x="3974064" y="80233"/>
                </a:lnTo>
                <a:lnTo>
                  <a:pt x="3974700" y="78619"/>
                </a:lnTo>
                <a:lnTo>
                  <a:pt x="3975416" y="77053"/>
                </a:lnTo>
                <a:close/>
                <a:moveTo>
                  <a:pt x="4239422" y="110023"/>
                </a:moveTo>
                <a:lnTo>
                  <a:pt x="4239167" y="109621"/>
                </a:lnTo>
                <a:lnTo>
                  <a:pt x="4238881" y="109261"/>
                </a:lnTo>
                <a:lnTo>
                  <a:pt x="4238567" y="108941"/>
                </a:lnTo>
                <a:lnTo>
                  <a:pt x="4238229" y="108659"/>
                </a:lnTo>
                <a:lnTo>
                  <a:pt x="4237873" y="108412"/>
                </a:lnTo>
                <a:lnTo>
                  <a:pt x="4237501" y="108198"/>
                </a:lnTo>
                <a:lnTo>
                  <a:pt x="4237120" y="108014"/>
                </a:lnTo>
                <a:lnTo>
                  <a:pt x="4236732" y="107859"/>
                </a:lnTo>
                <a:lnTo>
                  <a:pt x="4236343" y="107730"/>
                </a:lnTo>
                <a:lnTo>
                  <a:pt x="4235956" y="107623"/>
                </a:lnTo>
                <a:lnTo>
                  <a:pt x="4235576" y="107539"/>
                </a:lnTo>
                <a:lnTo>
                  <a:pt x="4235208" y="107472"/>
                </a:lnTo>
                <a:lnTo>
                  <a:pt x="4234855" y="107423"/>
                </a:lnTo>
                <a:lnTo>
                  <a:pt x="4234523" y="107387"/>
                </a:lnTo>
                <a:lnTo>
                  <a:pt x="4234214" y="107363"/>
                </a:lnTo>
                <a:lnTo>
                  <a:pt x="4233935" y="107349"/>
                </a:lnTo>
                <a:lnTo>
                  <a:pt x="4233689" y="107341"/>
                </a:lnTo>
                <a:lnTo>
                  <a:pt x="4233480" y="107339"/>
                </a:lnTo>
                <a:lnTo>
                  <a:pt x="4233313" y="107338"/>
                </a:lnTo>
                <a:lnTo>
                  <a:pt x="4232889" y="107341"/>
                </a:lnTo>
                <a:lnTo>
                  <a:pt x="4232485" y="107352"/>
                </a:lnTo>
                <a:lnTo>
                  <a:pt x="4232099" y="107370"/>
                </a:lnTo>
                <a:lnTo>
                  <a:pt x="4231731" y="107398"/>
                </a:lnTo>
                <a:lnTo>
                  <a:pt x="4231379" y="107436"/>
                </a:lnTo>
                <a:lnTo>
                  <a:pt x="4231045" y="107486"/>
                </a:lnTo>
                <a:lnTo>
                  <a:pt x="4230725" y="107548"/>
                </a:lnTo>
                <a:lnTo>
                  <a:pt x="4230421" y="107624"/>
                </a:lnTo>
                <a:lnTo>
                  <a:pt x="4230131" y="107715"/>
                </a:lnTo>
                <a:lnTo>
                  <a:pt x="4229854" y="107822"/>
                </a:lnTo>
                <a:lnTo>
                  <a:pt x="4229589" y="107945"/>
                </a:lnTo>
                <a:lnTo>
                  <a:pt x="4229336" y="108087"/>
                </a:lnTo>
                <a:lnTo>
                  <a:pt x="4229095" y="108248"/>
                </a:lnTo>
                <a:lnTo>
                  <a:pt x="4228864" y="108429"/>
                </a:lnTo>
                <a:lnTo>
                  <a:pt x="4228642" y="108631"/>
                </a:lnTo>
                <a:lnTo>
                  <a:pt x="4228429" y="108855"/>
                </a:lnTo>
                <a:lnTo>
                  <a:pt x="4228224" y="109103"/>
                </a:lnTo>
                <a:lnTo>
                  <a:pt x="4228026" y="109376"/>
                </a:lnTo>
                <a:lnTo>
                  <a:pt x="4227835" y="109674"/>
                </a:lnTo>
                <a:lnTo>
                  <a:pt x="4227649" y="110000"/>
                </a:lnTo>
                <a:lnTo>
                  <a:pt x="4227469" y="110353"/>
                </a:lnTo>
                <a:lnTo>
                  <a:pt x="4227293" y="110734"/>
                </a:lnTo>
                <a:lnTo>
                  <a:pt x="4227120" y="111146"/>
                </a:lnTo>
                <a:lnTo>
                  <a:pt x="4226950" y="111589"/>
                </a:lnTo>
                <a:lnTo>
                  <a:pt x="4226389" y="112777"/>
                </a:lnTo>
                <a:lnTo>
                  <a:pt x="4225768" y="113883"/>
                </a:lnTo>
                <a:lnTo>
                  <a:pt x="4225092" y="114910"/>
                </a:lnTo>
                <a:lnTo>
                  <a:pt x="4224367" y="115861"/>
                </a:lnTo>
                <a:lnTo>
                  <a:pt x="4223597" y="116739"/>
                </a:lnTo>
                <a:lnTo>
                  <a:pt x="4222787" y="117546"/>
                </a:lnTo>
                <a:lnTo>
                  <a:pt x="4221942" y="118286"/>
                </a:lnTo>
                <a:lnTo>
                  <a:pt x="4221066" y="118960"/>
                </a:lnTo>
                <a:lnTo>
                  <a:pt x="4220165" y="119572"/>
                </a:lnTo>
                <a:lnTo>
                  <a:pt x="4219244" y="120125"/>
                </a:lnTo>
                <a:lnTo>
                  <a:pt x="4218306" y="120621"/>
                </a:lnTo>
                <a:lnTo>
                  <a:pt x="4217358" y="121063"/>
                </a:lnTo>
                <a:lnTo>
                  <a:pt x="4216404" y="121454"/>
                </a:lnTo>
                <a:lnTo>
                  <a:pt x="4215449" y="121796"/>
                </a:lnTo>
                <a:lnTo>
                  <a:pt x="4214497" y="122092"/>
                </a:lnTo>
                <a:lnTo>
                  <a:pt x="4213554" y="122346"/>
                </a:lnTo>
                <a:lnTo>
                  <a:pt x="4212624" y="122559"/>
                </a:lnTo>
                <a:lnTo>
                  <a:pt x="4211713" y="122735"/>
                </a:lnTo>
                <a:lnTo>
                  <a:pt x="4210825" y="122877"/>
                </a:lnTo>
                <a:lnTo>
                  <a:pt x="4209964" y="122986"/>
                </a:lnTo>
                <a:lnTo>
                  <a:pt x="4209137" y="123066"/>
                </a:lnTo>
                <a:lnTo>
                  <a:pt x="4208347" y="123120"/>
                </a:lnTo>
                <a:lnTo>
                  <a:pt x="4207599" y="123151"/>
                </a:lnTo>
                <a:lnTo>
                  <a:pt x="4206899" y="123160"/>
                </a:lnTo>
                <a:lnTo>
                  <a:pt x="4205093" y="123110"/>
                </a:lnTo>
                <a:lnTo>
                  <a:pt x="4203291" y="122961"/>
                </a:lnTo>
                <a:lnTo>
                  <a:pt x="4201499" y="122713"/>
                </a:lnTo>
                <a:lnTo>
                  <a:pt x="4199722" y="122369"/>
                </a:lnTo>
                <a:lnTo>
                  <a:pt x="4197965" y="121929"/>
                </a:lnTo>
                <a:lnTo>
                  <a:pt x="4196233" y="121394"/>
                </a:lnTo>
                <a:lnTo>
                  <a:pt x="4194530" y="120766"/>
                </a:lnTo>
                <a:lnTo>
                  <a:pt x="4192862" y="120045"/>
                </a:lnTo>
                <a:lnTo>
                  <a:pt x="4191233" y="119233"/>
                </a:lnTo>
                <a:lnTo>
                  <a:pt x="4189648" y="118332"/>
                </a:lnTo>
                <a:lnTo>
                  <a:pt x="4188113" y="117341"/>
                </a:lnTo>
                <a:lnTo>
                  <a:pt x="4186633" y="116263"/>
                </a:lnTo>
                <a:lnTo>
                  <a:pt x="4185211" y="115098"/>
                </a:lnTo>
                <a:lnTo>
                  <a:pt x="4183854" y="113847"/>
                </a:lnTo>
                <a:lnTo>
                  <a:pt x="4182566" y="112513"/>
                </a:lnTo>
                <a:lnTo>
                  <a:pt x="4181351" y="111095"/>
                </a:lnTo>
                <a:lnTo>
                  <a:pt x="4180216" y="109596"/>
                </a:lnTo>
                <a:lnTo>
                  <a:pt x="4179165" y="108016"/>
                </a:lnTo>
                <a:lnTo>
                  <a:pt x="4178202" y="106356"/>
                </a:lnTo>
                <a:lnTo>
                  <a:pt x="4177334" y="104617"/>
                </a:lnTo>
                <a:lnTo>
                  <a:pt x="4176564" y="102802"/>
                </a:lnTo>
                <a:lnTo>
                  <a:pt x="4175898" y="100910"/>
                </a:lnTo>
                <a:lnTo>
                  <a:pt x="4175340" y="98943"/>
                </a:lnTo>
                <a:lnTo>
                  <a:pt x="4174896" y="96903"/>
                </a:lnTo>
                <a:lnTo>
                  <a:pt x="4232348" y="96903"/>
                </a:lnTo>
                <a:lnTo>
                  <a:pt x="4232852" y="96902"/>
                </a:lnTo>
                <a:lnTo>
                  <a:pt x="4233351" y="96899"/>
                </a:lnTo>
                <a:lnTo>
                  <a:pt x="4233842" y="96889"/>
                </a:lnTo>
                <a:lnTo>
                  <a:pt x="4234325" y="96870"/>
                </a:lnTo>
                <a:lnTo>
                  <a:pt x="4234799" y="96838"/>
                </a:lnTo>
                <a:lnTo>
                  <a:pt x="4235261" y="96792"/>
                </a:lnTo>
                <a:lnTo>
                  <a:pt x="4235711" y="96726"/>
                </a:lnTo>
                <a:lnTo>
                  <a:pt x="4236147" y="96639"/>
                </a:lnTo>
                <a:lnTo>
                  <a:pt x="4236567" y="96527"/>
                </a:lnTo>
                <a:lnTo>
                  <a:pt x="4236971" y="96387"/>
                </a:lnTo>
                <a:lnTo>
                  <a:pt x="4237356" y="96216"/>
                </a:lnTo>
                <a:lnTo>
                  <a:pt x="4237722" y="96012"/>
                </a:lnTo>
                <a:lnTo>
                  <a:pt x="4238066" y="95770"/>
                </a:lnTo>
                <a:lnTo>
                  <a:pt x="4238388" y="95487"/>
                </a:lnTo>
                <a:lnTo>
                  <a:pt x="4238687" y="95162"/>
                </a:lnTo>
                <a:lnTo>
                  <a:pt x="4238959" y="94790"/>
                </a:lnTo>
                <a:lnTo>
                  <a:pt x="4239205" y="94369"/>
                </a:lnTo>
                <a:lnTo>
                  <a:pt x="4239423" y="93894"/>
                </a:lnTo>
                <a:lnTo>
                  <a:pt x="4239612" y="93365"/>
                </a:lnTo>
                <a:lnTo>
                  <a:pt x="4239769" y="92776"/>
                </a:lnTo>
                <a:lnTo>
                  <a:pt x="4239894" y="92126"/>
                </a:lnTo>
                <a:lnTo>
                  <a:pt x="4239984" y="91410"/>
                </a:lnTo>
                <a:lnTo>
                  <a:pt x="4240040" y="90626"/>
                </a:lnTo>
                <a:lnTo>
                  <a:pt x="4240059" y="89772"/>
                </a:lnTo>
                <a:lnTo>
                  <a:pt x="4239995" y="87041"/>
                </a:lnTo>
                <a:lnTo>
                  <a:pt x="4239802" y="84349"/>
                </a:lnTo>
                <a:lnTo>
                  <a:pt x="4239480" y="81703"/>
                </a:lnTo>
                <a:lnTo>
                  <a:pt x="4239029" y="79109"/>
                </a:lnTo>
                <a:lnTo>
                  <a:pt x="4238449" y="76576"/>
                </a:lnTo>
                <a:lnTo>
                  <a:pt x="4237739" y="74109"/>
                </a:lnTo>
                <a:lnTo>
                  <a:pt x="4236901" y="71715"/>
                </a:lnTo>
                <a:lnTo>
                  <a:pt x="4235932" y="69401"/>
                </a:lnTo>
                <a:lnTo>
                  <a:pt x="4234833" y="67175"/>
                </a:lnTo>
                <a:lnTo>
                  <a:pt x="4233605" y="65042"/>
                </a:lnTo>
                <a:lnTo>
                  <a:pt x="4232246" y="63010"/>
                </a:lnTo>
                <a:lnTo>
                  <a:pt x="4230757" y="61086"/>
                </a:lnTo>
                <a:lnTo>
                  <a:pt x="4229137" y="59277"/>
                </a:lnTo>
                <a:lnTo>
                  <a:pt x="4227387" y="57588"/>
                </a:lnTo>
                <a:lnTo>
                  <a:pt x="4225506" y="56028"/>
                </a:lnTo>
                <a:lnTo>
                  <a:pt x="4223493" y="54603"/>
                </a:lnTo>
                <a:lnTo>
                  <a:pt x="4221350" y="53320"/>
                </a:lnTo>
                <a:lnTo>
                  <a:pt x="4219075" y="52186"/>
                </a:lnTo>
                <a:lnTo>
                  <a:pt x="4216669" y="51207"/>
                </a:lnTo>
                <a:lnTo>
                  <a:pt x="4214130" y="50391"/>
                </a:lnTo>
                <a:lnTo>
                  <a:pt x="4211460" y="49745"/>
                </a:lnTo>
                <a:lnTo>
                  <a:pt x="4208658" y="49274"/>
                </a:lnTo>
                <a:lnTo>
                  <a:pt x="4205724" y="48987"/>
                </a:lnTo>
                <a:lnTo>
                  <a:pt x="4202657" y="48890"/>
                </a:lnTo>
                <a:lnTo>
                  <a:pt x="4199813" y="48989"/>
                </a:lnTo>
                <a:lnTo>
                  <a:pt x="4197022" y="49283"/>
                </a:lnTo>
                <a:lnTo>
                  <a:pt x="4194289" y="49765"/>
                </a:lnTo>
                <a:lnTo>
                  <a:pt x="4191621" y="50428"/>
                </a:lnTo>
                <a:lnTo>
                  <a:pt x="4189023" y="51267"/>
                </a:lnTo>
                <a:lnTo>
                  <a:pt x="4186502" y="52274"/>
                </a:lnTo>
                <a:lnTo>
                  <a:pt x="4184063" y="53443"/>
                </a:lnTo>
                <a:lnTo>
                  <a:pt x="4181714" y="54768"/>
                </a:lnTo>
                <a:lnTo>
                  <a:pt x="4179460" y="56242"/>
                </a:lnTo>
                <a:lnTo>
                  <a:pt x="4177307" y="57860"/>
                </a:lnTo>
                <a:lnTo>
                  <a:pt x="4175261" y="59613"/>
                </a:lnTo>
                <a:lnTo>
                  <a:pt x="4173329" y="61497"/>
                </a:lnTo>
                <a:lnTo>
                  <a:pt x="4171516" y="63504"/>
                </a:lnTo>
                <a:lnTo>
                  <a:pt x="4169829" y="65628"/>
                </a:lnTo>
                <a:lnTo>
                  <a:pt x="4168273" y="67863"/>
                </a:lnTo>
                <a:lnTo>
                  <a:pt x="4166855" y="70202"/>
                </a:lnTo>
                <a:lnTo>
                  <a:pt x="4165582" y="72639"/>
                </a:lnTo>
                <a:lnTo>
                  <a:pt x="4164458" y="75167"/>
                </a:lnTo>
                <a:lnTo>
                  <a:pt x="4163490" y="77780"/>
                </a:lnTo>
                <a:lnTo>
                  <a:pt x="4162685" y="80472"/>
                </a:lnTo>
                <a:lnTo>
                  <a:pt x="4162048" y="83235"/>
                </a:lnTo>
                <a:lnTo>
                  <a:pt x="4161585" y="86064"/>
                </a:lnTo>
                <a:lnTo>
                  <a:pt x="4161303" y="88952"/>
                </a:lnTo>
                <a:lnTo>
                  <a:pt x="4161208" y="91893"/>
                </a:lnTo>
                <a:lnTo>
                  <a:pt x="4161308" y="94815"/>
                </a:lnTo>
                <a:lnTo>
                  <a:pt x="4161605" y="97688"/>
                </a:lnTo>
                <a:lnTo>
                  <a:pt x="4162093" y="100506"/>
                </a:lnTo>
                <a:lnTo>
                  <a:pt x="4162765" y="103261"/>
                </a:lnTo>
                <a:lnTo>
                  <a:pt x="4163616" y="105946"/>
                </a:lnTo>
                <a:lnTo>
                  <a:pt x="4164639" y="108556"/>
                </a:lnTo>
                <a:lnTo>
                  <a:pt x="4165828" y="111084"/>
                </a:lnTo>
                <a:lnTo>
                  <a:pt x="4167177" y="113522"/>
                </a:lnTo>
                <a:lnTo>
                  <a:pt x="4168680" y="115864"/>
                </a:lnTo>
                <a:lnTo>
                  <a:pt x="4170331" y="118104"/>
                </a:lnTo>
                <a:lnTo>
                  <a:pt x="4172124" y="120234"/>
                </a:lnTo>
                <a:lnTo>
                  <a:pt x="4174052" y="122248"/>
                </a:lnTo>
                <a:lnTo>
                  <a:pt x="4176110" y="124140"/>
                </a:lnTo>
                <a:lnTo>
                  <a:pt x="4178291" y="125902"/>
                </a:lnTo>
                <a:lnTo>
                  <a:pt x="4180590" y="127529"/>
                </a:lnTo>
                <a:lnTo>
                  <a:pt x="4183000" y="129012"/>
                </a:lnTo>
                <a:lnTo>
                  <a:pt x="4185515" y="130346"/>
                </a:lnTo>
                <a:lnTo>
                  <a:pt x="4188129" y="131524"/>
                </a:lnTo>
                <a:lnTo>
                  <a:pt x="4190836" y="132539"/>
                </a:lnTo>
                <a:lnTo>
                  <a:pt x="4193629" y="133384"/>
                </a:lnTo>
                <a:lnTo>
                  <a:pt x="4196503" y="134054"/>
                </a:lnTo>
                <a:lnTo>
                  <a:pt x="4199452" y="134540"/>
                </a:lnTo>
                <a:lnTo>
                  <a:pt x="4202469" y="134837"/>
                </a:lnTo>
                <a:lnTo>
                  <a:pt x="4205549" y="134937"/>
                </a:lnTo>
                <a:lnTo>
                  <a:pt x="4208645" y="134849"/>
                </a:lnTo>
                <a:lnTo>
                  <a:pt x="4211574" y="134593"/>
                </a:lnTo>
                <a:lnTo>
                  <a:pt x="4214339" y="134181"/>
                </a:lnTo>
                <a:lnTo>
                  <a:pt x="4216942" y="133629"/>
                </a:lnTo>
                <a:lnTo>
                  <a:pt x="4219387" y="132947"/>
                </a:lnTo>
                <a:lnTo>
                  <a:pt x="4221678" y="132149"/>
                </a:lnTo>
                <a:lnTo>
                  <a:pt x="4223816" y="131248"/>
                </a:lnTo>
                <a:lnTo>
                  <a:pt x="4225807" y="130257"/>
                </a:lnTo>
                <a:lnTo>
                  <a:pt x="4227652" y="129189"/>
                </a:lnTo>
                <a:lnTo>
                  <a:pt x="4229355" y="128057"/>
                </a:lnTo>
                <a:lnTo>
                  <a:pt x="4230919" y="126874"/>
                </a:lnTo>
                <a:lnTo>
                  <a:pt x="4232347" y="125653"/>
                </a:lnTo>
                <a:lnTo>
                  <a:pt x="4233643" y="124406"/>
                </a:lnTo>
                <a:lnTo>
                  <a:pt x="4234810" y="123148"/>
                </a:lnTo>
                <a:lnTo>
                  <a:pt x="4235850" y="121890"/>
                </a:lnTo>
                <a:lnTo>
                  <a:pt x="4236767" y="120646"/>
                </a:lnTo>
                <a:lnTo>
                  <a:pt x="4237565" y="119429"/>
                </a:lnTo>
                <a:lnTo>
                  <a:pt x="4238246" y="118251"/>
                </a:lnTo>
                <a:lnTo>
                  <a:pt x="4238813" y="117126"/>
                </a:lnTo>
                <a:lnTo>
                  <a:pt x="4239270" y="116067"/>
                </a:lnTo>
                <a:lnTo>
                  <a:pt x="4239620" y="115086"/>
                </a:lnTo>
                <a:lnTo>
                  <a:pt x="4239866" y="114197"/>
                </a:lnTo>
                <a:lnTo>
                  <a:pt x="4240011" y="113412"/>
                </a:lnTo>
                <a:lnTo>
                  <a:pt x="4240059" y="112747"/>
                </a:lnTo>
                <a:lnTo>
                  <a:pt x="4240030" y="112100"/>
                </a:lnTo>
                <a:lnTo>
                  <a:pt x="4239948" y="111505"/>
                </a:lnTo>
                <a:lnTo>
                  <a:pt x="4239816" y="110963"/>
                </a:lnTo>
                <a:lnTo>
                  <a:pt x="4239639" y="110469"/>
                </a:lnTo>
                <a:lnTo>
                  <a:pt x="4239422" y="110023"/>
                </a:lnTo>
                <a:close/>
                <a:moveTo>
                  <a:pt x="4177131" y="78619"/>
                </a:moveTo>
                <a:lnTo>
                  <a:pt x="4177847" y="77053"/>
                </a:lnTo>
                <a:lnTo>
                  <a:pt x="4178638" y="75539"/>
                </a:lnTo>
                <a:lnTo>
                  <a:pt x="4179502" y="74080"/>
                </a:lnTo>
                <a:lnTo>
                  <a:pt x="4180437" y="72679"/>
                </a:lnTo>
                <a:lnTo>
                  <a:pt x="4181440" y="71339"/>
                </a:lnTo>
                <a:lnTo>
                  <a:pt x="4182507" y="70063"/>
                </a:lnTo>
                <a:lnTo>
                  <a:pt x="4183637" y="68853"/>
                </a:lnTo>
                <a:lnTo>
                  <a:pt x="4184825" y="67714"/>
                </a:lnTo>
                <a:lnTo>
                  <a:pt x="4186070" y="66649"/>
                </a:lnTo>
                <a:lnTo>
                  <a:pt x="4187368" y="65660"/>
                </a:lnTo>
                <a:lnTo>
                  <a:pt x="4188716" y="64750"/>
                </a:lnTo>
                <a:lnTo>
                  <a:pt x="4190112" y="63923"/>
                </a:lnTo>
                <a:lnTo>
                  <a:pt x="4191553" y="63182"/>
                </a:lnTo>
                <a:lnTo>
                  <a:pt x="4193036" y="62529"/>
                </a:lnTo>
                <a:lnTo>
                  <a:pt x="4194559" y="61968"/>
                </a:lnTo>
                <a:lnTo>
                  <a:pt x="4196117" y="61503"/>
                </a:lnTo>
                <a:lnTo>
                  <a:pt x="4197709" y="61135"/>
                </a:lnTo>
                <a:lnTo>
                  <a:pt x="4199332" y="60869"/>
                </a:lnTo>
                <a:lnTo>
                  <a:pt x="4200982" y="60707"/>
                </a:lnTo>
                <a:lnTo>
                  <a:pt x="4202657" y="60652"/>
                </a:lnTo>
                <a:lnTo>
                  <a:pt x="4203920" y="60678"/>
                </a:lnTo>
                <a:lnTo>
                  <a:pt x="4205197" y="60758"/>
                </a:lnTo>
                <a:lnTo>
                  <a:pt x="4206483" y="60898"/>
                </a:lnTo>
                <a:lnTo>
                  <a:pt x="4207774" y="61101"/>
                </a:lnTo>
                <a:lnTo>
                  <a:pt x="4209064" y="61372"/>
                </a:lnTo>
                <a:lnTo>
                  <a:pt x="4210348" y="61716"/>
                </a:lnTo>
                <a:lnTo>
                  <a:pt x="4211620" y="62136"/>
                </a:lnTo>
                <a:lnTo>
                  <a:pt x="4212875" y="62638"/>
                </a:lnTo>
                <a:lnTo>
                  <a:pt x="4214108" y="63225"/>
                </a:lnTo>
                <a:lnTo>
                  <a:pt x="4215314" y="63902"/>
                </a:lnTo>
                <a:lnTo>
                  <a:pt x="4216487" y="64674"/>
                </a:lnTo>
                <a:lnTo>
                  <a:pt x="4217623" y="65545"/>
                </a:lnTo>
                <a:lnTo>
                  <a:pt x="4218715" y="66520"/>
                </a:lnTo>
                <a:lnTo>
                  <a:pt x="4219758" y="67602"/>
                </a:lnTo>
                <a:lnTo>
                  <a:pt x="4220748" y="68797"/>
                </a:lnTo>
                <a:lnTo>
                  <a:pt x="4221679" y="70108"/>
                </a:lnTo>
                <a:lnTo>
                  <a:pt x="4222546" y="71541"/>
                </a:lnTo>
                <a:lnTo>
                  <a:pt x="4223343" y="73099"/>
                </a:lnTo>
                <a:lnTo>
                  <a:pt x="4224066" y="74788"/>
                </a:lnTo>
                <a:lnTo>
                  <a:pt x="4224708" y="76610"/>
                </a:lnTo>
                <a:lnTo>
                  <a:pt x="4225265" y="78572"/>
                </a:lnTo>
                <a:lnTo>
                  <a:pt x="4225731" y="80677"/>
                </a:lnTo>
                <a:lnTo>
                  <a:pt x="4226102" y="82930"/>
                </a:lnTo>
                <a:lnTo>
                  <a:pt x="4226371" y="85335"/>
                </a:lnTo>
                <a:lnTo>
                  <a:pt x="4175090" y="85335"/>
                </a:lnTo>
                <a:lnTo>
                  <a:pt x="4175472" y="83594"/>
                </a:lnTo>
                <a:lnTo>
                  <a:pt x="4175941" y="81892"/>
                </a:lnTo>
                <a:lnTo>
                  <a:pt x="4176495" y="80233"/>
                </a:lnTo>
                <a:lnTo>
                  <a:pt x="4177131" y="78619"/>
                </a:lnTo>
                <a:close/>
                <a:moveTo>
                  <a:pt x="4754565" y="124488"/>
                </a:moveTo>
                <a:lnTo>
                  <a:pt x="4754293" y="124104"/>
                </a:lnTo>
                <a:lnTo>
                  <a:pt x="4753991" y="123762"/>
                </a:lnTo>
                <a:lnTo>
                  <a:pt x="4753662" y="123460"/>
                </a:lnTo>
                <a:lnTo>
                  <a:pt x="4753310" y="123196"/>
                </a:lnTo>
                <a:lnTo>
                  <a:pt x="4752937" y="122967"/>
                </a:lnTo>
                <a:lnTo>
                  <a:pt x="4752547" y="122771"/>
                </a:lnTo>
                <a:lnTo>
                  <a:pt x="4752143" y="122605"/>
                </a:lnTo>
                <a:lnTo>
                  <a:pt x="4751728" y="122466"/>
                </a:lnTo>
                <a:lnTo>
                  <a:pt x="4751305" y="122353"/>
                </a:lnTo>
                <a:lnTo>
                  <a:pt x="4750878" y="122262"/>
                </a:lnTo>
                <a:lnTo>
                  <a:pt x="4750450" y="122192"/>
                </a:lnTo>
                <a:lnTo>
                  <a:pt x="4750023" y="122138"/>
                </a:lnTo>
                <a:lnTo>
                  <a:pt x="4749601" y="122100"/>
                </a:lnTo>
                <a:lnTo>
                  <a:pt x="4749188" y="122075"/>
                </a:lnTo>
                <a:lnTo>
                  <a:pt x="4748786" y="122059"/>
                </a:lnTo>
                <a:lnTo>
                  <a:pt x="4748399" y="122051"/>
                </a:lnTo>
                <a:lnTo>
                  <a:pt x="4748029" y="122048"/>
                </a:lnTo>
                <a:lnTo>
                  <a:pt x="4747680" y="122048"/>
                </a:lnTo>
                <a:lnTo>
                  <a:pt x="4739002" y="122048"/>
                </a:lnTo>
                <a:lnTo>
                  <a:pt x="4739002" y="58678"/>
                </a:lnTo>
                <a:lnTo>
                  <a:pt x="4738996" y="57952"/>
                </a:lnTo>
                <a:lnTo>
                  <a:pt x="4738976" y="57267"/>
                </a:lnTo>
                <a:lnTo>
                  <a:pt x="4738940" y="56623"/>
                </a:lnTo>
                <a:lnTo>
                  <a:pt x="4738886" y="56018"/>
                </a:lnTo>
                <a:lnTo>
                  <a:pt x="4738813" y="55451"/>
                </a:lnTo>
                <a:lnTo>
                  <a:pt x="4738719" y="54922"/>
                </a:lnTo>
                <a:lnTo>
                  <a:pt x="4738602" y="54429"/>
                </a:lnTo>
                <a:lnTo>
                  <a:pt x="4738460" y="53973"/>
                </a:lnTo>
                <a:lnTo>
                  <a:pt x="4738291" y="53551"/>
                </a:lnTo>
                <a:lnTo>
                  <a:pt x="4738093" y="53163"/>
                </a:lnTo>
                <a:lnTo>
                  <a:pt x="4737865" y="52808"/>
                </a:lnTo>
                <a:lnTo>
                  <a:pt x="4737605" y="52485"/>
                </a:lnTo>
                <a:lnTo>
                  <a:pt x="4737310" y="52193"/>
                </a:lnTo>
                <a:lnTo>
                  <a:pt x="4736980" y="51931"/>
                </a:lnTo>
                <a:lnTo>
                  <a:pt x="4736612" y="51698"/>
                </a:lnTo>
                <a:lnTo>
                  <a:pt x="4736204" y="51494"/>
                </a:lnTo>
                <a:lnTo>
                  <a:pt x="4735754" y="51318"/>
                </a:lnTo>
                <a:lnTo>
                  <a:pt x="4735261" y="51168"/>
                </a:lnTo>
                <a:lnTo>
                  <a:pt x="4734724" y="51043"/>
                </a:lnTo>
                <a:lnTo>
                  <a:pt x="4734139" y="50943"/>
                </a:lnTo>
                <a:lnTo>
                  <a:pt x="4733505" y="50867"/>
                </a:lnTo>
                <a:lnTo>
                  <a:pt x="4732820" y="50814"/>
                </a:lnTo>
                <a:lnTo>
                  <a:pt x="4732083" y="50783"/>
                </a:lnTo>
                <a:lnTo>
                  <a:pt x="4731292" y="50773"/>
                </a:lnTo>
                <a:lnTo>
                  <a:pt x="4717218" y="50773"/>
                </a:lnTo>
                <a:lnTo>
                  <a:pt x="4716824" y="50773"/>
                </a:lnTo>
                <a:lnTo>
                  <a:pt x="4716414" y="50776"/>
                </a:lnTo>
                <a:lnTo>
                  <a:pt x="4715993" y="50784"/>
                </a:lnTo>
                <a:lnTo>
                  <a:pt x="4715561" y="50800"/>
                </a:lnTo>
                <a:lnTo>
                  <a:pt x="4715123" y="50827"/>
                </a:lnTo>
                <a:lnTo>
                  <a:pt x="4714681" y="50866"/>
                </a:lnTo>
                <a:lnTo>
                  <a:pt x="4714238" y="50921"/>
                </a:lnTo>
                <a:lnTo>
                  <a:pt x="4713797" y="50994"/>
                </a:lnTo>
                <a:lnTo>
                  <a:pt x="4713361" y="51088"/>
                </a:lnTo>
                <a:lnTo>
                  <a:pt x="4712932" y="51205"/>
                </a:lnTo>
                <a:lnTo>
                  <a:pt x="4712514" y="51348"/>
                </a:lnTo>
                <a:lnTo>
                  <a:pt x="4712109" y="51520"/>
                </a:lnTo>
                <a:lnTo>
                  <a:pt x="4711720" y="51723"/>
                </a:lnTo>
                <a:lnTo>
                  <a:pt x="4711349" y="51959"/>
                </a:lnTo>
                <a:lnTo>
                  <a:pt x="4711001" y="52232"/>
                </a:lnTo>
                <a:lnTo>
                  <a:pt x="4710677" y="52544"/>
                </a:lnTo>
                <a:lnTo>
                  <a:pt x="4710381" y="52897"/>
                </a:lnTo>
                <a:lnTo>
                  <a:pt x="4710115" y="53295"/>
                </a:lnTo>
                <a:lnTo>
                  <a:pt x="4709882" y="53739"/>
                </a:lnTo>
                <a:lnTo>
                  <a:pt x="4709685" y="54232"/>
                </a:lnTo>
                <a:lnTo>
                  <a:pt x="4709527" y="54778"/>
                </a:lnTo>
                <a:lnTo>
                  <a:pt x="4709410" y="55377"/>
                </a:lnTo>
                <a:lnTo>
                  <a:pt x="4709338" y="56034"/>
                </a:lnTo>
                <a:lnTo>
                  <a:pt x="4709314" y="56751"/>
                </a:lnTo>
                <a:lnTo>
                  <a:pt x="4709339" y="57444"/>
                </a:lnTo>
                <a:lnTo>
                  <a:pt x="4709414" y="58080"/>
                </a:lnTo>
                <a:lnTo>
                  <a:pt x="4709534" y="58660"/>
                </a:lnTo>
                <a:lnTo>
                  <a:pt x="4709697" y="59188"/>
                </a:lnTo>
                <a:lnTo>
                  <a:pt x="4709900" y="59665"/>
                </a:lnTo>
                <a:lnTo>
                  <a:pt x="4710139" y="60095"/>
                </a:lnTo>
                <a:lnTo>
                  <a:pt x="4710411" y="60479"/>
                </a:lnTo>
                <a:lnTo>
                  <a:pt x="4710713" y="60821"/>
                </a:lnTo>
                <a:lnTo>
                  <a:pt x="4711042" y="61123"/>
                </a:lnTo>
                <a:lnTo>
                  <a:pt x="4711394" y="61387"/>
                </a:lnTo>
                <a:lnTo>
                  <a:pt x="4711767" y="61616"/>
                </a:lnTo>
                <a:lnTo>
                  <a:pt x="4712157" y="61812"/>
                </a:lnTo>
                <a:lnTo>
                  <a:pt x="4712561" y="61978"/>
                </a:lnTo>
                <a:lnTo>
                  <a:pt x="4712976" y="62116"/>
                </a:lnTo>
                <a:lnTo>
                  <a:pt x="4713399" y="62230"/>
                </a:lnTo>
                <a:lnTo>
                  <a:pt x="4713826" y="62321"/>
                </a:lnTo>
                <a:lnTo>
                  <a:pt x="4714255" y="62391"/>
                </a:lnTo>
                <a:lnTo>
                  <a:pt x="4714681" y="62444"/>
                </a:lnTo>
                <a:lnTo>
                  <a:pt x="4715103" y="62482"/>
                </a:lnTo>
                <a:lnTo>
                  <a:pt x="4715516" y="62508"/>
                </a:lnTo>
                <a:lnTo>
                  <a:pt x="4715918" y="62523"/>
                </a:lnTo>
                <a:lnTo>
                  <a:pt x="4716306" y="62531"/>
                </a:lnTo>
                <a:lnTo>
                  <a:pt x="4716675" y="62534"/>
                </a:lnTo>
                <a:lnTo>
                  <a:pt x="4717024" y="62535"/>
                </a:lnTo>
                <a:lnTo>
                  <a:pt x="4725699" y="62535"/>
                </a:lnTo>
                <a:lnTo>
                  <a:pt x="4725699" y="103558"/>
                </a:lnTo>
                <a:lnTo>
                  <a:pt x="4725620" y="105644"/>
                </a:lnTo>
                <a:lnTo>
                  <a:pt x="4725389" y="107580"/>
                </a:lnTo>
                <a:lnTo>
                  <a:pt x="4725016" y="109371"/>
                </a:lnTo>
                <a:lnTo>
                  <a:pt x="4724514" y="111022"/>
                </a:lnTo>
                <a:lnTo>
                  <a:pt x="4723893" y="112538"/>
                </a:lnTo>
                <a:lnTo>
                  <a:pt x="4723163" y="113926"/>
                </a:lnTo>
                <a:lnTo>
                  <a:pt x="4722336" y="115191"/>
                </a:lnTo>
                <a:lnTo>
                  <a:pt x="4721423" y="116338"/>
                </a:lnTo>
                <a:lnTo>
                  <a:pt x="4720433" y="117373"/>
                </a:lnTo>
                <a:lnTo>
                  <a:pt x="4719379" y="118301"/>
                </a:lnTo>
                <a:lnTo>
                  <a:pt x="4718272" y="119128"/>
                </a:lnTo>
                <a:lnTo>
                  <a:pt x="4717121" y="119859"/>
                </a:lnTo>
                <a:lnTo>
                  <a:pt x="4715938" y="120500"/>
                </a:lnTo>
                <a:lnTo>
                  <a:pt x="4714734" y="121057"/>
                </a:lnTo>
                <a:lnTo>
                  <a:pt x="4713519" y="121534"/>
                </a:lnTo>
                <a:lnTo>
                  <a:pt x="4712305" y="121938"/>
                </a:lnTo>
                <a:lnTo>
                  <a:pt x="4711102" y="122273"/>
                </a:lnTo>
                <a:lnTo>
                  <a:pt x="4709922" y="122546"/>
                </a:lnTo>
                <a:lnTo>
                  <a:pt x="4708774" y="122762"/>
                </a:lnTo>
                <a:lnTo>
                  <a:pt x="4707671" y="122927"/>
                </a:lnTo>
                <a:lnTo>
                  <a:pt x="4706623" y="123045"/>
                </a:lnTo>
                <a:lnTo>
                  <a:pt x="4705640" y="123122"/>
                </a:lnTo>
                <a:lnTo>
                  <a:pt x="4704734" y="123165"/>
                </a:lnTo>
                <a:lnTo>
                  <a:pt x="4703916" y="123178"/>
                </a:lnTo>
                <a:lnTo>
                  <a:pt x="4702090" y="123145"/>
                </a:lnTo>
                <a:lnTo>
                  <a:pt x="4700416" y="123049"/>
                </a:lnTo>
                <a:lnTo>
                  <a:pt x="4698888" y="122893"/>
                </a:lnTo>
                <a:lnTo>
                  <a:pt x="4697498" y="122679"/>
                </a:lnTo>
                <a:lnTo>
                  <a:pt x="4696241" y="122410"/>
                </a:lnTo>
                <a:lnTo>
                  <a:pt x="4695109" y="122089"/>
                </a:lnTo>
                <a:lnTo>
                  <a:pt x="4694097" y="121719"/>
                </a:lnTo>
                <a:lnTo>
                  <a:pt x="4693196" y="121302"/>
                </a:lnTo>
                <a:lnTo>
                  <a:pt x="4692402" y="120842"/>
                </a:lnTo>
                <a:lnTo>
                  <a:pt x="4691707" y="120342"/>
                </a:lnTo>
                <a:lnTo>
                  <a:pt x="4691104" y="119804"/>
                </a:lnTo>
                <a:lnTo>
                  <a:pt x="4690587" y="119230"/>
                </a:lnTo>
                <a:lnTo>
                  <a:pt x="4690150" y="118625"/>
                </a:lnTo>
                <a:lnTo>
                  <a:pt x="4689785" y="117991"/>
                </a:lnTo>
                <a:lnTo>
                  <a:pt x="4689486" y="117330"/>
                </a:lnTo>
                <a:lnTo>
                  <a:pt x="4689247" y="116645"/>
                </a:lnTo>
                <a:lnTo>
                  <a:pt x="4689061" y="115940"/>
                </a:lnTo>
                <a:lnTo>
                  <a:pt x="4688921" y="115217"/>
                </a:lnTo>
                <a:lnTo>
                  <a:pt x="4688821" y="114479"/>
                </a:lnTo>
                <a:lnTo>
                  <a:pt x="4688754" y="113729"/>
                </a:lnTo>
                <a:lnTo>
                  <a:pt x="4688713" y="112969"/>
                </a:lnTo>
                <a:lnTo>
                  <a:pt x="4688692" y="112203"/>
                </a:lnTo>
                <a:lnTo>
                  <a:pt x="4688684" y="111433"/>
                </a:lnTo>
                <a:lnTo>
                  <a:pt x="4688683" y="110663"/>
                </a:lnTo>
                <a:lnTo>
                  <a:pt x="4688683" y="58678"/>
                </a:lnTo>
                <a:lnTo>
                  <a:pt x="4688677" y="57952"/>
                </a:lnTo>
                <a:lnTo>
                  <a:pt x="4688657" y="57267"/>
                </a:lnTo>
                <a:lnTo>
                  <a:pt x="4688621" y="56623"/>
                </a:lnTo>
                <a:lnTo>
                  <a:pt x="4688567" y="56018"/>
                </a:lnTo>
                <a:lnTo>
                  <a:pt x="4688494" y="55451"/>
                </a:lnTo>
                <a:lnTo>
                  <a:pt x="4688400" y="54922"/>
                </a:lnTo>
                <a:lnTo>
                  <a:pt x="4688283" y="54429"/>
                </a:lnTo>
                <a:lnTo>
                  <a:pt x="4688141" y="53973"/>
                </a:lnTo>
                <a:lnTo>
                  <a:pt x="4687972" y="53551"/>
                </a:lnTo>
                <a:lnTo>
                  <a:pt x="4687774" y="53163"/>
                </a:lnTo>
                <a:lnTo>
                  <a:pt x="4687546" y="52808"/>
                </a:lnTo>
                <a:lnTo>
                  <a:pt x="4687286" y="52485"/>
                </a:lnTo>
                <a:lnTo>
                  <a:pt x="4686991" y="52193"/>
                </a:lnTo>
                <a:lnTo>
                  <a:pt x="4686661" y="51931"/>
                </a:lnTo>
                <a:lnTo>
                  <a:pt x="4686293" y="51698"/>
                </a:lnTo>
                <a:lnTo>
                  <a:pt x="4685885" y="51494"/>
                </a:lnTo>
                <a:lnTo>
                  <a:pt x="4685435" y="51318"/>
                </a:lnTo>
                <a:lnTo>
                  <a:pt x="4684942" y="51168"/>
                </a:lnTo>
                <a:lnTo>
                  <a:pt x="4684405" y="51043"/>
                </a:lnTo>
                <a:lnTo>
                  <a:pt x="4683820" y="50943"/>
                </a:lnTo>
                <a:lnTo>
                  <a:pt x="4683186" y="50867"/>
                </a:lnTo>
                <a:lnTo>
                  <a:pt x="4682501" y="50814"/>
                </a:lnTo>
                <a:lnTo>
                  <a:pt x="4681764" y="50783"/>
                </a:lnTo>
                <a:lnTo>
                  <a:pt x="4680973" y="50773"/>
                </a:lnTo>
                <a:lnTo>
                  <a:pt x="4666899" y="50773"/>
                </a:lnTo>
                <a:lnTo>
                  <a:pt x="4666505" y="50773"/>
                </a:lnTo>
                <a:lnTo>
                  <a:pt x="4666095" y="50776"/>
                </a:lnTo>
                <a:lnTo>
                  <a:pt x="4665674" y="50784"/>
                </a:lnTo>
                <a:lnTo>
                  <a:pt x="4665242" y="50800"/>
                </a:lnTo>
                <a:lnTo>
                  <a:pt x="4664804" y="50827"/>
                </a:lnTo>
                <a:lnTo>
                  <a:pt x="4664362" y="50866"/>
                </a:lnTo>
                <a:lnTo>
                  <a:pt x="4663919" y="50921"/>
                </a:lnTo>
                <a:lnTo>
                  <a:pt x="4663478" y="50994"/>
                </a:lnTo>
                <a:lnTo>
                  <a:pt x="4663042" y="51088"/>
                </a:lnTo>
                <a:lnTo>
                  <a:pt x="4662613" y="51205"/>
                </a:lnTo>
                <a:lnTo>
                  <a:pt x="4662195" y="51348"/>
                </a:lnTo>
                <a:lnTo>
                  <a:pt x="4661790" y="51520"/>
                </a:lnTo>
                <a:lnTo>
                  <a:pt x="4661401" y="51723"/>
                </a:lnTo>
                <a:lnTo>
                  <a:pt x="4661030" y="51959"/>
                </a:lnTo>
                <a:lnTo>
                  <a:pt x="4660682" y="52232"/>
                </a:lnTo>
                <a:lnTo>
                  <a:pt x="4660358" y="52544"/>
                </a:lnTo>
                <a:lnTo>
                  <a:pt x="4660062" y="52897"/>
                </a:lnTo>
                <a:lnTo>
                  <a:pt x="4659796" y="53295"/>
                </a:lnTo>
                <a:lnTo>
                  <a:pt x="4659563" y="53739"/>
                </a:lnTo>
                <a:lnTo>
                  <a:pt x="4659366" y="54232"/>
                </a:lnTo>
                <a:lnTo>
                  <a:pt x="4659208" y="54778"/>
                </a:lnTo>
                <a:lnTo>
                  <a:pt x="4659091" y="55377"/>
                </a:lnTo>
                <a:lnTo>
                  <a:pt x="4659019" y="56034"/>
                </a:lnTo>
                <a:lnTo>
                  <a:pt x="4658995" y="56751"/>
                </a:lnTo>
                <a:lnTo>
                  <a:pt x="4659020" y="57444"/>
                </a:lnTo>
                <a:lnTo>
                  <a:pt x="4659095" y="58080"/>
                </a:lnTo>
                <a:lnTo>
                  <a:pt x="4659215" y="58660"/>
                </a:lnTo>
                <a:lnTo>
                  <a:pt x="4659378" y="59188"/>
                </a:lnTo>
                <a:lnTo>
                  <a:pt x="4659581" y="59665"/>
                </a:lnTo>
                <a:lnTo>
                  <a:pt x="4659820" y="60095"/>
                </a:lnTo>
                <a:lnTo>
                  <a:pt x="4660092" y="60479"/>
                </a:lnTo>
                <a:lnTo>
                  <a:pt x="4660394" y="60821"/>
                </a:lnTo>
                <a:lnTo>
                  <a:pt x="4660723" y="61123"/>
                </a:lnTo>
                <a:lnTo>
                  <a:pt x="4661075" y="61387"/>
                </a:lnTo>
                <a:lnTo>
                  <a:pt x="4661448" y="61616"/>
                </a:lnTo>
                <a:lnTo>
                  <a:pt x="4661838" y="61812"/>
                </a:lnTo>
                <a:lnTo>
                  <a:pt x="4662242" y="61978"/>
                </a:lnTo>
                <a:lnTo>
                  <a:pt x="4662657" y="62116"/>
                </a:lnTo>
                <a:lnTo>
                  <a:pt x="4663080" y="62230"/>
                </a:lnTo>
                <a:lnTo>
                  <a:pt x="4663507" y="62321"/>
                </a:lnTo>
                <a:lnTo>
                  <a:pt x="4663936" y="62391"/>
                </a:lnTo>
                <a:lnTo>
                  <a:pt x="4664362" y="62444"/>
                </a:lnTo>
                <a:lnTo>
                  <a:pt x="4664784" y="62482"/>
                </a:lnTo>
                <a:lnTo>
                  <a:pt x="4665197" y="62508"/>
                </a:lnTo>
                <a:lnTo>
                  <a:pt x="4665599" y="62523"/>
                </a:lnTo>
                <a:lnTo>
                  <a:pt x="4665987" y="62531"/>
                </a:lnTo>
                <a:lnTo>
                  <a:pt x="4666356" y="62534"/>
                </a:lnTo>
                <a:lnTo>
                  <a:pt x="4666705" y="62535"/>
                </a:lnTo>
                <a:lnTo>
                  <a:pt x="4675383" y="62535"/>
                </a:lnTo>
                <a:lnTo>
                  <a:pt x="4675383" y="111819"/>
                </a:lnTo>
                <a:lnTo>
                  <a:pt x="4675452" y="114059"/>
                </a:lnTo>
                <a:lnTo>
                  <a:pt x="4675653" y="116159"/>
                </a:lnTo>
                <a:lnTo>
                  <a:pt x="4675982" y="118122"/>
                </a:lnTo>
                <a:lnTo>
                  <a:pt x="4676434" y="119953"/>
                </a:lnTo>
                <a:lnTo>
                  <a:pt x="4677002" y="121655"/>
                </a:lnTo>
                <a:lnTo>
                  <a:pt x="4677681" y="123233"/>
                </a:lnTo>
                <a:lnTo>
                  <a:pt x="4678467" y="124690"/>
                </a:lnTo>
                <a:lnTo>
                  <a:pt x="4679353" y="126032"/>
                </a:lnTo>
                <a:lnTo>
                  <a:pt x="4680334" y="127260"/>
                </a:lnTo>
                <a:lnTo>
                  <a:pt x="4681404" y="128381"/>
                </a:lnTo>
                <a:lnTo>
                  <a:pt x="4682559" y="129397"/>
                </a:lnTo>
                <a:lnTo>
                  <a:pt x="4683793" y="130313"/>
                </a:lnTo>
                <a:lnTo>
                  <a:pt x="4685100" y="131132"/>
                </a:lnTo>
                <a:lnTo>
                  <a:pt x="4686474" y="131859"/>
                </a:lnTo>
                <a:lnTo>
                  <a:pt x="4687912" y="132498"/>
                </a:lnTo>
                <a:lnTo>
                  <a:pt x="4689406" y="133053"/>
                </a:lnTo>
                <a:lnTo>
                  <a:pt x="4690952" y="133527"/>
                </a:lnTo>
                <a:lnTo>
                  <a:pt x="4692543" y="133925"/>
                </a:lnTo>
                <a:lnTo>
                  <a:pt x="4694176" y="134251"/>
                </a:lnTo>
                <a:lnTo>
                  <a:pt x="4695844" y="134509"/>
                </a:lnTo>
                <a:lnTo>
                  <a:pt x="4697542" y="134702"/>
                </a:lnTo>
                <a:lnTo>
                  <a:pt x="4699264" y="134835"/>
                </a:lnTo>
                <a:lnTo>
                  <a:pt x="4701005" y="134912"/>
                </a:lnTo>
                <a:lnTo>
                  <a:pt x="4702759" y="134937"/>
                </a:lnTo>
                <a:lnTo>
                  <a:pt x="4703747" y="134927"/>
                </a:lnTo>
                <a:lnTo>
                  <a:pt x="4704735" y="134896"/>
                </a:lnTo>
                <a:lnTo>
                  <a:pt x="4705722" y="134844"/>
                </a:lnTo>
                <a:lnTo>
                  <a:pt x="4706708" y="134769"/>
                </a:lnTo>
                <a:lnTo>
                  <a:pt x="4707693" y="134672"/>
                </a:lnTo>
                <a:lnTo>
                  <a:pt x="4708676" y="134551"/>
                </a:lnTo>
                <a:lnTo>
                  <a:pt x="4709657" y="134407"/>
                </a:lnTo>
                <a:lnTo>
                  <a:pt x="4710635" y="134237"/>
                </a:lnTo>
                <a:lnTo>
                  <a:pt x="4711611" y="134042"/>
                </a:lnTo>
                <a:lnTo>
                  <a:pt x="4712584" y="133822"/>
                </a:lnTo>
                <a:lnTo>
                  <a:pt x="4713554" y="133574"/>
                </a:lnTo>
                <a:lnTo>
                  <a:pt x="4714520" y="133299"/>
                </a:lnTo>
                <a:lnTo>
                  <a:pt x="4715481" y="132995"/>
                </a:lnTo>
                <a:lnTo>
                  <a:pt x="4716439" y="132663"/>
                </a:lnTo>
                <a:lnTo>
                  <a:pt x="4717392" y="132302"/>
                </a:lnTo>
                <a:lnTo>
                  <a:pt x="4718339" y="131910"/>
                </a:lnTo>
                <a:lnTo>
                  <a:pt x="4719282" y="131487"/>
                </a:lnTo>
                <a:lnTo>
                  <a:pt x="4720218" y="131033"/>
                </a:lnTo>
                <a:lnTo>
                  <a:pt x="4721149" y="130547"/>
                </a:lnTo>
                <a:lnTo>
                  <a:pt x="4722073" y="130028"/>
                </a:lnTo>
                <a:lnTo>
                  <a:pt x="4722991" y="129476"/>
                </a:lnTo>
                <a:lnTo>
                  <a:pt x="4723901" y="128890"/>
                </a:lnTo>
                <a:lnTo>
                  <a:pt x="4724804" y="128268"/>
                </a:lnTo>
                <a:lnTo>
                  <a:pt x="4725699" y="127611"/>
                </a:lnTo>
                <a:lnTo>
                  <a:pt x="4725743" y="128354"/>
                </a:lnTo>
                <a:lnTo>
                  <a:pt x="4725826" y="129035"/>
                </a:lnTo>
                <a:lnTo>
                  <a:pt x="4725944" y="129656"/>
                </a:lnTo>
                <a:lnTo>
                  <a:pt x="4726097" y="130222"/>
                </a:lnTo>
                <a:lnTo>
                  <a:pt x="4726282" y="130733"/>
                </a:lnTo>
                <a:lnTo>
                  <a:pt x="4726498" y="131193"/>
                </a:lnTo>
                <a:lnTo>
                  <a:pt x="4726743" y="131605"/>
                </a:lnTo>
                <a:lnTo>
                  <a:pt x="4727014" y="131971"/>
                </a:lnTo>
                <a:lnTo>
                  <a:pt x="4727310" y="132295"/>
                </a:lnTo>
                <a:lnTo>
                  <a:pt x="4727629" y="132577"/>
                </a:lnTo>
                <a:lnTo>
                  <a:pt x="4727968" y="132822"/>
                </a:lnTo>
                <a:lnTo>
                  <a:pt x="4728327" y="133033"/>
                </a:lnTo>
                <a:lnTo>
                  <a:pt x="4728703" y="133211"/>
                </a:lnTo>
                <a:lnTo>
                  <a:pt x="4729094" y="133359"/>
                </a:lnTo>
                <a:lnTo>
                  <a:pt x="4729498" y="133480"/>
                </a:lnTo>
                <a:lnTo>
                  <a:pt x="4729913" y="133578"/>
                </a:lnTo>
                <a:lnTo>
                  <a:pt x="4730338" y="133653"/>
                </a:lnTo>
                <a:lnTo>
                  <a:pt x="4730770" y="133710"/>
                </a:lnTo>
                <a:lnTo>
                  <a:pt x="4731208" y="133751"/>
                </a:lnTo>
                <a:lnTo>
                  <a:pt x="4731649" y="133778"/>
                </a:lnTo>
                <a:lnTo>
                  <a:pt x="4732093" y="133795"/>
                </a:lnTo>
                <a:lnTo>
                  <a:pt x="4732535" y="133804"/>
                </a:lnTo>
                <a:lnTo>
                  <a:pt x="4732976" y="133807"/>
                </a:lnTo>
                <a:lnTo>
                  <a:pt x="4733413" y="133807"/>
                </a:lnTo>
                <a:lnTo>
                  <a:pt x="4747486" y="133807"/>
                </a:lnTo>
                <a:lnTo>
                  <a:pt x="4747880" y="133807"/>
                </a:lnTo>
                <a:lnTo>
                  <a:pt x="4748290" y="133804"/>
                </a:lnTo>
                <a:lnTo>
                  <a:pt x="4748712" y="133795"/>
                </a:lnTo>
                <a:lnTo>
                  <a:pt x="4749143" y="133780"/>
                </a:lnTo>
                <a:lnTo>
                  <a:pt x="4749581" y="133753"/>
                </a:lnTo>
                <a:lnTo>
                  <a:pt x="4750023" y="133714"/>
                </a:lnTo>
                <a:lnTo>
                  <a:pt x="4750466" y="133659"/>
                </a:lnTo>
                <a:lnTo>
                  <a:pt x="4750907" y="133586"/>
                </a:lnTo>
                <a:lnTo>
                  <a:pt x="4751343" y="133492"/>
                </a:lnTo>
                <a:lnTo>
                  <a:pt x="4751772" y="133375"/>
                </a:lnTo>
                <a:lnTo>
                  <a:pt x="4752190" y="133232"/>
                </a:lnTo>
                <a:lnTo>
                  <a:pt x="4752596" y="133060"/>
                </a:lnTo>
                <a:lnTo>
                  <a:pt x="4752985" y="132858"/>
                </a:lnTo>
                <a:lnTo>
                  <a:pt x="4753355" y="132621"/>
                </a:lnTo>
                <a:lnTo>
                  <a:pt x="4753703" y="132348"/>
                </a:lnTo>
                <a:lnTo>
                  <a:pt x="4754027" y="132037"/>
                </a:lnTo>
                <a:lnTo>
                  <a:pt x="4754323" y="131684"/>
                </a:lnTo>
                <a:lnTo>
                  <a:pt x="4754590" y="131286"/>
                </a:lnTo>
                <a:lnTo>
                  <a:pt x="4754822" y="130842"/>
                </a:lnTo>
                <a:lnTo>
                  <a:pt x="4755019" y="130349"/>
                </a:lnTo>
                <a:lnTo>
                  <a:pt x="4755178" y="129804"/>
                </a:lnTo>
                <a:lnTo>
                  <a:pt x="4755294" y="129205"/>
                </a:lnTo>
                <a:lnTo>
                  <a:pt x="4755366" y="128548"/>
                </a:lnTo>
                <a:lnTo>
                  <a:pt x="4755391" y="127832"/>
                </a:lnTo>
                <a:lnTo>
                  <a:pt x="4755365" y="127139"/>
                </a:lnTo>
                <a:lnTo>
                  <a:pt x="4755290" y="126503"/>
                </a:lnTo>
                <a:lnTo>
                  <a:pt x="4755170" y="125923"/>
                </a:lnTo>
                <a:lnTo>
                  <a:pt x="4755007" y="125395"/>
                </a:lnTo>
                <a:lnTo>
                  <a:pt x="4754804" y="124918"/>
                </a:lnTo>
                <a:lnTo>
                  <a:pt x="4754565" y="124488"/>
                </a:lnTo>
                <a:close/>
                <a:moveTo>
                  <a:pt x="3531550" y="112747"/>
                </a:moveTo>
                <a:lnTo>
                  <a:pt x="3531550" y="112748"/>
                </a:lnTo>
                <a:lnTo>
                  <a:pt x="3531550" y="112746"/>
                </a:lnTo>
                <a:lnTo>
                  <a:pt x="3531550" y="112747"/>
                </a:lnTo>
                <a:close/>
                <a:moveTo>
                  <a:pt x="4037628" y="112747"/>
                </a:moveTo>
                <a:lnTo>
                  <a:pt x="4037628" y="112748"/>
                </a:lnTo>
                <a:lnTo>
                  <a:pt x="4037628" y="112746"/>
                </a:lnTo>
                <a:lnTo>
                  <a:pt x="4037628" y="112747"/>
                </a:lnTo>
                <a:close/>
                <a:moveTo>
                  <a:pt x="4240059" y="112747"/>
                </a:moveTo>
                <a:lnTo>
                  <a:pt x="4240059" y="112748"/>
                </a:lnTo>
                <a:lnTo>
                  <a:pt x="4240059" y="112746"/>
                </a:lnTo>
                <a:lnTo>
                  <a:pt x="4240059" y="112747"/>
                </a:lnTo>
                <a:close/>
                <a:moveTo>
                  <a:pt x="3430016" y="155357"/>
                </a:moveTo>
                <a:lnTo>
                  <a:pt x="3429662" y="154908"/>
                </a:lnTo>
                <a:lnTo>
                  <a:pt x="3429272" y="154509"/>
                </a:lnTo>
                <a:lnTo>
                  <a:pt x="3428850" y="154157"/>
                </a:lnTo>
                <a:lnTo>
                  <a:pt x="3428402" y="153849"/>
                </a:lnTo>
                <a:lnTo>
                  <a:pt x="3427931" y="153582"/>
                </a:lnTo>
                <a:lnTo>
                  <a:pt x="3427444" y="153353"/>
                </a:lnTo>
                <a:lnTo>
                  <a:pt x="3426945" y="153159"/>
                </a:lnTo>
                <a:lnTo>
                  <a:pt x="3426439" y="152998"/>
                </a:lnTo>
                <a:lnTo>
                  <a:pt x="3425930" y="152865"/>
                </a:lnTo>
                <a:lnTo>
                  <a:pt x="3425424" y="152759"/>
                </a:lnTo>
                <a:lnTo>
                  <a:pt x="3424925" y="152677"/>
                </a:lnTo>
                <a:lnTo>
                  <a:pt x="3424438" y="152615"/>
                </a:lnTo>
                <a:lnTo>
                  <a:pt x="3423969" y="152570"/>
                </a:lnTo>
                <a:lnTo>
                  <a:pt x="3423521" y="152541"/>
                </a:lnTo>
                <a:lnTo>
                  <a:pt x="3423100" y="152523"/>
                </a:lnTo>
                <a:lnTo>
                  <a:pt x="3422710" y="152513"/>
                </a:lnTo>
                <a:lnTo>
                  <a:pt x="3422357" y="152510"/>
                </a:lnTo>
                <a:lnTo>
                  <a:pt x="3422046" y="152509"/>
                </a:lnTo>
                <a:lnTo>
                  <a:pt x="3360739" y="152509"/>
                </a:lnTo>
                <a:lnTo>
                  <a:pt x="3360428" y="152510"/>
                </a:lnTo>
                <a:lnTo>
                  <a:pt x="3360075" y="152513"/>
                </a:lnTo>
                <a:lnTo>
                  <a:pt x="3359685" y="152523"/>
                </a:lnTo>
                <a:lnTo>
                  <a:pt x="3359264" y="152541"/>
                </a:lnTo>
                <a:lnTo>
                  <a:pt x="3358816" y="152570"/>
                </a:lnTo>
                <a:lnTo>
                  <a:pt x="3358347" y="152615"/>
                </a:lnTo>
                <a:lnTo>
                  <a:pt x="3357860" y="152677"/>
                </a:lnTo>
                <a:lnTo>
                  <a:pt x="3357361" y="152759"/>
                </a:lnTo>
                <a:lnTo>
                  <a:pt x="3356855" y="152865"/>
                </a:lnTo>
                <a:lnTo>
                  <a:pt x="3356346" y="152998"/>
                </a:lnTo>
                <a:lnTo>
                  <a:pt x="3355840" y="153159"/>
                </a:lnTo>
                <a:lnTo>
                  <a:pt x="3355341" y="153353"/>
                </a:lnTo>
                <a:lnTo>
                  <a:pt x="3354854" y="153582"/>
                </a:lnTo>
                <a:lnTo>
                  <a:pt x="3354383" y="153849"/>
                </a:lnTo>
                <a:lnTo>
                  <a:pt x="3353935" y="154157"/>
                </a:lnTo>
                <a:lnTo>
                  <a:pt x="3353513" y="154509"/>
                </a:lnTo>
                <a:lnTo>
                  <a:pt x="3353123" y="154908"/>
                </a:lnTo>
                <a:lnTo>
                  <a:pt x="3352769" y="155357"/>
                </a:lnTo>
                <a:lnTo>
                  <a:pt x="3352456" y="155858"/>
                </a:lnTo>
                <a:lnTo>
                  <a:pt x="3352189" y="156415"/>
                </a:lnTo>
                <a:lnTo>
                  <a:pt x="3351973" y="157031"/>
                </a:lnTo>
                <a:lnTo>
                  <a:pt x="3351813" y="157708"/>
                </a:lnTo>
                <a:lnTo>
                  <a:pt x="3351713" y="158449"/>
                </a:lnTo>
                <a:lnTo>
                  <a:pt x="3351679" y="159258"/>
                </a:lnTo>
                <a:lnTo>
                  <a:pt x="3351713" y="160067"/>
                </a:lnTo>
                <a:lnTo>
                  <a:pt x="3351813" y="160808"/>
                </a:lnTo>
                <a:lnTo>
                  <a:pt x="3351973" y="161485"/>
                </a:lnTo>
                <a:lnTo>
                  <a:pt x="3352189" y="162100"/>
                </a:lnTo>
                <a:lnTo>
                  <a:pt x="3352456" y="162657"/>
                </a:lnTo>
                <a:lnTo>
                  <a:pt x="3352769" y="163158"/>
                </a:lnTo>
                <a:lnTo>
                  <a:pt x="3353123" y="163607"/>
                </a:lnTo>
                <a:lnTo>
                  <a:pt x="3353513" y="164005"/>
                </a:lnTo>
                <a:lnTo>
                  <a:pt x="3353935" y="164357"/>
                </a:lnTo>
                <a:lnTo>
                  <a:pt x="3354383" y="164665"/>
                </a:lnTo>
                <a:lnTo>
                  <a:pt x="3354854" y="164932"/>
                </a:lnTo>
                <a:lnTo>
                  <a:pt x="3355341" y="165161"/>
                </a:lnTo>
                <a:lnTo>
                  <a:pt x="3355840" y="165355"/>
                </a:lnTo>
                <a:lnTo>
                  <a:pt x="3356346" y="165516"/>
                </a:lnTo>
                <a:lnTo>
                  <a:pt x="3356855" y="165648"/>
                </a:lnTo>
                <a:lnTo>
                  <a:pt x="3357361" y="165754"/>
                </a:lnTo>
                <a:lnTo>
                  <a:pt x="3357860" y="165837"/>
                </a:lnTo>
                <a:lnTo>
                  <a:pt x="3358347" y="165899"/>
                </a:lnTo>
                <a:lnTo>
                  <a:pt x="3358816" y="165943"/>
                </a:lnTo>
                <a:lnTo>
                  <a:pt x="3359264" y="165973"/>
                </a:lnTo>
                <a:lnTo>
                  <a:pt x="3359685" y="165991"/>
                </a:lnTo>
                <a:lnTo>
                  <a:pt x="3360075" y="166000"/>
                </a:lnTo>
                <a:lnTo>
                  <a:pt x="3360428" y="166004"/>
                </a:lnTo>
                <a:lnTo>
                  <a:pt x="3360739" y="166004"/>
                </a:lnTo>
                <a:lnTo>
                  <a:pt x="3422046" y="166004"/>
                </a:lnTo>
                <a:lnTo>
                  <a:pt x="3422357" y="166004"/>
                </a:lnTo>
                <a:lnTo>
                  <a:pt x="3422710" y="166000"/>
                </a:lnTo>
                <a:lnTo>
                  <a:pt x="3423100" y="165991"/>
                </a:lnTo>
                <a:lnTo>
                  <a:pt x="3423521" y="165973"/>
                </a:lnTo>
                <a:lnTo>
                  <a:pt x="3423969" y="165943"/>
                </a:lnTo>
                <a:lnTo>
                  <a:pt x="3424438" y="165899"/>
                </a:lnTo>
                <a:lnTo>
                  <a:pt x="3424925" y="165837"/>
                </a:lnTo>
                <a:lnTo>
                  <a:pt x="3425424" y="165754"/>
                </a:lnTo>
                <a:lnTo>
                  <a:pt x="3425930" y="165648"/>
                </a:lnTo>
                <a:lnTo>
                  <a:pt x="3426439" y="165516"/>
                </a:lnTo>
                <a:lnTo>
                  <a:pt x="3426945" y="165355"/>
                </a:lnTo>
                <a:lnTo>
                  <a:pt x="3427444" y="165161"/>
                </a:lnTo>
                <a:lnTo>
                  <a:pt x="3427931" y="164932"/>
                </a:lnTo>
                <a:lnTo>
                  <a:pt x="3428402" y="164665"/>
                </a:lnTo>
                <a:lnTo>
                  <a:pt x="3428850" y="164357"/>
                </a:lnTo>
                <a:lnTo>
                  <a:pt x="3429272" y="164005"/>
                </a:lnTo>
                <a:lnTo>
                  <a:pt x="3429662" y="163607"/>
                </a:lnTo>
                <a:lnTo>
                  <a:pt x="3430016" y="163158"/>
                </a:lnTo>
                <a:lnTo>
                  <a:pt x="3430329" y="162657"/>
                </a:lnTo>
                <a:lnTo>
                  <a:pt x="3430596" y="162100"/>
                </a:lnTo>
                <a:lnTo>
                  <a:pt x="3430812" y="161485"/>
                </a:lnTo>
                <a:lnTo>
                  <a:pt x="3430972" y="160808"/>
                </a:lnTo>
                <a:lnTo>
                  <a:pt x="3431072" y="160067"/>
                </a:lnTo>
                <a:lnTo>
                  <a:pt x="3431106" y="159258"/>
                </a:lnTo>
                <a:lnTo>
                  <a:pt x="3431072" y="158449"/>
                </a:lnTo>
                <a:lnTo>
                  <a:pt x="3430972" y="157708"/>
                </a:lnTo>
                <a:lnTo>
                  <a:pt x="3430812" y="157031"/>
                </a:lnTo>
                <a:lnTo>
                  <a:pt x="3430596" y="156415"/>
                </a:lnTo>
                <a:lnTo>
                  <a:pt x="3430329" y="155858"/>
                </a:lnTo>
                <a:lnTo>
                  <a:pt x="3430016" y="155357"/>
                </a:lnTo>
                <a:close/>
                <a:moveTo>
                  <a:pt x="3834877" y="155357"/>
                </a:moveTo>
                <a:lnTo>
                  <a:pt x="3834523" y="154908"/>
                </a:lnTo>
                <a:lnTo>
                  <a:pt x="3834133" y="154509"/>
                </a:lnTo>
                <a:lnTo>
                  <a:pt x="3833711" y="154157"/>
                </a:lnTo>
                <a:lnTo>
                  <a:pt x="3833263" y="153849"/>
                </a:lnTo>
                <a:lnTo>
                  <a:pt x="3832793" y="153582"/>
                </a:lnTo>
                <a:lnTo>
                  <a:pt x="3832305" y="153353"/>
                </a:lnTo>
                <a:lnTo>
                  <a:pt x="3831806" y="153159"/>
                </a:lnTo>
                <a:lnTo>
                  <a:pt x="3831300" y="152998"/>
                </a:lnTo>
                <a:lnTo>
                  <a:pt x="3830791" y="152865"/>
                </a:lnTo>
                <a:lnTo>
                  <a:pt x="3830285" y="152759"/>
                </a:lnTo>
                <a:lnTo>
                  <a:pt x="3829786" y="152677"/>
                </a:lnTo>
                <a:lnTo>
                  <a:pt x="3829299" y="152615"/>
                </a:lnTo>
                <a:lnTo>
                  <a:pt x="3828830" y="152570"/>
                </a:lnTo>
                <a:lnTo>
                  <a:pt x="3828382" y="152541"/>
                </a:lnTo>
                <a:lnTo>
                  <a:pt x="3827961" y="152523"/>
                </a:lnTo>
                <a:lnTo>
                  <a:pt x="3827572" y="152513"/>
                </a:lnTo>
                <a:lnTo>
                  <a:pt x="3827219" y="152510"/>
                </a:lnTo>
                <a:lnTo>
                  <a:pt x="3826907" y="152509"/>
                </a:lnTo>
                <a:lnTo>
                  <a:pt x="3765600" y="152509"/>
                </a:lnTo>
                <a:lnTo>
                  <a:pt x="3765289" y="152510"/>
                </a:lnTo>
                <a:lnTo>
                  <a:pt x="3764936" y="152513"/>
                </a:lnTo>
                <a:lnTo>
                  <a:pt x="3764546" y="152523"/>
                </a:lnTo>
                <a:lnTo>
                  <a:pt x="3764125" y="152541"/>
                </a:lnTo>
                <a:lnTo>
                  <a:pt x="3763678" y="152570"/>
                </a:lnTo>
                <a:lnTo>
                  <a:pt x="3763208" y="152615"/>
                </a:lnTo>
                <a:lnTo>
                  <a:pt x="3762721" y="152677"/>
                </a:lnTo>
                <a:lnTo>
                  <a:pt x="3762222" y="152759"/>
                </a:lnTo>
                <a:lnTo>
                  <a:pt x="3761716" y="152865"/>
                </a:lnTo>
                <a:lnTo>
                  <a:pt x="3761207" y="152998"/>
                </a:lnTo>
                <a:lnTo>
                  <a:pt x="3760701" y="153159"/>
                </a:lnTo>
                <a:lnTo>
                  <a:pt x="3760202" y="153353"/>
                </a:lnTo>
                <a:lnTo>
                  <a:pt x="3759715" y="153582"/>
                </a:lnTo>
                <a:lnTo>
                  <a:pt x="3759245" y="153849"/>
                </a:lnTo>
                <a:lnTo>
                  <a:pt x="3758796" y="154157"/>
                </a:lnTo>
                <a:lnTo>
                  <a:pt x="3758374" y="154509"/>
                </a:lnTo>
                <a:lnTo>
                  <a:pt x="3757984" y="154908"/>
                </a:lnTo>
                <a:lnTo>
                  <a:pt x="3757630" y="155357"/>
                </a:lnTo>
                <a:lnTo>
                  <a:pt x="3757317" y="155858"/>
                </a:lnTo>
                <a:lnTo>
                  <a:pt x="3757050" y="156415"/>
                </a:lnTo>
                <a:lnTo>
                  <a:pt x="3756834" y="157031"/>
                </a:lnTo>
                <a:lnTo>
                  <a:pt x="3756674" y="157708"/>
                </a:lnTo>
                <a:lnTo>
                  <a:pt x="3756574" y="158449"/>
                </a:lnTo>
                <a:lnTo>
                  <a:pt x="3756540" y="159258"/>
                </a:lnTo>
                <a:lnTo>
                  <a:pt x="3756574" y="160067"/>
                </a:lnTo>
                <a:lnTo>
                  <a:pt x="3756674" y="160808"/>
                </a:lnTo>
                <a:lnTo>
                  <a:pt x="3756834" y="161485"/>
                </a:lnTo>
                <a:lnTo>
                  <a:pt x="3757050" y="162100"/>
                </a:lnTo>
                <a:lnTo>
                  <a:pt x="3757317" y="162657"/>
                </a:lnTo>
                <a:lnTo>
                  <a:pt x="3757630" y="163158"/>
                </a:lnTo>
                <a:lnTo>
                  <a:pt x="3757984" y="163607"/>
                </a:lnTo>
                <a:lnTo>
                  <a:pt x="3758374" y="164005"/>
                </a:lnTo>
                <a:lnTo>
                  <a:pt x="3758796" y="164357"/>
                </a:lnTo>
                <a:lnTo>
                  <a:pt x="3759245" y="164665"/>
                </a:lnTo>
                <a:lnTo>
                  <a:pt x="3759715" y="164932"/>
                </a:lnTo>
                <a:lnTo>
                  <a:pt x="3760202" y="165161"/>
                </a:lnTo>
                <a:lnTo>
                  <a:pt x="3760701" y="165355"/>
                </a:lnTo>
                <a:lnTo>
                  <a:pt x="3761207" y="165516"/>
                </a:lnTo>
                <a:lnTo>
                  <a:pt x="3761716" y="165648"/>
                </a:lnTo>
                <a:lnTo>
                  <a:pt x="3762222" y="165754"/>
                </a:lnTo>
                <a:lnTo>
                  <a:pt x="3762721" y="165837"/>
                </a:lnTo>
                <a:lnTo>
                  <a:pt x="3763208" y="165899"/>
                </a:lnTo>
                <a:lnTo>
                  <a:pt x="3763678" y="165943"/>
                </a:lnTo>
                <a:lnTo>
                  <a:pt x="3764125" y="165973"/>
                </a:lnTo>
                <a:lnTo>
                  <a:pt x="3764546" y="165991"/>
                </a:lnTo>
                <a:lnTo>
                  <a:pt x="3764936" y="166000"/>
                </a:lnTo>
                <a:lnTo>
                  <a:pt x="3765289" y="166004"/>
                </a:lnTo>
                <a:lnTo>
                  <a:pt x="3765600" y="166004"/>
                </a:lnTo>
                <a:lnTo>
                  <a:pt x="3826907" y="166004"/>
                </a:lnTo>
                <a:lnTo>
                  <a:pt x="3827219" y="166004"/>
                </a:lnTo>
                <a:lnTo>
                  <a:pt x="3827572" y="166000"/>
                </a:lnTo>
                <a:lnTo>
                  <a:pt x="3827961" y="165991"/>
                </a:lnTo>
                <a:lnTo>
                  <a:pt x="3828382" y="165973"/>
                </a:lnTo>
                <a:lnTo>
                  <a:pt x="3828830" y="165943"/>
                </a:lnTo>
                <a:lnTo>
                  <a:pt x="3829299" y="165899"/>
                </a:lnTo>
                <a:lnTo>
                  <a:pt x="3829786" y="165837"/>
                </a:lnTo>
                <a:lnTo>
                  <a:pt x="3830285" y="165754"/>
                </a:lnTo>
                <a:lnTo>
                  <a:pt x="3830791" y="165648"/>
                </a:lnTo>
                <a:lnTo>
                  <a:pt x="3831300" y="165516"/>
                </a:lnTo>
                <a:lnTo>
                  <a:pt x="3831806" y="165355"/>
                </a:lnTo>
                <a:lnTo>
                  <a:pt x="3832305" y="165161"/>
                </a:lnTo>
                <a:lnTo>
                  <a:pt x="3832793" y="164932"/>
                </a:lnTo>
                <a:lnTo>
                  <a:pt x="3833263" y="164665"/>
                </a:lnTo>
                <a:lnTo>
                  <a:pt x="3833711" y="164357"/>
                </a:lnTo>
                <a:lnTo>
                  <a:pt x="3834133" y="164005"/>
                </a:lnTo>
                <a:lnTo>
                  <a:pt x="3834523" y="163607"/>
                </a:lnTo>
                <a:lnTo>
                  <a:pt x="3834877" y="163158"/>
                </a:lnTo>
                <a:lnTo>
                  <a:pt x="3835190" y="162657"/>
                </a:lnTo>
                <a:lnTo>
                  <a:pt x="3835457" y="162100"/>
                </a:lnTo>
                <a:lnTo>
                  <a:pt x="3835673" y="161485"/>
                </a:lnTo>
                <a:lnTo>
                  <a:pt x="3835834" y="160808"/>
                </a:lnTo>
                <a:lnTo>
                  <a:pt x="3835933" y="160067"/>
                </a:lnTo>
                <a:lnTo>
                  <a:pt x="3835968" y="159258"/>
                </a:lnTo>
                <a:lnTo>
                  <a:pt x="3835933" y="158449"/>
                </a:lnTo>
                <a:lnTo>
                  <a:pt x="3835834" y="157708"/>
                </a:lnTo>
                <a:lnTo>
                  <a:pt x="3835673" y="157031"/>
                </a:lnTo>
                <a:lnTo>
                  <a:pt x="3835457" y="156415"/>
                </a:lnTo>
                <a:lnTo>
                  <a:pt x="3835190" y="155858"/>
                </a:lnTo>
                <a:lnTo>
                  <a:pt x="3834877" y="1553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#State:xsremainsthesame,numisthelastelementofxs,tempisthe">
            <a:extLst xmlns:a="http://schemas.openxmlformats.org/drawingml/2006/main">
              <a:ext uri="{FF2B5EF4-FFF2-40B4-BE49-F238E27FC236}">
                <a16:creationId xmlns:a16="http://schemas.microsoft.com/office/drawing/2014/main" id="{CBCB4019-8A91-4FC1-9E29-2E13380F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086" y="3200848"/>
            <a:ext cx="7167800" cy="162680"/>
          </a:xfrm>
          <a:custGeom xmlns:a="http://schemas.openxmlformats.org/drawingml/2006/main">
            <a:pathLst>
              <a:path w="7167800" h="162680">
                <a:moveTo>
                  <a:pt x="1571081" y="9246"/>
                </a:moveTo>
                <a:lnTo>
                  <a:pt x="1570822" y="8678"/>
                </a:lnTo>
                <a:lnTo>
                  <a:pt x="1570529" y="8131"/>
                </a:lnTo>
                <a:lnTo>
                  <a:pt x="1570202" y="7607"/>
                </a:lnTo>
                <a:lnTo>
                  <a:pt x="1569843" y="7107"/>
                </a:lnTo>
                <a:lnTo>
                  <a:pt x="1569453" y="6633"/>
                </a:lnTo>
                <a:lnTo>
                  <a:pt x="1569034" y="6185"/>
                </a:lnTo>
                <a:lnTo>
                  <a:pt x="1568586" y="5766"/>
                </a:lnTo>
                <a:lnTo>
                  <a:pt x="1568112" y="5375"/>
                </a:lnTo>
                <a:lnTo>
                  <a:pt x="1567612" y="5016"/>
                </a:lnTo>
                <a:lnTo>
                  <a:pt x="1567088" y="4689"/>
                </a:lnTo>
                <a:lnTo>
                  <a:pt x="1566542" y="4395"/>
                </a:lnTo>
                <a:lnTo>
                  <a:pt x="1565974" y="4136"/>
                </a:lnTo>
                <a:lnTo>
                  <a:pt x="1565386" y="3914"/>
                </a:lnTo>
                <a:lnTo>
                  <a:pt x="1564779" y="3728"/>
                </a:lnTo>
                <a:lnTo>
                  <a:pt x="1564155" y="3582"/>
                </a:lnTo>
                <a:lnTo>
                  <a:pt x="1563514" y="3476"/>
                </a:lnTo>
                <a:lnTo>
                  <a:pt x="1562859" y="3411"/>
                </a:lnTo>
                <a:lnTo>
                  <a:pt x="1562191" y="3389"/>
                </a:lnTo>
                <a:lnTo>
                  <a:pt x="1561522" y="3411"/>
                </a:lnTo>
                <a:lnTo>
                  <a:pt x="1560866" y="3476"/>
                </a:lnTo>
                <a:lnTo>
                  <a:pt x="1560226" y="3582"/>
                </a:lnTo>
                <a:lnTo>
                  <a:pt x="1559601" y="3728"/>
                </a:lnTo>
                <a:lnTo>
                  <a:pt x="1558994" y="3914"/>
                </a:lnTo>
                <a:lnTo>
                  <a:pt x="1558406" y="4136"/>
                </a:lnTo>
                <a:lnTo>
                  <a:pt x="1557838" y="4395"/>
                </a:lnTo>
                <a:lnTo>
                  <a:pt x="1557291" y="4689"/>
                </a:lnTo>
                <a:lnTo>
                  <a:pt x="1556767" y="5016"/>
                </a:lnTo>
                <a:lnTo>
                  <a:pt x="1556267" y="5375"/>
                </a:lnTo>
                <a:lnTo>
                  <a:pt x="1555793" y="5766"/>
                </a:lnTo>
                <a:lnTo>
                  <a:pt x="1555345" y="6185"/>
                </a:lnTo>
                <a:lnTo>
                  <a:pt x="1554926" y="6633"/>
                </a:lnTo>
                <a:lnTo>
                  <a:pt x="1554536" y="7107"/>
                </a:lnTo>
                <a:lnTo>
                  <a:pt x="1554177" y="7607"/>
                </a:lnTo>
                <a:lnTo>
                  <a:pt x="1553850" y="8131"/>
                </a:lnTo>
                <a:lnTo>
                  <a:pt x="1553556" y="8678"/>
                </a:lnTo>
                <a:lnTo>
                  <a:pt x="1553297" y="9246"/>
                </a:lnTo>
                <a:lnTo>
                  <a:pt x="1553075" y="9834"/>
                </a:lnTo>
                <a:lnTo>
                  <a:pt x="1552889" y="10441"/>
                </a:lnTo>
                <a:lnTo>
                  <a:pt x="1552743" y="11066"/>
                </a:lnTo>
                <a:lnTo>
                  <a:pt x="1552637" y="11706"/>
                </a:lnTo>
                <a:lnTo>
                  <a:pt x="1552572" y="12361"/>
                </a:lnTo>
                <a:lnTo>
                  <a:pt x="1552550" y="13030"/>
                </a:lnTo>
                <a:lnTo>
                  <a:pt x="1552572" y="13699"/>
                </a:lnTo>
                <a:lnTo>
                  <a:pt x="1552637" y="14354"/>
                </a:lnTo>
                <a:lnTo>
                  <a:pt x="1552743" y="14994"/>
                </a:lnTo>
                <a:lnTo>
                  <a:pt x="1552889" y="15619"/>
                </a:lnTo>
                <a:lnTo>
                  <a:pt x="1553075" y="16226"/>
                </a:lnTo>
                <a:lnTo>
                  <a:pt x="1553297" y="16814"/>
                </a:lnTo>
                <a:lnTo>
                  <a:pt x="1553556" y="17382"/>
                </a:lnTo>
                <a:lnTo>
                  <a:pt x="1553850" y="17929"/>
                </a:lnTo>
                <a:lnTo>
                  <a:pt x="1554177" y="18453"/>
                </a:lnTo>
                <a:lnTo>
                  <a:pt x="1554536" y="18953"/>
                </a:lnTo>
                <a:lnTo>
                  <a:pt x="1554926" y="19427"/>
                </a:lnTo>
                <a:lnTo>
                  <a:pt x="1555345" y="19875"/>
                </a:lnTo>
                <a:lnTo>
                  <a:pt x="1555793" y="20294"/>
                </a:lnTo>
                <a:lnTo>
                  <a:pt x="1556267" y="20685"/>
                </a:lnTo>
                <a:lnTo>
                  <a:pt x="1556767" y="21044"/>
                </a:lnTo>
                <a:lnTo>
                  <a:pt x="1557291" y="21371"/>
                </a:lnTo>
                <a:lnTo>
                  <a:pt x="1557838" y="21665"/>
                </a:lnTo>
                <a:lnTo>
                  <a:pt x="1558406" y="21924"/>
                </a:lnTo>
                <a:lnTo>
                  <a:pt x="1558994" y="22146"/>
                </a:lnTo>
                <a:lnTo>
                  <a:pt x="1559601" y="22332"/>
                </a:lnTo>
                <a:lnTo>
                  <a:pt x="1560226" y="22478"/>
                </a:lnTo>
                <a:lnTo>
                  <a:pt x="1560866" y="22584"/>
                </a:lnTo>
                <a:lnTo>
                  <a:pt x="1561522" y="22649"/>
                </a:lnTo>
                <a:lnTo>
                  <a:pt x="1562191" y="22671"/>
                </a:lnTo>
                <a:lnTo>
                  <a:pt x="1562859" y="22649"/>
                </a:lnTo>
                <a:lnTo>
                  <a:pt x="1563514" y="22584"/>
                </a:lnTo>
                <a:lnTo>
                  <a:pt x="1564155" y="22478"/>
                </a:lnTo>
                <a:lnTo>
                  <a:pt x="1564779" y="22332"/>
                </a:lnTo>
                <a:lnTo>
                  <a:pt x="1565386" y="22146"/>
                </a:lnTo>
                <a:lnTo>
                  <a:pt x="1565974" y="21924"/>
                </a:lnTo>
                <a:lnTo>
                  <a:pt x="1566542" y="21665"/>
                </a:lnTo>
                <a:lnTo>
                  <a:pt x="1567088" y="21371"/>
                </a:lnTo>
                <a:lnTo>
                  <a:pt x="1567612" y="21044"/>
                </a:lnTo>
                <a:lnTo>
                  <a:pt x="1568112" y="20685"/>
                </a:lnTo>
                <a:lnTo>
                  <a:pt x="1568586" y="20294"/>
                </a:lnTo>
                <a:lnTo>
                  <a:pt x="1569034" y="19875"/>
                </a:lnTo>
                <a:lnTo>
                  <a:pt x="1569453" y="19427"/>
                </a:lnTo>
                <a:lnTo>
                  <a:pt x="1569843" y="18953"/>
                </a:lnTo>
                <a:lnTo>
                  <a:pt x="1570202" y="18453"/>
                </a:lnTo>
                <a:lnTo>
                  <a:pt x="1570529" y="17929"/>
                </a:lnTo>
                <a:lnTo>
                  <a:pt x="1570822" y="17382"/>
                </a:lnTo>
                <a:lnTo>
                  <a:pt x="1571081" y="16814"/>
                </a:lnTo>
                <a:lnTo>
                  <a:pt x="1571304" y="16226"/>
                </a:lnTo>
                <a:lnTo>
                  <a:pt x="1571489" y="15619"/>
                </a:lnTo>
                <a:lnTo>
                  <a:pt x="1571635" y="14994"/>
                </a:lnTo>
                <a:lnTo>
                  <a:pt x="1571741" y="14354"/>
                </a:lnTo>
                <a:lnTo>
                  <a:pt x="1571806" y="13699"/>
                </a:lnTo>
                <a:lnTo>
                  <a:pt x="1571828" y="13030"/>
                </a:lnTo>
                <a:lnTo>
                  <a:pt x="1571806" y="12361"/>
                </a:lnTo>
                <a:lnTo>
                  <a:pt x="1571741" y="11706"/>
                </a:lnTo>
                <a:lnTo>
                  <a:pt x="1571635" y="11066"/>
                </a:lnTo>
                <a:lnTo>
                  <a:pt x="1571489" y="10441"/>
                </a:lnTo>
                <a:lnTo>
                  <a:pt x="1571304" y="9834"/>
                </a:lnTo>
                <a:lnTo>
                  <a:pt x="1571081" y="9246"/>
                </a:lnTo>
                <a:close/>
                <a:moveTo>
                  <a:pt x="662204" y="44144"/>
                </a:moveTo>
                <a:lnTo>
                  <a:pt x="661862" y="43422"/>
                </a:lnTo>
                <a:lnTo>
                  <a:pt x="661476" y="42732"/>
                </a:lnTo>
                <a:lnTo>
                  <a:pt x="661049" y="42073"/>
                </a:lnTo>
                <a:lnTo>
                  <a:pt x="660582" y="41448"/>
                </a:lnTo>
                <a:lnTo>
                  <a:pt x="660079" y="40857"/>
                </a:lnTo>
                <a:lnTo>
                  <a:pt x="659541" y="40303"/>
                </a:lnTo>
                <a:lnTo>
                  <a:pt x="658971" y="39785"/>
                </a:lnTo>
                <a:lnTo>
                  <a:pt x="658371" y="39306"/>
                </a:lnTo>
                <a:lnTo>
                  <a:pt x="657744" y="38867"/>
                </a:lnTo>
                <a:lnTo>
                  <a:pt x="657092" y="38468"/>
                </a:lnTo>
                <a:lnTo>
                  <a:pt x="656417" y="38112"/>
                </a:lnTo>
                <a:lnTo>
                  <a:pt x="655721" y="37799"/>
                </a:lnTo>
                <a:lnTo>
                  <a:pt x="655008" y="37531"/>
                </a:lnTo>
                <a:lnTo>
                  <a:pt x="654279" y="37309"/>
                </a:lnTo>
                <a:lnTo>
                  <a:pt x="653536" y="37134"/>
                </a:lnTo>
                <a:lnTo>
                  <a:pt x="652782" y="37007"/>
                </a:lnTo>
                <a:lnTo>
                  <a:pt x="652020" y="36930"/>
                </a:lnTo>
                <a:lnTo>
                  <a:pt x="651251" y="36904"/>
                </a:lnTo>
                <a:lnTo>
                  <a:pt x="650349" y="36935"/>
                </a:lnTo>
                <a:lnTo>
                  <a:pt x="649473" y="37025"/>
                </a:lnTo>
                <a:lnTo>
                  <a:pt x="648626" y="37173"/>
                </a:lnTo>
                <a:lnTo>
                  <a:pt x="647807" y="37375"/>
                </a:lnTo>
                <a:lnTo>
                  <a:pt x="647019" y="37629"/>
                </a:lnTo>
                <a:lnTo>
                  <a:pt x="646262" y="37932"/>
                </a:lnTo>
                <a:lnTo>
                  <a:pt x="645537" y="38282"/>
                </a:lnTo>
                <a:lnTo>
                  <a:pt x="644845" y="38675"/>
                </a:lnTo>
                <a:lnTo>
                  <a:pt x="644188" y="39111"/>
                </a:lnTo>
                <a:lnTo>
                  <a:pt x="643565" y="39585"/>
                </a:lnTo>
                <a:lnTo>
                  <a:pt x="642979" y="40096"/>
                </a:lnTo>
                <a:lnTo>
                  <a:pt x="642430" y="40641"/>
                </a:lnTo>
                <a:lnTo>
                  <a:pt x="641919" y="41216"/>
                </a:lnTo>
                <a:lnTo>
                  <a:pt x="641447" y="41820"/>
                </a:lnTo>
                <a:lnTo>
                  <a:pt x="641016" y="42450"/>
                </a:lnTo>
                <a:lnTo>
                  <a:pt x="640625" y="43104"/>
                </a:lnTo>
                <a:lnTo>
                  <a:pt x="640277" y="43778"/>
                </a:lnTo>
                <a:lnTo>
                  <a:pt x="639972" y="44470"/>
                </a:lnTo>
                <a:lnTo>
                  <a:pt x="639711" y="45178"/>
                </a:lnTo>
                <a:lnTo>
                  <a:pt x="639496" y="45899"/>
                </a:lnTo>
                <a:lnTo>
                  <a:pt x="639326" y="46630"/>
                </a:lnTo>
                <a:lnTo>
                  <a:pt x="639204" y="47369"/>
                </a:lnTo>
                <a:lnTo>
                  <a:pt x="639130" y="48114"/>
                </a:lnTo>
                <a:lnTo>
                  <a:pt x="639105" y="48860"/>
                </a:lnTo>
                <a:lnTo>
                  <a:pt x="639135" y="49741"/>
                </a:lnTo>
                <a:lnTo>
                  <a:pt x="639222" y="50598"/>
                </a:lnTo>
                <a:lnTo>
                  <a:pt x="639365" y="51431"/>
                </a:lnTo>
                <a:lnTo>
                  <a:pt x="639562" y="52237"/>
                </a:lnTo>
                <a:lnTo>
                  <a:pt x="639809" y="53017"/>
                </a:lnTo>
                <a:lnTo>
                  <a:pt x="640105" y="53768"/>
                </a:lnTo>
                <a:lnTo>
                  <a:pt x="640447" y="54490"/>
                </a:lnTo>
                <a:lnTo>
                  <a:pt x="640833" y="55181"/>
                </a:lnTo>
                <a:lnTo>
                  <a:pt x="641260" y="55839"/>
                </a:lnTo>
                <a:lnTo>
                  <a:pt x="641727" y="56464"/>
                </a:lnTo>
                <a:lnTo>
                  <a:pt x="642230" y="57055"/>
                </a:lnTo>
                <a:lnTo>
                  <a:pt x="642768" y="57609"/>
                </a:lnTo>
                <a:lnTo>
                  <a:pt x="643338" y="58127"/>
                </a:lnTo>
                <a:lnTo>
                  <a:pt x="643937" y="58606"/>
                </a:lnTo>
                <a:lnTo>
                  <a:pt x="644564" y="59045"/>
                </a:lnTo>
                <a:lnTo>
                  <a:pt x="645217" y="59444"/>
                </a:lnTo>
                <a:lnTo>
                  <a:pt x="645892" y="59800"/>
                </a:lnTo>
                <a:lnTo>
                  <a:pt x="646587" y="60113"/>
                </a:lnTo>
                <a:lnTo>
                  <a:pt x="647301" y="60381"/>
                </a:lnTo>
                <a:lnTo>
                  <a:pt x="648030" y="60603"/>
                </a:lnTo>
                <a:lnTo>
                  <a:pt x="648772" y="60779"/>
                </a:lnTo>
                <a:lnTo>
                  <a:pt x="649526" y="60905"/>
                </a:lnTo>
                <a:lnTo>
                  <a:pt x="650288" y="60982"/>
                </a:lnTo>
                <a:lnTo>
                  <a:pt x="651057" y="61008"/>
                </a:lnTo>
                <a:lnTo>
                  <a:pt x="651960" y="60977"/>
                </a:lnTo>
                <a:lnTo>
                  <a:pt x="652835" y="60887"/>
                </a:lnTo>
                <a:lnTo>
                  <a:pt x="653682" y="60739"/>
                </a:lnTo>
                <a:lnTo>
                  <a:pt x="654500" y="60537"/>
                </a:lnTo>
                <a:lnTo>
                  <a:pt x="655288" y="60284"/>
                </a:lnTo>
                <a:lnTo>
                  <a:pt x="656045" y="59980"/>
                </a:lnTo>
                <a:lnTo>
                  <a:pt x="656770" y="59631"/>
                </a:lnTo>
                <a:lnTo>
                  <a:pt x="657462" y="59237"/>
                </a:lnTo>
                <a:lnTo>
                  <a:pt x="658119" y="58801"/>
                </a:lnTo>
                <a:lnTo>
                  <a:pt x="658742" y="58327"/>
                </a:lnTo>
                <a:lnTo>
                  <a:pt x="659328" y="57816"/>
                </a:lnTo>
                <a:lnTo>
                  <a:pt x="659877" y="57272"/>
                </a:lnTo>
                <a:lnTo>
                  <a:pt x="660388" y="56696"/>
                </a:lnTo>
                <a:lnTo>
                  <a:pt x="660860" y="56092"/>
                </a:lnTo>
                <a:lnTo>
                  <a:pt x="661292" y="55462"/>
                </a:lnTo>
                <a:lnTo>
                  <a:pt x="661682" y="54808"/>
                </a:lnTo>
                <a:lnTo>
                  <a:pt x="662031" y="54134"/>
                </a:lnTo>
                <a:lnTo>
                  <a:pt x="662336" y="53442"/>
                </a:lnTo>
                <a:lnTo>
                  <a:pt x="662597" y="52734"/>
                </a:lnTo>
                <a:lnTo>
                  <a:pt x="662813" y="52013"/>
                </a:lnTo>
                <a:lnTo>
                  <a:pt x="662982" y="51282"/>
                </a:lnTo>
                <a:lnTo>
                  <a:pt x="663105" y="50543"/>
                </a:lnTo>
                <a:lnTo>
                  <a:pt x="663179" y="49798"/>
                </a:lnTo>
                <a:lnTo>
                  <a:pt x="663204" y="49052"/>
                </a:lnTo>
                <a:lnTo>
                  <a:pt x="663174" y="48171"/>
                </a:lnTo>
                <a:lnTo>
                  <a:pt x="663086" y="47314"/>
                </a:lnTo>
                <a:lnTo>
                  <a:pt x="662943" y="46481"/>
                </a:lnTo>
                <a:lnTo>
                  <a:pt x="662747" y="45675"/>
                </a:lnTo>
                <a:lnTo>
                  <a:pt x="662500" y="44895"/>
                </a:lnTo>
                <a:lnTo>
                  <a:pt x="662204" y="44144"/>
                </a:lnTo>
                <a:close/>
                <a:moveTo>
                  <a:pt x="184347" y="79483"/>
                </a:moveTo>
                <a:lnTo>
                  <a:pt x="183983" y="78240"/>
                </a:lnTo>
                <a:lnTo>
                  <a:pt x="183583" y="77046"/>
                </a:lnTo>
                <a:lnTo>
                  <a:pt x="183150" y="75900"/>
                </a:lnTo>
                <a:lnTo>
                  <a:pt x="182689" y="74804"/>
                </a:lnTo>
                <a:lnTo>
                  <a:pt x="182207" y="73757"/>
                </a:lnTo>
                <a:lnTo>
                  <a:pt x="181708" y="72762"/>
                </a:lnTo>
                <a:lnTo>
                  <a:pt x="181196" y="71817"/>
                </a:lnTo>
                <a:lnTo>
                  <a:pt x="180678" y="70925"/>
                </a:lnTo>
                <a:lnTo>
                  <a:pt x="180158" y="70085"/>
                </a:lnTo>
                <a:lnTo>
                  <a:pt x="179640" y="69297"/>
                </a:lnTo>
                <a:lnTo>
                  <a:pt x="179131" y="68564"/>
                </a:lnTo>
                <a:lnTo>
                  <a:pt x="178635" y="67884"/>
                </a:lnTo>
                <a:lnTo>
                  <a:pt x="178157" y="67259"/>
                </a:lnTo>
                <a:lnTo>
                  <a:pt x="177702" y="66690"/>
                </a:lnTo>
                <a:lnTo>
                  <a:pt x="177275" y="66176"/>
                </a:lnTo>
                <a:lnTo>
                  <a:pt x="176881" y="65719"/>
                </a:lnTo>
                <a:lnTo>
                  <a:pt x="176526" y="65319"/>
                </a:lnTo>
                <a:lnTo>
                  <a:pt x="176213" y="64977"/>
                </a:lnTo>
                <a:lnTo>
                  <a:pt x="175238" y="64045"/>
                </a:lnTo>
                <a:lnTo>
                  <a:pt x="174286" y="63176"/>
                </a:lnTo>
                <a:lnTo>
                  <a:pt x="173351" y="62367"/>
                </a:lnTo>
                <a:lnTo>
                  <a:pt x="172428" y="61612"/>
                </a:lnTo>
                <a:lnTo>
                  <a:pt x="171511" y="60909"/>
                </a:lnTo>
                <a:lnTo>
                  <a:pt x="170595" y="60253"/>
                </a:lnTo>
                <a:lnTo>
                  <a:pt x="169674" y="59642"/>
                </a:lnTo>
                <a:lnTo>
                  <a:pt x="168744" y="59072"/>
                </a:lnTo>
                <a:lnTo>
                  <a:pt x="167798" y="58538"/>
                </a:lnTo>
                <a:lnTo>
                  <a:pt x="166832" y="58037"/>
                </a:lnTo>
                <a:lnTo>
                  <a:pt x="165839" y="57566"/>
                </a:lnTo>
                <a:lnTo>
                  <a:pt x="164814" y="57120"/>
                </a:lnTo>
                <a:lnTo>
                  <a:pt x="163752" y="56697"/>
                </a:lnTo>
                <a:lnTo>
                  <a:pt x="162648" y="56292"/>
                </a:lnTo>
                <a:lnTo>
                  <a:pt x="161495" y="55902"/>
                </a:lnTo>
                <a:lnTo>
                  <a:pt x="160290" y="55522"/>
                </a:lnTo>
                <a:lnTo>
                  <a:pt x="159025" y="55150"/>
                </a:lnTo>
                <a:lnTo>
                  <a:pt x="157696" y="54782"/>
                </a:lnTo>
                <a:lnTo>
                  <a:pt x="156297" y="54414"/>
                </a:lnTo>
                <a:lnTo>
                  <a:pt x="154823" y="54042"/>
                </a:lnTo>
                <a:lnTo>
                  <a:pt x="153268" y="53663"/>
                </a:lnTo>
                <a:lnTo>
                  <a:pt x="151628" y="53272"/>
                </a:lnTo>
                <a:lnTo>
                  <a:pt x="149896" y="52867"/>
                </a:lnTo>
                <a:lnTo>
                  <a:pt x="148066" y="52444"/>
                </a:lnTo>
                <a:lnTo>
                  <a:pt x="132449" y="48975"/>
                </a:lnTo>
                <a:lnTo>
                  <a:pt x="131441" y="48663"/>
                </a:lnTo>
                <a:lnTo>
                  <a:pt x="130444" y="48305"/>
                </a:lnTo>
                <a:lnTo>
                  <a:pt x="129461" y="47903"/>
                </a:lnTo>
                <a:lnTo>
                  <a:pt x="128495" y="47458"/>
                </a:lnTo>
                <a:lnTo>
                  <a:pt x="127548" y="46970"/>
                </a:lnTo>
                <a:lnTo>
                  <a:pt x="126623" y="46440"/>
                </a:lnTo>
                <a:lnTo>
                  <a:pt x="125724" y="45870"/>
                </a:lnTo>
                <a:lnTo>
                  <a:pt x="124852" y="45261"/>
                </a:lnTo>
                <a:lnTo>
                  <a:pt x="124011" y="44612"/>
                </a:lnTo>
                <a:lnTo>
                  <a:pt x="123203" y="43925"/>
                </a:lnTo>
                <a:lnTo>
                  <a:pt x="122432" y="43202"/>
                </a:lnTo>
                <a:lnTo>
                  <a:pt x="121701" y="42442"/>
                </a:lnTo>
                <a:lnTo>
                  <a:pt x="121011" y="41647"/>
                </a:lnTo>
                <a:lnTo>
                  <a:pt x="120367" y="40818"/>
                </a:lnTo>
                <a:lnTo>
                  <a:pt x="119770" y="39956"/>
                </a:lnTo>
                <a:lnTo>
                  <a:pt x="119225" y="39062"/>
                </a:lnTo>
                <a:lnTo>
                  <a:pt x="118732" y="38135"/>
                </a:lnTo>
                <a:lnTo>
                  <a:pt x="118296" y="37179"/>
                </a:lnTo>
                <a:lnTo>
                  <a:pt x="117920" y="36193"/>
                </a:lnTo>
                <a:lnTo>
                  <a:pt x="117605" y="35178"/>
                </a:lnTo>
                <a:lnTo>
                  <a:pt x="117356" y="34135"/>
                </a:lnTo>
                <a:lnTo>
                  <a:pt x="117174" y="33066"/>
                </a:lnTo>
                <a:lnTo>
                  <a:pt x="117063" y="31970"/>
                </a:lnTo>
                <a:lnTo>
                  <a:pt x="117025" y="30850"/>
                </a:lnTo>
                <a:lnTo>
                  <a:pt x="117074" y="29624"/>
                </a:lnTo>
                <a:lnTo>
                  <a:pt x="117219" y="28409"/>
                </a:lnTo>
                <a:lnTo>
                  <a:pt x="117457" y="27207"/>
                </a:lnTo>
                <a:lnTo>
                  <a:pt x="117788" y="26022"/>
                </a:lnTo>
                <a:lnTo>
                  <a:pt x="118208" y="24858"/>
                </a:lnTo>
                <a:lnTo>
                  <a:pt x="118715" y="23719"/>
                </a:lnTo>
                <a:lnTo>
                  <a:pt x="119307" y="22609"/>
                </a:lnTo>
                <a:lnTo>
                  <a:pt x="119981" y="21531"/>
                </a:lnTo>
                <a:lnTo>
                  <a:pt x="120736" y="20489"/>
                </a:lnTo>
                <a:lnTo>
                  <a:pt x="121568" y="19488"/>
                </a:lnTo>
                <a:lnTo>
                  <a:pt x="122477" y="18529"/>
                </a:lnTo>
                <a:lnTo>
                  <a:pt x="123459" y="17619"/>
                </a:lnTo>
                <a:lnTo>
                  <a:pt x="124513" y="16759"/>
                </a:lnTo>
                <a:lnTo>
                  <a:pt x="125635" y="15955"/>
                </a:lnTo>
                <a:lnTo>
                  <a:pt x="126825" y="15209"/>
                </a:lnTo>
                <a:lnTo>
                  <a:pt x="128079" y="14526"/>
                </a:lnTo>
                <a:lnTo>
                  <a:pt x="129395" y="13909"/>
                </a:lnTo>
                <a:lnTo>
                  <a:pt x="130771" y="13362"/>
                </a:lnTo>
                <a:lnTo>
                  <a:pt x="132205" y="12889"/>
                </a:lnTo>
                <a:lnTo>
                  <a:pt x="133694" y="12493"/>
                </a:lnTo>
                <a:lnTo>
                  <a:pt x="135237" y="12179"/>
                </a:lnTo>
                <a:lnTo>
                  <a:pt x="136831" y="11950"/>
                </a:lnTo>
                <a:lnTo>
                  <a:pt x="138473" y="11810"/>
                </a:lnTo>
                <a:lnTo>
                  <a:pt x="140162" y="11762"/>
                </a:lnTo>
                <a:lnTo>
                  <a:pt x="142903" y="11854"/>
                </a:lnTo>
                <a:lnTo>
                  <a:pt x="145446" y="12122"/>
                </a:lnTo>
                <a:lnTo>
                  <a:pt x="147797" y="12553"/>
                </a:lnTo>
                <a:lnTo>
                  <a:pt x="149965" y="13132"/>
                </a:lnTo>
                <a:lnTo>
                  <a:pt x="151958" y="13848"/>
                </a:lnTo>
                <a:lnTo>
                  <a:pt x="153783" y="14688"/>
                </a:lnTo>
                <a:lnTo>
                  <a:pt x="155449" y="15637"/>
                </a:lnTo>
                <a:lnTo>
                  <a:pt x="156963" y="16683"/>
                </a:lnTo>
                <a:lnTo>
                  <a:pt x="158333" y="17812"/>
                </a:lnTo>
                <a:lnTo>
                  <a:pt x="159566" y="19012"/>
                </a:lnTo>
                <a:lnTo>
                  <a:pt x="160672" y="20270"/>
                </a:lnTo>
                <a:lnTo>
                  <a:pt x="161657" y="21572"/>
                </a:lnTo>
                <a:lnTo>
                  <a:pt x="162530" y="22905"/>
                </a:lnTo>
                <a:lnTo>
                  <a:pt x="163299" y="24256"/>
                </a:lnTo>
                <a:lnTo>
                  <a:pt x="163970" y="25611"/>
                </a:lnTo>
                <a:lnTo>
                  <a:pt x="164553" y="26959"/>
                </a:lnTo>
                <a:lnTo>
                  <a:pt x="165054" y="28285"/>
                </a:lnTo>
                <a:lnTo>
                  <a:pt x="165483" y="29576"/>
                </a:lnTo>
                <a:lnTo>
                  <a:pt x="165846" y="30820"/>
                </a:lnTo>
                <a:lnTo>
                  <a:pt x="166152" y="32003"/>
                </a:lnTo>
                <a:lnTo>
                  <a:pt x="166408" y="33112"/>
                </a:lnTo>
                <a:lnTo>
                  <a:pt x="166623" y="34133"/>
                </a:lnTo>
                <a:lnTo>
                  <a:pt x="166804" y="35055"/>
                </a:lnTo>
                <a:lnTo>
                  <a:pt x="166958" y="35863"/>
                </a:lnTo>
                <a:lnTo>
                  <a:pt x="167039" y="36377"/>
                </a:lnTo>
                <a:lnTo>
                  <a:pt x="167136" y="36860"/>
                </a:lnTo>
                <a:lnTo>
                  <a:pt x="167248" y="37313"/>
                </a:lnTo>
                <a:lnTo>
                  <a:pt x="167378" y="37736"/>
                </a:lnTo>
                <a:lnTo>
                  <a:pt x="167523" y="38130"/>
                </a:lnTo>
                <a:lnTo>
                  <a:pt x="167685" y="38496"/>
                </a:lnTo>
                <a:lnTo>
                  <a:pt x="167864" y="38835"/>
                </a:lnTo>
                <a:lnTo>
                  <a:pt x="168059" y="39148"/>
                </a:lnTo>
                <a:lnTo>
                  <a:pt x="168271" y="39435"/>
                </a:lnTo>
                <a:lnTo>
                  <a:pt x="168500" y="39698"/>
                </a:lnTo>
                <a:lnTo>
                  <a:pt x="168745" y="39937"/>
                </a:lnTo>
                <a:lnTo>
                  <a:pt x="169008" y="40153"/>
                </a:lnTo>
                <a:lnTo>
                  <a:pt x="169287" y="40347"/>
                </a:lnTo>
                <a:lnTo>
                  <a:pt x="169584" y="40519"/>
                </a:lnTo>
                <a:lnTo>
                  <a:pt x="169898" y="40672"/>
                </a:lnTo>
                <a:lnTo>
                  <a:pt x="170230" y="40804"/>
                </a:lnTo>
                <a:lnTo>
                  <a:pt x="170578" y="40918"/>
                </a:lnTo>
                <a:lnTo>
                  <a:pt x="170944" y="41014"/>
                </a:lnTo>
                <a:lnTo>
                  <a:pt x="171328" y="41093"/>
                </a:lnTo>
                <a:lnTo>
                  <a:pt x="171729" y="41156"/>
                </a:lnTo>
                <a:lnTo>
                  <a:pt x="172148" y="41203"/>
                </a:lnTo>
                <a:lnTo>
                  <a:pt x="172585" y="41236"/>
                </a:lnTo>
                <a:lnTo>
                  <a:pt x="173040" y="41255"/>
                </a:lnTo>
                <a:lnTo>
                  <a:pt x="173513" y="41261"/>
                </a:lnTo>
                <a:lnTo>
                  <a:pt x="174322" y="41240"/>
                </a:lnTo>
                <a:lnTo>
                  <a:pt x="175063" y="41179"/>
                </a:lnTo>
                <a:lnTo>
                  <a:pt x="175740" y="41080"/>
                </a:lnTo>
                <a:lnTo>
                  <a:pt x="176356" y="40944"/>
                </a:lnTo>
                <a:lnTo>
                  <a:pt x="176913" y="40773"/>
                </a:lnTo>
                <a:lnTo>
                  <a:pt x="177414" y="40568"/>
                </a:lnTo>
                <a:lnTo>
                  <a:pt x="177863" y="40333"/>
                </a:lnTo>
                <a:lnTo>
                  <a:pt x="178262" y="40069"/>
                </a:lnTo>
                <a:lnTo>
                  <a:pt x="178614" y="39777"/>
                </a:lnTo>
                <a:lnTo>
                  <a:pt x="178922" y="39460"/>
                </a:lnTo>
                <a:lnTo>
                  <a:pt x="179189" y="39118"/>
                </a:lnTo>
                <a:lnTo>
                  <a:pt x="179418" y="38755"/>
                </a:lnTo>
                <a:lnTo>
                  <a:pt x="179611" y="38372"/>
                </a:lnTo>
                <a:lnTo>
                  <a:pt x="179773" y="37970"/>
                </a:lnTo>
                <a:lnTo>
                  <a:pt x="179905" y="37552"/>
                </a:lnTo>
                <a:lnTo>
                  <a:pt x="180011" y="37120"/>
                </a:lnTo>
                <a:lnTo>
                  <a:pt x="180094" y="36675"/>
                </a:lnTo>
                <a:lnTo>
                  <a:pt x="180156" y="36218"/>
                </a:lnTo>
                <a:lnTo>
                  <a:pt x="180200" y="35753"/>
                </a:lnTo>
                <a:lnTo>
                  <a:pt x="180230" y="35281"/>
                </a:lnTo>
                <a:lnTo>
                  <a:pt x="180248" y="34803"/>
                </a:lnTo>
                <a:lnTo>
                  <a:pt x="180257" y="34322"/>
                </a:lnTo>
                <a:lnTo>
                  <a:pt x="180261" y="33839"/>
                </a:lnTo>
                <a:lnTo>
                  <a:pt x="180261" y="33356"/>
                </a:lnTo>
                <a:lnTo>
                  <a:pt x="180261" y="7905"/>
                </a:lnTo>
                <a:lnTo>
                  <a:pt x="180261" y="7511"/>
                </a:lnTo>
                <a:lnTo>
                  <a:pt x="180258" y="7102"/>
                </a:lnTo>
                <a:lnTo>
                  <a:pt x="180250" y="6680"/>
                </a:lnTo>
                <a:lnTo>
                  <a:pt x="180234" y="6249"/>
                </a:lnTo>
                <a:lnTo>
                  <a:pt x="180209" y="5811"/>
                </a:lnTo>
                <a:lnTo>
                  <a:pt x="180171" y="5369"/>
                </a:lnTo>
                <a:lnTo>
                  <a:pt x="180118" y="4926"/>
                </a:lnTo>
                <a:lnTo>
                  <a:pt x="180047" y="4485"/>
                </a:lnTo>
                <a:lnTo>
                  <a:pt x="179956" y="4049"/>
                </a:lnTo>
                <a:lnTo>
                  <a:pt x="179843" y="3620"/>
                </a:lnTo>
                <a:lnTo>
                  <a:pt x="179704" y="3202"/>
                </a:lnTo>
                <a:lnTo>
                  <a:pt x="179538" y="2796"/>
                </a:lnTo>
                <a:lnTo>
                  <a:pt x="179342" y="2407"/>
                </a:lnTo>
                <a:lnTo>
                  <a:pt x="179113" y="2037"/>
                </a:lnTo>
                <a:lnTo>
                  <a:pt x="178849" y="1688"/>
                </a:lnTo>
                <a:lnTo>
                  <a:pt x="178548" y="1364"/>
                </a:lnTo>
                <a:lnTo>
                  <a:pt x="178206" y="1068"/>
                </a:lnTo>
                <a:lnTo>
                  <a:pt x="177821" y="802"/>
                </a:lnTo>
                <a:lnTo>
                  <a:pt x="177392" y="569"/>
                </a:lnTo>
                <a:lnTo>
                  <a:pt x="176914" y="371"/>
                </a:lnTo>
                <a:lnTo>
                  <a:pt x="176387" y="213"/>
                </a:lnTo>
                <a:lnTo>
                  <a:pt x="175806" y="97"/>
                </a:lnTo>
                <a:lnTo>
                  <a:pt x="175171" y="25"/>
                </a:lnTo>
                <a:lnTo>
                  <a:pt x="174478" y="0"/>
                </a:lnTo>
                <a:lnTo>
                  <a:pt x="173918" y="17"/>
                </a:lnTo>
                <a:lnTo>
                  <a:pt x="173395" y="68"/>
                </a:lnTo>
                <a:lnTo>
                  <a:pt x="172906" y="152"/>
                </a:lnTo>
                <a:lnTo>
                  <a:pt x="172450" y="270"/>
                </a:lnTo>
                <a:lnTo>
                  <a:pt x="172024" y="420"/>
                </a:lnTo>
                <a:lnTo>
                  <a:pt x="171628" y="603"/>
                </a:lnTo>
                <a:lnTo>
                  <a:pt x="171258" y="818"/>
                </a:lnTo>
                <a:lnTo>
                  <a:pt x="170914" y="1065"/>
                </a:lnTo>
                <a:lnTo>
                  <a:pt x="170593" y="1343"/>
                </a:lnTo>
                <a:lnTo>
                  <a:pt x="170294" y="1652"/>
                </a:lnTo>
                <a:lnTo>
                  <a:pt x="170015" y="1992"/>
                </a:lnTo>
                <a:lnTo>
                  <a:pt x="169754" y="2363"/>
                </a:lnTo>
                <a:lnTo>
                  <a:pt x="169508" y="2764"/>
                </a:lnTo>
                <a:lnTo>
                  <a:pt x="169277" y="3194"/>
                </a:lnTo>
                <a:lnTo>
                  <a:pt x="169058" y="3654"/>
                </a:lnTo>
                <a:lnTo>
                  <a:pt x="168850" y="4144"/>
                </a:lnTo>
                <a:lnTo>
                  <a:pt x="168651" y="4662"/>
                </a:lnTo>
                <a:lnTo>
                  <a:pt x="168458" y="5208"/>
                </a:lnTo>
                <a:lnTo>
                  <a:pt x="168271" y="5782"/>
                </a:lnTo>
                <a:lnTo>
                  <a:pt x="168086" y="6385"/>
                </a:lnTo>
                <a:lnTo>
                  <a:pt x="167903" y="7014"/>
                </a:lnTo>
                <a:lnTo>
                  <a:pt x="167720" y="7671"/>
                </a:lnTo>
                <a:lnTo>
                  <a:pt x="167534" y="8354"/>
                </a:lnTo>
                <a:lnTo>
                  <a:pt x="167344" y="9064"/>
                </a:lnTo>
                <a:lnTo>
                  <a:pt x="166343" y="8244"/>
                </a:lnTo>
                <a:lnTo>
                  <a:pt x="165318" y="7468"/>
                </a:lnTo>
                <a:lnTo>
                  <a:pt x="164270" y="6737"/>
                </a:lnTo>
                <a:lnTo>
                  <a:pt x="163202" y="6049"/>
                </a:lnTo>
                <a:lnTo>
                  <a:pt x="162116" y="5404"/>
                </a:lnTo>
                <a:lnTo>
                  <a:pt x="161012" y="4801"/>
                </a:lnTo>
                <a:lnTo>
                  <a:pt x="159893" y="4238"/>
                </a:lnTo>
                <a:lnTo>
                  <a:pt x="158761" y="3715"/>
                </a:lnTo>
                <a:lnTo>
                  <a:pt x="157618" y="3230"/>
                </a:lnTo>
                <a:lnTo>
                  <a:pt x="156465" y="2784"/>
                </a:lnTo>
                <a:lnTo>
                  <a:pt x="155304" y="2375"/>
                </a:lnTo>
                <a:lnTo>
                  <a:pt x="154138" y="2001"/>
                </a:lnTo>
                <a:lnTo>
                  <a:pt x="152967" y="1663"/>
                </a:lnTo>
                <a:lnTo>
                  <a:pt x="151794" y="1359"/>
                </a:lnTo>
                <a:lnTo>
                  <a:pt x="150621" y="1088"/>
                </a:lnTo>
                <a:lnTo>
                  <a:pt x="149450" y="850"/>
                </a:lnTo>
                <a:lnTo>
                  <a:pt x="148282" y="643"/>
                </a:lnTo>
                <a:lnTo>
                  <a:pt x="147119" y="467"/>
                </a:lnTo>
                <a:lnTo>
                  <a:pt x="145963" y="321"/>
                </a:lnTo>
                <a:lnTo>
                  <a:pt x="144816" y="203"/>
                </a:lnTo>
                <a:lnTo>
                  <a:pt x="143679" y="113"/>
                </a:lnTo>
                <a:lnTo>
                  <a:pt x="142556" y="49"/>
                </a:lnTo>
                <a:lnTo>
                  <a:pt x="141446" y="12"/>
                </a:lnTo>
                <a:lnTo>
                  <a:pt x="140353" y="0"/>
                </a:lnTo>
                <a:lnTo>
                  <a:pt x="137715" y="78"/>
                </a:lnTo>
                <a:lnTo>
                  <a:pt x="135152" y="309"/>
                </a:lnTo>
                <a:lnTo>
                  <a:pt x="132669" y="687"/>
                </a:lnTo>
                <a:lnTo>
                  <a:pt x="130267" y="1204"/>
                </a:lnTo>
                <a:lnTo>
                  <a:pt x="127950" y="1856"/>
                </a:lnTo>
                <a:lnTo>
                  <a:pt x="125722" y="2636"/>
                </a:lnTo>
                <a:lnTo>
                  <a:pt x="123586" y="3538"/>
                </a:lnTo>
                <a:lnTo>
                  <a:pt x="121546" y="4556"/>
                </a:lnTo>
                <a:lnTo>
                  <a:pt x="119603" y="5684"/>
                </a:lnTo>
                <a:lnTo>
                  <a:pt x="117762" y="6916"/>
                </a:lnTo>
                <a:lnTo>
                  <a:pt x="116026" y="8245"/>
                </a:lnTo>
                <a:lnTo>
                  <a:pt x="114399" y="9665"/>
                </a:lnTo>
                <a:lnTo>
                  <a:pt x="112882" y="11171"/>
                </a:lnTo>
                <a:lnTo>
                  <a:pt x="111481" y="12756"/>
                </a:lnTo>
                <a:lnTo>
                  <a:pt x="110197" y="14414"/>
                </a:lnTo>
                <a:lnTo>
                  <a:pt x="109035" y="16139"/>
                </a:lnTo>
                <a:lnTo>
                  <a:pt x="107997" y="17926"/>
                </a:lnTo>
                <a:lnTo>
                  <a:pt x="107087" y="19767"/>
                </a:lnTo>
                <a:lnTo>
                  <a:pt x="106308" y="21656"/>
                </a:lnTo>
                <a:lnTo>
                  <a:pt x="105663" y="23588"/>
                </a:lnTo>
                <a:lnTo>
                  <a:pt x="105156" y="25557"/>
                </a:lnTo>
                <a:lnTo>
                  <a:pt x="104790" y="27556"/>
                </a:lnTo>
                <a:lnTo>
                  <a:pt x="104568" y="29579"/>
                </a:lnTo>
                <a:lnTo>
                  <a:pt x="104493" y="31620"/>
                </a:lnTo>
                <a:lnTo>
                  <a:pt x="104539" y="33234"/>
                </a:lnTo>
                <a:lnTo>
                  <a:pt x="104677" y="34841"/>
                </a:lnTo>
                <a:lnTo>
                  <a:pt x="104905" y="36440"/>
                </a:lnTo>
                <a:lnTo>
                  <a:pt x="105224" y="38027"/>
                </a:lnTo>
                <a:lnTo>
                  <a:pt x="105632" y="39598"/>
                </a:lnTo>
                <a:lnTo>
                  <a:pt x="106129" y="41150"/>
                </a:lnTo>
                <a:lnTo>
                  <a:pt x="106713" y="42679"/>
                </a:lnTo>
                <a:lnTo>
                  <a:pt x="107385" y="44182"/>
                </a:lnTo>
                <a:lnTo>
                  <a:pt x="108143" y="45656"/>
                </a:lnTo>
                <a:lnTo>
                  <a:pt x="108987" y="47097"/>
                </a:lnTo>
                <a:lnTo>
                  <a:pt x="109915" y="48501"/>
                </a:lnTo>
                <a:lnTo>
                  <a:pt x="110928" y="49866"/>
                </a:lnTo>
                <a:lnTo>
                  <a:pt x="112024" y="51187"/>
                </a:lnTo>
                <a:lnTo>
                  <a:pt x="113203" y="52462"/>
                </a:lnTo>
                <a:lnTo>
                  <a:pt x="114463" y="53687"/>
                </a:lnTo>
                <a:lnTo>
                  <a:pt x="115805" y="54859"/>
                </a:lnTo>
                <a:lnTo>
                  <a:pt x="117226" y="55973"/>
                </a:lnTo>
                <a:lnTo>
                  <a:pt x="118728" y="57028"/>
                </a:lnTo>
                <a:lnTo>
                  <a:pt x="120308" y="58018"/>
                </a:lnTo>
                <a:lnTo>
                  <a:pt x="121967" y="58941"/>
                </a:lnTo>
                <a:lnTo>
                  <a:pt x="123702" y="59794"/>
                </a:lnTo>
                <a:lnTo>
                  <a:pt x="125514" y="60572"/>
                </a:lnTo>
                <a:lnTo>
                  <a:pt x="127402" y="61273"/>
                </a:lnTo>
                <a:lnTo>
                  <a:pt x="129366" y="61893"/>
                </a:lnTo>
                <a:lnTo>
                  <a:pt x="151535" y="67098"/>
                </a:lnTo>
                <a:lnTo>
                  <a:pt x="152263" y="67253"/>
                </a:lnTo>
                <a:lnTo>
                  <a:pt x="153090" y="67441"/>
                </a:lnTo>
                <a:lnTo>
                  <a:pt x="154004" y="67666"/>
                </a:lnTo>
                <a:lnTo>
                  <a:pt x="154994" y="67933"/>
                </a:lnTo>
                <a:lnTo>
                  <a:pt x="156049" y="68247"/>
                </a:lnTo>
                <a:lnTo>
                  <a:pt x="157156" y="68610"/>
                </a:lnTo>
                <a:lnTo>
                  <a:pt x="158304" y="69029"/>
                </a:lnTo>
                <a:lnTo>
                  <a:pt x="159482" y="69508"/>
                </a:lnTo>
                <a:lnTo>
                  <a:pt x="160679" y="70050"/>
                </a:lnTo>
                <a:lnTo>
                  <a:pt x="161881" y="70660"/>
                </a:lnTo>
                <a:lnTo>
                  <a:pt x="163079" y="71343"/>
                </a:lnTo>
                <a:lnTo>
                  <a:pt x="164260" y="72104"/>
                </a:lnTo>
                <a:lnTo>
                  <a:pt x="165413" y="72945"/>
                </a:lnTo>
                <a:lnTo>
                  <a:pt x="166526" y="73873"/>
                </a:lnTo>
                <a:lnTo>
                  <a:pt x="167588" y="74891"/>
                </a:lnTo>
                <a:lnTo>
                  <a:pt x="168587" y="76004"/>
                </a:lnTo>
                <a:lnTo>
                  <a:pt x="169512" y="77216"/>
                </a:lnTo>
                <a:lnTo>
                  <a:pt x="170351" y="78531"/>
                </a:lnTo>
                <a:lnTo>
                  <a:pt x="171093" y="79955"/>
                </a:lnTo>
                <a:lnTo>
                  <a:pt x="171726" y="81491"/>
                </a:lnTo>
                <a:lnTo>
                  <a:pt x="172238" y="83144"/>
                </a:lnTo>
                <a:lnTo>
                  <a:pt x="172618" y="84918"/>
                </a:lnTo>
                <a:lnTo>
                  <a:pt x="172855" y="86818"/>
                </a:lnTo>
                <a:lnTo>
                  <a:pt x="172936" y="88848"/>
                </a:lnTo>
                <a:lnTo>
                  <a:pt x="172893" y="90107"/>
                </a:lnTo>
                <a:lnTo>
                  <a:pt x="172764" y="91375"/>
                </a:lnTo>
                <a:lnTo>
                  <a:pt x="172550" y="92646"/>
                </a:lnTo>
                <a:lnTo>
                  <a:pt x="172252" y="93915"/>
                </a:lnTo>
                <a:lnTo>
                  <a:pt x="171869" y="95175"/>
                </a:lnTo>
                <a:lnTo>
                  <a:pt x="171403" y="96422"/>
                </a:lnTo>
                <a:lnTo>
                  <a:pt x="170854" y="97650"/>
                </a:lnTo>
                <a:lnTo>
                  <a:pt x="170223" y="98853"/>
                </a:lnTo>
                <a:lnTo>
                  <a:pt x="169510" y="100026"/>
                </a:lnTo>
                <a:lnTo>
                  <a:pt x="168716" y="101163"/>
                </a:lnTo>
                <a:lnTo>
                  <a:pt x="167842" y="102260"/>
                </a:lnTo>
                <a:lnTo>
                  <a:pt x="166887" y="103309"/>
                </a:lnTo>
                <a:lnTo>
                  <a:pt x="165853" y="104306"/>
                </a:lnTo>
                <a:lnTo>
                  <a:pt x="164741" y="105246"/>
                </a:lnTo>
                <a:lnTo>
                  <a:pt x="163550" y="106122"/>
                </a:lnTo>
                <a:lnTo>
                  <a:pt x="162282" y="106930"/>
                </a:lnTo>
                <a:lnTo>
                  <a:pt x="160937" y="107663"/>
                </a:lnTo>
                <a:lnTo>
                  <a:pt x="159515" y="108316"/>
                </a:lnTo>
                <a:lnTo>
                  <a:pt x="158018" y="108884"/>
                </a:lnTo>
                <a:lnTo>
                  <a:pt x="156445" y="109362"/>
                </a:lnTo>
                <a:lnTo>
                  <a:pt x="154798" y="109742"/>
                </a:lnTo>
                <a:lnTo>
                  <a:pt x="153076" y="110021"/>
                </a:lnTo>
                <a:lnTo>
                  <a:pt x="151282" y="110192"/>
                </a:lnTo>
                <a:lnTo>
                  <a:pt x="149414" y="110251"/>
                </a:lnTo>
                <a:lnTo>
                  <a:pt x="148718" y="110246"/>
                </a:lnTo>
                <a:lnTo>
                  <a:pt x="147983" y="110233"/>
                </a:lnTo>
                <a:lnTo>
                  <a:pt x="147211" y="110207"/>
                </a:lnTo>
                <a:lnTo>
                  <a:pt x="146404" y="110170"/>
                </a:lnTo>
                <a:lnTo>
                  <a:pt x="145565" y="110117"/>
                </a:lnTo>
                <a:lnTo>
                  <a:pt x="144697" y="110049"/>
                </a:lnTo>
                <a:lnTo>
                  <a:pt x="143801" y="109963"/>
                </a:lnTo>
                <a:lnTo>
                  <a:pt x="142881" y="109858"/>
                </a:lnTo>
                <a:lnTo>
                  <a:pt x="141938" y="109732"/>
                </a:lnTo>
                <a:lnTo>
                  <a:pt x="140976" y="109584"/>
                </a:lnTo>
                <a:lnTo>
                  <a:pt x="139997" y="109412"/>
                </a:lnTo>
                <a:lnTo>
                  <a:pt x="139004" y="109214"/>
                </a:lnTo>
                <a:lnTo>
                  <a:pt x="137998" y="108990"/>
                </a:lnTo>
                <a:lnTo>
                  <a:pt x="136983" y="108736"/>
                </a:lnTo>
                <a:lnTo>
                  <a:pt x="135961" y="108452"/>
                </a:lnTo>
                <a:lnTo>
                  <a:pt x="134934" y="108137"/>
                </a:lnTo>
                <a:lnTo>
                  <a:pt x="133905" y="107788"/>
                </a:lnTo>
                <a:lnTo>
                  <a:pt x="132877" y="107404"/>
                </a:lnTo>
                <a:lnTo>
                  <a:pt x="131852" y="106983"/>
                </a:lnTo>
                <a:lnTo>
                  <a:pt x="130832" y="106524"/>
                </a:lnTo>
                <a:lnTo>
                  <a:pt x="129821" y="106025"/>
                </a:lnTo>
                <a:lnTo>
                  <a:pt x="128820" y="105484"/>
                </a:lnTo>
                <a:lnTo>
                  <a:pt x="127832" y="104901"/>
                </a:lnTo>
                <a:lnTo>
                  <a:pt x="126859" y="104273"/>
                </a:lnTo>
                <a:lnTo>
                  <a:pt x="125885" y="103608"/>
                </a:lnTo>
                <a:lnTo>
                  <a:pt x="124983" y="102916"/>
                </a:lnTo>
                <a:lnTo>
                  <a:pt x="124153" y="102200"/>
                </a:lnTo>
                <a:lnTo>
                  <a:pt x="123389" y="101464"/>
                </a:lnTo>
                <a:lnTo>
                  <a:pt x="122691" y="100711"/>
                </a:lnTo>
                <a:lnTo>
                  <a:pt x="122054" y="99944"/>
                </a:lnTo>
                <a:lnTo>
                  <a:pt x="121475" y="99167"/>
                </a:lnTo>
                <a:lnTo>
                  <a:pt x="120953" y="98382"/>
                </a:lnTo>
                <a:lnTo>
                  <a:pt x="120484" y="97593"/>
                </a:lnTo>
                <a:lnTo>
                  <a:pt x="120064" y="96804"/>
                </a:lnTo>
                <a:lnTo>
                  <a:pt x="119692" y="96017"/>
                </a:lnTo>
                <a:lnTo>
                  <a:pt x="119363" y="95236"/>
                </a:lnTo>
                <a:lnTo>
                  <a:pt x="119076" y="94463"/>
                </a:lnTo>
                <a:lnTo>
                  <a:pt x="118827" y="93704"/>
                </a:lnTo>
                <a:lnTo>
                  <a:pt x="118613" y="92959"/>
                </a:lnTo>
                <a:lnTo>
                  <a:pt x="118432" y="92234"/>
                </a:lnTo>
                <a:lnTo>
                  <a:pt x="118280" y="91530"/>
                </a:lnTo>
                <a:lnTo>
                  <a:pt x="118155" y="90852"/>
                </a:lnTo>
                <a:lnTo>
                  <a:pt x="118053" y="90203"/>
                </a:lnTo>
                <a:lnTo>
                  <a:pt x="117972" y="89586"/>
                </a:lnTo>
                <a:lnTo>
                  <a:pt x="117909" y="89003"/>
                </a:lnTo>
                <a:lnTo>
                  <a:pt x="117860" y="88460"/>
                </a:lnTo>
                <a:lnTo>
                  <a:pt x="117823" y="87958"/>
                </a:lnTo>
                <a:lnTo>
                  <a:pt x="117796" y="87500"/>
                </a:lnTo>
                <a:lnTo>
                  <a:pt x="117771" y="87090"/>
                </a:lnTo>
                <a:lnTo>
                  <a:pt x="117744" y="86679"/>
                </a:lnTo>
                <a:lnTo>
                  <a:pt x="117712" y="86269"/>
                </a:lnTo>
                <a:lnTo>
                  <a:pt x="117672" y="85861"/>
                </a:lnTo>
                <a:lnTo>
                  <a:pt x="117622" y="85459"/>
                </a:lnTo>
                <a:lnTo>
                  <a:pt x="117558" y="85062"/>
                </a:lnTo>
                <a:lnTo>
                  <a:pt x="117479" y="84673"/>
                </a:lnTo>
                <a:lnTo>
                  <a:pt x="117382" y="84293"/>
                </a:lnTo>
                <a:lnTo>
                  <a:pt x="117264" y="83923"/>
                </a:lnTo>
                <a:lnTo>
                  <a:pt x="117123" y="83566"/>
                </a:lnTo>
                <a:lnTo>
                  <a:pt x="116956" y="83223"/>
                </a:lnTo>
                <a:lnTo>
                  <a:pt x="116760" y="82896"/>
                </a:lnTo>
                <a:lnTo>
                  <a:pt x="116533" y="82585"/>
                </a:lnTo>
                <a:lnTo>
                  <a:pt x="116273" y="82294"/>
                </a:lnTo>
                <a:lnTo>
                  <a:pt x="115976" y="82022"/>
                </a:lnTo>
                <a:lnTo>
                  <a:pt x="115640" y="81772"/>
                </a:lnTo>
                <a:lnTo>
                  <a:pt x="115263" y="81546"/>
                </a:lnTo>
                <a:lnTo>
                  <a:pt x="114841" y="81345"/>
                </a:lnTo>
                <a:lnTo>
                  <a:pt x="114373" y="81170"/>
                </a:lnTo>
                <a:lnTo>
                  <a:pt x="113856" y="81024"/>
                </a:lnTo>
                <a:lnTo>
                  <a:pt x="113286" y="80907"/>
                </a:lnTo>
                <a:lnTo>
                  <a:pt x="112663" y="80822"/>
                </a:lnTo>
                <a:lnTo>
                  <a:pt x="111982" y="80769"/>
                </a:lnTo>
                <a:lnTo>
                  <a:pt x="111241" y="80751"/>
                </a:lnTo>
                <a:lnTo>
                  <a:pt x="110432" y="80772"/>
                </a:lnTo>
                <a:lnTo>
                  <a:pt x="109691" y="80833"/>
                </a:lnTo>
                <a:lnTo>
                  <a:pt x="109014" y="80933"/>
                </a:lnTo>
                <a:lnTo>
                  <a:pt x="108398" y="81069"/>
                </a:lnTo>
                <a:lnTo>
                  <a:pt x="107841" y="81240"/>
                </a:lnTo>
                <a:lnTo>
                  <a:pt x="107340" y="81444"/>
                </a:lnTo>
                <a:lnTo>
                  <a:pt x="106891" y="81679"/>
                </a:lnTo>
                <a:lnTo>
                  <a:pt x="106492" y="81944"/>
                </a:lnTo>
                <a:lnTo>
                  <a:pt x="106140" y="82236"/>
                </a:lnTo>
                <a:lnTo>
                  <a:pt x="105832" y="82553"/>
                </a:lnTo>
                <a:lnTo>
                  <a:pt x="105565" y="82894"/>
                </a:lnTo>
                <a:lnTo>
                  <a:pt x="105336" y="83258"/>
                </a:lnTo>
                <a:lnTo>
                  <a:pt x="105143" y="83641"/>
                </a:lnTo>
                <a:lnTo>
                  <a:pt x="104981" y="84042"/>
                </a:lnTo>
                <a:lnTo>
                  <a:pt x="104849" y="84460"/>
                </a:lnTo>
                <a:lnTo>
                  <a:pt x="104743" y="84893"/>
                </a:lnTo>
                <a:lnTo>
                  <a:pt x="104660" y="85338"/>
                </a:lnTo>
                <a:lnTo>
                  <a:pt x="104598" y="85794"/>
                </a:lnTo>
                <a:lnTo>
                  <a:pt x="104554" y="86259"/>
                </a:lnTo>
                <a:lnTo>
                  <a:pt x="104524" y="86732"/>
                </a:lnTo>
                <a:lnTo>
                  <a:pt x="104506" y="87210"/>
                </a:lnTo>
                <a:lnTo>
                  <a:pt x="104497" y="87691"/>
                </a:lnTo>
                <a:lnTo>
                  <a:pt x="104493" y="88174"/>
                </a:lnTo>
                <a:lnTo>
                  <a:pt x="104493" y="88657"/>
                </a:lnTo>
                <a:lnTo>
                  <a:pt x="104493" y="114108"/>
                </a:lnTo>
                <a:lnTo>
                  <a:pt x="104493" y="114502"/>
                </a:lnTo>
                <a:lnTo>
                  <a:pt x="104496" y="114911"/>
                </a:lnTo>
                <a:lnTo>
                  <a:pt x="104504" y="115332"/>
                </a:lnTo>
                <a:lnTo>
                  <a:pt x="104520" y="115764"/>
                </a:lnTo>
                <a:lnTo>
                  <a:pt x="104545" y="116201"/>
                </a:lnTo>
                <a:lnTo>
                  <a:pt x="104583" y="116643"/>
                </a:lnTo>
                <a:lnTo>
                  <a:pt x="104636" y="117086"/>
                </a:lnTo>
                <a:lnTo>
                  <a:pt x="104707" y="117527"/>
                </a:lnTo>
                <a:lnTo>
                  <a:pt x="104798" y="117963"/>
                </a:lnTo>
                <a:lnTo>
                  <a:pt x="104911" y="118392"/>
                </a:lnTo>
                <a:lnTo>
                  <a:pt x="105050" y="118810"/>
                </a:lnTo>
                <a:lnTo>
                  <a:pt x="105216" y="119215"/>
                </a:lnTo>
                <a:lnTo>
                  <a:pt x="105412" y="119604"/>
                </a:lnTo>
                <a:lnTo>
                  <a:pt x="105641" y="119974"/>
                </a:lnTo>
                <a:lnTo>
                  <a:pt x="105905" y="120322"/>
                </a:lnTo>
                <a:lnTo>
                  <a:pt x="106207" y="120646"/>
                </a:lnTo>
                <a:lnTo>
                  <a:pt x="106548" y="120943"/>
                </a:lnTo>
                <a:lnTo>
                  <a:pt x="106933" y="121209"/>
                </a:lnTo>
                <a:lnTo>
                  <a:pt x="107363" y="121442"/>
                </a:lnTo>
                <a:lnTo>
                  <a:pt x="107840" y="121639"/>
                </a:lnTo>
                <a:lnTo>
                  <a:pt x="108367" y="121797"/>
                </a:lnTo>
                <a:lnTo>
                  <a:pt x="108948" y="121913"/>
                </a:lnTo>
                <a:lnTo>
                  <a:pt x="109583" y="121985"/>
                </a:lnTo>
                <a:lnTo>
                  <a:pt x="110276" y="122010"/>
                </a:lnTo>
                <a:lnTo>
                  <a:pt x="110791" y="121996"/>
                </a:lnTo>
                <a:lnTo>
                  <a:pt x="111275" y="121953"/>
                </a:lnTo>
                <a:lnTo>
                  <a:pt x="111730" y="121882"/>
                </a:lnTo>
                <a:lnTo>
                  <a:pt x="112157" y="121781"/>
                </a:lnTo>
                <a:lnTo>
                  <a:pt x="112559" y="121652"/>
                </a:lnTo>
                <a:lnTo>
                  <a:pt x="112937" y="121492"/>
                </a:lnTo>
                <a:lnTo>
                  <a:pt x="113292" y="121302"/>
                </a:lnTo>
                <a:lnTo>
                  <a:pt x="113626" y="121082"/>
                </a:lnTo>
                <a:lnTo>
                  <a:pt x="113940" y="120831"/>
                </a:lnTo>
                <a:lnTo>
                  <a:pt x="114237" y="120549"/>
                </a:lnTo>
                <a:lnTo>
                  <a:pt x="114517" y="120235"/>
                </a:lnTo>
                <a:lnTo>
                  <a:pt x="114783" y="119890"/>
                </a:lnTo>
                <a:lnTo>
                  <a:pt x="115036" y="119512"/>
                </a:lnTo>
                <a:lnTo>
                  <a:pt x="115277" y="119102"/>
                </a:lnTo>
                <a:lnTo>
                  <a:pt x="115509" y="118659"/>
                </a:lnTo>
                <a:lnTo>
                  <a:pt x="115732" y="118183"/>
                </a:lnTo>
                <a:lnTo>
                  <a:pt x="115949" y="117674"/>
                </a:lnTo>
                <a:lnTo>
                  <a:pt x="116160" y="117131"/>
                </a:lnTo>
                <a:lnTo>
                  <a:pt x="116368" y="116553"/>
                </a:lnTo>
                <a:lnTo>
                  <a:pt x="116574" y="115942"/>
                </a:lnTo>
                <a:lnTo>
                  <a:pt x="116779" y="115295"/>
                </a:lnTo>
                <a:lnTo>
                  <a:pt x="116986" y="114613"/>
                </a:lnTo>
                <a:lnTo>
                  <a:pt x="117196" y="113896"/>
                </a:lnTo>
                <a:lnTo>
                  <a:pt x="117410" y="113143"/>
                </a:lnTo>
                <a:lnTo>
                  <a:pt x="118395" y="113852"/>
                </a:lnTo>
                <a:lnTo>
                  <a:pt x="119421" y="114532"/>
                </a:lnTo>
                <a:lnTo>
                  <a:pt x="120486" y="115184"/>
                </a:lnTo>
                <a:lnTo>
                  <a:pt x="121588" y="115808"/>
                </a:lnTo>
                <a:lnTo>
                  <a:pt x="122726" y="116403"/>
                </a:lnTo>
                <a:lnTo>
                  <a:pt x="123900" y="116968"/>
                </a:lnTo>
                <a:lnTo>
                  <a:pt x="125106" y="117505"/>
                </a:lnTo>
                <a:lnTo>
                  <a:pt x="126344" y="118012"/>
                </a:lnTo>
                <a:lnTo>
                  <a:pt x="127612" y="118490"/>
                </a:lnTo>
                <a:lnTo>
                  <a:pt x="128908" y="118938"/>
                </a:lnTo>
                <a:lnTo>
                  <a:pt x="130232" y="119357"/>
                </a:lnTo>
                <a:lnTo>
                  <a:pt x="131581" y="119745"/>
                </a:lnTo>
                <a:lnTo>
                  <a:pt x="132955" y="120104"/>
                </a:lnTo>
                <a:lnTo>
                  <a:pt x="134350" y="120432"/>
                </a:lnTo>
                <a:lnTo>
                  <a:pt x="135768" y="120729"/>
                </a:lnTo>
                <a:lnTo>
                  <a:pt x="137204" y="120996"/>
                </a:lnTo>
                <a:lnTo>
                  <a:pt x="138659" y="121232"/>
                </a:lnTo>
                <a:lnTo>
                  <a:pt x="140130" y="121438"/>
                </a:lnTo>
                <a:lnTo>
                  <a:pt x="141617" y="121612"/>
                </a:lnTo>
                <a:lnTo>
                  <a:pt x="143117" y="121755"/>
                </a:lnTo>
                <a:lnTo>
                  <a:pt x="144629" y="121866"/>
                </a:lnTo>
                <a:lnTo>
                  <a:pt x="146152" y="121946"/>
                </a:lnTo>
                <a:lnTo>
                  <a:pt x="147683" y="121994"/>
                </a:lnTo>
                <a:lnTo>
                  <a:pt x="149223" y="122010"/>
                </a:lnTo>
                <a:lnTo>
                  <a:pt x="151973" y="121923"/>
                </a:lnTo>
                <a:lnTo>
                  <a:pt x="154634" y="121666"/>
                </a:lnTo>
                <a:lnTo>
                  <a:pt x="157201" y="121247"/>
                </a:lnTo>
                <a:lnTo>
                  <a:pt x="159672" y="120674"/>
                </a:lnTo>
                <a:lnTo>
                  <a:pt x="162046" y="119952"/>
                </a:lnTo>
                <a:lnTo>
                  <a:pt x="164320" y="119091"/>
                </a:lnTo>
                <a:lnTo>
                  <a:pt x="166492" y="118096"/>
                </a:lnTo>
                <a:lnTo>
                  <a:pt x="168559" y="116976"/>
                </a:lnTo>
                <a:lnTo>
                  <a:pt x="170519" y="115737"/>
                </a:lnTo>
                <a:lnTo>
                  <a:pt x="172369" y="114387"/>
                </a:lnTo>
                <a:lnTo>
                  <a:pt x="174107" y="112933"/>
                </a:lnTo>
                <a:lnTo>
                  <a:pt x="175732" y="111382"/>
                </a:lnTo>
                <a:lnTo>
                  <a:pt x="177239" y="109742"/>
                </a:lnTo>
                <a:lnTo>
                  <a:pt x="178629" y="108020"/>
                </a:lnTo>
                <a:lnTo>
                  <a:pt x="179896" y="106223"/>
                </a:lnTo>
                <a:lnTo>
                  <a:pt x="181041" y="104358"/>
                </a:lnTo>
                <a:lnTo>
                  <a:pt x="182059" y="102434"/>
                </a:lnTo>
                <a:lnTo>
                  <a:pt x="182950" y="100456"/>
                </a:lnTo>
                <a:lnTo>
                  <a:pt x="183709" y="98433"/>
                </a:lnTo>
                <a:lnTo>
                  <a:pt x="184336" y="96371"/>
                </a:lnTo>
                <a:lnTo>
                  <a:pt x="184828" y="94278"/>
                </a:lnTo>
                <a:lnTo>
                  <a:pt x="185182" y="92162"/>
                </a:lnTo>
                <a:lnTo>
                  <a:pt x="185396" y="90028"/>
                </a:lnTo>
                <a:lnTo>
                  <a:pt x="185468" y="87900"/>
                </a:lnTo>
                <a:lnTo>
                  <a:pt x="185433" y="86401"/>
                </a:lnTo>
                <a:lnTo>
                  <a:pt x="185330" y="84926"/>
                </a:lnTo>
                <a:lnTo>
                  <a:pt x="185165" y="83495"/>
                </a:lnTo>
                <a:lnTo>
                  <a:pt x="184943" y="82111"/>
                </a:lnTo>
                <a:lnTo>
                  <a:pt x="184669" y="80774"/>
                </a:lnTo>
                <a:lnTo>
                  <a:pt x="184347" y="79483"/>
                </a:lnTo>
                <a:close/>
                <a:moveTo>
                  <a:pt x="2115470" y="110700"/>
                </a:moveTo>
                <a:lnTo>
                  <a:pt x="2115204" y="110303"/>
                </a:lnTo>
                <a:lnTo>
                  <a:pt x="2114908" y="109950"/>
                </a:lnTo>
                <a:lnTo>
                  <a:pt x="2114584" y="109638"/>
                </a:lnTo>
                <a:lnTo>
                  <a:pt x="2114235" y="109366"/>
                </a:lnTo>
                <a:lnTo>
                  <a:pt x="2113865" y="109129"/>
                </a:lnTo>
                <a:lnTo>
                  <a:pt x="2113476" y="108926"/>
                </a:lnTo>
                <a:lnTo>
                  <a:pt x="2113071" y="108755"/>
                </a:lnTo>
                <a:lnTo>
                  <a:pt x="2112653" y="108612"/>
                </a:lnTo>
                <a:lnTo>
                  <a:pt x="2112224" y="108495"/>
                </a:lnTo>
                <a:lnTo>
                  <a:pt x="2111787" y="108401"/>
                </a:lnTo>
                <a:lnTo>
                  <a:pt x="2111346" y="108328"/>
                </a:lnTo>
                <a:lnTo>
                  <a:pt x="2110904" y="108273"/>
                </a:lnTo>
                <a:lnTo>
                  <a:pt x="2110462" y="108234"/>
                </a:lnTo>
                <a:lnTo>
                  <a:pt x="2110024" y="108207"/>
                </a:lnTo>
                <a:lnTo>
                  <a:pt x="2109592" y="108191"/>
                </a:lnTo>
                <a:lnTo>
                  <a:pt x="2109170" y="108183"/>
                </a:lnTo>
                <a:lnTo>
                  <a:pt x="2108761" y="108180"/>
                </a:lnTo>
                <a:lnTo>
                  <a:pt x="2108367" y="108180"/>
                </a:lnTo>
                <a:lnTo>
                  <a:pt x="2099883" y="108180"/>
                </a:lnTo>
                <a:lnTo>
                  <a:pt x="2099883" y="63517"/>
                </a:lnTo>
                <a:lnTo>
                  <a:pt x="2099832" y="61144"/>
                </a:lnTo>
                <a:lnTo>
                  <a:pt x="2099680" y="58886"/>
                </a:lnTo>
                <a:lnTo>
                  <a:pt x="2099430" y="56741"/>
                </a:lnTo>
                <a:lnTo>
                  <a:pt x="2099084" y="54709"/>
                </a:lnTo>
                <a:lnTo>
                  <a:pt x="2098642" y="52788"/>
                </a:lnTo>
                <a:lnTo>
                  <a:pt x="2098108" y="50977"/>
                </a:lnTo>
                <a:lnTo>
                  <a:pt x="2097483" y="49275"/>
                </a:lnTo>
                <a:lnTo>
                  <a:pt x="2096770" y="47681"/>
                </a:lnTo>
                <a:lnTo>
                  <a:pt x="2095969" y="46192"/>
                </a:lnTo>
                <a:lnTo>
                  <a:pt x="2095083" y="44809"/>
                </a:lnTo>
                <a:lnTo>
                  <a:pt x="2094114" y="43529"/>
                </a:lnTo>
                <a:lnTo>
                  <a:pt x="2093063" y="42352"/>
                </a:lnTo>
                <a:lnTo>
                  <a:pt x="2091933" y="41277"/>
                </a:lnTo>
                <a:lnTo>
                  <a:pt x="2090726" y="40301"/>
                </a:lnTo>
                <a:lnTo>
                  <a:pt x="2089444" y="39424"/>
                </a:lnTo>
                <a:lnTo>
                  <a:pt x="2088088" y="38645"/>
                </a:lnTo>
                <a:lnTo>
                  <a:pt x="2086660" y="37962"/>
                </a:lnTo>
                <a:lnTo>
                  <a:pt x="2085162" y="37374"/>
                </a:lnTo>
                <a:lnTo>
                  <a:pt x="2083597" y="36880"/>
                </a:lnTo>
                <a:lnTo>
                  <a:pt x="2081966" y="36479"/>
                </a:lnTo>
                <a:lnTo>
                  <a:pt x="2080271" y="36169"/>
                </a:lnTo>
                <a:lnTo>
                  <a:pt x="2078514" y="35949"/>
                </a:lnTo>
                <a:lnTo>
                  <a:pt x="2076697" y="35818"/>
                </a:lnTo>
                <a:lnTo>
                  <a:pt x="2074822" y="35774"/>
                </a:lnTo>
                <a:lnTo>
                  <a:pt x="2073229" y="35808"/>
                </a:lnTo>
                <a:lnTo>
                  <a:pt x="2071681" y="35906"/>
                </a:lnTo>
                <a:lnTo>
                  <a:pt x="2070178" y="36063"/>
                </a:lnTo>
                <a:lnTo>
                  <a:pt x="2068720" y="36277"/>
                </a:lnTo>
                <a:lnTo>
                  <a:pt x="2067308" y="36543"/>
                </a:lnTo>
                <a:lnTo>
                  <a:pt x="2065941" y="36856"/>
                </a:lnTo>
                <a:lnTo>
                  <a:pt x="2064621" y="37214"/>
                </a:lnTo>
                <a:lnTo>
                  <a:pt x="2063347" y="37610"/>
                </a:lnTo>
                <a:lnTo>
                  <a:pt x="2062120" y="38043"/>
                </a:lnTo>
                <a:lnTo>
                  <a:pt x="2060940" y="38506"/>
                </a:lnTo>
                <a:lnTo>
                  <a:pt x="2059808" y="38997"/>
                </a:lnTo>
                <a:lnTo>
                  <a:pt x="2058723" y="39511"/>
                </a:lnTo>
                <a:lnTo>
                  <a:pt x="2057687" y="40044"/>
                </a:lnTo>
                <a:lnTo>
                  <a:pt x="2056699" y="40592"/>
                </a:lnTo>
                <a:lnTo>
                  <a:pt x="2055760" y="41151"/>
                </a:lnTo>
                <a:lnTo>
                  <a:pt x="2054870" y="41717"/>
                </a:lnTo>
                <a:lnTo>
                  <a:pt x="2054030" y="42286"/>
                </a:lnTo>
                <a:lnTo>
                  <a:pt x="2053240" y="42853"/>
                </a:lnTo>
                <a:lnTo>
                  <a:pt x="2052500" y="43414"/>
                </a:lnTo>
                <a:lnTo>
                  <a:pt x="2051810" y="43966"/>
                </a:lnTo>
                <a:lnTo>
                  <a:pt x="2051171" y="44504"/>
                </a:lnTo>
                <a:lnTo>
                  <a:pt x="2050584" y="45024"/>
                </a:lnTo>
                <a:lnTo>
                  <a:pt x="2050048" y="45523"/>
                </a:lnTo>
                <a:lnTo>
                  <a:pt x="2049564" y="45995"/>
                </a:lnTo>
                <a:lnTo>
                  <a:pt x="2049564" y="9976"/>
                </a:lnTo>
                <a:lnTo>
                  <a:pt x="2049557" y="9250"/>
                </a:lnTo>
                <a:lnTo>
                  <a:pt x="2049537" y="8566"/>
                </a:lnTo>
                <a:lnTo>
                  <a:pt x="2049501" y="7921"/>
                </a:lnTo>
                <a:lnTo>
                  <a:pt x="2049448" y="7316"/>
                </a:lnTo>
                <a:lnTo>
                  <a:pt x="2049375" y="6749"/>
                </a:lnTo>
                <a:lnTo>
                  <a:pt x="2049280" y="6220"/>
                </a:lnTo>
                <a:lnTo>
                  <a:pt x="2049163" y="5728"/>
                </a:lnTo>
                <a:lnTo>
                  <a:pt x="2049021" y="5271"/>
                </a:lnTo>
                <a:lnTo>
                  <a:pt x="2048852" y="4849"/>
                </a:lnTo>
                <a:lnTo>
                  <a:pt x="2048655" y="4461"/>
                </a:lnTo>
                <a:lnTo>
                  <a:pt x="2048427" y="4106"/>
                </a:lnTo>
                <a:lnTo>
                  <a:pt x="2048166" y="3783"/>
                </a:lnTo>
                <a:lnTo>
                  <a:pt x="2047872" y="3491"/>
                </a:lnTo>
                <a:lnTo>
                  <a:pt x="2047541" y="3229"/>
                </a:lnTo>
                <a:lnTo>
                  <a:pt x="2047173" y="2997"/>
                </a:lnTo>
                <a:lnTo>
                  <a:pt x="2046765" y="2793"/>
                </a:lnTo>
                <a:lnTo>
                  <a:pt x="2046316" y="2616"/>
                </a:lnTo>
                <a:lnTo>
                  <a:pt x="2045823" y="2466"/>
                </a:lnTo>
                <a:lnTo>
                  <a:pt x="2045285" y="2342"/>
                </a:lnTo>
                <a:lnTo>
                  <a:pt x="2044700" y="2242"/>
                </a:lnTo>
                <a:lnTo>
                  <a:pt x="2044066" y="2166"/>
                </a:lnTo>
                <a:lnTo>
                  <a:pt x="2043382" y="2113"/>
                </a:lnTo>
                <a:lnTo>
                  <a:pt x="2042645" y="2081"/>
                </a:lnTo>
                <a:lnTo>
                  <a:pt x="2041853" y="2071"/>
                </a:lnTo>
                <a:lnTo>
                  <a:pt x="2027780" y="2071"/>
                </a:lnTo>
                <a:lnTo>
                  <a:pt x="2027385" y="2072"/>
                </a:lnTo>
                <a:lnTo>
                  <a:pt x="2026976" y="2075"/>
                </a:lnTo>
                <a:lnTo>
                  <a:pt x="2026554" y="2083"/>
                </a:lnTo>
                <a:lnTo>
                  <a:pt x="2026123" y="2099"/>
                </a:lnTo>
                <a:lnTo>
                  <a:pt x="2025685" y="2125"/>
                </a:lnTo>
                <a:lnTo>
                  <a:pt x="2025243" y="2165"/>
                </a:lnTo>
                <a:lnTo>
                  <a:pt x="2024800" y="2219"/>
                </a:lnTo>
                <a:lnTo>
                  <a:pt x="2024359" y="2293"/>
                </a:lnTo>
                <a:lnTo>
                  <a:pt x="2023923" y="2386"/>
                </a:lnTo>
                <a:lnTo>
                  <a:pt x="2023494" y="2504"/>
                </a:lnTo>
                <a:lnTo>
                  <a:pt x="2023075" y="2647"/>
                </a:lnTo>
                <a:lnTo>
                  <a:pt x="2022670" y="2818"/>
                </a:lnTo>
                <a:lnTo>
                  <a:pt x="2022281" y="3021"/>
                </a:lnTo>
                <a:lnTo>
                  <a:pt x="2021911" y="3258"/>
                </a:lnTo>
                <a:lnTo>
                  <a:pt x="2021563" y="3531"/>
                </a:lnTo>
                <a:lnTo>
                  <a:pt x="2021239" y="3842"/>
                </a:lnTo>
                <a:lnTo>
                  <a:pt x="2020942" y="4196"/>
                </a:lnTo>
                <a:lnTo>
                  <a:pt x="2020676" y="4593"/>
                </a:lnTo>
                <a:lnTo>
                  <a:pt x="2020443" y="5037"/>
                </a:lnTo>
                <a:lnTo>
                  <a:pt x="2020246" y="5531"/>
                </a:lnTo>
                <a:lnTo>
                  <a:pt x="2020088" y="6076"/>
                </a:lnTo>
                <a:lnTo>
                  <a:pt x="2019972" y="6676"/>
                </a:lnTo>
                <a:lnTo>
                  <a:pt x="2019900" y="7333"/>
                </a:lnTo>
                <a:lnTo>
                  <a:pt x="2019875" y="8049"/>
                </a:lnTo>
                <a:lnTo>
                  <a:pt x="2019901" y="8743"/>
                </a:lnTo>
                <a:lnTo>
                  <a:pt x="2019975" y="9378"/>
                </a:lnTo>
                <a:lnTo>
                  <a:pt x="2020096" y="9958"/>
                </a:lnTo>
                <a:lnTo>
                  <a:pt x="2020259" y="10486"/>
                </a:lnTo>
                <a:lnTo>
                  <a:pt x="2020462" y="10963"/>
                </a:lnTo>
                <a:lnTo>
                  <a:pt x="2020701" y="11393"/>
                </a:lnTo>
                <a:lnTo>
                  <a:pt x="2020973" y="11778"/>
                </a:lnTo>
                <a:lnTo>
                  <a:pt x="2021275" y="12119"/>
                </a:lnTo>
                <a:lnTo>
                  <a:pt x="2021604" y="12421"/>
                </a:lnTo>
                <a:lnTo>
                  <a:pt x="2021956" y="12685"/>
                </a:lnTo>
                <a:lnTo>
                  <a:pt x="2022329" y="12914"/>
                </a:lnTo>
                <a:lnTo>
                  <a:pt x="2022719" y="13110"/>
                </a:lnTo>
                <a:lnTo>
                  <a:pt x="2023123" y="13276"/>
                </a:lnTo>
                <a:lnTo>
                  <a:pt x="2023538" y="13415"/>
                </a:lnTo>
                <a:lnTo>
                  <a:pt x="2023960" y="13528"/>
                </a:lnTo>
                <a:lnTo>
                  <a:pt x="2024388" y="13619"/>
                </a:lnTo>
                <a:lnTo>
                  <a:pt x="2024816" y="13690"/>
                </a:lnTo>
                <a:lnTo>
                  <a:pt x="2025243" y="13743"/>
                </a:lnTo>
                <a:lnTo>
                  <a:pt x="2025664" y="13781"/>
                </a:lnTo>
                <a:lnTo>
                  <a:pt x="2026078" y="13806"/>
                </a:lnTo>
                <a:lnTo>
                  <a:pt x="2026480" y="13822"/>
                </a:lnTo>
                <a:lnTo>
                  <a:pt x="2026867" y="13830"/>
                </a:lnTo>
                <a:lnTo>
                  <a:pt x="2027237" y="13833"/>
                </a:lnTo>
                <a:lnTo>
                  <a:pt x="2027586" y="13833"/>
                </a:lnTo>
                <a:lnTo>
                  <a:pt x="2036264" y="13833"/>
                </a:lnTo>
                <a:lnTo>
                  <a:pt x="2036264" y="108180"/>
                </a:lnTo>
                <a:lnTo>
                  <a:pt x="2027780" y="108180"/>
                </a:lnTo>
                <a:lnTo>
                  <a:pt x="2027385" y="108180"/>
                </a:lnTo>
                <a:lnTo>
                  <a:pt x="2026976" y="108183"/>
                </a:lnTo>
                <a:lnTo>
                  <a:pt x="2026554" y="108191"/>
                </a:lnTo>
                <a:lnTo>
                  <a:pt x="2026123" y="108207"/>
                </a:lnTo>
                <a:lnTo>
                  <a:pt x="2025685" y="108234"/>
                </a:lnTo>
                <a:lnTo>
                  <a:pt x="2025243" y="108273"/>
                </a:lnTo>
                <a:lnTo>
                  <a:pt x="2024800" y="108328"/>
                </a:lnTo>
                <a:lnTo>
                  <a:pt x="2024359" y="108401"/>
                </a:lnTo>
                <a:lnTo>
                  <a:pt x="2023923" y="108495"/>
                </a:lnTo>
                <a:lnTo>
                  <a:pt x="2023494" y="108612"/>
                </a:lnTo>
                <a:lnTo>
                  <a:pt x="2023075" y="108755"/>
                </a:lnTo>
                <a:lnTo>
                  <a:pt x="2022670" y="108926"/>
                </a:lnTo>
                <a:lnTo>
                  <a:pt x="2022281" y="109129"/>
                </a:lnTo>
                <a:lnTo>
                  <a:pt x="2021911" y="109366"/>
                </a:lnTo>
                <a:lnTo>
                  <a:pt x="2021563" y="109638"/>
                </a:lnTo>
                <a:lnTo>
                  <a:pt x="2021239" y="109950"/>
                </a:lnTo>
                <a:lnTo>
                  <a:pt x="2020942" y="110303"/>
                </a:lnTo>
                <a:lnTo>
                  <a:pt x="2020676" y="110700"/>
                </a:lnTo>
                <a:lnTo>
                  <a:pt x="2020443" y="111144"/>
                </a:lnTo>
                <a:lnTo>
                  <a:pt x="2020246" y="111637"/>
                </a:lnTo>
                <a:lnTo>
                  <a:pt x="2020088" y="112182"/>
                </a:lnTo>
                <a:lnTo>
                  <a:pt x="2019972" y="112782"/>
                </a:lnTo>
                <a:lnTo>
                  <a:pt x="2019900" y="113439"/>
                </a:lnTo>
                <a:lnTo>
                  <a:pt x="2019875" y="114155"/>
                </a:lnTo>
                <a:lnTo>
                  <a:pt x="2019901" y="114848"/>
                </a:lnTo>
                <a:lnTo>
                  <a:pt x="2019975" y="115484"/>
                </a:lnTo>
                <a:lnTo>
                  <a:pt x="2020096" y="116064"/>
                </a:lnTo>
                <a:lnTo>
                  <a:pt x="2020259" y="116591"/>
                </a:lnTo>
                <a:lnTo>
                  <a:pt x="2020462" y="117069"/>
                </a:lnTo>
                <a:lnTo>
                  <a:pt x="2020701" y="117499"/>
                </a:lnTo>
                <a:lnTo>
                  <a:pt x="2020973" y="117883"/>
                </a:lnTo>
                <a:lnTo>
                  <a:pt x="2021275" y="118225"/>
                </a:lnTo>
                <a:lnTo>
                  <a:pt x="2021604" y="118527"/>
                </a:lnTo>
                <a:lnTo>
                  <a:pt x="2021956" y="118791"/>
                </a:lnTo>
                <a:lnTo>
                  <a:pt x="2022329" y="119019"/>
                </a:lnTo>
                <a:lnTo>
                  <a:pt x="2022719" y="119216"/>
                </a:lnTo>
                <a:lnTo>
                  <a:pt x="2023123" y="119382"/>
                </a:lnTo>
                <a:lnTo>
                  <a:pt x="2023538" y="119520"/>
                </a:lnTo>
                <a:lnTo>
                  <a:pt x="2023960" y="119634"/>
                </a:lnTo>
                <a:lnTo>
                  <a:pt x="2024388" y="119724"/>
                </a:lnTo>
                <a:lnTo>
                  <a:pt x="2024816" y="119795"/>
                </a:lnTo>
                <a:lnTo>
                  <a:pt x="2025243" y="119848"/>
                </a:lnTo>
                <a:lnTo>
                  <a:pt x="2025664" y="119886"/>
                </a:lnTo>
                <a:lnTo>
                  <a:pt x="2026078" y="119912"/>
                </a:lnTo>
                <a:lnTo>
                  <a:pt x="2026480" y="119927"/>
                </a:lnTo>
                <a:lnTo>
                  <a:pt x="2026867" y="119935"/>
                </a:lnTo>
                <a:lnTo>
                  <a:pt x="2027237" y="119938"/>
                </a:lnTo>
                <a:lnTo>
                  <a:pt x="2027586" y="119939"/>
                </a:lnTo>
                <a:lnTo>
                  <a:pt x="2058242" y="119939"/>
                </a:lnTo>
                <a:lnTo>
                  <a:pt x="2058590" y="119938"/>
                </a:lnTo>
                <a:lnTo>
                  <a:pt x="2058960" y="119935"/>
                </a:lnTo>
                <a:lnTo>
                  <a:pt x="2059348" y="119927"/>
                </a:lnTo>
                <a:lnTo>
                  <a:pt x="2059750" y="119912"/>
                </a:lnTo>
                <a:lnTo>
                  <a:pt x="2060163" y="119886"/>
                </a:lnTo>
                <a:lnTo>
                  <a:pt x="2060585" y="119848"/>
                </a:lnTo>
                <a:lnTo>
                  <a:pt x="2061011" y="119795"/>
                </a:lnTo>
                <a:lnTo>
                  <a:pt x="2061440" y="119724"/>
                </a:lnTo>
                <a:lnTo>
                  <a:pt x="2061867" y="119634"/>
                </a:lnTo>
                <a:lnTo>
                  <a:pt x="2062290" y="119520"/>
                </a:lnTo>
                <a:lnTo>
                  <a:pt x="2062704" y="119382"/>
                </a:lnTo>
                <a:lnTo>
                  <a:pt x="2063109" y="119216"/>
                </a:lnTo>
                <a:lnTo>
                  <a:pt x="2063499" y="119019"/>
                </a:lnTo>
                <a:lnTo>
                  <a:pt x="2063871" y="118791"/>
                </a:lnTo>
                <a:lnTo>
                  <a:pt x="2064224" y="118527"/>
                </a:lnTo>
                <a:lnTo>
                  <a:pt x="2064553" y="118225"/>
                </a:lnTo>
                <a:lnTo>
                  <a:pt x="2064855" y="117883"/>
                </a:lnTo>
                <a:lnTo>
                  <a:pt x="2065127" y="117499"/>
                </a:lnTo>
                <a:lnTo>
                  <a:pt x="2065366" y="117069"/>
                </a:lnTo>
                <a:lnTo>
                  <a:pt x="2065568" y="116591"/>
                </a:lnTo>
                <a:lnTo>
                  <a:pt x="2065731" y="116064"/>
                </a:lnTo>
                <a:lnTo>
                  <a:pt x="2065852" y="115484"/>
                </a:lnTo>
                <a:lnTo>
                  <a:pt x="2065927" y="114848"/>
                </a:lnTo>
                <a:lnTo>
                  <a:pt x="2065952" y="114155"/>
                </a:lnTo>
                <a:lnTo>
                  <a:pt x="2065928" y="113439"/>
                </a:lnTo>
                <a:lnTo>
                  <a:pt x="2065856" y="112782"/>
                </a:lnTo>
                <a:lnTo>
                  <a:pt x="2065739" y="112182"/>
                </a:lnTo>
                <a:lnTo>
                  <a:pt x="2065581" y="111637"/>
                </a:lnTo>
                <a:lnTo>
                  <a:pt x="2065384" y="111144"/>
                </a:lnTo>
                <a:lnTo>
                  <a:pt x="2065151" y="110700"/>
                </a:lnTo>
                <a:lnTo>
                  <a:pt x="2064885" y="110303"/>
                </a:lnTo>
                <a:lnTo>
                  <a:pt x="2064589" y="109950"/>
                </a:lnTo>
                <a:lnTo>
                  <a:pt x="2064265" y="109638"/>
                </a:lnTo>
                <a:lnTo>
                  <a:pt x="2063916" y="109366"/>
                </a:lnTo>
                <a:lnTo>
                  <a:pt x="2063546" y="109129"/>
                </a:lnTo>
                <a:lnTo>
                  <a:pt x="2063157" y="108926"/>
                </a:lnTo>
                <a:lnTo>
                  <a:pt x="2062752" y="108755"/>
                </a:lnTo>
                <a:lnTo>
                  <a:pt x="2062334" y="108612"/>
                </a:lnTo>
                <a:lnTo>
                  <a:pt x="2061905" y="108495"/>
                </a:lnTo>
                <a:lnTo>
                  <a:pt x="2061468" y="108401"/>
                </a:lnTo>
                <a:lnTo>
                  <a:pt x="2061027" y="108328"/>
                </a:lnTo>
                <a:lnTo>
                  <a:pt x="2060585" y="108273"/>
                </a:lnTo>
                <a:lnTo>
                  <a:pt x="2060143" y="108234"/>
                </a:lnTo>
                <a:lnTo>
                  <a:pt x="2059705" y="108207"/>
                </a:lnTo>
                <a:lnTo>
                  <a:pt x="2059273" y="108191"/>
                </a:lnTo>
                <a:lnTo>
                  <a:pt x="2058851" y="108183"/>
                </a:lnTo>
                <a:lnTo>
                  <a:pt x="2058442" y="108180"/>
                </a:lnTo>
                <a:lnTo>
                  <a:pt x="2058048" y="108180"/>
                </a:lnTo>
                <a:lnTo>
                  <a:pt x="2049564" y="108180"/>
                </a:lnTo>
                <a:lnTo>
                  <a:pt x="2049564" y="74106"/>
                </a:lnTo>
                <a:lnTo>
                  <a:pt x="2049636" y="71761"/>
                </a:lnTo>
                <a:lnTo>
                  <a:pt x="2049850" y="69538"/>
                </a:lnTo>
                <a:lnTo>
                  <a:pt x="2050196" y="67436"/>
                </a:lnTo>
                <a:lnTo>
                  <a:pt x="2050666" y="65453"/>
                </a:lnTo>
                <a:lnTo>
                  <a:pt x="2051252" y="63585"/>
                </a:lnTo>
                <a:lnTo>
                  <a:pt x="2051947" y="61832"/>
                </a:lnTo>
                <a:lnTo>
                  <a:pt x="2052741" y="60191"/>
                </a:lnTo>
                <a:lnTo>
                  <a:pt x="2053627" y="58661"/>
                </a:lnTo>
                <a:lnTo>
                  <a:pt x="2054597" y="57238"/>
                </a:lnTo>
                <a:lnTo>
                  <a:pt x="2055642" y="55922"/>
                </a:lnTo>
                <a:lnTo>
                  <a:pt x="2056755" y="54711"/>
                </a:lnTo>
                <a:lnTo>
                  <a:pt x="2057927" y="53601"/>
                </a:lnTo>
                <a:lnTo>
                  <a:pt x="2059150" y="52592"/>
                </a:lnTo>
                <a:lnTo>
                  <a:pt x="2060416" y="51681"/>
                </a:lnTo>
                <a:lnTo>
                  <a:pt x="2061718" y="50867"/>
                </a:lnTo>
                <a:lnTo>
                  <a:pt x="2063046" y="50146"/>
                </a:lnTo>
                <a:lnTo>
                  <a:pt x="2064393" y="49518"/>
                </a:lnTo>
                <a:lnTo>
                  <a:pt x="2065751" y="48981"/>
                </a:lnTo>
                <a:lnTo>
                  <a:pt x="2067111" y="48531"/>
                </a:lnTo>
                <a:lnTo>
                  <a:pt x="2068465" y="48168"/>
                </a:lnTo>
                <a:lnTo>
                  <a:pt x="2069806" y="47889"/>
                </a:lnTo>
                <a:lnTo>
                  <a:pt x="2071125" y="47692"/>
                </a:lnTo>
                <a:lnTo>
                  <a:pt x="2072414" y="47575"/>
                </a:lnTo>
                <a:lnTo>
                  <a:pt x="2073665" y="47537"/>
                </a:lnTo>
                <a:lnTo>
                  <a:pt x="2074904" y="47565"/>
                </a:lnTo>
                <a:lnTo>
                  <a:pt x="2076066" y="47649"/>
                </a:lnTo>
                <a:lnTo>
                  <a:pt x="2077154" y="47791"/>
                </a:lnTo>
                <a:lnTo>
                  <a:pt x="2078170" y="47989"/>
                </a:lnTo>
                <a:lnTo>
                  <a:pt x="2079115" y="48246"/>
                </a:lnTo>
                <a:lnTo>
                  <a:pt x="2079994" y="48560"/>
                </a:lnTo>
                <a:lnTo>
                  <a:pt x="2080806" y="48932"/>
                </a:lnTo>
                <a:lnTo>
                  <a:pt x="2081554" y="49362"/>
                </a:lnTo>
                <a:lnTo>
                  <a:pt x="2082241" y="49852"/>
                </a:lnTo>
                <a:lnTo>
                  <a:pt x="2082869" y="50401"/>
                </a:lnTo>
                <a:lnTo>
                  <a:pt x="2083439" y="51009"/>
                </a:lnTo>
                <a:lnTo>
                  <a:pt x="2083954" y="51677"/>
                </a:lnTo>
                <a:lnTo>
                  <a:pt x="2084416" y="52405"/>
                </a:lnTo>
                <a:lnTo>
                  <a:pt x="2084826" y="53193"/>
                </a:lnTo>
                <a:lnTo>
                  <a:pt x="2085188" y="54043"/>
                </a:lnTo>
                <a:lnTo>
                  <a:pt x="2085502" y="54953"/>
                </a:lnTo>
                <a:lnTo>
                  <a:pt x="2085772" y="55925"/>
                </a:lnTo>
                <a:lnTo>
                  <a:pt x="2085999" y="56959"/>
                </a:lnTo>
                <a:lnTo>
                  <a:pt x="2086185" y="58055"/>
                </a:lnTo>
                <a:lnTo>
                  <a:pt x="2086333" y="59214"/>
                </a:lnTo>
                <a:lnTo>
                  <a:pt x="2086444" y="60435"/>
                </a:lnTo>
                <a:lnTo>
                  <a:pt x="2086521" y="61720"/>
                </a:lnTo>
                <a:lnTo>
                  <a:pt x="2086565" y="63068"/>
                </a:lnTo>
                <a:lnTo>
                  <a:pt x="2086580" y="64479"/>
                </a:lnTo>
                <a:lnTo>
                  <a:pt x="2086580" y="108180"/>
                </a:lnTo>
                <a:lnTo>
                  <a:pt x="2079064" y="108180"/>
                </a:lnTo>
                <a:lnTo>
                  <a:pt x="2078669" y="108180"/>
                </a:lnTo>
                <a:lnTo>
                  <a:pt x="2078260" y="108183"/>
                </a:lnTo>
                <a:lnTo>
                  <a:pt x="2077838" y="108191"/>
                </a:lnTo>
                <a:lnTo>
                  <a:pt x="2077407" y="108207"/>
                </a:lnTo>
                <a:lnTo>
                  <a:pt x="2076969" y="108234"/>
                </a:lnTo>
                <a:lnTo>
                  <a:pt x="2076527" y="108273"/>
                </a:lnTo>
                <a:lnTo>
                  <a:pt x="2076084" y="108328"/>
                </a:lnTo>
                <a:lnTo>
                  <a:pt x="2075643" y="108401"/>
                </a:lnTo>
                <a:lnTo>
                  <a:pt x="2075206" y="108495"/>
                </a:lnTo>
                <a:lnTo>
                  <a:pt x="2074778" y="108612"/>
                </a:lnTo>
                <a:lnTo>
                  <a:pt x="2074359" y="108755"/>
                </a:lnTo>
                <a:lnTo>
                  <a:pt x="2073954" y="108926"/>
                </a:lnTo>
                <a:lnTo>
                  <a:pt x="2073565" y="109129"/>
                </a:lnTo>
                <a:lnTo>
                  <a:pt x="2073195" y="109366"/>
                </a:lnTo>
                <a:lnTo>
                  <a:pt x="2072846" y="109638"/>
                </a:lnTo>
                <a:lnTo>
                  <a:pt x="2072523" y="109950"/>
                </a:lnTo>
                <a:lnTo>
                  <a:pt x="2072226" y="110303"/>
                </a:lnTo>
                <a:lnTo>
                  <a:pt x="2071960" y="110700"/>
                </a:lnTo>
                <a:lnTo>
                  <a:pt x="2071727" y="111144"/>
                </a:lnTo>
                <a:lnTo>
                  <a:pt x="2071530" y="111637"/>
                </a:lnTo>
                <a:lnTo>
                  <a:pt x="2071372" y="112182"/>
                </a:lnTo>
                <a:lnTo>
                  <a:pt x="2071256" y="112782"/>
                </a:lnTo>
                <a:lnTo>
                  <a:pt x="2071184" y="113439"/>
                </a:lnTo>
                <a:lnTo>
                  <a:pt x="2071159" y="114155"/>
                </a:lnTo>
                <a:lnTo>
                  <a:pt x="2071186" y="114848"/>
                </a:lnTo>
                <a:lnTo>
                  <a:pt x="2071263" y="115484"/>
                </a:lnTo>
                <a:lnTo>
                  <a:pt x="2071388" y="116064"/>
                </a:lnTo>
                <a:lnTo>
                  <a:pt x="2071557" y="116591"/>
                </a:lnTo>
                <a:lnTo>
                  <a:pt x="2071767" y="117069"/>
                </a:lnTo>
                <a:lnTo>
                  <a:pt x="2072014" y="117499"/>
                </a:lnTo>
                <a:lnTo>
                  <a:pt x="2072296" y="117883"/>
                </a:lnTo>
                <a:lnTo>
                  <a:pt x="2072608" y="118225"/>
                </a:lnTo>
                <a:lnTo>
                  <a:pt x="2072948" y="118527"/>
                </a:lnTo>
                <a:lnTo>
                  <a:pt x="2073312" y="118791"/>
                </a:lnTo>
                <a:lnTo>
                  <a:pt x="2073697" y="119019"/>
                </a:lnTo>
                <a:lnTo>
                  <a:pt x="2074099" y="119216"/>
                </a:lnTo>
                <a:lnTo>
                  <a:pt x="2074515" y="119382"/>
                </a:lnTo>
                <a:lnTo>
                  <a:pt x="2074942" y="119520"/>
                </a:lnTo>
                <a:lnTo>
                  <a:pt x="2075376" y="119634"/>
                </a:lnTo>
                <a:lnTo>
                  <a:pt x="2075814" y="119724"/>
                </a:lnTo>
                <a:lnTo>
                  <a:pt x="2076253" y="119795"/>
                </a:lnTo>
                <a:lnTo>
                  <a:pt x="2076689" y="119848"/>
                </a:lnTo>
                <a:lnTo>
                  <a:pt x="2077120" y="119886"/>
                </a:lnTo>
                <a:lnTo>
                  <a:pt x="2077540" y="119912"/>
                </a:lnTo>
                <a:lnTo>
                  <a:pt x="2077949" y="119927"/>
                </a:lnTo>
                <a:lnTo>
                  <a:pt x="2078341" y="119935"/>
                </a:lnTo>
                <a:lnTo>
                  <a:pt x="2078714" y="119938"/>
                </a:lnTo>
                <a:lnTo>
                  <a:pt x="2079064" y="119939"/>
                </a:lnTo>
                <a:lnTo>
                  <a:pt x="2108561" y="119939"/>
                </a:lnTo>
                <a:lnTo>
                  <a:pt x="2108909" y="119938"/>
                </a:lnTo>
                <a:lnTo>
                  <a:pt x="2109279" y="119935"/>
                </a:lnTo>
                <a:lnTo>
                  <a:pt x="2109667" y="119927"/>
                </a:lnTo>
                <a:lnTo>
                  <a:pt x="2110069" y="119912"/>
                </a:lnTo>
                <a:lnTo>
                  <a:pt x="2110482" y="119886"/>
                </a:lnTo>
                <a:lnTo>
                  <a:pt x="2110904" y="119848"/>
                </a:lnTo>
                <a:lnTo>
                  <a:pt x="2111330" y="119795"/>
                </a:lnTo>
                <a:lnTo>
                  <a:pt x="2111759" y="119724"/>
                </a:lnTo>
                <a:lnTo>
                  <a:pt x="2112186" y="119634"/>
                </a:lnTo>
                <a:lnTo>
                  <a:pt x="2112609" y="119520"/>
                </a:lnTo>
                <a:lnTo>
                  <a:pt x="2113023" y="119382"/>
                </a:lnTo>
                <a:lnTo>
                  <a:pt x="2113428" y="119216"/>
                </a:lnTo>
                <a:lnTo>
                  <a:pt x="2113818" y="119019"/>
                </a:lnTo>
                <a:lnTo>
                  <a:pt x="2114190" y="118791"/>
                </a:lnTo>
                <a:lnTo>
                  <a:pt x="2114543" y="118527"/>
                </a:lnTo>
                <a:lnTo>
                  <a:pt x="2114872" y="118225"/>
                </a:lnTo>
                <a:lnTo>
                  <a:pt x="2115174" y="117883"/>
                </a:lnTo>
                <a:lnTo>
                  <a:pt x="2115446" y="117499"/>
                </a:lnTo>
                <a:lnTo>
                  <a:pt x="2115685" y="117069"/>
                </a:lnTo>
                <a:lnTo>
                  <a:pt x="2115887" y="116591"/>
                </a:lnTo>
                <a:lnTo>
                  <a:pt x="2116050" y="116064"/>
                </a:lnTo>
                <a:lnTo>
                  <a:pt x="2116171" y="115484"/>
                </a:lnTo>
                <a:lnTo>
                  <a:pt x="2116246" y="114848"/>
                </a:lnTo>
                <a:lnTo>
                  <a:pt x="2116271" y="114155"/>
                </a:lnTo>
                <a:lnTo>
                  <a:pt x="2116247" y="113439"/>
                </a:lnTo>
                <a:lnTo>
                  <a:pt x="2116175" y="112782"/>
                </a:lnTo>
                <a:lnTo>
                  <a:pt x="2116058" y="112182"/>
                </a:lnTo>
                <a:lnTo>
                  <a:pt x="2115900" y="111637"/>
                </a:lnTo>
                <a:lnTo>
                  <a:pt x="2115703" y="111144"/>
                </a:lnTo>
                <a:lnTo>
                  <a:pt x="2115470" y="110700"/>
                </a:lnTo>
                <a:close/>
                <a:moveTo>
                  <a:pt x="86439" y="77847"/>
                </a:moveTo>
                <a:lnTo>
                  <a:pt x="86085" y="77398"/>
                </a:lnTo>
                <a:lnTo>
                  <a:pt x="85694" y="77000"/>
                </a:lnTo>
                <a:lnTo>
                  <a:pt x="85272" y="76648"/>
                </a:lnTo>
                <a:lnTo>
                  <a:pt x="84824" y="76340"/>
                </a:lnTo>
                <a:lnTo>
                  <a:pt x="84353" y="76072"/>
                </a:lnTo>
                <a:lnTo>
                  <a:pt x="83866" y="75844"/>
                </a:lnTo>
                <a:lnTo>
                  <a:pt x="83367" y="75650"/>
                </a:lnTo>
                <a:lnTo>
                  <a:pt x="82860" y="75488"/>
                </a:lnTo>
                <a:lnTo>
                  <a:pt x="82351" y="75356"/>
                </a:lnTo>
                <a:lnTo>
                  <a:pt x="81845" y="75250"/>
                </a:lnTo>
                <a:lnTo>
                  <a:pt x="81346" y="75167"/>
                </a:lnTo>
                <a:lnTo>
                  <a:pt x="80859" y="75105"/>
                </a:lnTo>
                <a:lnTo>
                  <a:pt x="80389" y="75061"/>
                </a:lnTo>
                <a:lnTo>
                  <a:pt x="79941" y="75031"/>
                </a:lnTo>
                <a:lnTo>
                  <a:pt x="79520" y="75013"/>
                </a:lnTo>
                <a:lnTo>
                  <a:pt x="79131" y="75004"/>
                </a:lnTo>
                <a:lnTo>
                  <a:pt x="78778" y="75000"/>
                </a:lnTo>
                <a:lnTo>
                  <a:pt x="78466" y="75000"/>
                </a:lnTo>
                <a:lnTo>
                  <a:pt x="65743" y="75000"/>
                </a:lnTo>
                <a:lnTo>
                  <a:pt x="69214" y="46825"/>
                </a:lnTo>
                <a:lnTo>
                  <a:pt x="78466" y="46825"/>
                </a:lnTo>
                <a:lnTo>
                  <a:pt x="78778" y="46824"/>
                </a:lnTo>
                <a:lnTo>
                  <a:pt x="79131" y="46821"/>
                </a:lnTo>
                <a:lnTo>
                  <a:pt x="79520" y="46811"/>
                </a:lnTo>
                <a:lnTo>
                  <a:pt x="79941" y="46793"/>
                </a:lnTo>
                <a:lnTo>
                  <a:pt x="80389" y="46764"/>
                </a:lnTo>
                <a:lnTo>
                  <a:pt x="80859" y="46719"/>
                </a:lnTo>
                <a:lnTo>
                  <a:pt x="81346" y="46657"/>
                </a:lnTo>
                <a:lnTo>
                  <a:pt x="81845" y="46575"/>
                </a:lnTo>
                <a:lnTo>
                  <a:pt x="82351" y="46469"/>
                </a:lnTo>
                <a:lnTo>
                  <a:pt x="82860" y="46336"/>
                </a:lnTo>
                <a:lnTo>
                  <a:pt x="83367" y="46175"/>
                </a:lnTo>
                <a:lnTo>
                  <a:pt x="83866" y="45981"/>
                </a:lnTo>
                <a:lnTo>
                  <a:pt x="84353" y="45752"/>
                </a:lnTo>
                <a:lnTo>
                  <a:pt x="84824" y="45485"/>
                </a:lnTo>
                <a:lnTo>
                  <a:pt x="85272" y="45177"/>
                </a:lnTo>
                <a:lnTo>
                  <a:pt x="85694" y="44825"/>
                </a:lnTo>
                <a:lnTo>
                  <a:pt x="86085" y="44426"/>
                </a:lnTo>
                <a:lnTo>
                  <a:pt x="86439" y="43977"/>
                </a:lnTo>
                <a:lnTo>
                  <a:pt x="86752" y="43476"/>
                </a:lnTo>
                <a:lnTo>
                  <a:pt x="87019" y="42919"/>
                </a:lnTo>
                <a:lnTo>
                  <a:pt x="87235" y="42303"/>
                </a:lnTo>
                <a:lnTo>
                  <a:pt x="87395" y="41626"/>
                </a:lnTo>
                <a:lnTo>
                  <a:pt x="87495" y="40885"/>
                </a:lnTo>
                <a:lnTo>
                  <a:pt x="87529" y="40076"/>
                </a:lnTo>
                <a:lnTo>
                  <a:pt x="87495" y="39267"/>
                </a:lnTo>
                <a:lnTo>
                  <a:pt x="87395" y="38525"/>
                </a:lnTo>
                <a:lnTo>
                  <a:pt x="87235" y="37848"/>
                </a:lnTo>
                <a:lnTo>
                  <a:pt x="87019" y="37232"/>
                </a:lnTo>
                <a:lnTo>
                  <a:pt x="86752" y="36675"/>
                </a:lnTo>
                <a:lnTo>
                  <a:pt x="86439" y="36174"/>
                </a:lnTo>
                <a:lnTo>
                  <a:pt x="86085" y="35725"/>
                </a:lnTo>
                <a:lnTo>
                  <a:pt x="85694" y="35326"/>
                </a:lnTo>
                <a:lnTo>
                  <a:pt x="85272" y="34974"/>
                </a:lnTo>
                <a:lnTo>
                  <a:pt x="84824" y="34666"/>
                </a:lnTo>
                <a:lnTo>
                  <a:pt x="84353" y="34399"/>
                </a:lnTo>
                <a:lnTo>
                  <a:pt x="83866" y="34170"/>
                </a:lnTo>
                <a:lnTo>
                  <a:pt x="83367" y="33977"/>
                </a:lnTo>
                <a:lnTo>
                  <a:pt x="82860" y="33815"/>
                </a:lnTo>
                <a:lnTo>
                  <a:pt x="82351" y="33683"/>
                </a:lnTo>
                <a:lnTo>
                  <a:pt x="81845" y="33577"/>
                </a:lnTo>
                <a:lnTo>
                  <a:pt x="81346" y="33494"/>
                </a:lnTo>
                <a:lnTo>
                  <a:pt x="80859" y="33432"/>
                </a:lnTo>
                <a:lnTo>
                  <a:pt x="80389" y="33388"/>
                </a:lnTo>
                <a:lnTo>
                  <a:pt x="79941" y="33358"/>
                </a:lnTo>
                <a:lnTo>
                  <a:pt x="79520" y="33340"/>
                </a:lnTo>
                <a:lnTo>
                  <a:pt x="79131" y="33331"/>
                </a:lnTo>
                <a:lnTo>
                  <a:pt x="78778" y="33327"/>
                </a:lnTo>
                <a:lnTo>
                  <a:pt x="78466" y="33327"/>
                </a:lnTo>
                <a:lnTo>
                  <a:pt x="71141" y="33327"/>
                </a:lnTo>
                <a:lnTo>
                  <a:pt x="73841" y="11141"/>
                </a:lnTo>
                <a:lnTo>
                  <a:pt x="73933" y="10276"/>
                </a:lnTo>
                <a:lnTo>
                  <a:pt x="73970" y="9463"/>
                </a:lnTo>
                <a:lnTo>
                  <a:pt x="73954" y="8702"/>
                </a:lnTo>
                <a:lnTo>
                  <a:pt x="73891" y="7990"/>
                </a:lnTo>
                <a:lnTo>
                  <a:pt x="73781" y="7327"/>
                </a:lnTo>
                <a:lnTo>
                  <a:pt x="73629" y="6712"/>
                </a:lnTo>
                <a:lnTo>
                  <a:pt x="73438" y="6142"/>
                </a:lnTo>
                <a:lnTo>
                  <a:pt x="73212" y="5616"/>
                </a:lnTo>
                <a:lnTo>
                  <a:pt x="72952" y="5134"/>
                </a:lnTo>
                <a:lnTo>
                  <a:pt x="72663" y="4692"/>
                </a:lnTo>
                <a:lnTo>
                  <a:pt x="72347" y="4291"/>
                </a:lnTo>
                <a:lnTo>
                  <a:pt x="72008" y="3929"/>
                </a:lnTo>
                <a:lnTo>
                  <a:pt x="71649" y="3603"/>
                </a:lnTo>
                <a:lnTo>
                  <a:pt x="71273" y="3314"/>
                </a:lnTo>
                <a:lnTo>
                  <a:pt x="70883" y="3058"/>
                </a:lnTo>
                <a:lnTo>
                  <a:pt x="70483" y="2836"/>
                </a:lnTo>
                <a:lnTo>
                  <a:pt x="70076" y="2645"/>
                </a:lnTo>
                <a:lnTo>
                  <a:pt x="69664" y="2484"/>
                </a:lnTo>
                <a:lnTo>
                  <a:pt x="69251" y="2352"/>
                </a:lnTo>
                <a:lnTo>
                  <a:pt x="68841" y="2247"/>
                </a:lnTo>
                <a:lnTo>
                  <a:pt x="68436" y="2168"/>
                </a:lnTo>
                <a:lnTo>
                  <a:pt x="68039" y="2113"/>
                </a:lnTo>
                <a:lnTo>
                  <a:pt x="67654" y="2081"/>
                </a:lnTo>
                <a:lnTo>
                  <a:pt x="67284" y="2071"/>
                </a:lnTo>
                <a:lnTo>
                  <a:pt x="66564" y="2100"/>
                </a:lnTo>
                <a:lnTo>
                  <a:pt x="65896" y="2183"/>
                </a:lnTo>
                <a:lnTo>
                  <a:pt x="65279" y="2316"/>
                </a:lnTo>
                <a:lnTo>
                  <a:pt x="64709" y="2496"/>
                </a:lnTo>
                <a:lnTo>
                  <a:pt x="64186" y="2719"/>
                </a:lnTo>
                <a:lnTo>
                  <a:pt x="63707" y="2982"/>
                </a:lnTo>
                <a:lnTo>
                  <a:pt x="63270" y="3279"/>
                </a:lnTo>
                <a:lnTo>
                  <a:pt x="62873" y="3608"/>
                </a:lnTo>
                <a:lnTo>
                  <a:pt x="62514" y="3964"/>
                </a:lnTo>
                <a:lnTo>
                  <a:pt x="62191" y="4343"/>
                </a:lnTo>
                <a:lnTo>
                  <a:pt x="61903" y="4743"/>
                </a:lnTo>
                <a:lnTo>
                  <a:pt x="61647" y="5158"/>
                </a:lnTo>
                <a:lnTo>
                  <a:pt x="61420" y="5586"/>
                </a:lnTo>
                <a:lnTo>
                  <a:pt x="61222" y="6022"/>
                </a:lnTo>
                <a:lnTo>
                  <a:pt x="61050" y="6462"/>
                </a:lnTo>
                <a:lnTo>
                  <a:pt x="60902" y="6902"/>
                </a:lnTo>
                <a:lnTo>
                  <a:pt x="60776" y="7339"/>
                </a:lnTo>
                <a:lnTo>
                  <a:pt x="60671" y="7769"/>
                </a:lnTo>
                <a:lnTo>
                  <a:pt x="60583" y="8188"/>
                </a:lnTo>
                <a:lnTo>
                  <a:pt x="60511" y="8592"/>
                </a:lnTo>
                <a:lnTo>
                  <a:pt x="60453" y="8977"/>
                </a:lnTo>
                <a:lnTo>
                  <a:pt x="60408" y="9340"/>
                </a:lnTo>
                <a:lnTo>
                  <a:pt x="60372" y="9676"/>
                </a:lnTo>
                <a:lnTo>
                  <a:pt x="60345" y="9982"/>
                </a:lnTo>
                <a:lnTo>
                  <a:pt x="57453" y="33327"/>
                </a:lnTo>
                <a:lnTo>
                  <a:pt x="37596" y="33327"/>
                </a:lnTo>
                <a:lnTo>
                  <a:pt x="40293" y="11141"/>
                </a:lnTo>
                <a:lnTo>
                  <a:pt x="40385" y="10276"/>
                </a:lnTo>
                <a:lnTo>
                  <a:pt x="40422" y="9463"/>
                </a:lnTo>
                <a:lnTo>
                  <a:pt x="40407" y="8702"/>
                </a:lnTo>
                <a:lnTo>
                  <a:pt x="40344" y="7990"/>
                </a:lnTo>
                <a:lnTo>
                  <a:pt x="40235" y="7327"/>
                </a:lnTo>
                <a:lnTo>
                  <a:pt x="40083" y="6712"/>
                </a:lnTo>
                <a:lnTo>
                  <a:pt x="39892" y="6142"/>
                </a:lnTo>
                <a:lnTo>
                  <a:pt x="39666" y="5616"/>
                </a:lnTo>
                <a:lnTo>
                  <a:pt x="39406" y="5134"/>
                </a:lnTo>
                <a:lnTo>
                  <a:pt x="39117" y="4692"/>
                </a:lnTo>
                <a:lnTo>
                  <a:pt x="38801" y="4291"/>
                </a:lnTo>
                <a:lnTo>
                  <a:pt x="38463" y="3929"/>
                </a:lnTo>
                <a:lnTo>
                  <a:pt x="38104" y="3603"/>
                </a:lnTo>
                <a:lnTo>
                  <a:pt x="37728" y="3314"/>
                </a:lnTo>
                <a:lnTo>
                  <a:pt x="37338" y="3058"/>
                </a:lnTo>
                <a:lnTo>
                  <a:pt x="36938" y="2836"/>
                </a:lnTo>
                <a:lnTo>
                  <a:pt x="36531" y="2645"/>
                </a:lnTo>
                <a:lnTo>
                  <a:pt x="36119" y="2484"/>
                </a:lnTo>
                <a:lnTo>
                  <a:pt x="35706" y="2352"/>
                </a:lnTo>
                <a:lnTo>
                  <a:pt x="35296" y="2247"/>
                </a:lnTo>
                <a:lnTo>
                  <a:pt x="34891" y="2168"/>
                </a:lnTo>
                <a:lnTo>
                  <a:pt x="34494" y="2113"/>
                </a:lnTo>
                <a:lnTo>
                  <a:pt x="34109" y="2081"/>
                </a:lnTo>
                <a:lnTo>
                  <a:pt x="33739" y="2071"/>
                </a:lnTo>
                <a:lnTo>
                  <a:pt x="33019" y="2100"/>
                </a:lnTo>
                <a:lnTo>
                  <a:pt x="32351" y="2183"/>
                </a:lnTo>
                <a:lnTo>
                  <a:pt x="31733" y="2316"/>
                </a:lnTo>
                <a:lnTo>
                  <a:pt x="31163" y="2496"/>
                </a:lnTo>
                <a:lnTo>
                  <a:pt x="30639" y="2719"/>
                </a:lnTo>
                <a:lnTo>
                  <a:pt x="30160" y="2982"/>
                </a:lnTo>
                <a:lnTo>
                  <a:pt x="29723" y="3279"/>
                </a:lnTo>
                <a:lnTo>
                  <a:pt x="29326" y="3608"/>
                </a:lnTo>
                <a:lnTo>
                  <a:pt x="28967" y="3964"/>
                </a:lnTo>
                <a:lnTo>
                  <a:pt x="28644" y="4343"/>
                </a:lnTo>
                <a:lnTo>
                  <a:pt x="28356" y="4743"/>
                </a:lnTo>
                <a:lnTo>
                  <a:pt x="28099" y="5158"/>
                </a:lnTo>
                <a:lnTo>
                  <a:pt x="27873" y="5586"/>
                </a:lnTo>
                <a:lnTo>
                  <a:pt x="27675" y="6022"/>
                </a:lnTo>
                <a:lnTo>
                  <a:pt x="27503" y="6462"/>
                </a:lnTo>
                <a:lnTo>
                  <a:pt x="27355" y="6902"/>
                </a:lnTo>
                <a:lnTo>
                  <a:pt x="27230" y="7339"/>
                </a:lnTo>
                <a:lnTo>
                  <a:pt x="27124" y="7769"/>
                </a:lnTo>
                <a:lnTo>
                  <a:pt x="27036" y="8188"/>
                </a:lnTo>
                <a:lnTo>
                  <a:pt x="26965" y="8592"/>
                </a:lnTo>
                <a:lnTo>
                  <a:pt x="26907" y="8977"/>
                </a:lnTo>
                <a:lnTo>
                  <a:pt x="26862" y="9340"/>
                </a:lnTo>
                <a:lnTo>
                  <a:pt x="26827" y="9676"/>
                </a:lnTo>
                <a:lnTo>
                  <a:pt x="26800" y="9982"/>
                </a:lnTo>
                <a:lnTo>
                  <a:pt x="23908" y="33327"/>
                </a:lnTo>
                <a:lnTo>
                  <a:pt x="9061" y="33327"/>
                </a:lnTo>
                <a:lnTo>
                  <a:pt x="8749" y="33327"/>
                </a:lnTo>
                <a:lnTo>
                  <a:pt x="8397" y="33331"/>
                </a:lnTo>
                <a:lnTo>
                  <a:pt x="8007" y="33340"/>
                </a:lnTo>
                <a:lnTo>
                  <a:pt x="7587" y="33358"/>
                </a:lnTo>
                <a:lnTo>
                  <a:pt x="7139" y="33388"/>
                </a:lnTo>
                <a:lnTo>
                  <a:pt x="6669" y="33432"/>
                </a:lnTo>
                <a:lnTo>
                  <a:pt x="6183" y="33494"/>
                </a:lnTo>
                <a:lnTo>
                  <a:pt x="5684" y="33577"/>
                </a:lnTo>
                <a:lnTo>
                  <a:pt x="5178" y="33683"/>
                </a:lnTo>
                <a:lnTo>
                  <a:pt x="4669" y="33815"/>
                </a:lnTo>
                <a:lnTo>
                  <a:pt x="4162" y="33977"/>
                </a:lnTo>
                <a:lnTo>
                  <a:pt x="3663" y="34170"/>
                </a:lnTo>
                <a:lnTo>
                  <a:pt x="3176" y="34399"/>
                </a:lnTo>
                <a:lnTo>
                  <a:pt x="2706" y="34666"/>
                </a:lnTo>
                <a:lnTo>
                  <a:pt x="2257" y="34974"/>
                </a:lnTo>
                <a:lnTo>
                  <a:pt x="1835" y="35326"/>
                </a:lnTo>
                <a:lnTo>
                  <a:pt x="1445" y="35725"/>
                </a:lnTo>
                <a:lnTo>
                  <a:pt x="1091" y="36174"/>
                </a:lnTo>
                <a:lnTo>
                  <a:pt x="778" y="36675"/>
                </a:lnTo>
                <a:lnTo>
                  <a:pt x="511" y="37232"/>
                </a:lnTo>
                <a:lnTo>
                  <a:pt x="294" y="37848"/>
                </a:lnTo>
                <a:lnTo>
                  <a:pt x="134" y="38525"/>
                </a:lnTo>
                <a:lnTo>
                  <a:pt x="34" y="39267"/>
                </a:lnTo>
                <a:lnTo>
                  <a:pt x="0" y="40076"/>
                </a:lnTo>
                <a:lnTo>
                  <a:pt x="34" y="40885"/>
                </a:lnTo>
                <a:lnTo>
                  <a:pt x="134" y="41626"/>
                </a:lnTo>
                <a:lnTo>
                  <a:pt x="294" y="42303"/>
                </a:lnTo>
                <a:lnTo>
                  <a:pt x="511" y="42919"/>
                </a:lnTo>
                <a:lnTo>
                  <a:pt x="778" y="43476"/>
                </a:lnTo>
                <a:lnTo>
                  <a:pt x="1091" y="43977"/>
                </a:lnTo>
                <a:lnTo>
                  <a:pt x="1445" y="44426"/>
                </a:lnTo>
                <a:lnTo>
                  <a:pt x="1835" y="44825"/>
                </a:lnTo>
                <a:lnTo>
                  <a:pt x="2257" y="45177"/>
                </a:lnTo>
                <a:lnTo>
                  <a:pt x="2706" y="45485"/>
                </a:lnTo>
                <a:lnTo>
                  <a:pt x="3176" y="45752"/>
                </a:lnTo>
                <a:lnTo>
                  <a:pt x="3663" y="45981"/>
                </a:lnTo>
                <a:lnTo>
                  <a:pt x="4162" y="46175"/>
                </a:lnTo>
                <a:lnTo>
                  <a:pt x="4669" y="46336"/>
                </a:lnTo>
                <a:lnTo>
                  <a:pt x="5178" y="46469"/>
                </a:lnTo>
                <a:lnTo>
                  <a:pt x="5684" y="46575"/>
                </a:lnTo>
                <a:lnTo>
                  <a:pt x="6183" y="46657"/>
                </a:lnTo>
                <a:lnTo>
                  <a:pt x="6669" y="46719"/>
                </a:lnTo>
                <a:lnTo>
                  <a:pt x="7139" y="46764"/>
                </a:lnTo>
                <a:lnTo>
                  <a:pt x="7587" y="46793"/>
                </a:lnTo>
                <a:lnTo>
                  <a:pt x="8007" y="46811"/>
                </a:lnTo>
                <a:lnTo>
                  <a:pt x="8397" y="46821"/>
                </a:lnTo>
                <a:lnTo>
                  <a:pt x="8749" y="46824"/>
                </a:lnTo>
                <a:lnTo>
                  <a:pt x="9061" y="46825"/>
                </a:lnTo>
                <a:lnTo>
                  <a:pt x="21978" y="46825"/>
                </a:lnTo>
                <a:lnTo>
                  <a:pt x="18510" y="75000"/>
                </a:lnTo>
                <a:lnTo>
                  <a:pt x="9061" y="75000"/>
                </a:lnTo>
                <a:lnTo>
                  <a:pt x="8749" y="75000"/>
                </a:lnTo>
                <a:lnTo>
                  <a:pt x="8397" y="75004"/>
                </a:lnTo>
                <a:lnTo>
                  <a:pt x="8007" y="75013"/>
                </a:lnTo>
                <a:lnTo>
                  <a:pt x="7587" y="75031"/>
                </a:lnTo>
                <a:lnTo>
                  <a:pt x="7139" y="75061"/>
                </a:lnTo>
                <a:lnTo>
                  <a:pt x="6669" y="75105"/>
                </a:lnTo>
                <a:lnTo>
                  <a:pt x="6183" y="75167"/>
                </a:lnTo>
                <a:lnTo>
                  <a:pt x="5684" y="75250"/>
                </a:lnTo>
                <a:lnTo>
                  <a:pt x="5178" y="75356"/>
                </a:lnTo>
                <a:lnTo>
                  <a:pt x="4669" y="75488"/>
                </a:lnTo>
                <a:lnTo>
                  <a:pt x="4162" y="75650"/>
                </a:lnTo>
                <a:lnTo>
                  <a:pt x="3663" y="75844"/>
                </a:lnTo>
                <a:lnTo>
                  <a:pt x="3176" y="76072"/>
                </a:lnTo>
                <a:lnTo>
                  <a:pt x="2706" y="76340"/>
                </a:lnTo>
                <a:lnTo>
                  <a:pt x="2257" y="76648"/>
                </a:lnTo>
                <a:lnTo>
                  <a:pt x="1835" y="77000"/>
                </a:lnTo>
                <a:lnTo>
                  <a:pt x="1445" y="77398"/>
                </a:lnTo>
                <a:lnTo>
                  <a:pt x="1091" y="77847"/>
                </a:lnTo>
                <a:lnTo>
                  <a:pt x="778" y="78348"/>
                </a:lnTo>
                <a:lnTo>
                  <a:pt x="511" y="78906"/>
                </a:lnTo>
                <a:lnTo>
                  <a:pt x="294" y="79521"/>
                </a:lnTo>
                <a:lnTo>
                  <a:pt x="134" y="80198"/>
                </a:lnTo>
                <a:lnTo>
                  <a:pt x="34" y="80940"/>
                </a:lnTo>
                <a:lnTo>
                  <a:pt x="0" y="81749"/>
                </a:lnTo>
                <a:lnTo>
                  <a:pt x="34" y="82557"/>
                </a:lnTo>
                <a:lnTo>
                  <a:pt x="134" y="83299"/>
                </a:lnTo>
                <a:lnTo>
                  <a:pt x="294" y="83976"/>
                </a:lnTo>
                <a:lnTo>
                  <a:pt x="511" y="84591"/>
                </a:lnTo>
                <a:lnTo>
                  <a:pt x="778" y="85148"/>
                </a:lnTo>
                <a:lnTo>
                  <a:pt x="1091" y="85649"/>
                </a:lnTo>
                <a:lnTo>
                  <a:pt x="1445" y="86097"/>
                </a:lnTo>
                <a:lnTo>
                  <a:pt x="1835" y="86496"/>
                </a:lnTo>
                <a:lnTo>
                  <a:pt x="2257" y="86848"/>
                </a:lnTo>
                <a:lnTo>
                  <a:pt x="2706" y="87156"/>
                </a:lnTo>
                <a:lnTo>
                  <a:pt x="3176" y="87423"/>
                </a:lnTo>
                <a:lnTo>
                  <a:pt x="3663" y="87652"/>
                </a:lnTo>
                <a:lnTo>
                  <a:pt x="4162" y="87845"/>
                </a:lnTo>
                <a:lnTo>
                  <a:pt x="4669" y="88007"/>
                </a:lnTo>
                <a:lnTo>
                  <a:pt x="5178" y="88139"/>
                </a:lnTo>
                <a:lnTo>
                  <a:pt x="5684" y="88245"/>
                </a:lnTo>
                <a:lnTo>
                  <a:pt x="6183" y="88327"/>
                </a:lnTo>
                <a:lnTo>
                  <a:pt x="6669" y="88389"/>
                </a:lnTo>
                <a:lnTo>
                  <a:pt x="7139" y="88434"/>
                </a:lnTo>
                <a:lnTo>
                  <a:pt x="7587" y="88464"/>
                </a:lnTo>
                <a:lnTo>
                  <a:pt x="8007" y="88482"/>
                </a:lnTo>
                <a:lnTo>
                  <a:pt x="8397" y="88491"/>
                </a:lnTo>
                <a:lnTo>
                  <a:pt x="8749" y="88494"/>
                </a:lnTo>
                <a:lnTo>
                  <a:pt x="9061" y="88495"/>
                </a:lnTo>
                <a:lnTo>
                  <a:pt x="16580" y="88495"/>
                </a:lnTo>
                <a:lnTo>
                  <a:pt x="16210" y="91344"/>
                </a:lnTo>
                <a:lnTo>
                  <a:pt x="15872" y="93966"/>
                </a:lnTo>
                <a:lnTo>
                  <a:pt x="15562" y="96369"/>
                </a:lnTo>
                <a:lnTo>
                  <a:pt x="15281" y="98564"/>
                </a:lnTo>
                <a:lnTo>
                  <a:pt x="15027" y="100559"/>
                </a:lnTo>
                <a:lnTo>
                  <a:pt x="14797" y="102364"/>
                </a:lnTo>
                <a:lnTo>
                  <a:pt x="14593" y="103990"/>
                </a:lnTo>
                <a:lnTo>
                  <a:pt x="14410" y="105444"/>
                </a:lnTo>
                <a:lnTo>
                  <a:pt x="14250" y="106737"/>
                </a:lnTo>
                <a:lnTo>
                  <a:pt x="14109" y="107877"/>
                </a:lnTo>
                <a:lnTo>
                  <a:pt x="13987" y="108876"/>
                </a:lnTo>
                <a:lnTo>
                  <a:pt x="13882" y="109741"/>
                </a:lnTo>
                <a:lnTo>
                  <a:pt x="13794" y="110483"/>
                </a:lnTo>
                <a:lnTo>
                  <a:pt x="13720" y="111110"/>
                </a:lnTo>
                <a:lnTo>
                  <a:pt x="13659" y="111633"/>
                </a:lnTo>
                <a:lnTo>
                  <a:pt x="13611" y="112061"/>
                </a:lnTo>
                <a:lnTo>
                  <a:pt x="13573" y="112403"/>
                </a:lnTo>
                <a:lnTo>
                  <a:pt x="13545" y="112668"/>
                </a:lnTo>
                <a:lnTo>
                  <a:pt x="13525" y="112867"/>
                </a:lnTo>
                <a:lnTo>
                  <a:pt x="13511" y="113008"/>
                </a:lnTo>
                <a:lnTo>
                  <a:pt x="13503" y="113102"/>
                </a:lnTo>
                <a:lnTo>
                  <a:pt x="13499" y="113157"/>
                </a:lnTo>
                <a:lnTo>
                  <a:pt x="13497" y="113183"/>
                </a:lnTo>
                <a:lnTo>
                  <a:pt x="13497" y="113190"/>
                </a:lnTo>
                <a:lnTo>
                  <a:pt x="13511" y="113622"/>
                </a:lnTo>
                <a:lnTo>
                  <a:pt x="13552" y="114052"/>
                </a:lnTo>
                <a:lnTo>
                  <a:pt x="13621" y="114476"/>
                </a:lnTo>
                <a:lnTo>
                  <a:pt x="13715" y="114895"/>
                </a:lnTo>
                <a:lnTo>
                  <a:pt x="13836" y="115306"/>
                </a:lnTo>
                <a:lnTo>
                  <a:pt x="13982" y="115709"/>
                </a:lnTo>
                <a:lnTo>
                  <a:pt x="14152" y="116101"/>
                </a:lnTo>
                <a:lnTo>
                  <a:pt x="14346" y="116482"/>
                </a:lnTo>
                <a:lnTo>
                  <a:pt x="14564" y="116851"/>
                </a:lnTo>
                <a:lnTo>
                  <a:pt x="14805" y="117205"/>
                </a:lnTo>
                <a:lnTo>
                  <a:pt x="15067" y="117544"/>
                </a:lnTo>
                <a:lnTo>
                  <a:pt x="15352" y="117866"/>
                </a:lnTo>
                <a:lnTo>
                  <a:pt x="15658" y="118170"/>
                </a:lnTo>
                <a:lnTo>
                  <a:pt x="15984" y="118455"/>
                </a:lnTo>
                <a:lnTo>
                  <a:pt x="16330" y="118719"/>
                </a:lnTo>
                <a:lnTo>
                  <a:pt x="16695" y="118960"/>
                </a:lnTo>
                <a:lnTo>
                  <a:pt x="17080" y="119179"/>
                </a:lnTo>
                <a:lnTo>
                  <a:pt x="17482" y="119372"/>
                </a:lnTo>
                <a:lnTo>
                  <a:pt x="17902" y="119540"/>
                </a:lnTo>
                <a:lnTo>
                  <a:pt x="18339" y="119680"/>
                </a:lnTo>
                <a:lnTo>
                  <a:pt x="18792" y="119791"/>
                </a:lnTo>
                <a:lnTo>
                  <a:pt x="19262" y="119872"/>
                </a:lnTo>
                <a:lnTo>
                  <a:pt x="19746" y="119922"/>
                </a:lnTo>
                <a:lnTo>
                  <a:pt x="20245" y="119939"/>
                </a:lnTo>
                <a:lnTo>
                  <a:pt x="20964" y="119910"/>
                </a:lnTo>
                <a:lnTo>
                  <a:pt x="21630" y="119827"/>
                </a:lnTo>
                <a:lnTo>
                  <a:pt x="22243" y="119694"/>
                </a:lnTo>
                <a:lnTo>
                  <a:pt x="22807" y="119514"/>
                </a:lnTo>
                <a:lnTo>
                  <a:pt x="23324" y="119291"/>
                </a:lnTo>
                <a:lnTo>
                  <a:pt x="23796" y="119029"/>
                </a:lnTo>
                <a:lnTo>
                  <a:pt x="24225" y="118731"/>
                </a:lnTo>
                <a:lnTo>
                  <a:pt x="24614" y="118403"/>
                </a:lnTo>
                <a:lnTo>
                  <a:pt x="24965" y="118047"/>
                </a:lnTo>
                <a:lnTo>
                  <a:pt x="25280" y="117667"/>
                </a:lnTo>
                <a:lnTo>
                  <a:pt x="25561" y="117268"/>
                </a:lnTo>
                <a:lnTo>
                  <a:pt x="25811" y="116853"/>
                </a:lnTo>
                <a:lnTo>
                  <a:pt x="26032" y="116426"/>
                </a:lnTo>
                <a:lnTo>
                  <a:pt x="26226" y="115990"/>
                </a:lnTo>
                <a:lnTo>
                  <a:pt x="26395" y="115550"/>
                </a:lnTo>
                <a:lnTo>
                  <a:pt x="26542" y="115110"/>
                </a:lnTo>
                <a:lnTo>
                  <a:pt x="26669" y="114673"/>
                </a:lnTo>
                <a:lnTo>
                  <a:pt x="26778" y="114243"/>
                </a:lnTo>
                <a:lnTo>
                  <a:pt x="26872" y="113824"/>
                </a:lnTo>
                <a:lnTo>
                  <a:pt x="26952" y="113420"/>
                </a:lnTo>
                <a:lnTo>
                  <a:pt x="27021" y="113035"/>
                </a:lnTo>
                <a:lnTo>
                  <a:pt x="27082" y="112673"/>
                </a:lnTo>
                <a:lnTo>
                  <a:pt x="27135" y="112336"/>
                </a:lnTo>
                <a:lnTo>
                  <a:pt x="27185" y="112031"/>
                </a:lnTo>
                <a:lnTo>
                  <a:pt x="30268" y="88495"/>
                </a:lnTo>
                <a:lnTo>
                  <a:pt x="50128" y="88495"/>
                </a:lnTo>
                <a:lnTo>
                  <a:pt x="49758" y="91344"/>
                </a:lnTo>
                <a:lnTo>
                  <a:pt x="49419" y="93966"/>
                </a:lnTo>
                <a:lnTo>
                  <a:pt x="49109" y="96369"/>
                </a:lnTo>
                <a:lnTo>
                  <a:pt x="48828" y="98564"/>
                </a:lnTo>
                <a:lnTo>
                  <a:pt x="48573" y="100559"/>
                </a:lnTo>
                <a:lnTo>
                  <a:pt x="48344" y="102364"/>
                </a:lnTo>
                <a:lnTo>
                  <a:pt x="48139" y="103990"/>
                </a:lnTo>
                <a:lnTo>
                  <a:pt x="47956" y="105444"/>
                </a:lnTo>
                <a:lnTo>
                  <a:pt x="47795" y="106737"/>
                </a:lnTo>
                <a:lnTo>
                  <a:pt x="47654" y="107877"/>
                </a:lnTo>
                <a:lnTo>
                  <a:pt x="47532" y="108876"/>
                </a:lnTo>
                <a:lnTo>
                  <a:pt x="47428" y="109741"/>
                </a:lnTo>
                <a:lnTo>
                  <a:pt x="47339" y="110483"/>
                </a:lnTo>
                <a:lnTo>
                  <a:pt x="47265" y="111110"/>
                </a:lnTo>
                <a:lnTo>
                  <a:pt x="47205" y="111633"/>
                </a:lnTo>
                <a:lnTo>
                  <a:pt x="47156" y="112061"/>
                </a:lnTo>
                <a:lnTo>
                  <a:pt x="47118" y="112403"/>
                </a:lnTo>
                <a:lnTo>
                  <a:pt x="47090" y="112668"/>
                </a:lnTo>
                <a:lnTo>
                  <a:pt x="47070" y="112867"/>
                </a:lnTo>
                <a:lnTo>
                  <a:pt x="47056" y="113008"/>
                </a:lnTo>
                <a:lnTo>
                  <a:pt x="47048" y="113102"/>
                </a:lnTo>
                <a:lnTo>
                  <a:pt x="47044" y="113157"/>
                </a:lnTo>
                <a:lnTo>
                  <a:pt x="47042" y="113183"/>
                </a:lnTo>
                <a:lnTo>
                  <a:pt x="47042" y="113190"/>
                </a:lnTo>
                <a:lnTo>
                  <a:pt x="47056" y="113622"/>
                </a:lnTo>
                <a:lnTo>
                  <a:pt x="47097" y="114052"/>
                </a:lnTo>
                <a:lnTo>
                  <a:pt x="47166" y="114476"/>
                </a:lnTo>
                <a:lnTo>
                  <a:pt x="47261" y="114895"/>
                </a:lnTo>
                <a:lnTo>
                  <a:pt x="47381" y="115306"/>
                </a:lnTo>
                <a:lnTo>
                  <a:pt x="47527" y="115709"/>
                </a:lnTo>
                <a:lnTo>
                  <a:pt x="47697" y="116101"/>
                </a:lnTo>
                <a:lnTo>
                  <a:pt x="47892" y="116482"/>
                </a:lnTo>
                <a:lnTo>
                  <a:pt x="48110" y="116851"/>
                </a:lnTo>
                <a:lnTo>
                  <a:pt x="48351" y="117205"/>
                </a:lnTo>
                <a:lnTo>
                  <a:pt x="48613" y="117544"/>
                </a:lnTo>
                <a:lnTo>
                  <a:pt x="48898" y="117866"/>
                </a:lnTo>
                <a:lnTo>
                  <a:pt x="49204" y="118170"/>
                </a:lnTo>
                <a:lnTo>
                  <a:pt x="49530" y="118455"/>
                </a:lnTo>
                <a:lnTo>
                  <a:pt x="49876" y="118719"/>
                </a:lnTo>
                <a:lnTo>
                  <a:pt x="50242" y="118960"/>
                </a:lnTo>
                <a:lnTo>
                  <a:pt x="50626" y="119179"/>
                </a:lnTo>
                <a:lnTo>
                  <a:pt x="51028" y="119372"/>
                </a:lnTo>
                <a:lnTo>
                  <a:pt x="51448" y="119540"/>
                </a:lnTo>
                <a:lnTo>
                  <a:pt x="51885" y="119680"/>
                </a:lnTo>
                <a:lnTo>
                  <a:pt x="52338" y="119791"/>
                </a:lnTo>
                <a:lnTo>
                  <a:pt x="52807" y="119872"/>
                </a:lnTo>
                <a:lnTo>
                  <a:pt x="53291" y="119922"/>
                </a:lnTo>
                <a:lnTo>
                  <a:pt x="53790" y="119939"/>
                </a:lnTo>
                <a:lnTo>
                  <a:pt x="54509" y="119910"/>
                </a:lnTo>
                <a:lnTo>
                  <a:pt x="55175" y="119827"/>
                </a:lnTo>
                <a:lnTo>
                  <a:pt x="55788" y="119694"/>
                </a:lnTo>
                <a:lnTo>
                  <a:pt x="56352" y="119514"/>
                </a:lnTo>
                <a:lnTo>
                  <a:pt x="56869" y="119291"/>
                </a:lnTo>
                <a:lnTo>
                  <a:pt x="57341" y="119029"/>
                </a:lnTo>
                <a:lnTo>
                  <a:pt x="57770" y="118731"/>
                </a:lnTo>
                <a:lnTo>
                  <a:pt x="58159" y="118403"/>
                </a:lnTo>
                <a:lnTo>
                  <a:pt x="58510" y="118047"/>
                </a:lnTo>
                <a:lnTo>
                  <a:pt x="58825" y="117667"/>
                </a:lnTo>
                <a:lnTo>
                  <a:pt x="59106" y="117268"/>
                </a:lnTo>
                <a:lnTo>
                  <a:pt x="59356" y="116853"/>
                </a:lnTo>
                <a:lnTo>
                  <a:pt x="59577" y="116426"/>
                </a:lnTo>
                <a:lnTo>
                  <a:pt x="59771" y="115990"/>
                </a:lnTo>
                <a:lnTo>
                  <a:pt x="59940" y="115550"/>
                </a:lnTo>
                <a:lnTo>
                  <a:pt x="60087" y="115110"/>
                </a:lnTo>
                <a:lnTo>
                  <a:pt x="60214" y="114673"/>
                </a:lnTo>
                <a:lnTo>
                  <a:pt x="60323" y="114243"/>
                </a:lnTo>
                <a:lnTo>
                  <a:pt x="60417" y="113824"/>
                </a:lnTo>
                <a:lnTo>
                  <a:pt x="60497" y="113420"/>
                </a:lnTo>
                <a:lnTo>
                  <a:pt x="60566" y="113035"/>
                </a:lnTo>
                <a:lnTo>
                  <a:pt x="60627" y="112673"/>
                </a:lnTo>
                <a:lnTo>
                  <a:pt x="60680" y="112336"/>
                </a:lnTo>
                <a:lnTo>
                  <a:pt x="60730" y="112031"/>
                </a:lnTo>
                <a:lnTo>
                  <a:pt x="63816" y="88495"/>
                </a:lnTo>
                <a:lnTo>
                  <a:pt x="78466" y="88495"/>
                </a:lnTo>
                <a:lnTo>
                  <a:pt x="78778" y="88494"/>
                </a:lnTo>
                <a:lnTo>
                  <a:pt x="79131" y="88491"/>
                </a:lnTo>
                <a:lnTo>
                  <a:pt x="79520" y="88482"/>
                </a:lnTo>
                <a:lnTo>
                  <a:pt x="79941" y="88464"/>
                </a:lnTo>
                <a:lnTo>
                  <a:pt x="80389" y="88434"/>
                </a:lnTo>
                <a:lnTo>
                  <a:pt x="80859" y="88389"/>
                </a:lnTo>
                <a:lnTo>
                  <a:pt x="81346" y="88327"/>
                </a:lnTo>
                <a:lnTo>
                  <a:pt x="81845" y="88245"/>
                </a:lnTo>
                <a:lnTo>
                  <a:pt x="82351" y="88139"/>
                </a:lnTo>
                <a:lnTo>
                  <a:pt x="82860" y="88007"/>
                </a:lnTo>
                <a:lnTo>
                  <a:pt x="83367" y="87845"/>
                </a:lnTo>
                <a:lnTo>
                  <a:pt x="83866" y="87652"/>
                </a:lnTo>
                <a:lnTo>
                  <a:pt x="84353" y="87423"/>
                </a:lnTo>
                <a:lnTo>
                  <a:pt x="84824" y="87156"/>
                </a:lnTo>
                <a:lnTo>
                  <a:pt x="85272" y="86848"/>
                </a:lnTo>
                <a:lnTo>
                  <a:pt x="85694" y="86496"/>
                </a:lnTo>
                <a:lnTo>
                  <a:pt x="86085" y="86097"/>
                </a:lnTo>
                <a:lnTo>
                  <a:pt x="86439" y="85649"/>
                </a:lnTo>
                <a:lnTo>
                  <a:pt x="86752" y="85148"/>
                </a:lnTo>
                <a:lnTo>
                  <a:pt x="87019" y="84591"/>
                </a:lnTo>
                <a:lnTo>
                  <a:pt x="87235" y="83976"/>
                </a:lnTo>
                <a:lnTo>
                  <a:pt x="87395" y="83299"/>
                </a:lnTo>
                <a:lnTo>
                  <a:pt x="87495" y="82557"/>
                </a:lnTo>
                <a:lnTo>
                  <a:pt x="87529" y="81749"/>
                </a:lnTo>
                <a:lnTo>
                  <a:pt x="87495" y="80940"/>
                </a:lnTo>
                <a:lnTo>
                  <a:pt x="87395" y="80198"/>
                </a:lnTo>
                <a:lnTo>
                  <a:pt x="87235" y="79521"/>
                </a:lnTo>
                <a:lnTo>
                  <a:pt x="87019" y="78906"/>
                </a:lnTo>
                <a:lnTo>
                  <a:pt x="86752" y="78348"/>
                </a:lnTo>
                <a:lnTo>
                  <a:pt x="86439" y="77847"/>
                </a:lnTo>
                <a:close/>
                <a:moveTo>
                  <a:pt x="32198" y="75000"/>
                </a:moveTo>
                <a:lnTo>
                  <a:pt x="35666" y="46825"/>
                </a:lnTo>
                <a:lnTo>
                  <a:pt x="55526" y="46825"/>
                </a:lnTo>
                <a:lnTo>
                  <a:pt x="52055" y="75000"/>
                </a:lnTo>
                <a:lnTo>
                  <a:pt x="32198" y="75000"/>
                </a:lnTo>
                <a:close/>
                <a:moveTo>
                  <a:pt x="282141" y="93006"/>
                </a:moveTo>
                <a:lnTo>
                  <a:pt x="282079" y="92576"/>
                </a:lnTo>
                <a:lnTo>
                  <a:pt x="281997" y="92154"/>
                </a:lnTo>
                <a:lnTo>
                  <a:pt x="281891" y="91742"/>
                </a:lnTo>
                <a:lnTo>
                  <a:pt x="281758" y="91343"/>
                </a:lnTo>
                <a:lnTo>
                  <a:pt x="281597" y="90957"/>
                </a:lnTo>
                <a:lnTo>
                  <a:pt x="281403" y="90587"/>
                </a:lnTo>
                <a:lnTo>
                  <a:pt x="281174" y="90236"/>
                </a:lnTo>
                <a:lnTo>
                  <a:pt x="280907" y="89904"/>
                </a:lnTo>
                <a:lnTo>
                  <a:pt x="280599" y="89595"/>
                </a:lnTo>
                <a:lnTo>
                  <a:pt x="280247" y="89309"/>
                </a:lnTo>
                <a:lnTo>
                  <a:pt x="279848" y="89050"/>
                </a:lnTo>
                <a:lnTo>
                  <a:pt x="279400" y="88819"/>
                </a:lnTo>
                <a:lnTo>
                  <a:pt x="278898" y="88617"/>
                </a:lnTo>
                <a:lnTo>
                  <a:pt x="278341" y="88448"/>
                </a:lnTo>
                <a:lnTo>
                  <a:pt x="277726" y="88313"/>
                </a:lnTo>
                <a:lnTo>
                  <a:pt x="277049" y="88214"/>
                </a:lnTo>
                <a:lnTo>
                  <a:pt x="276307" y="88154"/>
                </a:lnTo>
                <a:lnTo>
                  <a:pt x="275498" y="88133"/>
                </a:lnTo>
                <a:lnTo>
                  <a:pt x="274735" y="88154"/>
                </a:lnTo>
                <a:lnTo>
                  <a:pt x="274033" y="88214"/>
                </a:lnTo>
                <a:lnTo>
                  <a:pt x="273390" y="88313"/>
                </a:lnTo>
                <a:lnTo>
                  <a:pt x="272804" y="88447"/>
                </a:lnTo>
                <a:lnTo>
                  <a:pt x="272272" y="88616"/>
                </a:lnTo>
                <a:lnTo>
                  <a:pt x="271791" y="88816"/>
                </a:lnTo>
                <a:lnTo>
                  <a:pt x="271358" y="89045"/>
                </a:lnTo>
                <a:lnTo>
                  <a:pt x="270972" y="89302"/>
                </a:lnTo>
                <a:lnTo>
                  <a:pt x="270629" y="89584"/>
                </a:lnTo>
                <a:lnTo>
                  <a:pt x="270327" y="89890"/>
                </a:lnTo>
                <a:lnTo>
                  <a:pt x="270064" y="90217"/>
                </a:lnTo>
                <a:lnTo>
                  <a:pt x="269836" y="90563"/>
                </a:lnTo>
                <a:lnTo>
                  <a:pt x="269641" y="90926"/>
                </a:lnTo>
                <a:lnTo>
                  <a:pt x="269477" y="91304"/>
                </a:lnTo>
                <a:lnTo>
                  <a:pt x="269341" y="91695"/>
                </a:lnTo>
                <a:lnTo>
                  <a:pt x="269230" y="92097"/>
                </a:lnTo>
                <a:lnTo>
                  <a:pt x="269142" y="92507"/>
                </a:lnTo>
                <a:lnTo>
                  <a:pt x="269074" y="92924"/>
                </a:lnTo>
                <a:lnTo>
                  <a:pt x="269023" y="93345"/>
                </a:lnTo>
                <a:lnTo>
                  <a:pt x="268988" y="93769"/>
                </a:lnTo>
                <a:lnTo>
                  <a:pt x="268965" y="94193"/>
                </a:lnTo>
                <a:lnTo>
                  <a:pt x="268951" y="94616"/>
                </a:lnTo>
                <a:lnTo>
                  <a:pt x="268945" y="95034"/>
                </a:lnTo>
                <a:lnTo>
                  <a:pt x="268944" y="95447"/>
                </a:lnTo>
                <a:lnTo>
                  <a:pt x="268865" y="96887"/>
                </a:lnTo>
                <a:lnTo>
                  <a:pt x="268681" y="98227"/>
                </a:lnTo>
                <a:lnTo>
                  <a:pt x="268400" y="99469"/>
                </a:lnTo>
                <a:lnTo>
                  <a:pt x="268029" y="100618"/>
                </a:lnTo>
                <a:lnTo>
                  <a:pt x="267575" y="101676"/>
                </a:lnTo>
                <a:lnTo>
                  <a:pt x="267047" y="102648"/>
                </a:lnTo>
                <a:lnTo>
                  <a:pt x="266451" y="103537"/>
                </a:lnTo>
                <a:lnTo>
                  <a:pt x="265796" y="104345"/>
                </a:lnTo>
                <a:lnTo>
                  <a:pt x="265088" y="105078"/>
                </a:lnTo>
                <a:lnTo>
                  <a:pt x="264336" y="105738"/>
                </a:lnTo>
                <a:lnTo>
                  <a:pt x="263546" y="106329"/>
                </a:lnTo>
                <a:lnTo>
                  <a:pt x="262727" y="106854"/>
                </a:lnTo>
                <a:lnTo>
                  <a:pt x="261886" y="107317"/>
                </a:lnTo>
                <a:lnTo>
                  <a:pt x="261030" y="107721"/>
                </a:lnTo>
                <a:lnTo>
                  <a:pt x="260167" y="108070"/>
                </a:lnTo>
                <a:lnTo>
                  <a:pt x="259305" y="108368"/>
                </a:lnTo>
                <a:lnTo>
                  <a:pt x="258451" y="108617"/>
                </a:lnTo>
                <a:lnTo>
                  <a:pt x="257612" y="108822"/>
                </a:lnTo>
                <a:lnTo>
                  <a:pt x="256797" y="108985"/>
                </a:lnTo>
                <a:lnTo>
                  <a:pt x="256012" y="109111"/>
                </a:lnTo>
                <a:lnTo>
                  <a:pt x="255265" y="109203"/>
                </a:lnTo>
                <a:lnTo>
                  <a:pt x="254564" y="109264"/>
                </a:lnTo>
                <a:lnTo>
                  <a:pt x="253916" y="109299"/>
                </a:lnTo>
                <a:lnTo>
                  <a:pt x="253329" y="109309"/>
                </a:lnTo>
                <a:lnTo>
                  <a:pt x="251550" y="109258"/>
                </a:lnTo>
                <a:lnTo>
                  <a:pt x="249919" y="109110"/>
                </a:lnTo>
                <a:lnTo>
                  <a:pt x="248429" y="108870"/>
                </a:lnTo>
                <a:lnTo>
                  <a:pt x="247075" y="108545"/>
                </a:lnTo>
                <a:lnTo>
                  <a:pt x="245850" y="108143"/>
                </a:lnTo>
                <a:lnTo>
                  <a:pt x="244747" y="107670"/>
                </a:lnTo>
                <a:lnTo>
                  <a:pt x="243760" y="107132"/>
                </a:lnTo>
                <a:lnTo>
                  <a:pt x="242883" y="106535"/>
                </a:lnTo>
                <a:lnTo>
                  <a:pt x="242109" y="105888"/>
                </a:lnTo>
                <a:lnTo>
                  <a:pt x="241431" y="105195"/>
                </a:lnTo>
                <a:lnTo>
                  <a:pt x="240844" y="104464"/>
                </a:lnTo>
                <a:lnTo>
                  <a:pt x="240340" y="103702"/>
                </a:lnTo>
                <a:lnTo>
                  <a:pt x="239914" y="102914"/>
                </a:lnTo>
                <a:lnTo>
                  <a:pt x="239559" y="102108"/>
                </a:lnTo>
                <a:lnTo>
                  <a:pt x="239268" y="101290"/>
                </a:lnTo>
                <a:lnTo>
                  <a:pt x="239035" y="100467"/>
                </a:lnTo>
                <a:lnTo>
                  <a:pt x="238853" y="99645"/>
                </a:lnTo>
                <a:lnTo>
                  <a:pt x="238717" y="98832"/>
                </a:lnTo>
                <a:lnTo>
                  <a:pt x="238619" y="98032"/>
                </a:lnTo>
                <a:lnTo>
                  <a:pt x="238554" y="97254"/>
                </a:lnTo>
                <a:lnTo>
                  <a:pt x="238514" y="96504"/>
                </a:lnTo>
                <a:lnTo>
                  <a:pt x="238493" y="95787"/>
                </a:lnTo>
                <a:lnTo>
                  <a:pt x="238486" y="95112"/>
                </a:lnTo>
                <a:lnTo>
                  <a:pt x="238485" y="94485"/>
                </a:lnTo>
                <a:lnTo>
                  <a:pt x="238485" y="48666"/>
                </a:lnTo>
                <a:lnTo>
                  <a:pt x="270100" y="48666"/>
                </a:lnTo>
                <a:lnTo>
                  <a:pt x="270471" y="48666"/>
                </a:lnTo>
                <a:lnTo>
                  <a:pt x="270859" y="48663"/>
                </a:lnTo>
                <a:lnTo>
                  <a:pt x="271262" y="48655"/>
                </a:lnTo>
                <a:lnTo>
                  <a:pt x="271675" y="48639"/>
                </a:lnTo>
                <a:lnTo>
                  <a:pt x="272098" y="48614"/>
                </a:lnTo>
                <a:lnTo>
                  <a:pt x="272525" y="48576"/>
                </a:lnTo>
                <a:lnTo>
                  <a:pt x="272955" y="48523"/>
                </a:lnTo>
                <a:lnTo>
                  <a:pt x="273385" y="48452"/>
                </a:lnTo>
                <a:lnTo>
                  <a:pt x="273811" y="48361"/>
                </a:lnTo>
                <a:lnTo>
                  <a:pt x="274231" y="48248"/>
                </a:lnTo>
                <a:lnTo>
                  <a:pt x="274642" y="48109"/>
                </a:lnTo>
                <a:lnTo>
                  <a:pt x="275041" y="47943"/>
                </a:lnTo>
                <a:lnTo>
                  <a:pt x="275425" y="47747"/>
                </a:lnTo>
                <a:lnTo>
                  <a:pt x="275790" y="47518"/>
                </a:lnTo>
                <a:lnTo>
                  <a:pt x="276135" y="47254"/>
                </a:lnTo>
                <a:lnTo>
                  <a:pt x="276456" y="46952"/>
                </a:lnTo>
                <a:lnTo>
                  <a:pt x="276750" y="46611"/>
                </a:lnTo>
                <a:lnTo>
                  <a:pt x="277015" y="46226"/>
                </a:lnTo>
                <a:lnTo>
                  <a:pt x="277247" y="45796"/>
                </a:lnTo>
                <a:lnTo>
                  <a:pt x="277443" y="45319"/>
                </a:lnTo>
                <a:lnTo>
                  <a:pt x="277601" y="44791"/>
                </a:lnTo>
                <a:lnTo>
                  <a:pt x="277717" y="44211"/>
                </a:lnTo>
                <a:lnTo>
                  <a:pt x="277789" y="43576"/>
                </a:lnTo>
                <a:lnTo>
                  <a:pt x="277813" y="42882"/>
                </a:lnTo>
                <a:lnTo>
                  <a:pt x="277790" y="42166"/>
                </a:lnTo>
                <a:lnTo>
                  <a:pt x="277720" y="41509"/>
                </a:lnTo>
                <a:lnTo>
                  <a:pt x="277608" y="40909"/>
                </a:lnTo>
                <a:lnTo>
                  <a:pt x="277456" y="40364"/>
                </a:lnTo>
                <a:lnTo>
                  <a:pt x="277267" y="39870"/>
                </a:lnTo>
                <a:lnTo>
                  <a:pt x="277042" y="39426"/>
                </a:lnTo>
                <a:lnTo>
                  <a:pt x="276785" y="39029"/>
                </a:lnTo>
                <a:lnTo>
                  <a:pt x="276499" y="38675"/>
                </a:lnTo>
                <a:lnTo>
                  <a:pt x="276186" y="38364"/>
                </a:lnTo>
                <a:lnTo>
                  <a:pt x="275849" y="38091"/>
                </a:lnTo>
                <a:lnTo>
                  <a:pt x="275491" y="37854"/>
                </a:lnTo>
                <a:lnTo>
                  <a:pt x="275114" y="37651"/>
                </a:lnTo>
                <a:lnTo>
                  <a:pt x="274721" y="37480"/>
                </a:lnTo>
                <a:lnTo>
                  <a:pt x="274314" y="37337"/>
                </a:lnTo>
                <a:lnTo>
                  <a:pt x="273897" y="37219"/>
                </a:lnTo>
                <a:lnTo>
                  <a:pt x="273471" y="37126"/>
                </a:lnTo>
                <a:lnTo>
                  <a:pt x="273041" y="37053"/>
                </a:lnTo>
                <a:lnTo>
                  <a:pt x="272607" y="36998"/>
                </a:lnTo>
                <a:lnTo>
                  <a:pt x="272174" y="36958"/>
                </a:lnTo>
                <a:lnTo>
                  <a:pt x="271743" y="36932"/>
                </a:lnTo>
                <a:lnTo>
                  <a:pt x="271317" y="36916"/>
                </a:lnTo>
                <a:lnTo>
                  <a:pt x="270900" y="36908"/>
                </a:lnTo>
                <a:lnTo>
                  <a:pt x="270493" y="36905"/>
                </a:lnTo>
                <a:lnTo>
                  <a:pt x="270100" y="36904"/>
                </a:lnTo>
                <a:lnTo>
                  <a:pt x="238485" y="36904"/>
                </a:lnTo>
                <a:lnTo>
                  <a:pt x="238485" y="21097"/>
                </a:lnTo>
                <a:lnTo>
                  <a:pt x="238484" y="20636"/>
                </a:lnTo>
                <a:lnTo>
                  <a:pt x="238481" y="20171"/>
                </a:lnTo>
                <a:lnTo>
                  <a:pt x="238472" y="19705"/>
                </a:lnTo>
                <a:lnTo>
                  <a:pt x="238454" y="19239"/>
                </a:lnTo>
                <a:lnTo>
                  <a:pt x="238426" y="18775"/>
                </a:lnTo>
                <a:lnTo>
                  <a:pt x="238382" y="18315"/>
                </a:lnTo>
                <a:lnTo>
                  <a:pt x="238322" y="17862"/>
                </a:lnTo>
                <a:lnTo>
                  <a:pt x="238242" y="17418"/>
                </a:lnTo>
                <a:lnTo>
                  <a:pt x="238139" y="16985"/>
                </a:lnTo>
                <a:lnTo>
                  <a:pt x="238010" y="16564"/>
                </a:lnTo>
                <a:lnTo>
                  <a:pt x="237853" y="16158"/>
                </a:lnTo>
                <a:lnTo>
                  <a:pt x="237665" y="15770"/>
                </a:lnTo>
                <a:lnTo>
                  <a:pt x="237443" y="15400"/>
                </a:lnTo>
                <a:lnTo>
                  <a:pt x="237183" y="15052"/>
                </a:lnTo>
                <a:lnTo>
                  <a:pt x="236884" y="14727"/>
                </a:lnTo>
                <a:lnTo>
                  <a:pt x="236542" y="14427"/>
                </a:lnTo>
                <a:lnTo>
                  <a:pt x="236154" y="14154"/>
                </a:lnTo>
                <a:lnTo>
                  <a:pt x="235718" y="13912"/>
                </a:lnTo>
                <a:lnTo>
                  <a:pt x="235231" y="13700"/>
                </a:lnTo>
                <a:lnTo>
                  <a:pt x="234690" y="13523"/>
                </a:lnTo>
                <a:lnTo>
                  <a:pt x="234092" y="13381"/>
                </a:lnTo>
                <a:lnTo>
                  <a:pt x="233434" y="13277"/>
                </a:lnTo>
                <a:lnTo>
                  <a:pt x="232714" y="13214"/>
                </a:lnTo>
                <a:lnTo>
                  <a:pt x="231928" y="13192"/>
                </a:lnTo>
                <a:lnTo>
                  <a:pt x="231119" y="13213"/>
                </a:lnTo>
                <a:lnTo>
                  <a:pt x="230378" y="13274"/>
                </a:lnTo>
                <a:lnTo>
                  <a:pt x="229701" y="13373"/>
                </a:lnTo>
                <a:lnTo>
                  <a:pt x="229086" y="13510"/>
                </a:lnTo>
                <a:lnTo>
                  <a:pt x="228529" y="13681"/>
                </a:lnTo>
                <a:lnTo>
                  <a:pt x="228028" y="13885"/>
                </a:lnTo>
                <a:lnTo>
                  <a:pt x="227579" y="14120"/>
                </a:lnTo>
                <a:lnTo>
                  <a:pt x="227181" y="14384"/>
                </a:lnTo>
                <a:lnTo>
                  <a:pt x="226829" y="14676"/>
                </a:lnTo>
                <a:lnTo>
                  <a:pt x="226521" y="14994"/>
                </a:lnTo>
                <a:lnTo>
                  <a:pt x="226254" y="15335"/>
                </a:lnTo>
                <a:lnTo>
                  <a:pt x="226025" y="15698"/>
                </a:lnTo>
                <a:lnTo>
                  <a:pt x="225832" y="16081"/>
                </a:lnTo>
                <a:lnTo>
                  <a:pt x="225670" y="16483"/>
                </a:lnTo>
                <a:lnTo>
                  <a:pt x="225538" y="16901"/>
                </a:lnTo>
                <a:lnTo>
                  <a:pt x="225432" y="17333"/>
                </a:lnTo>
                <a:lnTo>
                  <a:pt x="225349" y="17779"/>
                </a:lnTo>
                <a:lnTo>
                  <a:pt x="225288" y="18235"/>
                </a:lnTo>
                <a:lnTo>
                  <a:pt x="225243" y="18700"/>
                </a:lnTo>
                <a:lnTo>
                  <a:pt x="225213" y="19172"/>
                </a:lnTo>
                <a:lnTo>
                  <a:pt x="225195" y="19650"/>
                </a:lnTo>
                <a:lnTo>
                  <a:pt x="225186" y="20131"/>
                </a:lnTo>
                <a:lnTo>
                  <a:pt x="225183" y="20614"/>
                </a:lnTo>
                <a:lnTo>
                  <a:pt x="225182" y="21097"/>
                </a:lnTo>
                <a:lnTo>
                  <a:pt x="225182" y="36904"/>
                </a:lnTo>
                <a:lnTo>
                  <a:pt x="208408" y="36904"/>
                </a:lnTo>
                <a:lnTo>
                  <a:pt x="208014" y="36905"/>
                </a:lnTo>
                <a:lnTo>
                  <a:pt x="207604" y="36908"/>
                </a:lnTo>
                <a:lnTo>
                  <a:pt x="207182" y="36916"/>
                </a:lnTo>
                <a:lnTo>
                  <a:pt x="206751" y="36932"/>
                </a:lnTo>
                <a:lnTo>
                  <a:pt x="206313" y="36958"/>
                </a:lnTo>
                <a:lnTo>
                  <a:pt x="205871" y="36998"/>
                </a:lnTo>
                <a:lnTo>
                  <a:pt x="205428" y="37053"/>
                </a:lnTo>
                <a:lnTo>
                  <a:pt x="204987" y="37126"/>
                </a:lnTo>
                <a:lnTo>
                  <a:pt x="204551" y="37219"/>
                </a:lnTo>
                <a:lnTo>
                  <a:pt x="204122" y="37337"/>
                </a:lnTo>
                <a:lnTo>
                  <a:pt x="203704" y="37480"/>
                </a:lnTo>
                <a:lnTo>
                  <a:pt x="203299" y="37651"/>
                </a:lnTo>
                <a:lnTo>
                  <a:pt x="202910" y="37854"/>
                </a:lnTo>
                <a:lnTo>
                  <a:pt x="202539" y="38091"/>
                </a:lnTo>
                <a:lnTo>
                  <a:pt x="202191" y="38364"/>
                </a:lnTo>
                <a:lnTo>
                  <a:pt x="201867" y="38675"/>
                </a:lnTo>
                <a:lnTo>
                  <a:pt x="201571" y="39029"/>
                </a:lnTo>
                <a:lnTo>
                  <a:pt x="201305" y="39426"/>
                </a:lnTo>
                <a:lnTo>
                  <a:pt x="201072" y="39870"/>
                </a:lnTo>
                <a:lnTo>
                  <a:pt x="200875" y="40364"/>
                </a:lnTo>
                <a:lnTo>
                  <a:pt x="200717" y="40909"/>
                </a:lnTo>
                <a:lnTo>
                  <a:pt x="200600" y="41509"/>
                </a:lnTo>
                <a:lnTo>
                  <a:pt x="200528" y="42166"/>
                </a:lnTo>
                <a:lnTo>
                  <a:pt x="200504" y="42882"/>
                </a:lnTo>
                <a:lnTo>
                  <a:pt x="200528" y="43576"/>
                </a:lnTo>
                <a:lnTo>
                  <a:pt x="200600" y="44211"/>
                </a:lnTo>
                <a:lnTo>
                  <a:pt x="200716" y="44791"/>
                </a:lnTo>
                <a:lnTo>
                  <a:pt x="200874" y="45319"/>
                </a:lnTo>
                <a:lnTo>
                  <a:pt x="201070" y="45796"/>
                </a:lnTo>
                <a:lnTo>
                  <a:pt x="201302" y="46226"/>
                </a:lnTo>
                <a:lnTo>
                  <a:pt x="201566" y="46611"/>
                </a:lnTo>
                <a:lnTo>
                  <a:pt x="201860" y="46952"/>
                </a:lnTo>
                <a:lnTo>
                  <a:pt x="202181" y="47254"/>
                </a:lnTo>
                <a:lnTo>
                  <a:pt x="202525" y="47518"/>
                </a:lnTo>
                <a:lnTo>
                  <a:pt x="202891" y="47747"/>
                </a:lnTo>
                <a:lnTo>
                  <a:pt x="203274" y="47943"/>
                </a:lnTo>
                <a:lnTo>
                  <a:pt x="203673" y="48109"/>
                </a:lnTo>
                <a:lnTo>
                  <a:pt x="204084" y="48248"/>
                </a:lnTo>
                <a:lnTo>
                  <a:pt x="204504" y="48361"/>
                </a:lnTo>
                <a:lnTo>
                  <a:pt x="204930" y="48452"/>
                </a:lnTo>
                <a:lnTo>
                  <a:pt x="205359" y="48523"/>
                </a:lnTo>
                <a:lnTo>
                  <a:pt x="205789" y="48576"/>
                </a:lnTo>
                <a:lnTo>
                  <a:pt x="206217" y="48614"/>
                </a:lnTo>
                <a:lnTo>
                  <a:pt x="206639" y="48639"/>
                </a:lnTo>
                <a:lnTo>
                  <a:pt x="207052" y="48655"/>
                </a:lnTo>
                <a:lnTo>
                  <a:pt x="207455" y="48663"/>
                </a:lnTo>
                <a:lnTo>
                  <a:pt x="207843" y="48666"/>
                </a:lnTo>
                <a:lnTo>
                  <a:pt x="208214" y="48666"/>
                </a:lnTo>
                <a:lnTo>
                  <a:pt x="225182" y="48666"/>
                </a:lnTo>
                <a:lnTo>
                  <a:pt x="225182" y="95641"/>
                </a:lnTo>
                <a:lnTo>
                  <a:pt x="225249" y="97892"/>
                </a:lnTo>
                <a:lnTo>
                  <a:pt x="225448" y="100025"/>
                </a:lnTo>
                <a:lnTo>
                  <a:pt x="225773" y="102041"/>
                </a:lnTo>
                <a:lnTo>
                  <a:pt x="226218" y="103944"/>
                </a:lnTo>
                <a:lnTo>
                  <a:pt x="226779" y="105734"/>
                </a:lnTo>
                <a:lnTo>
                  <a:pt x="227450" y="107413"/>
                </a:lnTo>
                <a:lnTo>
                  <a:pt x="228226" y="108985"/>
                </a:lnTo>
                <a:lnTo>
                  <a:pt x="229102" y="110450"/>
                </a:lnTo>
                <a:lnTo>
                  <a:pt x="230072" y="111811"/>
                </a:lnTo>
                <a:lnTo>
                  <a:pt x="231131" y="113069"/>
                </a:lnTo>
                <a:lnTo>
                  <a:pt x="232274" y="114227"/>
                </a:lnTo>
                <a:lnTo>
                  <a:pt x="233496" y="115287"/>
                </a:lnTo>
                <a:lnTo>
                  <a:pt x="234790" y="116251"/>
                </a:lnTo>
                <a:lnTo>
                  <a:pt x="236153" y="117120"/>
                </a:lnTo>
                <a:lnTo>
                  <a:pt x="237579" y="117898"/>
                </a:lnTo>
                <a:lnTo>
                  <a:pt x="239062" y="118584"/>
                </a:lnTo>
                <a:lnTo>
                  <a:pt x="240597" y="119183"/>
                </a:lnTo>
                <a:lnTo>
                  <a:pt x="242180" y="119695"/>
                </a:lnTo>
                <a:lnTo>
                  <a:pt x="243804" y="120123"/>
                </a:lnTo>
                <a:lnTo>
                  <a:pt x="245464" y="120469"/>
                </a:lnTo>
                <a:lnTo>
                  <a:pt x="247155" y="120734"/>
                </a:lnTo>
                <a:lnTo>
                  <a:pt x="248873" y="120921"/>
                </a:lnTo>
                <a:lnTo>
                  <a:pt x="250611" y="121032"/>
                </a:lnTo>
                <a:lnTo>
                  <a:pt x="252364" y="121068"/>
                </a:lnTo>
                <a:lnTo>
                  <a:pt x="254153" y="121025"/>
                </a:lnTo>
                <a:lnTo>
                  <a:pt x="255949" y="120895"/>
                </a:lnTo>
                <a:lnTo>
                  <a:pt x="257744" y="120679"/>
                </a:lnTo>
                <a:lnTo>
                  <a:pt x="259532" y="120375"/>
                </a:lnTo>
                <a:lnTo>
                  <a:pt x="261303" y="119984"/>
                </a:lnTo>
                <a:lnTo>
                  <a:pt x="263052" y="119505"/>
                </a:lnTo>
                <a:lnTo>
                  <a:pt x="264771" y="118939"/>
                </a:lnTo>
                <a:lnTo>
                  <a:pt x="266453" y="118284"/>
                </a:lnTo>
                <a:lnTo>
                  <a:pt x="268089" y="117542"/>
                </a:lnTo>
                <a:lnTo>
                  <a:pt x="269673" y="116710"/>
                </a:lnTo>
                <a:lnTo>
                  <a:pt x="271198" y="115790"/>
                </a:lnTo>
                <a:lnTo>
                  <a:pt x="272656" y="114781"/>
                </a:lnTo>
                <a:lnTo>
                  <a:pt x="274039" y="113683"/>
                </a:lnTo>
                <a:lnTo>
                  <a:pt x="275341" y="112495"/>
                </a:lnTo>
                <a:lnTo>
                  <a:pt x="276554" y="111217"/>
                </a:lnTo>
                <a:lnTo>
                  <a:pt x="277670" y="109850"/>
                </a:lnTo>
                <a:lnTo>
                  <a:pt x="278682" y="108392"/>
                </a:lnTo>
                <a:lnTo>
                  <a:pt x="279584" y="106844"/>
                </a:lnTo>
                <a:lnTo>
                  <a:pt x="280367" y="105205"/>
                </a:lnTo>
                <a:lnTo>
                  <a:pt x="281024" y="103475"/>
                </a:lnTo>
                <a:lnTo>
                  <a:pt x="281548" y="101654"/>
                </a:lnTo>
                <a:lnTo>
                  <a:pt x="281931" y="99741"/>
                </a:lnTo>
                <a:lnTo>
                  <a:pt x="282166" y="97737"/>
                </a:lnTo>
                <a:lnTo>
                  <a:pt x="282247" y="95641"/>
                </a:lnTo>
                <a:lnTo>
                  <a:pt x="282246" y="95205"/>
                </a:lnTo>
                <a:lnTo>
                  <a:pt x="282243" y="94765"/>
                </a:lnTo>
                <a:lnTo>
                  <a:pt x="282233" y="94323"/>
                </a:lnTo>
                <a:lnTo>
                  <a:pt x="282215" y="93881"/>
                </a:lnTo>
                <a:lnTo>
                  <a:pt x="282186" y="93441"/>
                </a:lnTo>
                <a:lnTo>
                  <a:pt x="282141" y="93006"/>
                </a:lnTo>
                <a:close/>
                <a:moveTo>
                  <a:pt x="2002803" y="93006"/>
                </a:moveTo>
                <a:lnTo>
                  <a:pt x="2002741" y="92576"/>
                </a:lnTo>
                <a:lnTo>
                  <a:pt x="2002659" y="92154"/>
                </a:lnTo>
                <a:lnTo>
                  <a:pt x="2002553" y="91742"/>
                </a:lnTo>
                <a:lnTo>
                  <a:pt x="2002421" y="91343"/>
                </a:lnTo>
                <a:lnTo>
                  <a:pt x="2002259" y="90957"/>
                </a:lnTo>
                <a:lnTo>
                  <a:pt x="2002065" y="90587"/>
                </a:lnTo>
                <a:lnTo>
                  <a:pt x="2001836" y="90236"/>
                </a:lnTo>
                <a:lnTo>
                  <a:pt x="2001569" y="89904"/>
                </a:lnTo>
                <a:lnTo>
                  <a:pt x="2001261" y="89595"/>
                </a:lnTo>
                <a:lnTo>
                  <a:pt x="2000909" y="89309"/>
                </a:lnTo>
                <a:lnTo>
                  <a:pt x="2000510" y="89050"/>
                </a:lnTo>
                <a:lnTo>
                  <a:pt x="2000062" y="88819"/>
                </a:lnTo>
                <a:lnTo>
                  <a:pt x="1999560" y="88617"/>
                </a:lnTo>
                <a:lnTo>
                  <a:pt x="1999003" y="88448"/>
                </a:lnTo>
                <a:lnTo>
                  <a:pt x="1998388" y="88313"/>
                </a:lnTo>
                <a:lnTo>
                  <a:pt x="1997711" y="88214"/>
                </a:lnTo>
                <a:lnTo>
                  <a:pt x="1996969" y="88154"/>
                </a:lnTo>
                <a:lnTo>
                  <a:pt x="1996160" y="88133"/>
                </a:lnTo>
                <a:lnTo>
                  <a:pt x="1995397" y="88154"/>
                </a:lnTo>
                <a:lnTo>
                  <a:pt x="1994695" y="88214"/>
                </a:lnTo>
                <a:lnTo>
                  <a:pt x="1994053" y="88313"/>
                </a:lnTo>
                <a:lnTo>
                  <a:pt x="1993466" y="88447"/>
                </a:lnTo>
                <a:lnTo>
                  <a:pt x="1992934" y="88616"/>
                </a:lnTo>
                <a:lnTo>
                  <a:pt x="1992453" y="88816"/>
                </a:lnTo>
                <a:lnTo>
                  <a:pt x="1992021" y="89045"/>
                </a:lnTo>
                <a:lnTo>
                  <a:pt x="1991634" y="89302"/>
                </a:lnTo>
                <a:lnTo>
                  <a:pt x="1991292" y="89584"/>
                </a:lnTo>
                <a:lnTo>
                  <a:pt x="1990990" y="89890"/>
                </a:lnTo>
                <a:lnTo>
                  <a:pt x="1990726" y="90217"/>
                </a:lnTo>
                <a:lnTo>
                  <a:pt x="1990498" y="90563"/>
                </a:lnTo>
                <a:lnTo>
                  <a:pt x="1990303" y="90926"/>
                </a:lnTo>
                <a:lnTo>
                  <a:pt x="1990139" y="91304"/>
                </a:lnTo>
                <a:lnTo>
                  <a:pt x="1990003" y="91695"/>
                </a:lnTo>
                <a:lnTo>
                  <a:pt x="1989892" y="92097"/>
                </a:lnTo>
                <a:lnTo>
                  <a:pt x="1989804" y="92507"/>
                </a:lnTo>
                <a:lnTo>
                  <a:pt x="1989736" y="92924"/>
                </a:lnTo>
                <a:lnTo>
                  <a:pt x="1989685" y="93345"/>
                </a:lnTo>
                <a:lnTo>
                  <a:pt x="1989650" y="93769"/>
                </a:lnTo>
                <a:lnTo>
                  <a:pt x="1989627" y="94193"/>
                </a:lnTo>
                <a:lnTo>
                  <a:pt x="1989614" y="94616"/>
                </a:lnTo>
                <a:lnTo>
                  <a:pt x="1989608" y="95034"/>
                </a:lnTo>
                <a:lnTo>
                  <a:pt x="1989606" y="95447"/>
                </a:lnTo>
                <a:lnTo>
                  <a:pt x="1989527" y="96887"/>
                </a:lnTo>
                <a:lnTo>
                  <a:pt x="1989343" y="98227"/>
                </a:lnTo>
                <a:lnTo>
                  <a:pt x="1989062" y="99469"/>
                </a:lnTo>
                <a:lnTo>
                  <a:pt x="1988691" y="100618"/>
                </a:lnTo>
                <a:lnTo>
                  <a:pt x="1988237" y="101676"/>
                </a:lnTo>
                <a:lnTo>
                  <a:pt x="1987709" y="102648"/>
                </a:lnTo>
                <a:lnTo>
                  <a:pt x="1987113" y="103537"/>
                </a:lnTo>
                <a:lnTo>
                  <a:pt x="1986458" y="104345"/>
                </a:lnTo>
                <a:lnTo>
                  <a:pt x="1985750" y="105078"/>
                </a:lnTo>
                <a:lnTo>
                  <a:pt x="1984998" y="105738"/>
                </a:lnTo>
                <a:lnTo>
                  <a:pt x="1984209" y="106329"/>
                </a:lnTo>
                <a:lnTo>
                  <a:pt x="1983389" y="106854"/>
                </a:lnTo>
                <a:lnTo>
                  <a:pt x="1982548" y="107317"/>
                </a:lnTo>
                <a:lnTo>
                  <a:pt x="1981692" y="107721"/>
                </a:lnTo>
                <a:lnTo>
                  <a:pt x="1980830" y="108070"/>
                </a:lnTo>
                <a:lnTo>
                  <a:pt x="1979967" y="108368"/>
                </a:lnTo>
                <a:lnTo>
                  <a:pt x="1979113" y="108617"/>
                </a:lnTo>
                <a:lnTo>
                  <a:pt x="1978274" y="108822"/>
                </a:lnTo>
                <a:lnTo>
                  <a:pt x="1977459" y="108985"/>
                </a:lnTo>
                <a:lnTo>
                  <a:pt x="1976674" y="109111"/>
                </a:lnTo>
                <a:lnTo>
                  <a:pt x="1975927" y="109203"/>
                </a:lnTo>
                <a:lnTo>
                  <a:pt x="1975226" y="109264"/>
                </a:lnTo>
                <a:lnTo>
                  <a:pt x="1974578" y="109299"/>
                </a:lnTo>
                <a:lnTo>
                  <a:pt x="1973991" y="109309"/>
                </a:lnTo>
                <a:lnTo>
                  <a:pt x="1972212" y="109258"/>
                </a:lnTo>
                <a:lnTo>
                  <a:pt x="1970581" y="109110"/>
                </a:lnTo>
                <a:lnTo>
                  <a:pt x="1969091" y="108870"/>
                </a:lnTo>
                <a:lnTo>
                  <a:pt x="1967737" y="108545"/>
                </a:lnTo>
                <a:lnTo>
                  <a:pt x="1966512" y="108143"/>
                </a:lnTo>
                <a:lnTo>
                  <a:pt x="1965409" y="107670"/>
                </a:lnTo>
                <a:lnTo>
                  <a:pt x="1964423" y="107132"/>
                </a:lnTo>
                <a:lnTo>
                  <a:pt x="1963545" y="106535"/>
                </a:lnTo>
                <a:lnTo>
                  <a:pt x="1962771" y="105888"/>
                </a:lnTo>
                <a:lnTo>
                  <a:pt x="1962093" y="105195"/>
                </a:lnTo>
                <a:lnTo>
                  <a:pt x="1961506" y="104464"/>
                </a:lnTo>
                <a:lnTo>
                  <a:pt x="1961003" y="103702"/>
                </a:lnTo>
                <a:lnTo>
                  <a:pt x="1960576" y="102914"/>
                </a:lnTo>
                <a:lnTo>
                  <a:pt x="1960221" y="102108"/>
                </a:lnTo>
                <a:lnTo>
                  <a:pt x="1959930" y="101290"/>
                </a:lnTo>
                <a:lnTo>
                  <a:pt x="1959697" y="100467"/>
                </a:lnTo>
                <a:lnTo>
                  <a:pt x="1959515" y="99645"/>
                </a:lnTo>
                <a:lnTo>
                  <a:pt x="1959379" y="98832"/>
                </a:lnTo>
                <a:lnTo>
                  <a:pt x="1959281" y="98032"/>
                </a:lnTo>
                <a:lnTo>
                  <a:pt x="1959216" y="97254"/>
                </a:lnTo>
                <a:lnTo>
                  <a:pt x="1959176" y="96504"/>
                </a:lnTo>
                <a:lnTo>
                  <a:pt x="1959156" y="95787"/>
                </a:lnTo>
                <a:lnTo>
                  <a:pt x="1959148" y="95112"/>
                </a:lnTo>
                <a:lnTo>
                  <a:pt x="1959147" y="94485"/>
                </a:lnTo>
                <a:lnTo>
                  <a:pt x="1959147" y="48666"/>
                </a:lnTo>
                <a:lnTo>
                  <a:pt x="1990762" y="48666"/>
                </a:lnTo>
                <a:lnTo>
                  <a:pt x="1991133" y="48666"/>
                </a:lnTo>
                <a:lnTo>
                  <a:pt x="1991521" y="48663"/>
                </a:lnTo>
                <a:lnTo>
                  <a:pt x="1991924" y="48655"/>
                </a:lnTo>
                <a:lnTo>
                  <a:pt x="1992338" y="48639"/>
                </a:lnTo>
                <a:lnTo>
                  <a:pt x="1992760" y="48614"/>
                </a:lnTo>
                <a:lnTo>
                  <a:pt x="1993187" y="48576"/>
                </a:lnTo>
                <a:lnTo>
                  <a:pt x="1993617" y="48523"/>
                </a:lnTo>
                <a:lnTo>
                  <a:pt x="1994047" y="48452"/>
                </a:lnTo>
                <a:lnTo>
                  <a:pt x="1994474" y="48361"/>
                </a:lnTo>
                <a:lnTo>
                  <a:pt x="1994894" y="48248"/>
                </a:lnTo>
                <a:lnTo>
                  <a:pt x="1995305" y="48109"/>
                </a:lnTo>
                <a:lnTo>
                  <a:pt x="1995703" y="47943"/>
                </a:lnTo>
                <a:lnTo>
                  <a:pt x="1996087" y="47747"/>
                </a:lnTo>
                <a:lnTo>
                  <a:pt x="1996453" y="47518"/>
                </a:lnTo>
                <a:lnTo>
                  <a:pt x="1996797" y="47254"/>
                </a:lnTo>
                <a:lnTo>
                  <a:pt x="1997118" y="46952"/>
                </a:lnTo>
                <a:lnTo>
                  <a:pt x="1997413" y="46611"/>
                </a:lnTo>
                <a:lnTo>
                  <a:pt x="1997677" y="46226"/>
                </a:lnTo>
                <a:lnTo>
                  <a:pt x="1997909" y="45796"/>
                </a:lnTo>
                <a:lnTo>
                  <a:pt x="1998105" y="45319"/>
                </a:lnTo>
                <a:lnTo>
                  <a:pt x="1998263" y="44791"/>
                </a:lnTo>
                <a:lnTo>
                  <a:pt x="1998379" y="44211"/>
                </a:lnTo>
                <a:lnTo>
                  <a:pt x="1998451" y="43576"/>
                </a:lnTo>
                <a:lnTo>
                  <a:pt x="1998476" y="42882"/>
                </a:lnTo>
                <a:lnTo>
                  <a:pt x="1998452" y="42166"/>
                </a:lnTo>
                <a:lnTo>
                  <a:pt x="1998383" y="41509"/>
                </a:lnTo>
                <a:lnTo>
                  <a:pt x="1998271" y="40909"/>
                </a:lnTo>
                <a:lnTo>
                  <a:pt x="1998118" y="40364"/>
                </a:lnTo>
                <a:lnTo>
                  <a:pt x="1997929" y="39870"/>
                </a:lnTo>
                <a:lnTo>
                  <a:pt x="1997704" y="39426"/>
                </a:lnTo>
                <a:lnTo>
                  <a:pt x="1997448" y="39029"/>
                </a:lnTo>
                <a:lnTo>
                  <a:pt x="1997162" y="38675"/>
                </a:lnTo>
                <a:lnTo>
                  <a:pt x="1996849" y="38364"/>
                </a:lnTo>
                <a:lnTo>
                  <a:pt x="1996512" y="38091"/>
                </a:lnTo>
                <a:lnTo>
                  <a:pt x="1996153" y="37854"/>
                </a:lnTo>
                <a:lnTo>
                  <a:pt x="1995776" y="37651"/>
                </a:lnTo>
                <a:lnTo>
                  <a:pt x="1995383" y="37480"/>
                </a:lnTo>
                <a:lnTo>
                  <a:pt x="1994976" y="37337"/>
                </a:lnTo>
                <a:lnTo>
                  <a:pt x="1994559" y="37219"/>
                </a:lnTo>
                <a:lnTo>
                  <a:pt x="1994133" y="37126"/>
                </a:lnTo>
                <a:lnTo>
                  <a:pt x="1993703" y="37053"/>
                </a:lnTo>
                <a:lnTo>
                  <a:pt x="1993269" y="36998"/>
                </a:lnTo>
                <a:lnTo>
                  <a:pt x="1992836" y="36958"/>
                </a:lnTo>
                <a:lnTo>
                  <a:pt x="1992405" y="36932"/>
                </a:lnTo>
                <a:lnTo>
                  <a:pt x="1991980" y="36916"/>
                </a:lnTo>
                <a:lnTo>
                  <a:pt x="1991562" y="36908"/>
                </a:lnTo>
                <a:lnTo>
                  <a:pt x="1991156" y="36905"/>
                </a:lnTo>
                <a:lnTo>
                  <a:pt x="1990762" y="36904"/>
                </a:lnTo>
                <a:lnTo>
                  <a:pt x="1959147" y="36904"/>
                </a:lnTo>
                <a:lnTo>
                  <a:pt x="1959147" y="21097"/>
                </a:lnTo>
                <a:lnTo>
                  <a:pt x="1959147" y="20636"/>
                </a:lnTo>
                <a:lnTo>
                  <a:pt x="1959143" y="20171"/>
                </a:lnTo>
                <a:lnTo>
                  <a:pt x="1959134" y="19705"/>
                </a:lnTo>
                <a:lnTo>
                  <a:pt x="1959117" y="19239"/>
                </a:lnTo>
                <a:lnTo>
                  <a:pt x="1959088" y="18775"/>
                </a:lnTo>
                <a:lnTo>
                  <a:pt x="1959045" y="18315"/>
                </a:lnTo>
                <a:lnTo>
                  <a:pt x="1958984" y="17862"/>
                </a:lnTo>
                <a:lnTo>
                  <a:pt x="1958904" y="17418"/>
                </a:lnTo>
                <a:lnTo>
                  <a:pt x="1958801" y="16985"/>
                </a:lnTo>
                <a:lnTo>
                  <a:pt x="1958673" y="16564"/>
                </a:lnTo>
                <a:lnTo>
                  <a:pt x="1958516" y="16158"/>
                </a:lnTo>
                <a:lnTo>
                  <a:pt x="1958327" y="15770"/>
                </a:lnTo>
                <a:lnTo>
                  <a:pt x="1958105" y="15400"/>
                </a:lnTo>
                <a:lnTo>
                  <a:pt x="1957845" y="15052"/>
                </a:lnTo>
                <a:lnTo>
                  <a:pt x="1957546" y="14727"/>
                </a:lnTo>
                <a:lnTo>
                  <a:pt x="1957204" y="14427"/>
                </a:lnTo>
                <a:lnTo>
                  <a:pt x="1956817" y="14154"/>
                </a:lnTo>
                <a:lnTo>
                  <a:pt x="1956381" y="13912"/>
                </a:lnTo>
                <a:lnTo>
                  <a:pt x="1955894" y="13700"/>
                </a:lnTo>
                <a:lnTo>
                  <a:pt x="1955352" y="13523"/>
                </a:lnTo>
                <a:lnTo>
                  <a:pt x="1954754" y="13381"/>
                </a:lnTo>
                <a:lnTo>
                  <a:pt x="1954096" y="13277"/>
                </a:lnTo>
                <a:lnTo>
                  <a:pt x="1953376" y="13214"/>
                </a:lnTo>
                <a:lnTo>
                  <a:pt x="1952590" y="13192"/>
                </a:lnTo>
                <a:lnTo>
                  <a:pt x="1951781" y="13213"/>
                </a:lnTo>
                <a:lnTo>
                  <a:pt x="1951040" y="13274"/>
                </a:lnTo>
                <a:lnTo>
                  <a:pt x="1950363" y="13373"/>
                </a:lnTo>
                <a:lnTo>
                  <a:pt x="1949748" y="13510"/>
                </a:lnTo>
                <a:lnTo>
                  <a:pt x="1949191" y="13681"/>
                </a:lnTo>
                <a:lnTo>
                  <a:pt x="1948690" y="13885"/>
                </a:lnTo>
                <a:lnTo>
                  <a:pt x="1948242" y="14120"/>
                </a:lnTo>
                <a:lnTo>
                  <a:pt x="1947843" y="14384"/>
                </a:lnTo>
                <a:lnTo>
                  <a:pt x="1947491" y="14676"/>
                </a:lnTo>
                <a:lnTo>
                  <a:pt x="1947183" y="14994"/>
                </a:lnTo>
                <a:lnTo>
                  <a:pt x="1946916" y="15335"/>
                </a:lnTo>
                <a:lnTo>
                  <a:pt x="1946687" y="15698"/>
                </a:lnTo>
                <a:lnTo>
                  <a:pt x="1946494" y="16081"/>
                </a:lnTo>
                <a:lnTo>
                  <a:pt x="1946332" y="16483"/>
                </a:lnTo>
                <a:lnTo>
                  <a:pt x="1946200" y="16901"/>
                </a:lnTo>
                <a:lnTo>
                  <a:pt x="1946094" y="17333"/>
                </a:lnTo>
                <a:lnTo>
                  <a:pt x="1946012" y="17779"/>
                </a:lnTo>
                <a:lnTo>
                  <a:pt x="1945950" y="18235"/>
                </a:lnTo>
                <a:lnTo>
                  <a:pt x="1945905" y="18700"/>
                </a:lnTo>
                <a:lnTo>
                  <a:pt x="1945876" y="19172"/>
                </a:lnTo>
                <a:lnTo>
                  <a:pt x="1945857" y="19650"/>
                </a:lnTo>
                <a:lnTo>
                  <a:pt x="1945848" y="20131"/>
                </a:lnTo>
                <a:lnTo>
                  <a:pt x="1945845" y="20614"/>
                </a:lnTo>
                <a:lnTo>
                  <a:pt x="1945844" y="21097"/>
                </a:lnTo>
                <a:lnTo>
                  <a:pt x="1945844" y="36904"/>
                </a:lnTo>
                <a:lnTo>
                  <a:pt x="1929070" y="36904"/>
                </a:lnTo>
                <a:lnTo>
                  <a:pt x="1928676" y="36905"/>
                </a:lnTo>
                <a:lnTo>
                  <a:pt x="1928267" y="36908"/>
                </a:lnTo>
                <a:lnTo>
                  <a:pt x="1927845" y="36916"/>
                </a:lnTo>
                <a:lnTo>
                  <a:pt x="1927413" y="36932"/>
                </a:lnTo>
                <a:lnTo>
                  <a:pt x="1926975" y="36958"/>
                </a:lnTo>
                <a:lnTo>
                  <a:pt x="1926533" y="36998"/>
                </a:lnTo>
                <a:lnTo>
                  <a:pt x="1926090" y="37053"/>
                </a:lnTo>
                <a:lnTo>
                  <a:pt x="1925649" y="37126"/>
                </a:lnTo>
                <a:lnTo>
                  <a:pt x="1925213" y="37219"/>
                </a:lnTo>
                <a:lnTo>
                  <a:pt x="1924784" y="37337"/>
                </a:lnTo>
                <a:lnTo>
                  <a:pt x="1924366" y="37480"/>
                </a:lnTo>
                <a:lnTo>
                  <a:pt x="1923961" y="37651"/>
                </a:lnTo>
                <a:lnTo>
                  <a:pt x="1923572" y="37854"/>
                </a:lnTo>
                <a:lnTo>
                  <a:pt x="1923202" y="38091"/>
                </a:lnTo>
                <a:lnTo>
                  <a:pt x="1922853" y="38364"/>
                </a:lnTo>
                <a:lnTo>
                  <a:pt x="1922529" y="38675"/>
                </a:lnTo>
                <a:lnTo>
                  <a:pt x="1922233" y="39029"/>
                </a:lnTo>
                <a:lnTo>
                  <a:pt x="1921967" y="39426"/>
                </a:lnTo>
                <a:lnTo>
                  <a:pt x="1921734" y="39870"/>
                </a:lnTo>
                <a:lnTo>
                  <a:pt x="1921537" y="40364"/>
                </a:lnTo>
                <a:lnTo>
                  <a:pt x="1921379" y="40909"/>
                </a:lnTo>
                <a:lnTo>
                  <a:pt x="1921262" y="41509"/>
                </a:lnTo>
                <a:lnTo>
                  <a:pt x="1921190" y="42166"/>
                </a:lnTo>
                <a:lnTo>
                  <a:pt x="1921166" y="42882"/>
                </a:lnTo>
                <a:lnTo>
                  <a:pt x="1921190" y="43576"/>
                </a:lnTo>
                <a:lnTo>
                  <a:pt x="1921262" y="44211"/>
                </a:lnTo>
                <a:lnTo>
                  <a:pt x="1921378" y="44791"/>
                </a:lnTo>
                <a:lnTo>
                  <a:pt x="1921536" y="45319"/>
                </a:lnTo>
                <a:lnTo>
                  <a:pt x="1921732" y="45796"/>
                </a:lnTo>
                <a:lnTo>
                  <a:pt x="1921964" y="46226"/>
                </a:lnTo>
                <a:lnTo>
                  <a:pt x="1922228" y="46611"/>
                </a:lnTo>
                <a:lnTo>
                  <a:pt x="1922522" y="46952"/>
                </a:lnTo>
                <a:lnTo>
                  <a:pt x="1922843" y="47254"/>
                </a:lnTo>
                <a:lnTo>
                  <a:pt x="1923188" y="47518"/>
                </a:lnTo>
                <a:lnTo>
                  <a:pt x="1923553" y="47747"/>
                </a:lnTo>
                <a:lnTo>
                  <a:pt x="1923937" y="47943"/>
                </a:lnTo>
                <a:lnTo>
                  <a:pt x="1924335" y="48109"/>
                </a:lnTo>
                <a:lnTo>
                  <a:pt x="1924746" y="48248"/>
                </a:lnTo>
                <a:lnTo>
                  <a:pt x="1925166" y="48361"/>
                </a:lnTo>
                <a:lnTo>
                  <a:pt x="1925592" y="48452"/>
                </a:lnTo>
                <a:lnTo>
                  <a:pt x="1926021" y="48523"/>
                </a:lnTo>
                <a:lnTo>
                  <a:pt x="1926451" y="48576"/>
                </a:lnTo>
                <a:lnTo>
                  <a:pt x="1926879" y="48614"/>
                </a:lnTo>
                <a:lnTo>
                  <a:pt x="1927301" y="48639"/>
                </a:lnTo>
                <a:lnTo>
                  <a:pt x="1927715" y="48655"/>
                </a:lnTo>
                <a:lnTo>
                  <a:pt x="1928117" y="48663"/>
                </a:lnTo>
                <a:lnTo>
                  <a:pt x="1928505" y="48666"/>
                </a:lnTo>
                <a:lnTo>
                  <a:pt x="1928876" y="48666"/>
                </a:lnTo>
                <a:lnTo>
                  <a:pt x="1945844" y="48666"/>
                </a:lnTo>
                <a:lnTo>
                  <a:pt x="1945844" y="95641"/>
                </a:lnTo>
                <a:lnTo>
                  <a:pt x="1945912" y="97892"/>
                </a:lnTo>
                <a:lnTo>
                  <a:pt x="1946110" y="100025"/>
                </a:lnTo>
                <a:lnTo>
                  <a:pt x="1946435" y="102041"/>
                </a:lnTo>
                <a:lnTo>
                  <a:pt x="1946880" y="103944"/>
                </a:lnTo>
                <a:lnTo>
                  <a:pt x="1947441" y="105734"/>
                </a:lnTo>
                <a:lnTo>
                  <a:pt x="1948112" y="107413"/>
                </a:lnTo>
                <a:lnTo>
                  <a:pt x="1948888" y="108985"/>
                </a:lnTo>
                <a:lnTo>
                  <a:pt x="1949764" y="110450"/>
                </a:lnTo>
                <a:lnTo>
                  <a:pt x="1950734" y="111811"/>
                </a:lnTo>
                <a:lnTo>
                  <a:pt x="1951793" y="113069"/>
                </a:lnTo>
                <a:lnTo>
                  <a:pt x="1952936" y="114227"/>
                </a:lnTo>
                <a:lnTo>
                  <a:pt x="1954158" y="115287"/>
                </a:lnTo>
                <a:lnTo>
                  <a:pt x="1955453" y="116251"/>
                </a:lnTo>
                <a:lnTo>
                  <a:pt x="1956815" y="117120"/>
                </a:lnTo>
                <a:lnTo>
                  <a:pt x="1958241" y="117898"/>
                </a:lnTo>
                <a:lnTo>
                  <a:pt x="1959724" y="118584"/>
                </a:lnTo>
                <a:lnTo>
                  <a:pt x="1961260" y="119183"/>
                </a:lnTo>
                <a:lnTo>
                  <a:pt x="1962842" y="119695"/>
                </a:lnTo>
                <a:lnTo>
                  <a:pt x="1964466" y="120123"/>
                </a:lnTo>
                <a:lnTo>
                  <a:pt x="1966126" y="120469"/>
                </a:lnTo>
                <a:lnTo>
                  <a:pt x="1967818" y="120734"/>
                </a:lnTo>
                <a:lnTo>
                  <a:pt x="1969535" y="120921"/>
                </a:lnTo>
                <a:lnTo>
                  <a:pt x="1971273" y="121032"/>
                </a:lnTo>
                <a:lnTo>
                  <a:pt x="1973026" y="121068"/>
                </a:lnTo>
                <a:lnTo>
                  <a:pt x="1974816" y="121025"/>
                </a:lnTo>
                <a:lnTo>
                  <a:pt x="1976611" y="120895"/>
                </a:lnTo>
                <a:lnTo>
                  <a:pt x="1978407" y="120679"/>
                </a:lnTo>
                <a:lnTo>
                  <a:pt x="1980194" y="120375"/>
                </a:lnTo>
                <a:lnTo>
                  <a:pt x="1981966" y="119984"/>
                </a:lnTo>
                <a:lnTo>
                  <a:pt x="1983715" y="119505"/>
                </a:lnTo>
                <a:lnTo>
                  <a:pt x="1985433" y="118939"/>
                </a:lnTo>
                <a:lnTo>
                  <a:pt x="1987115" y="118284"/>
                </a:lnTo>
                <a:lnTo>
                  <a:pt x="1988751" y="117542"/>
                </a:lnTo>
                <a:lnTo>
                  <a:pt x="1990335" y="116710"/>
                </a:lnTo>
                <a:lnTo>
                  <a:pt x="1991860" y="115790"/>
                </a:lnTo>
                <a:lnTo>
                  <a:pt x="1993318" y="114781"/>
                </a:lnTo>
                <a:lnTo>
                  <a:pt x="1994701" y="113683"/>
                </a:lnTo>
                <a:lnTo>
                  <a:pt x="1996003" y="112495"/>
                </a:lnTo>
                <a:lnTo>
                  <a:pt x="1997216" y="111217"/>
                </a:lnTo>
                <a:lnTo>
                  <a:pt x="1998332" y="109850"/>
                </a:lnTo>
                <a:lnTo>
                  <a:pt x="1999345" y="108392"/>
                </a:lnTo>
                <a:lnTo>
                  <a:pt x="2000246" y="106844"/>
                </a:lnTo>
                <a:lnTo>
                  <a:pt x="2001029" y="105205"/>
                </a:lnTo>
                <a:lnTo>
                  <a:pt x="2001686" y="103475"/>
                </a:lnTo>
                <a:lnTo>
                  <a:pt x="2002210" y="101654"/>
                </a:lnTo>
                <a:lnTo>
                  <a:pt x="2002593" y="99741"/>
                </a:lnTo>
                <a:lnTo>
                  <a:pt x="2002829" y="97737"/>
                </a:lnTo>
                <a:lnTo>
                  <a:pt x="2002909" y="95641"/>
                </a:lnTo>
                <a:lnTo>
                  <a:pt x="2002908" y="95205"/>
                </a:lnTo>
                <a:lnTo>
                  <a:pt x="2002905" y="94765"/>
                </a:lnTo>
                <a:lnTo>
                  <a:pt x="2002896" y="94323"/>
                </a:lnTo>
                <a:lnTo>
                  <a:pt x="2002878" y="93881"/>
                </a:lnTo>
                <a:lnTo>
                  <a:pt x="2002848" y="93441"/>
                </a:lnTo>
                <a:lnTo>
                  <a:pt x="2002803" y="93006"/>
                </a:lnTo>
                <a:close/>
                <a:moveTo>
                  <a:pt x="484510" y="92576"/>
                </a:moveTo>
                <a:lnTo>
                  <a:pt x="484428" y="92154"/>
                </a:lnTo>
                <a:lnTo>
                  <a:pt x="484322" y="91742"/>
                </a:lnTo>
                <a:lnTo>
                  <a:pt x="484189" y="91343"/>
                </a:lnTo>
                <a:lnTo>
                  <a:pt x="484028" y="90957"/>
                </a:lnTo>
                <a:lnTo>
                  <a:pt x="483834" y="90587"/>
                </a:lnTo>
                <a:lnTo>
                  <a:pt x="483605" y="90236"/>
                </a:lnTo>
                <a:lnTo>
                  <a:pt x="483338" y="89904"/>
                </a:lnTo>
                <a:lnTo>
                  <a:pt x="483030" y="89595"/>
                </a:lnTo>
                <a:lnTo>
                  <a:pt x="482678" y="89309"/>
                </a:lnTo>
                <a:lnTo>
                  <a:pt x="482279" y="89050"/>
                </a:lnTo>
                <a:lnTo>
                  <a:pt x="481831" y="88819"/>
                </a:lnTo>
                <a:lnTo>
                  <a:pt x="481329" y="88617"/>
                </a:lnTo>
                <a:lnTo>
                  <a:pt x="480772" y="88448"/>
                </a:lnTo>
                <a:lnTo>
                  <a:pt x="480157" y="88313"/>
                </a:lnTo>
                <a:lnTo>
                  <a:pt x="479480" y="88214"/>
                </a:lnTo>
                <a:lnTo>
                  <a:pt x="478738" y="88154"/>
                </a:lnTo>
                <a:lnTo>
                  <a:pt x="477929" y="88133"/>
                </a:lnTo>
                <a:lnTo>
                  <a:pt x="477166" y="88154"/>
                </a:lnTo>
                <a:lnTo>
                  <a:pt x="476464" y="88214"/>
                </a:lnTo>
                <a:lnTo>
                  <a:pt x="475821" y="88313"/>
                </a:lnTo>
                <a:lnTo>
                  <a:pt x="475235" y="88447"/>
                </a:lnTo>
                <a:lnTo>
                  <a:pt x="474703" y="88616"/>
                </a:lnTo>
                <a:lnTo>
                  <a:pt x="474222" y="88816"/>
                </a:lnTo>
                <a:lnTo>
                  <a:pt x="473790" y="89045"/>
                </a:lnTo>
                <a:lnTo>
                  <a:pt x="473403" y="89302"/>
                </a:lnTo>
                <a:lnTo>
                  <a:pt x="473060" y="89584"/>
                </a:lnTo>
                <a:lnTo>
                  <a:pt x="472758" y="89890"/>
                </a:lnTo>
                <a:lnTo>
                  <a:pt x="472495" y="90217"/>
                </a:lnTo>
                <a:lnTo>
                  <a:pt x="472267" y="90563"/>
                </a:lnTo>
                <a:lnTo>
                  <a:pt x="472072" y="90926"/>
                </a:lnTo>
                <a:lnTo>
                  <a:pt x="471908" y="91304"/>
                </a:lnTo>
                <a:lnTo>
                  <a:pt x="471772" y="91695"/>
                </a:lnTo>
                <a:lnTo>
                  <a:pt x="471661" y="92097"/>
                </a:lnTo>
                <a:lnTo>
                  <a:pt x="471573" y="92507"/>
                </a:lnTo>
                <a:lnTo>
                  <a:pt x="471505" y="92924"/>
                </a:lnTo>
                <a:lnTo>
                  <a:pt x="471454" y="93345"/>
                </a:lnTo>
                <a:lnTo>
                  <a:pt x="471419" y="93769"/>
                </a:lnTo>
                <a:lnTo>
                  <a:pt x="471396" y="94193"/>
                </a:lnTo>
                <a:lnTo>
                  <a:pt x="471382" y="94616"/>
                </a:lnTo>
                <a:lnTo>
                  <a:pt x="471376" y="95034"/>
                </a:lnTo>
                <a:lnTo>
                  <a:pt x="471375" y="95447"/>
                </a:lnTo>
                <a:lnTo>
                  <a:pt x="471296" y="96887"/>
                </a:lnTo>
                <a:lnTo>
                  <a:pt x="471112" y="98227"/>
                </a:lnTo>
                <a:lnTo>
                  <a:pt x="470831" y="99469"/>
                </a:lnTo>
                <a:lnTo>
                  <a:pt x="470460" y="100618"/>
                </a:lnTo>
                <a:lnTo>
                  <a:pt x="470006" y="101676"/>
                </a:lnTo>
                <a:lnTo>
                  <a:pt x="469478" y="102648"/>
                </a:lnTo>
                <a:lnTo>
                  <a:pt x="468882" y="103537"/>
                </a:lnTo>
                <a:lnTo>
                  <a:pt x="468227" y="104345"/>
                </a:lnTo>
                <a:lnTo>
                  <a:pt x="467519" y="105078"/>
                </a:lnTo>
                <a:lnTo>
                  <a:pt x="466767" y="105738"/>
                </a:lnTo>
                <a:lnTo>
                  <a:pt x="465977" y="106329"/>
                </a:lnTo>
                <a:lnTo>
                  <a:pt x="465158" y="106854"/>
                </a:lnTo>
                <a:lnTo>
                  <a:pt x="464317" y="107317"/>
                </a:lnTo>
                <a:lnTo>
                  <a:pt x="463461" y="107721"/>
                </a:lnTo>
                <a:lnTo>
                  <a:pt x="462598" y="108070"/>
                </a:lnTo>
                <a:lnTo>
                  <a:pt x="461736" y="108368"/>
                </a:lnTo>
                <a:lnTo>
                  <a:pt x="460882" y="108617"/>
                </a:lnTo>
                <a:lnTo>
                  <a:pt x="460043" y="108822"/>
                </a:lnTo>
                <a:lnTo>
                  <a:pt x="459228" y="108985"/>
                </a:lnTo>
                <a:lnTo>
                  <a:pt x="458443" y="109111"/>
                </a:lnTo>
                <a:lnTo>
                  <a:pt x="457696" y="109203"/>
                </a:lnTo>
                <a:lnTo>
                  <a:pt x="456995" y="109264"/>
                </a:lnTo>
                <a:lnTo>
                  <a:pt x="456347" y="109299"/>
                </a:lnTo>
                <a:lnTo>
                  <a:pt x="455760" y="109309"/>
                </a:lnTo>
                <a:lnTo>
                  <a:pt x="453981" y="109258"/>
                </a:lnTo>
                <a:lnTo>
                  <a:pt x="452350" y="109110"/>
                </a:lnTo>
                <a:lnTo>
                  <a:pt x="450860" y="108870"/>
                </a:lnTo>
                <a:lnTo>
                  <a:pt x="449506" y="108545"/>
                </a:lnTo>
                <a:lnTo>
                  <a:pt x="448281" y="108143"/>
                </a:lnTo>
                <a:lnTo>
                  <a:pt x="447178" y="107670"/>
                </a:lnTo>
                <a:lnTo>
                  <a:pt x="446191" y="107132"/>
                </a:lnTo>
                <a:lnTo>
                  <a:pt x="445314" y="106535"/>
                </a:lnTo>
                <a:lnTo>
                  <a:pt x="444540" y="105888"/>
                </a:lnTo>
                <a:lnTo>
                  <a:pt x="443862" y="105195"/>
                </a:lnTo>
                <a:lnTo>
                  <a:pt x="443275" y="104464"/>
                </a:lnTo>
                <a:lnTo>
                  <a:pt x="442771" y="103702"/>
                </a:lnTo>
                <a:lnTo>
                  <a:pt x="442345" y="102914"/>
                </a:lnTo>
                <a:lnTo>
                  <a:pt x="441990" y="102108"/>
                </a:lnTo>
                <a:lnTo>
                  <a:pt x="441699" y="101290"/>
                </a:lnTo>
                <a:lnTo>
                  <a:pt x="441466" y="100467"/>
                </a:lnTo>
                <a:lnTo>
                  <a:pt x="441284" y="99645"/>
                </a:lnTo>
                <a:lnTo>
                  <a:pt x="441148" y="98832"/>
                </a:lnTo>
                <a:lnTo>
                  <a:pt x="441050" y="98032"/>
                </a:lnTo>
                <a:lnTo>
                  <a:pt x="440985" y="97254"/>
                </a:lnTo>
                <a:lnTo>
                  <a:pt x="440945" y="96504"/>
                </a:lnTo>
                <a:lnTo>
                  <a:pt x="440924" y="95787"/>
                </a:lnTo>
                <a:lnTo>
                  <a:pt x="440917" y="95112"/>
                </a:lnTo>
                <a:lnTo>
                  <a:pt x="440916" y="94485"/>
                </a:lnTo>
                <a:lnTo>
                  <a:pt x="440916" y="48666"/>
                </a:lnTo>
                <a:lnTo>
                  <a:pt x="472531" y="48666"/>
                </a:lnTo>
                <a:lnTo>
                  <a:pt x="472902" y="48666"/>
                </a:lnTo>
                <a:lnTo>
                  <a:pt x="473290" y="48663"/>
                </a:lnTo>
                <a:lnTo>
                  <a:pt x="473693" y="48655"/>
                </a:lnTo>
                <a:lnTo>
                  <a:pt x="474106" y="48639"/>
                </a:lnTo>
                <a:lnTo>
                  <a:pt x="474529" y="48614"/>
                </a:lnTo>
                <a:lnTo>
                  <a:pt x="474956" y="48576"/>
                </a:lnTo>
                <a:lnTo>
                  <a:pt x="475386" y="48523"/>
                </a:lnTo>
                <a:lnTo>
                  <a:pt x="475816" y="48452"/>
                </a:lnTo>
                <a:lnTo>
                  <a:pt x="476242" y="48361"/>
                </a:lnTo>
                <a:lnTo>
                  <a:pt x="476662" y="48248"/>
                </a:lnTo>
                <a:lnTo>
                  <a:pt x="477073" y="48109"/>
                </a:lnTo>
                <a:lnTo>
                  <a:pt x="477472" y="47943"/>
                </a:lnTo>
                <a:lnTo>
                  <a:pt x="477856" y="47747"/>
                </a:lnTo>
                <a:lnTo>
                  <a:pt x="478221" y="47518"/>
                </a:lnTo>
                <a:lnTo>
                  <a:pt x="478566" y="47254"/>
                </a:lnTo>
                <a:lnTo>
                  <a:pt x="478887" y="46952"/>
                </a:lnTo>
                <a:lnTo>
                  <a:pt x="479181" y="46611"/>
                </a:lnTo>
                <a:lnTo>
                  <a:pt x="479446" y="46226"/>
                </a:lnTo>
                <a:lnTo>
                  <a:pt x="479678" y="45796"/>
                </a:lnTo>
                <a:lnTo>
                  <a:pt x="479874" y="45319"/>
                </a:lnTo>
                <a:lnTo>
                  <a:pt x="480032" y="44791"/>
                </a:lnTo>
                <a:lnTo>
                  <a:pt x="480148" y="44211"/>
                </a:lnTo>
                <a:lnTo>
                  <a:pt x="480220" y="43576"/>
                </a:lnTo>
                <a:lnTo>
                  <a:pt x="480244" y="42882"/>
                </a:lnTo>
                <a:lnTo>
                  <a:pt x="480221" y="42166"/>
                </a:lnTo>
                <a:lnTo>
                  <a:pt x="480152" y="41509"/>
                </a:lnTo>
                <a:lnTo>
                  <a:pt x="480039" y="40909"/>
                </a:lnTo>
                <a:lnTo>
                  <a:pt x="479887" y="40364"/>
                </a:lnTo>
                <a:lnTo>
                  <a:pt x="479698" y="39870"/>
                </a:lnTo>
                <a:lnTo>
                  <a:pt x="479473" y="39426"/>
                </a:lnTo>
                <a:lnTo>
                  <a:pt x="479216" y="39029"/>
                </a:lnTo>
                <a:lnTo>
                  <a:pt x="478930" y="38675"/>
                </a:lnTo>
                <a:lnTo>
                  <a:pt x="478617" y="38364"/>
                </a:lnTo>
                <a:lnTo>
                  <a:pt x="478280" y="38091"/>
                </a:lnTo>
                <a:lnTo>
                  <a:pt x="477922" y="37854"/>
                </a:lnTo>
                <a:lnTo>
                  <a:pt x="477545" y="37651"/>
                </a:lnTo>
                <a:lnTo>
                  <a:pt x="477152" y="37480"/>
                </a:lnTo>
                <a:lnTo>
                  <a:pt x="476745" y="37337"/>
                </a:lnTo>
                <a:lnTo>
                  <a:pt x="476328" y="37219"/>
                </a:lnTo>
                <a:lnTo>
                  <a:pt x="475902" y="37126"/>
                </a:lnTo>
                <a:lnTo>
                  <a:pt x="475472" y="37053"/>
                </a:lnTo>
                <a:lnTo>
                  <a:pt x="475038" y="36998"/>
                </a:lnTo>
                <a:lnTo>
                  <a:pt x="474605" y="36958"/>
                </a:lnTo>
                <a:lnTo>
                  <a:pt x="474174" y="36932"/>
                </a:lnTo>
                <a:lnTo>
                  <a:pt x="473748" y="36916"/>
                </a:lnTo>
                <a:lnTo>
                  <a:pt x="473331" y="36908"/>
                </a:lnTo>
                <a:lnTo>
                  <a:pt x="472924" y="36905"/>
                </a:lnTo>
                <a:lnTo>
                  <a:pt x="472531" y="36904"/>
                </a:lnTo>
                <a:lnTo>
                  <a:pt x="440916" y="36904"/>
                </a:lnTo>
                <a:lnTo>
                  <a:pt x="440916" y="21097"/>
                </a:lnTo>
                <a:lnTo>
                  <a:pt x="440915" y="20636"/>
                </a:lnTo>
                <a:lnTo>
                  <a:pt x="440912" y="20171"/>
                </a:lnTo>
                <a:lnTo>
                  <a:pt x="440903" y="19705"/>
                </a:lnTo>
                <a:lnTo>
                  <a:pt x="440885" y="19239"/>
                </a:lnTo>
                <a:lnTo>
                  <a:pt x="440857" y="18775"/>
                </a:lnTo>
                <a:lnTo>
                  <a:pt x="440813" y="18315"/>
                </a:lnTo>
                <a:lnTo>
                  <a:pt x="440753" y="17862"/>
                </a:lnTo>
                <a:lnTo>
                  <a:pt x="440673" y="17418"/>
                </a:lnTo>
                <a:lnTo>
                  <a:pt x="440570" y="16985"/>
                </a:lnTo>
                <a:lnTo>
                  <a:pt x="440441" y="16564"/>
                </a:lnTo>
                <a:lnTo>
                  <a:pt x="440284" y="16158"/>
                </a:lnTo>
                <a:lnTo>
                  <a:pt x="440096" y="15770"/>
                </a:lnTo>
                <a:lnTo>
                  <a:pt x="439874" y="15400"/>
                </a:lnTo>
                <a:lnTo>
                  <a:pt x="439614" y="15052"/>
                </a:lnTo>
                <a:lnTo>
                  <a:pt x="439315" y="14727"/>
                </a:lnTo>
                <a:lnTo>
                  <a:pt x="438973" y="14427"/>
                </a:lnTo>
                <a:lnTo>
                  <a:pt x="438585" y="14154"/>
                </a:lnTo>
                <a:lnTo>
                  <a:pt x="438149" y="13912"/>
                </a:lnTo>
                <a:lnTo>
                  <a:pt x="437662" y="13700"/>
                </a:lnTo>
                <a:lnTo>
                  <a:pt x="437121" y="13523"/>
                </a:lnTo>
                <a:lnTo>
                  <a:pt x="436523" y="13381"/>
                </a:lnTo>
                <a:lnTo>
                  <a:pt x="435865" y="13277"/>
                </a:lnTo>
                <a:lnTo>
                  <a:pt x="435145" y="13214"/>
                </a:lnTo>
                <a:lnTo>
                  <a:pt x="434359" y="13192"/>
                </a:lnTo>
                <a:lnTo>
                  <a:pt x="433550" y="13213"/>
                </a:lnTo>
                <a:lnTo>
                  <a:pt x="432809" y="13274"/>
                </a:lnTo>
                <a:lnTo>
                  <a:pt x="432132" y="13373"/>
                </a:lnTo>
                <a:lnTo>
                  <a:pt x="431517" y="13510"/>
                </a:lnTo>
                <a:lnTo>
                  <a:pt x="430960" y="13681"/>
                </a:lnTo>
                <a:lnTo>
                  <a:pt x="430459" y="13885"/>
                </a:lnTo>
                <a:lnTo>
                  <a:pt x="430010" y="14120"/>
                </a:lnTo>
                <a:lnTo>
                  <a:pt x="429612" y="14384"/>
                </a:lnTo>
                <a:lnTo>
                  <a:pt x="429260" y="14676"/>
                </a:lnTo>
                <a:lnTo>
                  <a:pt x="428952" y="14994"/>
                </a:lnTo>
                <a:lnTo>
                  <a:pt x="428685" y="15335"/>
                </a:lnTo>
                <a:lnTo>
                  <a:pt x="428456" y="15698"/>
                </a:lnTo>
                <a:lnTo>
                  <a:pt x="428263" y="16081"/>
                </a:lnTo>
                <a:lnTo>
                  <a:pt x="428101" y="16483"/>
                </a:lnTo>
                <a:lnTo>
                  <a:pt x="427969" y="16901"/>
                </a:lnTo>
                <a:lnTo>
                  <a:pt x="427863" y="17333"/>
                </a:lnTo>
                <a:lnTo>
                  <a:pt x="427780" y="17779"/>
                </a:lnTo>
                <a:lnTo>
                  <a:pt x="427719" y="18235"/>
                </a:lnTo>
                <a:lnTo>
                  <a:pt x="427674" y="18700"/>
                </a:lnTo>
                <a:lnTo>
                  <a:pt x="427644" y="19172"/>
                </a:lnTo>
                <a:lnTo>
                  <a:pt x="427626" y="19650"/>
                </a:lnTo>
                <a:lnTo>
                  <a:pt x="427617" y="20131"/>
                </a:lnTo>
                <a:lnTo>
                  <a:pt x="427614" y="20614"/>
                </a:lnTo>
                <a:lnTo>
                  <a:pt x="427613" y="21097"/>
                </a:lnTo>
                <a:lnTo>
                  <a:pt x="427613" y="36904"/>
                </a:lnTo>
                <a:lnTo>
                  <a:pt x="410839" y="36904"/>
                </a:lnTo>
                <a:lnTo>
                  <a:pt x="410445" y="36905"/>
                </a:lnTo>
                <a:lnTo>
                  <a:pt x="410035" y="36908"/>
                </a:lnTo>
                <a:lnTo>
                  <a:pt x="409613" y="36916"/>
                </a:lnTo>
                <a:lnTo>
                  <a:pt x="409182" y="36932"/>
                </a:lnTo>
                <a:lnTo>
                  <a:pt x="408744" y="36958"/>
                </a:lnTo>
                <a:lnTo>
                  <a:pt x="408302" y="36998"/>
                </a:lnTo>
                <a:lnTo>
                  <a:pt x="407859" y="37053"/>
                </a:lnTo>
                <a:lnTo>
                  <a:pt x="407418" y="37126"/>
                </a:lnTo>
                <a:lnTo>
                  <a:pt x="406982" y="37219"/>
                </a:lnTo>
                <a:lnTo>
                  <a:pt x="406553" y="37337"/>
                </a:lnTo>
                <a:lnTo>
                  <a:pt x="406135" y="37480"/>
                </a:lnTo>
                <a:lnTo>
                  <a:pt x="405730" y="37651"/>
                </a:lnTo>
                <a:lnTo>
                  <a:pt x="405341" y="37854"/>
                </a:lnTo>
                <a:lnTo>
                  <a:pt x="404970" y="38091"/>
                </a:lnTo>
                <a:lnTo>
                  <a:pt x="404622" y="38364"/>
                </a:lnTo>
                <a:lnTo>
                  <a:pt x="404298" y="38675"/>
                </a:lnTo>
                <a:lnTo>
                  <a:pt x="404002" y="39029"/>
                </a:lnTo>
                <a:lnTo>
                  <a:pt x="403736" y="39426"/>
                </a:lnTo>
                <a:lnTo>
                  <a:pt x="403503" y="39870"/>
                </a:lnTo>
                <a:lnTo>
                  <a:pt x="403306" y="40364"/>
                </a:lnTo>
                <a:lnTo>
                  <a:pt x="403148" y="40909"/>
                </a:lnTo>
                <a:lnTo>
                  <a:pt x="403031" y="41509"/>
                </a:lnTo>
                <a:lnTo>
                  <a:pt x="402959" y="42166"/>
                </a:lnTo>
                <a:lnTo>
                  <a:pt x="402935" y="42882"/>
                </a:lnTo>
                <a:lnTo>
                  <a:pt x="402959" y="43576"/>
                </a:lnTo>
                <a:lnTo>
                  <a:pt x="403031" y="44211"/>
                </a:lnTo>
                <a:lnTo>
                  <a:pt x="403147" y="44791"/>
                </a:lnTo>
                <a:lnTo>
                  <a:pt x="403305" y="45319"/>
                </a:lnTo>
                <a:lnTo>
                  <a:pt x="403501" y="45796"/>
                </a:lnTo>
                <a:lnTo>
                  <a:pt x="403733" y="46226"/>
                </a:lnTo>
                <a:lnTo>
                  <a:pt x="403997" y="46611"/>
                </a:lnTo>
                <a:lnTo>
                  <a:pt x="404291" y="46952"/>
                </a:lnTo>
                <a:lnTo>
                  <a:pt x="404612" y="47254"/>
                </a:lnTo>
                <a:lnTo>
                  <a:pt x="404956" y="47518"/>
                </a:lnTo>
                <a:lnTo>
                  <a:pt x="405322" y="47747"/>
                </a:lnTo>
                <a:lnTo>
                  <a:pt x="405705" y="47943"/>
                </a:lnTo>
                <a:lnTo>
                  <a:pt x="406104" y="48109"/>
                </a:lnTo>
                <a:lnTo>
                  <a:pt x="406515" y="48248"/>
                </a:lnTo>
                <a:lnTo>
                  <a:pt x="406935" y="48361"/>
                </a:lnTo>
                <a:lnTo>
                  <a:pt x="407361" y="48452"/>
                </a:lnTo>
                <a:lnTo>
                  <a:pt x="407790" y="48523"/>
                </a:lnTo>
                <a:lnTo>
                  <a:pt x="408220" y="48576"/>
                </a:lnTo>
                <a:lnTo>
                  <a:pt x="408648" y="48614"/>
                </a:lnTo>
                <a:lnTo>
                  <a:pt x="409070" y="48639"/>
                </a:lnTo>
                <a:lnTo>
                  <a:pt x="409483" y="48655"/>
                </a:lnTo>
                <a:lnTo>
                  <a:pt x="409886" y="48663"/>
                </a:lnTo>
                <a:lnTo>
                  <a:pt x="410274" y="48666"/>
                </a:lnTo>
                <a:lnTo>
                  <a:pt x="410645" y="48666"/>
                </a:lnTo>
                <a:lnTo>
                  <a:pt x="427613" y="48666"/>
                </a:lnTo>
                <a:lnTo>
                  <a:pt x="427613" y="95641"/>
                </a:lnTo>
                <a:lnTo>
                  <a:pt x="427681" y="97892"/>
                </a:lnTo>
                <a:lnTo>
                  <a:pt x="427879" y="100025"/>
                </a:lnTo>
                <a:lnTo>
                  <a:pt x="428204" y="102041"/>
                </a:lnTo>
                <a:lnTo>
                  <a:pt x="428649" y="103944"/>
                </a:lnTo>
                <a:lnTo>
                  <a:pt x="429210" y="105734"/>
                </a:lnTo>
                <a:lnTo>
                  <a:pt x="429881" y="107413"/>
                </a:lnTo>
                <a:lnTo>
                  <a:pt x="430657" y="108985"/>
                </a:lnTo>
                <a:lnTo>
                  <a:pt x="431533" y="110450"/>
                </a:lnTo>
                <a:lnTo>
                  <a:pt x="432503" y="111811"/>
                </a:lnTo>
                <a:lnTo>
                  <a:pt x="433562" y="113069"/>
                </a:lnTo>
                <a:lnTo>
                  <a:pt x="434705" y="114227"/>
                </a:lnTo>
                <a:lnTo>
                  <a:pt x="435927" y="115287"/>
                </a:lnTo>
                <a:lnTo>
                  <a:pt x="437221" y="116251"/>
                </a:lnTo>
                <a:lnTo>
                  <a:pt x="438584" y="117120"/>
                </a:lnTo>
                <a:lnTo>
                  <a:pt x="440010" y="117898"/>
                </a:lnTo>
                <a:lnTo>
                  <a:pt x="441493" y="118584"/>
                </a:lnTo>
                <a:lnTo>
                  <a:pt x="443028" y="119183"/>
                </a:lnTo>
                <a:lnTo>
                  <a:pt x="444611" y="119695"/>
                </a:lnTo>
                <a:lnTo>
                  <a:pt x="446235" y="120123"/>
                </a:lnTo>
                <a:lnTo>
                  <a:pt x="447895" y="120469"/>
                </a:lnTo>
                <a:lnTo>
                  <a:pt x="449586" y="120734"/>
                </a:lnTo>
                <a:lnTo>
                  <a:pt x="451304" y="120921"/>
                </a:lnTo>
                <a:lnTo>
                  <a:pt x="453042" y="121032"/>
                </a:lnTo>
                <a:lnTo>
                  <a:pt x="454795" y="121068"/>
                </a:lnTo>
                <a:lnTo>
                  <a:pt x="456584" y="121025"/>
                </a:lnTo>
                <a:lnTo>
                  <a:pt x="458380" y="120895"/>
                </a:lnTo>
                <a:lnTo>
                  <a:pt x="460175" y="120679"/>
                </a:lnTo>
                <a:lnTo>
                  <a:pt x="461963" y="120375"/>
                </a:lnTo>
                <a:lnTo>
                  <a:pt x="463734" y="119984"/>
                </a:lnTo>
                <a:lnTo>
                  <a:pt x="465483" y="119505"/>
                </a:lnTo>
                <a:lnTo>
                  <a:pt x="467202" y="118939"/>
                </a:lnTo>
                <a:lnTo>
                  <a:pt x="468884" y="118284"/>
                </a:lnTo>
                <a:lnTo>
                  <a:pt x="470520" y="117542"/>
                </a:lnTo>
                <a:lnTo>
                  <a:pt x="472104" y="116710"/>
                </a:lnTo>
                <a:lnTo>
                  <a:pt x="473629" y="115790"/>
                </a:lnTo>
                <a:lnTo>
                  <a:pt x="475087" y="114781"/>
                </a:lnTo>
                <a:lnTo>
                  <a:pt x="476470" y="113683"/>
                </a:lnTo>
                <a:lnTo>
                  <a:pt x="477772" y="112495"/>
                </a:lnTo>
                <a:lnTo>
                  <a:pt x="478985" y="111217"/>
                </a:lnTo>
                <a:lnTo>
                  <a:pt x="480101" y="109850"/>
                </a:lnTo>
                <a:lnTo>
                  <a:pt x="481113" y="108392"/>
                </a:lnTo>
                <a:lnTo>
                  <a:pt x="482015" y="106844"/>
                </a:lnTo>
                <a:lnTo>
                  <a:pt x="482798" y="105205"/>
                </a:lnTo>
                <a:lnTo>
                  <a:pt x="483455" y="103475"/>
                </a:lnTo>
                <a:lnTo>
                  <a:pt x="483979" y="101654"/>
                </a:lnTo>
                <a:lnTo>
                  <a:pt x="484362" y="99741"/>
                </a:lnTo>
                <a:lnTo>
                  <a:pt x="484597" y="97737"/>
                </a:lnTo>
                <a:lnTo>
                  <a:pt x="484678" y="95641"/>
                </a:lnTo>
                <a:lnTo>
                  <a:pt x="484677" y="95205"/>
                </a:lnTo>
                <a:lnTo>
                  <a:pt x="484674" y="94765"/>
                </a:lnTo>
                <a:lnTo>
                  <a:pt x="484664" y="94323"/>
                </a:lnTo>
                <a:lnTo>
                  <a:pt x="484646" y="93881"/>
                </a:lnTo>
                <a:lnTo>
                  <a:pt x="484617" y="93441"/>
                </a:lnTo>
                <a:lnTo>
                  <a:pt x="484572" y="93006"/>
                </a:lnTo>
                <a:lnTo>
                  <a:pt x="484510" y="92576"/>
                </a:lnTo>
                <a:close/>
                <a:moveTo>
                  <a:pt x="1199641" y="43579"/>
                </a:moveTo>
                <a:lnTo>
                  <a:pt x="1199321" y="42917"/>
                </a:lnTo>
                <a:lnTo>
                  <a:pt x="1198938" y="42253"/>
                </a:lnTo>
                <a:lnTo>
                  <a:pt x="1198486" y="41593"/>
                </a:lnTo>
                <a:lnTo>
                  <a:pt x="1197960" y="40942"/>
                </a:lnTo>
                <a:lnTo>
                  <a:pt x="1197356" y="40306"/>
                </a:lnTo>
                <a:lnTo>
                  <a:pt x="1196669" y="39690"/>
                </a:lnTo>
                <a:lnTo>
                  <a:pt x="1195894" y="39100"/>
                </a:lnTo>
                <a:lnTo>
                  <a:pt x="1195025" y="38541"/>
                </a:lnTo>
                <a:lnTo>
                  <a:pt x="1194058" y="38017"/>
                </a:lnTo>
                <a:lnTo>
                  <a:pt x="1192988" y="37535"/>
                </a:lnTo>
                <a:lnTo>
                  <a:pt x="1191810" y="37100"/>
                </a:lnTo>
                <a:lnTo>
                  <a:pt x="1190519" y="36717"/>
                </a:lnTo>
                <a:lnTo>
                  <a:pt x="1189111" y="36392"/>
                </a:lnTo>
                <a:lnTo>
                  <a:pt x="1187579" y="36130"/>
                </a:lnTo>
                <a:lnTo>
                  <a:pt x="1185920" y="35936"/>
                </a:lnTo>
                <a:lnTo>
                  <a:pt x="1184128" y="35816"/>
                </a:lnTo>
                <a:lnTo>
                  <a:pt x="1182198" y="35774"/>
                </a:lnTo>
                <a:lnTo>
                  <a:pt x="1180956" y="35793"/>
                </a:lnTo>
                <a:lnTo>
                  <a:pt x="1179690" y="35850"/>
                </a:lnTo>
                <a:lnTo>
                  <a:pt x="1178401" y="35947"/>
                </a:lnTo>
                <a:lnTo>
                  <a:pt x="1177092" y="36088"/>
                </a:lnTo>
                <a:lnTo>
                  <a:pt x="1175764" y="36274"/>
                </a:lnTo>
                <a:lnTo>
                  <a:pt x="1174419" y="36507"/>
                </a:lnTo>
                <a:lnTo>
                  <a:pt x="1173060" y="36790"/>
                </a:lnTo>
                <a:lnTo>
                  <a:pt x="1171687" y="37124"/>
                </a:lnTo>
                <a:lnTo>
                  <a:pt x="1170302" y="37513"/>
                </a:lnTo>
                <a:lnTo>
                  <a:pt x="1168908" y="37959"/>
                </a:lnTo>
                <a:lnTo>
                  <a:pt x="1167507" y="38463"/>
                </a:lnTo>
                <a:lnTo>
                  <a:pt x="1166099" y="39029"/>
                </a:lnTo>
                <a:lnTo>
                  <a:pt x="1164688" y="39657"/>
                </a:lnTo>
                <a:lnTo>
                  <a:pt x="1163274" y="40351"/>
                </a:lnTo>
                <a:lnTo>
                  <a:pt x="1161860" y="41113"/>
                </a:lnTo>
                <a:lnTo>
                  <a:pt x="1160448" y="41945"/>
                </a:lnTo>
                <a:lnTo>
                  <a:pt x="1159039" y="42849"/>
                </a:lnTo>
                <a:lnTo>
                  <a:pt x="1157635" y="43828"/>
                </a:lnTo>
                <a:lnTo>
                  <a:pt x="1156238" y="44884"/>
                </a:lnTo>
                <a:lnTo>
                  <a:pt x="1154850" y="46019"/>
                </a:lnTo>
                <a:lnTo>
                  <a:pt x="1153473" y="47235"/>
                </a:lnTo>
                <a:lnTo>
                  <a:pt x="1152108" y="48534"/>
                </a:lnTo>
                <a:lnTo>
                  <a:pt x="1150758" y="49920"/>
                </a:lnTo>
                <a:lnTo>
                  <a:pt x="1149424" y="51393"/>
                </a:lnTo>
                <a:lnTo>
                  <a:pt x="1149424" y="44839"/>
                </a:lnTo>
                <a:lnTo>
                  <a:pt x="1149418" y="44109"/>
                </a:lnTo>
                <a:lnTo>
                  <a:pt x="1149397" y="43421"/>
                </a:lnTo>
                <a:lnTo>
                  <a:pt x="1149361" y="42774"/>
                </a:lnTo>
                <a:lnTo>
                  <a:pt x="1149308" y="42166"/>
                </a:lnTo>
                <a:lnTo>
                  <a:pt x="1149235" y="41597"/>
                </a:lnTo>
                <a:lnTo>
                  <a:pt x="1149141" y="41066"/>
                </a:lnTo>
                <a:lnTo>
                  <a:pt x="1149023" y="40571"/>
                </a:lnTo>
                <a:lnTo>
                  <a:pt x="1148881" y="40113"/>
                </a:lnTo>
                <a:lnTo>
                  <a:pt x="1148712" y="39689"/>
                </a:lnTo>
                <a:lnTo>
                  <a:pt x="1148514" y="39300"/>
                </a:lnTo>
                <a:lnTo>
                  <a:pt x="1148286" y="38944"/>
                </a:lnTo>
                <a:lnTo>
                  <a:pt x="1148025" y="38620"/>
                </a:lnTo>
                <a:lnTo>
                  <a:pt x="1147731" y="38327"/>
                </a:lnTo>
                <a:lnTo>
                  <a:pt x="1147400" y="38065"/>
                </a:lnTo>
                <a:lnTo>
                  <a:pt x="1147032" y="37831"/>
                </a:lnTo>
                <a:lnTo>
                  <a:pt x="1146624" y="37627"/>
                </a:lnTo>
                <a:lnTo>
                  <a:pt x="1146174" y="37450"/>
                </a:lnTo>
                <a:lnTo>
                  <a:pt x="1145681" y="37300"/>
                </a:lnTo>
                <a:lnTo>
                  <a:pt x="1145143" y="37175"/>
                </a:lnTo>
                <a:lnTo>
                  <a:pt x="1144558" y="37075"/>
                </a:lnTo>
                <a:lnTo>
                  <a:pt x="1143924" y="36999"/>
                </a:lnTo>
                <a:lnTo>
                  <a:pt x="1143239" y="36946"/>
                </a:lnTo>
                <a:lnTo>
                  <a:pt x="1142502" y="36914"/>
                </a:lnTo>
                <a:lnTo>
                  <a:pt x="1141711" y="36904"/>
                </a:lnTo>
                <a:lnTo>
                  <a:pt x="1120504" y="36904"/>
                </a:lnTo>
                <a:lnTo>
                  <a:pt x="1120133" y="36905"/>
                </a:lnTo>
                <a:lnTo>
                  <a:pt x="1119744" y="36908"/>
                </a:lnTo>
                <a:lnTo>
                  <a:pt x="1119342" y="36916"/>
                </a:lnTo>
                <a:lnTo>
                  <a:pt x="1118928" y="36931"/>
                </a:lnTo>
                <a:lnTo>
                  <a:pt x="1118506" y="36957"/>
                </a:lnTo>
                <a:lnTo>
                  <a:pt x="1118079" y="36995"/>
                </a:lnTo>
                <a:lnTo>
                  <a:pt x="1117649" y="37048"/>
                </a:lnTo>
                <a:lnTo>
                  <a:pt x="1117219" y="37119"/>
                </a:lnTo>
                <a:lnTo>
                  <a:pt x="1116793" y="37209"/>
                </a:lnTo>
                <a:lnTo>
                  <a:pt x="1116373" y="37323"/>
                </a:lnTo>
                <a:lnTo>
                  <a:pt x="1115962" y="37461"/>
                </a:lnTo>
                <a:lnTo>
                  <a:pt x="1115564" y="37628"/>
                </a:lnTo>
                <a:lnTo>
                  <a:pt x="1115180" y="37824"/>
                </a:lnTo>
                <a:lnTo>
                  <a:pt x="1114815" y="38053"/>
                </a:lnTo>
                <a:lnTo>
                  <a:pt x="1114470" y="38317"/>
                </a:lnTo>
                <a:lnTo>
                  <a:pt x="1114150" y="38619"/>
                </a:lnTo>
                <a:lnTo>
                  <a:pt x="1113856" y="38961"/>
                </a:lnTo>
                <a:lnTo>
                  <a:pt x="1113591" y="39346"/>
                </a:lnTo>
                <a:lnTo>
                  <a:pt x="1113360" y="39775"/>
                </a:lnTo>
                <a:lnTo>
                  <a:pt x="1113163" y="40253"/>
                </a:lnTo>
                <a:lnTo>
                  <a:pt x="1113006" y="40781"/>
                </a:lnTo>
                <a:lnTo>
                  <a:pt x="1112890" y="41362"/>
                </a:lnTo>
                <a:lnTo>
                  <a:pt x="1112818" y="41997"/>
                </a:lnTo>
                <a:lnTo>
                  <a:pt x="1112793" y="42691"/>
                </a:lnTo>
                <a:lnTo>
                  <a:pt x="1112817" y="43407"/>
                </a:lnTo>
                <a:lnTo>
                  <a:pt x="1112886" y="44064"/>
                </a:lnTo>
                <a:lnTo>
                  <a:pt x="1112998" y="44663"/>
                </a:lnTo>
                <a:lnTo>
                  <a:pt x="1113150" y="45208"/>
                </a:lnTo>
                <a:lnTo>
                  <a:pt x="1113340" y="45702"/>
                </a:lnTo>
                <a:lnTo>
                  <a:pt x="1113564" y="46145"/>
                </a:lnTo>
                <a:lnTo>
                  <a:pt x="1113821" y="46543"/>
                </a:lnTo>
                <a:lnTo>
                  <a:pt x="1114107" y="46896"/>
                </a:lnTo>
                <a:lnTo>
                  <a:pt x="1114420" y="47207"/>
                </a:lnTo>
                <a:lnTo>
                  <a:pt x="1114757" y="47480"/>
                </a:lnTo>
                <a:lnTo>
                  <a:pt x="1115115" y="47717"/>
                </a:lnTo>
                <a:lnTo>
                  <a:pt x="1115492" y="47919"/>
                </a:lnTo>
                <a:lnTo>
                  <a:pt x="1115885" y="48091"/>
                </a:lnTo>
                <a:lnTo>
                  <a:pt x="1116292" y="48234"/>
                </a:lnTo>
                <a:lnTo>
                  <a:pt x="1116709" y="48351"/>
                </a:lnTo>
                <a:lnTo>
                  <a:pt x="1117134" y="48445"/>
                </a:lnTo>
                <a:lnTo>
                  <a:pt x="1117565" y="48518"/>
                </a:lnTo>
                <a:lnTo>
                  <a:pt x="1117998" y="48573"/>
                </a:lnTo>
                <a:lnTo>
                  <a:pt x="1118431" y="48612"/>
                </a:lnTo>
                <a:lnTo>
                  <a:pt x="1118862" y="48639"/>
                </a:lnTo>
                <a:lnTo>
                  <a:pt x="1119287" y="48655"/>
                </a:lnTo>
                <a:lnTo>
                  <a:pt x="1119704" y="48663"/>
                </a:lnTo>
                <a:lnTo>
                  <a:pt x="1120111" y="48666"/>
                </a:lnTo>
                <a:lnTo>
                  <a:pt x="1120504" y="48666"/>
                </a:lnTo>
                <a:lnTo>
                  <a:pt x="1136121" y="48666"/>
                </a:lnTo>
                <a:lnTo>
                  <a:pt x="1136121" y="108180"/>
                </a:lnTo>
                <a:lnTo>
                  <a:pt x="1120504" y="108180"/>
                </a:lnTo>
                <a:lnTo>
                  <a:pt x="1120133" y="108180"/>
                </a:lnTo>
                <a:lnTo>
                  <a:pt x="1119744" y="108183"/>
                </a:lnTo>
                <a:lnTo>
                  <a:pt x="1119342" y="108191"/>
                </a:lnTo>
                <a:lnTo>
                  <a:pt x="1118928" y="108206"/>
                </a:lnTo>
                <a:lnTo>
                  <a:pt x="1118506" y="108232"/>
                </a:lnTo>
                <a:lnTo>
                  <a:pt x="1118079" y="108270"/>
                </a:lnTo>
                <a:lnTo>
                  <a:pt x="1117649" y="108323"/>
                </a:lnTo>
                <a:lnTo>
                  <a:pt x="1117219" y="108394"/>
                </a:lnTo>
                <a:lnTo>
                  <a:pt x="1116793" y="108485"/>
                </a:lnTo>
                <a:lnTo>
                  <a:pt x="1116373" y="108598"/>
                </a:lnTo>
                <a:lnTo>
                  <a:pt x="1115962" y="108736"/>
                </a:lnTo>
                <a:lnTo>
                  <a:pt x="1115564" y="108903"/>
                </a:lnTo>
                <a:lnTo>
                  <a:pt x="1115180" y="109099"/>
                </a:lnTo>
                <a:lnTo>
                  <a:pt x="1114815" y="109328"/>
                </a:lnTo>
                <a:lnTo>
                  <a:pt x="1114470" y="109592"/>
                </a:lnTo>
                <a:lnTo>
                  <a:pt x="1114150" y="109893"/>
                </a:lnTo>
                <a:lnTo>
                  <a:pt x="1113856" y="110235"/>
                </a:lnTo>
                <a:lnTo>
                  <a:pt x="1113591" y="110620"/>
                </a:lnTo>
                <a:lnTo>
                  <a:pt x="1113360" y="111049"/>
                </a:lnTo>
                <a:lnTo>
                  <a:pt x="1113163" y="111527"/>
                </a:lnTo>
                <a:lnTo>
                  <a:pt x="1113006" y="112054"/>
                </a:lnTo>
                <a:lnTo>
                  <a:pt x="1112890" y="112635"/>
                </a:lnTo>
                <a:lnTo>
                  <a:pt x="1112818" y="113270"/>
                </a:lnTo>
                <a:lnTo>
                  <a:pt x="1112793" y="113964"/>
                </a:lnTo>
                <a:lnTo>
                  <a:pt x="1112817" y="114680"/>
                </a:lnTo>
                <a:lnTo>
                  <a:pt x="1112886" y="115336"/>
                </a:lnTo>
                <a:lnTo>
                  <a:pt x="1112998" y="115936"/>
                </a:lnTo>
                <a:lnTo>
                  <a:pt x="1113150" y="116481"/>
                </a:lnTo>
                <a:lnTo>
                  <a:pt x="1113340" y="116974"/>
                </a:lnTo>
                <a:lnTo>
                  <a:pt x="1113564" y="117418"/>
                </a:lnTo>
                <a:lnTo>
                  <a:pt x="1113821" y="117815"/>
                </a:lnTo>
                <a:lnTo>
                  <a:pt x="1114107" y="118168"/>
                </a:lnTo>
                <a:lnTo>
                  <a:pt x="1114420" y="118480"/>
                </a:lnTo>
                <a:lnTo>
                  <a:pt x="1114757" y="118753"/>
                </a:lnTo>
                <a:lnTo>
                  <a:pt x="1115115" y="118989"/>
                </a:lnTo>
                <a:lnTo>
                  <a:pt x="1115492" y="119192"/>
                </a:lnTo>
                <a:lnTo>
                  <a:pt x="1115885" y="119363"/>
                </a:lnTo>
                <a:lnTo>
                  <a:pt x="1116292" y="119506"/>
                </a:lnTo>
                <a:lnTo>
                  <a:pt x="1116709" y="119624"/>
                </a:lnTo>
                <a:lnTo>
                  <a:pt x="1117134" y="119717"/>
                </a:lnTo>
                <a:lnTo>
                  <a:pt x="1117565" y="119790"/>
                </a:lnTo>
                <a:lnTo>
                  <a:pt x="1117998" y="119845"/>
                </a:lnTo>
                <a:lnTo>
                  <a:pt x="1118431" y="119885"/>
                </a:lnTo>
                <a:lnTo>
                  <a:pt x="1118862" y="119911"/>
                </a:lnTo>
                <a:lnTo>
                  <a:pt x="1119287" y="119927"/>
                </a:lnTo>
                <a:lnTo>
                  <a:pt x="1119704" y="119935"/>
                </a:lnTo>
                <a:lnTo>
                  <a:pt x="1120111" y="119938"/>
                </a:lnTo>
                <a:lnTo>
                  <a:pt x="1120504" y="119939"/>
                </a:lnTo>
                <a:lnTo>
                  <a:pt x="1170823" y="119939"/>
                </a:lnTo>
                <a:lnTo>
                  <a:pt x="1171195" y="119938"/>
                </a:lnTo>
                <a:lnTo>
                  <a:pt x="1171586" y="119935"/>
                </a:lnTo>
                <a:lnTo>
                  <a:pt x="1171992" y="119927"/>
                </a:lnTo>
                <a:lnTo>
                  <a:pt x="1172412" y="119912"/>
                </a:lnTo>
                <a:lnTo>
                  <a:pt x="1172842" y="119886"/>
                </a:lnTo>
                <a:lnTo>
                  <a:pt x="1173278" y="119848"/>
                </a:lnTo>
                <a:lnTo>
                  <a:pt x="1173717" y="119795"/>
                </a:lnTo>
                <a:lnTo>
                  <a:pt x="1174157" y="119724"/>
                </a:lnTo>
                <a:lnTo>
                  <a:pt x="1174594" y="119634"/>
                </a:lnTo>
                <a:lnTo>
                  <a:pt x="1175026" y="119520"/>
                </a:lnTo>
                <a:lnTo>
                  <a:pt x="1175449" y="119382"/>
                </a:lnTo>
                <a:lnTo>
                  <a:pt x="1175859" y="119216"/>
                </a:lnTo>
                <a:lnTo>
                  <a:pt x="1176255" y="119019"/>
                </a:lnTo>
                <a:lnTo>
                  <a:pt x="1176632" y="118791"/>
                </a:lnTo>
                <a:lnTo>
                  <a:pt x="1176988" y="118527"/>
                </a:lnTo>
                <a:lnTo>
                  <a:pt x="1177320" y="118225"/>
                </a:lnTo>
                <a:lnTo>
                  <a:pt x="1177625" y="117883"/>
                </a:lnTo>
                <a:lnTo>
                  <a:pt x="1177899" y="117499"/>
                </a:lnTo>
                <a:lnTo>
                  <a:pt x="1178139" y="117069"/>
                </a:lnTo>
                <a:lnTo>
                  <a:pt x="1178342" y="116591"/>
                </a:lnTo>
                <a:lnTo>
                  <a:pt x="1178506" y="116064"/>
                </a:lnTo>
                <a:lnTo>
                  <a:pt x="1178627" y="115484"/>
                </a:lnTo>
                <a:lnTo>
                  <a:pt x="1178701" y="114848"/>
                </a:lnTo>
                <a:lnTo>
                  <a:pt x="1178727" y="114155"/>
                </a:lnTo>
                <a:lnTo>
                  <a:pt x="1178701" y="113439"/>
                </a:lnTo>
                <a:lnTo>
                  <a:pt x="1178627" y="112782"/>
                </a:lnTo>
                <a:lnTo>
                  <a:pt x="1178506" y="112182"/>
                </a:lnTo>
                <a:lnTo>
                  <a:pt x="1178342" y="111637"/>
                </a:lnTo>
                <a:lnTo>
                  <a:pt x="1178139" y="111144"/>
                </a:lnTo>
                <a:lnTo>
                  <a:pt x="1177899" y="110700"/>
                </a:lnTo>
                <a:lnTo>
                  <a:pt x="1177625" y="110303"/>
                </a:lnTo>
                <a:lnTo>
                  <a:pt x="1177320" y="109950"/>
                </a:lnTo>
                <a:lnTo>
                  <a:pt x="1176988" y="109638"/>
                </a:lnTo>
                <a:lnTo>
                  <a:pt x="1176632" y="109366"/>
                </a:lnTo>
                <a:lnTo>
                  <a:pt x="1176255" y="109129"/>
                </a:lnTo>
                <a:lnTo>
                  <a:pt x="1175859" y="108926"/>
                </a:lnTo>
                <a:lnTo>
                  <a:pt x="1175449" y="108755"/>
                </a:lnTo>
                <a:lnTo>
                  <a:pt x="1175026" y="108612"/>
                </a:lnTo>
                <a:lnTo>
                  <a:pt x="1174594" y="108495"/>
                </a:lnTo>
                <a:lnTo>
                  <a:pt x="1174157" y="108401"/>
                </a:lnTo>
                <a:lnTo>
                  <a:pt x="1173717" y="108328"/>
                </a:lnTo>
                <a:lnTo>
                  <a:pt x="1173278" y="108273"/>
                </a:lnTo>
                <a:lnTo>
                  <a:pt x="1172842" y="108234"/>
                </a:lnTo>
                <a:lnTo>
                  <a:pt x="1172412" y="108207"/>
                </a:lnTo>
                <a:lnTo>
                  <a:pt x="1171992" y="108191"/>
                </a:lnTo>
                <a:lnTo>
                  <a:pt x="1171586" y="108183"/>
                </a:lnTo>
                <a:lnTo>
                  <a:pt x="1171195" y="108180"/>
                </a:lnTo>
                <a:lnTo>
                  <a:pt x="1170823" y="108180"/>
                </a:lnTo>
                <a:lnTo>
                  <a:pt x="1149424" y="108180"/>
                </a:lnTo>
                <a:lnTo>
                  <a:pt x="1149424" y="84105"/>
                </a:lnTo>
                <a:lnTo>
                  <a:pt x="1149483" y="81847"/>
                </a:lnTo>
                <a:lnTo>
                  <a:pt x="1149661" y="79592"/>
                </a:lnTo>
                <a:lnTo>
                  <a:pt x="1149958" y="77349"/>
                </a:lnTo>
                <a:lnTo>
                  <a:pt x="1150375" y="75126"/>
                </a:lnTo>
                <a:lnTo>
                  <a:pt x="1150910" y="72932"/>
                </a:lnTo>
                <a:lnTo>
                  <a:pt x="1151566" y="70773"/>
                </a:lnTo>
                <a:lnTo>
                  <a:pt x="1152341" y="68660"/>
                </a:lnTo>
                <a:lnTo>
                  <a:pt x="1153237" y="66599"/>
                </a:lnTo>
                <a:lnTo>
                  <a:pt x="1154253" y="64599"/>
                </a:lnTo>
                <a:lnTo>
                  <a:pt x="1155390" y="62669"/>
                </a:lnTo>
                <a:lnTo>
                  <a:pt x="1156647" y="60816"/>
                </a:lnTo>
                <a:lnTo>
                  <a:pt x="1158027" y="59049"/>
                </a:lnTo>
                <a:lnTo>
                  <a:pt x="1159527" y="57376"/>
                </a:lnTo>
                <a:lnTo>
                  <a:pt x="1161150" y="55806"/>
                </a:lnTo>
                <a:lnTo>
                  <a:pt x="1162894" y="54346"/>
                </a:lnTo>
                <a:lnTo>
                  <a:pt x="1164761" y="53004"/>
                </a:lnTo>
                <a:lnTo>
                  <a:pt x="1166750" y="51790"/>
                </a:lnTo>
                <a:lnTo>
                  <a:pt x="1168862" y="50711"/>
                </a:lnTo>
                <a:lnTo>
                  <a:pt x="1171096" y="49775"/>
                </a:lnTo>
                <a:lnTo>
                  <a:pt x="1173455" y="48991"/>
                </a:lnTo>
                <a:lnTo>
                  <a:pt x="1175936" y="48367"/>
                </a:lnTo>
                <a:lnTo>
                  <a:pt x="1178542" y="47911"/>
                </a:lnTo>
                <a:lnTo>
                  <a:pt x="1181271" y="47632"/>
                </a:lnTo>
                <a:lnTo>
                  <a:pt x="1184125" y="47537"/>
                </a:lnTo>
                <a:lnTo>
                  <a:pt x="1184165" y="48111"/>
                </a:lnTo>
                <a:lnTo>
                  <a:pt x="1184237" y="48676"/>
                </a:lnTo>
                <a:lnTo>
                  <a:pt x="1184340" y="49230"/>
                </a:lnTo>
                <a:lnTo>
                  <a:pt x="1184472" y="49772"/>
                </a:lnTo>
                <a:lnTo>
                  <a:pt x="1184634" y="50301"/>
                </a:lnTo>
                <a:lnTo>
                  <a:pt x="1184825" y="50815"/>
                </a:lnTo>
                <a:lnTo>
                  <a:pt x="1185044" y="51313"/>
                </a:lnTo>
                <a:lnTo>
                  <a:pt x="1185290" y="51793"/>
                </a:lnTo>
                <a:lnTo>
                  <a:pt x="1185563" y="52255"/>
                </a:lnTo>
                <a:lnTo>
                  <a:pt x="1185862" y="52696"/>
                </a:lnTo>
                <a:lnTo>
                  <a:pt x="1186187" y="53117"/>
                </a:lnTo>
                <a:lnTo>
                  <a:pt x="1186536" y="53514"/>
                </a:lnTo>
                <a:lnTo>
                  <a:pt x="1186909" y="53888"/>
                </a:lnTo>
                <a:lnTo>
                  <a:pt x="1187306" y="54236"/>
                </a:lnTo>
                <a:lnTo>
                  <a:pt x="1187726" y="54557"/>
                </a:lnTo>
                <a:lnTo>
                  <a:pt x="1188167" y="54850"/>
                </a:lnTo>
                <a:lnTo>
                  <a:pt x="1188630" y="55113"/>
                </a:lnTo>
                <a:lnTo>
                  <a:pt x="1189114" y="55346"/>
                </a:lnTo>
                <a:lnTo>
                  <a:pt x="1189618" y="55547"/>
                </a:lnTo>
                <a:lnTo>
                  <a:pt x="1190141" y="55714"/>
                </a:lnTo>
                <a:lnTo>
                  <a:pt x="1190683" y="55846"/>
                </a:lnTo>
                <a:lnTo>
                  <a:pt x="1191243" y="55943"/>
                </a:lnTo>
                <a:lnTo>
                  <a:pt x="1191821" y="56001"/>
                </a:lnTo>
                <a:lnTo>
                  <a:pt x="1192415" y="56021"/>
                </a:lnTo>
                <a:lnTo>
                  <a:pt x="1192943" y="56005"/>
                </a:lnTo>
                <a:lnTo>
                  <a:pt x="1193466" y="55957"/>
                </a:lnTo>
                <a:lnTo>
                  <a:pt x="1193981" y="55878"/>
                </a:lnTo>
                <a:lnTo>
                  <a:pt x="1194488" y="55768"/>
                </a:lnTo>
                <a:lnTo>
                  <a:pt x="1194985" y="55628"/>
                </a:lnTo>
                <a:lnTo>
                  <a:pt x="1195470" y="55458"/>
                </a:lnTo>
                <a:lnTo>
                  <a:pt x="1195942" y="55258"/>
                </a:lnTo>
                <a:lnTo>
                  <a:pt x="1196400" y="55028"/>
                </a:lnTo>
                <a:lnTo>
                  <a:pt x="1196842" y="54770"/>
                </a:lnTo>
                <a:lnTo>
                  <a:pt x="1197266" y="54484"/>
                </a:lnTo>
                <a:lnTo>
                  <a:pt x="1197671" y="54169"/>
                </a:lnTo>
                <a:lnTo>
                  <a:pt x="1198055" y="53828"/>
                </a:lnTo>
                <a:lnTo>
                  <a:pt x="1198418" y="53459"/>
                </a:lnTo>
                <a:lnTo>
                  <a:pt x="1198756" y="53063"/>
                </a:lnTo>
                <a:lnTo>
                  <a:pt x="1199070" y="52641"/>
                </a:lnTo>
                <a:lnTo>
                  <a:pt x="1199357" y="52193"/>
                </a:lnTo>
                <a:lnTo>
                  <a:pt x="1199616" y="51720"/>
                </a:lnTo>
                <a:lnTo>
                  <a:pt x="1199845" y="51222"/>
                </a:lnTo>
                <a:lnTo>
                  <a:pt x="1200043" y="50699"/>
                </a:lnTo>
                <a:lnTo>
                  <a:pt x="1200208" y="50152"/>
                </a:lnTo>
                <a:lnTo>
                  <a:pt x="1200340" y="49581"/>
                </a:lnTo>
                <a:lnTo>
                  <a:pt x="1200435" y="48987"/>
                </a:lnTo>
                <a:lnTo>
                  <a:pt x="1200494" y="48370"/>
                </a:lnTo>
                <a:lnTo>
                  <a:pt x="1200514" y="47731"/>
                </a:lnTo>
                <a:lnTo>
                  <a:pt x="1200501" y="47227"/>
                </a:lnTo>
                <a:lnTo>
                  <a:pt x="1200459" y="46685"/>
                </a:lnTo>
                <a:lnTo>
                  <a:pt x="1200383" y="46110"/>
                </a:lnTo>
                <a:lnTo>
                  <a:pt x="1200268" y="45506"/>
                </a:lnTo>
                <a:lnTo>
                  <a:pt x="1200110" y="44879"/>
                </a:lnTo>
                <a:lnTo>
                  <a:pt x="1199902" y="44235"/>
                </a:lnTo>
                <a:lnTo>
                  <a:pt x="1199641" y="43579"/>
                </a:lnTo>
                <a:close/>
                <a:moveTo>
                  <a:pt x="1407793" y="110700"/>
                </a:moveTo>
                <a:lnTo>
                  <a:pt x="1407530" y="110303"/>
                </a:lnTo>
                <a:lnTo>
                  <a:pt x="1407228" y="109950"/>
                </a:lnTo>
                <a:lnTo>
                  <a:pt x="1406887" y="109638"/>
                </a:lnTo>
                <a:lnTo>
                  <a:pt x="1406510" y="109366"/>
                </a:lnTo>
                <a:lnTo>
                  <a:pt x="1406095" y="109129"/>
                </a:lnTo>
                <a:lnTo>
                  <a:pt x="1405643" y="108926"/>
                </a:lnTo>
                <a:lnTo>
                  <a:pt x="1405155" y="108755"/>
                </a:lnTo>
                <a:lnTo>
                  <a:pt x="1404631" y="108612"/>
                </a:lnTo>
                <a:lnTo>
                  <a:pt x="1404073" y="108495"/>
                </a:lnTo>
                <a:lnTo>
                  <a:pt x="1403480" y="108401"/>
                </a:lnTo>
                <a:lnTo>
                  <a:pt x="1402852" y="108328"/>
                </a:lnTo>
                <a:lnTo>
                  <a:pt x="1402191" y="108273"/>
                </a:lnTo>
                <a:lnTo>
                  <a:pt x="1401497" y="108234"/>
                </a:lnTo>
                <a:lnTo>
                  <a:pt x="1400770" y="108207"/>
                </a:lnTo>
                <a:lnTo>
                  <a:pt x="1400011" y="108191"/>
                </a:lnTo>
                <a:lnTo>
                  <a:pt x="1399221" y="108183"/>
                </a:lnTo>
                <a:lnTo>
                  <a:pt x="1398399" y="108180"/>
                </a:lnTo>
                <a:lnTo>
                  <a:pt x="1397547" y="108180"/>
                </a:lnTo>
                <a:lnTo>
                  <a:pt x="1397547" y="61590"/>
                </a:lnTo>
                <a:lnTo>
                  <a:pt x="1397545" y="61018"/>
                </a:lnTo>
                <a:lnTo>
                  <a:pt x="1397537" y="60273"/>
                </a:lnTo>
                <a:lnTo>
                  <a:pt x="1397513" y="59375"/>
                </a:lnTo>
                <a:lnTo>
                  <a:pt x="1397467" y="58341"/>
                </a:lnTo>
                <a:lnTo>
                  <a:pt x="1397392" y="57187"/>
                </a:lnTo>
                <a:lnTo>
                  <a:pt x="1397279" y="55932"/>
                </a:lnTo>
                <a:lnTo>
                  <a:pt x="1397121" y="54592"/>
                </a:lnTo>
                <a:lnTo>
                  <a:pt x="1396911" y="53186"/>
                </a:lnTo>
                <a:lnTo>
                  <a:pt x="1396642" y="51730"/>
                </a:lnTo>
                <a:lnTo>
                  <a:pt x="1396305" y="50241"/>
                </a:lnTo>
                <a:lnTo>
                  <a:pt x="1395895" y="48739"/>
                </a:lnTo>
                <a:lnTo>
                  <a:pt x="1395402" y="47238"/>
                </a:lnTo>
                <a:lnTo>
                  <a:pt x="1394820" y="45758"/>
                </a:lnTo>
                <a:lnTo>
                  <a:pt x="1394141" y="44315"/>
                </a:lnTo>
                <a:lnTo>
                  <a:pt x="1393357" y="42927"/>
                </a:lnTo>
                <a:lnTo>
                  <a:pt x="1392462" y="41612"/>
                </a:lnTo>
                <a:lnTo>
                  <a:pt x="1391448" y="40386"/>
                </a:lnTo>
                <a:lnTo>
                  <a:pt x="1390308" y="39267"/>
                </a:lnTo>
                <a:lnTo>
                  <a:pt x="1389033" y="38272"/>
                </a:lnTo>
                <a:lnTo>
                  <a:pt x="1387617" y="37419"/>
                </a:lnTo>
                <a:lnTo>
                  <a:pt x="1386051" y="36726"/>
                </a:lnTo>
                <a:lnTo>
                  <a:pt x="1384330" y="36209"/>
                </a:lnTo>
                <a:lnTo>
                  <a:pt x="1382444" y="35886"/>
                </a:lnTo>
                <a:lnTo>
                  <a:pt x="1380387" y="35774"/>
                </a:lnTo>
                <a:lnTo>
                  <a:pt x="1379654" y="35788"/>
                </a:lnTo>
                <a:lnTo>
                  <a:pt x="1378900" y="35828"/>
                </a:lnTo>
                <a:lnTo>
                  <a:pt x="1378128" y="35897"/>
                </a:lnTo>
                <a:lnTo>
                  <a:pt x="1377340" y="35995"/>
                </a:lnTo>
                <a:lnTo>
                  <a:pt x="1376538" y="36124"/>
                </a:lnTo>
                <a:lnTo>
                  <a:pt x="1375724" y="36284"/>
                </a:lnTo>
                <a:lnTo>
                  <a:pt x="1374900" y="36476"/>
                </a:lnTo>
                <a:lnTo>
                  <a:pt x="1374068" y="36703"/>
                </a:lnTo>
                <a:lnTo>
                  <a:pt x="1373230" y="36964"/>
                </a:lnTo>
                <a:lnTo>
                  <a:pt x="1372388" y="37261"/>
                </a:lnTo>
                <a:lnTo>
                  <a:pt x="1371544" y="37595"/>
                </a:lnTo>
                <a:lnTo>
                  <a:pt x="1370700" y="37968"/>
                </a:lnTo>
                <a:lnTo>
                  <a:pt x="1369858" y="38379"/>
                </a:lnTo>
                <a:lnTo>
                  <a:pt x="1369019" y="38831"/>
                </a:lnTo>
                <a:lnTo>
                  <a:pt x="1368187" y="39324"/>
                </a:lnTo>
                <a:lnTo>
                  <a:pt x="1367363" y="39859"/>
                </a:lnTo>
                <a:lnTo>
                  <a:pt x="1366549" y="40438"/>
                </a:lnTo>
                <a:lnTo>
                  <a:pt x="1365747" y="41062"/>
                </a:lnTo>
                <a:lnTo>
                  <a:pt x="1364959" y="41731"/>
                </a:lnTo>
                <a:lnTo>
                  <a:pt x="1364188" y="42447"/>
                </a:lnTo>
                <a:lnTo>
                  <a:pt x="1363434" y="43211"/>
                </a:lnTo>
                <a:lnTo>
                  <a:pt x="1362700" y="44024"/>
                </a:lnTo>
                <a:lnTo>
                  <a:pt x="1361989" y="44887"/>
                </a:lnTo>
                <a:lnTo>
                  <a:pt x="1361301" y="45801"/>
                </a:lnTo>
                <a:lnTo>
                  <a:pt x="1360927" y="44997"/>
                </a:lnTo>
                <a:lnTo>
                  <a:pt x="1360527" y="44227"/>
                </a:lnTo>
                <a:lnTo>
                  <a:pt x="1360102" y="43488"/>
                </a:lnTo>
                <a:lnTo>
                  <a:pt x="1359654" y="42782"/>
                </a:lnTo>
                <a:lnTo>
                  <a:pt x="1359181" y="42109"/>
                </a:lnTo>
                <a:lnTo>
                  <a:pt x="1358686" y="41469"/>
                </a:lnTo>
                <a:lnTo>
                  <a:pt x="1358169" y="40862"/>
                </a:lnTo>
                <a:lnTo>
                  <a:pt x="1357631" y="40288"/>
                </a:lnTo>
                <a:lnTo>
                  <a:pt x="1357072" y="39748"/>
                </a:lnTo>
                <a:lnTo>
                  <a:pt x="1356493" y="39241"/>
                </a:lnTo>
                <a:lnTo>
                  <a:pt x="1355894" y="38768"/>
                </a:lnTo>
                <a:lnTo>
                  <a:pt x="1355276" y="38330"/>
                </a:lnTo>
                <a:lnTo>
                  <a:pt x="1354641" y="37925"/>
                </a:lnTo>
                <a:lnTo>
                  <a:pt x="1353988" y="37554"/>
                </a:lnTo>
                <a:lnTo>
                  <a:pt x="1353318" y="37219"/>
                </a:lnTo>
                <a:lnTo>
                  <a:pt x="1352632" y="36917"/>
                </a:lnTo>
                <a:lnTo>
                  <a:pt x="1351931" y="36651"/>
                </a:lnTo>
                <a:lnTo>
                  <a:pt x="1351215" y="36419"/>
                </a:lnTo>
                <a:lnTo>
                  <a:pt x="1350485" y="36223"/>
                </a:lnTo>
                <a:lnTo>
                  <a:pt x="1349742" y="36062"/>
                </a:lnTo>
                <a:lnTo>
                  <a:pt x="1348986" y="35936"/>
                </a:lnTo>
                <a:lnTo>
                  <a:pt x="1348218" y="35847"/>
                </a:lnTo>
                <a:lnTo>
                  <a:pt x="1347438" y="35793"/>
                </a:lnTo>
                <a:lnTo>
                  <a:pt x="1346648" y="35774"/>
                </a:lnTo>
                <a:lnTo>
                  <a:pt x="1345879" y="35788"/>
                </a:lnTo>
                <a:lnTo>
                  <a:pt x="1345114" y="35830"/>
                </a:lnTo>
                <a:lnTo>
                  <a:pt x="1344354" y="35899"/>
                </a:lnTo>
                <a:lnTo>
                  <a:pt x="1343599" y="35994"/>
                </a:lnTo>
                <a:lnTo>
                  <a:pt x="1342850" y="36116"/>
                </a:lnTo>
                <a:lnTo>
                  <a:pt x="1342106" y="36263"/>
                </a:lnTo>
                <a:lnTo>
                  <a:pt x="1341368" y="36435"/>
                </a:lnTo>
                <a:lnTo>
                  <a:pt x="1340636" y="36632"/>
                </a:lnTo>
                <a:lnTo>
                  <a:pt x="1339911" y="36853"/>
                </a:lnTo>
                <a:lnTo>
                  <a:pt x="1339194" y="37097"/>
                </a:lnTo>
                <a:lnTo>
                  <a:pt x="1338483" y="37365"/>
                </a:lnTo>
                <a:lnTo>
                  <a:pt x="1337780" y="37655"/>
                </a:lnTo>
                <a:lnTo>
                  <a:pt x="1337085" y="37967"/>
                </a:lnTo>
                <a:lnTo>
                  <a:pt x="1336399" y="38301"/>
                </a:lnTo>
                <a:lnTo>
                  <a:pt x="1335721" y="38656"/>
                </a:lnTo>
                <a:lnTo>
                  <a:pt x="1335053" y="39032"/>
                </a:lnTo>
                <a:lnTo>
                  <a:pt x="1334393" y="39428"/>
                </a:lnTo>
                <a:lnTo>
                  <a:pt x="1333744" y="39843"/>
                </a:lnTo>
                <a:lnTo>
                  <a:pt x="1333104" y="40277"/>
                </a:lnTo>
                <a:lnTo>
                  <a:pt x="1332475" y="40730"/>
                </a:lnTo>
                <a:lnTo>
                  <a:pt x="1331856" y="41201"/>
                </a:lnTo>
                <a:lnTo>
                  <a:pt x="1331249" y="41690"/>
                </a:lnTo>
                <a:lnTo>
                  <a:pt x="1330653" y="42195"/>
                </a:lnTo>
                <a:lnTo>
                  <a:pt x="1330068" y="42718"/>
                </a:lnTo>
                <a:lnTo>
                  <a:pt x="1330002" y="42021"/>
                </a:lnTo>
                <a:lnTo>
                  <a:pt x="1329902" y="41382"/>
                </a:lnTo>
                <a:lnTo>
                  <a:pt x="1329769" y="40799"/>
                </a:lnTo>
                <a:lnTo>
                  <a:pt x="1329604" y="40268"/>
                </a:lnTo>
                <a:lnTo>
                  <a:pt x="1329410" y="39789"/>
                </a:lnTo>
                <a:lnTo>
                  <a:pt x="1329189" y="39357"/>
                </a:lnTo>
                <a:lnTo>
                  <a:pt x="1328941" y="38970"/>
                </a:lnTo>
                <a:lnTo>
                  <a:pt x="1328669" y="38627"/>
                </a:lnTo>
                <a:lnTo>
                  <a:pt x="1328374" y="38323"/>
                </a:lnTo>
                <a:lnTo>
                  <a:pt x="1328058" y="38058"/>
                </a:lnTo>
                <a:lnTo>
                  <a:pt x="1327722" y="37828"/>
                </a:lnTo>
                <a:lnTo>
                  <a:pt x="1327369" y="37631"/>
                </a:lnTo>
                <a:lnTo>
                  <a:pt x="1327000" y="37464"/>
                </a:lnTo>
                <a:lnTo>
                  <a:pt x="1326616" y="37325"/>
                </a:lnTo>
                <a:lnTo>
                  <a:pt x="1326219" y="37211"/>
                </a:lnTo>
                <a:lnTo>
                  <a:pt x="1325812" y="37120"/>
                </a:lnTo>
                <a:lnTo>
                  <a:pt x="1325395" y="37048"/>
                </a:lnTo>
                <a:lnTo>
                  <a:pt x="1324970" y="36995"/>
                </a:lnTo>
                <a:lnTo>
                  <a:pt x="1324540" y="36957"/>
                </a:lnTo>
                <a:lnTo>
                  <a:pt x="1324105" y="36931"/>
                </a:lnTo>
                <a:lnTo>
                  <a:pt x="1323667" y="36916"/>
                </a:lnTo>
                <a:lnTo>
                  <a:pt x="1323229" y="36908"/>
                </a:lnTo>
                <a:lnTo>
                  <a:pt x="1322791" y="36905"/>
                </a:lnTo>
                <a:lnTo>
                  <a:pt x="1322355" y="36904"/>
                </a:lnTo>
                <a:lnTo>
                  <a:pt x="1316186" y="36904"/>
                </a:lnTo>
                <a:lnTo>
                  <a:pt x="1315814" y="36905"/>
                </a:lnTo>
                <a:lnTo>
                  <a:pt x="1315423" y="36908"/>
                </a:lnTo>
                <a:lnTo>
                  <a:pt x="1315016" y="36916"/>
                </a:lnTo>
                <a:lnTo>
                  <a:pt x="1314597" y="36931"/>
                </a:lnTo>
                <a:lnTo>
                  <a:pt x="1314167" y="36957"/>
                </a:lnTo>
                <a:lnTo>
                  <a:pt x="1313731" y="36995"/>
                </a:lnTo>
                <a:lnTo>
                  <a:pt x="1313292" y="37048"/>
                </a:lnTo>
                <a:lnTo>
                  <a:pt x="1312852" y="37119"/>
                </a:lnTo>
                <a:lnTo>
                  <a:pt x="1312414" y="37209"/>
                </a:lnTo>
                <a:lnTo>
                  <a:pt x="1311983" y="37323"/>
                </a:lnTo>
                <a:lnTo>
                  <a:pt x="1311560" y="37461"/>
                </a:lnTo>
                <a:lnTo>
                  <a:pt x="1311149" y="37628"/>
                </a:lnTo>
                <a:lnTo>
                  <a:pt x="1310754" y="37824"/>
                </a:lnTo>
                <a:lnTo>
                  <a:pt x="1310376" y="38053"/>
                </a:lnTo>
                <a:lnTo>
                  <a:pt x="1310020" y="38317"/>
                </a:lnTo>
                <a:lnTo>
                  <a:pt x="1309688" y="38619"/>
                </a:lnTo>
                <a:lnTo>
                  <a:pt x="1309384" y="38961"/>
                </a:lnTo>
                <a:lnTo>
                  <a:pt x="1309110" y="39346"/>
                </a:lnTo>
                <a:lnTo>
                  <a:pt x="1308870" y="39775"/>
                </a:lnTo>
                <a:lnTo>
                  <a:pt x="1308666" y="40253"/>
                </a:lnTo>
                <a:lnTo>
                  <a:pt x="1308503" y="40781"/>
                </a:lnTo>
                <a:lnTo>
                  <a:pt x="1308382" y="41362"/>
                </a:lnTo>
                <a:lnTo>
                  <a:pt x="1308307" y="41997"/>
                </a:lnTo>
                <a:lnTo>
                  <a:pt x="1308282" y="42691"/>
                </a:lnTo>
                <a:lnTo>
                  <a:pt x="1308303" y="43407"/>
                </a:lnTo>
                <a:lnTo>
                  <a:pt x="1308365" y="44064"/>
                </a:lnTo>
                <a:lnTo>
                  <a:pt x="1308469" y="44663"/>
                </a:lnTo>
                <a:lnTo>
                  <a:pt x="1308614" y="45208"/>
                </a:lnTo>
                <a:lnTo>
                  <a:pt x="1308799" y="45702"/>
                </a:lnTo>
                <a:lnTo>
                  <a:pt x="1309023" y="46145"/>
                </a:lnTo>
                <a:lnTo>
                  <a:pt x="1309287" y="46543"/>
                </a:lnTo>
                <a:lnTo>
                  <a:pt x="1309589" y="46896"/>
                </a:lnTo>
                <a:lnTo>
                  <a:pt x="1309929" y="47207"/>
                </a:lnTo>
                <a:lnTo>
                  <a:pt x="1310307" y="47480"/>
                </a:lnTo>
                <a:lnTo>
                  <a:pt x="1310723" y="47717"/>
                </a:lnTo>
                <a:lnTo>
                  <a:pt x="1311174" y="47919"/>
                </a:lnTo>
                <a:lnTo>
                  <a:pt x="1311662" y="48091"/>
                </a:lnTo>
                <a:lnTo>
                  <a:pt x="1312186" y="48234"/>
                </a:lnTo>
                <a:lnTo>
                  <a:pt x="1312745" y="48351"/>
                </a:lnTo>
                <a:lnTo>
                  <a:pt x="1313338" y="48445"/>
                </a:lnTo>
                <a:lnTo>
                  <a:pt x="1313966" y="48518"/>
                </a:lnTo>
                <a:lnTo>
                  <a:pt x="1314627" y="48573"/>
                </a:lnTo>
                <a:lnTo>
                  <a:pt x="1315321" y="48612"/>
                </a:lnTo>
                <a:lnTo>
                  <a:pt x="1316048" y="48639"/>
                </a:lnTo>
                <a:lnTo>
                  <a:pt x="1316807" y="48655"/>
                </a:lnTo>
                <a:lnTo>
                  <a:pt x="1317598" y="48663"/>
                </a:lnTo>
                <a:lnTo>
                  <a:pt x="1318420" y="48666"/>
                </a:lnTo>
                <a:lnTo>
                  <a:pt x="1319272" y="48666"/>
                </a:lnTo>
                <a:lnTo>
                  <a:pt x="1319272" y="108180"/>
                </a:lnTo>
                <a:lnTo>
                  <a:pt x="1318420" y="108180"/>
                </a:lnTo>
                <a:lnTo>
                  <a:pt x="1317598" y="108183"/>
                </a:lnTo>
                <a:lnTo>
                  <a:pt x="1316807" y="108191"/>
                </a:lnTo>
                <a:lnTo>
                  <a:pt x="1316048" y="108207"/>
                </a:lnTo>
                <a:lnTo>
                  <a:pt x="1315321" y="108234"/>
                </a:lnTo>
                <a:lnTo>
                  <a:pt x="1314627" y="108273"/>
                </a:lnTo>
                <a:lnTo>
                  <a:pt x="1313966" y="108328"/>
                </a:lnTo>
                <a:lnTo>
                  <a:pt x="1313338" y="108401"/>
                </a:lnTo>
                <a:lnTo>
                  <a:pt x="1312745" y="108495"/>
                </a:lnTo>
                <a:lnTo>
                  <a:pt x="1312186" y="108612"/>
                </a:lnTo>
                <a:lnTo>
                  <a:pt x="1311662" y="108755"/>
                </a:lnTo>
                <a:lnTo>
                  <a:pt x="1311174" y="108926"/>
                </a:lnTo>
                <a:lnTo>
                  <a:pt x="1310723" y="109129"/>
                </a:lnTo>
                <a:lnTo>
                  <a:pt x="1310307" y="109366"/>
                </a:lnTo>
                <a:lnTo>
                  <a:pt x="1309929" y="109638"/>
                </a:lnTo>
                <a:lnTo>
                  <a:pt x="1309589" y="109950"/>
                </a:lnTo>
                <a:lnTo>
                  <a:pt x="1309287" y="110303"/>
                </a:lnTo>
                <a:lnTo>
                  <a:pt x="1309023" y="110700"/>
                </a:lnTo>
                <a:lnTo>
                  <a:pt x="1308799" y="111144"/>
                </a:lnTo>
                <a:lnTo>
                  <a:pt x="1308614" y="111637"/>
                </a:lnTo>
                <a:lnTo>
                  <a:pt x="1308469" y="112182"/>
                </a:lnTo>
                <a:lnTo>
                  <a:pt x="1308365" y="112782"/>
                </a:lnTo>
                <a:lnTo>
                  <a:pt x="1308303" y="113439"/>
                </a:lnTo>
                <a:lnTo>
                  <a:pt x="1308282" y="114155"/>
                </a:lnTo>
                <a:lnTo>
                  <a:pt x="1308308" y="114848"/>
                </a:lnTo>
                <a:lnTo>
                  <a:pt x="1308386" y="115484"/>
                </a:lnTo>
                <a:lnTo>
                  <a:pt x="1308511" y="116064"/>
                </a:lnTo>
                <a:lnTo>
                  <a:pt x="1308680" y="116591"/>
                </a:lnTo>
                <a:lnTo>
                  <a:pt x="1308890" y="117069"/>
                </a:lnTo>
                <a:lnTo>
                  <a:pt x="1309137" y="117499"/>
                </a:lnTo>
                <a:lnTo>
                  <a:pt x="1309419" y="117883"/>
                </a:lnTo>
                <a:lnTo>
                  <a:pt x="1309731" y="118225"/>
                </a:lnTo>
                <a:lnTo>
                  <a:pt x="1310071" y="118527"/>
                </a:lnTo>
                <a:lnTo>
                  <a:pt x="1310435" y="118791"/>
                </a:lnTo>
                <a:lnTo>
                  <a:pt x="1310820" y="119019"/>
                </a:lnTo>
                <a:lnTo>
                  <a:pt x="1311222" y="119216"/>
                </a:lnTo>
                <a:lnTo>
                  <a:pt x="1311638" y="119382"/>
                </a:lnTo>
                <a:lnTo>
                  <a:pt x="1312065" y="119520"/>
                </a:lnTo>
                <a:lnTo>
                  <a:pt x="1312500" y="119634"/>
                </a:lnTo>
                <a:lnTo>
                  <a:pt x="1312938" y="119724"/>
                </a:lnTo>
                <a:lnTo>
                  <a:pt x="1313377" y="119795"/>
                </a:lnTo>
                <a:lnTo>
                  <a:pt x="1313813" y="119848"/>
                </a:lnTo>
                <a:lnTo>
                  <a:pt x="1314243" y="119886"/>
                </a:lnTo>
                <a:lnTo>
                  <a:pt x="1314664" y="119912"/>
                </a:lnTo>
                <a:lnTo>
                  <a:pt x="1315072" y="119927"/>
                </a:lnTo>
                <a:lnTo>
                  <a:pt x="1315464" y="119935"/>
                </a:lnTo>
                <a:lnTo>
                  <a:pt x="1315836" y="119938"/>
                </a:lnTo>
                <a:lnTo>
                  <a:pt x="1316186" y="119939"/>
                </a:lnTo>
                <a:lnTo>
                  <a:pt x="1333154" y="119939"/>
                </a:lnTo>
                <a:lnTo>
                  <a:pt x="1333526" y="119938"/>
                </a:lnTo>
                <a:lnTo>
                  <a:pt x="1333917" y="119935"/>
                </a:lnTo>
                <a:lnTo>
                  <a:pt x="1334324" y="119927"/>
                </a:lnTo>
                <a:lnTo>
                  <a:pt x="1334744" y="119912"/>
                </a:lnTo>
                <a:lnTo>
                  <a:pt x="1335173" y="119886"/>
                </a:lnTo>
                <a:lnTo>
                  <a:pt x="1335609" y="119848"/>
                </a:lnTo>
                <a:lnTo>
                  <a:pt x="1336048" y="119795"/>
                </a:lnTo>
                <a:lnTo>
                  <a:pt x="1336488" y="119724"/>
                </a:lnTo>
                <a:lnTo>
                  <a:pt x="1336925" y="119634"/>
                </a:lnTo>
                <a:lnTo>
                  <a:pt x="1337356" y="119520"/>
                </a:lnTo>
                <a:lnTo>
                  <a:pt x="1337779" y="119382"/>
                </a:lnTo>
                <a:lnTo>
                  <a:pt x="1338189" y="119216"/>
                </a:lnTo>
                <a:lnTo>
                  <a:pt x="1338585" y="119019"/>
                </a:lnTo>
                <a:lnTo>
                  <a:pt x="1338962" y="118791"/>
                </a:lnTo>
                <a:lnTo>
                  <a:pt x="1339318" y="118527"/>
                </a:lnTo>
                <a:lnTo>
                  <a:pt x="1339650" y="118225"/>
                </a:lnTo>
                <a:lnTo>
                  <a:pt x="1339954" y="117883"/>
                </a:lnTo>
                <a:lnTo>
                  <a:pt x="1340228" y="117499"/>
                </a:lnTo>
                <a:lnTo>
                  <a:pt x="1340468" y="117069"/>
                </a:lnTo>
                <a:lnTo>
                  <a:pt x="1340671" y="116591"/>
                </a:lnTo>
                <a:lnTo>
                  <a:pt x="1340835" y="116064"/>
                </a:lnTo>
                <a:lnTo>
                  <a:pt x="1340956" y="115484"/>
                </a:lnTo>
                <a:lnTo>
                  <a:pt x="1341030" y="114848"/>
                </a:lnTo>
                <a:lnTo>
                  <a:pt x="1341056" y="114155"/>
                </a:lnTo>
                <a:lnTo>
                  <a:pt x="1341035" y="113439"/>
                </a:lnTo>
                <a:lnTo>
                  <a:pt x="1340972" y="112782"/>
                </a:lnTo>
                <a:lnTo>
                  <a:pt x="1340868" y="112182"/>
                </a:lnTo>
                <a:lnTo>
                  <a:pt x="1340724" y="111637"/>
                </a:lnTo>
                <a:lnTo>
                  <a:pt x="1340539" y="111144"/>
                </a:lnTo>
                <a:lnTo>
                  <a:pt x="1340315" y="110700"/>
                </a:lnTo>
                <a:lnTo>
                  <a:pt x="1340051" y="110303"/>
                </a:lnTo>
                <a:lnTo>
                  <a:pt x="1339749" y="109950"/>
                </a:lnTo>
                <a:lnTo>
                  <a:pt x="1339409" y="109638"/>
                </a:lnTo>
                <a:lnTo>
                  <a:pt x="1339031" y="109366"/>
                </a:lnTo>
                <a:lnTo>
                  <a:pt x="1338616" y="109129"/>
                </a:lnTo>
                <a:lnTo>
                  <a:pt x="1338164" y="108926"/>
                </a:lnTo>
                <a:lnTo>
                  <a:pt x="1337677" y="108755"/>
                </a:lnTo>
                <a:lnTo>
                  <a:pt x="1337153" y="108612"/>
                </a:lnTo>
                <a:lnTo>
                  <a:pt x="1336594" y="108495"/>
                </a:lnTo>
                <a:lnTo>
                  <a:pt x="1336001" y="108401"/>
                </a:lnTo>
                <a:lnTo>
                  <a:pt x="1335374" y="108328"/>
                </a:lnTo>
                <a:lnTo>
                  <a:pt x="1334713" y="108273"/>
                </a:lnTo>
                <a:lnTo>
                  <a:pt x="1334019" y="108234"/>
                </a:lnTo>
                <a:lnTo>
                  <a:pt x="1333292" y="108207"/>
                </a:lnTo>
                <a:lnTo>
                  <a:pt x="1332533" y="108191"/>
                </a:lnTo>
                <a:lnTo>
                  <a:pt x="1331742" y="108183"/>
                </a:lnTo>
                <a:lnTo>
                  <a:pt x="1330921" y="108180"/>
                </a:lnTo>
                <a:lnTo>
                  <a:pt x="1330068" y="108180"/>
                </a:lnTo>
                <a:lnTo>
                  <a:pt x="1330068" y="73705"/>
                </a:lnTo>
                <a:lnTo>
                  <a:pt x="1330109" y="71608"/>
                </a:lnTo>
                <a:lnTo>
                  <a:pt x="1330228" y="69594"/>
                </a:lnTo>
                <a:lnTo>
                  <a:pt x="1330423" y="67666"/>
                </a:lnTo>
                <a:lnTo>
                  <a:pt x="1330690" y="65823"/>
                </a:lnTo>
                <a:lnTo>
                  <a:pt x="1331026" y="64065"/>
                </a:lnTo>
                <a:lnTo>
                  <a:pt x="1331427" y="62394"/>
                </a:lnTo>
                <a:lnTo>
                  <a:pt x="1331890" y="60810"/>
                </a:lnTo>
                <a:lnTo>
                  <a:pt x="1332410" y="59312"/>
                </a:lnTo>
                <a:lnTo>
                  <a:pt x="1332986" y="57902"/>
                </a:lnTo>
                <a:lnTo>
                  <a:pt x="1333613" y="56580"/>
                </a:lnTo>
                <a:lnTo>
                  <a:pt x="1334289" y="55346"/>
                </a:lnTo>
                <a:lnTo>
                  <a:pt x="1335009" y="54201"/>
                </a:lnTo>
                <a:lnTo>
                  <a:pt x="1335770" y="53145"/>
                </a:lnTo>
                <a:lnTo>
                  <a:pt x="1336569" y="52179"/>
                </a:lnTo>
                <a:lnTo>
                  <a:pt x="1337402" y="51303"/>
                </a:lnTo>
                <a:lnTo>
                  <a:pt x="1338266" y="50517"/>
                </a:lnTo>
                <a:lnTo>
                  <a:pt x="1339157" y="49822"/>
                </a:lnTo>
                <a:lnTo>
                  <a:pt x="1340073" y="49218"/>
                </a:lnTo>
                <a:lnTo>
                  <a:pt x="1341009" y="48706"/>
                </a:lnTo>
                <a:lnTo>
                  <a:pt x="1341962" y="48286"/>
                </a:lnTo>
                <a:lnTo>
                  <a:pt x="1342929" y="47959"/>
                </a:lnTo>
                <a:lnTo>
                  <a:pt x="1343906" y="47724"/>
                </a:lnTo>
                <a:lnTo>
                  <a:pt x="1344890" y="47584"/>
                </a:lnTo>
                <a:lnTo>
                  <a:pt x="1345877" y="47537"/>
                </a:lnTo>
                <a:lnTo>
                  <a:pt x="1346422" y="47554"/>
                </a:lnTo>
                <a:lnTo>
                  <a:pt x="1346949" y="47608"/>
                </a:lnTo>
                <a:lnTo>
                  <a:pt x="1347457" y="47702"/>
                </a:lnTo>
                <a:lnTo>
                  <a:pt x="1347945" y="47837"/>
                </a:lnTo>
                <a:lnTo>
                  <a:pt x="1348414" y="48017"/>
                </a:lnTo>
                <a:lnTo>
                  <a:pt x="1348862" y="48244"/>
                </a:lnTo>
                <a:lnTo>
                  <a:pt x="1349290" y="48520"/>
                </a:lnTo>
                <a:lnTo>
                  <a:pt x="1349697" y="48849"/>
                </a:lnTo>
                <a:lnTo>
                  <a:pt x="1350083" y="49232"/>
                </a:lnTo>
                <a:lnTo>
                  <a:pt x="1350447" y="49673"/>
                </a:lnTo>
                <a:lnTo>
                  <a:pt x="1350788" y="50174"/>
                </a:lnTo>
                <a:lnTo>
                  <a:pt x="1351107" y="50738"/>
                </a:lnTo>
                <a:lnTo>
                  <a:pt x="1351402" y="51366"/>
                </a:lnTo>
                <a:lnTo>
                  <a:pt x="1351675" y="52063"/>
                </a:lnTo>
                <a:lnTo>
                  <a:pt x="1351923" y="52830"/>
                </a:lnTo>
                <a:lnTo>
                  <a:pt x="1352147" y="53669"/>
                </a:lnTo>
                <a:lnTo>
                  <a:pt x="1352346" y="54585"/>
                </a:lnTo>
                <a:lnTo>
                  <a:pt x="1352520" y="55578"/>
                </a:lnTo>
                <a:lnTo>
                  <a:pt x="1352668" y="56652"/>
                </a:lnTo>
                <a:lnTo>
                  <a:pt x="1352791" y="57809"/>
                </a:lnTo>
                <a:lnTo>
                  <a:pt x="1352887" y="59052"/>
                </a:lnTo>
                <a:lnTo>
                  <a:pt x="1352956" y="60384"/>
                </a:lnTo>
                <a:lnTo>
                  <a:pt x="1352997" y="61807"/>
                </a:lnTo>
                <a:lnTo>
                  <a:pt x="1353011" y="63323"/>
                </a:lnTo>
                <a:lnTo>
                  <a:pt x="1353011" y="108180"/>
                </a:lnTo>
                <a:lnTo>
                  <a:pt x="1352548" y="108180"/>
                </a:lnTo>
                <a:lnTo>
                  <a:pt x="1352075" y="108183"/>
                </a:lnTo>
                <a:lnTo>
                  <a:pt x="1351595" y="108191"/>
                </a:lnTo>
                <a:lnTo>
                  <a:pt x="1351111" y="108207"/>
                </a:lnTo>
                <a:lnTo>
                  <a:pt x="1350625" y="108234"/>
                </a:lnTo>
                <a:lnTo>
                  <a:pt x="1350140" y="108273"/>
                </a:lnTo>
                <a:lnTo>
                  <a:pt x="1349659" y="108328"/>
                </a:lnTo>
                <a:lnTo>
                  <a:pt x="1349184" y="108401"/>
                </a:lnTo>
                <a:lnTo>
                  <a:pt x="1348717" y="108495"/>
                </a:lnTo>
                <a:lnTo>
                  <a:pt x="1348262" y="108612"/>
                </a:lnTo>
                <a:lnTo>
                  <a:pt x="1347821" y="108755"/>
                </a:lnTo>
                <a:lnTo>
                  <a:pt x="1347396" y="108926"/>
                </a:lnTo>
                <a:lnTo>
                  <a:pt x="1346990" y="109129"/>
                </a:lnTo>
                <a:lnTo>
                  <a:pt x="1346606" y="109366"/>
                </a:lnTo>
                <a:lnTo>
                  <a:pt x="1346246" y="109638"/>
                </a:lnTo>
                <a:lnTo>
                  <a:pt x="1345913" y="109950"/>
                </a:lnTo>
                <a:lnTo>
                  <a:pt x="1345609" y="110303"/>
                </a:lnTo>
                <a:lnTo>
                  <a:pt x="1345338" y="110700"/>
                </a:lnTo>
                <a:lnTo>
                  <a:pt x="1345101" y="111144"/>
                </a:lnTo>
                <a:lnTo>
                  <a:pt x="1344901" y="111637"/>
                </a:lnTo>
                <a:lnTo>
                  <a:pt x="1344741" y="112182"/>
                </a:lnTo>
                <a:lnTo>
                  <a:pt x="1344624" y="112782"/>
                </a:lnTo>
                <a:lnTo>
                  <a:pt x="1344552" y="113439"/>
                </a:lnTo>
                <a:lnTo>
                  <a:pt x="1344527" y="114155"/>
                </a:lnTo>
                <a:lnTo>
                  <a:pt x="1344554" y="114848"/>
                </a:lnTo>
                <a:lnTo>
                  <a:pt x="1344631" y="115484"/>
                </a:lnTo>
                <a:lnTo>
                  <a:pt x="1344756" y="116064"/>
                </a:lnTo>
                <a:lnTo>
                  <a:pt x="1344925" y="116591"/>
                </a:lnTo>
                <a:lnTo>
                  <a:pt x="1345135" y="117069"/>
                </a:lnTo>
                <a:lnTo>
                  <a:pt x="1345383" y="117499"/>
                </a:lnTo>
                <a:lnTo>
                  <a:pt x="1345665" y="117883"/>
                </a:lnTo>
                <a:lnTo>
                  <a:pt x="1345977" y="118225"/>
                </a:lnTo>
                <a:lnTo>
                  <a:pt x="1346317" y="118527"/>
                </a:lnTo>
                <a:lnTo>
                  <a:pt x="1346681" y="118791"/>
                </a:lnTo>
                <a:lnTo>
                  <a:pt x="1347066" y="119019"/>
                </a:lnTo>
                <a:lnTo>
                  <a:pt x="1347468" y="119216"/>
                </a:lnTo>
                <a:lnTo>
                  <a:pt x="1347884" y="119382"/>
                </a:lnTo>
                <a:lnTo>
                  <a:pt x="1348311" y="119520"/>
                </a:lnTo>
                <a:lnTo>
                  <a:pt x="1348745" y="119634"/>
                </a:lnTo>
                <a:lnTo>
                  <a:pt x="1349183" y="119724"/>
                </a:lnTo>
                <a:lnTo>
                  <a:pt x="1349622" y="119795"/>
                </a:lnTo>
                <a:lnTo>
                  <a:pt x="1350059" y="119848"/>
                </a:lnTo>
                <a:lnTo>
                  <a:pt x="1350489" y="119886"/>
                </a:lnTo>
                <a:lnTo>
                  <a:pt x="1350909" y="119912"/>
                </a:lnTo>
                <a:lnTo>
                  <a:pt x="1351318" y="119927"/>
                </a:lnTo>
                <a:lnTo>
                  <a:pt x="1351709" y="119935"/>
                </a:lnTo>
                <a:lnTo>
                  <a:pt x="1352082" y="119938"/>
                </a:lnTo>
                <a:lnTo>
                  <a:pt x="1352432" y="119939"/>
                </a:lnTo>
                <a:lnTo>
                  <a:pt x="1366890" y="119939"/>
                </a:lnTo>
                <a:lnTo>
                  <a:pt x="1367262" y="119938"/>
                </a:lnTo>
                <a:lnTo>
                  <a:pt x="1367653" y="119935"/>
                </a:lnTo>
                <a:lnTo>
                  <a:pt x="1368060" y="119927"/>
                </a:lnTo>
                <a:lnTo>
                  <a:pt x="1368480" y="119912"/>
                </a:lnTo>
                <a:lnTo>
                  <a:pt x="1368910" y="119886"/>
                </a:lnTo>
                <a:lnTo>
                  <a:pt x="1369346" y="119848"/>
                </a:lnTo>
                <a:lnTo>
                  <a:pt x="1369785" y="119795"/>
                </a:lnTo>
                <a:lnTo>
                  <a:pt x="1370225" y="119724"/>
                </a:lnTo>
                <a:lnTo>
                  <a:pt x="1370662" y="119634"/>
                </a:lnTo>
                <a:lnTo>
                  <a:pt x="1371094" y="119520"/>
                </a:lnTo>
                <a:lnTo>
                  <a:pt x="1371516" y="119382"/>
                </a:lnTo>
                <a:lnTo>
                  <a:pt x="1371927" y="119216"/>
                </a:lnTo>
                <a:lnTo>
                  <a:pt x="1372323" y="119019"/>
                </a:lnTo>
                <a:lnTo>
                  <a:pt x="1372700" y="118791"/>
                </a:lnTo>
                <a:lnTo>
                  <a:pt x="1373056" y="118527"/>
                </a:lnTo>
                <a:lnTo>
                  <a:pt x="1373388" y="118225"/>
                </a:lnTo>
                <a:lnTo>
                  <a:pt x="1373693" y="117883"/>
                </a:lnTo>
                <a:lnTo>
                  <a:pt x="1373967" y="117499"/>
                </a:lnTo>
                <a:lnTo>
                  <a:pt x="1374207" y="117069"/>
                </a:lnTo>
                <a:lnTo>
                  <a:pt x="1374410" y="116591"/>
                </a:lnTo>
                <a:lnTo>
                  <a:pt x="1374574" y="116064"/>
                </a:lnTo>
                <a:lnTo>
                  <a:pt x="1374695" y="115484"/>
                </a:lnTo>
                <a:lnTo>
                  <a:pt x="1374769" y="114848"/>
                </a:lnTo>
                <a:lnTo>
                  <a:pt x="1374795" y="114155"/>
                </a:lnTo>
                <a:lnTo>
                  <a:pt x="1374774" y="113439"/>
                </a:lnTo>
                <a:lnTo>
                  <a:pt x="1374711" y="112782"/>
                </a:lnTo>
                <a:lnTo>
                  <a:pt x="1374608" y="112182"/>
                </a:lnTo>
                <a:lnTo>
                  <a:pt x="1374463" y="111637"/>
                </a:lnTo>
                <a:lnTo>
                  <a:pt x="1374278" y="111144"/>
                </a:lnTo>
                <a:lnTo>
                  <a:pt x="1374054" y="110700"/>
                </a:lnTo>
                <a:lnTo>
                  <a:pt x="1373791" y="110303"/>
                </a:lnTo>
                <a:lnTo>
                  <a:pt x="1373489" y="109950"/>
                </a:lnTo>
                <a:lnTo>
                  <a:pt x="1373148" y="109638"/>
                </a:lnTo>
                <a:lnTo>
                  <a:pt x="1372770" y="109366"/>
                </a:lnTo>
                <a:lnTo>
                  <a:pt x="1372355" y="109129"/>
                </a:lnTo>
                <a:lnTo>
                  <a:pt x="1371904" y="108926"/>
                </a:lnTo>
                <a:lnTo>
                  <a:pt x="1371416" y="108755"/>
                </a:lnTo>
                <a:lnTo>
                  <a:pt x="1370892" y="108612"/>
                </a:lnTo>
                <a:lnTo>
                  <a:pt x="1370334" y="108495"/>
                </a:lnTo>
                <a:lnTo>
                  <a:pt x="1369740" y="108401"/>
                </a:lnTo>
                <a:lnTo>
                  <a:pt x="1369113" y="108328"/>
                </a:lnTo>
                <a:lnTo>
                  <a:pt x="1368452" y="108273"/>
                </a:lnTo>
                <a:lnTo>
                  <a:pt x="1367758" y="108234"/>
                </a:lnTo>
                <a:lnTo>
                  <a:pt x="1367031" y="108207"/>
                </a:lnTo>
                <a:lnTo>
                  <a:pt x="1366272" y="108191"/>
                </a:lnTo>
                <a:lnTo>
                  <a:pt x="1365482" y="108183"/>
                </a:lnTo>
                <a:lnTo>
                  <a:pt x="1364660" y="108180"/>
                </a:lnTo>
                <a:lnTo>
                  <a:pt x="1363808" y="108180"/>
                </a:lnTo>
                <a:lnTo>
                  <a:pt x="1363808" y="73720"/>
                </a:lnTo>
                <a:lnTo>
                  <a:pt x="1363848" y="71621"/>
                </a:lnTo>
                <a:lnTo>
                  <a:pt x="1363968" y="69606"/>
                </a:lnTo>
                <a:lnTo>
                  <a:pt x="1364163" y="67676"/>
                </a:lnTo>
                <a:lnTo>
                  <a:pt x="1364430" y="65831"/>
                </a:lnTo>
                <a:lnTo>
                  <a:pt x="1364765" y="64073"/>
                </a:lnTo>
                <a:lnTo>
                  <a:pt x="1365166" y="62401"/>
                </a:lnTo>
                <a:lnTo>
                  <a:pt x="1365629" y="60815"/>
                </a:lnTo>
                <a:lnTo>
                  <a:pt x="1366150" y="59317"/>
                </a:lnTo>
                <a:lnTo>
                  <a:pt x="1366725" y="57906"/>
                </a:lnTo>
                <a:lnTo>
                  <a:pt x="1367353" y="56583"/>
                </a:lnTo>
                <a:lnTo>
                  <a:pt x="1368028" y="55349"/>
                </a:lnTo>
                <a:lnTo>
                  <a:pt x="1368748" y="54203"/>
                </a:lnTo>
                <a:lnTo>
                  <a:pt x="1369509" y="53147"/>
                </a:lnTo>
                <a:lnTo>
                  <a:pt x="1370308" y="52180"/>
                </a:lnTo>
                <a:lnTo>
                  <a:pt x="1371141" y="51303"/>
                </a:lnTo>
                <a:lnTo>
                  <a:pt x="1372005" y="50517"/>
                </a:lnTo>
                <a:lnTo>
                  <a:pt x="1372896" y="49822"/>
                </a:lnTo>
                <a:lnTo>
                  <a:pt x="1373812" y="49218"/>
                </a:lnTo>
                <a:lnTo>
                  <a:pt x="1374748" y="48706"/>
                </a:lnTo>
                <a:lnTo>
                  <a:pt x="1375701" y="48286"/>
                </a:lnTo>
                <a:lnTo>
                  <a:pt x="1376668" y="47959"/>
                </a:lnTo>
                <a:lnTo>
                  <a:pt x="1377645" y="47724"/>
                </a:lnTo>
                <a:lnTo>
                  <a:pt x="1378629" y="47584"/>
                </a:lnTo>
                <a:lnTo>
                  <a:pt x="1379617" y="47537"/>
                </a:lnTo>
                <a:lnTo>
                  <a:pt x="1380162" y="47554"/>
                </a:lnTo>
                <a:lnTo>
                  <a:pt x="1380688" y="47608"/>
                </a:lnTo>
                <a:lnTo>
                  <a:pt x="1381196" y="47702"/>
                </a:lnTo>
                <a:lnTo>
                  <a:pt x="1381684" y="47837"/>
                </a:lnTo>
                <a:lnTo>
                  <a:pt x="1382153" y="48017"/>
                </a:lnTo>
                <a:lnTo>
                  <a:pt x="1382602" y="48244"/>
                </a:lnTo>
                <a:lnTo>
                  <a:pt x="1383029" y="48520"/>
                </a:lnTo>
                <a:lnTo>
                  <a:pt x="1383436" y="48849"/>
                </a:lnTo>
                <a:lnTo>
                  <a:pt x="1383822" y="49232"/>
                </a:lnTo>
                <a:lnTo>
                  <a:pt x="1384186" y="49673"/>
                </a:lnTo>
                <a:lnTo>
                  <a:pt x="1384527" y="50174"/>
                </a:lnTo>
                <a:lnTo>
                  <a:pt x="1384846" y="50738"/>
                </a:lnTo>
                <a:lnTo>
                  <a:pt x="1385142" y="51366"/>
                </a:lnTo>
                <a:lnTo>
                  <a:pt x="1385414" y="52063"/>
                </a:lnTo>
                <a:lnTo>
                  <a:pt x="1385662" y="52830"/>
                </a:lnTo>
                <a:lnTo>
                  <a:pt x="1385886" y="53669"/>
                </a:lnTo>
                <a:lnTo>
                  <a:pt x="1386085" y="54585"/>
                </a:lnTo>
                <a:lnTo>
                  <a:pt x="1386259" y="55578"/>
                </a:lnTo>
                <a:lnTo>
                  <a:pt x="1386408" y="56652"/>
                </a:lnTo>
                <a:lnTo>
                  <a:pt x="1386530" y="57809"/>
                </a:lnTo>
                <a:lnTo>
                  <a:pt x="1386626" y="59052"/>
                </a:lnTo>
                <a:lnTo>
                  <a:pt x="1386695" y="60384"/>
                </a:lnTo>
                <a:lnTo>
                  <a:pt x="1386736" y="61807"/>
                </a:lnTo>
                <a:lnTo>
                  <a:pt x="1386750" y="63323"/>
                </a:lnTo>
                <a:lnTo>
                  <a:pt x="1386750" y="108180"/>
                </a:lnTo>
                <a:lnTo>
                  <a:pt x="1386287" y="108180"/>
                </a:lnTo>
                <a:lnTo>
                  <a:pt x="1385813" y="108183"/>
                </a:lnTo>
                <a:lnTo>
                  <a:pt x="1385333" y="108191"/>
                </a:lnTo>
                <a:lnTo>
                  <a:pt x="1384849" y="108207"/>
                </a:lnTo>
                <a:lnTo>
                  <a:pt x="1384363" y="108234"/>
                </a:lnTo>
                <a:lnTo>
                  <a:pt x="1383878" y="108273"/>
                </a:lnTo>
                <a:lnTo>
                  <a:pt x="1383397" y="108328"/>
                </a:lnTo>
                <a:lnTo>
                  <a:pt x="1382922" y="108401"/>
                </a:lnTo>
                <a:lnTo>
                  <a:pt x="1382455" y="108495"/>
                </a:lnTo>
                <a:lnTo>
                  <a:pt x="1382000" y="108612"/>
                </a:lnTo>
                <a:lnTo>
                  <a:pt x="1381559" y="108755"/>
                </a:lnTo>
                <a:lnTo>
                  <a:pt x="1381134" y="108926"/>
                </a:lnTo>
                <a:lnTo>
                  <a:pt x="1380728" y="109129"/>
                </a:lnTo>
                <a:lnTo>
                  <a:pt x="1380344" y="109366"/>
                </a:lnTo>
                <a:lnTo>
                  <a:pt x="1379984" y="109638"/>
                </a:lnTo>
                <a:lnTo>
                  <a:pt x="1379651" y="109950"/>
                </a:lnTo>
                <a:lnTo>
                  <a:pt x="1379348" y="110303"/>
                </a:lnTo>
                <a:lnTo>
                  <a:pt x="1379076" y="110700"/>
                </a:lnTo>
                <a:lnTo>
                  <a:pt x="1378840" y="111144"/>
                </a:lnTo>
                <a:lnTo>
                  <a:pt x="1378640" y="111637"/>
                </a:lnTo>
                <a:lnTo>
                  <a:pt x="1378481" y="112182"/>
                </a:lnTo>
                <a:lnTo>
                  <a:pt x="1378363" y="112782"/>
                </a:lnTo>
                <a:lnTo>
                  <a:pt x="1378291" y="113439"/>
                </a:lnTo>
                <a:lnTo>
                  <a:pt x="1378266" y="114155"/>
                </a:lnTo>
                <a:lnTo>
                  <a:pt x="1378293" y="114848"/>
                </a:lnTo>
                <a:lnTo>
                  <a:pt x="1378370" y="115484"/>
                </a:lnTo>
                <a:lnTo>
                  <a:pt x="1378495" y="116064"/>
                </a:lnTo>
                <a:lnTo>
                  <a:pt x="1378664" y="116591"/>
                </a:lnTo>
                <a:lnTo>
                  <a:pt x="1378874" y="117069"/>
                </a:lnTo>
                <a:lnTo>
                  <a:pt x="1379122" y="117499"/>
                </a:lnTo>
                <a:lnTo>
                  <a:pt x="1379403" y="117883"/>
                </a:lnTo>
                <a:lnTo>
                  <a:pt x="1379716" y="118225"/>
                </a:lnTo>
                <a:lnTo>
                  <a:pt x="1380055" y="118527"/>
                </a:lnTo>
                <a:lnTo>
                  <a:pt x="1380419" y="118791"/>
                </a:lnTo>
                <a:lnTo>
                  <a:pt x="1380804" y="119019"/>
                </a:lnTo>
                <a:lnTo>
                  <a:pt x="1381206" y="119216"/>
                </a:lnTo>
                <a:lnTo>
                  <a:pt x="1381622" y="119382"/>
                </a:lnTo>
                <a:lnTo>
                  <a:pt x="1382049" y="119520"/>
                </a:lnTo>
                <a:lnTo>
                  <a:pt x="1382483" y="119634"/>
                </a:lnTo>
                <a:lnTo>
                  <a:pt x="1382921" y="119724"/>
                </a:lnTo>
                <a:lnTo>
                  <a:pt x="1383360" y="119795"/>
                </a:lnTo>
                <a:lnTo>
                  <a:pt x="1383796" y="119848"/>
                </a:lnTo>
                <a:lnTo>
                  <a:pt x="1384227" y="119886"/>
                </a:lnTo>
                <a:lnTo>
                  <a:pt x="1384648" y="119912"/>
                </a:lnTo>
                <a:lnTo>
                  <a:pt x="1385056" y="119927"/>
                </a:lnTo>
                <a:lnTo>
                  <a:pt x="1385448" y="119935"/>
                </a:lnTo>
                <a:lnTo>
                  <a:pt x="1385821" y="119938"/>
                </a:lnTo>
                <a:lnTo>
                  <a:pt x="1386171" y="119939"/>
                </a:lnTo>
                <a:lnTo>
                  <a:pt x="1400630" y="119939"/>
                </a:lnTo>
                <a:lnTo>
                  <a:pt x="1401002" y="119938"/>
                </a:lnTo>
                <a:lnTo>
                  <a:pt x="1401393" y="119935"/>
                </a:lnTo>
                <a:lnTo>
                  <a:pt x="1401800" y="119927"/>
                </a:lnTo>
                <a:lnTo>
                  <a:pt x="1402219" y="119912"/>
                </a:lnTo>
                <a:lnTo>
                  <a:pt x="1402649" y="119886"/>
                </a:lnTo>
                <a:lnTo>
                  <a:pt x="1403085" y="119848"/>
                </a:lnTo>
                <a:lnTo>
                  <a:pt x="1403524" y="119795"/>
                </a:lnTo>
                <a:lnTo>
                  <a:pt x="1403964" y="119724"/>
                </a:lnTo>
                <a:lnTo>
                  <a:pt x="1404401" y="119634"/>
                </a:lnTo>
                <a:lnTo>
                  <a:pt x="1404833" y="119520"/>
                </a:lnTo>
                <a:lnTo>
                  <a:pt x="1405256" y="119382"/>
                </a:lnTo>
                <a:lnTo>
                  <a:pt x="1405666" y="119216"/>
                </a:lnTo>
                <a:lnTo>
                  <a:pt x="1406062" y="119019"/>
                </a:lnTo>
                <a:lnTo>
                  <a:pt x="1406439" y="118791"/>
                </a:lnTo>
                <a:lnTo>
                  <a:pt x="1406796" y="118527"/>
                </a:lnTo>
                <a:lnTo>
                  <a:pt x="1407127" y="118225"/>
                </a:lnTo>
                <a:lnTo>
                  <a:pt x="1407432" y="117883"/>
                </a:lnTo>
                <a:lnTo>
                  <a:pt x="1407706" y="117499"/>
                </a:lnTo>
                <a:lnTo>
                  <a:pt x="1407946" y="117069"/>
                </a:lnTo>
                <a:lnTo>
                  <a:pt x="1408149" y="116591"/>
                </a:lnTo>
                <a:lnTo>
                  <a:pt x="1408313" y="116064"/>
                </a:lnTo>
                <a:lnTo>
                  <a:pt x="1408434" y="115484"/>
                </a:lnTo>
                <a:lnTo>
                  <a:pt x="1408509" y="114848"/>
                </a:lnTo>
                <a:lnTo>
                  <a:pt x="1408534" y="114155"/>
                </a:lnTo>
                <a:lnTo>
                  <a:pt x="1408513" y="113439"/>
                </a:lnTo>
                <a:lnTo>
                  <a:pt x="1408451" y="112782"/>
                </a:lnTo>
                <a:lnTo>
                  <a:pt x="1408347" y="112182"/>
                </a:lnTo>
                <a:lnTo>
                  <a:pt x="1408202" y="111637"/>
                </a:lnTo>
                <a:lnTo>
                  <a:pt x="1408018" y="111144"/>
                </a:lnTo>
                <a:lnTo>
                  <a:pt x="1407793" y="110700"/>
                </a:lnTo>
                <a:close/>
                <a:moveTo>
                  <a:pt x="1710608" y="110700"/>
                </a:moveTo>
                <a:lnTo>
                  <a:pt x="1710342" y="110303"/>
                </a:lnTo>
                <a:lnTo>
                  <a:pt x="1710046" y="109950"/>
                </a:lnTo>
                <a:lnTo>
                  <a:pt x="1709722" y="109638"/>
                </a:lnTo>
                <a:lnTo>
                  <a:pt x="1709374" y="109366"/>
                </a:lnTo>
                <a:lnTo>
                  <a:pt x="1709003" y="109129"/>
                </a:lnTo>
                <a:lnTo>
                  <a:pt x="1708614" y="108926"/>
                </a:lnTo>
                <a:lnTo>
                  <a:pt x="1708209" y="108755"/>
                </a:lnTo>
                <a:lnTo>
                  <a:pt x="1707791" y="108612"/>
                </a:lnTo>
                <a:lnTo>
                  <a:pt x="1707362" y="108495"/>
                </a:lnTo>
                <a:lnTo>
                  <a:pt x="1706926" y="108401"/>
                </a:lnTo>
                <a:lnTo>
                  <a:pt x="1706485" y="108328"/>
                </a:lnTo>
                <a:lnTo>
                  <a:pt x="1706042" y="108273"/>
                </a:lnTo>
                <a:lnTo>
                  <a:pt x="1705600" y="108234"/>
                </a:lnTo>
                <a:lnTo>
                  <a:pt x="1705162" y="108207"/>
                </a:lnTo>
                <a:lnTo>
                  <a:pt x="1704731" y="108191"/>
                </a:lnTo>
                <a:lnTo>
                  <a:pt x="1704309" y="108183"/>
                </a:lnTo>
                <a:lnTo>
                  <a:pt x="1703899" y="108180"/>
                </a:lnTo>
                <a:lnTo>
                  <a:pt x="1703505" y="108180"/>
                </a:lnTo>
                <a:lnTo>
                  <a:pt x="1695021" y="108180"/>
                </a:lnTo>
                <a:lnTo>
                  <a:pt x="1695021" y="63517"/>
                </a:lnTo>
                <a:lnTo>
                  <a:pt x="1694970" y="61144"/>
                </a:lnTo>
                <a:lnTo>
                  <a:pt x="1694819" y="58886"/>
                </a:lnTo>
                <a:lnTo>
                  <a:pt x="1694569" y="56741"/>
                </a:lnTo>
                <a:lnTo>
                  <a:pt x="1694222" y="54709"/>
                </a:lnTo>
                <a:lnTo>
                  <a:pt x="1693781" y="52788"/>
                </a:lnTo>
                <a:lnTo>
                  <a:pt x="1693247" y="50977"/>
                </a:lnTo>
                <a:lnTo>
                  <a:pt x="1692622" y="49275"/>
                </a:lnTo>
                <a:lnTo>
                  <a:pt x="1691908" y="47681"/>
                </a:lnTo>
                <a:lnTo>
                  <a:pt x="1691107" y="46192"/>
                </a:lnTo>
                <a:lnTo>
                  <a:pt x="1690221" y="44809"/>
                </a:lnTo>
                <a:lnTo>
                  <a:pt x="1689252" y="43529"/>
                </a:lnTo>
                <a:lnTo>
                  <a:pt x="1688201" y="42352"/>
                </a:lnTo>
                <a:lnTo>
                  <a:pt x="1687072" y="41277"/>
                </a:lnTo>
                <a:lnTo>
                  <a:pt x="1685865" y="40301"/>
                </a:lnTo>
                <a:lnTo>
                  <a:pt x="1684582" y="39424"/>
                </a:lnTo>
                <a:lnTo>
                  <a:pt x="1683226" y="38645"/>
                </a:lnTo>
                <a:lnTo>
                  <a:pt x="1681798" y="37962"/>
                </a:lnTo>
                <a:lnTo>
                  <a:pt x="1680301" y="37374"/>
                </a:lnTo>
                <a:lnTo>
                  <a:pt x="1678735" y="36880"/>
                </a:lnTo>
                <a:lnTo>
                  <a:pt x="1677104" y="36479"/>
                </a:lnTo>
                <a:lnTo>
                  <a:pt x="1675409" y="36169"/>
                </a:lnTo>
                <a:lnTo>
                  <a:pt x="1673652" y="35949"/>
                </a:lnTo>
                <a:lnTo>
                  <a:pt x="1671835" y="35818"/>
                </a:lnTo>
                <a:lnTo>
                  <a:pt x="1669960" y="35774"/>
                </a:lnTo>
                <a:lnTo>
                  <a:pt x="1668367" y="35808"/>
                </a:lnTo>
                <a:lnTo>
                  <a:pt x="1666819" y="35906"/>
                </a:lnTo>
                <a:lnTo>
                  <a:pt x="1665316" y="36063"/>
                </a:lnTo>
                <a:lnTo>
                  <a:pt x="1663858" y="36277"/>
                </a:lnTo>
                <a:lnTo>
                  <a:pt x="1662446" y="36543"/>
                </a:lnTo>
                <a:lnTo>
                  <a:pt x="1661079" y="36856"/>
                </a:lnTo>
                <a:lnTo>
                  <a:pt x="1659759" y="37214"/>
                </a:lnTo>
                <a:lnTo>
                  <a:pt x="1658485" y="37610"/>
                </a:lnTo>
                <a:lnTo>
                  <a:pt x="1657258" y="38043"/>
                </a:lnTo>
                <a:lnTo>
                  <a:pt x="1656078" y="38506"/>
                </a:lnTo>
                <a:lnTo>
                  <a:pt x="1654946" y="38997"/>
                </a:lnTo>
                <a:lnTo>
                  <a:pt x="1653861" y="39511"/>
                </a:lnTo>
                <a:lnTo>
                  <a:pt x="1652825" y="40044"/>
                </a:lnTo>
                <a:lnTo>
                  <a:pt x="1651837" y="40592"/>
                </a:lnTo>
                <a:lnTo>
                  <a:pt x="1650898" y="41151"/>
                </a:lnTo>
                <a:lnTo>
                  <a:pt x="1650009" y="41717"/>
                </a:lnTo>
                <a:lnTo>
                  <a:pt x="1649169" y="42286"/>
                </a:lnTo>
                <a:lnTo>
                  <a:pt x="1648378" y="42853"/>
                </a:lnTo>
                <a:lnTo>
                  <a:pt x="1647638" y="43414"/>
                </a:lnTo>
                <a:lnTo>
                  <a:pt x="1646948" y="43966"/>
                </a:lnTo>
                <a:lnTo>
                  <a:pt x="1646310" y="44504"/>
                </a:lnTo>
                <a:lnTo>
                  <a:pt x="1645722" y="45024"/>
                </a:lnTo>
                <a:lnTo>
                  <a:pt x="1645186" y="45523"/>
                </a:lnTo>
                <a:lnTo>
                  <a:pt x="1644702" y="45995"/>
                </a:lnTo>
                <a:lnTo>
                  <a:pt x="1644701" y="45238"/>
                </a:lnTo>
                <a:lnTo>
                  <a:pt x="1644697" y="44515"/>
                </a:lnTo>
                <a:lnTo>
                  <a:pt x="1644687" y="43825"/>
                </a:lnTo>
                <a:lnTo>
                  <a:pt x="1644666" y="43170"/>
                </a:lnTo>
                <a:lnTo>
                  <a:pt x="1644632" y="42549"/>
                </a:lnTo>
                <a:lnTo>
                  <a:pt x="1644581" y="41961"/>
                </a:lnTo>
                <a:lnTo>
                  <a:pt x="1644510" y="41406"/>
                </a:lnTo>
                <a:lnTo>
                  <a:pt x="1644416" y="40884"/>
                </a:lnTo>
                <a:lnTo>
                  <a:pt x="1644295" y="40396"/>
                </a:lnTo>
                <a:lnTo>
                  <a:pt x="1644144" y="39940"/>
                </a:lnTo>
                <a:lnTo>
                  <a:pt x="1643959" y="39517"/>
                </a:lnTo>
                <a:lnTo>
                  <a:pt x="1643738" y="39126"/>
                </a:lnTo>
                <a:lnTo>
                  <a:pt x="1643476" y="38768"/>
                </a:lnTo>
                <a:lnTo>
                  <a:pt x="1643171" y="38441"/>
                </a:lnTo>
                <a:lnTo>
                  <a:pt x="1642819" y="38147"/>
                </a:lnTo>
                <a:lnTo>
                  <a:pt x="1642417" y="37884"/>
                </a:lnTo>
                <a:lnTo>
                  <a:pt x="1641962" y="37653"/>
                </a:lnTo>
                <a:lnTo>
                  <a:pt x="1641449" y="37453"/>
                </a:lnTo>
                <a:lnTo>
                  <a:pt x="1640876" y="37285"/>
                </a:lnTo>
                <a:lnTo>
                  <a:pt x="1640240" y="37147"/>
                </a:lnTo>
                <a:lnTo>
                  <a:pt x="1639536" y="37041"/>
                </a:lnTo>
                <a:lnTo>
                  <a:pt x="1638763" y="36965"/>
                </a:lnTo>
                <a:lnTo>
                  <a:pt x="1637916" y="36919"/>
                </a:lnTo>
                <a:lnTo>
                  <a:pt x="1636991" y="36904"/>
                </a:lnTo>
                <a:lnTo>
                  <a:pt x="1622918" y="36904"/>
                </a:lnTo>
                <a:lnTo>
                  <a:pt x="1622524" y="36905"/>
                </a:lnTo>
                <a:lnTo>
                  <a:pt x="1622114" y="36908"/>
                </a:lnTo>
                <a:lnTo>
                  <a:pt x="1621692" y="36916"/>
                </a:lnTo>
                <a:lnTo>
                  <a:pt x="1621261" y="36932"/>
                </a:lnTo>
                <a:lnTo>
                  <a:pt x="1620823" y="36958"/>
                </a:lnTo>
                <a:lnTo>
                  <a:pt x="1620381" y="36998"/>
                </a:lnTo>
                <a:lnTo>
                  <a:pt x="1619938" y="37053"/>
                </a:lnTo>
                <a:lnTo>
                  <a:pt x="1619497" y="37126"/>
                </a:lnTo>
                <a:lnTo>
                  <a:pt x="1619061" y="37219"/>
                </a:lnTo>
                <a:lnTo>
                  <a:pt x="1618632" y="37337"/>
                </a:lnTo>
                <a:lnTo>
                  <a:pt x="1618214" y="37480"/>
                </a:lnTo>
                <a:lnTo>
                  <a:pt x="1617808" y="37651"/>
                </a:lnTo>
                <a:lnTo>
                  <a:pt x="1617419" y="37854"/>
                </a:lnTo>
                <a:lnTo>
                  <a:pt x="1617049" y="38091"/>
                </a:lnTo>
                <a:lnTo>
                  <a:pt x="1616701" y="38364"/>
                </a:lnTo>
                <a:lnTo>
                  <a:pt x="1616377" y="38675"/>
                </a:lnTo>
                <a:lnTo>
                  <a:pt x="1616081" y="39029"/>
                </a:lnTo>
                <a:lnTo>
                  <a:pt x="1615815" y="39426"/>
                </a:lnTo>
                <a:lnTo>
                  <a:pt x="1615582" y="39870"/>
                </a:lnTo>
                <a:lnTo>
                  <a:pt x="1615385" y="40364"/>
                </a:lnTo>
                <a:lnTo>
                  <a:pt x="1615227" y="40909"/>
                </a:lnTo>
                <a:lnTo>
                  <a:pt x="1615110" y="41509"/>
                </a:lnTo>
                <a:lnTo>
                  <a:pt x="1615038" y="42166"/>
                </a:lnTo>
                <a:lnTo>
                  <a:pt x="1615013" y="42882"/>
                </a:lnTo>
                <a:lnTo>
                  <a:pt x="1615039" y="43576"/>
                </a:lnTo>
                <a:lnTo>
                  <a:pt x="1615114" y="44211"/>
                </a:lnTo>
                <a:lnTo>
                  <a:pt x="1615234" y="44791"/>
                </a:lnTo>
                <a:lnTo>
                  <a:pt x="1615397" y="45319"/>
                </a:lnTo>
                <a:lnTo>
                  <a:pt x="1615600" y="45796"/>
                </a:lnTo>
                <a:lnTo>
                  <a:pt x="1615839" y="46226"/>
                </a:lnTo>
                <a:lnTo>
                  <a:pt x="1616111" y="46611"/>
                </a:lnTo>
                <a:lnTo>
                  <a:pt x="1616413" y="46952"/>
                </a:lnTo>
                <a:lnTo>
                  <a:pt x="1616742" y="47254"/>
                </a:lnTo>
                <a:lnTo>
                  <a:pt x="1617094" y="47518"/>
                </a:lnTo>
                <a:lnTo>
                  <a:pt x="1617467" y="47747"/>
                </a:lnTo>
                <a:lnTo>
                  <a:pt x="1617857" y="47943"/>
                </a:lnTo>
                <a:lnTo>
                  <a:pt x="1618261" y="48109"/>
                </a:lnTo>
                <a:lnTo>
                  <a:pt x="1618676" y="48248"/>
                </a:lnTo>
                <a:lnTo>
                  <a:pt x="1619099" y="48361"/>
                </a:lnTo>
                <a:lnTo>
                  <a:pt x="1619526" y="48452"/>
                </a:lnTo>
                <a:lnTo>
                  <a:pt x="1619954" y="48523"/>
                </a:lnTo>
                <a:lnTo>
                  <a:pt x="1620381" y="48576"/>
                </a:lnTo>
                <a:lnTo>
                  <a:pt x="1620803" y="48614"/>
                </a:lnTo>
                <a:lnTo>
                  <a:pt x="1621216" y="48639"/>
                </a:lnTo>
                <a:lnTo>
                  <a:pt x="1621618" y="48655"/>
                </a:lnTo>
                <a:lnTo>
                  <a:pt x="1622005" y="48663"/>
                </a:lnTo>
                <a:lnTo>
                  <a:pt x="1622375" y="48666"/>
                </a:lnTo>
                <a:lnTo>
                  <a:pt x="1622724" y="48666"/>
                </a:lnTo>
                <a:lnTo>
                  <a:pt x="1631402" y="48666"/>
                </a:lnTo>
                <a:lnTo>
                  <a:pt x="1631402" y="108180"/>
                </a:lnTo>
                <a:lnTo>
                  <a:pt x="1622918" y="108180"/>
                </a:lnTo>
                <a:lnTo>
                  <a:pt x="1622524" y="108180"/>
                </a:lnTo>
                <a:lnTo>
                  <a:pt x="1622114" y="108183"/>
                </a:lnTo>
                <a:lnTo>
                  <a:pt x="1621692" y="108191"/>
                </a:lnTo>
                <a:lnTo>
                  <a:pt x="1621261" y="108207"/>
                </a:lnTo>
                <a:lnTo>
                  <a:pt x="1620823" y="108234"/>
                </a:lnTo>
                <a:lnTo>
                  <a:pt x="1620381" y="108273"/>
                </a:lnTo>
                <a:lnTo>
                  <a:pt x="1619938" y="108328"/>
                </a:lnTo>
                <a:lnTo>
                  <a:pt x="1619497" y="108401"/>
                </a:lnTo>
                <a:lnTo>
                  <a:pt x="1619061" y="108495"/>
                </a:lnTo>
                <a:lnTo>
                  <a:pt x="1618632" y="108612"/>
                </a:lnTo>
                <a:lnTo>
                  <a:pt x="1618214" y="108755"/>
                </a:lnTo>
                <a:lnTo>
                  <a:pt x="1617808" y="108926"/>
                </a:lnTo>
                <a:lnTo>
                  <a:pt x="1617419" y="109129"/>
                </a:lnTo>
                <a:lnTo>
                  <a:pt x="1617049" y="109366"/>
                </a:lnTo>
                <a:lnTo>
                  <a:pt x="1616701" y="109638"/>
                </a:lnTo>
                <a:lnTo>
                  <a:pt x="1616377" y="109950"/>
                </a:lnTo>
                <a:lnTo>
                  <a:pt x="1616081" y="110303"/>
                </a:lnTo>
                <a:lnTo>
                  <a:pt x="1615815" y="110700"/>
                </a:lnTo>
                <a:lnTo>
                  <a:pt x="1615582" y="111144"/>
                </a:lnTo>
                <a:lnTo>
                  <a:pt x="1615385" y="111637"/>
                </a:lnTo>
                <a:lnTo>
                  <a:pt x="1615227" y="112182"/>
                </a:lnTo>
                <a:lnTo>
                  <a:pt x="1615110" y="112782"/>
                </a:lnTo>
                <a:lnTo>
                  <a:pt x="1615038" y="113439"/>
                </a:lnTo>
                <a:lnTo>
                  <a:pt x="1615013" y="114155"/>
                </a:lnTo>
                <a:lnTo>
                  <a:pt x="1615039" y="114848"/>
                </a:lnTo>
                <a:lnTo>
                  <a:pt x="1615114" y="115484"/>
                </a:lnTo>
                <a:lnTo>
                  <a:pt x="1615234" y="116064"/>
                </a:lnTo>
                <a:lnTo>
                  <a:pt x="1615397" y="116591"/>
                </a:lnTo>
                <a:lnTo>
                  <a:pt x="1615600" y="117069"/>
                </a:lnTo>
                <a:lnTo>
                  <a:pt x="1615839" y="117499"/>
                </a:lnTo>
                <a:lnTo>
                  <a:pt x="1616111" y="117883"/>
                </a:lnTo>
                <a:lnTo>
                  <a:pt x="1616413" y="118225"/>
                </a:lnTo>
                <a:lnTo>
                  <a:pt x="1616742" y="118527"/>
                </a:lnTo>
                <a:lnTo>
                  <a:pt x="1617094" y="118791"/>
                </a:lnTo>
                <a:lnTo>
                  <a:pt x="1617467" y="119019"/>
                </a:lnTo>
                <a:lnTo>
                  <a:pt x="1617857" y="119216"/>
                </a:lnTo>
                <a:lnTo>
                  <a:pt x="1618261" y="119382"/>
                </a:lnTo>
                <a:lnTo>
                  <a:pt x="1618676" y="119520"/>
                </a:lnTo>
                <a:lnTo>
                  <a:pt x="1619099" y="119634"/>
                </a:lnTo>
                <a:lnTo>
                  <a:pt x="1619526" y="119724"/>
                </a:lnTo>
                <a:lnTo>
                  <a:pt x="1619954" y="119795"/>
                </a:lnTo>
                <a:lnTo>
                  <a:pt x="1620381" y="119848"/>
                </a:lnTo>
                <a:lnTo>
                  <a:pt x="1620803" y="119886"/>
                </a:lnTo>
                <a:lnTo>
                  <a:pt x="1621216" y="119912"/>
                </a:lnTo>
                <a:lnTo>
                  <a:pt x="1621618" y="119927"/>
                </a:lnTo>
                <a:lnTo>
                  <a:pt x="1622005" y="119935"/>
                </a:lnTo>
                <a:lnTo>
                  <a:pt x="1622375" y="119938"/>
                </a:lnTo>
                <a:lnTo>
                  <a:pt x="1622724" y="119939"/>
                </a:lnTo>
                <a:lnTo>
                  <a:pt x="1653380" y="119939"/>
                </a:lnTo>
                <a:lnTo>
                  <a:pt x="1653729" y="119938"/>
                </a:lnTo>
                <a:lnTo>
                  <a:pt x="1654098" y="119935"/>
                </a:lnTo>
                <a:lnTo>
                  <a:pt x="1654486" y="119927"/>
                </a:lnTo>
                <a:lnTo>
                  <a:pt x="1654888" y="119912"/>
                </a:lnTo>
                <a:lnTo>
                  <a:pt x="1655301" y="119886"/>
                </a:lnTo>
                <a:lnTo>
                  <a:pt x="1655723" y="119848"/>
                </a:lnTo>
                <a:lnTo>
                  <a:pt x="1656149" y="119795"/>
                </a:lnTo>
                <a:lnTo>
                  <a:pt x="1656578" y="119724"/>
                </a:lnTo>
                <a:lnTo>
                  <a:pt x="1657005" y="119634"/>
                </a:lnTo>
                <a:lnTo>
                  <a:pt x="1657428" y="119520"/>
                </a:lnTo>
                <a:lnTo>
                  <a:pt x="1657843" y="119382"/>
                </a:lnTo>
                <a:lnTo>
                  <a:pt x="1658247" y="119216"/>
                </a:lnTo>
                <a:lnTo>
                  <a:pt x="1658637" y="119019"/>
                </a:lnTo>
                <a:lnTo>
                  <a:pt x="1659010" y="118791"/>
                </a:lnTo>
                <a:lnTo>
                  <a:pt x="1659362" y="118527"/>
                </a:lnTo>
                <a:lnTo>
                  <a:pt x="1659691" y="118225"/>
                </a:lnTo>
                <a:lnTo>
                  <a:pt x="1659993" y="117883"/>
                </a:lnTo>
                <a:lnTo>
                  <a:pt x="1660265" y="117499"/>
                </a:lnTo>
                <a:lnTo>
                  <a:pt x="1660504" y="117069"/>
                </a:lnTo>
                <a:lnTo>
                  <a:pt x="1660707" y="116591"/>
                </a:lnTo>
                <a:lnTo>
                  <a:pt x="1660870" y="116064"/>
                </a:lnTo>
                <a:lnTo>
                  <a:pt x="1660990" y="115484"/>
                </a:lnTo>
                <a:lnTo>
                  <a:pt x="1661065" y="114848"/>
                </a:lnTo>
                <a:lnTo>
                  <a:pt x="1661090" y="114155"/>
                </a:lnTo>
                <a:lnTo>
                  <a:pt x="1661066" y="113439"/>
                </a:lnTo>
                <a:lnTo>
                  <a:pt x="1660994" y="112782"/>
                </a:lnTo>
                <a:lnTo>
                  <a:pt x="1660877" y="112182"/>
                </a:lnTo>
                <a:lnTo>
                  <a:pt x="1660719" y="111637"/>
                </a:lnTo>
                <a:lnTo>
                  <a:pt x="1660522" y="111144"/>
                </a:lnTo>
                <a:lnTo>
                  <a:pt x="1660289" y="110700"/>
                </a:lnTo>
                <a:lnTo>
                  <a:pt x="1660023" y="110303"/>
                </a:lnTo>
                <a:lnTo>
                  <a:pt x="1659727" y="109950"/>
                </a:lnTo>
                <a:lnTo>
                  <a:pt x="1659403" y="109638"/>
                </a:lnTo>
                <a:lnTo>
                  <a:pt x="1659055" y="109366"/>
                </a:lnTo>
                <a:lnTo>
                  <a:pt x="1658684" y="109129"/>
                </a:lnTo>
                <a:lnTo>
                  <a:pt x="1658295" y="108926"/>
                </a:lnTo>
                <a:lnTo>
                  <a:pt x="1657890" y="108755"/>
                </a:lnTo>
                <a:lnTo>
                  <a:pt x="1657472" y="108612"/>
                </a:lnTo>
                <a:lnTo>
                  <a:pt x="1657043" y="108495"/>
                </a:lnTo>
                <a:lnTo>
                  <a:pt x="1656607" y="108401"/>
                </a:lnTo>
                <a:lnTo>
                  <a:pt x="1656166" y="108328"/>
                </a:lnTo>
                <a:lnTo>
                  <a:pt x="1655723" y="108273"/>
                </a:lnTo>
                <a:lnTo>
                  <a:pt x="1655281" y="108234"/>
                </a:lnTo>
                <a:lnTo>
                  <a:pt x="1654843" y="108207"/>
                </a:lnTo>
                <a:lnTo>
                  <a:pt x="1654412" y="108191"/>
                </a:lnTo>
                <a:lnTo>
                  <a:pt x="1653990" y="108183"/>
                </a:lnTo>
                <a:lnTo>
                  <a:pt x="1653580" y="108180"/>
                </a:lnTo>
                <a:lnTo>
                  <a:pt x="1653186" y="108180"/>
                </a:lnTo>
                <a:lnTo>
                  <a:pt x="1644702" y="108180"/>
                </a:lnTo>
                <a:lnTo>
                  <a:pt x="1644702" y="74091"/>
                </a:lnTo>
                <a:lnTo>
                  <a:pt x="1644775" y="71748"/>
                </a:lnTo>
                <a:lnTo>
                  <a:pt x="1644988" y="69527"/>
                </a:lnTo>
                <a:lnTo>
                  <a:pt x="1645334" y="67427"/>
                </a:lnTo>
                <a:lnTo>
                  <a:pt x="1645804" y="65444"/>
                </a:lnTo>
                <a:lnTo>
                  <a:pt x="1646390" y="63578"/>
                </a:lnTo>
                <a:lnTo>
                  <a:pt x="1647085" y="61826"/>
                </a:lnTo>
                <a:lnTo>
                  <a:pt x="1647879" y="60186"/>
                </a:lnTo>
                <a:lnTo>
                  <a:pt x="1648765" y="58656"/>
                </a:lnTo>
                <a:lnTo>
                  <a:pt x="1649735" y="57235"/>
                </a:lnTo>
                <a:lnTo>
                  <a:pt x="1650780" y="55920"/>
                </a:lnTo>
                <a:lnTo>
                  <a:pt x="1651893" y="54708"/>
                </a:lnTo>
                <a:lnTo>
                  <a:pt x="1653065" y="53600"/>
                </a:lnTo>
                <a:lnTo>
                  <a:pt x="1654288" y="52591"/>
                </a:lnTo>
                <a:lnTo>
                  <a:pt x="1655555" y="51680"/>
                </a:lnTo>
                <a:lnTo>
                  <a:pt x="1656856" y="50866"/>
                </a:lnTo>
                <a:lnTo>
                  <a:pt x="1658184" y="50146"/>
                </a:lnTo>
                <a:lnTo>
                  <a:pt x="1659531" y="49518"/>
                </a:lnTo>
                <a:lnTo>
                  <a:pt x="1660889" y="48980"/>
                </a:lnTo>
                <a:lnTo>
                  <a:pt x="1662249" y="48531"/>
                </a:lnTo>
                <a:lnTo>
                  <a:pt x="1663604" y="48168"/>
                </a:lnTo>
                <a:lnTo>
                  <a:pt x="1664945" y="47888"/>
                </a:lnTo>
                <a:lnTo>
                  <a:pt x="1666264" y="47692"/>
                </a:lnTo>
                <a:lnTo>
                  <a:pt x="1667553" y="47575"/>
                </a:lnTo>
                <a:lnTo>
                  <a:pt x="1668804" y="47537"/>
                </a:lnTo>
                <a:lnTo>
                  <a:pt x="1670042" y="47565"/>
                </a:lnTo>
                <a:lnTo>
                  <a:pt x="1671204" y="47649"/>
                </a:lnTo>
                <a:lnTo>
                  <a:pt x="1672292" y="47791"/>
                </a:lnTo>
                <a:lnTo>
                  <a:pt x="1673308" y="47989"/>
                </a:lnTo>
                <a:lnTo>
                  <a:pt x="1674254" y="48246"/>
                </a:lnTo>
                <a:lnTo>
                  <a:pt x="1675132" y="48560"/>
                </a:lnTo>
                <a:lnTo>
                  <a:pt x="1675944" y="48932"/>
                </a:lnTo>
                <a:lnTo>
                  <a:pt x="1676693" y="49362"/>
                </a:lnTo>
                <a:lnTo>
                  <a:pt x="1677380" y="49852"/>
                </a:lnTo>
                <a:lnTo>
                  <a:pt x="1678007" y="50401"/>
                </a:lnTo>
                <a:lnTo>
                  <a:pt x="1678577" y="51009"/>
                </a:lnTo>
                <a:lnTo>
                  <a:pt x="1679092" y="51677"/>
                </a:lnTo>
                <a:lnTo>
                  <a:pt x="1679554" y="52405"/>
                </a:lnTo>
                <a:lnTo>
                  <a:pt x="1679964" y="53193"/>
                </a:lnTo>
                <a:lnTo>
                  <a:pt x="1680326" y="54043"/>
                </a:lnTo>
                <a:lnTo>
                  <a:pt x="1680640" y="54953"/>
                </a:lnTo>
                <a:lnTo>
                  <a:pt x="1680910" y="55925"/>
                </a:lnTo>
                <a:lnTo>
                  <a:pt x="1681137" y="56959"/>
                </a:lnTo>
                <a:lnTo>
                  <a:pt x="1681323" y="58055"/>
                </a:lnTo>
                <a:lnTo>
                  <a:pt x="1681471" y="59214"/>
                </a:lnTo>
                <a:lnTo>
                  <a:pt x="1681582" y="60435"/>
                </a:lnTo>
                <a:lnTo>
                  <a:pt x="1681659" y="61720"/>
                </a:lnTo>
                <a:lnTo>
                  <a:pt x="1681704" y="63068"/>
                </a:lnTo>
                <a:lnTo>
                  <a:pt x="1681718" y="64479"/>
                </a:lnTo>
                <a:lnTo>
                  <a:pt x="1681718" y="108180"/>
                </a:lnTo>
                <a:lnTo>
                  <a:pt x="1674202" y="108180"/>
                </a:lnTo>
                <a:lnTo>
                  <a:pt x="1673808" y="108180"/>
                </a:lnTo>
                <a:lnTo>
                  <a:pt x="1673398" y="108183"/>
                </a:lnTo>
                <a:lnTo>
                  <a:pt x="1672976" y="108191"/>
                </a:lnTo>
                <a:lnTo>
                  <a:pt x="1672545" y="108207"/>
                </a:lnTo>
                <a:lnTo>
                  <a:pt x="1672107" y="108234"/>
                </a:lnTo>
                <a:lnTo>
                  <a:pt x="1671665" y="108273"/>
                </a:lnTo>
                <a:lnTo>
                  <a:pt x="1671222" y="108328"/>
                </a:lnTo>
                <a:lnTo>
                  <a:pt x="1670781" y="108401"/>
                </a:lnTo>
                <a:lnTo>
                  <a:pt x="1670345" y="108495"/>
                </a:lnTo>
                <a:lnTo>
                  <a:pt x="1669916" y="108612"/>
                </a:lnTo>
                <a:lnTo>
                  <a:pt x="1669498" y="108755"/>
                </a:lnTo>
                <a:lnTo>
                  <a:pt x="1669092" y="108926"/>
                </a:lnTo>
                <a:lnTo>
                  <a:pt x="1668703" y="109129"/>
                </a:lnTo>
                <a:lnTo>
                  <a:pt x="1668333" y="109366"/>
                </a:lnTo>
                <a:lnTo>
                  <a:pt x="1667985" y="109638"/>
                </a:lnTo>
                <a:lnTo>
                  <a:pt x="1667661" y="109950"/>
                </a:lnTo>
                <a:lnTo>
                  <a:pt x="1667365" y="110303"/>
                </a:lnTo>
                <a:lnTo>
                  <a:pt x="1667098" y="110700"/>
                </a:lnTo>
                <a:lnTo>
                  <a:pt x="1666866" y="111144"/>
                </a:lnTo>
                <a:lnTo>
                  <a:pt x="1666669" y="111637"/>
                </a:lnTo>
                <a:lnTo>
                  <a:pt x="1666510" y="112182"/>
                </a:lnTo>
                <a:lnTo>
                  <a:pt x="1666394" y="112782"/>
                </a:lnTo>
                <a:lnTo>
                  <a:pt x="1666322" y="113439"/>
                </a:lnTo>
                <a:lnTo>
                  <a:pt x="1666297" y="114155"/>
                </a:lnTo>
                <a:lnTo>
                  <a:pt x="1666324" y="114848"/>
                </a:lnTo>
                <a:lnTo>
                  <a:pt x="1666401" y="115484"/>
                </a:lnTo>
                <a:lnTo>
                  <a:pt x="1666526" y="116064"/>
                </a:lnTo>
                <a:lnTo>
                  <a:pt x="1666695" y="116591"/>
                </a:lnTo>
                <a:lnTo>
                  <a:pt x="1666905" y="117069"/>
                </a:lnTo>
                <a:lnTo>
                  <a:pt x="1667153" y="117499"/>
                </a:lnTo>
                <a:lnTo>
                  <a:pt x="1667434" y="117883"/>
                </a:lnTo>
                <a:lnTo>
                  <a:pt x="1667747" y="118225"/>
                </a:lnTo>
                <a:lnTo>
                  <a:pt x="1668086" y="118527"/>
                </a:lnTo>
                <a:lnTo>
                  <a:pt x="1668450" y="118791"/>
                </a:lnTo>
                <a:lnTo>
                  <a:pt x="1668835" y="119019"/>
                </a:lnTo>
                <a:lnTo>
                  <a:pt x="1669237" y="119216"/>
                </a:lnTo>
                <a:lnTo>
                  <a:pt x="1669653" y="119382"/>
                </a:lnTo>
                <a:lnTo>
                  <a:pt x="1670080" y="119520"/>
                </a:lnTo>
                <a:lnTo>
                  <a:pt x="1670514" y="119634"/>
                </a:lnTo>
                <a:lnTo>
                  <a:pt x="1670952" y="119724"/>
                </a:lnTo>
                <a:lnTo>
                  <a:pt x="1671391" y="119795"/>
                </a:lnTo>
                <a:lnTo>
                  <a:pt x="1671828" y="119848"/>
                </a:lnTo>
                <a:lnTo>
                  <a:pt x="1672258" y="119886"/>
                </a:lnTo>
                <a:lnTo>
                  <a:pt x="1672679" y="119912"/>
                </a:lnTo>
                <a:lnTo>
                  <a:pt x="1673087" y="119927"/>
                </a:lnTo>
                <a:lnTo>
                  <a:pt x="1673479" y="119935"/>
                </a:lnTo>
                <a:lnTo>
                  <a:pt x="1673852" y="119938"/>
                </a:lnTo>
                <a:lnTo>
                  <a:pt x="1674202" y="119939"/>
                </a:lnTo>
                <a:lnTo>
                  <a:pt x="1703699" y="119939"/>
                </a:lnTo>
                <a:lnTo>
                  <a:pt x="1704048" y="119938"/>
                </a:lnTo>
                <a:lnTo>
                  <a:pt x="1704417" y="119935"/>
                </a:lnTo>
                <a:lnTo>
                  <a:pt x="1704805" y="119927"/>
                </a:lnTo>
                <a:lnTo>
                  <a:pt x="1705207" y="119912"/>
                </a:lnTo>
                <a:lnTo>
                  <a:pt x="1705620" y="119886"/>
                </a:lnTo>
                <a:lnTo>
                  <a:pt x="1706042" y="119848"/>
                </a:lnTo>
                <a:lnTo>
                  <a:pt x="1706468" y="119795"/>
                </a:lnTo>
                <a:lnTo>
                  <a:pt x="1706897" y="119724"/>
                </a:lnTo>
                <a:lnTo>
                  <a:pt x="1707324" y="119634"/>
                </a:lnTo>
                <a:lnTo>
                  <a:pt x="1707747" y="119520"/>
                </a:lnTo>
                <a:lnTo>
                  <a:pt x="1708162" y="119382"/>
                </a:lnTo>
                <a:lnTo>
                  <a:pt x="1708566" y="119216"/>
                </a:lnTo>
                <a:lnTo>
                  <a:pt x="1708956" y="119019"/>
                </a:lnTo>
                <a:lnTo>
                  <a:pt x="1709329" y="118791"/>
                </a:lnTo>
                <a:lnTo>
                  <a:pt x="1709681" y="118527"/>
                </a:lnTo>
                <a:lnTo>
                  <a:pt x="1710010" y="118225"/>
                </a:lnTo>
                <a:lnTo>
                  <a:pt x="1710312" y="117883"/>
                </a:lnTo>
                <a:lnTo>
                  <a:pt x="1710584" y="117499"/>
                </a:lnTo>
                <a:lnTo>
                  <a:pt x="1710823" y="117069"/>
                </a:lnTo>
                <a:lnTo>
                  <a:pt x="1711026" y="116591"/>
                </a:lnTo>
                <a:lnTo>
                  <a:pt x="1711189" y="116064"/>
                </a:lnTo>
                <a:lnTo>
                  <a:pt x="1711309" y="115484"/>
                </a:lnTo>
                <a:lnTo>
                  <a:pt x="1711384" y="114848"/>
                </a:lnTo>
                <a:lnTo>
                  <a:pt x="1711409" y="114155"/>
                </a:lnTo>
                <a:lnTo>
                  <a:pt x="1711385" y="113439"/>
                </a:lnTo>
                <a:lnTo>
                  <a:pt x="1711313" y="112782"/>
                </a:lnTo>
                <a:lnTo>
                  <a:pt x="1711196" y="112182"/>
                </a:lnTo>
                <a:lnTo>
                  <a:pt x="1711038" y="111637"/>
                </a:lnTo>
                <a:lnTo>
                  <a:pt x="1710841" y="111144"/>
                </a:lnTo>
                <a:lnTo>
                  <a:pt x="1710608" y="110700"/>
                </a:lnTo>
                <a:close/>
                <a:moveTo>
                  <a:pt x="988702" y="83549"/>
                </a:moveTo>
                <a:lnTo>
                  <a:pt x="987418" y="82006"/>
                </a:lnTo>
                <a:lnTo>
                  <a:pt x="986008" y="80590"/>
                </a:lnTo>
                <a:lnTo>
                  <a:pt x="984489" y="79297"/>
                </a:lnTo>
                <a:lnTo>
                  <a:pt x="982882" y="78120"/>
                </a:lnTo>
                <a:lnTo>
                  <a:pt x="981205" y="77053"/>
                </a:lnTo>
                <a:lnTo>
                  <a:pt x="979477" y="76092"/>
                </a:lnTo>
                <a:lnTo>
                  <a:pt x="977717" y="75230"/>
                </a:lnTo>
                <a:lnTo>
                  <a:pt x="975944" y="74463"/>
                </a:lnTo>
                <a:lnTo>
                  <a:pt x="974176" y="73783"/>
                </a:lnTo>
                <a:lnTo>
                  <a:pt x="972433" y="73186"/>
                </a:lnTo>
                <a:lnTo>
                  <a:pt x="970733" y="72666"/>
                </a:lnTo>
                <a:lnTo>
                  <a:pt x="969096" y="72218"/>
                </a:lnTo>
                <a:lnTo>
                  <a:pt x="967540" y="71835"/>
                </a:lnTo>
                <a:lnTo>
                  <a:pt x="966084" y="71513"/>
                </a:lnTo>
                <a:lnTo>
                  <a:pt x="964748" y="71245"/>
                </a:lnTo>
                <a:lnTo>
                  <a:pt x="963550" y="71026"/>
                </a:lnTo>
                <a:lnTo>
                  <a:pt x="962508" y="70851"/>
                </a:lnTo>
                <a:lnTo>
                  <a:pt x="961643" y="70713"/>
                </a:lnTo>
                <a:lnTo>
                  <a:pt x="948535" y="68398"/>
                </a:lnTo>
                <a:lnTo>
                  <a:pt x="947798" y="68293"/>
                </a:lnTo>
                <a:lnTo>
                  <a:pt x="946992" y="68170"/>
                </a:lnTo>
                <a:lnTo>
                  <a:pt x="946125" y="68029"/>
                </a:lnTo>
                <a:lnTo>
                  <a:pt x="945208" y="67866"/>
                </a:lnTo>
                <a:lnTo>
                  <a:pt x="944247" y="67681"/>
                </a:lnTo>
                <a:lnTo>
                  <a:pt x="943253" y="67471"/>
                </a:lnTo>
                <a:lnTo>
                  <a:pt x="942235" y="67237"/>
                </a:lnTo>
                <a:lnTo>
                  <a:pt x="941201" y="66975"/>
                </a:lnTo>
                <a:lnTo>
                  <a:pt x="940160" y="66684"/>
                </a:lnTo>
                <a:lnTo>
                  <a:pt x="939121" y="66363"/>
                </a:lnTo>
                <a:lnTo>
                  <a:pt x="938094" y="66009"/>
                </a:lnTo>
                <a:lnTo>
                  <a:pt x="937087" y="65623"/>
                </a:lnTo>
                <a:lnTo>
                  <a:pt x="936109" y="65201"/>
                </a:lnTo>
                <a:lnTo>
                  <a:pt x="935169" y="64742"/>
                </a:lnTo>
                <a:lnTo>
                  <a:pt x="934276" y="64245"/>
                </a:lnTo>
                <a:lnTo>
                  <a:pt x="933439" y="63708"/>
                </a:lnTo>
                <a:lnTo>
                  <a:pt x="932667" y="63130"/>
                </a:lnTo>
                <a:lnTo>
                  <a:pt x="931969" y="62508"/>
                </a:lnTo>
                <a:lnTo>
                  <a:pt x="931354" y="61842"/>
                </a:lnTo>
                <a:lnTo>
                  <a:pt x="930831" y="61129"/>
                </a:lnTo>
                <a:lnTo>
                  <a:pt x="930408" y="60368"/>
                </a:lnTo>
                <a:lnTo>
                  <a:pt x="930095" y="59558"/>
                </a:lnTo>
                <a:lnTo>
                  <a:pt x="929900" y="58697"/>
                </a:lnTo>
                <a:lnTo>
                  <a:pt x="929834" y="57783"/>
                </a:lnTo>
                <a:lnTo>
                  <a:pt x="929866" y="57152"/>
                </a:lnTo>
                <a:lnTo>
                  <a:pt x="929966" y="56513"/>
                </a:lnTo>
                <a:lnTo>
                  <a:pt x="930135" y="55871"/>
                </a:lnTo>
                <a:lnTo>
                  <a:pt x="930375" y="55227"/>
                </a:lnTo>
                <a:lnTo>
                  <a:pt x="930691" y="54585"/>
                </a:lnTo>
                <a:lnTo>
                  <a:pt x="931084" y="53949"/>
                </a:lnTo>
                <a:lnTo>
                  <a:pt x="931556" y="53320"/>
                </a:lnTo>
                <a:lnTo>
                  <a:pt x="932111" y="52702"/>
                </a:lnTo>
                <a:lnTo>
                  <a:pt x="932751" y="52099"/>
                </a:lnTo>
                <a:lnTo>
                  <a:pt x="933479" y="51512"/>
                </a:lnTo>
                <a:lnTo>
                  <a:pt x="934297" y="50946"/>
                </a:lnTo>
                <a:lnTo>
                  <a:pt x="935208" y="50402"/>
                </a:lnTo>
                <a:lnTo>
                  <a:pt x="936214" y="49885"/>
                </a:lnTo>
                <a:lnTo>
                  <a:pt x="937318" y="49397"/>
                </a:lnTo>
                <a:lnTo>
                  <a:pt x="938522" y="48941"/>
                </a:lnTo>
                <a:lnTo>
                  <a:pt x="939830" y="48521"/>
                </a:lnTo>
                <a:lnTo>
                  <a:pt x="941244" y="48138"/>
                </a:lnTo>
                <a:lnTo>
                  <a:pt x="942766" y="47797"/>
                </a:lnTo>
                <a:lnTo>
                  <a:pt x="944398" y="47500"/>
                </a:lnTo>
                <a:lnTo>
                  <a:pt x="946145" y="47250"/>
                </a:lnTo>
                <a:lnTo>
                  <a:pt x="948007" y="47050"/>
                </a:lnTo>
                <a:lnTo>
                  <a:pt x="949989" y="46904"/>
                </a:lnTo>
                <a:lnTo>
                  <a:pt x="952091" y="46814"/>
                </a:lnTo>
                <a:lnTo>
                  <a:pt x="954318" y="46783"/>
                </a:lnTo>
                <a:lnTo>
                  <a:pt x="956250" y="46813"/>
                </a:lnTo>
                <a:lnTo>
                  <a:pt x="958048" y="46900"/>
                </a:lnTo>
                <a:lnTo>
                  <a:pt x="959717" y="47042"/>
                </a:lnTo>
                <a:lnTo>
                  <a:pt x="961262" y="47235"/>
                </a:lnTo>
                <a:lnTo>
                  <a:pt x="962688" y="47478"/>
                </a:lnTo>
                <a:lnTo>
                  <a:pt x="963999" y="47766"/>
                </a:lnTo>
                <a:lnTo>
                  <a:pt x="965201" y="48098"/>
                </a:lnTo>
                <a:lnTo>
                  <a:pt x="966299" y="48470"/>
                </a:lnTo>
                <a:lnTo>
                  <a:pt x="967297" y="48880"/>
                </a:lnTo>
                <a:lnTo>
                  <a:pt x="968200" y="49324"/>
                </a:lnTo>
                <a:lnTo>
                  <a:pt x="969013" y="49800"/>
                </a:lnTo>
                <a:lnTo>
                  <a:pt x="969741" y="50305"/>
                </a:lnTo>
                <a:lnTo>
                  <a:pt x="970389" y="50836"/>
                </a:lnTo>
                <a:lnTo>
                  <a:pt x="970961" y="51391"/>
                </a:lnTo>
                <a:lnTo>
                  <a:pt x="971462" y="51966"/>
                </a:lnTo>
                <a:lnTo>
                  <a:pt x="971898" y="52558"/>
                </a:lnTo>
                <a:lnTo>
                  <a:pt x="972273" y="53166"/>
                </a:lnTo>
                <a:lnTo>
                  <a:pt x="972591" y="53785"/>
                </a:lnTo>
                <a:lnTo>
                  <a:pt x="972859" y="54413"/>
                </a:lnTo>
                <a:lnTo>
                  <a:pt x="973080" y="55047"/>
                </a:lnTo>
                <a:lnTo>
                  <a:pt x="973260" y="55685"/>
                </a:lnTo>
                <a:lnTo>
                  <a:pt x="973403" y="56323"/>
                </a:lnTo>
                <a:lnTo>
                  <a:pt x="973514" y="56959"/>
                </a:lnTo>
                <a:lnTo>
                  <a:pt x="973598" y="57589"/>
                </a:lnTo>
                <a:lnTo>
                  <a:pt x="973624" y="57999"/>
                </a:lnTo>
                <a:lnTo>
                  <a:pt x="973653" y="58408"/>
                </a:lnTo>
                <a:lnTo>
                  <a:pt x="973690" y="58814"/>
                </a:lnTo>
                <a:lnTo>
                  <a:pt x="973735" y="59215"/>
                </a:lnTo>
                <a:lnTo>
                  <a:pt x="973792" y="59611"/>
                </a:lnTo>
                <a:lnTo>
                  <a:pt x="973863" y="60000"/>
                </a:lnTo>
                <a:lnTo>
                  <a:pt x="973949" y="60380"/>
                </a:lnTo>
                <a:lnTo>
                  <a:pt x="974054" y="60750"/>
                </a:lnTo>
                <a:lnTo>
                  <a:pt x="974180" y="61109"/>
                </a:lnTo>
                <a:lnTo>
                  <a:pt x="974329" y="61455"/>
                </a:lnTo>
                <a:lnTo>
                  <a:pt x="974503" y="61786"/>
                </a:lnTo>
                <a:lnTo>
                  <a:pt x="974706" y="62102"/>
                </a:lnTo>
                <a:lnTo>
                  <a:pt x="974938" y="62401"/>
                </a:lnTo>
                <a:lnTo>
                  <a:pt x="975203" y="62681"/>
                </a:lnTo>
                <a:lnTo>
                  <a:pt x="975502" y="62942"/>
                </a:lnTo>
                <a:lnTo>
                  <a:pt x="975839" y="63181"/>
                </a:lnTo>
                <a:lnTo>
                  <a:pt x="976216" y="63397"/>
                </a:lnTo>
                <a:lnTo>
                  <a:pt x="976634" y="63589"/>
                </a:lnTo>
                <a:lnTo>
                  <a:pt x="977096" y="63755"/>
                </a:lnTo>
                <a:lnTo>
                  <a:pt x="977605" y="63895"/>
                </a:lnTo>
                <a:lnTo>
                  <a:pt x="978163" y="64005"/>
                </a:lnTo>
                <a:lnTo>
                  <a:pt x="978772" y="64086"/>
                </a:lnTo>
                <a:lnTo>
                  <a:pt x="979434" y="64136"/>
                </a:lnTo>
                <a:lnTo>
                  <a:pt x="980153" y="64153"/>
                </a:lnTo>
                <a:lnTo>
                  <a:pt x="980962" y="64132"/>
                </a:lnTo>
                <a:lnTo>
                  <a:pt x="981703" y="64071"/>
                </a:lnTo>
                <a:lnTo>
                  <a:pt x="982380" y="63971"/>
                </a:lnTo>
                <a:lnTo>
                  <a:pt x="982996" y="63835"/>
                </a:lnTo>
                <a:lnTo>
                  <a:pt x="983553" y="63663"/>
                </a:lnTo>
                <a:lnTo>
                  <a:pt x="984054" y="63459"/>
                </a:lnTo>
                <a:lnTo>
                  <a:pt x="984503" y="63224"/>
                </a:lnTo>
                <a:lnTo>
                  <a:pt x="984902" y="62959"/>
                </a:lnTo>
                <a:lnTo>
                  <a:pt x="985254" y="62667"/>
                </a:lnTo>
                <a:lnTo>
                  <a:pt x="985562" y="62349"/>
                </a:lnTo>
                <a:lnTo>
                  <a:pt x="985829" y="62007"/>
                </a:lnTo>
                <a:lnTo>
                  <a:pt x="986058" y="61643"/>
                </a:lnTo>
                <a:lnTo>
                  <a:pt x="986251" y="61260"/>
                </a:lnTo>
                <a:lnTo>
                  <a:pt x="986413" y="60858"/>
                </a:lnTo>
                <a:lnTo>
                  <a:pt x="986545" y="60439"/>
                </a:lnTo>
                <a:lnTo>
                  <a:pt x="986651" y="60006"/>
                </a:lnTo>
                <a:lnTo>
                  <a:pt x="986734" y="59560"/>
                </a:lnTo>
                <a:lnTo>
                  <a:pt x="986796" y="59104"/>
                </a:lnTo>
                <a:lnTo>
                  <a:pt x="986840" y="58638"/>
                </a:lnTo>
                <a:lnTo>
                  <a:pt x="986870" y="58165"/>
                </a:lnTo>
                <a:lnTo>
                  <a:pt x="986888" y="57687"/>
                </a:lnTo>
                <a:lnTo>
                  <a:pt x="986897" y="57205"/>
                </a:lnTo>
                <a:lnTo>
                  <a:pt x="986901" y="56722"/>
                </a:lnTo>
                <a:lnTo>
                  <a:pt x="986901" y="56239"/>
                </a:lnTo>
                <a:lnTo>
                  <a:pt x="986901" y="42926"/>
                </a:lnTo>
                <a:lnTo>
                  <a:pt x="986901" y="42532"/>
                </a:lnTo>
                <a:lnTo>
                  <a:pt x="986898" y="42123"/>
                </a:lnTo>
                <a:lnTo>
                  <a:pt x="986890" y="41702"/>
                </a:lnTo>
                <a:lnTo>
                  <a:pt x="986874" y="41270"/>
                </a:lnTo>
                <a:lnTo>
                  <a:pt x="986849" y="40832"/>
                </a:lnTo>
                <a:lnTo>
                  <a:pt x="986811" y="40391"/>
                </a:lnTo>
                <a:lnTo>
                  <a:pt x="986758" y="39948"/>
                </a:lnTo>
                <a:lnTo>
                  <a:pt x="986687" y="39507"/>
                </a:lnTo>
                <a:lnTo>
                  <a:pt x="986596" y="39070"/>
                </a:lnTo>
                <a:lnTo>
                  <a:pt x="986483" y="38641"/>
                </a:lnTo>
                <a:lnTo>
                  <a:pt x="986344" y="38223"/>
                </a:lnTo>
                <a:lnTo>
                  <a:pt x="986178" y="37818"/>
                </a:lnTo>
                <a:lnTo>
                  <a:pt x="985982" y="37428"/>
                </a:lnTo>
                <a:lnTo>
                  <a:pt x="985753" y="37058"/>
                </a:lnTo>
                <a:lnTo>
                  <a:pt x="985488" y="36710"/>
                </a:lnTo>
                <a:lnTo>
                  <a:pt x="985187" y="36386"/>
                </a:lnTo>
                <a:lnTo>
                  <a:pt x="984845" y="36089"/>
                </a:lnTo>
                <a:lnTo>
                  <a:pt x="984460" y="35823"/>
                </a:lnTo>
                <a:lnTo>
                  <a:pt x="984030" y="35590"/>
                </a:lnTo>
                <a:lnTo>
                  <a:pt x="983552" y="35393"/>
                </a:lnTo>
                <a:lnTo>
                  <a:pt x="983025" y="35235"/>
                </a:lnTo>
                <a:lnTo>
                  <a:pt x="982444" y="35118"/>
                </a:lnTo>
                <a:lnTo>
                  <a:pt x="981808" y="35046"/>
                </a:lnTo>
                <a:lnTo>
                  <a:pt x="981115" y="35021"/>
                </a:lnTo>
                <a:lnTo>
                  <a:pt x="980556" y="35035"/>
                </a:lnTo>
                <a:lnTo>
                  <a:pt x="980037" y="35075"/>
                </a:lnTo>
                <a:lnTo>
                  <a:pt x="979554" y="35140"/>
                </a:lnTo>
                <a:lnTo>
                  <a:pt x="979107" y="35228"/>
                </a:lnTo>
                <a:lnTo>
                  <a:pt x="978694" y="35336"/>
                </a:lnTo>
                <a:lnTo>
                  <a:pt x="978314" y="35464"/>
                </a:lnTo>
                <a:lnTo>
                  <a:pt x="977965" y="35610"/>
                </a:lnTo>
                <a:lnTo>
                  <a:pt x="977646" y="35772"/>
                </a:lnTo>
                <a:lnTo>
                  <a:pt x="977354" y="35947"/>
                </a:lnTo>
                <a:lnTo>
                  <a:pt x="977089" y="36135"/>
                </a:lnTo>
                <a:lnTo>
                  <a:pt x="976849" y="36333"/>
                </a:lnTo>
                <a:lnTo>
                  <a:pt x="976633" y="36540"/>
                </a:lnTo>
                <a:lnTo>
                  <a:pt x="976439" y="36755"/>
                </a:lnTo>
                <a:lnTo>
                  <a:pt x="976266" y="36974"/>
                </a:lnTo>
                <a:lnTo>
                  <a:pt x="976111" y="37197"/>
                </a:lnTo>
                <a:lnTo>
                  <a:pt x="975974" y="37422"/>
                </a:lnTo>
                <a:lnTo>
                  <a:pt x="975853" y="37647"/>
                </a:lnTo>
                <a:lnTo>
                  <a:pt x="975747" y="37870"/>
                </a:lnTo>
                <a:lnTo>
                  <a:pt x="975654" y="38089"/>
                </a:lnTo>
                <a:lnTo>
                  <a:pt x="975572" y="38303"/>
                </a:lnTo>
                <a:lnTo>
                  <a:pt x="975501" y="38511"/>
                </a:lnTo>
                <a:lnTo>
                  <a:pt x="975438" y="38709"/>
                </a:lnTo>
                <a:lnTo>
                  <a:pt x="975382" y="38897"/>
                </a:lnTo>
                <a:lnTo>
                  <a:pt x="975331" y="39072"/>
                </a:lnTo>
                <a:lnTo>
                  <a:pt x="974271" y="38587"/>
                </a:lnTo>
                <a:lnTo>
                  <a:pt x="973214" y="38142"/>
                </a:lnTo>
                <a:lnTo>
                  <a:pt x="972160" y="37735"/>
                </a:lnTo>
                <a:lnTo>
                  <a:pt x="971113" y="37366"/>
                </a:lnTo>
                <a:lnTo>
                  <a:pt x="970074" y="37031"/>
                </a:lnTo>
                <a:lnTo>
                  <a:pt x="969045" y="36730"/>
                </a:lnTo>
                <a:lnTo>
                  <a:pt x="968029" y="36461"/>
                </a:lnTo>
                <a:lnTo>
                  <a:pt x="967028" y="36222"/>
                </a:lnTo>
                <a:lnTo>
                  <a:pt x="966043" y="36010"/>
                </a:lnTo>
                <a:lnTo>
                  <a:pt x="965077" y="35825"/>
                </a:lnTo>
                <a:lnTo>
                  <a:pt x="964132" y="35665"/>
                </a:lnTo>
                <a:lnTo>
                  <a:pt x="963210" y="35528"/>
                </a:lnTo>
                <a:lnTo>
                  <a:pt x="962313" y="35411"/>
                </a:lnTo>
                <a:lnTo>
                  <a:pt x="961444" y="35314"/>
                </a:lnTo>
                <a:lnTo>
                  <a:pt x="960603" y="35235"/>
                </a:lnTo>
                <a:lnTo>
                  <a:pt x="959794" y="35171"/>
                </a:lnTo>
                <a:lnTo>
                  <a:pt x="959019" y="35122"/>
                </a:lnTo>
                <a:lnTo>
                  <a:pt x="958279" y="35085"/>
                </a:lnTo>
                <a:lnTo>
                  <a:pt x="957577" y="35058"/>
                </a:lnTo>
                <a:lnTo>
                  <a:pt x="956914" y="35040"/>
                </a:lnTo>
                <a:lnTo>
                  <a:pt x="956293" y="35029"/>
                </a:lnTo>
                <a:lnTo>
                  <a:pt x="955717" y="35024"/>
                </a:lnTo>
                <a:lnTo>
                  <a:pt x="955186" y="35022"/>
                </a:lnTo>
                <a:lnTo>
                  <a:pt x="954703" y="35021"/>
                </a:lnTo>
                <a:lnTo>
                  <a:pt x="950822" y="35102"/>
                </a:lnTo>
                <a:lnTo>
                  <a:pt x="947219" y="35337"/>
                </a:lnTo>
                <a:lnTo>
                  <a:pt x="943885" y="35714"/>
                </a:lnTo>
                <a:lnTo>
                  <a:pt x="940810" y="36225"/>
                </a:lnTo>
                <a:lnTo>
                  <a:pt x="937984" y="36858"/>
                </a:lnTo>
                <a:lnTo>
                  <a:pt x="935396" y="37601"/>
                </a:lnTo>
                <a:lnTo>
                  <a:pt x="933037" y="38445"/>
                </a:lnTo>
                <a:lnTo>
                  <a:pt x="930896" y="39379"/>
                </a:lnTo>
                <a:lnTo>
                  <a:pt x="928964" y="40392"/>
                </a:lnTo>
                <a:lnTo>
                  <a:pt x="927229" y="41473"/>
                </a:lnTo>
                <a:lnTo>
                  <a:pt x="925683" y="42612"/>
                </a:lnTo>
                <a:lnTo>
                  <a:pt x="924314" y="43798"/>
                </a:lnTo>
                <a:lnTo>
                  <a:pt x="923113" y="45019"/>
                </a:lnTo>
                <a:lnTo>
                  <a:pt x="922069" y="46267"/>
                </a:lnTo>
                <a:lnTo>
                  <a:pt x="921173" y="47529"/>
                </a:lnTo>
                <a:lnTo>
                  <a:pt x="920414" y="48795"/>
                </a:lnTo>
                <a:lnTo>
                  <a:pt x="919783" y="50054"/>
                </a:lnTo>
                <a:lnTo>
                  <a:pt x="919268" y="51297"/>
                </a:lnTo>
                <a:lnTo>
                  <a:pt x="918861" y="52510"/>
                </a:lnTo>
                <a:lnTo>
                  <a:pt x="918550" y="53686"/>
                </a:lnTo>
                <a:lnTo>
                  <a:pt x="918326" y="54811"/>
                </a:lnTo>
                <a:lnTo>
                  <a:pt x="918178" y="55876"/>
                </a:lnTo>
                <a:lnTo>
                  <a:pt x="918097" y="56871"/>
                </a:lnTo>
                <a:lnTo>
                  <a:pt x="918073" y="57783"/>
                </a:lnTo>
                <a:lnTo>
                  <a:pt x="918176" y="59928"/>
                </a:lnTo>
                <a:lnTo>
                  <a:pt x="918481" y="61929"/>
                </a:lnTo>
                <a:lnTo>
                  <a:pt x="918977" y="63790"/>
                </a:lnTo>
                <a:lnTo>
                  <a:pt x="919654" y="65519"/>
                </a:lnTo>
                <a:lnTo>
                  <a:pt x="920503" y="67121"/>
                </a:lnTo>
                <a:lnTo>
                  <a:pt x="921513" y="68603"/>
                </a:lnTo>
                <a:lnTo>
                  <a:pt x="922674" y="69970"/>
                </a:lnTo>
                <a:lnTo>
                  <a:pt x="923978" y="71228"/>
                </a:lnTo>
                <a:lnTo>
                  <a:pt x="925413" y="72384"/>
                </a:lnTo>
                <a:lnTo>
                  <a:pt x="926970" y="73443"/>
                </a:lnTo>
                <a:lnTo>
                  <a:pt x="928639" y="74412"/>
                </a:lnTo>
                <a:lnTo>
                  <a:pt x="930411" y="75297"/>
                </a:lnTo>
                <a:lnTo>
                  <a:pt x="932275" y="76103"/>
                </a:lnTo>
                <a:lnTo>
                  <a:pt x="934222" y="76836"/>
                </a:lnTo>
                <a:lnTo>
                  <a:pt x="936241" y="77504"/>
                </a:lnTo>
                <a:lnTo>
                  <a:pt x="938323" y="78111"/>
                </a:lnTo>
                <a:lnTo>
                  <a:pt x="940458" y="78664"/>
                </a:lnTo>
                <a:lnTo>
                  <a:pt x="942636" y="79168"/>
                </a:lnTo>
                <a:lnTo>
                  <a:pt x="944847" y="79630"/>
                </a:lnTo>
                <a:lnTo>
                  <a:pt x="947081" y="80056"/>
                </a:lnTo>
                <a:lnTo>
                  <a:pt x="949329" y="80452"/>
                </a:lnTo>
                <a:lnTo>
                  <a:pt x="951580" y="80824"/>
                </a:lnTo>
                <a:lnTo>
                  <a:pt x="953825" y="81178"/>
                </a:lnTo>
                <a:lnTo>
                  <a:pt x="956054" y="81519"/>
                </a:lnTo>
                <a:lnTo>
                  <a:pt x="957264" y="81718"/>
                </a:lnTo>
                <a:lnTo>
                  <a:pt x="958527" y="81929"/>
                </a:lnTo>
                <a:lnTo>
                  <a:pt x="959834" y="82157"/>
                </a:lnTo>
                <a:lnTo>
                  <a:pt x="961176" y="82403"/>
                </a:lnTo>
                <a:lnTo>
                  <a:pt x="962542" y="82671"/>
                </a:lnTo>
                <a:lnTo>
                  <a:pt x="963925" y="82964"/>
                </a:lnTo>
                <a:lnTo>
                  <a:pt x="965314" y="83285"/>
                </a:lnTo>
                <a:lnTo>
                  <a:pt x="966700" y="83636"/>
                </a:lnTo>
                <a:lnTo>
                  <a:pt x="968074" y="84020"/>
                </a:lnTo>
                <a:lnTo>
                  <a:pt x="969426" y="84441"/>
                </a:lnTo>
                <a:lnTo>
                  <a:pt x="970749" y="84901"/>
                </a:lnTo>
                <a:lnTo>
                  <a:pt x="972031" y="85404"/>
                </a:lnTo>
                <a:lnTo>
                  <a:pt x="973264" y="85952"/>
                </a:lnTo>
                <a:lnTo>
                  <a:pt x="974438" y="86548"/>
                </a:lnTo>
                <a:lnTo>
                  <a:pt x="975545" y="87195"/>
                </a:lnTo>
                <a:lnTo>
                  <a:pt x="976575" y="87896"/>
                </a:lnTo>
                <a:lnTo>
                  <a:pt x="977518" y="88654"/>
                </a:lnTo>
                <a:lnTo>
                  <a:pt x="978366" y="89471"/>
                </a:lnTo>
                <a:lnTo>
                  <a:pt x="979109" y="90352"/>
                </a:lnTo>
                <a:lnTo>
                  <a:pt x="979737" y="91298"/>
                </a:lnTo>
                <a:lnTo>
                  <a:pt x="980242" y="92313"/>
                </a:lnTo>
                <a:lnTo>
                  <a:pt x="980615" y="93400"/>
                </a:lnTo>
                <a:lnTo>
                  <a:pt x="980845" y="94561"/>
                </a:lnTo>
                <a:lnTo>
                  <a:pt x="980923" y="95800"/>
                </a:lnTo>
                <a:lnTo>
                  <a:pt x="980886" y="96688"/>
                </a:lnTo>
                <a:lnTo>
                  <a:pt x="980773" y="97565"/>
                </a:lnTo>
                <a:lnTo>
                  <a:pt x="980583" y="98430"/>
                </a:lnTo>
                <a:lnTo>
                  <a:pt x="980314" y="99280"/>
                </a:lnTo>
                <a:lnTo>
                  <a:pt x="979965" y="100111"/>
                </a:lnTo>
                <a:lnTo>
                  <a:pt x="979535" y="100923"/>
                </a:lnTo>
                <a:lnTo>
                  <a:pt x="979022" y="101712"/>
                </a:lnTo>
                <a:lnTo>
                  <a:pt x="978424" y="102476"/>
                </a:lnTo>
                <a:lnTo>
                  <a:pt x="977741" y="103212"/>
                </a:lnTo>
                <a:lnTo>
                  <a:pt x="976971" y="103918"/>
                </a:lnTo>
                <a:lnTo>
                  <a:pt x="976112" y="104593"/>
                </a:lnTo>
                <a:lnTo>
                  <a:pt x="975163" y="105232"/>
                </a:lnTo>
                <a:lnTo>
                  <a:pt x="974123" y="105834"/>
                </a:lnTo>
                <a:lnTo>
                  <a:pt x="972991" y="106397"/>
                </a:lnTo>
                <a:lnTo>
                  <a:pt x="971763" y="106917"/>
                </a:lnTo>
                <a:lnTo>
                  <a:pt x="970441" y="107394"/>
                </a:lnTo>
                <a:lnTo>
                  <a:pt x="969021" y="107823"/>
                </a:lnTo>
                <a:lnTo>
                  <a:pt x="967503" y="108203"/>
                </a:lnTo>
                <a:lnTo>
                  <a:pt x="965884" y="108531"/>
                </a:lnTo>
                <a:lnTo>
                  <a:pt x="964165" y="108804"/>
                </a:lnTo>
                <a:lnTo>
                  <a:pt x="962343" y="109022"/>
                </a:lnTo>
                <a:lnTo>
                  <a:pt x="960416" y="109180"/>
                </a:lnTo>
                <a:lnTo>
                  <a:pt x="958384" y="109277"/>
                </a:lnTo>
                <a:lnTo>
                  <a:pt x="956245" y="109309"/>
                </a:lnTo>
                <a:lnTo>
                  <a:pt x="955104" y="109297"/>
                </a:lnTo>
                <a:lnTo>
                  <a:pt x="953948" y="109259"/>
                </a:lnTo>
                <a:lnTo>
                  <a:pt x="952781" y="109189"/>
                </a:lnTo>
                <a:lnTo>
                  <a:pt x="951606" y="109082"/>
                </a:lnTo>
                <a:lnTo>
                  <a:pt x="950426" y="108935"/>
                </a:lnTo>
                <a:lnTo>
                  <a:pt x="949245" y="108742"/>
                </a:lnTo>
                <a:lnTo>
                  <a:pt x="948065" y="108499"/>
                </a:lnTo>
                <a:lnTo>
                  <a:pt x="946891" y="108201"/>
                </a:lnTo>
                <a:lnTo>
                  <a:pt x="945726" y="107843"/>
                </a:lnTo>
                <a:lnTo>
                  <a:pt x="944573" y="107422"/>
                </a:lnTo>
                <a:lnTo>
                  <a:pt x="943435" y="106931"/>
                </a:lnTo>
                <a:lnTo>
                  <a:pt x="942316" y="106366"/>
                </a:lnTo>
                <a:lnTo>
                  <a:pt x="941219" y="105723"/>
                </a:lnTo>
                <a:lnTo>
                  <a:pt x="940148" y="104997"/>
                </a:lnTo>
                <a:lnTo>
                  <a:pt x="939105" y="104183"/>
                </a:lnTo>
                <a:lnTo>
                  <a:pt x="938095" y="103276"/>
                </a:lnTo>
                <a:lnTo>
                  <a:pt x="937120" y="102273"/>
                </a:lnTo>
                <a:lnTo>
                  <a:pt x="936184" y="101167"/>
                </a:lnTo>
                <a:lnTo>
                  <a:pt x="935290" y="99955"/>
                </a:lnTo>
                <a:lnTo>
                  <a:pt x="934441" y="98632"/>
                </a:lnTo>
                <a:lnTo>
                  <a:pt x="933641" y="97193"/>
                </a:lnTo>
                <a:lnTo>
                  <a:pt x="932894" y="95634"/>
                </a:lnTo>
                <a:lnTo>
                  <a:pt x="932202" y="93949"/>
                </a:lnTo>
                <a:lnTo>
                  <a:pt x="931569" y="92134"/>
                </a:lnTo>
                <a:lnTo>
                  <a:pt x="931449" y="91707"/>
                </a:lnTo>
                <a:lnTo>
                  <a:pt x="931330" y="91294"/>
                </a:lnTo>
                <a:lnTo>
                  <a:pt x="931208" y="90896"/>
                </a:lnTo>
                <a:lnTo>
                  <a:pt x="931083" y="90513"/>
                </a:lnTo>
                <a:lnTo>
                  <a:pt x="930951" y="90146"/>
                </a:lnTo>
                <a:lnTo>
                  <a:pt x="930813" y="89794"/>
                </a:lnTo>
                <a:lnTo>
                  <a:pt x="930665" y="89458"/>
                </a:lnTo>
                <a:lnTo>
                  <a:pt x="930505" y="89139"/>
                </a:lnTo>
                <a:lnTo>
                  <a:pt x="930332" y="88837"/>
                </a:lnTo>
                <a:lnTo>
                  <a:pt x="930143" y="88551"/>
                </a:lnTo>
                <a:lnTo>
                  <a:pt x="929938" y="88283"/>
                </a:lnTo>
                <a:lnTo>
                  <a:pt x="929713" y="88033"/>
                </a:lnTo>
                <a:lnTo>
                  <a:pt x="929467" y="87801"/>
                </a:lnTo>
                <a:lnTo>
                  <a:pt x="929198" y="87588"/>
                </a:lnTo>
                <a:lnTo>
                  <a:pt x="928905" y="87393"/>
                </a:lnTo>
                <a:lnTo>
                  <a:pt x="928584" y="87217"/>
                </a:lnTo>
                <a:lnTo>
                  <a:pt x="928235" y="87061"/>
                </a:lnTo>
                <a:lnTo>
                  <a:pt x="927854" y="86924"/>
                </a:lnTo>
                <a:lnTo>
                  <a:pt x="927442" y="86808"/>
                </a:lnTo>
                <a:lnTo>
                  <a:pt x="926994" y="86712"/>
                </a:lnTo>
                <a:lnTo>
                  <a:pt x="926511" y="86636"/>
                </a:lnTo>
                <a:lnTo>
                  <a:pt x="925988" y="86582"/>
                </a:lnTo>
                <a:lnTo>
                  <a:pt x="925426" y="86549"/>
                </a:lnTo>
                <a:lnTo>
                  <a:pt x="924821" y="86538"/>
                </a:lnTo>
                <a:lnTo>
                  <a:pt x="924012" y="86559"/>
                </a:lnTo>
                <a:lnTo>
                  <a:pt x="923271" y="86620"/>
                </a:lnTo>
                <a:lnTo>
                  <a:pt x="922593" y="86720"/>
                </a:lnTo>
                <a:lnTo>
                  <a:pt x="921978" y="86856"/>
                </a:lnTo>
                <a:lnTo>
                  <a:pt x="921421" y="87027"/>
                </a:lnTo>
                <a:lnTo>
                  <a:pt x="920919" y="87232"/>
                </a:lnTo>
                <a:lnTo>
                  <a:pt x="920471" y="87467"/>
                </a:lnTo>
                <a:lnTo>
                  <a:pt x="920072" y="87732"/>
                </a:lnTo>
                <a:lnTo>
                  <a:pt x="919720" y="88024"/>
                </a:lnTo>
                <a:lnTo>
                  <a:pt x="919412" y="88341"/>
                </a:lnTo>
                <a:lnTo>
                  <a:pt x="919145" y="88683"/>
                </a:lnTo>
                <a:lnTo>
                  <a:pt x="918916" y="89046"/>
                </a:lnTo>
                <a:lnTo>
                  <a:pt x="918722" y="89430"/>
                </a:lnTo>
                <a:lnTo>
                  <a:pt x="918561" y="89832"/>
                </a:lnTo>
                <a:lnTo>
                  <a:pt x="918428" y="90250"/>
                </a:lnTo>
                <a:lnTo>
                  <a:pt x="918322" y="90683"/>
                </a:lnTo>
                <a:lnTo>
                  <a:pt x="918240" y="91128"/>
                </a:lnTo>
                <a:lnTo>
                  <a:pt x="918178" y="91585"/>
                </a:lnTo>
                <a:lnTo>
                  <a:pt x="918134" y="92050"/>
                </a:lnTo>
                <a:lnTo>
                  <a:pt x="918104" y="92523"/>
                </a:lnTo>
                <a:lnTo>
                  <a:pt x="918086" y="93001"/>
                </a:lnTo>
                <a:lnTo>
                  <a:pt x="918076" y="93483"/>
                </a:lnTo>
                <a:lnTo>
                  <a:pt x="918073" y="93966"/>
                </a:lnTo>
                <a:lnTo>
                  <a:pt x="918073" y="94449"/>
                </a:lnTo>
                <a:lnTo>
                  <a:pt x="918073" y="113166"/>
                </a:lnTo>
                <a:lnTo>
                  <a:pt x="918073" y="113560"/>
                </a:lnTo>
                <a:lnTo>
                  <a:pt x="918076" y="113969"/>
                </a:lnTo>
                <a:lnTo>
                  <a:pt x="918084" y="114391"/>
                </a:lnTo>
                <a:lnTo>
                  <a:pt x="918099" y="114822"/>
                </a:lnTo>
                <a:lnTo>
                  <a:pt x="918125" y="115260"/>
                </a:lnTo>
                <a:lnTo>
                  <a:pt x="918163" y="115702"/>
                </a:lnTo>
                <a:lnTo>
                  <a:pt x="918216" y="116144"/>
                </a:lnTo>
                <a:lnTo>
                  <a:pt x="918287" y="116585"/>
                </a:lnTo>
                <a:lnTo>
                  <a:pt x="918377" y="117021"/>
                </a:lnTo>
                <a:lnTo>
                  <a:pt x="918491" y="117450"/>
                </a:lnTo>
                <a:lnTo>
                  <a:pt x="918629" y="117868"/>
                </a:lnTo>
                <a:lnTo>
                  <a:pt x="918795" y="118274"/>
                </a:lnTo>
                <a:lnTo>
                  <a:pt x="918992" y="118663"/>
                </a:lnTo>
                <a:lnTo>
                  <a:pt x="919221" y="119033"/>
                </a:lnTo>
                <a:lnTo>
                  <a:pt x="919484" y="119381"/>
                </a:lnTo>
                <a:lnTo>
                  <a:pt x="919786" y="119705"/>
                </a:lnTo>
                <a:lnTo>
                  <a:pt x="920128" y="120001"/>
                </a:lnTo>
                <a:lnTo>
                  <a:pt x="920512" y="120267"/>
                </a:lnTo>
                <a:lnTo>
                  <a:pt x="920942" y="120500"/>
                </a:lnTo>
                <a:lnTo>
                  <a:pt x="921419" y="120697"/>
                </a:lnTo>
                <a:lnTo>
                  <a:pt x="921947" y="120855"/>
                </a:lnTo>
                <a:lnTo>
                  <a:pt x="922527" y="120972"/>
                </a:lnTo>
                <a:lnTo>
                  <a:pt x="923163" y="121044"/>
                </a:lnTo>
                <a:lnTo>
                  <a:pt x="923856" y="121068"/>
                </a:lnTo>
                <a:lnTo>
                  <a:pt x="924080" y="121067"/>
                </a:lnTo>
                <a:lnTo>
                  <a:pt x="924317" y="121060"/>
                </a:lnTo>
                <a:lnTo>
                  <a:pt x="924566" y="121046"/>
                </a:lnTo>
                <a:lnTo>
                  <a:pt x="924827" y="121021"/>
                </a:lnTo>
                <a:lnTo>
                  <a:pt x="925097" y="120982"/>
                </a:lnTo>
                <a:lnTo>
                  <a:pt x="925378" y="120927"/>
                </a:lnTo>
                <a:lnTo>
                  <a:pt x="925667" y="120852"/>
                </a:lnTo>
                <a:lnTo>
                  <a:pt x="925963" y="120755"/>
                </a:lnTo>
                <a:lnTo>
                  <a:pt x="926266" y="120632"/>
                </a:lnTo>
                <a:lnTo>
                  <a:pt x="926575" y="120480"/>
                </a:lnTo>
                <a:lnTo>
                  <a:pt x="926889" y="120298"/>
                </a:lnTo>
                <a:lnTo>
                  <a:pt x="927207" y="120081"/>
                </a:lnTo>
                <a:lnTo>
                  <a:pt x="927527" y="119827"/>
                </a:lnTo>
                <a:lnTo>
                  <a:pt x="927850" y="119533"/>
                </a:lnTo>
                <a:lnTo>
                  <a:pt x="928174" y="119196"/>
                </a:lnTo>
                <a:lnTo>
                  <a:pt x="928498" y="118813"/>
                </a:lnTo>
                <a:lnTo>
                  <a:pt x="928822" y="118381"/>
                </a:lnTo>
                <a:lnTo>
                  <a:pt x="929144" y="117897"/>
                </a:lnTo>
                <a:lnTo>
                  <a:pt x="929463" y="117359"/>
                </a:lnTo>
                <a:lnTo>
                  <a:pt x="929779" y="116763"/>
                </a:lnTo>
                <a:lnTo>
                  <a:pt x="930091" y="116106"/>
                </a:lnTo>
                <a:lnTo>
                  <a:pt x="930397" y="115386"/>
                </a:lnTo>
                <a:lnTo>
                  <a:pt x="930697" y="114599"/>
                </a:lnTo>
                <a:lnTo>
                  <a:pt x="930990" y="113743"/>
                </a:lnTo>
                <a:lnTo>
                  <a:pt x="932174" y="114577"/>
                </a:lnTo>
                <a:lnTo>
                  <a:pt x="933364" y="115345"/>
                </a:lnTo>
                <a:lnTo>
                  <a:pt x="934557" y="116050"/>
                </a:lnTo>
                <a:lnTo>
                  <a:pt x="935751" y="116695"/>
                </a:lnTo>
                <a:lnTo>
                  <a:pt x="936944" y="117283"/>
                </a:lnTo>
                <a:lnTo>
                  <a:pt x="938132" y="117815"/>
                </a:lnTo>
                <a:lnTo>
                  <a:pt x="939314" y="118296"/>
                </a:lnTo>
                <a:lnTo>
                  <a:pt x="940487" y="118727"/>
                </a:lnTo>
                <a:lnTo>
                  <a:pt x="941648" y="119111"/>
                </a:lnTo>
                <a:lnTo>
                  <a:pt x="942796" y="119450"/>
                </a:lnTo>
                <a:lnTo>
                  <a:pt x="943927" y="119749"/>
                </a:lnTo>
                <a:lnTo>
                  <a:pt x="945040" y="120008"/>
                </a:lnTo>
                <a:lnTo>
                  <a:pt x="946131" y="120232"/>
                </a:lnTo>
                <a:lnTo>
                  <a:pt x="947200" y="120421"/>
                </a:lnTo>
                <a:lnTo>
                  <a:pt x="948242" y="120580"/>
                </a:lnTo>
                <a:lnTo>
                  <a:pt x="949256" y="120711"/>
                </a:lnTo>
                <a:lnTo>
                  <a:pt x="950239" y="120817"/>
                </a:lnTo>
                <a:lnTo>
                  <a:pt x="951188" y="120900"/>
                </a:lnTo>
                <a:lnTo>
                  <a:pt x="952103" y="120962"/>
                </a:lnTo>
                <a:lnTo>
                  <a:pt x="952979" y="121008"/>
                </a:lnTo>
                <a:lnTo>
                  <a:pt x="953814" y="121038"/>
                </a:lnTo>
                <a:lnTo>
                  <a:pt x="954607" y="121057"/>
                </a:lnTo>
                <a:lnTo>
                  <a:pt x="955354" y="121066"/>
                </a:lnTo>
                <a:lnTo>
                  <a:pt x="956054" y="121068"/>
                </a:lnTo>
                <a:lnTo>
                  <a:pt x="959736" y="120987"/>
                </a:lnTo>
                <a:lnTo>
                  <a:pt x="963173" y="120748"/>
                </a:lnTo>
                <a:lnTo>
                  <a:pt x="966373" y="120363"/>
                </a:lnTo>
                <a:lnTo>
                  <a:pt x="969343" y="119840"/>
                </a:lnTo>
                <a:lnTo>
                  <a:pt x="972092" y="119190"/>
                </a:lnTo>
                <a:lnTo>
                  <a:pt x="974627" y="118423"/>
                </a:lnTo>
                <a:lnTo>
                  <a:pt x="976957" y="117548"/>
                </a:lnTo>
                <a:lnTo>
                  <a:pt x="979088" y="116576"/>
                </a:lnTo>
                <a:lnTo>
                  <a:pt x="981029" y="115516"/>
                </a:lnTo>
                <a:lnTo>
                  <a:pt x="982788" y="114378"/>
                </a:lnTo>
                <a:lnTo>
                  <a:pt x="984373" y="113172"/>
                </a:lnTo>
                <a:lnTo>
                  <a:pt x="985791" y="111908"/>
                </a:lnTo>
                <a:lnTo>
                  <a:pt x="987051" y="110596"/>
                </a:lnTo>
                <a:lnTo>
                  <a:pt x="988160" y="109245"/>
                </a:lnTo>
                <a:lnTo>
                  <a:pt x="989126" y="107866"/>
                </a:lnTo>
                <a:lnTo>
                  <a:pt x="989956" y="106468"/>
                </a:lnTo>
                <a:lnTo>
                  <a:pt x="990660" y="105062"/>
                </a:lnTo>
                <a:lnTo>
                  <a:pt x="991244" y="103656"/>
                </a:lnTo>
                <a:lnTo>
                  <a:pt x="991717" y="102262"/>
                </a:lnTo>
                <a:lnTo>
                  <a:pt x="992086" y="100888"/>
                </a:lnTo>
                <a:lnTo>
                  <a:pt x="992360" y="99545"/>
                </a:lnTo>
                <a:lnTo>
                  <a:pt x="992546" y="98243"/>
                </a:lnTo>
                <a:lnTo>
                  <a:pt x="992651" y="96991"/>
                </a:lnTo>
                <a:lnTo>
                  <a:pt x="992685" y="95800"/>
                </a:lnTo>
                <a:lnTo>
                  <a:pt x="992558" y="93373"/>
                </a:lnTo>
                <a:lnTo>
                  <a:pt x="992192" y="91108"/>
                </a:lnTo>
                <a:lnTo>
                  <a:pt x="991604" y="88999"/>
                </a:lnTo>
                <a:lnTo>
                  <a:pt x="990814" y="87040"/>
                </a:lnTo>
                <a:lnTo>
                  <a:pt x="989840" y="85225"/>
                </a:lnTo>
                <a:lnTo>
                  <a:pt x="988702" y="83549"/>
                </a:lnTo>
                <a:close/>
                <a:moveTo>
                  <a:pt x="1296401" y="95752"/>
                </a:moveTo>
                <a:lnTo>
                  <a:pt x="1296115" y="95392"/>
                </a:lnTo>
                <a:lnTo>
                  <a:pt x="1295801" y="95073"/>
                </a:lnTo>
                <a:lnTo>
                  <a:pt x="1295463" y="94791"/>
                </a:lnTo>
                <a:lnTo>
                  <a:pt x="1295106" y="94544"/>
                </a:lnTo>
                <a:lnTo>
                  <a:pt x="1294735" y="94330"/>
                </a:lnTo>
                <a:lnTo>
                  <a:pt x="1294353" y="94146"/>
                </a:lnTo>
                <a:lnTo>
                  <a:pt x="1293966" y="93991"/>
                </a:lnTo>
                <a:lnTo>
                  <a:pt x="1293576" y="93861"/>
                </a:lnTo>
                <a:lnTo>
                  <a:pt x="1293189" y="93755"/>
                </a:lnTo>
                <a:lnTo>
                  <a:pt x="1292810" y="93670"/>
                </a:lnTo>
                <a:lnTo>
                  <a:pt x="1292441" y="93604"/>
                </a:lnTo>
                <a:lnTo>
                  <a:pt x="1292089" y="93554"/>
                </a:lnTo>
                <a:lnTo>
                  <a:pt x="1291756" y="93519"/>
                </a:lnTo>
                <a:lnTo>
                  <a:pt x="1291448" y="93495"/>
                </a:lnTo>
                <a:lnTo>
                  <a:pt x="1291169" y="93480"/>
                </a:lnTo>
                <a:lnTo>
                  <a:pt x="1290923" y="93473"/>
                </a:lnTo>
                <a:lnTo>
                  <a:pt x="1290714" y="93470"/>
                </a:lnTo>
                <a:lnTo>
                  <a:pt x="1290547" y="93470"/>
                </a:lnTo>
                <a:lnTo>
                  <a:pt x="1290123" y="93473"/>
                </a:lnTo>
                <a:lnTo>
                  <a:pt x="1289718" y="93483"/>
                </a:lnTo>
                <a:lnTo>
                  <a:pt x="1289332" y="93502"/>
                </a:lnTo>
                <a:lnTo>
                  <a:pt x="1288964" y="93530"/>
                </a:lnTo>
                <a:lnTo>
                  <a:pt x="1288613" y="93568"/>
                </a:lnTo>
                <a:lnTo>
                  <a:pt x="1288278" y="93618"/>
                </a:lnTo>
                <a:lnTo>
                  <a:pt x="1287959" y="93680"/>
                </a:lnTo>
                <a:lnTo>
                  <a:pt x="1287655" y="93756"/>
                </a:lnTo>
                <a:lnTo>
                  <a:pt x="1287364" y="93847"/>
                </a:lnTo>
                <a:lnTo>
                  <a:pt x="1287087" y="93953"/>
                </a:lnTo>
                <a:lnTo>
                  <a:pt x="1286823" y="94077"/>
                </a:lnTo>
                <a:lnTo>
                  <a:pt x="1286570" y="94218"/>
                </a:lnTo>
                <a:lnTo>
                  <a:pt x="1286329" y="94379"/>
                </a:lnTo>
                <a:lnTo>
                  <a:pt x="1286097" y="94560"/>
                </a:lnTo>
                <a:lnTo>
                  <a:pt x="1285875" y="94762"/>
                </a:lnTo>
                <a:lnTo>
                  <a:pt x="1285662" y="94987"/>
                </a:lnTo>
                <a:lnTo>
                  <a:pt x="1285457" y="95235"/>
                </a:lnTo>
                <a:lnTo>
                  <a:pt x="1285260" y="95508"/>
                </a:lnTo>
                <a:lnTo>
                  <a:pt x="1285069" y="95806"/>
                </a:lnTo>
                <a:lnTo>
                  <a:pt x="1284883" y="96131"/>
                </a:lnTo>
                <a:lnTo>
                  <a:pt x="1284703" y="96484"/>
                </a:lnTo>
                <a:lnTo>
                  <a:pt x="1284527" y="96866"/>
                </a:lnTo>
                <a:lnTo>
                  <a:pt x="1284354" y="97278"/>
                </a:lnTo>
                <a:lnTo>
                  <a:pt x="1284184" y="97721"/>
                </a:lnTo>
                <a:lnTo>
                  <a:pt x="1283622" y="98908"/>
                </a:lnTo>
                <a:lnTo>
                  <a:pt x="1283001" y="100015"/>
                </a:lnTo>
                <a:lnTo>
                  <a:pt x="1282326" y="101042"/>
                </a:lnTo>
                <a:lnTo>
                  <a:pt x="1281601" y="101993"/>
                </a:lnTo>
                <a:lnTo>
                  <a:pt x="1280831" y="102871"/>
                </a:lnTo>
                <a:lnTo>
                  <a:pt x="1280021" y="103678"/>
                </a:lnTo>
                <a:lnTo>
                  <a:pt x="1279175" y="104417"/>
                </a:lnTo>
                <a:lnTo>
                  <a:pt x="1278300" y="105092"/>
                </a:lnTo>
                <a:lnTo>
                  <a:pt x="1277399" y="105704"/>
                </a:lnTo>
                <a:lnTo>
                  <a:pt x="1276477" y="106257"/>
                </a:lnTo>
                <a:lnTo>
                  <a:pt x="1275540" y="106752"/>
                </a:lnTo>
                <a:lnTo>
                  <a:pt x="1274592" y="107194"/>
                </a:lnTo>
                <a:lnTo>
                  <a:pt x="1273638" y="107585"/>
                </a:lnTo>
                <a:lnTo>
                  <a:pt x="1272683" y="107927"/>
                </a:lnTo>
                <a:lnTo>
                  <a:pt x="1271731" y="108224"/>
                </a:lnTo>
                <a:lnTo>
                  <a:pt x="1270788" y="108477"/>
                </a:lnTo>
                <a:lnTo>
                  <a:pt x="1269858" y="108691"/>
                </a:lnTo>
                <a:lnTo>
                  <a:pt x="1268947" y="108867"/>
                </a:lnTo>
                <a:lnTo>
                  <a:pt x="1268058" y="109008"/>
                </a:lnTo>
                <a:lnTo>
                  <a:pt x="1267198" y="109118"/>
                </a:lnTo>
                <a:lnTo>
                  <a:pt x="1266370" y="109198"/>
                </a:lnTo>
                <a:lnTo>
                  <a:pt x="1265580" y="109252"/>
                </a:lnTo>
                <a:lnTo>
                  <a:pt x="1264833" y="109282"/>
                </a:lnTo>
                <a:lnTo>
                  <a:pt x="1264133" y="109292"/>
                </a:lnTo>
                <a:lnTo>
                  <a:pt x="1262326" y="109242"/>
                </a:lnTo>
                <a:lnTo>
                  <a:pt x="1260525" y="109092"/>
                </a:lnTo>
                <a:lnTo>
                  <a:pt x="1258733" y="108845"/>
                </a:lnTo>
                <a:lnTo>
                  <a:pt x="1256956" y="108501"/>
                </a:lnTo>
                <a:lnTo>
                  <a:pt x="1255199" y="108060"/>
                </a:lnTo>
                <a:lnTo>
                  <a:pt x="1253467" y="107526"/>
                </a:lnTo>
                <a:lnTo>
                  <a:pt x="1251764" y="106897"/>
                </a:lnTo>
                <a:lnTo>
                  <a:pt x="1250095" y="106177"/>
                </a:lnTo>
                <a:lnTo>
                  <a:pt x="1248467" y="105365"/>
                </a:lnTo>
                <a:lnTo>
                  <a:pt x="1246882" y="104463"/>
                </a:lnTo>
                <a:lnTo>
                  <a:pt x="1245347" y="103473"/>
                </a:lnTo>
                <a:lnTo>
                  <a:pt x="1243866" y="102394"/>
                </a:lnTo>
                <a:lnTo>
                  <a:pt x="1242445" y="101229"/>
                </a:lnTo>
                <a:lnTo>
                  <a:pt x="1241087" y="99979"/>
                </a:lnTo>
                <a:lnTo>
                  <a:pt x="1239799" y="98644"/>
                </a:lnTo>
                <a:lnTo>
                  <a:pt x="1238585" y="97227"/>
                </a:lnTo>
                <a:lnTo>
                  <a:pt x="1237450" y="95727"/>
                </a:lnTo>
                <a:lnTo>
                  <a:pt x="1236399" y="94147"/>
                </a:lnTo>
                <a:lnTo>
                  <a:pt x="1235436" y="92487"/>
                </a:lnTo>
                <a:lnTo>
                  <a:pt x="1234567" y="90749"/>
                </a:lnTo>
                <a:lnTo>
                  <a:pt x="1233797" y="88933"/>
                </a:lnTo>
                <a:lnTo>
                  <a:pt x="1233131" y="87042"/>
                </a:lnTo>
                <a:lnTo>
                  <a:pt x="1232574" y="85075"/>
                </a:lnTo>
                <a:lnTo>
                  <a:pt x="1232129" y="83034"/>
                </a:lnTo>
                <a:lnTo>
                  <a:pt x="1289582" y="83034"/>
                </a:lnTo>
                <a:lnTo>
                  <a:pt x="1290086" y="83034"/>
                </a:lnTo>
                <a:lnTo>
                  <a:pt x="1290584" y="83030"/>
                </a:lnTo>
                <a:lnTo>
                  <a:pt x="1291076" y="83021"/>
                </a:lnTo>
                <a:lnTo>
                  <a:pt x="1291559" y="83001"/>
                </a:lnTo>
                <a:lnTo>
                  <a:pt x="1292032" y="82970"/>
                </a:lnTo>
                <a:lnTo>
                  <a:pt x="1292495" y="82923"/>
                </a:lnTo>
                <a:lnTo>
                  <a:pt x="1292944" y="82858"/>
                </a:lnTo>
                <a:lnTo>
                  <a:pt x="1293380" y="82770"/>
                </a:lnTo>
                <a:lnTo>
                  <a:pt x="1293801" y="82658"/>
                </a:lnTo>
                <a:lnTo>
                  <a:pt x="1294204" y="82519"/>
                </a:lnTo>
                <a:lnTo>
                  <a:pt x="1294590" y="82348"/>
                </a:lnTo>
                <a:lnTo>
                  <a:pt x="1294955" y="82143"/>
                </a:lnTo>
                <a:lnTo>
                  <a:pt x="1295300" y="81901"/>
                </a:lnTo>
                <a:lnTo>
                  <a:pt x="1295622" y="81619"/>
                </a:lnTo>
                <a:lnTo>
                  <a:pt x="1295920" y="81293"/>
                </a:lnTo>
                <a:lnTo>
                  <a:pt x="1296193" y="80921"/>
                </a:lnTo>
                <a:lnTo>
                  <a:pt x="1296439" y="80500"/>
                </a:lnTo>
                <a:lnTo>
                  <a:pt x="1296657" y="80026"/>
                </a:lnTo>
                <a:lnTo>
                  <a:pt x="1296845" y="79496"/>
                </a:lnTo>
                <a:lnTo>
                  <a:pt x="1297003" y="78908"/>
                </a:lnTo>
                <a:lnTo>
                  <a:pt x="1297127" y="78257"/>
                </a:lnTo>
                <a:lnTo>
                  <a:pt x="1297218" y="77541"/>
                </a:lnTo>
                <a:lnTo>
                  <a:pt x="1297274" y="76758"/>
                </a:lnTo>
                <a:lnTo>
                  <a:pt x="1297293" y="75903"/>
                </a:lnTo>
                <a:lnTo>
                  <a:pt x="1297228" y="73172"/>
                </a:lnTo>
                <a:lnTo>
                  <a:pt x="1297035" y="70480"/>
                </a:lnTo>
                <a:lnTo>
                  <a:pt x="1296713" y="67834"/>
                </a:lnTo>
                <a:lnTo>
                  <a:pt x="1296263" y="65241"/>
                </a:lnTo>
                <a:lnTo>
                  <a:pt x="1295683" y="62707"/>
                </a:lnTo>
                <a:lnTo>
                  <a:pt x="1294973" y="60240"/>
                </a:lnTo>
                <a:lnTo>
                  <a:pt x="1294134" y="57846"/>
                </a:lnTo>
                <a:lnTo>
                  <a:pt x="1293166" y="55533"/>
                </a:lnTo>
                <a:lnTo>
                  <a:pt x="1292067" y="53306"/>
                </a:lnTo>
                <a:lnTo>
                  <a:pt x="1290839" y="51174"/>
                </a:lnTo>
                <a:lnTo>
                  <a:pt x="1289480" y="49142"/>
                </a:lnTo>
                <a:lnTo>
                  <a:pt x="1287991" y="47218"/>
                </a:lnTo>
                <a:lnTo>
                  <a:pt x="1286371" y="45408"/>
                </a:lnTo>
                <a:lnTo>
                  <a:pt x="1284621" y="43720"/>
                </a:lnTo>
                <a:lnTo>
                  <a:pt x="1282739" y="42160"/>
                </a:lnTo>
                <a:lnTo>
                  <a:pt x="1280727" y="40735"/>
                </a:lnTo>
                <a:lnTo>
                  <a:pt x="1278584" y="39452"/>
                </a:lnTo>
                <a:lnTo>
                  <a:pt x="1276309" y="38317"/>
                </a:lnTo>
                <a:lnTo>
                  <a:pt x="1273902" y="37339"/>
                </a:lnTo>
                <a:lnTo>
                  <a:pt x="1271364" y="36523"/>
                </a:lnTo>
                <a:lnTo>
                  <a:pt x="1268694" y="35876"/>
                </a:lnTo>
                <a:lnTo>
                  <a:pt x="1265892" y="35406"/>
                </a:lnTo>
                <a:lnTo>
                  <a:pt x="1262958" y="35119"/>
                </a:lnTo>
                <a:lnTo>
                  <a:pt x="1259891" y="35021"/>
                </a:lnTo>
                <a:lnTo>
                  <a:pt x="1257047" y="35121"/>
                </a:lnTo>
                <a:lnTo>
                  <a:pt x="1254256" y="35415"/>
                </a:lnTo>
                <a:lnTo>
                  <a:pt x="1251523" y="35896"/>
                </a:lnTo>
                <a:lnTo>
                  <a:pt x="1248854" y="36560"/>
                </a:lnTo>
                <a:lnTo>
                  <a:pt x="1246256" y="37398"/>
                </a:lnTo>
                <a:lnTo>
                  <a:pt x="1243735" y="38405"/>
                </a:lnTo>
                <a:lnTo>
                  <a:pt x="1241297" y="39574"/>
                </a:lnTo>
                <a:lnTo>
                  <a:pt x="1238948" y="40900"/>
                </a:lnTo>
                <a:lnTo>
                  <a:pt x="1236694" y="42374"/>
                </a:lnTo>
                <a:lnTo>
                  <a:pt x="1234541" y="43991"/>
                </a:lnTo>
                <a:lnTo>
                  <a:pt x="1232495" y="45745"/>
                </a:lnTo>
                <a:lnTo>
                  <a:pt x="1230563" y="47628"/>
                </a:lnTo>
                <a:lnTo>
                  <a:pt x="1228750" y="49636"/>
                </a:lnTo>
                <a:lnTo>
                  <a:pt x="1227062" y="51760"/>
                </a:lnTo>
                <a:lnTo>
                  <a:pt x="1225507" y="53995"/>
                </a:lnTo>
                <a:lnTo>
                  <a:pt x="1224089" y="56334"/>
                </a:lnTo>
                <a:lnTo>
                  <a:pt x="1222815" y="58771"/>
                </a:lnTo>
                <a:lnTo>
                  <a:pt x="1221691" y="61299"/>
                </a:lnTo>
                <a:lnTo>
                  <a:pt x="1220724" y="63912"/>
                </a:lnTo>
                <a:lnTo>
                  <a:pt x="1219918" y="66603"/>
                </a:lnTo>
                <a:lnTo>
                  <a:pt x="1219281" y="69367"/>
                </a:lnTo>
                <a:lnTo>
                  <a:pt x="1218819" y="72196"/>
                </a:lnTo>
                <a:lnTo>
                  <a:pt x="1218537" y="75084"/>
                </a:lnTo>
                <a:lnTo>
                  <a:pt x="1218441" y="78024"/>
                </a:lnTo>
                <a:lnTo>
                  <a:pt x="1218542" y="80947"/>
                </a:lnTo>
                <a:lnTo>
                  <a:pt x="1218839" y="83820"/>
                </a:lnTo>
                <a:lnTo>
                  <a:pt x="1219327" y="86637"/>
                </a:lnTo>
                <a:lnTo>
                  <a:pt x="1219999" y="89392"/>
                </a:lnTo>
                <a:lnTo>
                  <a:pt x="1220849" y="92078"/>
                </a:lnTo>
                <a:lnTo>
                  <a:pt x="1221872" y="94688"/>
                </a:lnTo>
                <a:lnTo>
                  <a:pt x="1223061" y="97215"/>
                </a:lnTo>
                <a:lnTo>
                  <a:pt x="1224411" y="99653"/>
                </a:lnTo>
                <a:lnTo>
                  <a:pt x="1225914" y="101996"/>
                </a:lnTo>
                <a:lnTo>
                  <a:pt x="1227565" y="104235"/>
                </a:lnTo>
                <a:lnTo>
                  <a:pt x="1229357" y="106366"/>
                </a:lnTo>
                <a:lnTo>
                  <a:pt x="1231286" y="108380"/>
                </a:lnTo>
                <a:lnTo>
                  <a:pt x="1233344" y="110272"/>
                </a:lnTo>
                <a:lnTo>
                  <a:pt x="1235525" y="112034"/>
                </a:lnTo>
                <a:lnTo>
                  <a:pt x="1237824" y="113660"/>
                </a:lnTo>
                <a:lnTo>
                  <a:pt x="1240234" y="115144"/>
                </a:lnTo>
                <a:lnTo>
                  <a:pt x="1242748" y="116478"/>
                </a:lnTo>
                <a:lnTo>
                  <a:pt x="1245362" y="117655"/>
                </a:lnTo>
                <a:lnTo>
                  <a:pt x="1248069" y="118670"/>
                </a:lnTo>
                <a:lnTo>
                  <a:pt x="1250863" y="119516"/>
                </a:lnTo>
                <a:lnTo>
                  <a:pt x="1253737" y="120185"/>
                </a:lnTo>
                <a:lnTo>
                  <a:pt x="1256686" y="120671"/>
                </a:lnTo>
                <a:lnTo>
                  <a:pt x="1259703" y="120968"/>
                </a:lnTo>
                <a:lnTo>
                  <a:pt x="1262783" y="121068"/>
                </a:lnTo>
                <a:lnTo>
                  <a:pt x="1265879" y="120980"/>
                </a:lnTo>
                <a:lnTo>
                  <a:pt x="1268808" y="120724"/>
                </a:lnTo>
                <a:lnTo>
                  <a:pt x="1271572" y="120313"/>
                </a:lnTo>
                <a:lnTo>
                  <a:pt x="1274175" y="119760"/>
                </a:lnTo>
                <a:lnTo>
                  <a:pt x="1276621" y="119078"/>
                </a:lnTo>
                <a:lnTo>
                  <a:pt x="1278911" y="118280"/>
                </a:lnTo>
                <a:lnTo>
                  <a:pt x="1281050" y="117379"/>
                </a:lnTo>
                <a:lnTo>
                  <a:pt x="1283040" y="116389"/>
                </a:lnTo>
                <a:lnTo>
                  <a:pt x="1284886" y="115321"/>
                </a:lnTo>
                <a:lnTo>
                  <a:pt x="1286589" y="114189"/>
                </a:lnTo>
                <a:lnTo>
                  <a:pt x="1288153" y="113005"/>
                </a:lnTo>
                <a:lnTo>
                  <a:pt x="1289581" y="111784"/>
                </a:lnTo>
                <a:lnTo>
                  <a:pt x="1290877" y="110538"/>
                </a:lnTo>
                <a:lnTo>
                  <a:pt x="1292043" y="109279"/>
                </a:lnTo>
                <a:lnTo>
                  <a:pt x="1293084" y="108021"/>
                </a:lnTo>
                <a:lnTo>
                  <a:pt x="1294001" y="106777"/>
                </a:lnTo>
                <a:lnTo>
                  <a:pt x="1294798" y="105560"/>
                </a:lnTo>
                <a:lnTo>
                  <a:pt x="1295479" y="104382"/>
                </a:lnTo>
                <a:lnTo>
                  <a:pt x="1296047" y="103257"/>
                </a:lnTo>
                <a:lnTo>
                  <a:pt x="1296504" y="102198"/>
                </a:lnTo>
                <a:lnTo>
                  <a:pt x="1296854" y="101218"/>
                </a:lnTo>
                <a:lnTo>
                  <a:pt x="1297100" y="100328"/>
                </a:lnTo>
                <a:lnTo>
                  <a:pt x="1297245" y="99544"/>
                </a:lnTo>
                <a:lnTo>
                  <a:pt x="1297292" y="98878"/>
                </a:lnTo>
                <a:lnTo>
                  <a:pt x="1297264" y="98231"/>
                </a:lnTo>
                <a:lnTo>
                  <a:pt x="1297182" y="97637"/>
                </a:lnTo>
                <a:lnTo>
                  <a:pt x="1297050" y="97094"/>
                </a:lnTo>
                <a:lnTo>
                  <a:pt x="1296873" y="96601"/>
                </a:lnTo>
                <a:lnTo>
                  <a:pt x="1296655" y="96154"/>
                </a:lnTo>
                <a:lnTo>
                  <a:pt x="1296401" y="95752"/>
                </a:lnTo>
                <a:close/>
                <a:moveTo>
                  <a:pt x="1235080" y="63185"/>
                </a:moveTo>
                <a:lnTo>
                  <a:pt x="1235871" y="61671"/>
                </a:lnTo>
                <a:lnTo>
                  <a:pt x="1236736" y="60212"/>
                </a:lnTo>
                <a:lnTo>
                  <a:pt x="1237671" y="58811"/>
                </a:lnTo>
                <a:lnTo>
                  <a:pt x="1238674" y="57470"/>
                </a:lnTo>
                <a:lnTo>
                  <a:pt x="1239741" y="56194"/>
                </a:lnTo>
                <a:lnTo>
                  <a:pt x="1240870" y="54985"/>
                </a:lnTo>
                <a:lnTo>
                  <a:pt x="1242059" y="53846"/>
                </a:lnTo>
                <a:lnTo>
                  <a:pt x="1243303" y="52780"/>
                </a:lnTo>
                <a:lnTo>
                  <a:pt x="1244601" y="51791"/>
                </a:lnTo>
                <a:lnTo>
                  <a:pt x="1245950" y="50881"/>
                </a:lnTo>
                <a:lnTo>
                  <a:pt x="1247346" y="50054"/>
                </a:lnTo>
                <a:lnTo>
                  <a:pt x="1248787" y="49313"/>
                </a:lnTo>
                <a:lnTo>
                  <a:pt x="1250270" y="48660"/>
                </a:lnTo>
                <a:lnTo>
                  <a:pt x="1251792" y="48100"/>
                </a:lnTo>
                <a:lnTo>
                  <a:pt x="1253351" y="47634"/>
                </a:lnTo>
                <a:lnTo>
                  <a:pt x="1254943" y="47267"/>
                </a:lnTo>
                <a:lnTo>
                  <a:pt x="1256565" y="47000"/>
                </a:lnTo>
                <a:lnTo>
                  <a:pt x="1258216" y="46838"/>
                </a:lnTo>
                <a:lnTo>
                  <a:pt x="1259891" y="46783"/>
                </a:lnTo>
                <a:lnTo>
                  <a:pt x="1261153" y="46809"/>
                </a:lnTo>
                <a:lnTo>
                  <a:pt x="1262430" y="46890"/>
                </a:lnTo>
                <a:lnTo>
                  <a:pt x="1263717" y="47029"/>
                </a:lnTo>
                <a:lnTo>
                  <a:pt x="1265008" y="47232"/>
                </a:lnTo>
                <a:lnTo>
                  <a:pt x="1266298" y="47504"/>
                </a:lnTo>
                <a:lnTo>
                  <a:pt x="1267582" y="47847"/>
                </a:lnTo>
                <a:lnTo>
                  <a:pt x="1268854" y="48267"/>
                </a:lnTo>
                <a:lnTo>
                  <a:pt x="1270109" y="48769"/>
                </a:lnTo>
                <a:lnTo>
                  <a:pt x="1271342" y="49356"/>
                </a:lnTo>
                <a:lnTo>
                  <a:pt x="1272548" y="50034"/>
                </a:lnTo>
                <a:lnTo>
                  <a:pt x="1273721" y="50806"/>
                </a:lnTo>
                <a:lnTo>
                  <a:pt x="1274856" y="51677"/>
                </a:lnTo>
                <a:lnTo>
                  <a:pt x="1275949" y="52651"/>
                </a:lnTo>
                <a:lnTo>
                  <a:pt x="1276992" y="53734"/>
                </a:lnTo>
                <a:lnTo>
                  <a:pt x="1277982" y="54929"/>
                </a:lnTo>
                <a:lnTo>
                  <a:pt x="1278913" y="56240"/>
                </a:lnTo>
                <a:lnTo>
                  <a:pt x="1279780" y="57673"/>
                </a:lnTo>
                <a:lnTo>
                  <a:pt x="1280577" y="59231"/>
                </a:lnTo>
                <a:lnTo>
                  <a:pt x="1281299" y="60919"/>
                </a:lnTo>
                <a:lnTo>
                  <a:pt x="1281941" y="62742"/>
                </a:lnTo>
                <a:lnTo>
                  <a:pt x="1282498" y="64704"/>
                </a:lnTo>
                <a:lnTo>
                  <a:pt x="1282965" y="66809"/>
                </a:lnTo>
                <a:lnTo>
                  <a:pt x="1283335" y="69062"/>
                </a:lnTo>
                <a:lnTo>
                  <a:pt x="1283604" y="71467"/>
                </a:lnTo>
                <a:lnTo>
                  <a:pt x="1232324" y="71467"/>
                </a:lnTo>
                <a:lnTo>
                  <a:pt x="1232705" y="69726"/>
                </a:lnTo>
                <a:lnTo>
                  <a:pt x="1233175" y="68024"/>
                </a:lnTo>
                <a:lnTo>
                  <a:pt x="1233729" y="66364"/>
                </a:lnTo>
                <a:lnTo>
                  <a:pt x="1234365" y="64750"/>
                </a:lnTo>
                <a:lnTo>
                  <a:pt x="1235080" y="63185"/>
                </a:lnTo>
                <a:close/>
                <a:moveTo>
                  <a:pt x="1509530" y="110620"/>
                </a:moveTo>
                <a:lnTo>
                  <a:pt x="1509266" y="110235"/>
                </a:lnTo>
                <a:lnTo>
                  <a:pt x="1508972" y="109893"/>
                </a:lnTo>
                <a:lnTo>
                  <a:pt x="1508651" y="109592"/>
                </a:lnTo>
                <a:lnTo>
                  <a:pt x="1508306" y="109328"/>
                </a:lnTo>
                <a:lnTo>
                  <a:pt x="1507940" y="109099"/>
                </a:lnTo>
                <a:lnTo>
                  <a:pt x="1507556" y="108903"/>
                </a:lnTo>
                <a:lnTo>
                  <a:pt x="1507158" y="108736"/>
                </a:lnTo>
                <a:lnTo>
                  <a:pt x="1506747" y="108598"/>
                </a:lnTo>
                <a:lnTo>
                  <a:pt x="1506327" y="108485"/>
                </a:lnTo>
                <a:lnTo>
                  <a:pt x="1505900" y="108394"/>
                </a:lnTo>
                <a:lnTo>
                  <a:pt x="1505471" y="108323"/>
                </a:lnTo>
                <a:lnTo>
                  <a:pt x="1505041" y="108270"/>
                </a:lnTo>
                <a:lnTo>
                  <a:pt x="1504613" y="108232"/>
                </a:lnTo>
                <a:lnTo>
                  <a:pt x="1504191" y="108206"/>
                </a:lnTo>
                <a:lnTo>
                  <a:pt x="1503777" y="108191"/>
                </a:lnTo>
                <a:lnTo>
                  <a:pt x="1503375" y="108183"/>
                </a:lnTo>
                <a:lnTo>
                  <a:pt x="1502986" y="108180"/>
                </a:lnTo>
                <a:lnTo>
                  <a:pt x="1502615" y="108180"/>
                </a:lnTo>
                <a:lnTo>
                  <a:pt x="1501635" y="108175"/>
                </a:lnTo>
                <a:lnTo>
                  <a:pt x="1500717" y="108160"/>
                </a:lnTo>
                <a:lnTo>
                  <a:pt x="1499857" y="108137"/>
                </a:lnTo>
                <a:lnTo>
                  <a:pt x="1499055" y="108105"/>
                </a:lnTo>
                <a:lnTo>
                  <a:pt x="1498306" y="108066"/>
                </a:lnTo>
                <a:lnTo>
                  <a:pt x="1497609" y="108020"/>
                </a:lnTo>
                <a:lnTo>
                  <a:pt x="1496962" y="107967"/>
                </a:lnTo>
                <a:lnTo>
                  <a:pt x="1496361" y="107908"/>
                </a:lnTo>
                <a:lnTo>
                  <a:pt x="1495804" y="107844"/>
                </a:lnTo>
                <a:lnTo>
                  <a:pt x="1495289" y="107775"/>
                </a:lnTo>
                <a:lnTo>
                  <a:pt x="1494813" y="107701"/>
                </a:lnTo>
                <a:lnTo>
                  <a:pt x="1494374" y="107625"/>
                </a:lnTo>
                <a:lnTo>
                  <a:pt x="1493969" y="107545"/>
                </a:lnTo>
                <a:lnTo>
                  <a:pt x="1493595" y="107463"/>
                </a:lnTo>
                <a:lnTo>
                  <a:pt x="1493251" y="107378"/>
                </a:lnTo>
                <a:lnTo>
                  <a:pt x="1492933" y="107293"/>
                </a:lnTo>
                <a:lnTo>
                  <a:pt x="1492640" y="107207"/>
                </a:lnTo>
                <a:lnTo>
                  <a:pt x="1492367" y="107121"/>
                </a:lnTo>
                <a:lnTo>
                  <a:pt x="1492115" y="107035"/>
                </a:lnTo>
                <a:lnTo>
                  <a:pt x="1491878" y="106951"/>
                </a:lnTo>
                <a:lnTo>
                  <a:pt x="1491656" y="106868"/>
                </a:lnTo>
                <a:lnTo>
                  <a:pt x="1491445" y="106787"/>
                </a:lnTo>
                <a:lnTo>
                  <a:pt x="1491243" y="106709"/>
                </a:lnTo>
                <a:lnTo>
                  <a:pt x="1491048" y="106635"/>
                </a:lnTo>
                <a:lnTo>
                  <a:pt x="1491048" y="64932"/>
                </a:lnTo>
                <a:lnTo>
                  <a:pt x="1490994" y="63207"/>
                </a:lnTo>
                <a:lnTo>
                  <a:pt x="1490827" y="61465"/>
                </a:lnTo>
                <a:lnTo>
                  <a:pt x="1490547" y="59712"/>
                </a:lnTo>
                <a:lnTo>
                  <a:pt x="1490149" y="57958"/>
                </a:lnTo>
                <a:lnTo>
                  <a:pt x="1489630" y="56210"/>
                </a:lnTo>
                <a:lnTo>
                  <a:pt x="1488988" y="54476"/>
                </a:lnTo>
                <a:lnTo>
                  <a:pt x="1488219" y="52766"/>
                </a:lnTo>
                <a:lnTo>
                  <a:pt x="1487321" y="51086"/>
                </a:lnTo>
                <a:lnTo>
                  <a:pt x="1486290" y="49445"/>
                </a:lnTo>
                <a:lnTo>
                  <a:pt x="1485124" y="47851"/>
                </a:lnTo>
                <a:lnTo>
                  <a:pt x="1483819" y="46312"/>
                </a:lnTo>
                <a:lnTo>
                  <a:pt x="1482373" y="44837"/>
                </a:lnTo>
                <a:lnTo>
                  <a:pt x="1480782" y="43433"/>
                </a:lnTo>
                <a:lnTo>
                  <a:pt x="1479043" y="42108"/>
                </a:lnTo>
                <a:lnTo>
                  <a:pt x="1477154" y="40871"/>
                </a:lnTo>
                <a:lnTo>
                  <a:pt x="1475111" y="39730"/>
                </a:lnTo>
                <a:lnTo>
                  <a:pt x="1472911" y="38693"/>
                </a:lnTo>
                <a:lnTo>
                  <a:pt x="1470552" y="37767"/>
                </a:lnTo>
                <a:lnTo>
                  <a:pt x="1468030" y="36962"/>
                </a:lnTo>
                <a:lnTo>
                  <a:pt x="1465343" y="36285"/>
                </a:lnTo>
                <a:lnTo>
                  <a:pt x="1462487" y="35744"/>
                </a:lnTo>
                <a:lnTo>
                  <a:pt x="1459459" y="35348"/>
                </a:lnTo>
                <a:lnTo>
                  <a:pt x="1456256" y="35104"/>
                </a:lnTo>
                <a:lnTo>
                  <a:pt x="1452876" y="35021"/>
                </a:lnTo>
                <a:lnTo>
                  <a:pt x="1451783" y="35022"/>
                </a:lnTo>
                <a:lnTo>
                  <a:pt x="1450584" y="35029"/>
                </a:lnTo>
                <a:lnTo>
                  <a:pt x="1449295" y="35049"/>
                </a:lnTo>
                <a:lnTo>
                  <a:pt x="1447927" y="35087"/>
                </a:lnTo>
                <a:lnTo>
                  <a:pt x="1446494" y="35149"/>
                </a:lnTo>
                <a:lnTo>
                  <a:pt x="1445010" y="35241"/>
                </a:lnTo>
                <a:lnTo>
                  <a:pt x="1443489" y="35371"/>
                </a:lnTo>
                <a:lnTo>
                  <a:pt x="1441944" y="35543"/>
                </a:lnTo>
                <a:lnTo>
                  <a:pt x="1440387" y="35764"/>
                </a:lnTo>
                <a:lnTo>
                  <a:pt x="1438834" y="36040"/>
                </a:lnTo>
                <a:lnTo>
                  <a:pt x="1437297" y="36377"/>
                </a:lnTo>
                <a:lnTo>
                  <a:pt x="1435789" y="36781"/>
                </a:lnTo>
                <a:lnTo>
                  <a:pt x="1434325" y="37259"/>
                </a:lnTo>
                <a:lnTo>
                  <a:pt x="1432917" y="37816"/>
                </a:lnTo>
                <a:lnTo>
                  <a:pt x="1431580" y="38459"/>
                </a:lnTo>
                <a:lnTo>
                  <a:pt x="1430326" y="39193"/>
                </a:lnTo>
                <a:lnTo>
                  <a:pt x="1429169" y="40025"/>
                </a:lnTo>
                <a:lnTo>
                  <a:pt x="1428123" y="40961"/>
                </a:lnTo>
                <a:lnTo>
                  <a:pt x="1427200" y="42008"/>
                </a:lnTo>
                <a:lnTo>
                  <a:pt x="1426415" y="43170"/>
                </a:lnTo>
                <a:lnTo>
                  <a:pt x="1425781" y="44454"/>
                </a:lnTo>
                <a:lnTo>
                  <a:pt x="1425312" y="45867"/>
                </a:lnTo>
                <a:lnTo>
                  <a:pt x="1425020" y="47414"/>
                </a:lnTo>
                <a:lnTo>
                  <a:pt x="1424920" y="49102"/>
                </a:lnTo>
                <a:lnTo>
                  <a:pt x="1424941" y="49812"/>
                </a:lnTo>
                <a:lnTo>
                  <a:pt x="1425003" y="50493"/>
                </a:lnTo>
                <a:lnTo>
                  <a:pt x="1425103" y="51146"/>
                </a:lnTo>
                <a:lnTo>
                  <a:pt x="1425242" y="51771"/>
                </a:lnTo>
                <a:lnTo>
                  <a:pt x="1425416" y="52367"/>
                </a:lnTo>
                <a:lnTo>
                  <a:pt x="1425625" y="52933"/>
                </a:lnTo>
                <a:lnTo>
                  <a:pt x="1425868" y="53471"/>
                </a:lnTo>
                <a:lnTo>
                  <a:pt x="1426142" y="53979"/>
                </a:lnTo>
                <a:lnTo>
                  <a:pt x="1426446" y="54458"/>
                </a:lnTo>
                <a:lnTo>
                  <a:pt x="1426778" y="54907"/>
                </a:lnTo>
                <a:lnTo>
                  <a:pt x="1427138" y="55326"/>
                </a:lnTo>
                <a:lnTo>
                  <a:pt x="1427524" y="55715"/>
                </a:lnTo>
                <a:lnTo>
                  <a:pt x="1427933" y="56074"/>
                </a:lnTo>
                <a:lnTo>
                  <a:pt x="1428365" y="56402"/>
                </a:lnTo>
                <a:lnTo>
                  <a:pt x="1428818" y="56701"/>
                </a:lnTo>
                <a:lnTo>
                  <a:pt x="1429291" y="56968"/>
                </a:lnTo>
                <a:lnTo>
                  <a:pt x="1429782" y="57205"/>
                </a:lnTo>
                <a:lnTo>
                  <a:pt x="1430289" y="57410"/>
                </a:lnTo>
                <a:lnTo>
                  <a:pt x="1430811" y="57585"/>
                </a:lnTo>
                <a:lnTo>
                  <a:pt x="1431347" y="57728"/>
                </a:lnTo>
                <a:lnTo>
                  <a:pt x="1431895" y="57839"/>
                </a:lnTo>
                <a:lnTo>
                  <a:pt x="1432453" y="57919"/>
                </a:lnTo>
                <a:lnTo>
                  <a:pt x="1433021" y="57967"/>
                </a:lnTo>
                <a:lnTo>
                  <a:pt x="1433595" y="57983"/>
                </a:lnTo>
                <a:lnTo>
                  <a:pt x="1433969" y="57974"/>
                </a:lnTo>
                <a:lnTo>
                  <a:pt x="1434366" y="57945"/>
                </a:lnTo>
                <a:lnTo>
                  <a:pt x="1434782" y="57895"/>
                </a:lnTo>
                <a:lnTo>
                  <a:pt x="1435215" y="57822"/>
                </a:lnTo>
                <a:lnTo>
                  <a:pt x="1435659" y="57724"/>
                </a:lnTo>
                <a:lnTo>
                  <a:pt x="1436114" y="57600"/>
                </a:lnTo>
                <a:lnTo>
                  <a:pt x="1436574" y="57449"/>
                </a:lnTo>
                <a:lnTo>
                  <a:pt x="1437037" y="57268"/>
                </a:lnTo>
                <a:lnTo>
                  <a:pt x="1437500" y="57057"/>
                </a:lnTo>
                <a:lnTo>
                  <a:pt x="1437958" y="56813"/>
                </a:lnTo>
                <a:lnTo>
                  <a:pt x="1438409" y="56535"/>
                </a:lnTo>
                <a:lnTo>
                  <a:pt x="1438849" y="56221"/>
                </a:lnTo>
                <a:lnTo>
                  <a:pt x="1439275" y="55870"/>
                </a:lnTo>
                <a:lnTo>
                  <a:pt x="1439684" y="55481"/>
                </a:lnTo>
                <a:lnTo>
                  <a:pt x="1440072" y="55051"/>
                </a:lnTo>
                <a:lnTo>
                  <a:pt x="1440436" y="54579"/>
                </a:lnTo>
                <a:lnTo>
                  <a:pt x="1440773" y="54064"/>
                </a:lnTo>
                <a:lnTo>
                  <a:pt x="1441079" y="53503"/>
                </a:lnTo>
                <a:lnTo>
                  <a:pt x="1441350" y="52896"/>
                </a:lnTo>
                <a:lnTo>
                  <a:pt x="1441585" y="52240"/>
                </a:lnTo>
                <a:lnTo>
                  <a:pt x="1441778" y="51534"/>
                </a:lnTo>
                <a:lnTo>
                  <a:pt x="1441927" y="50777"/>
                </a:lnTo>
                <a:lnTo>
                  <a:pt x="1442029" y="49967"/>
                </a:lnTo>
                <a:lnTo>
                  <a:pt x="1442080" y="49102"/>
                </a:lnTo>
                <a:lnTo>
                  <a:pt x="1442081" y="48916"/>
                </a:lnTo>
                <a:lnTo>
                  <a:pt x="1442086" y="48743"/>
                </a:lnTo>
                <a:lnTo>
                  <a:pt x="1442095" y="48583"/>
                </a:lnTo>
                <a:lnTo>
                  <a:pt x="1442112" y="48435"/>
                </a:lnTo>
                <a:lnTo>
                  <a:pt x="1442136" y="48298"/>
                </a:lnTo>
                <a:lnTo>
                  <a:pt x="1442170" y="48172"/>
                </a:lnTo>
                <a:lnTo>
                  <a:pt x="1442215" y="48057"/>
                </a:lnTo>
                <a:lnTo>
                  <a:pt x="1442272" y="47950"/>
                </a:lnTo>
                <a:lnTo>
                  <a:pt x="1442343" y="47852"/>
                </a:lnTo>
                <a:lnTo>
                  <a:pt x="1442430" y="47763"/>
                </a:lnTo>
                <a:lnTo>
                  <a:pt x="1442535" y="47680"/>
                </a:lnTo>
                <a:lnTo>
                  <a:pt x="1442657" y="47605"/>
                </a:lnTo>
                <a:lnTo>
                  <a:pt x="1442800" y="47535"/>
                </a:lnTo>
                <a:lnTo>
                  <a:pt x="1442964" y="47471"/>
                </a:lnTo>
                <a:lnTo>
                  <a:pt x="1443152" y="47412"/>
                </a:lnTo>
                <a:lnTo>
                  <a:pt x="1443364" y="47356"/>
                </a:lnTo>
                <a:lnTo>
                  <a:pt x="1443602" y="47304"/>
                </a:lnTo>
                <a:lnTo>
                  <a:pt x="1443868" y="47255"/>
                </a:lnTo>
                <a:lnTo>
                  <a:pt x="1444163" y="47207"/>
                </a:lnTo>
                <a:lnTo>
                  <a:pt x="1444488" y="47161"/>
                </a:lnTo>
                <a:lnTo>
                  <a:pt x="1444846" y="47116"/>
                </a:lnTo>
                <a:lnTo>
                  <a:pt x="1445238" y="47071"/>
                </a:lnTo>
                <a:lnTo>
                  <a:pt x="1445664" y="47025"/>
                </a:lnTo>
                <a:lnTo>
                  <a:pt x="1446127" y="46978"/>
                </a:lnTo>
                <a:lnTo>
                  <a:pt x="1446464" y="46954"/>
                </a:lnTo>
                <a:lnTo>
                  <a:pt x="1446798" y="46933"/>
                </a:lnTo>
                <a:lnTo>
                  <a:pt x="1447130" y="46913"/>
                </a:lnTo>
                <a:lnTo>
                  <a:pt x="1447459" y="46896"/>
                </a:lnTo>
                <a:lnTo>
                  <a:pt x="1447785" y="46880"/>
                </a:lnTo>
                <a:lnTo>
                  <a:pt x="1448107" y="46865"/>
                </a:lnTo>
                <a:lnTo>
                  <a:pt x="1448427" y="46852"/>
                </a:lnTo>
                <a:lnTo>
                  <a:pt x="1448742" y="46841"/>
                </a:lnTo>
                <a:lnTo>
                  <a:pt x="1449053" y="46831"/>
                </a:lnTo>
                <a:lnTo>
                  <a:pt x="1449360" y="46822"/>
                </a:lnTo>
                <a:lnTo>
                  <a:pt x="1449663" y="46814"/>
                </a:lnTo>
                <a:lnTo>
                  <a:pt x="1449961" y="46808"/>
                </a:lnTo>
                <a:lnTo>
                  <a:pt x="1450253" y="46802"/>
                </a:lnTo>
                <a:lnTo>
                  <a:pt x="1450541" y="46797"/>
                </a:lnTo>
                <a:lnTo>
                  <a:pt x="1450823" y="46794"/>
                </a:lnTo>
                <a:lnTo>
                  <a:pt x="1451099" y="46791"/>
                </a:lnTo>
                <a:lnTo>
                  <a:pt x="1451369" y="46788"/>
                </a:lnTo>
                <a:lnTo>
                  <a:pt x="1451633" y="46786"/>
                </a:lnTo>
                <a:lnTo>
                  <a:pt x="1451890" y="46785"/>
                </a:lnTo>
                <a:lnTo>
                  <a:pt x="1452141" y="46784"/>
                </a:lnTo>
                <a:lnTo>
                  <a:pt x="1452384" y="46784"/>
                </a:lnTo>
                <a:lnTo>
                  <a:pt x="1452620" y="46783"/>
                </a:lnTo>
                <a:lnTo>
                  <a:pt x="1452849" y="46783"/>
                </a:lnTo>
                <a:lnTo>
                  <a:pt x="1453070" y="46783"/>
                </a:lnTo>
                <a:lnTo>
                  <a:pt x="1454877" y="46815"/>
                </a:lnTo>
                <a:lnTo>
                  <a:pt x="1456633" y="46909"/>
                </a:lnTo>
                <a:lnTo>
                  <a:pt x="1458336" y="47067"/>
                </a:lnTo>
                <a:lnTo>
                  <a:pt x="1459985" y="47290"/>
                </a:lnTo>
                <a:lnTo>
                  <a:pt x="1461575" y="47579"/>
                </a:lnTo>
                <a:lnTo>
                  <a:pt x="1463106" y="47933"/>
                </a:lnTo>
                <a:lnTo>
                  <a:pt x="1464575" y="48354"/>
                </a:lnTo>
                <a:lnTo>
                  <a:pt x="1465979" y="48843"/>
                </a:lnTo>
                <a:lnTo>
                  <a:pt x="1467316" y="49400"/>
                </a:lnTo>
                <a:lnTo>
                  <a:pt x="1468583" y="50027"/>
                </a:lnTo>
                <a:lnTo>
                  <a:pt x="1469779" y="50723"/>
                </a:lnTo>
                <a:lnTo>
                  <a:pt x="1470902" y="51490"/>
                </a:lnTo>
                <a:lnTo>
                  <a:pt x="1471947" y="52329"/>
                </a:lnTo>
                <a:lnTo>
                  <a:pt x="1472915" y="53239"/>
                </a:lnTo>
                <a:lnTo>
                  <a:pt x="1473801" y="54222"/>
                </a:lnTo>
                <a:lnTo>
                  <a:pt x="1474604" y="55279"/>
                </a:lnTo>
                <a:lnTo>
                  <a:pt x="1475321" y="56411"/>
                </a:lnTo>
                <a:lnTo>
                  <a:pt x="1475950" y="57617"/>
                </a:lnTo>
                <a:lnTo>
                  <a:pt x="1476489" y="58900"/>
                </a:lnTo>
                <a:lnTo>
                  <a:pt x="1476935" y="60259"/>
                </a:lnTo>
                <a:lnTo>
                  <a:pt x="1477286" y="61695"/>
                </a:lnTo>
                <a:lnTo>
                  <a:pt x="1477540" y="63210"/>
                </a:lnTo>
                <a:lnTo>
                  <a:pt x="1477694" y="64804"/>
                </a:lnTo>
                <a:lnTo>
                  <a:pt x="1477746" y="66477"/>
                </a:lnTo>
                <a:lnTo>
                  <a:pt x="1473535" y="66597"/>
                </a:lnTo>
                <a:lnTo>
                  <a:pt x="1469439" y="66811"/>
                </a:lnTo>
                <a:lnTo>
                  <a:pt x="1465463" y="67119"/>
                </a:lnTo>
                <a:lnTo>
                  <a:pt x="1461612" y="67522"/>
                </a:lnTo>
                <a:lnTo>
                  <a:pt x="1457894" y="68019"/>
                </a:lnTo>
                <a:lnTo>
                  <a:pt x="1454312" y="68610"/>
                </a:lnTo>
                <a:lnTo>
                  <a:pt x="1450874" y="69295"/>
                </a:lnTo>
                <a:lnTo>
                  <a:pt x="1447584" y="70074"/>
                </a:lnTo>
                <a:lnTo>
                  <a:pt x="1444449" y="70947"/>
                </a:lnTo>
                <a:lnTo>
                  <a:pt x="1441475" y="71913"/>
                </a:lnTo>
                <a:lnTo>
                  <a:pt x="1438666" y="72973"/>
                </a:lnTo>
                <a:lnTo>
                  <a:pt x="1436030" y="74127"/>
                </a:lnTo>
                <a:lnTo>
                  <a:pt x="1433571" y="75375"/>
                </a:lnTo>
                <a:lnTo>
                  <a:pt x="1431296" y="76715"/>
                </a:lnTo>
                <a:lnTo>
                  <a:pt x="1429210" y="78149"/>
                </a:lnTo>
                <a:lnTo>
                  <a:pt x="1427319" y="79677"/>
                </a:lnTo>
                <a:lnTo>
                  <a:pt x="1425629" y="81297"/>
                </a:lnTo>
                <a:lnTo>
                  <a:pt x="1424146" y="83011"/>
                </a:lnTo>
                <a:lnTo>
                  <a:pt x="1422875" y="84818"/>
                </a:lnTo>
                <a:lnTo>
                  <a:pt x="1421822" y="86717"/>
                </a:lnTo>
                <a:lnTo>
                  <a:pt x="1420993" y="88710"/>
                </a:lnTo>
                <a:lnTo>
                  <a:pt x="1420394" y="90795"/>
                </a:lnTo>
                <a:lnTo>
                  <a:pt x="1420030" y="92973"/>
                </a:lnTo>
                <a:lnTo>
                  <a:pt x="1419907" y="95244"/>
                </a:lnTo>
                <a:lnTo>
                  <a:pt x="1419970" y="96901"/>
                </a:lnTo>
                <a:lnTo>
                  <a:pt x="1420158" y="98545"/>
                </a:lnTo>
                <a:lnTo>
                  <a:pt x="1420468" y="100170"/>
                </a:lnTo>
                <a:lnTo>
                  <a:pt x="1420898" y="101773"/>
                </a:lnTo>
                <a:lnTo>
                  <a:pt x="1421447" y="103347"/>
                </a:lnTo>
                <a:lnTo>
                  <a:pt x="1422113" y="104888"/>
                </a:lnTo>
                <a:lnTo>
                  <a:pt x="1422893" y="106390"/>
                </a:lnTo>
                <a:lnTo>
                  <a:pt x="1423785" y="107848"/>
                </a:lnTo>
                <a:lnTo>
                  <a:pt x="1424788" y="109257"/>
                </a:lnTo>
                <a:lnTo>
                  <a:pt x="1425899" y="110613"/>
                </a:lnTo>
                <a:lnTo>
                  <a:pt x="1427117" y="111909"/>
                </a:lnTo>
                <a:lnTo>
                  <a:pt x="1428439" y="113142"/>
                </a:lnTo>
                <a:lnTo>
                  <a:pt x="1429864" y="114305"/>
                </a:lnTo>
                <a:lnTo>
                  <a:pt x="1431389" y="115393"/>
                </a:lnTo>
                <a:lnTo>
                  <a:pt x="1433012" y="116403"/>
                </a:lnTo>
                <a:lnTo>
                  <a:pt x="1434732" y="117327"/>
                </a:lnTo>
                <a:lnTo>
                  <a:pt x="1436546" y="118163"/>
                </a:lnTo>
                <a:lnTo>
                  <a:pt x="1438453" y="118903"/>
                </a:lnTo>
                <a:lnTo>
                  <a:pt x="1440450" y="119543"/>
                </a:lnTo>
                <a:lnTo>
                  <a:pt x="1442535" y="120079"/>
                </a:lnTo>
                <a:lnTo>
                  <a:pt x="1444707" y="120504"/>
                </a:lnTo>
                <a:lnTo>
                  <a:pt x="1446963" y="120814"/>
                </a:lnTo>
                <a:lnTo>
                  <a:pt x="1449301" y="121004"/>
                </a:lnTo>
                <a:lnTo>
                  <a:pt x="1451720" y="121068"/>
                </a:lnTo>
                <a:lnTo>
                  <a:pt x="1452636" y="121061"/>
                </a:lnTo>
                <a:lnTo>
                  <a:pt x="1453599" y="121038"/>
                </a:lnTo>
                <a:lnTo>
                  <a:pt x="1454606" y="120999"/>
                </a:lnTo>
                <a:lnTo>
                  <a:pt x="1455653" y="120941"/>
                </a:lnTo>
                <a:lnTo>
                  <a:pt x="1456736" y="120863"/>
                </a:lnTo>
                <a:lnTo>
                  <a:pt x="1457853" y="120764"/>
                </a:lnTo>
                <a:lnTo>
                  <a:pt x="1459000" y="120643"/>
                </a:lnTo>
                <a:lnTo>
                  <a:pt x="1460174" y="120498"/>
                </a:lnTo>
                <a:lnTo>
                  <a:pt x="1461372" y="120327"/>
                </a:lnTo>
                <a:lnTo>
                  <a:pt x="1462589" y="120129"/>
                </a:lnTo>
                <a:lnTo>
                  <a:pt x="1463823" y="119903"/>
                </a:lnTo>
                <a:lnTo>
                  <a:pt x="1465071" y="119647"/>
                </a:lnTo>
                <a:lnTo>
                  <a:pt x="1466328" y="119361"/>
                </a:lnTo>
                <a:lnTo>
                  <a:pt x="1467592" y="119041"/>
                </a:lnTo>
                <a:lnTo>
                  <a:pt x="1468860" y="118688"/>
                </a:lnTo>
                <a:lnTo>
                  <a:pt x="1470128" y="118299"/>
                </a:lnTo>
                <a:lnTo>
                  <a:pt x="1471392" y="117873"/>
                </a:lnTo>
                <a:lnTo>
                  <a:pt x="1472649" y="117409"/>
                </a:lnTo>
                <a:lnTo>
                  <a:pt x="1473897" y="116906"/>
                </a:lnTo>
                <a:lnTo>
                  <a:pt x="1475131" y="116361"/>
                </a:lnTo>
                <a:lnTo>
                  <a:pt x="1476348" y="115774"/>
                </a:lnTo>
                <a:lnTo>
                  <a:pt x="1477546" y="115143"/>
                </a:lnTo>
                <a:lnTo>
                  <a:pt x="1478720" y="114466"/>
                </a:lnTo>
                <a:lnTo>
                  <a:pt x="1479867" y="113743"/>
                </a:lnTo>
                <a:lnTo>
                  <a:pt x="1480422" y="114464"/>
                </a:lnTo>
                <a:lnTo>
                  <a:pt x="1481028" y="115126"/>
                </a:lnTo>
                <a:lnTo>
                  <a:pt x="1481679" y="115733"/>
                </a:lnTo>
                <a:lnTo>
                  <a:pt x="1482373" y="116287"/>
                </a:lnTo>
                <a:lnTo>
                  <a:pt x="1483108" y="116790"/>
                </a:lnTo>
                <a:lnTo>
                  <a:pt x="1483880" y="117244"/>
                </a:lnTo>
                <a:lnTo>
                  <a:pt x="1484685" y="117653"/>
                </a:lnTo>
                <a:lnTo>
                  <a:pt x="1485522" y="118018"/>
                </a:lnTo>
                <a:lnTo>
                  <a:pt x="1486388" y="118342"/>
                </a:lnTo>
                <a:lnTo>
                  <a:pt x="1487278" y="118627"/>
                </a:lnTo>
                <a:lnTo>
                  <a:pt x="1488190" y="118877"/>
                </a:lnTo>
                <a:lnTo>
                  <a:pt x="1489121" y="119092"/>
                </a:lnTo>
                <a:lnTo>
                  <a:pt x="1490069" y="119277"/>
                </a:lnTo>
                <a:lnTo>
                  <a:pt x="1491029" y="119432"/>
                </a:lnTo>
                <a:lnTo>
                  <a:pt x="1492000" y="119562"/>
                </a:lnTo>
                <a:lnTo>
                  <a:pt x="1492977" y="119667"/>
                </a:lnTo>
                <a:lnTo>
                  <a:pt x="1493959" y="119750"/>
                </a:lnTo>
                <a:lnTo>
                  <a:pt x="1494941" y="119815"/>
                </a:lnTo>
                <a:lnTo>
                  <a:pt x="1495922" y="119863"/>
                </a:lnTo>
                <a:lnTo>
                  <a:pt x="1496897" y="119897"/>
                </a:lnTo>
                <a:lnTo>
                  <a:pt x="1497865" y="119919"/>
                </a:lnTo>
                <a:lnTo>
                  <a:pt x="1498821" y="119931"/>
                </a:lnTo>
                <a:lnTo>
                  <a:pt x="1499763" y="119937"/>
                </a:lnTo>
                <a:lnTo>
                  <a:pt x="1500688" y="119939"/>
                </a:lnTo>
                <a:lnTo>
                  <a:pt x="1501357" y="119938"/>
                </a:lnTo>
                <a:lnTo>
                  <a:pt x="1502012" y="119935"/>
                </a:lnTo>
                <a:lnTo>
                  <a:pt x="1502653" y="119927"/>
                </a:lnTo>
                <a:lnTo>
                  <a:pt x="1503277" y="119911"/>
                </a:lnTo>
                <a:lnTo>
                  <a:pt x="1503884" y="119885"/>
                </a:lnTo>
                <a:lnTo>
                  <a:pt x="1504472" y="119845"/>
                </a:lnTo>
                <a:lnTo>
                  <a:pt x="1505040" y="119790"/>
                </a:lnTo>
                <a:lnTo>
                  <a:pt x="1505587" y="119717"/>
                </a:lnTo>
                <a:lnTo>
                  <a:pt x="1506111" y="119624"/>
                </a:lnTo>
                <a:lnTo>
                  <a:pt x="1506611" y="119506"/>
                </a:lnTo>
                <a:lnTo>
                  <a:pt x="1507085" y="119363"/>
                </a:lnTo>
                <a:lnTo>
                  <a:pt x="1507533" y="119192"/>
                </a:lnTo>
                <a:lnTo>
                  <a:pt x="1507952" y="118989"/>
                </a:lnTo>
                <a:lnTo>
                  <a:pt x="1508342" y="118753"/>
                </a:lnTo>
                <a:lnTo>
                  <a:pt x="1508702" y="118480"/>
                </a:lnTo>
                <a:lnTo>
                  <a:pt x="1509029" y="118168"/>
                </a:lnTo>
                <a:lnTo>
                  <a:pt x="1509323" y="117815"/>
                </a:lnTo>
                <a:lnTo>
                  <a:pt x="1509581" y="117418"/>
                </a:lnTo>
                <a:lnTo>
                  <a:pt x="1509804" y="116974"/>
                </a:lnTo>
                <a:lnTo>
                  <a:pt x="1509989" y="116481"/>
                </a:lnTo>
                <a:lnTo>
                  <a:pt x="1510136" y="115936"/>
                </a:lnTo>
                <a:lnTo>
                  <a:pt x="1510242" y="115336"/>
                </a:lnTo>
                <a:lnTo>
                  <a:pt x="1510307" y="114680"/>
                </a:lnTo>
                <a:lnTo>
                  <a:pt x="1510329" y="113964"/>
                </a:lnTo>
                <a:lnTo>
                  <a:pt x="1510304" y="113270"/>
                </a:lnTo>
                <a:lnTo>
                  <a:pt x="1510232" y="112635"/>
                </a:lnTo>
                <a:lnTo>
                  <a:pt x="1510116" y="112054"/>
                </a:lnTo>
                <a:lnTo>
                  <a:pt x="1509958" y="111527"/>
                </a:lnTo>
                <a:lnTo>
                  <a:pt x="1509762" y="111049"/>
                </a:lnTo>
                <a:lnTo>
                  <a:pt x="1509530" y="110620"/>
                </a:lnTo>
                <a:close/>
                <a:moveTo>
                  <a:pt x="1477628" y="97355"/>
                </a:moveTo>
                <a:lnTo>
                  <a:pt x="1477559" y="97881"/>
                </a:lnTo>
                <a:lnTo>
                  <a:pt x="1477467" y="98403"/>
                </a:lnTo>
                <a:lnTo>
                  <a:pt x="1477349" y="98920"/>
                </a:lnTo>
                <a:lnTo>
                  <a:pt x="1477202" y="99433"/>
                </a:lnTo>
                <a:lnTo>
                  <a:pt x="1477022" y="99940"/>
                </a:lnTo>
                <a:lnTo>
                  <a:pt x="1476806" y="100443"/>
                </a:lnTo>
                <a:lnTo>
                  <a:pt x="1476551" y="100940"/>
                </a:lnTo>
                <a:lnTo>
                  <a:pt x="1476253" y="101432"/>
                </a:lnTo>
                <a:lnTo>
                  <a:pt x="1475910" y="101920"/>
                </a:lnTo>
                <a:lnTo>
                  <a:pt x="1475518" y="102402"/>
                </a:lnTo>
                <a:lnTo>
                  <a:pt x="1475073" y="102878"/>
                </a:lnTo>
                <a:lnTo>
                  <a:pt x="1474573" y="103350"/>
                </a:lnTo>
                <a:lnTo>
                  <a:pt x="1474015" y="103815"/>
                </a:lnTo>
                <a:lnTo>
                  <a:pt x="1473394" y="104275"/>
                </a:lnTo>
                <a:lnTo>
                  <a:pt x="1472708" y="104730"/>
                </a:lnTo>
                <a:lnTo>
                  <a:pt x="1471954" y="105179"/>
                </a:lnTo>
                <a:lnTo>
                  <a:pt x="1471128" y="105621"/>
                </a:lnTo>
                <a:lnTo>
                  <a:pt x="1470226" y="106058"/>
                </a:lnTo>
                <a:lnTo>
                  <a:pt x="1469351" y="106448"/>
                </a:lnTo>
                <a:lnTo>
                  <a:pt x="1468461" y="106805"/>
                </a:lnTo>
                <a:lnTo>
                  <a:pt x="1467560" y="107131"/>
                </a:lnTo>
                <a:lnTo>
                  <a:pt x="1466653" y="107428"/>
                </a:lnTo>
                <a:lnTo>
                  <a:pt x="1465743" y="107696"/>
                </a:lnTo>
                <a:lnTo>
                  <a:pt x="1464835" y="107938"/>
                </a:lnTo>
                <a:lnTo>
                  <a:pt x="1463931" y="108154"/>
                </a:lnTo>
                <a:lnTo>
                  <a:pt x="1463037" y="108346"/>
                </a:lnTo>
                <a:lnTo>
                  <a:pt x="1462155" y="108516"/>
                </a:lnTo>
                <a:lnTo>
                  <a:pt x="1461290" y="108664"/>
                </a:lnTo>
                <a:lnTo>
                  <a:pt x="1460445" y="108793"/>
                </a:lnTo>
                <a:lnTo>
                  <a:pt x="1459624" y="108903"/>
                </a:lnTo>
                <a:lnTo>
                  <a:pt x="1458831" y="108996"/>
                </a:lnTo>
                <a:lnTo>
                  <a:pt x="1458071" y="109074"/>
                </a:lnTo>
                <a:lnTo>
                  <a:pt x="1457346" y="109138"/>
                </a:lnTo>
                <a:lnTo>
                  <a:pt x="1456661" y="109189"/>
                </a:lnTo>
                <a:lnTo>
                  <a:pt x="1456019" y="109229"/>
                </a:lnTo>
                <a:lnTo>
                  <a:pt x="1455425" y="109258"/>
                </a:lnTo>
                <a:lnTo>
                  <a:pt x="1454882" y="109280"/>
                </a:lnTo>
                <a:lnTo>
                  <a:pt x="1454394" y="109294"/>
                </a:lnTo>
                <a:lnTo>
                  <a:pt x="1453965" y="109303"/>
                </a:lnTo>
                <a:lnTo>
                  <a:pt x="1453599" y="109307"/>
                </a:lnTo>
                <a:lnTo>
                  <a:pt x="1453299" y="109309"/>
                </a:lnTo>
                <a:lnTo>
                  <a:pt x="1453070" y="109309"/>
                </a:lnTo>
                <a:lnTo>
                  <a:pt x="1451597" y="109276"/>
                </a:lnTo>
                <a:lnTo>
                  <a:pt x="1450168" y="109176"/>
                </a:lnTo>
                <a:lnTo>
                  <a:pt x="1448784" y="109013"/>
                </a:lnTo>
                <a:lnTo>
                  <a:pt x="1447448" y="108789"/>
                </a:lnTo>
                <a:lnTo>
                  <a:pt x="1446160" y="108506"/>
                </a:lnTo>
                <a:lnTo>
                  <a:pt x="1444923" y="108168"/>
                </a:lnTo>
                <a:lnTo>
                  <a:pt x="1443739" y="107775"/>
                </a:lnTo>
                <a:lnTo>
                  <a:pt x="1442608" y="107331"/>
                </a:lnTo>
                <a:lnTo>
                  <a:pt x="1441532" y="106839"/>
                </a:lnTo>
                <a:lnTo>
                  <a:pt x="1440514" y="106300"/>
                </a:lnTo>
                <a:lnTo>
                  <a:pt x="1439555" y="105717"/>
                </a:lnTo>
                <a:lnTo>
                  <a:pt x="1438657" y="105092"/>
                </a:lnTo>
                <a:lnTo>
                  <a:pt x="1437821" y="104428"/>
                </a:lnTo>
                <a:lnTo>
                  <a:pt x="1437048" y="103728"/>
                </a:lnTo>
                <a:lnTo>
                  <a:pt x="1436342" y="102993"/>
                </a:lnTo>
                <a:lnTo>
                  <a:pt x="1435702" y="102226"/>
                </a:lnTo>
                <a:lnTo>
                  <a:pt x="1435132" y="101430"/>
                </a:lnTo>
                <a:lnTo>
                  <a:pt x="1434632" y="100606"/>
                </a:lnTo>
                <a:lnTo>
                  <a:pt x="1434205" y="99758"/>
                </a:lnTo>
                <a:lnTo>
                  <a:pt x="1433851" y="98888"/>
                </a:lnTo>
                <a:lnTo>
                  <a:pt x="1433573" y="97999"/>
                </a:lnTo>
                <a:lnTo>
                  <a:pt x="1433373" y="97091"/>
                </a:lnTo>
                <a:lnTo>
                  <a:pt x="1433251" y="96169"/>
                </a:lnTo>
                <a:lnTo>
                  <a:pt x="1433210" y="95235"/>
                </a:lnTo>
                <a:lnTo>
                  <a:pt x="1433296" y="94066"/>
                </a:lnTo>
                <a:lnTo>
                  <a:pt x="1433553" y="92923"/>
                </a:lnTo>
                <a:lnTo>
                  <a:pt x="1433977" y="91808"/>
                </a:lnTo>
                <a:lnTo>
                  <a:pt x="1434568" y="90722"/>
                </a:lnTo>
                <a:lnTo>
                  <a:pt x="1435322" y="89667"/>
                </a:lnTo>
                <a:lnTo>
                  <a:pt x="1436238" y="88645"/>
                </a:lnTo>
                <a:lnTo>
                  <a:pt x="1437312" y="87658"/>
                </a:lnTo>
                <a:lnTo>
                  <a:pt x="1438544" y="86708"/>
                </a:lnTo>
                <a:lnTo>
                  <a:pt x="1439930" y="85795"/>
                </a:lnTo>
                <a:lnTo>
                  <a:pt x="1441469" y="84922"/>
                </a:lnTo>
                <a:lnTo>
                  <a:pt x="1443158" y="84092"/>
                </a:lnTo>
                <a:lnTo>
                  <a:pt x="1444994" y="83304"/>
                </a:lnTo>
                <a:lnTo>
                  <a:pt x="1446977" y="82562"/>
                </a:lnTo>
                <a:lnTo>
                  <a:pt x="1449102" y="81866"/>
                </a:lnTo>
                <a:lnTo>
                  <a:pt x="1451369" y="81220"/>
                </a:lnTo>
                <a:lnTo>
                  <a:pt x="1453775" y="80623"/>
                </a:lnTo>
                <a:lnTo>
                  <a:pt x="1456317" y="80079"/>
                </a:lnTo>
                <a:lnTo>
                  <a:pt x="1458993" y="79589"/>
                </a:lnTo>
                <a:lnTo>
                  <a:pt x="1461802" y="79155"/>
                </a:lnTo>
                <a:lnTo>
                  <a:pt x="1464740" y="78778"/>
                </a:lnTo>
                <a:lnTo>
                  <a:pt x="1467806" y="78460"/>
                </a:lnTo>
                <a:lnTo>
                  <a:pt x="1470997" y="78204"/>
                </a:lnTo>
                <a:lnTo>
                  <a:pt x="1474311" y="78010"/>
                </a:lnTo>
                <a:lnTo>
                  <a:pt x="1477746" y="77880"/>
                </a:lnTo>
                <a:lnTo>
                  <a:pt x="1477746" y="94105"/>
                </a:lnTo>
                <a:lnTo>
                  <a:pt x="1477745" y="94657"/>
                </a:lnTo>
                <a:lnTo>
                  <a:pt x="1477741" y="95205"/>
                </a:lnTo>
                <a:lnTo>
                  <a:pt x="1477731" y="95749"/>
                </a:lnTo>
                <a:lnTo>
                  <a:pt x="1477711" y="96289"/>
                </a:lnTo>
                <a:lnTo>
                  <a:pt x="1477678" y="96824"/>
                </a:lnTo>
                <a:lnTo>
                  <a:pt x="1477628" y="97355"/>
                </a:lnTo>
                <a:close/>
                <a:moveTo>
                  <a:pt x="587893" y="95752"/>
                </a:moveTo>
                <a:lnTo>
                  <a:pt x="587607" y="95392"/>
                </a:lnTo>
                <a:lnTo>
                  <a:pt x="587293" y="95073"/>
                </a:lnTo>
                <a:lnTo>
                  <a:pt x="586955" y="94791"/>
                </a:lnTo>
                <a:lnTo>
                  <a:pt x="586599" y="94544"/>
                </a:lnTo>
                <a:lnTo>
                  <a:pt x="586227" y="94330"/>
                </a:lnTo>
                <a:lnTo>
                  <a:pt x="585846" y="94146"/>
                </a:lnTo>
                <a:lnTo>
                  <a:pt x="585458" y="93991"/>
                </a:lnTo>
                <a:lnTo>
                  <a:pt x="585069" y="93861"/>
                </a:lnTo>
                <a:lnTo>
                  <a:pt x="584682" y="93755"/>
                </a:lnTo>
                <a:lnTo>
                  <a:pt x="584302" y="93670"/>
                </a:lnTo>
                <a:lnTo>
                  <a:pt x="583934" y="93604"/>
                </a:lnTo>
                <a:lnTo>
                  <a:pt x="583581" y="93554"/>
                </a:lnTo>
                <a:lnTo>
                  <a:pt x="583249" y="93519"/>
                </a:lnTo>
                <a:lnTo>
                  <a:pt x="582940" y="93495"/>
                </a:lnTo>
                <a:lnTo>
                  <a:pt x="582661" y="93480"/>
                </a:lnTo>
                <a:lnTo>
                  <a:pt x="582415" y="93473"/>
                </a:lnTo>
                <a:lnTo>
                  <a:pt x="582206" y="93470"/>
                </a:lnTo>
                <a:lnTo>
                  <a:pt x="582039" y="93470"/>
                </a:lnTo>
                <a:lnTo>
                  <a:pt x="581615" y="93473"/>
                </a:lnTo>
                <a:lnTo>
                  <a:pt x="581211" y="93483"/>
                </a:lnTo>
                <a:lnTo>
                  <a:pt x="580825" y="93502"/>
                </a:lnTo>
                <a:lnTo>
                  <a:pt x="580457" y="93530"/>
                </a:lnTo>
                <a:lnTo>
                  <a:pt x="580105" y="93568"/>
                </a:lnTo>
                <a:lnTo>
                  <a:pt x="579771" y="93618"/>
                </a:lnTo>
                <a:lnTo>
                  <a:pt x="579451" y="93680"/>
                </a:lnTo>
                <a:lnTo>
                  <a:pt x="579147" y="93756"/>
                </a:lnTo>
                <a:lnTo>
                  <a:pt x="578857" y="93847"/>
                </a:lnTo>
                <a:lnTo>
                  <a:pt x="578580" y="93953"/>
                </a:lnTo>
                <a:lnTo>
                  <a:pt x="578315" y="94077"/>
                </a:lnTo>
                <a:lnTo>
                  <a:pt x="578062" y="94218"/>
                </a:lnTo>
                <a:lnTo>
                  <a:pt x="577821" y="94379"/>
                </a:lnTo>
                <a:lnTo>
                  <a:pt x="577590" y="94560"/>
                </a:lnTo>
                <a:lnTo>
                  <a:pt x="577368" y="94762"/>
                </a:lnTo>
                <a:lnTo>
                  <a:pt x="577155" y="94987"/>
                </a:lnTo>
                <a:lnTo>
                  <a:pt x="576950" y="95235"/>
                </a:lnTo>
                <a:lnTo>
                  <a:pt x="576752" y="95508"/>
                </a:lnTo>
                <a:lnTo>
                  <a:pt x="576561" y="95806"/>
                </a:lnTo>
                <a:lnTo>
                  <a:pt x="576375" y="96131"/>
                </a:lnTo>
                <a:lnTo>
                  <a:pt x="576195" y="96484"/>
                </a:lnTo>
                <a:lnTo>
                  <a:pt x="576019" y="96866"/>
                </a:lnTo>
                <a:lnTo>
                  <a:pt x="575846" y="97278"/>
                </a:lnTo>
                <a:lnTo>
                  <a:pt x="575676" y="97721"/>
                </a:lnTo>
                <a:lnTo>
                  <a:pt x="575115" y="98908"/>
                </a:lnTo>
                <a:lnTo>
                  <a:pt x="574494" y="100015"/>
                </a:lnTo>
                <a:lnTo>
                  <a:pt x="573818" y="101042"/>
                </a:lnTo>
                <a:lnTo>
                  <a:pt x="573093" y="101993"/>
                </a:lnTo>
                <a:lnTo>
                  <a:pt x="572323" y="102871"/>
                </a:lnTo>
                <a:lnTo>
                  <a:pt x="571513" y="103678"/>
                </a:lnTo>
                <a:lnTo>
                  <a:pt x="570668" y="104417"/>
                </a:lnTo>
                <a:lnTo>
                  <a:pt x="569792" y="105092"/>
                </a:lnTo>
                <a:lnTo>
                  <a:pt x="568891" y="105704"/>
                </a:lnTo>
                <a:lnTo>
                  <a:pt x="567970" y="106257"/>
                </a:lnTo>
                <a:lnTo>
                  <a:pt x="567032" y="106752"/>
                </a:lnTo>
                <a:lnTo>
                  <a:pt x="566084" y="107194"/>
                </a:lnTo>
                <a:lnTo>
                  <a:pt x="565130" y="107585"/>
                </a:lnTo>
                <a:lnTo>
                  <a:pt x="564175" y="107927"/>
                </a:lnTo>
                <a:lnTo>
                  <a:pt x="563223" y="108224"/>
                </a:lnTo>
                <a:lnTo>
                  <a:pt x="562280" y="108477"/>
                </a:lnTo>
                <a:lnTo>
                  <a:pt x="561350" y="108691"/>
                </a:lnTo>
                <a:lnTo>
                  <a:pt x="560439" y="108867"/>
                </a:lnTo>
                <a:lnTo>
                  <a:pt x="559551" y="109008"/>
                </a:lnTo>
                <a:lnTo>
                  <a:pt x="558690" y="109118"/>
                </a:lnTo>
                <a:lnTo>
                  <a:pt x="557863" y="109198"/>
                </a:lnTo>
                <a:lnTo>
                  <a:pt x="557073" y="109252"/>
                </a:lnTo>
                <a:lnTo>
                  <a:pt x="556325" y="109282"/>
                </a:lnTo>
                <a:lnTo>
                  <a:pt x="555625" y="109292"/>
                </a:lnTo>
                <a:lnTo>
                  <a:pt x="553819" y="109242"/>
                </a:lnTo>
                <a:lnTo>
                  <a:pt x="552017" y="109092"/>
                </a:lnTo>
                <a:lnTo>
                  <a:pt x="550225" y="108845"/>
                </a:lnTo>
                <a:lnTo>
                  <a:pt x="548448" y="108501"/>
                </a:lnTo>
                <a:lnTo>
                  <a:pt x="546691" y="108060"/>
                </a:lnTo>
                <a:lnTo>
                  <a:pt x="544959" y="107526"/>
                </a:lnTo>
                <a:lnTo>
                  <a:pt x="543256" y="106897"/>
                </a:lnTo>
                <a:lnTo>
                  <a:pt x="541588" y="106177"/>
                </a:lnTo>
                <a:lnTo>
                  <a:pt x="539959" y="105365"/>
                </a:lnTo>
                <a:lnTo>
                  <a:pt x="538374" y="104463"/>
                </a:lnTo>
                <a:lnTo>
                  <a:pt x="536839" y="103473"/>
                </a:lnTo>
                <a:lnTo>
                  <a:pt x="535359" y="102394"/>
                </a:lnTo>
                <a:lnTo>
                  <a:pt x="533937" y="101229"/>
                </a:lnTo>
                <a:lnTo>
                  <a:pt x="532580" y="99979"/>
                </a:lnTo>
                <a:lnTo>
                  <a:pt x="531292" y="98644"/>
                </a:lnTo>
                <a:lnTo>
                  <a:pt x="530077" y="97227"/>
                </a:lnTo>
                <a:lnTo>
                  <a:pt x="528942" y="95727"/>
                </a:lnTo>
                <a:lnTo>
                  <a:pt x="527891" y="94147"/>
                </a:lnTo>
                <a:lnTo>
                  <a:pt x="526928" y="92487"/>
                </a:lnTo>
                <a:lnTo>
                  <a:pt x="526060" y="90749"/>
                </a:lnTo>
                <a:lnTo>
                  <a:pt x="525290" y="88933"/>
                </a:lnTo>
                <a:lnTo>
                  <a:pt x="524624" y="87042"/>
                </a:lnTo>
                <a:lnTo>
                  <a:pt x="524066" y="85075"/>
                </a:lnTo>
                <a:lnTo>
                  <a:pt x="523622" y="83034"/>
                </a:lnTo>
                <a:lnTo>
                  <a:pt x="581074" y="83034"/>
                </a:lnTo>
                <a:lnTo>
                  <a:pt x="581578" y="83034"/>
                </a:lnTo>
                <a:lnTo>
                  <a:pt x="582077" y="83030"/>
                </a:lnTo>
                <a:lnTo>
                  <a:pt x="582568" y="83021"/>
                </a:lnTo>
                <a:lnTo>
                  <a:pt x="583051" y="83001"/>
                </a:lnTo>
                <a:lnTo>
                  <a:pt x="583525" y="82970"/>
                </a:lnTo>
                <a:lnTo>
                  <a:pt x="583987" y="82923"/>
                </a:lnTo>
                <a:lnTo>
                  <a:pt x="584437" y="82858"/>
                </a:lnTo>
                <a:lnTo>
                  <a:pt x="584873" y="82770"/>
                </a:lnTo>
                <a:lnTo>
                  <a:pt x="585293" y="82658"/>
                </a:lnTo>
                <a:lnTo>
                  <a:pt x="585697" y="82519"/>
                </a:lnTo>
                <a:lnTo>
                  <a:pt x="586082" y="82348"/>
                </a:lnTo>
                <a:lnTo>
                  <a:pt x="586448" y="82143"/>
                </a:lnTo>
                <a:lnTo>
                  <a:pt x="586792" y="81901"/>
                </a:lnTo>
                <a:lnTo>
                  <a:pt x="587114" y="81619"/>
                </a:lnTo>
                <a:lnTo>
                  <a:pt x="587413" y="81293"/>
                </a:lnTo>
                <a:lnTo>
                  <a:pt x="587685" y="80921"/>
                </a:lnTo>
                <a:lnTo>
                  <a:pt x="587931" y="80500"/>
                </a:lnTo>
                <a:lnTo>
                  <a:pt x="588149" y="80026"/>
                </a:lnTo>
                <a:lnTo>
                  <a:pt x="588338" y="79496"/>
                </a:lnTo>
                <a:lnTo>
                  <a:pt x="588495" y="78908"/>
                </a:lnTo>
                <a:lnTo>
                  <a:pt x="588620" y="78257"/>
                </a:lnTo>
                <a:lnTo>
                  <a:pt x="588710" y="77541"/>
                </a:lnTo>
                <a:lnTo>
                  <a:pt x="588766" y="76758"/>
                </a:lnTo>
                <a:lnTo>
                  <a:pt x="588785" y="75903"/>
                </a:lnTo>
                <a:lnTo>
                  <a:pt x="588721" y="73172"/>
                </a:lnTo>
                <a:lnTo>
                  <a:pt x="588528" y="70480"/>
                </a:lnTo>
                <a:lnTo>
                  <a:pt x="588206" y="67834"/>
                </a:lnTo>
                <a:lnTo>
                  <a:pt x="587755" y="65241"/>
                </a:lnTo>
                <a:lnTo>
                  <a:pt x="587175" y="62707"/>
                </a:lnTo>
                <a:lnTo>
                  <a:pt x="586465" y="60240"/>
                </a:lnTo>
                <a:lnTo>
                  <a:pt x="585627" y="57846"/>
                </a:lnTo>
                <a:lnTo>
                  <a:pt x="584658" y="55533"/>
                </a:lnTo>
                <a:lnTo>
                  <a:pt x="583559" y="53306"/>
                </a:lnTo>
                <a:lnTo>
                  <a:pt x="582331" y="51174"/>
                </a:lnTo>
                <a:lnTo>
                  <a:pt x="580972" y="49142"/>
                </a:lnTo>
                <a:lnTo>
                  <a:pt x="579483" y="47218"/>
                </a:lnTo>
                <a:lnTo>
                  <a:pt x="577863" y="45408"/>
                </a:lnTo>
                <a:lnTo>
                  <a:pt x="576113" y="43720"/>
                </a:lnTo>
                <a:lnTo>
                  <a:pt x="574232" y="42160"/>
                </a:lnTo>
                <a:lnTo>
                  <a:pt x="572219" y="40735"/>
                </a:lnTo>
                <a:lnTo>
                  <a:pt x="570076" y="39452"/>
                </a:lnTo>
                <a:lnTo>
                  <a:pt x="567801" y="38317"/>
                </a:lnTo>
                <a:lnTo>
                  <a:pt x="565395" y="37339"/>
                </a:lnTo>
                <a:lnTo>
                  <a:pt x="562856" y="36523"/>
                </a:lnTo>
                <a:lnTo>
                  <a:pt x="560186" y="35876"/>
                </a:lnTo>
                <a:lnTo>
                  <a:pt x="557384" y="35406"/>
                </a:lnTo>
                <a:lnTo>
                  <a:pt x="554450" y="35119"/>
                </a:lnTo>
                <a:lnTo>
                  <a:pt x="551383" y="35021"/>
                </a:lnTo>
                <a:lnTo>
                  <a:pt x="548539" y="35121"/>
                </a:lnTo>
                <a:lnTo>
                  <a:pt x="545748" y="35415"/>
                </a:lnTo>
                <a:lnTo>
                  <a:pt x="543015" y="35896"/>
                </a:lnTo>
                <a:lnTo>
                  <a:pt x="540347" y="36560"/>
                </a:lnTo>
                <a:lnTo>
                  <a:pt x="537749" y="37398"/>
                </a:lnTo>
                <a:lnTo>
                  <a:pt x="535228" y="38405"/>
                </a:lnTo>
                <a:lnTo>
                  <a:pt x="532789" y="39574"/>
                </a:lnTo>
                <a:lnTo>
                  <a:pt x="530440" y="40900"/>
                </a:lnTo>
                <a:lnTo>
                  <a:pt x="528186" y="42374"/>
                </a:lnTo>
                <a:lnTo>
                  <a:pt x="526033" y="43991"/>
                </a:lnTo>
                <a:lnTo>
                  <a:pt x="523987" y="45745"/>
                </a:lnTo>
                <a:lnTo>
                  <a:pt x="522055" y="47628"/>
                </a:lnTo>
                <a:lnTo>
                  <a:pt x="520242" y="49636"/>
                </a:lnTo>
                <a:lnTo>
                  <a:pt x="518555" y="51760"/>
                </a:lnTo>
                <a:lnTo>
                  <a:pt x="516999" y="53995"/>
                </a:lnTo>
                <a:lnTo>
                  <a:pt x="515581" y="56334"/>
                </a:lnTo>
                <a:lnTo>
                  <a:pt x="514308" y="58771"/>
                </a:lnTo>
                <a:lnTo>
                  <a:pt x="513184" y="61299"/>
                </a:lnTo>
                <a:lnTo>
                  <a:pt x="512216" y="63912"/>
                </a:lnTo>
                <a:lnTo>
                  <a:pt x="511411" y="66603"/>
                </a:lnTo>
                <a:lnTo>
                  <a:pt x="510774" y="69367"/>
                </a:lnTo>
                <a:lnTo>
                  <a:pt x="510311" y="72196"/>
                </a:lnTo>
                <a:lnTo>
                  <a:pt x="510029" y="75084"/>
                </a:lnTo>
                <a:lnTo>
                  <a:pt x="509934" y="78024"/>
                </a:lnTo>
                <a:lnTo>
                  <a:pt x="510034" y="80947"/>
                </a:lnTo>
                <a:lnTo>
                  <a:pt x="510331" y="83820"/>
                </a:lnTo>
                <a:lnTo>
                  <a:pt x="510819" y="86637"/>
                </a:lnTo>
                <a:lnTo>
                  <a:pt x="511491" y="89392"/>
                </a:lnTo>
                <a:lnTo>
                  <a:pt x="512342" y="92078"/>
                </a:lnTo>
                <a:lnTo>
                  <a:pt x="513365" y="94688"/>
                </a:lnTo>
                <a:lnTo>
                  <a:pt x="514554" y="97215"/>
                </a:lnTo>
                <a:lnTo>
                  <a:pt x="515903" y="99653"/>
                </a:lnTo>
                <a:lnTo>
                  <a:pt x="517406" y="101996"/>
                </a:lnTo>
                <a:lnTo>
                  <a:pt x="519057" y="104235"/>
                </a:lnTo>
                <a:lnTo>
                  <a:pt x="520850" y="106366"/>
                </a:lnTo>
                <a:lnTo>
                  <a:pt x="522778" y="108380"/>
                </a:lnTo>
                <a:lnTo>
                  <a:pt x="524836" y="110272"/>
                </a:lnTo>
                <a:lnTo>
                  <a:pt x="527017" y="112034"/>
                </a:lnTo>
                <a:lnTo>
                  <a:pt x="529316" y="113660"/>
                </a:lnTo>
                <a:lnTo>
                  <a:pt x="531726" y="115144"/>
                </a:lnTo>
                <a:lnTo>
                  <a:pt x="534241" y="116478"/>
                </a:lnTo>
                <a:lnTo>
                  <a:pt x="536855" y="117655"/>
                </a:lnTo>
                <a:lnTo>
                  <a:pt x="539562" y="118670"/>
                </a:lnTo>
                <a:lnTo>
                  <a:pt x="542355" y="119516"/>
                </a:lnTo>
                <a:lnTo>
                  <a:pt x="545229" y="120185"/>
                </a:lnTo>
                <a:lnTo>
                  <a:pt x="548178" y="120671"/>
                </a:lnTo>
                <a:lnTo>
                  <a:pt x="551195" y="120968"/>
                </a:lnTo>
                <a:lnTo>
                  <a:pt x="554275" y="121068"/>
                </a:lnTo>
                <a:lnTo>
                  <a:pt x="557371" y="120980"/>
                </a:lnTo>
                <a:lnTo>
                  <a:pt x="560300" y="120724"/>
                </a:lnTo>
                <a:lnTo>
                  <a:pt x="563065" y="120313"/>
                </a:lnTo>
                <a:lnTo>
                  <a:pt x="565668" y="119760"/>
                </a:lnTo>
                <a:lnTo>
                  <a:pt x="568113" y="119078"/>
                </a:lnTo>
                <a:lnTo>
                  <a:pt x="570404" y="118280"/>
                </a:lnTo>
                <a:lnTo>
                  <a:pt x="572542" y="117379"/>
                </a:lnTo>
                <a:lnTo>
                  <a:pt x="574533" y="116389"/>
                </a:lnTo>
                <a:lnTo>
                  <a:pt x="576378" y="115321"/>
                </a:lnTo>
                <a:lnTo>
                  <a:pt x="578081" y="114189"/>
                </a:lnTo>
                <a:lnTo>
                  <a:pt x="579645" y="113005"/>
                </a:lnTo>
                <a:lnTo>
                  <a:pt x="581073" y="111784"/>
                </a:lnTo>
                <a:lnTo>
                  <a:pt x="582369" y="110538"/>
                </a:lnTo>
                <a:lnTo>
                  <a:pt x="583536" y="109279"/>
                </a:lnTo>
                <a:lnTo>
                  <a:pt x="584576" y="108021"/>
                </a:lnTo>
                <a:lnTo>
                  <a:pt x="585493" y="106777"/>
                </a:lnTo>
                <a:lnTo>
                  <a:pt x="586291" y="105560"/>
                </a:lnTo>
                <a:lnTo>
                  <a:pt x="586971" y="104382"/>
                </a:lnTo>
                <a:lnTo>
                  <a:pt x="587539" y="103257"/>
                </a:lnTo>
                <a:lnTo>
                  <a:pt x="587996" y="102198"/>
                </a:lnTo>
                <a:lnTo>
                  <a:pt x="588346" y="101218"/>
                </a:lnTo>
                <a:lnTo>
                  <a:pt x="588592" y="100328"/>
                </a:lnTo>
                <a:lnTo>
                  <a:pt x="588737" y="99544"/>
                </a:lnTo>
                <a:lnTo>
                  <a:pt x="588785" y="98878"/>
                </a:lnTo>
                <a:lnTo>
                  <a:pt x="588756" y="98231"/>
                </a:lnTo>
                <a:lnTo>
                  <a:pt x="588674" y="97637"/>
                </a:lnTo>
                <a:lnTo>
                  <a:pt x="588542" y="97094"/>
                </a:lnTo>
                <a:lnTo>
                  <a:pt x="588365" y="96601"/>
                </a:lnTo>
                <a:lnTo>
                  <a:pt x="588148" y="96154"/>
                </a:lnTo>
                <a:lnTo>
                  <a:pt x="587893" y="95752"/>
                </a:lnTo>
                <a:close/>
                <a:moveTo>
                  <a:pt x="526573" y="63185"/>
                </a:moveTo>
                <a:lnTo>
                  <a:pt x="527364" y="61671"/>
                </a:lnTo>
                <a:lnTo>
                  <a:pt x="528228" y="60212"/>
                </a:lnTo>
                <a:lnTo>
                  <a:pt x="529163" y="58811"/>
                </a:lnTo>
                <a:lnTo>
                  <a:pt x="530166" y="57470"/>
                </a:lnTo>
                <a:lnTo>
                  <a:pt x="531233" y="56194"/>
                </a:lnTo>
                <a:lnTo>
                  <a:pt x="532363" y="54985"/>
                </a:lnTo>
                <a:lnTo>
                  <a:pt x="533551" y="53846"/>
                </a:lnTo>
                <a:lnTo>
                  <a:pt x="534796" y="52780"/>
                </a:lnTo>
                <a:lnTo>
                  <a:pt x="536094" y="51791"/>
                </a:lnTo>
                <a:lnTo>
                  <a:pt x="537442" y="50881"/>
                </a:lnTo>
                <a:lnTo>
                  <a:pt x="538838" y="50054"/>
                </a:lnTo>
                <a:lnTo>
                  <a:pt x="540279" y="49313"/>
                </a:lnTo>
                <a:lnTo>
                  <a:pt x="541762" y="48660"/>
                </a:lnTo>
                <a:lnTo>
                  <a:pt x="543285" y="48100"/>
                </a:lnTo>
                <a:lnTo>
                  <a:pt x="544843" y="47634"/>
                </a:lnTo>
                <a:lnTo>
                  <a:pt x="546435" y="47267"/>
                </a:lnTo>
                <a:lnTo>
                  <a:pt x="548058" y="47000"/>
                </a:lnTo>
                <a:lnTo>
                  <a:pt x="549708" y="46838"/>
                </a:lnTo>
                <a:lnTo>
                  <a:pt x="551383" y="46783"/>
                </a:lnTo>
                <a:lnTo>
                  <a:pt x="552646" y="46809"/>
                </a:lnTo>
                <a:lnTo>
                  <a:pt x="553923" y="46890"/>
                </a:lnTo>
                <a:lnTo>
                  <a:pt x="555209" y="47029"/>
                </a:lnTo>
                <a:lnTo>
                  <a:pt x="556500" y="47232"/>
                </a:lnTo>
                <a:lnTo>
                  <a:pt x="557790" y="47504"/>
                </a:lnTo>
                <a:lnTo>
                  <a:pt x="559074" y="47847"/>
                </a:lnTo>
                <a:lnTo>
                  <a:pt x="560346" y="48267"/>
                </a:lnTo>
                <a:lnTo>
                  <a:pt x="561601" y="48769"/>
                </a:lnTo>
                <a:lnTo>
                  <a:pt x="562834" y="49356"/>
                </a:lnTo>
                <a:lnTo>
                  <a:pt x="564040" y="50034"/>
                </a:lnTo>
                <a:lnTo>
                  <a:pt x="565213" y="50806"/>
                </a:lnTo>
                <a:lnTo>
                  <a:pt x="566349" y="51677"/>
                </a:lnTo>
                <a:lnTo>
                  <a:pt x="567441" y="52651"/>
                </a:lnTo>
                <a:lnTo>
                  <a:pt x="568484" y="53734"/>
                </a:lnTo>
                <a:lnTo>
                  <a:pt x="569474" y="54929"/>
                </a:lnTo>
                <a:lnTo>
                  <a:pt x="570405" y="56240"/>
                </a:lnTo>
                <a:lnTo>
                  <a:pt x="571272" y="57673"/>
                </a:lnTo>
                <a:lnTo>
                  <a:pt x="572069" y="59231"/>
                </a:lnTo>
                <a:lnTo>
                  <a:pt x="572792" y="60919"/>
                </a:lnTo>
                <a:lnTo>
                  <a:pt x="573434" y="62742"/>
                </a:lnTo>
                <a:lnTo>
                  <a:pt x="573991" y="64704"/>
                </a:lnTo>
                <a:lnTo>
                  <a:pt x="574457" y="66809"/>
                </a:lnTo>
                <a:lnTo>
                  <a:pt x="574828" y="69062"/>
                </a:lnTo>
                <a:lnTo>
                  <a:pt x="575097" y="71467"/>
                </a:lnTo>
                <a:lnTo>
                  <a:pt x="523816" y="71467"/>
                </a:lnTo>
                <a:lnTo>
                  <a:pt x="524198" y="69726"/>
                </a:lnTo>
                <a:lnTo>
                  <a:pt x="524667" y="68024"/>
                </a:lnTo>
                <a:lnTo>
                  <a:pt x="525221" y="66364"/>
                </a:lnTo>
                <a:lnTo>
                  <a:pt x="525857" y="64750"/>
                </a:lnTo>
                <a:lnTo>
                  <a:pt x="526573" y="63185"/>
                </a:lnTo>
                <a:close/>
                <a:moveTo>
                  <a:pt x="1798426" y="83549"/>
                </a:moveTo>
                <a:lnTo>
                  <a:pt x="1797142" y="82006"/>
                </a:lnTo>
                <a:lnTo>
                  <a:pt x="1795731" y="80590"/>
                </a:lnTo>
                <a:lnTo>
                  <a:pt x="1794213" y="79297"/>
                </a:lnTo>
                <a:lnTo>
                  <a:pt x="1792606" y="78120"/>
                </a:lnTo>
                <a:lnTo>
                  <a:pt x="1790929" y="77053"/>
                </a:lnTo>
                <a:lnTo>
                  <a:pt x="1789201" y="76092"/>
                </a:lnTo>
                <a:lnTo>
                  <a:pt x="1787441" y="75230"/>
                </a:lnTo>
                <a:lnTo>
                  <a:pt x="1785667" y="74463"/>
                </a:lnTo>
                <a:lnTo>
                  <a:pt x="1783900" y="73783"/>
                </a:lnTo>
                <a:lnTo>
                  <a:pt x="1782156" y="73186"/>
                </a:lnTo>
                <a:lnTo>
                  <a:pt x="1780457" y="72666"/>
                </a:lnTo>
                <a:lnTo>
                  <a:pt x="1778820" y="72218"/>
                </a:lnTo>
                <a:lnTo>
                  <a:pt x="1777264" y="71835"/>
                </a:lnTo>
                <a:lnTo>
                  <a:pt x="1775808" y="71513"/>
                </a:lnTo>
                <a:lnTo>
                  <a:pt x="1774472" y="71245"/>
                </a:lnTo>
                <a:lnTo>
                  <a:pt x="1773274" y="71026"/>
                </a:lnTo>
                <a:lnTo>
                  <a:pt x="1772232" y="70851"/>
                </a:lnTo>
                <a:lnTo>
                  <a:pt x="1771367" y="70713"/>
                </a:lnTo>
                <a:lnTo>
                  <a:pt x="1758258" y="68398"/>
                </a:lnTo>
                <a:lnTo>
                  <a:pt x="1757522" y="68293"/>
                </a:lnTo>
                <a:lnTo>
                  <a:pt x="1756716" y="68170"/>
                </a:lnTo>
                <a:lnTo>
                  <a:pt x="1755849" y="68029"/>
                </a:lnTo>
                <a:lnTo>
                  <a:pt x="1754931" y="67866"/>
                </a:lnTo>
                <a:lnTo>
                  <a:pt x="1753971" y="67681"/>
                </a:lnTo>
                <a:lnTo>
                  <a:pt x="1752977" y="67471"/>
                </a:lnTo>
                <a:lnTo>
                  <a:pt x="1751959" y="67237"/>
                </a:lnTo>
                <a:lnTo>
                  <a:pt x="1750924" y="66975"/>
                </a:lnTo>
                <a:lnTo>
                  <a:pt x="1749884" y="66684"/>
                </a:lnTo>
                <a:lnTo>
                  <a:pt x="1748845" y="66363"/>
                </a:lnTo>
                <a:lnTo>
                  <a:pt x="1747818" y="66009"/>
                </a:lnTo>
                <a:lnTo>
                  <a:pt x="1746811" y="65623"/>
                </a:lnTo>
                <a:lnTo>
                  <a:pt x="1745833" y="65201"/>
                </a:lnTo>
                <a:lnTo>
                  <a:pt x="1744893" y="64742"/>
                </a:lnTo>
                <a:lnTo>
                  <a:pt x="1744000" y="64245"/>
                </a:lnTo>
                <a:lnTo>
                  <a:pt x="1743163" y="63708"/>
                </a:lnTo>
                <a:lnTo>
                  <a:pt x="1742391" y="63130"/>
                </a:lnTo>
                <a:lnTo>
                  <a:pt x="1741693" y="62508"/>
                </a:lnTo>
                <a:lnTo>
                  <a:pt x="1741078" y="61842"/>
                </a:lnTo>
                <a:lnTo>
                  <a:pt x="1740554" y="61129"/>
                </a:lnTo>
                <a:lnTo>
                  <a:pt x="1740132" y="60368"/>
                </a:lnTo>
                <a:lnTo>
                  <a:pt x="1739819" y="59558"/>
                </a:lnTo>
                <a:lnTo>
                  <a:pt x="1739624" y="58697"/>
                </a:lnTo>
                <a:lnTo>
                  <a:pt x="1739557" y="57783"/>
                </a:lnTo>
                <a:lnTo>
                  <a:pt x="1739590" y="57152"/>
                </a:lnTo>
                <a:lnTo>
                  <a:pt x="1739689" y="56513"/>
                </a:lnTo>
                <a:lnTo>
                  <a:pt x="1739858" y="55871"/>
                </a:lnTo>
                <a:lnTo>
                  <a:pt x="1740099" y="55227"/>
                </a:lnTo>
                <a:lnTo>
                  <a:pt x="1740415" y="54585"/>
                </a:lnTo>
                <a:lnTo>
                  <a:pt x="1740808" y="53949"/>
                </a:lnTo>
                <a:lnTo>
                  <a:pt x="1741280" y="53320"/>
                </a:lnTo>
                <a:lnTo>
                  <a:pt x="1741835" y="52702"/>
                </a:lnTo>
                <a:lnTo>
                  <a:pt x="1742475" y="52099"/>
                </a:lnTo>
                <a:lnTo>
                  <a:pt x="1743203" y="51512"/>
                </a:lnTo>
                <a:lnTo>
                  <a:pt x="1744021" y="50946"/>
                </a:lnTo>
                <a:lnTo>
                  <a:pt x="1744931" y="50402"/>
                </a:lnTo>
                <a:lnTo>
                  <a:pt x="1745937" y="49885"/>
                </a:lnTo>
                <a:lnTo>
                  <a:pt x="1747041" y="49397"/>
                </a:lnTo>
                <a:lnTo>
                  <a:pt x="1748246" y="48941"/>
                </a:lnTo>
                <a:lnTo>
                  <a:pt x="1749554" y="48521"/>
                </a:lnTo>
                <a:lnTo>
                  <a:pt x="1750967" y="48138"/>
                </a:lnTo>
                <a:lnTo>
                  <a:pt x="1752489" y="47797"/>
                </a:lnTo>
                <a:lnTo>
                  <a:pt x="1754122" y="47500"/>
                </a:lnTo>
                <a:lnTo>
                  <a:pt x="1755869" y="47250"/>
                </a:lnTo>
                <a:lnTo>
                  <a:pt x="1757731" y="47050"/>
                </a:lnTo>
                <a:lnTo>
                  <a:pt x="1759713" y="46904"/>
                </a:lnTo>
                <a:lnTo>
                  <a:pt x="1761815" y="46814"/>
                </a:lnTo>
                <a:lnTo>
                  <a:pt x="1764042" y="46783"/>
                </a:lnTo>
                <a:lnTo>
                  <a:pt x="1765973" y="46813"/>
                </a:lnTo>
                <a:lnTo>
                  <a:pt x="1767771" y="46900"/>
                </a:lnTo>
                <a:lnTo>
                  <a:pt x="1769440" y="47042"/>
                </a:lnTo>
                <a:lnTo>
                  <a:pt x="1770985" y="47235"/>
                </a:lnTo>
                <a:lnTo>
                  <a:pt x="1772411" y="47478"/>
                </a:lnTo>
                <a:lnTo>
                  <a:pt x="1773723" y="47766"/>
                </a:lnTo>
                <a:lnTo>
                  <a:pt x="1774925" y="48098"/>
                </a:lnTo>
                <a:lnTo>
                  <a:pt x="1776023" y="48470"/>
                </a:lnTo>
                <a:lnTo>
                  <a:pt x="1777021" y="48880"/>
                </a:lnTo>
                <a:lnTo>
                  <a:pt x="1777924" y="49324"/>
                </a:lnTo>
                <a:lnTo>
                  <a:pt x="1778737" y="49800"/>
                </a:lnTo>
                <a:lnTo>
                  <a:pt x="1779465" y="50305"/>
                </a:lnTo>
                <a:lnTo>
                  <a:pt x="1780112" y="50836"/>
                </a:lnTo>
                <a:lnTo>
                  <a:pt x="1780684" y="51391"/>
                </a:lnTo>
                <a:lnTo>
                  <a:pt x="1781186" y="51966"/>
                </a:lnTo>
                <a:lnTo>
                  <a:pt x="1781622" y="52558"/>
                </a:lnTo>
                <a:lnTo>
                  <a:pt x="1781996" y="53166"/>
                </a:lnTo>
                <a:lnTo>
                  <a:pt x="1782315" y="53785"/>
                </a:lnTo>
                <a:lnTo>
                  <a:pt x="1782583" y="54413"/>
                </a:lnTo>
                <a:lnTo>
                  <a:pt x="1782804" y="55047"/>
                </a:lnTo>
                <a:lnTo>
                  <a:pt x="1782984" y="55685"/>
                </a:lnTo>
                <a:lnTo>
                  <a:pt x="1783127" y="56323"/>
                </a:lnTo>
                <a:lnTo>
                  <a:pt x="1783238" y="56959"/>
                </a:lnTo>
                <a:lnTo>
                  <a:pt x="1783322" y="57589"/>
                </a:lnTo>
                <a:lnTo>
                  <a:pt x="1783348" y="57999"/>
                </a:lnTo>
                <a:lnTo>
                  <a:pt x="1783377" y="58408"/>
                </a:lnTo>
                <a:lnTo>
                  <a:pt x="1783414" y="58814"/>
                </a:lnTo>
                <a:lnTo>
                  <a:pt x="1783459" y="59215"/>
                </a:lnTo>
                <a:lnTo>
                  <a:pt x="1783516" y="59611"/>
                </a:lnTo>
                <a:lnTo>
                  <a:pt x="1783586" y="60000"/>
                </a:lnTo>
                <a:lnTo>
                  <a:pt x="1783673" y="60380"/>
                </a:lnTo>
                <a:lnTo>
                  <a:pt x="1783778" y="60750"/>
                </a:lnTo>
                <a:lnTo>
                  <a:pt x="1783904" y="61109"/>
                </a:lnTo>
                <a:lnTo>
                  <a:pt x="1784053" y="61455"/>
                </a:lnTo>
                <a:lnTo>
                  <a:pt x="1784227" y="61786"/>
                </a:lnTo>
                <a:lnTo>
                  <a:pt x="1784429" y="62102"/>
                </a:lnTo>
                <a:lnTo>
                  <a:pt x="1784662" y="62401"/>
                </a:lnTo>
                <a:lnTo>
                  <a:pt x="1784927" y="62681"/>
                </a:lnTo>
                <a:lnTo>
                  <a:pt x="1785226" y="62942"/>
                </a:lnTo>
                <a:lnTo>
                  <a:pt x="1785563" y="63181"/>
                </a:lnTo>
                <a:lnTo>
                  <a:pt x="1785939" y="63397"/>
                </a:lnTo>
                <a:lnTo>
                  <a:pt x="1786357" y="63589"/>
                </a:lnTo>
                <a:lnTo>
                  <a:pt x="1786820" y="63755"/>
                </a:lnTo>
                <a:lnTo>
                  <a:pt x="1787329" y="63895"/>
                </a:lnTo>
                <a:lnTo>
                  <a:pt x="1787886" y="64005"/>
                </a:lnTo>
                <a:lnTo>
                  <a:pt x="1788495" y="64086"/>
                </a:lnTo>
                <a:lnTo>
                  <a:pt x="1789158" y="64136"/>
                </a:lnTo>
                <a:lnTo>
                  <a:pt x="1789876" y="64153"/>
                </a:lnTo>
                <a:lnTo>
                  <a:pt x="1790685" y="64132"/>
                </a:lnTo>
                <a:lnTo>
                  <a:pt x="1791427" y="64071"/>
                </a:lnTo>
                <a:lnTo>
                  <a:pt x="1792104" y="63971"/>
                </a:lnTo>
                <a:lnTo>
                  <a:pt x="1792720" y="63835"/>
                </a:lnTo>
                <a:lnTo>
                  <a:pt x="1793277" y="63663"/>
                </a:lnTo>
                <a:lnTo>
                  <a:pt x="1793778" y="63459"/>
                </a:lnTo>
                <a:lnTo>
                  <a:pt x="1794227" y="63224"/>
                </a:lnTo>
                <a:lnTo>
                  <a:pt x="1794625" y="62959"/>
                </a:lnTo>
                <a:lnTo>
                  <a:pt x="1794977" y="62667"/>
                </a:lnTo>
                <a:lnTo>
                  <a:pt x="1795285" y="62349"/>
                </a:lnTo>
                <a:lnTo>
                  <a:pt x="1795552" y="62007"/>
                </a:lnTo>
                <a:lnTo>
                  <a:pt x="1795781" y="61643"/>
                </a:lnTo>
                <a:lnTo>
                  <a:pt x="1795975" y="61260"/>
                </a:lnTo>
                <a:lnTo>
                  <a:pt x="1796137" y="60858"/>
                </a:lnTo>
                <a:lnTo>
                  <a:pt x="1796269" y="60439"/>
                </a:lnTo>
                <a:lnTo>
                  <a:pt x="1796375" y="60006"/>
                </a:lnTo>
                <a:lnTo>
                  <a:pt x="1796457" y="59560"/>
                </a:lnTo>
                <a:lnTo>
                  <a:pt x="1796519" y="59104"/>
                </a:lnTo>
                <a:lnTo>
                  <a:pt x="1796564" y="58638"/>
                </a:lnTo>
                <a:lnTo>
                  <a:pt x="1796594" y="58165"/>
                </a:lnTo>
                <a:lnTo>
                  <a:pt x="1796612" y="57687"/>
                </a:lnTo>
                <a:lnTo>
                  <a:pt x="1796621" y="57205"/>
                </a:lnTo>
                <a:lnTo>
                  <a:pt x="1796624" y="56722"/>
                </a:lnTo>
                <a:lnTo>
                  <a:pt x="1796625" y="56239"/>
                </a:lnTo>
                <a:lnTo>
                  <a:pt x="1796625" y="42926"/>
                </a:lnTo>
                <a:lnTo>
                  <a:pt x="1796624" y="42532"/>
                </a:lnTo>
                <a:lnTo>
                  <a:pt x="1796622" y="42123"/>
                </a:lnTo>
                <a:lnTo>
                  <a:pt x="1796614" y="41702"/>
                </a:lnTo>
                <a:lnTo>
                  <a:pt x="1796598" y="41270"/>
                </a:lnTo>
                <a:lnTo>
                  <a:pt x="1796573" y="40832"/>
                </a:lnTo>
                <a:lnTo>
                  <a:pt x="1796534" y="40391"/>
                </a:lnTo>
                <a:lnTo>
                  <a:pt x="1796481" y="39948"/>
                </a:lnTo>
                <a:lnTo>
                  <a:pt x="1796411" y="39507"/>
                </a:lnTo>
                <a:lnTo>
                  <a:pt x="1796320" y="39070"/>
                </a:lnTo>
                <a:lnTo>
                  <a:pt x="1796206" y="38641"/>
                </a:lnTo>
                <a:lnTo>
                  <a:pt x="1796068" y="38223"/>
                </a:lnTo>
                <a:lnTo>
                  <a:pt x="1795902" y="37818"/>
                </a:lnTo>
                <a:lnTo>
                  <a:pt x="1795705" y="37428"/>
                </a:lnTo>
                <a:lnTo>
                  <a:pt x="1795476" y="37058"/>
                </a:lnTo>
                <a:lnTo>
                  <a:pt x="1795212" y="36710"/>
                </a:lnTo>
                <a:lnTo>
                  <a:pt x="1794910" y="36386"/>
                </a:lnTo>
                <a:lnTo>
                  <a:pt x="1794568" y="36089"/>
                </a:lnTo>
                <a:lnTo>
                  <a:pt x="1794184" y="35823"/>
                </a:lnTo>
                <a:lnTo>
                  <a:pt x="1793754" y="35590"/>
                </a:lnTo>
                <a:lnTo>
                  <a:pt x="1793276" y="35393"/>
                </a:lnTo>
                <a:lnTo>
                  <a:pt x="1792748" y="35235"/>
                </a:lnTo>
                <a:lnTo>
                  <a:pt x="1792168" y="35118"/>
                </a:lnTo>
                <a:lnTo>
                  <a:pt x="1791532" y="35046"/>
                </a:lnTo>
                <a:lnTo>
                  <a:pt x="1790838" y="35021"/>
                </a:lnTo>
                <a:lnTo>
                  <a:pt x="1790280" y="35035"/>
                </a:lnTo>
                <a:lnTo>
                  <a:pt x="1789761" y="35075"/>
                </a:lnTo>
                <a:lnTo>
                  <a:pt x="1789278" y="35140"/>
                </a:lnTo>
                <a:lnTo>
                  <a:pt x="1788831" y="35228"/>
                </a:lnTo>
                <a:lnTo>
                  <a:pt x="1788418" y="35336"/>
                </a:lnTo>
                <a:lnTo>
                  <a:pt x="1788038" y="35464"/>
                </a:lnTo>
                <a:lnTo>
                  <a:pt x="1787689" y="35610"/>
                </a:lnTo>
                <a:lnTo>
                  <a:pt x="1787369" y="35772"/>
                </a:lnTo>
                <a:lnTo>
                  <a:pt x="1787078" y="35947"/>
                </a:lnTo>
                <a:lnTo>
                  <a:pt x="1786813" y="36135"/>
                </a:lnTo>
                <a:lnTo>
                  <a:pt x="1786573" y="36333"/>
                </a:lnTo>
                <a:lnTo>
                  <a:pt x="1786357" y="36540"/>
                </a:lnTo>
                <a:lnTo>
                  <a:pt x="1786163" y="36755"/>
                </a:lnTo>
                <a:lnTo>
                  <a:pt x="1785989" y="36974"/>
                </a:lnTo>
                <a:lnTo>
                  <a:pt x="1785835" y="37197"/>
                </a:lnTo>
                <a:lnTo>
                  <a:pt x="1785698" y="37422"/>
                </a:lnTo>
                <a:lnTo>
                  <a:pt x="1785577" y="37647"/>
                </a:lnTo>
                <a:lnTo>
                  <a:pt x="1785471" y="37870"/>
                </a:lnTo>
                <a:lnTo>
                  <a:pt x="1785378" y="38089"/>
                </a:lnTo>
                <a:lnTo>
                  <a:pt x="1785296" y="38303"/>
                </a:lnTo>
                <a:lnTo>
                  <a:pt x="1785224" y="38511"/>
                </a:lnTo>
                <a:lnTo>
                  <a:pt x="1785161" y="38709"/>
                </a:lnTo>
                <a:lnTo>
                  <a:pt x="1785105" y="38897"/>
                </a:lnTo>
                <a:lnTo>
                  <a:pt x="1785055" y="39072"/>
                </a:lnTo>
                <a:lnTo>
                  <a:pt x="1783995" y="38587"/>
                </a:lnTo>
                <a:lnTo>
                  <a:pt x="1782937" y="38142"/>
                </a:lnTo>
                <a:lnTo>
                  <a:pt x="1781884" y="37735"/>
                </a:lnTo>
                <a:lnTo>
                  <a:pt x="1780836" y="37366"/>
                </a:lnTo>
                <a:lnTo>
                  <a:pt x="1779797" y="37031"/>
                </a:lnTo>
                <a:lnTo>
                  <a:pt x="1778769" y="36730"/>
                </a:lnTo>
                <a:lnTo>
                  <a:pt x="1777753" y="36461"/>
                </a:lnTo>
                <a:lnTo>
                  <a:pt x="1776751" y="36222"/>
                </a:lnTo>
                <a:lnTo>
                  <a:pt x="1775767" y="36010"/>
                </a:lnTo>
                <a:lnTo>
                  <a:pt x="1774801" y="35825"/>
                </a:lnTo>
                <a:lnTo>
                  <a:pt x="1773856" y="35665"/>
                </a:lnTo>
                <a:lnTo>
                  <a:pt x="1772934" y="35528"/>
                </a:lnTo>
                <a:lnTo>
                  <a:pt x="1772037" y="35411"/>
                </a:lnTo>
                <a:lnTo>
                  <a:pt x="1771168" y="35314"/>
                </a:lnTo>
                <a:lnTo>
                  <a:pt x="1770327" y="35235"/>
                </a:lnTo>
                <a:lnTo>
                  <a:pt x="1769518" y="35171"/>
                </a:lnTo>
                <a:lnTo>
                  <a:pt x="1768743" y="35122"/>
                </a:lnTo>
                <a:lnTo>
                  <a:pt x="1768003" y="35085"/>
                </a:lnTo>
                <a:lnTo>
                  <a:pt x="1767300" y="35058"/>
                </a:lnTo>
                <a:lnTo>
                  <a:pt x="1766638" y="35040"/>
                </a:lnTo>
                <a:lnTo>
                  <a:pt x="1766017" y="35029"/>
                </a:lnTo>
                <a:lnTo>
                  <a:pt x="1765440" y="35024"/>
                </a:lnTo>
                <a:lnTo>
                  <a:pt x="1764910" y="35022"/>
                </a:lnTo>
                <a:lnTo>
                  <a:pt x="1764427" y="35021"/>
                </a:lnTo>
                <a:lnTo>
                  <a:pt x="1760545" y="35102"/>
                </a:lnTo>
                <a:lnTo>
                  <a:pt x="1756943" y="35337"/>
                </a:lnTo>
                <a:lnTo>
                  <a:pt x="1753609" y="35714"/>
                </a:lnTo>
                <a:lnTo>
                  <a:pt x="1750534" y="36225"/>
                </a:lnTo>
                <a:lnTo>
                  <a:pt x="1747708" y="36858"/>
                </a:lnTo>
                <a:lnTo>
                  <a:pt x="1745120" y="37601"/>
                </a:lnTo>
                <a:lnTo>
                  <a:pt x="1742761" y="38445"/>
                </a:lnTo>
                <a:lnTo>
                  <a:pt x="1740620" y="39379"/>
                </a:lnTo>
                <a:lnTo>
                  <a:pt x="1738688" y="40392"/>
                </a:lnTo>
                <a:lnTo>
                  <a:pt x="1736953" y="41473"/>
                </a:lnTo>
                <a:lnTo>
                  <a:pt x="1735406" y="42612"/>
                </a:lnTo>
                <a:lnTo>
                  <a:pt x="1734038" y="43798"/>
                </a:lnTo>
                <a:lnTo>
                  <a:pt x="1732837" y="45019"/>
                </a:lnTo>
                <a:lnTo>
                  <a:pt x="1731793" y="46267"/>
                </a:lnTo>
                <a:lnTo>
                  <a:pt x="1730897" y="47529"/>
                </a:lnTo>
                <a:lnTo>
                  <a:pt x="1730138" y="48795"/>
                </a:lnTo>
                <a:lnTo>
                  <a:pt x="1729507" y="50054"/>
                </a:lnTo>
                <a:lnTo>
                  <a:pt x="1728992" y="51297"/>
                </a:lnTo>
                <a:lnTo>
                  <a:pt x="1728584" y="52510"/>
                </a:lnTo>
                <a:lnTo>
                  <a:pt x="1728274" y="53686"/>
                </a:lnTo>
                <a:lnTo>
                  <a:pt x="1728050" y="54811"/>
                </a:lnTo>
                <a:lnTo>
                  <a:pt x="1727902" y="55876"/>
                </a:lnTo>
                <a:lnTo>
                  <a:pt x="1727821" y="56871"/>
                </a:lnTo>
                <a:lnTo>
                  <a:pt x="1727796" y="57783"/>
                </a:lnTo>
                <a:lnTo>
                  <a:pt x="1727900" y="59928"/>
                </a:lnTo>
                <a:lnTo>
                  <a:pt x="1728205" y="61929"/>
                </a:lnTo>
                <a:lnTo>
                  <a:pt x="1728701" y="63790"/>
                </a:lnTo>
                <a:lnTo>
                  <a:pt x="1729378" y="65519"/>
                </a:lnTo>
                <a:lnTo>
                  <a:pt x="1730226" y="67121"/>
                </a:lnTo>
                <a:lnTo>
                  <a:pt x="1731236" y="68603"/>
                </a:lnTo>
                <a:lnTo>
                  <a:pt x="1732398" y="69970"/>
                </a:lnTo>
                <a:lnTo>
                  <a:pt x="1733701" y="71228"/>
                </a:lnTo>
                <a:lnTo>
                  <a:pt x="1735137" y="72384"/>
                </a:lnTo>
                <a:lnTo>
                  <a:pt x="1736694" y="73443"/>
                </a:lnTo>
                <a:lnTo>
                  <a:pt x="1738363" y="74412"/>
                </a:lnTo>
                <a:lnTo>
                  <a:pt x="1740135" y="75297"/>
                </a:lnTo>
                <a:lnTo>
                  <a:pt x="1741999" y="76103"/>
                </a:lnTo>
                <a:lnTo>
                  <a:pt x="1743945" y="76836"/>
                </a:lnTo>
                <a:lnTo>
                  <a:pt x="1745965" y="77504"/>
                </a:lnTo>
                <a:lnTo>
                  <a:pt x="1748047" y="78111"/>
                </a:lnTo>
                <a:lnTo>
                  <a:pt x="1750181" y="78664"/>
                </a:lnTo>
                <a:lnTo>
                  <a:pt x="1752359" y="79168"/>
                </a:lnTo>
                <a:lnTo>
                  <a:pt x="1754570" y="79630"/>
                </a:lnTo>
                <a:lnTo>
                  <a:pt x="1756805" y="80056"/>
                </a:lnTo>
                <a:lnTo>
                  <a:pt x="1759052" y="80452"/>
                </a:lnTo>
                <a:lnTo>
                  <a:pt x="1761304" y="80824"/>
                </a:lnTo>
                <a:lnTo>
                  <a:pt x="1763549" y="81178"/>
                </a:lnTo>
                <a:lnTo>
                  <a:pt x="1765777" y="81519"/>
                </a:lnTo>
                <a:lnTo>
                  <a:pt x="1766988" y="81718"/>
                </a:lnTo>
                <a:lnTo>
                  <a:pt x="1768251" y="81929"/>
                </a:lnTo>
                <a:lnTo>
                  <a:pt x="1769558" y="82157"/>
                </a:lnTo>
                <a:lnTo>
                  <a:pt x="1770900" y="82403"/>
                </a:lnTo>
                <a:lnTo>
                  <a:pt x="1772266" y="82671"/>
                </a:lnTo>
                <a:lnTo>
                  <a:pt x="1773648" y="82964"/>
                </a:lnTo>
                <a:lnTo>
                  <a:pt x="1775037" y="83285"/>
                </a:lnTo>
                <a:lnTo>
                  <a:pt x="1776423" y="83636"/>
                </a:lnTo>
                <a:lnTo>
                  <a:pt x="1777798" y="84020"/>
                </a:lnTo>
                <a:lnTo>
                  <a:pt x="1779150" y="84441"/>
                </a:lnTo>
                <a:lnTo>
                  <a:pt x="1780472" y="84901"/>
                </a:lnTo>
                <a:lnTo>
                  <a:pt x="1781755" y="85404"/>
                </a:lnTo>
                <a:lnTo>
                  <a:pt x="1782988" y="85952"/>
                </a:lnTo>
                <a:lnTo>
                  <a:pt x="1784162" y="86548"/>
                </a:lnTo>
                <a:lnTo>
                  <a:pt x="1785269" y="87195"/>
                </a:lnTo>
                <a:lnTo>
                  <a:pt x="1786299" y="87896"/>
                </a:lnTo>
                <a:lnTo>
                  <a:pt x="1787242" y="88654"/>
                </a:lnTo>
                <a:lnTo>
                  <a:pt x="1788090" y="89471"/>
                </a:lnTo>
                <a:lnTo>
                  <a:pt x="1788832" y="90352"/>
                </a:lnTo>
                <a:lnTo>
                  <a:pt x="1789461" y="91298"/>
                </a:lnTo>
                <a:lnTo>
                  <a:pt x="1789966" y="92313"/>
                </a:lnTo>
                <a:lnTo>
                  <a:pt x="1790338" y="93400"/>
                </a:lnTo>
                <a:lnTo>
                  <a:pt x="1790568" y="94561"/>
                </a:lnTo>
                <a:lnTo>
                  <a:pt x="1790647" y="95800"/>
                </a:lnTo>
                <a:lnTo>
                  <a:pt x="1790610" y="96688"/>
                </a:lnTo>
                <a:lnTo>
                  <a:pt x="1790497" y="97565"/>
                </a:lnTo>
                <a:lnTo>
                  <a:pt x="1790306" y="98430"/>
                </a:lnTo>
                <a:lnTo>
                  <a:pt x="1790038" y="99280"/>
                </a:lnTo>
                <a:lnTo>
                  <a:pt x="1789689" y="100111"/>
                </a:lnTo>
                <a:lnTo>
                  <a:pt x="1789258" y="100923"/>
                </a:lnTo>
                <a:lnTo>
                  <a:pt x="1788745" y="101712"/>
                </a:lnTo>
                <a:lnTo>
                  <a:pt x="1788148" y="102476"/>
                </a:lnTo>
                <a:lnTo>
                  <a:pt x="1787465" y="103212"/>
                </a:lnTo>
                <a:lnTo>
                  <a:pt x="1786695" y="103918"/>
                </a:lnTo>
                <a:lnTo>
                  <a:pt x="1785836" y="104593"/>
                </a:lnTo>
                <a:lnTo>
                  <a:pt x="1784887" y="105232"/>
                </a:lnTo>
                <a:lnTo>
                  <a:pt x="1783847" y="105834"/>
                </a:lnTo>
                <a:lnTo>
                  <a:pt x="1782714" y="106397"/>
                </a:lnTo>
                <a:lnTo>
                  <a:pt x="1781487" y="106917"/>
                </a:lnTo>
                <a:lnTo>
                  <a:pt x="1780164" y="107394"/>
                </a:lnTo>
                <a:lnTo>
                  <a:pt x="1778745" y="107823"/>
                </a:lnTo>
                <a:lnTo>
                  <a:pt x="1777226" y="108203"/>
                </a:lnTo>
                <a:lnTo>
                  <a:pt x="1775608" y="108531"/>
                </a:lnTo>
                <a:lnTo>
                  <a:pt x="1773889" y="108804"/>
                </a:lnTo>
                <a:lnTo>
                  <a:pt x="1772066" y="109022"/>
                </a:lnTo>
                <a:lnTo>
                  <a:pt x="1770140" y="109180"/>
                </a:lnTo>
                <a:lnTo>
                  <a:pt x="1768108" y="109277"/>
                </a:lnTo>
                <a:lnTo>
                  <a:pt x="1765969" y="109309"/>
                </a:lnTo>
                <a:lnTo>
                  <a:pt x="1764828" y="109297"/>
                </a:lnTo>
                <a:lnTo>
                  <a:pt x="1763672" y="109259"/>
                </a:lnTo>
                <a:lnTo>
                  <a:pt x="1762505" y="109189"/>
                </a:lnTo>
                <a:lnTo>
                  <a:pt x="1761329" y="109082"/>
                </a:lnTo>
                <a:lnTo>
                  <a:pt x="1760150" y="108935"/>
                </a:lnTo>
                <a:lnTo>
                  <a:pt x="1758968" y="108742"/>
                </a:lnTo>
                <a:lnTo>
                  <a:pt x="1757789" y="108499"/>
                </a:lnTo>
                <a:lnTo>
                  <a:pt x="1756615" y="108201"/>
                </a:lnTo>
                <a:lnTo>
                  <a:pt x="1755450" y="107843"/>
                </a:lnTo>
                <a:lnTo>
                  <a:pt x="1754297" y="107422"/>
                </a:lnTo>
                <a:lnTo>
                  <a:pt x="1753159" y="106931"/>
                </a:lnTo>
                <a:lnTo>
                  <a:pt x="1752040" y="106366"/>
                </a:lnTo>
                <a:lnTo>
                  <a:pt x="1750943" y="105723"/>
                </a:lnTo>
                <a:lnTo>
                  <a:pt x="1749872" y="104997"/>
                </a:lnTo>
                <a:lnTo>
                  <a:pt x="1748829" y="104183"/>
                </a:lnTo>
                <a:lnTo>
                  <a:pt x="1747819" y="103276"/>
                </a:lnTo>
                <a:lnTo>
                  <a:pt x="1746844" y="102273"/>
                </a:lnTo>
                <a:lnTo>
                  <a:pt x="1745907" y="101167"/>
                </a:lnTo>
                <a:lnTo>
                  <a:pt x="1745013" y="99955"/>
                </a:lnTo>
                <a:lnTo>
                  <a:pt x="1744165" y="98632"/>
                </a:lnTo>
                <a:lnTo>
                  <a:pt x="1743365" y="97193"/>
                </a:lnTo>
                <a:lnTo>
                  <a:pt x="1742618" y="95634"/>
                </a:lnTo>
                <a:lnTo>
                  <a:pt x="1741926" y="93949"/>
                </a:lnTo>
                <a:lnTo>
                  <a:pt x="1741293" y="92134"/>
                </a:lnTo>
                <a:lnTo>
                  <a:pt x="1741173" y="91707"/>
                </a:lnTo>
                <a:lnTo>
                  <a:pt x="1741053" y="91294"/>
                </a:lnTo>
                <a:lnTo>
                  <a:pt x="1740932" y="90896"/>
                </a:lnTo>
                <a:lnTo>
                  <a:pt x="1740806" y="90513"/>
                </a:lnTo>
                <a:lnTo>
                  <a:pt x="1740675" y="90146"/>
                </a:lnTo>
                <a:lnTo>
                  <a:pt x="1740537" y="89794"/>
                </a:lnTo>
                <a:lnTo>
                  <a:pt x="1740388" y="89458"/>
                </a:lnTo>
                <a:lnTo>
                  <a:pt x="1740229" y="89139"/>
                </a:lnTo>
                <a:lnTo>
                  <a:pt x="1740056" y="88837"/>
                </a:lnTo>
                <a:lnTo>
                  <a:pt x="1739867" y="88551"/>
                </a:lnTo>
                <a:lnTo>
                  <a:pt x="1739662" y="88283"/>
                </a:lnTo>
                <a:lnTo>
                  <a:pt x="1739437" y="88033"/>
                </a:lnTo>
                <a:lnTo>
                  <a:pt x="1739191" y="87801"/>
                </a:lnTo>
                <a:lnTo>
                  <a:pt x="1738922" y="87588"/>
                </a:lnTo>
                <a:lnTo>
                  <a:pt x="1738628" y="87393"/>
                </a:lnTo>
                <a:lnTo>
                  <a:pt x="1738308" y="87217"/>
                </a:lnTo>
                <a:lnTo>
                  <a:pt x="1737958" y="87061"/>
                </a:lnTo>
                <a:lnTo>
                  <a:pt x="1737578" y="86924"/>
                </a:lnTo>
                <a:lnTo>
                  <a:pt x="1737165" y="86808"/>
                </a:lnTo>
                <a:lnTo>
                  <a:pt x="1736718" y="86712"/>
                </a:lnTo>
                <a:lnTo>
                  <a:pt x="1736234" y="86636"/>
                </a:lnTo>
                <a:lnTo>
                  <a:pt x="1735712" y="86582"/>
                </a:lnTo>
                <a:lnTo>
                  <a:pt x="1735150" y="86549"/>
                </a:lnTo>
                <a:lnTo>
                  <a:pt x="1734545" y="86538"/>
                </a:lnTo>
                <a:lnTo>
                  <a:pt x="1733736" y="86559"/>
                </a:lnTo>
                <a:lnTo>
                  <a:pt x="1732994" y="86620"/>
                </a:lnTo>
                <a:lnTo>
                  <a:pt x="1732317" y="86720"/>
                </a:lnTo>
                <a:lnTo>
                  <a:pt x="1731702" y="86856"/>
                </a:lnTo>
                <a:lnTo>
                  <a:pt x="1731145" y="87027"/>
                </a:lnTo>
                <a:lnTo>
                  <a:pt x="1730643" y="87232"/>
                </a:lnTo>
                <a:lnTo>
                  <a:pt x="1730195" y="87467"/>
                </a:lnTo>
                <a:lnTo>
                  <a:pt x="1729796" y="87732"/>
                </a:lnTo>
                <a:lnTo>
                  <a:pt x="1729444" y="88024"/>
                </a:lnTo>
                <a:lnTo>
                  <a:pt x="1729136" y="88341"/>
                </a:lnTo>
                <a:lnTo>
                  <a:pt x="1728869" y="88683"/>
                </a:lnTo>
                <a:lnTo>
                  <a:pt x="1728640" y="89046"/>
                </a:lnTo>
                <a:lnTo>
                  <a:pt x="1728446" y="89430"/>
                </a:lnTo>
                <a:lnTo>
                  <a:pt x="1728284" y="89832"/>
                </a:lnTo>
                <a:lnTo>
                  <a:pt x="1728152" y="90250"/>
                </a:lnTo>
                <a:lnTo>
                  <a:pt x="1728046" y="90683"/>
                </a:lnTo>
                <a:lnTo>
                  <a:pt x="1727964" y="91128"/>
                </a:lnTo>
                <a:lnTo>
                  <a:pt x="1727902" y="91585"/>
                </a:lnTo>
                <a:lnTo>
                  <a:pt x="1727857" y="92050"/>
                </a:lnTo>
                <a:lnTo>
                  <a:pt x="1727828" y="92523"/>
                </a:lnTo>
                <a:lnTo>
                  <a:pt x="1727809" y="93001"/>
                </a:lnTo>
                <a:lnTo>
                  <a:pt x="1727800" y="93483"/>
                </a:lnTo>
                <a:lnTo>
                  <a:pt x="1727797" y="93966"/>
                </a:lnTo>
                <a:lnTo>
                  <a:pt x="1727796" y="94449"/>
                </a:lnTo>
                <a:lnTo>
                  <a:pt x="1727796" y="113166"/>
                </a:lnTo>
                <a:lnTo>
                  <a:pt x="1727797" y="113560"/>
                </a:lnTo>
                <a:lnTo>
                  <a:pt x="1727800" y="113969"/>
                </a:lnTo>
                <a:lnTo>
                  <a:pt x="1727808" y="114391"/>
                </a:lnTo>
                <a:lnTo>
                  <a:pt x="1727823" y="114822"/>
                </a:lnTo>
                <a:lnTo>
                  <a:pt x="1727849" y="115260"/>
                </a:lnTo>
                <a:lnTo>
                  <a:pt x="1727887" y="115702"/>
                </a:lnTo>
                <a:lnTo>
                  <a:pt x="1727940" y="116144"/>
                </a:lnTo>
                <a:lnTo>
                  <a:pt x="1728010" y="116585"/>
                </a:lnTo>
                <a:lnTo>
                  <a:pt x="1728101" y="117021"/>
                </a:lnTo>
                <a:lnTo>
                  <a:pt x="1728215" y="117450"/>
                </a:lnTo>
                <a:lnTo>
                  <a:pt x="1728353" y="117868"/>
                </a:lnTo>
                <a:lnTo>
                  <a:pt x="1728519" y="118274"/>
                </a:lnTo>
                <a:lnTo>
                  <a:pt x="1728715" y="118663"/>
                </a:lnTo>
                <a:lnTo>
                  <a:pt x="1728944" y="119033"/>
                </a:lnTo>
                <a:lnTo>
                  <a:pt x="1729208" y="119381"/>
                </a:lnTo>
                <a:lnTo>
                  <a:pt x="1729510" y="119705"/>
                </a:lnTo>
                <a:lnTo>
                  <a:pt x="1729852" y="120001"/>
                </a:lnTo>
                <a:lnTo>
                  <a:pt x="1730236" y="120267"/>
                </a:lnTo>
                <a:lnTo>
                  <a:pt x="1730666" y="120500"/>
                </a:lnTo>
                <a:lnTo>
                  <a:pt x="1731143" y="120697"/>
                </a:lnTo>
                <a:lnTo>
                  <a:pt x="1731671" y="120855"/>
                </a:lnTo>
                <a:lnTo>
                  <a:pt x="1732251" y="120972"/>
                </a:lnTo>
                <a:lnTo>
                  <a:pt x="1732887" y="121044"/>
                </a:lnTo>
                <a:lnTo>
                  <a:pt x="1733580" y="121068"/>
                </a:lnTo>
                <a:lnTo>
                  <a:pt x="1733804" y="121067"/>
                </a:lnTo>
                <a:lnTo>
                  <a:pt x="1734041" y="121060"/>
                </a:lnTo>
                <a:lnTo>
                  <a:pt x="1734290" y="121046"/>
                </a:lnTo>
                <a:lnTo>
                  <a:pt x="1734550" y="121021"/>
                </a:lnTo>
                <a:lnTo>
                  <a:pt x="1734821" y="120982"/>
                </a:lnTo>
                <a:lnTo>
                  <a:pt x="1735102" y="120927"/>
                </a:lnTo>
                <a:lnTo>
                  <a:pt x="1735390" y="120852"/>
                </a:lnTo>
                <a:lnTo>
                  <a:pt x="1735687" y="120755"/>
                </a:lnTo>
                <a:lnTo>
                  <a:pt x="1735990" y="120632"/>
                </a:lnTo>
                <a:lnTo>
                  <a:pt x="1736299" y="120480"/>
                </a:lnTo>
                <a:lnTo>
                  <a:pt x="1736613" y="120298"/>
                </a:lnTo>
                <a:lnTo>
                  <a:pt x="1736930" y="120081"/>
                </a:lnTo>
                <a:lnTo>
                  <a:pt x="1737251" y="119827"/>
                </a:lnTo>
                <a:lnTo>
                  <a:pt x="1737574" y="119533"/>
                </a:lnTo>
                <a:lnTo>
                  <a:pt x="1737898" y="119196"/>
                </a:lnTo>
                <a:lnTo>
                  <a:pt x="1738222" y="118813"/>
                </a:lnTo>
                <a:lnTo>
                  <a:pt x="1738546" y="118381"/>
                </a:lnTo>
                <a:lnTo>
                  <a:pt x="1738868" y="117897"/>
                </a:lnTo>
                <a:lnTo>
                  <a:pt x="1739187" y="117359"/>
                </a:lnTo>
                <a:lnTo>
                  <a:pt x="1739503" y="116763"/>
                </a:lnTo>
                <a:lnTo>
                  <a:pt x="1739814" y="116106"/>
                </a:lnTo>
                <a:lnTo>
                  <a:pt x="1740121" y="115386"/>
                </a:lnTo>
                <a:lnTo>
                  <a:pt x="1740421" y="114599"/>
                </a:lnTo>
                <a:lnTo>
                  <a:pt x="1740714" y="113743"/>
                </a:lnTo>
                <a:lnTo>
                  <a:pt x="1741898" y="114577"/>
                </a:lnTo>
                <a:lnTo>
                  <a:pt x="1743088" y="115345"/>
                </a:lnTo>
                <a:lnTo>
                  <a:pt x="1744281" y="116050"/>
                </a:lnTo>
                <a:lnTo>
                  <a:pt x="1745475" y="116695"/>
                </a:lnTo>
                <a:lnTo>
                  <a:pt x="1746668" y="117283"/>
                </a:lnTo>
                <a:lnTo>
                  <a:pt x="1747856" y="117815"/>
                </a:lnTo>
                <a:lnTo>
                  <a:pt x="1749037" y="118296"/>
                </a:lnTo>
                <a:lnTo>
                  <a:pt x="1750210" y="118727"/>
                </a:lnTo>
                <a:lnTo>
                  <a:pt x="1751372" y="119111"/>
                </a:lnTo>
                <a:lnTo>
                  <a:pt x="1752519" y="119450"/>
                </a:lnTo>
                <a:lnTo>
                  <a:pt x="1753651" y="119749"/>
                </a:lnTo>
                <a:lnTo>
                  <a:pt x="1754763" y="120008"/>
                </a:lnTo>
                <a:lnTo>
                  <a:pt x="1755855" y="120232"/>
                </a:lnTo>
                <a:lnTo>
                  <a:pt x="1756923" y="120421"/>
                </a:lnTo>
                <a:lnTo>
                  <a:pt x="1757966" y="120580"/>
                </a:lnTo>
                <a:lnTo>
                  <a:pt x="1758979" y="120711"/>
                </a:lnTo>
                <a:lnTo>
                  <a:pt x="1759962" y="120817"/>
                </a:lnTo>
                <a:lnTo>
                  <a:pt x="1760912" y="120900"/>
                </a:lnTo>
                <a:lnTo>
                  <a:pt x="1761826" y="120962"/>
                </a:lnTo>
                <a:lnTo>
                  <a:pt x="1762703" y="121008"/>
                </a:lnTo>
                <a:lnTo>
                  <a:pt x="1763538" y="121038"/>
                </a:lnTo>
                <a:lnTo>
                  <a:pt x="1764331" y="121057"/>
                </a:lnTo>
                <a:lnTo>
                  <a:pt x="1765078" y="121066"/>
                </a:lnTo>
                <a:lnTo>
                  <a:pt x="1765777" y="121068"/>
                </a:lnTo>
                <a:lnTo>
                  <a:pt x="1769460" y="120987"/>
                </a:lnTo>
                <a:lnTo>
                  <a:pt x="1772897" y="120748"/>
                </a:lnTo>
                <a:lnTo>
                  <a:pt x="1776097" y="120363"/>
                </a:lnTo>
                <a:lnTo>
                  <a:pt x="1779067" y="119840"/>
                </a:lnTo>
                <a:lnTo>
                  <a:pt x="1781816" y="119190"/>
                </a:lnTo>
                <a:lnTo>
                  <a:pt x="1784351" y="118423"/>
                </a:lnTo>
                <a:lnTo>
                  <a:pt x="1786680" y="117548"/>
                </a:lnTo>
                <a:lnTo>
                  <a:pt x="1788812" y="116576"/>
                </a:lnTo>
                <a:lnTo>
                  <a:pt x="1790753" y="115516"/>
                </a:lnTo>
                <a:lnTo>
                  <a:pt x="1792512" y="114378"/>
                </a:lnTo>
                <a:lnTo>
                  <a:pt x="1794097" y="113172"/>
                </a:lnTo>
                <a:lnTo>
                  <a:pt x="1795515" y="111908"/>
                </a:lnTo>
                <a:lnTo>
                  <a:pt x="1796775" y="110596"/>
                </a:lnTo>
                <a:lnTo>
                  <a:pt x="1797883" y="109245"/>
                </a:lnTo>
                <a:lnTo>
                  <a:pt x="1798849" y="107866"/>
                </a:lnTo>
                <a:lnTo>
                  <a:pt x="1799680" y="106468"/>
                </a:lnTo>
                <a:lnTo>
                  <a:pt x="1800384" y="105062"/>
                </a:lnTo>
                <a:lnTo>
                  <a:pt x="1800968" y="103656"/>
                </a:lnTo>
                <a:lnTo>
                  <a:pt x="1801441" y="102262"/>
                </a:lnTo>
                <a:lnTo>
                  <a:pt x="1801810" y="100888"/>
                </a:lnTo>
                <a:lnTo>
                  <a:pt x="1802084" y="99545"/>
                </a:lnTo>
                <a:lnTo>
                  <a:pt x="1802269" y="98243"/>
                </a:lnTo>
                <a:lnTo>
                  <a:pt x="1802375" y="96991"/>
                </a:lnTo>
                <a:lnTo>
                  <a:pt x="1802408" y="95800"/>
                </a:lnTo>
                <a:lnTo>
                  <a:pt x="1802282" y="93373"/>
                </a:lnTo>
                <a:lnTo>
                  <a:pt x="1801915" y="91108"/>
                </a:lnTo>
                <a:lnTo>
                  <a:pt x="1801328" y="88999"/>
                </a:lnTo>
                <a:lnTo>
                  <a:pt x="1800537" y="87040"/>
                </a:lnTo>
                <a:lnTo>
                  <a:pt x="1799564" y="85225"/>
                </a:lnTo>
                <a:lnTo>
                  <a:pt x="1798426" y="83549"/>
                </a:lnTo>
                <a:close/>
                <a:moveTo>
                  <a:pt x="395897" y="110235"/>
                </a:moveTo>
                <a:lnTo>
                  <a:pt x="395603" y="109893"/>
                </a:lnTo>
                <a:lnTo>
                  <a:pt x="395282" y="109592"/>
                </a:lnTo>
                <a:lnTo>
                  <a:pt x="394937" y="109328"/>
                </a:lnTo>
                <a:lnTo>
                  <a:pt x="394571" y="109099"/>
                </a:lnTo>
                <a:lnTo>
                  <a:pt x="394188" y="108903"/>
                </a:lnTo>
                <a:lnTo>
                  <a:pt x="393789" y="108736"/>
                </a:lnTo>
                <a:lnTo>
                  <a:pt x="393378" y="108598"/>
                </a:lnTo>
                <a:lnTo>
                  <a:pt x="392958" y="108485"/>
                </a:lnTo>
                <a:lnTo>
                  <a:pt x="392531" y="108394"/>
                </a:lnTo>
                <a:lnTo>
                  <a:pt x="392102" y="108323"/>
                </a:lnTo>
                <a:lnTo>
                  <a:pt x="391672" y="108270"/>
                </a:lnTo>
                <a:lnTo>
                  <a:pt x="391244" y="108232"/>
                </a:lnTo>
                <a:lnTo>
                  <a:pt x="390822" y="108206"/>
                </a:lnTo>
                <a:lnTo>
                  <a:pt x="390408" y="108191"/>
                </a:lnTo>
                <a:lnTo>
                  <a:pt x="390006" y="108183"/>
                </a:lnTo>
                <a:lnTo>
                  <a:pt x="389618" y="108180"/>
                </a:lnTo>
                <a:lnTo>
                  <a:pt x="389246" y="108180"/>
                </a:lnTo>
                <a:lnTo>
                  <a:pt x="388266" y="108175"/>
                </a:lnTo>
                <a:lnTo>
                  <a:pt x="387348" y="108160"/>
                </a:lnTo>
                <a:lnTo>
                  <a:pt x="386488" y="108137"/>
                </a:lnTo>
                <a:lnTo>
                  <a:pt x="385686" y="108105"/>
                </a:lnTo>
                <a:lnTo>
                  <a:pt x="384937" y="108066"/>
                </a:lnTo>
                <a:lnTo>
                  <a:pt x="384240" y="108020"/>
                </a:lnTo>
                <a:lnTo>
                  <a:pt x="383593" y="107967"/>
                </a:lnTo>
                <a:lnTo>
                  <a:pt x="382992" y="107908"/>
                </a:lnTo>
                <a:lnTo>
                  <a:pt x="382435" y="107844"/>
                </a:lnTo>
                <a:lnTo>
                  <a:pt x="381920" y="107775"/>
                </a:lnTo>
                <a:lnTo>
                  <a:pt x="381444" y="107701"/>
                </a:lnTo>
                <a:lnTo>
                  <a:pt x="381005" y="107625"/>
                </a:lnTo>
                <a:lnTo>
                  <a:pt x="380600" y="107545"/>
                </a:lnTo>
                <a:lnTo>
                  <a:pt x="380226" y="107463"/>
                </a:lnTo>
                <a:lnTo>
                  <a:pt x="379882" y="107378"/>
                </a:lnTo>
                <a:lnTo>
                  <a:pt x="379564" y="107293"/>
                </a:lnTo>
                <a:lnTo>
                  <a:pt x="379271" y="107207"/>
                </a:lnTo>
                <a:lnTo>
                  <a:pt x="378999" y="107121"/>
                </a:lnTo>
                <a:lnTo>
                  <a:pt x="378746" y="107035"/>
                </a:lnTo>
                <a:lnTo>
                  <a:pt x="378509" y="106951"/>
                </a:lnTo>
                <a:lnTo>
                  <a:pt x="378287" y="106868"/>
                </a:lnTo>
                <a:lnTo>
                  <a:pt x="378076" y="106787"/>
                </a:lnTo>
                <a:lnTo>
                  <a:pt x="377875" y="106709"/>
                </a:lnTo>
                <a:lnTo>
                  <a:pt x="377679" y="106635"/>
                </a:lnTo>
                <a:lnTo>
                  <a:pt x="377679" y="64932"/>
                </a:lnTo>
                <a:lnTo>
                  <a:pt x="377625" y="63207"/>
                </a:lnTo>
                <a:lnTo>
                  <a:pt x="377459" y="61465"/>
                </a:lnTo>
                <a:lnTo>
                  <a:pt x="377178" y="59712"/>
                </a:lnTo>
                <a:lnTo>
                  <a:pt x="376780" y="57958"/>
                </a:lnTo>
                <a:lnTo>
                  <a:pt x="376261" y="56210"/>
                </a:lnTo>
                <a:lnTo>
                  <a:pt x="375619" y="54476"/>
                </a:lnTo>
                <a:lnTo>
                  <a:pt x="374850" y="52766"/>
                </a:lnTo>
                <a:lnTo>
                  <a:pt x="373952" y="51086"/>
                </a:lnTo>
                <a:lnTo>
                  <a:pt x="372921" y="49445"/>
                </a:lnTo>
                <a:lnTo>
                  <a:pt x="371755" y="47851"/>
                </a:lnTo>
                <a:lnTo>
                  <a:pt x="370450" y="46312"/>
                </a:lnTo>
                <a:lnTo>
                  <a:pt x="369004" y="44837"/>
                </a:lnTo>
                <a:lnTo>
                  <a:pt x="367413" y="43433"/>
                </a:lnTo>
                <a:lnTo>
                  <a:pt x="365674" y="42108"/>
                </a:lnTo>
                <a:lnTo>
                  <a:pt x="363785" y="40871"/>
                </a:lnTo>
                <a:lnTo>
                  <a:pt x="361742" y="39730"/>
                </a:lnTo>
                <a:lnTo>
                  <a:pt x="359542" y="38693"/>
                </a:lnTo>
                <a:lnTo>
                  <a:pt x="357183" y="37767"/>
                </a:lnTo>
                <a:lnTo>
                  <a:pt x="354661" y="36962"/>
                </a:lnTo>
                <a:lnTo>
                  <a:pt x="351974" y="36285"/>
                </a:lnTo>
                <a:lnTo>
                  <a:pt x="349118" y="35744"/>
                </a:lnTo>
                <a:lnTo>
                  <a:pt x="346090" y="35348"/>
                </a:lnTo>
                <a:lnTo>
                  <a:pt x="342887" y="35104"/>
                </a:lnTo>
                <a:lnTo>
                  <a:pt x="339507" y="35021"/>
                </a:lnTo>
                <a:lnTo>
                  <a:pt x="338414" y="35022"/>
                </a:lnTo>
                <a:lnTo>
                  <a:pt x="337215" y="35029"/>
                </a:lnTo>
                <a:lnTo>
                  <a:pt x="335926" y="35049"/>
                </a:lnTo>
                <a:lnTo>
                  <a:pt x="334558" y="35087"/>
                </a:lnTo>
                <a:lnTo>
                  <a:pt x="333125" y="35149"/>
                </a:lnTo>
                <a:lnTo>
                  <a:pt x="331642" y="35241"/>
                </a:lnTo>
                <a:lnTo>
                  <a:pt x="330120" y="35371"/>
                </a:lnTo>
                <a:lnTo>
                  <a:pt x="328575" y="35543"/>
                </a:lnTo>
                <a:lnTo>
                  <a:pt x="327019" y="35764"/>
                </a:lnTo>
                <a:lnTo>
                  <a:pt x="325465" y="36040"/>
                </a:lnTo>
                <a:lnTo>
                  <a:pt x="323928" y="36377"/>
                </a:lnTo>
                <a:lnTo>
                  <a:pt x="322420" y="36781"/>
                </a:lnTo>
                <a:lnTo>
                  <a:pt x="320956" y="37259"/>
                </a:lnTo>
                <a:lnTo>
                  <a:pt x="319548" y="37816"/>
                </a:lnTo>
                <a:lnTo>
                  <a:pt x="318211" y="38459"/>
                </a:lnTo>
                <a:lnTo>
                  <a:pt x="316957" y="39193"/>
                </a:lnTo>
                <a:lnTo>
                  <a:pt x="315800" y="40025"/>
                </a:lnTo>
                <a:lnTo>
                  <a:pt x="314754" y="40961"/>
                </a:lnTo>
                <a:lnTo>
                  <a:pt x="313831" y="42008"/>
                </a:lnTo>
                <a:lnTo>
                  <a:pt x="313046" y="43170"/>
                </a:lnTo>
                <a:lnTo>
                  <a:pt x="312413" y="44454"/>
                </a:lnTo>
                <a:lnTo>
                  <a:pt x="311943" y="45867"/>
                </a:lnTo>
                <a:lnTo>
                  <a:pt x="311652" y="47414"/>
                </a:lnTo>
                <a:lnTo>
                  <a:pt x="311551" y="49102"/>
                </a:lnTo>
                <a:lnTo>
                  <a:pt x="311572" y="49812"/>
                </a:lnTo>
                <a:lnTo>
                  <a:pt x="311634" y="50493"/>
                </a:lnTo>
                <a:lnTo>
                  <a:pt x="311734" y="51146"/>
                </a:lnTo>
                <a:lnTo>
                  <a:pt x="311873" y="51771"/>
                </a:lnTo>
                <a:lnTo>
                  <a:pt x="312047" y="52367"/>
                </a:lnTo>
                <a:lnTo>
                  <a:pt x="312257" y="52933"/>
                </a:lnTo>
                <a:lnTo>
                  <a:pt x="312499" y="53471"/>
                </a:lnTo>
                <a:lnTo>
                  <a:pt x="312773" y="53979"/>
                </a:lnTo>
                <a:lnTo>
                  <a:pt x="313077" y="54458"/>
                </a:lnTo>
                <a:lnTo>
                  <a:pt x="313410" y="54907"/>
                </a:lnTo>
                <a:lnTo>
                  <a:pt x="313769" y="55326"/>
                </a:lnTo>
                <a:lnTo>
                  <a:pt x="314155" y="55715"/>
                </a:lnTo>
                <a:lnTo>
                  <a:pt x="314564" y="56074"/>
                </a:lnTo>
                <a:lnTo>
                  <a:pt x="314996" y="56402"/>
                </a:lnTo>
                <a:lnTo>
                  <a:pt x="315449" y="56701"/>
                </a:lnTo>
                <a:lnTo>
                  <a:pt x="315922" y="56968"/>
                </a:lnTo>
                <a:lnTo>
                  <a:pt x="316413" y="57205"/>
                </a:lnTo>
                <a:lnTo>
                  <a:pt x="316920" y="57410"/>
                </a:lnTo>
                <a:lnTo>
                  <a:pt x="317442" y="57585"/>
                </a:lnTo>
                <a:lnTo>
                  <a:pt x="317978" y="57728"/>
                </a:lnTo>
                <a:lnTo>
                  <a:pt x="318526" y="57839"/>
                </a:lnTo>
                <a:lnTo>
                  <a:pt x="319084" y="57919"/>
                </a:lnTo>
                <a:lnTo>
                  <a:pt x="319652" y="57967"/>
                </a:lnTo>
                <a:lnTo>
                  <a:pt x="320227" y="57983"/>
                </a:lnTo>
                <a:lnTo>
                  <a:pt x="320601" y="57974"/>
                </a:lnTo>
                <a:lnTo>
                  <a:pt x="320997" y="57945"/>
                </a:lnTo>
                <a:lnTo>
                  <a:pt x="321413" y="57895"/>
                </a:lnTo>
                <a:lnTo>
                  <a:pt x="321846" y="57822"/>
                </a:lnTo>
                <a:lnTo>
                  <a:pt x="322291" y="57724"/>
                </a:lnTo>
                <a:lnTo>
                  <a:pt x="322745" y="57600"/>
                </a:lnTo>
                <a:lnTo>
                  <a:pt x="323205" y="57449"/>
                </a:lnTo>
                <a:lnTo>
                  <a:pt x="323668" y="57268"/>
                </a:lnTo>
                <a:lnTo>
                  <a:pt x="324131" y="57057"/>
                </a:lnTo>
                <a:lnTo>
                  <a:pt x="324589" y="56813"/>
                </a:lnTo>
                <a:lnTo>
                  <a:pt x="325040" y="56535"/>
                </a:lnTo>
                <a:lnTo>
                  <a:pt x="325480" y="56221"/>
                </a:lnTo>
                <a:lnTo>
                  <a:pt x="325907" y="55870"/>
                </a:lnTo>
                <a:lnTo>
                  <a:pt x="326315" y="55481"/>
                </a:lnTo>
                <a:lnTo>
                  <a:pt x="326703" y="55051"/>
                </a:lnTo>
                <a:lnTo>
                  <a:pt x="327067" y="54579"/>
                </a:lnTo>
                <a:lnTo>
                  <a:pt x="327404" y="54064"/>
                </a:lnTo>
                <a:lnTo>
                  <a:pt x="327710" y="53503"/>
                </a:lnTo>
                <a:lnTo>
                  <a:pt x="327981" y="52896"/>
                </a:lnTo>
                <a:lnTo>
                  <a:pt x="328216" y="52240"/>
                </a:lnTo>
                <a:lnTo>
                  <a:pt x="328409" y="51534"/>
                </a:lnTo>
                <a:lnTo>
                  <a:pt x="328558" y="50777"/>
                </a:lnTo>
                <a:lnTo>
                  <a:pt x="328660" y="49967"/>
                </a:lnTo>
                <a:lnTo>
                  <a:pt x="328711" y="49102"/>
                </a:lnTo>
                <a:lnTo>
                  <a:pt x="328712" y="48916"/>
                </a:lnTo>
                <a:lnTo>
                  <a:pt x="328717" y="48743"/>
                </a:lnTo>
                <a:lnTo>
                  <a:pt x="328726" y="48583"/>
                </a:lnTo>
                <a:lnTo>
                  <a:pt x="328743" y="48435"/>
                </a:lnTo>
                <a:lnTo>
                  <a:pt x="328767" y="48298"/>
                </a:lnTo>
                <a:lnTo>
                  <a:pt x="328801" y="48172"/>
                </a:lnTo>
                <a:lnTo>
                  <a:pt x="328846" y="48057"/>
                </a:lnTo>
                <a:lnTo>
                  <a:pt x="328903" y="47950"/>
                </a:lnTo>
                <a:lnTo>
                  <a:pt x="328975" y="47852"/>
                </a:lnTo>
                <a:lnTo>
                  <a:pt x="329062" y="47763"/>
                </a:lnTo>
                <a:lnTo>
                  <a:pt x="329166" y="47680"/>
                </a:lnTo>
                <a:lnTo>
                  <a:pt x="329288" y="47605"/>
                </a:lnTo>
                <a:lnTo>
                  <a:pt x="329431" y="47535"/>
                </a:lnTo>
                <a:lnTo>
                  <a:pt x="329596" y="47471"/>
                </a:lnTo>
                <a:lnTo>
                  <a:pt x="329783" y="47412"/>
                </a:lnTo>
                <a:lnTo>
                  <a:pt x="329995" y="47356"/>
                </a:lnTo>
                <a:lnTo>
                  <a:pt x="330233" y="47304"/>
                </a:lnTo>
                <a:lnTo>
                  <a:pt x="330499" y="47255"/>
                </a:lnTo>
                <a:lnTo>
                  <a:pt x="330794" y="47207"/>
                </a:lnTo>
                <a:lnTo>
                  <a:pt x="331120" y="47161"/>
                </a:lnTo>
                <a:lnTo>
                  <a:pt x="331477" y="47116"/>
                </a:lnTo>
                <a:lnTo>
                  <a:pt x="331869" y="47071"/>
                </a:lnTo>
                <a:lnTo>
                  <a:pt x="332295" y="47025"/>
                </a:lnTo>
                <a:lnTo>
                  <a:pt x="332759" y="46978"/>
                </a:lnTo>
                <a:lnTo>
                  <a:pt x="333095" y="46954"/>
                </a:lnTo>
                <a:lnTo>
                  <a:pt x="333429" y="46933"/>
                </a:lnTo>
                <a:lnTo>
                  <a:pt x="333761" y="46913"/>
                </a:lnTo>
                <a:lnTo>
                  <a:pt x="334090" y="46896"/>
                </a:lnTo>
                <a:lnTo>
                  <a:pt x="334416" y="46880"/>
                </a:lnTo>
                <a:lnTo>
                  <a:pt x="334739" y="46865"/>
                </a:lnTo>
                <a:lnTo>
                  <a:pt x="335058" y="46852"/>
                </a:lnTo>
                <a:lnTo>
                  <a:pt x="335373" y="46841"/>
                </a:lnTo>
                <a:lnTo>
                  <a:pt x="335684" y="46831"/>
                </a:lnTo>
                <a:lnTo>
                  <a:pt x="335991" y="46822"/>
                </a:lnTo>
                <a:lnTo>
                  <a:pt x="336294" y="46814"/>
                </a:lnTo>
                <a:lnTo>
                  <a:pt x="336592" y="46808"/>
                </a:lnTo>
                <a:lnTo>
                  <a:pt x="336884" y="46802"/>
                </a:lnTo>
                <a:lnTo>
                  <a:pt x="337172" y="46797"/>
                </a:lnTo>
                <a:lnTo>
                  <a:pt x="337454" y="46794"/>
                </a:lnTo>
                <a:lnTo>
                  <a:pt x="337730" y="46791"/>
                </a:lnTo>
                <a:lnTo>
                  <a:pt x="338000" y="46788"/>
                </a:lnTo>
                <a:lnTo>
                  <a:pt x="338264" y="46786"/>
                </a:lnTo>
                <a:lnTo>
                  <a:pt x="338521" y="46785"/>
                </a:lnTo>
                <a:lnTo>
                  <a:pt x="338772" y="46784"/>
                </a:lnTo>
                <a:lnTo>
                  <a:pt x="339015" y="46784"/>
                </a:lnTo>
                <a:lnTo>
                  <a:pt x="339252" y="46783"/>
                </a:lnTo>
                <a:lnTo>
                  <a:pt x="339480" y="46783"/>
                </a:lnTo>
                <a:lnTo>
                  <a:pt x="339701" y="46783"/>
                </a:lnTo>
                <a:lnTo>
                  <a:pt x="341508" y="46815"/>
                </a:lnTo>
                <a:lnTo>
                  <a:pt x="343264" y="46909"/>
                </a:lnTo>
                <a:lnTo>
                  <a:pt x="344968" y="47067"/>
                </a:lnTo>
                <a:lnTo>
                  <a:pt x="346616" y="47290"/>
                </a:lnTo>
                <a:lnTo>
                  <a:pt x="348206" y="47579"/>
                </a:lnTo>
                <a:lnTo>
                  <a:pt x="349737" y="47933"/>
                </a:lnTo>
                <a:lnTo>
                  <a:pt x="351206" y="48354"/>
                </a:lnTo>
                <a:lnTo>
                  <a:pt x="352610" y="48843"/>
                </a:lnTo>
                <a:lnTo>
                  <a:pt x="353947" y="49400"/>
                </a:lnTo>
                <a:lnTo>
                  <a:pt x="355214" y="50027"/>
                </a:lnTo>
                <a:lnTo>
                  <a:pt x="356411" y="50723"/>
                </a:lnTo>
                <a:lnTo>
                  <a:pt x="357533" y="51490"/>
                </a:lnTo>
                <a:lnTo>
                  <a:pt x="358579" y="52329"/>
                </a:lnTo>
                <a:lnTo>
                  <a:pt x="359546" y="53239"/>
                </a:lnTo>
                <a:lnTo>
                  <a:pt x="360432" y="54222"/>
                </a:lnTo>
                <a:lnTo>
                  <a:pt x="361235" y="55279"/>
                </a:lnTo>
                <a:lnTo>
                  <a:pt x="361952" y="56411"/>
                </a:lnTo>
                <a:lnTo>
                  <a:pt x="362581" y="57617"/>
                </a:lnTo>
                <a:lnTo>
                  <a:pt x="363120" y="58900"/>
                </a:lnTo>
                <a:lnTo>
                  <a:pt x="363566" y="60259"/>
                </a:lnTo>
                <a:lnTo>
                  <a:pt x="363917" y="61695"/>
                </a:lnTo>
                <a:lnTo>
                  <a:pt x="364171" y="63210"/>
                </a:lnTo>
                <a:lnTo>
                  <a:pt x="364325" y="64804"/>
                </a:lnTo>
                <a:lnTo>
                  <a:pt x="364377" y="66477"/>
                </a:lnTo>
                <a:lnTo>
                  <a:pt x="360166" y="66597"/>
                </a:lnTo>
                <a:lnTo>
                  <a:pt x="356070" y="66811"/>
                </a:lnTo>
                <a:lnTo>
                  <a:pt x="352094" y="67119"/>
                </a:lnTo>
                <a:lnTo>
                  <a:pt x="348244" y="67522"/>
                </a:lnTo>
                <a:lnTo>
                  <a:pt x="344525" y="68019"/>
                </a:lnTo>
                <a:lnTo>
                  <a:pt x="340943" y="68610"/>
                </a:lnTo>
                <a:lnTo>
                  <a:pt x="337505" y="69295"/>
                </a:lnTo>
                <a:lnTo>
                  <a:pt x="334215" y="70074"/>
                </a:lnTo>
                <a:lnTo>
                  <a:pt x="331080" y="70947"/>
                </a:lnTo>
                <a:lnTo>
                  <a:pt x="328106" y="71913"/>
                </a:lnTo>
                <a:lnTo>
                  <a:pt x="325297" y="72973"/>
                </a:lnTo>
                <a:lnTo>
                  <a:pt x="322661" y="74127"/>
                </a:lnTo>
                <a:lnTo>
                  <a:pt x="320202" y="75375"/>
                </a:lnTo>
                <a:lnTo>
                  <a:pt x="317927" y="76715"/>
                </a:lnTo>
                <a:lnTo>
                  <a:pt x="315841" y="78149"/>
                </a:lnTo>
                <a:lnTo>
                  <a:pt x="313950" y="79677"/>
                </a:lnTo>
                <a:lnTo>
                  <a:pt x="312260" y="81297"/>
                </a:lnTo>
                <a:lnTo>
                  <a:pt x="310777" y="83011"/>
                </a:lnTo>
                <a:lnTo>
                  <a:pt x="309506" y="84818"/>
                </a:lnTo>
                <a:lnTo>
                  <a:pt x="308453" y="86717"/>
                </a:lnTo>
                <a:lnTo>
                  <a:pt x="307624" y="88710"/>
                </a:lnTo>
                <a:lnTo>
                  <a:pt x="307025" y="90795"/>
                </a:lnTo>
                <a:lnTo>
                  <a:pt x="306661" y="92973"/>
                </a:lnTo>
                <a:lnTo>
                  <a:pt x="306539" y="95244"/>
                </a:lnTo>
                <a:lnTo>
                  <a:pt x="306601" y="96901"/>
                </a:lnTo>
                <a:lnTo>
                  <a:pt x="306789" y="98545"/>
                </a:lnTo>
                <a:lnTo>
                  <a:pt x="307099" y="100170"/>
                </a:lnTo>
                <a:lnTo>
                  <a:pt x="307529" y="101773"/>
                </a:lnTo>
                <a:lnTo>
                  <a:pt x="308078" y="103347"/>
                </a:lnTo>
                <a:lnTo>
                  <a:pt x="308744" y="104888"/>
                </a:lnTo>
                <a:lnTo>
                  <a:pt x="309524" y="106390"/>
                </a:lnTo>
                <a:lnTo>
                  <a:pt x="310416" y="107848"/>
                </a:lnTo>
                <a:lnTo>
                  <a:pt x="311419" y="109257"/>
                </a:lnTo>
                <a:lnTo>
                  <a:pt x="312530" y="110613"/>
                </a:lnTo>
                <a:lnTo>
                  <a:pt x="313748" y="111909"/>
                </a:lnTo>
                <a:lnTo>
                  <a:pt x="315070" y="113142"/>
                </a:lnTo>
                <a:lnTo>
                  <a:pt x="316495" y="114305"/>
                </a:lnTo>
                <a:lnTo>
                  <a:pt x="318020" y="115393"/>
                </a:lnTo>
                <a:lnTo>
                  <a:pt x="319643" y="116403"/>
                </a:lnTo>
                <a:lnTo>
                  <a:pt x="321363" y="117327"/>
                </a:lnTo>
                <a:lnTo>
                  <a:pt x="323177" y="118163"/>
                </a:lnTo>
                <a:lnTo>
                  <a:pt x="325084" y="118903"/>
                </a:lnTo>
                <a:lnTo>
                  <a:pt x="327081" y="119543"/>
                </a:lnTo>
                <a:lnTo>
                  <a:pt x="329166" y="120079"/>
                </a:lnTo>
                <a:lnTo>
                  <a:pt x="331338" y="120504"/>
                </a:lnTo>
                <a:lnTo>
                  <a:pt x="333594" y="120814"/>
                </a:lnTo>
                <a:lnTo>
                  <a:pt x="335932" y="121004"/>
                </a:lnTo>
                <a:lnTo>
                  <a:pt x="338351" y="121068"/>
                </a:lnTo>
                <a:lnTo>
                  <a:pt x="339267" y="121061"/>
                </a:lnTo>
                <a:lnTo>
                  <a:pt x="340230" y="121038"/>
                </a:lnTo>
                <a:lnTo>
                  <a:pt x="341237" y="120999"/>
                </a:lnTo>
                <a:lnTo>
                  <a:pt x="342284" y="120941"/>
                </a:lnTo>
                <a:lnTo>
                  <a:pt x="343367" y="120863"/>
                </a:lnTo>
                <a:lnTo>
                  <a:pt x="344484" y="120764"/>
                </a:lnTo>
                <a:lnTo>
                  <a:pt x="345631" y="120643"/>
                </a:lnTo>
                <a:lnTo>
                  <a:pt x="346805" y="120498"/>
                </a:lnTo>
                <a:lnTo>
                  <a:pt x="348003" y="120327"/>
                </a:lnTo>
                <a:lnTo>
                  <a:pt x="349220" y="120129"/>
                </a:lnTo>
                <a:lnTo>
                  <a:pt x="350454" y="119903"/>
                </a:lnTo>
                <a:lnTo>
                  <a:pt x="351702" y="119647"/>
                </a:lnTo>
                <a:lnTo>
                  <a:pt x="352959" y="119361"/>
                </a:lnTo>
                <a:lnTo>
                  <a:pt x="354224" y="119041"/>
                </a:lnTo>
                <a:lnTo>
                  <a:pt x="355491" y="118688"/>
                </a:lnTo>
                <a:lnTo>
                  <a:pt x="356759" y="118299"/>
                </a:lnTo>
                <a:lnTo>
                  <a:pt x="358023" y="117873"/>
                </a:lnTo>
                <a:lnTo>
                  <a:pt x="359281" y="117409"/>
                </a:lnTo>
                <a:lnTo>
                  <a:pt x="360528" y="116906"/>
                </a:lnTo>
                <a:lnTo>
                  <a:pt x="361762" y="116361"/>
                </a:lnTo>
                <a:lnTo>
                  <a:pt x="362980" y="115774"/>
                </a:lnTo>
                <a:lnTo>
                  <a:pt x="364177" y="115143"/>
                </a:lnTo>
                <a:lnTo>
                  <a:pt x="365351" y="114466"/>
                </a:lnTo>
                <a:lnTo>
                  <a:pt x="366498" y="113743"/>
                </a:lnTo>
                <a:lnTo>
                  <a:pt x="367054" y="114464"/>
                </a:lnTo>
                <a:lnTo>
                  <a:pt x="367659" y="115126"/>
                </a:lnTo>
                <a:lnTo>
                  <a:pt x="368310" y="115733"/>
                </a:lnTo>
                <a:lnTo>
                  <a:pt x="369004" y="116287"/>
                </a:lnTo>
                <a:lnTo>
                  <a:pt x="369739" y="116790"/>
                </a:lnTo>
                <a:lnTo>
                  <a:pt x="370511" y="117244"/>
                </a:lnTo>
                <a:lnTo>
                  <a:pt x="371317" y="117653"/>
                </a:lnTo>
                <a:lnTo>
                  <a:pt x="372154" y="118018"/>
                </a:lnTo>
                <a:lnTo>
                  <a:pt x="373019" y="118342"/>
                </a:lnTo>
                <a:lnTo>
                  <a:pt x="373909" y="118627"/>
                </a:lnTo>
                <a:lnTo>
                  <a:pt x="374821" y="118877"/>
                </a:lnTo>
                <a:lnTo>
                  <a:pt x="375753" y="119092"/>
                </a:lnTo>
                <a:lnTo>
                  <a:pt x="376700" y="119277"/>
                </a:lnTo>
                <a:lnTo>
                  <a:pt x="377660" y="119432"/>
                </a:lnTo>
                <a:lnTo>
                  <a:pt x="378631" y="119562"/>
                </a:lnTo>
                <a:lnTo>
                  <a:pt x="379608" y="119667"/>
                </a:lnTo>
                <a:lnTo>
                  <a:pt x="380590" y="119750"/>
                </a:lnTo>
                <a:lnTo>
                  <a:pt x="381572" y="119815"/>
                </a:lnTo>
                <a:lnTo>
                  <a:pt x="382553" y="119863"/>
                </a:lnTo>
                <a:lnTo>
                  <a:pt x="383528" y="119897"/>
                </a:lnTo>
                <a:lnTo>
                  <a:pt x="384496" y="119919"/>
                </a:lnTo>
                <a:lnTo>
                  <a:pt x="385452" y="119931"/>
                </a:lnTo>
                <a:lnTo>
                  <a:pt x="386394" y="119937"/>
                </a:lnTo>
                <a:lnTo>
                  <a:pt x="387320" y="119939"/>
                </a:lnTo>
                <a:lnTo>
                  <a:pt x="387988" y="119938"/>
                </a:lnTo>
                <a:lnTo>
                  <a:pt x="388643" y="119935"/>
                </a:lnTo>
                <a:lnTo>
                  <a:pt x="389284" y="119927"/>
                </a:lnTo>
                <a:lnTo>
                  <a:pt x="389908" y="119911"/>
                </a:lnTo>
                <a:lnTo>
                  <a:pt x="390515" y="119885"/>
                </a:lnTo>
                <a:lnTo>
                  <a:pt x="391103" y="119845"/>
                </a:lnTo>
                <a:lnTo>
                  <a:pt x="391671" y="119790"/>
                </a:lnTo>
                <a:lnTo>
                  <a:pt x="392218" y="119717"/>
                </a:lnTo>
                <a:lnTo>
                  <a:pt x="392742" y="119624"/>
                </a:lnTo>
                <a:lnTo>
                  <a:pt x="393242" y="119506"/>
                </a:lnTo>
                <a:lnTo>
                  <a:pt x="393716" y="119363"/>
                </a:lnTo>
                <a:lnTo>
                  <a:pt x="394164" y="119192"/>
                </a:lnTo>
                <a:lnTo>
                  <a:pt x="394584" y="118989"/>
                </a:lnTo>
                <a:lnTo>
                  <a:pt x="394974" y="118753"/>
                </a:lnTo>
                <a:lnTo>
                  <a:pt x="395333" y="118480"/>
                </a:lnTo>
                <a:lnTo>
                  <a:pt x="395660" y="118168"/>
                </a:lnTo>
                <a:lnTo>
                  <a:pt x="395954" y="117815"/>
                </a:lnTo>
                <a:lnTo>
                  <a:pt x="396213" y="117418"/>
                </a:lnTo>
                <a:lnTo>
                  <a:pt x="396435" y="116974"/>
                </a:lnTo>
                <a:lnTo>
                  <a:pt x="396621" y="116481"/>
                </a:lnTo>
                <a:lnTo>
                  <a:pt x="396767" y="115936"/>
                </a:lnTo>
                <a:lnTo>
                  <a:pt x="396873" y="115336"/>
                </a:lnTo>
                <a:lnTo>
                  <a:pt x="396938" y="114680"/>
                </a:lnTo>
                <a:lnTo>
                  <a:pt x="396960" y="113964"/>
                </a:lnTo>
                <a:lnTo>
                  <a:pt x="396935" y="113270"/>
                </a:lnTo>
                <a:lnTo>
                  <a:pt x="396863" y="112635"/>
                </a:lnTo>
                <a:lnTo>
                  <a:pt x="396747" y="112054"/>
                </a:lnTo>
                <a:lnTo>
                  <a:pt x="396589" y="111527"/>
                </a:lnTo>
                <a:lnTo>
                  <a:pt x="396393" y="111049"/>
                </a:lnTo>
                <a:lnTo>
                  <a:pt x="396161" y="110620"/>
                </a:lnTo>
                <a:lnTo>
                  <a:pt x="395897" y="110235"/>
                </a:lnTo>
                <a:close/>
                <a:moveTo>
                  <a:pt x="364190" y="97881"/>
                </a:moveTo>
                <a:lnTo>
                  <a:pt x="364098" y="98403"/>
                </a:lnTo>
                <a:lnTo>
                  <a:pt x="363980" y="98920"/>
                </a:lnTo>
                <a:lnTo>
                  <a:pt x="363833" y="99433"/>
                </a:lnTo>
                <a:lnTo>
                  <a:pt x="363653" y="99940"/>
                </a:lnTo>
                <a:lnTo>
                  <a:pt x="363437" y="100443"/>
                </a:lnTo>
                <a:lnTo>
                  <a:pt x="363182" y="100940"/>
                </a:lnTo>
                <a:lnTo>
                  <a:pt x="362884" y="101432"/>
                </a:lnTo>
                <a:lnTo>
                  <a:pt x="362541" y="101920"/>
                </a:lnTo>
                <a:lnTo>
                  <a:pt x="362149" y="102402"/>
                </a:lnTo>
                <a:lnTo>
                  <a:pt x="361704" y="102878"/>
                </a:lnTo>
                <a:lnTo>
                  <a:pt x="361205" y="103350"/>
                </a:lnTo>
                <a:lnTo>
                  <a:pt x="360646" y="103815"/>
                </a:lnTo>
                <a:lnTo>
                  <a:pt x="360025" y="104275"/>
                </a:lnTo>
                <a:lnTo>
                  <a:pt x="359339" y="104730"/>
                </a:lnTo>
                <a:lnTo>
                  <a:pt x="358585" y="105179"/>
                </a:lnTo>
                <a:lnTo>
                  <a:pt x="357759" y="105621"/>
                </a:lnTo>
                <a:lnTo>
                  <a:pt x="356858" y="106058"/>
                </a:lnTo>
                <a:lnTo>
                  <a:pt x="355982" y="106448"/>
                </a:lnTo>
                <a:lnTo>
                  <a:pt x="355092" y="106805"/>
                </a:lnTo>
                <a:lnTo>
                  <a:pt x="354191" y="107131"/>
                </a:lnTo>
                <a:lnTo>
                  <a:pt x="353284" y="107428"/>
                </a:lnTo>
                <a:lnTo>
                  <a:pt x="352374" y="107696"/>
                </a:lnTo>
                <a:lnTo>
                  <a:pt x="351466" y="107938"/>
                </a:lnTo>
                <a:lnTo>
                  <a:pt x="350563" y="108154"/>
                </a:lnTo>
                <a:lnTo>
                  <a:pt x="349668" y="108346"/>
                </a:lnTo>
                <a:lnTo>
                  <a:pt x="348786" y="108516"/>
                </a:lnTo>
                <a:lnTo>
                  <a:pt x="347921" y="108664"/>
                </a:lnTo>
                <a:lnTo>
                  <a:pt x="347076" y="108793"/>
                </a:lnTo>
                <a:lnTo>
                  <a:pt x="346255" y="108903"/>
                </a:lnTo>
                <a:lnTo>
                  <a:pt x="345463" y="108996"/>
                </a:lnTo>
                <a:lnTo>
                  <a:pt x="344702" y="109074"/>
                </a:lnTo>
                <a:lnTo>
                  <a:pt x="343977" y="109138"/>
                </a:lnTo>
                <a:lnTo>
                  <a:pt x="343292" y="109189"/>
                </a:lnTo>
                <a:lnTo>
                  <a:pt x="342650" y="109229"/>
                </a:lnTo>
                <a:lnTo>
                  <a:pt x="342056" y="109258"/>
                </a:lnTo>
                <a:lnTo>
                  <a:pt x="341513" y="109280"/>
                </a:lnTo>
                <a:lnTo>
                  <a:pt x="341025" y="109294"/>
                </a:lnTo>
                <a:lnTo>
                  <a:pt x="340596" y="109303"/>
                </a:lnTo>
                <a:lnTo>
                  <a:pt x="340230" y="109307"/>
                </a:lnTo>
                <a:lnTo>
                  <a:pt x="339930" y="109309"/>
                </a:lnTo>
                <a:lnTo>
                  <a:pt x="339701" y="109309"/>
                </a:lnTo>
                <a:lnTo>
                  <a:pt x="338228" y="109276"/>
                </a:lnTo>
                <a:lnTo>
                  <a:pt x="336799" y="109176"/>
                </a:lnTo>
                <a:lnTo>
                  <a:pt x="335415" y="109013"/>
                </a:lnTo>
                <a:lnTo>
                  <a:pt x="334079" y="108789"/>
                </a:lnTo>
                <a:lnTo>
                  <a:pt x="332791" y="108506"/>
                </a:lnTo>
                <a:lnTo>
                  <a:pt x="331554" y="108168"/>
                </a:lnTo>
                <a:lnTo>
                  <a:pt x="330370" y="107775"/>
                </a:lnTo>
                <a:lnTo>
                  <a:pt x="329239" y="107331"/>
                </a:lnTo>
                <a:lnTo>
                  <a:pt x="328164" y="106839"/>
                </a:lnTo>
                <a:lnTo>
                  <a:pt x="327146" y="106300"/>
                </a:lnTo>
                <a:lnTo>
                  <a:pt x="326186" y="105717"/>
                </a:lnTo>
                <a:lnTo>
                  <a:pt x="325288" y="105092"/>
                </a:lnTo>
                <a:lnTo>
                  <a:pt x="324452" y="104428"/>
                </a:lnTo>
                <a:lnTo>
                  <a:pt x="323679" y="103728"/>
                </a:lnTo>
                <a:lnTo>
                  <a:pt x="322973" y="102993"/>
                </a:lnTo>
                <a:lnTo>
                  <a:pt x="322333" y="102226"/>
                </a:lnTo>
                <a:lnTo>
                  <a:pt x="321763" y="101430"/>
                </a:lnTo>
                <a:lnTo>
                  <a:pt x="321263" y="100606"/>
                </a:lnTo>
                <a:lnTo>
                  <a:pt x="320836" y="99758"/>
                </a:lnTo>
                <a:lnTo>
                  <a:pt x="320482" y="98888"/>
                </a:lnTo>
                <a:lnTo>
                  <a:pt x="320204" y="97999"/>
                </a:lnTo>
                <a:lnTo>
                  <a:pt x="320004" y="97091"/>
                </a:lnTo>
                <a:lnTo>
                  <a:pt x="319882" y="96169"/>
                </a:lnTo>
                <a:lnTo>
                  <a:pt x="319841" y="95235"/>
                </a:lnTo>
                <a:lnTo>
                  <a:pt x="319927" y="94066"/>
                </a:lnTo>
                <a:lnTo>
                  <a:pt x="320184" y="92923"/>
                </a:lnTo>
                <a:lnTo>
                  <a:pt x="320608" y="91808"/>
                </a:lnTo>
                <a:lnTo>
                  <a:pt x="321199" y="90722"/>
                </a:lnTo>
                <a:lnTo>
                  <a:pt x="321953" y="89667"/>
                </a:lnTo>
                <a:lnTo>
                  <a:pt x="322869" y="88645"/>
                </a:lnTo>
                <a:lnTo>
                  <a:pt x="323943" y="87658"/>
                </a:lnTo>
                <a:lnTo>
                  <a:pt x="325175" y="86708"/>
                </a:lnTo>
                <a:lnTo>
                  <a:pt x="326561" y="85795"/>
                </a:lnTo>
                <a:lnTo>
                  <a:pt x="328100" y="84922"/>
                </a:lnTo>
                <a:lnTo>
                  <a:pt x="329789" y="84092"/>
                </a:lnTo>
                <a:lnTo>
                  <a:pt x="331626" y="83304"/>
                </a:lnTo>
                <a:lnTo>
                  <a:pt x="333608" y="82562"/>
                </a:lnTo>
                <a:lnTo>
                  <a:pt x="335734" y="81866"/>
                </a:lnTo>
                <a:lnTo>
                  <a:pt x="338000" y="81220"/>
                </a:lnTo>
                <a:lnTo>
                  <a:pt x="340406" y="80623"/>
                </a:lnTo>
                <a:lnTo>
                  <a:pt x="342948" y="80079"/>
                </a:lnTo>
                <a:lnTo>
                  <a:pt x="345624" y="79589"/>
                </a:lnTo>
                <a:lnTo>
                  <a:pt x="348433" y="79155"/>
                </a:lnTo>
                <a:lnTo>
                  <a:pt x="351371" y="78778"/>
                </a:lnTo>
                <a:lnTo>
                  <a:pt x="354437" y="78460"/>
                </a:lnTo>
                <a:lnTo>
                  <a:pt x="357628" y="78204"/>
                </a:lnTo>
                <a:lnTo>
                  <a:pt x="360942" y="78010"/>
                </a:lnTo>
                <a:lnTo>
                  <a:pt x="364377" y="77880"/>
                </a:lnTo>
                <a:lnTo>
                  <a:pt x="364377" y="94105"/>
                </a:lnTo>
                <a:lnTo>
                  <a:pt x="364376" y="94657"/>
                </a:lnTo>
                <a:lnTo>
                  <a:pt x="364372" y="95205"/>
                </a:lnTo>
                <a:lnTo>
                  <a:pt x="364362" y="95749"/>
                </a:lnTo>
                <a:lnTo>
                  <a:pt x="364342" y="96289"/>
                </a:lnTo>
                <a:lnTo>
                  <a:pt x="364309" y="96824"/>
                </a:lnTo>
                <a:lnTo>
                  <a:pt x="364259" y="97355"/>
                </a:lnTo>
                <a:lnTo>
                  <a:pt x="364190" y="97881"/>
                </a:lnTo>
                <a:close/>
                <a:moveTo>
                  <a:pt x="2207054" y="95392"/>
                </a:moveTo>
                <a:lnTo>
                  <a:pt x="2206740" y="95073"/>
                </a:lnTo>
                <a:lnTo>
                  <a:pt x="2206402" y="94791"/>
                </a:lnTo>
                <a:lnTo>
                  <a:pt x="2206045" y="94544"/>
                </a:lnTo>
                <a:lnTo>
                  <a:pt x="2205674" y="94330"/>
                </a:lnTo>
                <a:lnTo>
                  <a:pt x="2205292" y="94146"/>
                </a:lnTo>
                <a:lnTo>
                  <a:pt x="2204905" y="93991"/>
                </a:lnTo>
                <a:lnTo>
                  <a:pt x="2204515" y="93861"/>
                </a:lnTo>
                <a:lnTo>
                  <a:pt x="2204128" y="93755"/>
                </a:lnTo>
                <a:lnTo>
                  <a:pt x="2203749" y="93670"/>
                </a:lnTo>
                <a:lnTo>
                  <a:pt x="2203380" y="93604"/>
                </a:lnTo>
                <a:lnTo>
                  <a:pt x="2203028" y="93554"/>
                </a:lnTo>
                <a:lnTo>
                  <a:pt x="2202695" y="93519"/>
                </a:lnTo>
                <a:lnTo>
                  <a:pt x="2202387" y="93495"/>
                </a:lnTo>
                <a:lnTo>
                  <a:pt x="2202108" y="93480"/>
                </a:lnTo>
                <a:lnTo>
                  <a:pt x="2201862" y="93473"/>
                </a:lnTo>
                <a:lnTo>
                  <a:pt x="2201653" y="93470"/>
                </a:lnTo>
                <a:lnTo>
                  <a:pt x="2201486" y="93470"/>
                </a:lnTo>
                <a:lnTo>
                  <a:pt x="2201062" y="93473"/>
                </a:lnTo>
                <a:lnTo>
                  <a:pt x="2200657" y="93483"/>
                </a:lnTo>
                <a:lnTo>
                  <a:pt x="2200271" y="93502"/>
                </a:lnTo>
                <a:lnTo>
                  <a:pt x="2199903" y="93530"/>
                </a:lnTo>
                <a:lnTo>
                  <a:pt x="2199552" y="93568"/>
                </a:lnTo>
                <a:lnTo>
                  <a:pt x="2199217" y="93618"/>
                </a:lnTo>
                <a:lnTo>
                  <a:pt x="2198898" y="93680"/>
                </a:lnTo>
                <a:lnTo>
                  <a:pt x="2198594" y="93756"/>
                </a:lnTo>
                <a:lnTo>
                  <a:pt x="2198303" y="93847"/>
                </a:lnTo>
                <a:lnTo>
                  <a:pt x="2198026" y="93953"/>
                </a:lnTo>
                <a:lnTo>
                  <a:pt x="2197762" y="94077"/>
                </a:lnTo>
                <a:lnTo>
                  <a:pt x="2197509" y="94218"/>
                </a:lnTo>
                <a:lnTo>
                  <a:pt x="2197268" y="94379"/>
                </a:lnTo>
                <a:lnTo>
                  <a:pt x="2197036" y="94560"/>
                </a:lnTo>
                <a:lnTo>
                  <a:pt x="2196814" y="94762"/>
                </a:lnTo>
                <a:lnTo>
                  <a:pt x="2196601" y="94987"/>
                </a:lnTo>
                <a:lnTo>
                  <a:pt x="2196396" y="95235"/>
                </a:lnTo>
                <a:lnTo>
                  <a:pt x="2196199" y="95508"/>
                </a:lnTo>
                <a:lnTo>
                  <a:pt x="2196008" y="95806"/>
                </a:lnTo>
                <a:lnTo>
                  <a:pt x="2195822" y="96131"/>
                </a:lnTo>
                <a:lnTo>
                  <a:pt x="2195642" y="96484"/>
                </a:lnTo>
                <a:lnTo>
                  <a:pt x="2195466" y="96866"/>
                </a:lnTo>
                <a:lnTo>
                  <a:pt x="2195293" y="97278"/>
                </a:lnTo>
                <a:lnTo>
                  <a:pt x="2195123" y="97721"/>
                </a:lnTo>
                <a:lnTo>
                  <a:pt x="2194561" y="98908"/>
                </a:lnTo>
                <a:lnTo>
                  <a:pt x="2193940" y="100015"/>
                </a:lnTo>
                <a:lnTo>
                  <a:pt x="2193265" y="101042"/>
                </a:lnTo>
                <a:lnTo>
                  <a:pt x="2192540" y="101993"/>
                </a:lnTo>
                <a:lnTo>
                  <a:pt x="2191770" y="102871"/>
                </a:lnTo>
                <a:lnTo>
                  <a:pt x="2190960" y="103678"/>
                </a:lnTo>
                <a:lnTo>
                  <a:pt x="2190114" y="104417"/>
                </a:lnTo>
                <a:lnTo>
                  <a:pt x="2189239" y="105092"/>
                </a:lnTo>
                <a:lnTo>
                  <a:pt x="2188338" y="105704"/>
                </a:lnTo>
                <a:lnTo>
                  <a:pt x="2187416" y="106257"/>
                </a:lnTo>
                <a:lnTo>
                  <a:pt x="2186479" y="106752"/>
                </a:lnTo>
                <a:lnTo>
                  <a:pt x="2185531" y="107194"/>
                </a:lnTo>
                <a:lnTo>
                  <a:pt x="2184577" y="107585"/>
                </a:lnTo>
                <a:lnTo>
                  <a:pt x="2183622" y="107927"/>
                </a:lnTo>
                <a:lnTo>
                  <a:pt x="2182670" y="108224"/>
                </a:lnTo>
                <a:lnTo>
                  <a:pt x="2181727" y="108477"/>
                </a:lnTo>
                <a:lnTo>
                  <a:pt x="2180797" y="108691"/>
                </a:lnTo>
                <a:lnTo>
                  <a:pt x="2179886" y="108867"/>
                </a:lnTo>
                <a:lnTo>
                  <a:pt x="2178997" y="109008"/>
                </a:lnTo>
                <a:lnTo>
                  <a:pt x="2178137" y="109118"/>
                </a:lnTo>
                <a:lnTo>
                  <a:pt x="2177309" y="109198"/>
                </a:lnTo>
                <a:lnTo>
                  <a:pt x="2176519" y="109252"/>
                </a:lnTo>
                <a:lnTo>
                  <a:pt x="2175772" y="109282"/>
                </a:lnTo>
                <a:lnTo>
                  <a:pt x="2175072" y="109292"/>
                </a:lnTo>
                <a:lnTo>
                  <a:pt x="2173265" y="109242"/>
                </a:lnTo>
                <a:lnTo>
                  <a:pt x="2171464" y="109092"/>
                </a:lnTo>
                <a:lnTo>
                  <a:pt x="2169672" y="108845"/>
                </a:lnTo>
                <a:lnTo>
                  <a:pt x="2167895" y="108501"/>
                </a:lnTo>
                <a:lnTo>
                  <a:pt x="2166138" y="108060"/>
                </a:lnTo>
                <a:lnTo>
                  <a:pt x="2164406" y="107526"/>
                </a:lnTo>
                <a:lnTo>
                  <a:pt x="2162703" y="106897"/>
                </a:lnTo>
                <a:lnTo>
                  <a:pt x="2161034" y="106177"/>
                </a:lnTo>
                <a:lnTo>
                  <a:pt x="2159405" y="105365"/>
                </a:lnTo>
                <a:lnTo>
                  <a:pt x="2157821" y="104463"/>
                </a:lnTo>
                <a:lnTo>
                  <a:pt x="2156286" y="103473"/>
                </a:lnTo>
                <a:lnTo>
                  <a:pt x="2154805" y="102394"/>
                </a:lnTo>
                <a:lnTo>
                  <a:pt x="2153384" y="101229"/>
                </a:lnTo>
                <a:lnTo>
                  <a:pt x="2152026" y="99979"/>
                </a:lnTo>
                <a:lnTo>
                  <a:pt x="2150738" y="98644"/>
                </a:lnTo>
                <a:lnTo>
                  <a:pt x="2149524" y="97227"/>
                </a:lnTo>
                <a:lnTo>
                  <a:pt x="2148389" y="95727"/>
                </a:lnTo>
                <a:lnTo>
                  <a:pt x="2147338" y="94147"/>
                </a:lnTo>
                <a:lnTo>
                  <a:pt x="2146375" y="92487"/>
                </a:lnTo>
                <a:lnTo>
                  <a:pt x="2145506" y="90749"/>
                </a:lnTo>
                <a:lnTo>
                  <a:pt x="2144736" y="88933"/>
                </a:lnTo>
                <a:lnTo>
                  <a:pt x="2144070" y="87042"/>
                </a:lnTo>
                <a:lnTo>
                  <a:pt x="2143513" y="85075"/>
                </a:lnTo>
                <a:lnTo>
                  <a:pt x="2143068" y="83034"/>
                </a:lnTo>
                <a:lnTo>
                  <a:pt x="2200521" y="83034"/>
                </a:lnTo>
                <a:lnTo>
                  <a:pt x="2201025" y="83034"/>
                </a:lnTo>
                <a:lnTo>
                  <a:pt x="2201523" y="83030"/>
                </a:lnTo>
                <a:lnTo>
                  <a:pt x="2202015" y="83021"/>
                </a:lnTo>
                <a:lnTo>
                  <a:pt x="2202498" y="83001"/>
                </a:lnTo>
                <a:lnTo>
                  <a:pt x="2202971" y="82970"/>
                </a:lnTo>
                <a:lnTo>
                  <a:pt x="2203434" y="82923"/>
                </a:lnTo>
                <a:lnTo>
                  <a:pt x="2203883" y="82858"/>
                </a:lnTo>
                <a:lnTo>
                  <a:pt x="2204319" y="82770"/>
                </a:lnTo>
                <a:lnTo>
                  <a:pt x="2204740" y="82658"/>
                </a:lnTo>
                <a:lnTo>
                  <a:pt x="2205143" y="82519"/>
                </a:lnTo>
                <a:lnTo>
                  <a:pt x="2205529" y="82348"/>
                </a:lnTo>
                <a:lnTo>
                  <a:pt x="2205894" y="82143"/>
                </a:lnTo>
                <a:lnTo>
                  <a:pt x="2206239" y="81901"/>
                </a:lnTo>
                <a:lnTo>
                  <a:pt x="2206561" y="81619"/>
                </a:lnTo>
                <a:lnTo>
                  <a:pt x="2206859" y="81293"/>
                </a:lnTo>
                <a:lnTo>
                  <a:pt x="2207132" y="80921"/>
                </a:lnTo>
                <a:lnTo>
                  <a:pt x="2207378" y="80500"/>
                </a:lnTo>
                <a:lnTo>
                  <a:pt x="2207596" y="80026"/>
                </a:lnTo>
                <a:lnTo>
                  <a:pt x="2207784" y="79496"/>
                </a:lnTo>
                <a:lnTo>
                  <a:pt x="2207942" y="78908"/>
                </a:lnTo>
                <a:lnTo>
                  <a:pt x="2208066" y="78257"/>
                </a:lnTo>
                <a:lnTo>
                  <a:pt x="2208157" y="77541"/>
                </a:lnTo>
                <a:lnTo>
                  <a:pt x="2208213" y="76758"/>
                </a:lnTo>
                <a:lnTo>
                  <a:pt x="2208232" y="75903"/>
                </a:lnTo>
                <a:lnTo>
                  <a:pt x="2208167" y="73172"/>
                </a:lnTo>
                <a:lnTo>
                  <a:pt x="2207974" y="70480"/>
                </a:lnTo>
                <a:lnTo>
                  <a:pt x="2207652" y="67834"/>
                </a:lnTo>
                <a:lnTo>
                  <a:pt x="2207202" y="65241"/>
                </a:lnTo>
                <a:lnTo>
                  <a:pt x="2206622" y="62707"/>
                </a:lnTo>
                <a:lnTo>
                  <a:pt x="2205912" y="60240"/>
                </a:lnTo>
                <a:lnTo>
                  <a:pt x="2205073" y="57846"/>
                </a:lnTo>
                <a:lnTo>
                  <a:pt x="2204105" y="55533"/>
                </a:lnTo>
                <a:lnTo>
                  <a:pt x="2203006" y="53306"/>
                </a:lnTo>
                <a:lnTo>
                  <a:pt x="2201778" y="51174"/>
                </a:lnTo>
                <a:lnTo>
                  <a:pt x="2200419" y="49142"/>
                </a:lnTo>
                <a:lnTo>
                  <a:pt x="2198930" y="47218"/>
                </a:lnTo>
                <a:lnTo>
                  <a:pt x="2197310" y="45408"/>
                </a:lnTo>
                <a:lnTo>
                  <a:pt x="2195560" y="43720"/>
                </a:lnTo>
                <a:lnTo>
                  <a:pt x="2193678" y="42160"/>
                </a:lnTo>
                <a:lnTo>
                  <a:pt x="2191666" y="40735"/>
                </a:lnTo>
                <a:lnTo>
                  <a:pt x="2189523" y="39452"/>
                </a:lnTo>
                <a:lnTo>
                  <a:pt x="2187248" y="38317"/>
                </a:lnTo>
                <a:lnTo>
                  <a:pt x="2184841" y="37339"/>
                </a:lnTo>
                <a:lnTo>
                  <a:pt x="2182303" y="36523"/>
                </a:lnTo>
                <a:lnTo>
                  <a:pt x="2179633" y="35876"/>
                </a:lnTo>
                <a:lnTo>
                  <a:pt x="2176831" y="35406"/>
                </a:lnTo>
                <a:lnTo>
                  <a:pt x="2173897" y="35119"/>
                </a:lnTo>
                <a:lnTo>
                  <a:pt x="2170830" y="35021"/>
                </a:lnTo>
                <a:lnTo>
                  <a:pt x="2167986" y="35121"/>
                </a:lnTo>
                <a:lnTo>
                  <a:pt x="2165195" y="35415"/>
                </a:lnTo>
                <a:lnTo>
                  <a:pt x="2162462" y="35896"/>
                </a:lnTo>
                <a:lnTo>
                  <a:pt x="2159793" y="36560"/>
                </a:lnTo>
                <a:lnTo>
                  <a:pt x="2157195" y="37398"/>
                </a:lnTo>
                <a:lnTo>
                  <a:pt x="2154674" y="38405"/>
                </a:lnTo>
                <a:lnTo>
                  <a:pt x="2152236" y="39574"/>
                </a:lnTo>
                <a:lnTo>
                  <a:pt x="2149887" y="40900"/>
                </a:lnTo>
                <a:lnTo>
                  <a:pt x="2147633" y="42374"/>
                </a:lnTo>
                <a:lnTo>
                  <a:pt x="2145480" y="43991"/>
                </a:lnTo>
                <a:lnTo>
                  <a:pt x="2143434" y="45745"/>
                </a:lnTo>
                <a:lnTo>
                  <a:pt x="2141502" y="47628"/>
                </a:lnTo>
                <a:lnTo>
                  <a:pt x="2139689" y="49636"/>
                </a:lnTo>
                <a:lnTo>
                  <a:pt x="2138001" y="51760"/>
                </a:lnTo>
                <a:lnTo>
                  <a:pt x="2136446" y="53995"/>
                </a:lnTo>
                <a:lnTo>
                  <a:pt x="2135028" y="56334"/>
                </a:lnTo>
                <a:lnTo>
                  <a:pt x="2133754" y="58771"/>
                </a:lnTo>
                <a:lnTo>
                  <a:pt x="2132630" y="61299"/>
                </a:lnTo>
                <a:lnTo>
                  <a:pt x="2131663" y="63912"/>
                </a:lnTo>
                <a:lnTo>
                  <a:pt x="2130857" y="66603"/>
                </a:lnTo>
                <a:lnTo>
                  <a:pt x="2130220" y="69367"/>
                </a:lnTo>
                <a:lnTo>
                  <a:pt x="2129758" y="72196"/>
                </a:lnTo>
                <a:lnTo>
                  <a:pt x="2129476" y="75084"/>
                </a:lnTo>
                <a:lnTo>
                  <a:pt x="2129380" y="78024"/>
                </a:lnTo>
                <a:lnTo>
                  <a:pt x="2129481" y="80947"/>
                </a:lnTo>
                <a:lnTo>
                  <a:pt x="2129778" y="83820"/>
                </a:lnTo>
                <a:lnTo>
                  <a:pt x="2130266" y="86637"/>
                </a:lnTo>
                <a:lnTo>
                  <a:pt x="2130938" y="89392"/>
                </a:lnTo>
                <a:lnTo>
                  <a:pt x="2131788" y="92078"/>
                </a:lnTo>
                <a:lnTo>
                  <a:pt x="2132811" y="94688"/>
                </a:lnTo>
                <a:lnTo>
                  <a:pt x="2134000" y="97215"/>
                </a:lnTo>
                <a:lnTo>
                  <a:pt x="2135350" y="99653"/>
                </a:lnTo>
                <a:lnTo>
                  <a:pt x="2136853" y="101996"/>
                </a:lnTo>
                <a:lnTo>
                  <a:pt x="2138504" y="104235"/>
                </a:lnTo>
                <a:lnTo>
                  <a:pt x="2140296" y="106366"/>
                </a:lnTo>
                <a:lnTo>
                  <a:pt x="2142225" y="108380"/>
                </a:lnTo>
                <a:lnTo>
                  <a:pt x="2144283" y="110272"/>
                </a:lnTo>
                <a:lnTo>
                  <a:pt x="2146464" y="112034"/>
                </a:lnTo>
                <a:lnTo>
                  <a:pt x="2148763" y="113660"/>
                </a:lnTo>
                <a:lnTo>
                  <a:pt x="2151173" y="115144"/>
                </a:lnTo>
                <a:lnTo>
                  <a:pt x="2153687" y="116478"/>
                </a:lnTo>
                <a:lnTo>
                  <a:pt x="2156301" y="117655"/>
                </a:lnTo>
                <a:lnTo>
                  <a:pt x="2159008" y="118670"/>
                </a:lnTo>
                <a:lnTo>
                  <a:pt x="2161802" y="119516"/>
                </a:lnTo>
                <a:lnTo>
                  <a:pt x="2164676" y="120185"/>
                </a:lnTo>
                <a:lnTo>
                  <a:pt x="2167625" y="120671"/>
                </a:lnTo>
                <a:lnTo>
                  <a:pt x="2170642" y="120968"/>
                </a:lnTo>
                <a:lnTo>
                  <a:pt x="2173722" y="121068"/>
                </a:lnTo>
                <a:lnTo>
                  <a:pt x="2176818" y="120980"/>
                </a:lnTo>
                <a:lnTo>
                  <a:pt x="2179747" y="120724"/>
                </a:lnTo>
                <a:lnTo>
                  <a:pt x="2182511" y="120313"/>
                </a:lnTo>
                <a:lnTo>
                  <a:pt x="2185114" y="119760"/>
                </a:lnTo>
                <a:lnTo>
                  <a:pt x="2187560" y="119078"/>
                </a:lnTo>
                <a:lnTo>
                  <a:pt x="2189850" y="118280"/>
                </a:lnTo>
                <a:lnTo>
                  <a:pt x="2191989" y="117379"/>
                </a:lnTo>
                <a:lnTo>
                  <a:pt x="2193979" y="116389"/>
                </a:lnTo>
                <a:lnTo>
                  <a:pt x="2195825" y="115321"/>
                </a:lnTo>
                <a:lnTo>
                  <a:pt x="2197528" y="114189"/>
                </a:lnTo>
                <a:lnTo>
                  <a:pt x="2199092" y="113005"/>
                </a:lnTo>
                <a:lnTo>
                  <a:pt x="2200520" y="111784"/>
                </a:lnTo>
                <a:lnTo>
                  <a:pt x="2201816" y="110538"/>
                </a:lnTo>
                <a:lnTo>
                  <a:pt x="2202982" y="109279"/>
                </a:lnTo>
                <a:lnTo>
                  <a:pt x="2204023" y="108021"/>
                </a:lnTo>
                <a:lnTo>
                  <a:pt x="2204940" y="106777"/>
                </a:lnTo>
                <a:lnTo>
                  <a:pt x="2205737" y="105560"/>
                </a:lnTo>
                <a:lnTo>
                  <a:pt x="2206418" y="104382"/>
                </a:lnTo>
                <a:lnTo>
                  <a:pt x="2206986" y="103257"/>
                </a:lnTo>
                <a:lnTo>
                  <a:pt x="2207443" y="102198"/>
                </a:lnTo>
                <a:lnTo>
                  <a:pt x="2207793" y="101218"/>
                </a:lnTo>
                <a:lnTo>
                  <a:pt x="2208039" y="100328"/>
                </a:lnTo>
                <a:lnTo>
                  <a:pt x="2208184" y="99544"/>
                </a:lnTo>
                <a:lnTo>
                  <a:pt x="2208231" y="98878"/>
                </a:lnTo>
                <a:lnTo>
                  <a:pt x="2208203" y="98231"/>
                </a:lnTo>
                <a:lnTo>
                  <a:pt x="2208121" y="97637"/>
                </a:lnTo>
                <a:lnTo>
                  <a:pt x="2207989" y="97094"/>
                </a:lnTo>
                <a:lnTo>
                  <a:pt x="2207812" y="96601"/>
                </a:lnTo>
                <a:lnTo>
                  <a:pt x="2207594" y="96154"/>
                </a:lnTo>
                <a:lnTo>
                  <a:pt x="2207340" y="95752"/>
                </a:lnTo>
                <a:lnTo>
                  <a:pt x="2207054" y="95392"/>
                </a:lnTo>
                <a:close/>
                <a:moveTo>
                  <a:pt x="2146810" y="61671"/>
                </a:moveTo>
                <a:lnTo>
                  <a:pt x="2147675" y="60212"/>
                </a:lnTo>
                <a:lnTo>
                  <a:pt x="2148610" y="58811"/>
                </a:lnTo>
                <a:lnTo>
                  <a:pt x="2149613" y="57470"/>
                </a:lnTo>
                <a:lnTo>
                  <a:pt x="2150680" y="56194"/>
                </a:lnTo>
                <a:lnTo>
                  <a:pt x="2151809" y="54985"/>
                </a:lnTo>
                <a:lnTo>
                  <a:pt x="2152998" y="53846"/>
                </a:lnTo>
                <a:lnTo>
                  <a:pt x="2154242" y="52780"/>
                </a:lnTo>
                <a:lnTo>
                  <a:pt x="2155540" y="51791"/>
                </a:lnTo>
                <a:lnTo>
                  <a:pt x="2156889" y="50881"/>
                </a:lnTo>
                <a:lnTo>
                  <a:pt x="2158285" y="50054"/>
                </a:lnTo>
                <a:lnTo>
                  <a:pt x="2159726" y="49313"/>
                </a:lnTo>
                <a:lnTo>
                  <a:pt x="2161209" y="48660"/>
                </a:lnTo>
                <a:lnTo>
                  <a:pt x="2162731" y="48100"/>
                </a:lnTo>
                <a:lnTo>
                  <a:pt x="2164290" y="47634"/>
                </a:lnTo>
                <a:lnTo>
                  <a:pt x="2165882" y="47267"/>
                </a:lnTo>
                <a:lnTo>
                  <a:pt x="2167504" y="47000"/>
                </a:lnTo>
                <a:lnTo>
                  <a:pt x="2169155" y="46838"/>
                </a:lnTo>
                <a:lnTo>
                  <a:pt x="2170830" y="46783"/>
                </a:lnTo>
                <a:lnTo>
                  <a:pt x="2172092" y="46809"/>
                </a:lnTo>
                <a:lnTo>
                  <a:pt x="2173369" y="46890"/>
                </a:lnTo>
                <a:lnTo>
                  <a:pt x="2174656" y="47029"/>
                </a:lnTo>
                <a:lnTo>
                  <a:pt x="2175947" y="47232"/>
                </a:lnTo>
                <a:lnTo>
                  <a:pt x="2177237" y="47504"/>
                </a:lnTo>
                <a:lnTo>
                  <a:pt x="2178521" y="47847"/>
                </a:lnTo>
                <a:lnTo>
                  <a:pt x="2179793" y="48267"/>
                </a:lnTo>
                <a:lnTo>
                  <a:pt x="2181048" y="48769"/>
                </a:lnTo>
                <a:lnTo>
                  <a:pt x="2182281" y="49356"/>
                </a:lnTo>
                <a:lnTo>
                  <a:pt x="2183487" y="50034"/>
                </a:lnTo>
                <a:lnTo>
                  <a:pt x="2184660" y="50806"/>
                </a:lnTo>
                <a:lnTo>
                  <a:pt x="2185795" y="51677"/>
                </a:lnTo>
                <a:lnTo>
                  <a:pt x="2186888" y="52651"/>
                </a:lnTo>
                <a:lnTo>
                  <a:pt x="2187931" y="53734"/>
                </a:lnTo>
                <a:lnTo>
                  <a:pt x="2188921" y="54929"/>
                </a:lnTo>
                <a:lnTo>
                  <a:pt x="2189852" y="56240"/>
                </a:lnTo>
                <a:lnTo>
                  <a:pt x="2190719" y="57673"/>
                </a:lnTo>
                <a:lnTo>
                  <a:pt x="2191516" y="59231"/>
                </a:lnTo>
                <a:lnTo>
                  <a:pt x="2192238" y="60919"/>
                </a:lnTo>
                <a:lnTo>
                  <a:pt x="2192880" y="62742"/>
                </a:lnTo>
                <a:lnTo>
                  <a:pt x="2193437" y="64704"/>
                </a:lnTo>
                <a:lnTo>
                  <a:pt x="2193904" y="66809"/>
                </a:lnTo>
                <a:lnTo>
                  <a:pt x="2194274" y="69062"/>
                </a:lnTo>
                <a:lnTo>
                  <a:pt x="2194543" y="71467"/>
                </a:lnTo>
                <a:lnTo>
                  <a:pt x="2143263" y="71467"/>
                </a:lnTo>
                <a:lnTo>
                  <a:pt x="2143644" y="69726"/>
                </a:lnTo>
                <a:lnTo>
                  <a:pt x="2144114" y="68024"/>
                </a:lnTo>
                <a:lnTo>
                  <a:pt x="2144668" y="66364"/>
                </a:lnTo>
                <a:lnTo>
                  <a:pt x="2145304" y="64750"/>
                </a:lnTo>
                <a:lnTo>
                  <a:pt x="2146019" y="63185"/>
                </a:lnTo>
                <a:lnTo>
                  <a:pt x="2146810" y="61671"/>
                </a:lnTo>
                <a:close/>
                <a:moveTo>
                  <a:pt x="897772" y="110700"/>
                </a:moveTo>
                <a:lnTo>
                  <a:pt x="897498" y="110303"/>
                </a:lnTo>
                <a:lnTo>
                  <a:pt x="897194" y="109950"/>
                </a:lnTo>
                <a:lnTo>
                  <a:pt x="896862" y="109638"/>
                </a:lnTo>
                <a:lnTo>
                  <a:pt x="896506" y="109366"/>
                </a:lnTo>
                <a:lnTo>
                  <a:pt x="896128" y="109129"/>
                </a:lnTo>
                <a:lnTo>
                  <a:pt x="895732" y="108926"/>
                </a:lnTo>
                <a:lnTo>
                  <a:pt x="895322" y="108755"/>
                </a:lnTo>
                <a:lnTo>
                  <a:pt x="894899" y="108612"/>
                </a:lnTo>
                <a:lnTo>
                  <a:pt x="894468" y="108495"/>
                </a:lnTo>
                <a:lnTo>
                  <a:pt x="894030" y="108401"/>
                </a:lnTo>
                <a:lnTo>
                  <a:pt x="893590" y="108328"/>
                </a:lnTo>
                <a:lnTo>
                  <a:pt x="893151" y="108273"/>
                </a:lnTo>
                <a:lnTo>
                  <a:pt x="892715" y="108234"/>
                </a:lnTo>
                <a:lnTo>
                  <a:pt x="892285" y="108207"/>
                </a:lnTo>
                <a:lnTo>
                  <a:pt x="891866" y="108191"/>
                </a:lnTo>
                <a:lnTo>
                  <a:pt x="891459" y="108183"/>
                </a:lnTo>
                <a:lnTo>
                  <a:pt x="891068" y="108180"/>
                </a:lnTo>
                <a:lnTo>
                  <a:pt x="890696" y="108180"/>
                </a:lnTo>
                <a:lnTo>
                  <a:pt x="882985" y="108180"/>
                </a:lnTo>
                <a:lnTo>
                  <a:pt x="858307" y="77171"/>
                </a:lnTo>
                <a:lnTo>
                  <a:pt x="880285" y="48666"/>
                </a:lnTo>
                <a:lnTo>
                  <a:pt x="887998" y="48666"/>
                </a:lnTo>
                <a:lnTo>
                  <a:pt x="888348" y="48666"/>
                </a:lnTo>
                <a:lnTo>
                  <a:pt x="888720" y="48663"/>
                </a:lnTo>
                <a:lnTo>
                  <a:pt x="889112" y="48655"/>
                </a:lnTo>
                <a:lnTo>
                  <a:pt x="889520" y="48639"/>
                </a:lnTo>
                <a:lnTo>
                  <a:pt x="889941" y="48614"/>
                </a:lnTo>
                <a:lnTo>
                  <a:pt x="890371" y="48576"/>
                </a:lnTo>
                <a:lnTo>
                  <a:pt x="890807" y="48523"/>
                </a:lnTo>
                <a:lnTo>
                  <a:pt x="891246" y="48452"/>
                </a:lnTo>
                <a:lnTo>
                  <a:pt x="891685" y="48361"/>
                </a:lnTo>
                <a:lnTo>
                  <a:pt x="892119" y="48248"/>
                </a:lnTo>
                <a:lnTo>
                  <a:pt x="892546" y="48109"/>
                </a:lnTo>
                <a:lnTo>
                  <a:pt x="892962" y="47943"/>
                </a:lnTo>
                <a:lnTo>
                  <a:pt x="893364" y="47747"/>
                </a:lnTo>
                <a:lnTo>
                  <a:pt x="893749" y="47518"/>
                </a:lnTo>
                <a:lnTo>
                  <a:pt x="894113" y="47254"/>
                </a:lnTo>
                <a:lnTo>
                  <a:pt x="894453" y="46952"/>
                </a:lnTo>
                <a:lnTo>
                  <a:pt x="894765" y="46611"/>
                </a:lnTo>
                <a:lnTo>
                  <a:pt x="895047" y="46226"/>
                </a:lnTo>
                <a:lnTo>
                  <a:pt x="895294" y="45796"/>
                </a:lnTo>
                <a:lnTo>
                  <a:pt x="895504" y="45319"/>
                </a:lnTo>
                <a:lnTo>
                  <a:pt x="895674" y="44791"/>
                </a:lnTo>
                <a:lnTo>
                  <a:pt x="895799" y="44211"/>
                </a:lnTo>
                <a:lnTo>
                  <a:pt x="895876" y="43576"/>
                </a:lnTo>
                <a:lnTo>
                  <a:pt x="895903" y="42882"/>
                </a:lnTo>
                <a:lnTo>
                  <a:pt x="895877" y="42166"/>
                </a:lnTo>
                <a:lnTo>
                  <a:pt x="895802" y="41509"/>
                </a:lnTo>
                <a:lnTo>
                  <a:pt x="895682" y="40909"/>
                </a:lnTo>
                <a:lnTo>
                  <a:pt x="895518" y="40364"/>
                </a:lnTo>
                <a:lnTo>
                  <a:pt x="895314" y="39870"/>
                </a:lnTo>
                <a:lnTo>
                  <a:pt x="895074" y="39426"/>
                </a:lnTo>
                <a:lnTo>
                  <a:pt x="894800" y="39029"/>
                </a:lnTo>
                <a:lnTo>
                  <a:pt x="894496" y="38675"/>
                </a:lnTo>
                <a:lnTo>
                  <a:pt x="894164" y="38364"/>
                </a:lnTo>
                <a:lnTo>
                  <a:pt x="893808" y="38091"/>
                </a:lnTo>
                <a:lnTo>
                  <a:pt x="893430" y="37854"/>
                </a:lnTo>
                <a:lnTo>
                  <a:pt x="893035" y="37651"/>
                </a:lnTo>
                <a:lnTo>
                  <a:pt x="892624" y="37480"/>
                </a:lnTo>
                <a:lnTo>
                  <a:pt x="892201" y="37337"/>
                </a:lnTo>
                <a:lnTo>
                  <a:pt x="891770" y="37219"/>
                </a:lnTo>
                <a:lnTo>
                  <a:pt x="891333" y="37126"/>
                </a:lnTo>
                <a:lnTo>
                  <a:pt x="890893" y="37053"/>
                </a:lnTo>
                <a:lnTo>
                  <a:pt x="890453" y="36998"/>
                </a:lnTo>
                <a:lnTo>
                  <a:pt x="890017" y="36958"/>
                </a:lnTo>
                <a:lnTo>
                  <a:pt x="889588" y="36932"/>
                </a:lnTo>
                <a:lnTo>
                  <a:pt x="889168" y="36916"/>
                </a:lnTo>
                <a:lnTo>
                  <a:pt x="888761" y="36908"/>
                </a:lnTo>
                <a:lnTo>
                  <a:pt x="888370" y="36905"/>
                </a:lnTo>
                <a:lnTo>
                  <a:pt x="887998" y="36904"/>
                </a:lnTo>
                <a:lnTo>
                  <a:pt x="865441" y="36904"/>
                </a:lnTo>
                <a:lnTo>
                  <a:pt x="865070" y="36905"/>
                </a:lnTo>
                <a:lnTo>
                  <a:pt x="864681" y="36908"/>
                </a:lnTo>
                <a:lnTo>
                  <a:pt x="864279" y="36916"/>
                </a:lnTo>
                <a:lnTo>
                  <a:pt x="863865" y="36931"/>
                </a:lnTo>
                <a:lnTo>
                  <a:pt x="863443" y="36957"/>
                </a:lnTo>
                <a:lnTo>
                  <a:pt x="863016" y="36995"/>
                </a:lnTo>
                <a:lnTo>
                  <a:pt x="862586" y="37048"/>
                </a:lnTo>
                <a:lnTo>
                  <a:pt x="862156" y="37119"/>
                </a:lnTo>
                <a:lnTo>
                  <a:pt x="861730" y="37209"/>
                </a:lnTo>
                <a:lnTo>
                  <a:pt x="861310" y="37323"/>
                </a:lnTo>
                <a:lnTo>
                  <a:pt x="860900" y="37461"/>
                </a:lnTo>
                <a:lnTo>
                  <a:pt x="860501" y="37628"/>
                </a:lnTo>
                <a:lnTo>
                  <a:pt x="860118" y="37824"/>
                </a:lnTo>
                <a:lnTo>
                  <a:pt x="859752" y="38053"/>
                </a:lnTo>
                <a:lnTo>
                  <a:pt x="859407" y="38317"/>
                </a:lnTo>
                <a:lnTo>
                  <a:pt x="859087" y="38619"/>
                </a:lnTo>
                <a:lnTo>
                  <a:pt x="858793" y="38961"/>
                </a:lnTo>
                <a:lnTo>
                  <a:pt x="858528" y="39346"/>
                </a:lnTo>
                <a:lnTo>
                  <a:pt x="858297" y="39775"/>
                </a:lnTo>
                <a:lnTo>
                  <a:pt x="858101" y="40253"/>
                </a:lnTo>
                <a:lnTo>
                  <a:pt x="857943" y="40781"/>
                </a:lnTo>
                <a:lnTo>
                  <a:pt x="857827" y="41362"/>
                </a:lnTo>
                <a:lnTo>
                  <a:pt x="857755" y="41997"/>
                </a:lnTo>
                <a:lnTo>
                  <a:pt x="857730" y="42691"/>
                </a:lnTo>
                <a:lnTo>
                  <a:pt x="857752" y="43407"/>
                </a:lnTo>
                <a:lnTo>
                  <a:pt x="857817" y="44064"/>
                </a:lnTo>
                <a:lnTo>
                  <a:pt x="857923" y="44663"/>
                </a:lnTo>
                <a:lnTo>
                  <a:pt x="858069" y="45208"/>
                </a:lnTo>
                <a:lnTo>
                  <a:pt x="858253" y="45702"/>
                </a:lnTo>
                <a:lnTo>
                  <a:pt x="858474" y="46145"/>
                </a:lnTo>
                <a:lnTo>
                  <a:pt x="858731" y="46543"/>
                </a:lnTo>
                <a:lnTo>
                  <a:pt x="859023" y="46896"/>
                </a:lnTo>
                <a:lnTo>
                  <a:pt x="859347" y="47207"/>
                </a:lnTo>
                <a:lnTo>
                  <a:pt x="859702" y="47480"/>
                </a:lnTo>
                <a:lnTo>
                  <a:pt x="860088" y="47717"/>
                </a:lnTo>
                <a:lnTo>
                  <a:pt x="860502" y="47919"/>
                </a:lnTo>
                <a:lnTo>
                  <a:pt x="860943" y="48091"/>
                </a:lnTo>
                <a:lnTo>
                  <a:pt x="861410" y="48234"/>
                </a:lnTo>
                <a:lnTo>
                  <a:pt x="861901" y="48351"/>
                </a:lnTo>
                <a:lnTo>
                  <a:pt x="862414" y="48445"/>
                </a:lnTo>
                <a:lnTo>
                  <a:pt x="862950" y="48518"/>
                </a:lnTo>
                <a:lnTo>
                  <a:pt x="863505" y="48573"/>
                </a:lnTo>
                <a:lnTo>
                  <a:pt x="864079" y="48612"/>
                </a:lnTo>
                <a:lnTo>
                  <a:pt x="864670" y="48639"/>
                </a:lnTo>
                <a:lnTo>
                  <a:pt x="865276" y="48655"/>
                </a:lnTo>
                <a:lnTo>
                  <a:pt x="865897" y="48663"/>
                </a:lnTo>
                <a:lnTo>
                  <a:pt x="866531" y="48666"/>
                </a:lnTo>
                <a:lnTo>
                  <a:pt x="867176" y="48666"/>
                </a:lnTo>
                <a:lnTo>
                  <a:pt x="852909" y="68119"/>
                </a:lnTo>
                <a:lnTo>
                  <a:pt x="838259" y="48666"/>
                </a:lnTo>
                <a:lnTo>
                  <a:pt x="838881" y="48666"/>
                </a:lnTo>
                <a:lnTo>
                  <a:pt x="839494" y="48663"/>
                </a:lnTo>
                <a:lnTo>
                  <a:pt x="840095" y="48655"/>
                </a:lnTo>
                <a:lnTo>
                  <a:pt x="840685" y="48639"/>
                </a:lnTo>
                <a:lnTo>
                  <a:pt x="841260" y="48612"/>
                </a:lnTo>
                <a:lnTo>
                  <a:pt x="841819" y="48573"/>
                </a:lnTo>
                <a:lnTo>
                  <a:pt x="842361" y="48518"/>
                </a:lnTo>
                <a:lnTo>
                  <a:pt x="842885" y="48445"/>
                </a:lnTo>
                <a:lnTo>
                  <a:pt x="843389" y="48351"/>
                </a:lnTo>
                <a:lnTo>
                  <a:pt x="843871" y="48234"/>
                </a:lnTo>
                <a:lnTo>
                  <a:pt x="844330" y="48091"/>
                </a:lnTo>
                <a:lnTo>
                  <a:pt x="844764" y="47919"/>
                </a:lnTo>
                <a:lnTo>
                  <a:pt x="845173" y="47717"/>
                </a:lnTo>
                <a:lnTo>
                  <a:pt x="845553" y="47480"/>
                </a:lnTo>
                <a:lnTo>
                  <a:pt x="845905" y="47207"/>
                </a:lnTo>
                <a:lnTo>
                  <a:pt x="846226" y="46896"/>
                </a:lnTo>
                <a:lnTo>
                  <a:pt x="846515" y="46543"/>
                </a:lnTo>
                <a:lnTo>
                  <a:pt x="846770" y="46145"/>
                </a:lnTo>
                <a:lnTo>
                  <a:pt x="846990" y="45702"/>
                </a:lnTo>
                <a:lnTo>
                  <a:pt x="847173" y="45208"/>
                </a:lnTo>
                <a:lnTo>
                  <a:pt x="847319" y="44663"/>
                </a:lnTo>
                <a:lnTo>
                  <a:pt x="847424" y="44064"/>
                </a:lnTo>
                <a:lnTo>
                  <a:pt x="847489" y="43407"/>
                </a:lnTo>
                <a:lnTo>
                  <a:pt x="847511" y="42691"/>
                </a:lnTo>
                <a:lnTo>
                  <a:pt x="847486" y="41997"/>
                </a:lnTo>
                <a:lnTo>
                  <a:pt x="847414" y="41362"/>
                </a:lnTo>
                <a:lnTo>
                  <a:pt x="847298" y="40781"/>
                </a:lnTo>
                <a:lnTo>
                  <a:pt x="847140" y="40253"/>
                </a:lnTo>
                <a:lnTo>
                  <a:pt x="846944" y="39775"/>
                </a:lnTo>
                <a:lnTo>
                  <a:pt x="846712" y="39346"/>
                </a:lnTo>
                <a:lnTo>
                  <a:pt x="846448" y="38961"/>
                </a:lnTo>
                <a:lnTo>
                  <a:pt x="846154" y="38619"/>
                </a:lnTo>
                <a:lnTo>
                  <a:pt x="845833" y="38317"/>
                </a:lnTo>
                <a:lnTo>
                  <a:pt x="845489" y="38053"/>
                </a:lnTo>
                <a:lnTo>
                  <a:pt x="845123" y="37824"/>
                </a:lnTo>
                <a:lnTo>
                  <a:pt x="844740" y="37628"/>
                </a:lnTo>
                <a:lnTo>
                  <a:pt x="844341" y="37461"/>
                </a:lnTo>
                <a:lnTo>
                  <a:pt x="843930" y="37323"/>
                </a:lnTo>
                <a:lnTo>
                  <a:pt x="843511" y="37209"/>
                </a:lnTo>
                <a:lnTo>
                  <a:pt x="843084" y="37119"/>
                </a:lnTo>
                <a:lnTo>
                  <a:pt x="842655" y="37048"/>
                </a:lnTo>
                <a:lnTo>
                  <a:pt x="842225" y="36995"/>
                </a:lnTo>
                <a:lnTo>
                  <a:pt x="841797" y="36957"/>
                </a:lnTo>
                <a:lnTo>
                  <a:pt x="841375" y="36931"/>
                </a:lnTo>
                <a:lnTo>
                  <a:pt x="840962" y="36916"/>
                </a:lnTo>
                <a:lnTo>
                  <a:pt x="840559" y="36908"/>
                </a:lnTo>
                <a:lnTo>
                  <a:pt x="840171" y="36905"/>
                </a:lnTo>
                <a:lnTo>
                  <a:pt x="839800" y="36904"/>
                </a:lnTo>
                <a:lnTo>
                  <a:pt x="817243" y="36904"/>
                </a:lnTo>
                <a:lnTo>
                  <a:pt x="816871" y="36905"/>
                </a:lnTo>
                <a:lnTo>
                  <a:pt x="816480" y="36908"/>
                </a:lnTo>
                <a:lnTo>
                  <a:pt x="816073" y="36916"/>
                </a:lnTo>
                <a:lnTo>
                  <a:pt x="815653" y="36932"/>
                </a:lnTo>
                <a:lnTo>
                  <a:pt x="815224" y="36958"/>
                </a:lnTo>
                <a:lnTo>
                  <a:pt x="814788" y="36998"/>
                </a:lnTo>
                <a:lnTo>
                  <a:pt x="814348" y="37053"/>
                </a:lnTo>
                <a:lnTo>
                  <a:pt x="813908" y="37126"/>
                </a:lnTo>
                <a:lnTo>
                  <a:pt x="813471" y="37219"/>
                </a:lnTo>
                <a:lnTo>
                  <a:pt x="813039" y="37337"/>
                </a:lnTo>
                <a:lnTo>
                  <a:pt x="812617" y="37480"/>
                </a:lnTo>
                <a:lnTo>
                  <a:pt x="812206" y="37651"/>
                </a:lnTo>
                <a:lnTo>
                  <a:pt x="811810" y="37854"/>
                </a:lnTo>
                <a:lnTo>
                  <a:pt x="811433" y="38091"/>
                </a:lnTo>
                <a:lnTo>
                  <a:pt x="811077" y="38364"/>
                </a:lnTo>
                <a:lnTo>
                  <a:pt x="810745" y="38675"/>
                </a:lnTo>
                <a:lnTo>
                  <a:pt x="810440" y="39029"/>
                </a:lnTo>
                <a:lnTo>
                  <a:pt x="810167" y="39426"/>
                </a:lnTo>
                <a:lnTo>
                  <a:pt x="809926" y="39870"/>
                </a:lnTo>
                <a:lnTo>
                  <a:pt x="809723" y="40364"/>
                </a:lnTo>
                <a:lnTo>
                  <a:pt x="809559" y="40909"/>
                </a:lnTo>
                <a:lnTo>
                  <a:pt x="809438" y="41509"/>
                </a:lnTo>
                <a:lnTo>
                  <a:pt x="809364" y="42166"/>
                </a:lnTo>
                <a:lnTo>
                  <a:pt x="809338" y="42882"/>
                </a:lnTo>
                <a:lnTo>
                  <a:pt x="809365" y="43576"/>
                </a:lnTo>
                <a:lnTo>
                  <a:pt x="809442" y="44211"/>
                </a:lnTo>
                <a:lnTo>
                  <a:pt x="809567" y="44791"/>
                </a:lnTo>
                <a:lnTo>
                  <a:pt x="809736" y="45319"/>
                </a:lnTo>
                <a:lnTo>
                  <a:pt x="809946" y="45796"/>
                </a:lnTo>
                <a:lnTo>
                  <a:pt x="810194" y="46226"/>
                </a:lnTo>
                <a:lnTo>
                  <a:pt x="810476" y="46611"/>
                </a:lnTo>
                <a:lnTo>
                  <a:pt x="810788" y="46952"/>
                </a:lnTo>
                <a:lnTo>
                  <a:pt x="811128" y="47254"/>
                </a:lnTo>
                <a:lnTo>
                  <a:pt x="811492" y="47518"/>
                </a:lnTo>
                <a:lnTo>
                  <a:pt x="811877" y="47747"/>
                </a:lnTo>
                <a:lnTo>
                  <a:pt x="812279" y="47943"/>
                </a:lnTo>
                <a:lnTo>
                  <a:pt x="812695" y="48109"/>
                </a:lnTo>
                <a:lnTo>
                  <a:pt x="813122" y="48248"/>
                </a:lnTo>
                <a:lnTo>
                  <a:pt x="813556" y="48361"/>
                </a:lnTo>
                <a:lnTo>
                  <a:pt x="813994" y="48452"/>
                </a:lnTo>
                <a:lnTo>
                  <a:pt x="814433" y="48523"/>
                </a:lnTo>
                <a:lnTo>
                  <a:pt x="814870" y="48576"/>
                </a:lnTo>
                <a:lnTo>
                  <a:pt x="815300" y="48614"/>
                </a:lnTo>
                <a:lnTo>
                  <a:pt x="815720" y="48639"/>
                </a:lnTo>
                <a:lnTo>
                  <a:pt x="816129" y="48655"/>
                </a:lnTo>
                <a:lnTo>
                  <a:pt x="816520" y="48663"/>
                </a:lnTo>
                <a:lnTo>
                  <a:pt x="816893" y="48666"/>
                </a:lnTo>
                <a:lnTo>
                  <a:pt x="817243" y="48666"/>
                </a:lnTo>
                <a:lnTo>
                  <a:pt x="824956" y="48666"/>
                </a:lnTo>
                <a:lnTo>
                  <a:pt x="847705" y="77171"/>
                </a:lnTo>
                <a:lnTo>
                  <a:pt x="823797" y="108180"/>
                </a:lnTo>
                <a:lnTo>
                  <a:pt x="816087" y="108180"/>
                </a:lnTo>
                <a:lnTo>
                  <a:pt x="815715" y="108180"/>
                </a:lnTo>
                <a:lnTo>
                  <a:pt x="815324" y="108183"/>
                </a:lnTo>
                <a:lnTo>
                  <a:pt x="814917" y="108191"/>
                </a:lnTo>
                <a:lnTo>
                  <a:pt x="814497" y="108207"/>
                </a:lnTo>
                <a:lnTo>
                  <a:pt x="814068" y="108234"/>
                </a:lnTo>
                <a:lnTo>
                  <a:pt x="813631" y="108273"/>
                </a:lnTo>
                <a:lnTo>
                  <a:pt x="813192" y="108328"/>
                </a:lnTo>
                <a:lnTo>
                  <a:pt x="812752" y="108401"/>
                </a:lnTo>
                <a:lnTo>
                  <a:pt x="812315" y="108495"/>
                </a:lnTo>
                <a:lnTo>
                  <a:pt x="811883" y="108612"/>
                </a:lnTo>
                <a:lnTo>
                  <a:pt x="811461" y="108755"/>
                </a:lnTo>
                <a:lnTo>
                  <a:pt x="811050" y="108926"/>
                </a:lnTo>
                <a:lnTo>
                  <a:pt x="810654" y="109129"/>
                </a:lnTo>
                <a:lnTo>
                  <a:pt x="810277" y="109366"/>
                </a:lnTo>
                <a:lnTo>
                  <a:pt x="809921" y="109638"/>
                </a:lnTo>
                <a:lnTo>
                  <a:pt x="809589" y="109950"/>
                </a:lnTo>
                <a:lnTo>
                  <a:pt x="809284" y="110303"/>
                </a:lnTo>
                <a:lnTo>
                  <a:pt x="809010" y="110700"/>
                </a:lnTo>
                <a:lnTo>
                  <a:pt x="808770" y="111144"/>
                </a:lnTo>
                <a:lnTo>
                  <a:pt x="808567" y="111637"/>
                </a:lnTo>
                <a:lnTo>
                  <a:pt x="808403" y="112182"/>
                </a:lnTo>
                <a:lnTo>
                  <a:pt x="808282" y="112782"/>
                </a:lnTo>
                <a:lnTo>
                  <a:pt x="808208" y="113439"/>
                </a:lnTo>
                <a:lnTo>
                  <a:pt x="808182" y="114155"/>
                </a:lnTo>
                <a:lnTo>
                  <a:pt x="808209" y="114848"/>
                </a:lnTo>
                <a:lnTo>
                  <a:pt x="808286" y="115484"/>
                </a:lnTo>
                <a:lnTo>
                  <a:pt x="808411" y="116064"/>
                </a:lnTo>
                <a:lnTo>
                  <a:pt x="808580" y="116591"/>
                </a:lnTo>
                <a:lnTo>
                  <a:pt x="808790" y="117069"/>
                </a:lnTo>
                <a:lnTo>
                  <a:pt x="809037" y="117499"/>
                </a:lnTo>
                <a:lnTo>
                  <a:pt x="809319" y="117883"/>
                </a:lnTo>
                <a:lnTo>
                  <a:pt x="809631" y="118225"/>
                </a:lnTo>
                <a:lnTo>
                  <a:pt x="809971" y="118527"/>
                </a:lnTo>
                <a:lnTo>
                  <a:pt x="810335" y="118791"/>
                </a:lnTo>
                <a:lnTo>
                  <a:pt x="810720" y="119019"/>
                </a:lnTo>
                <a:lnTo>
                  <a:pt x="811122" y="119216"/>
                </a:lnTo>
                <a:lnTo>
                  <a:pt x="811538" y="119382"/>
                </a:lnTo>
                <a:lnTo>
                  <a:pt x="811965" y="119520"/>
                </a:lnTo>
                <a:lnTo>
                  <a:pt x="812399" y="119634"/>
                </a:lnTo>
                <a:lnTo>
                  <a:pt x="812837" y="119724"/>
                </a:lnTo>
                <a:lnTo>
                  <a:pt x="813276" y="119795"/>
                </a:lnTo>
                <a:lnTo>
                  <a:pt x="813712" y="119848"/>
                </a:lnTo>
                <a:lnTo>
                  <a:pt x="814142" y="119886"/>
                </a:lnTo>
                <a:lnTo>
                  <a:pt x="814563" y="119912"/>
                </a:lnTo>
                <a:lnTo>
                  <a:pt x="814972" y="119927"/>
                </a:lnTo>
                <a:lnTo>
                  <a:pt x="815364" y="119935"/>
                </a:lnTo>
                <a:lnTo>
                  <a:pt x="815736" y="119938"/>
                </a:lnTo>
                <a:lnTo>
                  <a:pt x="816087" y="119939"/>
                </a:lnTo>
                <a:lnTo>
                  <a:pt x="838644" y="119939"/>
                </a:lnTo>
                <a:lnTo>
                  <a:pt x="839015" y="119938"/>
                </a:lnTo>
                <a:lnTo>
                  <a:pt x="839403" y="119935"/>
                </a:lnTo>
                <a:lnTo>
                  <a:pt x="839806" y="119927"/>
                </a:lnTo>
                <a:lnTo>
                  <a:pt x="840219" y="119912"/>
                </a:lnTo>
                <a:lnTo>
                  <a:pt x="840641" y="119886"/>
                </a:lnTo>
                <a:lnTo>
                  <a:pt x="841069" y="119848"/>
                </a:lnTo>
                <a:lnTo>
                  <a:pt x="841499" y="119795"/>
                </a:lnTo>
                <a:lnTo>
                  <a:pt x="841928" y="119724"/>
                </a:lnTo>
                <a:lnTo>
                  <a:pt x="842354" y="119634"/>
                </a:lnTo>
                <a:lnTo>
                  <a:pt x="842774" y="119520"/>
                </a:lnTo>
                <a:lnTo>
                  <a:pt x="843185" y="119382"/>
                </a:lnTo>
                <a:lnTo>
                  <a:pt x="843584" y="119216"/>
                </a:lnTo>
                <a:lnTo>
                  <a:pt x="843967" y="119019"/>
                </a:lnTo>
                <a:lnTo>
                  <a:pt x="844333" y="118791"/>
                </a:lnTo>
                <a:lnTo>
                  <a:pt x="844677" y="118527"/>
                </a:lnTo>
                <a:lnTo>
                  <a:pt x="844998" y="118225"/>
                </a:lnTo>
                <a:lnTo>
                  <a:pt x="845292" y="117883"/>
                </a:lnTo>
                <a:lnTo>
                  <a:pt x="845556" y="117499"/>
                </a:lnTo>
                <a:lnTo>
                  <a:pt x="845788" y="117069"/>
                </a:lnTo>
                <a:lnTo>
                  <a:pt x="845984" y="116591"/>
                </a:lnTo>
                <a:lnTo>
                  <a:pt x="846142" y="116064"/>
                </a:lnTo>
                <a:lnTo>
                  <a:pt x="846258" y="115484"/>
                </a:lnTo>
                <a:lnTo>
                  <a:pt x="846330" y="114848"/>
                </a:lnTo>
                <a:lnTo>
                  <a:pt x="846354" y="114155"/>
                </a:lnTo>
                <a:lnTo>
                  <a:pt x="846333" y="113439"/>
                </a:lnTo>
                <a:lnTo>
                  <a:pt x="846271" y="112782"/>
                </a:lnTo>
                <a:lnTo>
                  <a:pt x="846169" y="112182"/>
                </a:lnTo>
                <a:lnTo>
                  <a:pt x="846027" y="111637"/>
                </a:lnTo>
                <a:lnTo>
                  <a:pt x="845847" y="111144"/>
                </a:lnTo>
                <a:lnTo>
                  <a:pt x="845629" y="110700"/>
                </a:lnTo>
                <a:lnTo>
                  <a:pt x="845374" y="110303"/>
                </a:lnTo>
                <a:lnTo>
                  <a:pt x="845084" y="109950"/>
                </a:lnTo>
                <a:lnTo>
                  <a:pt x="844758" y="109638"/>
                </a:lnTo>
                <a:lnTo>
                  <a:pt x="844399" y="109366"/>
                </a:lnTo>
                <a:lnTo>
                  <a:pt x="844007" y="109129"/>
                </a:lnTo>
                <a:lnTo>
                  <a:pt x="843583" y="108926"/>
                </a:lnTo>
                <a:lnTo>
                  <a:pt x="843128" y="108755"/>
                </a:lnTo>
                <a:lnTo>
                  <a:pt x="842643" y="108612"/>
                </a:lnTo>
                <a:lnTo>
                  <a:pt x="842128" y="108495"/>
                </a:lnTo>
                <a:lnTo>
                  <a:pt x="841585" y="108401"/>
                </a:lnTo>
                <a:lnTo>
                  <a:pt x="841014" y="108328"/>
                </a:lnTo>
                <a:lnTo>
                  <a:pt x="840417" y="108273"/>
                </a:lnTo>
                <a:lnTo>
                  <a:pt x="839794" y="108234"/>
                </a:lnTo>
                <a:lnTo>
                  <a:pt x="839147" y="108207"/>
                </a:lnTo>
                <a:lnTo>
                  <a:pt x="838476" y="108191"/>
                </a:lnTo>
                <a:lnTo>
                  <a:pt x="837782" y="108183"/>
                </a:lnTo>
                <a:lnTo>
                  <a:pt x="837066" y="108180"/>
                </a:lnTo>
                <a:lnTo>
                  <a:pt x="836329" y="108180"/>
                </a:lnTo>
                <a:lnTo>
                  <a:pt x="852909" y="84464"/>
                </a:lnTo>
                <a:lnTo>
                  <a:pt x="870068" y="108180"/>
                </a:lnTo>
                <a:lnTo>
                  <a:pt x="869400" y="108180"/>
                </a:lnTo>
                <a:lnTo>
                  <a:pt x="868744" y="108183"/>
                </a:lnTo>
                <a:lnTo>
                  <a:pt x="868104" y="108191"/>
                </a:lnTo>
                <a:lnTo>
                  <a:pt x="867480" y="108207"/>
                </a:lnTo>
                <a:lnTo>
                  <a:pt x="866873" y="108234"/>
                </a:lnTo>
                <a:lnTo>
                  <a:pt x="866284" y="108273"/>
                </a:lnTo>
                <a:lnTo>
                  <a:pt x="865716" y="108328"/>
                </a:lnTo>
                <a:lnTo>
                  <a:pt x="865170" y="108401"/>
                </a:lnTo>
                <a:lnTo>
                  <a:pt x="864646" y="108495"/>
                </a:lnTo>
                <a:lnTo>
                  <a:pt x="864146" y="108612"/>
                </a:lnTo>
                <a:lnTo>
                  <a:pt x="863671" y="108755"/>
                </a:lnTo>
                <a:lnTo>
                  <a:pt x="863224" y="108926"/>
                </a:lnTo>
                <a:lnTo>
                  <a:pt x="862804" y="109129"/>
                </a:lnTo>
                <a:lnTo>
                  <a:pt x="862414" y="109366"/>
                </a:lnTo>
                <a:lnTo>
                  <a:pt x="862055" y="109638"/>
                </a:lnTo>
                <a:lnTo>
                  <a:pt x="861728" y="109950"/>
                </a:lnTo>
                <a:lnTo>
                  <a:pt x="861434" y="110303"/>
                </a:lnTo>
                <a:lnTo>
                  <a:pt x="861175" y="110700"/>
                </a:lnTo>
                <a:lnTo>
                  <a:pt x="860952" y="111144"/>
                </a:lnTo>
                <a:lnTo>
                  <a:pt x="860767" y="111637"/>
                </a:lnTo>
                <a:lnTo>
                  <a:pt x="860621" y="112182"/>
                </a:lnTo>
                <a:lnTo>
                  <a:pt x="860514" y="112782"/>
                </a:lnTo>
                <a:lnTo>
                  <a:pt x="860450" y="113439"/>
                </a:lnTo>
                <a:lnTo>
                  <a:pt x="860428" y="114155"/>
                </a:lnTo>
                <a:lnTo>
                  <a:pt x="860452" y="114848"/>
                </a:lnTo>
                <a:lnTo>
                  <a:pt x="860524" y="115484"/>
                </a:lnTo>
                <a:lnTo>
                  <a:pt x="860641" y="116064"/>
                </a:lnTo>
                <a:lnTo>
                  <a:pt x="860798" y="116591"/>
                </a:lnTo>
                <a:lnTo>
                  <a:pt x="860995" y="117069"/>
                </a:lnTo>
                <a:lnTo>
                  <a:pt x="861226" y="117499"/>
                </a:lnTo>
                <a:lnTo>
                  <a:pt x="861491" y="117883"/>
                </a:lnTo>
                <a:lnTo>
                  <a:pt x="861785" y="118225"/>
                </a:lnTo>
                <a:lnTo>
                  <a:pt x="862106" y="118527"/>
                </a:lnTo>
                <a:lnTo>
                  <a:pt x="862451" y="118791"/>
                </a:lnTo>
                <a:lnTo>
                  <a:pt x="862816" y="119019"/>
                </a:lnTo>
                <a:lnTo>
                  <a:pt x="863200" y="119216"/>
                </a:lnTo>
                <a:lnTo>
                  <a:pt x="863599" y="119382"/>
                </a:lnTo>
                <a:lnTo>
                  <a:pt x="864010" y="119520"/>
                </a:lnTo>
                <a:lnTo>
                  <a:pt x="864430" y="119634"/>
                </a:lnTo>
                <a:lnTo>
                  <a:pt x="864856" y="119724"/>
                </a:lnTo>
                <a:lnTo>
                  <a:pt x="865286" y="119795"/>
                </a:lnTo>
                <a:lnTo>
                  <a:pt x="865716" y="119848"/>
                </a:lnTo>
                <a:lnTo>
                  <a:pt x="866144" y="119886"/>
                </a:lnTo>
                <a:lnTo>
                  <a:pt x="866566" y="119912"/>
                </a:lnTo>
                <a:lnTo>
                  <a:pt x="866980" y="119927"/>
                </a:lnTo>
                <a:lnTo>
                  <a:pt x="867382" y="119935"/>
                </a:lnTo>
                <a:lnTo>
                  <a:pt x="867770" y="119938"/>
                </a:lnTo>
                <a:lnTo>
                  <a:pt x="868141" y="119939"/>
                </a:lnTo>
                <a:lnTo>
                  <a:pt x="890696" y="119939"/>
                </a:lnTo>
                <a:lnTo>
                  <a:pt x="891046" y="119938"/>
                </a:lnTo>
                <a:lnTo>
                  <a:pt x="891419" y="119935"/>
                </a:lnTo>
                <a:lnTo>
                  <a:pt x="891811" y="119927"/>
                </a:lnTo>
                <a:lnTo>
                  <a:pt x="892219" y="119912"/>
                </a:lnTo>
                <a:lnTo>
                  <a:pt x="892640" y="119886"/>
                </a:lnTo>
                <a:lnTo>
                  <a:pt x="893070" y="119848"/>
                </a:lnTo>
                <a:lnTo>
                  <a:pt x="893506" y="119795"/>
                </a:lnTo>
                <a:lnTo>
                  <a:pt x="893945" y="119724"/>
                </a:lnTo>
                <a:lnTo>
                  <a:pt x="894384" y="119634"/>
                </a:lnTo>
                <a:lnTo>
                  <a:pt x="894818" y="119520"/>
                </a:lnTo>
                <a:lnTo>
                  <a:pt x="895245" y="119382"/>
                </a:lnTo>
                <a:lnTo>
                  <a:pt x="895661" y="119216"/>
                </a:lnTo>
                <a:lnTo>
                  <a:pt x="896063" y="119019"/>
                </a:lnTo>
                <a:lnTo>
                  <a:pt x="896447" y="118791"/>
                </a:lnTo>
                <a:lnTo>
                  <a:pt x="896811" y="118527"/>
                </a:lnTo>
                <a:lnTo>
                  <a:pt x="897151" y="118225"/>
                </a:lnTo>
                <a:lnTo>
                  <a:pt x="897463" y="117883"/>
                </a:lnTo>
                <a:lnTo>
                  <a:pt x="897745" y="117499"/>
                </a:lnTo>
                <a:lnTo>
                  <a:pt x="897992" y="117069"/>
                </a:lnTo>
                <a:lnTo>
                  <a:pt x="898202" y="116591"/>
                </a:lnTo>
                <a:lnTo>
                  <a:pt x="898371" y="116064"/>
                </a:lnTo>
                <a:lnTo>
                  <a:pt x="898496" y="115484"/>
                </a:lnTo>
                <a:lnTo>
                  <a:pt x="898574" y="114848"/>
                </a:lnTo>
                <a:lnTo>
                  <a:pt x="898600" y="114155"/>
                </a:lnTo>
                <a:lnTo>
                  <a:pt x="898575" y="113439"/>
                </a:lnTo>
                <a:lnTo>
                  <a:pt x="898500" y="112782"/>
                </a:lnTo>
                <a:lnTo>
                  <a:pt x="898379" y="112182"/>
                </a:lnTo>
                <a:lnTo>
                  <a:pt x="898216" y="111637"/>
                </a:lnTo>
                <a:lnTo>
                  <a:pt x="898012" y="111144"/>
                </a:lnTo>
                <a:lnTo>
                  <a:pt x="897772" y="110700"/>
                </a:lnTo>
                <a:close/>
                <a:moveTo>
                  <a:pt x="1598376" y="110700"/>
                </a:moveTo>
                <a:lnTo>
                  <a:pt x="1598102" y="110303"/>
                </a:lnTo>
                <a:lnTo>
                  <a:pt x="1597798" y="109950"/>
                </a:lnTo>
                <a:lnTo>
                  <a:pt x="1597466" y="109638"/>
                </a:lnTo>
                <a:lnTo>
                  <a:pt x="1597110" y="109366"/>
                </a:lnTo>
                <a:lnTo>
                  <a:pt x="1596733" y="109129"/>
                </a:lnTo>
                <a:lnTo>
                  <a:pt x="1596337" y="108926"/>
                </a:lnTo>
                <a:lnTo>
                  <a:pt x="1595927" y="108755"/>
                </a:lnTo>
                <a:lnTo>
                  <a:pt x="1595504" y="108612"/>
                </a:lnTo>
                <a:lnTo>
                  <a:pt x="1595073" y="108495"/>
                </a:lnTo>
                <a:lnTo>
                  <a:pt x="1594635" y="108401"/>
                </a:lnTo>
                <a:lnTo>
                  <a:pt x="1594195" y="108328"/>
                </a:lnTo>
                <a:lnTo>
                  <a:pt x="1593756" y="108273"/>
                </a:lnTo>
                <a:lnTo>
                  <a:pt x="1593320" y="108234"/>
                </a:lnTo>
                <a:lnTo>
                  <a:pt x="1592890" y="108207"/>
                </a:lnTo>
                <a:lnTo>
                  <a:pt x="1592470" y="108191"/>
                </a:lnTo>
                <a:lnTo>
                  <a:pt x="1592063" y="108183"/>
                </a:lnTo>
                <a:lnTo>
                  <a:pt x="1591672" y="108180"/>
                </a:lnTo>
                <a:lnTo>
                  <a:pt x="1591299" y="108180"/>
                </a:lnTo>
                <a:lnTo>
                  <a:pt x="1571057" y="108180"/>
                </a:lnTo>
                <a:lnTo>
                  <a:pt x="1571057" y="44809"/>
                </a:lnTo>
                <a:lnTo>
                  <a:pt x="1571051" y="44083"/>
                </a:lnTo>
                <a:lnTo>
                  <a:pt x="1571031" y="43399"/>
                </a:lnTo>
                <a:lnTo>
                  <a:pt x="1570995" y="42754"/>
                </a:lnTo>
                <a:lnTo>
                  <a:pt x="1570941" y="42149"/>
                </a:lnTo>
                <a:lnTo>
                  <a:pt x="1570868" y="41582"/>
                </a:lnTo>
                <a:lnTo>
                  <a:pt x="1570774" y="41053"/>
                </a:lnTo>
                <a:lnTo>
                  <a:pt x="1570657" y="40561"/>
                </a:lnTo>
                <a:lnTo>
                  <a:pt x="1570515" y="40104"/>
                </a:lnTo>
                <a:lnTo>
                  <a:pt x="1570346" y="39682"/>
                </a:lnTo>
                <a:lnTo>
                  <a:pt x="1570148" y="39294"/>
                </a:lnTo>
                <a:lnTo>
                  <a:pt x="1569920" y="38939"/>
                </a:lnTo>
                <a:lnTo>
                  <a:pt x="1569660" y="38616"/>
                </a:lnTo>
                <a:lnTo>
                  <a:pt x="1569365" y="38324"/>
                </a:lnTo>
                <a:lnTo>
                  <a:pt x="1569035" y="38062"/>
                </a:lnTo>
                <a:lnTo>
                  <a:pt x="1568667" y="37830"/>
                </a:lnTo>
                <a:lnTo>
                  <a:pt x="1568259" y="37626"/>
                </a:lnTo>
                <a:lnTo>
                  <a:pt x="1567809" y="37449"/>
                </a:lnTo>
                <a:lnTo>
                  <a:pt x="1567317" y="37299"/>
                </a:lnTo>
                <a:lnTo>
                  <a:pt x="1566779" y="37175"/>
                </a:lnTo>
                <a:lnTo>
                  <a:pt x="1566194" y="37075"/>
                </a:lnTo>
                <a:lnTo>
                  <a:pt x="1565560" y="36999"/>
                </a:lnTo>
                <a:lnTo>
                  <a:pt x="1564875" y="36946"/>
                </a:lnTo>
                <a:lnTo>
                  <a:pt x="1564138" y="36914"/>
                </a:lnTo>
                <a:lnTo>
                  <a:pt x="1563347" y="36904"/>
                </a:lnTo>
                <a:lnTo>
                  <a:pt x="1535971" y="36904"/>
                </a:lnTo>
                <a:lnTo>
                  <a:pt x="1535599" y="36905"/>
                </a:lnTo>
                <a:lnTo>
                  <a:pt x="1535208" y="36908"/>
                </a:lnTo>
                <a:lnTo>
                  <a:pt x="1534801" y="36916"/>
                </a:lnTo>
                <a:lnTo>
                  <a:pt x="1534381" y="36931"/>
                </a:lnTo>
                <a:lnTo>
                  <a:pt x="1533952" y="36957"/>
                </a:lnTo>
                <a:lnTo>
                  <a:pt x="1533516" y="36995"/>
                </a:lnTo>
                <a:lnTo>
                  <a:pt x="1533076" y="37048"/>
                </a:lnTo>
                <a:lnTo>
                  <a:pt x="1532636" y="37119"/>
                </a:lnTo>
                <a:lnTo>
                  <a:pt x="1532199" y="37209"/>
                </a:lnTo>
                <a:lnTo>
                  <a:pt x="1531767" y="37323"/>
                </a:lnTo>
                <a:lnTo>
                  <a:pt x="1531345" y="37461"/>
                </a:lnTo>
                <a:lnTo>
                  <a:pt x="1530934" y="37628"/>
                </a:lnTo>
                <a:lnTo>
                  <a:pt x="1530538" y="37824"/>
                </a:lnTo>
                <a:lnTo>
                  <a:pt x="1530161" y="38053"/>
                </a:lnTo>
                <a:lnTo>
                  <a:pt x="1529805" y="38317"/>
                </a:lnTo>
                <a:lnTo>
                  <a:pt x="1529473" y="38619"/>
                </a:lnTo>
                <a:lnTo>
                  <a:pt x="1529168" y="38961"/>
                </a:lnTo>
                <a:lnTo>
                  <a:pt x="1528895" y="39346"/>
                </a:lnTo>
                <a:lnTo>
                  <a:pt x="1528654" y="39775"/>
                </a:lnTo>
                <a:lnTo>
                  <a:pt x="1528451" y="40253"/>
                </a:lnTo>
                <a:lnTo>
                  <a:pt x="1528287" y="40781"/>
                </a:lnTo>
                <a:lnTo>
                  <a:pt x="1528166" y="41362"/>
                </a:lnTo>
                <a:lnTo>
                  <a:pt x="1528092" y="41997"/>
                </a:lnTo>
                <a:lnTo>
                  <a:pt x="1528066" y="42691"/>
                </a:lnTo>
                <a:lnTo>
                  <a:pt x="1528092" y="43407"/>
                </a:lnTo>
                <a:lnTo>
                  <a:pt x="1528166" y="44064"/>
                </a:lnTo>
                <a:lnTo>
                  <a:pt x="1528287" y="44663"/>
                </a:lnTo>
                <a:lnTo>
                  <a:pt x="1528451" y="45208"/>
                </a:lnTo>
                <a:lnTo>
                  <a:pt x="1528654" y="45702"/>
                </a:lnTo>
                <a:lnTo>
                  <a:pt x="1528895" y="46145"/>
                </a:lnTo>
                <a:lnTo>
                  <a:pt x="1529168" y="46543"/>
                </a:lnTo>
                <a:lnTo>
                  <a:pt x="1529473" y="46896"/>
                </a:lnTo>
                <a:lnTo>
                  <a:pt x="1529805" y="47207"/>
                </a:lnTo>
                <a:lnTo>
                  <a:pt x="1530161" y="47480"/>
                </a:lnTo>
                <a:lnTo>
                  <a:pt x="1530538" y="47717"/>
                </a:lnTo>
                <a:lnTo>
                  <a:pt x="1530934" y="47919"/>
                </a:lnTo>
                <a:lnTo>
                  <a:pt x="1531345" y="48091"/>
                </a:lnTo>
                <a:lnTo>
                  <a:pt x="1531767" y="48234"/>
                </a:lnTo>
                <a:lnTo>
                  <a:pt x="1532199" y="48351"/>
                </a:lnTo>
                <a:lnTo>
                  <a:pt x="1532636" y="48445"/>
                </a:lnTo>
                <a:lnTo>
                  <a:pt x="1533076" y="48518"/>
                </a:lnTo>
                <a:lnTo>
                  <a:pt x="1533516" y="48573"/>
                </a:lnTo>
                <a:lnTo>
                  <a:pt x="1533952" y="48612"/>
                </a:lnTo>
                <a:lnTo>
                  <a:pt x="1534381" y="48639"/>
                </a:lnTo>
                <a:lnTo>
                  <a:pt x="1534801" y="48655"/>
                </a:lnTo>
                <a:lnTo>
                  <a:pt x="1535208" y="48663"/>
                </a:lnTo>
                <a:lnTo>
                  <a:pt x="1535599" y="48666"/>
                </a:lnTo>
                <a:lnTo>
                  <a:pt x="1535971" y="48666"/>
                </a:lnTo>
                <a:lnTo>
                  <a:pt x="1557754" y="48666"/>
                </a:lnTo>
                <a:lnTo>
                  <a:pt x="1557754" y="108180"/>
                </a:lnTo>
                <a:lnTo>
                  <a:pt x="1534426" y="108180"/>
                </a:lnTo>
                <a:lnTo>
                  <a:pt x="1534032" y="108180"/>
                </a:lnTo>
                <a:lnTo>
                  <a:pt x="1533623" y="108183"/>
                </a:lnTo>
                <a:lnTo>
                  <a:pt x="1533201" y="108191"/>
                </a:lnTo>
                <a:lnTo>
                  <a:pt x="1532770" y="108207"/>
                </a:lnTo>
                <a:lnTo>
                  <a:pt x="1532332" y="108234"/>
                </a:lnTo>
                <a:lnTo>
                  <a:pt x="1531890" y="108273"/>
                </a:lnTo>
                <a:lnTo>
                  <a:pt x="1531448" y="108328"/>
                </a:lnTo>
                <a:lnTo>
                  <a:pt x="1531007" y="108401"/>
                </a:lnTo>
                <a:lnTo>
                  <a:pt x="1530570" y="108495"/>
                </a:lnTo>
                <a:lnTo>
                  <a:pt x="1530142" y="108612"/>
                </a:lnTo>
                <a:lnTo>
                  <a:pt x="1529723" y="108755"/>
                </a:lnTo>
                <a:lnTo>
                  <a:pt x="1529318" y="108926"/>
                </a:lnTo>
                <a:lnTo>
                  <a:pt x="1528929" y="109129"/>
                </a:lnTo>
                <a:lnTo>
                  <a:pt x="1528558" y="109366"/>
                </a:lnTo>
                <a:lnTo>
                  <a:pt x="1528210" y="109638"/>
                </a:lnTo>
                <a:lnTo>
                  <a:pt x="1527886" y="109950"/>
                </a:lnTo>
                <a:lnTo>
                  <a:pt x="1527589" y="110303"/>
                </a:lnTo>
                <a:lnTo>
                  <a:pt x="1527323" y="110700"/>
                </a:lnTo>
                <a:lnTo>
                  <a:pt x="1527090" y="111144"/>
                </a:lnTo>
                <a:lnTo>
                  <a:pt x="1526893" y="111637"/>
                </a:lnTo>
                <a:lnTo>
                  <a:pt x="1526735" y="112182"/>
                </a:lnTo>
                <a:lnTo>
                  <a:pt x="1526618" y="112782"/>
                </a:lnTo>
                <a:lnTo>
                  <a:pt x="1526546" y="113439"/>
                </a:lnTo>
                <a:lnTo>
                  <a:pt x="1526522" y="114155"/>
                </a:lnTo>
                <a:lnTo>
                  <a:pt x="1526547" y="114848"/>
                </a:lnTo>
                <a:lnTo>
                  <a:pt x="1526622" y="115484"/>
                </a:lnTo>
                <a:lnTo>
                  <a:pt x="1526743" y="116064"/>
                </a:lnTo>
                <a:lnTo>
                  <a:pt x="1526906" y="116591"/>
                </a:lnTo>
                <a:lnTo>
                  <a:pt x="1527110" y="117069"/>
                </a:lnTo>
                <a:lnTo>
                  <a:pt x="1527350" y="117499"/>
                </a:lnTo>
                <a:lnTo>
                  <a:pt x="1527624" y="117883"/>
                </a:lnTo>
                <a:lnTo>
                  <a:pt x="1527928" y="118225"/>
                </a:lnTo>
                <a:lnTo>
                  <a:pt x="1528260" y="118527"/>
                </a:lnTo>
                <a:lnTo>
                  <a:pt x="1528616" y="118791"/>
                </a:lnTo>
                <a:lnTo>
                  <a:pt x="1528994" y="119019"/>
                </a:lnTo>
                <a:lnTo>
                  <a:pt x="1529390" y="119216"/>
                </a:lnTo>
                <a:lnTo>
                  <a:pt x="1529800" y="119382"/>
                </a:lnTo>
                <a:lnTo>
                  <a:pt x="1530223" y="119520"/>
                </a:lnTo>
                <a:lnTo>
                  <a:pt x="1530654" y="119634"/>
                </a:lnTo>
                <a:lnTo>
                  <a:pt x="1531092" y="119724"/>
                </a:lnTo>
                <a:lnTo>
                  <a:pt x="1531532" y="119795"/>
                </a:lnTo>
                <a:lnTo>
                  <a:pt x="1531971" y="119848"/>
                </a:lnTo>
                <a:lnTo>
                  <a:pt x="1532407" y="119886"/>
                </a:lnTo>
                <a:lnTo>
                  <a:pt x="1532837" y="119912"/>
                </a:lnTo>
                <a:lnTo>
                  <a:pt x="1533256" y="119927"/>
                </a:lnTo>
                <a:lnTo>
                  <a:pt x="1533663" y="119935"/>
                </a:lnTo>
                <a:lnTo>
                  <a:pt x="1534054" y="119938"/>
                </a:lnTo>
                <a:lnTo>
                  <a:pt x="1534426" y="119939"/>
                </a:lnTo>
                <a:lnTo>
                  <a:pt x="1591299" y="119939"/>
                </a:lnTo>
                <a:lnTo>
                  <a:pt x="1591672" y="119938"/>
                </a:lnTo>
                <a:lnTo>
                  <a:pt x="1592063" y="119935"/>
                </a:lnTo>
                <a:lnTo>
                  <a:pt x="1592470" y="119927"/>
                </a:lnTo>
                <a:lnTo>
                  <a:pt x="1592890" y="119912"/>
                </a:lnTo>
                <a:lnTo>
                  <a:pt x="1593320" y="119886"/>
                </a:lnTo>
                <a:lnTo>
                  <a:pt x="1593756" y="119848"/>
                </a:lnTo>
                <a:lnTo>
                  <a:pt x="1594195" y="119795"/>
                </a:lnTo>
                <a:lnTo>
                  <a:pt x="1594635" y="119724"/>
                </a:lnTo>
                <a:lnTo>
                  <a:pt x="1595073" y="119634"/>
                </a:lnTo>
                <a:lnTo>
                  <a:pt x="1595504" y="119520"/>
                </a:lnTo>
                <a:lnTo>
                  <a:pt x="1595927" y="119382"/>
                </a:lnTo>
                <a:lnTo>
                  <a:pt x="1596337" y="119216"/>
                </a:lnTo>
                <a:lnTo>
                  <a:pt x="1596733" y="119019"/>
                </a:lnTo>
                <a:lnTo>
                  <a:pt x="1597110" y="118791"/>
                </a:lnTo>
                <a:lnTo>
                  <a:pt x="1597466" y="118527"/>
                </a:lnTo>
                <a:lnTo>
                  <a:pt x="1597798" y="118225"/>
                </a:lnTo>
                <a:lnTo>
                  <a:pt x="1598102" y="117883"/>
                </a:lnTo>
                <a:lnTo>
                  <a:pt x="1598376" y="117499"/>
                </a:lnTo>
                <a:lnTo>
                  <a:pt x="1598616" y="117069"/>
                </a:lnTo>
                <a:lnTo>
                  <a:pt x="1598820" y="116591"/>
                </a:lnTo>
                <a:lnTo>
                  <a:pt x="1598983" y="116064"/>
                </a:lnTo>
                <a:lnTo>
                  <a:pt x="1599104" y="115484"/>
                </a:lnTo>
                <a:lnTo>
                  <a:pt x="1599178" y="114848"/>
                </a:lnTo>
                <a:lnTo>
                  <a:pt x="1599204" y="114155"/>
                </a:lnTo>
                <a:lnTo>
                  <a:pt x="1599178" y="113439"/>
                </a:lnTo>
                <a:lnTo>
                  <a:pt x="1599104" y="112782"/>
                </a:lnTo>
                <a:lnTo>
                  <a:pt x="1598983" y="112182"/>
                </a:lnTo>
                <a:lnTo>
                  <a:pt x="1598820" y="111637"/>
                </a:lnTo>
                <a:lnTo>
                  <a:pt x="1598616" y="111144"/>
                </a:lnTo>
                <a:lnTo>
                  <a:pt x="1598376" y="110700"/>
                </a:lnTo>
                <a:close/>
                <a:moveTo>
                  <a:pt x="185468" y="87900"/>
                </a:moveTo>
                <a:lnTo>
                  <a:pt x="185468" y="87921"/>
                </a:lnTo>
                <a:lnTo>
                  <a:pt x="185468" y="87886"/>
                </a:lnTo>
                <a:lnTo>
                  <a:pt x="185468" y="87900"/>
                </a:lnTo>
                <a:close/>
                <a:moveTo>
                  <a:pt x="588785" y="98878"/>
                </a:moveTo>
                <a:lnTo>
                  <a:pt x="588785" y="98880"/>
                </a:lnTo>
                <a:lnTo>
                  <a:pt x="588785" y="98877"/>
                </a:lnTo>
                <a:lnTo>
                  <a:pt x="588785" y="98878"/>
                </a:lnTo>
                <a:close/>
                <a:moveTo>
                  <a:pt x="1297292" y="98878"/>
                </a:moveTo>
                <a:lnTo>
                  <a:pt x="1297293" y="98880"/>
                </a:lnTo>
                <a:lnTo>
                  <a:pt x="1297293" y="98877"/>
                </a:lnTo>
                <a:lnTo>
                  <a:pt x="1297292" y="98878"/>
                </a:lnTo>
                <a:close/>
                <a:moveTo>
                  <a:pt x="2208231" y="98878"/>
                </a:moveTo>
                <a:lnTo>
                  <a:pt x="2208232" y="98880"/>
                </a:lnTo>
                <a:lnTo>
                  <a:pt x="2208232" y="98877"/>
                </a:lnTo>
                <a:lnTo>
                  <a:pt x="2208231" y="98878"/>
                </a:lnTo>
                <a:close/>
                <a:moveTo>
                  <a:pt x="662204" y="103078"/>
                </a:moveTo>
                <a:lnTo>
                  <a:pt x="661862" y="102356"/>
                </a:lnTo>
                <a:lnTo>
                  <a:pt x="661476" y="101665"/>
                </a:lnTo>
                <a:lnTo>
                  <a:pt x="661049" y="101007"/>
                </a:lnTo>
                <a:lnTo>
                  <a:pt x="660582" y="100381"/>
                </a:lnTo>
                <a:lnTo>
                  <a:pt x="660079" y="99791"/>
                </a:lnTo>
                <a:lnTo>
                  <a:pt x="659541" y="99236"/>
                </a:lnTo>
                <a:lnTo>
                  <a:pt x="658971" y="98719"/>
                </a:lnTo>
                <a:lnTo>
                  <a:pt x="658371" y="98240"/>
                </a:lnTo>
                <a:lnTo>
                  <a:pt x="657744" y="97800"/>
                </a:lnTo>
                <a:lnTo>
                  <a:pt x="657092" y="97402"/>
                </a:lnTo>
                <a:lnTo>
                  <a:pt x="656417" y="97046"/>
                </a:lnTo>
                <a:lnTo>
                  <a:pt x="655721" y="96733"/>
                </a:lnTo>
                <a:lnTo>
                  <a:pt x="655008" y="96465"/>
                </a:lnTo>
                <a:lnTo>
                  <a:pt x="654279" y="96242"/>
                </a:lnTo>
                <a:lnTo>
                  <a:pt x="653536" y="96067"/>
                </a:lnTo>
                <a:lnTo>
                  <a:pt x="652782" y="95941"/>
                </a:lnTo>
                <a:lnTo>
                  <a:pt x="652020" y="95864"/>
                </a:lnTo>
                <a:lnTo>
                  <a:pt x="651251" y="95838"/>
                </a:lnTo>
                <a:lnTo>
                  <a:pt x="650349" y="95869"/>
                </a:lnTo>
                <a:lnTo>
                  <a:pt x="649473" y="95959"/>
                </a:lnTo>
                <a:lnTo>
                  <a:pt x="648626" y="96107"/>
                </a:lnTo>
                <a:lnTo>
                  <a:pt x="647807" y="96308"/>
                </a:lnTo>
                <a:lnTo>
                  <a:pt x="647019" y="96562"/>
                </a:lnTo>
                <a:lnTo>
                  <a:pt x="646262" y="96865"/>
                </a:lnTo>
                <a:lnTo>
                  <a:pt x="645537" y="97215"/>
                </a:lnTo>
                <a:lnTo>
                  <a:pt x="644845" y="97609"/>
                </a:lnTo>
                <a:lnTo>
                  <a:pt x="644188" y="98045"/>
                </a:lnTo>
                <a:lnTo>
                  <a:pt x="643565" y="98519"/>
                </a:lnTo>
                <a:lnTo>
                  <a:pt x="642979" y="99030"/>
                </a:lnTo>
                <a:lnTo>
                  <a:pt x="642430" y="99574"/>
                </a:lnTo>
                <a:lnTo>
                  <a:pt x="641919" y="100150"/>
                </a:lnTo>
                <a:lnTo>
                  <a:pt x="641447" y="100754"/>
                </a:lnTo>
                <a:lnTo>
                  <a:pt x="641016" y="101384"/>
                </a:lnTo>
                <a:lnTo>
                  <a:pt x="640625" y="102037"/>
                </a:lnTo>
                <a:lnTo>
                  <a:pt x="640277" y="102712"/>
                </a:lnTo>
                <a:lnTo>
                  <a:pt x="639972" y="103404"/>
                </a:lnTo>
                <a:lnTo>
                  <a:pt x="639711" y="104112"/>
                </a:lnTo>
                <a:lnTo>
                  <a:pt x="639496" y="104833"/>
                </a:lnTo>
                <a:lnTo>
                  <a:pt x="639326" y="105564"/>
                </a:lnTo>
                <a:lnTo>
                  <a:pt x="639204" y="106303"/>
                </a:lnTo>
                <a:lnTo>
                  <a:pt x="639130" y="107047"/>
                </a:lnTo>
                <a:lnTo>
                  <a:pt x="639105" y="107794"/>
                </a:lnTo>
                <a:lnTo>
                  <a:pt x="639135" y="108675"/>
                </a:lnTo>
                <a:lnTo>
                  <a:pt x="639222" y="109532"/>
                </a:lnTo>
                <a:lnTo>
                  <a:pt x="639365" y="110364"/>
                </a:lnTo>
                <a:lnTo>
                  <a:pt x="639562" y="111171"/>
                </a:lnTo>
                <a:lnTo>
                  <a:pt x="639809" y="111950"/>
                </a:lnTo>
                <a:lnTo>
                  <a:pt x="640105" y="112702"/>
                </a:lnTo>
                <a:lnTo>
                  <a:pt x="640447" y="113423"/>
                </a:lnTo>
                <a:lnTo>
                  <a:pt x="640833" y="114114"/>
                </a:lnTo>
                <a:lnTo>
                  <a:pt x="641260" y="114772"/>
                </a:lnTo>
                <a:lnTo>
                  <a:pt x="641727" y="115397"/>
                </a:lnTo>
                <a:lnTo>
                  <a:pt x="642230" y="115987"/>
                </a:lnTo>
                <a:lnTo>
                  <a:pt x="642768" y="116542"/>
                </a:lnTo>
                <a:lnTo>
                  <a:pt x="643338" y="117059"/>
                </a:lnTo>
                <a:lnTo>
                  <a:pt x="643937" y="117538"/>
                </a:lnTo>
                <a:lnTo>
                  <a:pt x="644564" y="117977"/>
                </a:lnTo>
                <a:lnTo>
                  <a:pt x="645217" y="118375"/>
                </a:lnTo>
                <a:lnTo>
                  <a:pt x="645892" y="118732"/>
                </a:lnTo>
                <a:lnTo>
                  <a:pt x="646587" y="119044"/>
                </a:lnTo>
                <a:lnTo>
                  <a:pt x="647301" y="119312"/>
                </a:lnTo>
                <a:lnTo>
                  <a:pt x="648030" y="119535"/>
                </a:lnTo>
                <a:lnTo>
                  <a:pt x="648772" y="119709"/>
                </a:lnTo>
                <a:lnTo>
                  <a:pt x="649526" y="119836"/>
                </a:lnTo>
                <a:lnTo>
                  <a:pt x="650288" y="119913"/>
                </a:lnTo>
                <a:lnTo>
                  <a:pt x="651057" y="119939"/>
                </a:lnTo>
                <a:lnTo>
                  <a:pt x="651960" y="119908"/>
                </a:lnTo>
                <a:lnTo>
                  <a:pt x="652835" y="119818"/>
                </a:lnTo>
                <a:lnTo>
                  <a:pt x="653682" y="119670"/>
                </a:lnTo>
                <a:lnTo>
                  <a:pt x="654500" y="119468"/>
                </a:lnTo>
                <a:lnTo>
                  <a:pt x="655288" y="119215"/>
                </a:lnTo>
                <a:lnTo>
                  <a:pt x="656045" y="118912"/>
                </a:lnTo>
                <a:lnTo>
                  <a:pt x="656770" y="118562"/>
                </a:lnTo>
                <a:lnTo>
                  <a:pt x="657462" y="118168"/>
                </a:lnTo>
                <a:lnTo>
                  <a:pt x="658119" y="117733"/>
                </a:lnTo>
                <a:lnTo>
                  <a:pt x="658742" y="117259"/>
                </a:lnTo>
                <a:lnTo>
                  <a:pt x="659328" y="116748"/>
                </a:lnTo>
                <a:lnTo>
                  <a:pt x="659877" y="116204"/>
                </a:lnTo>
                <a:lnTo>
                  <a:pt x="660388" y="115628"/>
                </a:lnTo>
                <a:lnTo>
                  <a:pt x="660860" y="115024"/>
                </a:lnTo>
                <a:lnTo>
                  <a:pt x="661292" y="114395"/>
                </a:lnTo>
                <a:lnTo>
                  <a:pt x="661682" y="113741"/>
                </a:lnTo>
                <a:lnTo>
                  <a:pt x="662031" y="113067"/>
                </a:lnTo>
                <a:lnTo>
                  <a:pt x="662336" y="112375"/>
                </a:lnTo>
                <a:lnTo>
                  <a:pt x="662597" y="111667"/>
                </a:lnTo>
                <a:lnTo>
                  <a:pt x="662813" y="110947"/>
                </a:lnTo>
                <a:lnTo>
                  <a:pt x="662982" y="110215"/>
                </a:lnTo>
                <a:lnTo>
                  <a:pt x="663105" y="109476"/>
                </a:lnTo>
                <a:lnTo>
                  <a:pt x="663179" y="108732"/>
                </a:lnTo>
                <a:lnTo>
                  <a:pt x="663204" y="107985"/>
                </a:lnTo>
                <a:lnTo>
                  <a:pt x="663174" y="107105"/>
                </a:lnTo>
                <a:lnTo>
                  <a:pt x="663086" y="106248"/>
                </a:lnTo>
                <a:lnTo>
                  <a:pt x="662943" y="105415"/>
                </a:lnTo>
                <a:lnTo>
                  <a:pt x="662747" y="104608"/>
                </a:lnTo>
                <a:lnTo>
                  <a:pt x="662500" y="103829"/>
                </a:lnTo>
                <a:lnTo>
                  <a:pt x="662204" y="103078"/>
                </a:lnTo>
                <a:close/>
                <a:moveTo>
                  <a:pt x="3392699" y="8678"/>
                </a:moveTo>
                <a:lnTo>
                  <a:pt x="3392405" y="8131"/>
                </a:lnTo>
                <a:lnTo>
                  <a:pt x="3392079" y="7607"/>
                </a:lnTo>
                <a:lnTo>
                  <a:pt x="3391719" y="7107"/>
                </a:lnTo>
                <a:lnTo>
                  <a:pt x="3391329" y="6633"/>
                </a:lnTo>
                <a:lnTo>
                  <a:pt x="3390910" y="6185"/>
                </a:lnTo>
                <a:lnTo>
                  <a:pt x="3390463" y="5766"/>
                </a:lnTo>
                <a:lnTo>
                  <a:pt x="3389988" y="5375"/>
                </a:lnTo>
                <a:lnTo>
                  <a:pt x="3389489" y="5016"/>
                </a:lnTo>
                <a:lnTo>
                  <a:pt x="3388965" y="4689"/>
                </a:lnTo>
                <a:lnTo>
                  <a:pt x="3388418" y="4395"/>
                </a:lnTo>
                <a:lnTo>
                  <a:pt x="3387850" y="4136"/>
                </a:lnTo>
                <a:lnTo>
                  <a:pt x="3387262" y="3914"/>
                </a:lnTo>
                <a:lnTo>
                  <a:pt x="3386655" y="3728"/>
                </a:lnTo>
                <a:lnTo>
                  <a:pt x="3386031" y="3582"/>
                </a:lnTo>
                <a:lnTo>
                  <a:pt x="3385391" y="3476"/>
                </a:lnTo>
                <a:lnTo>
                  <a:pt x="3384736" y="3411"/>
                </a:lnTo>
                <a:lnTo>
                  <a:pt x="3384067" y="3389"/>
                </a:lnTo>
                <a:lnTo>
                  <a:pt x="3383398" y="3411"/>
                </a:lnTo>
                <a:lnTo>
                  <a:pt x="3382743" y="3476"/>
                </a:lnTo>
                <a:lnTo>
                  <a:pt x="3382102" y="3582"/>
                </a:lnTo>
                <a:lnTo>
                  <a:pt x="3381478" y="3728"/>
                </a:lnTo>
                <a:lnTo>
                  <a:pt x="3380871" y="3914"/>
                </a:lnTo>
                <a:lnTo>
                  <a:pt x="3380282" y="4136"/>
                </a:lnTo>
                <a:lnTo>
                  <a:pt x="3379714" y="4395"/>
                </a:lnTo>
                <a:lnTo>
                  <a:pt x="3379167" y="4689"/>
                </a:lnTo>
                <a:lnTo>
                  <a:pt x="3378643" y="5016"/>
                </a:lnTo>
                <a:lnTo>
                  <a:pt x="3378144" y="5375"/>
                </a:lnTo>
                <a:lnTo>
                  <a:pt x="3377669" y="5766"/>
                </a:lnTo>
                <a:lnTo>
                  <a:pt x="3377222" y="6185"/>
                </a:lnTo>
                <a:lnTo>
                  <a:pt x="3376802" y="6633"/>
                </a:lnTo>
                <a:lnTo>
                  <a:pt x="3376412" y="7107"/>
                </a:lnTo>
                <a:lnTo>
                  <a:pt x="3376053" y="7607"/>
                </a:lnTo>
                <a:lnTo>
                  <a:pt x="3375726" y="8131"/>
                </a:lnTo>
                <a:lnTo>
                  <a:pt x="3375433" y="8678"/>
                </a:lnTo>
                <a:lnTo>
                  <a:pt x="3375174" y="9246"/>
                </a:lnTo>
                <a:lnTo>
                  <a:pt x="3374951" y="9834"/>
                </a:lnTo>
                <a:lnTo>
                  <a:pt x="3374766" y="10441"/>
                </a:lnTo>
                <a:lnTo>
                  <a:pt x="3374620" y="11066"/>
                </a:lnTo>
                <a:lnTo>
                  <a:pt x="3374514" y="11706"/>
                </a:lnTo>
                <a:lnTo>
                  <a:pt x="3374449" y="12361"/>
                </a:lnTo>
                <a:lnTo>
                  <a:pt x="3374427" y="13030"/>
                </a:lnTo>
                <a:lnTo>
                  <a:pt x="3374449" y="13699"/>
                </a:lnTo>
                <a:lnTo>
                  <a:pt x="3374514" y="14354"/>
                </a:lnTo>
                <a:lnTo>
                  <a:pt x="3374620" y="14994"/>
                </a:lnTo>
                <a:lnTo>
                  <a:pt x="3374766" y="15619"/>
                </a:lnTo>
                <a:lnTo>
                  <a:pt x="3374951" y="16226"/>
                </a:lnTo>
                <a:lnTo>
                  <a:pt x="3375174" y="16814"/>
                </a:lnTo>
                <a:lnTo>
                  <a:pt x="3375433" y="17382"/>
                </a:lnTo>
                <a:lnTo>
                  <a:pt x="3375726" y="17929"/>
                </a:lnTo>
                <a:lnTo>
                  <a:pt x="3376053" y="18453"/>
                </a:lnTo>
                <a:lnTo>
                  <a:pt x="3376412" y="18953"/>
                </a:lnTo>
                <a:lnTo>
                  <a:pt x="3376802" y="19427"/>
                </a:lnTo>
                <a:lnTo>
                  <a:pt x="3377222" y="19875"/>
                </a:lnTo>
                <a:lnTo>
                  <a:pt x="3377669" y="20294"/>
                </a:lnTo>
                <a:lnTo>
                  <a:pt x="3378144" y="20685"/>
                </a:lnTo>
                <a:lnTo>
                  <a:pt x="3378643" y="21044"/>
                </a:lnTo>
                <a:lnTo>
                  <a:pt x="3379167" y="21371"/>
                </a:lnTo>
                <a:lnTo>
                  <a:pt x="3379714" y="21665"/>
                </a:lnTo>
                <a:lnTo>
                  <a:pt x="3380282" y="21924"/>
                </a:lnTo>
                <a:lnTo>
                  <a:pt x="3380871" y="22146"/>
                </a:lnTo>
                <a:lnTo>
                  <a:pt x="3381478" y="22332"/>
                </a:lnTo>
                <a:lnTo>
                  <a:pt x="3382102" y="22478"/>
                </a:lnTo>
                <a:lnTo>
                  <a:pt x="3382743" y="22584"/>
                </a:lnTo>
                <a:lnTo>
                  <a:pt x="3383398" y="22649"/>
                </a:lnTo>
                <a:lnTo>
                  <a:pt x="3384067" y="22671"/>
                </a:lnTo>
                <a:lnTo>
                  <a:pt x="3384736" y="22649"/>
                </a:lnTo>
                <a:lnTo>
                  <a:pt x="3385391" y="22584"/>
                </a:lnTo>
                <a:lnTo>
                  <a:pt x="3386031" y="22478"/>
                </a:lnTo>
                <a:lnTo>
                  <a:pt x="3386655" y="22332"/>
                </a:lnTo>
                <a:lnTo>
                  <a:pt x="3387262" y="22146"/>
                </a:lnTo>
                <a:lnTo>
                  <a:pt x="3387850" y="21924"/>
                </a:lnTo>
                <a:lnTo>
                  <a:pt x="3388418" y="21665"/>
                </a:lnTo>
                <a:lnTo>
                  <a:pt x="3388965" y="21371"/>
                </a:lnTo>
                <a:lnTo>
                  <a:pt x="3389489" y="21044"/>
                </a:lnTo>
                <a:lnTo>
                  <a:pt x="3389988" y="20685"/>
                </a:lnTo>
                <a:lnTo>
                  <a:pt x="3390463" y="20294"/>
                </a:lnTo>
                <a:lnTo>
                  <a:pt x="3390910" y="19875"/>
                </a:lnTo>
                <a:lnTo>
                  <a:pt x="3391329" y="19427"/>
                </a:lnTo>
                <a:lnTo>
                  <a:pt x="3391719" y="18953"/>
                </a:lnTo>
                <a:lnTo>
                  <a:pt x="3392079" y="18453"/>
                </a:lnTo>
                <a:lnTo>
                  <a:pt x="3392405" y="17929"/>
                </a:lnTo>
                <a:lnTo>
                  <a:pt x="3392699" y="17382"/>
                </a:lnTo>
                <a:lnTo>
                  <a:pt x="3392958" y="16814"/>
                </a:lnTo>
                <a:lnTo>
                  <a:pt x="3393180" y="16226"/>
                </a:lnTo>
                <a:lnTo>
                  <a:pt x="3393365" y="15619"/>
                </a:lnTo>
                <a:lnTo>
                  <a:pt x="3393512" y="14994"/>
                </a:lnTo>
                <a:lnTo>
                  <a:pt x="3393618" y="14354"/>
                </a:lnTo>
                <a:lnTo>
                  <a:pt x="3393683" y="13699"/>
                </a:lnTo>
                <a:lnTo>
                  <a:pt x="3393704" y="13030"/>
                </a:lnTo>
                <a:lnTo>
                  <a:pt x="3393683" y="12361"/>
                </a:lnTo>
                <a:lnTo>
                  <a:pt x="3393618" y="11706"/>
                </a:lnTo>
                <a:lnTo>
                  <a:pt x="3393512" y="11066"/>
                </a:lnTo>
                <a:lnTo>
                  <a:pt x="3393365" y="10441"/>
                </a:lnTo>
                <a:lnTo>
                  <a:pt x="3393180" y="9834"/>
                </a:lnTo>
                <a:lnTo>
                  <a:pt x="3392958" y="9246"/>
                </a:lnTo>
                <a:lnTo>
                  <a:pt x="3392699" y="8678"/>
                </a:lnTo>
                <a:close/>
                <a:moveTo>
                  <a:pt x="4738169" y="110303"/>
                </a:moveTo>
                <a:lnTo>
                  <a:pt x="4737883" y="109950"/>
                </a:lnTo>
                <a:lnTo>
                  <a:pt x="4737570" y="109638"/>
                </a:lnTo>
                <a:lnTo>
                  <a:pt x="4737233" y="109366"/>
                </a:lnTo>
                <a:lnTo>
                  <a:pt x="4736874" y="109129"/>
                </a:lnTo>
                <a:lnTo>
                  <a:pt x="4736497" y="108926"/>
                </a:lnTo>
                <a:lnTo>
                  <a:pt x="4736104" y="108755"/>
                </a:lnTo>
                <a:lnTo>
                  <a:pt x="4735697" y="108612"/>
                </a:lnTo>
                <a:lnTo>
                  <a:pt x="4735280" y="108495"/>
                </a:lnTo>
                <a:lnTo>
                  <a:pt x="4734855" y="108401"/>
                </a:lnTo>
                <a:lnTo>
                  <a:pt x="4734424" y="108328"/>
                </a:lnTo>
                <a:lnTo>
                  <a:pt x="4733991" y="108273"/>
                </a:lnTo>
                <a:lnTo>
                  <a:pt x="4733557" y="108234"/>
                </a:lnTo>
                <a:lnTo>
                  <a:pt x="4733126" y="108207"/>
                </a:lnTo>
                <a:lnTo>
                  <a:pt x="4732701" y="108191"/>
                </a:lnTo>
                <a:lnTo>
                  <a:pt x="4732283" y="108183"/>
                </a:lnTo>
                <a:lnTo>
                  <a:pt x="4731877" y="108180"/>
                </a:lnTo>
                <a:lnTo>
                  <a:pt x="4731483" y="108180"/>
                </a:lnTo>
                <a:lnTo>
                  <a:pt x="4706423" y="108180"/>
                </a:lnTo>
                <a:lnTo>
                  <a:pt x="4706423" y="9976"/>
                </a:lnTo>
                <a:lnTo>
                  <a:pt x="4706416" y="9250"/>
                </a:lnTo>
                <a:lnTo>
                  <a:pt x="4706396" y="8566"/>
                </a:lnTo>
                <a:lnTo>
                  <a:pt x="4706360" y="7921"/>
                </a:lnTo>
                <a:lnTo>
                  <a:pt x="4706307" y="7316"/>
                </a:lnTo>
                <a:lnTo>
                  <a:pt x="4706234" y="6749"/>
                </a:lnTo>
                <a:lnTo>
                  <a:pt x="4706139" y="6220"/>
                </a:lnTo>
                <a:lnTo>
                  <a:pt x="4706022" y="5728"/>
                </a:lnTo>
                <a:lnTo>
                  <a:pt x="4705880" y="5271"/>
                </a:lnTo>
                <a:lnTo>
                  <a:pt x="4705711" y="4849"/>
                </a:lnTo>
                <a:lnTo>
                  <a:pt x="4705513" y="4461"/>
                </a:lnTo>
                <a:lnTo>
                  <a:pt x="4705285" y="4106"/>
                </a:lnTo>
                <a:lnTo>
                  <a:pt x="4705025" y="3783"/>
                </a:lnTo>
                <a:lnTo>
                  <a:pt x="4704730" y="3491"/>
                </a:lnTo>
                <a:lnTo>
                  <a:pt x="4704400" y="3229"/>
                </a:lnTo>
                <a:lnTo>
                  <a:pt x="4704031" y="2997"/>
                </a:lnTo>
                <a:lnTo>
                  <a:pt x="4703623" y="2793"/>
                </a:lnTo>
                <a:lnTo>
                  <a:pt x="4703174" y="2616"/>
                </a:lnTo>
                <a:lnTo>
                  <a:pt x="4702681" y="2466"/>
                </a:lnTo>
                <a:lnTo>
                  <a:pt x="4702143" y="2342"/>
                </a:lnTo>
                <a:lnTo>
                  <a:pt x="4701557" y="2242"/>
                </a:lnTo>
                <a:lnTo>
                  <a:pt x="4700923" y="2166"/>
                </a:lnTo>
                <a:lnTo>
                  <a:pt x="4700238" y="2113"/>
                </a:lnTo>
                <a:lnTo>
                  <a:pt x="4699501" y="2081"/>
                </a:lnTo>
                <a:lnTo>
                  <a:pt x="4698709" y="2071"/>
                </a:lnTo>
                <a:lnTo>
                  <a:pt x="4668250" y="2071"/>
                </a:lnTo>
                <a:lnTo>
                  <a:pt x="4667856" y="2072"/>
                </a:lnTo>
                <a:lnTo>
                  <a:pt x="4667446" y="2075"/>
                </a:lnTo>
                <a:lnTo>
                  <a:pt x="4667024" y="2083"/>
                </a:lnTo>
                <a:lnTo>
                  <a:pt x="4666593" y="2099"/>
                </a:lnTo>
                <a:lnTo>
                  <a:pt x="4666155" y="2125"/>
                </a:lnTo>
                <a:lnTo>
                  <a:pt x="4665713" y="2165"/>
                </a:lnTo>
                <a:lnTo>
                  <a:pt x="4665270" y="2219"/>
                </a:lnTo>
                <a:lnTo>
                  <a:pt x="4664829" y="2293"/>
                </a:lnTo>
                <a:lnTo>
                  <a:pt x="4664393" y="2386"/>
                </a:lnTo>
                <a:lnTo>
                  <a:pt x="4663964" y="2504"/>
                </a:lnTo>
                <a:lnTo>
                  <a:pt x="4663546" y="2647"/>
                </a:lnTo>
                <a:lnTo>
                  <a:pt x="4663141" y="2818"/>
                </a:lnTo>
                <a:lnTo>
                  <a:pt x="4662751" y="3021"/>
                </a:lnTo>
                <a:lnTo>
                  <a:pt x="4662381" y="3258"/>
                </a:lnTo>
                <a:lnTo>
                  <a:pt x="4662033" y="3531"/>
                </a:lnTo>
                <a:lnTo>
                  <a:pt x="4661709" y="3842"/>
                </a:lnTo>
                <a:lnTo>
                  <a:pt x="4661413" y="4196"/>
                </a:lnTo>
                <a:lnTo>
                  <a:pt x="4661147" y="4593"/>
                </a:lnTo>
                <a:lnTo>
                  <a:pt x="4660914" y="5037"/>
                </a:lnTo>
                <a:lnTo>
                  <a:pt x="4660717" y="5531"/>
                </a:lnTo>
                <a:lnTo>
                  <a:pt x="4660559" y="6076"/>
                </a:lnTo>
                <a:lnTo>
                  <a:pt x="4660442" y="6676"/>
                </a:lnTo>
                <a:lnTo>
                  <a:pt x="4660370" y="7333"/>
                </a:lnTo>
                <a:lnTo>
                  <a:pt x="4660346" y="8049"/>
                </a:lnTo>
                <a:lnTo>
                  <a:pt x="4660371" y="8743"/>
                </a:lnTo>
                <a:lnTo>
                  <a:pt x="4660446" y="9378"/>
                </a:lnTo>
                <a:lnTo>
                  <a:pt x="4660566" y="9958"/>
                </a:lnTo>
                <a:lnTo>
                  <a:pt x="4660729" y="10486"/>
                </a:lnTo>
                <a:lnTo>
                  <a:pt x="4660932" y="10963"/>
                </a:lnTo>
                <a:lnTo>
                  <a:pt x="4661171" y="11393"/>
                </a:lnTo>
                <a:lnTo>
                  <a:pt x="4661443" y="11778"/>
                </a:lnTo>
                <a:lnTo>
                  <a:pt x="4661745" y="12119"/>
                </a:lnTo>
                <a:lnTo>
                  <a:pt x="4662074" y="12421"/>
                </a:lnTo>
                <a:lnTo>
                  <a:pt x="4662426" y="12685"/>
                </a:lnTo>
                <a:lnTo>
                  <a:pt x="4662799" y="12914"/>
                </a:lnTo>
                <a:lnTo>
                  <a:pt x="4663189" y="13110"/>
                </a:lnTo>
                <a:lnTo>
                  <a:pt x="4663593" y="13276"/>
                </a:lnTo>
                <a:lnTo>
                  <a:pt x="4664008" y="13415"/>
                </a:lnTo>
                <a:lnTo>
                  <a:pt x="4664431" y="13528"/>
                </a:lnTo>
                <a:lnTo>
                  <a:pt x="4664858" y="13619"/>
                </a:lnTo>
                <a:lnTo>
                  <a:pt x="4665286" y="13690"/>
                </a:lnTo>
                <a:lnTo>
                  <a:pt x="4665713" y="13743"/>
                </a:lnTo>
                <a:lnTo>
                  <a:pt x="4666135" y="13781"/>
                </a:lnTo>
                <a:lnTo>
                  <a:pt x="4666548" y="13806"/>
                </a:lnTo>
                <a:lnTo>
                  <a:pt x="4666950" y="13822"/>
                </a:lnTo>
                <a:lnTo>
                  <a:pt x="4667338" y="13830"/>
                </a:lnTo>
                <a:lnTo>
                  <a:pt x="4667707" y="13833"/>
                </a:lnTo>
                <a:lnTo>
                  <a:pt x="4668056" y="13833"/>
                </a:lnTo>
                <a:lnTo>
                  <a:pt x="4693120" y="13833"/>
                </a:lnTo>
                <a:lnTo>
                  <a:pt x="4693120" y="108180"/>
                </a:lnTo>
                <a:lnTo>
                  <a:pt x="4668250" y="108180"/>
                </a:lnTo>
                <a:lnTo>
                  <a:pt x="4667856" y="108180"/>
                </a:lnTo>
                <a:lnTo>
                  <a:pt x="4667446" y="108183"/>
                </a:lnTo>
                <a:lnTo>
                  <a:pt x="4667024" y="108191"/>
                </a:lnTo>
                <a:lnTo>
                  <a:pt x="4666593" y="108207"/>
                </a:lnTo>
                <a:lnTo>
                  <a:pt x="4666155" y="108234"/>
                </a:lnTo>
                <a:lnTo>
                  <a:pt x="4665713" y="108273"/>
                </a:lnTo>
                <a:lnTo>
                  <a:pt x="4665270" y="108328"/>
                </a:lnTo>
                <a:lnTo>
                  <a:pt x="4664829" y="108401"/>
                </a:lnTo>
                <a:lnTo>
                  <a:pt x="4664393" y="108495"/>
                </a:lnTo>
                <a:lnTo>
                  <a:pt x="4663964" y="108612"/>
                </a:lnTo>
                <a:lnTo>
                  <a:pt x="4663546" y="108755"/>
                </a:lnTo>
                <a:lnTo>
                  <a:pt x="4663141" y="108926"/>
                </a:lnTo>
                <a:lnTo>
                  <a:pt x="4662751" y="109129"/>
                </a:lnTo>
                <a:lnTo>
                  <a:pt x="4662381" y="109366"/>
                </a:lnTo>
                <a:lnTo>
                  <a:pt x="4662033" y="109638"/>
                </a:lnTo>
                <a:lnTo>
                  <a:pt x="4661709" y="109950"/>
                </a:lnTo>
                <a:lnTo>
                  <a:pt x="4661413" y="110303"/>
                </a:lnTo>
                <a:lnTo>
                  <a:pt x="4661147" y="110700"/>
                </a:lnTo>
                <a:lnTo>
                  <a:pt x="4660914" y="111144"/>
                </a:lnTo>
                <a:lnTo>
                  <a:pt x="4660717" y="111637"/>
                </a:lnTo>
                <a:lnTo>
                  <a:pt x="4660559" y="112182"/>
                </a:lnTo>
                <a:lnTo>
                  <a:pt x="4660442" y="112782"/>
                </a:lnTo>
                <a:lnTo>
                  <a:pt x="4660370" y="113439"/>
                </a:lnTo>
                <a:lnTo>
                  <a:pt x="4660346" y="114155"/>
                </a:lnTo>
                <a:lnTo>
                  <a:pt x="4660371" y="114848"/>
                </a:lnTo>
                <a:lnTo>
                  <a:pt x="4660446" y="115484"/>
                </a:lnTo>
                <a:lnTo>
                  <a:pt x="4660566" y="116064"/>
                </a:lnTo>
                <a:lnTo>
                  <a:pt x="4660729" y="116591"/>
                </a:lnTo>
                <a:lnTo>
                  <a:pt x="4660932" y="117069"/>
                </a:lnTo>
                <a:lnTo>
                  <a:pt x="4661171" y="117499"/>
                </a:lnTo>
                <a:lnTo>
                  <a:pt x="4661443" y="117883"/>
                </a:lnTo>
                <a:lnTo>
                  <a:pt x="4661745" y="118225"/>
                </a:lnTo>
                <a:lnTo>
                  <a:pt x="4662074" y="118527"/>
                </a:lnTo>
                <a:lnTo>
                  <a:pt x="4662426" y="118791"/>
                </a:lnTo>
                <a:lnTo>
                  <a:pt x="4662799" y="119019"/>
                </a:lnTo>
                <a:lnTo>
                  <a:pt x="4663189" y="119216"/>
                </a:lnTo>
                <a:lnTo>
                  <a:pt x="4663593" y="119382"/>
                </a:lnTo>
                <a:lnTo>
                  <a:pt x="4664008" y="119520"/>
                </a:lnTo>
                <a:lnTo>
                  <a:pt x="4664431" y="119634"/>
                </a:lnTo>
                <a:lnTo>
                  <a:pt x="4664858" y="119724"/>
                </a:lnTo>
                <a:lnTo>
                  <a:pt x="4665286" y="119795"/>
                </a:lnTo>
                <a:lnTo>
                  <a:pt x="4665713" y="119848"/>
                </a:lnTo>
                <a:lnTo>
                  <a:pt x="4666135" y="119886"/>
                </a:lnTo>
                <a:lnTo>
                  <a:pt x="4666548" y="119912"/>
                </a:lnTo>
                <a:lnTo>
                  <a:pt x="4666950" y="119927"/>
                </a:lnTo>
                <a:lnTo>
                  <a:pt x="4667338" y="119935"/>
                </a:lnTo>
                <a:lnTo>
                  <a:pt x="4667707" y="119938"/>
                </a:lnTo>
                <a:lnTo>
                  <a:pt x="4668056" y="119939"/>
                </a:lnTo>
                <a:lnTo>
                  <a:pt x="4731483" y="119939"/>
                </a:lnTo>
                <a:lnTo>
                  <a:pt x="4731854" y="119938"/>
                </a:lnTo>
                <a:lnTo>
                  <a:pt x="4732243" y="119935"/>
                </a:lnTo>
                <a:lnTo>
                  <a:pt x="4732645" y="119927"/>
                </a:lnTo>
                <a:lnTo>
                  <a:pt x="4733059" y="119912"/>
                </a:lnTo>
                <a:lnTo>
                  <a:pt x="4733481" y="119886"/>
                </a:lnTo>
                <a:lnTo>
                  <a:pt x="4733909" y="119848"/>
                </a:lnTo>
                <a:lnTo>
                  <a:pt x="4734339" y="119795"/>
                </a:lnTo>
                <a:lnTo>
                  <a:pt x="4734768" y="119724"/>
                </a:lnTo>
                <a:lnTo>
                  <a:pt x="4735195" y="119634"/>
                </a:lnTo>
                <a:lnTo>
                  <a:pt x="4735615" y="119520"/>
                </a:lnTo>
                <a:lnTo>
                  <a:pt x="4736026" y="119382"/>
                </a:lnTo>
                <a:lnTo>
                  <a:pt x="4736425" y="119216"/>
                </a:lnTo>
                <a:lnTo>
                  <a:pt x="4736808" y="119019"/>
                </a:lnTo>
                <a:lnTo>
                  <a:pt x="4737174" y="118791"/>
                </a:lnTo>
                <a:lnTo>
                  <a:pt x="4737519" y="118527"/>
                </a:lnTo>
                <a:lnTo>
                  <a:pt x="4737840" y="118225"/>
                </a:lnTo>
                <a:lnTo>
                  <a:pt x="4738134" y="117883"/>
                </a:lnTo>
                <a:lnTo>
                  <a:pt x="4738398" y="117499"/>
                </a:lnTo>
                <a:lnTo>
                  <a:pt x="4738630" y="117069"/>
                </a:lnTo>
                <a:lnTo>
                  <a:pt x="4738826" y="116591"/>
                </a:lnTo>
                <a:lnTo>
                  <a:pt x="4738984" y="116064"/>
                </a:lnTo>
                <a:lnTo>
                  <a:pt x="4739100" y="115484"/>
                </a:lnTo>
                <a:lnTo>
                  <a:pt x="4739172" y="114848"/>
                </a:lnTo>
                <a:lnTo>
                  <a:pt x="4739197" y="114155"/>
                </a:lnTo>
                <a:lnTo>
                  <a:pt x="4739173" y="113439"/>
                </a:lnTo>
                <a:lnTo>
                  <a:pt x="4739104" y="112782"/>
                </a:lnTo>
                <a:lnTo>
                  <a:pt x="4738992" y="112182"/>
                </a:lnTo>
                <a:lnTo>
                  <a:pt x="4738840" y="111637"/>
                </a:lnTo>
                <a:lnTo>
                  <a:pt x="4738650" y="111144"/>
                </a:lnTo>
                <a:lnTo>
                  <a:pt x="4738426" y="110700"/>
                </a:lnTo>
                <a:lnTo>
                  <a:pt x="4738169" y="110303"/>
                </a:lnTo>
                <a:close/>
                <a:moveTo>
                  <a:pt x="4131132" y="110700"/>
                </a:moveTo>
                <a:lnTo>
                  <a:pt x="4130876" y="110303"/>
                </a:lnTo>
                <a:lnTo>
                  <a:pt x="4130590" y="109950"/>
                </a:lnTo>
                <a:lnTo>
                  <a:pt x="4130277" y="109638"/>
                </a:lnTo>
                <a:lnTo>
                  <a:pt x="4129940" y="109366"/>
                </a:lnTo>
                <a:lnTo>
                  <a:pt x="4129581" y="109129"/>
                </a:lnTo>
                <a:lnTo>
                  <a:pt x="4129204" y="108926"/>
                </a:lnTo>
                <a:lnTo>
                  <a:pt x="4128811" y="108755"/>
                </a:lnTo>
                <a:lnTo>
                  <a:pt x="4128404" y="108612"/>
                </a:lnTo>
                <a:lnTo>
                  <a:pt x="4127987" y="108495"/>
                </a:lnTo>
                <a:lnTo>
                  <a:pt x="4127562" y="108401"/>
                </a:lnTo>
                <a:lnTo>
                  <a:pt x="4127131" y="108328"/>
                </a:lnTo>
                <a:lnTo>
                  <a:pt x="4126697" y="108273"/>
                </a:lnTo>
                <a:lnTo>
                  <a:pt x="4126264" y="108234"/>
                </a:lnTo>
                <a:lnTo>
                  <a:pt x="4125833" y="108207"/>
                </a:lnTo>
                <a:lnTo>
                  <a:pt x="4125408" y="108191"/>
                </a:lnTo>
                <a:lnTo>
                  <a:pt x="4124990" y="108183"/>
                </a:lnTo>
                <a:lnTo>
                  <a:pt x="4124584" y="108180"/>
                </a:lnTo>
                <a:lnTo>
                  <a:pt x="4124190" y="108180"/>
                </a:lnTo>
                <a:lnTo>
                  <a:pt x="4099129" y="108180"/>
                </a:lnTo>
                <a:lnTo>
                  <a:pt x="4099129" y="9976"/>
                </a:lnTo>
                <a:lnTo>
                  <a:pt x="4099123" y="9250"/>
                </a:lnTo>
                <a:lnTo>
                  <a:pt x="4099103" y="8566"/>
                </a:lnTo>
                <a:lnTo>
                  <a:pt x="4099067" y="7921"/>
                </a:lnTo>
                <a:lnTo>
                  <a:pt x="4099013" y="7316"/>
                </a:lnTo>
                <a:lnTo>
                  <a:pt x="4098941" y="6749"/>
                </a:lnTo>
                <a:lnTo>
                  <a:pt x="4098846" y="6220"/>
                </a:lnTo>
                <a:lnTo>
                  <a:pt x="4098729" y="5728"/>
                </a:lnTo>
                <a:lnTo>
                  <a:pt x="4098587" y="5271"/>
                </a:lnTo>
                <a:lnTo>
                  <a:pt x="4098418" y="4849"/>
                </a:lnTo>
                <a:lnTo>
                  <a:pt x="4098220" y="4461"/>
                </a:lnTo>
                <a:lnTo>
                  <a:pt x="4097992" y="4106"/>
                </a:lnTo>
                <a:lnTo>
                  <a:pt x="4097732" y="3783"/>
                </a:lnTo>
                <a:lnTo>
                  <a:pt x="4097437" y="3491"/>
                </a:lnTo>
                <a:lnTo>
                  <a:pt x="4097107" y="3229"/>
                </a:lnTo>
                <a:lnTo>
                  <a:pt x="4096738" y="2997"/>
                </a:lnTo>
                <a:lnTo>
                  <a:pt x="4096330" y="2793"/>
                </a:lnTo>
                <a:lnTo>
                  <a:pt x="4095881" y="2616"/>
                </a:lnTo>
                <a:lnTo>
                  <a:pt x="4095388" y="2466"/>
                </a:lnTo>
                <a:lnTo>
                  <a:pt x="4094850" y="2342"/>
                </a:lnTo>
                <a:lnTo>
                  <a:pt x="4094264" y="2242"/>
                </a:lnTo>
                <a:lnTo>
                  <a:pt x="4093630" y="2166"/>
                </a:lnTo>
                <a:lnTo>
                  <a:pt x="4092945" y="2113"/>
                </a:lnTo>
                <a:lnTo>
                  <a:pt x="4092208" y="2081"/>
                </a:lnTo>
                <a:lnTo>
                  <a:pt x="4091416" y="2071"/>
                </a:lnTo>
                <a:lnTo>
                  <a:pt x="4060957" y="2071"/>
                </a:lnTo>
                <a:lnTo>
                  <a:pt x="4060563" y="2072"/>
                </a:lnTo>
                <a:lnTo>
                  <a:pt x="4060153" y="2075"/>
                </a:lnTo>
                <a:lnTo>
                  <a:pt x="4059731" y="2083"/>
                </a:lnTo>
                <a:lnTo>
                  <a:pt x="4059300" y="2099"/>
                </a:lnTo>
                <a:lnTo>
                  <a:pt x="4058862" y="2125"/>
                </a:lnTo>
                <a:lnTo>
                  <a:pt x="4058420" y="2165"/>
                </a:lnTo>
                <a:lnTo>
                  <a:pt x="4057977" y="2219"/>
                </a:lnTo>
                <a:lnTo>
                  <a:pt x="4057536" y="2293"/>
                </a:lnTo>
                <a:lnTo>
                  <a:pt x="4057100" y="2386"/>
                </a:lnTo>
                <a:lnTo>
                  <a:pt x="4056671" y="2504"/>
                </a:lnTo>
                <a:lnTo>
                  <a:pt x="4056253" y="2647"/>
                </a:lnTo>
                <a:lnTo>
                  <a:pt x="4055848" y="2818"/>
                </a:lnTo>
                <a:lnTo>
                  <a:pt x="4055458" y="3021"/>
                </a:lnTo>
                <a:lnTo>
                  <a:pt x="4055088" y="3258"/>
                </a:lnTo>
                <a:lnTo>
                  <a:pt x="4054740" y="3531"/>
                </a:lnTo>
                <a:lnTo>
                  <a:pt x="4054416" y="3842"/>
                </a:lnTo>
                <a:lnTo>
                  <a:pt x="4054120" y="4196"/>
                </a:lnTo>
                <a:lnTo>
                  <a:pt x="4053854" y="4593"/>
                </a:lnTo>
                <a:lnTo>
                  <a:pt x="4053621" y="5037"/>
                </a:lnTo>
                <a:lnTo>
                  <a:pt x="4053424" y="5531"/>
                </a:lnTo>
                <a:lnTo>
                  <a:pt x="4053266" y="6076"/>
                </a:lnTo>
                <a:lnTo>
                  <a:pt x="4053149" y="6676"/>
                </a:lnTo>
                <a:lnTo>
                  <a:pt x="4053077" y="7333"/>
                </a:lnTo>
                <a:lnTo>
                  <a:pt x="4053052" y="8049"/>
                </a:lnTo>
                <a:lnTo>
                  <a:pt x="4053078" y="8743"/>
                </a:lnTo>
                <a:lnTo>
                  <a:pt x="4053153" y="9378"/>
                </a:lnTo>
                <a:lnTo>
                  <a:pt x="4053273" y="9958"/>
                </a:lnTo>
                <a:lnTo>
                  <a:pt x="4053436" y="10486"/>
                </a:lnTo>
                <a:lnTo>
                  <a:pt x="4053639" y="10963"/>
                </a:lnTo>
                <a:lnTo>
                  <a:pt x="4053878" y="11393"/>
                </a:lnTo>
                <a:lnTo>
                  <a:pt x="4054150" y="11778"/>
                </a:lnTo>
                <a:lnTo>
                  <a:pt x="4054452" y="12119"/>
                </a:lnTo>
                <a:lnTo>
                  <a:pt x="4054781" y="12421"/>
                </a:lnTo>
                <a:lnTo>
                  <a:pt x="4055133" y="12685"/>
                </a:lnTo>
                <a:lnTo>
                  <a:pt x="4055506" y="12914"/>
                </a:lnTo>
                <a:lnTo>
                  <a:pt x="4055896" y="13110"/>
                </a:lnTo>
                <a:lnTo>
                  <a:pt x="4056300" y="13276"/>
                </a:lnTo>
                <a:lnTo>
                  <a:pt x="4056715" y="13415"/>
                </a:lnTo>
                <a:lnTo>
                  <a:pt x="4057138" y="13528"/>
                </a:lnTo>
                <a:lnTo>
                  <a:pt x="4057565" y="13619"/>
                </a:lnTo>
                <a:lnTo>
                  <a:pt x="4057993" y="13690"/>
                </a:lnTo>
                <a:lnTo>
                  <a:pt x="4058420" y="13743"/>
                </a:lnTo>
                <a:lnTo>
                  <a:pt x="4058842" y="13781"/>
                </a:lnTo>
                <a:lnTo>
                  <a:pt x="4059255" y="13806"/>
                </a:lnTo>
                <a:lnTo>
                  <a:pt x="4059657" y="13822"/>
                </a:lnTo>
                <a:lnTo>
                  <a:pt x="4060044" y="13830"/>
                </a:lnTo>
                <a:lnTo>
                  <a:pt x="4060414" y="13833"/>
                </a:lnTo>
                <a:lnTo>
                  <a:pt x="4060763" y="13833"/>
                </a:lnTo>
                <a:lnTo>
                  <a:pt x="4085827" y="13833"/>
                </a:lnTo>
                <a:lnTo>
                  <a:pt x="4085827" y="108180"/>
                </a:lnTo>
                <a:lnTo>
                  <a:pt x="4060957" y="108180"/>
                </a:lnTo>
                <a:lnTo>
                  <a:pt x="4060563" y="108180"/>
                </a:lnTo>
                <a:lnTo>
                  <a:pt x="4060153" y="108183"/>
                </a:lnTo>
                <a:lnTo>
                  <a:pt x="4059731" y="108191"/>
                </a:lnTo>
                <a:lnTo>
                  <a:pt x="4059300" y="108207"/>
                </a:lnTo>
                <a:lnTo>
                  <a:pt x="4058862" y="108234"/>
                </a:lnTo>
                <a:lnTo>
                  <a:pt x="4058420" y="108273"/>
                </a:lnTo>
                <a:lnTo>
                  <a:pt x="4057977" y="108328"/>
                </a:lnTo>
                <a:lnTo>
                  <a:pt x="4057536" y="108401"/>
                </a:lnTo>
                <a:lnTo>
                  <a:pt x="4057100" y="108495"/>
                </a:lnTo>
                <a:lnTo>
                  <a:pt x="4056671" y="108612"/>
                </a:lnTo>
                <a:lnTo>
                  <a:pt x="4056253" y="108755"/>
                </a:lnTo>
                <a:lnTo>
                  <a:pt x="4055848" y="108926"/>
                </a:lnTo>
                <a:lnTo>
                  <a:pt x="4055458" y="109129"/>
                </a:lnTo>
                <a:lnTo>
                  <a:pt x="4055088" y="109366"/>
                </a:lnTo>
                <a:lnTo>
                  <a:pt x="4054740" y="109638"/>
                </a:lnTo>
                <a:lnTo>
                  <a:pt x="4054416" y="109950"/>
                </a:lnTo>
                <a:lnTo>
                  <a:pt x="4054120" y="110303"/>
                </a:lnTo>
                <a:lnTo>
                  <a:pt x="4053854" y="110700"/>
                </a:lnTo>
                <a:lnTo>
                  <a:pt x="4053621" y="111144"/>
                </a:lnTo>
                <a:lnTo>
                  <a:pt x="4053424" y="111637"/>
                </a:lnTo>
                <a:lnTo>
                  <a:pt x="4053266" y="112182"/>
                </a:lnTo>
                <a:lnTo>
                  <a:pt x="4053149" y="112782"/>
                </a:lnTo>
                <a:lnTo>
                  <a:pt x="4053077" y="113439"/>
                </a:lnTo>
                <a:lnTo>
                  <a:pt x="4053052" y="114155"/>
                </a:lnTo>
                <a:lnTo>
                  <a:pt x="4053078" y="114848"/>
                </a:lnTo>
                <a:lnTo>
                  <a:pt x="4053153" y="115484"/>
                </a:lnTo>
                <a:lnTo>
                  <a:pt x="4053273" y="116064"/>
                </a:lnTo>
                <a:lnTo>
                  <a:pt x="4053436" y="116591"/>
                </a:lnTo>
                <a:lnTo>
                  <a:pt x="4053639" y="117069"/>
                </a:lnTo>
                <a:lnTo>
                  <a:pt x="4053878" y="117499"/>
                </a:lnTo>
                <a:lnTo>
                  <a:pt x="4054150" y="117883"/>
                </a:lnTo>
                <a:lnTo>
                  <a:pt x="4054452" y="118225"/>
                </a:lnTo>
                <a:lnTo>
                  <a:pt x="4054781" y="118527"/>
                </a:lnTo>
                <a:lnTo>
                  <a:pt x="4055133" y="118791"/>
                </a:lnTo>
                <a:lnTo>
                  <a:pt x="4055506" y="119019"/>
                </a:lnTo>
                <a:lnTo>
                  <a:pt x="4055896" y="119216"/>
                </a:lnTo>
                <a:lnTo>
                  <a:pt x="4056300" y="119382"/>
                </a:lnTo>
                <a:lnTo>
                  <a:pt x="4056715" y="119520"/>
                </a:lnTo>
                <a:lnTo>
                  <a:pt x="4057138" y="119634"/>
                </a:lnTo>
                <a:lnTo>
                  <a:pt x="4057565" y="119724"/>
                </a:lnTo>
                <a:lnTo>
                  <a:pt x="4057993" y="119795"/>
                </a:lnTo>
                <a:lnTo>
                  <a:pt x="4058420" y="119848"/>
                </a:lnTo>
                <a:lnTo>
                  <a:pt x="4058842" y="119886"/>
                </a:lnTo>
                <a:lnTo>
                  <a:pt x="4059255" y="119912"/>
                </a:lnTo>
                <a:lnTo>
                  <a:pt x="4059657" y="119927"/>
                </a:lnTo>
                <a:lnTo>
                  <a:pt x="4060044" y="119935"/>
                </a:lnTo>
                <a:lnTo>
                  <a:pt x="4060414" y="119938"/>
                </a:lnTo>
                <a:lnTo>
                  <a:pt x="4060763" y="119939"/>
                </a:lnTo>
                <a:lnTo>
                  <a:pt x="4124190" y="119939"/>
                </a:lnTo>
                <a:lnTo>
                  <a:pt x="4124561" y="119938"/>
                </a:lnTo>
                <a:lnTo>
                  <a:pt x="4124950" y="119935"/>
                </a:lnTo>
                <a:lnTo>
                  <a:pt x="4125352" y="119927"/>
                </a:lnTo>
                <a:lnTo>
                  <a:pt x="4125766" y="119912"/>
                </a:lnTo>
                <a:lnTo>
                  <a:pt x="4126188" y="119886"/>
                </a:lnTo>
                <a:lnTo>
                  <a:pt x="4126616" y="119848"/>
                </a:lnTo>
                <a:lnTo>
                  <a:pt x="4127046" y="119795"/>
                </a:lnTo>
                <a:lnTo>
                  <a:pt x="4127475" y="119724"/>
                </a:lnTo>
                <a:lnTo>
                  <a:pt x="4127902" y="119634"/>
                </a:lnTo>
                <a:lnTo>
                  <a:pt x="4128322" y="119520"/>
                </a:lnTo>
                <a:lnTo>
                  <a:pt x="4128733" y="119382"/>
                </a:lnTo>
                <a:lnTo>
                  <a:pt x="4129131" y="119216"/>
                </a:lnTo>
                <a:lnTo>
                  <a:pt x="4129515" y="119019"/>
                </a:lnTo>
                <a:lnTo>
                  <a:pt x="4129881" y="118791"/>
                </a:lnTo>
                <a:lnTo>
                  <a:pt x="4130226" y="118527"/>
                </a:lnTo>
                <a:lnTo>
                  <a:pt x="4130547" y="118225"/>
                </a:lnTo>
                <a:lnTo>
                  <a:pt x="4130841" y="117883"/>
                </a:lnTo>
                <a:lnTo>
                  <a:pt x="4131105" y="117499"/>
                </a:lnTo>
                <a:lnTo>
                  <a:pt x="4131337" y="117069"/>
                </a:lnTo>
                <a:lnTo>
                  <a:pt x="4131533" y="116591"/>
                </a:lnTo>
                <a:lnTo>
                  <a:pt x="4131691" y="116064"/>
                </a:lnTo>
                <a:lnTo>
                  <a:pt x="4131807" y="115484"/>
                </a:lnTo>
                <a:lnTo>
                  <a:pt x="4131879" y="114848"/>
                </a:lnTo>
                <a:lnTo>
                  <a:pt x="4131904" y="114155"/>
                </a:lnTo>
                <a:lnTo>
                  <a:pt x="4131880" y="113439"/>
                </a:lnTo>
                <a:lnTo>
                  <a:pt x="4131811" y="112782"/>
                </a:lnTo>
                <a:lnTo>
                  <a:pt x="4131699" y="112182"/>
                </a:lnTo>
                <a:lnTo>
                  <a:pt x="4131547" y="111637"/>
                </a:lnTo>
                <a:lnTo>
                  <a:pt x="4131357" y="111144"/>
                </a:lnTo>
                <a:lnTo>
                  <a:pt x="4131132" y="110700"/>
                </a:lnTo>
                <a:close/>
                <a:moveTo>
                  <a:pt x="3836132" y="110700"/>
                </a:moveTo>
                <a:lnTo>
                  <a:pt x="3835866" y="110303"/>
                </a:lnTo>
                <a:lnTo>
                  <a:pt x="3835569" y="109950"/>
                </a:lnTo>
                <a:lnTo>
                  <a:pt x="3835246" y="109638"/>
                </a:lnTo>
                <a:lnTo>
                  <a:pt x="3834897" y="109366"/>
                </a:lnTo>
                <a:lnTo>
                  <a:pt x="3834527" y="109129"/>
                </a:lnTo>
                <a:lnTo>
                  <a:pt x="3834138" y="108926"/>
                </a:lnTo>
                <a:lnTo>
                  <a:pt x="3833733" y="108755"/>
                </a:lnTo>
                <a:lnTo>
                  <a:pt x="3833314" y="108612"/>
                </a:lnTo>
                <a:lnTo>
                  <a:pt x="3832886" y="108495"/>
                </a:lnTo>
                <a:lnTo>
                  <a:pt x="3832449" y="108401"/>
                </a:lnTo>
                <a:lnTo>
                  <a:pt x="3832008" y="108328"/>
                </a:lnTo>
                <a:lnTo>
                  <a:pt x="3831565" y="108273"/>
                </a:lnTo>
                <a:lnTo>
                  <a:pt x="3831124" y="108234"/>
                </a:lnTo>
                <a:lnTo>
                  <a:pt x="3830686" y="108207"/>
                </a:lnTo>
                <a:lnTo>
                  <a:pt x="3830254" y="108191"/>
                </a:lnTo>
                <a:lnTo>
                  <a:pt x="3829832" y="108183"/>
                </a:lnTo>
                <a:lnTo>
                  <a:pt x="3829423" y="108180"/>
                </a:lnTo>
                <a:lnTo>
                  <a:pt x="3829029" y="108180"/>
                </a:lnTo>
                <a:lnTo>
                  <a:pt x="3820544" y="108180"/>
                </a:lnTo>
                <a:lnTo>
                  <a:pt x="3820544" y="63517"/>
                </a:lnTo>
                <a:lnTo>
                  <a:pt x="3820494" y="61144"/>
                </a:lnTo>
                <a:lnTo>
                  <a:pt x="3820342" y="58886"/>
                </a:lnTo>
                <a:lnTo>
                  <a:pt x="3820092" y="56741"/>
                </a:lnTo>
                <a:lnTo>
                  <a:pt x="3819746" y="54709"/>
                </a:lnTo>
                <a:lnTo>
                  <a:pt x="3819304" y="52788"/>
                </a:lnTo>
                <a:lnTo>
                  <a:pt x="3818770" y="50977"/>
                </a:lnTo>
                <a:lnTo>
                  <a:pt x="3818145" y="49275"/>
                </a:lnTo>
                <a:lnTo>
                  <a:pt x="3817432" y="47681"/>
                </a:lnTo>
                <a:lnTo>
                  <a:pt x="3816631" y="46192"/>
                </a:lnTo>
                <a:lnTo>
                  <a:pt x="3815745" y="44809"/>
                </a:lnTo>
                <a:lnTo>
                  <a:pt x="3814775" y="43529"/>
                </a:lnTo>
                <a:lnTo>
                  <a:pt x="3813725" y="42352"/>
                </a:lnTo>
                <a:lnTo>
                  <a:pt x="3812595" y="41277"/>
                </a:lnTo>
                <a:lnTo>
                  <a:pt x="3811388" y="40301"/>
                </a:lnTo>
                <a:lnTo>
                  <a:pt x="3810106" y="39424"/>
                </a:lnTo>
                <a:lnTo>
                  <a:pt x="3808749" y="38645"/>
                </a:lnTo>
                <a:lnTo>
                  <a:pt x="3807322" y="37962"/>
                </a:lnTo>
                <a:lnTo>
                  <a:pt x="3805824" y="37374"/>
                </a:lnTo>
                <a:lnTo>
                  <a:pt x="3804259" y="36880"/>
                </a:lnTo>
                <a:lnTo>
                  <a:pt x="3802628" y="36479"/>
                </a:lnTo>
                <a:lnTo>
                  <a:pt x="3800933" y="36169"/>
                </a:lnTo>
                <a:lnTo>
                  <a:pt x="3799176" y="35949"/>
                </a:lnTo>
                <a:lnTo>
                  <a:pt x="3797359" y="35818"/>
                </a:lnTo>
                <a:lnTo>
                  <a:pt x="3795484" y="35774"/>
                </a:lnTo>
                <a:lnTo>
                  <a:pt x="3793891" y="35808"/>
                </a:lnTo>
                <a:lnTo>
                  <a:pt x="3792343" y="35906"/>
                </a:lnTo>
                <a:lnTo>
                  <a:pt x="3790840" y="36063"/>
                </a:lnTo>
                <a:lnTo>
                  <a:pt x="3789382" y="36277"/>
                </a:lnTo>
                <a:lnTo>
                  <a:pt x="3787969" y="36543"/>
                </a:lnTo>
                <a:lnTo>
                  <a:pt x="3786603" y="36856"/>
                </a:lnTo>
                <a:lnTo>
                  <a:pt x="3785283" y="37214"/>
                </a:lnTo>
                <a:lnTo>
                  <a:pt x="3784009" y="37610"/>
                </a:lnTo>
                <a:lnTo>
                  <a:pt x="3782782" y="38043"/>
                </a:lnTo>
                <a:lnTo>
                  <a:pt x="3781602" y="38506"/>
                </a:lnTo>
                <a:lnTo>
                  <a:pt x="3780469" y="38997"/>
                </a:lnTo>
                <a:lnTo>
                  <a:pt x="3779385" y="39511"/>
                </a:lnTo>
                <a:lnTo>
                  <a:pt x="3778349" y="40044"/>
                </a:lnTo>
                <a:lnTo>
                  <a:pt x="3777361" y="40592"/>
                </a:lnTo>
                <a:lnTo>
                  <a:pt x="3776422" y="41151"/>
                </a:lnTo>
                <a:lnTo>
                  <a:pt x="3775532" y="41717"/>
                </a:lnTo>
                <a:lnTo>
                  <a:pt x="3774692" y="42286"/>
                </a:lnTo>
                <a:lnTo>
                  <a:pt x="3773902" y="42853"/>
                </a:lnTo>
                <a:lnTo>
                  <a:pt x="3773162" y="43414"/>
                </a:lnTo>
                <a:lnTo>
                  <a:pt x="3772472" y="43966"/>
                </a:lnTo>
                <a:lnTo>
                  <a:pt x="3771833" y="44504"/>
                </a:lnTo>
                <a:lnTo>
                  <a:pt x="3771246" y="45024"/>
                </a:lnTo>
                <a:lnTo>
                  <a:pt x="3770710" y="45523"/>
                </a:lnTo>
                <a:lnTo>
                  <a:pt x="3770225" y="45995"/>
                </a:lnTo>
                <a:lnTo>
                  <a:pt x="3770225" y="9976"/>
                </a:lnTo>
                <a:lnTo>
                  <a:pt x="3770219" y="9250"/>
                </a:lnTo>
                <a:lnTo>
                  <a:pt x="3770199" y="8566"/>
                </a:lnTo>
                <a:lnTo>
                  <a:pt x="3770163" y="7921"/>
                </a:lnTo>
                <a:lnTo>
                  <a:pt x="3770109" y="7316"/>
                </a:lnTo>
                <a:lnTo>
                  <a:pt x="3770037" y="6749"/>
                </a:lnTo>
                <a:lnTo>
                  <a:pt x="3769942" y="6220"/>
                </a:lnTo>
                <a:lnTo>
                  <a:pt x="3769825" y="5728"/>
                </a:lnTo>
                <a:lnTo>
                  <a:pt x="3769683" y="5271"/>
                </a:lnTo>
                <a:lnTo>
                  <a:pt x="3769514" y="4849"/>
                </a:lnTo>
                <a:lnTo>
                  <a:pt x="3769316" y="4461"/>
                </a:lnTo>
                <a:lnTo>
                  <a:pt x="3769088" y="4106"/>
                </a:lnTo>
                <a:lnTo>
                  <a:pt x="3768828" y="3783"/>
                </a:lnTo>
                <a:lnTo>
                  <a:pt x="3768534" y="3491"/>
                </a:lnTo>
                <a:lnTo>
                  <a:pt x="3768203" y="3229"/>
                </a:lnTo>
                <a:lnTo>
                  <a:pt x="3767835" y="2997"/>
                </a:lnTo>
                <a:lnTo>
                  <a:pt x="3767427" y="2793"/>
                </a:lnTo>
                <a:lnTo>
                  <a:pt x="3766978" y="2616"/>
                </a:lnTo>
                <a:lnTo>
                  <a:pt x="3766485" y="2466"/>
                </a:lnTo>
                <a:lnTo>
                  <a:pt x="3765947" y="2342"/>
                </a:lnTo>
                <a:lnTo>
                  <a:pt x="3765362" y="2242"/>
                </a:lnTo>
                <a:lnTo>
                  <a:pt x="3764728" y="2166"/>
                </a:lnTo>
                <a:lnTo>
                  <a:pt x="3764044" y="2113"/>
                </a:lnTo>
                <a:lnTo>
                  <a:pt x="3763307" y="2081"/>
                </a:lnTo>
                <a:lnTo>
                  <a:pt x="3762515" y="2071"/>
                </a:lnTo>
                <a:lnTo>
                  <a:pt x="3748442" y="2071"/>
                </a:lnTo>
                <a:lnTo>
                  <a:pt x="3748047" y="2072"/>
                </a:lnTo>
                <a:lnTo>
                  <a:pt x="3747638" y="2075"/>
                </a:lnTo>
                <a:lnTo>
                  <a:pt x="3747216" y="2083"/>
                </a:lnTo>
                <a:lnTo>
                  <a:pt x="3746785" y="2099"/>
                </a:lnTo>
                <a:lnTo>
                  <a:pt x="3746347" y="2125"/>
                </a:lnTo>
                <a:lnTo>
                  <a:pt x="3745905" y="2165"/>
                </a:lnTo>
                <a:lnTo>
                  <a:pt x="3745462" y="2219"/>
                </a:lnTo>
                <a:lnTo>
                  <a:pt x="3745021" y="2293"/>
                </a:lnTo>
                <a:lnTo>
                  <a:pt x="3744584" y="2386"/>
                </a:lnTo>
                <a:lnTo>
                  <a:pt x="3744156" y="2504"/>
                </a:lnTo>
                <a:lnTo>
                  <a:pt x="3743737" y="2647"/>
                </a:lnTo>
                <a:lnTo>
                  <a:pt x="3743332" y="2818"/>
                </a:lnTo>
                <a:lnTo>
                  <a:pt x="3742943" y="3021"/>
                </a:lnTo>
                <a:lnTo>
                  <a:pt x="3742573" y="3258"/>
                </a:lnTo>
                <a:lnTo>
                  <a:pt x="3742224" y="3531"/>
                </a:lnTo>
                <a:lnTo>
                  <a:pt x="3741901" y="3842"/>
                </a:lnTo>
                <a:lnTo>
                  <a:pt x="3741604" y="4196"/>
                </a:lnTo>
                <a:lnTo>
                  <a:pt x="3741338" y="4593"/>
                </a:lnTo>
                <a:lnTo>
                  <a:pt x="3741105" y="5037"/>
                </a:lnTo>
                <a:lnTo>
                  <a:pt x="3740908" y="5531"/>
                </a:lnTo>
                <a:lnTo>
                  <a:pt x="3740750" y="6076"/>
                </a:lnTo>
                <a:lnTo>
                  <a:pt x="3740634" y="6676"/>
                </a:lnTo>
                <a:lnTo>
                  <a:pt x="3740562" y="7333"/>
                </a:lnTo>
                <a:lnTo>
                  <a:pt x="3740537" y="8049"/>
                </a:lnTo>
                <a:lnTo>
                  <a:pt x="3740563" y="8743"/>
                </a:lnTo>
                <a:lnTo>
                  <a:pt x="3740637" y="9378"/>
                </a:lnTo>
                <a:lnTo>
                  <a:pt x="3740758" y="9958"/>
                </a:lnTo>
                <a:lnTo>
                  <a:pt x="3740921" y="10486"/>
                </a:lnTo>
                <a:lnTo>
                  <a:pt x="3741124" y="10963"/>
                </a:lnTo>
                <a:lnTo>
                  <a:pt x="3741362" y="11393"/>
                </a:lnTo>
                <a:lnTo>
                  <a:pt x="3741635" y="11778"/>
                </a:lnTo>
                <a:lnTo>
                  <a:pt x="3741937" y="12119"/>
                </a:lnTo>
                <a:lnTo>
                  <a:pt x="3742265" y="12421"/>
                </a:lnTo>
                <a:lnTo>
                  <a:pt x="3742618" y="12685"/>
                </a:lnTo>
                <a:lnTo>
                  <a:pt x="3742991" y="12914"/>
                </a:lnTo>
                <a:lnTo>
                  <a:pt x="3743381" y="13110"/>
                </a:lnTo>
                <a:lnTo>
                  <a:pt x="3743785" y="13276"/>
                </a:lnTo>
                <a:lnTo>
                  <a:pt x="3744200" y="13415"/>
                </a:lnTo>
                <a:lnTo>
                  <a:pt x="3744622" y="13528"/>
                </a:lnTo>
                <a:lnTo>
                  <a:pt x="3745050" y="13619"/>
                </a:lnTo>
                <a:lnTo>
                  <a:pt x="3745478" y="13690"/>
                </a:lnTo>
                <a:lnTo>
                  <a:pt x="3745905" y="13743"/>
                </a:lnTo>
                <a:lnTo>
                  <a:pt x="3746326" y="13781"/>
                </a:lnTo>
                <a:lnTo>
                  <a:pt x="3746740" y="13806"/>
                </a:lnTo>
                <a:lnTo>
                  <a:pt x="3747142" y="13822"/>
                </a:lnTo>
                <a:lnTo>
                  <a:pt x="3747529" y="13830"/>
                </a:lnTo>
                <a:lnTo>
                  <a:pt x="3747899" y="13833"/>
                </a:lnTo>
                <a:lnTo>
                  <a:pt x="3748247" y="13833"/>
                </a:lnTo>
                <a:lnTo>
                  <a:pt x="3756926" y="13833"/>
                </a:lnTo>
                <a:lnTo>
                  <a:pt x="3756926" y="108180"/>
                </a:lnTo>
                <a:lnTo>
                  <a:pt x="3748442" y="108180"/>
                </a:lnTo>
                <a:lnTo>
                  <a:pt x="3748047" y="108180"/>
                </a:lnTo>
                <a:lnTo>
                  <a:pt x="3747638" y="108183"/>
                </a:lnTo>
                <a:lnTo>
                  <a:pt x="3747216" y="108191"/>
                </a:lnTo>
                <a:lnTo>
                  <a:pt x="3746785" y="108207"/>
                </a:lnTo>
                <a:lnTo>
                  <a:pt x="3746347" y="108234"/>
                </a:lnTo>
                <a:lnTo>
                  <a:pt x="3745905" y="108273"/>
                </a:lnTo>
                <a:lnTo>
                  <a:pt x="3745462" y="108328"/>
                </a:lnTo>
                <a:lnTo>
                  <a:pt x="3745021" y="108401"/>
                </a:lnTo>
                <a:lnTo>
                  <a:pt x="3744584" y="108495"/>
                </a:lnTo>
                <a:lnTo>
                  <a:pt x="3744156" y="108612"/>
                </a:lnTo>
                <a:lnTo>
                  <a:pt x="3743737" y="108755"/>
                </a:lnTo>
                <a:lnTo>
                  <a:pt x="3743332" y="108926"/>
                </a:lnTo>
                <a:lnTo>
                  <a:pt x="3742943" y="109129"/>
                </a:lnTo>
                <a:lnTo>
                  <a:pt x="3742573" y="109366"/>
                </a:lnTo>
                <a:lnTo>
                  <a:pt x="3742224" y="109638"/>
                </a:lnTo>
                <a:lnTo>
                  <a:pt x="3741901" y="109950"/>
                </a:lnTo>
                <a:lnTo>
                  <a:pt x="3741604" y="110303"/>
                </a:lnTo>
                <a:lnTo>
                  <a:pt x="3741338" y="110700"/>
                </a:lnTo>
                <a:lnTo>
                  <a:pt x="3741105" y="111144"/>
                </a:lnTo>
                <a:lnTo>
                  <a:pt x="3740908" y="111637"/>
                </a:lnTo>
                <a:lnTo>
                  <a:pt x="3740750" y="112182"/>
                </a:lnTo>
                <a:lnTo>
                  <a:pt x="3740634" y="112782"/>
                </a:lnTo>
                <a:lnTo>
                  <a:pt x="3740562" y="113439"/>
                </a:lnTo>
                <a:lnTo>
                  <a:pt x="3740537" y="114155"/>
                </a:lnTo>
                <a:lnTo>
                  <a:pt x="3740563" y="114848"/>
                </a:lnTo>
                <a:lnTo>
                  <a:pt x="3740637" y="115484"/>
                </a:lnTo>
                <a:lnTo>
                  <a:pt x="3740758" y="116064"/>
                </a:lnTo>
                <a:lnTo>
                  <a:pt x="3740921" y="116591"/>
                </a:lnTo>
                <a:lnTo>
                  <a:pt x="3741124" y="117069"/>
                </a:lnTo>
                <a:lnTo>
                  <a:pt x="3741362" y="117499"/>
                </a:lnTo>
                <a:lnTo>
                  <a:pt x="3741635" y="117883"/>
                </a:lnTo>
                <a:lnTo>
                  <a:pt x="3741937" y="118225"/>
                </a:lnTo>
                <a:lnTo>
                  <a:pt x="3742265" y="118527"/>
                </a:lnTo>
                <a:lnTo>
                  <a:pt x="3742618" y="118791"/>
                </a:lnTo>
                <a:lnTo>
                  <a:pt x="3742991" y="119019"/>
                </a:lnTo>
                <a:lnTo>
                  <a:pt x="3743381" y="119216"/>
                </a:lnTo>
                <a:lnTo>
                  <a:pt x="3743785" y="119382"/>
                </a:lnTo>
                <a:lnTo>
                  <a:pt x="3744200" y="119520"/>
                </a:lnTo>
                <a:lnTo>
                  <a:pt x="3744622" y="119634"/>
                </a:lnTo>
                <a:lnTo>
                  <a:pt x="3745050" y="119724"/>
                </a:lnTo>
                <a:lnTo>
                  <a:pt x="3745478" y="119795"/>
                </a:lnTo>
                <a:lnTo>
                  <a:pt x="3745905" y="119848"/>
                </a:lnTo>
                <a:lnTo>
                  <a:pt x="3746326" y="119886"/>
                </a:lnTo>
                <a:lnTo>
                  <a:pt x="3746740" y="119912"/>
                </a:lnTo>
                <a:lnTo>
                  <a:pt x="3747142" y="119927"/>
                </a:lnTo>
                <a:lnTo>
                  <a:pt x="3747529" y="119935"/>
                </a:lnTo>
                <a:lnTo>
                  <a:pt x="3747899" y="119938"/>
                </a:lnTo>
                <a:lnTo>
                  <a:pt x="3748247" y="119939"/>
                </a:lnTo>
                <a:lnTo>
                  <a:pt x="3778904" y="119939"/>
                </a:lnTo>
                <a:lnTo>
                  <a:pt x="3779252" y="119938"/>
                </a:lnTo>
                <a:lnTo>
                  <a:pt x="3779622" y="119935"/>
                </a:lnTo>
                <a:lnTo>
                  <a:pt x="3780009" y="119927"/>
                </a:lnTo>
                <a:lnTo>
                  <a:pt x="3780411" y="119912"/>
                </a:lnTo>
                <a:lnTo>
                  <a:pt x="3780825" y="119886"/>
                </a:lnTo>
                <a:lnTo>
                  <a:pt x="3781246" y="119848"/>
                </a:lnTo>
                <a:lnTo>
                  <a:pt x="3781673" y="119795"/>
                </a:lnTo>
                <a:lnTo>
                  <a:pt x="3782102" y="119724"/>
                </a:lnTo>
                <a:lnTo>
                  <a:pt x="3782529" y="119634"/>
                </a:lnTo>
                <a:lnTo>
                  <a:pt x="3782951" y="119520"/>
                </a:lnTo>
                <a:lnTo>
                  <a:pt x="3783366" y="119382"/>
                </a:lnTo>
                <a:lnTo>
                  <a:pt x="3783770" y="119216"/>
                </a:lnTo>
                <a:lnTo>
                  <a:pt x="3784161" y="119019"/>
                </a:lnTo>
                <a:lnTo>
                  <a:pt x="3784533" y="118791"/>
                </a:lnTo>
                <a:lnTo>
                  <a:pt x="3784886" y="118527"/>
                </a:lnTo>
                <a:lnTo>
                  <a:pt x="3785215" y="118225"/>
                </a:lnTo>
                <a:lnTo>
                  <a:pt x="3785517" y="117883"/>
                </a:lnTo>
                <a:lnTo>
                  <a:pt x="3785789" y="117499"/>
                </a:lnTo>
                <a:lnTo>
                  <a:pt x="3786028" y="117069"/>
                </a:lnTo>
                <a:lnTo>
                  <a:pt x="3786230" y="116591"/>
                </a:lnTo>
                <a:lnTo>
                  <a:pt x="3786393" y="116064"/>
                </a:lnTo>
                <a:lnTo>
                  <a:pt x="3786514" y="115484"/>
                </a:lnTo>
                <a:lnTo>
                  <a:pt x="3786588" y="114848"/>
                </a:lnTo>
                <a:lnTo>
                  <a:pt x="3786614" y="114155"/>
                </a:lnTo>
                <a:lnTo>
                  <a:pt x="3786589" y="113439"/>
                </a:lnTo>
                <a:lnTo>
                  <a:pt x="3786517" y="112782"/>
                </a:lnTo>
                <a:lnTo>
                  <a:pt x="3786401" y="112182"/>
                </a:lnTo>
                <a:lnTo>
                  <a:pt x="3786243" y="111637"/>
                </a:lnTo>
                <a:lnTo>
                  <a:pt x="3786046" y="111144"/>
                </a:lnTo>
                <a:lnTo>
                  <a:pt x="3785813" y="110700"/>
                </a:lnTo>
                <a:lnTo>
                  <a:pt x="3785547" y="110303"/>
                </a:lnTo>
                <a:lnTo>
                  <a:pt x="3785250" y="109950"/>
                </a:lnTo>
                <a:lnTo>
                  <a:pt x="3784927" y="109638"/>
                </a:lnTo>
                <a:lnTo>
                  <a:pt x="3784578" y="109366"/>
                </a:lnTo>
                <a:lnTo>
                  <a:pt x="3784208" y="109129"/>
                </a:lnTo>
                <a:lnTo>
                  <a:pt x="3783819" y="108926"/>
                </a:lnTo>
                <a:lnTo>
                  <a:pt x="3783414" y="108755"/>
                </a:lnTo>
                <a:lnTo>
                  <a:pt x="3782995" y="108612"/>
                </a:lnTo>
                <a:lnTo>
                  <a:pt x="3782567" y="108495"/>
                </a:lnTo>
                <a:lnTo>
                  <a:pt x="3782130" y="108401"/>
                </a:lnTo>
                <a:lnTo>
                  <a:pt x="3781689" y="108328"/>
                </a:lnTo>
                <a:lnTo>
                  <a:pt x="3781246" y="108273"/>
                </a:lnTo>
                <a:lnTo>
                  <a:pt x="3780805" y="108234"/>
                </a:lnTo>
                <a:lnTo>
                  <a:pt x="3780367" y="108207"/>
                </a:lnTo>
                <a:lnTo>
                  <a:pt x="3779935" y="108191"/>
                </a:lnTo>
                <a:lnTo>
                  <a:pt x="3779513" y="108183"/>
                </a:lnTo>
                <a:lnTo>
                  <a:pt x="3779104" y="108180"/>
                </a:lnTo>
                <a:lnTo>
                  <a:pt x="3778710" y="108180"/>
                </a:lnTo>
                <a:lnTo>
                  <a:pt x="3770225" y="108180"/>
                </a:lnTo>
                <a:lnTo>
                  <a:pt x="3770225" y="74106"/>
                </a:lnTo>
                <a:lnTo>
                  <a:pt x="3770298" y="71761"/>
                </a:lnTo>
                <a:lnTo>
                  <a:pt x="3770512" y="69538"/>
                </a:lnTo>
                <a:lnTo>
                  <a:pt x="3770858" y="67436"/>
                </a:lnTo>
                <a:lnTo>
                  <a:pt x="3771328" y="65453"/>
                </a:lnTo>
                <a:lnTo>
                  <a:pt x="3771914" y="63585"/>
                </a:lnTo>
                <a:lnTo>
                  <a:pt x="3772608" y="61832"/>
                </a:lnTo>
                <a:lnTo>
                  <a:pt x="3773403" y="60191"/>
                </a:lnTo>
                <a:lnTo>
                  <a:pt x="3774289" y="58661"/>
                </a:lnTo>
                <a:lnTo>
                  <a:pt x="3775258" y="57238"/>
                </a:lnTo>
                <a:lnTo>
                  <a:pt x="3776304" y="55922"/>
                </a:lnTo>
                <a:lnTo>
                  <a:pt x="3777416" y="54711"/>
                </a:lnTo>
                <a:lnTo>
                  <a:pt x="3778589" y="53601"/>
                </a:lnTo>
                <a:lnTo>
                  <a:pt x="3779812" y="52592"/>
                </a:lnTo>
                <a:lnTo>
                  <a:pt x="3781078" y="51681"/>
                </a:lnTo>
                <a:lnTo>
                  <a:pt x="3782380" y="50867"/>
                </a:lnTo>
                <a:lnTo>
                  <a:pt x="3783708" y="50146"/>
                </a:lnTo>
                <a:lnTo>
                  <a:pt x="3785055" y="49518"/>
                </a:lnTo>
                <a:lnTo>
                  <a:pt x="3786413" y="48981"/>
                </a:lnTo>
                <a:lnTo>
                  <a:pt x="3787773" y="48531"/>
                </a:lnTo>
                <a:lnTo>
                  <a:pt x="3789127" y="48168"/>
                </a:lnTo>
                <a:lnTo>
                  <a:pt x="3790468" y="47889"/>
                </a:lnTo>
                <a:lnTo>
                  <a:pt x="3791787" y="47692"/>
                </a:lnTo>
                <a:lnTo>
                  <a:pt x="3793076" y="47575"/>
                </a:lnTo>
                <a:lnTo>
                  <a:pt x="3794327" y="47537"/>
                </a:lnTo>
                <a:lnTo>
                  <a:pt x="3795566" y="47565"/>
                </a:lnTo>
                <a:lnTo>
                  <a:pt x="3796728" y="47649"/>
                </a:lnTo>
                <a:lnTo>
                  <a:pt x="3797816" y="47791"/>
                </a:lnTo>
                <a:lnTo>
                  <a:pt x="3798832" y="47989"/>
                </a:lnTo>
                <a:lnTo>
                  <a:pt x="3799777" y="48246"/>
                </a:lnTo>
                <a:lnTo>
                  <a:pt x="3800655" y="48560"/>
                </a:lnTo>
                <a:lnTo>
                  <a:pt x="3801468" y="48932"/>
                </a:lnTo>
                <a:lnTo>
                  <a:pt x="3802216" y="49362"/>
                </a:lnTo>
                <a:lnTo>
                  <a:pt x="3802903" y="49852"/>
                </a:lnTo>
                <a:lnTo>
                  <a:pt x="3803531" y="50401"/>
                </a:lnTo>
                <a:lnTo>
                  <a:pt x="3804101" y="51009"/>
                </a:lnTo>
                <a:lnTo>
                  <a:pt x="3804616" y="51677"/>
                </a:lnTo>
                <a:lnTo>
                  <a:pt x="3805077" y="52405"/>
                </a:lnTo>
                <a:lnTo>
                  <a:pt x="3805488" y="53193"/>
                </a:lnTo>
                <a:lnTo>
                  <a:pt x="3805849" y="54043"/>
                </a:lnTo>
                <a:lnTo>
                  <a:pt x="3806164" y="54953"/>
                </a:lnTo>
                <a:lnTo>
                  <a:pt x="3806434" y="55925"/>
                </a:lnTo>
                <a:lnTo>
                  <a:pt x="3806661" y="56959"/>
                </a:lnTo>
                <a:lnTo>
                  <a:pt x="3806847" y="58055"/>
                </a:lnTo>
                <a:lnTo>
                  <a:pt x="3806995" y="59214"/>
                </a:lnTo>
                <a:lnTo>
                  <a:pt x="3807106" y="60435"/>
                </a:lnTo>
                <a:lnTo>
                  <a:pt x="3807183" y="61720"/>
                </a:lnTo>
                <a:lnTo>
                  <a:pt x="3807227" y="63068"/>
                </a:lnTo>
                <a:lnTo>
                  <a:pt x="3807242" y="64479"/>
                </a:lnTo>
                <a:lnTo>
                  <a:pt x="3807242" y="108180"/>
                </a:lnTo>
                <a:lnTo>
                  <a:pt x="3799726" y="108180"/>
                </a:lnTo>
                <a:lnTo>
                  <a:pt x="3799331" y="108180"/>
                </a:lnTo>
                <a:lnTo>
                  <a:pt x="3798922" y="108183"/>
                </a:lnTo>
                <a:lnTo>
                  <a:pt x="3798500" y="108191"/>
                </a:lnTo>
                <a:lnTo>
                  <a:pt x="3798069" y="108207"/>
                </a:lnTo>
                <a:lnTo>
                  <a:pt x="3797630" y="108234"/>
                </a:lnTo>
                <a:lnTo>
                  <a:pt x="3797189" y="108273"/>
                </a:lnTo>
                <a:lnTo>
                  <a:pt x="3796746" y="108328"/>
                </a:lnTo>
                <a:lnTo>
                  <a:pt x="3796305" y="108401"/>
                </a:lnTo>
                <a:lnTo>
                  <a:pt x="3795868" y="108495"/>
                </a:lnTo>
                <a:lnTo>
                  <a:pt x="3795440" y="108612"/>
                </a:lnTo>
                <a:lnTo>
                  <a:pt x="3795021" y="108755"/>
                </a:lnTo>
                <a:lnTo>
                  <a:pt x="3794616" y="108926"/>
                </a:lnTo>
                <a:lnTo>
                  <a:pt x="3794227" y="109129"/>
                </a:lnTo>
                <a:lnTo>
                  <a:pt x="3793857" y="109366"/>
                </a:lnTo>
                <a:lnTo>
                  <a:pt x="3793508" y="109638"/>
                </a:lnTo>
                <a:lnTo>
                  <a:pt x="3793185" y="109950"/>
                </a:lnTo>
                <a:lnTo>
                  <a:pt x="3792888" y="110303"/>
                </a:lnTo>
                <a:lnTo>
                  <a:pt x="3792622" y="110700"/>
                </a:lnTo>
                <a:lnTo>
                  <a:pt x="3792389" y="111144"/>
                </a:lnTo>
                <a:lnTo>
                  <a:pt x="3792192" y="111637"/>
                </a:lnTo>
                <a:lnTo>
                  <a:pt x="3792034" y="112182"/>
                </a:lnTo>
                <a:lnTo>
                  <a:pt x="3791918" y="112782"/>
                </a:lnTo>
                <a:lnTo>
                  <a:pt x="3791846" y="113439"/>
                </a:lnTo>
                <a:lnTo>
                  <a:pt x="3791821" y="114155"/>
                </a:lnTo>
                <a:lnTo>
                  <a:pt x="3791848" y="114848"/>
                </a:lnTo>
                <a:lnTo>
                  <a:pt x="3791925" y="115484"/>
                </a:lnTo>
                <a:lnTo>
                  <a:pt x="3792050" y="116064"/>
                </a:lnTo>
                <a:lnTo>
                  <a:pt x="3792219" y="116591"/>
                </a:lnTo>
                <a:lnTo>
                  <a:pt x="3792429" y="117069"/>
                </a:lnTo>
                <a:lnTo>
                  <a:pt x="3792676" y="117499"/>
                </a:lnTo>
                <a:lnTo>
                  <a:pt x="3792958" y="117883"/>
                </a:lnTo>
                <a:lnTo>
                  <a:pt x="3793270" y="118225"/>
                </a:lnTo>
                <a:lnTo>
                  <a:pt x="3793610" y="118527"/>
                </a:lnTo>
                <a:lnTo>
                  <a:pt x="3793974" y="118791"/>
                </a:lnTo>
                <a:lnTo>
                  <a:pt x="3794359" y="119019"/>
                </a:lnTo>
                <a:lnTo>
                  <a:pt x="3794761" y="119216"/>
                </a:lnTo>
                <a:lnTo>
                  <a:pt x="3795177" y="119382"/>
                </a:lnTo>
                <a:lnTo>
                  <a:pt x="3795604" y="119520"/>
                </a:lnTo>
                <a:lnTo>
                  <a:pt x="3796038" y="119634"/>
                </a:lnTo>
                <a:lnTo>
                  <a:pt x="3796476" y="119724"/>
                </a:lnTo>
                <a:lnTo>
                  <a:pt x="3796915" y="119795"/>
                </a:lnTo>
                <a:lnTo>
                  <a:pt x="3797351" y="119848"/>
                </a:lnTo>
                <a:lnTo>
                  <a:pt x="3797781" y="119886"/>
                </a:lnTo>
                <a:lnTo>
                  <a:pt x="3798202" y="119912"/>
                </a:lnTo>
                <a:lnTo>
                  <a:pt x="3798611" y="119927"/>
                </a:lnTo>
                <a:lnTo>
                  <a:pt x="3799003" y="119935"/>
                </a:lnTo>
                <a:lnTo>
                  <a:pt x="3799375" y="119938"/>
                </a:lnTo>
                <a:lnTo>
                  <a:pt x="3799726" y="119939"/>
                </a:lnTo>
                <a:lnTo>
                  <a:pt x="3829223" y="119939"/>
                </a:lnTo>
                <a:lnTo>
                  <a:pt x="3829571" y="119938"/>
                </a:lnTo>
                <a:lnTo>
                  <a:pt x="3829941" y="119935"/>
                </a:lnTo>
                <a:lnTo>
                  <a:pt x="3830328" y="119927"/>
                </a:lnTo>
                <a:lnTo>
                  <a:pt x="3830730" y="119912"/>
                </a:lnTo>
                <a:lnTo>
                  <a:pt x="3831144" y="119886"/>
                </a:lnTo>
                <a:lnTo>
                  <a:pt x="3831565" y="119848"/>
                </a:lnTo>
                <a:lnTo>
                  <a:pt x="3831992" y="119795"/>
                </a:lnTo>
                <a:lnTo>
                  <a:pt x="3832421" y="119724"/>
                </a:lnTo>
                <a:lnTo>
                  <a:pt x="3832848" y="119634"/>
                </a:lnTo>
                <a:lnTo>
                  <a:pt x="3833270" y="119520"/>
                </a:lnTo>
                <a:lnTo>
                  <a:pt x="3833685" y="119382"/>
                </a:lnTo>
                <a:lnTo>
                  <a:pt x="3834089" y="119216"/>
                </a:lnTo>
                <a:lnTo>
                  <a:pt x="3834480" y="119019"/>
                </a:lnTo>
                <a:lnTo>
                  <a:pt x="3834852" y="118791"/>
                </a:lnTo>
                <a:lnTo>
                  <a:pt x="3835205" y="118527"/>
                </a:lnTo>
                <a:lnTo>
                  <a:pt x="3835534" y="118225"/>
                </a:lnTo>
                <a:lnTo>
                  <a:pt x="3835836" y="117883"/>
                </a:lnTo>
                <a:lnTo>
                  <a:pt x="3836108" y="117499"/>
                </a:lnTo>
                <a:lnTo>
                  <a:pt x="3836347" y="117069"/>
                </a:lnTo>
                <a:lnTo>
                  <a:pt x="3836549" y="116591"/>
                </a:lnTo>
                <a:lnTo>
                  <a:pt x="3836712" y="116064"/>
                </a:lnTo>
                <a:lnTo>
                  <a:pt x="3836833" y="115484"/>
                </a:lnTo>
                <a:lnTo>
                  <a:pt x="3836907" y="114848"/>
                </a:lnTo>
                <a:lnTo>
                  <a:pt x="3836933" y="114155"/>
                </a:lnTo>
                <a:lnTo>
                  <a:pt x="3836908" y="113439"/>
                </a:lnTo>
                <a:lnTo>
                  <a:pt x="3836836" y="112782"/>
                </a:lnTo>
                <a:lnTo>
                  <a:pt x="3836720" y="112182"/>
                </a:lnTo>
                <a:lnTo>
                  <a:pt x="3836562" y="111637"/>
                </a:lnTo>
                <a:lnTo>
                  <a:pt x="3836365" y="111144"/>
                </a:lnTo>
                <a:lnTo>
                  <a:pt x="3836132" y="110700"/>
                </a:lnTo>
                <a:close/>
                <a:moveTo>
                  <a:pt x="4431973" y="93006"/>
                </a:moveTo>
                <a:lnTo>
                  <a:pt x="4431911" y="92576"/>
                </a:lnTo>
                <a:lnTo>
                  <a:pt x="4431829" y="92154"/>
                </a:lnTo>
                <a:lnTo>
                  <a:pt x="4431723" y="91742"/>
                </a:lnTo>
                <a:lnTo>
                  <a:pt x="4431591" y="91343"/>
                </a:lnTo>
                <a:lnTo>
                  <a:pt x="4431429" y="90957"/>
                </a:lnTo>
                <a:lnTo>
                  <a:pt x="4431235" y="90587"/>
                </a:lnTo>
                <a:lnTo>
                  <a:pt x="4431006" y="90236"/>
                </a:lnTo>
                <a:lnTo>
                  <a:pt x="4430739" y="89904"/>
                </a:lnTo>
                <a:lnTo>
                  <a:pt x="4430431" y="89595"/>
                </a:lnTo>
                <a:lnTo>
                  <a:pt x="4430079" y="89309"/>
                </a:lnTo>
                <a:lnTo>
                  <a:pt x="4429680" y="89050"/>
                </a:lnTo>
                <a:lnTo>
                  <a:pt x="4429232" y="88819"/>
                </a:lnTo>
                <a:lnTo>
                  <a:pt x="4428730" y="88617"/>
                </a:lnTo>
                <a:lnTo>
                  <a:pt x="4428173" y="88448"/>
                </a:lnTo>
                <a:lnTo>
                  <a:pt x="4427558" y="88313"/>
                </a:lnTo>
                <a:lnTo>
                  <a:pt x="4426881" y="88214"/>
                </a:lnTo>
                <a:lnTo>
                  <a:pt x="4426139" y="88154"/>
                </a:lnTo>
                <a:lnTo>
                  <a:pt x="4425330" y="88133"/>
                </a:lnTo>
                <a:lnTo>
                  <a:pt x="4424567" y="88154"/>
                </a:lnTo>
                <a:lnTo>
                  <a:pt x="4423865" y="88214"/>
                </a:lnTo>
                <a:lnTo>
                  <a:pt x="4423223" y="88313"/>
                </a:lnTo>
                <a:lnTo>
                  <a:pt x="4422636" y="88447"/>
                </a:lnTo>
                <a:lnTo>
                  <a:pt x="4422104" y="88616"/>
                </a:lnTo>
                <a:lnTo>
                  <a:pt x="4421623" y="88816"/>
                </a:lnTo>
                <a:lnTo>
                  <a:pt x="4421191" y="89045"/>
                </a:lnTo>
                <a:lnTo>
                  <a:pt x="4420804" y="89302"/>
                </a:lnTo>
                <a:lnTo>
                  <a:pt x="4420461" y="89584"/>
                </a:lnTo>
                <a:lnTo>
                  <a:pt x="4420160" y="89890"/>
                </a:lnTo>
                <a:lnTo>
                  <a:pt x="4419896" y="90217"/>
                </a:lnTo>
                <a:lnTo>
                  <a:pt x="4419668" y="90563"/>
                </a:lnTo>
                <a:lnTo>
                  <a:pt x="4419473" y="90926"/>
                </a:lnTo>
                <a:lnTo>
                  <a:pt x="4419309" y="91304"/>
                </a:lnTo>
                <a:lnTo>
                  <a:pt x="4419173" y="91695"/>
                </a:lnTo>
                <a:lnTo>
                  <a:pt x="4419062" y="92097"/>
                </a:lnTo>
                <a:lnTo>
                  <a:pt x="4418974" y="92507"/>
                </a:lnTo>
                <a:lnTo>
                  <a:pt x="4418906" y="92924"/>
                </a:lnTo>
                <a:lnTo>
                  <a:pt x="4418855" y="93345"/>
                </a:lnTo>
                <a:lnTo>
                  <a:pt x="4418820" y="93769"/>
                </a:lnTo>
                <a:lnTo>
                  <a:pt x="4418797" y="94193"/>
                </a:lnTo>
                <a:lnTo>
                  <a:pt x="4418783" y="94616"/>
                </a:lnTo>
                <a:lnTo>
                  <a:pt x="4418777" y="95034"/>
                </a:lnTo>
                <a:lnTo>
                  <a:pt x="4418776" y="95447"/>
                </a:lnTo>
                <a:lnTo>
                  <a:pt x="4418697" y="96887"/>
                </a:lnTo>
                <a:lnTo>
                  <a:pt x="4418513" y="98227"/>
                </a:lnTo>
                <a:lnTo>
                  <a:pt x="4418232" y="99469"/>
                </a:lnTo>
                <a:lnTo>
                  <a:pt x="4417861" y="100618"/>
                </a:lnTo>
                <a:lnTo>
                  <a:pt x="4417407" y="101676"/>
                </a:lnTo>
                <a:lnTo>
                  <a:pt x="4416879" y="102648"/>
                </a:lnTo>
                <a:lnTo>
                  <a:pt x="4416283" y="103537"/>
                </a:lnTo>
                <a:lnTo>
                  <a:pt x="4415628" y="104345"/>
                </a:lnTo>
                <a:lnTo>
                  <a:pt x="4414920" y="105078"/>
                </a:lnTo>
                <a:lnTo>
                  <a:pt x="4414168" y="105738"/>
                </a:lnTo>
                <a:lnTo>
                  <a:pt x="4413378" y="106329"/>
                </a:lnTo>
                <a:lnTo>
                  <a:pt x="4412559" y="106854"/>
                </a:lnTo>
                <a:lnTo>
                  <a:pt x="4411718" y="107317"/>
                </a:lnTo>
                <a:lnTo>
                  <a:pt x="4410862" y="107721"/>
                </a:lnTo>
                <a:lnTo>
                  <a:pt x="4410000" y="108070"/>
                </a:lnTo>
                <a:lnTo>
                  <a:pt x="4409137" y="108368"/>
                </a:lnTo>
                <a:lnTo>
                  <a:pt x="4408283" y="108617"/>
                </a:lnTo>
                <a:lnTo>
                  <a:pt x="4407444" y="108822"/>
                </a:lnTo>
                <a:lnTo>
                  <a:pt x="4406629" y="108985"/>
                </a:lnTo>
                <a:lnTo>
                  <a:pt x="4405844" y="109111"/>
                </a:lnTo>
                <a:lnTo>
                  <a:pt x="4405097" y="109203"/>
                </a:lnTo>
                <a:lnTo>
                  <a:pt x="4404396" y="109264"/>
                </a:lnTo>
                <a:lnTo>
                  <a:pt x="4403748" y="109299"/>
                </a:lnTo>
                <a:lnTo>
                  <a:pt x="4403161" y="109309"/>
                </a:lnTo>
                <a:lnTo>
                  <a:pt x="4401382" y="109258"/>
                </a:lnTo>
                <a:lnTo>
                  <a:pt x="4399751" y="109110"/>
                </a:lnTo>
                <a:lnTo>
                  <a:pt x="4398261" y="108870"/>
                </a:lnTo>
                <a:lnTo>
                  <a:pt x="4396907" y="108545"/>
                </a:lnTo>
                <a:lnTo>
                  <a:pt x="4395682" y="108143"/>
                </a:lnTo>
                <a:lnTo>
                  <a:pt x="4394579" y="107670"/>
                </a:lnTo>
                <a:lnTo>
                  <a:pt x="4393592" y="107132"/>
                </a:lnTo>
                <a:lnTo>
                  <a:pt x="4392715" y="106535"/>
                </a:lnTo>
                <a:lnTo>
                  <a:pt x="4391941" y="105888"/>
                </a:lnTo>
                <a:lnTo>
                  <a:pt x="4391263" y="105195"/>
                </a:lnTo>
                <a:lnTo>
                  <a:pt x="4390676" y="104464"/>
                </a:lnTo>
                <a:lnTo>
                  <a:pt x="4390172" y="103702"/>
                </a:lnTo>
                <a:lnTo>
                  <a:pt x="4389746" y="102914"/>
                </a:lnTo>
                <a:lnTo>
                  <a:pt x="4389391" y="102108"/>
                </a:lnTo>
                <a:lnTo>
                  <a:pt x="4389100" y="101290"/>
                </a:lnTo>
                <a:lnTo>
                  <a:pt x="4388867" y="100467"/>
                </a:lnTo>
                <a:lnTo>
                  <a:pt x="4388685" y="99645"/>
                </a:lnTo>
                <a:lnTo>
                  <a:pt x="4388549" y="98832"/>
                </a:lnTo>
                <a:lnTo>
                  <a:pt x="4388451" y="98032"/>
                </a:lnTo>
                <a:lnTo>
                  <a:pt x="4388386" y="97254"/>
                </a:lnTo>
                <a:lnTo>
                  <a:pt x="4388346" y="96504"/>
                </a:lnTo>
                <a:lnTo>
                  <a:pt x="4388325" y="95787"/>
                </a:lnTo>
                <a:lnTo>
                  <a:pt x="4388318" y="95112"/>
                </a:lnTo>
                <a:lnTo>
                  <a:pt x="4388317" y="94485"/>
                </a:lnTo>
                <a:lnTo>
                  <a:pt x="4388317" y="48666"/>
                </a:lnTo>
                <a:lnTo>
                  <a:pt x="4419932" y="48666"/>
                </a:lnTo>
                <a:lnTo>
                  <a:pt x="4420303" y="48666"/>
                </a:lnTo>
                <a:lnTo>
                  <a:pt x="4420691" y="48663"/>
                </a:lnTo>
                <a:lnTo>
                  <a:pt x="4421094" y="48655"/>
                </a:lnTo>
                <a:lnTo>
                  <a:pt x="4421508" y="48639"/>
                </a:lnTo>
                <a:lnTo>
                  <a:pt x="4421930" y="48614"/>
                </a:lnTo>
                <a:lnTo>
                  <a:pt x="4422357" y="48576"/>
                </a:lnTo>
                <a:lnTo>
                  <a:pt x="4422787" y="48523"/>
                </a:lnTo>
                <a:lnTo>
                  <a:pt x="4423217" y="48452"/>
                </a:lnTo>
                <a:lnTo>
                  <a:pt x="4423643" y="48361"/>
                </a:lnTo>
                <a:lnTo>
                  <a:pt x="4424064" y="48248"/>
                </a:lnTo>
                <a:lnTo>
                  <a:pt x="4424474" y="48109"/>
                </a:lnTo>
                <a:lnTo>
                  <a:pt x="4424873" y="47943"/>
                </a:lnTo>
                <a:lnTo>
                  <a:pt x="4425257" y="47747"/>
                </a:lnTo>
                <a:lnTo>
                  <a:pt x="4425623" y="47518"/>
                </a:lnTo>
                <a:lnTo>
                  <a:pt x="4425967" y="47254"/>
                </a:lnTo>
                <a:lnTo>
                  <a:pt x="4426288" y="46952"/>
                </a:lnTo>
                <a:lnTo>
                  <a:pt x="4426582" y="46611"/>
                </a:lnTo>
                <a:lnTo>
                  <a:pt x="4426847" y="46226"/>
                </a:lnTo>
                <a:lnTo>
                  <a:pt x="4427079" y="45796"/>
                </a:lnTo>
                <a:lnTo>
                  <a:pt x="4427275" y="45319"/>
                </a:lnTo>
                <a:lnTo>
                  <a:pt x="4427433" y="44791"/>
                </a:lnTo>
                <a:lnTo>
                  <a:pt x="4427549" y="44211"/>
                </a:lnTo>
                <a:lnTo>
                  <a:pt x="4427621" y="43576"/>
                </a:lnTo>
                <a:lnTo>
                  <a:pt x="4427645" y="42882"/>
                </a:lnTo>
                <a:lnTo>
                  <a:pt x="4427622" y="42166"/>
                </a:lnTo>
                <a:lnTo>
                  <a:pt x="4427553" y="41509"/>
                </a:lnTo>
                <a:lnTo>
                  <a:pt x="4427441" y="40909"/>
                </a:lnTo>
                <a:lnTo>
                  <a:pt x="4427288" y="40364"/>
                </a:lnTo>
                <a:lnTo>
                  <a:pt x="4427099" y="39870"/>
                </a:lnTo>
                <a:lnTo>
                  <a:pt x="4426874" y="39426"/>
                </a:lnTo>
                <a:lnTo>
                  <a:pt x="4426618" y="39029"/>
                </a:lnTo>
                <a:lnTo>
                  <a:pt x="4426331" y="38675"/>
                </a:lnTo>
                <a:lnTo>
                  <a:pt x="4426019" y="38364"/>
                </a:lnTo>
                <a:lnTo>
                  <a:pt x="4425682" y="38091"/>
                </a:lnTo>
                <a:lnTo>
                  <a:pt x="4425323" y="37854"/>
                </a:lnTo>
                <a:lnTo>
                  <a:pt x="4424946" y="37651"/>
                </a:lnTo>
                <a:lnTo>
                  <a:pt x="4424553" y="37480"/>
                </a:lnTo>
                <a:lnTo>
                  <a:pt x="4424146" y="37337"/>
                </a:lnTo>
                <a:lnTo>
                  <a:pt x="4423729" y="37219"/>
                </a:lnTo>
                <a:lnTo>
                  <a:pt x="4423303" y="37126"/>
                </a:lnTo>
                <a:lnTo>
                  <a:pt x="4422873" y="37053"/>
                </a:lnTo>
                <a:lnTo>
                  <a:pt x="4422439" y="36998"/>
                </a:lnTo>
                <a:lnTo>
                  <a:pt x="4422006" y="36958"/>
                </a:lnTo>
                <a:lnTo>
                  <a:pt x="4421575" y="36932"/>
                </a:lnTo>
                <a:lnTo>
                  <a:pt x="4421150" y="36916"/>
                </a:lnTo>
                <a:lnTo>
                  <a:pt x="4420732" y="36908"/>
                </a:lnTo>
                <a:lnTo>
                  <a:pt x="4420325" y="36905"/>
                </a:lnTo>
                <a:lnTo>
                  <a:pt x="4419932" y="36904"/>
                </a:lnTo>
                <a:lnTo>
                  <a:pt x="4388317" y="36904"/>
                </a:lnTo>
                <a:lnTo>
                  <a:pt x="4388317" y="21097"/>
                </a:lnTo>
                <a:lnTo>
                  <a:pt x="4388316" y="20636"/>
                </a:lnTo>
                <a:lnTo>
                  <a:pt x="4388313" y="20171"/>
                </a:lnTo>
                <a:lnTo>
                  <a:pt x="4388304" y="19705"/>
                </a:lnTo>
                <a:lnTo>
                  <a:pt x="4388287" y="19239"/>
                </a:lnTo>
                <a:lnTo>
                  <a:pt x="4388258" y="18775"/>
                </a:lnTo>
                <a:lnTo>
                  <a:pt x="4388214" y="18315"/>
                </a:lnTo>
                <a:lnTo>
                  <a:pt x="4388154" y="17862"/>
                </a:lnTo>
                <a:lnTo>
                  <a:pt x="4388074" y="17418"/>
                </a:lnTo>
                <a:lnTo>
                  <a:pt x="4387971" y="16985"/>
                </a:lnTo>
                <a:lnTo>
                  <a:pt x="4387843" y="16564"/>
                </a:lnTo>
                <a:lnTo>
                  <a:pt x="4387686" y="16158"/>
                </a:lnTo>
                <a:lnTo>
                  <a:pt x="4387497" y="15770"/>
                </a:lnTo>
                <a:lnTo>
                  <a:pt x="4387275" y="15400"/>
                </a:lnTo>
                <a:lnTo>
                  <a:pt x="4387015" y="15052"/>
                </a:lnTo>
                <a:lnTo>
                  <a:pt x="4386716" y="14727"/>
                </a:lnTo>
                <a:lnTo>
                  <a:pt x="4386374" y="14427"/>
                </a:lnTo>
                <a:lnTo>
                  <a:pt x="4385986" y="14154"/>
                </a:lnTo>
                <a:lnTo>
                  <a:pt x="4385551" y="13912"/>
                </a:lnTo>
                <a:lnTo>
                  <a:pt x="4385063" y="13700"/>
                </a:lnTo>
                <a:lnTo>
                  <a:pt x="4384522" y="13523"/>
                </a:lnTo>
                <a:lnTo>
                  <a:pt x="4383924" y="13381"/>
                </a:lnTo>
                <a:lnTo>
                  <a:pt x="4383266" y="13277"/>
                </a:lnTo>
                <a:lnTo>
                  <a:pt x="4382546" y="13214"/>
                </a:lnTo>
                <a:lnTo>
                  <a:pt x="4381760" y="13192"/>
                </a:lnTo>
                <a:lnTo>
                  <a:pt x="4380951" y="13213"/>
                </a:lnTo>
                <a:lnTo>
                  <a:pt x="4380210" y="13274"/>
                </a:lnTo>
                <a:lnTo>
                  <a:pt x="4379533" y="13373"/>
                </a:lnTo>
                <a:lnTo>
                  <a:pt x="4378918" y="13510"/>
                </a:lnTo>
                <a:lnTo>
                  <a:pt x="4378361" y="13681"/>
                </a:lnTo>
                <a:lnTo>
                  <a:pt x="4377860" y="13885"/>
                </a:lnTo>
                <a:lnTo>
                  <a:pt x="4377412" y="14120"/>
                </a:lnTo>
                <a:lnTo>
                  <a:pt x="4377013" y="14384"/>
                </a:lnTo>
                <a:lnTo>
                  <a:pt x="4376661" y="14676"/>
                </a:lnTo>
                <a:lnTo>
                  <a:pt x="4376353" y="14994"/>
                </a:lnTo>
                <a:lnTo>
                  <a:pt x="4376086" y="15335"/>
                </a:lnTo>
                <a:lnTo>
                  <a:pt x="4375857" y="15698"/>
                </a:lnTo>
                <a:lnTo>
                  <a:pt x="4375664" y="16081"/>
                </a:lnTo>
                <a:lnTo>
                  <a:pt x="4375502" y="16483"/>
                </a:lnTo>
                <a:lnTo>
                  <a:pt x="4375370" y="16901"/>
                </a:lnTo>
                <a:lnTo>
                  <a:pt x="4375264" y="17333"/>
                </a:lnTo>
                <a:lnTo>
                  <a:pt x="4375182" y="17779"/>
                </a:lnTo>
                <a:lnTo>
                  <a:pt x="4375120" y="18235"/>
                </a:lnTo>
                <a:lnTo>
                  <a:pt x="4375075" y="18700"/>
                </a:lnTo>
                <a:lnTo>
                  <a:pt x="4375045" y="19172"/>
                </a:lnTo>
                <a:lnTo>
                  <a:pt x="4375027" y="19650"/>
                </a:lnTo>
                <a:lnTo>
                  <a:pt x="4375018" y="20131"/>
                </a:lnTo>
                <a:lnTo>
                  <a:pt x="4375015" y="20614"/>
                </a:lnTo>
                <a:lnTo>
                  <a:pt x="4375014" y="21097"/>
                </a:lnTo>
                <a:lnTo>
                  <a:pt x="4375014" y="36904"/>
                </a:lnTo>
                <a:lnTo>
                  <a:pt x="4358240" y="36904"/>
                </a:lnTo>
                <a:lnTo>
                  <a:pt x="4357846" y="36905"/>
                </a:lnTo>
                <a:lnTo>
                  <a:pt x="4357436" y="36908"/>
                </a:lnTo>
                <a:lnTo>
                  <a:pt x="4357015" y="36916"/>
                </a:lnTo>
                <a:lnTo>
                  <a:pt x="4356583" y="36932"/>
                </a:lnTo>
                <a:lnTo>
                  <a:pt x="4356145" y="36958"/>
                </a:lnTo>
                <a:lnTo>
                  <a:pt x="4355703" y="36998"/>
                </a:lnTo>
                <a:lnTo>
                  <a:pt x="4355260" y="37053"/>
                </a:lnTo>
                <a:lnTo>
                  <a:pt x="4354819" y="37126"/>
                </a:lnTo>
                <a:lnTo>
                  <a:pt x="4354383" y="37219"/>
                </a:lnTo>
                <a:lnTo>
                  <a:pt x="4353954" y="37337"/>
                </a:lnTo>
                <a:lnTo>
                  <a:pt x="4353536" y="37480"/>
                </a:lnTo>
                <a:lnTo>
                  <a:pt x="4353131" y="37651"/>
                </a:lnTo>
                <a:lnTo>
                  <a:pt x="4352742" y="37854"/>
                </a:lnTo>
                <a:lnTo>
                  <a:pt x="4352371" y="38091"/>
                </a:lnTo>
                <a:lnTo>
                  <a:pt x="4352023" y="38364"/>
                </a:lnTo>
                <a:lnTo>
                  <a:pt x="4351699" y="38675"/>
                </a:lnTo>
                <a:lnTo>
                  <a:pt x="4351403" y="39029"/>
                </a:lnTo>
                <a:lnTo>
                  <a:pt x="4351137" y="39426"/>
                </a:lnTo>
                <a:lnTo>
                  <a:pt x="4350904" y="39870"/>
                </a:lnTo>
                <a:lnTo>
                  <a:pt x="4350707" y="40364"/>
                </a:lnTo>
                <a:lnTo>
                  <a:pt x="4350549" y="40909"/>
                </a:lnTo>
                <a:lnTo>
                  <a:pt x="4350432" y="41509"/>
                </a:lnTo>
                <a:lnTo>
                  <a:pt x="4350360" y="42166"/>
                </a:lnTo>
                <a:lnTo>
                  <a:pt x="4350336" y="42882"/>
                </a:lnTo>
                <a:lnTo>
                  <a:pt x="4350360" y="43576"/>
                </a:lnTo>
                <a:lnTo>
                  <a:pt x="4350432" y="44211"/>
                </a:lnTo>
                <a:lnTo>
                  <a:pt x="4350548" y="44791"/>
                </a:lnTo>
                <a:lnTo>
                  <a:pt x="4350706" y="45319"/>
                </a:lnTo>
                <a:lnTo>
                  <a:pt x="4350902" y="45796"/>
                </a:lnTo>
                <a:lnTo>
                  <a:pt x="4351134" y="46226"/>
                </a:lnTo>
                <a:lnTo>
                  <a:pt x="4351398" y="46611"/>
                </a:lnTo>
                <a:lnTo>
                  <a:pt x="4351692" y="46952"/>
                </a:lnTo>
                <a:lnTo>
                  <a:pt x="4352013" y="47254"/>
                </a:lnTo>
                <a:lnTo>
                  <a:pt x="4352357" y="47518"/>
                </a:lnTo>
                <a:lnTo>
                  <a:pt x="4352723" y="47747"/>
                </a:lnTo>
                <a:lnTo>
                  <a:pt x="4353106" y="47943"/>
                </a:lnTo>
                <a:lnTo>
                  <a:pt x="4353505" y="48109"/>
                </a:lnTo>
                <a:lnTo>
                  <a:pt x="4353916" y="48248"/>
                </a:lnTo>
                <a:lnTo>
                  <a:pt x="4354336" y="48361"/>
                </a:lnTo>
                <a:lnTo>
                  <a:pt x="4354762" y="48452"/>
                </a:lnTo>
                <a:lnTo>
                  <a:pt x="4355191" y="48523"/>
                </a:lnTo>
                <a:lnTo>
                  <a:pt x="4355621" y="48576"/>
                </a:lnTo>
                <a:lnTo>
                  <a:pt x="4356049" y="48614"/>
                </a:lnTo>
                <a:lnTo>
                  <a:pt x="4356471" y="48639"/>
                </a:lnTo>
                <a:lnTo>
                  <a:pt x="4356885" y="48655"/>
                </a:lnTo>
                <a:lnTo>
                  <a:pt x="4357287" y="48663"/>
                </a:lnTo>
                <a:lnTo>
                  <a:pt x="4357675" y="48666"/>
                </a:lnTo>
                <a:lnTo>
                  <a:pt x="4358046" y="48666"/>
                </a:lnTo>
                <a:lnTo>
                  <a:pt x="4375014" y="48666"/>
                </a:lnTo>
                <a:lnTo>
                  <a:pt x="4375014" y="95641"/>
                </a:lnTo>
                <a:lnTo>
                  <a:pt x="4375082" y="97892"/>
                </a:lnTo>
                <a:lnTo>
                  <a:pt x="4375280" y="100025"/>
                </a:lnTo>
                <a:lnTo>
                  <a:pt x="4375605" y="102041"/>
                </a:lnTo>
                <a:lnTo>
                  <a:pt x="4376050" y="103944"/>
                </a:lnTo>
                <a:lnTo>
                  <a:pt x="4376611" y="105734"/>
                </a:lnTo>
                <a:lnTo>
                  <a:pt x="4377282" y="107413"/>
                </a:lnTo>
                <a:lnTo>
                  <a:pt x="4378058" y="108985"/>
                </a:lnTo>
                <a:lnTo>
                  <a:pt x="4378934" y="110450"/>
                </a:lnTo>
                <a:lnTo>
                  <a:pt x="4379904" y="111811"/>
                </a:lnTo>
                <a:lnTo>
                  <a:pt x="4380963" y="113069"/>
                </a:lnTo>
                <a:lnTo>
                  <a:pt x="4382106" y="114227"/>
                </a:lnTo>
                <a:lnTo>
                  <a:pt x="4383328" y="115287"/>
                </a:lnTo>
                <a:lnTo>
                  <a:pt x="4384622" y="116251"/>
                </a:lnTo>
                <a:lnTo>
                  <a:pt x="4385985" y="117120"/>
                </a:lnTo>
                <a:lnTo>
                  <a:pt x="4387411" y="117898"/>
                </a:lnTo>
                <a:lnTo>
                  <a:pt x="4388894" y="118584"/>
                </a:lnTo>
                <a:lnTo>
                  <a:pt x="4390429" y="119183"/>
                </a:lnTo>
                <a:lnTo>
                  <a:pt x="4392012" y="119695"/>
                </a:lnTo>
                <a:lnTo>
                  <a:pt x="4393636" y="120123"/>
                </a:lnTo>
                <a:lnTo>
                  <a:pt x="4395296" y="120469"/>
                </a:lnTo>
                <a:lnTo>
                  <a:pt x="4396988" y="120734"/>
                </a:lnTo>
                <a:lnTo>
                  <a:pt x="4398705" y="120921"/>
                </a:lnTo>
                <a:lnTo>
                  <a:pt x="4400443" y="121032"/>
                </a:lnTo>
                <a:lnTo>
                  <a:pt x="4402196" y="121068"/>
                </a:lnTo>
                <a:lnTo>
                  <a:pt x="4403985" y="121025"/>
                </a:lnTo>
                <a:lnTo>
                  <a:pt x="4405781" y="120895"/>
                </a:lnTo>
                <a:lnTo>
                  <a:pt x="4407577" y="120679"/>
                </a:lnTo>
                <a:lnTo>
                  <a:pt x="4409364" y="120375"/>
                </a:lnTo>
                <a:lnTo>
                  <a:pt x="4411135" y="119984"/>
                </a:lnTo>
                <a:lnTo>
                  <a:pt x="4412884" y="119505"/>
                </a:lnTo>
                <a:lnTo>
                  <a:pt x="4414603" y="118939"/>
                </a:lnTo>
                <a:lnTo>
                  <a:pt x="4416285" y="118284"/>
                </a:lnTo>
                <a:lnTo>
                  <a:pt x="4417921" y="117542"/>
                </a:lnTo>
                <a:lnTo>
                  <a:pt x="4419505" y="116710"/>
                </a:lnTo>
                <a:lnTo>
                  <a:pt x="4421030" y="115790"/>
                </a:lnTo>
                <a:lnTo>
                  <a:pt x="4422488" y="114781"/>
                </a:lnTo>
                <a:lnTo>
                  <a:pt x="4423871" y="113683"/>
                </a:lnTo>
                <a:lnTo>
                  <a:pt x="4425173" y="112495"/>
                </a:lnTo>
                <a:lnTo>
                  <a:pt x="4426386" y="111217"/>
                </a:lnTo>
                <a:lnTo>
                  <a:pt x="4427502" y="109850"/>
                </a:lnTo>
                <a:lnTo>
                  <a:pt x="4428514" y="108392"/>
                </a:lnTo>
                <a:lnTo>
                  <a:pt x="4429416" y="106844"/>
                </a:lnTo>
                <a:lnTo>
                  <a:pt x="4430199" y="105205"/>
                </a:lnTo>
                <a:lnTo>
                  <a:pt x="4430856" y="103475"/>
                </a:lnTo>
                <a:lnTo>
                  <a:pt x="4431380" y="101654"/>
                </a:lnTo>
                <a:lnTo>
                  <a:pt x="4431763" y="99741"/>
                </a:lnTo>
                <a:lnTo>
                  <a:pt x="4431999" y="97737"/>
                </a:lnTo>
                <a:lnTo>
                  <a:pt x="4432079" y="95641"/>
                </a:lnTo>
                <a:lnTo>
                  <a:pt x="4432078" y="95205"/>
                </a:lnTo>
                <a:lnTo>
                  <a:pt x="4432075" y="94765"/>
                </a:lnTo>
                <a:lnTo>
                  <a:pt x="4432065" y="94323"/>
                </a:lnTo>
                <a:lnTo>
                  <a:pt x="4432047" y="93881"/>
                </a:lnTo>
                <a:lnTo>
                  <a:pt x="4432018" y="93441"/>
                </a:lnTo>
                <a:lnTo>
                  <a:pt x="4431973" y="93006"/>
                </a:lnTo>
                <a:close/>
                <a:moveTo>
                  <a:pt x="3723404" y="92576"/>
                </a:moveTo>
                <a:lnTo>
                  <a:pt x="3723321" y="92154"/>
                </a:lnTo>
                <a:lnTo>
                  <a:pt x="3723215" y="91742"/>
                </a:lnTo>
                <a:lnTo>
                  <a:pt x="3723083" y="91343"/>
                </a:lnTo>
                <a:lnTo>
                  <a:pt x="3722921" y="90957"/>
                </a:lnTo>
                <a:lnTo>
                  <a:pt x="3722727" y="90587"/>
                </a:lnTo>
                <a:lnTo>
                  <a:pt x="3722498" y="90236"/>
                </a:lnTo>
                <a:lnTo>
                  <a:pt x="3722231" y="89904"/>
                </a:lnTo>
                <a:lnTo>
                  <a:pt x="3721923" y="89595"/>
                </a:lnTo>
                <a:lnTo>
                  <a:pt x="3721571" y="89309"/>
                </a:lnTo>
                <a:lnTo>
                  <a:pt x="3721173" y="89050"/>
                </a:lnTo>
                <a:lnTo>
                  <a:pt x="3720724" y="88819"/>
                </a:lnTo>
                <a:lnTo>
                  <a:pt x="3720223" y="88617"/>
                </a:lnTo>
                <a:lnTo>
                  <a:pt x="3719666" y="88448"/>
                </a:lnTo>
                <a:lnTo>
                  <a:pt x="3719050" y="88313"/>
                </a:lnTo>
                <a:lnTo>
                  <a:pt x="3718373" y="88214"/>
                </a:lnTo>
                <a:lnTo>
                  <a:pt x="3717631" y="88154"/>
                </a:lnTo>
                <a:lnTo>
                  <a:pt x="3716823" y="88133"/>
                </a:lnTo>
                <a:lnTo>
                  <a:pt x="3716059" y="88154"/>
                </a:lnTo>
                <a:lnTo>
                  <a:pt x="3715358" y="88214"/>
                </a:lnTo>
                <a:lnTo>
                  <a:pt x="3714715" y="88313"/>
                </a:lnTo>
                <a:lnTo>
                  <a:pt x="3714129" y="88447"/>
                </a:lnTo>
                <a:lnTo>
                  <a:pt x="3713596" y="88616"/>
                </a:lnTo>
                <a:lnTo>
                  <a:pt x="3713115" y="88816"/>
                </a:lnTo>
                <a:lnTo>
                  <a:pt x="3712683" y="89045"/>
                </a:lnTo>
                <a:lnTo>
                  <a:pt x="3712297" y="89302"/>
                </a:lnTo>
                <a:lnTo>
                  <a:pt x="3711954" y="89584"/>
                </a:lnTo>
                <a:lnTo>
                  <a:pt x="3711652" y="89890"/>
                </a:lnTo>
                <a:lnTo>
                  <a:pt x="3711388" y="90217"/>
                </a:lnTo>
                <a:lnTo>
                  <a:pt x="3711160" y="90563"/>
                </a:lnTo>
                <a:lnTo>
                  <a:pt x="3710966" y="90926"/>
                </a:lnTo>
                <a:lnTo>
                  <a:pt x="3710801" y="91304"/>
                </a:lnTo>
                <a:lnTo>
                  <a:pt x="3710665" y="91695"/>
                </a:lnTo>
                <a:lnTo>
                  <a:pt x="3710554" y="92097"/>
                </a:lnTo>
                <a:lnTo>
                  <a:pt x="3710466" y="92507"/>
                </a:lnTo>
                <a:lnTo>
                  <a:pt x="3710398" y="92924"/>
                </a:lnTo>
                <a:lnTo>
                  <a:pt x="3710348" y="93345"/>
                </a:lnTo>
                <a:lnTo>
                  <a:pt x="3710312" y="93769"/>
                </a:lnTo>
                <a:lnTo>
                  <a:pt x="3710289" y="94193"/>
                </a:lnTo>
                <a:lnTo>
                  <a:pt x="3710276" y="94616"/>
                </a:lnTo>
                <a:lnTo>
                  <a:pt x="3710270" y="95034"/>
                </a:lnTo>
                <a:lnTo>
                  <a:pt x="3710268" y="95447"/>
                </a:lnTo>
                <a:lnTo>
                  <a:pt x="3710189" y="96887"/>
                </a:lnTo>
                <a:lnTo>
                  <a:pt x="3710006" y="98227"/>
                </a:lnTo>
                <a:lnTo>
                  <a:pt x="3709724" y="99469"/>
                </a:lnTo>
                <a:lnTo>
                  <a:pt x="3709353" y="100618"/>
                </a:lnTo>
                <a:lnTo>
                  <a:pt x="3708900" y="101676"/>
                </a:lnTo>
                <a:lnTo>
                  <a:pt x="3708371" y="102648"/>
                </a:lnTo>
                <a:lnTo>
                  <a:pt x="3707776" y="103537"/>
                </a:lnTo>
                <a:lnTo>
                  <a:pt x="3707120" y="104345"/>
                </a:lnTo>
                <a:lnTo>
                  <a:pt x="3706413" y="105078"/>
                </a:lnTo>
                <a:lnTo>
                  <a:pt x="3705660" y="105738"/>
                </a:lnTo>
                <a:lnTo>
                  <a:pt x="3704871" y="106329"/>
                </a:lnTo>
                <a:lnTo>
                  <a:pt x="3704052" y="106854"/>
                </a:lnTo>
                <a:lnTo>
                  <a:pt x="3703210" y="107317"/>
                </a:lnTo>
                <a:lnTo>
                  <a:pt x="3702355" y="107721"/>
                </a:lnTo>
                <a:lnTo>
                  <a:pt x="3701492" y="108070"/>
                </a:lnTo>
                <a:lnTo>
                  <a:pt x="3700630" y="108368"/>
                </a:lnTo>
                <a:lnTo>
                  <a:pt x="3699775" y="108617"/>
                </a:lnTo>
                <a:lnTo>
                  <a:pt x="3698937" y="108822"/>
                </a:lnTo>
                <a:lnTo>
                  <a:pt x="3698121" y="108985"/>
                </a:lnTo>
                <a:lnTo>
                  <a:pt x="3697336" y="109111"/>
                </a:lnTo>
                <a:lnTo>
                  <a:pt x="3696589" y="109203"/>
                </a:lnTo>
                <a:lnTo>
                  <a:pt x="3695888" y="109264"/>
                </a:lnTo>
                <a:lnTo>
                  <a:pt x="3695240" y="109299"/>
                </a:lnTo>
                <a:lnTo>
                  <a:pt x="3694653" y="109309"/>
                </a:lnTo>
                <a:lnTo>
                  <a:pt x="3692874" y="109258"/>
                </a:lnTo>
                <a:lnTo>
                  <a:pt x="3691243" y="109110"/>
                </a:lnTo>
                <a:lnTo>
                  <a:pt x="3689754" y="108870"/>
                </a:lnTo>
                <a:lnTo>
                  <a:pt x="3688400" y="108545"/>
                </a:lnTo>
                <a:lnTo>
                  <a:pt x="3687174" y="108143"/>
                </a:lnTo>
                <a:lnTo>
                  <a:pt x="3686072" y="107670"/>
                </a:lnTo>
                <a:lnTo>
                  <a:pt x="3685085" y="107132"/>
                </a:lnTo>
                <a:lnTo>
                  <a:pt x="3684207" y="106535"/>
                </a:lnTo>
                <a:lnTo>
                  <a:pt x="3683433" y="105888"/>
                </a:lnTo>
                <a:lnTo>
                  <a:pt x="3682756" y="105195"/>
                </a:lnTo>
                <a:lnTo>
                  <a:pt x="3682168" y="104464"/>
                </a:lnTo>
                <a:lnTo>
                  <a:pt x="3681665" y="103702"/>
                </a:lnTo>
                <a:lnTo>
                  <a:pt x="3681238" y="102914"/>
                </a:lnTo>
                <a:lnTo>
                  <a:pt x="3680883" y="102108"/>
                </a:lnTo>
                <a:lnTo>
                  <a:pt x="3680592" y="101290"/>
                </a:lnTo>
                <a:lnTo>
                  <a:pt x="3680359" y="100467"/>
                </a:lnTo>
                <a:lnTo>
                  <a:pt x="3680178" y="99645"/>
                </a:lnTo>
                <a:lnTo>
                  <a:pt x="3680041" y="98832"/>
                </a:lnTo>
                <a:lnTo>
                  <a:pt x="3679943" y="98032"/>
                </a:lnTo>
                <a:lnTo>
                  <a:pt x="3679878" y="97254"/>
                </a:lnTo>
                <a:lnTo>
                  <a:pt x="3679838" y="96504"/>
                </a:lnTo>
                <a:lnTo>
                  <a:pt x="3679818" y="95787"/>
                </a:lnTo>
                <a:lnTo>
                  <a:pt x="3679810" y="95112"/>
                </a:lnTo>
                <a:lnTo>
                  <a:pt x="3679809" y="94485"/>
                </a:lnTo>
                <a:lnTo>
                  <a:pt x="3679809" y="48666"/>
                </a:lnTo>
                <a:lnTo>
                  <a:pt x="3711424" y="48666"/>
                </a:lnTo>
                <a:lnTo>
                  <a:pt x="3711795" y="48666"/>
                </a:lnTo>
                <a:lnTo>
                  <a:pt x="3712184" y="48663"/>
                </a:lnTo>
                <a:lnTo>
                  <a:pt x="3712586" y="48655"/>
                </a:lnTo>
                <a:lnTo>
                  <a:pt x="3713000" y="48639"/>
                </a:lnTo>
                <a:lnTo>
                  <a:pt x="3713422" y="48614"/>
                </a:lnTo>
                <a:lnTo>
                  <a:pt x="3713850" y="48576"/>
                </a:lnTo>
                <a:lnTo>
                  <a:pt x="3714280" y="48523"/>
                </a:lnTo>
                <a:lnTo>
                  <a:pt x="3714709" y="48452"/>
                </a:lnTo>
                <a:lnTo>
                  <a:pt x="3715136" y="48361"/>
                </a:lnTo>
                <a:lnTo>
                  <a:pt x="3715556" y="48248"/>
                </a:lnTo>
                <a:lnTo>
                  <a:pt x="3715967" y="48109"/>
                </a:lnTo>
                <a:lnTo>
                  <a:pt x="3716365" y="47943"/>
                </a:lnTo>
                <a:lnTo>
                  <a:pt x="3716749" y="47747"/>
                </a:lnTo>
                <a:lnTo>
                  <a:pt x="3717115" y="47518"/>
                </a:lnTo>
                <a:lnTo>
                  <a:pt x="3717460" y="47254"/>
                </a:lnTo>
                <a:lnTo>
                  <a:pt x="3717781" y="46952"/>
                </a:lnTo>
                <a:lnTo>
                  <a:pt x="3718075" y="46611"/>
                </a:lnTo>
                <a:lnTo>
                  <a:pt x="3718339" y="46226"/>
                </a:lnTo>
                <a:lnTo>
                  <a:pt x="3718571" y="45796"/>
                </a:lnTo>
                <a:lnTo>
                  <a:pt x="3718767" y="45319"/>
                </a:lnTo>
                <a:lnTo>
                  <a:pt x="3718925" y="44791"/>
                </a:lnTo>
                <a:lnTo>
                  <a:pt x="3719041" y="44211"/>
                </a:lnTo>
                <a:lnTo>
                  <a:pt x="3719113" y="43576"/>
                </a:lnTo>
                <a:lnTo>
                  <a:pt x="3719138" y="42882"/>
                </a:lnTo>
                <a:lnTo>
                  <a:pt x="3719114" y="42166"/>
                </a:lnTo>
                <a:lnTo>
                  <a:pt x="3719045" y="41509"/>
                </a:lnTo>
                <a:lnTo>
                  <a:pt x="3718933" y="40909"/>
                </a:lnTo>
                <a:lnTo>
                  <a:pt x="3718781" y="40364"/>
                </a:lnTo>
                <a:lnTo>
                  <a:pt x="3718591" y="39870"/>
                </a:lnTo>
                <a:lnTo>
                  <a:pt x="3718366" y="39426"/>
                </a:lnTo>
                <a:lnTo>
                  <a:pt x="3718110" y="39029"/>
                </a:lnTo>
                <a:lnTo>
                  <a:pt x="3717824" y="38675"/>
                </a:lnTo>
                <a:lnTo>
                  <a:pt x="3717511" y="38364"/>
                </a:lnTo>
                <a:lnTo>
                  <a:pt x="3717174" y="38091"/>
                </a:lnTo>
                <a:lnTo>
                  <a:pt x="3716815" y="37854"/>
                </a:lnTo>
                <a:lnTo>
                  <a:pt x="3716438" y="37651"/>
                </a:lnTo>
                <a:lnTo>
                  <a:pt x="3716045" y="37480"/>
                </a:lnTo>
                <a:lnTo>
                  <a:pt x="3715638" y="37337"/>
                </a:lnTo>
                <a:lnTo>
                  <a:pt x="3715221" y="37219"/>
                </a:lnTo>
                <a:lnTo>
                  <a:pt x="3714796" y="37126"/>
                </a:lnTo>
                <a:lnTo>
                  <a:pt x="3714365" y="37053"/>
                </a:lnTo>
                <a:lnTo>
                  <a:pt x="3713931" y="36998"/>
                </a:lnTo>
                <a:lnTo>
                  <a:pt x="3713498" y="36958"/>
                </a:lnTo>
                <a:lnTo>
                  <a:pt x="3713067" y="36932"/>
                </a:lnTo>
                <a:lnTo>
                  <a:pt x="3712642" y="36916"/>
                </a:lnTo>
                <a:lnTo>
                  <a:pt x="3712224" y="36908"/>
                </a:lnTo>
                <a:lnTo>
                  <a:pt x="3711818" y="36905"/>
                </a:lnTo>
                <a:lnTo>
                  <a:pt x="3711424" y="36904"/>
                </a:lnTo>
                <a:lnTo>
                  <a:pt x="3679809" y="36904"/>
                </a:lnTo>
                <a:lnTo>
                  <a:pt x="3679809" y="21097"/>
                </a:lnTo>
                <a:lnTo>
                  <a:pt x="3679809" y="20636"/>
                </a:lnTo>
                <a:lnTo>
                  <a:pt x="3679805" y="20171"/>
                </a:lnTo>
                <a:lnTo>
                  <a:pt x="3679796" y="19705"/>
                </a:lnTo>
                <a:lnTo>
                  <a:pt x="3679779" y="19239"/>
                </a:lnTo>
                <a:lnTo>
                  <a:pt x="3679750" y="18775"/>
                </a:lnTo>
                <a:lnTo>
                  <a:pt x="3679707" y="18315"/>
                </a:lnTo>
                <a:lnTo>
                  <a:pt x="3679646" y="17862"/>
                </a:lnTo>
                <a:lnTo>
                  <a:pt x="3679566" y="17418"/>
                </a:lnTo>
                <a:lnTo>
                  <a:pt x="3679463" y="16985"/>
                </a:lnTo>
                <a:lnTo>
                  <a:pt x="3679335" y="16564"/>
                </a:lnTo>
                <a:lnTo>
                  <a:pt x="3679178" y="16158"/>
                </a:lnTo>
                <a:lnTo>
                  <a:pt x="3678990" y="15770"/>
                </a:lnTo>
                <a:lnTo>
                  <a:pt x="3678767" y="15400"/>
                </a:lnTo>
                <a:lnTo>
                  <a:pt x="3678508" y="15052"/>
                </a:lnTo>
                <a:lnTo>
                  <a:pt x="3678208" y="14727"/>
                </a:lnTo>
                <a:lnTo>
                  <a:pt x="3677866" y="14427"/>
                </a:lnTo>
                <a:lnTo>
                  <a:pt x="3677479" y="14154"/>
                </a:lnTo>
                <a:lnTo>
                  <a:pt x="3677043" y="13912"/>
                </a:lnTo>
                <a:lnTo>
                  <a:pt x="3676556" y="13700"/>
                </a:lnTo>
                <a:lnTo>
                  <a:pt x="3676015" y="13523"/>
                </a:lnTo>
                <a:lnTo>
                  <a:pt x="3675416" y="13381"/>
                </a:lnTo>
                <a:lnTo>
                  <a:pt x="3674758" y="13277"/>
                </a:lnTo>
                <a:lnTo>
                  <a:pt x="3674038" y="13214"/>
                </a:lnTo>
                <a:lnTo>
                  <a:pt x="3673252" y="13192"/>
                </a:lnTo>
                <a:lnTo>
                  <a:pt x="3672443" y="13213"/>
                </a:lnTo>
                <a:lnTo>
                  <a:pt x="3671702" y="13274"/>
                </a:lnTo>
                <a:lnTo>
                  <a:pt x="3671025" y="13373"/>
                </a:lnTo>
                <a:lnTo>
                  <a:pt x="3670410" y="13510"/>
                </a:lnTo>
                <a:lnTo>
                  <a:pt x="3669853" y="13681"/>
                </a:lnTo>
                <a:lnTo>
                  <a:pt x="3669352" y="13885"/>
                </a:lnTo>
                <a:lnTo>
                  <a:pt x="3668904" y="14120"/>
                </a:lnTo>
                <a:lnTo>
                  <a:pt x="3668505" y="14384"/>
                </a:lnTo>
                <a:lnTo>
                  <a:pt x="3668153" y="14676"/>
                </a:lnTo>
                <a:lnTo>
                  <a:pt x="3667845" y="14994"/>
                </a:lnTo>
                <a:lnTo>
                  <a:pt x="3667579" y="15335"/>
                </a:lnTo>
                <a:lnTo>
                  <a:pt x="3667350" y="15698"/>
                </a:lnTo>
                <a:lnTo>
                  <a:pt x="3667156" y="16081"/>
                </a:lnTo>
                <a:lnTo>
                  <a:pt x="3666994" y="16483"/>
                </a:lnTo>
                <a:lnTo>
                  <a:pt x="3666862" y="16901"/>
                </a:lnTo>
                <a:lnTo>
                  <a:pt x="3666756" y="17333"/>
                </a:lnTo>
                <a:lnTo>
                  <a:pt x="3666674" y="17779"/>
                </a:lnTo>
                <a:lnTo>
                  <a:pt x="3666612" y="18235"/>
                </a:lnTo>
                <a:lnTo>
                  <a:pt x="3666567" y="18700"/>
                </a:lnTo>
                <a:lnTo>
                  <a:pt x="3666538" y="19172"/>
                </a:lnTo>
                <a:lnTo>
                  <a:pt x="3666520" y="19650"/>
                </a:lnTo>
                <a:lnTo>
                  <a:pt x="3666510" y="20131"/>
                </a:lnTo>
                <a:lnTo>
                  <a:pt x="3666507" y="20614"/>
                </a:lnTo>
                <a:lnTo>
                  <a:pt x="3666507" y="21097"/>
                </a:lnTo>
                <a:lnTo>
                  <a:pt x="3666507" y="36904"/>
                </a:lnTo>
                <a:lnTo>
                  <a:pt x="3649733" y="36904"/>
                </a:lnTo>
                <a:lnTo>
                  <a:pt x="3649338" y="36905"/>
                </a:lnTo>
                <a:lnTo>
                  <a:pt x="3648929" y="36908"/>
                </a:lnTo>
                <a:lnTo>
                  <a:pt x="3648507" y="36916"/>
                </a:lnTo>
                <a:lnTo>
                  <a:pt x="3648075" y="36932"/>
                </a:lnTo>
                <a:lnTo>
                  <a:pt x="3647637" y="36958"/>
                </a:lnTo>
                <a:lnTo>
                  <a:pt x="3647196" y="36998"/>
                </a:lnTo>
                <a:lnTo>
                  <a:pt x="3646753" y="37053"/>
                </a:lnTo>
                <a:lnTo>
                  <a:pt x="3646312" y="37126"/>
                </a:lnTo>
                <a:lnTo>
                  <a:pt x="3645875" y="37219"/>
                </a:lnTo>
                <a:lnTo>
                  <a:pt x="3645447" y="37337"/>
                </a:lnTo>
                <a:lnTo>
                  <a:pt x="3645028" y="37480"/>
                </a:lnTo>
                <a:lnTo>
                  <a:pt x="3644623" y="37651"/>
                </a:lnTo>
                <a:lnTo>
                  <a:pt x="3644234" y="37854"/>
                </a:lnTo>
                <a:lnTo>
                  <a:pt x="3643864" y="38091"/>
                </a:lnTo>
                <a:lnTo>
                  <a:pt x="3643515" y="38364"/>
                </a:lnTo>
                <a:lnTo>
                  <a:pt x="3643192" y="38675"/>
                </a:lnTo>
                <a:lnTo>
                  <a:pt x="3642895" y="39029"/>
                </a:lnTo>
                <a:lnTo>
                  <a:pt x="3642629" y="39426"/>
                </a:lnTo>
                <a:lnTo>
                  <a:pt x="3642396" y="39870"/>
                </a:lnTo>
                <a:lnTo>
                  <a:pt x="3642199" y="40364"/>
                </a:lnTo>
                <a:lnTo>
                  <a:pt x="3642041" y="40909"/>
                </a:lnTo>
                <a:lnTo>
                  <a:pt x="3641925" y="41509"/>
                </a:lnTo>
                <a:lnTo>
                  <a:pt x="3641853" y="42166"/>
                </a:lnTo>
                <a:lnTo>
                  <a:pt x="3641828" y="42882"/>
                </a:lnTo>
                <a:lnTo>
                  <a:pt x="3641853" y="43576"/>
                </a:lnTo>
                <a:lnTo>
                  <a:pt x="3641924" y="44211"/>
                </a:lnTo>
                <a:lnTo>
                  <a:pt x="3642041" y="44791"/>
                </a:lnTo>
                <a:lnTo>
                  <a:pt x="3642198" y="45319"/>
                </a:lnTo>
                <a:lnTo>
                  <a:pt x="3642394" y="45796"/>
                </a:lnTo>
                <a:lnTo>
                  <a:pt x="3642626" y="46226"/>
                </a:lnTo>
                <a:lnTo>
                  <a:pt x="3642890" y="46611"/>
                </a:lnTo>
                <a:lnTo>
                  <a:pt x="3643184" y="46952"/>
                </a:lnTo>
                <a:lnTo>
                  <a:pt x="3643505" y="47254"/>
                </a:lnTo>
                <a:lnTo>
                  <a:pt x="3643850" y="47518"/>
                </a:lnTo>
                <a:lnTo>
                  <a:pt x="3644215" y="47747"/>
                </a:lnTo>
                <a:lnTo>
                  <a:pt x="3644599" y="47943"/>
                </a:lnTo>
                <a:lnTo>
                  <a:pt x="3644997" y="48109"/>
                </a:lnTo>
                <a:lnTo>
                  <a:pt x="3645408" y="48248"/>
                </a:lnTo>
                <a:lnTo>
                  <a:pt x="3645828" y="48361"/>
                </a:lnTo>
                <a:lnTo>
                  <a:pt x="3646254" y="48452"/>
                </a:lnTo>
                <a:lnTo>
                  <a:pt x="3646684" y="48523"/>
                </a:lnTo>
                <a:lnTo>
                  <a:pt x="3647114" y="48576"/>
                </a:lnTo>
                <a:lnTo>
                  <a:pt x="3647541" y="48614"/>
                </a:lnTo>
                <a:lnTo>
                  <a:pt x="3647963" y="48639"/>
                </a:lnTo>
                <a:lnTo>
                  <a:pt x="3648377" y="48655"/>
                </a:lnTo>
                <a:lnTo>
                  <a:pt x="3648779" y="48663"/>
                </a:lnTo>
                <a:lnTo>
                  <a:pt x="3649167" y="48666"/>
                </a:lnTo>
                <a:lnTo>
                  <a:pt x="3649538" y="48666"/>
                </a:lnTo>
                <a:lnTo>
                  <a:pt x="3666507" y="48666"/>
                </a:lnTo>
                <a:lnTo>
                  <a:pt x="3666507" y="95641"/>
                </a:lnTo>
                <a:lnTo>
                  <a:pt x="3666574" y="97892"/>
                </a:lnTo>
                <a:lnTo>
                  <a:pt x="3666773" y="100025"/>
                </a:lnTo>
                <a:lnTo>
                  <a:pt x="3667097" y="102041"/>
                </a:lnTo>
                <a:lnTo>
                  <a:pt x="3667543" y="103944"/>
                </a:lnTo>
                <a:lnTo>
                  <a:pt x="3668104" y="105734"/>
                </a:lnTo>
                <a:lnTo>
                  <a:pt x="3668775" y="107413"/>
                </a:lnTo>
                <a:lnTo>
                  <a:pt x="3669551" y="108985"/>
                </a:lnTo>
                <a:lnTo>
                  <a:pt x="3670426" y="110450"/>
                </a:lnTo>
                <a:lnTo>
                  <a:pt x="3671396" y="111811"/>
                </a:lnTo>
                <a:lnTo>
                  <a:pt x="3672455" y="113069"/>
                </a:lnTo>
                <a:lnTo>
                  <a:pt x="3673598" y="114227"/>
                </a:lnTo>
                <a:lnTo>
                  <a:pt x="3674820" y="115287"/>
                </a:lnTo>
                <a:lnTo>
                  <a:pt x="3676115" y="116251"/>
                </a:lnTo>
                <a:lnTo>
                  <a:pt x="3677478" y="117120"/>
                </a:lnTo>
                <a:lnTo>
                  <a:pt x="3678903" y="117898"/>
                </a:lnTo>
                <a:lnTo>
                  <a:pt x="3680386" y="118584"/>
                </a:lnTo>
                <a:lnTo>
                  <a:pt x="3681922" y="119183"/>
                </a:lnTo>
                <a:lnTo>
                  <a:pt x="3683504" y="119695"/>
                </a:lnTo>
                <a:lnTo>
                  <a:pt x="3685128" y="120123"/>
                </a:lnTo>
                <a:lnTo>
                  <a:pt x="3686788" y="120469"/>
                </a:lnTo>
                <a:lnTo>
                  <a:pt x="3688480" y="120734"/>
                </a:lnTo>
                <a:lnTo>
                  <a:pt x="3690197" y="120921"/>
                </a:lnTo>
                <a:lnTo>
                  <a:pt x="3691935" y="121032"/>
                </a:lnTo>
                <a:lnTo>
                  <a:pt x="3693688" y="121068"/>
                </a:lnTo>
                <a:lnTo>
                  <a:pt x="3695478" y="121025"/>
                </a:lnTo>
                <a:lnTo>
                  <a:pt x="3697274" y="120895"/>
                </a:lnTo>
                <a:lnTo>
                  <a:pt x="3699069" y="120679"/>
                </a:lnTo>
                <a:lnTo>
                  <a:pt x="3700856" y="120375"/>
                </a:lnTo>
                <a:lnTo>
                  <a:pt x="3702628" y="119984"/>
                </a:lnTo>
                <a:lnTo>
                  <a:pt x="3704377" y="119505"/>
                </a:lnTo>
                <a:lnTo>
                  <a:pt x="3706096" y="118939"/>
                </a:lnTo>
                <a:lnTo>
                  <a:pt x="3707777" y="118284"/>
                </a:lnTo>
                <a:lnTo>
                  <a:pt x="3709413" y="117542"/>
                </a:lnTo>
                <a:lnTo>
                  <a:pt x="3710998" y="116710"/>
                </a:lnTo>
                <a:lnTo>
                  <a:pt x="3712522" y="115790"/>
                </a:lnTo>
                <a:lnTo>
                  <a:pt x="3713980" y="114781"/>
                </a:lnTo>
                <a:lnTo>
                  <a:pt x="3715363" y="113683"/>
                </a:lnTo>
                <a:lnTo>
                  <a:pt x="3716665" y="112495"/>
                </a:lnTo>
                <a:lnTo>
                  <a:pt x="3717878" y="111217"/>
                </a:lnTo>
                <a:lnTo>
                  <a:pt x="3718994" y="109850"/>
                </a:lnTo>
                <a:lnTo>
                  <a:pt x="3720007" y="108392"/>
                </a:lnTo>
                <a:lnTo>
                  <a:pt x="3720908" y="106844"/>
                </a:lnTo>
                <a:lnTo>
                  <a:pt x="3721691" y="105205"/>
                </a:lnTo>
                <a:lnTo>
                  <a:pt x="3722348" y="103475"/>
                </a:lnTo>
                <a:lnTo>
                  <a:pt x="3722872" y="101654"/>
                </a:lnTo>
                <a:lnTo>
                  <a:pt x="3723255" y="99741"/>
                </a:lnTo>
                <a:lnTo>
                  <a:pt x="3723491" y="97737"/>
                </a:lnTo>
                <a:lnTo>
                  <a:pt x="3723571" y="95641"/>
                </a:lnTo>
                <a:lnTo>
                  <a:pt x="3723570" y="95205"/>
                </a:lnTo>
                <a:lnTo>
                  <a:pt x="3723567" y="94765"/>
                </a:lnTo>
                <a:lnTo>
                  <a:pt x="3723558" y="94323"/>
                </a:lnTo>
                <a:lnTo>
                  <a:pt x="3723540" y="93881"/>
                </a:lnTo>
                <a:lnTo>
                  <a:pt x="3723510" y="93441"/>
                </a:lnTo>
                <a:lnTo>
                  <a:pt x="3723466" y="93006"/>
                </a:lnTo>
                <a:lnTo>
                  <a:pt x="3723404" y="92576"/>
                </a:lnTo>
                <a:close/>
                <a:moveTo>
                  <a:pt x="2622114" y="110303"/>
                </a:moveTo>
                <a:lnTo>
                  <a:pt x="2621812" y="109950"/>
                </a:lnTo>
                <a:lnTo>
                  <a:pt x="2621472" y="109638"/>
                </a:lnTo>
                <a:lnTo>
                  <a:pt x="2621094" y="109366"/>
                </a:lnTo>
                <a:lnTo>
                  <a:pt x="2620679" y="109129"/>
                </a:lnTo>
                <a:lnTo>
                  <a:pt x="2620227" y="108926"/>
                </a:lnTo>
                <a:lnTo>
                  <a:pt x="2619740" y="108755"/>
                </a:lnTo>
                <a:lnTo>
                  <a:pt x="2619216" y="108612"/>
                </a:lnTo>
                <a:lnTo>
                  <a:pt x="2618658" y="108495"/>
                </a:lnTo>
                <a:lnTo>
                  <a:pt x="2618064" y="108401"/>
                </a:lnTo>
                <a:lnTo>
                  <a:pt x="2617437" y="108328"/>
                </a:lnTo>
                <a:lnTo>
                  <a:pt x="2616776" y="108273"/>
                </a:lnTo>
                <a:lnTo>
                  <a:pt x="2616082" y="108234"/>
                </a:lnTo>
                <a:lnTo>
                  <a:pt x="2615355" y="108207"/>
                </a:lnTo>
                <a:lnTo>
                  <a:pt x="2614596" y="108191"/>
                </a:lnTo>
                <a:lnTo>
                  <a:pt x="2613805" y="108183"/>
                </a:lnTo>
                <a:lnTo>
                  <a:pt x="2612984" y="108180"/>
                </a:lnTo>
                <a:lnTo>
                  <a:pt x="2612131" y="108180"/>
                </a:lnTo>
                <a:lnTo>
                  <a:pt x="2612131" y="61590"/>
                </a:lnTo>
                <a:lnTo>
                  <a:pt x="2612130" y="61018"/>
                </a:lnTo>
                <a:lnTo>
                  <a:pt x="2612121" y="60273"/>
                </a:lnTo>
                <a:lnTo>
                  <a:pt x="2612098" y="59375"/>
                </a:lnTo>
                <a:lnTo>
                  <a:pt x="2612052" y="58341"/>
                </a:lnTo>
                <a:lnTo>
                  <a:pt x="2611976" y="57187"/>
                </a:lnTo>
                <a:lnTo>
                  <a:pt x="2611863" y="55932"/>
                </a:lnTo>
                <a:lnTo>
                  <a:pt x="2611706" y="54592"/>
                </a:lnTo>
                <a:lnTo>
                  <a:pt x="2611496" y="53186"/>
                </a:lnTo>
                <a:lnTo>
                  <a:pt x="2611226" y="51730"/>
                </a:lnTo>
                <a:lnTo>
                  <a:pt x="2610890" y="50241"/>
                </a:lnTo>
                <a:lnTo>
                  <a:pt x="2610479" y="48739"/>
                </a:lnTo>
                <a:lnTo>
                  <a:pt x="2609986" y="47238"/>
                </a:lnTo>
                <a:lnTo>
                  <a:pt x="2609404" y="45758"/>
                </a:lnTo>
                <a:lnTo>
                  <a:pt x="2608725" y="44315"/>
                </a:lnTo>
                <a:lnTo>
                  <a:pt x="2607942" y="42927"/>
                </a:lnTo>
                <a:lnTo>
                  <a:pt x="2607047" y="41612"/>
                </a:lnTo>
                <a:lnTo>
                  <a:pt x="2606033" y="40386"/>
                </a:lnTo>
                <a:lnTo>
                  <a:pt x="2604892" y="39267"/>
                </a:lnTo>
                <a:lnTo>
                  <a:pt x="2603617" y="38272"/>
                </a:lnTo>
                <a:lnTo>
                  <a:pt x="2602201" y="37419"/>
                </a:lnTo>
                <a:lnTo>
                  <a:pt x="2600636" y="36726"/>
                </a:lnTo>
                <a:lnTo>
                  <a:pt x="2598914" y="36209"/>
                </a:lnTo>
                <a:lnTo>
                  <a:pt x="2597029" y="35886"/>
                </a:lnTo>
                <a:lnTo>
                  <a:pt x="2594972" y="35774"/>
                </a:lnTo>
                <a:lnTo>
                  <a:pt x="2594238" y="35788"/>
                </a:lnTo>
                <a:lnTo>
                  <a:pt x="2593485" y="35828"/>
                </a:lnTo>
                <a:lnTo>
                  <a:pt x="2592713" y="35897"/>
                </a:lnTo>
                <a:lnTo>
                  <a:pt x="2591925" y="35995"/>
                </a:lnTo>
                <a:lnTo>
                  <a:pt x="2591123" y="36124"/>
                </a:lnTo>
                <a:lnTo>
                  <a:pt x="2590309" y="36284"/>
                </a:lnTo>
                <a:lnTo>
                  <a:pt x="2589485" y="36476"/>
                </a:lnTo>
                <a:lnTo>
                  <a:pt x="2588653" y="36703"/>
                </a:lnTo>
                <a:lnTo>
                  <a:pt x="2587815" y="36964"/>
                </a:lnTo>
                <a:lnTo>
                  <a:pt x="2586973" y="37261"/>
                </a:lnTo>
                <a:lnTo>
                  <a:pt x="2586129" y="37595"/>
                </a:lnTo>
                <a:lnTo>
                  <a:pt x="2585284" y="37968"/>
                </a:lnTo>
                <a:lnTo>
                  <a:pt x="2584442" y="38379"/>
                </a:lnTo>
                <a:lnTo>
                  <a:pt x="2583604" y="38831"/>
                </a:lnTo>
                <a:lnTo>
                  <a:pt x="2582772" y="39324"/>
                </a:lnTo>
                <a:lnTo>
                  <a:pt x="2581948" y="39859"/>
                </a:lnTo>
                <a:lnTo>
                  <a:pt x="2581134" y="40438"/>
                </a:lnTo>
                <a:lnTo>
                  <a:pt x="2580332" y="41062"/>
                </a:lnTo>
                <a:lnTo>
                  <a:pt x="2579544" y="41731"/>
                </a:lnTo>
                <a:lnTo>
                  <a:pt x="2578772" y="42447"/>
                </a:lnTo>
                <a:lnTo>
                  <a:pt x="2578019" y="43211"/>
                </a:lnTo>
                <a:lnTo>
                  <a:pt x="2577285" y="44024"/>
                </a:lnTo>
                <a:lnTo>
                  <a:pt x="2576573" y="44887"/>
                </a:lnTo>
                <a:lnTo>
                  <a:pt x="2575886" y="45801"/>
                </a:lnTo>
                <a:lnTo>
                  <a:pt x="2575511" y="44997"/>
                </a:lnTo>
                <a:lnTo>
                  <a:pt x="2575112" y="44227"/>
                </a:lnTo>
                <a:lnTo>
                  <a:pt x="2574687" y="43488"/>
                </a:lnTo>
                <a:lnTo>
                  <a:pt x="2574238" y="42782"/>
                </a:lnTo>
                <a:lnTo>
                  <a:pt x="2573766" y="42109"/>
                </a:lnTo>
                <a:lnTo>
                  <a:pt x="2573271" y="41469"/>
                </a:lnTo>
                <a:lnTo>
                  <a:pt x="2572754" y="40862"/>
                </a:lnTo>
                <a:lnTo>
                  <a:pt x="2572216" y="40288"/>
                </a:lnTo>
                <a:lnTo>
                  <a:pt x="2571656" y="39748"/>
                </a:lnTo>
                <a:lnTo>
                  <a:pt x="2571077" y="39241"/>
                </a:lnTo>
                <a:lnTo>
                  <a:pt x="2570478" y="38768"/>
                </a:lnTo>
                <a:lnTo>
                  <a:pt x="2569861" y="38330"/>
                </a:lnTo>
                <a:lnTo>
                  <a:pt x="2569226" y="37925"/>
                </a:lnTo>
                <a:lnTo>
                  <a:pt x="2568573" y="37554"/>
                </a:lnTo>
                <a:lnTo>
                  <a:pt x="2567903" y="37219"/>
                </a:lnTo>
                <a:lnTo>
                  <a:pt x="2567217" y="36917"/>
                </a:lnTo>
                <a:lnTo>
                  <a:pt x="2566516" y="36651"/>
                </a:lnTo>
                <a:lnTo>
                  <a:pt x="2565800" y="36419"/>
                </a:lnTo>
                <a:lnTo>
                  <a:pt x="2565070" y="36223"/>
                </a:lnTo>
                <a:lnTo>
                  <a:pt x="2564327" y="36062"/>
                </a:lnTo>
                <a:lnTo>
                  <a:pt x="2563571" y="35936"/>
                </a:lnTo>
                <a:lnTo>
                  <a:pt x="2562803" y="35847"/>
                </a:lnTo>
                <a:lnTo>
                  <a:pt x="2562023" y="35793"/>
                </a:lnTo>
                <a:lnTo>
                  <a:pt x="2561233" y="35774"/>
                </a:lnTo>
                <a:lnTo>
                  <a:pt x="2560464" y="35788"/>
                </a:lnTo>
                <a:lnTo>
                  <a:pt x="2559699" y="35830"/>
                </a:lnTo>
                <a:lnTo>
                  <a:pt x="2558939" y="35899"/>
                </a:lnTo>
                <a:lnTo>
                  <a:pt x="2558184" y="35994"/>
                </a:lnTo>
                <a:lnTo>
                  <a:pt x="2557434" y="36116"/>
                </a:lnTo>
                <a:lnTo>
                  <a:pt x="2556690" y="36263"/>
                </a:lnTo>
                <a:lnTo>
                  <a:pt x="2555953" y="36435"/>
                </a:lnTo>
                <a:lnTo>
                  <a:pt x="2555221" y="36632"/>
                </a:lnTo>
                <a:lnTo>
                  <a:pt x="2554496" y="36853"/>
                </a:lnTo>
                <a:lnTo>
                  <a:pt x="2553778" y="37097"/>
                </a:lnTo>
                <a:lnTo>
                  <a:pt x="2553068" y="37365"/>
                </a:lnTo>
                <a:lnTo>
                  <a:pt x="2552365" y="37655"/>
                </a:lnTo>
                <a:lnTo>
                  <a:pt x="2551670" y="37967"/>
                </a:lnTo>
                <a:lnTo>
                  <a:pt x="2550984" y="38301"/>
                </a:lnTo>
                <a:lnTo>
                  <a:pt x="2550306" y="38656"/>
                </a:lnTo>
                <a:lnTo>
                  <a:pt x="2549637" y="39032"/>
                </a:lnTo>
                <a:lnTo>
                  <a:pt x="2548978" y="39428"/>
                </a:lnTo>
                <a:lnTo>
                  <a:pt x="2548328" y="39843"/>
                </a:lnTo>
                <a:lnTo>
                  <a:pt x="2547689" y="40277"/>
                </a:lnTo>
                <a:lnTo>
                  <a:pt x="2547059" y="40730"/>
                </a:lnTo>
                <a:lnTo>
                  <a:pt x="2546441" y="41201"/>
                </a:lnTo>
                <a:lnTo>
                  <a:pt x="2545833" y="41690"/>
                </a:lnTo>
                <a:lnTo>
                  <a:pt x="2545237" y="42195"/>
                </a:lnTo>
                <a:lnTo>
                  <a:pt x="2544653" y="42718"/>
                </a:lnTo>
                <a:lnTo>
                  <a:pt x="2544587" y="42021"/>
                </a:lnTo>
                <a:lnTo>
                  <a:pt x="2544487" y="41382"/>
                </a:lnTo>
                <a:lnTo>
                  <a:pt x="2544353" y="40799"/>
                </a:lnTo>
                <a:lnTo>
                  <a:pt x="2544189" y="40268"/>
                </a:lnTo>
                <a:lnTo>
                  <a:pt x="2543995" y="39789"/>
                </a:lnTo>
                <a:lnTo>
                  <a:pt x="2543773" y="39357"/>
                </a:lnTo>
                <a:lnTo>
                  <a:pt x="2543526" y="38970"/>
                </a:lnTo>
                <a:lnTo>
                  <a:pt x="2543253" y="38627"/>
                </a:lnTo>
                <a:lnTo>
                  <a:pt x="2542958" y="38323"/>
                </a:lnTo>
                <a:lnTo>
                  <a:pt x="2542642" y="38058"/>
                </a:lnTo>
                <a:lnTo>
                  <a:pt x="2542307" y="37828"/>
                </a:lnTo>
                <a:lnTo>
                  <a:pt x="2541954" y="37631"/>
                </a:lnTo>
                <a:lnTo>
                  <a:pt x="2541584" y="37464"/>
                </a:lnTo>
                <a:lnTo>
                  <a:pt x="2541201" y="37325"/>
                </a:lnTo>
                <a:lnTo>
                  <a:pt x="2540804" y="37211"/>
                </a:lnTo>
                <a:lnTo>
                  <a:pt x="2540397" y="37120"/>
                </a:lnTo>
                <a:lnTo>
                  <a:pt x="2539980" y="37048"/>
                </a:lnTo>
                <a:lnTo>
                  <a:pt x="2539555" y="36995"/>
                </a:lnTo>
                <a:lnTo>
                  <a:pt x="2539125" y="36957"/>
                </a:lnTo>
                <a:lnTo>
                  <a:pt x="2538690" y="36931"/>
                </a:lnTo>
                <a:lnTo>
                  <a:pt x="2538252" y="36916"/>
                </a:lnTo>
                <a:lnTo>
                  <a:pt x="2537813" y="36908"/>
                </a:lnTo>
                <a:lnTo>
                  <a:pt x="2537375" y="36905"/>
                </a:lnTo>
                <a:lnTo>
                  <a:pt x="2536940" y="36904"/>
                </a:lnTo>
                <a:lnTo>
                  <a:pt x="2530771" y="36904"/>
                </a:lnTo>
                <a:lnTo>
                  <a:pt x="2530399" y="36905"/>
                </a:lnTo>
                <a:lnTo>
                  <a:pt x="2530008" y="36908"/>
                </a:lnTo>
                <a:lnTo>
                  <a:pt x="2529601" y="36916"/>
                </a:lnTo>
                <a:lnTo>
                  <a:pt x="2529181" y="36931"/>
                </a:lnTo>
                <a:lnTo>
                  <a:pt x="2528752" y="36957"/>
                </a:lnTo>
                <a:lnTo>
                  <a:pt x="2528316" y="36995"/>
                </a:lnTo>
                <a:lnTo>
                  <a:pt x="2527876" y="37048"/>
                </a:lnTo>
                <a:lnTo>
                  <a:pt x="2527436" y="37119"/>
                </a:lnTo>
                <a:lnTo>
                  <a:pt x="2526999" y="37209"/>
                </a:lnTo>
                <a:lnTo>
                  <a:pt x="2526567" y="37323"/>
                </a:lnTo>
                <a:lnTo>
                  <a:pt x="2526145" y="37461"/>
                </a:lnTo>
                <a:lnTo>
                  <a:pt x="2525734" y="37628"/>
                </a:lnTo>
                <a:lnTo>
                  <a:pt x="2525338" y="37824"/>
                </a:lnTo>
                <a:lnTo>
                  <a:pt x="2524961" y="38053"/>
                </a:lnTo>
                <a:lnTo>
                  <a:pt x="2524605" y="38317"/>
                </a:lnTo>
                <a:lnTo>
                  <a:pt x="2524273" y="38619"/>
                </a:lnTo>
                <a:lnTo>
                  <a:pt x="2523969" y="38961"/>
                </a:lnTo>
                <a:lnTo>
                  <a:pt x="2523695" y="39346"/>
                </a:lnTo>
                <a:lnTo>
                  <a:pt x="2523454" y="39775"/>
                </a:lnTo>
                <a:lnTo>
                  <a:pt x="2523251" y="40253"/>
                </a:lnTo>
                <a:lnTo>
                  <a:pt x="2523087" y="40781"/>
                </a:lnTo>
                <a:lnTo>
                  <a:pt x="2522967" y="41362"/>
                </a:lnTo>
                <a:lnTo>
                  <a:pt x="2522892" y="41997"/>
                </a:lnTo>
                <a:lnTo>
                  <a:pt x="2522866" y="42691"/>
                </a:lnTo>
                <a:lnTo>
                  <a:pt x="2522887" y="43407"/>
                </a:lnTo>
                <a:lnTo>
                  <a:pt x="2522950" y="44064"/>
                </a:lnTo>
                <a:lnTo>
                  <a:pt x="2523054" y="44663"/>
                </a:lnTo>
                <a:lnTo>
                  <a:pt x="2523198" y="45208"/>
                </a:lnTo>
                <a:lnTo>
                  <a:pt x="2523383" y="45702"/>
                </a:lnTo>
                <a:lnTo>
                  <a:pt x="2523608" y="46145"/>
                </a:lnTo>
                <a:lnTo>
                  <a:pt x="2523871" y="46543"/>
                </a:lnTo>
                <a:lnTo>
                  <a:pt x="2524173" y="46896"/>
                </a:lnTo>
                <a:lnTo>
                  <a:pt x="2524514" y="47207"/>
                </a:lnTo>
                <a:lnTo>
                  <a:pt x="2524892" y="47480"/>
                </a:lnTo>
                <a:lnTo>
                  <a:pt x="2525307" y="47717"/>
                </a:lnTo>
                <a:lnTo>
                  <a:pt x="2525759" y="47919"/>
                </a:lnTo>
                <a:lnTo>
                  <a:pt x="2526247" y="48091"/>
                </a:lnTo>
                <a:lnTo>
                  <a:pt x="2526771" y="48234"/>
                </a:lnTo>
                <a:lnTo>
                  <a:pt x="2527330" y="48351"/>
                </a:lnTo>
                <a:lnTo>
                  <a:pt x="2527923" y="48445"/>
                </a:lnTo>
                <a:lnTo>
                  <a:pt x="2528551" y="48518"/>
                </a:lnTo>
                <a:lnTo>
                  <a:pt x="2529212" y="48573"/>
                </a:lnTo>
                <a:lnTo>
                  <a:pt x="2529906" y="48612"/>
                </a:lnTo>
                <a:lnTo>
                  <a:pt x="2530633" y="48639"/>
                </a:lnTo>
                <a:lnTo>
                  <a:pt x="2531392" y="48655"/>
                </a:lnTo>
                <a:lnTo>
                  <a:pt x="2532183" y="48663"/>
                </a:lnTo>
                <a:lnTo>
                  <a:pt x="2533004" y="48666"/>
                </a:lnTo>
                <a:lnTo>
                  <a:pt x="2533857" y="48666"/>
                </a:lnTo>
                <a:lnTo>
                  <a:pt x="2533857" y="108180"/>
                </a:lnTo>
                <a:lnTo>
                  <a:pt x="2533004" y="108180"/>
                </a:lnTo>
                <a:lnTo>
                  <a:pt x="2532183" y="108183"/>
                </a:lnTo>
                <a:lnTo>
                  <a:pt x="2531392" y="108191"/>
                </a:lnTo>
                <a:lnTo>
                  <a:pt x="2530633" y="108207"/>
                </a:lnTo>
                <a:lnTo>
                  <a:pt x="2529906" y="108234"/>
                </a:lnTo>
                <a:lnTo>
                  <a:pt x="2529212" y="108273"/>
                </a:lnTo>
                <a:lnTo>
                  <a:pt x="2528551" y="108328"/>
                </a:lnTo>
                <a:lnTo>
                  <a:pt x="2527923" y="108401"/>
                </a:lnTo>
                <a:lnTo>
                  <a:pt x="2527330" y="108495"/>
                </a:lnTo>
                <a:lnTo>
                  <a:pt x="2526771" y="108612"/>
                </a:lnTo>
                <a:lnTo>
                  <a:pt x="2526247" y="108755"/>
                </a:lnTo>
                <a:lnTo>
                  <a:pt x="2525759" y="108926"/>
                </a:lnTo>
                <a:lnTo>
                  <a:pt x="2525307" y="109129"/>
                </a:lnTo>
                <a:lnTo>
                  <a:pt x="2524892" y="109366"/>
                </a:lnTo>
                <a:lnTo>
                  <a:pt x="2524514" y="109638"/>
                </a:lnTo>
                <a:lnTo>
                  <a:pt x="2524173" y="109950"/>
                </a:lnTo>
                <a:lnTo>
                  <a:pt x="2523871" y="110303"/>
                </a:lnTo>
                <a:lnTo>
                  <a:pt x="2523608" y="110700"/>
                </a:lnTo>
                <a:lnTo>
                  <a:pt x="2523383" y="111144"/>
                </a:lnTo>
                <a:lnTo>
                  <a:pt x="2523198" y="111637"/>
                </a:lnTo>
                <a:lnTo>
                  <a:pt x="2523054" y="112182"/>
                </a:lnTo>
                <a:lnTo>
                  <a:pt x="2522950" y="112782"/>
                </a:lnTo>
                <a:lnTo>
                  <a:pt x="2522887" y="113439"/>
                </a:lnTo>
                <a:lnTo>
                  <a:pt x="2522866" y="114155"/>
                </a:lnTo>
                <a:lnTo>
                  <a:pt x="2522893" y="114848"/>
                </a:lnTo>
                <a:lnTo>
                  <a:pt x="2522970" y="115484"/>
                </a:lnTo>
                <a:lnTo>
                  <a:pt x="2523095" y="116064"/>
                </a:lnTo>
                <a:lnTo>
                  <a:pt x="2523264" y="116591"/>
                </a:lnTo>
                <a:lnTo>
                  <a:pt x="2523474" y="117069"/>
                </a:lnTo>
                <a:lnTo>
                  <a:pt x="2523722" y="117499"/>
                </a:lnTo>
                <a:lnTo>
                  <a:pt x="2524004" y="117883"/>
                </a:lnTo>
                <a:lnTo>
                  <a:pt x="2524316" y="118225"/>
                </a:lnTo>
                <a:lnTo>
                  <a:pt x="2524656" y="118527"/>
                </a:lnTo>
                <a:lnTo>
                  <a:pt x="2525020" y="118791"/>
                </a:lnTo>
                <a:lnTo>
                  <a:pt x="2525405" y="119019"/>
                </a:lnTo>
                <a:lnTo>
                  <a:pt x="2525807" y="119216"/>
                </a:lnTo>
                <a:lnTo>
                  <a:pt x="2526223" y="119382"/>
                </a:lnTo>
                <a:lnTo>
                  <a:pt x="2526650" y="119520"/>
                </a:lnTo>
                <a:lnTo>
                  <a:pt x="2527084" y="119634"/>
                </a:lnTo>
                <a:lnTo>
                  <a:pt x="2527523" y="119724"/>
                </a:lnTo>
                <a:lnTo>
                  <a:pt x="2527961" y="119795"/>
                </a:lnTo>
                <a:lnTo>
                  <a:pt x="2528398" y="119848"/>
                </a:lnTo>
                <a:lnTo>
                  <a:pt x="2528828" y="119886"/>
                </a:lnTo>
                <a:lnTo>
                  <a:pt x="2529249" y="119912"/>
                </a:lnTo>
                <a:lnTo>
                  <a:pt x="2529657" y="119927"/>
                </a:lnTo>
                <a:lnTo>
                  <a:pt x="2530049" y="119935"/>
                </a:lnTo>
                <a:lnTo>
                  <a:pt x="2530421" y="119938"/>
                </a:lnTo>
                <a:lnTo>
                  <a:pt x="2530771" y="119939"/>
                </a:lnTo>
                <a:lnTo>
                  <a:pt x="2547739" y="119939"/>
                </a:lnTo>
                <a:lnTo>
                  <a:pt x="2548111" y="119938"/>
                </a:lnTo>
                <a:lnTo>
                  <a:pt x="2548502" y="119935"/>
                </a:lnTo>
                <a:lnTo>
                  <a:pt x="2548909" y="119927"/>
                </a:lnTo>
                <a:lnTo>
                  <a:pt x="2549328" y="119912"/>
                </a:lnTo>
                <a:lnTo>
                  <a:pt x="2549758" y="119886"/>
                </a:lnTo>
                <a:lnTo>
                  <a:pt x="2550193" y="119848"/>
                </a:lnTo>
                <a:lnTo>
                  <a:pt x="2550633" y="119795"/>
                </a:lnTo>
                <a:lnTo>
                  <a:pt x="2551073" y="119724"/>
                </a:lnTo>
                <a:lnTo>
                  <a:pt x="2551510" y="119634"/>
                </a:lnTo>
                <a:lnTo>
                  <a:pt x="2551941" y="119520"/>
                </a:lnTo>
                <a:lnTo>
                  <a:pt x="2552364" y="119382"/>
                </a:lnTo>
                <a:lnTo>
                  <a:pt x="2552774" y="119216"/>
                </a:lnTo>
                <a:lnTo>
                  <a:pt x="2553170" y="119019"/>
                </a:lnTo>
                <a:lnTo>
                  <a:pt x="2553547" y="118791"/>
                </a:lnTo>
                <a:lnTo>
                  <a:pt x="2553903" y="118527"/>
                </a:lnTo>
                <a:lnTo>
                  <a:pt x="2554235" y="118225"/>
                </a:lnTo>
                <a:lnTo>
                  <a:pt x="2554539" y="117883"/>
                </a:lnTo>
                <a:lnTo>
                  <a:pt x="2554813" y="117499"/>
                </a:lnTo>
                <a:lnTo>
                  <a:pt x="2555053" y="117069"/>
                </a:lnTo>
                <a:lnTo>
                  <a:pt x="2555256" y="116591"/>
                </a:lnTo>
                <a:lnTo>
                  <a:pt x="2555420" y="116064"/>
                </a:lnTo>
                <a:lnTo>
                  <a:pt x="2555540" y="115484"/>
                </a:lnTo>
                <a:lnTo>
                  <a:pt x="2555615" y="114848"/>
                </a:lnTo>
                <a:lnTo>
                  <a:pt x="2555641" y="114155"/>
                </a:lnTo>
                <a:lnTo>
                  <a:pt x="2555620" y="113439"/>
                </a:lnTo>
                <a:lnTo>
                  <a:pt x="2555557" y="112782"/>
                </a:lnTo>
                <a:lnTo>
                  <a:pt x="2555453" y="112182"/>
                </a:lnTo>
                <a:lnTo>
                  <a:pt x="2555309" y="111637"/>
                </a:lnTo>
                <a:lnTo>
                  <a:pt x="2555124" y="111144"/>
                </a:lnTo>
                <a:lnTo>
                  <a:pt x="2554900" y="110700"/>
                </a:lnTo>
                <a:lnTo>
                  <a:pt x="2554636" y="110303"/>
                </a:lnTo>
                <a:lnTo>
                  <a:pt x="2554334" y="109950"/>
                </a:lnTo>
                <a:lnTo>
                  <a:pt x="2553994" y="109638"/>
                </a:lnTo>
                <a:lnTo>
                  <a:pt x="2553616" y="109366"/>
                </a:lnTo>
                <a:lnTo>
                  <a:pt x="2553201" y="109129"/>
                </a:lnTo>
                <a:lnTo>
                  <a:pt x="2552749" y="108926"/>
                </a:lnTo>
                <a:lnTo>
                  <a:pt x="2552261" y="108755"/>
                </a:lnTo>
                <a:lnTo>
                  <a:pt x="2551738" y="108612"/>
                </a:lnTo>
                <a:lnTo>
                  <a:pt x="2551179" y="108495"/>
                </a:lnTo>
                <a:lnTo>
                  <a:pt x="2550586" y="108401"/>
                </a:lnTo>
                <a:lnTo>
                  <a:pt x="2549958" y="108328"/>
                </a:lnTo>
                <a:lnTo>
                  <a:pt x="2549297" y="108273"/>
                </a:lnTo>
                <a:lnTo>
                  <a:pt x="2548603" y="108234"/>
                </a:lnTo>
                <a:lnTo>
                  <a:pt x="2547876" y="108207"/>
                </a:lnTo>
                <a:lnTo>
                  <a:pt x="2547118" y="108191"/>
                </a:lnTo>
                <a:lnTo>
                  <a:pt x="2546327" y="108183"/>
                </a:lnTo>
                <a:lnTo>
                  <a:pt x="2545505" y="108180"/>
                </a:lnTo>
                <a:lnTo>
                  <a:pt x="2544653" y="108180"/>
                </a:lnTo>
                <a:lnTo>
                  <a:pt x="2544653" y="73705"/>
                </a:lnTo>
                <a:lnTo>
                  <a:pt x="2544694" y="71608"/>
                </a:lnTo>
                <a:lnTo>
                  <a:pt x="2544813" y="69594"/>
                </a:lnTo>
                <a:lnTo>
                  <a:pt x="2545008" y="67666"/>
                </a:lnTo>
                <a:lnTo>
                  <a:pt x="2545275" y="65823"/>
                </a:lnTo>
                <a:lnTo>
                  <a:pt x="2545611" y="64065"/>
                </a:lnTo>
                <a:lnTo>
                  <a:pt x="2546012" y="62394"/>
                </a:lnTo>
                <a:lnTo>
                  <a:pt x="2546474" y="60810"/>
                </a:lnTo>
                <a:lnTo>
                  <a:pt x="2546995" y="59312"/>
                </a:lnTo>
                <a:lnTo>
                  <a:pt x="2547571" y="57902"/>
                </a:lnTo>
                <a:lnTo>
                  <a:pt x="2548198" y="56580"/>
                </a:lnTo>
                <a:lnTo>
                  <a:pt x="2548873" y="55346"/>
                </a:lnTo>
                <a:lnTo>
                  <a:pt x="2549593" y="54201"/>
                </a:lnTo>
                <a:lnTo>
                  <a:pt x="2550354" y="53145"/>
                </a:lnTo>
                <a:lnTo>
                  <a:pt x="2551153" y="52179"/>
                </a:lnTo>
                <a:lnTo>
                  <a:pt x="2551986" y="51303"/>
                </a:lnTo>
                <a:lnTo>
                  <a:pt x="2552850" y="50517"/>
                </a:lnTo>
                <a:lnTo>
                  <a:pt x="2553742" y="49822"/>
                </a:lnTo>
                <a:lnTo>
                  <a:pt x="2554657" y="49218"/>
                </a:lnTo>
                <a:lnTo>
                  <a:pt x="2555593" y="48706"/>
                </a:lnTo>
                <a:lnTo>
                  <a:pt x="2556546" y="48286"/>
                </a:lnTo>
                <a:lnTo>
                  <a:pt x="2557513" y="47959"/>
                </a:lnTo>
                <a:lnTo>
                  <a:pt x="2558491" y="47724"/>
                </a:lnTo>
                <a:lnTo>
                  <a:pt x="2559475" y="47584"/>
                </a:lnTo>
                <a:lnTo>
                  <a:pt x="2560462" y="47537"/>
                </a:lnTo>
                <a:lnTo>
                  <a:pt x="2561007" y="47554"/>
                </a:lnTo>
                <a:lnTo>
                  <a:pt x="2561534" y="47608"/>
                </a:lnTo>
                <a:lnTo>
                  <a:pt x="2562041" y="47702"/>
                </a:lnTo>
                <a:lnTo>
                  <a:pt x="2562530" y="47837"/>
                </a:lnTo>
                <a:lnTo>
                  <a:pt x="2562998" y="48017"/>
                </a:lnTo>
                <a:lnTo>
                  <a:pt x="2563447" y="48244"/>
                </a:lnTo>
                <a:lnTo>
                  <a:pt x="2563875" y="48520"/>
                </a:lnTo>
                <a:lnTo>
                  <a:pt x="2564282" y="48849"/>
                </a:lnTo>
                <a:lnTo>
                  <a:pt x="2564667" y="49232"/>
                </a:lnTo>
                <a:lnTo>
                  <a:pt x="2565031" y="49673"/>
                </a:lnTo>
                <a:lnTo>
                  <a:pt x="2565373" y="50174"/>
                </a:lnTo>
                <a:lnTo>
                  <a:pt x="2565691" y="50738"/>
                </a:lnTo>
                <a:lnTo>
                  <a:pt x="2565987" y="51366"/>
                </a:lnTo>
                <a:lnTo>
                  <a:pt x="2566259" y="52063"/>
                </a:lnTo>
                <a:lnTo>
                  <a:pt x="2566508" y="52830"/>
                </a:lnTo>
                <a:lnTo>
                  <a:pt x="2566732" y="53669"/>
                </a:lnTo>
                <a:lnTo>
                  <a:pt x="2566931" y="54585"/>
                </a:lnTo>
                <a:lnTo>
                  <a:pt x="2567105" y="55578"/>
                </a:lnTo>
                <a:lnTo>
                  <a:pt x="2567253" y="56652"/>
                </a:lnTo>
                <a:lnTo>
                  <a:pt x="2567375" y="57809"/>
                </a:lnTo>
                <a:lnTo>
                  <a:pt x="2567471" y="59052"/>
                </a:lnTo>
                <a:lnTo>
                  <a:pt x="2567540" y="60384"/>
                </a:lnTo>
                <a:lnTo>
                  <a:pt x="2567582" y="61807"/>
                </a:lnTo>
                <a:lnTo>
                  <a:pt x="2567596" y="63323"/>
                </a:lnTo>
                <a:lnTo>
                  <a:pt x="2567596" y="108180"/>
                </a:lnTo>
                <a:lnTo>
                  <a:pt x="2567132" y="108180"/>
                </a:lnTo>
                <a:lnTo>
                  <a:pt x="2566660" y="108183"/>
                </a:lnTo>
                <a:lnTo>
                  <a:pt x="2566180" y="108191"/>
                </a:lnTo>
                <a:lnTo>
                  <a:pt x="2565696" y="108207"/>
                </a:lnTo>
                <a:lnTo>
                  <a:pt x="2565210" y="108234"/>
                </a:lnTo>
                <a:lnTo>
                  <a:pt x="2564725" y="108273"/>
                </a:lnTo>
                <a:lnTo>
                  <a:pt x="2564244" y="108328"/>
                </a:lnTo>
                <a:lnTo>
                  <a:pt x="2563769" y="108401"/>
                </a:lnTo>
                <a:lnTo>
                  <a:pt x="2563302" y="108495"/>
                </a:lnTo>
                <a:lnTo>
                  <a:pt x="2562847" y="108612"/>
                </a:lnTo>
                <a:lnTo>
                  <a:pt x="2562405" y="108755"/>
                </a:lnTo>
                <a:lnTo>
                  <a:pt x="2561980" y="108926"/>
                </a:lnTo>
                <a:lnTo>
                  <a:pt x="2561575" y="109129"/>
                </a:lnTo>
                <a:lnTo>
                  <a:pt x="2561190" y="109366"/>
                </a:lnTo>
                <a:lnTo>
                  <a:pt x="2560831" y="109638"/>
                </a:lnTo>
                <a:lnTo>
                  <a:pt x="2560497" y="109950"/>
                </a:lnTo>
                <a:lnTo>
                  <a:pt x="2560194" y="110303"/>
                </a:lnTo>
                <a:lnTo>
                  <a:pt x="2559922" y="110700"/>
                </a:lnTo>
                <a:lnTo>
                  <a:pt x="2559686" y="111144"/>
                </a:lnTo>
                <a:lnTo>
                  <a:pt x="2559486" y="111637"/>
                </a:lnTo>
                <a:lnTo>
                  <a:pt x="2559326" y="112182"/>
                </a:lnTo>
                <a:lnTo>
                  <a:pt x="2559209" y="112782"/>
                </a:lnTo>
                <a:lnTo>
                  <a:pt x="2559136" y="113439"/>
                </a:lnTo>
                <a:lnTo>
                  <a:pt x="2559112" y="114155"/>
                </a:lnTo>
                <a:lnTo>
                  <a:pt x="2559138" y="114848"/>
                </a:lnTo>
                <a:lnTo>
                  <a:pt x="2559216" y="115484"/>
                </a:lnTo>
                <a:lnTo>
                  <a:pt x="2559341" y="116064"/>
                </a:lnTo>
                <a:lnTo>
                  <a:pt x="2559510" y="116591"/>
                </a:lnTo>
                <a:lnTo>
                  <a:pt x="2559720" y="117069"/>
                </a:lnTo>
                <a:lnTo>
                  <a:pt x="2559968" y="117499"/>
                </a:lnTo>
                <a:lnTo>
                  <a:pt x="2560249" y="117883"/>
                </a:lnTo>
                <a:lnTo>
                  <a:pt x="2560562" y="118225"/>
                </a:lnTo>
                <a:lnTo>
                  <a:pt x="2560902" y="118527"/>
                </a:lnTo>
                <a:lnTo>
                  <a:pt x="2561266" y="118791"/>
                </a:lnTo>
                <a:lnTo>
                  <a:pt x="2561650" y="119019"/>
                </a:lnTo>
                <a:lnTo>
                  <a:pt x="2562052" y="119216"/>
                </a:lnTo>
                <a:lnTo>
                  <a:pt x="2562469" y="119382"/>
                </a:lnTo>
                <a:lnTo>
                  <a:pt x="2562896" y="119520"/>
                </a:lnTo>
                <a:lnTo>
                  <a:pt x="2563330" y="119634"/>
                </a:lnTo>
                <a:lnTo>
                  <a:pt x="2563768" y="119724"/>
                </a:lnTo>
                <a:lnTo>
                  <a:pt x="2564207" y="119795"/>
                </a:lnTo>
                <a:lnTo>
                  <a:pt x="2564643" y="119848"/>
                </a:lnTo>
                <a:lnTo>
                  <a:pt x="2565073" y="119886"/>
                </a:lnTo>
                <a:lnTo>
                  <a:pt x="2565494" y="119912"/>
                </a:lnTo>
                <a:lnTo>
                  <a:pt x="2565902" y="119927"/>
                </a:lnTo>
                <a:lnTo>
                  <a:pt x="2566294" y="119935"/>
                </a:lnTo>
                <a:lnTo>
                  <a:pt x="2566667" y="119938"/>
                </a:lnTo>
                <a:lnTo>
                  <a:pt x="2567016" y="119939"/>
                </a:lnTo>
                <a:lnTo>
                  <a:pt x="2581475" y="119939"/>
                </a:lnTo>
                <a:lnTo>
                  <a:pt x="2581847" y="119938"/>
                </a:lnTo>
                <a:lnTo>
                  <a:pt x="2582238" y="119935"/>
                </a:lnTo>
                <a:lnTo>
                  <a:pt x="2582645" y="119927"/>
                </a:lnTo>
                <a:lnTo>
                  <a:pt x="2583065" y="119912"/>
                </a:lnTo>
                <a:lnTo>
                  <a:pt x="2583494" y="119886"/>
                </a:lnTo>
                <a:lnTo>
                  <a:pt x="2583930" y="119848"/>
                </a:lnTo>
                <a:lnTo>
                  <a:pt x="2584370" y="119795"/>
                </a:lnTo>
                <a:lnTo>
                  <a:pt x="2584810" y="119724"/>
                </a:lnTo>
                <a:lnTo>
                  <a:pt x="2585247" y="119634"/>
                </a:lnTo>
                <a:lnTo>
                  <a:pt x="2585678" y="119520"/>
                </a:lnTo>
                <a:lnTo>
                  <a:pt x="2586101" y="119382"/>
                </a:lnTo>
                <a:lnTo>
                  <a:pt x="2586512" y="119216"/>
                </a:lnTo>
                <a:lnTo>
                  <a:pt x="2586907" y="119019"/>
                </a:lnTo>
                <a:lnTo>
                  <a:pt x="2587285" y="118791"/>
                </a:lnTo>
                <a:lnTo>
                  <a:pt x="2587641" y="118527"/>
                </a:lnTo>
                <a:lnTo>
                  <a:pt x="2587973" y="118225"/>
                </a:lnTo>
                <a:lnTo>
                  <a:pt x="2588277" y="117883"/>
                </a:lnTo>
                <a:lnTo>
                  <a:pt x="2588551" y="117499"/>
                </a:lnTo>
                <a:lnTo>
                  <a:pt x="2588791" y="117069"/>
                </a:lnTo>
                <a:lnTo>
                  <a:pt x="2588995" y="116591"/>
                </a:lnTo>
                <a:lnTo>
                  <a:pt x="2589159" y="116064"/>
                </a:lnTo>
                <a:lnTo>
                  <a:pt x="2589279" y="115484"/>
                </a:lnTo>
                <a:lnTo>
                  <a:pt x="2589354" y="114848"/>
                </a:lnTo>
                <a:lnTo>
                  <a:pt x="2589380" y="114155"/>
                </a:lnTo>
                <a:lnTo>
                  <a:pt x="2589359" y="113439"/>
                </a:lnTo>
                <a:lnTo>
                  <a:pt x="2589296" y="112782"/>
                </a:lnTo>
                <a:lnTo>
                  <a:pt x="2589192" y="112182"/>
                </a:lnTo>
                <a:lnTo>
                  <a:pt x="2589048" y="111637"/>
                </a:lnTo>
                <a:lnTo>
                  <a:pt x="2588863" y="111144"/>
                </a:lnTo>
                <a:lnTo>
                  <a:pt x="2588639" y="110700"/>
                </a:lnTo>
                <a:lnTo>
                  <a:pt x="2588375" y="110303"/>
                </a:lnTo>
                <a:lnTo>
                  <a:pt x="2588073" y="109950"/>
                </a:lnTo>
                <a:lnTo>
                  <a:pt x="2587733" y="109638"/>
                </a:lnTo>
                <a:lnTo>
                  <a:pt x="2587355" y="109366"/>
                </a:lnTo>
                <a:lnTo>
                  <a:pt x="2586940" y="109129"/>
                </a:lnTo>
                <a:lnTo>
                  <a:pt x="2586488" y="108926"/>
                </a:lnTo>
                <a:lnTo>
                  <a:pt x="2586000" y="108755"/>
                </a:lnTo>
                <a:lnTo>
                  <a:pt x="2585477" y="108612"/>
                </a:lnTo>
                <a:lnTo>
                  <a:pt x="2584918" y="108495"/>
                </a:lnTo>
                <a:lnTo>
                  <a:pt x="2584325" y="108401"/>
                </a:lnTo>
                <a:lnTo>
                  <a:pt x="2583698" y="108328"/>
                </a:lnTo>
                <a:lnTo>
                  <a:pt x="2583037" y="108273"/>
                </a:lnTo>
                <a:lnTo>
                  <a:pt x="2582342" y="108234"/>
                </a:lnTo>
                <a:lnTo>
                  <a:pt x="2581616" y="108207"/>
                </a:lnTo>
                <a:lnTo>
                  <a:pt x="2580857" y="108191"/>
                </a:lnTo>
                <a:lnTo>
                  <a:pt x="2580066" y="108183"/>
                </a:lnTo>
                <a:lnTo>
                  <a:pt x="2579244" y="108180"/>
                </a:lnTo>
                <a:lnTo>
                  <a:pt x="2578392" y="108180"/>
                </a:lnTo>
                <a:lnTo>
                  <a:pt x="2578392" y="73720"/>
                </a:lnTo>
                <a:lnTo>
                  <a:pt x="2578433" y="71621"/>
                </a:lnTo>
                <a:lnTo>
                  <a:pt x="2578552" y="69606"/>
                </a:lnTo>
                <a:lnTo>
                  <a:pt x="2578747" y="67676"/>
                </a:lnTo>
                <a:lnTo>
                  <a:pt x="2579014" y="65831"/>
                </a:lnTo>
                <a:lnTo>
                  <a:pt x="2579350" y="64073"/>
                </a:lnTo>
                <a:lnTo>
                  <a:pt x="2579751" y="62401"/>
                </a:lnTo>
                <a:lnTo>
                  <a:pt x="2580213" y="60815"/>
                </a:lnTo>
                <a:lnTo>
                  <a:pt x="2580734" y="59317"/>
                </a:lnTo>
                <a:lnTo>
                  <a:pt x="2581310" y="57906"/>
                </a:lnTo>
                <a:lnTo>
                  <a:pt x="2581937" y="56583"/>
                </a:lnTo>
                <a:lnTo>
                  <a:pt x="2582613" y="55349"/>
                </a:lnTo>
                <a:lnTo>
                  <a:pt x="2583333" y="54203"/>
                </a:lnTo>
                <a:lnTo>
                  <a:pt x="2584094" y="53147"/>
                </a:lnTo>
                <a:lnTo>
                  <a:pt x="2584892" y="52180"/>
                </a:lnTo>
                <a:lnTo>
                  <a:pt x="2585725" y="51303"/>
                </a:lnTo>
                <a:lnTo>
                  <a:pt x="2586589" y="50517"/>
                </a:lnTo>
                <a:lnTo>
                  <a:pt x="2587481" y="49822"/>
                </a:lnTo>
                <a:lnTo>
                  <a:pt x="2588396" y="49218"/>
                </a:lnTo>
                <a:lnTo>
                  <a:pt x="2589332" y="48706"/>
                </a:lnTo>
                <a:lnTo>
                  <a:pt x="2590286" y="48286"/>
                </a:lnTo>
                <a:lnTo>
                  <a:pt x="2591252" y="47959"/>
                </a:lnTo>
                <a:lnTo>
                  <a:pt x="2592230" y="47724"/>
                </a:lnTo>
                <a:lnTo>
                  <a:pt x="2593214" y="47584"/>
                </a:lnTo>
                <a:lnTo>
                  <a:pt x="2594201" y="47537"/>
                </a:lnTo>
                <a:lnTo>
                  <a:pt x="2594746" y="47554"/>
                </a:lnTo>
                <a:lnTo>
                  <a:pt x="2595273" y="47608"/>
                </a:lnTo>
                <a:lnTo>
                  <a:pt x="2595781" y="47702"/>
                </a:lnTo>
                <a:lnTo>
                  <a:pt x="2596269" y="47837"/>
                </a:lnTo>
                <a:lnTo>
                  <a:pt x="2596738" y="48017"/>
                </a:lnTo>
                <a:lnTo>
                  <a:pt x="2597186" y="48244"/>
                </a:lnTo>
                <a:lnTo>
                  <a:pt x="2597614" y="48520"/>
                </a:lnTo>
                <a:lnTo>
                  <a:pt x="2598021" y="48849"/>
                </a:lnTo>
                <a:lnTo>
                  <a:pt x="2598407" y="49232"/>
                </a:lnTo>
                <a:lnTo>
                  <a:pt x="2598770" y="49673"/>
                </a:lnTo>
                <a:lnTo>
                  <a:pt x="2599112" y="50174"/>
                </a:lnTo>
                <a:lnTo>
                  <a:pt x="2599431" y="50738"/>
                </a:lnTo>
                <a:lnTo>
                  <a:pt x="2599726" y="51366"/>
                </a:lnTo>
                <a:lnTo>
                  <a:pt x="2599999" y="52063"/>
                </a:lnTo>
                <a:lnTo>
                  <a:pt x="2600247" y="52830"/>
                </a:lnTo>
                <a:lnTo>
                  <a:pt x="2600471" y="53669"/>
                </a:lnTo>
                <a:lnTo>
                  <a:pt x="2600670" y="54585"/>
                </a:lnTo>
                <a:lnTo>
                  <a:pt x="2600844" y="55578"/>
                </a:lnTo>
                <a:lnTo>
                  <a:pt x="2600992" y="56652"/>
                </a:lnTo>
                <a:lnTo>
                  <a:pt x="2601114" y="57809"/>
                </a:lnTo>
                <a:lnTo>
                  <a:pt x="2601210" y="59052"/>
                </a:lnTo>
                <a:lnTo>
                  <a:pt x="2601279" y="60384"/>
                </a:lnTo>
                <a:lnTo>
                  <a:pt x="2601321" y="61807"/>
                </a:lnTo>
                <a:lnTo>
                  <a:pt x="2601335" y="63323"/>
                </a:lnTo>
                <a:lnTo>
                  <a:pt x="2601335" y="108180"/>
                </a:lnTo>
                <a:lnTo>
                  <a:pt x="2600871" y="108180"/>
                </a:lnTo>
                <a:lnTo>
                  <a:pt x="2600398" y="108183"/>
                </a:lnTo>
                <a:lnTo>
                  <a:pt x="2599918" y="108191"/>
                </a:lnTo>
                <a:lnTo>
                  <a:pt x="2599434" y="108207"/>
                </a:lnTo>
                <a:lnTo>
                  <a:pt x="2598948" y="108234"/>
                </a:lnTo>
                <a:lnTo>
                  <a:pt x="2598463" y="108273"/>
                </a:lnTo>
                <a:lnTo>
                  <a:pt x="2597982" y="108328"/>
                </a:lnTo>
                <a:lnTo>
                  <a:pt x="2597506" y="108401"/>
                </a:lnTo>
                <a:lnTo>
                  <a:pt x="2597040" y="108495"/>
                </a:lnTo>
                <a:lnTo>
                  <a:pt x="2596585" y="108612"/>
                </a:lnTo>
                <a:lnTo>
                  <a:pt x="2596143" y="108755"/>
                </a:lnTo>
                <a:lnTo>
                  <a:pt x="2595718" y="108926"/>
                </a:lnTo>
                <a:lnTo>
                  <a:pt x="2595313" y="109129"/>
                </a:lnTo>
                <a:lnTo>
                  <a:pt x="2594929" y="109366"/>
                </a:lnTo>
                <a:lnTo>
                  <a:pt x="2594569" y="109638"/>
                </a:lnTo>
                <a:lnTo>
                  <a:pt x="2594236" y="109950"/>
                </a:lnTo>
                <a:lnTo>
                  <a:pt x="2593933" y="110303"/>
                </a:lnTo>
                <a:lnTo>
                  <a:pt x="2593661" y="110700"/>
                </a:lnTo>
                <a:lnTo>
                  <a:pt x="2593424" y="111144"/>
                </a:lnTo>
                <a:lnTo>
                  <a:pt x="2593225" y="111637"/>
                </a:lnTo>
                <a:lnTo>
                  <a:pt x="2593065" y="112182"/>
                </a:lnTo>
                <a:lnTo>
                  <a:pt x="2592948" y="112782"/>
                </a:lnTo>
                <a:lnTo>
                  <a:pt x="2592876" y="113439"/>
                </a:lnTo>
                <a:lnTo>
                  <a:pt x="2592851" y="114155"/>
                </a:lnTo>
                <a:lnTo>
                  <a:pt x="2592878" y="114848"/>
                </a:lnTo>
                <a:lnTo>
                  <a:pt x="2592955" y="115484"/>
                </a:lnTo>
                <a:lnTo>
                  <a:pt x="2593080" y="116064"/>
                </a:lnTo>
                <a:lnTo>
                  <a:pt x="2593249" y="116591"/>
                </a:lnTo>
                <a:lnTo>
                  <a:pt x="2593459" y="117069"/>
                </a:lnTo>
                <a:lnTo>
                  <a:pt x="2593706" y="117499"/>
                </a:lnTo>
                <a:lnTo>
                  <a:pt x="2593988" y="117883"/>
                </a:lnTo>
                <a:lnTo>
                  <a:pt x="2594300" y="118225"/>
                </a:lnTo>
                <a:lnTo>
                  <a:pt x="2594640" y="118527"/>
                </a:lnTo>
                <a:lnTo>
                  <a:pt x="2595004" y="118791"/>
                </a:lnTo>
                <a:lnTo>
                  <a:pt x="2595388" y="119019"/>
                </a:lnTo>
                <a:lnTo>
                  <a:pt x="2595791" y="119216"/>
                </a:lnTo>
                <a:lnTo>
                  <a:pt x="2596207" y="119382"/>
                </a:lnTo>
                <a:lnTo>
                  <a:pt x="2596633" y="119520"/>
                </a:lnTo>
                <a:lnTo>
                  <a:pt x="2597068" y="119634"/>
                </a:lnTo>
                <a:lnTo>
                  <a:pt x="2597506" y="119724"/>
                </a:lnTo>
                <a:lnTo>
                  <a:pt x="2597945" y="119795"/>
                </a:lnTo>
                <a:lnTo>
                  <a:pt x="2598381" y="119848"/>
                </a:lnTo>
                <a:lnTo>
                  <a:pt x="2598811" y="119886"/>
                </a:lnTo>
                <a:lnTo>
                  <a:pt x="2599232" y="119912"/>
                </a:lnTo>
                <a:lnTo>
                  <a:pt x="2599641" y="119927"/>
                </a:lnTo>
                <a:lnTo>
                  <a:pt x="2600033" y="119935"/>
                </a:lnTo>
                <a:lnTo>
                  <a:pt x="2600405" y="119938"/>
                </a:lnTo>
                <a:lnTo>
                  <a:pt x="2600756" y="119939"/>
                </a:lnTo>
                <a:lnTo>
                  <a:pt x="2615214" y="119939"/>
                </a:lnTo>
                <a:lnTo>
                  <a:pt x="2615586" y="119938"/>
                </a:lnTo>
                <a:lnTo>
                  <a:pt x="2615977" y="119935"/>
                </a:lnTo>
                <a:lnTo>
                  <a:pt x="2616384" y="119927"/>
                </a:lnTo>
                <a:lnTo>
                  <a:pt x="2616804" y="119912"/>
                </a:lnTo>
                <a:lnTo>
                  <a:pt x="2617233" y="119886"/>
                </a:lnTo>
                <a:lnTo>
                  <a:pt x="2617669" y="119848"/>
                </a:lnTo>
                <a:lnTo>
                  <a:pt x="2618109" y="119795"/>
                </a:lnTo>
                <a:lnTo>
                  <a:pt x="2618549" y="119724"/>
                </a:lnTo>
                <a:lnTo>
                  <a:pt x="2618986" y="119634"/>
                </a:lnTo>
                <a:lnTo>
                  <a:pt x="2619418" y="119520"/>
                </a:lnTo>
                <a:lnTo>
                  <a:pt x="2619840" y="119382"/>
                </a:lnTo>
                <a:lnTo>
                  <a:pt x="2620251" y="119216"/>
                </a:lnTo>
                <a:lnTo>
                  <a:pt x="2620647" y="119019"/>
                </a:lnTo>
                <a:lnTo>
                  <a:pt x="2621024" y="118791"/>
                </a:lnTo>
                <a:lnTo>
                  <a:pt x="2621380" y="118527"/>
                </a:lnTo>
                <a:lnTo>
                  <a:pt x="2621712" y="118225"/>
                </a:lnTo>
                <a:lnTo>
                  <a:pt x="2622017" y="117883"/>
                </a:lnTo>
                <a:lnTo>
                  <a:pt x="2622290" y="117499"/>
                </a:lnTo>
                <a:lnTo>
                  <a:pt x="2622531" y="117069"/>
                </a:lnTo>
                <a:lnTo>
                  <a:pt x="2622734" y="116591"/>
                </a:lnTo>
                <a:lnTo>
                  <a:pt x="2622898" y="116064"/>
                </a:lnTo>
                <a:lnTo>
                  <a:pt x="2623019" y="115484"/>
                </a:lnTo>
                <a:lnTo>
                  <a:pt x="2623093" y="114848"/>
                </a:lnTo>
                <a:lnTo>
                  <a:pt x="2623119" y="114155"/>
                </a:lnTo>
                <a:lnTo>
                  <a:pt x="2623098" y="113439"/>
                </a:lnTo>
                <a:lnTo>
                  <a:pt x="2623035" y="112782"/>
                </a:lnTo>
                <a:lnTo>
                  <a:pt x="2622931" y="112182"/>
                </a:lnTo>
                <a:lnTo>
                  <a:pt x="2622787" y="111637"/>
                </a:lnTo>
                <a:lnTo>
                  <a:pt x="2622602" y="111144"/>
                </a:lnTo>
                <a:lnTo>
                  <a:pt x="2622378" y="110700"/>
                </a:lnTo>
                <a:lnTo>
                  <a:pt x="2622114" y="110303"/>
                </a:lnTo>
                <a:close/>
                <a:moveTo>
                  <a:pt x="3026409" y="110700"/>
                </a:moveTo>
                <a:lnTo>
                  <a:pt x="3026143" y="110303"/>
                </a:lnTo>
                <a:lnTo>
                  <a:pt x="3025847" y="109950"/>
                </a:lnTo>
                <a:lnTo>
                  <a:pt x="3025523" y="109638"/>
                </a:lnTo>
                <a:lnTo>
                  <a:pt x="3025174" y="109366"/>
                </a:lnTo>
                <a:lnTo>
                  <a:pt x="3024804" y="109129"/>
                </a:lnTo>
                <a:lnTo>
                  <a:pt x="3024415" y="108926"/>
                </a:lnTo>
                <a:lnTo>
                  <a:pt x="3024010" y="108755"/>
                </a:lnTo>
                <a:lnTo>
                  <a:pt x="3023592" y="108612"/>
                </a:lnTo>
                <a:lnTo>
                  <a:pt x="3023163" y="108495"/>
                </a:lnTo>
                <a:lnTo>
                  <a:pt x="3022726" y="108401"/>
                </a:lnTo>
                <a:lnTo>
                  <a:pt x="3022285" y="108328"/>
                </a:lnTo>
                <a:lnTo>
                  <a:pt x="3021843" y="108273"/>
                </a:lnTo>
                <a:lnTo>
                  <a:pt x="3021401" y="108234"/>
                </a:lnTo>
                <a:lnTo>
                  <a:pt x="3020963" y="108207"/>
                </a:lnTo>
                <a:lnTo>
                  <a:pt x="3020531" y="108191"/>
                </a:lnTo>
                <a:lnTo>
                  <a:pt x="3020109" y="108183"/>
                </a:lnTo>
                <a:lnTo>
                  <a:pt x="3019700" y="108180"/>
                </a:lnTo>
                <a:lnTo>
                  <a:pt x="3019306" y="108180"/>
                </a:lnTo>
                <a:lnTo>
                  <a:pt x="3010822" y="108180"/>
                </a:lnTo>
                <a:lnTo>
                  <a:pt x="3010822" y="63517"/>
                </a:lnTo>
                <a:lnTo>
                  <a:pt x="3010771" y="61144"/>
                </a:lnTo>
                <a:lnTo>
                  <a:pt x="3010619" y="58886"/>
                </a:lnTo>
                <a:lnTo>
                  <a:pt x="3010369" y="56741"/>
                </a:lnTo>
                <a:lnTo>
                  <a:pt x="3010023" y="54709"/>
                </a:lnTo>
                <a:lnTo>
                  <a:pt x="3009581" y="52788"/>
                </a:lnTo>
                <a:lnTo>
                  <a:pt x="3009047" y="50977"/>
                </a:lnTo>
                <a:lnTo>
                  <a:pt x="3008422" y="49275"/>
                </a:lnTo>
                <a:lnTo>
                  <a:pt x="3007709" y="47681"/>
                </a:lnTo>
                <a:lnTo>
                  <a:pt x="3006908" y="46192"/>
                </a:lnTo>
                <a:lnTo>
                  <a:pt x="3006022" y="44809"/>
                </a:lnTo>
                <a:lnTo>
                  <a:pt x="3005053" y="43529"/>
                </a:lnTo>
                <a:lnTo>
                  <a:pt x="3004002" y="42352"/>
                </a:lnTo>
                <a:lnTo>
                  <a:pt x="3002872" y="41277"/>
                </a:lnTo>
                <a:lnTo>
                  <a:pt x="3001665" y="40301"/>
                </a:lnTo>
                <a:lnTo>
                  <a:pt x="3000383" y="39424"/>
                </a:lnTo>
                <a:lnTo>
                  <a:pt x="2999027" y="38645"/>
                </a:lnTo>
                <a:lnTo>
                  <a:pt x="2997599" y="37962"/>
                </a:lnTo>
                <a:lnTo>
                  <a:pt x="2996101" y="37374"/>
                </a:lnTo>
                <a:lnTo>
                  <a:pt x="2994536" y="36880"/>
                </a:lnTo>
                <a:lnTo>
                  <a:pt x="2992905" y="36479"/>
                </a:lnTo>
                <a:lnTo>
                  <a:pt x="2991210" y="36169"/>
                </a:lnTo>
                <a:lnTo>
                  <a:pt x="2989453" y="35949"/>
                </a:lnTo>
                <a:lnTo>
                  <a:pt x="2987636" y="35818"/>
                </a:lnTo>
                <a:lnTo>
                  <a:pt x="2985761" y="35774"/>
                </a:lnTo>
                <a:lnTo>
                  <a:pt x="2984168" y="35808"/>
                </a:lnTo>
                <a:lnTo>
                  <a:pt x="2982620" y="35906"/>
                </a:lnTo>
                <a:lnTo>
                  <a:pt x="2981117" y="36063"/>
                </a:lnTo>
                <a:lnTo>
                  <a:pt x="2979659" y="36277"/>
                </a:lnTo>
                <a:lnTo>
                  <a:pt x="2978247" y="36543"/>
                </a:lnTo>
                <a:lnTo>
                  <a:pt x="2976880" y="36856"/>
                </a:lnTo>
                <a:lnTo>
                  <a:pt x="2975560" y="37214"/>
                </a:lnTo>
                <a:lnTo>
                  <a:pt x="2974286" y="37610"/>
                </a:lnTo>
                <a:lnTo>
                  <a:pt x="2973059" y="38043"/>
                </a:lnTo>
                <a:lnTo>
                  <a:pt x="2971879" y="38506"/>
                </a:lnTo>
                <a:lnTo>
                  <a:pt x="2970747" y="38997"/>
                </a:lnTo>
                <a:lnTo>
                  <a:pt x="2969662" y="39511"/>
                </a:lnTo>
                <a:lnTo>
                  <a:pt x="2968626" y="40044"/>
                </a:lnTo>
                <a:lnTo>
                  <a:pt x="2967638" y="40592"/>
                </a:lnTo>
                <a:lnTo>
                  <a:pt x="2966699" y="41151"/>
                </a:lnTo>
                <a:lnTo>
                  <a:pt x="2965809" y="41717"/>
                </a:lnTo>
                <a:lnTo>
                  <a:pt x="2964969" y="42286"/>
                </a:lnTo>
                <a:lnTo>
                  <a:pt x="2964179" y="42853"/>
                </a:lnTo>
                <a:lnTo>
                  <a:pt x="2963439" y="43414"/>
                </a:lnTo>
                <a:lnTo>
                  <a:pt x="2962749" y="43966"/>
                </a:lnTo>
                <a:lnTo>
                  <a:pt x="2962110" y="44504"/>
                </a:lnTo>
                <a:lnTo>
                  <a:pt x="2961523" y="45024"/>
                </a:lnTo>
                <a:lnTo>
                  <a:pt x="2960987" y="45523"/>
                </a:lnTo>
                <a:lnTo>
                  <a:pt x="2960503" y="45995"/>
                </a:lnTo>
                <a:lnTo>
                  <a:pt x="2960502" y="45238"/>
                </a:lnTo>
                <a:lnTo>
                  <a:pt x="2960498" y="44515"/>
                </a:lnTo>
                <a:lnTo>
                  <a:pt x="2960487" y="43825"/>
                </a:lnTo>
                <a:lnTo>
                  <a:pt x="2960467" y="43170"/>
                </a:lnTo>
                <a:lnTo>
                  <a:pt x="2960433" y="42549"/>
                </a:lnTo>
                <a:lnTo>
                  <a:pt x="2960382" y="41961"/>
                </a:lnTo>
                <a:lnTo>
                  <a:pt x="2960311" y="41406"/>
                </a:lnTo>
                <a:lnTo>
                  <a:pt x="2960217" y="40884"/>
                </a:lnTo>
                <a:lnTo>
                  <a:pt x="2960096" y="40396"/>
                </a:lnTo>
                <a:lnTo>
                  <a:pt x="2959945" y="39940"/>
                </a:lnTo>
                <a:lnTo>
                  <a:pt x="2959760" y="39517"/>
                </a:lnTo>
                <a:lnTo>
                  <a:pt x="2959539" y="39126"/>
                </a:lnTo>
                <a:lnTo>
                  <a:pt x="2959277" y="38768"/>
                </a:lnTo>
                <a:lnTo>
                  <a:pt x="2958972" y="38441"/>
                </a:lnTo>
                <a:lnTo>
                  <a:pt x="2958620" y="38147"/>
                </a:lnTo>
                <a:lnTo>
                  <a:pt x="2958218" y="37884"/>
                </a:lnTo>
                <a:lnTo>
                  <a:pt x="2957762" y="37653"/>
                </a:lnTo>
                <a:lnTo>
                  <a:pt x="2957250" y="37453"/>
                </a:lnTo>
                <a:lnTo>
                  <a:pt x="2956677" y="37285"/>
                </a:lnTo>
                <a:lnTo>
                  <a:pt x="2956041" y="37147"/>
                </a:lnTo>
                <a:lnTo>
                  <a:pt x="2955337" y="37041"/>
                </a:lnTo>
                <a:lnTo>
                  <a:pt x="2954564" y="36965"/>
                </a:lnTo>
                <a:lnTo>
                  <a:pt x="2953716" y="36919"/>
                </a:lnTo>
                <a:lnTo>
                  <a:pt x="2952792" y="36904"/>
                </a:lnTo>
                <a:lnTo>
                  <a:pt x="2938719" y="36904"/>
                </a:lnTo>
                <a:lnTo>
                  <a:pt x="2938324" y="36905"/>
                </a:lnTo>
                <a:lnTo>
                  <a:pt x="2937915" y="36908"/>
                </a:lnTo>
                <a:lnTo>
                  <a:pt x="2937493" y="36916"/>
                </a:lnTo>
                <a:lnTo>
                  <a:pt x="2937062" y="36932"/>
                </a:lnTo>
                <a:lnTo>
                  <a:pt x="2936624" y="36958"/>
                </a:lnTo>
                <a:lnTo>
                  <a:pt x="2936182" y="36998"/>
                </a:lnTo>
                <a:lnTo>
                  <a:pt x="2935739" y="37053"/>
                </a:lnTo>
                <a:lnTo>
                  <a:pt x="2935298" y="37126"/>
                </a:lnTo>
                <a:lnTo>
                  <a:pt x="2934862" y="37219"/>
                </a:lnTo>
                <a:lnTo>
                  <a:pt x="2934433" y="37337"/>
                </a:lnTo>
                <a:lnTo>
                  <a:pt x="2934014" y="37480"/>
                </a:lnTo>
                <a:lnTo>
                  <a:pt x="2933609" y="37651"/>
                </a:lnTo>
                <a:lnTo>
                  <a:pt x="2933220" y="37854"/>
                </a:lnTo>
                <a:lnTo>
                  <a:pt x="2932850" y="38091"/>
                </a:lnTo>
                <a:lnTo>
                  <a:pt x="2932502" y="38364"/>
                </a:lnTo>
                <a:lnTo>
                  <a:pt x="2932178" y="38675"/>
                </a:lnTo>
                <a:lnTo>
                  <a:pt x="2931881" y="39029"/>
                </a:lnTo>
                <a:lnTo>
                  <a:pt x="2931615" y="39426"/>
                </a:lnTo>
                <a:lnTo>
                  <a:pt x="2931382" y="39870"/>
                </a:lnTo>
                <a:lnTo>
                  <a:pt x="2931185" y="40364"/>
                </a:lnTo>
                <a:lnTo>
                  <a:pt x="2931027" y="40909"/>
                </a:lnTo>
                <a:lnTo>
                  <a:pt x="2930911" y="41509"/>
                </a:lnTo>
                <a:lnTo>
                  <a:pt x="2930839" y="42166"/>
                </a:lnTo>
                <a:lnTo>
                  <a:pt x="2930814" y="42882"/>
                </a:lnTo>
                <a:lnTo>
                  <a:pt x="2930840" y="43576"/>
                </a:lnTo>
                <a:lnTo>
                  <a:pt x="2930914" y="44211"/>
                </a:lnTo>
                <a:lnTo>
                  <a:pt x="2931035" y="44791"/>
                </a:lnTo>
                <a:lnTo>
                  <a:pt x="2931198" y="45319"/>
                </a:lnTo>
                <a:lnTo>
                  <a:pt x="2931401" y="45796"/>
                </a:lnTo>
                <a:lnTo>
                  <a:pt x="2931640" y="46226"/>
                </a:lnTo>
                <a:lnTo>
                  <a:pt x="2931912" y="46611"/>
                </a:lnTo>
                <a:lnTo>
                  <a:pt x="2932214" y="46952"/>
                </a:lnTo>
                <a:lnTo>
                  <a:pt x="2932543" y="47254"/>
                </a:lnTo>
                <a:lnTo>
                  <a:pt x="2932895" y="47518"/>
                </a:lnTo>
                <a:lnTo>
                  <a:pt x="2933268" y="47747"/>
                </a:lnTo>
                <a:lnTo>
                  <a:pt x="2933658" y="47943"/>
                </a:lnTo>
                <a:lnTo>
                  <a:pt x="2934062" y="48109"/>
                </a:lnTo>
                <a:lnTo>
                  <a:pt x="2934477" y="48248"/>
                </a:lnTo>
                <a:lnTo>
                  <a:pt x="2934899" y="48361"/>
                </a:lnTo>
                <a:lnTo>
                  <a:pt x="2935327" y="48452"/>
                </a:lnTo>
                <a:lnTo>
                  <a:pt x="2935755" y="48523"/>
                </a:lnTo>
                <a:lnTo>
                  <a:pt x="2936182" y="48576"/>
                </a:lnTo>
                <a:lnTo>
                  <a:pt x="2936603" y="48614"/>
                </a:lnTo>
                <a:lnTo>
                  <a:pt x="2937017" y="48639"/>
                </a:lnTo>
                <a:lnTo>
                  <a:pt x="2937419" y="48655"/>
                </a:lnTo>
                <a:lnTo>
                  <a:pt x="2937806" y="48663"/>
                </a:lnTo>
                <a:lnTo>
                  <a:pt x="2938176" y="48666"/>
                </a:lnTo>
                <a:lnTo>
                  <a:pt x="2938525" y="48666"/>
                </a:lnTo>
                <a:lnTo>
                  <a:pt x="2947203" y="48666"/>
                </a:lnTo>
                <a:lnTo>
                  <a:pt x="2947203" y="108180"/>
                </a:lnTo>
                <a:lnTo>
                  <a:pt x="2938719" y="108180"/>
                </a:lnTo>
                <a:lnTo>
                  <a:pt x="2938324" y="108180"/>
                </a:lnTo>
                <a:lnTo>
                  <a:pt x="2937915" y="108183"/>
                </a:lnTo>
                <a:lnTo>
                  <a:pt x="2937493" y="108191"/>
                </a:lnTo>
                <a:lnTo>
                  <a:pt x="2937062" y="108207"/>
                </a:lnTo>
                <a:lnTo>
                  <a:pt x="2936624" y="108234"/>
                </a:lnTo>
                <a:lnTo>
                  <a:pt x="2936182" y="108273"/>
                </a:lnTo>
                <a:lnTo>
                  <a:pt x="2935739" y="108328"/>
                </a:lnTo>
                <a:lnTo>
                  <a:pt x="2935298" y="108401"/>
                </a:lnTo>
                <a:lnTo>
                  <a:pt x="2934862" y="108495"/>
                </a:lnTo>
                <a:lnTo>
                  <a:pt x="2934433" y="108612"/>
                </a:lnTo>
                <a:lnTo>
                  <a:pt x="2934014" y="108755"/>
                </a:lnTo>
                <a:lnTo>
                  <a:pt x="2933609" y="108926"/>
                </a:lnTo>
                <a:lnTo>
                  <a:pt x="2933220" y="109129"/>
                </a:lnTo>
                <a:lnTo>
                  <a:pt x="2932850" y="109366"/>
                </a:lnTo>
                <a:lnTo>
                  <a:pt x="2932502" y="109638"/>
                </a:lnTo>
                <a:lnTo>
                  <a:pt x="2932178" y="109950"/>
                </a:lnTo>
                <a:lnTo>
                  <a:pt x="2931881" y="110303"/>
                </a:lnTo>
                <a:lnTo>
                  <a:pt x="2931615" y="110700"/>
                </a:lnTo>
                <a:lnTo>
                  <a:pt x="2931382" y="111144"/>
                </a:lnTo>
                <a:lnTo>
                  <a:pt x="2931185" y="111637"/>
                </a:lnTo>
                <a:lnTo>
                  <a:pt x="2931027" y="112182"/>
                </a:lnTo>
                <a:lnTo>
                  <a:pt x="2930911" y="112782"/>
                </a:lnTo>
                <a:lnTo>
                  <a:pt x="2930839" y="113439"/>
                </a:lnTo>
                <a:lnTo>
                  <a:pt x="2930814" y="114155"/>
                </a:lnTo>
                <a:lnTo>
                  <a:pt x="2930840" y="114848"/>
                </a:lnTo>
                <a:lnTo>
                  <a:pt x="2930914" y="115484"/>
                </a:lnTo>
                <a:lnTo>
                  <a:pt x="2931035" y="116064"/>
                </a:lnTo>
                <a:lnTo>
                  <a:pt x="2931198" y="116591"/>
                </a:lnTo>
                <a:lnTo>
                  <a:pt x="2931401" y="117069"/>
                </a:lnTo>
                <a:lnTo>
                  <a:pt x="2931640" y="117499"/>
                </a:lnTo>
                <a:lnTo>
                  <a:pt x="2931912" y="117883"/>
                </a:lnTo>
                <a:lnTo>
                  <a:pt x="2932214" y="118225"/>
                </a:lnTo>
                <a:lnTo>
                  <a:pt x="2932543" y="118527"/>
                </a:lnTo>
                <a:lnTo>
                  <a:pt x="2932895" y="118791"/>
                </a:lnTo>
                <a:lnTo>
                  <a:pt x="2933268" y="119019"/>
                </a:lnTo>
                <a:lnTo>
                  <a:pt x="2933658" y="119216"/>
                </a:lnTo>
                <a:lnTo>
                  <a:pt x="2934062" y="119382"/>
                </a:lnTo>
                <a:lnTo>
                  <a:pt x="2934477" y="119520"/>
                </a:lnTo>
                <a:lnTo>
                  <a:pt x="2934899" y="119634"/>
                </a:lnTo>
                <a:lnTo>
                  <a:pt x="2935327" y="119724"/>
                </a:lnTo>
                <a:lnTo>
                  <a:pt x="2935755" y="119795"/>
                </a:lnTo>
                <a:lnTo>
                  <a:pt x="2936182" y="119848"/>
                </a:lnTo>
                <a:lnTo>
                  <a:pt x="2936603" y="119886"/>
                </a:lnTo>
                <a:lnTo>
                  <a:pt x="2937017" y="119912"/>
                </a:lnTo>
                <a:lnTo>
                  <a:pt x="2937419" y="119927"/>
                </a:lnTo>
                <a:lnTo>
                  <a:pt x="2937806" y="119935"/>
                </a:lnTo>
                <a:lnTo>
                  <a:pt x="2938176" y="119938"/>
                </a:lnTo>
                <a:lnTo>
                  <a:pt x="2938525" y="119939"/>
                </a:lnTo>
                <a:lnTo>
                  <a:pt x="2969181" y="119939"/>
                </a:lnTo>
                <a:lnTo>
                  <a:pt x="2969529" y="119938"/>
                </a:lnTo>
                <a:lnTo>
                  <a:pt x="2969899" y="119935"/>
                </a:lnTo>
                <a:lnTo>
                  <a:pt x="2970287" y="119927"/>
                </a:lnTo>
                <a:lnTo>
                  <a:pt x="2970689" y="119912"/>
                </a:lnTo>
                <a:lnTo>
                  <a:pt x="2971102" y="119886"/>
                </a:lnTo>
                <a:lnTo>
                  <a:pt x="2971524" y="119848"/>
                </a:lnTo>
                <a:lnTo>
                  <a:pt x="2971950" y="119795"/>
                </a:lnTo>
                <a:lnTo>
                  <a:pt x="2972379" y="119724"/>
                </a:lnTo>
                <a:lnTo>
                  <a:pt x="2972806" y="119634"/>
                </a:lnTo>
                <a:lnTo>
                  <a:pt x="2973229" y="119520"/>
                </a:lnTo>
                <a:lnTo>
                  <a:pt x="2973643" y="119382"/>
                </a:lnTo>
                <a:lnTo>
                  <a:pt x="2974048" y="119216"/>
                </a:lnTo>
                <a:lnTo>
                  <a:pt x="2974438" y="119019"/>
                </a:lnTo>
                <a:lnTo>
                  <a:pt x="2974810" y="118791"/>
                </a:lnTo>
                <a:lnTo>
                  <a:pt x="2975163" y="118527"/>
                </a:lnTo>
                <a:lnTo>
                  <a:pt x="2975492" y="118225"/>
                </a:lnTo>
                <a:lnTo>
                  <a:pt x="2975794" y="117883"/>
                </a:lnTo>
                <a:lnTo>
                  <a:pt x="2976066" y="117499"/>
                </a:lnTo>
                <a:lnTo>
                  <a:pt x="2976305" y="117069"/>
                </a:lnTo>
                <a:lnTo>
                  <a:pt x="2976507" y="116591"/>
                </a:lnTo>
                <a:lnTo>
                  <a:pt x="2976670" y="116064"/>
                </a:lnTo>
                <a:lnTo>
                  <a:pt x="2976791" y="115484"/>
                </a:lnTo>
                <a:lnTo>
                  <a:pt x="2976866" y="114848"/>
                </a:lnTo>
                <a:lnTo>
                  <a:pt x="2976891" y="114155"/>
                </a:lnTo>
                <a:lnTo>
                  <a:pt x="2976867" y="113439"/>
                </a:lnTo>
                <a:lnTo>
                  <a:pt x="2976795" y="112782"/>
                </a:lnTo>
                <a:lnTo>
                  <a:pt x="2976678" y="112182"/>
                </a:lnTo>
                <a:lnTo>
                  <a:pt x="2976520" y="111637"/>
                </a:lnTo>
                <a:lnTo>
                  <a:pt x="2976323" y="111144"/>
                </a:lnTo>
                <a:lnTo>
                  <a:pt x="2976090" y="110700"/>
                </a:lnTo>
                <a:lnTo>
                  <a:pt x="2975824" y="110303"/>
                </a:lnTo>
                <a:lnTo>
                  <a:pt x="2975528" y="109950"/>
                </a:lnTo>
                <a:lnTo>
                  <a:pt x="2975204" y="109638"/>
                </a:lnTo>
                <a:lnTo>
                  <a:pt x="2974855" y="109366"/>
                </a:lnTo>
                <a:lnTo>
                  <a:pt x="2974485" y="109129"/>
                </a:lnTo>
                <a:lnTo>
                  <a:pt x="2974096" y="108926"/>
                </a:lnTo>
                <a:lnTo>
                  <a:pt x="2973691" y="108755"/>
                </a:lnTo>
                <a:lnTo>
                  <a:pt x="2973273" y="108612"/>
                </a:lnTo>
                <a:lnTo>
                  <a:pt x="2972844" y="108495"/>
                </a:lnTo>
                <a:lnTo>
                  <a:pt x="2972407" y="108401"/>
                </a:lnTo>
                <a:lnTo>
                  <a:pt x="2971966" y="108328"/>
                </a:lnTo>
                <a:lnTo>
                  <a:pt x="2971524" y="108273"/>
                </a:lnTo>
                <a:lnTo>
                  <a:pt x="2971082" y="108234"/>
                </a:lnTo>
                <a:lnTo>
                  <a:pt x="2970644" y="108207"/>
                </a:lnTo>
                <a:lnTo>
                  <a:pt x="2970212" y="108191"/>
                </a:lnTo>
                <a:lnTo>
                  <a:pt x="2969790" y="108183"/>
                </a:lnTo>
                <a:lnTo>
                  <a:pt x="2969381" y="108180"/>
                </a:lnTo>
                <a:lnTo>
                  <a:pt x="2968987" y="108180"/>
                </a:lnTo>
                <a:lnTo>
                  <a:pt x="2960503" y="108180"/>
                </a:lnTo>
                <a:lnTo>
                  <a:pt x="2960503" y="74091"/>
                </a:lnTo>
                <a:lnTo>
                  <a:pt x="2960575" y="71748"/>
                </a:lnTo>
                <a:lnTo>
                  <a:pt x="2960789" y="69527"/>
                </a:lnTo>
                <a:lnTo>
                  <a:pt x="2961135" y="67427"/>
                </a:lnTo>
                <a:lnTo>
                  <a:pt x="2961605" y="65444"/>
                </a:lnTo>
                <a:lnTo>
                  <a:pt x="2962191" y="63578"/>
                </a:lnTo>
                <a:lnTo>
                  <a:pt x="2962886" y="61826"/>
                </a:lnTo>
                <a:lnTo>
                  <a:pt x="2963680" y="60186"/>
                </a:lnTo>
                <a:lnTo>
                  <a:pt x="2964566" y="58656"/>
                </a:lnTo>
                <a:lnTo>
                  <a:pt x="2965536" y="57235"/>
                </a:lnTo>
                <a:lnTo>
                  <a:pt x="2966581" y="55920"/>
                </a:lnTo>
                <a:lnTo>
                  <a:pt x="2967694" y="54708"/>
                </a:lnTo>
                <a:lnTo>
                  <a:pt x="2968866" y="53600"/>
                </a:lnTo>
                <a:lnTo>
                  <a:pt x="2970089" y="52591"/>
                </a:lnTo>
                <a:lnTo>
                  <a:pt x="2971355" y="51680"/>
                </a:lnTo>
                <a:lnTo>
                  <a:pt x="2972657" y="50866"/>
                </a:lnTo>
                <a:lnTo>
                  <a:pt x="2973985" y="50146"/>
                </a:lnTo>
                <a:lnTo>
                  <a:pt x="2975332" y="49518"/>
                </a:lnTo>
                <a:lnTo>
                  <a:pt x="2976690" y="48980"/>
                </a:lnTo>
                <a:lnTo>
                  <a:pt x="2978050" y="48531"/>
                </a:lnTo>
                <a:lnTo>
                  <a:pt x="2979404" y="48168"/>
                </a:lnTo>
                <a:lnTo>
                  <a:pt x="2980745" y="47888"/>
                </a:lnTo>
                <a:lnTo>
                  <a:pt x="2982064" y="47692"/>
                </a:lnTo>
                <a:lnTo>
                  <a:pt x="2983353" y="47575"/>
                </a:lnTo>
                <a:lnTo>
                  <a:pt x="2984604" y="47537"/>
                </a:lnTo>
                <a:lnTo>
                  <a:pt x="2985843" y="47565"/>
                </a:lnTo>
                <a:lnTo>
                  <a:pt x="2987005" y="47649"/>
                </a:lnTo>
                <a:lnTo>
                  <a:pt x="2988093" y="47791"/>
                </a:lnTo>
                <a:lnTo>
                  <a:pt x="2989109" y="47989"/>
                </a:lnTo>
                <a:lnTo>
                  <a:pt x="2990054" y="48246"/>
                </a:lnTo>
                <a:lnTo>
                  <a:pt x="2990933" y="48560"/>
                </a:lnTo>
                <a:lnTo>
                  <a:pt x="2991745" y="48932"/>
                </a:lnTo>
                <a:lnTo>
                  <a:pt x="2992493" y="49362"/>
                </a:lnTo>
                <a:lnTo>
                  <a:pt x="2993180" y="49852"/>
                </a:lnTo>
                <a:lnTo>
                  <a:pt x="2993808" y="50401"/>
                </a:lnTo>
                <a:lnTo>
                  <a:pt x="2994378" y="51009"/>
                </a:lnTo>
                <a:lnTo>
                  <a:pt x="2994893" y="51677"/>
                </a:lnTo>
                <a:lnTo>
                  <a:pt x="2995355" y="52405"/>
                </a:lnTo>
                <a:lnTo>
                  <a:pt x="2995765" y="53193"/>
                </a:lnTo>
                <a:lnTo>
                  <a:pt x="2996127" y="54043"/>
                </a:lnTo>
                <a:lnTo>
                  <a:pt x="2996441" y="54953"/>
                </a:lnTo>
                <a:lnTo>
                  <a:pt x="2996711" y="55925"/>
                </a:lnTo>
                <a:lnTo>
                  <a:pt x="2996938" y="56959"/>
                </a:lnTo>
                <a:lnTo>
                  <a:pt x="2997124" y="58055"/>
                </a:lnTo>
                <a:lnTo>
                  <a:pt x="2997272" y="59214"/>
                </a:lnTo>
                <a:lnTo>
                  <a:pt x="2997383" y="60435"/>
                </a:lnTo>
                <a:lnTo>
                  <a:pt x="2997460" y="61720"/>
                </a:lnTo>
                <a:lnTo>
                  <a:pt x="2997504" y="63068"/>
                </a:lnTo>
                <a:lnTo>
                  <a:pt x="2997519" y="64479"/>
                </a:lnTo>
                <a:lnTo>
                  <a:pt x="2997519" y="108180"/>
                </a:lnTo>
                <a:lnTo>
                  <a:pt x="2990003" y="108180"/>
                </a:lnTo>
                <a:lnTo>
                  <a:pt x="2989608" y="108180"/>
                </a:lnTo>
                <a:lnTo>
                  <a:pt x="2989199" y="108183"/>
                </a:lnTo>
                <a:lnTo>
                  <a:pt x="2988777" y="108191"/>
                </a:lnTo>
                <a:lnTo>
                  <a:pt x="2988346" y="108207"/>
                </a:lnTo>
                <a:lnTo>
                  <a:pt x="2987908" y="108234"/>
                </a:lnTo>
                <a:lnTo>
                  <a:pt x="2987466" y="108273"/>
                </a:lnTo>
                <a:lnTo>
                  <a:pt x="2987023" y="108328"/>
                </a:lnTo>
                <a:lnTo>
                  <a:pt x="2986582" y="108401"/>
                </a:lnTo>
                <a:lnTo>
                  <a:pt x="2986145" y="108495"/>
                </a:lnTo>
                <a:lnTo>
                  <a:pt x="2985717" y="108612"/>
                </a:lnTo>
                <a:lnTo>
                  <a:pt x="2985298" y="108755"/>
                </a:lnTo>
                <a:lnTo>
                  <a:pt x="2984893" y="108926"/>
                </a:lnTo>
                <a:lnTo>
                  <a:pt x="2984504" y="109129"/>
                </a:lnTo>
                <a:lnTo>
                  <a:pt x="2984134" y="109366"/>
                </a:lnTo>
                <a:lnTo>
                  <a:pt x="2983785" y="109638"/>
                </a:lnTo>
                <a:lnTo>
                  <a:pt x="2983462" y="109950"/>
                </a:lnTo>
                <a:lnTo>
                  <a:pt x="2983165" y="110303"/>
                </a:lnTo>
                <a:lnTo>
                  <a:pt x="2982899" y="110700"/>
                </a:lnTo>
                <a:lnTo>
                  <a:pt x="2982666" y="111144"/>
                </a:lnTo>
                <a:lnTo>
                  <a:pt x="2982469" y="111637"/>
                </a:lnTo>
                <a:lnTo>
                  <a:pt x="2982311" y="112182"/>
                </a:lnTo>
                <a:lnTo>
                  <a:pt x="2982195" y="112782"/>
                </a:lnTo>
                <a:lnTo>
                  <a:pt x="2982123" y="113439"/>
                </a:lnTo>
                <a:lnTo>
                  <a:pt x="2982098" y="114155"/>
                </a:lnTo>
                <a:lnTo>
                  <a:pt x="2982125" y="114848"/>
                </a:lnTo>
                <a:lnTo>
                  <a:pt x="2982202" y="115484"/>
                </a:lnTo>
                <a:lnTo>
                  <a:pt x="2982327" y="116064"/>
                </a:lnTo>
                <a:lnTo>
                  <a:pt x="2982496" y="116591"/>
                </a:lnTo>
                <a:lnTo>
                  <a:pt x="2982706" y="117069"/>
                </a:lnTo>
                <a:lnTo>
                  <a:pt x="2982953" y="117499"/>
                </a:lnTo>
                <a:lnTo>
                  <a:pt x="2983235" y="117883"/>
                </a:lnTo>
                <a:lnTo>
                  <a:pt x="2983547" y="118225"/>
                </a:lnTo>
                <a:lnTo>
                  <a:pt x="2983887" y="118527"/>
                </a:lnTo>
                <a:lnTo>
                  <a:pt x="2984251" y="118791"/>
                </a:lnTo>
                <a:lnTo>
                  <a:pt x="2984636" y="119019"/>
                </a:lnTo>
                <a:lnTo>
                  <a:pt x="2985038" y="119216"/>
                </a:lnTo>
                <a:lnTo>
                  <a:pt x="2985454" y="119382"/>
                </a:lnTo>
                <a:lnTo>
                  <a:pt x="2985881" y="119520"/>
                </a:lnTo>
                <a:lnTo>
                  <a:pt x="2986315" y="119634"/>
                </a:lnTo>
                <a:lnTo>
                  <a:pt x="2986753" y="119724"/>
                </a:lnTo>
                <a:lnTo>
                  <a:pt x="2987192" y="119795"/>
                </a:lnTo>
                <a:lnTo>
                  <a:pt x="2987628" y="119848"/>
                </a:lnTo>
                <a:lnTo>
                  <a:pt x="2988059" y="119886"/>
                </a:lnTo>
                <a:lnTo>
                  <a:pt x="2988479" y="119912"/>
                </a:lnTo>
                <a:lnTo>
                  <a:pt x="2988888" y="119927"/>
                </a:lnTo>
                <a:lnTo>
                  <a:pt x="2989280" y="119935"/>
                </a:lnTo>
                <a:lnTo>
                  <a:pt x="2989653" y="119938"/>
                </a:lnTo>
                <a:lnTo>
                  <a:pt x="2990003" y="119939"/>
                </a:lnTo>
                <a:lnTo>
                  <a:pt x="3019500" y="119939"/>
                </a:lnTo>
                <a:lnTo>
                  <a:pt x="3019848" y="119938"/>
                </a:lnTo>
                <a:lnTo>
                  <a:pt x="3020218" y="119935"/>
                </a:lnTo>
                <a:lnTo>
                  <a:pt x="3020606" y="119927"/>
                </a:lnTo>
                <a:lnTo>
                  <a:pt x="3021008" y="119912"/>
                </a:lnTo>
                <a:lnTo>
                  <a:pt x="3021421" y="119886"/>
                </a:lnTo>
                <a:lnTo>
                  <a:pt x="3021843" y="119848"/>
                </a:lnTo>
                <a:lnTo>
                  <a:pt x="3022269" y="119795"/>
                </a:lnTo>
                <a:lnTo>
                  <a:pt x="3022698" y="119724"/>
                </a:lnTo>
                <a:lnTo>
                  <a:pt x="3023125" y="119634"/>
                </a:lnTo>
                <a:lnTo>
                  <a:pt x="3023547" y="119520"/>
                </a:lnTo>
                <a:lnTo>
                  <a:pt x="3023962" y="119382"/>
                </a:lnTo>
                <a:lnTo>
                  <a:pt x="3024367" y="119216"/>
                </a:lnTo>
                <a:lnTo>
                  <a:pt x="3024757" y="119019"/>
                </a:lnTo>
                <a:lnTo>
                  <a:pt x="3025129" y="118791"/>
                </a:lnTo>
                <a:lnTo>
                  <a:pt x="3025482" y="118527"/>
                </a:lnTo>
                <a:lnTo>
                  <a:pt x="3025811" y="118225"/>
                </a:lnTo>
                <a:lnTo>
                  <a:pt x="3026113" y="117883"/>
                </a:lnTo>
                <a:lnTo>
                  <a:pt x="3026385" y="117499"/>
                </a:lnTo>
                <a:lnTo>
                  <a:pt x="3026624" y="117069"/>
                </a:lnTo>
                <a:lnTo>
                  <a:pt x="3026826" y="116591"/>
                </a:lnTo>
                <a:lnTo>
                  <a:pt x="3026989" y="116064"/>
                </a:lnTo>
                <a:lnTo>
                  <a:pt x="3027110" y="115484"/>
                </a:lnTo>
                <a:lnTo>
                  <a:pt x="3027185" y="114848"/>
                </a:lnTo>
                <a:lnTo>
                  <a:pt x="3027210" y="114155"/>
                </a:lnTo>
                <a:lnTo>
                  <a:pt x="3027186" y="113439"/>
                </a:lnTo>
                <a:lnTo>
                  <a:pt x="3027114" y="112782"/>
                </a:lnTo>
                <a:lnTo>
                  <a:pt x="3026997" y="112182"/>
                </a:lnTo>
                <a:lnTo>
                  <a:pt x="3026839" y="111637"/>
                </a:lnTo>
                <a:lnTo>
                  <a:pt x="3026642" y="111144"/>
                </a:lnTo>
                <a:lnTo>
                  <a:pt x="3026409" y="110700"/>
                </a:lnTo>
                <a:close/>
                <a:moveTo>
                  <a:pt x="3229670" y="110700"/>
                </a:moveTo>
                <a:lnTo>
                  <a:pt x="3229406" y="110303"/>
                </a:lnTo>
                <a:lnTo>
                  <a:pt x="3229104" y="109950"/>
                </a:lnTo>
                <a:lnTo>
                  <a:pt x="3228764" y="109638"/>
                </a:lnTo>
                <a:lnTo>
                  <a:pt x="3228386" y="109366"/>
                </a:lnTo>
                <a:lnTo>
                  <a:pt x="3227971" y="109129"/>
                </a:lnTo>
                <a:lnTo>
                  <a:pt x="3227519" y="108926"/>
                </a:lnTo>
                <a:lnTo>
                  <a:pt x="3227032" y="108755"/>
                </a:lnTo>
                <a:lnTo>
                  <a:pt x="3226508" y="108612"/>
                </a:lnTo>
                <a:lnTo>
                  <a:pt x="3225949" y="108495"/>
                </a:lnTo>
                <a:lnTo>
                  <a:pt x="3225356" y="108401"/>
                </a:lnTo>
                <a:lnTo>
                  <a:pt x="3224729" y="108328"/>
                </a:lnTo>
                <a:lnTo>
                  <a:pt x="3224068" y="108273"/>
                </a:lnTo>
                <a:lnTo>
                  <a:pt x="3223374" y="108234"/>
                </a:lnTo>
                <a:lnTo>
                  <a:pt x="3222647" y="108207"/>
                </a:lnTo>
                <a:lnTo>
                  <a:pt x="3221888" y="108191"/>
                </a:lnTo>
                <a:lnTo>
                  <a:pt x="3221097" y="108183"/>
                </a:lnTo>
                <a:lnTo>
                  <a:pt x="3220276" y="108180"/>
                </a:lnTo>
                <a:lnTo>
                  <a:pt x="3219423" y="108180"/>
                </a:lnTo>
                <a:lnTo>
                  <a:pt x="3219423" y="61590"/>
                </a:lnTo>
                <a:lnTo>
                  <a:pt x="3219422" y="61018"/>
                </a:lnTo>
                <a:lnTo>
                  <a:pt x="3219413" y="60273"/>
                </a:lnTo>
                <a:lnTo>
                  <a:pt x="3219390" y="59375"/>
                </a:lnTo>
                <a:lnTo>
                  <a:pt x="3219344" y="58341"/>
                </a:lnTo>
                <a:lnTo>
                  <a:pt x="3219268" y="57187"/>
                </a:lnTo>
                <a:lnTo>
                  <a:pt x="3219155" y="55932"/>
                </a:lnTo>
                <a:lnTo>
                  <a:pt x="3218997" y="54592"/>
                </a:lnTo>
                <a:lnTo>
                  <a:pt x="3218788" y="53186"/>
                </a:lnTo>
                <a:lnTo>
                  <a:pt x="3218518" y="51730"/>
                </a:lnTo>
                <a:lnTo>
                  <a:pt x="3218182" y="50241"/>
                </a:lnTo>
                <a:lnTo>
                  <a:pt x="3217771" y="48739"/>
                </a:lnTo>
                <a:lnTo>
                  <a:pt x="3217278" y="47238"/>
                </a:lnTo>
                <a:lnTo>
                  <a:pt x="3216696" y="45758"/>
                </a:lnTo>
                <a:lnTo>
                  <a:pt x="3216017" y="44315"/>
                </a:lnTo>
                <a:lnTo>
                  <a:pt x="3215234" y="42927"/>
                </a:lnTo>
                <a:lnTo>
                  <a:pt x="3214339" y="41612"/>
                </a:lnTo>
                <a:lnTo>
                  <a:pt x="3213325" y="40386"/>
                </a:lnTo>
                <a:lnTo>
                  <a:pt x="3212184" y="39267"/>
                </a:lnTo>
                <a:lnTo>
                  <a:pt x="3210909" y="38272"/>
                </a:lnTo>
                <a:lnTo>
                  <a:pt x="3209493" y="37419"/>
                </a:lnTo>
                <a:lnTo>
                  <a:pt x="3207928" y="36726"/>
                </a:lnTo>
                <a:lnTo>
                  <a:pt x="3206206" y="36209"/>
                </a:lnTo>
                <a:lnTo>
                  <a:pt x="3204321" y="35886"/>
                </a:lnTo>
                <a:lnTo>
                  <a:pt x="3202264" y="35774"/>
                </a:lnTo>
                <a:lnTo>
                  <a:pt x="3201530" y="35788"/>
                </a:lnTo>
                <a:lnTo>
                  <a:pt x="3200777" y="35828"/>
                </a:lnTo>
                <a:lnTo>
                  <a:pt x="3200005" y="35897"/>
                </a:lnTo>
                <a:lnTo>
                  <a:pt x="3199217" y="35995"/>
                </a:lnTo>
                <a:lnTo>
                  <a:pt x="3198415" y="36124"/>
                </a:lnTo>
                <a:lnTo>
                  <a:pt x="3197601" y="36284"/>
                </a:lnTo>
                <a:lnTo>
                  <a:pt x="3196777" y="36476"/>
                </a:lnTo>
                <a:lnTo>
                  <a:pt x="3195945" y="36703"/>
                </a:lnTo>
                <a:lnTo>
                  <a:pt x="3195107" y="36964"/>
                </a:lnTo>
                <a:lnTo>
                  <a:pt x="3194265" y="37261"/>
                </a:lnTo>
                <a:lnTo>
                  <a:pt x="3193420" y="37595"/>
                </a:lnTo>
                <a:lnTo>
                  <a:pt x="3192576" y="37968"/>
                </a:lnTo>
                <a:lnTo>
                  <a:pt x="3191734" y="38379"/>
                </a:lnTo>
                <a:lnTo>
                  <a:pt x="3190896" y="38831"/>
                </a:lnTo>
                <a:lnTo>
                  <a:pt x="3190064" y="39324"/>
                </a:lnTo>
                <a:lnTo>
                  <a:pt x="3189240" y="39859"/>
                </a:lnTo>
                <a:lnTo>
                  <a:pt x="3188426" y="40438"/>
                </a:lnTo>
                <a:lnTo>
                  <a:pt x="3187624" y="41062"/>
                </a:lnTo>
                <a:lnTo>
                  <a:pt x="3186836" y="41731"/>
                </a:lnTo>
                <a:lnTo>
                  <a:pt x="3186064" y="42447"/>
                </a:lnTo>
                <a:lnTo>
                  <a:pt x="3185310" y="43211"/>
                </a:lnTo>
                <a:lnTo>
                  <a:pt x="3184577" y="44024"/>
                </a:lnTo>
                <a:lnTo>
                  <a:pt x="3183865" y="44887"/>
                </a:lnTo>
                <a:lnTo>
                  <a:pt x="3183178" y="45801"/>
                </a:lnTo>
                <a:lnTo>
                  <a:pt x="3182803" y="44997"/>
                </a:lnTo>
                <a:lnTo>
                  <a:pt x="3182403" y="44227"/>
                </a:lnTo>
                <a:lnTo>
                  <a:pt x="3181979" y="43488"/>
                </a:lnTo>
                <a:lnTo>
                  <a:pt x="3181530" y="42782"/>
                </a:lnTo>
                <a:lnTo>
                  <a:pt x="3181058" y="42109"/>
                </a:lnTo>
                <a:lnTo>
                  <a:pt x="3180563" y="41469"/>
                </a:lnTo>
                <a:lnTo>
                  <a:pt x="3180046" y="40862"/>
                </a:lnTo>
                <a:lnTo>
                  <a:pt x="3179508" y="40288"/>
                </a:lnTo>
                <a:lnTo>
                  <a:pt x="3178948" y="39748"/>
                </a:lnTo>
                <a:lnTo>
                  <a:pt x="3178369" y="39241"/>
                </a:lnTo>
                <a:lnTo>
                  <a:pt x="3177770" y="38768"/>
                </a:lnTo>
                <a:lnTo>
                  <a:pt x="3177153" y="38330"/>
                </a:lnTo>
                <a:lnTo>
                  <a:pt x="3176517" y="37925"/>
                </a:lnTo>
                <a:lnTo>
                  <a:pt x="3175864" y="37554"/>
                </a:lnTo>
                <a:lnTo>
                  <a:pt x="3175195" y="37219"/>
                </a:lnTo>
                <a:lnTo>
                  <a:pt x="3174509" y="36917"/>
                </a:lnTo>
                <a:lnTo>
                  <a:pt x="3173808" y="36651"/>
                </a:lnTo>
                <a:lnTo>
                  <a:pt x="3173092" y="36419"/>
                </a:lnTo>
                <a:lnTo>
                  <a:pt x="3172362" y="36223"/>
                </a:lnTo>
                <a:lnTo>
                  <a:pt x="3171619" y="36062"/>
                </a:lnTo>
                <a:lnTo>
                  <a:pt x="3170863" y="35936"/>
                </a:lnTo>
                <a:lnTo>
                  <a:pt x="3170094" y="35847"/>
                </a:lnTo>
                <a:lnTo>
                  <a:pt x="3169315" y="35793"/>
                </a:lnTo>
                <a:lnTo>
                  <a:pt x="3168525" y="35774"/>
                </a:lnTo>
                <a:lnTo>
                  <a:pt x="3167756" y="35788"/>
                </a:lnTo>
                <a:lnTo>
                  <a:pt x="3166991" y="35830"/>
                </a:lnTo>
                <a:lnTo>
                  <a:pt x="3166231" y="35899"/>
                </a:lnTo>
                <a:lnTo>
                  <a:pt x="3165476" y="35994"/>
                </a:lnTo>
                <a:lnTo>
                  <a:pt x="3164726" y="36116"/>
                </a:lnTo>
                <a:lnTo>
                  <a:pt x="3163982" y="36263"/>
                </a:lnTo>
                <a:lnTo>
                  <a:pt x="3163244" y="36435"/>
                </a:lnTo>
                <a:lnTo>
                  <a:pt x="3162513" y="36632"/>
                </a:lnTo>
                <a:lnTo>
                  <a:pt x="3161788" y="36853"/>
                </a:lnTo>
                <a:lnTo>
                  <a:pt x="3161070" y="37097"/>
                </a:lnTo>
                <a:lnTo>
                  <a:pt x="3160360" y="37365"/>
                </a:lnTo>
                <a:lnTo>
                  <a:pt x="3159657" y="37655"/>
                </a:lnTo>
                <a:lnTo>
                  <a:pt x="3158962" y="37967"/>
                </a:lnTo>
                <a:lnTo>
                  <a:pt x="3158276" y="38301"/>
                </a:lnTo>
                <a:lnTo>
                  <a:pt x="3157598" y="38656"/>
                </a:lnTo>
                <a:lnTo>
                  <a:pt x="3156929" y="39032"/>
                </a:lnTo>
                <a:lnTo>
                  <a:pt x="3156270" y="39428"/>
                </a:lnTo>
                <a:lnTo>
                  <a:pt x="3155620" y="39843"/>
                </a:lnTo>
                <a:lnTo>
                  <a:pt x="3154981" y="40277"/>
                </a:lnTo>
                <a:lnTo>
                  <a:pt x="3154351" y="40730"/>
                </a:lnTo>
                <a:lnTo>
                  <a:pt x="3153733" y="41201"/>
                </a:lnTo>
                <a:lnTo>
                  <a:pt x="3153125" y="41690"/>
                </a:lnTo>
                <a:lnTo>
                  <a:pt x="3152529" y="42195"/>
                </a:lnTo>
                <a:lnTo>
                  <a:pt x="3151945" y="42718"/>
                </a:lnTo>
                <a:lnTo>
                  <a:pt x="3151879" y="42021"/>
                </a:lnTo>
                <a:lnTo>
                  <a:pt x="3151778" y="41382"/>
                </a:lnTo>
                <a:lnTo>
                  <a:pt x="3151645" y="40799"/>
                </a:lnTo>
                <a:lnTo>
                  <a:pt x="3151481" y="40268"/>
                </a:lnTo>
                <a:lnTo>
                  <a:pt x="3151287" y="39789"/>
                </a:lnTo>
                <a:lnTo>
                  <a:pt x="3151065" y="39357"/>
                </a:lnTo>
                <a:lnTo>
                  <a:pt x="3150817" y="38970"/>
                </a:lnTo>
                <a:lnTo>
                  <a:pt x="3150545" y="38627"/>
                </a:lnTo>
                <a:lnTo>
                  <a:pt x="3150250" y="38323"/>
                </a:lnTo>
                <a:lnTo>
                  <a:pt x="3149934" y="38058"/>
                </a:lnTo>
                <a:lnTo>
                  <a:pt x="3149599" y="37828"/>
                </a:lnTo>
                <a:lnTo>
                  <a:pt x="3149245" y="37631"/>
                </a:lnTo>
                <a:lnTo>
                  <a:pt x="3148876" y="37464"/>
                </a:lnTo>
                <a:lnTo>
                  <a:pt x="3148492" y="37325"/>
                </a:lnTo>
                <a:lnTo>
                  <a:pt x="3148096" y="37211"/>
                </a:lnTo>
                <a:lnTo>
                  <a:pt x="3147688" y="37120"/>
                </a:lnTo>
                <a:lnTo>
                  <a:pt x="3147272" y="37048"/>
                </a:lnTo>
                <a:lnTo>
                  <a:pt x="3146847" y="36995"/>
                </a:lnTo>
                <a:lnTo>
                  <a:pt x="3146416" y="36957"/>
                </a:lnTo>
                <a:lnTo>
                  <a:pt x="3145981" y="36931"/>
                </a:lnTo>
                <a:lnTo>
                  <a:pt x="3145544" y="36916"/>
                </a:lnTo>
                <a:lnTo>
                  <a:pt x="3145105" y="36908"/>
                </a:lnTo>
                <a:lnTo>
                  <a:pt x="3144667" y="36905"/>
                </a:lnTo>
                <a:lnTo>
                  <a:pt x="3144232" y="36904"/>
                </a:lnTo>
                <a:lnTo>
                  <a:pt x="3138063" y="36904"/>
                </a:lnTo>
                <a:lnTo>
                  <a:pt x="3137691" y="36905"/>
                </a:lnTo>
                <a:lnTo>
                  <a:pt x="3137300" y="36908"/>
                </a:lnTo>
                <a:lnTo>
                  <a:pt x="3136893" y="36916"/>
                </a:lnTo>
                <a:lnTo>
                  <a:pt x="3136473" y="36931"/>
                </a:lnTo>
                <a:lnTo>
                  <a:pt x="3136044" y="36957"/>
                </a:lnTo>
                <a:lnTo>
                  <a:pt x="3135608" y="36995"/>
                </a:lnTo>
                <a:lnTo>
                  <a:pt x="3135168" y="37048"/>
                </a:lnTo>
                <a:lnTo>
                  <a:pt x="3134728" y="37119"/>
                </a:lnTo>
                <a:lnTo>
                  <a:pt x="3134291" y="37209"/>
                </a:lnTo>
                <a:lnTo>
                  <a:pt x="3133859" y="37323"/>
                </a:lnTo>
                <a:lnTo>
                  <a:pt x="3133437" y="37461"/>
                </a:lnTo>
                <a:lnTo>
                  <a:pt x="3133026" y="37628"/>
                </a:lnTo>
                <a:lnTo>
                  <a:pt x="3132630" y="37824"/>
                </a:lnTo>
                <a:lnTo>
                  <a:pt x="3132253" y="38053"/>
                </a:lnTo>
                <a:lnTo>
                  <a:pt x="3131897" y="38317"/>
                </a:lnTo>
                <a:lnTo>
                  <a:pt x="3131565" y="38619"/>
                </a:lnTo>
                <a:lnTo>
                  <a:pt x="3131260" y="38961"/>
                </a:lnTo>
                <a:lnTo>
                  <a:pt x="3130987" y="39346"/>
                </a:lnTo>
                <a:lnTo>
                  <a:pt x="3130746" y="39775"/>
                </a:lnTo>
                <a:lnTo>
                  <a:pt x="3130543" y="40253"/>
                </a:lnTo>
                <a:lnTo>
                  <a:pt x="3130379" y="40781"/>
                </a:lnTo>
                <a:lnTo>
                  <a:pt x="3130258" y="41362"/>
                </a:lnTo>
                <a:lnTo>
                  <a:pt x="3130184" y="41997"/>
                </a:lnTo>
                <a:lnTo>
                  <a:pt x="3130158" y="42691"/>
                </a:lnTo>
                <a:lnTo>
                  <a:pt x="3130179" y="43407"/>
                </a:lnTo>
                <a:lnTo>
                  <a:pt x="3130242" y="44064"/>
                </a:lnTo>
                <a:lnTo>
                  <a:pt x="3130346" y="44663"/>
                </a:lnTo>
                <a:lnTo>
                  <a:pt x="3130490" y="45208"/>
                </a:lnTo>
                <a:lnTo>
                  <a:pt x="3130675" y="45702"/>
                </a:lnTo>
                <a:lnTo>
                  <a:pt x="3130900" y="46145"/>
                </a:lnTo>
                <a:lnTo>
                  <a:pt x="3131163" y="46543"/>
                </a:lnTo>
                <a:lnTo>
                  <a:pt x="3131465" y="46896"/>
                </a:lnTo>
                <a:lnTo>
                  <a:pt x="3131806" y="47207"/>
                </a:lnTo>
                <a:lnTo>
                  <a:pt x="3132184" y="47480"/>
                </a:lnTo>
                <a:lnTo>
                  <a:pt x="3132599" y="47717"/>
                </a:lnTo>
                <a:lnTo>
                  <a:pt x="3133051" y="47919"/>
                </a:lnTo>
                <a:lnTo>
                  <a:pt x="3133539" y="48091"/>
                </a:lnTo>
                <a:lnTo>
                  <a:pt x="3134063" y="48234"/>
                </a:lnTo>
                <a:lnTo>
                  <a:pt x="3134621" y="48351"/>
                </a:lnTo>
                <a:lnTo>
                  <a:pt x="3135215" y="48445"/>
                </a:lnTo>
                <a:lnTo>
                  <a:pt x="3135842" y="48518"/>
                </a:lnTo>
                <a:lnTo>
                  <a:pt x="3136504" y="48573"/>
                </a:lnTo>
                <a:lnTo>
                  <a:pt x="3137198" y="48612"/>
                </a:lnTo>
                <a:lnTo>
                  <a:pt x="3137925" y="48639"/>
                </a:lnTo>
                <a:lnTo>
                  <a:pt x="3138684" y="48655"/>
                </a:lnTo>
                <a:lnTo>
                  <a:pt x="3139475" y="48663"/>
                </a:lnTo>
                <a:lnTo>
                  <a:pt x="3140296" y="48666"/>
                </a:lnTo>
                <a:lnTo>
                  <a:pt x="3141149" y="48666"/>
                </a:lnTo>
                <a:lnTo>
                  <a:pt x="3141149" y="108180"/>
                </a:lnTo>
                <a:lnTo>
                  <a:pt x="3140296" y="108180"/>
                </a:lnTo>
                <a:lnTo>
                  <a:pt x="3139475" y="108183"/>
                </a:lnTo>
                <a:lnTo>
                  <a:pt x="3138684" y="108191"/>
                </a:lnTo>
                <a:lnTo>
                  <a:pt x="3137925" y="108207"/>
                </a:lnTo>
                <a:lnTo>
                  <a:pt x="3137198" y="108234"/>
                </a:lnTo>
                <a:lnTo>
                  <a:pt x="3136504" y="108273"/>
                </a:lnTo>
                <a:lnTo>
                  <a:pt x="3135842" y="108328"/>
                </a:lnTo>
                <a:lnTo>
                  <a:pt x="3135215" y="108401"/>
                </a:lnTo>
                <a:lnTo>
                  <a:pt x="3134621" y="108495"/>
                </a:lnTo>
                <a:lnTo>
                  <a:pt x="3134063" y="108612"/>
                </a:lnTo>
                <a:lnTo>
                  <a:pt x="3133539" y="108755"/>
                </a:lnTo>
                <a:lnTo>
                  <a:pt x="3133051" y="108926"/>
                </a:lnTo>
                <a:lnTo>
                  <a:pt x="3132599" y="109129"/>
                </a:lnTo>
                <a:lnTo>
                  <a:pt x="3132184" y="109366"/>
                </a:lnTo>
                <a:lnTo>
                  <a:pt x="3131806" y="109638"/>
                </a:lnTo>
                <a:lnTo>
                  <a:pt x="3131465" y="109950"/>
                </a:lnTo>
                <a:lnTo>
                  <a:pt x="3131163" y="110303"/>
                </a:lnTo>
                <a:lnTo>
                  <a:pt x="3130900" y="110700"/>
                </a:lnTo>
                <a:lnTo>
                  <a:pt x="3130675" y="111144"/>
                </a:lnTo>
                <a:lnTo>
                  <a:pt x="3130490" y="111637"/>
                </a:lnTo>
                <a:lnTo>
                  <a:pt x="3130346" y="112182"/>
                </a:lnTo>
                <a:lnTo>
                  <a:pt x="3130242" y="112782"/>
                </a:lnTo>
                <a:lnTo>
                  <a:pt x="3130179" y="113439"/>
                </a:lnTo>
                <a:lnTo>
                  <a:pt x="3130158" y="114155"/>
                </a:lnTo>
                <a:lnTo>
                  <a:pt x="3130185" y="114848"/>
                </a:lnTo>
                <a:lnTo>
                  <a:pt x="3130262" y="115484"/>
                </a:lnTo>
                <a:lnTo>
                  <a:pt x="3130387" y="116064"/>
                </a:lnTo>
                <a:lnTo>
                  <a:pt x="3130556" y="116591"/>
                </a:lnTo>
                <a:lnTo>
                  <a:pt x="3130766" y="117069"/>
                </a:lnTo>
                <a:lnTo>
                  <a:pt x="3131014" y="117499"/>
                </a:lnTo>
                <a:lnTo>
                  <a:pt x="3131296" y="117883"/>
                </a:lnTo>
                <a:lnTo>
                  <a:pt x="3131608" y="118225"/>
                </a:lnTo>
                <a:lnTo>
                  <a:pt x="3131948" y="118527"/>
                </a:lnTo>
                <a:lnTo>
                  <a:pt x="3132312" y="118791"/>
                </a:lnTo>
                <a:lnTo>
                  <a:pt x="3132697" y="119019"/>
                </a:lnTo>
                <a:lnTo>
                  <a:pt x="3133099" y="119216"/>
                </a:lnTo>
                <a:lnTo>
                  <a:pt x="3133515" y="119382"/>
                </a:lnTo>
                <a:lnTo>
                  <a:pt x="3133942" y="119520"/>
                </a:lnTo>
                <a:lnTo>
                  <a:pt x="3134376" y="119634"/>
                </a:lnTo>
                <a:lnTo>
                  <a:pt x="3134814" y="119724"/>
                </a:lnTo>
                <a:lnTo>
                  <a:pt x="3135253" y="119795"/>
                </a:lnTo>
                <a:lnTo>
                  <a:pt x="3135690" y="119848"/>
                </a:lnTo>
                <a:lnTo>
                  <a:pt x="3136120" y="119886"/>
                </a:lnTo>
                <a:lnTo>
                  <a:pt x="3136540" y="119912"/>
                </a:lnTo>
                <a:lnTo>
                  <a:pt x="3136949" y="119927"/>
                </a:lnTo>
                <a:lnTo>
                  <a:pt x="3137340" y="119935"/>
                </a:lnTo>
                <a:lnTo>
                  <a:pt x="3137713" y="119938"/>
                </a:lnTo>
                <a:lnTo>
                  <a:pt x="3138063" y="119939"/>
                </a:lnTo>
                <a:lnTo>
                  <a:pt x="3155031" y="119939"/>
                </a:lnTo>
                <a:lnTo>
                  <a:pt x="3155403" y="119938"/>
                </a:lnTo>
                <a:lnTo>
                  <a:pt x="3155794" y="119935"/>
                </a:lnTo>
                <a:lnTo>
                  <a:pt x="3156201" y="119927"/>
                </a:lnTo>
                <a:lnTo>
                  <a:pt x="3156620" y="119912"/>
                </a:lnTo>
                <a:lnTo>
                  <a:pt x="3157050" y="119886"/>
                </a:lnTo>
                <a:lnTo>
                  <a:pt x="3157485" y="119848"/>
                </a:lnTo>
                <a:lnTo>
                  <a:pt x="3157925" y="119795"/>
                </a:lnTo>
                <a:lnTo>
                  <a:pt x="3158365" y="119724"/>
                </a:lnTo>
                <a:lnTo>
                  <a:pt x="3158802" y="119634"/>
                </a:lnTo>
                <a:lnTo>
                  <a:pt x="3159233" y="119520"/>
                </a:lnTo>
                <a:lnTo>
                  <a:pt x="3159656" y="119382"/>
                </a:lnTo>
                <a:lnTo>
                  <a:pt x="3160066" y="119216"/>
                </a:lnTo>
                <a:lnTo>
                  <a:pt x="3160461" y="119019"/>
                </a:lnTo>
                <a:lnTo>
                  <a:pt x="3160839" y="118791"/>
                </a:lnTo>
                <a:lnTo>
                  <a:pt x="3161195" y="118527"/>
                </a:lnTo>
                <a:lnTo>
                  <a:pt x="3161526" y="118225"/>
                </a:lnTo>
                <a:lnTo>
                  <a:pt x="3161831" y="117883"/>
                </a:lnTo>
                <a:lnTo>
                  <a:pt x="3162104" y="117499"/>
                </a:lnTo>
                <a:lnTo>
                  <a:pt x="3162345" y="117069"/>
                </a:lnTo>
                <a:lnTo>
                  <a:pt x="3162548" y="116591"/>
                </a:lnTo>
                <a:lnTo>
                  <a:pt x="3162711" y="116064"/>
                </a:lnTo>
                <a:lnTo>
                  <a:pt x="3162832" y="115484"/>
                </a:lnTo>
                <a:lnTo>
                  <a:pt x="3162907" y="114848"/>
                </a:lnTo>
                <a:lnTo>
                  <a:pt x="3162932" y="114155"/>
                </a:lnTo>
                <a:lnTo>
                  <a:pt x="3162911" y="113439"/>
                </a:lnTo>
                <a:lnTo>
                  <a:pt x="3162849" y="112782"/>
                </a:lnTo>
                <a:lnTo>
                  <a:pt x="3162745" y="112182"/>
                </a:lnTo>
                <a:lnTo>
                  <a:pt x="3162600" y="111637"/>
                </a:lnTo>
                <a:lnTo>
                  <a:pt x="3162416" y="111144"/>
                </a:lnTo>
                <a:lnTo>
                  <a:pt x="3162191" y="110700"/>
                </a:lnTo>
                <a:lnTo>
                  <a:pt x="3161928" y="110303"/>
                </a:lnTo>
                <a:lnTo>
                  <a:pt x="3161626" y="109950"/>
                </a:lnTo>
                <a:lnTo>
                  <a:pt x="3161286" y="109638"/>
                </a:lnTo>
                <a:lnTo>
                  <a:pt x="3160908" y="109366"/>
                </a:lnTo>
                <a:lnTo>
                  <a:pt x="3160493" y="109129"/>
                </a:lnTo>
                <a:lnTo>
                  <a:pt x="3160041" y="108926"/>
                </a:lnTo>
                <a:lnTo>
                  <a:pt x="3159553" y="108755"/>
                </a:lnTo>
                <a:lnTo>
                  <a:pt x="3159030" y="108612"/>
                </a:lnTo>
                <a:lnTo>
                  <a:pt x="3158471" y="108495"/>
                </a:lnTo>
                <a:lnTo>
                  <a:pt x="3157878" y="108401"/>
                </a:lnTo>
                <a:lnTo>
                  <a:pt x="3157250" y="108328"/>
                </a:lnTo>
                <a:lnTo>
                  <a:pt x="3156589" y="108273"/>
                </a:lnTo>
                <a:lnTo>
                  <a:pt x="3155895" y="108234"/>
                </a:lnTo>
                <a:lnTo>
                  <a:pt x="3155168" y="108207"/>
                </a:lnTo>
                <a:lnTo>
                  <a:pt x="3154409" y="108191"/>
                </a:lnTo>
                <a:lnTo>
                  <a:pt x="3153619" y="108183"/>
                </a:lnTo>
                <a:lnTo>
                  <a:pt x="3152797" y="108180"/>
                </a:lnTo>
                <a:lnTo>
                  <a:pt x="3151945" y="108180"/>
                </a:lnTo>
                <a:lnTo>
                  <a:pt x="3151945" y="73705"/>
                </a:lnTo>
                <a:lnTo>
                  <a:pt x="3151985" y="71608"/>
                </a:lnTo>
                <a:lnTo>
                  <a:pt x="3152105" y="69594"/>
                </a:lnTo>
                <a:lnTo>
                  <a:pt x="3152300" y="67666"/>
                </a:lnTo>
                <a:lnTo>
                  <a:pt x="3152567" y="65823"/>
                </a:lnTo>
                <a:lnTo>
                  <a:pt x="3152903" y="64065"/>
                </a:lnTo>
                <a:lnTo>
                  <a:pt x="3153303" y="62394"/>
                </a:lnTo>
                <a:lnTo>
                  <a:pt x="3153766" y="60810"/>
                </a:lnTo>
                <a:lnTo>
                  <a:pt x="3154287" y="59312"/>
                </a:lnTo>
                <a:lnTo>
                  <a:pt x="3154863" y="57902"/>
                </a:lnTo>
                <a:lnTo>
                  <a:pt x="3155490" y="56580"/>
                </a:lnTo>
                <a:lnTo>
                  <a:pt x="3156165" y="55346"/>
                </a:lnTo>
                <a:lnTo>
                  <a:pt x="3156885" y="54201"/>
                </a:lnTo>
                <a:lnTo>
                  <a:pt x="3157646" y="53145"/>
                </a:lnTo>
                <a:lnTo>
                  <a:pt x="3158445" y="52179"/>
                </a:lnTo>
                <a:lnTo>
                  <a:pt x="3159278" y="51303"/>
                </a:lnTo>
                <a:lnTo>
                  <a:pt x="3160142" y="50517"/>
                </a:lnTo>
                <a:lnTo>
                  <a:pt x="3161034" y="49822"/>
                </a:lnTo>
                <a:lnTo>
                  <a:pt x="3161949" y="49218"/>
                </a:lnTo>
                <a:lnTo>
                  <a:pt x="3162885" y="48706"/>
                </a:lnTo>
                <a:lnTo>
                  <a:pt x="3163838" y="48286"/>
                </a:lnTo>
                <a:lnTo>
                  <a:pt x="3164805" y="47959"/>
                </a:lnTo>
                <a:lnTo>
                  <a:pt x="3165782" y="47724"/>
                </a:lnTo>
                <a:lnTo>
                  <a:pt x="3166766" y="47584"/>
                </a:lnTo>
                <a:lnTo>
                  <a:pt x="3167754" y="47537"/>
                </a:lnTo>
                <a:lnTo>
                  <a:pt x="3168299" y="47554"/>
                </a:lnTo>
                <a:lnTo>
                  <a:pt x="3168826" y="47608"/>
                </a:lnTo>
                <a:lnTo>
                  <a:pt x="3169333" y="47702"/>
                </a:lnTo>
                <a:lnTo>
                  <a:pt x="3169822" y="47837"/>
                </a:lnTo>
                <a:lnTo>
                  <a:pt x="3170290" y="48017"/>
                </a:lnTo>
                <a:lnTo>
                  <a:pt x="3170739" y="48244"/>
                </a:lnTo>
                <a:lnTo>
                  <a:pt x="3171167" y="48520"/>
                </a:lnTo>
                <a:lnTo>
                  <a:pt x="3171574" y="48849"/>
                </a:lnTo>
                <a:lnTo>
                  <a:pt x="3171959" y="49232"/>
                </a:lnTo>
                <a:lnTo>
                  <a:pt x="3172323" y="49673"/>
                </a:lnTo>
                <a:lnTo>
                  <a:pt x="3172665" y="50174"/>
                </a:lnTo>
                <a:lnTo>
                  <a:pt x="3172983" y="50738"/>
                </a:lnTo>
                <a:lnTo>
                  <a:pt x="3173279" y="51366"/>
                </a:lnTo>
                <a:lnTo>
                  <a:pt x="3173551" y="52063"/>
                </a:lnTo>
                <a:lnTo>
                  <a:pt x="3173800" y="52830"/>
                </a:lnTo>
                <a:lnTo>
                  <a:pt x="3174023" y="53669"/>
                </a:lnTo>
                <a:lnTo>
                  <a:pt x="3174223" y="54585"/>
                </a:lnTo>
                <a:lnTo>
                  <a:pt x="3174397" y="55578"/>
                </a:lnTo>
                <a:lnTo>
                  <a:pt x="3174545" y="56652"/>
                </a:lnTo>
                <a:lnTo>
                  <a:pt x="3174667" y="57809"/>
                </a:lnTo>
                <a:lnTo>
                  <a:pt x="3174763" y="59052"/>
                </a:lnTo>
                <a:lnTo>
                  <a:pt x="3174832" y="60384"/>
                </a:lnTo>
                <a:lnTo>
                  <a:pt x="3174874" y="61807"/>
                </a:lnTo>
                <a:lnTo>
                  <a:pt x="3174888" y="63323"/>
                </a:lnTo>
                <a:lnTo>
                  <a:pt x="3174888" y="108180"/>
                </a:lnTo>
                <a:lnTo>
                  <a:pt x="3174424" y="108180"/>
                </a:lnTo>
                <a:lnTo>
                  <a:pt x="3173951" y="108183"/>
                </a:lnTo>
                <a:lnTo>
                  <a:pt x="3173472" y="108191"/>
                </a:lnTo>
                <a:lnTo>
                  <a:pt x="3172988" y="108207"/>
                </a:lnTo>
                <a:lnTo>
                  <a:pt x="3172502" y="108234"/>
                </a:lnTo>
                <a:lnTo>
                  <a:pt x="3172017" y="108273"/>
                </a:lnTo>
                <a:lnTo>
                  <a:pt x="3171536" y="108328"/>
                </a:lnTo>
                <a:lnTo>
                  <a:pt x="3171060" y="108401"/>
                </a:lnTo>
                <a:lnTo>
                  <a:pt x="3170594" y="108495"/>
                </a:lnTo>
                <a:lnTo>
                  <a:pt x="3170139" y="108612"/>
                </a:lnTo>
                <a:lnTo>
                  <a:pt x="3169697" y="108755"/>
                </a:lnTo>
                <a:lnTo>
                  <a:pt x="3169272" y="108926"/>
                </a:lnTo>
                <a:lnTo>
                  <a:pt x="3168866" y="109129"/>
                </a:lnTo>
                <a:lnTo>
                  <a:pt x="3168482" y="109366"/>
                </a:lnTo>
                <a:lnTo>
                  <a:pt x="3168122" y="109638"/>
                </a:lnTo>
                <a:lnTo>
                  <a:pt x="3167789" y="109950"/>
                </a:lnTo>
                <a:lnTo>
                  <a:pt x="3167486" y="110303"/>
                </a:lnTo>
                <a:lnTo>
                  <a:pt x="3167214" y="110700"/>
                </a:lnTo>
                <a:lnTo>
                  <a:pt x="3166977" y="111144"/>
                </a:lnTo>
                <a:lnTo>
                  <a:pt x="3166778" y="111637"/>
                </a:lnTo>
                <a:lnTo>
                  <a:pt x="3166618" y="112182"/>
                </a:lnTo>
                <a:lnTo>
                  <a:pt x="3166501" y="112782"/>
                </a:lnTo>
                <a:lnTo>
                  <a:pt x="3166428" y="113439"/>
                </a:lnTo>
                <a:lnTo>
                  <a:pt x="3166404" y="114155"/>
                </a:lnTo>
                <a:lnTo>
                  <a:pt x="3166430" y="114848"/>
                </a:lnTo>
                <a:lnTo>
                  <a:pt x="3166508" y="115484"/>
                </a:lnTo>
                <a:lnTo>
                  <a:pt x="3166633" y="116064"/>
                </a:lnTo>
                <a:lnTo>
                  <a:pt x="3166802" y="116591"/>
                </a:lnTo>
                <a:lnTo>
                  <a:pt x="3167012" y="117069"/>
                </a:lnTo>
                <a:lnTo>
                  <a:pt x="3167259" y="117499"/>
                </a:lnTo>
                <a:lnTo>
                  <a:pt x="3167541" y="117883"/>
                </a:lnTo>
                <a:lnTo>
                  <a:pt x="3167854" y="118225"/>
                </a:lnTo>
                <a:lnTo>
                  <a:pt x="3168193" y="118527"/>
                </a:lnTo>
                <a:lnTo>
                  <a:pt x="3168557" y="118791"/>
                </a:lnTo>
                <a:lnTo>
                  <a:pt x="3168942" y="119019"/>
                </a:lnTo>
                <a:lnTo>
                  <a:pt x="3169344" y="119216"/>
                </a:lnTo>
                <a:lnTo>
                  <a:pt x="3169761" y="119382"/>
                </a:lnTo>
                <a:lnTo>
                  <a:pt x="3170187" y="119520"/>
                </a:lnTo>
                <a:lnTo>
                  <a:pt x="3170622" y="119634"/>
                </a:lnTo>
                <a:lnTo>
                  <a:pt x="3171060" y="119724"/>
                </a:lnTo>
                <a:lnTo>
                  <a:pt x="3171499" y="119795"/>
                </a:lnTo>
                <a:lnTo>
                  <a:pt x="3171935" y="119848"/>
                </a:lnTo>
                <a:lnTo>
                  <a:pt x="3172365" y="119886"/>
                </a:lnTo>
                <a:lnTo>
                  <a:pt x="3172786" y="119912"/>
                </a:lnTo>
                <a:lnTo>
                  <a:pt x="3173194" y="119927"/>
                </a:lnTo>
                <a:lnTo>
                  <a:pt x="3173586" y="119935"/>
                </a:lnTo>
                <a:lnTo>
                  <a:pt x="3173959" y="119938"/>
                </a:lnTo>
                <a:lnTo>
                  <a:pt x="3174308" y="119939"/>
                </a:lnTo>
                <a:lnTo>
                  <a:pt x="3188767" y="119939"/>
                </a:lnTo>
                <a:lnTo>
                  <a:pt x="3189139" y="119938"/>
                </a:lnTo>
                <a:lnTo>
                  <a:pt x="3189530" y="119935"/>
                </a:lnTo>
                <a:lnTo>
                  <a:pt x="3189937" y="119927"/>
                </a:lnTo>
                <a:lnTo>
                  <a:pt x="3190357" y="119912"/>
                </a:lnTo>
                <a:lnTo>
                  <a:pt x="3190786" y="119886"/>
                </a:lnTo>
                <a:lnTo>
                  <a:pt x="3191222" y="119848"/>
                </a:lnTo>
                <a:lnTo>
                  <a:pt x="3191662" y="119795"/>
                </a:lnTo>
                <a:lnTo>
                  <a:pt x="3192102" y="119724"/>
                </a:lnTo>
                <a:lnTo>
                  <a:pt x="3192539" y="119634"/>
                </a:lnTo>
                <a:lnTo>
                  <a:pt x="3192970" y="119520"/>
                </a:lnTo>
                <a:lnTo>
                  <a:pt x="3193393" y="119382"/>
                </a:lnTo>
                <a:lnTo>
                  <a:pt x="3193804" y="119216"/>
                </a:lnTo>
                <a:lnTo>
                  <a:pt x="3194199" y="119019"/>
                </a:lnTo>
                <a:lnTo>
                  <a:pt x="3194577" y="118791"/>
                </a:lnTo>
                <a:lnTo>
                  <a:pt x="3194933" y="118527"/>
                </a:lnTo>
                <a:lnTo>
                  <a:pt x="3195265" y="118225"/>
                </a:lnTo>
                <a:lnTo>
                  <a:pt x="3195569" y="117883"/>
                </a:lnTo>
                <a:lnTo>
                  <a:pt x="3195843" y="117499"/>
                </a:lnTo>
                <a:lnTo>
                  <a:pt x="3196083" y="117069"/>
                </a:lnTo>
                <a:lnTo>
                  <a:pt x="3196287" y="116591"/>
                </a:lnTo>
                <a:lnTo>
                  <a:pt x="3196451" y="116064"/>
                </a:lnTo>
                <a:lnTo>
                  <a:pt x="3196571" y="115484"/>
                </a:lnTo>
                <a:lnTo>
                  <a:pt x="3196646" y="114848"/>
                </a:lnTo>
                <a:lnTo>
                  <a:pt x="3196672" y="114155"/>
                </a:lnTo>
                <a:lnTo>
                  <a:pt x="3196651" y="113439"/>
                </a:lnTo>
                <a:lnTo>
                  <a:pt x="3196588" y="112782"/>
                </a:lnTo>
                <a:lnTo>
                  <a:pt x="3196484" y="112182"/>
                </a:lnTo>
                <a:lnTo>
                  <a:pt x="3196340" y="111637"/>
                </a:lnTo>
                <a:lnTo>
                  <a:pt x="3196155" y="111144"/>
                </a:lnTo>
                <a:lnTo>
                  <a:pt x="3195931" y="110700"/>
                </a:lnTo>
                <a:lnTo>
                  <a:pt x="3195667" y="110303"/>
                </a:lnTo>
                <a:lnTo>
                  <a:pt x="3195365" y="109950"/>
                </a:lnTo>
                <a:lnTo>
                  <a:pt x="3195025" y="109638"/>
                </a:lnTo>
                <a:lnTo>
                  <a:pt x="3194647" y="109366"/>
                </a:lnTo>
                <a:lnTo>
                  <a:pt x="3194232" y="109129"/>
                </a:lnTo>
                <a:lnTo>
                  <a:pt x="3193780" y="108926"/>
                </a:lnTo>
                <a:lnTo>
                  <a:pt x="3193292" y="108755"/>
                </a:lnTo>
                <a:lnTo>
                  <a:pt x="3192769" y="108612"/>
                </a:lnTo>
                <a:lnTo>
                  <a:pt x="3192210" y="108495"/>
                </a:lnTo>
                <a:lnTo>
                  <a:pt x="3191617" y="108401"/>
                </a:lnTo>
                <a:lnTo>
                  <a:pt x="3190990" y="108328"/>
                </a:lnTo>
                <a:lnTo>
                  <a:pt x="3190329" y="108273"/>
                </a:lnTo>
                <a:lnTo>
                  <a:pt x="3189634" y="108234"/>
                </a:lnTo>
                <a:lnTo>
                  <a:pt x="3188908" y="108207"/>
                </a:lnTo>
                <a:lnTo>
                  <a:pt x="3188149" y="108191"/>
                </a:lnTo>
                <a:lnTo>
                  <a:pt x="3187358" y="108183"/>
                </a:lnTo>
                <a:lnTo>
                  <a:pt x="3186536" y="108180"/>
                </a:lnTo>
                <a:lnTo>
                  <a:pt x="3185684" y="108180"/>
                </a:lnTo>
                <a:lnTo>
                  <a:pt x="3185684" y="73720"/>
                </a:lnTo>
                <a:lnTo>
                  <a:pt x="3185725" y="71621"/>
                </a:lnTo>
                <a:lnTo>
                  <a:pt x="3185844" y="69606"/>
                </a:lnTo>
                <a:lnTo>
                  <a:pt x="3186039" y="67676"/>
                </a:lnTo>
                <a:lnTo>
                  <a:pt x="3186306" y="65831"/>
                </a:lnTo>
                <a:lnTo>
                  <a:pt x="3186642" y="64073"/>
                </a:lnTo>
                <a:lnTo>
                  <a:pt x="3187043" y="62401"/>
                </a:lnTo>
                <a:lnTo>
                  <a:pt x="3187505" y="60815"/>
                </a:lnTo>
                <a:lnTo>
                  <a:pt x="3188026" y="59317"/>
                </a:lnTo>
                <a:lnTo>
                  <a:pt x="3188602" y="57906"/>
                </a:lnTo>
                <a:lnTo>
                  <a:pt x="3189229" y="56583"/>
                </a:lnTo>
                <a:lnTo>
                  <a:pt x="3189905" y="55349"/>
                </a:lnTo>
                <a:lnTo>
                  <a:pt x="3190624" y="54203"/>
                </a:lnTo>
                <a:lnTo>
                  <a:pt x="3191385" y="53147"/>
                </a:lnTo>
                <a:lnTo>
                  <a:pt x="3192184" y="52180"/>
                </a:lnTo>
                <a:lnTo>
                  <a:pt x="3193017" y="51303"/>
                </a:lnTo>
                <a:lnTo>
                  <a:pt x="3193881" y="50517"/>
                </a:lnTo>
                <a:lnTo>
                  <a:pt x="3194773" y="49822"/>
                </a:lnTo>
                <a:lnTo>
                  <a:pt x="3195688" y="49218"/>
                </a:lnTo>
                <a:lnTo>
                  <a:pt x="3196624" y="48706"/>
                </a:lnTo>
                <a:lnTo>
                  <a:pt x="3197577" y="48286"/>
                </a:lnTo>
                <a:lnTo>
                  <a:pt x="3198544" y="47959"/>
                </a:lnTo>
                <a:lnTo>
                  <a:pt x="3199522" y="47724"/>
                </a:lnTo>
                <a:lnTo>
                  <a:pt x="3200506" y="47584"/>
                </a:lnTo>
                <a:lnTo>
                  <a:pt x="3201493" y="47537"/>
                </a:lnTo>
                <a:lnTo>
                  <a:pt x="3202038" y="47554"/>
                </a:lnTo>
                <a:lnTo>
                  <a:pt x="3202565" y="47608"/>
                </a:lnTo>
                <a:lnTo>
                  <a:pt x="3203073" y="47702"/>
                </a:lnTo>
                <a:lnTo>
                  <a:pt x="3203561" y="47837"/>
                </a:lnTo>
                <a:lnTo>
                  <a:pt x="3204030" y="48017"/>
                </a:lnTo>
                <a:lnTo>
                  <a:pt x="3204478" y="48244"/>
                </a:lnTo>
                <a:lnTo>
                  <a:pt x="3204906" y="48520"/>
                </a:lnTo>
                <a:lnTo>
                  <a:pt x="3205313" y="48849"/>
                </a:lnTo>
                <a:lnTo>
                  <a:pt x="3205699" y="49232"/>
                </a:lnTo>
                <a:lnTo>
                  <a:pt x="3206062" y="49673"/>
                </a:lnTo>
                <a:lnTo>
                  <a:pt x="3206404" y="50174"/>
                </a:lnTo>
                <a:lnTo>
                  <a:pt x="3206723" y="50738"/>
                </a:lnTo>
                <a:lnTo>
                  <a:pt x="3207018" y="51366"/>
                </a:lnTo>
                <a:lnTo>
                  <a:pt x="3207290" y="52063"/>
                </a:lnTo>
                <a:lnTo>
                  <a:pt x="3207539" y="52830"/>
                </a:lnTo>
                <a:lnTo>
                  <a:pt x="3207763" y="53669"/>
                </a:lnTo>
                <a:lnTo>
                  <a:pt x="3207962" y="54585"/>
                </a:lnTo>
                <a:lnTo>
                  <a:pt x="3208136" y="55578"/>
                </a:lnTo>
                <a:lnTo>
                  <a:pt x="3208284" y="56652"/>
                </a:lnTo>
                <a:lnTo>
                  <a:pt x="3208406" y="57809"/>
                </a:lnTo>
                <a:lnTo>
                  <a:pt x="3208502" y="59052"/>
                </a:lnTo>
                <a:lnTo>
                  <a:pt x="3208571" y="60384"/>
                </a:lnTo>
                <a:lnTo>
                  <a:pt x="3208613" y="61807"/>
                </a:lnTo>
                <a:lnTo>
                  <a:pt x="3208627" y="63323"/>
                </a:lnTo>
                <a:lnTo>
                  <a:pt x="3208627" y="108180"/>
                </a:lnTo>
                <a:lnTo>
                  <a:pt x="3208163" y="108180"/>
                </a:lnTo>
                <a:lnTo>
                  <a:pt x="3207690" y="108183"/>
                </a:lnTo>
                <a:lnTo>
                  <a:pt x="3207210" y="108191"/>
                </a:lnTo>
                <a:lnTo>
                  <a:pt x="3206726" y="108207"/>
                </a:lnTo>
                <a:lnTo>
                  <a:pt x="3206240" y="108234"/>
                </a:lnTo>
                <a:lnTo>
                  <a:pt x="3205755" y="108273"/>
                </a:lnTo>
                <a:lnTo>
                  <a:pt x="3205274" y="108328"/>
                </a:lnTo>
                <a:lnTo>
                  <a:pt x="3204798" y="108401"/>
                </a:lnTo>
                <a:lnTo>
                  <a:pt x="3204332" y="108495"/>
                </a:lnTo>
                <a:lnTo>
                  <a:pt x="3203877" y="108612"/>
                </a:lnTo>
                <a:lnTo>
                  <a:pt x="3203435" y="108755"/>
                </a:lnTo>
                <a:lnTo>
                  <a:pt x="3203010" y="108926"/>
                </a:lnTo>
                <a:lnTo>
                  <a:pt x="3202605" y="109129"/>
                </a:lnTo>
                <a:lnTo>
                  <a:pt x="3202221" y="109366"/>
                </a:lnTo>
                <a:lnTo>
                  <a:pt x="3201861" y="109638"/>
                </a:lnTo>
                <a:lnTo>
                  <a:pt x="3201528" y="109950"/>
                </a:lnTo>
                <a:lnTo>
                  <a:pt x="3201224" y="110303"/>
                </a:lnTo>
                <a:lnTo>
                  <a:pt x="3200953" y="110700"/>
                </a:lnTo>
                <a:lnTo>
                  <a:pt x="3200716" y="111144"/>
                </a:lnTo>
                <a:lnTo>
                  <a:pt x="3200517" y="111637"/>
                </a:lnTo>
                <a:lnTo>
                  <a:pt x="3200357" y="112182"/>
                </a:lnTo>
                <a:lnTo>
                  <a:pt x="3200240" y="112782"/>
                </a:lnTo>
                <a:lnTo>
                  <a:pt x="3200168" y="113439"/>
                </a:lnTo>
                <a:lnTo>
                  <a:pt x="3200143" y="114155"/>
                </a:lnTo>
                <a:lnTo>
                  <a:pt x="3200169" y="114848"/>
                </a:lnTo>
                <a:lnTo>
                  <a:pt x="3200247" y="115484"/>
                </a:lnTo>
                <a:lnTo>
                  <a:pt x="3200372" y="116064"/>
                </a:lnTo>
                <a:lnTo>
                  <a:pt x="3200541" y="116591"/>
                </a:lnTo>
                <a:lnTo>
                  <a:pt x="3200751" y="117069"/>
                </a:lnTo>
                <a:lnTo>
                  <a:pt x="3200998" y="117499"/>
                </a:lnTo>
                <a:lnTo>
                  <a:pt x="3201280" y="117883"/>
                </a:lnTo>
                <a:lnTo>
                  <a:pt x="3201592" y="118225"/>
                </a:lnTo>
                <a:lnTo>
                  <a:pt x="3201932" y="118527"/>
                </a:lnTo>
                <a:lnTo>
                  <a:pt x="3202296" y="118791"/>
                </a:lnTo>
                <a:lnTo>
                  <a:pt x="3202680" y="119019"/>
                </a:lnTo>
                <a:lnTo>
                  <a:pt x="3203082" y="119216"/>
                </a:lnTo>
                <a:lnTo>
                  <a:pt x="3203499" y="119382"/>
                </a:lnTo>
                <a:lnTo>
                  <a:pt x="3203925" y="119520"/>
                </a:lnTo>
                <a:lnTo>
                  <a:pt x="3204360" y="119634"/>
                </a:lnTo>
                <a:lnTo>
                  <a:pt x="3204798" y="119724"/>
                </a:lnTo>
                <a:lnTo>
                  <a:pt x="3205237" y="119795"/>
                </a:lnTo>
                <a:lnTo>
                  <a:pt x="3205673" y="119848"/>
                </a:lnTo>
                <a:lnTo>
                  <a:pt x="3206103" y="119886"/>
                </a:lnTo>
                <a:lnTo>
                  <a:pt x="3206524" y="119912"/>
                </a:lnTo>
                <a:lnTo>
                  <a:pt x="3206932" y="119927"/>
                </a:lnTo>
                <a:lnTo>
                  <a:pt x="3207325" y="119935"/>
                </a:lnTo>
                <a:lnTo>
                  <a:pt x="3207697" y="119938"/>
                </a:lnTo>
                <a:lnTo>
                  <a:pt x="3208047" y="119939"/>
                </a:lnTo>
                <a:lnTo>
                  <a:pt x="3222506" y="119939"/>
                </a:lnTo>
                <a:lnTo>
                  <a:pt x="3222878" y="119938"/>
                </a:lnTo>
                <a:lnTo>
                  <a:pt x="3223269" y="119935"/>
                </a:lnTo>
                <a:lnTo>
                  <a:pt x="3223676" y="119927"/>
                </a:lnTo>
                <a:lnTo>
                  <a:pt x="3224096" y="119912"/>
                </a:lnTo>
                <a:lnTo>
                  <a:pt x="3224525" y="119886"/>
                </a:lnTo>
                <a:lnTo>
                  <a:pt x="3224961" y="119848"/>
                </a:lnTo>
                <a:lnTo>
                  <a:pt x="3225401" y="119795"/>
                </a:lnTo>
                <a:lnTo>
                  <a:pt x="3225841" y="119724"/>
                </a:lnTo>
                <a:lnTo>
                  <a:pt x="3226278" y="119634"/>
                </a:lnTo>
                <a:lnTo>
                  <a:pt x="3226710" y="119520"/>
                </a:lnTo>
                <a:lnTo>
                  <a:pt x="3227132" y="119382"/>
                </a:lnTo>
                <a:lnTo>
                  <a:pt x="3227543" y="119216"/>
                </a:lnTo>
                <a:lnTo>
                  <a:pt x="3227939" y="119019"/>
                </a:lnTo>
                <a:lnTo>
                  <a:pt x="3228316" y="118791"/>
                </a:lnTo>
                <a:lnTo>
                  <a:pt x="3228672" y="118527"/>
                </a:lnTo>
                <a:lnTo>
                  <a:pt x="3229004" y="118225"/>
                </a:lnTo>
                <a:lnTo>
                  <a:pt x="3229308" y="117883"/>
                </a:lnTo>
                <a:lnTo>
                  <a:pt x="3229582" y="117499"/>
                </a:lnTo>
                <a:lnTo>
                  <a:pt x="3229823" y="117069"/>
                </a:lnTo>
                <a:lnTo>
                  <a:pt x="3230026" y="116591"/>
                </a:lnTo>
                <a:lnTo>
                  <a:pt x="3230190" y="116064"/>
                </a:lnTo>
                <a:lnTo>
                  <a:pt x="3230310" y="115484"/>
                </a:lnTo>
                <a:lnTo>
                  <a:pt x="3230385" y="114848"/>
                </a:lnTo>
                <a:lnTo>
                  <a:pt x="3230411" y="114155"/>
                </a:lnTo>
                <a:lnTo>
                  <a:pt x="3230390" y="113439"/>
                </a:lnTo>
                <a:lnTo>
                  <a:pt x="3230327" y="112782"/>
                </a:lnTo>
                <a:lnTo>
                  <a:pt x="3230223" y="112182"/>
                </a:lnTo>
                <a:lnTo>
                  <a:pt x="3230079" y="111637"/>
                </a:lnTo>
                <a:lnTo>
                  <a:pt x="3229894" y="111144"/>
                </a:lnTo>
                <a:lnTo>
                  <a:pt x="3229670" y="110700"/>
                </a:lnTo>
                <a:close/>
                <a:moveTo>
                  <a:pt x="2405718" y="83549"/>
                </a:moveTo>
                <a:lnTo>
                  <a:pt x="2404434" y="82006"/>
                </a:lnTo>
                <a:lnTo>
                  <a:pt x="2403024" y="80590"/>
                </a:lnTo>
                <a:lnTo>
                  <a:pt x="2401505" y="79297"/>
                </a:lnTo>
                <a:lnTo>
                  <a:pt x="2399898" y="78120"/>
                </a:lnTo>
                <a:lnTo>
                  <a:pt x="2398221" y="77053"/>
                </a:lnTo>
                <a:lnTo>
                  <a:pt x="2396493" y="76092"/>
                </a:lnTo>
                <a:lnTo>
                  <a:pt x="2394733" y="75230"/>
                </a:lnTo>
                <a:lnTo>
                  <a:pt x="2392959" y="74463"/>
                </a:lnTo>
                <a:lnTo>
                  <a:pt x="2391192" y="73783"/>
                </a:lnTo>
                <a:lnTo>
                  <a:pt x="2389449" y="73186"/>
                </a:lnTo>
                <a:lnTo>
                  <a:pt x="2387749" y="72666"/>
                </a:lnTo>
                <a:lnTo>
                  <a:pt x="2386112" y="72218"/>
                </a:lnTo>
                <a:lnTo>
                  <a:pt x="2384556" y="71835"/>
                </a:lnTo>
                <a:lnTo>
                  <a:pt x="2383100" y="71513"/>
                </a:lnTo>
                <a:lnTo>
                  <a:pt x="2381764" y="71245"/>
                </a:lnTo>
                <a:lnTo>
                  <a:pt x="2380566" y="71026"/>
                </a:lnTo>
                <a:lnTo>
                  <a:pt x="2379524" y="70851"/>
                </a:lnTo>
                <a:lnTo>
                  <a:pt x="2378659" y="70713"/>
                </a:lnTo>
                <a:lnTo>
                  <a:pt x="2365551" y="68398"/>
                </a:lnTo>
                <a:lnTo>
                  <a:pt x="2364814" y="68293"/>
                </a:lnTo>
                <a:lnTo>
                  <a:pt x="2364008" y="68170"/>
                </a:lnTo>
                <a:lnTo>
                  <a:pt x="2363141" y="68029"/>
                </a:lnTo>
                <a:lnTo>
                  <a:pt x="2362223" y="67866"/>
                </a:lnTo>
                <a:lnTo>
                  <a:pt x="2361263" y="67681"/>
                </a:lnTo>
                <a:lnTo>
                  <a:pt x="2360269" y="67471"/>
                </a:lnTo>
                <a:lnTo>
                  <a:pt x="2359251" y="67237"/>
                </a:lnTo>
                <a:lnTo>
                  <a:pt x="2358217" y="66975"/>
                </a:lnTo>
                <a:lnTo>
                  <a:pt x="2357176" y="66684"/>
                </a:lnTo>
                <a:lnTo>
                  <a:pt x="2356137" y="66363"/>
                </a:lnTo>
                <a:lnTo>
                  <a:pt x="2355110" y="66009"/>
                </a:lnTo>
                <a:lnTo>
                  <a:pt x="2354103" y="65623"/>
                </a:lnTo>
                <a:lnTo>
                  <a:pt x="2353125" y="65201"/>
                </a:lnTo>
                <a:lnTo>
                  <a:pt x="2352185" y="64742"/>
                </a:lnTo>
                <a:lnTo>
                  <a:pt x="2351292" y="64245"/>
                </a:lnTo>
                <a:lnTo>
                  <a:pt x="2350455" y="63708"/>
                </a:lnTo>
                <a:lnTo>
                  <a:pt x="2349683" y="63130"/>
                </a:lnTo>
                <a:lnTo>
                  <a:pt x="2348985" y="62508"/>
                </a:lnTo>
                <a:lnTo>
                  <a:pt x="2348370" y="61842"/>
                </a:lnTo>
                <a:lnTo>
                  <a:pt x="2347847" y="61129"/>
                </a:lnTo>
                <a:lnTo>
                  <a:pt x="2347424" y="60368"/>
                </a:lnTo>
                <a:lnTo>
                  <a:pt x="2347111" y="59558"/>
                </a:lnTo>
                <a:lnTo>
                  <a:pt x="2346916" y="58697"/>
                </a:lnTo>
                <a:lnTo>
                  <a:pt x="2346850" y="57783"/>
                </a:lnTo>
                <a:lnTo>
                  <a:pt x="2346882" y="57152"/>
                </a:lnTo>
                <a:lnTo>
                  <a:pt x="2346982" y="56513"/>
                </a:lnTo>
                <a:lnTo>
                  <a:pt x="2347151" y="55871"/>
                </a:lnTo>
                <a:lnTo>
                  <a:pt x="2347391" y="55227"/>
                </a:lnTo>
                <a:lnTo>
                  <a:pt x="2347707" y="54585"/>
                </a:lnTo>
                <a:lnTo>
                  <a:pt x="2348100" y="53949"/>
                </a:lnTo>
                <a:lnTo>
                  <a:pt x="2348572" y="53320"/>
                </a:lnTo>
                <a:lnTo>
                  <a:pt x="2349127" y="52702"/>
                </a:lnTo>
                <a:lnTo>
                  <a:pt x="2349767" y="52099"/>
                </a:lnTo>
                <a:lnTo>
                  <a:pt x="2350495" y="51512"/>
                </a:lnTo>
                <a:lnTo>
                  <a:pt x="2351313" y="50946"/>
                </a:lnTo>
                <a:lnTo>
                  <a:pt x="2352224" y="50402"/>
                </a:lnTo>
                <a:lnTo>
                  <a:pt x="2353230" y="49885"/>
                </a:lnTo>
                <a:lnTo>
                  <a:pt x="2354334" y="49397"/>
                </a:lnTo>
                <a:lnTo>
                  <a:pt x="2355538" y="48941"/>
                </a:lnTo>
                <a:lnTo>
                  <a:pt x="2356846" y="48521"/>
                </a:lnTo>
                <a:lnTo>
                  <a:pt x="2358260" y="48138"/>
                </a:lnTo>
                <a:lnTo>
                  <a:pt x="2359782" y="47797"/>
                </a:lnTo>
                <a:lnTo>
                  <a:pt x="2361414" y="47500"/>
                </a:lnTo>
                <a:lnTo>
                  <a:pt x="2363161" y="47250"/>
                </a:lnTo>
                <a:lnTo>
                  <a:pt x="2365023" y="47050"/>
                </a:lnTo>
                <a:lnTo>
                  <a:pt x="2367005" y="46904"/>
                </a:lnTo>
                <a:lnTo>
                  <a:pt x="2369107" y="46814"/>
                </a:lnTo>
                <a:lnTo>
                  <a:pt x="2371334" y="46783"/>
                </a:lnTo>
                <a:lnTo>
                  <a:pt x="2373266" y="46813"/>
                </a:lnTo>
                <a:lnTo>
                  <a:pt x="2375063" y="46900"/>
                </a:lnTo>
                <a:lnTo>
                  <a:pt x="2376733" y="47042"/>
                </a:lnTo>
                <a:lnTo>
                  <a:pt x="2378278" y="47235"/>
                </a:lnTo>
                <a:lnTo>
                  <a:pt x="2379704" y="47478"/>
                </a:lnTo>
                <a:lnTo>
                  <a:pt x="2381015" y="47766"/>
                </a:lnTo>
                <a:lnTo>
                  <a:pt x="2382217" y="48098"/>
                </a:lnTo>
                <a:lnTo>
                  <a:pt x="2383315" y="48470"/>
                </a:lnTo>
                <a:lnTo>
                  <a:pt x="2384313" y="48880"/>
                </a:lnTo>
                <a:lnTo>
                  <a:pt x="2385216" y="49324"/>
                </a:lnTo>
                <a:lnTo>
                  <a:pt x="2386029" y="49800"/>
                </a:lnTo>
                <a:lnTo>
                  <a:pt x="2386757" y="50305"/>
                </a:lnTo>
                <a:lnTo>
                  <a:pt x="2387405" y="50836"/>
                </a:lnTo>
                <a:lnTo>
                  <a:pt x="2387977" y="51391"/>
                </a:lnTo>
                <a:lnTo>
                  <a:pt x="2388478" y="51966"/>
                </a:lnTo>
                <a:lnTo>
                  <a:pt x="2388914" y="52558"/>
                </a:lnTo>
                <a:lnTo>
                  <a:pt x="2389289" y="53166"/>
                </a:lnTo>
                <a:lnTo>
                  <a:pt x="2389607" y="53785"/>
                </a:lnTo>
                <a:lnTo>
                  <a:pt x="2389875" y="54413"/>
                </a:lnTo>
                <a:lnTo>
                  <a:pt x="2390096" y="55047"/>
                </a:lnTo>
                <a:lnTo>
                  <a:pt x="2390276" y="55685"/>
                </a:lnTo>
                <a:lnTo>
                  <a:pt x="2390419" y="56323"/>
                </a:lnTo>
                <a:lnTo>
                  <a:pt x="2390530" y="56959"/>
                </a:lnTo>
                <a:lnTo>
                  <a:pt x="2390614" y="57589"/>
                </a:lnTo>
                <a:lnTo>
                  <a:pt x="2390640" y="57999"/>
                </a:lnTo>
                <a:lnTo>
                  <a:pt x="2390669" y="58408"/>
                </a:lnTo>
                <a:lnTo>
                  <a:pt x="2390706" y="58814"/>
                </a:lnTo>
                <a:lnTo>
                  <a:pt x="2390751" y="59215"/>
                </a:lnTo>
                <a:lnTo>
                  <a:pt x="2390808" y="59611"/>
                </a:lnTo>
                <a:lnTo>
                  <a:pt x="2390879" y="60000"/>
                </a:lnTo>
                <a:lnTo>
                  <a:pt x="2390965" y="60380"/>
                </a:lnTo>
                <a:lnTo>
                  <a:pt x="2391070" y="60750"/>
                </a:lnTo>
                <a:lnTo>
                  <a:pt x="2391196" y="61109"/>
                </a:lnTo>
                <a:lnTo>
                  <a:pt x="2391345" y="61455"/>
                </a:lnTo>
                <a:lnTo>
                  <a:pt x="2391519" y="61786"/>
                </a:lnTo>
                <a:lnTo>
                  <a:pt x="2391722" y="62102"/>
                </a:lnTo>
                <a:lnTo>
                  <a:pt x="2391954" y="62401"/>
                </a:lnTo>
                <a:lnTo>
                  <a:pt x="2392219" y="62681"/>
                </a:lnTo>
                <a:lnTo>
                  <a:pt x="2392518" y="62942"/>
                </a:lnTo>
                <a:lnTo>
                  <a:pt x="2392855" y="63181"/>
                </a:lnTo>
                <a:lnTo>
                  <a:pt x="2393231" y="63397"/>
                </a:lnTo>
                <a:lnTo>
                  <a:pt x="2393650" y="63589"/>
                </a:lnTo>
                <a:lnTo>
                  <a:pt x="2394112" y="63755"/>
                </a:lnTo>
                <a:lnTo>
                  <a:pt x="2394621" y="63895"/>
                </a:lnTo>
                <a:lnTo>
                  <a:pt x="2395179" y="64005"/>
                </a:lnTo>
                <a:lnTo>
                  <a:pt x="2395788" y="64086"/>
                </a:lnTo>
                <a:lnTo>
                  <a:pt x="2396450" y="64136"/>
                </a:lnTo>
                <a:lnTo>
                  <a:pt x="2397169" y="64153"/>
                </a:lnTo>
                <a:lnTo>
                  <a:pt x="2397978" y="64132"/>
                </a:lnTo>
                <a:lnTo>
                  <a:pt x="2398719" y="64071"/>
                </a:lnTo>
                <a:lnTo>
                  <a:pt x="2399396" y="63971"/>
                </a:lnTo>
                <a:lnTo>
                  <a:pt x="2400012" y="63835"/>
                </a:lnTo>
                <a:lnTo>
                  <a:pt x="2400569" y="63663"/>
                </a:lnTo>
                <a:lnTo>
                  <a:pt x="2401070" y="63459"/>
                </a:lnTo>
                <a:lnTo>
                  <a:pt x="2401519" y="63224"/>
                </a:lnTo>
                <a:lnTo>
                  <a:pt x="2401918" y="62959"/>
                </a:lnTo>
                <a:lnTo>
                  <a:pt x="2402270" y="62667"/>
                </a:lnTo>
                <a:lnTo>
                  <a:pt x="2402578" y="62349"/>
                </a:lnTo>
                <a:lnTo>
                  <a:pt x="2402845" y="62007"/>
                </a:lnTo>
                <a:lnTo>
                  <a:pt x="2403074" y="61643"/>
                </a:lnTo>
                <a:lnTo>
                  <a:pt x="2403267" y="61260"/>
                </a:lnTo>
                <a:lnTo>
                  <a:pt x="2403429" y="60858"/>
                </a:lnTo>
                <a:lnTo>
                  <a:pt x="2403561" y="60439"/>
                </a:lnTo>
                <a:lnTo>
                  <a:pt x="2403667" y="60006"/>
                </a:lnTo>
                <a:lnTo>
                  <a:pt x="2403750" y="59560"/>
                </a:lnTo>
                <a:lnTo>
                  <a:pt x="2403812" y="59104"/>
                </a:lnTo>
                <a:lnTo>
                  <a:pt x="2403856" y="58638"/>
                </a:lnTo>
                <a:lnTo>
                  <a:pt x="2403886" y="58165"/>
                </a:lnTo>
                <a:lnTo>
                  <a:pt x="2403904" y="57687"/>
                </a:lnTo>
                <a:lnTo>
                  <a:pt x="2403913" y="57205"/>
                </a:lnTo>
                <a:lnTo>
                  <a:pt x="2403917" y="56722"/>
                </a:lnTo>
                <a:lnTo>
                  <a:pt x="2403917" y="56239"/>
                </a:lnTo>
                <a:lnTo>
                  <a:pt x="2403917" y="42926"/>
                </a:lnTo>
                <a:lnTo>
                  <a:pt x="2403917" y="42532"/>
                </a:lnTo>
                <a:lnTo>
                  <a:pt x="2403914" y="42123"/>
                </a:lnTo>
                <a:lnTo>
                  <a:pt x="2403906" y="41702"/>
                </a:lnTo>
                <a:lnTo>
                  <a:pt x="2403890" y="41270"/>
                </a:lnTo>
                <a:lnTo>
                  <a:pt x="2403865" y="40832"/>
                </a:lnTo>
                <a:lnTo>
                  <a:pt x="2403827" y="40391"/>
                </a:lnTo>
                <a:lnTo>
                  <a:pt x="2403774" y="39948"/>
                </a:lnTo>
                <a:lnTo>
                  <a:pt x="2403703" y="39507"/>
                </a:lnTo>
                <a:lnTo>
                  <a:pt x="2403612" y="39070"/>
                </a:lnTo>
                <a:lnTo>
                  <a:pt x="2403499" y="38641"/>
                </a:lnTo>
                <a:lnTo>
                  <a:pt x="2403360" y="38223"/>
                </a:lnTo>
                <a:lnTo>
                  <a:pt x="2403194" y="37818"/>
                </a:lnTo>
                <a:lnTo>
                  <a:pt x="2402997" y="37428"/>
                </a:lnTo>
                <a:lnTo>
                  <a:pt x="2402769" y="37058"/>
                </a:lnTo>
                <a:lnTo>
                  <a:pt x="2402504" y="36710"/>
                </a:lnTo>
                <a:lnTo>
                  <a:pt x="2402203" y="36386"/>
                </a:lnTo>
                <a:lnTo>
                  <a:pt x="2401861" y="36089"/>
                </a:lnTo>
                <a:lnTo>
                  <a:pt x="2401476" y="35823"/>
                </a:lnTo>
                <a:lnTo>
                  <a:pt x="2401046" y="35590"/>
                </a:lnTo>
                <a:lnTo>
                  <a:pt x="2400568" y="35393"/>
                </a:lnTo>
                <a:lnTo>
                  <a:pt x="2400041" y="35235"/>
                </a:lnTo>
                <a:lnTo>
                  <a:pt x="2399460" y="35118"/>
                </a:lnTo>
                <a:lnTo>
                  <a:pt x="2398824" y="35046"/>
                </a:lnTo>
                <a:lnTo>
                  <a:pt x="2398131" y="35021"/>
                </a:lnTo>
                <a:lnTo>
                  <a:pt x="2397572" y="35035"/>
                </a:lnTo>
                <a:lnTo>
                  <a:pt x="2397053" y="35075"/>
                </a:lnTo>
                <a:lnTo>
                  <a:pt x="2396570" y="35140"/>
                </a:lnTo>
                <a:lnTo>
                  <a:pt x="2396123" y="35228"/>
                </a:lnTo>
                <a:lnTo>
                  <a:pt x="2395710" y="35336"/>
                </a:lnTo>
                <a:lnTo>
                  <a:pt x="2395330" y="35464"/>
                </a:lnTo>
                <a:lnTo>
                  <a:pt x="2394981" y="35610"/>
                </a:lnTo>
                <a:lnTo>
                  <a:pt x="2394662" y="35772"/>
                </a:lnTo>
                <a:lnTo>
                  <a:pt x="2394370" y="35947"/>
                </a:lnTo>
                <a:lnTo>
                  <a:pt x="2394105" y="36135"/>
                </a:lnTo>
                <a:lnTo>
                  <a:pt x="2393865" y="36333"/>
                </a:lnTo>
                <a:lnTo>
                  <a:pt x="2393649" y="36540"/>
                </a:lnTo>
                <a:lnTo>
                  <a:pt x="2393455" y="36755"/>
                </a:lnTo>
                <a:lnTo>
                  <a:pt x="2393282" y="36974"/>
                </a:lnTo>
                <a:lnTo>
                  <a:pt x="2393127" y="37197"/>
                </a:lnTo>
                <a:lnTo>
                  <a:pt x="2392990" y="37422"/>
                </a:lnTo>
                <a:lnTo>
                  <a:pt x="2392869" y="37647"/>
                </a:lnTo>
                <a:lnTo>
                  <a:pt x="2392763" y="37870"/>
                </a:lnTo>
                <a:lnTo>
                  <a:pt x="2392670" y="38089"/>
                </a:lnTo>
                <a:lnTo>
                  <a:pt x="2392588" y="38303"/>
                </a:lnTo>
                <a:lnTo>
                  <a:pt x="2392517" y="38511"/>
                </a:lnTo>
                <a:lnTo>
                  <a:pt x="2392454" y="38709"/>
                </a:lnTo>
                <a:lnTo>
                  <a:pt x="2392398" y="38897"/>
                </a:lnTo>
                <a:lnTo>
                  <a:pt x="2392347" y="39072"/>
                </a:lnTo>
                <a:lnTo>
                  <a:pt x="2391287" y="38587"/>
                </a:lnTo>
                <a:lnTo>
                  <a:pt x="2390230" y="38142"/>
                </a:lnTo>
                <a:lnTo>
                  <a:pt x="2389176" y="37735"/>
                </a:lnTo>
                <a:lnTo>
                  <a:pt x="2388129" y="37366"/>
                </a:lnTo>
                <a:lnTo>
                  <a:pt x="2387090" y="37031"/>
                </a:lnTo>
                <a:lnTo>
                  <a:pt x="2386061" y="36730"/>
                </a:lnTo>
                <a:lnTo>
                  <a:pt x="2385045" y="36461"/>
                </a:lnTo>
                <a:lnTo>
                  <a:pt x="2384044" y="36222"/>
                </a:lnTo>
                <a:lnTo>
                  <a:pt x="2383059" y="36010"/>
                </a:lnTo>
                <a:lnTo>
                  <a:pt x="2382093" y="35825"/>
                </a:lnTo>
                <a:lnTo>
                  <a:pt x="2381148" y="35665"/>
                </a:lnTo>
                <a:lnTo>
                  <a:pt x="2380226" y="35528"/>
                </a:lnTo>
                <a:lnTo>
                  <a:pt x="2379329" y="35411"/>
                </a:lnTo>
                <a:lnTo>
                  <a:pt x="2378460" y="35314"/>
                </a:lnTo>
                <a:lnTo>
                  <a:pt x="2377619" y="35235"/>
                </a:lnTo>
                <a:lnTo>
                  <a:pt x="2376810" y="35171"/>
                </a:lnTo>
                <a:lnTo>
                  <a:pt x="2376035" y="35122"/>
                </a:lnTo>
                <a:lnTo>
                  <a:pt x="2375295" y="35085"/>
                </a:lnTo>
                <a:lnTo>
                  <a:pt x="2374593" y="35058"/>
                </a:lnTo>
                <a:lnTo>
                  <a:pt x="2373930" y="35040"/>
                </a:lnTo>
                <a:lnTo>
                  <a:pt x="2373309" y="35029"/>
                </a:lnTo>
                <a:lnTo>
                  <a:pt x="2372733" y="35024"/>
                </a:lnTo>
                <a:lnTo>
                  <a:pt x="2372202" y="35022"/>
                </a:lnTo>
                <a:lnTo>
                  <a:pt x="2371719" y="35021"/>
                </a:lnTo>
                <a:lnTo>
                  <a:pt x="2367838" y="35102"/>
                </a:lnTo>
                <a:lnTo>
                  <a:pt x="2364235" y="35337"/>
                </a:lnTo>
                <a:lnTo>
                  <a:pt x="2360901" y="35714"/>
                </a:lnTo>
                <a:lnTo>
                  <a:pt x="2357826" y="36225"/>
                </a:lnTo>
                <a:lnTo>
                  <a:pt x="2355000" y="36858"/>
                </a:lnTo>
                <a:lnTo>
                  <a:pt x="2352412" y="37601"/>
                </a:lnTo>
                <a:lnTo>
                  <a:pt x="2350053" y="38445"/>
                </a:lnTo>
                <a:lnTo>
                  <a:pt x="2347912" y="39379"/>
                </a:lnTo>
                <a:lnTo>
                  <a:pt x="2345980" y="40392"/>
                </a:lnTo>
                <a:lnTo>
                  <a:pt x="2344245" y="41473"/>
                </a:lnTo>
                <a:lnTo>
                  <a:pt x="2342699" y="42612"/>
                </a:lnTo>
                <a:lnTo>
                  <a:pt x="2341330" y="43798"/>
                </a:lnTo>
                <a:lnTo>
                  <a:pt x="2340129" y="45019"/>
                </a:lnTo>
                <a:lnTo>
                  <a:pt x="2339085" y="46267"/>
                </a:lnTo>
                <a:lnTo>
                  <a:pt x="2338189" y="47529"/>
                </a:lnTo>
                <a:lnTo>
                  <a:pt x="2337430" y="48795"/>
                </a:lnTo>
                <a:lnTo>
                  <a:pt x="2336799" y="50054"/>
                </a:lnTo>
                <a:lnTo>
                  <a:pt x="2336284" y="51297"/>
                </a:lnTo>
                <a:lnTo>
                  <a:pt x="2335877" y="52510"/>
                </a:lnTo>
                <a:lnTo>
                  <a:pt x="2335566" y="53686"/>
                </a:lnTo>
                <a:lnTo>
                  <a:pt x="2335342" y="54811"/>
                </a:lnTo>
                <a:lnTo>
                  <a:pt x="2335194" y="55876"/>
                </a:lnTo>
                <a:lnTo>
                  <a:pt x="2335113" y="56871"/>
                </a:lnTo>
                <a:lnTo>
                  <a:pt x="2335088" y="57783"/>
                </a:lnTo>
                <a:lnTo>
                  <a:pt x="2335192" y="59928"/>
                </a:lnTo>
                <a:lnTo>
                  <a:pt x="2335497" y="61929"/>
                </a:lnTo>
                <a:lnTo>
                  <a:pt x="2335993" y="63790"/>
                </a:lnTo>
                <a:lnTo>
                  <a:pt x="2336670" y="65519"/>
                </a:lnTo>
                <a:lnTo>
                  <a:pt x="2337519" y="67121"/>
                </a:lnTo>
                <a:lnTo>
                  <a:pt x="2338529" y="68603"/>
                </a:lnTo>
                <a:lnTo>
                  <a:pt x="2339690" y="69970"/>
                </a:lnTo>
                <a:lnTo>
                  <a:pt x="2340993" y="71228"/>
                </a:lnTo>
                <a:lnTo>
                  <a:pt x="2342429" y="72384"/>
                </a:lnTo>
                <a:lnTo>
                  <a:pt x="2343986" y="73443"/>
                </a:lnTo>
                <a:lnTo>
                  <a:pt x="2345655" y="74412"/>
                </a:lnTo>
                <a:lnTo>
                  <a:pt x="2347427" y="75297"/>
                </a:lnTo>
                <a:lnTo>
                  <a:pt x="2349291" y="76103"/>
                </a:lnTo>
                <a:lnTo>
                  <a:pt x="2351238" y="76836"/>
                </a:lnTo>
                <a:lnTo>
                  <a:pt x="2353257" y="77504"/>
                </a:lnTo>
                <a:lnTo>
                  <a:pt x="2355339" y="78111"/>
                </a:lnTo>
                <a:lnTo>
                  <a:pt x="2357474" y="78664"/>
                </a:lnTo>
                <a:lnTo>
                  <a:pt x="2359652" y="79168"/>
                </a:lnTo>
                <a:lnTo>
                  <a:pt x="2361863" y="79630"/>
                </a:lnTo>
                <a:lnTo>
                  <a:pt x="2364097" y="80056"/>
                </a:lnTo>
                <a:lnTo>
                  <a:pt x="2366345" y="80452"/>
                </a:lnTo>
                <a:lnTo>
                  <a:pt x="2368596" y="80824"/>
                </a:lnTo>
                <a:lnTo>
                  <a:pt x="2370841" y="81178"/>
                </a:lnTo>
                <a:lnTo>
                  <a:pt x="2373070" y="81519"/>
                </a:lnTo>
                <a:lnTo>
                  <a:pt x="2374280" y="81718"/>
                </a:lnTo>
                <a:lnTo>
                  <a:pt x="2375543" y="81929"/>
                </a:lnTo>
                <a:lnTo>
                  <a:pt x="2376850" y="82157"/>
                </a:lnTo>
                <a:lnTo>
                  <a:pt x="2378192" y="82403"/>
                </a:lnTo>
                <a:lnTo>
                  <a:pt x="2379558" y="82671"/>
                </a:lnTo>
                <a:lnTo>
                  <a:pt x="2380941" y="82964"/>
                </a:lnTo>
                <a:lnTo>
                  <a:pt x="2382329" y="83285"/>
                </a:lnTo>
                <a:lnTo>
                  <a:pt x="2383716" y="83636"/>
                </a:lnTo>
                <a:lnTo>
                  <a:pt x="2385090" y="84020"/>
                </a:lnTo>
                <a:lnTo>
                  <a:pt x="2386442" y="84441"/>
                </a:lnTo>
                <a:lnTo>
                  <a:pt x="2387765" y="84901"/>
                </a:lnTo>
                <a:lnTo>
                  <a:pt x="2389047" y="85404"/>
                </a:lnTo>
                <a:lnTo>
                  <a:pt x="2390280" y="85952"/>
                </a:lnTo>
                <a:lnTo>
                  <a:pt x="2391454" y="86548"/>
                </a:lnTo>
                <a:lnTo>
                  <a:pt x="2392561" y="87195"/>
                </a:lnTo>
                <a:lnTo>
                  <a:pt x="2393591" y="87896"/>
                </a:lnTo>
                <a:lnTo>
                  <a:pt x="2394534" y="88654"/>
                </a:lnTo>
                <a:lnTo>
                  <a:pt x="2395382" y="89471"/>
                </a:lnTo>
                <a:lnTo>
                  <a:pt x="2396125" y="90352"/>
                </a:lnTo>
                <a:lnTo>
                  <a:pt x="2396753" y="91298"/>
                </a:lnTo>
                <a:lnTo>
                  <a:pt x="2397258" y="92313"/>
                </a:lnTo>
                <a:lnTo>
                  <a:pt x="2397630" y="93400"/>
                </a:lnTo>
                <a:lnTo>
                  <a:pt x="2397861" y="94561"/>
                </a:lnTo>
                <a:lnTo>
                  <a:pt x="2397939" y="95800"/>
                </a:lnTo>
                <a:lnTo>
                  <a:pt x="2397902" y="96688"/>
                </a:lnTo>
                <a:lnTo>
                  <a:pt x="2397789" y="97565"/>
                </a:lnTo>
                <a:lnTo>
                  <a:pt x="2397599" y="98430"/>
                </a:lnTo>
                <a:lnTo>
                  <a:pt x="2397330" y="99280"/>
                </a:lnTo>
                <a:lnTo>
                  <a:pt x="2396981" y="100111"/>
                </a:lnTo>
                <a:lnTo>
                  <a:pt x="2396551" y="100923"/>
                </a:lnTo>
                <a:lnTo>
                  <a:pt x="2396037" y="101712"/>
                </a:lnTo>
                <a:lnTo>
                  <a:pt x="2395440" y="102476"/>
                </a:lnTo>
                <a:lnTo>
                  <a:pt x="2394757" y="103212"/>
                </a:lnTo>
                <a:lnTo>
                  <a:pt x="2393987" y="103918"/>
                </a:lnTo>
                <a:lnTo>
                  <a:pt x="2393128" y="104593"/>
                </a:lnTo>
                <a:lnTo>
                  <a:pt x="2392179" y="105232"/>
                </a:lnTo>
                <a:lnTo>
                  <a:pt x="2391139" y="105834"/>
                </a:lnTo>
                <a:lnTo>
                  <a:pt x="2390006" y="106397"/>
                </a:lnTo>
                <a:lnTo>
                  <a:pt x="2388779" y="106917"/>
                </a:lnTo>
                <a:lnTo>
                  <a:pt x="2387457" y="107394"/>
                </a:lnTo>
                <a:lnTo>
                  <a:pt x="2386037" y="107823"/>
                </a:lnTo>
                <a:lnTo>
                  <a:pt x="2384519" y="108203"/>
                </a:lnTo>
                <a:lnTo>
                  <a:pt x="2382900" y="108531"/>
                </a:lnTo>
                <a:lnTo>
                  <a:pt x="2381181" y="108804"/>
                </a:lnTo>
                <a:lnTo>
                  <a:pt x="2379359" y="109022"/>
                </a:lnTo>
                <a:lnTo>
                  <a:pt x="2377432" y="109180"/>
                </a:lnTo>
                <a:lnTo>
                  <a:pt x="2375400" y="109277"/>
                </a:lnTo>
                <a:lnTo>
                  <a:pt x="2373261" y="109309"/>
                </a:lnTo>
                <a:lnTo>
                  <a:pt x="2372120" y="109297"/>
                </a:lnTo>
                <a:lnTo>
                  <a:pt x="2370964" y="109259"/>
                </a:lnTo>
                <a:lnTo>
                  <a:pt x="2369797" y="109189"/>
                </a:lnTo>
                <a:lnTo>
                  <a:pt x="2368622" y="109082"/>
                </a:lnTo>
                <a:lnTo>
                  <a:pt x="2367442" y="108935"/>
                </a:lnTo>
                <a:lnTo>
                  <a:pt x="2366260" y="108742"/>
                </a:lnTo>
                <a:lnTo>
                  <a:pt x="2365081" y="108499"/>
                </a:lnTo>
                <a:lnTo>
                  <a:pt x="2363907" y="108201"/>
                </a:lnTo>
                <a:lnTo>
                  <a:pt x="2362742" y="107843"/>
                </a:lnTo>
                <a:lnTo>
                  <a:pt x="2361589" y="107422"/>
                </a:lnTo>
                <a:lnTo>
                  <a:pt x="2360451" y="106931"/>
                </a:lnTo>
                <a:lnTo>
                  <a:pt x="2359332" y="106366"/>
                </a:lnTo>
                <a:lnTo>
                  <a:pt x="2358235" y="105723"/>
                </a:lnTo>
                <a:lnTo>
                  <a:pt x="2357164" y="104997"/>
                </a:lnTo>
                <a:lnTo>
                  <a:pt x="2356121" y="104183"/>
                </a:lnTo>
                <a:lnTo>
                  <a:pt x="2355111" y="103276"/>
                </a:lnTo>
                <a:lnTo>
                  <a:pt x="2354136" y="102273"/>
                </a:lnTo>
                <a:lnTo>
                  <a:pt x="2353200" y="101167"/>
                </a:lnTo>
                <a:lnTo>
                  <a:pt x="2352306" y="99955"/>
                </a:lnTo>
                <a:lnTo>
                  <a:pt x="2351457" y="98632"/>
                </a:lnTo>
                <a:lnTo>
                  <a:pt x="2350657" y="97193"/>
                </a:lnTo>
                <a:lnTo>
                  <a:pt x="2349910" y="95634"/>
                </a:lnTo>
                <a:lnTo>
                  <a:pt x="2349218" y="93949"/>
                </a:lnTo>
                <a:lnTo>
                  <a:pt x="2348585" y="92134"/>
                </a:lnTo>
                <a:lnTo>
                  <a:pt x="2348465" y="91707"/>
                </a:lnTo>
                <a:lnTo>
                  <a:pt x="2348346" y="91294"/>
                </a:lnTo>
                <a:lnTo>
                  <a:pt x="2348224" y="90896"/>
                </a:lnTo>
                <a:lnTo>
                  <a:pt x="2348099" y="90513"/>
                </a:lnTo>
                <a:lnTo>
                  <a:pt x="2347967" y="90146"/>
                </a:lnTo>
                <a:lnTo>
                  <a:pt x="2347829" y="89794"/>
                </a:lnTo>
                <a:lnTo>
                  <a:pt x="2347681" y="89458"/>
                </a:lnTo>
                <a:lnTo>
                  <a:pt x="2347521" y="89139"/>
                </a:lnTo>
                <a:lnTo>
                  <a:pt x="2347348" y="88837"/>
                </a:lnTo>
                <a:lnTo>
                  <a:pt x="2347159" y="88551"/>
                </a:lnTo>
                <a:lnTo>
                  <a:pt x="2346954" y="88283"/>
                </a:lnTo>
                <a:lnTo>
                  <a:pt x="2346729" y="88033"/>
                </a:lnTo>
                <a:lnTo>
                  <a:pt x="2346483" y="87801"/>
                </a:lnTo>
                <a:lnTo>
                  <a:pt x="2346214" y="87588"/>
                </a:lnTo>
                <a:lnTo>
                  <a:pt x="2345921" y="87393"/>
                </a:lnTo>
                <a:lnTo>
                  <a:pt x="2345600" y="87217"/>
                </a:lnTo>
                <a:lnTo>
                  <a:pt x="2345251" y="87061"/>
                </a:lnTo>
                <a:lnTo>
                  <a:pt x="2344870" y="86924"/>
                </a:lnTo>
                <a:lnTo>
                  <a:pt x="2344458" y="86808"/>
                </a:lnTo>
                <a:lnTo>
                  <a:pt x="2344010" y="86712"/>
                </a:lnTo>
                <a:lnTo>
                  <a:pt x="2343527" y="86636"/>
                </a:lnTo>
                <a:lnTo>
                  <a:pt x="2343004" y="86582"/>
                </a:lnTo>
                <a:lnTo>
                  <a:pt x="2342442" y="86549"/>
                </a:lnTo>
                <a:lnTo>
                  <a:pt x="2341837" y="86538"/>
                </a:lnTo>
                <a:lnTo>
                  <a:pt x="2341028" y="86559"/>
                </a:lnTo>
                <a:lnTo>
                  <a:pt x="2340286" y="86620"/>
                </a:lnTo>
                <a:lnTo>
                  <a:pt x="2339609" y="86720"/>
                </a:lnTo>
                <a:lnTo>
                  <a:pt x="2338994" y="86856"/>
                </a:lnTo>
                <a:lnTo>
                  <a:pt x="2338437" y="87027"/>
                </a:lnTo>
                <a:lnTo>
                  <a:pt x="2337935" y="87232"/>
                </a:lnTo>
                <a:lnTo>
                  <a:pt x="2337487" y="87467"/>
                </a:lnTo>
                <a:lnTo>
                  <a:pt x="2337088" y="87732"/>
                </a:lnTo>
                <a:lnTo>
                  <a:pt x="2336736" y="88024"/>
                </a:lnTo>
                <a:lnTo>
                  <a:pt x="2336428" y="88341"/>
                </a:lnTo>
                <a:lnTo>
                  <a:pt x="2336161" y="88683"/>
                </a:lnTo>
                <a:lnTo>
                  <a:pt x="2335932" y="89046"/>
                </a:lnTo>
                <a:lnTo>
                  <a:pt x="2335738" y="89430"/>
                </a:lnTo>
                <a:lnTo>
                  <a:pt x="2335577" y="89832"/>
                </a:lnTo>
                <a:lnTo>
                  <a:pt x="2335444" y="90250"/>
                </a:lnTo>
                <a:lnTo>
                  <a:pt x="2335338" y="90683"/>
                </a:lnTo>
                <a:lnTo>
                  <a:pt x="2335256" y="91128"/>
                </a:lnTo>
                <a:lnTo>
                  <a:pt x="2335194" y="91585"/>
                </a:lnTo>
                <a:lnTo>
                  <a:pt x="2335149" y="92050"/>
                </a:lnTo>
                <a:lnTo>
                  <a:pt x="2335120" y="92523"/>
                </a:lnTo>
                <a:lnTo>
                  <a:pt x="2335102" y="93001"/>
                </a:lnTo>
                <a:lnTo>
                  <a:pt x="2335092" y="93483"/>
                </a:lnTo>
                <a:lnTo>
                  <a:pt x="2335089" y="93966"/>
                </a:lnTo>
                <a:lnTo>
                  <a:pt x="2335088" y="94449"/>
                </a:lnTo>
                <a:lnTo>
                  <a:pt x="2335088" y="113166"/>
                </a:lnTo>
                <a:lnTo>
                  <a:pt x="2335089" y="113560"/>
                </a:lnTo>
                <a:lnTo>
                  <a:pt x="2335092" y="113969"/>
                </a:lnTo>
                <a:lnTo>
                  <a:pt x="2335100" y="114391"/>
                </a:lnTo>
                <a:lnTo>
                  <a:pt x="2335115" y="114822"/>
                </a:lnTo>
                <a:lnTo>
                  <a:pt x="2335141" y="115260"/>
                </a:lnTo>
                <a:lnTo>
                  <a:pt x="2335179" y="115702"/>
                </a:lnTo>
                <a:lnTo>
                  <a:pt x="2335232" y="116144"/>
                </a:lnTo>
                <a:lnTo>
                  <a:pt x="2335303" y="116585"/>
                </a:lnTo>
                <a:lnTo>
                  <a:pt x="2335393" y="117021"/>
                </a:lnTo>
                <a:lnTo>
                  <a:pt x="2335507" y="117450"/>
                </a:lnTo>
                <a:lnTo>
                  <a:pt x="2335645" y="117868"/>
                </a:lnTo>
                <a:lnTo>
                  <a:pt x="2335811" y="118274"/>
                </a:lnTo>
                <a:lnTo>
                  <a:pt x="2336008" y="118663"/>
                </a:lnTo>
                <a:lnTo>
                  <a:pt x="2336236" y="119033"/>
                </a:lnTo>
                <a:lnTo>
                  <a:pt x="2336500" y="119381"/>
                </a:lnTo>
                <a:lnTo>
                  <a:pt x="2336802" y="119705"/>
                </a:lnTo>
                <a:lnTo>
                  <a:pt x="2337144" y="120001"/>
                </a:lnTo>
                <a:lnTo>
                  <a:pt x="2337528" y="120267"/>
                </a:lnTo>
                <a:lnTo>
                  <a:pt x="2337958" y="120500"/>
                </a:lnTo>
                <a:lnTo>
                  <a:pt x="2338435" y="120697"/>
                </a:lnTo>
                <a:lnTo>
                  <a:pt x="2338963" y="120855"/>
                </a:lnTo>
                <a:lnTo>
                  <a:pt x="2339543" y="120972"/>
                </a:lnTo>
                <a:lnTo>
                  <a:pt x="2340179" y="121044"/>
                </a:lnTo>
                <a:lnTo>
                  <a:pt x="2340872" y="121068"/>
                </a:lnTo>
                <a:lnTo>
                  <a:pt x="2341096" y="121067"/>
                </a:lnTo>
                <a:lnTo>
                  <a:pt x="2341333" y="121060"/>
                </a:lnTo>
                <a:lnTo>
                  <a:pt x="2341582" y="121046"/>
                </a:lnTo>
                <a:lnTo>
                  <a:pt x="2341843" y="121021"/>
                </a:lnTo>
                <a:lnTo>
                  <a:pt x="2342113" y="120982"/>
                </a:lnTo>
                <a:lnTo>
                  <a:pt x="2342394" y="120927"/>
                </a:lnTo>
                <a:lnTo>
                  <a:pt x="2342683" y="120852"/>
                </a:lnTo>
                <a:lnTo>
                  <a:pt x="2342979" y="120755"/>
                </a:lnTo>
                <a:lnTo>
                  <a:pt x="2343282" y="120632"/>
                </a:lnTo>
                <a:lnTo>
                  <a:pt x="2343591" y="120480"/>
                </a:lnTo>
                <a:lnTo>
                  <a:pt x="2343905" y="120298"/>
                </a:lnTo>
                <a:lnTo>
                  <a:pt x="2344223" y="120081"/>
                </a:lnTo>
                <a:lnTo>
                  <a:pt x="2344543" y="119827"/>
                </a:lnTo>
                <a:lnTo>
                  <a:pt x="2344866" y="119533"/>
                </a:lnTo>
                <a:lnTo>
                  <a:pt x="2345190" y="119196"/>
                </a:lnTo>
                <a:lnTo>
                  <a:pt x="2345514" y="118813"/>
                </a:lnTo>
                <a:lnTo>
                  <a:pt x="2345838" y="118381"/>
                </a:lnTo>
                <a:lnTo>
                  <a:pt x="2346160" y="117897"/>
                </a:lnTo>
                <a:lnTo>
                  <a:pt x="2346479" y="117359"/>
                </a:lnTo>
                <a:lnTo>
                  <a:pt x="2346795" y="116763"/>
                </a:lnTo>
                <a:lnTo>
                  <a:pt x="2347107" y="116106"/>
                </a:lnTo>
                <a:lnTo>
                  <a:pt x="2347413" y="115386"/>
                </a:lnTo>
                <a:lnTo>
                  <a:pt x="2347713" y="114599"/>
                </a:lnTo>
                <a:lnTo>
                  <a:pt x="2348006" y="113743"/>
                </a:lnTo>
                <a:lnTo>
                  <a:pt x="2349190" y="114577"/>
                </a:lnTo>
                <a:lnTo>
                  <a:pt x="2350380" y="115345"/>
                </a:lnTo>
                <a:lnTo>
                  <a:pt x="2351573" y="116050"/>
                </a:lnTo>
                <a:lnTo>
                  <a:pt x="2352767" y="116695"/>
                </a:lnTo>
                <a:lnTo>
                  <a:pt x="2353960" y="117283"/>
                </a:lnTo>
                <a:lnTo>
                  <a:pt x="2355148" y="117815"/>
                </a:lnTo>
                <a:lnTo>
                  <a:pt x="2356330" y="118296"/>
                </a:lnTo>
                <a:lnTo>
                  <a:pt x="2357502" y="118727"/>
                </a:lnTo>
                <a:lnTo>
                  <a:pt x="2358664" y="119111"/>
                </a:lnTo>
                <a:lnTo>
                  <a:pt x="2359812" y="119450"/>
                </a:lnTo>
                <a:lnTo>
                  <a:pt x="2360943" y="119749"/>
                </a:lnTo>
                <a:lnTo>
                  <a:pt x="2362056" y="120008"/>
                </a:lnTo>
                <a:lnTo>
                  <a:pt x="2363147" y="120232"/>
                </a:lnTo>
                <a:lnTo>
                  <a:pt x="2364216" y="120421"/>
                </a:lnTo>
                <a:lnTo>
                  <a:pt x="2365258" y="120580"/>
                </a:lnTo>
                <a:lnTo>
                  <a:pt x="2366272" y="120711"/>
                </a:lnTo>
                <a:lnTo>
                  <a:pt x="2367255" y="120817"/>
                </a:lnTo>
                <a:lnTo>
                  <a:pt x="2368204" y="120900"/>
                </a:lnTo>
                <a:lnTo>
                  <a:pt x="2369119" y="120962"/>
                </a:lnTo>
                <a:lnTo>
                  <a:pt x="2369995" y="121008"/>
                </a:lnTo>
                <a:lnTo>
                  <a:pt x="2370830" y="121038"/>
                </a:lnTo>
                <a:lnTo>
                  <a:pt x="2371623" y="121057"/>
                </a:lnTo>
                <a:lnTo>
                  <a:pt x="2372370" y="121066"/>
                </a:lnTo>
                <a:lnTo>
                  <a:pt x="2373070" y="121068"/>
                </a:lnTo>
                <a:lnTo>
                  <a:pt x="2376752" y="120987"/>
                </a:lnTo>
                <a:lnTo>
                  <a:pt x="2380189" y="120748"/>
                </a:lnTo>
                <a:lnTo>
                  <a:pt x="2383389" y="120363"/>
                </a:lnTo>
                <a:lnTo>
                  <a:pt x="2386359" y="119840"/>
                </a:lnTo>
                <a:lnTo>
                  <a:pt x="2389108" y="119190"/>
                </a:lnTo>
                <a:lnTo>
                  <a:pt x="2391643" y="118423"/>
                </a:lnTo>
                <a:lnTo>
                  <a:pt x="2393973" y="117548"/>
                </a:lnTo>
                <a:lnTo>
                  <a:pt x="2396104" y="116576"/>
                </a:lnTo>
                <a:lnTo>
                  <a:pt x="2398045" y="115516"/>
                </a:lnTo>
                <a:lnTo>
                  <a:pt x="2399804" y="114378"/>
                </a:lnTo>
                <a:lnTo>
                  <a:pt x="2401389" y="113172"/>
                </a:lnTo>
                <a:lnTo>
                  <a:pt x="2402807" y="111908"/>
                </a:lnTo>
                <a:lnTo>
                  <a:pt x="2404067" y="110596"/>
                </a:lnTo>
                <a:lnTo>
                  <a:pt x="2405176" y="109245"/>
                </a:lnTo>
                <a:lnTo>
                  <a:pt x="2406142" y="107866"/>
                </a:lnTo>
                <a:lnTo>
                  <a:pt x="2406972" y="106468"/>
                </a:lnTo>
                <a:lnTo>
                  <a:pt x="2407676" y="105062"/>
                </a:lnTo>
                <a:lnTo>
                  <a:pt x="2408260" y="103656"/>
                </a:lnTo>
                <a:lnTo>
                  <a:pt x="2408733" y="102262"/>
                </a:lnTo>
                <a:lnTo>
                  <a:pt x="2409102" y="100888"/>
                </a:lnTo>
                <a:lnTo>
                  <a:pt x="2409376" y="99545"/>
                </a:lnTo>
                <a:lnTo>
                  <a:pt x="2409562" y="98243"/>
                </a:lnTo>
                <a:lnTo>
                  <a:pt x="2409667" y="96991"/>
                </a:lnTo>
                <a:lnTo>
                  <a:pt x="2409701" y="95800"/>
                </a:lnTo>
                <a:lnTo>
                  <a:pt x="2409574" y="93373"/>
                </a:lnTo>
                <a:lnTo>
                  <a:pt x="2409208" y="91108"/>
                </a:lnTo>
                <a:lnTo>
                  <a:pt x="2408620" y="88999"/>
                </a:lnTo>
                <a:lnTo>
                  <a:pt x="2407830" y="87040"/>
                </a:lnTo>
                <a:lnTo>
                  <a:pt x="2406856" y="85225"/>
                </a:lnTo>
                <a:lnTo>
                  <a:pt x="2405718" y="83549"/>
                </a:lnTo>
                <a:close/>
                <a:moveTo>
                  <a:pt x="3517803" y="82006"/>
                </a:moveTo>
                <a:lnTo>
                  <a:pt x="3516393" y="80590"/>
                </a:lnTo>
                <a:lnTo>
                  <a:pt x="3514875" y="79297"/>
                </a:lnTo>
                <a:lnTo>
                  <a:pt x="3513267" y="78120"/>
                </a:lnTo>
                <a:lnTo>
                  <a:pt x="3511590" y="77053"/>
                </a:lnTo>
                <a:lnTo>
                  <a:pt x="3509862" y="76092"/>
                </a:lnTo>
                <a:lnTo>
                  <a:pt x="3508102" y="75230"/>
                </a:lnTo>
                <a:lnTo>
                  <a:pt x="3506329" y="74463"/>
                </a:lnTo>
                <a:lnTo>
                  <a:pt x="3504561" y="73783"/>
                </a:lnTo>
                <a:lnTo>
                  <a:pt x="3502818" y="73186"/>
                </a:lnTo>
                <a:lnTo>
                  <a:pt x="3501118" y="72666"/>
                </a:lnTo>
                <a:lnTo>
                  <a:pt x="3499481" y="72218"/>
                </a:lnTo>
                <a:lnTo>
                  <a:pt x="3497925" y="71835"/>
                </a:lnTo>
                <a:lnTo>
                  <a:pt x="3496470" y="71513"/>
                </a:lnTo>
                <a:lnTo>
                  <a:pt x="3495133" y="71245"/>
                </a:lnTo>
                <a:lnTo>
                  <a:pt x="3493935" y="71026"/>
                </a:lnTo>
                <a:lnTo>
                  <a:pt x="3492894" y="70851"/>
                </a:lnTo>
                <a:lnTo>
                  <a:pt x="3492028" y="70713"/>
                </a:lnTo>
                <a:lnTo>
                  <a:pt x="3478920" y="68398"/>
                </a:lnTo>
                <a:lnTo>
                  <a:pt x="3478183" y="68293"/>
                </a:lnTo>
                <a:lnTo>
                  <a:pt x="3477377" y="68170"/>
                </a:lnTo>
                <a:lnTo>
                  <a:pt x="3476511" y="68029"/>
                </a:lnTo>
                <a:lnTo>
                  <a:pt x="3475593" y="67866"/>
                </a:lnTo>
                <a:lnTo>
                  <a:pt x="3474632" y="67681"/>
                </a:lnTo>
                <a:lnTo>
                  <a:pt x="3473638" y="67471"/>
                </a:lnTo>
                <a:lnTo>
                  <a:pt x="3472620" y="67237"/>
                </a:lnTo>
                <a:lnTo>
                  <a:pt x="3471586" y="66975"/>
                </a:lnTo>
                <a:lnTo>
                  <a:pt x="3470545" y="66684"/>
                </a:lnTo>
                <a:lnTo>
                  <a:pt x="3469507" y="66363"/>
                </a:lnTo>
                <a:lnTo>
                  <a:pt x="3468479" y="66009"/>
                </a:lnTo>
                <a:lnTo>
                  <a:pt x="3467472" y="65623"/>
                </a:lnTo>
                <a:lnTo>
                  <a:pt x="3466494" y="65201"/>
                </a:lnTo>
                <a:lnTo>
                  <a:pt x="3465554" y="64742"/>
                </a:lnTo>
                <a:lnTo>
                  <a:pt x="3464661" y="64245"/>
                </a:lnTo>
                <a:lnTo>
                  <a:pt x="3463824" y="63708"/>
                </a:lnTo>
                <a:lnTo>
                  <a:pt x="3463052" y="63130"/>
                </a:lnTo>
                <a:lnTo>
                  <a:pt x="3462354" y="62508"/>
                </a:lnTo>
                <a:lnTo>
                  <a:pt x="3461739" y="61842"/>
                </a:lnTo>
                <a:lnTo>
                  <a:pt x="3461216" y="61129"/>
                </a:lnTo>
                <a:lnTo>
                  <a:pt x="3460793" y="60368"/>
                </a:lnTo>
                <a:lnTo>
                  <a:pt x="3460480" y="59558"/>
                </a:lnTo>
                <a:lnTo>
                  <a:pt x="3460286" y="58697"/>
                </a:lnTo>
                <a:lnTo>
                  <a:pt x="3460219" y="57783"/>
                </a:lnTo>
                <a:lnTo>
                  <a:pt x="3460251" y="57152"/>
                </a:lnTo>
                <a:lnTo>
                  <a:pt x="3460351" y="56513"/>
                </a:lnTo>
                <a:lnTo>
                  <a:pt x="3460520" y="55871"/>
                </a:lnTo>
                <a:lnTo>
                  <a:pt x="3460761" y="55227"/>
                </a:lnTo>
                <a:lnTo>
                  <a:pt x="3461076" y="54585"/>
                </a:lnTo>
                <a:lnTo>
                  <a:pt x="3461469" y="53949"/>
                </a:lnTo>
                <a:lnTo>
                  <a:pt x="3461941" y="53320"/>
                </a:lnTo>
                <a:lnTo>
                  <a:pt x="3462497" y="52702"/>
                </a:lnTo>
                <a:lnTo>
                  <a:pt x="3463137" y="52099"/>
                </a:lnTo>
                <a:lnTo>
                  <a:pt x="3463864" y="51512"/>
                </a:lnTo>
                <a:lnTo>
                  <a:pt x="3464682" y="50946"/>
                </a:lnTo>
                <a:lnTo>
                  <a:pt x="3465593" y="50402"/>
                </a:lnTo>
                <a:lnTo>
                  <a:pt x="3466599" y="49885"/>
                </a:lnTo>
                <a:lnTo>
                  <a:pt x="3467703" y="49397"/>
                </a:lnTo>
                <a:lnTo>
                  <a:pt x="3468907" y="48941"/>
                </a:lnTo>
                <a:lnTo>
                  <a:pt x="3470215" y="48521"/>
                </a:lnTo>
                <a:lnTo>
                  <a:pt x="3471629" y="48138"/>
                </a:lnTo>
                <a:lnTo>
                  <a:pt x="3473151" y="47797"/>
                </a:lnTo>
                <a:lnTo>
                  <a:pt x="3474784" y="47500"/>
                </a:lnTo>
                <a:lnTo>
                  <a:pt x="3476530" y="47250"/>
                </a:lnTo>
                <a:lnTo>
                  <a:pt x="3478393" y="47050"/>
                </a:lnTo>
                <a:lnTo>
                  <a:pt x="3480374" y="46904"/>
                </a:lnTo>
                <a:lnTo>
                  <a:pt x="3482477" y="46814"/>
                </a:lnTo>
                <a:lnTo>
                  <a:pt x="3484703" y="46783"/>
                </a:lnTo>
                <a:lnTo>
                  <a:pt x="3486635" y="46813"/>
                </a:lnTo>
                <a:lnTo>
                  <a:pt x="3488433" y="46900"/>
                </a:lnTo>
                <a:lnTo>
                  <a:pt x="3490102" y="47042"/>
                </a:lnTo>
                <a:lnTo>
                  <a:pt x="3491647" y="47235"/>
                </a:lnTo>
                <a:lnTo>
                  <a:pt x="3493073" y="47478"/>
                </a:lnTo>
                <a:lnTo>
                  <a:pt x="3494384" y="47766"/>
                </a:lnTo>
                <a:lnTo>
                  <a:pt x="3495587" y="48098"/>
                </a:lnTo>
                <a:lnTo>
                  <a:pt x="3496684" y="48470"/>
                </a:lnTo>
                <a:lnTo>
                  <a:pt x="3497682" y="48880"/>
                </a:lnTo>
                <a:lnTo>
                  <a:pt x="3498585" y="49324"/>
                </a:lnTo>
                <a:lnTo>
                  <a:pt x="3499398" y="49800"/>
                </a:lnTo>
                <a:lnTo>
                  <a:pt x="3500126" y="50305"/>
                </a:lnTo>
                <a:lnTo>
                  <a:pt x="3500774" y="50836"/>
                </a:lnTo>
                <a:lnTo>
                  <a:pt x="3501346" y="51391"/>
                </a:lnTo>
                <a:lnTo>
                  <a:pt x="3501847" y="51966"/>
                </a:lnTo>
                <a:lnTo>
                  <a:pt x="3502283" y="52558"/>
                </a:lnTo>
                <a:lnTo>
                  <a:pt x="3502658" y="53166"/>
                </a:lnTo>
                <a:lnTo>
                  <a:pt x="3502977" y="53785"/>
                </a:lnTo>
                <a:lnTo>
                  <a:pt x="3503244" y="54413"/>
                </a:lnTo>
                <a:lnTo>
                  <a:pt x="3503465" y="55047"/>
                </a:lnTo>
                <a:lnTo>
                  <a:pt x="3503645" y="55685"/>
                </a:lnTo>
                <a:lnTo>
                  <a:pt x="3503788" y="56323"/>
                </a:lnTo>
                <a:lnTo>
                  <a:pt x="3503899" y="56959"/>
                </a:lnTo>
                <a:lnTo>
                  <a:pt x="3503984" y="57589"/>
                </a:lnTo>
                <a:lnTo>
                  <a:pt x="3504009" y="57999"/>
                </a:lnTo>
                <a:lnTo>
                  <a:pt x="3504039" y="58408"/>
                </a:lnTo>
                <a:lnTo>
                  <a:pt x="3504075" y="58814"/>
                </a:lnTo>
                <a:lnTo>
                  <a:pt x="3504120" y="59215"/>
                </a:lnTo>
                <a:lnTo>
                  <a:pt x="3504177" y="59611"/>
                </a:lnTo>
                <a:lnTo>
                  <a:pt x="3504248" y="60000"/>
                </a:lnTo>
                <a:lnTo>
                  <a:pt x="3504334" y="60380"/>
                </a:lnTo>
                <a:lnTo>
                  <a:pt x="3504439" y="60750"/>
                </a:lnTo>
                <a:lnTo>
                  <a:pt x="3504565" y="61109"/>
                </a:lnTo>
                <a:lnTo>
                  <a:pt x="3504714" y="61455"/>
                </a:lnTo>
                <a:lnTo>
                  <a:pt x="3504889" y="61786"/>
                </a:lnTo>
                <a:lnTo>
                  <a:pt x="3505091" y="62102"/>
                </a:lnTo>
                <a:lnTo>
                  <a:pt x="3505323" y="62401"/>
                </a:lnTo>
                <a:lnTo>
                  <a:pt x="3505588" y="62681"/>
                </a:lnTo>
                <a:lnTo>
                  <a:pt x="3505888" y="62942"/>
                </a:lnTo>
                <a:lnTo>
                  <a:pt x="3506224" y="63181"/>
                </a:lnTo>
                <a:lnTo>
                  <a:pt x="3506601" y="63397"/>
                </a:lnTo>
                <a:lnTo>
                  <a:pt x="3507019" y="63589"/>
                </a:lnTo>
                <a:lnTo>
                  <a:pt x="3507481" y="63755"/>
                </a:lnTo>
                <a:lnTo>
                  <a:pt x="3507990" y="63895"/>
                </a:lnTo>
                <a:lnTo>
                  <a:pt x="3508548" y="64005"/>
                </a:lnTo>
                <a:lnTo>
                  <a:pt x="3509157" y="64086"/>
                </a:lnTo>
                <a:lnTo>
                  <a:pt x="3509819" y="64136"/>
                </a:lnTo>
                <a:lnTo>
                  <a:pt x="3510538" y="64153"/>
                </a:lnTo>
                <a:lnTo>
                  <a:pt x="3511347" y="64132"/>
                </a:lnTo>
                <a:lnTo>
                  <a:pt x="3512088" y="64071"/>
                </a:lnTo>
                <a:lnTo>
                  <a:pt x="3512765" y="63971"/>
                </a:lnTo>
                <a:lnTo>
                  <a:pt x="3513381" y="63835"/>
                </a:lnTo>
                <a:lnTo>
                  <a:pt x="3513938" y="63663"/>
                </a:lnTo>
                <a:lnTo>
                  <a:pt x="3514439" y="63459"/>
                </a:lnTo>
                <a:lnTo>
                  <a:pt x="3514888" y="63224"/>
                </a:lnTo>
                <a:lnTo>
                  <a:pt x="3515287" y="62959"/>
                </a:lnTo>
                <a:lnTo>
                  <a:pt x="3515639" y="62667"/>
                </a:lnTo>
                <a:lnTo>
                  <a:pt x="3515947" y="62349"/>
                </a:lnTo>
                <a:lnTo>
                  <a:pt x="3516214" y="62007"/>
                </a:lnTo>
                <a:lnTo>
                  <a:pt x="3516443" y="61643"/>
                </a:lnTo>
                <a:lnTo>
                  <a:pt x="3516636" y="61260"/>
                </a:lnTo>
                <a:lnTo>
                  <a:pt x="3516798" y="60858"/>
                </a:lnTo>
                <a:lnTo>
                  <a:pt x="3516930" y="60439"/>
                </a:lnTo>
                <a:lnTo>
                  <a:pt x="3517036" y="60006"/>
                </a:lnTo>
                <a:lnTo>
                  <a:pt x="3517119" y="59560"/>
                </a:lnTo>
                <a:lnTo>
                  <a:pt x="3517181" y="59104"/>
                </a:lnTo>
                <a:lnTo>
                  <a:pt x="3517225" y="58638"/>
                </a:lnTo>
                <a:lnTo>
                  <a:pt x="3517255" y="58165"/>
                </a:lnTo>
                <a:lnTo>
                  <a:pt x="3517273" y="57687"/>
                </a:lnTo>
                <a:lnTo>
                  <a:pt x="3517282" y="57205"/>
                </a:lnTo>
                <a:lnTo>
                  <a:pt x="3517286" y="56722"/>
                </a:lnTo>
                <a:lnTo>
                  <a:pt x="3517286" y="56239"/>
                </a:lnTo>
                <a:lnTo>
                  <a:pt x="3517286" y="42926"/>
                </a:lnTo>
                <a:lnTo>
                  <a:pt x="3517286" y="42532"/>
                </a:lnTo>
                <a:lnTo>
                  <a:pt x="3517283" y="42123"/>
                </a:lnTo>
                <a:lnTo>
                  <a:pt x="3517275" y="41702"/>
                </a:lnTo>
                <a:lnTo>
                  <a:pt x="3517259" y="41270"/>
                </a:lnTo>
                <a:lnTo>
                  <a:pt x="3517234" y="40832"/>
                </a:lnTo>
                <a:lnTo>
                  <a:pt x="3517196" y="40391"/>
                </a:lnTo>
                <a:lnTo>
                  <a:pt x="3517143" y="39948"/>
                </a:lnTo>
                <a:lnTo>
                  <a:pt x="3517072" y="39507"/>
                </a:lnTo>
                <a:lnTo>
                  <a:pt x="3516981" y="39070"/>
                </a:lnTo>
                <a:lnTo>
                  <a:pt x="3516868" y="38641"/>
                </a:lnTo>
                <a:lnTo>
                  <a:pt x="3516729" y="38223"/>
                </a:lnTo>
                <a:lnTo>
                  <a:pt x="3516563" y="37818"/>
                </a:lnTo>
                <a:lnTo>
                  <a:pt x="3516367" y="37428"/>
                </a:lnTo>
                <a:lnTo>
                  <a:pt x="3516138" y="37058"/>
                </a:lnTo>
                <a:lnTo>
                  <a:pt x="3515874" y="36710"/>
                </a:lnTo>
                <a:lnTo>
                  <a:pt x="3515572" y="36386"/>
                </a:lnTo>
                <a:lnTo>
                  <a:pt x="3515230" y="36089"/>
                </a:lnTo>
                <a:lnTo>
                  <a:pt x="3514845" y="35823"/>
                </a:lnTo>
                <a:lnTo>
                  <a:pt x="3514415" y="35590"/>
                </a:lnTo>
                <a:lnTo>
                  <a:pt x="3513938" y="35393"/>
                </a:lnTo>
                <a:lnTo>
                  <a:pt x="3513410" y="35235"/>
                </a:lnTo>
                <a:lnTo>
                  <a:pt x="3512829" y="35118"/>
                </a:lnTo>
                <a:lnTo>
                  <a:pt x="3512193" y="35046"/>
                </a:lnTo>
                <a:lnTo>
                  <a:pt x="3511500" y="35021"/>
                </a:lnTo>
                <a:lnTo>
                  <a:pt x="3510942" y="35035"/>
                </a:lnTo>
                <a:lnTo>
                  <a:pt x="3510422" y="35075"/>
                </a:lnTo>
                <a:lnTo>
                  <a:pt x="3509939" y="35140"/>
                </a:lnTo>
                <a:lnTo>
                  <a:pt x="3509492" y="35228"/>
                </a:lnTo>
                <a:lnTo>
                  <a:pt x="3509080" y="35336"/>
                </a:lnTo>
                <a:lnTo>
                  <a:pt x="3508699" y="35464"/>
                </a:lnTo>
                <a:lnTo>
                  <a:pt x="3508350" y="35610"/>
                </a:lnTo>
                <a:lnTo>
                  <a:pt x="3508031" y="35772"/>
                </a:lnTo>
                <a:lnTo>
                  <a:pt x="3507739" y="35947"/>
                </a:lnTo>
                <a:lnTo>
                  <a:pt x="3507474" y="36135"/>
                </a:lnTo>
                <a:lnTo>
                  <a:pt x="3507235" y="36333"/>
                </a:lnTo>
                <a:lnTo>
                  <a:pt x="3507018" y="36540"/>
                </a:lnTo>
                <a:lnTo>
                  <a:pt x="3506824" y="36755"/>
                </a:lnTo>
                <a:lnTo>
                  <a:pt x="3506651" y="36974"/>
                </a:lnTo>
                <a:lnTo>
                  <a:pt x="3506496" y="37197"/>
                </a:lnTo>
                <a:lnTo>
                  <a:pt x="3506359" y="37422"/>
                </a:lnTo>
                <a:lnTo>
                  <a:pt x="3506238" y="37647"/>
                </a:lnTo>
                <a:lnTo>
                  <a:pt x="3506132" y="37870"/>
                </a:lnTo>
                <a:lnTo>
                  <a:pt x="3506039" y="38089"/>
                </a:lnTo>
                <a:lnTo>
                  <a:pt x="3505957" y="38303"/>
                </a:lnTo>
                <a:lnTo>
                  <a:pt x="3505886" y="38511"/>
                </a:lnTo>
                <a:lnTo>
                  <a:pt x="3505823" y="38709"/>
                </a:lnTo>
                <a:lnTo>
                  <a:pt x="3505767" y="38897"/>
                </a:lnTo>
                <a:lnTo>
                  <a:pt x="3505716" y="39072"/>
                </a:lnTo>
                <a:lnTo>
                  <a:pt x="3504656" y="38587"/>
                </a:lnTo>
                <a:lnTo>
                  <a:pt x="3503599" y="38142"/>
                </a:lnTo>
                <a:lnTo>
                  <a:pt x="3502545" y="37735"/>
                </a:lnTo>
                <a:lnTo>
                  <a:pt x="3501498" y="37366"/>
                </a:lnTo>
                <a:lnTo>
                  <a:pt x="3500459" y="37031"/>
                </a:lnTo>
                <a:lnTo>
                  <a:pt x="3499430" y="36730"/>
                </a:lnTo>
                <a:lnTo>
                  <a:pt x="3498414" y="36461"/>
                </a:lnTo>
                <a:lnTo>
                  <a:pt x="3497413" y="36222"/>
                </a:lnTo>
                <a:lnTo>
                  <a:pt x="3496428" y="36010"/>
                </a:lnTo>
                <a:lnTo>
                  <a:pt x="3495462" y="35825"/>
                </a:lnTo>
                <a:lnTo>
                  <a:pt x="3494517" y="35665"/>
                </a:lnTo>
                <a:lnTo>
                  <a:pt x="3493595" y="35528"/>
                </a:lnTo>
                <a:lnTo>
                  <a:pt x="3492699" y="35411"/>
                </a:lnTo>
                <a:lnTo>
                  <a:pt x="3491829" y="35314"/>
                </a:lnTo>
                <a:lnTo>
                  <a:pt x="3490989" y="35235"/>
                </a:lnTo>
                <a:lnTo>
                  <a:pt x="3490180" y="35171"/>
                </a:lnTo>
                <a:lnTo>
                  <a:pt x="3489404" y="35122"/>
                </a:lnTo>
                <a:lnTo>
                  <a:pt x="3488664" y="35085"/>
                </a:lnTo>
                <a:lnTo>
                  <a:pt x="3487962" y="35058"/>
                </a:lnTo>
                <a:lnTo>
                  <a:pt x="3487299" y="35040"/>
                </a:lnTo>
                <a:lnTo>
                  <a:pt x="3486679" y="35029"/>
                </a:lnTo>
                <a:lnTo>
                  <a:pt x="3486102" y="35024"/>
                </a:lnTo>
                <a:lnTo>
                  <a:pt x="3485571" y="35022"/>
                </a:lnTo>
                <a:lnTo>
                  <a:pt x="3485089" y="35021"/>
                </a:lnTo>
                <a:lnTo>
                  <a:pt x="3481207" y="35102"/>
                </a:lnTo>
                <a:lnTo>
                  <a:pt x="3477604" y="35337"/>
                </a:lnTo>
                <a:lnTo>
                  <a:pt x="3474270" y="35714"/>
                </a:lnTo>
                <a:lnTo>
                  <a:pt x="3471195" y="36225"/>
                </a:lnTo>
                <a:lnTo>
                  <a:pt x="3468369" y="36858"/>
                </a:lnTo>
                <a:lnTo>
                  <a:pt x="3465782" y="37601"/>
                </a:lnTo>
                <a:lnTo>
                  <a:pt x="3463422" y="38445"/>
                </a:lnTo>
                <a:lnTo>
                  <a:pt x="3461282" y="39379"/>
                </a:lnTo>
                <a:lnTo>
                  <a:pt x="3459349" y="40392"/>
                </a:lnTo>
                <a:lnTo>
                  <a:pt x="3457614" y="41473"/>
                </a:lnTo>
                <a:lnTo>
                  <a:pt x="3456068" y="42612"/>
                </a:lnTo>
                <a:lnTo>
                  <a:pt x="3454699" y="43798"/>
                </a:lnTo>
                <a:lnTo>
                  <a:pt x="3453498" y="45019"/>
                </a:lnTo>
                <a:lnTo>
                  <a:pt x="3452454" y="46267"/>
                </a:lnTo>
                <a:lnTo>
                  <a:pt x="3451558" y="47529"/>
                </a:lnTo>
                <a:lnTo>
                  <a:pt x="3450799" y="48795"/>
                </a:lnTo>
                <a:lnTo>
                  <a:pt x="3450168" y="50054"/>
                </a:lnTo>
                <a:lnTo>
                  <a:pt x="3449653" y="51297"/>
                </a:lnTo>
                <a:lnTo>
                  <a:pt x="3449246" y="52510"/>
                </a:lnTo>
                <a:lnTo>
                  <a:pt x="3448935" y="53686"/>
                </a:lnTo>
                <a:lnTo>
                  <a:pt x="3448711" y="54811"/>
                </a:lnTo>
                <a:lnTo>
                  <a:pt x="3448563" y="55876"/>
                </a:lnTo>
                <a:lnTo>
                  <a:pt x="3448482" y="56871"/>
                </a:lnTo>
                <a:lnTo>
                  <a:pt x="3448458" y="57783"/>
                </a:lnTo>
                <a:lnTo>
                  <a:pt x="3448561" y="59928"/>
                </a:lnTo>
                <a:lnTo>
                  <a:pt x="3448866" y="61929"/>
                </a:lnTo>
                <a:lnTo>
                  <a:pt x="3449362" y="63790"/>
                </a:lnTo>
                <a:lnTo>
                  <a:pt x="3450039" y="65519"/>
                </a:lnTo>
                <a:lnTo>
                  <a:pt x="3450888" y="67121"/>
                </a:lnTo>
                <a:lnTo>
                  <a:pt x="3451898" y="68603"/>
                </a:lnTo>
                <a:lnTo>
                  <a:pt x="3453059" y="69970"/>
                </a:lnTo>
                <a:lnTo>
                  <a:pt x="3454363" y="71228"/>
                </a:lnTo>
                <a:lnTo>
                  <a:pt x="3455798" y="72384"/>
                </a:lnTo>
                <a:lnTo>
                  <a:pt x="3457355" y="73443"/>
                </a:lnTo>
                <a:lnTo>
                  <a:pt x="3459025" y="74412"/>
                </a:lnTo>
                <a:lnTo>
                  <a:pt x="3460796" y="75297"/>
                </a:lnTo>
                <a:lnTo>
                  <a:pt x="3462660" y="76103"/>
                </a:lnTo>
                <a:lnTo>
                  <a:pt x="3464607" y="76836"/>
                </a:lnTo>
                <a:lnTo>
                  <a:pt x="3466626" y="77504"/>
                </a:lnTo>
                <a:lnTo>
                  <a:pt x="3468708" y="78111"/>
                </a:lnTo>
                <a:lnTo>
                  <a:pt x="3470843" y="78664"/>
                </a:lnTo>
                <a:lnTo>
                  <a:pt x="3473021" y="79168"/>
                </a:lnTo>
                <a:lnTo>
                  <a:pt x="3475232" y="79630"/>
                </a:lnTo>
                <a:lnTo>
                  <a:pt x="3477466" y="80056"/>
                </a:lnTo>
                <a:lnTo>
                  <a:pt x="3479714" y="80452"/>
                </a:lnTo>
                <a:lnTo>
                  <a:pt x="3481965" y="80824"/>
                </a:lnTo>
                <a:lnTo>
                  <a:pt x="3484210" y="81178"/>
                </a:lnTo>
                <a:lnTo>
                  <a:pt x="3486439" y="81519"/>
                </a:lnTo>
                <a:lnTo>
                  <a:pt x="3487649" y="81718"/>
                </a:lnTo>
                <a:lnTo>
                  <a:pt x="3488912" y="81929"/>
                </a:lnTo>
                <a:lnTo>
                  <a:pt x="3490219" y="82157"/>
                </a:lnTo>
                <a:lnTo>
                  <a:pt x="3491561" y="82403"/>
                </a:lnTo>
                <a:lnTo>
                  <a:pt x="3492927" y="82671"/>
                </a:lnTo>
                <a:lnTo>
                  <a:pt x="3494310" y="82964"/>
                </a:lnTo>
                <a:lnTo>
                  <a:pt x="3495699" y="83285"/>
                </a:lnTo>
                <a:lnTo>
                  <a:pt x="3497085" y="83636"/>
                </a:lnTo>
                <a:lnTo>
                  <a:pt x="3498459" y="84020"/>
                </a:lnTo>
                <a:lnTo>
                  <a:pt x="3499812" y="84441"/>
                </a:lnTo>
                <a:lnTo>
                  <a:pt x="3501134" y="84901"/>
                </a:lnTo>
                <a:lnTo>
                  <a:pt x="3502416" y="85404"/>
                </a:lnTo>
                <a:lnTo>
                  <a:pt x="3503649" y="85952"/>
                </a:lnTo>
                <a:lnTo>
                  <a:pt x="3504824" y="86548"/>
                </a:lnTo>
                <a:lnTo>
                  <a:pt x="3505930" y="87195"/>
                </a:lnTo>
                <a:lnTo>
                  <a:pt x="3506960" y="87896"/>
                </a:lnTo>
                <a:lnTo>
                  <a:pt x="3507903" y="88654"/>
                </a:lnTo>
                <a:lnTo>
                  <a:pt x="3508751" y="89471"/>
                </a:lnTo>
                <a:lnTo>
                  <a:pt x="3509494" y="90352"/>
                </a:lnTo>
                <a:lnTo>
                  <a:pt x="3510122" y="91298"/>
                </a:lnTo>
                <a:lnTo>
                  <a:pt x="3510627" y="92313"/>
                </a:lnTo>
                <a:lnTo>
                  <a:pt x="3511000" y="93400"/>
                </a:lnTo>
                <a:lnTo>
                  <a:pt x="3511230" y="94561"/>
                </a:lnTo>
                <a:lnTo>
                  <a:pt x="3511309" y="95800"/>
                </a:lnTo>
                <a:lnTo>
                  <a:pt x="3511271" y="96688"/>
                </a:lnTo>
                <a:lnTo>
                  <a:pt x="3511158" y="97565"/>
                </a:lnTo>
                <a:lnTo>
                  <a:pt x="3510968" y="98430"/>
                </a:lnTo>
                <a:lnTo>
                  <a:pt x="3510699" y="99280"/>
                </a:lnTo>
                <a:lnTo>
                  <a:pt x="3510350" y="100111"/>
                </a:lnTo>
                <a:lnTo>
                  <a:pt x="3509920" y="100923"/>
                </a:lnTo>
                <a:lnTo>
                  <a:pt x="3509407" y="101712"/>
                </a:lnTo>
                <a:lnTo>
                  <a:pt x="3508809" y="102476"/>
                </a:lnTo>
                <a:lnTo>
                  <a:pt x="3508126" y="103212"/>
                </a:lnTo>
                <a:lnTo>
                  <a:pt x="3507356" y="103918"/>
                </a:lnTo>
                <a:lnTo>
                  <a:pt x="3506497" y="104593"/>
                </a:lnTo>
                <a:lnTo>
                  <a:pt x="3505549" y="105232"/>
                </a:lnTo>
                <a:lnTo>
                  <a:pt x="3504509" y="105834"/>
                </a:lnTo>
                <a:lnTo>
                  <a:pt x="3503376" y="106397"/>
                </a:lnTo>
                <a:lnTo>
                  <a:pt x="3502149" y="106917"/>
                </a:lnTo>
                <a:lnTo>
                  <a:pt x="3500826" y="107394"/>
                </a:lnTo>
                <a:lnTo>
                  <a:pt x="3499406" y="107823"/>
                </a:lnTo>
                <a:lnTo>
                  <a:pt x="3497888" y="108203"/>
                </a:lnTo>
                <a:lnTo>
                  <a:pt x="3496270" y="108531"/>
                </a:lnTo>
                <a:lnTo>
                  <a:pt x="3494550" y="108804"/>
                </a:lnTo>
                <a:lnTo>
                  <a:pt x="3492728" y="109022"/>
                </a:lnTo>
                <a:lnTo>
                  <a:pt x="3490801" y="109180"/>
                </a:lnTo>
                <a:lnTo>
                  <a:pt x="3488769" y="109277"/>
                </a:lnTo>
                <a:lnTo>
                  <a:pt x="3486630" y="109309"/>
                </a:lnTo>
                <a:lnTo>
                  <a:pt x="3485489" y="109297"/>
                </a:lnTo>
                <a:lnTo>
                  <a:pt x="3484333" y="109259"/>
                </a:lnTo>
                <a:lnTo>
                  <a:pt x="3483166" y="109189"/>
                </a:lnTo>
                <a:lnTo>
                  <a:pt x="3481991" y="109082"/>
                </a:lnTo>
                <a:lnTo>
                  <a:pt x="3480811" y="108935"/>
                </a:lnTo>
                <a:lnTo>
                  <a:pt x="3479630" y="108742"/>
                </a:lnTo>
                <a:lnTo>
                  <a:pt x="3478450" y="108499"/>
                </a:lnTo>
                <a:lnTo>
                  <a:pt x="3477277" y="108201"/>
                </a:lnTo>
                <a:lnTo>
                  <a:pt x="3476111" y="107843"/>
                </a:lnTo>
                <a:lnTo>
                  <a:pt x="3474958" y="107422"/>
                </a:lnTo>
                <a:lnTo>
                  <a:pt x="3473820" y="106931"/>
                </a:lnTo>
                <a:lnTo>
                  <a:pt x="3472701" y="106366"/>
                </a:lnTo>
                <a:lnTo>
                  <a:pt x="3471605" y="105723"/>
                </a:lnTo>
                <a:lnTo>
                  <a:pt x="3470533" y="104997"/>
                </a:lnTo>
                <a:lnTo>
                  <a:pt x="3469490" y="104183"/>
                </a:lnTo>
                <a:lnTo>
                  <a:pt x="3468480" y="103276"/>
                </a:lnTo>
                <a:lnTo>
                  <a:pt x="3467505" y="102273"/>
                </a:lnTo>
                <a:lnTo>
                  <a:pt x="3466569" y="101167"/>
                </a:lnTo>
                <a:lnTo>
                  <a:pt x="3465675" y="99955"/>
                </a:lnTo>
                <a:lnTo>
                  <a:pt x="3464826" y="98632"/>
                </a:lnTo>
                <a:lnTo>
                  <a:pt x="3464027" y="97193"/>
                </a:lnTo>
                <a:lnTo>
                  <a:pt x="3463279" y="95634"/>
                </a:lnTo>
                <a:lnTo>
                  <a:pt x="3462587" y="93949"/>
                </a:lnTo>
                <a:lnTo>
                  <a:pt x="3461954" y="92134"/>
                </a:lnTo>
                <a:lnTo>
                  <a:pt x="3461835" y="91707"/>
                </a:lnTo>
                <a:lnTo>
                  <a:pt x="3461715" y="91294"/>
                </a:lnTo>
                <a:lnTo>
                  <a:pt x="3461593" y="90896"/>
                </a:lnTo>
                <a:lnTo>
                  <a:pt x="3461468" y="90513"/>
                </a:lnTo>
                <a:lnTo>
                  <a:pt x="3461337" y="90146"/>
                </a:lnTo>
                <a:lnTo>
                  <a:pt x="3461198" y="89794"/>
                </a:lnTo>
                <a:lnTo>
                  <a:pt x="3461050" y="89458"/>
                </a:lnTo>
                <a:lnTo>
                  <a:pt x="3460890" y="89139"/>
                </a:lnTo>
                <a:lnTo>
                  <a:pt x="3460717" y="88837"/>
                </a:lnTo>
                <a:lnTo>
                  <a:pt x="3460529" y="88551"/>
                </a:lnTo>
                <a:lnTo>
                  <a:pt x="3460323" y="88283"/>
                </a:lnTo>
                <a:lnTo>
                  <a:pt x="3460098" y="88033"/>
                </a:lnTo>
                <a:lnTo>
                  <a:pt x="3459852" y="87801"/>
                </a:lnTo>
                <a:lnTo>
                  <a:pt x="3459584" y="87588"/>
                </a:lnTo>
                <a:lnTo>
                  <a:pt x="3459290" y="87393"/>
                </a:lnTo>
                <a:lnTo>
                  <a:pt x="3458969" y="87217"/>
                </a:lnTo>
                <a:lnTo>
                  <a:pt x="3458620" y="87061"/>
                </a:lnTo>
                <a:lnTo>
                  <a:pt x="3458240" y="86924"/>
                </a:lnTo>
                <a:lnTo>
                  <a:pt x="3457827" y="86808"/>
                </a:lnTo>
                <a:lnTo>
                  <a:pt x="3457379" y="86712"/>
                </a:lnTo>
                <a:lnTo>
                  <a:pt x="3456896" y="86636"/>
                </a:lnTo>
                <a:lnTo>
                  <a:pt x="3456373" y="86582"/>
                </a:lnTo>
                <a:lnTo>
                  <a:pt x="3455811" y="86549"/>
                </a:lnTo>
                <a:lnTo>
                  <a:pt x="3455206" y="86538"/>
                </a:lnTo>
                <a:lnTo>
                  <a:pt x="3454397" y="86559"/>
                </a:lnTo>
                <a:lnTo>
                  <a:pt x="3453656" y="86620"/>
                </a:lnTo>
                <a:lnTo>
                  <a:pt x="3452979" y="86720"/>
                </a:lnTo>
                <a:lnTo>
                  <a:pt x="3452363" y="86856"/>
                </a:lnTo>
                <a:lnTo>
                  <a:pt x="3451806" y="87027"/>
                </a:lnTo>
                <a:lnTo>
                  <a:pt x="3451305" y="87232"/>
                </a:lnTo>
                <a:lnTo>
                  <a:pt x="3450856" y="87467"/>
                </a:lnTo>
                <a:lnTo>
                  <a:pt x="3450457" y="87732"/>
                </a:lnTo>
                <a:lnTo>
                  <a:pt x="3450105" y="88024"/>
                </a:lnTo>
                <a:lnTo>
                  <a:pt x="3449797" y="88341"/>
                </a:lnTo>
                <a:lnTo>
                  <a:pt x="3449530" y="88683"/>
                </a:lnTo>
                <a:lnTo>
                  <a:pt x="3449301" y="89046"/>
                </a:lnTo>
                <a:lnTo>
                  <a:pt x="3449107" y="89430"/>
                </a:lnTo>
                <a:lnTo>
                  <a:pt x="3448946" y="89832"/>
                </a:lnTo>
                <a:lnTo>
                  <a:pt x="3448813" y="90250"/>
                </a:lnTo>
                <a:lnTo>
                  <a:pt x="3448708" y="90683"/>
                </a:lnTo>
                <a:lnTo>
                  <a:pt x="3448625" y="91128"/>
                </a:lnTo>
                <a:lnTo>
                  <a:pt x="3448563" y="91585"/>
                </a:lnTo>
                <a:lnTo>
                  <a:pt x="3448519" y="92050"/>
                </a:lnTo>
                <a:lnTo>
                  <a:pt x="3448489" y="92523"/>
                </a:lnTo>
                <a:lnTo>
                  <a:pt x="3448471" y="93001"/>
                </a:lnTo>
                <a:lnTo>
                  <a:pt x="3448462" y="93483"/>
                </a:lnTo>
                <a:lnTo>
                  <a:pt x="3448458" y="93966"/>
                </a:lnTo>
                <a:lnTo>
                  <a:pt x="3448458" y="94449"/>
                </a:lnTo>
                <a:lnTo>
                  <a:pt x="3448458" y="113166"/>
                </a:lnTo>
                <a:lnTo>
                  <a:pt x="3448458" y="113560"/>
                </a:lnTo>
                <a:lnTo>
                  <a:pt x="3448461" y="113969"/>
                </a:lnTo>
                <a:lnTo>
                  <a:pt x="3448469" y="114391"/>
                </a:lnTo>
                <a:lnTo>
                  <a:pt x="3448484" y="114822"/>
                </a:lnTo>
                <a:lnTo>
                  <a:pt x="3448510" y="115260"/>
                </a:lnTo>
                <a:lnTo>
                  <a:pt x="3448548" y="115702"/>
                </a:lnTo>
                <a:lnTo>
                  <a:pt x="3448601" y="116144"/>
                </a:lnTo>
                <a:lnTo>
                  <a:pt x="3448672" y="116585"/>
                </a:lnTo>
                <a:lnTo>
                  <a:pt x="3448763" y="117021"/>
                </a:lnTo>
                <a:lnTo>
                  <a:pt x="3448876" y="117450"/>
                </a:lnTo>
                <a:lnTo>
                  <a:pt x="3449014" y="117868"/>
                </a:lnTo>
                <a:lnTo>
                  <a:pt x="3449181" y="118274"/>
                </a:lnTo>
                <a:lnTo>
                  <a:pt x="3449377" y="118663"/>
                </a:lnTo>
                <a:lnTo>
                  <a:pt x="3449606" y="119033"/>
                </a:lnTo>
                <a:lnTo>
                  <a:pt x="3449870" y="119381"/>
                </a:lnTo>
                <a:lnTo>
                  <a:pt x="3450171" y="119705"/>
                </a:lnTo>
                <a:lnTo>
                  <a:pt x="3450513" y="120001"/>
                </a:lnTo>
                <a:lnTo>
                  <a:pt x="3450898" y="120267"/>
                </a:lnTo>
                <a:lnTo>
                  <a:pt x="3451327" y="120500"/>
                </a:lnTo>
                <a:lnTo>
                  <a:pt x="3451805" y="120697"/>
                </a:lnTo>
                <a:lnTo>
                  <a:pt x="3452332" y="120855"/>
                </a:lnTo>
                <a:lnTo>
                  <a:pt x="3452912" y="120972"/>
                </a:lnTo>
                <a:lnTo>
                  <a:pt x="3453548" y="121044"/>
                </a:lnTo>
                <a:lnTo>
                  <a:pt x="3454241" y="121068"/>
                </a:lnTo>
                <a:lnTo>
                  <a:pt x="3454465" y="121067"/>
                </a:lnTo>
                <a:lnTo>
                  <a:pt x="3454702" y="121060"/>
                </a:lnTo>
                <a:lnTo>
                  <a:pt x="3454951" y="121046"/>
                </a:lnTo>
                <a:lnTo>
                  <a:pt x="3455212" y="121021"/>
                </a:lnTo>
                <a:lnTo>
                  <a:pt x="3455483" y="120982"/>
                </a:lnTo>
                <a:lnTo>
                  <a:pt x="3455763" y="120927"/>
                </a:lnTo>
                <a:lnTo>
                  <a:pt x="3456052" y="120852"/>
                </a:lnTo>
                <a:lnTo>
                  <a:pt x="3456348" y="120755"/>
                </a:lnTo>
                <a:lnTo>
                  <a:pt x="3456651" y="120632"/>
                </a:lnTo>
                <a:lnTo>
                  <a:pt x="3456960" y="120480"/>
                </a:lnTo>
                <a:lnTo>
                  <a:pt x="3457274" y="120298"/>
                </a:lnTo>
                <a:lnTo>
                  <a:pt x="3457592" y="120081"/>
                </a:lnTo>
                <a:lnTo>
                  <a:pt x="3457913" y="119827"/>
                </a:lnTo>
                <a:lnTo>
                  <a:pt x="3458235" y="119533"/>
                </a:lnTo>
                <a:lnTo>
                  <a:pt x="3458559" y="119196"/>
                </a:lnTo>
                <a:lnTo>
                  <a:pt x="3458883" y="118813"/>
                </a:lnTo>
                <a:lnTo>
                  <a:pt x="3459207" y="118381"/>
                </a:lnTo>
                <a:lnTo>
                  <a:pt x="3459529" y="117897"/>
                </a:lnTo>
                <a:lnTo>
                  <a:pt x="3459848" y="117359"/>
                </a:lnTo>
                <a:lnTo>
                  <a:pt x="3460164" y="116763"/>
                </a:lnTo>
                <a:lnTo>
                  <a:pt x="3460476" y="116106"/>
                </a:lnTo>
                <a:lnTo>
                  <a:pt x="3460782" y="115386"/>
                </a:lnTo>
                <a:lnTo>
                  <a:pt x="3461082" y="114599"/>
                </a:lnTo>
                <a:lnTo>
                  <a:pt x="3461375" y="113743"/>
                </a:lnTo>
                <a:lnTo>
                  <a:pt x="3462559" y="114577"/>
                </a:lnTo>
                <a:lnTo>
                  <a:pt x="3463749" y="115345"/>
                </a:lnTo>
                <a:lnTo>
                  <a:pt x="3464943" y="116050"/>
                </a:lnTo>
                <a:lnTo>
                  <a:pt x="3466137" y="116695"/>
                </a:lnTo>
                <a:lnTo>
                  <a:pt x="3467329" y="117283"/>
                </a:lnTo>
                <a:lnTo>
                  <a:pt x="3468517" y="117815"/>
                </a:lnTo>
                <a:lnTo>
                  <a:pt x="3469699" y="118296"/>
                </a:lnTo>
                <a:lnTo>
                  <a:pt x="3470872" y="118727"/>
                </a:lnTo>
                <a:lnTo>
                  <a:pt x="3472033" y="119111"/>
                </a:lnTo>
                <a:lnTo>
                  <a:pt x="3473181" y="119450"/>
                </a:lnTo>
                <a:lnTo>
                  <a:pt x="3474312" y="119749"/>
                </a:lnTo>
                <a:lnTo>
                  <a:pt x="3475425" y="120008"/>
                </a:lnTo>
                <a:lnTo>
                  <a:pt x="3476517" y="120232"/>
                </a:lnTo>
                <a:lnTo>
                  <a:pt x="3477585" y="120421"/>
                </a:lnTo>
                <a:lnTo>
                  <a:pt x="3478627" y="120580"/>
                </a:lnTo>
                <a:lnTo>
                  <a:pt x="3479641" y="120711"/>
                </a:lnTo>
                <a:lnTo>
                  <a:pt x="3480624" y="120817"/>
                </a:lnTo>
                <a:lnTo>
                  <a:pt x="3481574" y="120900"/>
                </a:lnTo>
                <a:lnTo>
                  <a:pt x="3482488" y="120962"/>
                </a:lnTo>
                <a:lnTo>
                  <a:pt x="3483364" y="121008"/>
                </a:lnTo>
                <a:lnTo>
                  <a:pt x="3484199" y="121038"/>
                </a:lnTo>
                <a:lnTo>
                  <a:pt x="3484992" y="121057"/>
                </a:lnTo>
                <a:lnTo>
                  <a:pt x="3485739" y="121066"/>
                </a:lnTo>
                <a:lnTo>
                  <a:pt x="3486439" y="121068"/>
                </a:lnTo>
                <a:lnTo>
                  <a:pt x="3490121" y="120987"/>
                </a:lnTo>
                <a:lnTo>
                  <a:pt x="3493558" y="120748"/>
                </a:lnTo>
                <a:lnTo>
                  <a:pt x="3496758" y="120363"/>
                </a:lnTo>
                <a:lnTo>
                  <a:pt x="3499728" y="119840"/>
                </a:lnTo>
                <a:lnTo>
                  <a:pt x="3502477" y="119190"/>
                </a:lnTo>
                <a:lnTo>
                  <a:pt x="3505012" y="118423"/>
                </a:lnTo>
                <a:lnTo>
                  <a:pt x="3507342" y="117548"/>
                </a:lnTo>
                <a:lnTo>
                  <a:pt x="3509473" y="116576"/>
                </a:lnTo>
                <a:lnTo>
                  <a:pt x="3511414" y="115516"/>
                </a:lnTo>
                <a:lnTo>
                  <a:pt x="3513174" y="114378"/>
                </a:lnTo>
                <a:lnTo>
                  <a:pt x="3514758" y="113172"/>
                </a:lnTo>
                <a:lnTo>
                  <a:pt x="3516176" y="111908"/>
                </a:lnTo>
                <a:lnTo>
                  <a:pt x="3517436" y="110596"/>
                </a:lnTo>
                <a:lnTo>
                  <a:pt x="3518545" y="109245"/>
                </a:lnTo>
                <a:lnTo>
                  <a:pt x="3519511" y="107866"/>
                </a:lnTo>
                <a:lnTo>
                  <a:pt x="3520342" y="106468"/>
                </a:lnTo>
                <a:lnTo>
                  <a:pt x="3521045" y="105062"/>
                </a:lnTo>
                <a:lnTo>
                  <a:pt x="3521629" y="103656"/>
                </a:lnTo>
                <a:lnTo>
                  <a:pt x="3522102" y="102262"/>
                </a:lnTo>
                <a:lnTo>
                  <a:pt x="3522472" y="100888"/>
                </a:lnTo>
                <a:lnTo>
                  <a:pt x="3522745" y="99545"/>
                </a:lnTo>
                <a:lnTo>
                  <a:pt x="3522931" y="98243"/>
                </a:lnTo>
                <a:lnTo>
                  <a:pt x="3523036" y="96991"/>
                </a:lnTo>
                <a:lnTo>
                  <a:pt x="3523070" y="95800"/>
                </a:lnTo>
                <a:lnTo>
                  <a:pt x="3522943" y="93373"/>
                </a:lnTo>
                <a:lnTo>
                  <a:pt x="3522577" y="91108"/>
                </a:lnTo>
                <a:lnTo>
                  <a:pt x="3521989" y="88999"/>
                </a:lnTo>
                <a:lnTo>
                  <a:pt x="3521199" y="87040"/>
                </a:lnTo>
                <a:lnTo>
                  <a:pt x="3520225" y="85225"/>
                </a:lnTo>
                <a:lnTo>
                  <a:pt x="3519087" y="83549"/>
                </a:lnTo>
                <a:lnTo>
                  <a:pt x="3517803" y="82006"/>
                </a:lnTo>
                <a:close/>
                <a:moveTo>
                  <a:pt x="3927716" y="95392"/>
                </a:moveTo>
                <a:lnTo>
                  <a:pt x="3927402" y="95073"/>
                </a:lnTo>
                <a:lnTo>
                  <a:pt x="3927064" y="94791"/>
                </a:lnTo>
                <a:lnTo>
                  <a:pt x="3926707" y="94544"/>
                </a:lnTo>
                <a:lnTo>
                  <a:pt x="3926336" y="94330"/>
                </a:lnTo>
                <a:lnTo>
                  <a:pt x="3925954" y="94146"/>
                </a:lnTo>
                <a:lnTo>
                  <a:pt x="3925567" y="93991"/>
                </a:lnTo>
                <a:lnTo>
                  <a:pt x="3925177" y="93861"/>
                </a:lnTo>
                <a:lnTo>
                  <a:pt x="3924790" y="93755"/>
                </a:lnTo>
                <a:lnTo>
                  <a:pt x="3924411" y="93670"/>
                </a:lnTo>
                <a:lnTo>
                  <a:pt x="3924042" y="93604"/>
                </a:lnTo>
                <a:lnTo>
                  <a:pt x="3923690" y="93554"/>
                </a:lnTo>
                <a:lnTo>
                  <a:pt x="3923357" y="93519"/>
                </a:lnTo>
                <a:lnTo>
                  <a:pt x="3923049" y="93495"/>
                </a:lnTo>
                <a:lnTo>
                  <a:pt x="3922770" y="93480"/>
                </a:lnTo>
                <a:lnTo>
                  <a:pt x="3922524" y="93473"/>
                </a:lnTo>
                <a:lnTo>
                  <a:pt x="3922315" y="93470"/>
                </a:lnTo>
                <a:lnTo>
                  <a:pt x="3922148" y="93470"/>
                </a:lnTo>
                <a:lnTo>
                  <a:pt x="3921724" y="93473"/>
                </a:lnTo>
                <a:lnTo>
                  <a:pt x="3921319" y="93483"/>
                </a:lnTo>
                <a:lnTo>
                  <a:pt x="3920933" y="93502"/>
                </a:lnTo>
                <a:lnTo>
                  <a:pt x="3920565" y="93530"/>
                </a:lnTo>
                <a:lnTo>
                  <a:pt x="3920214" y="93568"/>
                </a:lnTo>
                <a:lnTo>
                  <a:pt x="3919879" y="93618"/>
                </a:lnTo>
                <a:lnTo>
                  <a:pt x="3919560" y="93680"/>
                </a:lnTo>
                <a:lnTo>
                  <a:pt x="3919256" y="93756"/>
                </a:lnTo>
                <a:lnTo>
                  <a:pt x="3918965" y="93847"/>
                </a:lnTo>
                <a:lnTo>
                  <a:pt x="3918688" y="93953"/>
                </a:lnTo>
                <a:lnTo>
                  <a:pt x="3918424" y="94077"/>
                </a:lnTo>
                <a:lnTo>
                  <a:pt x="3918171" y="94218"/>
                </a:lnTo>
                <a:lnTo>
                  <a:pt x="3917929" y="94379"/>
                </a:lnTo>
                <a:lnTo>
                  <a:pt x="3917698" y="94560"/>
                </a:lnTo>
                <a:lnTo>
                  <a:pt x="3917476" y="94762"/>
                </a:lnTo>
                <a:lnTo>
                  <a:pt x="3917263" y="94987"/>
                </a:lnTo>
                <a:lnTo>
                  <a:pt x="3917058" y="95235"/>
                </a:lnTo>
                <a:lnTo>
                  <a:pt x="3916861" y="95508"/>
                </a:lnTo>
                <a:lnTo>
                  <a:pt x="3916669" y="95806"/>
                </a:lnTo>
                <a:lnTo>
                  <a:pt x="3916484" y="96131"/>
                </a:lnTo>
                <a:lnTo>
                  <a:pt x="3916304" y="96484"/>
                </a:lnTo>
                <a:lnTo>
                  <a:pt x="3916127" y="96866"/>
                </a:lnTo>
                <a:lnTo>
                  <a:pt x="3915955" y="97278"/>
                </a:lnTo>
                <a:lnTo>
                  <a:pt x="3915785" y="97721"/>
                </a:lnTo>
                <a:lnTo>
                  <a:pt x="3915223" y="98908"/>
                </a:lnTo>
                <a:lnTo>
                  <a:pt x="3914602" y="100015"/>
                </a:lnTo>
                <a:lnTo>
                  <a:pt x="3913927" y="101042"/>
                </a:lnTo>
                <a:lnTo>
                  <a:pt x="3913202" y="101993"/>
                </a:lnTo>
                <a:lnTo>
                  <a:pt x="3912432" y="102871"/>
                </a:lnTo>
                <a:lnTo>
                  <a:pt x="3911621" y="103678"/>
                </a:lnTo>
                <a:lnTo>
                  <a:pt x="3910776" y="104417"/>
                </a:lnTo>
                <a:lnTo>
                  <a:pt x="3909901" y="105092"/>
                </a:lnTo>
                <a:lnTo>
                  <a:pt x="3909000" y="105704"/>
                </a:lnTo>
                <a:lnTo>
                  <a:pt x="3908078" y="106257"/>
                </a:lnTo>
                <a:lnTo>
                  <a:pt x="3907141" y="106752"/>
                </a:lnTo>
                <a:lnTo>
                  <a:pt x="3906193" y="107194"/>
                </a:lnTo>
                <a:lnTo>
                  <a:pt x="3905239" y="107585"/>
                </a:lnTo>
                <a:lnTo>
                  <a:pt x="3904283" y="107927"/>
                </a:lnTo>
                <a:lnTo>
                  <a:pt x="3903332" y="108224"/>
                </a:lnTo>
                <a:lnTo>
                  <a:pt x="3902389" y="108477"/>
                </a:lnTo>
                <a:lnTo>
                  <a:pt x="3901459" y="108691"/>
                </a:lnTo>
                <a:lnTo>
                  <a:pt x="3900548" y="108867"/>
                </a:lnTo>
                <a:lnTo>
                  <a:pt x="3899659" y="109008"/>
                </a:lnTo>
                <a:lnTo>
                  <a:pt x="3898799" y="109118"/>
                </a:lnTo>
                <a:lnTo>
                  <a:pt x="3897971" y="109198"/>
                </a:lnTo>
                <a:lnTo>
                  <a:pt x="3897181" y="109252"/>
                </a:lnTo>
                <a:lnTo>
                  <a:pt x="3896434" y="109282"/>
                </a:lnTo>
                <a:lnTo>
                  <a:pt x="3895734" y="109292"/>
                </a:lnTo>
                <a:lnTo>
                  <a:pt x="3893927" y="109242"/>
                </a:lnTo>
                <a:lnTo>
                  <a:pt x="3892126" y="109092"/>
                </a:lnTo>
                <a:lnTo>
                  <a:pt x="3890334" y="108845"/>
                </a:lnTo>
                <a:lnTo>
                  <a:pt x="3888557" y="108501"/>
                </a:lnTo>
                <a:lnTo>
                  <a:pt x="3886800" y="108060"/>
                </a:lnTo>
                <a:lnTo>
                  <a:pt x="3885067" y="107526"/>
                </a:lnTo>
                <a:lnTo>
                  <a:pt x="3883365" y="106897"/>
                </a:lnTo>
                <a:lnTo>
                  <a:pt x="3881696" y="106177"/>
                </a:lnTo>
                <a:lnTo>
                  <a:pt x="3880067" y="105365"/>
                </a:lnTo>
                <a:lnTo>
                  <a:pt x="3878483" y="104463"/>
                </a:lnTo>
                <a:lnTo>
                  <a:pt x="3876948" y="103473"/>
                </a:lnTo>
                <a:lnTo>
                  <a:pt x="3875467" y="102394"/>
                </a:lnTo>
                <a:lnTo>
                  <a:pt x="3874046" y="101229"/>
                </a:lnTo>
                <a:lnTo>
                  <a:pt x="3872688" y="99979"/>
                </a:lnTo>
                <a:lnTo>
                  <a:pt x="3871400" y="98644"/>
                </a:lnTo>
                <a:lnTo>
                  <a:pt x="3870186" y="97227"/>
                </a:lnTo>
                <a:lnTo>
                  <a:pt x="3869051" y="95727"/>
                </a:lnTo>
                <a:lnTo>
                  <a:pt x="3867999" y="94147"/>
                </a:lnTo>
                <a:lnTo>
                  <a:pt x="3867037" y="92487"/>
                </a:lnTo>
                <a:lnTo>
                  <a:pt x="3866168" y="90749"/>
                </a:lnTo>
                <a:lnTo>
                  <a:pt x="3865398" y="88933"/>
                </a:lnTo>
                <a:lnTo>
                  <a:pt x="3864732" y="87042"/>
                </a:lnTo>
                <a:lnTo>
                  <a:pt x="3864174" y="85075"/>
                </a:lnTo>
                <a:lnTo>
                  <a:pt x="3863730" y="83034"/>
                </a:lnTo>
                <a:lnTo>
                  <a:pt x="3921183" y="83034"/>
                </a:lnTo>
                <a:lnTo>
                  <a:pt x="3921687" y="83034"/>
                </a:lnTo>
                <a:lnTo>
                  <a:pt x="3922185" y="83030"/>
                </a:lnTo>
                <a:lnTo>
                  <a:pt x="3922677" y="83021"/>
                </a:lnTo>
                <a:lnTo>
                  <a:pt x="3923160" y="83001"/>
                </a:lnTo>
                <a:lnTo>
                  <a:pt x="3923633" y="82970"/>
                </a:lnTo>
                <a:lnTo>
                  <a:pt x="3924096" y="82923"/>
                </a:lnTo>
                <a:lnTo>
                  <a:pt x="3924545" y="82858"/>
                </a:lnTo>
                <a:lnTo>
                  <a:pt x="3924981" y="82770"/>
                </a:lnTo>
                <a:lnTo>
                  <a:pt x="3925402" y="82658"/>
                </a:lnTo>
                <a:lnTo>
                  <a:pt x="3925805" y="82519"/>
                </a:lnTo>
                <a:lnTo>
                  <a:pt x="3926191" y="82348"/>
                </a:lnTo>
                <a:lnTo>
                  <a:pt x="3926556" y="82143"/>
                </a:lnTo>
                <a:lnTo>
                  <a:pt x="3926901" y="81901"/>
                </a:lnTo>
                <a:lnTo>
                  <a:pt x="3927223" y="81619"/>
                </a:lnTo>
                <a:lnTo>
                  <a:pt x="3927521" y="81293"/>
                </a:lnTo>
                <a:lnTo>
                  <a:pt x="3927794" y="80921"/>
                </a:lnTo>
                <a:lnTo>
                  <a:pt x="3928040" y="80500"/>
                </a:lnTo>
                <a:lnTo>
                  <a:pt x="3928258" y="80026"/>
                </a:lnTo>
                <a:lnTo>
                  <a:pt x="3928446" y="79496"/>
                </a:lnTo>
                <a:lnTo>
                  <a:pt x="3928603" y="78908"/>
                </a:lnTo>
                <a:lnTo>
                  <a:pt x="3928728" y="78257"/>
                </a:lnTo>
                <a:lnTo>
                  <a:pt x="3928819" y="77541"/>
                </a:lnTo>
                <a:lnTo>
                  <a:pt x="3928875" y="76758"/>
                </a:lnTo>
                <a:lnTo>
                  <a:pt x="3928893" y="75903"/>
                </a:lnTo>
                <a:lnTo>
                  <a:pt x="3928829" y="73172"/>
                </a:lnTo>
                <a:lnTo>
                  <a:pt x="3928636" y="70480"/>
                </a:lnTo>
                <a:lnTo>
                  <a:pt x="3928314" y="67834"/>
                </a:lnTo>
                <a:lnTo>
                  <a:pt x="3927864" y="65241"/>
                </a:lnTo>
                <a:lnTo>
                  <a:pt x="3927283" y="62707"/>
                </a:lnTo>
                <a:lnTo>
                  <a:pt x="3926574" y="60240"/>
                </a:lnTo>
                <a:lnTo>
                  <a:pt x="3925735" y="57846"/>
                </a:lnTo>
                <a:lnTo>
                  <a:pt x="3924766" y="55533"/>
                </a:lnTo>
                <a:lnTo>
                  <a:pt x="3923668" y="53306"/>
                </a:lnTo>
                <a:lnTo>
                  <a:pt x="3922439" y="51174"/>
                </a:lnTo>
                <a:lnTo>
                  <a:pt x="3921081" y="49142"/>
                </a:lnTo>
                <a:lnTo>
                  <a:pt x="3919592" y="47218"/>
                </a:lnTo>
                <a:lnTo>
                  <a:pt x="3917972" y="45408"/>
                </a:lnTo>
                <a:lnTo>
                  <a:pt x="3916222" y="43720"/>
                </a:lnTo>
                <a:lnTo>
                  <a:pt x="3914340" y="42160"/>
                </a:lnTo>
                <a:lnTo>
                  <a:pt x="3912328" y="40735"/>
                </a:lnTo>
                <a:lnTo>
                  <a:pt x="3910185" y="39452"/>
                </a:lnTo>
                <a:lnTo>
                  <a:pt x="3907910" y="38317"/>
                </a:lnTo>
                <a:lnTo>
                  <a:pt x="3905503" y="37339"/>
                </a:lnTo>
                <a:lnTo>
                  <a:pt x="3902965" y="36523"/>
                </a:lnTo>
                <a:lnTo>
                  <a:pt x="3900295" y="35876"/>
                </a:lnTo>
                <a:lnTo>
                  <a:pt x="3897493" y="35406"/>
                </a:lnTo>
                <a:lnTo>
                  <a:pt x="3894559" y="35119"/>
                </a:lnTo>
                <a:lnTo>
                  <a:pt x="3891492" y="35021"/>
                </a:lnTo>
                <a:lnTo>
                  <a:pt x="3888648" y="35121"/>
                </a:lnTo>
                <a:lnTo>
                  <a:pt x="3885857" y="35415"/>
                </a:lnTo>
                <a:lnTo>
                  <a:pt x="3883124" y="35896"/>
                </a:lnTo>
                <a:lnTo>
                  <a:pt x="3880455" y="36560"/>
                </a:lnTo>
                <a:lnTo>
                  <a:pt x="3877857" y="37398"/>
                </a:lnTo>
                <a:lnTo>
                  <a:pt x="3875336" y="38405"/>
                </a:lnTo>
                <a:lnTo>
                  <a:pt x="3872898" y="39574"/>
                </a:lnTo>
                <a:lnTo>
                  <a:pt x="3870549" y="40900"/>
                </a:lnTo>
                <a:lnTo>
                  <a:pt x="3868295" y="42374"/>
                </a:lnTo>
                <a:lnTo>
                  <a:pt x="3866142" y="43991"/>
                </a:lnTo>
                <a:lnTo>
                  <a:pt x="3864096" y="45745"/>
                </a:lnTo>
                <a:lnTo>
                  <a:pt x="3862163" y="47628"/>
                </a:lnTo>
                <a:lnTo>
                  <a:pt x="3860351" y="49636"/>
                </a:lnTo>
                <a:lnTo>
                  <a:pt x="3858663" y="51760"/>
                </a:lnTo>
                <a:lnTo>
                  <a:pt x="3857108" y="53995"/>
                </a:lnTo>
                <a:lnTo>
                  <a:pt x="3855690" y="56334"/>
                </a:lnTo>
                <a:lnTo>
                  <a:pt x="3854416" y="58771"/>
                </a:lnTo>
                <a:lnTo>
                  <a:pt x="3853292" y="61299"/>
                </a:lnTo>
                <a:lnTo>
                  <a:pt x="3852325" y="63912"/>
                </a:lnTo>
                <a:lnTo>
                  <a:pt x="3851519" y="66603"/>
                </a:lnTo>
                <a:lnTo>
                  <a:pt x="3850882" y="69367"/>
                </a:lnTo>
                <a:lnTo>
                  <a:pt x="3850420" y="72196"/>
                </a:lnTo>
                <a:lnTo>
                  <a:pt x="3850138" y="75084"/>
                </a:lnTo>
                <a:lnTo>
                  <a:pt x="3850042" y="78024"/>
                </a:lnTo>
                <a:lnTo>
                  <a:pt x="3850143" y="80947"/>
                </a:lnTo>
                <a:lnTo>
                  <a:pt x="3850440" y="83820"/>
                </a:lnTo>
                <a:lnTo>
                  <a:pt x="3850927" y="86637"/>
                </a:lnTo>
                <a:lnTo>
                  <a:pt x="3851600" y="89392"/>
                </a:lnTo>
                <a:lnTo>
                  <a:pt x="3852450" y="92078"/>
                </a:lnTo>
                <a:lnTo>
                  <a:pt x="3853473" y="94688"/>
                </a:lnTo>
                <a:lnTo>
                  <a:pt x="3854662" y="97215"/>
                </a:lnTo>
                <a:lnTo>
                  <a:pt x="3856012" y="99653"/>
                </a:lnTo>
                <a:lnTo>
                  <a:pt x="3857515" y="101996"/>
                </a:lnTo>
                <a:lnTo>
                  <a:pt x="3859166" y="104235"/>
                </a:lnTo>
                <a:lnTo>
                  <a:pt x="3860958" y="106366"/>
                </a:lnTo>
                <a:lnTo>
                  <a:pt x="3862887" y="108380"/>
                </a:lnTo>
                <a:lnTo>
                  <a:pt x="3864945" y="110272"/>
                </a:lnTo>
                <a:lnTo>
                  <a:pt x="3867126" y="112034"/>
                </a:lnTo>
                <a:lnTo>
                  <a:pt x="3869425" y="113660"/>
                </a:lnTo>
                <a:lnTo>
                  <a:pt x="3871834" y="115144"/>
                </a:lnTo>
                <a:lnTo>
                  <a:pt x="3874349" y="116478"/>
                </a:lnTo>
                <a:lnTo>
                  <a:pt x="3876963" y="117655"/>
                </a:lnTo>
                <a:lnTo>
                  <a:pt x="3879670" y="118670"/>
                </a:lnTo>
                <a:lnTo>
                  <a:pt x="3882464" y="119516"/>
                </a:lnTo>
                <a:lnTo>
                  <a:pt x="3885338" y="120185"/>
                </a:lnTo>
                <a:lnTo>
                  <a:pt x="3888287" y="120671"/>
                </a:lnTo>
                <a:lnTo>
                  <a:pt x="3891304" y="120968"/>
                </a:lnTo>
                <a:lnTo>
                  <a:pt x="3894384" y="121068"/>
                </a:lnTo>
                <a:lnTo>
                  <a:pt x="3897480" y="120980"/>
                </a:lnTo>
                <a:lnTo>
                  <a:pt x="3900409" y="120724"/>
                </a:lnTo>
                <a:lnTo>
                  <a:pt x="3903173" y="120313"/>
                </a:lnTo>
                <a:lnTo>
                  <a:pt x="3905776" y="119760"/>
                </a:lnTo>
                <a:lnTo>
                  <a:pt x="3908222" y="119078"/>
                </a:lnTo>
                <a:lnTo>
                  <a:pt x="3910512" y="118280"/>
                </a:lnTo>
                <a:lnTo>
                  <a:pt x="3912651" y="117379"/>
                </a:lnTo>
                <a:lnTo>
                  <a:pt x="3914641" y="116389"/>
                </a:lnTo>
                <a:lnTo>
                  <a:pt x="3916486" y="115321"/>
                </a:lnTo>
                <a:lnTo>
                  <a:pt x="3918189" y="114189"/>
                </a:lnTo>
                <a:lnTo>
                  <a:pt x="3919754" y="113005"/>
                </a:lnTo>
                <a:lnTo>
                  <a:pt x="3921182" y="111784"/>
                </a:lnTo>
                <a:lnTo>
                  <a:pt x="3922478" y="110538"/>
                </a:lnTo>
                <a:lnTo>
                  <a:pt x="3923644" y="109279"/>
                </a:lnTo>
                <a:lnTo>
                  <a:pt x="3924685" y="108021"/>
                </a:lnTo>
                <a:lnTo>
                  <a:pt x="3925602" y="106777"/>
                </a:lnTo>
                <a:lnTo>
                  <a:pt x="3926399" y="105560"/>
                </a:lnTo>
                <a:lnTo>
                  <a:pt x="3927080" y="104382"/>
                </a:lnTo>
                <a:lnTo>
                  <a:pt x="3927647" y="103257"/>
                </a:lnTo>
                <a:lnTo>
                  <a:pt x="3928104" y="102198"/>
                </a:lnTo>
                <a:lnTo>
                  <a:pt x="3928454" y="101218"/>
                </a:lnTo>
                <a:lnTo>
                  <a:pt x="3928700" y="100328"/>
                </a:lnTo>
                <a:lnTo>
                  <a:pt x="3928846" y="99544"/>
                </a:lnTo>
                <a:lnTo>
                  <a:pt x="3928893" y="98878"/>
                </a:lnTo>
                <a:lnTo>
                  <a:pt x="3928865" y="98231"/>
                </a:lnTo>
                <a:lnTo>
                  <a:pt x="3928783" y="97637"/>
                </a:lnTo>
                <a:lnTo>
                  <a:pt x="3928651" y="97094"/>
                </a:lnTo>
                <a:lnTo>
                  <a:pt x="3928474" y="96601"/>
                </a:lnTo>
                <a:lnTo>
                  <a:pt x="3928256" y="96154"/>
                </a:lnTo>
                <a:lnTo>
                  <a:pt x="3928002" y="95752"/>
                </a:lnTo>
                <a:lnTo>
                  <a:pt x="3927716" y="95392"/>
                </a:lnTo>
                <a:close/>
                <a:moveTo>
                  <a:pt x="3867472" y="61671"/>
                </a:moveTo>
                <a:lnTo>
                  <a:pt x="3868337" y="60212"/>
                </a:lnTo>
                <a:lnTo>
                  <a:pt x="3869272" y="58811"/>
                </a:lnTo>
                <a:lnTo>
                  <a:pt x="3870274" y="57470"/>
                </a:lnTo>
                <a:lnTo>
                  <a:pt x="3871342" y="56194"/>
                </a:lnTo>
                <a:lnTo>
                  <a:pt x="3872471" y="54985"/>
                </a:lnTo>
                <a:lnTo>
                  <a:pt x="3873660" y="53846"/>
                </a:lnTo>
                <a:lnTo>
                  <a:pt x="3874904" y="52780"/>
                </a:lnTo>
                <a:lnTo>
                  <a:pt x="3876202" y="51791"/>
                </a:lnTo>
                <a:lnTo>
                  <a:pt x="3877551" y="50881"/>
                </a:lnTo>
                <a:lnTo>
                  <a:pt x="3878947" y="50054"/>
                </a:lnTo>
                <a:lnTo>
                  <a:pt x="3880388" y="49313"/>
                </a:lnTo>
                <a:lnTo>
                  <a:pt x="3881871" y="48660"/>
                </a:lnTo>
                <a:lnTo>
                  <a:pt x="3883393" y="48100"/>
                </a:lnTo>
                <a:lnTo>
                  <a:pt x="3884952" y="47634"/>
                </a:lnTo>
                <a:lnTo>
                  <a:pt x="3886544" y="47267"/>
                </a:lnTo>
                <a:lnTo>
                  <a:pt x="3888166" y="47000"/>
                </a:lnTo>
                <a:lnTo>
                  <a:pt x="3889817" y="46838"/>
                </a:lnTo>
                <a:lnTo>
                  <a:pt x="3891492" y="46783"/>
                </a:lnTo>
                <a:lnTo>
                  <a:pt x="3892754" y="46809"/>
                </a:lnTo>
                <a:lnTo>
                  <a:pt x="3894031" y="46890"/>
                </a:lnTo>
                <a:lnTo>
                  <a:pt x="3895318" y="47029"/>
                </a:lnTo>
                <a:lnTo>
                  <a:pt x="3896609" y="47232"/>
                </a:lnTo>
                <a:lnTo>
                  <a:pt x="3897899" y="47504"/>
                </a:lnTo>
                <a:lnTo>
                  <a:pt x="3899182" y="47847"/>
                </a:lnTo>
                <a:lnTo>
                  <a:pt x="3900455" y="48267"/>
                </a:lnTo>
                <a:lnTo>
                  <a:pt x="3901710" y="48769"/>
                </a:lnTo>
                <a:lnTo>
                  <a:pt x="3902943" y="49356"/>
                </a:lnTo>
                <a:lnTo>
                  <a:pt x="3904149" y="50034"/>
                </a:lnTo>
                <a:lnTo>
                  <a:pt x="3905322" y="50806"/>
                </a:lnTo>
                <a:lnTo>
                  <a:pt x="3906457" y="51677"/>
                </a:lnTo>
                <a:lnTo>
                  <a:pt x="3907549" y="52651"/>
                </a:lnTo>
                <a:lnTo>
                  <a:pt x="3908593" y="53734"/>
                </a:lnTo>
                <a:lnTo>
                  <a:pt x="3909583" y="54929"/>
                </a:lnTo>
                <a:lnTo>
                  <a:pt x="3910514" y="56240"/>
                </a:lnTo>
                <a:lnTo>
                  <a:pt x="3911381" y="57673"/>
                </a:lnTo>
                <a:lnTo>
                  <a:pt x="3912178" y="59231"/>
                </a:lnTo>
                <a:lnTo>
                  <a:pt x="3912900" y="60919"/>
                </a:lnTo>
                <a:lnTo>
                  <a:pt x="3913542" y="62742"/>
                </a:lnTo>
                <a:lnTo>
                  <a:pt x="3914099" y="64704"/>
                </a:lnTo>
                <a:lnTo>
                  <a:pt x="3914566" y="66809"/>
                </a:lnTo>
                <a:lnTo>
                  <a:pt x="3914936" y="69062"/>
                </a:lnTo>
                <a:lnTo>
                  <a:pt x="3915205" y="71467"/>
                </a:lnTo>
                <a:lnTo>
                  <a:pt x="3863924" y="71467"/>
                </a:lnTo>
                <a:lnTo>
                  <a:pt x="3864306" y="69726"/>
                </a:lnTo>
                <a:lnTo>
                  <a:pt x="3864776" y="68024"/>
                </a:lnTo>
                <a:lnTo>
                  <a:pt x="3865330" y="66364"/>
                </a:lnTo>
                <a:lnTo>
                  <a:pt x="3865966" y="64750"/>
                </a:lnTo>
                <a:lnTo>
                  <a:pt x="3866681" y="63185"/>
                </a:lnTo>
                <a:lnTo>
                  <a:pt x="3867472" y="61671"/>
                </a:lnTo>
                <a:close/>
                <a:moveTo>
                  <a:pt x="4242347" y="110620"/>
                </a:moveTo>
                <a:lnTo>
                  <a:pt x="4242082" y="110235"/>
                </a:lnTo>
                <a:lnTo>
                  <a:pt x="4241788" y="109893"/>
                </a:lnTo>
                <a:lnTo>
                  <a:pt x="4241467" y="109592"/>
                </a:lnTo>
                <a:lnTo>
                  <a:pt x="4241123" y="109328"/>
                </a:lnTo>
                <a:lnTo>
                  <a:pt x="4240757" y="109099"/>
                </a:lnTo>
                <a:lnTo>
                  <a:pt x="4240373" y="108903"/>
                </a:lnTo>
                <a:lnTo>
                  <a:pt x="4239974" y="108736"/>
                </a:lnTo>
                <a:lnTo>
                  <a:pt x="4239563" y="108598"/>
                </a:lnTo>
                <a:lnTo>
                  <a:pt x="4239143" y="108485"/>
                </a:lnTo>
                <a:lnTo>
                  <a:pt x="4238717" y="108394"/>
                </a:lnTo>
                <a:lnTo>
                  <a:pt x="4238287" y="108323"/>
                </a:lnTo>
                <a:lnTo>
                  <a:pt x="4237857" y="108270"/>
                </a:lnTo>
                <a:lnTo>
                  <a:pt x="4237430" y="108232"/>
                </a:lnTo>
                <a:lnTo>
                  <a:pt x="4237007" y="108206"/>
                </a:lnTo>
                <a:lnTo>
                  <a:pt x="4236594" y="108191"/>
                </a:lnTo>
                <a:lnTo>
                  <a:pt x="4236191" y="108183"/>
                </a:lnTo>
                <a:lnTo>
                  <a:pt x="4235803" y="108180"/>
                </a:lnTo>
                <a:lnTo>
                  <a:pt x="4235432" y="108180"/>
                </a:lnTo>
                <a:lnTo>
                  <a:pt x="4234452" y="108175"/>
                </a:lnTo>
                <a:lnTo>
                  <a:pt x="4233533" y="108160"/>
                </a:lnTo>
                <a:lnTo>
                  <a:pt x="4232674" y="108137"/>
                </a:lnTo>
                <a:lnTo>
                  <a:pt x="4231871" y="108105"/>
                </a:lnTo>
                <a:lnTo>
                  <a:pt x="4231123" y="108066"/>
                </a:lnTo>
                <a:lnTo>
                  <a:pt x="4230426" y="108020"/>
                </a:lnTo>
                <a:lnTo>
                  <a:pt x="4229779" y="107967"/>
                </a:lnTo>
                <a:lnTo>
                  <a:pt x="4229178" y="107908"/>
                </a:lnTo>
                <a:lnTo>
                  <a:pt x="4228621" y="107844"/>
                </a:lnTo>
                <a:lnTo>
                  <a:pt x="4228106" y="107775"/>
                </a:lnTo>
                <a:lnTo>
                  <a:pt x="4227630" y="107701"/>
                </a:lnTo>
                <a:lnTo>
                  <a:pt x="4227191" y="107625"/>
                </a:lnTo>
                <a:lnTo>
                  <a:pt x="4226786" y="107545"/>
                </a:lnTo>
                <a:lnTo>
                  <a:pt x="4226412" y="107463"/>
                </a:lnTo>
                <a:lnTo>
                  <a:pt x="4226068" y="107378"/>
                </a:lnTo>
                <a:lnTo>
                  <a:pt x="4225750" y="107293"/>
                </a:lnTo>
                <a:lnTo>
                  <a:pt x="4225456" y="107207"/>
                </a:lnTo>
                <a:lnTo>
                  <a:pt x="4225184" y="107121"/>
                </a:lnTo>
                <a:lnTo>
                  <a:pt x="4224931" y="107035"/>
                </a:lnTo>
                <a:lnTo>
                  <a:pt x="4224695" y="106951"/>
                </a:lnTo>
                <a:lnTo>
                  <a:pt x="4224473" y="106868"/>
                </a:lnTo>
                <a:lnTo>
                  <a:pt x="4224262" y="106787"/>
                </a:lnTo>
                <a:lnTo>
                  <a:pt x="4224060" y="106709"/>
                </a:lnTo>
                <a:lnTo>
                  <a:pt x="4223865" y="106635"/>
                </a:lnTo>
                <a:lnTo>
                  <a:pt x="4223865" y="64932"/>
                </a:lnTo>
                <a:lnTo>
                  <a:pt x="4223810" y="63207"/>
                </a:lnTo>
                <a:lnTo>
                  <a:pt x="4223644" y="61465"/>
                </a:lnTo>
                <a:lnTo>
                  <a:pt x="4223363" y="59712"/>
                </a:lnTo>
                <a:lnTo>
                  <a:pt x="4222965" y="57958"/>
                </a:lnTo>
                <a:lnTo>
                  <a:pt x="4222447" y="56210"/>
                </a:lnTo>
                <a:lnTo>
                  <a:pt x="4221805" y="54476"/>
                </a:lnTo>
                <a:lnTo>
                  <a:pt x="4221036" y="52766"/>
                </a:lnTo>
                <a:lnTo>
                  <a:pt x="4220138" y="51086"/>
                </a:lnTo>
                <a:lnTo>
                  <a:pt x="4219107" y="49445"/>
                </a:lnTo>
                <a:lnTo>
                  <a:pt x="4217941" y="47851"/>
                </a:lnTo>
                <a:lnTo>
                  <a:pt x="4216636" y="46312"/>
                </a:lnTo>
                <a:lnTo>
                  <a:pt x="4215189" y="44837"/>
                </a:lnTo>
                <a:lnTo>
                  <a:pt x="4213598" y="43433"/>
                </a:lnTo>
                <a:lnTo>
                  <a:pt x="4211860" y="42108"/>
                </a:lnTo>
                <a:lnTo>
                  <a:pt x="4209970" y="40871"/>
                </a:lnTo>
                <a:lnTo>
                  <a:pt x="4207928" y="39730"/>
                </a:lnTo>
                <a:lnTo>
                  <a:pt x="4205728" y="38693"/>
                </a:lnTo>
                <a:lnTo>
                  <a:pt x="4203369" y="37767"/>
                </a:lnTo>
                <a:lnTo>
                  <a:pt x="4200847" y="36962"/>
                </a:lnTo>
                <a:lnTo>
                  <a:pt x="4198160" y="36285"/>
                </a:lnTo>
                <a:lnTo>
                  <a:pt x="4195303" y="35744"/>
                </a:lnTo>
                <a:lnTo>
                  <a:pt x="4192275" y="35348"/>
                </a:lnTo>
                <a:lnTo>
                  <a:pt x="4189073" y="35104"/>
                </a:lnTo>
                <a:lnTo>
                  <a:pt x="4185693" y="35021"/>
                </a:lnTo>
                <a:lnTo>
                  <a:pt x="4184599" y="35022"/>
                </a:lnTo>
                <a:lnTo>
                  <a:pt x="4183401" y="35029"/>
                </a:lnTo>
                <a:lnTo>
                  <a:pt x="4182111" y="35049"/>
                </a:lnTo>
                <a:lnTo>
                  <a:pt x="4180743" y="35087"/>
                </a:lnTo>
                <a:lnTo>
                  <a:pt x="4179311" y="35149"/>
                </a:lnTo>
                <a:lnTo>
                  <a:pt x="4177827" y="35241"/>
                </a:lnTo>
                <a:lnTo>
                  <a:pt x="4176306" y="35371"/>
                </a:lnTo>
                <a:lnTo>
                  <a:pt x="4174760" y="35543"/>
                </a:lnTo>
                <a:lnTo>
                  <a:pt x="4173204" y="35764"/>
                </a:lnTo>
                <a:lnTo>
                  <a:pt x="4171651" y="36040"/>
                </a:lnTo>
                <a:lnTo>
                  <a:pt x="4170114" y="36377"/>
                </a:lnTo>
                <a:lnTo>
                  <a:pt x="4168606" y="36781"/>
                </a:lnTo>
                <a:lnTo>
                  <a:pt x="4167142" y="37259"/>
                </a:lnTo>
                <a:lnTo>
                  <a:pt x="4165734" y="37816"/>
                </a:lnTo>
                <a:lnTo>
                  <a:pt x="4164396" y="38459"/>
                </a:lnTo>
                <a:lnTo>
                  <a:pt x="4163142" y="39193"/>
                </a:lnTo>
                <a:lnTo>
                  <a:pt x="4161986" y="40025"/>
                </a:lnTo>
                <a:lnTo>
                  <a:pt x="4160939" y="40961"/>
                </a:lnTo>
                <a:lnTo>
                  <a:pt x="4160017" y="42008"/>
                </a:lnTo>
                <a:lnTo>
                  <a:pt x="4159232" y="43170"/>
                </a:lnTo>
                <a:lnTo>
                  <a:pt x="4158598" y="44454"/>
                </a:lnTo>
                <a:lnTo>
                  <a:pt x="4158129" y="45867"/>
                </a:lnTo>
                <a:lnTo>
                  <a:pt x="4157837" y="47414"/>
                </a:lnTo>
                <a:lnTo>
                  <a:pt x="4157737" y="49102"/>
                </a:lnTo>
                <a:lnTo>
                  <a:pt x="4157758" y="49812"/>
                </a:lnTo>
                <a:lnTo>
                  <a:pt x="4157819" y="50493"/>
                </a:lnTo>
                <a:lnTo>
                  <a:pt x="4157920" y="51146"/>
                </a:lnTo>
                <a:lnTo>
                  <a:pt x="4158058" y="51771"/>
                </a:lnTo>
                <a:lnTo>
                  <a:pt x="4158233" y="52367"/>
                </a:lnTo>
                <a:lnTo>
                  <a:pt x="4158442" y="52933"/>
                </a:lnTo>
                <a:lnTo>
                  <a:pt x="4158684" y="53471"/>
                </a:lnTo>
                <a:lnTo>
                  <a:pt x="4158958" y="53979"/>
                </a:lnTo>
                <a:lnTo>
                  <a:pt x="4159262" y="54458"/>
                </a:lnTo>
                <a:lnTo>
                  <a:pt x="4159595" y="54907"/>
                </a:lnTo>
                <a:lnTo>
                  <a:pt x="4159955" y="55326"/>
                </a:lnTo>
                <a:lnTo>
                  <a:pt x="4160340" y="55715"/>
                </a:lnTo>
                <a:lnTo>
                  <a:pt x="4160750" y="56074"/>
                </a:lnTo>
                <a:lnTo>
                  <a:pt x="4161182" y="56402"/>
                </a:lnTo>
                <a:lnTo>
                  <a:pt x="4161635" y="56701"/>
                </a:lnTo>
                <a:lnTo>
                  <a:pt x="4162108" y="56968"/>
                </a:lnTo>
                <a:lnTo>
                  <a:pt x="4162598" y="57205"/>
                </a:lnTo>
                <a:lnTo>
                  <a:pt x="4163106" y="57410"/>
                </a:lnTo>
                <a:lnTo>
                  <a:pt x="4163628" y="57585"/>
                </a:lnTo>
                <a:lnTo>
                  <a:pt x="4164164" y="57728"/>
                </a:lnTo>
                <a:lnTo>
                  <a:pt x="4164712" y="57839"/>
                </a:lnTo>
                <a:lnTo>
                  <a:pt x="4165270" y="57919"/>
                </a:lnTo>
                <a:lnTo>
                  <a:pt x="4165837" y="57967"/>
                </a:lnTo>
                <a:lnTo>
                  <a:pt x="4166412" y="57983"/>
                </a:lnTo>
                <a:lnTo>
                  <a:pt x="4166786" y="57974"/>
                </a:lnTo>
                <a:lnTo>
                  <a:pt x="4167183" y="57945"/>
                </a:lnTo>
                <a:lnTo>
                  <a:pt x="4167599" y="57895"/>
                </a:lnTo>
                <a:lnTo>
                  <a:pt x="4168031" y="57822"/>
                </a:lnTo>
                <a:lnTo>
                  <a:pt x="4168476" y="57724"/>
                </a:lnTo>
                <a:lnTo>
                  <a:pt x="4168930" y="57600"/>
                </a:lnTo>
                <a:lnTo>
                  <a:pt x="4169391" y="57449"/>
                </a:lnTo>
                <a:lnTo>
                  <a:pt x="4169854" y="57268"/>
                </a:lnTo>
                <a:lnTo>
                  <a:pt x="4170316" y="57057"/>
                </a:lnTo>
                <a:lnTo>
                  <a:pt x="4170775" y="56813"/>
                </a:lnTo>
                <a:lnTo>
                  <a:pt x="4171226" y="56535"/>
                </a:lnTo>
                <a:lnTo>
                  <a:pt x="4171666" y="56221"/>
                </a:lnTo>
                <a:lnTo>
                  <a:pt x="4172092" y="55870"/>
                </a:lnTo>
                <a:lnTo>
                  <a:pt x="4172501" y="55481"/>
                </a:lnTo>
                <a:lnTo>
                  <a:pt x="4172889" y="55051"/>
                </a:lnTo>
                <a:lnTo>
                  <a:pt x="4173253" y="54579"/>
                </a:lnTo>
                <a:lnTo>
                  <a:pt x="4173590" y="54064"/>
                </a:lnTo>
                <a:lnTo>
                  <a:pt x="4173895" y="53503"/>
                </a:lnTo>
                <a:lnTo>
                  <a:pt x="4174167" y="52896"/>
                </a:lnTo>
                <a:lnTo>
                  <a:pt x="4174401" y="52240"/>
                </a:lnTo>
                <a:lnTo>
                  <a:pt x="4174595" y="51534"/>
                </a:lnTo>
                <a:lnTo>
                  <a:pt x="4174744" y="50777"/>
                </a:lnTo>
                <a:lnTo>
                  <a:pt x="4174845" y="49967"/>
                </a:lnTo>
                <a:lnTo>
                  <a:pt x="4174896" y="49102"/>
                </a:lnTo>
                <a:lnTo>
                  <a:pt x="4174898" y="48916"/>
                </a:lnTo>
                <a:lnTo>
                  <a:pt x="4174902" y="48743"/>
                </a:lnTo>
                <a:lnTo>
                  <a:pt x="4174912" y="48583"/>
                </a:lnTo>
                <a:lnTo>
                  <a:pt x="4174928" y="48435"/>
                </a:lnTo>
                <a:lnTo>
                  <a:pt x="4174953" y="48298"/>
                </a:lnTo>
                <a:lnTo>
                  <a:pt x="4174986" y="48172"/>
                </a:lnTo>
                <a:lnTo>
                  <a:pt x="4175031" y="48057"/>
                </a:lnTo>
                <a:lnTo>
                  <a:pt x="4175089" y="47950"/>
                </a:lnTo>
                <a:lnTo>
                  <a:pt x="4175160" y="47852"/>
                </a:lnTo>
                <a:lnTo>
                  <a:pt x="4175247" y="47763"/>
                </a:lnTo>
                <a:lnTo>
                  <a:pt x="4175351" y="47680"/>
                </a:lnTo>
                <a:lnTo>
                  <a:pt x="4175474" y="47605"/>
                </a:lnTo>
                <a:lnTo>
                  <a:pt x="4175617" y="47535"/>
                </a:lnTo>
                <a:lnTo>
                  <a:pt x="4175781" y="47471"/>
                </a:lnTo>
                <a:lnTo>
                  <a:pt x="4175969" y="47412"/>
                </a:lnTo>
                <a:lnTo>
                  <a:pt x="4176181" y="47356"/>
                </a:lnTo>
                <a:lnTo>
                  <a:pt x="4176419" y="47304"/>
                </a:lnTo>
                <a:lnTo>
                  <a:pt x="4176685" y="47255"/>
                </a:lnTo>
                <a:lnTo>
                  <a:pt x="4176980" y="47207"/>
                </a:lnTo>
                <a:lnTo>
                  <a:pt x="4177305" y="47161"/>
                </a:lnTo>
                <a:lnTo>
                  <a:pt x="4177663" y="47116"/>
                </a:lnTo>
                <a:lnTo>
                  <a:pt x="4178054" y="47071"/>
                </a:lnTo>
                <a:lnTo>
                  <a:pt x="4178481" y="47025"/>
                </a:lnTo>
                <a:lnTo>
                  <a:pt x="4178944" y="46978"/>
                </a:lnTo>
                <a:lnTo>
                  <a:pt x="4179281" y="46954"/>
                </a:lnTo>
                <a:lnTo>
                  <a:pt x="4179615" y="46933"/>
                </a:lnTo>
                <a:lnTo>
                  <a:pt x="4179947" y="46913"/>
                </a:lnTo>
                <a:lnTo>
                  <a:pt x="4180276" y="46896"/>
                </a:lnTo>
                <a:lnTo>
                  <a:pt x="4180601" y="46880"/>
                </a:lnTo>
                <a:lnTo>
                  <a:pt x="4180924" y="46865"/>
                </a:lnTo>
                <a:lnTo>
                  <a:pt x="4181243" y="46852"/>
                </a:lnTo>
                <a:lnTo>
                  <a:pt x="4181559" y="46841"/>
                </a:lnTo>
                <a:lnTo>
                  <a:pt x="4181870" y="46831"/>
                </a:lnTo>
                <a:lnTo>
                  <a:pt x="4182177" y="46822"/>
                </a:lnTo>
                <a:lnTo>
                  <a:pt x="4182480" y="46814"/>
                </a:lnTo>
                <a:lnTo>
                  <a:pt x="4182777" y="46808"/>
                </a:lnTo>
                <a:lnTo>
                  <a:pt x="4183070" y="46802"/>
                </a:lnTo>
                <a:lnTo>
                  <a:pt x="4183357" y="46797"/>
                </a:lnTo>
                <a:lnTo>
                  <a:pt x="4183639" y="46794"/>
                </a:lnTo>
                <a:lnTo>
                  <a:pt x="4183916" y="46791"/>
                </a:lnTo>
                <a:lnTo>
                  <a:pt x="4184186" y="46788"/>
                </a:lnTo>
                <a:lnTo>
                  <a:pt x="4184449" y="46786"/>
                </a:lnTo>
                <a:lnTo>
                  <a:pt x="4184707" y="46785"/>
                </a:lnTo>
                <a:lnTo>
                  <a:pt x="4184957" y="46784"/>
                </a:lnTo>
                <a:lnTo>
                  <a:pt x="4185201" y="46784"/>
                </a:lnTo>
                <a:lnTo>
                  <a:pt x="4185437" y="46783"/>
                </a:lnTo>
                <a:lnTo>
                  <a:pt x="4185666" y="46783"/>
                </a:lnTo>
                <a:lnTo>
                  <a:pt x="4185887" y="46783"/>
                </a:lnTo>
                <a:lnTo>
                  <a:pt x="4187694" y="46815"/>
                </a:lnTo>
                <a:lnTo>
                  <a:pt x="4189450" y="46909"/>
                </a:lnTo>
                <a:lnTo>
                  <a:pt x="4191153" y="47067"/>
                </a:lnTo>
                <a:lnTo>
                  <a:pt x="4192801" y="47290"/>
                </a:lnTo>
                <a:lnTo>
                  <a:pt x="4194392" y="47579"/>
                </a:lnTo>
                <a:lnTo>
                  <a:pt x="4195923" y="47933"/>
                </a:lnTo>
                <a:lnTo>
                  <a:pt x="4197391" y="48354"/>
                </a:lnTo>
                <a:lnTo>
                  <a:pt x="4198795" y="48843"/>
                </a:lnTo>
                <a:lnTo>
                  <a:pt x="4200132" y="49400"/>
                </a:lnTo>
                <a:lnTo>
                  <a:pt x="4201400" y="50027"/>
                </a:lnTo>
                <a:lnTo>
                  <a:pt x="4202596" y="50723"/>
                </a:lnTo>
                <a:lnTo>
                  <a:pt x="4203718" y="51490"/>
                </a:lnTo>
                <a:lnTo>
                  <a:pt x="4204764" y="52329"/>
                </a:lnTo>
                <a:lnTo>
                  <a:pt x="4205731" y="53239"/>
                </a:lnTo>
                <a:lnTo>
                  <a:pt x="4206618" y="54222"/>
                </a:lnTo>
                <a:lnTo>
                  <a:pt x="4207420" y="55279"/>
                </a:lnTo>
                <a:lnTo>
                  <a:pt x="4208138" y="56411"/>
                </a:lnTo>
                <a:lnTo>
                  <a:pt x="4208767" y="57617"/>
                </a:lnTo>
                <a:lnTo>
                  <a:pt x="4209306" y="58900"/>
                </a:lnTo>
                <a:lnTo>
                  <a:pt x="4209752" y="60259"/>
                </a:lnTo>
                <a:lnTo>
                  <a:pt x="4210103" y="61695"/>
                </a:lnTo>
                <a:lnTo>
                  <a:pt x="4210357" y="63210"/>
                </a:lnTo>
                <a:lnTo>
                  <a:pt x="4210510" y="64804"/>
                </a:lnTo>
                <a:lnTo>
                  <a:pt x="4210562" y="66477"/>
                </a:lnTo>
                <a:lnTo>
                  <a:pt x="4206352" y="66597"/>
                </a:lnTo>
                <a:lnTo>
                  <a:pt x="4202256" y="66811"/>
                </a:lnTo>
                <a:lnTo>
                  <a:pt x="4198280" y="67119"/>
                </a:lnTo>
                <a:lnTo>
                  <a:pt x="4194429" y="67522"/>
                </a:lnTo>
                <a:lnTo>
                  <a:pt x="4190710" y="68019"/>
                </a:lnTo>
                <a:lnTo>
                  <a:pt x="4187129" y="68610"/>
                </a:lnTo>
                <a:lnTo>
                  <a:pt x="4183690" y="69295"/>
                </a:lnTo>
                <a:lnTo>
                  <a:pt x="4180401" y="70074"/>
                </a:lnTo>
                <a:lnTo>
                  <a:pt x="4177266" y="70947"/>
                </a:lnTo>
                <a:lnTo>
                  <a:pt x="4174291" y="71913"/>
                </a:lnTo>
                <a:lnTo>
                  <a:pt x="4171483" y="72973"/>
                </a:lnTo>
                <a:lnTo>
                  <a:pt x="4168847" y="74127"/>
                </a:lnTo>
                <a:lnTo>
                  <a:pt x="4166388" y="75375"/>
                </a:lnTo>
                <a:lnTo>
                  <a:pt x="4164113" y="76715"/>
                </a:lnTo>
                <a:lnTo>
                  <a:pt x="4162027" y="78149"/>
                </a:lnTo>
                <a:lnTo>
                  <a:pt x="4160136" y="79677"/>
                </a:lnTo>
                <a:lnTo>
                  <a:pt x="4158446" y="81297"/>
                </a:lnTo>
                <a:lnTo>
                  <a:pt x="4156963" y="83011"/>
                </a:lnTo>
                <a:lnTo>
                  <a:pt x="4155692" y="84818"/>
                </a:lnTo>
                <a:lnTo>
                  <a:pt x="4154639" y="86717"/>
                </a:lnTo>
                <a:lnTo>
                  <a:pt x="4153810" y="88710"/>
                </a:lnTo>
                <a:lnTo>
                  <a:pt x="4153210" y="90795"/>
                </a:lnTo>
                <a:lnTo>
                  <a:pt x="4152847" y="92973"/>
                </a:lnTo>
                <a:lnTo>
                  <a:pt x="4152724" y="95244"/>
                </a:lnTo>
                <a:lnTo>
                  <a:pt x="4152787" y="96901"/>
                </a:lnTo>
                <a:lnTo>
                  <a:pt x="4152975" y="98545"/>
                </a:lnTo>
                <a:lnTo>
                  <a:pt x="4153284" y="100170"/>
                </a:lnTo>
                <a:lnTo>
                  <a:pt x="4153715" y="101773"/>
                </a:lnTo>
                <a:lnTo>
                  <a:pt x="4154264" y="103347"/>
                </a:lnTo>
                <a:lnTo>
                  <a:pt x="4154929" y="104888"/>
                </a:lnTo>
                <a:lnTo>
                  <a:pt x="4155709" y="106390"/>
                </a:lnTo>
                <a:lnTo>
                  <a:pt x="4156602" y="107848"/>
                </a:lnTo>
                <a:lnTo>
                  <a:pt x="4157604" y="109257"/>
                </a:lnTo>
                <a:lnTo>
                  <a:pt x="4158716" y="110613"/>
                </a:lnTo>
                <a:lnTo>
                  <a:pt x="4159933" y="111909"/>
                </a:lnTo>
                <a:lnTo>
                  <a:pt x="4161256" y="113142"/>
                </a:lnTo>
                <a:lnTo>
                  <a:pt x="4162680" y="114305"/>
                </a:lnTo>
                <a:lnTo>
                  <a:pt x="4164205" y="115393"/>
                </a:lnTo>
                <a:lnTo>
                  <a:pt x="4165829" y="116403"/>
                </a:lnTo>
                <a:lnTo>
                  <a:pt x="4167548" y="117327"/>
                </a:lnTo>
                <a:lnTo>
                  <a:pt x="4169363" y="118163"/>
                </a:lnTo>
                <a:lnTo>
                  <a:pt x="4171269" y="118903"/>
                </a:lnTo>
                <a:lnTo>
                  <a:pt x="4173266" y="119543"/>
                </a:lnTo>
                <a:lnTo>
                  <a:pt x="4175352" y="120079"/>
                </a:lnTo>
                <a:lnTo>
                  <a:pt x="4177523" y="120504"/>
                </a:lnTo>
                <a:lnTo>
                  <a:pt x="4179779" y="120814"/>
                </a:lnTo>
                <a:lnTo>
                  <a:pt x="4182118" y="121004"/>
                </a:lnTo>
                <a:lnTo>
                  <a:pt x="4184536" y="121068"/>
                </a:lnTo>
                <a:lnTo>
                  <a:pt x="4185453" y="121061"/>
                </a:lnTo>
                <a:lnTo>
                  <a:pt x="4186416" y="121038"/>
                </a:lnTo>
                <a:lnTo>
                  <a:pt x="4187422" y="120999"/>
                </a:lnTo>
                <a:lnTo>
                  <a:pt x="4188469" y="120941"/>
                </a:lnTo>
                <a:lnTo>
                  <a:pt x="4189553" y="120863"/>
                </a:lnTo>
                <a:lnTo>
                  <a:pt x="4190670" y="120764"/>
                </a:lnTo>
                <a:lnTo>
                  <a:pt x="4191817" y="120643"/>
                </a:lnTo>
                <a:lnTo>
                  <a:pt x="4192991" y="120498"/>
                </a:lnTo>
                <a:lnTo>
                  <a:pt x="4194188" y="120327"/>
                </a:lnTo>
                <a:lnTo>
                  <a:pt x="4195406" y="120129"/>
                </a:lnTo>
                <a:lnTo>
                  <a:pt x="4196640" y="119903"/>
                </a:lnTo>
                <a:lnTo>
                  <a:pt x="4197887" y="119647"/>
                </a:lnTo>
                <a:lnTo>
                  <a:pt x="4199145" y="119361"/>
                </a:lnTo>
                <a:lnTo>
                  <a:pt x="4200409" y="119041"/>
                </a:lnTo>
                <a:lnTo>
                  <a:pt x="4201677" y="118688"/>
                </a:lnTo>
                <a:lnTo>
                  <a:pt x="4202944" y="118299"/>
                </a:lnTo>
                <a:lnTo>
                  <a:pt x="4204209" y="117873"/>
                </a:lnTo>
                <a:lnTo>
                  <a:pt x="4205466" y="117409"/>
                </a:lnTo>
                <a:lnTo>
                  <a:pt x="4206714" y="116906"/>
                </a:lnTo>
                <a:lnTo>
                  <a:pt x="4207948" y="116361"/>
                </a:lnTo>
                <a:lnTo>
                  <a:pt x="4209165" y="115774"/>
                </a:lnTo>
                <a:lnTo>
                  <a:pt x="4210362" y="115143"/>
                </a:lnTo>
                <a:lnTo>
                  <a:pt x="4211536" y="114466"/>
                </a:lnTo>
                <a:lnTo>
                  <a:pt x="4212683" y="113743"/>
                </a:lnTo>
                <a:lnTo>
                  <a:pt x="4213239" y="114464"/>
                </a:lnTo>
                <a:lnTo>
                  <a:pt x="4213844" y="115126"/>
                </a:lnTo>
                <a:lnTo>
                  <a:pt x="4214496" y="115733"/>
                </a:lnTo>
                <a:lnTo>
                  <a:pt x="4215190" y="116287"/>
                </a:lnTo>
                <a:lnTo>
                  <a:pt x="4215925" y="116790"/>
                </a:lnTo>
                <a:lnTo>
                  <a:pt x="4216696" y="117244"/>
                </a:lnTo>
                <a:lnTo>
                  <a:pt x="4217502" y="117653"/>
                </a:lnTo>
                <a:lnTo>
                  <a:pt x="4218339" y="118018"/>
                </a:lnTo>
                <a:lnTo>
                  <a:pt x="4219204" y="118342"/>
                </a:lnTo>
                <a:lnTo>
                  <a:pt x="4220094" y="118627"/>
                </a:lnTo>
                <a:lnTo>
                  <a:pt x="4221007" y="118877"/>
                </a:lnTo>
                <a:lnTo>
                  <a:pt x="4221938" y="119092"/>
                </a:lnTo>
                <a:lnTo>
                  <a:pt x="4222886" y="119277"/>
                </a:lnTo>
                <a:lnTo>
                  <a:pt x="4223846" y="119432"/>
                </a:lnTo>
                <a:lnTo>
                  <a:pt x="4224817" y="119562"/>
                </a:lnTo>
                <a:lnTo>
                  <a:pt x="4225794" y="119667"/>
                </a:lnTo>
                <a:lnTo>
                  <a:pt x="4226776" y="119750"/>
                </a:lnTo>
                <a:lnTo>
                  <a:pt x="4227758" y="119815"/>
                </a:lnTo>
                <a:lnTo>
                  <a:pt x="4228739" y="119863"/>
                </a:lnTo>
                <a:lnTo>
                  <a:pt x="4229714" y="119897"/>
                </a:lnTo>
                <a:lnTo>
                  <a:pt x="4230681" y="119919"/>
                </a:lnTo>
                <a:lnTo>
                  <a:pt x="4231638" y="119931"/>
                </a:lnTo>
                <a:lnTo>
                  <a:pt x="4232580" y="119937"/>
                </a:lnTo>
                <a:lnTo>
                  <a:pt x="4233505" y="119939"/>
                </a:lnTo>
                <a:lnTo>
                  <a:pt x="4234174" y="119938"/>
                </a:lnTo>
                <a:lnTo>
                  <a:pt x="4234829" y="119935"/>
                </a:lnTo>
                <a:lnTo>
                  <a:pt x="4235469" y="119927"/>
                </a:lnTo>
                <a:lnTo>
                  <a:pt x="4236094" y="119911"/>
                </a:lnTo>
                <a:lnTo>
                  <a:pt x="4236701" y="119885"/>
                </a:lnTo>
                <a:lnTo>
                  <a:pt x="4237289" y="119845"/>
                </a:lnTo>
                <a:lnTo>
                  <a:pt x="4237857" y="119790"/>
                </a:lnTo>
                <a:lnTo>
                  <a:pt x="4238404" y="119717"/>
                </a:lnTo>
                <a:lnTo>
                  <a:pt x="4238928" y="119624"/>
                </a:lnTo>
                <a:lnTo>
                  <a:pt x="4239427" y="119506"/>
                </a:lnTo>
                <a:lnTo>
                  <a:pt x="4239902" y="119363"/>
                </a:lnTo>
                <a:lnTo>
                  <a:pt x="4240350" y="119192"/>
                </a:lnTo>
                <a:lnTo>
                  <a:pt x="4240769" y="118989"/>
                </a:lnTo>
                <a:lnTo>
                  <a:pt x="4241159" y="118753"/>
                </a:lnTo>
                <a:lnTo>
                  <a:pt x="4241518" y="118480"/>
                </a:lnTo>
                <a:lnTo>
                  <a:pt x="4241846" y="118168"/>
                </a:lnTo>
                <a:lnTo>
                  <a:pt x="4242139" y="117815"/>
                </a:lnTo>
                <a:lnTo>
                  <a:pt x="4242398" y="117418"/>
                </a:lnTo>
                <a:lnTo>
                  <a:pt x="4242621" y="116974"/>
                </a:lnTo>
                <a:lnTo>
                  <a:pt x="4242806" y="116481"/>
                </a:lnTo>
                <a:lnTo>
                  <a:pt x="4242953" y="115936"/>
                </a:lnTo>
                <a:lnTo>
                  <a:pt x="4243059" y="115336"/>
                </a:lnTo>
                <a:lnTo>
                  <a:pt x="4243123" y="114680"/>
                </a:lnTo>
                <a:lnTo>
                  <a:pt x="4243145" y="113964"/>
                </a:lnTo>
                <a:lnTo>
                  <a:pt x="4243121" y="113270"/>
                </a:lnTo>
                <a:lnTo>
                  <a:pt x="4243049" y="112635"/>
                </a:lnTo>
                <a:lnTo>
                  <a:pt x="4242933" y="112054"/>
                </a:lnTo>
                <a:lnTo>
                  <a:pt x="4242775" y="111527"/>
                </a:lnTo>
                <a:lnTo>
                  <a:pt x="4242579" y="111049"/>
                </a:lnTo>
                <a:lnTo>
                  <a:pt x="4242347" y="110620"/>
                </a:lnTo>
                <a:close/>
                <a:moveTo>
                  <a:pt x="4210445" y="97355"/>
                </a:moveTo>
                <a:lnTo>
                  <a:pt x="4210376" y="97881"/>
                </a:lnTo>
                <a:lnTo>
                  <a:pt x="4210284" y="98403"/>
                </a:lnTo>
                <a:lnTo>
                  <a:pt x="4210166" y="98920"/>
                </a:lnTo>
                <a:lnTo>
                  <a:pt x="4210018" y="99433"/>
                </a:lnTo>
                <a:lnTo>
                  <a:pt x="4209838" y="99940"/>
                </a:lnTo>
                <a:lnTo>
                  <a:pt x="4209622" y="100443"/>
                </a:lnTo>
                <a:lnTo>
                  <a:pt x="4209367" y="100940"/>
                </a:lnTo>
                <a:lnTo>
                  <a:pt x="4209070" y="101432"/>
                </a:lnTo>
                <a:lnTo>
                  <a:pt x="4208727" y="101920"/>
                </a:lnTo>
                <a:lnTo>
                  <a:pt x="4208334" y="102402"/>
                </a:lnTo>
                <a:lnTo>
                  <a:pt x="4207890" y="102878"/>
                </a:lnTo>
                <a:lnTo>
                  <a:pt x="4207390" y="103350"/>
                </a:lnTo>
                <a:lnTo>
                  <a:pt x="4206832" y="103815"/>
                </a:lnTo>
                <a:lnTo>
                  <a:pt x="4206211" y="104275"/>
                </a:lnTo>
                <a:lnTo>
                  <a:pt x="4205525" y="104730"/>
                </a:lnTo>
                <a:lnTo>
                  <a:pt x="4204771" y="105179"/>
                </a:lnTo>
                <a:lnTo>
                  <a:pt x="4203944" y="105621"/>
                </a:lnTo>
                <a:lnTo>
                  <a:pt x="4203043" y="106058"/>
                </a:lnTo>
                <a:lnTo>
                  <a:pt x="4202167" y="106448"/>
                </a:lnTo>
                <a:lnTo>
                  <a:pt x="4201277" y="106805"/>
                </a:lnTo>
                <a:lnTo>
                  <a:pt x="4200377" y="107131"/>
                </a:lnTo>
                <a:lnTo>
                  <a:pt x="4199470" y="107428"/>
                </a:lnTo>
                <a:lnTo>
                  <a:pt x="4198560" y="107696"/>
                </a:lnTo>
                <a:lnTo>
                  <a:pt x="4197652" y="107938"/>
                </a:lnTo>
                <a:lnTo>
                  <a:pt x="4196748" y="108154"/>
                </a:lnTo>
                <a:lnTo>
                  <a:pt x="4195853" y="108346"/>
                </a:lnTo>
                <a:lnTo>
                  <a:pt x="4194972" y="108516"/>
                </a:lnTo>
                <a:lnTo>
                  <a:pt x="4194106" y="108664"/>
                </a:lnTo>
                <a:lnTo>
                  <a:pt x="4193261" y="108793"/>
                </a:lnTo>
                <a:lnTo>
                  <a:pt x="4192441" y="108903"/>
                </a:lnTo>
                <a:lnTo>
                  <a:pt x="4191648" y="108996"/>
                </a:lnTo>
                <a:lnTo>
                  <a:pt x="4190888" y="109074"/>
                </a:lnTo>
                <a:lnTo>
                  <a:pt x="4190163" y="109138"/>
                </a:lnTo>
                <a:lnTo>
                  <a:pt x="4189478" y="109189"/>
                </a:lnTo>
                <a:lnTo>
                  <a:pt x="4188836" y="109229"/>
                </a:lnTo>
                <a:lnTo>
                  <a:pt x="4188242" y="109258"/>
                </a:lnTo>
                <a:lnTo>
                  <a:pt x="4187699" y="109280"/>
                </a:lnTo>
                <a:lnTo>
                  <a:pt x="4187211" y="109294"/>
                </a:lnTo>
                <a:lnTo>
                  <a:pt x="4186782" y="109303"/>
                </a:lnTo>
                <a:lnTo>
                  <a:pt x="4186416" y="109307"/>
                </a:lnTo>
                <a:lnTo>
                  <a:pt x="4186116" y="109309"/>
                </a:lnTo>
                <a:lnTo>
                  <a:pt x="4185887" y="109309"/>
                </a:lnTo>
                <a:lnTo>
                  <a:pt x="4184414" y="109276"/>
                </a:lnTo>
                <a:lnTo>
                  <a:pt x="4182985" y="109176"/>
                </a:lnTo>
                <a:lnTo>
                  <a:pt x="4181601" y="109013"/>
                </a:lnTo>
                <a:lnTo>
                  <a:pt x="4180264" y="108789"/>
                </a:lnTo>
                <a:lnTo>
                  <a:pt x="4178977" y="108506"/>
                </a:lnTo>
                <a:lnTo>
                  <a:pt x="4177740" y="108168"/>
                </a:lnTo>
                <a:lnTo>
                  <a:pt x="4176555" y="107775"/>
                </a:lnTo>
                <a:lnTo>
                  <a:pt x="4175424" y="107331"/>
                </a:lnTo>
                <a:lnTo>
                  <a:pt x="4174349" y="106839"/>
                </a:lnTo>
                <a:lnTo>
                  <a:pt x="4173331" y="106300"/>
                </a:lnTo>
                <a:lnTo>
                  <a:pt x="4172372" y="105717"/>
                </a:lnTo>
                <a:lnTo>
                  <a:pt x="4171474" y="105092"/>
                </a:lnTo>
                <a:lnTo>
                  <a:pt x="4170637" y="104428"/>
                </a:lnTo>
                <a:lnTo>
                  <a:pt x="4169865" y="103728"/>
                </a:lnTo>
                <a:lnTo>
                  <a:pt x="4169158" y="102993"/>
                </a:lnTo>
                <a:lnTo>
                  <a:pt x="4168519" y="102226"/>
                </a:lnTo>
                <a:lnTo>
                  <a:pt x="4167949" y="101430"/>
                </a:lnTo>
                <a:lnTo>
                  <a:pt x="4167449" y="100606"/>
                </a:lnTo>
                <a:lnTo>
                  <a:pt x="4167021" y="99758"/>
                </a:lnTo>
                <a:lnTo>
                  <a:pt x="4166668" y="98888"/>
                </a:lnTo>
                <a:lnTo>
                  <a:pt x="4166390" y="97999"/>
                </a:lnTo>
                <a:lnTo>
                  <a:pt x="4166189" y="97091"/>
                </a:lnTo>
                <a:lnTo>
                  <a:pt x="4166068" y="96169"/>
                </a:lnTo>
                <a:lnTo>
                  <a:pt x="4166027" y="95235"/>
                </a:lnTo>
                <a:lnTo>
                  <a:pt x="4166113" y="94066"/>
                </a:lnTo>
                <a:lnTo>
                  <a:pt x="4166369" y="92923"/>
                </a:lnTo>
                <a:lnTo>
                  <a:pt x="4166794" y="91808"/>
                </a:lnTo>
                <a:lnTo>
                  <a:pt x="4167384" y="90722"/>
                </a:lnTo>
                <a:lnTo>
                  <a:pt x="4168139" y="89667"/>
                </a:lnTo>
                <a:lnTo>
                  <a:pt x="4169054" y="88645"/>
                </a:lnTo>
                <a:lnTo>
                  <a:pt x="4170129" y="87658"/>
                </a:lnTo>
                <a:lnTo>
                  <a:pt x="4171361" y="86708"/>
                </a:lnTo>
                <a:lnTo>
                  <a:pt x="4172747" y="85795"/>
                </a:lnTo>
                <a:lnTo>
                  <a:pt x="4174286" y="84922"/>
                </a:lnTo>
                <a:lnTo>
                  <a:pt x="4175975" y="84092"/>
                </a:lnTo>
                <a:lnTo>
                  <a:pt x="4177811" y="83304"/>
                </a:lnTo>
                <a:lnTo>
                  <a:pt x="4179793" y="82562"/>
                </a:lnTo>
                <a:lnTo>
                  <a:pt x="4181919" y="81866"/>
                </a:lnTo>
                <a:lnTo>
                  <a:pt x="4184186" y="81220"/>
                </a:lnTo>
                <a:lnTo>
                  <a:pt x="4186591" y="80623"/>
                </a:lnTo>
                <a:lnTo>
                  <a:pt x="4189133" y="80079"/>
                </a:lnTo>
                <a:lnTo>
                  <a:pt x="4191810" y="79589"/>
                </a:lnTo>
                <a:lnTo>
                  <a:pt x="4194618" y="79155"/>
                </a:lnTo>
                <a:lnTo>
                  <a:pt x="4197557" y="78778"/>
                </a:lnTo>
                <a:lnTo>
                  <a:pt x="4200622" y="78460"/>
                </a:lnTo>
                <a:lnTo>
                  <a:pt x="4203813" y="78204"/>
                </a:lnTo>
                <a:lnTo>
                  <a:pt x="4207127" y="78010"/>
                </a:lnTo>
                <a:lnTo>
                  <a:pt x="4210562" y="77880"/>
                </a:lnTo>
                <a:lnTo>
                  <a:pt x="4210562" y="94105"/>
                </a:lnTo>
                <a:lnTo>
                  <a:pt x="4210562" y="94657"/>
                </a:lnTo>
                <a:lnTo>
                  <a:pt x="4210558" y="95205"/>
                </a:lnTo>
                <a:lnTo>
                  <a:pt x="4210548" y="95749"/>
                </a:lnTo>
                <a:lnTo>
                  <a:pt x="4210527" y="96289"/>
                </a:lnTo>
                <a:lnTo>
                  <a:pt x="4210494" y="96824"/>
                </a:lnTo>
                <a:lnTo>
                  <a:pt x="4210445" y="97355"/>
                </a:lnTo>
                <a:close/>
                <a:moveTo>
                  <a:pt x="4328811" y="83549"/>
                </a:moveTo>
                <a:lnTo>
                  <a:pt x="4327527" y="82006"/>
                </a:lnTo>
                <a:lnTo>
                  <a:pt x="4326116" y="80590"/>
                </a:lnTo>
                <a:lnTo>
                  <a:pt x="4324598" y="79297"/>
                </a:lnTo>
                <a:lnTo>
                  <a:pt x="4322991" y="78120"/>
                </a:lnTo>
                <a:lnTo>
                  <a:pt x="4321314" y="77053"/>
                </a:lnTo>
                <a:lnTo>
                  <a:pt x="4319586" y="76092"/>
                </a:lnTo>
                <a:lnTo>
                  <a:pt x="4317826" y="75230"/>
                </a:lnTo>
                <a:lnTo>
                  <a:pt x="4316052" y="74463"/>
                </a:lnTo>
                <a:lnTo>
                  <a:pt x="4314284" y="73783"/>
                </a:lnTo>
                <a:lnTo>
                  <a:pt x="4312541" y="73186"/>
                </a:lnTo>
                <a:lnTo>
                  <a:pt x="4310842" y="72666"/>
                </a:lnTo>
                <a:lnTo>
                  <a:pt x="4309204" y="72218"/>
                </a:lnTo>
                <a:lnTo>
                  <a:pt x="4307649" y="71835"/>
                </a:lnTo>
                <a:lnTo>
                  <a:pt x="4306193" y="71513"/>
                </a:lnTo>
                <a:lnTo>
                  <a:pt x="4304857" y="71245"/>
                </a:lnTo>
                <a:lnTo>
                  <a:pt x="4303658" y="71026"/>
                </a:lnTo>
                <a:lnTo>
                  <a:pt x="4302617" y="70851"/>
                </a:lnTo>
                <a:lnTo>
                  <a:pt x="4301752" y="70713"/>
                </a:lnTo>
                <a:lnTo>
                  <a:pt x="4288643" y="68398"/>
                </a:lnTo>
                <a:lnTo>
                  <a:pt x="4287906" y="68293"/>
                </a:lnTo>
                <a:lnTo>
                  <a:pt x="4287100" y="68170"/>
                </a:lnTo>
                <a:lnTo>
                  <a:pt x="4286234" y="68029"/>
                </a:lnTo>
                <a:lnTo>
                  <a:pt x="4285316" y="67866"/>
                </a:lnTo>
                <a:lnTo>
                  <a:pt x="4284356" y="67681"/>
                </a:lnTo>
                <a:lnTo>
                  <a:pt x="4283362" y="67471"/>
                </a:lnTo>
                <a:lnTo>
                  <a:pt x="4282343" y="67237"/>
                </a:lnTo>
                <a:lnTo>
                  <a:pt x="4281309" y="66975"/>
                </a:lnTo>
                <a:lnTo>
                  <a:pt x="4280269" y="66684"/>
                </a:lnTo>
                <a:lnTo>
                  <a:pt x="4279230" y="66363"/>
                </a:lnTo>
                <a:lnTo>
                  <a:pt x="4278203" y="66009"/>
                </a:lnTo>
                <a:lnTo>
                  <a:pt x="4277196" y="65623"/>
                </a:lnTo>
                <a:lnTo>
                  <a:pt x="4276218" y="65201"/>
                </a:lnTo>
                <a:lnTo>
                  <a:pt x="4275278" y="64742"/>
                </a:lnTo>
                <a:lnTo>
                  <a:pt x="4274385" y="64245"/>
                </a:lnTo>
                <a:lnTo>
                  <a:pt x="4273548" y="63708"/>
                </a:lnTo>
                <a:lnTo>
                  <a:pt x="4272776" y="63130"/>
                </a:lnTo>
                <a:lnTo>
                  <a:pt x="4272078" y="62508"/>
                </a:lnTo>
                <a:lnTo>
                  <a:pt x="4271463" y="61842"/>
                </a:lnTo>
                <a:lnTo>
                  <a:pt x="4270939" y="61129"/>
                </a:lnTo>
                <a:lnTo>
                  <a:pt x="4270516" y="60368"/>
                </a:lnTo>
                <a:lnTo>
                  <a:pt x="4270203" y="59558"/>
                </a:lnTo>
                <a:lnTo>
                  <a:pt x="4270009" y="58697"/>
                </a:lnTo>
                <a:lnTo>
                  <a:pt x="4269942" y="57783"/>
                </a:lnTo>
                <a:lnTo>
                  <a:pt x="4269975" y="57152"/>
                </a:lnTo>
                <a:lnTo>
                  <a:pt x="4270074" y="56513"/>
                </a:lnTo>
                <a:lnTo>
                  <a:pt x="4270243" y="55871"/>
                </a:lnTo>
                <a:lnTo>
                  <a:pt x="4270484" y="55227"/>
                </a:lnTo>
                <a:lnTo>
                  <a:pt x="4270800" y="54585"/>
                </a:lnTo>
                <a:lnTo>
                  <a:pt x="4271192" y="53949"/>
                </a:lnTo>
                <a:lnTo>
                  <a:pt x="4271665" y="53320"/>
                </a:lnTo>
                <a:lnTo>
                  <a:pt x="4272220" y="52702"/>
                </a:lnTo>
                <a:lnTo>
                  <a:pt x="4272860" y="52099"/>
                </a:lnTo>
                <a:lnTo>
                  <a:pt x="4273588" y="51512"/>
                </a:lnTo>
                <a:lnTo>
                  <a:pt x="4274406" y="50946"/>
                </a:lnTo>
                <a:lnTo>
                  <a:pt x="4275316" y="50402"/>
                </a:lnTo>
                <a:lnTo>
                  <a:pt x="4276322" y="49885"/>
                </a:lnTo>
                <a:lnTo>
                  <a:pt x="4277426" y="49397"/>
                </a:lnTo>
                <a:lnTo>
                  <a:pt x="4278631" y="48941"/>
                </a:lnTo>
                <a:lnTo>
                  <a:pt x="4279939" y="48521"/>
                </a:lnTo>
                <a:lnTo>
                  <a:pt x="4281352" y="48138"/>
                </a:lnTo>
                <a:lnTo>
                  <a:pt x="4282874" y="47797"/>
                </a:lnTo>
                <a:lnTo>
                  <a:pt x="4284507" y="47500"/>
                </a:lnTo>
                <a:lnTo>
                  <a:pt x="4286253" y="47250"/>
                </a:lnTo>
                <a:lnTo>
                  <a:pt x="4288116" y="47050"/>
                </a:lnTo>
                <a:lnTo>
                  <a:pt x="4290097" y="46904"/>
                </a:lnTo>
                <a:lnTo>
                  <a:pt x="4292200" y="46814"/>
                </a:lnTo>
                <a:lnTo>
                  <a:pt x="4294427" y="46783"/>
                </a:lnTo>
                <a:lnTo>
                  <a:pt x="4296358" y="46813"/>
                </a:lnTo>
                <a:lnTo>
                  <a:pt x="4298156" y="46900"/>
                </a:lnTo>
                <a:lnTo>
                  <a:pt x="4299825" y="47042"/>
                </a:lnTo>
                <a:lnTo>
                  <a:pt x="4301370" y="47235"/>
                </a:lnTo>
                <a:lnTo>
                  <a:pt x="4302796" y="47478"/>
                </a:lnTo>
                <a:lnTo>
                  <a:pt x="4304108" y="47766"/>
                </a:lnTo>
                <a:lnTo>
                  <a:pt x="4305310" y="48098"/>
                </a:lnTo>
                <a:lnTo>
                  <a:pt x="4306408" y="48470"/>
                </a:lnTo>
                <a:lnTo>
                  <a:pt x="4307406" y="48880"/>
                </a:lnTo>
                <a:lnTo>
                  <a:pt x="4308309" y="49324"/>
                </a:lnTo>
                <a:lnTo>
                  <a:pt x="4309122" y="49800"/>
                </a:lnTo>
                <a:lnTo>
                  <a:pt x="4309850" y="50305"/>
                </a:lnTo>
                <a:lnTo>
                  <a:pt x="4310497" y="50836"/>
                </a:lnTo>
                <a:lnTo>
                  <a:pt x="4311069" y="51391"/>
                </a:lnTo>
                <a:lnTo>
                  <a:pt x="4311571" y="51966"/>
                </a:lnTo>
                <a:lnTo>
                  <a:pt x="4312006" y="52558"/>
                </a:lnTo>
                <a:lnTo>
                  <a:pt x="4312381" y="53166"/>
                </a:lnTo>
                <a:lnTo>
                  <a:pt x="4312700" y="53785"/>
                </a:lnTo>
                <a:lnTo>
                  <a:pt x="4312968" y="54413"/>
                </a:lnTo>
                <a:lnTo>
                  <a:pt x="4313189" y="55047"/>
                </a:lnTo>
                <a:lnTo>
                  <a:pt x="4313368" y="55685"/>
                </a:lnTo>
                <a:lnTo>
                  <a:pt x="4313512" y="56323"/>
                </a:lnTo>
                <a:lnTo>
                  <a:pt x="4313623" y="56959"/>
                </a:lnTo>
                <a:lnTo>
                  <a:pt x="4313707" y="57589"/>
                </a:lnTo>
                <a:lnTo>
                  <a:pt x="4313732" y="57999"/>
                </a:lnTo>
                <a:lnTo>
                  <a:pt x="4313762" y="58408"/>
                </a:lnTo>
                <a:lnTo>
                  <a:pt x="4313798" y="58814"/>
                </a:lnTo>
                <a:lnTo>
                  <a:pt x="4313844" y="59215"/>
                </a:lnTo>
                <a:lnTo>
                  <a:pt x="4313901" y="59611"/>
                </a:lnTo>
                <a:lnTo>
                  <a:pt x="4313971" y="60000"/>
                </a:lnTo>
                <a:lnTo>
                  <a:pt x="4314058" y="60380"/>
                </a:lnTo>
                <a:lnTo>
                  <a:pt x="4314163" y="60750"/>
                </a:lnTo>
                <a:lnTo>
                  <a:pt x="4314289" y="61109"/>
                </a:lnTo>
                <a:lnTo>
                  <a:pt x="4314438" y="61455"/>
                </a:lnTo>
                <a:lnTo>
                  <a:pt x="4314612" y="61786"/>
                </a:lnTo>
                <a:lnTo>
                  <a:pt x="4314814" y="62102"/>
                </a:lnTo>
                <a:lnTo>
                  <a:pt x="4315047" y="62401"/>
                </a:lnTo>
                <a:lnTo>
                  <a:pt x="4315311" y="62681"/>
                </a:lnTo>
                <a:lnTo>
                  <a:pt x="4315611" y="62942"/>
                </a:lnTo>
                <a:lnTo>
                  <a:pt x="4315948" y="63181"/>
                </a:lnTo>
                <a:lnTo>
                  <a:pt x="4316324" y="63397"/>
                </a:lnTo>
                <a:lnTo>
                  <a:pt x="4316742" y="63589"/>
                </a:lnTo>
                <a:lnTo>
                  <a:pt x="4317205" y="63755"/>
                </a:lnTo>
                <a:lnTo>
                  <a:pt x="4317714" y="63895"/>
                </a:lnTo>
                <a:lnTo>
                  <a:pt x="4318271" y="64005"/>
                </a:lnTo>
                <a:lnTo>
                  <a:pt x="4318880" y="64086"/>
                </a:lnTo>
                <a:lnTo>
                  <a:pt x="4319543" y="64136"/>
                </a:lnTo>
                <a:lnTo>
                  <a:pt x="4320261" y="64153"/>
                </a:lnTo>
                <a:lnTo>
                  <a:pt x="4321070" y="64132"/>
                </a:lnTo>
                <a:lnTo>
                  <a:pt x="4321812" y="64071"/>
                </a:lnTo>
                <a:lnTo>
                  <a:pt x="4322489" y="63971"/>
                </a:lnTo>
                <a:lnTo>
                  <a:pt x="4323104" y="63835"/>
                </a:lnTo>
                <a:lnTo>
                  <a:pt x="4323661" y="63663"/>
                </a:lnTo>
                <a:lnTo>
                  <a:pt x="4324163" y="63459"/>
                </a:lnTo>
                <a:lnTo>
                  <a:pt x="4324611" y="63224"/>
                </a:lnTo>
                <a:lnTo>
                  <a:pt x="4325010" y="62959"/>
                </a:lnTo>
                <a:lnTo>
                  <a:pt x="4325362" y="62667"/>
                </a:lnTo>
                <a:lnTo>
                  <a:pt x="4325670" y="62349"/>
                </a:lnTo>
                <a:lnTo>
                  <a:pt x="4325937" y="62007"/>
                </a:lnTo>
                <a:lnTo>
                  <a:pt x="4326166" y="61643"/>
                </a:lnTo>
                <a:lnTo>
                  <a:pt x="4326360" y="61260"/>
                </a:lnTo>
                <a:lnTo>
                  <a:pt x="4326522" y="60858"/>
                </a:lnTo>
                <a:lnTo>
                  <a:pt x="4326654" y="60439"/>
                </a:lnTo>
                <a:lnTo>
                  <a:pt x="4326760" y="60006"/>
                </a:lnTo>
                <a:lnTo>
                  <a:pt x="4326842" y="59560"/>
                </a:lnTo>
                <a:lnTo>
                  <a:pt x="4326904" y="59104"/>
                </a:lnTo>
                <a:lnTo>
                  <a:pt x="4326949" y="58638"/>
                </a:lnTo>
                <a:lnTo>
                  <a:pt x="4326978" y="58165"/>
                </a:lnTo>
                <a:lnTo>
                  <a:pt x="4326997" y="57687"/>
                </a:lnTo>
                <a:lnTo>
                  <a:pt x="4327006" y="57205"/>
                </a:lnTo>
                <a:lnTo>
                  <a:pt x="4327009" y="56722"/>
                </a:lnTo>
                <a:lnTo>
                  <a:pt x="4327010" y="56239"/>
                </a:lnTo>
                <a:lnTo>
                  <a:pt x="4327010" y="42926"/>
                </a:lnTo>
                <a:lnTo>
                  <a:pt x="4327009" y="42532"/>
                </a:lnTo>
                <a:lnTo>
                  <a:pt x="4327006" y="42123"/>
                </a:lnTo>
                <a:lnTo>
                  <a:pt x="4326998" y="41702"/>
                </a:lnTo>
                <a:lnTo>
                  <a:pt x="4326983" y="41270"/>
                </a:lnTo>
                <a:lnTo>
                  <a:pt x="4326957" y="40832"/>
                </a:lnTo>
                <a:lnTo>
                  <a:pt x="4326919" y="40391"/>
                </a:lnTo>
                <a:lnTo>
                  <a:pt x="4326866" y="39948"/>
                </a:lnTo>
                <a:lnTo>
                  <a:pt x="4326795" y="39507"/>
                </a:lnTo>
                <a:lnTo>
                  <a:pt x="4326705" y="39070"/>
                </a:lnTo>
                <a:lnTo>
                  <a:pt x="4326591" y="38641"/>
                </a:lnTo>
                <a:lnTo>
                  <a:pt x="4326453" y="38223"/>
                </a:lnTo>
                <a:lnTo>
                  <a:pt x="4326286" y="37818"/>
                </a:lnTo>
                <a:lnTo>
                  <a:pt x="4326090" y="37428"/>
                </a:lnTo>
                <a:lnTo>
                  <a:pt x="4325861" y="37058"/>
                </a:lnTo>
                <a:lnTo>
                  <a:pt x="4325597" y="36710"/>
                </a:lnTo>
                <a:lnTo>
                  <a:pt x="4325295" y="36386"/>
                </a:lnTo>
                <a:lnTo>
                  <a:pt x="4324953" y="36089"/>
                </a:lnTo>
                <a:lnTo>
                  <a:pt x="4324569" y="35823"/>
                </a:lnTo>
                <a:lnTo>
                  <a:pt x="4324139" y="35590"/>
                </a:lnTo>
                <a:lnTo>
                  <a:pt x="4323661" y="35393"/>
                </a:lnTo>
                <a:lnTo>
                  <a:pt x="4323133" y="35235"/>
                </a:lnTo>
                <a:lnTo>
                  <a:pt x="4322553" y="35118"/>
                </a:lnTo>
                <a:lnTo>
                  <a:pt x="4321917" y="35046"/>
                </a:lnTo>
                <a:lnTo>
                  <a:pt x="4321223" y="35021"/>
                </a:lnTo>
                <a:lnTo>
                  <a:pt x="4320665" y="35035"/>
                </a:lnTo>
                <a:lnTo>
                  <a:pt x="4320145" y="35075"/>
                </a:lnTo>
                <a:lnTo>
                  <a:pt x="4319663" y="35140"/>
                </a:lnTo>
                <a:lnTo>
                  <a:pt x="4319216" y="35228"/>
                </a:lnTo>
                <a:lnTo>
                  <a:pt x="4318803" y="35336"/>
                </a:lnTo>
                <a:lnTo>
                  <a:pt x="4318423" y="35464"/>
                </a:lnTo>
                <a:lnTo>
                  <a:pt x="4318074" y="35610"/>
                </a:lnTo>
                <a:lnTo>
                  <a:pt x="4317754" y="35772"/>
                </a:lnTo>
                <a:lnTo>
                  <a:pt x="4317463" y="35947"/>
                </a:lnTo>
                <a:lnTo>
                  <a:pt x="4317198" y="36135"/>
                </a:lnTo>
                <a:lnTo>
                  <a:pt x="4316958" y="36333"/>
                </a:lnTo>
                <a:lnTo>
                  <a:pt x="4316742" y="36540"/>
                </a:lnTo>
                <a:lnTo>
                  <a:pt x="4316548" y="36755"/>
                </a:lnTo>
                <a:lnTo>
                  <a:pt x="4316374" y="36974"/>
                </a:lnTo>
                <a:lnTo>
                  <a:pt x="4316220" y="37197"/>
                </a:lnTo>
                <a:lnTo>
                  <a:pt x="4316083" y="37422"/>
                </a:lnTo>
                <a:lnTo>
                  <a:pt x="4315962" y="37647"/>
                </a:lnTo>
                <a:lnTo>
                  <a:pt x="4315856" y="37870"/>
                </a:lnTo>
                <a:lnTo>
                  <a:pt x="4315762" y="38089"/>
                </a:lnTo>
                <a:lnTo>
                  <a:pt x="4315681" y="38303"/>
                </a:lnTo>
                <a:lnTo>
                  <a:pt x="4315609" y="38511"/>
                </a:lnTo>
                <a:lnTo>
                  <a:pt x="4315546" y="38709"/>
                </a:lnTo>
                <a:lnTo>
                  <a:pt x="4315490" y="38897"/>
                </a:lnTo>
                <a:lnTo>
                  <a:pt x="4315440" y="39072"/>
                </a:lnTo>
                <a:lnTo>
                  <a:pt x="4314380" y="38587"/>
                </a:lnTo>
                <a:lnTo>
                  <a:pt x="4313322" y="38142"/>
                </a:lnTo>
                <a:lnTo>
                  <a:pt x="4312269" y="37735"/>
                </a:lnTo>
                <a:lnTo>
                  <a:pt x="4311221" y="37366"/>
                </a:lnTo>
                <a:lnTo>
                  <a:pt x="4310182" y="37031"/>
                </a:lnTo>
                <a:lnTo>
                  <a:pt x="4309154" y="36730"/>
                </a:lnTo>
                <a:lnTo>
                  <a:pt x="4308138" y="36461"/>
                </a:lnTo>
                <a:lnTo>
                  <a:pt x="4307136" y="36222"/>
                </a:lnTo>
                <a:lnTo>
                  <a:pt x="4306152" y="36010"/>
                </a:lnTo>
                <a:lnTo>
                  <a:pt x="4305186" y="35825"/>
                </a:lnTo>
                <a:lnTo>
                  <a:pt x="4304241" y="35665"/>
                </a:lnTo>
                <a:lnTo>
                  <a:pt x="4303319" y="35528"/>
                </a:lnTo>
                <a:lnTo>
                  <a:pt x="4302422" y="35411"/>
                </a:lnTo>
                <a:lnTo>
                  <a:pt x="4301552" y="35314"/>
                </a:lnTo>
                <a:lnTo>
                  <a:pt x="4300712" y="35235"/>
                </a:lnTo>
                <a:lnTo>
                  <a:pt x="4299903" y="35171"/>
                </a:lnTo>
                <a:lnTo>
                  <a:pt x="4299128" y="35122"/>
                </a:lnTo>
                <a:lnTo>
                  <a:pt x="4298388" y="35085"/>
                </a:lnTo>
                <a:lnTo>
                  <a:pt x="4297685" y="35058"/>
                </a:lnTo>
                <a:lnTo>
                  <a:pt x="4297023" y="35040"/>
                </a:lnTo>
                <a:lnTo>
                  <a:pt x="4296402" y="35029"/>
                </a:lnTo>
                <a:lnTo>
                  <a:pt x="4295825" y="35024"/>
                </a:lnTo>
                <a:lnTo>
                  <a:pt x="4295295" y="35022"/>
                </a:lnTo>
                <a:lnTo>
                  <a:pt x="4294812" y="35021"/>
                </a:lnTo>
                <a:lnTo>
                  <a:pt x="4290930" y="35102"/>
                </a:lnTo>
                <a:lnTo>
                  <a:pt x="4287328" y="35337"/>
                </a:lnTo>
                <a:lnTo>
                  <a:pt x="4283994" y="35714"/>
                </a:lnTo>
                <a:lnTo>
                  <a:pt x="4280919" y="36225"/>
                </a:lnTo>
                <a:lnTo>
                  <a:pt x="4278093" y="36858"/>
                </a:lnTo>
                <a:lnTo>
                  <a:pt x="4275505" y="37601"/>
                </a:lnTo>
                <a:lnTo>
                  <a:pt x="4273146" y="38445"/>
                </a:lnTo>
                <a:lnTo>
                  <a:pt x="4271005" y="39379"/>
                </a:lnTo>
                <a:lnTo>
                  <a:pt x="4269072" y="40392"/>
                </a:lnTo>
                <a:lnTo>
                  <a:pt x="4267338" y="41473"/>
                </a:lnTo>
                <a:lnTo>
                  <a:pt x="4265791" y="42612"/>
                </a:lnTo>
                <a:lnTo>
                  <a:pt x="4264422" y="43798"/>
                </a:lnTo>
                <a:lnTo>
                  <a:pt x="4263221" y="45019"/>
                </a:lnTo>
                <a:lnTo>
                  <a:pt x="4262178" y="46267"/>
                </a:lnTo>
                <a:lnTo>
                  <a:pt x="4261282" y="47529"/>
                </a:lnTo>
                <a:lnTo>
                  <a:pt x="4260523" y="48795"/>
                </a:lnTo>
                <a:lnTo>
                  <a:pt x="4259891" y="50054"/>
                </a:lnTo>
                <a:lnTo>
                  <a:pt x="4259377" y="51297"/>
                </a:lnTo>
                <a:lnTo>
                  <a:pt x="4258969" y="52510"/>
                </a:lnTo>
                <a:lnTo>
                  <a:pt x="4258659" y="53686"/>
                </a:lnTo>
                <a:lnTo>
                  <a:pt x="4258434" y="54811"/>
                </a:lnTo>
                <a:lnTo>
                  <a:pt x="4258287" y="55876"/>
                </a:lnTo>
                <a:lnTo>
                  <a:pt x="4258206" y="56871"/>
                </a:lnTo>
                <a:lnTo>
                  <a:pt x="4258181" y="57783"/>
                </a:lnTo>
                <a:lnTo>
                  <a:pt x="4258285" y="59928"/>
                </a:lnTo>
                <a:lnTo>
                  <a:pt x="4258590" y="61929"/>
                </a:lnTo>
                <a:lnTo>
                  <a:pt x="4259086" y="63790"/>
                </a:lnTo>
                <a:lnTo>
                  <a:pt x="4259763" y="65519"/>
                </a:lnTo>
                <a:lnTo>
                  <a:pt x="4260611" y="67121"/>
                </a:lnTo>
                <a:lnTo>
                  <a:pt x="4261621" y="68603"/>
                </a:lnTo>
                <a:lnTo>
                  <a:pt x="4262783" y="69970"/>
                </a:lnTo>
                <a:lnTo>
                  <a:pt x="4264086" y="71228"/>
                </a:lnTo>
                <a:lnTo>
                  <a:pt x="4265521" y="72384"/>
                </a:lnTo>
                <a:lnTo>
                  <a:pt x="4267079" y="73443"/>
                </a:lnTo>
                <a:lnTo>
                  <a:pt x="4268748" y="74412"/>
                </a:lnTo>
                <a:lnTo>
                  <a:pt x="4270520" y="75297"/>
                </a:lnTo>
                <a:lnTo>
                  <a:pt x="4272384" y="76103"/>
                </a:lnTo>
                <a:lnTo>
                  <a:pt x="4274330" y="76836"/>
                </a:lnTo>
                <a:lnTo>
                  <a:pt x="4276349" y="77504"/>
                </a:lnTo>
                <a:lnTo>
                  <a:pt x="4278431" y="78111"/>
                </a:lnTo>
                <a:lnTo>
                  <a:pt x="4280566" y="78664"/>
                </a:lnTo>
                <a:lnTo>
                  <a:pt x="4282744" y="79168"/>
                </a:lnTo>
                <a:lnTo>
                  <a:pt x="4284955" y="79630"/>
                </a:lnTo>
                <a:lnTo>
                  <a:pt x="4287190" y="80056"/>
                </a:lnTo>
                <a:lnTo>
                  <a:pt x="4289437" y="80452"/>
                </a:lnTo>
                <a:lnTo>
                  <a:pt x="4291689" y="80824"/>
                </a:lnTo>
                <a:lnTo>
                  <a:pt x="4293934" y="81178"/>
                </a:lnTo>
                <a:lnTo>
                  <a:pt x="4296162" y="81519"/>
                </a:lnTo>
                <a:lnTo>
                  <a:pt x="4297373" y="81718"/>
                </a:lnTo>
                <a:lnTo>
                  <a:pt x="4298636" y="81929"/>
                </a:lnTo>
                <a:lnTo>
                  <a:pt x="4299943" y="82157"/>
                </a:lnTo>
                <a:lnTo>
                  <a:pt x="4301284" y="82403"/>
                </a:lnTo>
                <a:lnTo>
                  <a:pt x="4302651" y="82671"/>
                </a:lnTo>
                <a:lnTo>
                  <a:pt x="4304033" y="82964"/>
                </a:lnTo>
                <a:lnTo>
                  <a:pt x="4305422" y="83285"/>
                </a:lnTo>
                <a:lnTo>
                  <a:pt x="4306808" y="83636"/>
                </a:lnTo>
                <a:lnTo>
                  <a:pt x="4308182" y="84020"/>
                </a:lnTo>
                <a:lnTo>
                  <a:pt x="4309535" y="84441"/>
                </a:lnTo>
                <a:lnTo>
                  <a:pt x="4310857" y="84901"/>
                </a:lnTo>
                <a:lnTo>
                  <a:pt x="4312139" y="85404"/>
                </a:lnTo>
                <a:lnTo>
                  <a:pt x="4313372" y="85952"/>
                </a:lnTo>
                <a:lnTo>
                  <a:pt x="4314547" y="86548"/>
                </a:lnTo>
                <a:lnTo>
                  <a:pt x="4315654" y="87195"/>
                </a:lnTo>
                <a:lnTo>
                  <a:pt x="4316683" y="87896"/>
                </a:lnTo>
                <a:lnTo>
                  <a:pt x="4317627" y="88654"/>
                </a:lnTo>
                <a:lnTo>
                  <a:pt x="4318475" y="89471"/>
                </a:lnTo>
                <a:lnTo>
                  <a:pt x="4319217" y="90352"/>
                </a:lnTo>
                <a:lnTo>
                  <a:pt x="4319846" y="91298"/>
                </a:lnTo>
                <a:lnTo>
                  <a:pt x="4320351" y="92313"/>
                </a:lnTo>
                <a:lnTo>
                  <a:pt x="4320723" y="93400"/>
                </a:lnTo>
                <a:lnTo>
                  <a:pt x="4320953" y="94561"/>
                </a:lnTo>
                <a:lnTo>
                  <a:pt x="4321032" y="95800"/>
                </a:lnTo>
                <a:lnTo>
                  <a:pt x="4320995" y="96688"/>
                </a:lnTo>
                <a:lnTo>
                  <a:pt x="4320882" y="97565"/>
                </a:lnTo>
                <a:lnTo>
                  <a:pt x="4320691" y="98430"/>
                </a:lnTo>
                <a:lnTo>
                  <a:pt x="4320422" y="99280"/>
                </a:lnTo>
                <a:lnTo>
                  <a:pt x="4320074" y="100111"/>
                </a:lnTo>
                <a:lnTo>
                  <a:pt x="4319643" y="100923"/>
                </a:lnTo>
                <a:lnTo>
                  <a:pt x="4319130" y="101712"/>
                </a:lnTo>
                <a:lnTo>
                  <a:pt x="4318533" y="102476"/>
                </a:lnTo>
                <a:lnTo>
                  <a:pt x="4317850" y="103212"/>
                </a:lnTo>
                <a:lnTo>
                  <a:pt x="4317079" y="103918"/>
                </a:lnTo>
                <a:lnTo>
                  <a:pt x="4316221" y="104593"/>
                </a:lnTo>
                <a:lnTo>
                  <a:pt x="4315272" y="105232"/>
                </a:lnTo>
                <a:lnTo>
                  <a:pt x="4314232" y="105834"/>
                </a:lnTo>
                <a:lnTo>
                  <a:pt x="4313099" y="106397"/>
                </a:lnTo>
                <a:lnTo>
                  <a:pt x="4311872" y="106917"/>
                </a:lnTo>
                <a:lnTo>
                  <a:pt x="4310549" y="107394"/>
                </a:lnTo>
                <a:lnTo>
                  <a:pt x="4309130" y="107823"/>
                </a:lnTo>
                <a:lnTo>
                  <a:pt x="4307611" y="108203"/>
                </a:lnTo>
                <a:lnTo>
                  <a:pt x="4305993" y="108531"/>
                </a:lnTo>
                <a:lnTo>
                  <a:pt x="4304273" y="108804"/>
                </a:lnTo>
                <a:lnTo>
                  <a:pt x="4302451" y="109022"/>
                </a:lnTo>
                <a:lnTo>
                  <a:pt x="4300525" y="109180"/>
                </a:lnTo>
                <a:lnTo>
                  <a:pt x="4298493" y="109277"/>
                </a:lnTo>
                <a:lnTo>
                  <a:pt x="4296354" y="109309"/>
                </a:lnTo>
                <a:lnTo>
                  <a:pt x="4295212" y="109297"/>
                </a:lnTo>
                <a:lnTo>
                  <a:pt x="4294057" y="109259"/>
                </a:lnTo>
                <a:lnTo>
                  <a:pt x="4292889" y="109189"/>
                </a:lnTo>
                <a:lnTo>
                  <a:pt x="4291714" y="109082"/>
                </a:lnTo>
                <a:lnTo>
                  <a:pt x="4290534" y="108935"/>
                </a:lnTo>
                <a:lnTo>
                  <a:pt x="4289353" y="108742"/>
                </a:lnTo>
                <a:lnTo>
                  <a:pt x="4288174" y="108499"/>
                </a:lnTo>
                <a:lnTo>
                  <a:pt x="4287000" y="108201"/>
                </a:lnTo>
                <a:lnTo>
                  <a:pt x="4285835" y="107843"/>
                </a:lnTo>
                <a:lnTo>
                  <a:pt x="4284682" y="107422"/>
                </a:lnTo>
                <a:lnTo>
                  <a:pt x="4283544" y="106931"/>
                </a:lnTo>
                <a:lnTo>
                  <a:pt x="4282425" y="106366"/>
                </a:lnTo>
                <a:lnTo>
                  <a:pt x="4281328" y="105723"/>
                </a:lnTo>
                <a:lnTo>
                  <a:pt x="4280257" y="104997"/>
                </a:lnTo>
                <a:lnTo>
                  <a:pt x="4279214" y="104183"/>
                </a:lnTo>
                <a:lnTo>
                  <a:pt x="4278203" y="103276"/>
                </a:lnTo>
                <a:lnTo>
                  <a:pt x="4277228" y="102273"/>
                </a:lnTo>
                <a:lnTo>
                  <a:pt x="4276292" y="101167"/>
                </a:lnTo>
                <a:lnTo>
                  <a:pt x="4275398" y="99955"/>
                </a:lnTo>
                <a:lnTo>
                  <a:pt x="4274550" y="98632"/>
                </a:lnTo>
                <a:lnTo>
                  <a:pt x="4273750" y="97193"/>
                </a:lnTo>
                <a:lnTo>
                  <a:pt x="4273003" y="95634"/>
                </a:lnTo>
                <a:lnTo>
                  <a:pt x="4272311" y="93949"/>
                </a:lnTo>
                <a:lnTo>
                  <a:pt x="4271678" y="92134"/>
                </a:lnTo>
                <a:lnTo>
                  <a:pt x="4271558" y="91707"/>
                </a:lnTo>
                <a:lnTo>
                  <a:pt x="4271438" y="91294"/>
                </a:lnTo>
                <a:lnTo>
                  <a:pt x="4271317" y="90896"/>
                </a:lnTo>
                <a:lnTo>
                  <a:pt x="4271191" y="90513"/>
                </a:lnTo>
                <a:lnTo>
                  <a:pt x="4271060" y="90146"/>
                </a:lnTo>
                <a:lnTo>
                  <a:pt x="4270921" y="89794"/>
                </a:lnTo>
                <a:lnTo>
                  <a:pt x="4270773" y="89458"/>
                </a:lnTo>
                <a:lnTo>
                  <a:pt x="4270613" y="89139"/>
                </a:lnTo>
                <a:lnTo>
                  <a:pt x="4270440" y="88837"/>
                </a:lnTo>
                <a:lnTo>
                  <a:pt x="4270252" y="88551"/>
                </a:lnTo>
                <a:lnTo>
                  <a:pt x="4270046" y="88283"/>
                </a:lnTo>
                <a:lnTo>
                  <a:pt x="4269822" y="88033"/>
                </a:lnTo>
                <a:lnTo>
                  <a:pt x="4269576" y="87801"/>
                </a:lnTo>
                <a:lnTo>
                  <a:pt x="4269307" y="87588"/>
                </a:lnTo>
                <a:lnTo>
                  <a:pt x="4269013" y="87393"/>
                </a:lnTo>
                <a:lnTo>
                  <a:pt x="4268693" y="87217"/>
                </a:lnTo>
                <a:lnTo>
                  <a:pt x="4268343" y="87061"/>
                </a:lnTo>
                <a:lnTo>
                  <a:pt x="4267963" y="86924"/>
                </a:lnTo>
                <a:lnTo>
                  <a:pt x="4267550" y="86808"/>
                </a:lnTo>
                <a:lnTo>
                  <a:pt x="4267103" y="86712"/>
                </a:lnTo>
                <a:lnTo>
                  <a:pt x="4266619" y="86636"/>
                </a:lnTo>
                <a:lnTo>
                  <a:pt x="4266097" y="86582"/>
                </a:lnTo>
                <a:lnTo>
                  <a:pt x="4265534" y="86549"/>
                </a:lnTo>
                <a:lnTo>
                  <a:pt x="4264930" y="86538"/>
                </a:lnTo>
                <a:lnTo>
                  <a:pt x="4264121" y="86559"/>
                </a:lnTo>
                <a:lnTo>
                  <a:pt x="4263379" y="86620"/>
                </a:lnTo>
                <a:lnTo>
                  <a:pt x="4262702" y="86720"/>
                </a:lnTo>
                <a:lnTo>
                  <a:pt x="4262086" y="86856"/>
                </a:lnTo>
                <a:lnTo>
                  <a:pt x="4261529" y="87027"/>
                </a:lnTo>
                <a:lnTo>
                  <a:pt x="4261028" y="87232"/>
                </a:lnTo>
                <a:lnTo>
                  <a:pt x="4260579" y="87467"/>
                </a:lnTo>
                <a:lnTo>
                  <a:pt x="4260181" y="87732"/>
                </a:lnTo>
                <a:lnTo>
                  <a:pt x="4259829" y="88024"/>
                </a:lnTo>
                <a:lnTo>
                  <a:pt x="4259521" y="88341"/>
                </a:lnTo>
                <a:lnTo>
                  <a:pt x="4259254" y="88683"/>
                </a:lnTo>
                <a:lnTo>
                  <a:pt x="4259025" y="89046"/>
                </a:lnTo>
                <a:lnTo>
                  <a:pt x="4258831" y="89430"/>
                </a:lnTo>
                <a:lnTo>
                  <a:pt x="4258669" y="89832"/>
                </a:lnTo>
                <a:lnTo>
                  <a:pt x="4258537" y="90250"/>
                </a:lnTo>
                <a:lnTo>
                  <a:pt x="4258431" y="90683"/>
                </a:lnTo>
                <a:lnTo>
                  <a:pt x="4258349" y="91128"/>
                </a:lnTo>
                <a:lnTo>
                  <a:pt x="4258287" y="91585"/>
                </a:lnTo>
                <a:lnTo>
                  <a:pt x="4258242" y="92050"/>
                </a:lnTo>
                <a:lnTo>
                  <a:pt x="4258212" y="92523"/>
                </a:lnTo>
                <a:lnTo>
                  <a:pt x="4258194" y="93001"/>
                </a:lnTo>
                <a:lnTo>
                  <a:pt x="4258185" y="93483"/>
                </a:lnTo>
                <a:lnTo>
                  <a:pt x="4258182" y="93966"/>
                </a:lnTo>
                <a:lnTo>
                  <a:pt x="4258181" y="94449"/>
                </a:lnTo>
                <a:lnTo>
                  <a:pt x="4258181" y="113166"/>
                </a:lnTo>
                <a:lnTo>
                  <a:pt x="4258182" y="113560"/>
                </a:lnTo>
                <a:lnTo>
                  <a:pt x="4258184" y="113969"/>
                </a:lnTo>
                <a:lnTo>
                  <a:pt x="4258192" y="114391"/>
                </a:lnTo>
                <a:lnTo>
                  <a:pt x="4258208" y="114822"/>
                </a:lnTo>
                <a:lnTo>
                  <a:pt x="4258233" y="115260"/>
                </a:lnTo>
                <a:lnTo>
                  <a:pt x="4258271" y="115702"/>
                </a:lnTo>
                <a:lnTo>
                  <a:pt x="4258325" y="116144"/>
                </a:lnTo>
                <a:lnTo>
                  <a:pt x="4258395" y="116585"/>
                </a:lnTo>
                <a:lnTo>
                  <a:pt x="4258486" y="117021"/>
                </a:lnTo>
                <a:lnTo>
                  <a:pt x="4258599" y="117450"/>
                </a:lnTo>
                <a:lnTo>
                  <a:pt x="4258738" y="117868"/>
                </a:lnTo>
                <a:lnTo>
                  <a:pt x="4258904" y="118274"/>
                </a:lnTo>
                <a:lnTo>
                  <a:pt x="4259100" y="118663"/>
                </a:lnTo>
                <a:lnTo>
                  <a:pt x="4259329" y="119033"/>
                </a:lnTo>
                <a:lnTo>
                  <a:pt x="4259593" y="119381"/>
                </a:lnTo>
                <a:lnTo>
                  <a:pt x="4259895" y="119705"/>
                </a:lnTo>
                <a:lnTo>
                  <a:pt x="4260237" y="120001"/>
                </a:lnTo>
                <a:lnTo>
                  <a:pt x="4260621" y="120267"/>
                </a:lnTo>
                <a:lnTo>
                  <a:pt x="4261051" y="120500"/>
                </a:lnTo>
                <a:lnTo>
                  <a:pt x="4261528" y="120697"/>
                </a:lnTo>
                <a:lnTo>
                  <a:pt x="4262056" y="120855"/>
                </a:lnTo>
                <a:lnTo>
                  <a:pt x="4262636" y="120972"/>
                </a:lnTo>
                <a:lnTo>
                  <a:pt x="4263271" y="121044"/>
                </a:lnTo>
                <a:lnTo>
                  <a:pt x="4263965" y="121068"/>
                </a:lnTo>
                <a:lnTo>
                  <a:pt x="4264188" y="121067"/>
                </a:lnTo>
                <a:lnTo>
                  <a:pt x="4264425" y="121060"/>
                </a:lnTo>
                <a:lnTo>
                  <a:pt x="4264675" y="121046"/>
                </a:lnTo>
                <a:lnTo>
                  <a:pt x="4264935" y="121021"/>
                </a:lnTo>
                <a:lnTo>
                  <a:pt x="4265206" y="120982"/>
                </a:lnTo>
                <a:lnTo>
                  <a:pt x="4265486" y="120927"/>
                </a:lnTo>
                <a:lnTo>
                  <a:pt x="4265775" y="120852"/>
                </a:lnTo>
                <a:lnTo>
                  <a:pt x="4266072" y="120755"/>
                </a:lnTo>
                <a:lnTo>
                  <a:pt x="4266375" y="120632"/>
                </a:lnTo>
                <a:lnTo>
                  <a:pt x="4266684" y="120480"/>
                </a:lnTo>
                <a:lnTo>
                  <a:pt x="4266998" y="120298"/>
                </a:lnTo>
                <a:lnTo>
                  <a:pt x="4267315" y="120081"/>
                </a:lnTo>
                <a:lnTo>
                  <a:pt x="4267636" y="119827"/>
                </a:lnTo>
                <a:lnTo>
                  <a:pt x="4267959" y="119533"/>
                </a:lnTo>
                <a:lnTo>
                  <a:pt x="4268283" y="119196"/>
                </a:lnTo>
                <a:lnTo>
                  <a:pt x="4268607" y="118813"/>
                </a:lnTo>
                <a:lnTo>
                  <a:pt x="4268930" y="118381"/>
                </a:lnTo>
                <a:lnTo>
                  <a:pt x="4269252" y="117897"/>
                </a:lnTo>
                <a:lnTo>
                  <a:pt x="4269572" y="117359"/>
                </a:lnTo>
                <a:lnTo>
                  <a:pt x="4269888" y="116763"/>
                </a:lnTo>
                <a:lnTo>
                  <a:pt x="4270199" y="116106"/>
                </a:lnTo>
                <a:lnTo>
                  <a:pt x="4270505" y="115386"/>
                </a:lnTo>
                <a:lnTo>
                  <a:pt x="4270806" y="114599"/>
                </a:lnTo>
                <a:lnTo>
                  <a:pt x="4271098" y="113743"/>
                </a:lnTo>
                <a:lnTo>
                  <a:pt x="4272283" y="114577"/>
                </a:lnTo>
                <a:lnTo>
                  <a:pt x="4273473" y="115345"/>
                </a:lnTo>
                <a:lnTo>
                  <a:pt x="4274666" y="116050"/>
                </a:lnTo>
                <a:lnTo>
                  <a:pt x="4275860" y="116695"/>
                </a:lnTo>
                <a:lnTo>
                  <a:pt x="4277052" y="117283"/>
                </a:lnTo>
                <a:lnTo>
                  <a:pt x="4278241" y="117815"/>
                </a:lnTo>
                <a:lnTo>
                  <a:pt x="4279422" y="118296"/>
                </a:lnTo>
                <a:lnTo>
                  <a:pt x="4280595" y="118727"/>
                </a:lnTo>
                <a:lnTo>
                  <a:pt x="4281757" y="119111"/>
                </a:lnTo>
                <a:lnTo>
                  <a:pt x="4282904" y="119450"/>
                </a:lnTo>
                <a:lnTo>
                  <a:pt x="4284036" y="119749"/>
                </a:lnTo>
                <a:lnTo>
                  <a:pt x="4285148" y="120008"/>
                </a:lnTo>
                <a:lnTo>
                  <a:pt x="4286240" y="120232"/>
                </a:lnTo>
                <a:lnTo>
                  <a:pt x="4287308" y="120421"/>
                </a:lnTo>
                <a:lnTo>
                  <a:pt x="4288350" y="120580"/>
                </a:lnTo>
                <a:lnTo>
                  <a:pt x="4289364" y="120711"/>
                </a:lnTo>
                <a:lnTo>
                  <a:pt x="4290347" y="120817"/>
                </a:lnTo>
                <a:lnTo>
                  <a:pt x="4291297" y="120900"/>
                </a:lnTo>
                <a:lnTo>
                  <a:pt x="4292211" y="120962"/>
                </a:lnTo>
                <a:lnTo>
                  <a:pt x="4293087" y="121008"/>
                </a:lnTo>
                <a:lnTo>
                  <a:pt x="4293923" y="121038"/>
                </a:lnTo>
                <a:lnTo>
                  <a:pt x="4294716" y="121057"/>
                </a:lnTo>
                <a:lnTo>
                  <a:pt x="4295463" y="121066"/>
                </a:lnTo>
                <a:lnTo>
                  <a:pt x="4296162" y="121068"/>
                </a:lnTo>
                <a:lnTo>
                  <a:pt x="4299845" y="120987"/>
                </a:lnTo>
                <a:lnTo>
                  <a:pt x="4303282" y="120748"/>
                </a:lnTo>
                <a:lnTo>
                  <a:pt x="4306481" y="120363"/>
                </a:lnTo>
                <a:lnTo>
                  <a:pt x="4309452" y="119840"/>
                </a:lnTo>
                <a:lnTo>
                  <a:pt x="4312201" y="119190"/>
                </a:lnTo>
                <a:lnTo>
                  <a:pt x="4314736" y="118423"/>
                </a:lnTo>
                <a:lnTo>
                  <a:pt x="4317065" y="117548"/>
                </a:lnTo>
                <a:lnTo>
                  <a:pt x="4319197" y="116576"/>
                </a:lnTo>
                <a:lnTo>
                  <a:pt x="4321138" y="115516"/>
                </a:lnTo>
                <a:lnTo>
                  <a:pt x="4322897" y="114378"/>
                </a:lnTo>
                <a:lnTo>
                  <a:pt x="4324482" y="113172"/>
                </a:lnTo>
                <a:lnTo>
                  <a:pt x="4325900" y="111908"/>
                </a:lnTo>
                <a:lnTo>
                  <a:pt x="4327160" y="110596"/>
                </a:lnTo>
                <a:lnTo>
                  <a:pt x="4328268" y="109245"/>
                </a:lnTo>
                <a:lnTo>
                  <a:pt x="4329234" y="107866"/>
                </a:lnTo>
                <a:lnTo>
                  <a:pt x="4330065" y="106468"/>
                </a:lnTo>
                <a:lnTo>
                  <a:pt x="4330769" y="105062"/>
                </a:lnTo>
                <a:lnTo>
                  <a:pt x="4331353" y="103656"/>
                </a:lnTo>
                <a:lnTo>
                  <a:pt x="4331826" y="102262"/>
                </a:lnTo>
                <a:lnTo>
                  <a:pt x="4332195" y="100888"/>
                </a:lnTo>
                <a:lnTo>
                  <a:pt x="4332469" y="99545"/>
                </a:lnTo>
                <a:lnTo>
                  <a:pt x="4332654" y="98243"/>
                </a:lnTo>
                <a:lnTo>
                  <a:pt x="4332760" y="96991"/>
                </a:lnTo>
                <a:lnTo>
                  <a:pt x="4332793" y="95800"/>
                </a:lnTo>
                <a:lnTo>
                  <a:pt x="4332667" y="93373"/>
                </a:lnTo>
                <a:lnTo>
                  <a:pt x="4332300" y="91108"/>
                </a:lnTo>
                <a:lnTo>
                  <a:pt x="4331712" y="88999"/>
                </a:lnTo>
                <a:lnTo>
                  <a:pt x="4330922" y="87040"/>
                </a:lnTo>
                <a:lnTo>
                  <a:pt x="4329949" y="85225"/>
                </a:lnTo>
                <a:lnTo>
                  <a:pt x="4328811" y="83549"/>
                </a:lnTo>
                <a:close/>
                <a:moveTo>
                  <a:pt x="2713417" y="95752"/>
                </a:moveTo>
                <a:lnTo>
                  <a:pt x="2713131" y="95392"/>
                </a:lnTo>
                <a:lnTo>
                  <a:pt x="2712817" y="95073"/>
                </a:lnTo>
                <a:lnTo>
                  <a:pt x="2712479" y="94791"/>
                </a:lnTo>
                <a:lnTo>
                  <a:pt x="2712122" y="94544"/>
                </a:lnTo>
                <a:lnTo>
                  <a:pt x="2711751" y="94330"/>
                </a:lnTo>
                <a:lnTo>
                  <a:pt x="2711369" y="94146"/>
                </a:lnTo>
                <a:lnTo>
                  <a:pt x="2710982" y="93991"/>
                </a:lnTo>
                <a:lnTo>
                  <a:pt x="2710592" y="93861"/>
                </a:lnTo>
                <a:lnTo>
                  <a:pt x="2710205" y="93755"/>
                </a:lnTo>
                <a:lnTo>
                  <a:pt x="2709826" y="93670"/>
                </a:lnTo>
                <a:lnTo>
                  <a:pt x="2709457" y="93604"/>
                </a:lnTo>
                <a:lnTo>
                  <a:pt x="2709105" y="93554"/>
                </a:lnTo>
                <a:lnTo>
                  <a:pt x="2708772" y="93519"/>
                </a:lnTo>
                <a:lnTo>
                  <a:pt x="2708464" y="93495"/>
                </a:lnTo>
                <a:lnTo>
                  <a:pt x="2708185" y="93480"/>
                </a:lnTo>
                <a:lnTo>
                  <a:pt x="2707939" y="93473"/>
                </a:lnTo>
                <a:lnTo>
                  <a:pt x="2707730" y="93470"/>
                </a:lnTo>
                <a:lnTo>
                  <a:pt x="2707563" y="93470"/>
                </a:lnTo>
                <a:lnTo>
                  <a:pt x="2707139" y="93473"/>
                </a:lnTo>
                <a:lnTo>
                  <a:pt x="2706734" y="93483"/>
                </a:lnTo>
                <a:lnTo>
                  <a:pt x="2706348" y="93502"/>
                </a:lnTo>
                <a:lnTo>
                  <a:pt x="2705980" y="93530"/>
                </a:lnTo>
                <a:lnTo>
                  <a:pt x="2705629" y="93568"/>
                </a:lnTo>
                <a:lnTo>
                  <a:pt x="2705294" y="93618"/>
                </a:lnTo>
                <a:lnTo>
                  <a:pt x="2704975" y="93680"/>
                </a:lnTo>
                <a:lnTo>
                  <a:pt x="2704671" y="93756"/>
                </a:lnTo>
                <a:lnTo>
                  <a:pt x="2704380" y="93847"/>
                </a:lnTo>
                <a:lnTo>
                  <a:pt x="2704103" y="93953"/>
                </a:lnTo>
                <a:lnTo>
                  <a:pt x="2703839" y="94077"/>
                </a:lnTo>
                <a:lnTo>
                  <a:pt x="2703586" y="94218"/>
                </a:lnTo>
                <a:lnTo>
                  <a:pt x="2703345" y="94379"/>
                </a:lnTo>
                <a:lnTo>
                  <a:pt x="2703113" y="94560"/>
                </a:lnTo>
                <a:lnTo>
                  <a:pt x="2702891" y="94762"/>
                </a:lnTo>
                <a:lnTo>
                  <a:pt x="2702678" y="94987"/>
                </a:lnTo>
                <a:lnTo>
                  <a:pt x="2702473" y="95235"/>
                </a:lnTo>
                <a:lnTo>
                  <a:pt x="2702276" y="95508"/>
                </a:lnTo>
                <a:lnTo>
                  <a:pt x="2702085" y="95806"/>
                </a:lnTo>
                <a:lnTo>
                  <a:pt x="2701899" y="96131"/>
                </a:lnTo>
                <a:lnTo>
                  <a:pt x="2701719" y="96484"/>
                </a:lnTo>
                <a:lnTo>
                  <a:pt x="2701543" y="96866"/>
                </a:lnTo>
                <a:lnTo>
                  <a:pt x="2701370" y="97278"/>
                </a:lnTo>
                <a:lnTo>
                  <a:pt x="2701200" y="97721"/>
                </a:lnTo>
                <a:lnTo>
                  <a:pt x="2700638" y="98908"/>
                </a:lnTo>
                <a:lnTo>
                  <a:pt x="2700017" y="100015"/>
                </a:lnTo>
                <a:lnTo>
                  <a:pt x="2699342" y="101042"/>
                </a:lnTo>
                <a:lnTo>
                  <a:pt x="2698617" y="101993"/>
                </a:lnTo>
                <a:lnTo>
                  <a:pt x="2697847" y="102871"/>
                </a:lnTo>
                <a:lnTo>
                  <a:pt x="2697037" y="103678"/>
                </a:lnTo>
                <a:lnTo>
                  <a:pt x="2696191" y="104417"/>
                </a:lnTo>
                <a:lnTo>
                  <a:pt x="2695316" y="105092"/>
                </a:lnTo>
                <a:lnTo>
                  <a:pt x="2694415" y="105704"/>
                </a:lnTo>
                <a:lnTo>
                  <a:pt x="2693493" y="106257"/>
                </a:lnTo>
                <a:lnTo>
                  <a:pt x="2692556" y="106752"/>
                </a:lnTo>
                <a:lnTo>
                  <a:pt x="2691608" y="107194"/>
                </a:lnTo>
                <a:lnTo>
                  <a:pt x="2690654" y="107585"/>
                </a:lnTo>
                <a:lnTo>
                  <a:pt x="2689699" y="107927"/>
                </a:lnTo>
                <a:lnTo>
                  <a:pt x="2688747" y="108224"/>
                </a:lnTo>
                <a:lnTo>
                  <a:pt x="2687804" y="108477"/>
                </a:lnTo>
                <a:lnTo>
                  <a:pt x="2686874" y="108691"/>
                </a:lnTo>
                <a:lnTo>
                  <a:pt x="2685963" y="108867"/>
                </a:lnTo>
                <a:lnTo>
                  <a:pt x="2685074" y="109008"/>
                </a:lnTo>
                <a:lnTo>
                  <a:pt x="2684214" y="109118"/>
                </a:lnTo>
                <a:lnTo>
                  <a:pt x="2683386" y="109198"/>
                </a:lnTo>
                <a:lnTo>
                  <a:pt x="2682596" y="109252"/>
                </a:lnTo>
                <a:lnTo>
                  <a:pt x="2681849" y="109282"/>
                </a:lnTo>
                <a:lnTo>
                  <a:pt x="2681149" y="109292"/>
                </a:lnTo>
                <a:lnTo>
                  <a:pt x="2679342" y="109242"/>
                </a:lnTo>
                <a:lnTo>
                  <a:pt x="2677541" y="109092"/>
                </a:lnTo>
                <a:lnTo>
                  <a:pt x="2675749" y="108845"/>
                </a:lnTo>
                <a:lnTo>
                  <a:pt x="2673972" y="108501"/>
                </a:lnTo>
                <a:lnTo>
                  <a:pt x="2672215" y="108060"/>
                </a:lnTo>
                <a:lnTo>
                  <a:pt x="2670482" y="107526"/>
                </a:lnTo>
                <a:lnTo>
                  <a:pt x="2668780" y="106897"/>
                </a:lnTo>
                <a:lnTo>
                  <a:pt x="2667111" y="106177"/>
                </a:lnTo>
                <a:lnTo>
                  <a:pt x="2665482" y="105365"/>
                </a:lnTo>
                <a:lnTo>
                  <a:pt x="2663898" y="104463"/>
                </a:lnTo>
                <a:lnTo>
                  <a:pt x="2662363" y="103473"/>
                </a:lnTo>
                <a:lnTo>
                  <a:pt x="2660882" y="102394"/>
                </a:lnTo>
                <a:lnTo>
                  <a:pt x="2659461" y="101229"/>
                </a:lnTo>
                <a:lnTo>
                  <a:pt x="2658103" y="99979"/>
                </a:lnTo>
                <a:lnTo>
                  <a:pt x="2656815" y="98644"/>
                </a:lnTo>
                <a:lnTo>
                  <a:pt x="2655601" y="97227"/>
                </a:lnTo>
                <a:lnTo>
                  <a:pt x="2654466" y="95727"/>
                </a:lnTo>
                <a:lnTo>
                  <a:pt x="2653415" y="94147"/>
                </a:lnTo>
                <a:lnTo>
                  <a:pt x="2652452" y="92487"/>
                </a:lnTo>
                <a:lnTo>
                  <a:pt x="2651583" y="90749"/>
                </a:lnTo>
                <a:lnTo>
                  <a:pt x="2650813" y="88933"/>
                </a:lnTo>
                <a:lnTo>
                  <a:pt x="2650147" y="87042"/>
                </a:lnTo>
                <a:lnTo>
                  <a:pt x="2649589" y="85075"/>
                </a:lnTo>
                <a:lnTo>
                  <a:pt x="2649145" y="83034"/>
                </a:lnTo>
                <a:lnTo>
                  <a:pt x="2706598" y="83034"/>
                </a:lnTo>
                <a:lnTo>
                  <a:pt x="2707102" y="83034"/>
                </a:lnTo>
                <a:lnTo>
                  <a:pt x="2707600" y="83030"/>
                </a:lnTo>
                <a:lnTo>
                  <a:pt x="2708092" y="83021"/>
                </a:lnTo>
                <a:lnTo>
                  <a:pt x="2708575" y="83001"/>
                </a:lnTo>
                <a:lnTo>
                  <a:pt x="2709048" y="82970"/>
                </a:lnTo>
                <a:lnTo>
                  <a:pt x="2709511" y="82923"/>
                </a:lnTo>
                <a:lnTo>
                  <a:pt x="2709960" y="82858"/>
                </a:lnTo>
                <a:lnTo>
                  <a:pt x="2710396" y="82770"/>
                </a:lnTo>
                <a:lnTo>
                  <a:pt x="2710817" y="82658"/>
                </a:lnTo>
                <a:lnTo>
                  <a:pt x="2711220" y="82519"/>
                </a:lnTo>
                <a:lnTo>
                  <a:pt x="2711606" y="82348"/>
                </a:lnTo>
                <a:lnTo>
                  <a:pt x="2711971" y="82143"/>
                </a:lnTo>
                <a:lnTo>
                  <a:pt x="2712316" y="81901"/>
                </a:lnTo>
                <a:lnTo>
                  <a:pt x="2712638" y="81619"/>
                </a:lnTo>
                <a:lnTo>
                  <a:pt x="2712936" y="81293"/>
                </a:lnTo>
                <a:lnTo>
                  <a:pt x="2713209" y="80921"/>
                </a:lnTo>
                <a:lnTo>
                  <a:pt x="2713455" y="80500"/>
                </a:lnTo>
                <a:lnTo>
                  <a:pt x="2713673" y="80026"/>
                </a:lnTo>
                <a:lnTo>
                  <a:pt x="2713861" y="79496"/>
                </a:lnTo>
                <a:lnTo>
                  <a:pt x="2714018" y="78908"/>
                </a:lnTo>
                <a:lnTo>
                  <a:pt x="2714143" y="78257"/>
                </a:lnTo>
                <a:lnTo>
                  <a:pt x="2714234" y="77541"/>
                </a:lnTo>
                <a:lnTo>
                  <a:pt x="2714290" y="76758"/>
                </a:lnTo>
                <a:lnTo>
                  <a:pt x="2714309" y="75903"/>
                </a:lnTo>
                <a:lnTo>
                  <a:pt x="2714244" y="73172"/>
                </a:lnTo>
                <a:lnTo>
                  <a:pt x="2714051" y="70480"/>
                </a:lnTo>
                <a:lnTo>
                  <a:pt x="2713729" y="67834"/>
                </a:lnTo>
                <a:lnTo>
                  <a:pt x="2713279" y="65241"/>
                </a:lnTo>
                <a:lnTo>
                  <a:pt x="2712699" y="62707"/>
                </a:lnTo>
                <a:lnTo>
                  <a:pt x="2711989" y="60240"/>
                </a:lnTo>
                <a:lnTo>
                  <a:pt x="2711150" y="57846"/>
                </a:lnTo>
                <a:lnTo>
                  <a:pt x="2710182" y="55533"/>
                </a:lnTo>
                <a:lnTo>
                  <a:pt x="2709083" y="53306"/>
                </a:lnTo>
                <a:lnTo>
                  <a:pt x="2707855" y="51174"/>
                </a:lnTo>
                <a:lnTo>
                  <a:pt x="2706496" y="49142"/>
                </a:lnTo>
                <a:lnTo>
                  <a:pt x="2705007" y="47218"/>
                </a:lnTo>
                <a:lnTo>
                  <a:pt x="2703387" y="45408"/>
                </a:lnTo>
                <a:lnTo>
                  <a:pt x="2701637" y="43720"/>
                </a:lnTo>
                <a:lnTo>
                  <a:pt x="2699755" y="42160"/>
                </a:lnTo>
                <a:lnTo>
                  <a:pt x="2697743" y="40735"/>
                </a:lnTo>
                <a:lnTo>
                  <a:pt x="2695600" y="39452"/>
                </a:lnTo>
                <a:lnTo>
                  <a:pt x="2693325" y="38317"/>
                </a:lnTo>
                <a:lnTo>
                  <a:pt x="2690918" y="37339"/>
                </a:lnTo>
                <a:lnTo>
                  <a:pt x="2688380" y="36523"/>
                </a:lnTo>
                <a:lnTo>
                  <a:pt x="2685710" y="35876"/>
                </a:lnTo>
                <a:lnTo>
                  <a:pt x="2682908" y="35406"/>
                </a:lnTo>
                <a:lnTo>
                  <a:pt x="2679974" y="35119"/>
                </a:lnTo>
                <a:lnTo>
                  <a:pt x="2676907" y="35021"/>
                </a:lnTo>
                <a:lnTo>
                  <a:pt x="2674063" y="35121"/>
                </a:lnTo>
                <a:lnTo>
                  <a:pt x="2671272" y="35415"/>
                </a:lnTo>
                <a:lnTo>
                  <a:pt x="2668539" y="35896"/>
                </a:lnTo>
                <a:lnTo>
                  <a:pt x="2665870" y="36560"/>
                </a:lnTo>
                <a:lnTo>
                  <a:pt x="2663272" y="37398"/>
                </a:lnTo>
                <a:lnTo>
                  <a:pt x="2660751" y="38405"/>
                </a:lnTo>
                <a:lnTo>
                  <a:pt x="2658313" y="39574"/>
                </a:lnTo>
                <a:lnTo>
                  <a:pt x="2655964" y="40900"/>
                </a:lnTo>
                <a:lnTo>
                  <a:pt x="2653710" y="42374"/>
                </a:lnTo>
                <a:lnTo>
                  <a:pt x="2651557" y="43991"/>
                </a:lnTo>
                <a:lnTo>
                  <a:pt x="2649511" y="45745"/>
                </a:lnTo>
                <a:lnTo>
                  <a:pt x="2647578" y="47628"/>
                </a:lnTo>
                <a:lnTo>
                  <a:pt x="2645766" y="49636"/>
                </a:lnTo>
                <a:lnTo>
                  <a:pt x="2644078" y="51760"/>
                </a:lnTo>
                <a:lnTo>
                  <a:pt x="2642523" y="53995"/>
                </a:lnTo>
                <a:lnTo>
                  <a:pt x="2641105" y="56334"/>
                </a:lnTo>
                <a:lnTo>
                  <a:pt x="2639831" y="58771"/>
                </a:lnTo>
                <a:lnTo>
                  <a:pt x="2638707" y="61299"/>
                </a:lnTo>
                <a:lnTo>
                  <a:pt x="2637740" y="63912"/>
                </a:lnTo>
                <a:lnTo>
                  <a:pt x="2636934" y="66603"/>
                </a:lnTo>
                <a:lnTo>
                  <a:pt x="2636297" y="69367"/>
                </a:lnTo>
                <a:lnTo>
                  <a:pt x="2635835" y="72196"/>
                </a:lnTo>
                <a:lnTo>
                  <a:pt x="2635553" y="75084"/>
                </a:lnTo>
                <a:lnTo>
                  <a:pt x="2635457" y="78024"/>
                </a:lnTo>
                <a:lnTo>
                  <a:pt x="2635558" y="80947"/>
                </a:lnTo>
                <a:lnTo>
                  <a:pt x="2635855" y="83820"/>
                </a:lnTo>
                <a:lnTo>
                  <a:pt x="2636343" y="86637"/>
                </a:lnTo>
                <a:lnTo>
                  <a:pt x="2637015" y="89392"/>
                </a:lnTo>
                <a:lnTo>
                  <a:pt x="2637865" y="92078"/>
                </a:lnTo>
                <a:lnTo>
                  <a:pt x="2638888" y="94688"/>
                </a:lnTo>
                <a:lnTo>
                  <a:pt x="2640077" y="97215"/>
                </a:lnTo>
                <a:lnTo>
                  <a:pt x="2641427" y="99653"/>
                </a:lnTo>
                <a:lnTo>
                  <a:pt x="2642930" y="101996"/>
                </a:lnTo>
                <a:lnTo>
                  <a:pt x="2644581" y="104235"/>
                </a:lnTo>
                <a:lnTo>
                  <a:pt x="2646373" y="106366"/>
                </a:lnTo>
                <a:lnTo>
                  <a:pt x="2648302" y="108380"/>
                </a:lnTo>
                <a:lnTo>
                  <a:pt x="2650360" y="110272"/>
                </a:lnTo>
                <a:lnTo>
                  <a:pt x="2652541" y="112034"/>
                </a:lnTo>
                <a:lnTo>
                  <a:pt x="2654840" y="113660"/>
                </a:lnTo>
                <a:lnTo>
                  <a:pt x="2657249" y="115144"/>
                </a:lnTo>
                <a:lnTo>
                  <a:pt x="2659764" y="116478"/>
                </a:lnTo>
                <a:lnTo>
                  <a:pt x="2662378" y="117655"/>
                </a:lnTo>
                <a:lnTo>
                  <a:pt x="2665085" y="118670"/>
                </a:lnTo>
                <a:lnTo>
                  <a:pt x="2667879" y="119516"/>
                </a:lnTo>
                <a:lnTo>
                  <a:pt x="2670753" y="120185"/>
                </a:lnTo>
                <a:lnTo>
                  <a:pt x="2673702" y="120671"/>
                </a:lnTo>
                <a:lnTo>
                  <a:pt x="2676719" y="120968"/>
                </a:lnTo>
                <a:lnTo>
                  <a:pt x="2679799" y="121068"/>
                </a:lnTo>
                <a:lnTo>
                  <a:pt x="2682895" y="120980"/>
                </a:lnTo>
                <a:lnTo>
                  <a:pt x="2685824" y="120724"/>
                </a:lnTo>
                <a:lnTo>
                  <a:pt x="2688588" y="120313"/>
                </a:lnTo>
                <a:lnTo>
                  <a:pt x="2691191" y="119760"/>
                </a:lnTo>
                <a:lnTo>
                  <a:pt x="2693637" y="119078"/>
                </a:lnTo>
                <a:lnTo>
                  <a:pt x="2695927" y="118280"/>
                </a:lnTo>
                <a:lnTo>
                  <a:pt x="2698066" y="117379"/>
                </a:lnTo>
                <a:lnTo>
                  <a:pt x="2700056" y="116389"/>
                </a:lnTo>
                <a:lnTo>
                  <a:pt x="2701902" y="115321"/>
                </a:lnTo>
                <a:lnTo>
                  <a:pt x="2703605" y="114189"/>
                </a:lnTo>
                <a:lnTo>
                  <a:pt x="2705169" y="113005"/>
                </a:lnTo>
                <a:lnTo>
                  <a:pt x="2706597" y="111784"/>
                </a:lnTo>
                <a:lnTo>
                  <a:pt x="2707893" y="110538"/>
                </a:lnTo>
                <a:lnTo>
                  <a:pt x="2709059" y="109279"/>
                </a:lnTo>
                <a:lnTo>
                  <a:pt x="2710100" y="108021"/>
                </a:lnTo>
                <a:lnTo>
                  <a:pt x="2711017" y="106777"/>
                </a:lnTo>
                <a:lnTo>
                  <a:pt x="2711814" y="105560"/>
                </a:lnTo>
                <a:lnTo>
                  <a:pt x="2712495" y="104382"/>
                </a:lnTo>
                <a:lnTo>
                  <a:pt x="2713062" y="103257"/>
                </a:lnTo>
                <a:lnTo>
                  <a:pt x="2713520" y="102198"/>
                </a:lnTo>
                <a:lnTo>
                  <a:pt x="2713869" y="101218"/>
                </a:lnTo>
                <a:lnTo>
                  <a:pt x="2714116" y="100328"/>
                </a:lnTo>
                <a:lnTo>
                  <a:pt x="2714261" y="99544"/>
                </a:lnTo>
                <a:lnTo>
                  <a:pt x="2714308" y="98878"/>
                </a:lnTo>
                <a:lnTo>
                  <a:pt x="2714280" y="98231"/>
                </a:lnTo>
                <a:lnTo>
                  <a:pt x="2714198" y="97637"/>
                </a:lnTo>
                <a:lnTo>
                  <a:pt x="2714066" y="97094"/>
                </a:lnTo>
                <a:lnTo>
                  <a:pt x="2713889" y="96601"/>
                </a:lnTo>
                <a:lnTo>
                  <a:pt x="2713671" y="96154"/>
                </a:lnTo>
                <a:lnTo>
                  <a:pt x="2713417" y="95752"/>
                </a:lnTo>
                <a:close/>
                <a:moveTo>
                  <a:pt x="2652096" y="63185"/>
                </a:moveTo>
                <a:lnTo>
                  <a:pt x="2652887" y="61671"/>
                </a:lnTo>
                <a:lnTo>
                  <a:pt x="2653752" y="60212"/>
                </a:lnTo>
                <a:lnTo>
                  <a:pt x="2654687" y="58811"/>
                </a:lnTo>
                <a:lnTo>
                  <a:pt x="2655689" y="57470"/>
                </a:lnTo>
                <a:lnTo>
                  <a:pt x="2656757" y="56194"/>
                </a:lnTo>
                <a:lnTo>
                  <a:pt x="2657886" y="54985"/>
                </a:lnTo>
                <a:lnTo>
                  <a:pt x="2659075" y="53846"/>
                </a:lnTo>
                <a:lnTo>
                  <a:pt x="2660319" y="52780"/>
                </a:lnTo>
                <a:lnTo>
                  <a:pt x="2661617" y="51791"/>
                </a:lnTo>
                <a:lnTo>
                  <a:pt x="2662966" y="50881"/>
                </a:lnTo>
                <a:lnTo>
                  <a:pt x="2664362" y="50054"/>
                </a:lnTo>
                <a:lnTo>
                  <a:pt x="2665803" y="49313"/>
                </a:lnTo>
                <a:lnTo>
                  <a:pt x="2667286" y="48660"/>
                </a:lnTo>
                <a:lnTo>
                  <a:pt x="2668808" y="48100"/>
                </a:lnTo>
                <a:lnTo>
                  <a:pt x="2670367" y="47634"/>
                </a:lnTo>
                <a:lnTo>
                  <a:pt x="2671959" y="47267"/>
                </a:lnTo>
                <a:lnTo>
                  <a:pt x="2673581" y="47000"/>
                </a:lnTo>
                <a:lnTo>
                  <a:pt x="2675232" y="46838"/>
                </a:lnTo>
                <a:lnTo>
                  <a:pt x="2676907" y="46783"/>
                </a:lnTo>
                <a:lnTo>
                  <a:pt x="2678169" y="46809"/>
                </a:lnTo>
                <a:lnTo>
                  <a:pt x="2679446" y="46890"/>
                </a:lnTo>
                <a:lnTo>
                  <a:pt x="2680733" y="47029"/>
                </a:lnTo>
                <a:lnTo>
                  <a:pt x="2682024" y="47232"/>
                </a:lnTo>
                <a:lnTo>
                  <a:pt x="2683314" y="47504"/>
                </a:lnTo>
                <a:lnTo>
                  <a:pt x="2684598" y="47847"/>
                </a:lnTo>
                <a:lnTo>
                  <a:pt x="2685870" y="48267"/>
                </a:lnTo>
                <a:lnTo>
                  <a:pt x="2687125" y="48769"/>
                </a:lnTo>
                <a:lnTo>
                  <a:pt x="2688358" y="49356"/>
                </a:lnTo>
                <a:lnTo>
                  <a:pt x="2689564" y="50034"/>
                </a:lnTo>
                <a:lnTo>
                  <a:pt x="2690737" y="50806"/>
                </a:lnTo>
                <a:lnTo>
                  <a:pt x="2691872" y="51677"/>
                </a:lnTo>
                <a:lnTo>
                  <a:pt x="2692964" y="52651"/>
                </a:lnTo>
                <a:lnTo>
                  <a:pt x="2694008" y="53734"/>
                </a:lnTo>
                <a:lnTo>
                  <a:pt x="2694998" y="54929"/>
                </a:lnTo>
                <a:lnTo>
                  <a:pt x="2695929" y="56240"/>
                </a:lnTo>
                <a:lnTo>
                  <a:pt x="2696796" y="57673"/>
                </a:lnTo>
                <a:lnTo>
                  <a:pt x="2697593" y="59231"/>
                </a:lnTo>
                <a:lnTo>
                  <a:pt x="2698315" y="60919"/>
                </a:lnTo>
                <a:lnTo>
                  <a:pt x="2698957" y="62742"/>
                </a:lnTo>
                <a:lnTo>
                  <a:pt x="2699514" y="64704"/>
                </a:lnTo>
                <a:lnTo>
                  <a:pt x="2699981" y="66809"/>
                </a:lnTo>
                <a:lnTo>
                  <a:pt x="2700351" y="69062"/>
                </a:lnTo>
                <a:lnTo>
                  <a:pt x="2700620" y="71467"/>
                </a:lnTo>
                <a:lnTo>
                  <a:pt x="2649340" y="71467"/>
                </a:lnTo>
                <a:lnTo>
                  <a:pt x="2649721" y="69726"/>
                </a:lnTo>
                <a:lnTo>
                  <a:pt x="2650191" y="68024"/>
                </a:lnTo>
                <a:lnTo>
                  <a:pt x="2650745" y="66364"/>
                </a:lnTo>
                <a:lnTo>
                  <a:pt x="2651381" y="64750"/>
                </a:lnTo>
                <a:lnTo>
                  <a:pt x="2652096" y="63185"/>
                </a:lnTo>
                <a:close/>
                <a:moveTo>
                  <a:pt x="4636510" y="95752"/>
                </a:moveTo>
                <a:lnTo>
                  <a:pt x="4636223" y="95392"/>
                </a:lnTo>
                <a:lnTo>
                  <a:pt x="4635909" y="95073"/>
                </a:lnTo>
                <a:lnTo>
                  <a:pt x="4635572" y="94791"/>
                </a:lnTo>
                <a:lnTo>
                  <a:pt x="4635215" y="94544"/>
                </a:lnTo>
                <a:lnTo>
                  <a:pt x="4634844" y="94330"/>
                </a:lnTo>
                <a:lnTo>
                  <a:pt x="4634462" y="94146"/>
                </a:lnTo>
                <a:lnTo>
                  <a:pt x="4634074" y="93991"/>
                </a:lnTo>
                <a:lnTo>
                  <a:pt x="4633685" y="93861"/>
                </a:lnTo>
                <a:lnTo>
                  <a:pt x="4633298" y="93755"/>
                </a:lnTo>
                <a:lnTo>
                  <a:pt x="4632918" y="93670"/>
                </a:lnTo>
                <a:lnTo>
                  <a:pt x="4632550" y="93604"/>
                </a:lnTo>
                <a:lnTo>
                  <a:pt x="4632197" y="93554"/>
                </a:lnTo>
                <a:lnTo>
                  <a:pt x="4631865" y="93519"/>
                </a:lnTo>
                <a:lnTo>
                  <a:pt x="4631557" y="93495"/>
                </a:lnTo>
                <a:lnTo>
                  <a:pt x="4631277" y="93480"/>
                </a:lnTo>
                <a:lnTo>
                  <a:pt x="4631031" y="93473"/>
                </a:lnTo>
                <a:lnTo>
                  <a:pt x="4630823" y="93470"/>
                </a:lnTo>
                <a:lnTo>
                  <a:pt x="4630656" y="93470"/>
                </a:lnTo>
                <a:lnTo>
                  <a:pt x="4630232" y="93473"/>
                </a:lnTo>
                <a:lnTo>
                  <a:pt x="4629827" y="93483"/>
                </a:lnTo>
                <a:lnTo>
                  <a:pt x="4629441" y="93502"/>
                </a:lnTo>
                <a:lnTo>
                  <a:pt x="4629073" y="93530"/>
                </a:lnTo>
                <a:lnTo>
                  <a:pt x="4628722" y="93568"/>
                </a:lnTo>
                <a:lnTo>
                  <a:pt x="4628387" y="93618"/>
                </a:lnTo>
                <a:lnTo>
                  <a:pt x="4628068" y="93680"/>
                </a:lnTo>
                <a:lnTo>
                  <a:pt x="4627763" y="93756"/>
                </a:lnTo>
                <a:lnTo>
                  <a:pt x="4627473" y="93847"/>
                </a:lnTo>
                <a:lnTo>
                  <a:pt x="4627196" y="93953"/>
                </a:lnTo>
                <a:lnTo>
                  <a:pt x="4626931" y="94077"/>
                </a:lnTo>
                <a:lnTo>
                  <a:pt x="4626679" y="94218"/>
                </a:lnTo>
                <a:lnTo>
                  <a:pt x="4626437" y="94379"/>
                </a:lnTo>
                <a:lnTo>
                  <a:pt x="4626206" y="94560"/>
                </a:lnTo>
                <a:lnTo>
                  <a:pt x="4625984" y="94762"/>
                </a:lnTo>
                <a:lnTo>
                  <a:pt x="4625771" y="94987"/>
                </a:lnTo>
                <a:lnTo>
                  <a:pt x="4625566" y="95235"/>
                </a:lnTo>
                <a:lnTo>
                  <a:pt x="4625368" y="95508"/>
                </a:lnTo>
                <a:lnTo>
                  <a:pt x="4625177" y="95806"/>
                </a:lnTo>
                <a:lnTo>
                  <a:pt x="4624992" y="96131"/>
                </a:lnTo>
                <a:lnTo>
                  <a:pt x="4624811" y="96484"/>
                </a:lnTo>
                <a:lnTo>
                  <a:pt x="4624635" y="96866"/>
                </a:lnTo>
                <a:lnTo>
                  <a:pt x="4624463" y="97278"/>
                </a:lnTo>
                <a:lnTo>
                  <a:pt x="4624293" y="97721"/>
                </a:lnTo>
                <a:lnTo>
                  <a:pt x="4623731" y="98908"/>
                </a:lnTo>
                <a:lnTo>
                  <a:pt x="4623110" y="100015"/>
                </a:lnTo>
                <a:lnTo>
                  <a:pt x="4622435" y="101042"/>
                </a:lnTo>
                <a:lnTo>
                  <a:pt x="4621709" y="101993"/>
                </a:lnTo>
                <a:lnTo>
                  <a:pt x="4620939" y="102871"/>
                </a:lnTo>
                <a:lnTo>
                  <a:pt x="4620129" y="103678"/>
                </a:lnTo>
                <a:lnTo>
                  <a:pt x="4619284" y="104417"/>
                </a:lnTo>
                <a:lnTo>
                  <a:pt x="4618408" y="105092"/>
                </a:lnTo>
                <a:lnTo>
                  <a:pt x="4617508" y="105704"/>
                </a:lnTo>
                <a:lnTo>
                  <a:pt x="4616586" y="106257"/>
                </a:lnTo>
                <a:lnTo>
                  <a:pt x="4615649" y="106752"/>
                </a:lnTo>
                <a:lnTo>
                  <a:pt x="4614701" y="107194"/>
                </a:lnTo>
                <a:lnTo>
                  <a:pt x="4613746" y="107585"/>
                </a:lnTo>
                <a:lnTo>
                  <a:pt x="4612791" y="107927"/>
                </a:lnTo>
                <a:lnTo>
                  <a:pt x="4611840" y="108224"/>
                </a:lnTo>
                <a:lnTo>
                  <a:pt x="4610896" y="108477"/>
                </a:lnTo>
                <a:lnTo>
                  <a:pt x="4609967" y="108691"/>
                </a:lnTo>
                <a:lnTo>
                  <a:pt x="4609055" y="108867"/>
                </a:lnTo>
                <a:lnTo>
                  <a:pt x="4608167" y="109008"/>
                </a:lnTo>
                <a:lnTo>
                  <a:pt x="4607307" y="109118"/>
                </a:lnTo>
                <a:lnTo>
                  <a:pt x="4606479" y="109198"/>
                </a:lnTo>
                <a:lnTo>
                  <a:pt x="4605689" y="109252"/>
                </a:lnTo>
                <a:lnTo>
                  <a:pt x="4604942" y="109282"/>
                </a:lnTo>
                <a:lnTo>
                  <a:pt x="4604242" y="109292"/>
                </a:lnTo>
                <a:lnTo>
                  <a:pt x="4602435" y="109242"/>
                </a:lnTo>
                <a:lnTo>
                  <a:pt x="4600633" y="109092"/>
                </a:lnTo>
                <a:lnTo>
                  <a:pt x="4598842" y="108845"/>
                </a:lnTo>
                <a:lnTo>
                  <a:pt x="4597065" y="108501"/>
                </a:lnTo>
                <a:lnTo>
                  <a:pt x="4595308" y="108060"/>
                </a:lnTo>
                <a:lnTo>
                  <a:pt x="4593575" y="107526"/>
                </a:lnTo>
                <a:lnTo>
                  <a:pt x="4591872" y="106897"/>
                </a:lnTo>
                <a:lnTo>
                  <a:pt x="4590204" y="106177"/>
                </a:lnTo>
                <a:lnTo>
                  <a:pt x="4588575" y="105365"/>
                </a:lnTo>
                <a:lnTo>
                  <a:pt x="4586991" y="104463"/>
                </a:lnTo>
                <a:lnTo>
                  <a:pt x="4585456" y="103473"/>
                </a:lnTo>
                <a:lnTo>
                  <a:pt x="4583975" y="102394"/>
                </a:lnTo>
                <a:lnTo>
                  <a:pt x="4582553" y="101229"/>
                </a:lnTo>
                <a:lnTo>
                  <a:pt x="4581196" y="99979"/>
                </a:lnTo>
                <a:lnTo>
                  <a:pt x="4579908" y="98644"/>
                </a:lnTo>
                <a:lnTo>
                  <a:pt x="4578694" y="97227"/>
                </a:lnTo>
                <a:lnTo>
                  <a:pt x="4577558" y="95727"/>
                </a:lnTo>
                <a:lnTo>
                  <a:pt x="4576507" y="94147"/>
                </a:lnTo>
                <a:lnTo>
                  <a:pt x="4575545" y="92487"/>
                </a:lnTo>
                <a:lnTo>
                  <a:pt x="4574676" y="90749"/>
                </a:lnTo>
                <a:lnTo>
                  <a:pt x="4573906" y="88933"/>
                </a:lnTo>
                <a:lnTo>
                  <a:pt x="4573240" y="87042"/>
                </a:lnTo>
                <a:lnTo>
                  <a:pt x="4572682" y="85075"/>
                </a:lnTo>
                <a:lnTo>
                  <a:pt x="4572238" y="83034"/>
                </a:lnTo>
                <a:lnTo>
                  <a:pt x="4629691" y="83034"/>
                </a:lnTo>
                <a:lnTo>
                  <a:pt x="4630195" y="83034"/>
                </a:lnTo>
                <a:lnTo>
                  <a:pt x="4630693" y="83030"/>
                </a:lnTo>
                <a:lnTo>
                  <a:pt x="4631184" y="83021"/>
                </a:lnTo>
                <a:lnTo>
                  <a:pt x="4631667" y="83001"/>
                </a:lnTo>
                <a:lnTo>
                  <a:pt x="4632141" y="82970"/>
                </a:lnTo>
                <a:lnTo>
                  <a:pt x="4632603" y="82923"/>
                </a:lnTo>
                <a:lnTo>
                  <a:pt x="4633053" y="82858"/>
                </a:lnTo>
                <a:lnTo>
                  <a:pt x="4633489" y="82770"/>
                </a:lnTo>
                <a:lnTo>
                  <a:pt x="4633909" y="82658"/>
                </a:lnTo>
                <a:lnTo>
                  <a:pt x="4634313" y="82519"/>
                </a:lnTo>
                <a:lnTo>
                  <a:pt x="4634698" y="82348"/>
                </a:lnTo>
                <a:lnTo>
                  <a:pt x="4635064" y="82143"/>
                </a:lnTo>
                <a:lnTo>
                  <a:pt x="4635409" y="81901"/>
                </a:lnTo>
                <a:lnTo>
                  <a:pt x="4635731" y="81619"/>
                </a:lnTo>
                <a:lnTo>
                  <a:pt x="4636029" y="81293"/>
                </a:lnTo>
                <a:lnTo>
                  <a:pt x="4636302" y="80921"/>
                </a:lnTo>
                <a:lnTo>
                  <a:pt x="4636548" y="80500"/>
                </a:lnTo>
                <a:lnTo>
                  <a:pt x="4636766" y="80026"/>
                </a:lnTo>
                <a:lnTo>
                  <a:pt x="4636954" y="79496"/>
                </a:lnTo>
                <a:lnTo>
                  <a:pt x="4637111" y="78908"/>
                </a:lnTo>
                <a:lnTo>
                  <a:pt x="4637236" y="78257"/>
                </a:lnTo>
                <a:lnTo>
                  <a:pt x="4637327" y="77541"/>
                </a:lnTo>
                <a:lnTo>
                  <a:pt x="4637382" y="76758"/>
                </a:lnTo>
                <a:lnTo>
                  <a:pt x="4637401" y="75903"/>
                </a:lnTo>
                <a:lnTo>
                  <a:pt x="4637337" y="73172"/>
                </a:lnTo>
                <a:lnTo>
                  <a:pt x="4637144" y="70480"/>
                </a:lnTo>
                <a:lnTo>
                  <a:pt x="4636822" y="67834"/>
                </a:lnTo>
                <a:lnTo>
                  <a:pt x="4636371" y="65241"/>
                </a:lnTo>
                <a:lnTo>
                  <a:pt x="4635791" y="62707"/>
                </a:lnTo>
                <a:lnTo>
                  <a:pt x="4635082" y="60240"/>
                </a:lnTo>
                <a:lnTo>
                  <a:pt x="4634243" y="57846"/>
                </a:lnTo>
                <a:lnTo>
                  <a:pt x="4633274" y="55533"/>
                </a:lnTo>
                <a:lnTo>
                  <a:pt x="4632176" y="53306"/>
                </a:lnTo>
                <a:lnTo>
                  <a:pt x="4630947" y="51174"/>
                </a:lnTo>
                <a:lnTo>
                  <a:pt x="4629588" y="49142"/>
                </a:lnTo>
                <a:lnTo>
                  <a:pt x="4628099" y="47218"/>
                </a:lnTo>
                <a:lnTo>
                  <a:pt x="4626480" y="45408"/>
                </a:lnTo>
                <a:lnTo>
                  <a:pt x="4624729" y="43720"/>
                </a:lnTo>
                <a:lnTo>
                  <a:pt x="4622848" y="42160"/>
                </a:lnTo>
                <a:lnTo>
                  <a:pt x="4620836" y="40735"/>
                </a:lnTo>
                <a:lnTo>
                  <a:pt x="4618692" y="39452"/>
                </a:lnTo>
                <a:lnTo>
                  <a:pt x="4616417" y="38317"/>
                </a:lnTo>
                <a:lnTo>
                  <a:pt x="4614011" y="37339"/>
                </a:lnTo>
                <a:lnTo>
                  <a:pt x="4611473" y="36523"/>
                </a:lnTo>
                <a:lnTo>
                  <a:pt x="4608803" y="35876"/>
                </a:lnTo>
                <a:lnTo>
                  <a:pt x="4606001" y="35406"/>
                </a:lnTo>
                <a:lnTo>
                  <a:pt x="4603066" y="35119"/>
                </a:lnTo>
                <a:lnTo>
                  <a:pt x="4599999" y="35021"/>
                </a:lnTo>
                <a:lnTo>
                  <a:pt x="4597156" y="35121"/>
                </a:lnTo>
                <a:lnTo>
                  <a:pt x="4594364" y="35415"/>
                </a:lnTo>
                <a:lnTo>
                  <a:pt x="4591631" y="35896"/>
                </a:lnTo>
                <a:lnTo>
                  <a:pt x="4588963" y="36560"/>
                </a:lnTo>
                <a:lnTo>
                  <a:pt x="4586365" y="37398"/>
                </a:lnTo>
                <a:lnTo>
                  <a:pt x="4583844" y="38405"/>
                </a:lnTo>
                <a:lnTo>
                  <a:pt x="4581406" y="39574"/>
                </a:lnTo>
                <a:lnTo>
                  <a:pt x="4579056" y="40900"/>
                </a:lnTo>
                <a:lnTo>
                  <a:pt x="4576802" y="42374"/>
                </a:lnTo>
                <a:lnTo>
                  <a:pt x="4574649" y="43991"/>
                </a:lnTo>
                <a:lnTo>
                  <a:pt x="4572603" y="45745"/>
                </a:lnTo>
                <a:lnTo>
                  <a:pt x="4570671" y="47628"/>
                </a:lnTo>
                <a:lnTo>
                  <a:pt x="4568858" y="49636"/>
                </a:lnTo>
                <a:lnTo>
                  <a:pt x="4567171" y="51760"/>
                </a:lnTo>
                <a:lnTo>
                  <a:pt x="4565615" y="53995"/>
                </a:lnTo>
                <a:lnTo>
                  <a:pt x="4564198" y="56334"/>
                </a:lnTo>
                <a:lnTo>
                  <a:pt x="4562924" y="58771"/>
                </a:lnTo>
                <a:lnTo>
                  <a:pt x="4561800" y="61299"/>
                </a:lnTo>
                <a:lnTo>
                  <a:pt x="4560832" y="63912"/>
                </a:lnTo>
                <a:lnTo>
                  <a:pt x="4560027" y="66603"/>
                </a:lnTo>
                <a:lnTo>
                  <a:pt x="4559390" y="69367"/>
                </a:lnTo>
                <a:lnTo>
                  <a:pt x="4558927" y="72196"/>
                </a:lnTo>
                <a:lnTo>
                  <a:pt x="4558645" y="75084"/>
                </a:lnTo>
                <a:lnTo>
                  <a:pt x="4558550" y="78024"/>
                </a:lnTo>
                <a:lnTo>
                  <a:pt x="4558650" y="80947"/>
                </a:lnTo>
                <a:lnTo>
                  <a:pt x="4558947" y="83820"/>
                </a:lnTo>
                <a:lnTo>
                  <a:pt x="4559435" y="86637"/>
                </a:lnTo>
                <a:lnTo>
                  <a:pt x="4560107" y="89392"/>
                </a:lnTo>
                <a:lnTo>
                  <a:pt x="4560958" y="92078"/>
                </a:lnTo>
                <a:lnTo>
                  <a:pt x="4561981" y="94688"/>
                </a:lnTo>
                <a:lnTo>
                  <a:pt x="4563170" y="97215"/>
                </a:lnTo>
                <a:lnTo>
                  <a:pt x="4564519" y="99653"/>
                </a:lnTo>
                <a:lnTo>
                  <a:pt x="4566022" y="101996"/>
                </a:lnTo>
                <a:lnTo>
                  <a:pt x="4567673" y="104235"/>
                </a:lnTo>
                <a:lnTo>
                  <a:pt x="4569466" y="106366"/>
                </a:lnTo>
                <a:lnTo>
                  <a:pt x="4571394" y="108380"/>
                </a:lnTo>
                <a:lnTo>
                  <a:pt x="4573452" y="110272"/>
                </a:lnTo>
                <a:lnTo>
                  <a:pt x="4575634" y="112034"/>
                </a:lnTo>
                <a:lnTo>
                  <a:pt x="4577932" y="113660"/>
                </a:lnTo>
                <a:lnTo>
                  <a:pt x="4580342" y="115144"/>
                </a:lnTo>
                <a:lnTo>
                  <a:pt x="4582857" y="116478"/>
                </a:lnTo>
                <a:lnTo>
                  <a:pt x="4585471" y="117655"/>
                </a:lnTo>
                <a:lnTo>
                  <a:pt x="4588178" y="118670"/>
                </a:lnTo>
                <a:lnTo>
                  <a:pt x="4590971" y="119516"/>
                </a:lnTo>
                <a:lnTo>
                  <a:pt x="4593846" y="120185"/>
                </a:lnTo>
                <a:lnTo>
                  <a:pt x="4596794" y="120671"/>
                </a:lnTo>
                <a:lnTo>
                  <a:pt x="4599812" y="120968"/>
                </a:lnTo>
                <a:lnTo>
                  <a:pt x="4602891" y="121068"/>
                </a:lnTo>
                <a:lnTo>
                  <a:pt x="4605988" y="120980"/>
                </a:lnTo>
                <a:lnTo>
                  <a:pt x="4608916" y="120724"/>
                </a:lnTo>
                <a:lnTo>
                  <a:pt x="4611681" y="120313"/>
                </a:lnTo>
                <a:lnTo>
                  <a:pt x="4614284" y="119760"/>
                </a:lnTo>
                <a:lnTo>
                  <a:pt x="4616729" y="119078"/>
                </a:lnTo>
                <a:lnTo>
                  <a:pt x="4619020" y="118280"/>
                </a:lnTo>
                <a:lnTo>
                  <a:pt x="4621159" y="117379"/>
                </a:lnTo>
                <a:lnTo>
                  <a:pt x="4623149" y="116389"/>
                </a:lnTo>
                <a:lnTo>
                  <a:pt x="4624994" y="115321"/>
                </a:lnTo>
                <a:lnTo>
                  <a:pt x="4626697" y="114189"/>
                </a:lnTo>
                <a:lnTo>
                  <a:pt x="4628261" y="113005"/>
                </a:lnTo>
                <a:lnTo>
                  <a:pt x="4629690" y="111784"/>
                </a:lnTo>
                <a:lnTo>
                  <a:pt x="4630986" y="110538"/>
                </a:lnTo>
                <a:lnTo>
                  <a:pt x="4632152" y="109279"/>
                </a:lnTo>
                <a:lnTo>
                  <a:pt x="4633192" y="108021"/>
                </a:lnTo>
                <a:lnTo>
                  <a:pt x="4634110" y="106777"/>
                </a:lnTo>
                <a:lnTo>
                  <a:pt x="4634907" y="105560"/>
                </a:lnTo>
                <a:lnTo>
                  <a:pt x="4635588" y="104382"/>
                </a:lnTo>
                <a:lnTo>
                  <a:pt x="4636155" y="103257"/>
                </a:lnTo>
                <a:lnTo>
                  <a:pt x="4636612" y="102198"/>
                </a:lnTo>
                <a:lnTo>
                  <a:pt x="4636962" y="101218"/>
                </a:lnTo>
                <a:lnTo>
                  <a:pt x="4637208" y="100328"/>
                </a:lnTo>
                <a:lnTo>
                  <a:pt x="4637353" y="99544"/>
                </a:lnTo>
                <a:lnTo>
                  <a:pt x="4637401" y="98878"/>
                </a:lnTo>
                <a:lnTo>
                  <a:pt x="4637373" y="98231"/>
                </a:lnTo>
                <a:lnTo>
                  <a:pt x="4637291" y="97637"/>
                </a:lnTo>
                <a:lnTo>
                  <a:pt x="4637159" y="97094"/>
                </a:lnTo>
                <a:lnTo>
                  <a:pt x="4636982" y="96601"/>
                </a:lnTo>
                <a:lnTo>
                  <a:pt x="4636764" y="96154"/>
                </a:lnTo>
                <a:lnTo>
                  <a:pt x="4636510" y="95752"/>
                </a:lnTo>
                <a:close/>
                <a:moveTo>
                  <a:pt x="4575189" y="63185"/>
                </a:moveTo>
                <a:lnTo>
                  <a:pt x="4575980" y="61671"/>
                </a:lnTo>
                <a:lnTo>
                  <a:pt x="4576845" y="60212"/>
                </a:lnTo>
                <a:lnTo>
                  <a:pt x="4577780" y="58811"/>
                </a:lnTo>
                <a:lnTo>
                  <a:pt x="4578782" y="57470"/>
                </a:lnTo>
                <a:lnTo>
                  <a:pt x="4579850" y="56194"/>
                </a:lnTo>
                <a:lnTo>
                  <a:pt x="4580979" y="54985"/>
                </a:lnTo>
                <a:lnTo>
                  <a:pt x="4582167" y="53846"/>
                </a:lnTo>
                <a:lnTo>
                  <a:pt x="4583412" y="52780"/>
                </a:lnTo>
                <a:lnTo>
                  <a:pt x="4584710" y="51791"/>
                </a:lnTo>
                <a:lnTo>
                  <a:pt x="4586058" y="50881"/>
                </a:lnTo>
                <a:lnTo>
                  <a:pt x="4587455" y="50054"/>
                </a:lnTo>
                <a:lnTo>
                  <a:pt x="4588896" y="49313"/>
                </a:lnTo>
                <a:lnTo>
                  <a:pt x="4590379" y="48660"/>
                </a:lnTo>
                <a:lnTo>
                  <a:pt x="4591901" y="48100"/>
                </a:lnTo>
                <a:lnTo>
                  <a:pt x="4593459" y="47634"/>
                </a:lnTo>
                <a:lnTo>
                  <a:pt x="4595051" y="47267"/>
                </a:lnTo>
                <a:lnTo>
                  <a:pt x="4596674" y="47000"/>
                </a:lnTo>
                <a:lnTo>
                  <a:pt x="4598324" y="46838"/>
                </a:lnTo>
                <a:lnTo>
                  <a:pt x="4599999" y="46783"/>
                </a:lnTo>
                <a:lnTo>
                  <a:pt x="4601262" y="46809"/>
                </a:lnTo>
                <a:lnTo>
                  <a:pt x="4602539" y="46890"/>
                </a:lnTo>
                <a:lnTo>
                  <a:pt x="4603826" y="47029"/>
                </a:lnTo>
                <a:lnTo>
                  <a:pt x="4605117" y="47232"/>
                </a:lnTo>
                <a:lnTo>
                  <a:pt x="4606407" y="47504"/>
                </a:lnTo>
                <a:lnTo>
                  <a:pt x="4607690" y="47847"/>
                </a:lnTo>
                <a:lnTo>
                  <a:pt x="4608962" y="48267"/>
                </a:lnTo>
                <a:lnTo>
                  <a:pt x="4610218" y="48769"/>
                </a:lnTo>
                <a:lnTo>
                  <a:pt x="4611451" y="49356"/>
                </a:lnTo>
                <a:lnTo>
                  <a:pt x="4612657" y="50034"/>
                </a:lnTo>
                <a:lnTo>
                  <a:pt x="4613830" y="50806"/>
                </a:lnTo>
                <a:lnTo>
                  <a:pt x="4614965" y="51677"/>
                </a:lnTo>
                <a:lnTo>
                  <a:pt x="4616057" y="52651"/>
                </a:lnTo>
                <a:lnTo>
                  <a:pt x="4617101" y="53734"/>
                </a:lnTo>
                <a:lnTo>
                  <a:pt x="4618091" y="54929"/>
                </a:lnTo>
                <a:lnTo>
                  <a:pt x="4619022" y="56240"/>
                </a:lnTo>
                <a:lnTo>
                  <a:pt x="4619888" y="57673"/>
                </a:lnTo>
                <a:lnTo>
                  <a:pt x="4620685" y="59231"/>
                </a:lnTo>
                <a:lnTo>
                  <a:pt x="4621408" y="60919"/>
                </a:lnTo>
                <a:lnTo>
                  <a:pt x="4622050" y="62742"/>
                </a:lnTo>
                <a:lnTo>
                  <a:pt x="4622607" y="64704"/>
                </a:lnTo>
                <a:lnTo>
                  <a:pt x="4623073" y="66809"/>
                </a:lnTo>
                <a:lnTo>
                  <a:pt x="4623444" y="69062"/>
                </a:lnTo>
                <a:lnTo>
                  <a:pt x="4623713" y="71467"/>
                </a:lnTo>
                <a:lnTo>
                  <a:pt x="4572432" y="71467"/>
                </a:lnTo>
                <a:lnTo>
                  <a:pt x="4572814" y="69726"/>
                </a:lnTo>
                <a:lnTo>
                  <a:pt x="4573284" y="68024"/>
                </a:lnTo>
                <a:lnTo>
                  <a:pt x="4573838" y="66364"/>
                </a:lnTo>
                <a:lnTo>
                  <a:pt x="4574474" y="64750"/>
                </a:lnTo>
                <a:lnTo>
                  <a:pt x="4575189" y="63185"/>
                </a:lnTo>
                <a:close/>
                <a:moveTo>
                  <a:pt x="2521684" y="110620"/>
                </a:moveTo>
                <a:lnTo>
                  <a:pt x="2521420" y="110235"/>
                </a:lnTo>
                <a:lnTo>
                  <a:pt x="2521125" y="109893"/>
                </a:lnTo>
                <a:lnTo>
                  <a:pt x="2520805" y="109592"/>
                </a:lnTo>
                <a:lnTo>
                  <a:pt x="2520460" y="109328"/>
                </a:lnTo>
                <a:lnTo>
                  <a:pt x="2520094" y="109099"/>
                </a:lnTo>
                <a:lnTo>
                  <a:pt x="2519710" y="108903"/>
                </a:lnTo>
                <a:lnTo>
                  <a:pt x="2519312" y="108736"/>
                </a:lnTo>
                <a:lnTo>
                  <a:pt x="2518901" y="108598"/>
                </a:lnTo>
                <a:lnTo>
                  <a:pt x="2518481" y="108485"/>
                </a:lnTo>
                <a:lnTo>
                  <a:pt x="2518054" y="108394"/>
                </a:lnTo>
                <a:lnTo>
                  <a:pt x="2517625" y="108323"/>
                </a:lnTo>
                <a:lnTo>
                  <a:pt x="2517194" y="108270"/>
                </a:lnTo>
                <a:lnTo>
                  <a:pt x="2516767" y="108232"/>
                </a:lnTo>
                <a:lnTo>
                  <a:pt x="2516345" y="108206"/>
                </a:lnTo>
                <a:lnTo>
                  <a:pt x="2515931" y="108191"/>
                </a:lnTo>
                <a:lnTo>
                  <a:pt x="2515529" y="108183"/>
                </a:lnTo>
                <a:lnTo>
                  <a:pt x="2515140" y="108180"/>
                </a:lnTo>
                <a:lnTo>
                  <a:pt x="2514769" y="108180"/>
                </a:lnTo>
                <a:lnTo>
                  <a:pt x="2513789" y="108175"/>
                </a:lnTo>
                <a:lnTo>
                  <a:pt x="2512870" y="108160"/>
                </a:lnTo>
                <a:lnTo>
                  <a:pt x="2512011" y="108137"/>
                </a:lnTo>
                <a:lnTo>
                  <a:pt x="2511208" y="108105"/>
                </a:lnTo>
                <a:lnTo>
                  <a:pt x="2510460" y="108066"/>
                </a:lnTo>
                <a:lnTo>
                  <a:pt x="2509763" y="108020"/>
                </a:lnTo>
                <a:lnTo>
                  <a:pt x="2509116" y="107967"/>
                </a:lnTo>
                <a:lnTo>
                  <a:pt x="2508515" y="107908"/>
                </a:lnTo>
                <a:lnTo>
                  <a:pt x="2507958" y="107844"/>
                </a:lnTo>
                <a:lnTo>
                  <a:pt x="2507443" y="107775"/>
                </a:lnTo>
                <a:lnTo>
                  <a:pt x="2506967" y="107701"/>
                </a:lnTo>
                <a:lnTo>
                  <a:pt x="2506528" y="107625"/>
                </a:lnTo>
                <a:lnTo>
                  <a:pt x="2506123" y="107545"/>
                </a:lnTo>
                <a:lnTo>
                  <a:pt x="2505749" y="107463"/>
                </a:lnTo>
                <a:lnTo>
                  <a:pt x="2505405" y="107378"/>
                </a:lnTo>
                <a:lnTo>
                  <a:pt x="2505087" y="107293"/>
                </a:lnTo>
                <a:lnTo>
                  <a:pt x="2504793" y="107207"/>
                </a:lnTo>
                <a:lnTo>
                  <a:pt x="2504521" y="107121"/>
                </a:lnTo>
                <a:lnTo>
                  <a:pt x="2504268" y="107035"/>
                </a:lnTo>
                <a:lnTo>
                  <a:pt x="2504032" y="106951"/>
                </a:lnTo>
                <a:lnTo>
                  <a:pt x="2503810" y="106868"/>
                </a:lnTo>
                <a:lnTo>
                  <a:pt x="2503599" y="106787"/>
                </a:lnTo>
                <a:lnTo>
                  <a:pt x="2503397" y="106709"/>
                </a:lnTo>
                <a:lnTo>
                  <a:pt x="2503202" y="106635"/>
                </a:lnTo>
                <a:lnTo>
                  <a:pt x="2503202" y="64932"/>
                </a:lnTo>
                <a:lnTo>
                  <a:pt x="2503148" y="63207"/>
                </a:lnTo>
                <a:lnTo>
                  <a:pt x="2502981" y="61465"/>
                </a:lnTo>
                <a:lnTo>
                  <a:pt x="2502701" y="59712"/>
                </a:lnTo>
                <a:lnTo>
                  <a:pt x="2502303" y="57958"/>
                </a:lnTo>
                <a:lnTo>
                  <a:pt x="2501784" y="56210"/>
                </a:lnTo>
                <a:lnTo>
                  <a:pt x="2501142" y="54476"/>
                </a:lnTo>
                <a:lnTo>
                  <a:pt x="2500373" y="52766"/>
                </a:lnTo>
                <a:lnTo>
                  <a:pt x="2499475" y="51086"/>
                </a:lnTo>
                <a:lnTo>
                  <a:pt x="2498444" y="49445"/>
                </a:lnTo>
                <a:lnTo>
                  <a:pt x="2497278" y="47851"/>
                </a:lnTo>
                <a:lnTo>
                  <a:pt x="2495973" y="46312"/>
                </a:lnTo>
                <a:lnTo>
                  <a:pt x="2494527" y="44837"/>
                </a:lnTo>
                <a:lnTo>
                  <a:pt x="2492936" y="43433"/>
                </a:lnTo>
                <a:lnTo>
                  <a:pt x="2491197" y="42108"/>
                </a:lnTo>
                <a:lnTo>
                  <a:pt x="2489308" y="40871"/>
                </a:lnTo>
                <a:lnTo>
                  <a:pt x="2487265" y="39730"/>
                </a:lnTo>
                <a:lnTo>
                  <a:pt x="2485065" y="38693"/>
                </a:lnTo>
                <a:lnTo>
                  <a:pt x="2482706" y="37767"/>
                </a:lnTo>
                <a:lnTo>
                  <a:pt x="2480184" y="36962"/>
                </a:lnTo>
                <a:lnTo>
                  <a:pt x="2477497" y="36285"/>
                </a:lnTo>
                <a:lnTo>
                  <a:pt x="2474641" y="35744"/>
                </a:lnTo>
                <a:lnTo>
                  <a:pt x="2471613" y="35348"/>
                </a:lnTo>
                <a:lnTo>
                  <a:pt x="2468410" y="35104"/>
                </a:lnTo>
                <a:lnTo>
                  <a:pt x="2465030" y="35021"/>
                </a:lnTo>
                <a:lnTo>
                  <a:pt x="2463937" y="35022"/>
                </a:lnTo>
                <a:lnTo>
                  <a:pt x="2462738" y="35029"/>
                </a:lnTo>
                <a:lnTo>
                  <a:pt x="2461448" y="35049"/>
                </a:lnTo>
                <a:lnTo>
                  <a:pt x="2460081" y="35087"/>
                </a:lnTo>
                <a:lnTo>
                  <a:pt x="2458648" y="35149"/>
                </a:lnTo>
                <a:lnTo>
                  <a:pt x="2457164" y="35241"/>
                </a:lnTo>
                <a:lnTo>
                  <a:pt x="2455643" y="35371"/>
                </a:lnTo>
                <a:lnTo>
                  <a:pt x="2454098" y="35543"/>
                </a:lnTo>
                <a:lnTo>
                  <a:pt x="2452541" y="35764"/>
                </a:lnTo>
                <a:lnTo>
                  <a:pt x="2450988" y="36040"/>
                </a:lnTo>
                <a:lnTo>
                  <a:pt x="2449451" y="36377"/>
                </a:lnTo>
                <a:lnTo>
                  <a:pt x="2447943" y="36781"/>
                </a:lnTo>
                <a:lnTo>
                  <a:pt x="2446479" y="37259"/>
                </a:lnTo>
                <a:lnTo>
                  <a:pt x="2445071" y="37816"/>
                </a:lnTo>
                <a:lnTo>
                  <a:pt x="2443734" y="38459"/>
                </a:lnTo>
                <a:lnTo>
                  <a:pt x="2442480" y="39193"/>
                </a:lnTo>
                <a:lnTo>
                  <a:pt x="2441323" y="40025"/>
                </a:lnTo>
                <a:lnTo>
                  <a:pt x="2440276" y="40961"/>
                </a:lnTo>
                <a:lnTo>
                  <a:pt x="2439354" y="42008"/>
                </a:lnTo>
                <a:lnTo>
                  <a:pt x="2438569" y="43170"/>
                </a:lnTo>
                <a:lnTo>
                  <a:pt x="2437935" y="44454"/>
                </a:lnTo>
                <a:lnTo>
                  <a:pt x="2437466" y="45867"/>
                </a:lnTo>
                <a:lnTo>
                  <a:pt x="2437174" y="47414"/>
                </a:lnTo>
                <a:lnTo>
                  <a:pt x="2437074" y="49102"/>
                </a:lnTo>
                <a:lnTo>
                  <a:pt x="2437095" y="49812"/>
                </a:lnTo>
                <a:lnTo>
                  <a:pt x="2437157" y="50493"/>
                </a:lnTo>
                <a:lnTo>
                  <a:pt x="2437257" y="51146"/>
                </a:lnTo>
                <a:lnTo>
                  <a:pt x="2437396" y="51771"/>
                </a:lnTo>
                <a:lnTo>
                  <a:pt x="2437570" y="52367"/>
                </a:lnTo>
                <a:lnTo>
                  <a:pt x="2437779" y="52933"/>
                </a:lnTo>
                <a:lnTo>
                  <a:pt x="2438022" y="53471"/>
                </a:lnTo>
                <a:lnTo>
                  <a:pt x="2438296" y="53979"/>
                </a:lnTo>
                <a:lnTo>
                  <a:pt x="2438600" y="54458"/>
                </a:lnTo>
                <a:lnTo>
                  <a:pt x="2438932" y="54907"/>
                </a:lnTo>
                <a:lnTo>
                  <a:pt x="2439292" y="55326"/>
                </a:lnTo>
                <a:lnTo>
                  <a:pt x="2439678" y="55715"/>
                </a:lnTo>
                <a:lnTo>
                  <a:pt x="2440087" y="56074"/>
                </a:lnTo>
                <a:lnTo>
                  <a:pt x="2440519" y="56402"/>
                </a:lnTo>
                <a:lnTo>
                  <a:pt x="2440972" y="56701"/>
                </a:lnTo>
                <a:lnTo>
                  <a:pt x="2441445" y="56968"/>
                </a:lnTo>
                <a:lnTo>
                  <a:pt x="2441936" y="57205"/>
                </a:lnTo>
                <a:lnTo>
                  <a:pt x="2442443" y="57410"/>
                </a:lnTo>
                <a:lnTo>
                  <a:pt x="2442965" y="57585"/>
                </a:lnTo>
                <a:lnTo>
                  <a:pt x="2443501" y="57728"/>
                </a:lnTo>
                <a:lnTo>
                  <a:pt x="2444049" y="57839"/>
                </a:lnTo>
                <a:lnTo>
                  <a:pt x="2444607" y="57919"/>
                </a:lnTo>
                <a:lnTo>
                  <a:pt x="2445175" y="57967"/>
                </a:lnTo>
                <a:lnTo>
                  <a:pt x="2445749" y="57983"/>
                </a:lnTo>
                <a:lnTo>
                  <a:pt x="2446123" y="57974"/>
                </a:lnTo>
                <a:lnTo>
                  <a:pt x="2446520" y="57945"/>
                </a:lnTo>
                <a:lnTo>
                  <a:pt x="2446936" y="57895"/>
                </a:lnTo>
                <a:lnTo>
                  <a:pt x="2447368" y="57822"/>
                </a:lnTo>
                <a:lnTo>
                  <a:pt x="2447813" y="57724"/>
                </a:lnTo>
                <a:lnTo>
                  <a:pt x="2448268" y="57600"/>
                </a:lnTo>
                <a:lnTo>
                  <a:pt x="2448728" y="57449"/>
                </a:lnTo>
                <a:lnTo>
                  <a:pt x="2449191" y="57268"/>
                </a:lnTo>
                <a:lnTo>
                  <a:pt x="2449653" y="57057"/>
                </a:lnTo>
                <a:lnTo>
                  <a:pt x="2450112" y="56813"/>
                </a:lnTo>
                <a:lnTo>
                  <a:pt x="2450563" y="56535"/>
                </a:lnTo>
                <a:lnTo>
                  <a:pt x="2451003" y="56221"/>
                </a:lnTo>
                <a:lnTo>
                  <a:pt x="2451429" y="55870"/>
                </a:lnTo>
                <a:lnTo>
                  <a:pt x="2451838" y="55481"/>
                </a:lnTo>
                <a:lnTo>
                  <a:pt x="2452226" y="55051"/>
                </a:lnTo>
                <a:lnTo>
                  <a:pt x="2452590" y="54579"/>
                </a:lnTo>
                <a:lnTo>
                  <a:pt x="2452927" y="54064"/>
                </a:lnTo>
                <a:lnTo>
                  <a:pt x="2453233" y="53503"/>
                </a:lnTo>
                <a:lnTo>
                  <a:pt x="2453504" y="52896"/>
                </a:lnTo>
                <a:lnTo>
                  <a:pt x="2453738" y="52240"/>
                </a:lnTo>
                <a:lnTo>
                  <a:pt x="2453932" y="51534"/>
                </a:lnTo>
                <a:lnTo>
                  <a:pt x="2454081" y="50777"/>
                </a:lnTo>
                <a:lnTo>
                  <a:pt x="2454183" y="49967"/>
                </a:lnTo>
                <a:lnTo>
                  <a:pt x="2454234" y="49102"/>
                </a:lnTo>
                <a:lnTo>
                  <a:pt x="2454235" y="48916"/>
                </a:lnTo>
                <a:lnTo>
                  <a:pt x="2454239" y="48743"/>
                </a:lnTo>
                <a:lnTo>
                  <a:pt x="2454249" y="48583"/>
                </a:lnTo>
                <a:lnTo>
                  <a:pt x="2454266" y="48435"/>
                </a:lnTo>
                <a:lnTo>
                  <a:pt x="2454290" y="48298"/>
                </a:lnTo>
                <a:lnTo>
                  <a:pt x="2454324" y="48172"/>
                </a:lnTo>
                <a:lnTo>
                  <a:pt x="2454369" y="48057"/>
                </a:lnTo>
                <a:lnTo>
                  <a:pt x="2454426" y="47950"/>
                </a:lnTo>
                <a:lnTo>
                  <a:pt x="2454497" y="47852"/>
                </a:lnTo>
                <a:lnTo>
                  <a:pt x="2454584" y="47763"/>
                </a:lnTo>
                <a:lnTo>
                  <a:pt x="2454689" y="47680"/>
                </a:lnTo>
                <a:lnTo>
                  <a:pt x="2454811" y="47605"/>
                </a:lnTo>
                <a:lnTo>
                  <a:pt x="2454954" y="47535"/>
                </a:lnTo>
                <a:lnTo>
                  <a:pt x="2455118" y="47471"/>
                </a:lnTo>
                <a:lnTo>
                  <a:pt x="2455306" y="47412"/>
                </a:lnTo>
                <a:lnTo>
                  <a:pt x="2455518" y="47356"/>
                </a:lnTo>
                <a:lnTo>
                  <a:pt x="2455756" y="47304"/>
                </a:lnTo>
                <a:lnTo>
                  <a:pt x="2456022" y="47255"/>
                </a:lnTo>
                <a:lnTo>
                  <a:pt x="2456317" y="47207"/>
                </a:lnTo>
                <a:lnTo>
                  <a:pt x="2456642" y="47161"/>
                </a:lnTo>
                <a:lnTo>
                  <a:pt x="2457000" y="47116"/>
                </a:lnTo>
                <a:lnTo>
                  <a:pt x="2457392" y="47071"/>
                </a:lnTo>
                <a:lnTo>
                  <a:pt x="2457818" y="47025"/>
                </a:lnTo>
                <a:lnTo>
                  <a:pt x="2458281" y="46978"/>
                </a:lnTo>
                <a:lnTo>
                  <a:pt x="2458618" y="46954"/>
                </a:lnTo>
                <a:lnTo>
                  <a:pt x="2458952" y="46933"/>
                </a:lnTo>
                <a:lnTo>
                  <a:pt x="2459284" y="46913"/>
                </a:lnTo>
                <a:lnTo>
                  <a:pt x="2459613" y="46896"/>
                </a:lnTo>
                <a:lnTo>
                  <a:pt x="2459939" y="46880"/>
                </a:lnTo>
                <a:lnTo>
                  <a:pt x="2460261" y="46865"/>
                </a:lnTo>
                <a:lnTo>
                  <a:pt x="2460580" y="46852"/>
                </a:lnTo>
                <a:lnTo>
                  <a:pt x="2460896" y="46841"/>
                </a:lnTo>
                <a:lnTo>
                  <a:pt x="2461207" y="46831"/>
                </a:lnTo>
                <a:lnTo>
                  <a:pt x="2461514" y="46822"/>
                </a:lnTo>
                <a:lnTo>
                  <a:pt x="2461817" y="46814"/>
                </a:lnTo>
                <a:lnTo>
                  <a:pt x="2462115" y="46808"/>
                </a:lnTo>
                <a:lnTo>
                  <a:pt x="2462407" y="46802"/>
                </a:lnTo>
                <a:lnTo>
                  <a:pt x="2462695" y="46797"/>
                </a:lnTo>
                <a:lnTo>
                  <a:pt x="2462977" y="46794"/>
                </a:lnTo>
                <a:lnTo>
                  <a:pt x="2463253" y="46791"/>
                </a:lnTo>
                <a:lnTo>
                  <a:pt x="2463523" y="46788"/>
                </a:lnTo>
                <a:lnTo>
                  <a:pt x="2463787" y="46786"/>
                </a:lnTo>
                <a:lnTo>
                  <a:pt x="2464044" y="46785"/>
                </a:lnTo>
                <a:lnTo>
                  <a:pt x="2464295" y="46784"/>
                </a:lnTo>
                <a:lnTo>
                  <a:pt x="2464538" y="46784"/>
                </a:lnTo>
                <a:lnTo>
                  <a:pt x="2464774" y="46783"/>
                </a:lnTo>
                <a:lnTo>
                  <a:pt x="2465003" y="46783"/>
                </a:lnTo>
                <a:lnTo>
                  <a:pt x="2465224" y="46783"/>
                </a:lnTo>
                <a:lnTo>
                  <a:pt x="2467031" y="46815"/>
                </a:lnTo>
                <a:lnTo>
                  <a:pt x="2468787" y="46909"/>
                </a:lnTo>
                <a:lnTo>
                  <a:pt x="2470490" y="47067"/>
                </a:lnTo>
                <a:lnTo>
                  <a:pt x="2472139" y="47290"/>
                </a:lnTo>
                <a:lnTo>
                  <a:pt x="2473729" y="47579"/>
                </a:lnTo>
                <a:lnTo>
                  <a:pt x="2475260" y="47933"/>
                </a:lnTo>
                <a:lnTo>
                  <a:pt x="2476729" y="48354"/>
                </a:lnTo>
                <a:lnTo>
                  <a:pt x="2478132" y="48843"/>
                </a:lnTo>
                <a:lnTo>
                  <a:pt x="2479469" y="49400"/>
                </a:lnTo>
                <a:lnTo>
                  <a:pt x="2480737" y="50027"/>
                </a:lnTo>
                <a:lnTo>
                  <a:pt x="2481933" y="50723"/>
                </a:lnTo>
                <a:lnTo>
                  <a:pt x="2483056" y="51490"/>
                </a:lnTo>
                <a:lnTo>
                  <a:pt x="2484101" y="52329"/>
                </a:lnTo>
                <a:lnTo>
                  <a:pt x="2485069" y="53239"/>
                </a:lnTo>
                <a:lnTo>
                  <a:pt x="2485955" y="54222"/>
                </a:lnTo>
                <a:lnTo>
                  <a:pt x="2486758" y="55279"/>
                </a:lnTo>
                <a:lnTo>
                  <a:pt x="2487475" y="56411"/>
                </a:lnTo>
                <a:lnTo>
                  <a:pt x="2488104" y="57617"/>
                </a:lnTo>
                <a:lnTo>
                  <a:pt x="2488643" y="58900"/>
                </a:lnTo>
                <a:lnTo>
                  <a:pt x="2489089" y="60259"/>
                </a:lnTo>
                <a:lnTo>
                  <a:pt x="2489440" y="61695"/>
                </a:lnTo>
                <a:lnTo>
                  <a:pt x="2489694" y="63210"/>
                </a:lnTo>
                <a:lnTo>
                  <a:pt x="2489848" y="64804"/>
                </a:lnTo>
                <a:lnTo>
                  <a:pt x="2489900" y="66477"/>
                </a:lnTo>
                <a:lnTo>
                  <a:pt x="2485689" y="66597"/>
                </a:lnTo>
                <a:lnTo>
                  <a:pt x="2481593" y="66811"/>
                </a:lnTo>
                <a:lnTo>
                  <a:pt x="2477617" y="67119"/>
                </a:lnTo>
                <a:lnTo>
                  <a:pt x="2473766" y="67522"/>
                </a:lnTo>
                <a:lnTo>
                  <a:pt x="2470048" y="68019"/>
                </a:lnTo>
                <a:lnTo>
                  <a:pt x="2466466" y="68610"/>
                </a:lnTo>
                <a:lnTo>
                  <a:pt x="2463028" y="69295"/>
                </a:lnTo>
                <a:lnTo>
                  <a:pt x="2459738" y="70074"/>
                </a:lnTo>
                <a:lnTo>
                  <a:pt x="2456603" y="70947"/>
                </a:lnTo>
                <a:lnTo>
                  <a:pt x="2453628" y="71913"/>
                </a:lnTo>
                <a:lnTo>
                  <a:pt x="2450820" y="72973"/>
                </a:lnTo>
                <a:lnTo>
                  <a:pt x="2448184" y="74127"/>
                </a:lnTo>
                <a:lnTo>
                  <a:pt x="2445725" y="75375"/>
                </a:lnTo>
                <a:lnTo>
                  <a:pt x="2443450" y="76715"/>
                </a:lnTo>
                <a:lnTo>
                  <a:pt x="2441364" y="78149"/>
                </a:lnTo>
                <a:lnTo>
                  <a:pt x="2439473" y="79677"/>
                </a:lnTo>
                <a:lnTo>
                  <a:pt x="2437783" y="81297"/>
                </a:lnTo>
                <a:lnTo>
                  <a:pt x="2436300" y="83011"/>
                </a:lnTo>
                <a:lnTo>
                  <a:pt x="2435029" y="84818"/>
                </a:lnTo>
                <a:lnTo>
                  <a:pt x="2433976" y="86717"/>
                </a:lnTo>
                <a:lnTo>
                  <a:pt x="2433147" y="88710"/>
                </a:lnTo>
                <a:lnTo>
                  <a:pt x="2432548" y="90795"/>
                </a:lnTo>
                <a:lnTo>
                  <a:pt x="2432184" y="92973"/>
                </a:lnTo>
                <a:lnTo>
                  <a:pt x="2432061" y="95244"/>
                </a:lnTo>
                <a:lnTo>
                  <a:pt x="2432124" y="96901"/>
                </a:lnTo>
                <a:lnTo>
                  <a:pt x="2432312" y="98545"/>
                </a:lnTo>
                <a:lnTo>
                  <a:pt x="2432622" y="100170"/>
                </a:lnTo>
                <a:lnTo>
                  <a:pt x="2433052" y="101773"/>
                </a:lnTo>
                <a:lnTo>
                  <a:pt x="2433601" y="103347"/>
                </a:lnTo>
                <a:lnTo>
                  <a:pt x="2434267" y="104888"/>
                </a:lnTo>
                <a:lnTo>
                  <a:pt x="2435046" y="106390"/>
                </a:lnTo>
                <a:lnTo>
                  <a:pt x="2435939" y="107848"/>
                </a:lnTo>
                <a:lnTo>
                  <a:pt x="2436942" y="109257"/>
                </a:lnTo>
                <a:lnTo>
                  <a:pt x="2438053" y="110613"/>
                </a:lnTo>
                <a:lnTo>
                  <a:pt x="2439271" y="111909"/>
                </a:lnTo>
                <a:lnTo>
                  <a:pt x="2440593" y="113142"/>
                </a:lnTo>
                <a:lnTo>
                  <a:pt x="2442017" y="114305"/>
                </a:lnTo>
                <a:lnTo>
                  <a:pt x="2443542" y="115393"/>
                </a:lnTo>
                <a:lnTo>
                  <a:pt x="2445166" y="116403"/>
                </a:lnTo>
                <a:lnTo>
                  <a:pt x="2446886" y="117327"/>
                </a:lnTo>
                <a:lnTo>
                  <a:pt x="2448700" y="118163"/>
                </a:lnTo>
                <a:lnTo>
                  <a:pt x="2450607" y="118903"/>
                </a:lnTo>
                <a:lnTo>
                  <a:pt x="2452603" y="119543"/>
                </a:lnTo>
                <a:lnTo>
                  <a:pt x="2454689" y="120079"/>
                </a:lnTo>
                <a:lnTo>
                  <a:pt x="2456861" y="120504"/>
                </a:lnTo>
                <a:lnTo>
                  <a:pt x="2459117" y="120814"/>
                </a:lnTo>
                <a:lnTo>
                  <a:pt x="2461455" y="121004"/>
                </a:lnTo>
                <a:lnTo>
                  <a:pt x="2463874" y="121068"/>
                </a:lnTo>
                <a:lnTo>
                  <a:pt x="2464790" y="121061"/>
                </a:lnTo>
                <a:lnTo>
                  <a:pt x="2465753" y="121038"/>
                </a:lnTo>
                <a:lnTo>
                  <a:pt x="2466760" y="120999"/>
                </a:lnTo>
                <a:lnTo>
                  <a:pt x="2467806" y="120941"/>
                </a:lnTo>
                <a:lnTo>
                  <a:pt x="2468890" y="120863"/>
                </a:lnTo>
                <a:lnTo>
                  <a:pt x="2470007" y="120764"/>
                </a:lnTo>
                <a:lnTo>
                  <a:pt x="2471154" y="120643"/>
                </a:lnTo>
                <a:lnTo>
                  <a:pt x="2472328" y="120498"/>
                </a:lnTo>
                <a:lnTo>
                  <a:pt x="2473525" y="120327"/>
                </a:lnTo>
                <a:lnTo>
                  <a:pt x="2474743" y="120129"/>
                </a:lnTo>
                <a:lnTo>
                  <a:pt x="2475977" y="119903"/>
                </a:lnTo>
                <a:lnTo>
                  <a:pt x="2477225" y="119647"/>
                </a:lnTo>
                <a:lnTo>
                  <a:pt x="2478482" y="119361"/>
                </a:lnTo>
                <a:lnTo>
                  <a:pt x="2479746" y="119041"/>
                </a:lnTo>
                <a:lnTo>
                  <a:pt x="2481014" y="118688"/>
                </a:lnTo>
                <a:lnTo>
                  <a:pt x="2482282" y="118299"/>
                </a:lnTo>
                <a:lnTo>
                  <a:pt x="2483546" y="117873"/>
                </a:lnTo>
                <a:lnTo>
                  <a:pt x="2484803" y="117409"/>
                </a:lnTo>
                <a:lnTo>
                  <a:pt x="2486051" y="116906"/>
                </a:lnTo>
                <a:lnTo>
                  <a:pt x="2487285" y="116361"/>
                </a:lnTo>
                <a:lnTo>
                  <a:pt x="2488502" y="115774"/>
                </a:lnTo>
                <a:lnTo>
                  <a:pt x="2489700" y="115143"/>
                </a:lnTo>
                <a:lnTo>
                  <a:pt x="2490873" y="114466"/>
                </a:lnTo>
                <a:lnTo>
                  <a:pt x="2492021" y="113743"/>
                </a:lnTo>
                <a:lnTo>
                  <a:pt x="2492576" y="114464"/>
                </a:lnTo>
                <a:lnTo>
                  <a:pt x="2493181" y="115126"/>
                </a:lnTo>
                <a:lnTo>
                  <a:pt x="2493833" y="115733"/>
                </a:lnTo>
                <a:lnTo>
                  <a:pt x="2494527" y="116287"/>
                </a:lnTo>
                <a:lnTo>
                  <a:pt x="2495262" y="116790"/>
                </a:lnTo>
                <a:lnTo>
                  <a:pt x="2496033" y="117244"/>
                </a:lnTo>
                <a:lnTo>
                  <a:pt x="2496839" y="117653"/>
                </a:lnTo>
                <a:lnTo>
                  <a:pt x="2497676" y="118018"/>
                </a:lnTo>
                <a:lnTo>
                  <a:pt x="2498541" y="118342"/>
                </a:lnTo>
                <a:lnTo>
                  <a:pt x="2499432" y="118627"/>
                </a:lnTo>
                <a:lnTo>
                  <a:pt x="2500344" y="118877"/>
                </a:lnTo>
                <a:lnTo>
                  <a:pt x="2501275" y="119092"/>
                </a:lnTo>
                <a:lnTo>
                  <a:pt x="2502223" y="119277"/>
                </a:lnTo>
                <a:lnTo>
                  <a:pt x="2503183" y="119432"/>
                </a:lnTo>
                <a:lnTo>
                  <a:pt x="2504154" y="119562"/>
                </a:lnTo>
                <a:lnTo>
                  <a:pt x="2505131" y="119667"/>
                </a:lnTo>
                <a:lnTo>
                  <a:pt x="2506113" y="119750"/>
                </a:lnTo>
                <a:lnTo>
                  <a:pt x="2507095" y="119815"/>
                </a:lnTo>
                <a:lnTo>
                  <a:pt x="2508076" y="119863"/>
                </a:lnTo>
                <a:lnTo>
                  <a:pt x="2509051" y="119897"/>
                </a:lnTo>
                <a:lnTo>
                  <a:pt x="2510019" y="119919"/>
                </a:lnTo>
                <a:lnTo>
                  <a:pt x="2510975" y="119931"/>
                </a:lnTo>
                <a:lnTo>
                  <a:pt x="2511917" y="119937"/>
                </a:lnTo>
                <a:lnTo>
                  <a:pt x="2512842" y="119939"/>
                </a:lnTo>
                <a:lnTo>
                  <a:pt x="2513511" y="119938"/>
                </a:lnTo>
                <a:lnTo>
                  <a:pt x="2514166" y="119935"/>
                </a:lnTo>
                <a:lnTo>
                  <a:pt x="2514806" y="119927"/>
                </a:lnTo>
                <a:lnTo>
                  <a:pt x="2515431" y="119911"/>
                </a:lnTo>
                <a:lnTo>
                  <a:pt x="2516038" y="119885"/>
                </a:lnTo>
                <a:lnTo>
                  <a:pt x="2516626" y="119845"/>
                </a:lnTo>
                <a:lnTo>
                  <a:pt x="2517194" y="119790"/>
                </a:lnTo>
                <a:lnTo>
                  <a:pt x="2517741" y="119717"/>
                </a:lnTo>
                <a:lnTo>
                  <a:pt x="2518265" y="119624"/>
                </a:lnTo>
                <a:lnTo>
                  <a:pt x="2518765" y="119506"/>
                </a:lnTo>
                <a:lnTo>
                  <a:pt x="2519239" y="119363"/>
                </a:lnTo>
                <a:lnTo>
                  <a:pt x="2519687" y="119192"/>
                </a:lnTo>
                <a:lnTo>
                  <a:pt x="2520106" y="118989"/>
                </a:lnTo>
                <a:lnTo>
                  <a:pt x="2520496" y="118753"/>
                </a:lnTo>
                <a:lnTo>
                  <a:pt x="2520856" y="118480"/>
                </a:lnTo>
                <a:lnTo>
                  <a:pt x="2521183" y="118168"/>
                </a:lnTo>
                <a:lnTo>
                  <a:pt x="2521477" y="117815"/>
                </a:lnTo>
                <a:lnTo>
                  <a:pt x="2521735" y="117418"/>
                </a:lnTo>
                <a:lnTo>
                  <a:pt x="2521958" y="116974"/>
                </a:lnTo>
                <a:lnTo>
                  <a:pt x="2522143" y="116481"/>
                </a:lnTo>
                <a:lnTo>
                  <a:pt x="2522290" y="115936"/>
                </a:lnTo>
                <a:lnTo>
                  <a:pt x="2522396" y="115336"/>
                </a:lnTo>
                <a:lnTo>
                  <a:pt x="2522461" y="114680"/>
                </a:lnTo>
                <a:lnTo>
                  <a:pt x="2522483" y="113964"/>
                </a:lnTo>
                <a:lnTo>
                  <a:pt x="2522458" y="113270"/>
                </a:lnTo>
                <a:lnTo>
                  <a:pt x="2522386" y="112635"/>
                </a:lnTo>
                <a:lnTo>
                  <a:pt x="2522270" y="112054"/>
                </a:lnTo>
                <a:lnTo>
                  <a:pt x="2522112" y="111527"/>
                </a:lnTo>
                <a:lnTo>
                  <a:pt x="2521916" y="111049"/>
                </a:lnTo>
                <a:lnTo>
                  <a:pt x="2521684" y="110620"/>
                </a:lnTo>
                <a:close/>
                <a:moveTo>
                  <a:pt x="2489782" y="97355"/>
                </a:moveTo>
                <a:lnTo>
                  <a:pt x="2489713" y="97881"/>
                </a:lnTo>
                <a:lnTo>
                  <a:pt x="2489621" y="98403"/>
                </a:lnTo>
                <a:lnTo>
                  <a:pt x="2489503" y="98920"/>
                </a:lnTo>
                <a:lnTo>
                  <a:pt x="2489356" y="99433"/>
                </a:lnTo>
                <a:lnTo>
                  <a:pt x="2489176" y="99940"/>
                </a:lnTo>
                <a:lnTo>
                  <a:pt x="2488960" y="100443"/>
                </a:lnTo>
                <a:lnTo>
                  <a:pt x="2488705" y="100940"/>
                </a:lnTo>
                <a:lnTo>
                  <a:pt x="2488407" y="101432"/>
                </a:lnTo>
                <a:lnTo>
                  <a:pt x="2488064" y="101920"/>
                </a:lnTo>
                <a:lnTo>
                  <a:pt x="2487672" y="102402"/>
                </a:lnTo>
                <a:lnTo>
                  <a:pt x="2487227" y="102878"/>
                </a:lnTo>
                <a:lnTo>
                  <a:pt x="2486727" y="103350"/>
                </a:lnTo>
                <a:lnTo>
                  <a:pt x="2486169" y="103815"/>
                </a:lnTo>
                <a:lnTo>
                  <a:pt x="2485548" y="104275"/>
                </a:lnTo>
                <a:lnTo>
                  <a:pt x="2484862" y="104730"/>
                </a:lnTo>
                <a:lnTo>
                  <a:pt x="2484108" y="105179"/>
                </a:lnTo>
                <a:lnTo>
                  <a:pt x="2483282" y="105621"/>
                </a:lnTo>
                <a:lnTo>
                  <a:pt x="2482380" y="106058"/>
                </a:lnTo>
                <a:lnTo>
                  <a:pt x="2481505" y="106448"/>
                </a:lnTo>
                <a:lnTo>
                  <a:pt x="2480614" y="106805"/>
                </a:lnTo>
                <a:lnTo>
                  <a:pt x="2479714" y="107131"/>
                </a:lnTo>
                <a:lnTo>
                  <a:pt x="2478807" y="107428"/>
                </a:lnTo>
                <a:lnTo>
                  <a:pt x="2477897" y="107696"/>
                </a:lnTo>
                <a:lnTo>
                  <a:pt x="2476989" y="107938"/>
                </a:lnTo>
                <a:lnTo>
                  <a:pt x="2476085" y="108154"/>
                </a:lnTo>
                <a:lnTo>
                  <a:pt x="2475191" y="108346"/>
                </a:lnTo>
                <a:lnTo>
                  <a:pt x="2474309" y="108516"/>
                </a:lnTo>
                <a:lnTo>
                  <a:pt x="2473443" y="108664"/>
                </a:lnTo>
                <a:lnTo>
                  <a:pt x="2472599" y="108793"/>
                </a:lnTo>
                <a:lnTo>
                  <a:pt x="2471778" y="108903"/>
                </a:lnTo>
                <a:lnTo>
                  <a:pt x="2470985" y="108996"/>
                </a:lnTo>
                <a:lnTo>
                  <a:pt x="2470225" y="109074"/>
                </a:lnTo>
                <a:lnTo>
                  <a:pt x="2469500" y="109138"/>
                </a:lnTo>
                <a:lnTo>
                  <a:pt x="2468815" y="109189"/>
                </a:lnTo>
                <a:lnTo>
                  <a:pt x="2468173" y="109229"/>
                </a:lnTo>
                <a:lnTo>
                  <a:pt x="2467579" y="109258"/>
                </a:lnTo>
                <a:lnTo>
                  <a:pt x="2467036" y="109280"/>
                </a:lnTo>
                <a:lnTo>
                  <a:pt x="2466548" y="109294"/>
                </a:lnTo>
                <a:lnTo>
                  <a:pt x="2466119" y="109303"/>
                </a:lnTo>
                <a:lnTo>
                  <a:pt x="2465753" y="109307"/>
                </a:lnTo>
                <a:lnTo>
                  <a:pt x="2465453" y="109309"/>
                </a:lnTo>
                <a:lnTo>
                  <a:pt x="2465224" y="109309"/>
                </a:lnTo>
                <a:lnTo>
                  <a:pt x="2463751" y="109276"/>
                </a:lnTo>
                <a:lnTo>
                  <a:pt x="2462322" y="109176"/>
                </a:lnTo>
                <a:lnTo>
                  <a:pt x="2460938" y="109013"/>
                </a:lnTo>
                <a:lnTo>
                  <a:pt x="2459602" y="108789"/>
                </a:lnTo>
                <a:lnTo>
                  <a:pt x="2458314" y="108506"/>
                </a:lnTo>
                <a:lnTo>
                  <a:pt x="2457077" y="108168"/>
                </a:lnTo>
                <a:lnTo>
                  <a:pt x="2455892" y="107775"/>
                </a:lnTo>
                <a:lnTo>
                  <a:pt x="2454762" y="107331"/>
                </a:lnTo>
                <a:lnTo>
                  <a:pt x="2453686" y="106839"/>
                </a:lnTo>
                <a:lnTo>
                  <a:pt x="2452668" y="106300"/>
                </a:lnTo>
                <a:lnTo>
                  <a:pt x="2451709" y="105717"/>
                </a:lnTo>
                <a:lnTo>
                  <a:pt x="2450811" y="105092"/>
                </a:lnTo>
                <a:lnTo>
                  <a:pt x="2449975" y="104428"/>
                </a:lnTo>
                <a:lnTo>
                  <a:pt x="2449202" y="103728"/>
                </a:lnTo>
                <a:lnTo>
                  <a:pt x="2448496" y="102993"/>
                </a:lnTo>
                <a:lnTo>
                  <a:pt x="2447856" y="102226"/>
                </a:lnTo>
                <a:lnTo>
                  <a:pt x="2447286" y="101430"/>
                </a:lnTo>
                <a:lnTo>
                  <a:pt x="2446786" y="100606"/>
                </a:lnTo>
                <a:lnTo>
                  <a:pt x="2446358" y="99758"/>
                </a:lnTo>
                <a:lnTo>
                  <a:pt x="2446005" y="98888"/>
                </a:lnTo>
                <a:lnTo>
                  <a:pt x="2445727" y="97999"/>
                </a:lnTo>
                <a:lnTo>
                  <a:pt x="2445527" y="97091"/>
                </a:lnTo>
                <a:lnTo>
                  <a:pt x="2445405" y="96169"/>
                </a:lnTo>
                <a:lnTo>
                  <a:pt x="2445364" y="95235"/>
                </a:lnTo>
                <a:lnTo>
                  <a:pt x="2445450" y="94066"/>
                </a:lnTo>
                <a:lnTo>
                  <a:pt x="2445706" y="92923"/>
                </a:lnTo>
                <a:lnTo>
                  <a:pt x="2446131" y="91808"/>
                </a:lnTo>
                <a:lnTo>
                  <a:pt x="2446722" y="90722"/>
                </a:lnTo>
                <a:lnTo>
                  <a:pt x="2447476" y="89667"/>
                </a:lnTo>
                <a:lnTo>
                  <a:pt x="2448391" y="88645"/>
                </a:lnTo>
                <a:lnTo>
                  <a:pt x="2449466" y="87658"/>
                </a:lnTo>
                <a:lnTo>
                  <a:pt x="2450698" y="86708"/>
                </a:lnTo>
                <a:lnTo>
                  <a:pt x="2452084" y="85795"/>
                </a:lnTo>
                <a:lnTo>
                  <a:pt x="2453623" y="84922"/>
                </a:lnTo>
                <a:lnTo>
                  <a:pt x="2455312" y="84092"/>
                </a:lnTo>
                <a:lnTo>
                  <a:pt x="2457148" y="83304"/>
                </a:lnTo>
                <a:lnTo>
                  <a:pt x="2459131" y="82562"/>
                </a:lnTo>
                <a:lnTo>
                  <a:pt x="2461256" y="81866"/>
                </a:lnTo>
                <a:lnTo>
                  <a:pt x="2463523" y="81220"/>
                </a:lnTo>
                <a:lnTo>
                  <a:pt x="2465929" y="80623"/>
                </a:lnTo>
                <a:lnTo>
                  <a:pt x="2468471" y="80079"/>
                </a:lnTo>
                <a:lnTo>
                  <a:pt x="2471147" y="79589"/>
                </a:lnTo>
                <a:lnTo>
                  <a:pt x="2473956" y="79155"/>
                </a:lnTo>
                <a:lnTo>
                  <a:pt x="2476894" y="78778"/>
                </a:lnTo>
                <a:lnTo>
                  <a:pt x="2479960" y="78460"/>
                </a:lnTo>
                <a:lnTo>
                  <a:pt x="2483151" y="78204"/>
                </a:lnTo>
                <a:lnTo>
                  <a:pt x="2486465" y="78010"/>
                </a:lnTo>
                <a:lnTo>
                  <a:pt x="2489900" y="77880"/>
                </a:lnTo>
                <a:lnTo>
                  <a:pt x="2489900" y="94105"/>
                </a:lnTo>
                <a:lnTo>
                  <a:pt x="2489899" y="94657"/>
                </a:lnTo>
                <a:lnTo>
                  <a:pt x="2489895" y="95205"/>
                </a:lnTo>
                <a:lnTo>
                  <a:pt x="2489885" y="95749"/>
                </a:lnTo>
                <a:lnTo>
                  <a:pt x="2489865" y="96289"/>
                </a:lnTo>
                <a:lnTo>
                  <a:pt x="2489832" y="96824"/>
                </a:lnTo>
                <a:lnTo>
                  <a:pt x="2489782" y="97355"/>
                </a:lnTo>
                <a:close/>
                <a:moveTo>
                  <a:pt x="4838941" y="95752"/>
                </a:moveTo>
                <a:lnTo>
                  <a:pt x="4838654" y="95392"/>
                </a:lnTo>
                <a:lnTo>
                  <a:pt x="4838340" y="95073"/>
                </a:lnTo>
                <a:lnTo>
                  <a:pt x="4838003" y="94791"/>
                </a:lnTo>
                <a:lnTo>
                  <a:pt x="4837646" y="94544"/>
                </a:lnTo>
                <a:lnTo>
                  <a:pt x="4837275" y="94330"/>
                </a:lnTo>
                <a:lnTo>
                  <a:pt x="4836893" y="94146"/>
                </a:lnTo>
                <a:lnTo>
                  <a:pt x="4836505" y="93991"/>
                </a:lnTo>
                <a:lnTo>
                  <a:pt x="4836116" y="93861"/>
                </a:lnTo>
                <a:lnTo>
                  <a:pt x="4835729" y="93755"/>
                </a:lnTo>
                <a:lnTo>
                  <a:pt x="4835349" y="93670"/>
                </a:lnTo>
                <a:lnTo>
                  <a:pt x="4834981" y="93604"/>
                </a:lnTo>
                <a:lnTo>
                  <a:pt x="4834628" y="93554"/>
                </a:lnTo>
                <a:lnTo>
                  <a:pt x="4834296" y="93519"/>
                </a:lnTo>
                <a:lnTo>
                  <a:pt x="4833988" y="93495"/>
                </a:lnTo>
                <a:lnTo>
                  <a:pt x="4833708" y="93480"/>
                </a:lnTo>
                <a:lnTo>
                  <a:pt x="4833462" y="93473"/>
                </a:lnTo>
                <a:lnTo>
                  <a:pt x="4833254" y="93470"/>
                </a:lnTo>
                <a:lnTo>
                  <a:pt x="4833087" y="93470"/>
                </a:lnTo>
                <a:lnTo>
                  <a:pt x="4832663" y="93473"/>
                </a:lnTo>
                <a:lnTo>
                  <a:pt x="4832258" y="93483"/>
                </a:lnTo>
                <a:lnTo>
                  <a:pt x="4831872" y="93502"/>
                </a:lnTo>
                <a:lnTo>
                  <a:pt x="4831504" y="93530"/>
                </a:lnTo>
                <a:lnTo>
                  <a:pt x="4831153" y="93568"/>
                </a:lnTo>
                <a:lnTo>
                  <a:pt x="4830818" y="93618"/>
                </a:lnTo>
                <a:lnTo>
                  <a:pt x="4830499" y="93680"/>
                </a:lnTo>
                <a:lnTo>
                  <a:pt x="4830194" y="93756"/>
                </a:lnTo>
                <a:lnTo>
                  <a:pt x="4829904" y="93847"/>
                </a:lnTo>
                <a:lnTo>
                  <a:pt x="4829627" y="93953"/>
                </a:lnTo>
                <a:lnTo>
                  <a:pt x="4829362" y="94077"/>
                </a:lnTo>
                <a:lnTo>
                  <a:pt x="4829110" y="94218"/>
                </a:lnTo>
                <a:lnTo>
                  <a:pt x="4828868" y="94379"/>
                </a:lnTo>
                <a:lnTo>
                  <a:pt x="4828637" y="94560"/>
                </a:lnTo>
                <a:lnTo>
                  <a:pt x="4828415" y="94762"/>
                </a:lnTo>
                <a:lnTo>
                  <a:pt x="4828202" y="94987"/>
                </a:lnTo>
                <a:lnTo>
                  <a:pt x="4827997" y="95235"/>
                </a:lnTo>
                <a:lnTo>
                  <a:pt x="4827799" y="95508"/>
                </a:lnTo>
                <a:lnTo>
                  <a:pt x="4827608" y="95806"/>
                </a:lnTo>
                <a:lnTo>
                  <a:pt x="4827423" y="96131"/>
                </a:lnTo>
                <a:lnTo>
                  <a:pt x="4827242" y="96484"/>
                </a:lnTo>
                <a:lnTo>
                  <a:pt x="4827066" y="96866"/>
                </a:lnTo>
                <a:lnTo>
                  <a:pt x="4826894" y="97278"/>
                </a:lnTo>
                <a:lnTo>
                  <a:pt x="4826724" y="97721"/>
                </a:lnTo>
                <a:lnTo>
                  <a:pt x="4826162" y="98908"/>
                </a:lnTo>
                <a:lnTo>
                  <a:pt x="4825541" y="100015"/>
                </a:lnTo>
                <a:lnTo>
                  <a:pt x="4824866" y="101042"/>
                </a:lnTo>
                <a:lnTo>
                  <a:pt x="4824140" y="101993"/>
                </a:lnTo>
                <a:lnTo>
                  <a:pt x="4823370" y="102871"/>
                </a:lnTo>
                <a:lnTo>
                  <a:pt x="4822560" y="103678"/>
                </a:lnTo>
                <a:lnTo>
                  <a:pt x="4821715" y="104417"/>
                </a:lnTo>
                <a:lnTo>
                  <a:pt x="4820839" y="105092"/>
                </a:lnTo>
                <a:lnTo>
                  <a:pt x="4819939" y="105704"/>
                </a:lnTo>
                <a:lnTo>
                  <a:pt x="4819017" y="106257"/>
                </a:lnTo>
                <a:lnTo>
                  <a:pt x="4818080" y="106752"/>
                </a:lnTo>
                <a:lnTo>
                  <a:pt x="4817132" y="107194"/>
                </a:lnTo>
                <a:lnTo>
                  <a:pt x="4816177" y="107585"/>
                </a:lnTo>
                <a:lnTo>
                  <a:pt x="4815222" y="107927"/>
                </a:lnTo>
                <a:lnTo>
                  <a:pt x="4814271" y="108224"/>
                </a:lnTo>
                <a:lnTo>
                  <a:pt x="4813327" y="108477"/>
                </a:lnTo>
                <a:lnTo>
                  <a:pt x="4812398" y="108691"/>
                </a:lnTo>
                <a:lnTo>
                  <a:pt x="4811486" y="108867"/>
                </a:lnTo>
                <a:lnTo>
                  <a:pt x="4810598" y="109008"/>
                </a:lnTo>
                <a:lnTo>
                  <a:pt x="4809738" y="109118"/>
                </a:lnTo>
                <a:lnTo>
                  <a:pt x="4808910" y="109198"/>
                </a:lnTo>
                <a:lnTo>
                  <a:pt x="4808120" y="109252"/>
                </a:lnTo>
                <a:lnTo>
                  <a:pt x="4807373" y="109282"/>
                </a:lnTo>
                <a:lnTo>
                  <a:pt x="4806673" y="109292"/>
                </a:lnTo>
                <a:lnTo>
                  <a:pt x="4804866" y="109242"/>
                </a:lnTo>
                <a:lnTo>
                  <a:pt x="4803064" y="109092"/>
                </a:lnTo>
                <a:lnTo>
                  <a:pt x="4801273" y="108845"/>
                </a:lnTo>
                <a:lnTo>
                  <a:pt x="4799496" y="108501"/>
                </a:lnTo>
                <a:lnTo>
                  <a:pt x="4797739" y="108060"/>
                </a:lnTo>
                <a:lnTo>
                  <a:pt x="4796006" y="107526"/>
                </a:lnTo>
                <a:lnTo>
                  <a:pt x="4794303" y="106897"/>
                </a:lnTo>
                <a:lnTo>
                  <a:pt x="4792635" y="106177"/>
                </a:lnTo>
                <a:lnTo>
                  <a:pt x="4791006" y="105365"/>
                </a:lnTo>
                <a:lnTo>
                  <a:pt x="4789422" y="104463"/>
                </a:lnTo>
                <a:lnTo>
                  <a:pt x="4787887" y="103473"/>
                </a:lnTo>
                <a:lnTo>
                  <a:pt x="4786406" y="102394"/>
                </a:lnTo>
                <a:lnTo>
                  <a:pt x="4784984" y="101229"/>
                </a:lnTo>
                <a:lnTo>
                  <a:pt x="4783627" y="99979"/>
                </a:lnTo>
                <a:lnTo>
                  <a:pt x="4782339" y="98644"/>
                </a:lnTo>
                <a:lnTo>
                  <a:pt x="4781125" y="97227"/>
                </a:lnTo>
                <a:lnTo>
                  <a:pt x="4779989" y="95727"/>
                </a:lnTo>
                <a:lnTo>
                  <a:pt x="4778938" y="94147"/>
                </a:lnTo>
                <a:lnTo>
                  <a:pt x="4777976" y="92487"/>
                </a:lnTo>
                <a:lnTo>
                  <a:pt x="4777107" y="90749"/>
                </a:lnTo>
                <a:lnTo>
                  <a:pt x="4776337" y="88933"/>
                </a:lnTo>
                <a:lnTo>
                  <a:pt x="4775671" y="87042"/>
                </a:lnTo>
                <a:lnTo>
                  <a:pt x="4775113" y="85075"/>
                </a:lnTo>
                <a:lnTo>
                  <a:pt x="4774669" y="83034"/>
                </a:lnTo>
                <a:lnTo>
                  <a:pt x="4832122" y="83034"/>
                </a:lnTo>
                <a:lnTo>
                  <a:pt x="4832626" y="83034"/>
                </a:lnTo>
                <a:lnTo>
                  <a:pt x="4833124" y="83030"/>
                </a:lnTo>
                <a:lnTo>
                  <a:pt x="4833615" y="83021"/>
                </a:lnTo>
                <a:lnTo>
                  <a:pt x="4834098" y="83001"/>
                </a:lnTo>
                <a:lnTo>
                  <a:pt x="4834572" y="82970"/>
                </a:lnTo>
                <a:lnTo>
                  <a:pt x="4835034" y="82923"/>
                </a:lnTo>
                <a:lnTo>
                  <a:pt x="4835484" y="82858"/>
                </a:lnTo>
                <a:lnTo>
                  <a:pt x="4835920" y="82770"/>
                </a:lnTo>
                <a:lnTo>
                  <a:pt x="4836340" y="82658"/>
                </a:lnTo>
                <a:lnTo>
                  <a:pt x="4836744" y="82519"/>
                </a:lnTo>
                <a:lnTo>
                  <a:pt x="4837129" y="82348"/>
                </a:lnTo>
                <a:lnTo>
                  <a:pt x="4837495" y="82143"/>
                </a:lnTo>
                <a:lnTo>
                  <a:pt x="4837840" y="81901"/>
                </a:lnTo>
                <a:lnTo>
                  <a:pt x="4838162" y="81619"/>
                </a:lnTo>
                <a:lnTo>
                  <a:pt x="4838460" y="81293"/>
                </a:lnTo>
                <a:lnTo>
                  <a:pt x="4838733" y="80921"/>
                </a:lnTo>
                <a:lnTo>
                  <a:pt x="4838979" y="80500"/>
                </a:lnTo>
                <a:lnTo>
                  <a:pt x="4839197" y="80026"/>
                </a:lnTo>
                <a:lnTo>
                  <a:pt x="4839385" y="79496"/>
                </a:lnTo>
                <a:lnTo>
                  <a:pt x="4839542" y="78908"/>
                </a:lnTo>
                <a:lnTo>
                  <a:pt x="4839667" y="78257"/>
                </a:lnTo>
                <a:lnTo>
                  <a:pt x="4839758" y="77541"/>
                </a:lnTo>
                <a:lnTo>
                  <a:pt x="4839813" y="76758"/>
                </a:lnTo>
                <a:lnTo>
                  <a:pt x="4839832" y="75903"/>
                </a:lnTo>
                <a:lnTo>
                  <a:pt x="4839768" y="73172"/>
                </a:lnTo>
                <a:lnTo>
                  <a:pt x="4839575" y="70480"/>
                </a:lnTo>
                <a:lnTo>
                  <a:pt x="4839253" y="67834"/>
                </a:lnTo>
                <a:lnTo>
                  <a:pt x="4838802" y="65241"/>
                </a:lnTo>
                <a:lnTo>
                  <a:pt x="4838222" y="62707"/>
                </a:lnTo>
                <a:lnTo>
                  <a:pt x="4837513" y="60240"/>
                </a:lnTo>
                <a:lnTo>
                  <a:pt x="4836674" y="57846"/>
                </a:lnTo>
                <a:lnTo>
                  <a:pt x="4835705" y="55533"/>
                </a:lnTo>
                <a:lnTo>
                  <a:pt x="4834607" y="53306"/>
                </a:lnTo>
                <a:lnTo>
                  <a:pt x="4833378" y="51174"/>
                </a:lnTo>
                <a:lnTo>
                  <a:pt x="4832019" y="49142"/>
                </a:lnTo>
                <a:lnTo>
                  <a:pt x="4830530" y="47218"/>
                </a:lnTo>
                <a:lnTo>
                  <a:pt x="4828911" y="45408"/>
                </a:lnTo>
                <a:lnTo>
                  <a:pt x="4827160" y="43720"/>
                </a:lnTo>
                <a:lnTo>
                  <a:pt x="4825279" y="42160"/>
                </a:lnTo>
                <a:lnTo>
                  <a:pt x="4823267" y="40735"/>
                </a:lnTo>
                <a:lnTo>
                  <a:pt x="4821123" y="39452"/>
                </a:lnTo>
                <a:lnTo>
                  <a:pt x="4818848" y="38317"/>
                </a:lnTo>
                <a:lnTo>
                  <a:pt x="4816442" y="37339"/>
                </a:lnTo>
                <a:lnTo>
                  <a:pt x="4813904" y="36523"/>
                </a:lnTo>
                <a:lnTo>
                  <a:pt x="4811234" y="35876"/>
                </a:lnTo>
                <a:lnTo>
                  <a:pt x="4808432" y="35406"/>
                </a:lnTo>
                <a:lnTo>
                  <a:pt x="4805497" y="35119"/>
                </a:lnTo>
                <a:lnTo>
                  <a:pt x="4802430" y="35021"/>
                </a:lnTo>
                <a:lnTo>
                  <a:pt x="4799587" y="35121"/>
                </a:lnTo>
                <a:lnTo>
                  <a:pt x="4796795" y="35415"/>
                </a:lnTo>
                <a:lnTo>
                  <a:pt x="4794062" y="35896"/>
                </a:lnTo>
                <a:lnTo>
                  <a:pt x="4791394" y="36560"/>
                </a:lnTo>
                <a:lnTo>
                  <a:pt x="4788796" y="37398"/>
                </a:lnTo>
                <a:lnTo>
                  <a:pt x="4786275" y="38405"/>
                </a:lnTo>
                <a:lnTo>
                  <a:pt x="4783837" y="39574"/>
                </a:lnTo>
                <a:lnTo>
                  <a:pt x="4781487" y="40900"/>
                </a:lnTo>
                <a:lnTo>
                  <a:pt x="4779233" y="42374"/>
                </a:lnTo>
                <a:lnTo>
                  <a:pt x="4777080" y="43991"/>
                </a:lnTo>
                <a:lnTo>
                  <a:pt x="4775035" y="45745"/>
                </a:lnTo>
                <a:lnTo>
                  <a:pt x="4773102" y="47628"/>
                </a:lnTo>
                <a:lnTo>
                  <a:pt x="4771289" y="49636"/>
                </a:lnTo>
                <a:lnTo>
                  <a:pt x="4769602" y="51760"/>
                </a:lnTo>
                <a:lnTo>
                  <a:pt x="4768046" y="53995"/>
                </a:lnTo>
                <a:lnTo>
                  <a:pt x="4766629" y="56334"/>
                </a:lnTo>
                <a:lnTo>
                  <a:pt x="4765355" y="58771"/>
                </a:lnTo>
                <a:lnTo>
                  <a:pt x="4764231" y="61299"/>
                </a:lnTo>
                <a:lnTo>
                  <a:pt x="4763263" y="63912"/>
                </a:lnTo>
                <a:lnTo>
                  <a:pt x="4762458" y="66603"/>
                </a:lnTo>
                <a:lnTo>
                  <a:pt x="4761821" y="69367"/>
                </a:lnTo>
                <a:lnTo>
                  <a:pt x="4761358" y="72196"/>
                </a:lnTo>
                <a:lnTo>
                  <a:pt x="4761076" y="75084"/>
                </a:lnTo>
                <a:lnTo>
                  <a:pt x="4760981" y="78024"/>
                </a:lnTo>
                <a:lnTo>
                  <a:pt x="4761081" y="80947"/>
                </a:lnTo>
                <a:lnTo>
                  <a:pt x="4761378" y="83820"/>
                </a:lnTo>
                <a:lnTo>
                  <a:pt x="4761866" y="86637"/>
                </a:lnTo>
                <a:lnTo>
                  <a:pt x="4762538" y="89392"/>
                </a:lnTo>
                <a:lnTo>
                  <a:pt x="4763389" y="92078"/>
                </a:lnTo>
                <a:lnTo>
                  <a:pt x="4764412" y="94688"/>
                </a:lnTo>
                <a:lnTo>
                  <a:pt x="4765601" y="97215"/>
                </a:lnTo>
                <a:lnTo>
                  <a:pt x="4766950" y="99653"/>
                </a:lnTo>
                <a:lnTo>
                  <a:pt x="4768453" y="101996"/>
                </a:lnTo>
                <a:lnTo>
                  <a:pt x="4770104" y="104235"/>
                </a:lnTo>
                <a:lnTo>
                  <a:pt x="4771897" y="106366"/>
                </a:lnTo>
                <a:lnTo>
                  <a:pt x="4773825" y="108380"/>
                </a:lnTo>
                <a:lnTo>
                  <a:pt x="4775883" y="110272"/>
                </a:lnTo>
                <a:lnTo>
                  <a:pt x="4778065" y="112034"/>
                </a:lnTo>
                <a:lnTo>
                  <a:pt x="4780363" y="113660"/>
                </a:lnTo>
                <a:lnTo>
                  <a:pt x="4782773" y="115144"/>
                </a:lnTo>
                <a:lnTo>
                  <a:pt x="4785288" y="116478"/>
                </a:lnTo>
                <a:lnTo>
                  <a:pt x="4787902" y="117655"/>
                </a:lnTo>
                <a:lnTo>
                  <a:pt x="4790609" y="118670"/>
                </a:lnTo>
                <a:lnTo>
                  <a:pt x="4793402" y="119516"/>
                </a:lnTo>
                <a:lnTo>
                  <a:pt x="4796277" y="120185"/>
                </a:lnTo>
                <a:lnTo>
                  <a:pt x="4799225" y="120671"/>
                </a:lnTo>
                <a:lnTo>
                  <a:pt x="4802243" y="120968"/>
                </a:lnTo>
                <a:lnTo>
                  <a:pt x="4805322" y="121068"/>
                </a:lnTo>
                <a:lnTo>
                  <a:pt x="4808419" y="120980"/>
                </a:lnTo>
                <a:lnTo>
                  <a:pt x="4811347" y="120724"/>
                </a:lnTo>
                <a:lnTo>
                  <a:pt x="4814112" y="120313"/>
                </a:lnTo>
                <a:lnTo>
                  <a:pt x="4816715" y="119760"/>
                </a:lnTo>
                <a:lnTo>
                  <a:pt x="4819160" y="119078"/>
                </a:lnTo>
                <a:lnTo>
                  <a:pt x="4821451" y="118280"/>
                </a:lnTo>
                <a:lnTo>
                  <a:pt x="4823590" y="117379"/>
                </a:lnTo>
                <a:lnTo>
                  <a:pt x="4825580" y="116389"/>
                </a:lnTo>
                <a:lnTo>
                  <a:pt x="4827425" y="115321"/>
                </a:lnTo>
                <a:lnTo>
                  <a:pt x="4829128" y="114189"/>
                </a:lnTo>
                <a:lnTo>
                  <a:pt x="4830692" y="113005"/>
                </a:lnTo>
                <a:lnTo>
                  <a:pt x="4832121" y="111784"/>
                </a:lnTo>
                <a:lnTo>
                  <a:pt x="4833417" y="110538"/>
                </a:lnTo>
                <a:lnTo>
                  <a:pt x="4834583" y="109279"/>
                </a:lnTo>
                <a:lnTo>
                  <a:pt x="4835623" y="108021"/>
                </a:lnTo>
                <a:lnTo>
                  <a:pt x="4836541" y="106777"/>
                </a:lnTo>
                <a:lnTo>
                  <a:pt x="4837338" y="105560"/>
                </a:lnTo>
                <a:lnTo>
                  <a:pt x="4838019" y="104382"/>
                </a:lnTo>
                <a:lnTo>
                  <a:pt x="4838586" y="103257"/>
                </a:lnTo>
                <a:lnTo>
                  <a:pt x="4839043" y="102198"/>
                </a:lnTo>
                <a:lnTo>
                  <a:pt x="4839393" y="101218"/>
                </a:lnTo>
                <a:lnTo>
                  <a:pt x="4839639" y="100328"/>
                </a:lnTo>
                <a:lnTo>
                  <a:pt x="4839784" y="99544"/>
                </a:lnTo>
                <a:lnTo>
                  <a:pt x="4839832" y="98878"/>
                </a:lnTo>
                <a:lnTo>
                  <a:pt x="4839804" y="98231"/>
                </a:lnTo>
                <a:lnTo>
                  <a:pt x="4839722" y="97637"/>
                </a:lnTo>
                <a:lnTo>
                  <a:pt x="4839590" y="97094"/>
                </a:lnTo>
                <a:lnTo>
                  <a:pt x="4839413" y="96601"/>
                </a:lnTo>
                <a:lnTo>
                  <a:pt x="4839195" y="96154"/>
                </a:lnTo>
                <a:lnTo>
                  <a:pt x="4838941" y="95752"/>
                </a:lnTo>
                <a:close/>
                <a:moveTo>
                  <a:pt x="4777620" y="63185"/>
                </a:moveTo>
                <a:lnTo>
                  <a:pt x="4778411" y="61671"/>
                </a:lnTo>
                <a:lnTo>
                  <a:pt x="4779276" y="60212"/>
                </a:lnTo>
                <a:lnTo>
                  <a:pt x="4780211" y="58811"/>
                </a:lnTo>
                <a:lnTo>
                  <a:pt x="4781213" y="57470"/>
                </a:lnTo>
                <a:lnTo>
                  <a:pt x="4782281" y="56194"/>
                </a:lnTo>
                <a:lnTo>
                  <a:pt x="4783410" y="54985"/>
                </a:lnTo>
                <a:lnTo>
                  <a:pt x="4784598" y="53846"/>
                </a:lnTo>
                <a:lnTo>
                  <a:pt x="4785843" y="52780"/>
                </a:lnTo>
                <a:lnTo>
                  <a:pt x="4787141" y="51791"/>
                </a:lnTo>
                <a:lnTo>
                  <a:pt x="4788489" y="50881"/>
                </a:lnTo>
                <a:lnTo>
                  <a:pt x="4789886" y="50054"/>
                </a:lnTo>
                <a:lnTo>
                  <a:pt x="4791327" y="49313"/>
                </a:lnTo>
                <a:lnTo>
                  <a:pt x="4792810" y="48660"/>
                </a:lnTo>
                <a:lnTo>
                  <a:pt x="4794332" y="48100"/>
                </a:lnTo>
                <a:lnTo>
                  <a:pt x="4795890" y="47634"/>
                </a:lnTo>
                <a:lnTo>
                  <a:pt x="4797482" y="47267"/>
                </a:lnTo>
                <a:lnTo>
                  <a:pt x="4799105" y="47000"/>
                </a:lnTo>
                <a:lnTo>
                  <a:pt x="4800755" y="46838"/>
                </a:lnTo>
                <a:lnTo>
                  <a:pt x="4802430" y="46783"/>
                </a:lnTo>
                <a:lnTo>
                  <a:pt x="4803693" y="46809"/>
                </a:lnTo>
                <a:lnTo>
                  <a:pt x="4804970" y="46890"/>
                </a:lnTo>
                <a:lnTo>
                  <a:pt x="4806257" y="47029"/>
                </a:lnTo>
                <a:lnTo>
                  <a:pt x="4807548" y="47232"/>
                </a:lnTo>
                <a:lnTo>
                  <a:pt x="4808838" y="47504"/>
                </a:lnTo>
                <a:lnTo>
                  <a:pt x="4810121" y="47847"/>
                </a:lnTo>
                <a:lnTo>
                  <a:pt x="4811393" y="48267"/>
                </a:lnTo>
                <a:lnTo>
                  <a:pt x="4812649" y="48769"/>
                </a:lnTo>
                <a:lnTo>
                  <a:pt x="4813882" y="49356"/>
                </a:lnTo>
                <a:lnTo>
                  <a:pt x="4815088" y="50034"/>
                </a:lnTo>
                <a:lnTo>
                  <a:pt x="4816261" y="50806"/>
                </a:lnTo>
                <a:lnTo>
                  <a:pt x="4817396" y="51677"/>
                </a:lnTo>
                <a:lnTo>
                  <a:pt x="4818488" y="52651"/>
                </a:lnTo>
                <a:lnTo>
                  <a:pt x="4819532" y="53734"/>
                </a:lnTo>
                <a:lnTo>
                  <a:pt x="4820522" y="54929"/>
                </a:lnTo>
                <a:lnTo>
                  <a:pt x="4821453" y="56240"/>
                </a:lnTo>
                <a:lnTo>
                  <a:pt x="4822319" y="57673"/>
                </a:lnTo>
                <a:lnTo>
                  <a:pt x="4823116" y="59231"/>
                </a:lnTo>
                <a:lnTo>
                  <a:pt x="4823839" y="60919"/>
                </a:lnTo>
                <a:lnTo>
                  <a:pt x="4824481" y="62742"/>
                </a:lnTo>
                <a:lnTo>
                  <a:pt x="4825038" y="64704"/>
                </a:lnTo>
                <a:lnTo>
                  <a:pt x="4825504" y="66809"/>
                </a:lnTo>
                <a:lnTo>
                  <a:pt x="4825875" y="69062"/>
                </a:lnTo>
                <a:lnTo>
                  <a:pt x="4826144" y="71467"/>
                </a:lnTo>
                <a:lnTo>
                  <a:pt x="4774863" y="71467"/>
                </a:lnTo>
                <a:lnTo>
                  <a:pt x="4775245" y="69726"/>
                </a:lnTo>
                <a:lnTo>
                  <a:pt x="4775715" y="68024"/>
                </a:lnTo>
                <a:lnTo>
                  <a:pt x="4776269" y="66364"/>
                </a:lnTo>
                <a:lnTo>
                  <a:pt x="4776905" y="64750"/>
                </a:lnTo>
                <a:lnTo>
                  <a:pt x="4777620" y="63185"/>
                </a:lnTo>
                <a:close/>
                <a:moveTo>
                  <a:pt x="3420253" y="110700"/>
                </a:moveTo>
                <a:lnTo>
                  <a:pt x="3419979" y="110303"/>
                </a:lnTo>
                <a:lnTo>
                  <a:pt x="3419675" y="109950"/>
                </a:lnTo>
                <a:lnTo>
                  <a:pt x="3419343" y="109638"/>
                </a:lnTo>
                <a:lnTo>
                  <a:pt x="3418987" y="109366"/>
                </a:lnTo>
                <a:lnTo>
                  <a:pt x="3418609" y="109129"/>
                </a:lnTo>
                <a:lnTo>
                  <a:pt x="3418214" y="108926"/>
                </a:lnTo>
                <a:lnTo>
                  <a:pt x="3417803" y="108755"/>
                </a:lnTo>
                <a:lnTo>
                  <a:pt x="3417381" y="108612"/>
                </a:lnTo>
                <a:lnTo>
                  <a:pt x="3416949" y="108495"/>
                </a:lnTo>
                <a:lnTo>
                  <a:pt x="3416512" y="108401"/>
                </a:lnTo>
                <a:lnTo>
                  <a:pt x="3416072" y="108328"/>
                </a:lnTo>
                <a:lnTo>
                  <a:pt x="3415632" y="108273"/>
                </a:lnTo>
                <a:lnTo>
                  <a:pt x="3415196" y="108234"/>
                </a:lnTo>
                <a:lnTo>
                  <a:pt x="3414767" y="108207"/>
                </a:lnTo>
                <a:lnTo>
                  <a:pt x="3414347" y="108191"/>
                </a:lnTo>
                <a:lnTo>
                  <a:pt x="3413940" y="108183"/>
                </a:lnTo>
                <a:lnTo>
                  <a:pt x="3413548" y="108180"/>
                </a:lnTo>
                <a:lnTo>
                  <a:pt x="3413176" y="108180"/>
                </a:lnTo>
                <a:lnTo>
                  <a:pt x="3392934" y="108180"/>
                </a:lnTo>
                <a:lnTo>
                  <a:pt x="3392934" y="44809"/>
                </a:lnTo>
                <a:lnTo>
                  <a:pt x="3392927" y="44083"/>
                </a:lnTo>
                <a:lnTo>
                  <a:pt x="3392907" y="43399"/>
                </a:lnTo>
                <a:lnTo>
                  <a:pt x="3392871" y="42754"/>
                </a:lnTo>
                <a:lnTo>
                  <a:pt x="3392818" y="42149"/>
                </a:lnTo>
                <a:lnTo>
                  <a:pt x="3392745" y="41582"/>
                </a:lnTo>
                <a:lnTo>
                  <a:pt x="3392651" y="41053"/>
                </a:lnTo>
                <a:lnTo>
                  <a:pt x="3392533" y="40561"/>
                </a:lnTo>
                <a:lnTo>
                  <a:pt x="3392391" y="40104"/>
                </a:lnTo>
                <a:lnTo>
                  <a:pt x="3392222" y="39682"/>
                </a:lnTo>
                <a:lnTo>
                  <a:pt x="3392025" y="39294"/>
                </a:lnTo>
                <a:lnTo>
                  <a:pt x="3391797" y="38939"/>
                </a:lnTo>
                <a:lnTo>
                  <a:pt x="3391536" y="38616"/>
                </a:lnTo>
                <a:lnTo>
                  <a:pt x="3391242" y="38324"/>
                </a:lnTo>
                <a:lnTo>
                  <a:pt x="3390911" y="38062"/>
                </a:lnTo>
                <a:lnTo>
                  <a:pt x="3390543" y="37830"/>
                </a:lnTo>
                <a:lnTo>
                  <a:pt x="3390135" y="37626"/>
                </a:lnTo>
                <a:lnTo>
                  <a:pt x="3389686" y="37449"/>
                </a:lnTo>
                <a:lnTo>
                  <a:pt x="3389193" y="37299"/>
                </a:lnTo>
                <a:lnTo>
                  <a:pt x="3388655" y="37175"/>
                </a:lnTo>
                <a:lnTo>
                  <a:pt x="3388070" y="37075"/>
                </a:lnTo>
                <a:lnTo>
                  <a:pt x="3387436" y="36999"/>
                </a:lnTo>
                <a:lnTo>
                  <a:pt x="3386752" y="36946"/>
                </a:lnTo>
                <a:lnTo>
                  <a:pt x="3386015" y="36914"/>
                </a:lnTo>
                <a:lnTo>
                  <a:pt x="3385223" y="36904"/>
                </a:lnTo>
                <a:lnTo>
                  <a:pt x="3357847" y="36904"/>
                </a:lnTo>
                <a:lnTo>
                  <a:pt x="3357475" y="36905"/>
                </a:lnTo>
                <a:lnTo>
                  <a:pt x="3357084" y="36908"/>
                </a:lnTo>
                <a:lnTo>
                  <a:pt x="3356677" y="36916"/>
                </a:lnTo>
                <a:lnTo>
                  <a:pt x="3356258" y="36931"/>
                </a:lnTo>
                <a:lnTo>
                  <a:pt x="3355828" y="36957"/>
                </a:lnTo>
                <a:lnTo>
                  <a:pt x="3355392" y="36995"/>
                </a:lnTo>
                <a:lnTo>
                  <a:pt x="3354953" y="37048"/>
                </a:lnTo>
                <a:lnTo>
                  <a:pt x="3354513" y="37119"/>
                </a:lnTo>
                <a:lnTo>
                  <a:pt x="3354075" y="37209"/>
                </a:lnTo>
                <a:lnTo>
                  <a:pt x="3353644" y="37323"/>
                </a:lnTo>
                <a:lnTo>
                  <a:pt x="3353221" y="37461"/>
                </a:lnTo>
                <a:lnTo>
                  <a:pt x="3352811" y="37628"/>
                </a:lnTo>
                <a:lnTo>
                  <a:pt x="3352415" y="37824"/>
                </a:lnTo>
                <a:lnTo>
                  <a:pt x="3352037" y="38053"/>
                </a:lnTo>
                <a:lnTo>
                  <a:pt x="3351681" y="38317"/>
                </a:lnTo>
                <a:lnTo>
                  <a:pt x="3351349" y="38619"/>
                </a:lnTo>
                <a:lnTo>
                  <a:pt x="3351045" y="38961"/>
                </a:lnTo>
                <a:lnTo>
                  <a:pt x="3350771" y="39346"/>
                </a:lnTo>
                <a:lnTo>
                  <a:pt x="3350531" y="39775"/>
                </a:lnTo>
                <a:lnTo>
                  <a:pt x="3350327" y="40253"/>
                </a:lnTo>
                <a:lnTo>
                  <a:pt x="3350164" y="40781"/>
                </a:lnTo>
                <a:lnTo>
                  <a:pt x="3350043" y="41362"/>
                </a:lnTo>
                <a:lnTo>
                  <a:pt x="3349968" y="41997"/>
                </a:lnTo>
                <a:lnTo>
                  <a:pt x="3349943" y="42691"/>
                </a:lnTo>
                <a:lnTo>
                  <a:pt x="3349968" y="43407"/>
                </a:lnTo>
                <a:lnTo>
                  <a:pt x="3350043" y="44064"/>
                </a:lnTo>
                <a:lnTo>
                  <a:pt x="3350164" y="44663"/>
                </a:lnTo>
                <a:lnTo>
                  <a:pt x="3350327" y="45208"/>
                </a:lnTo>
                <a:lnTo>
                  <a:pt x="3350531" y="45702"/>
                </a:lnTo>
                <a:lnTo>
                  <a:pt x="3350771" y="46145"/>
                </a:lnTo>
                <a:lnTo>
                  <a:pt x="3351045" y="46543"/>
                </a:lnTo>
                <a:lnTo>
                  <a:pt x="3351349" y="46896"/>
                </a:lnTo>
                <a:lnTo>
                  <a:pt x="3351681" y="47207"/>
                </a:lnTo>
                <a:lnTo>
                  <a:pt x="3352037" y="47480"/>
                </a:lnTo>
                <a:lnTo>
                  <a:pt x="3352415" y="47717"/>
                </a:lnTo>
                <a:lnTo>
                  <a:pt x="3352811" y="47919"/>
                </a:lnTo>
                <a:lnTo>
                  <a:pt x="3353221" y="48091"/>
                </a:lnTo>
                <a:lnTo>
                  <a:pt x="3353644" y="48234"/>
                </a:lnTo>
                <a:lnTo>
                  <a:pt x="3354075" y="48351"/>
                </a:lnTo>
                <a:lnTo>
                  <a:pt x="3354513" y="48445"/>
                </a:lnTo>
                <a:lnTo>
                  <a:pt x="3354953" y="48518"/>
                </a:lnTo>
                <a:lnTo>
                  <a:pt x="3355392" y="48573"/>
                </a:lnTo>
                <a:lnTo>
                  <a:pt x="3355828" y="48612"/>
                </a:lnTo>
                <a:lnTo>
                  <a:pt x="3356258" y="48639"/>
                </a:lnTo>
                <a:lnTo>
                  <a:pt x="3356677" y="48655"/>
                </a:lnTo>
                <a:lnTo>
                  <a:pt x="3357084" y="48663"/>
                </a:lnTo>
                <a:lnTo>
                  <a:pt x="3357475" y="48666"/>
                </a:lnTo>
                <a:lnTo>
                  <a:pt x="3357847" y="48666"/>
                </a:lnTo>
                <a:lnTo>
                  <a:pt x="3379631" y="48666"/>
                </a:lnTo>
                <a:lnTo>
                  <a:pt x="3379631" y="108180"/>
                </a:lnTo>
                <a:lnTo>
                  <a:pt x="3356303" y="108180"/>
                </a:lnTo>
                <a:lnTo>
                  <a:pt x="3355909" y="108180"/>
                </a:lnTo>
                <a:lnTo>
                  <a:pt x="3355500" y="108183"/>
                </a:lnTo>
                <a:lnTo>
                  <a:pt x="3355078" y="108191"/>
                </a:lnTo>
                <a:lnTo>
                  <a:pt x="3354647" y="108207"/>
                </a:lnTo>
                <a:lnTo>
                  <a:pt x="3354209" y="108234"/>
                </a:lnTo>
                <a:lnTo>
                  <a:pt x="3353767" y="108273"/>
                </a:lnTo>
                <a:lnTo>
                  <a:pt x="3353324" y="108328"/>
                </a:lnTo>
                <a:lnTo>
                  <a:pt x="3352883" y="108401"/>
                </a:lnTo>
                <a:lnTo>
                  <a:pt x="3352447" y="108495"/>
                </a:lnTo>
                <a:lnTo>
                  <a:pt x="3352018" y="108612"/>
                </a:lnTo>
                <a:lnTo>
                  <a:pt x="3351600" y="108755"/>
                </a:lnTo>
                <a:lnTo>
                  <a:pt x="3351194" y="108926"/>
                </a:lnTo>
                <a:lnTo>
                  <a:pt x="3350805" y="109129"/>
                </a:lnTo>
                <a:lnTo>
                  <a:pt x="3350435" y="109366"/>
                </a:lnTo>
                <a:lnTo>
                  <a:pt x="3350086" y="109638"/>
                </a:lnTo>
                <a:lnTo>
                  <a:pt x="3349762" y="109950"/>
                </a:lnTo>
                <a:lnTo>
                  <a:pt x="3349466" y="110303"/>
                </a:lnTo>
                <a:lnTo>
                  <a:pt x="3349200" y="110700"/>
                </a:lnTo>
                <a:lnTo>
                  <a:pt x="3348967" y="111144"/>
                </a:lnTo>
                <a:lnTo>
                  <a:pt x="3348770" y="111637"/>
                </a:lnTo>
                <a:lnTo>
                  <a:pt x="3348611" y="112182"/>
                </a:lnTo>
                <a:lnTo>
                  <a:pt x="3348495" y="112782"/>
                </a:lnTo>
                <a:lnTo>
                  <a:pt x="3348423" y="113439"/>
                </a:lnTo>
                <a:lnTo>
                  <a:pt x="3348398" y="114155"/>
                </a:lnTo>
                <a:lnTo>
                  <a:pt x="3348424" y="114848"/>
                </a:lnTo>
                <a:lnTo>
                  <a:pt x="3348499" y="115484"/>
                </a:lnTo>
                <a:lnTo>
                  <a:pt x="3348619" y="116064"/>
                </a:lnTo>
                <a:lnTo>
                  <a:pt x="3348783" y="116591"/>
                </a:lnTo>
                <a:lnTo>
                  <a:pt x="3348986" y="117069"/>
                </a:lnTo>
                <a:lnTo>
                  <a:pt x="3349227" y="117499"/>
                </a:lnTo>
                <a:lnTo>
                  <a:pt x="3349501" y="117883"/>
                </a:lnTo>
                <a:lnTo>
                  <a:pt x="3349805" y="118225"/>
                </a:lnTo>
                <a:lnTo>
                  <a:pt x="3350137" y="118527"/>
                </a:lnTo>
                <a:lnTo>
                  <a:pt x="3350493" y="118791"/>
                </a:lnTo>
                <a:lnTo>
                  <a:pt x="3350870" y="119019"/>
                </a:lnTo>
                <a:lnTo>
                  <a:pt x="3351266" y="119216"/>
                </a:lnTo>
                <a:lnTo>
                  <a:pt x="3351677" y="119382"/>
                </a:lnTo>
                <a:lnTo>
                  <a:pt x="3352099" y="119520"/>
                </a:lnTo>
                <a:lnTo>
                  <a:pt x="3352531" y="119634"/>
                </a:lnTo>
                <a:lnTo>
                  <a:pt x="3352968" y="119724"/>
                </a:lnTo>
                <a:lnTo>
                  <a:pt x="3353408" y="119795"/>
                </a:lnTo>
                <a:lnTo>
                  <a:pt x="3353848" y="119848"/>
                </a:lnTo>
                <a:lnTo>
                  <a:pt x="3354284" y="119886"/>
                </a:lnTo>
                <a:lnTo>
                  <a:pt x="3354713" y="119912"/>
                </a:lnTo>
                <a:lnTo>
                  <a:pt x="3355133" y="119927"/>
                </a:lnTo>
                <a:lnTo>
                  <a:pt x="3355540" y="119935"/>
                </a:lnTo>
                <a:lnTo>
                  <a:pt x="3355931" y="119938"/>
                </a:lnTo>
                <a:lnTo>
                  <a:pt x="3356303" y="119939"/>
                </a:lnTo>
                <a:lnTo>
                  <a:pt x="3413176" y="119939"/>
                </a:lnTo>
                <a:lnTo>
                  <a:pt x="3413548" y="119938"/>
                </a:lnTo>
                <a:lnTo>
                  <a:pt x="3413940" y="119935"/>
                </a:lnTo>
                <a:lnTo>
                  <a:pt x="3414347" y="119927"/>
                </a:lnTo>
                <a:lnTo>
                  <a:pt x="3414767" y="119912"/>
                </a:lnTo>
                <a:lnTo>
                  <a:pt x="3415196" y="119886"/>
                </a:lnTo>
                <a:lnTo>
                  <a:pt x="3415632" y="119848"/>
                </a:lnTo>
                <a:lnTo>
                  <a:pt x="3416072" y="119795"/>
                </a:lnTo>
                <a:lnTo>
                  <a:pt x="3416512" y="119724"/>
                </a:lnTo>
                <a:lnTo>
                  <a:pt x="3416949" y="119634"/>
                </a:lnTo>
                <a:lnTo>
                  <a:pt x="3417381" y="119520"/>
                </a:lnTo>
                <a:lnTo>
                  <a:pt x="3417803" y="119382"/>
                </a:lnTo>
                <a:lnTo>
                  <a:pt x="3418214" y="119216"/>
                </a:lnTo>
                <a:lnTo>
                  <a:pt x="3418609" y="119019"/>
                </a:lnTo>
                <a:lnTo>
                  <a:pt x="3418987" y="118791"/>
                </a:lnTo>
                <a:lnTo>
                  <a:pt x="3419343" y="118527"/>
                </a:lnTo>
                <a:lnTo>
                  <a:pt x="3419675" y="118225"/>
                </a:lnTo>
                <a:lnTo>
                  <a:pt x="3419979" y="117883"/>
                </a:lnTo>
                <a:lnTo>
                  <a:pt x="3420253" y="117499"/>
                </a:lnTo>
                <a:lnTo>
                  <a:pt x="3420493" y="117069"/>
                </a:lnTo>
                <a:lnTo>
                  <a:pt x="3420696" y="116591"/>
                </a:lnTo>
                <a:lnTo>
                  <a:pt x="3420860" y="116064"/>
                </a:lnTo>
                <a:lnTo>
                  <a:pt x="3420980" y="115484"/>
                </a:lnTo>
                <a:lnTo>
                  <a:pt x="3421055" y="114848"/>
                </a:lnTo>
                <a:lnTo>
                  <a:pt x="3421081" y="114155"/>
                </a:lnTo>
                <a:lnTo>
                  <a:pt x="3421055" y="113439"/>
                </a:lnTo>
                <a:lnTo>
                  <a:pt x="3420980" y="112782"/>
                </a:lnTo>
                <a:lnTo>
                  <a:pt x="3420860" y="112182"/>
                </a:lnTo>
                <a:lnTo>
                  <a:pt x="3420696" y="111637"/>
                </a:lnTo>
                <a:lnTo>
                  <a:pt x="3420493" y="111144"/>
                </a:lnTo>
                <a:lnTo>
                  <a:pt x="3420253" y="110700"/>
                </a:lnTo>
                <a:close/>
                <a:moveTo>
                  <a:pt x="3127327" y="110235"/>
                </a:moveTo>
                <a:lnTo>
                  <a:pt x="3127025" y="109893"/>
                </a:lnTo>
                <a:lnTo>
                  <a:pt x="3126696" y="109592"/>
                </a:lnTo>
                <a:lnTo>
                  <a:pt x="3126344" y="109328"/>
                </a:lnTo>
                <a:lnTo>
                  <a:pt x="3125971" y="109099"/>
                </a:lnTo>
                <a:lnTo>
                  <a:pt x="3125581" y="108903"/>
                </a:lnTo>
                <a:lnTo>
                  <a:pt x="3125177" y="108736"/>
                </a:lnTo>
                <a:lnTo>
                  <a:pt x="3124762" y="108598"/>
                </a:lnTo>
                <a:lnTo>
                  <a:pt x="3124339" y="108485"/>
                </a:lnTo>
                <a:lnTo>
                  <a:pt x="3123912" y="108394"/>
                </a:lnTo>
                <a:lnTo>
                  <a:pt x="3123484" y="108323"/>
                </a:lnTo>
                <a:lnTo>
                  <a:pt x="3123057" y="108270"/>
                </a:lnTo>
                <a:lnTo>
                  <a:pt x="3122635" y="108232"/>
                </a:lnTo>
                <a:lnTo>
                  <a:pt x="3122222" y="108206"/>
                </a:lnTo>
                <a:lnTo>
                  <a:pt x="3121820" y="108191"/>
                </a:lnTo>
                <a:lnTo>
                  <a:pt x="3121433" y="108183"/>
                </a:lnTo>
                <a:lnTo>
                  <a:pt x="3121063" y="108180"/>
                </a:lnTo>
                <a:lnTo>
                  <a:pt x="3120714" y="108180"/>
                </a:lnTo>
                <a:lnTo>
                  <a:pt x="3112036" y="108180"/>
                </a:lnTo>
                <a:lnTo>
                  <a:pt x="3112036" y="44809"/>
                </a:lnTo>
                <a:lnTo>
                  <a:pt x="3112030" y="44083"/>
                </a:lnTo>
                <a:lnTo>
                  <a:pt x="3112009" y="43399"/>
                </a:lnTo>
                <a:lnTo>
                  <a:pt x="3111973" y="42754"/>
                </a:lnTo>
                <a:lnTo>
                  <a:pt x="3111920" y="42149"/>
                </a:lnTo>
                <a:lnTo>
                  <a:pt x="3111847" y="41582"/>
                </a:lnTo>
                <a:lnTo>
                  <a:pt x="3111753" y="41053"/>
                </a:lnTo>
                <a:lnTo>
                  <a:pt x="3111636" y="40561"/>
                </a:lnTo>
                <a:lnTo>
                  <a:pt x="3111493" y="40104"/>
                </a:lnTo>
                <a:lnTo>
                  <a:pt x="3111324" y="39682"/>
                </a:lnTo>
                <a:lnTo>
                  <a:pt x="3111127" y="39294"/>
                </a:lnTo>
                <a:lnTo>
                  <a:pt x="3110899" y="38939"/>
                </a:lnTo>
                <a:lnTo>
                  <a:pt x="3110639" y="38616"/>
                </a:lnTo>
                <a:lnTo>
                  <a:pt x="3110344" y="38324"/>
                </a:lnTo>
                <a:lnTo>
                  <a:pt x="3110014" y="38062"/>
                </a:lnTo>
                <a:lnTo>
                  <a:pt x="3109645" y="37830"/>
                </a:lnTo>
                <a:lnTo>
                  <a:pt x="3109238" y="37626"/>
                </a:lnTo>
                <a:lnTo>
                  <a:pt x="3108788" y="37449"/>
                </a:lnTo>
                <a:lnTo>
                  <a:pt x="3108295" y="37299"/>
                </a:lnTo>
                <a:lnTo>
                  <a:pt x="3107757" y="37175"/>
                </a:lnTo>
                <a:lnTo>
                  <a:pt x="3107172" y="37075"/>
                </a:lnTo>
                <a:lnTo>
                  <a:pt x="3106539" y="36999"/>
                </a:lnTo>
                <a:lnTo>
                  <a:pt x="3105854" y="36946"/>
                </a:lnTo>
                <a:lnTo>
                  <a:pt x="3105117" y="36914"/>
                </a:lnTo>
                <a:lnTo>
                  <a:pt x="3104326" y="36904"/>
                </a:lnTo>
                <a:lnTo>
                  <a:pt x="3090252" y="36904"/>
                </a:lnTo>
                <a:lnTo>
                  <a:pt x="3089858" y="36905"/>
                </a:lnTo>
                <a:lnTo>
                  <a:pt x="3089448" y="36908"/>
                </a:lnTo>
                <a:lnTo>
                  <a:pt x="3089026" y="36916"/>
                </a:lnTo>
                <a:lnTo>
                  <a:pt x="3088595" y="36932"/>
                </a:lnTo>
                <a:lnTo>
                  <a:pt x="3088157" y="36958"/>
                </a:lnTo>
                <a:lnTo>
                  <a:pt x="3087715" y="36998"/>
                </a:lnTo>
                <a:lnTo>
                  <a:pt x="3087272" y="37053"/>
                </a:lnTo>
                <a:lnTo>
                  <a:pt x="3086831" y="37126"/>
                </a:lnTo>
                <a:lnTo>
                  <a:pt x="3086395" y="37219"/>
                </a:lnTo>
                <a:lnTo>
                  <a:pt x="3085966" y="37337"/>
                </a:lnTo>
                <a:lnTo>
                  <a:pt x="3085548" y="37480"/>
                </a:lnTo>
                <a:lnTo>
                  <a:pt x="3085143" y="37651"/>
                </a:lnTo>
                <a:lnTo>
                  <a:pt x="3084754" y="37854"/>
                </a:lnTo>
                <a:lnTo>
                  <a:pt x="3084383" y="38091"/>
                </a:lnTo>
                <a:lnTo>
                  <a:pt x="3084035" y="38364"/>
                </a:lnTo>
                <a:lnTo>
                  <a:pt x="3083711" y="38675"/>
                </a:lnTo>
                <a:lnTo>
                  <a:pt x="3083415" y="39029"/>
                </a:lnTo>
                <a:lnTo>
                  <a:pt x="3083149" y="39426"/>
                </a:lnTo>
                <a:lnTo>
                  <a:pt x="3082916" y="39870"/>
                </a:lnTo>
                <a:lnTo>
                  <a:pt x="3082719" y="40364"/>
                </a:lnTo>
                <a:lnTo>
                  <a:pt x="3082561" y="40909"/>
                </a:lnTo>
                <a:lnTo>
                  <a:pt x="3082444" y="41509"/>
                </a:lnTo>
                <a:lnTo>
                  <a:pt x="3082372" y="42166"/>
                </a:lnTo>
                <a:lnTo>
                  <a:pt x="3082348" y="42882"/>
                </a:lnTo>
                <a:lnTo>
                  <a:pt x="3082373" y="43576"/>
                </a:lnTo>
                <a:lnTo>
                  <a:pt x="3082448" y="44211"/>
                </a:lnTo>
                <a:lnTo>
                  <a:pt x="3082568" y="44791"/>
                </a:lnTo>
                <a:lnTo>
                  <a:pt x="3082731" y="45319"/>
                </a:lnTo>
                <a:lnTo>
                  <a:pt x="3082934" y="45796"/>
                </a:lnTo>
                <a:lnTo>
                  <a:pt x="3083173" y="46226"/>
                </a:lnTo>
                <a:lnTo>
                  <a:pt x="3083445" y="46611"/>
                </a:lnTo>
                <a:lnTo>
                  <a:pt x="3083747" y="46952"/>
                </a:lnTo>
                <a:lnTo>
                  <a:pt x="3084076" y="47254"/>
                </a:lnTo>
                <a:lnTo>
                  <a:pt x="3084428" y="47518"/>
                </a:lnTo>
                <a:lnTo>
                  <a:pt x="3084801" y="47747"/>
                </a:lnTo>
                <a:lnTo>
                  <a:pt x="3085191" y="47943"/>
                </a:lnTo>
                <a:lnTo>
                  <a:pt x="3085595" y="48109"/>
                </a:lnTo>
                <a:lnTo>
                  <a:pt x="3086010" y="48248"/>
                </a:lnTo>
                <a:lnTo>
                  <a:pt x="3086433" y="48361"/>
                </a:lnTo>
                <a:lnTo>
                  <a:pt x="3086860" y="48452"/>
                </a:lnTo>
                <a:lnTo>
                  <a:pt x="3087288" y="48523"/>
                </a:lnTo>
                <a:lnTo>
                  <a:pt x="3087715" y="48576"/>
                </a:lnTo>
                <a:lnTo>
                  <a:pt x="3088137" y="48614"/>
                </a:lnTo>
                <a:lnTo>
                  <a:pt x="3088550" y="48639"/>
                </a:lnTo>
                <a:lnTo>
                  <a:pt x="3088952" y="48655"/>
                </a:lnTo>
                <a:lnTo>
                  <a:pt x="3089340" y="48663"/>
                </a:lnTo>
                <a:lnTo>
                  <a:pt x="3089709" y="48666"/>
                </a:lnTo>
                <a:lnTo>
                  <a:pt x="3090058" y="48666"/>
                </a:lnTo>
                <a:lnTo>
                  <a:pt x="3098733" y="48666"/>
                </a:lnTo>
                <a:lnTo>
                  <a:pt x="3098733" y="89689"/>
                </a:lnTo>
                <a:lnTo>
                  <a:pt x="3098654" y="91776"/>
                </a:lnTo>
                <a:lnTo>
                  <a:pt x="3098422" y="93712"/>
                </a:lnTo>
                <a:lnTo>
                  <a:pt x="3098050" y="95502"/>
                </a:lnTo>
                <a:lnTo>
                  <a:pt x="3097548" y="97153"/>
                </a:lnTo>
                <a:lnTo>
                  <a:pt x="3096927" y="98670"/>
                </a:lnTo>
                <a:lnTo>
                  <a:pt x="3096197" y="100058"/>
                </a:lnTo>
                <a:lnTo>
                  <a:pt x="3095370" y="101322"/>
                </a:lnTo>
                <a:lnTo>
                  <a:pt x="3094456" y="102470"/>
                </a:lnTo>
                <a:lnTo>
                  <a:pt x="3093467" y="103504"/>
                </a:lnTo>
                <a:lnTo>
                  <a:pt x="3092413" y="104432"/>
                </a:lnTo>
                <a:lnTo>
                  <a:pt x="3091305" y="105259"/>
                </a:lnTo>
                <a:lnTo>
                  <a:pt x="3090155" y="105991"/>
                </a:lnTo>
                <a:lnTo>
                  <a:pt x="3088972" y="106632"/>
                </a:lnTo>
                <a:lnTo>
                  <a:pt x="3087767" y="107188"/>
                </a:lnTo>
                <a:lnTo>
                  <a:pt x="3086553" y="107666"/>
                </a:lnTo>
                <a:lnTo>
                  <a:pt x="3085339" y="108069"/>
                </a:lnTo>
                <a:lnTo>
                  <a:pt x="3084136" y="108405"/>
                </a:lnTo>
                <a:lnTo>
                  <a:pt x="3082956" y="108678"/>
                </a:lnTo>
                <a:lnTo>
                  <a:pt x="3081808" y="108894"/>
                </a:lnTo>
                <a:lnTo>
                  <a:pt x="3080705" y="109058"/>
                </a:lnTo>
                <a:lnTo>
                  <a:pt x="3079657" y="109176"/>
                </a:lnTo>
                <a:lnTo>
                  <a:pt x="3078674" y="109254"/>
                </a:lnTo>
                <a:lnTo>
                  <a:pt x="3077768" y="109296"/>
                </a:lnTo>
                <a:lnTo>
                  <a:pt x="3076949" y="109309"/>
                </a:lnTo>
                <a:lnTo>
                  <a:pt x="3075124" y="109277"/>
                </a:lnTo>
                <a:lnTo>
                  <a:pt x="3073450" y="109181"/>
                </a:lnTo>
                <a:lnTo>
                  <a:pt x="3071921" y="109024"/>
                </a:lnTo>
                <a:lnTo>
                  <a:pt x="3070532" y="108810"/>
                </a:lnTo>
                <a:lnTo>
                  <a:pt x="3069275" y="108541"/>
                </a:lnTo>
                <a:lnTo>
                  <a:pt x="3068143" y="108220"/>
                </a:lnTo>
                <a:lnTo>
                  <a:pt x="3067130" y="107850"/>
                </a:lnTo>
                <a:lnTo>
                  <a:pt x="3066230" y="107434"/>
                </a:lnTo>
                <a:lnTo>
                  <a:pt x="3065436" y="106974"/>
                </a:lnTo>
                <a:lnTo>
                  <a:pt x="3064740" y="106473"/>
                </a:lnTo>
                <a:lnTo>
                  <a:pt x="3064138" y="105935"/>
                </a:lnTo>
                <a:lnTo>
                  <a:pt x="3063621" y="105362"/>
                </a:lnTo>
                <a:lnTo>
                  <a:pt x="3063184" y="104757"/>
                </a:lnTo>
                <a:lnTo>
                  <a:pt x="3062819" y="104122"/>
                </a:lnTo>
                <a:lnTo>
                  <a:pt x="3062520" y="103461"/>
                </a:lnTo>
                <a:lnTo>
                  <a:pt x="3062281" y="102777"/>
                </a:lnTo>
                <a:lnTo>
                  <a:pt x="3062095" y="102072"/>
                </a:lnTo>
                <a:lnTo>
                  <a:pt x="3061955" y="101349"/>
                </a:lnTo>
                <a:lnTo>
                  <a:pt x="3061855" y="100610"/>
                </a:lnTo>
                <a:lnTo>
                  <a:pt x="3061787" y="99860"/>
                </a:lnTo>
                <a:lnTo>
                  <a:pt x="3061747" y="99101"/>
                </a:lnTo>
                <a:lnTo>
                  <a:pt x="3061726" y="98334"/>
                </a:lnTo>
                <a:lnTo>
                  <a:pt x="3061718" y="97565"/>
                </a:lnTo>
                <a:lnTo>
                  <a:pt x="3061717" y="96794"/>
                </a:lnTo>
                <a:lnTo>
                  <a:pt x="3061717" y="44809"/>
                </a:lnTo>
                <a:lnTo>
                  <a:pt x="3061711" y="44083"/>
                </a:lnTo>
                <a:lnTo>
                  <a:pt x="3061690" y="43399"/>
                </a:lnTo>
                <a:lnTo>
                  <a:pt x="3061654" y="42754"/>
                </a:lnTo>
                <a:lnTo>
                  <a:pt x="3061601" y="42149"/>
                </a:lnTo>
                <a:lnTo>
                  <a:pt x="3061528" y="41582"/>
                </a:lnTo>
                <a:lnTo>
                  <a:pt x="3061434" y="41053"/>
                </a:lnTo>
                <a:lnTo>
                  <a:pt x="3061317" y="40561"/>
                </a:lnTo>
                <a:lnTo>
                  <a:pt x="3061174" y="40104"/>
                </a:lnTo>
                <a:lnTo>
                  <a:pt x="3061005" y="39682"/>
                </a:lnTo>
                <a:lnTo>
                  <a:pt x="3060808" y="39294"/>
                </a:lnTo>
                <a:lnTo>
                  <a:pt x="3060580" y="38939"/>
                </a:lnTo>
                <a:lnTo>
                  <a:pt x="3060320" y="38616"/>
                </a:lnTo>
                <a:lnTo>
                  <a:pt x="3060025" y="38324"/>
                </a:lnTo>
                <a:lnTo>
                  <a:pt x="3059695" y="38062"/>
                </a:lnTo>
                <a:lnTo>
                  <a:pt x="3059326" y="37830"/>
                </a:lnTo>
                <a:lnTo>
                  <a:pt x="3058919" y="37626"/>
                </a:lnTo>
                <a:lnTo>
                  <a:pt x="3058469" y="37449"/>
                </a:lnTo>
                <a:lnTo>
                  <a:pt x="3057976" y="37299"/>
                </a:lnTo>
                <a:lnTo>
                  <a:pt x="3057438" y="37175"/>
                </a:lnTo>
                <a:lnTo>
                  <a:pt x="3056853" y="37075"/>
                </a:lnTo>
                <a:lnTo>
                  <a:pt x="3056220" y="36999"/>
                </a:lnTo>
                <a:lnTo>
                  <a:pt x="3055535" y="36946"/>
                </a:lnTo>
                <a:lnTo>
                  <a:pt x="3054798" y="36914"/>
                </a:lnTo>
                <a:lnTo>
                  <a:pt x="3054007" y="36904"/>
                </a:lnTo>
                <a:lnTo>
                  <a:pt x="3039933" y="36904"/>
                </a:lnTo>
                <a:lnTo>
                  <a:pt x="3039539" y="36905"/>
                </a:lnTo>
                <a:lnTo>
                  <a:pt x="3039129" y="36908"/>
                </a:lnTo>
                <a:lnTo>
                  <a:pt x="3038707" y="36916"/>
                </a:lnTo>
                <a:lnTo>
                  <a:pt x="3038276" y="36932"/>
                </a:lnTo>
                <a:lnTo>
                  <a:pt x="3037838" y="36958"/>
                </a:lnTo>
                <a:lnTo>
                  <a:pt x="3037396" y="36998"/>
                </a:lnTo>
                <a:lnTo>
                  <a:pt x="3036953" y="37053"/>
                </a:lnTo>
                <a:lnTo>
                  <a:pt x="3036512" y="37126"/>
                </a:lnTo>
                <a:lnTo>
                  <a:pt x="3036076" y="37219"/>
                </a:lnTo>
                <a:lnTo>
                  <a:pt x="3035647" y="37337"/>
                </a:lnTo>
                <a:lnTo>
                  <a:pt x="3035229" y="37480"/>
                </a:lnTo>
                <a:lnTo>
                  <a:pt x="3034824" y="37651"/>
                </a:lnTo>
                <a:lnTo>
                  <a:pt x="3034435" y="37854"/>
                </a:lnTo>
                <a:lnTo>
                  <a:pt x="3034064" y="38091"/>
                </a:lnTo>
                <a:lnTo>
                  <a:pt x="3033716" y="38364"/>
                </a:lnTo>
                <a:lnTo>
                  <a:pt x="3033392" y="38675"/>
                </a:lnTo>
                <a:lnTo>
                  <a:pt x="3033096" y="39029"/>
                </a:lnTo>
                <a:lnTo>
                  <a:pt x="3032830" y="39426"/>
                </a:lnTo>
                <a:lnTo>
                  <a:pt x="3032597" y="39870"/>
                </a:lnTo>
                <a:lnTo>
                  <a:pt x="3032400" y="40364"/>
                </a:lnTo>
                <a:lnTo>
                  <a:pt x="3032242" y="40909"/>
                </a:lnTo>
                <a:lnTo>
                  <a:pt x="3032125" y="41509"/>
                </a:lnTo>
                <a:lnTo>
                  <a:pt x="3032053" y="42166"/>
                </a:lnTo>
                <a:lnTo>
                  <a:pt x="3032029" y="42882"/>
                </a:lnTo>
                <a:lnTo>
                  <a:pt x="3032054" y="43576"/>
                </a:lnTo>
                <a:lnTo>
                  <a:pt x="3032129" y="44211"/>
                </a:lnTo>
                <a:lnTo>
                  <a:pt x="3032249" y="44791"/>
                </a:lnTo>
                <a:lnTo>
                  <a:pt x="3032412" y="45319"/>
                </a:lnTo>
                <a:lnTo>
                  <a:pt x="3032615" y="45796"/>
                </a:lnTo>
                <a:lnTo>
                  <a:pt x="3032854" y="46226"/>
                </a:lnTo>
                <a:lnTo>
                  <a:pt x="3033126" y="46611"/>
                </a:lnTo>
                <a:lnTo>
                  <a:pt x="3033428" y="46952"/>
                </a:lnTo>
                <a:lnTo>
                  <a:pt x="3033757" y="47254"/>
                </a:lnTo>
                <a:lnTo>
                  <a:pt x="3034109" y="47518"/>
                </a:lnTo>
                <a:lnTo>
                  <a:pt x="3034482" y="47747"/>
                </a:lnTo>
                <a:lnTo>
                  <a:pt x="3034872" y="47943"/>
                </a:lnTo>
                <a:lnTo>
                  <a:pt x="3035276" y="48109"/>
                </a:lnTo>
                <a:lnTo>
                  <a:pt x="3035691" y="48248"/>
                </a:lnTo>
                <a:lnTo>
                  <a:pt x="3036114" y="48361"/>
                </a:lnTo>
                <a:lnTo>
                  <a:pt x="3036541" y="48452"/>
                </a:lnTo>
                <a:lnTo>
                  <a:pt x="3036969" y="48523"/>
                </a:lnTo>
                <a:lnTo>
                  <a:pt x="3037396" y="48576"/>
                </a:lnTo>
                <a:lnTo>
                  <a:pt x="3037818" y="48614"/>
                </a:lnTo>
                <a:lnTo>
                  <a:pt x="3038231" y="48639"/>
                </a:lnTo>
                <a:lnTo>
                  <a:pt x="3038633" y="48655"/>
                </a:lnTo>
                <a:lnTo>
                  <a:pt x="3039021" y="48663"/>
                </a:lnTo>
                <a:lnTo>
                  <a:pt x="3039390" y="48666"/>
                </a:lnTo>
                <a:lnTo>
                  <a:pt x="3039739" y="48666"/>
                </a:lnTo>
                <a:lnTo>
                  <a:pt x="3048417" y="48666"/>
                </a:lnTo>
                <a:lnTo>
                  <a:pt x="3048417" y="97950"/>
                </a:lnTo>
                <a:lnTo>
                  <a:pt x="3048486" y="100190"/>
                </a:lnTo>
                <a:lnTo>
                  <a:pt x="3048687" y="102290"/>
                </a:lnTo>
                <a:lnTo>
                  <a:pt x="3049016" y="104253"/>
                </a:lnTo>
                <a:lnTo>
                  <a:pt x="3049467" y="106084"/>
                </a:lnTo>
                <a:lnTo>
                  <a:pt x="3050036" y="107786"/>
                </a:lnTo>
                <a:lnTo>
                  <a:pt x="3050715" y="109364"/>
                </a:lnTo>
                <a:lnTo>
                  <a:pt x="3051501" y="110822"/>
                </a:lnTo>
                <a:lnTo>
                  <a:pt x="3052387" y="112163"/>
                </a:lnTo>
                <a:lnTo>
                  <a:pt x="3053368" y="113392"/>
                </a:lnTo>
                <a:lnTo>
                  <a:pt x="3054438" y="114512"/>
                </a:lnTo>
                <a:lnTo>
                  <a:pt x="3055593" y="115529"/>
                </a:lnTo>
                <a:lnTo>
                  <a:pt x="3056827" y="116444"/>
                </a:lnTo>
                <a:lnTo>
                  <a:pt x="3058133" y="117264"/>
                </a:lnTo>
                <a:lnTo>
                  <a:pt x="3059508" y="117991"/>
                </a:lnTo>
                <a:lnTo>
                  <a:pt x="3060945" y="118630"/>
                </a:lnTo>
                <a:lnTo>
                  <a:pt x="3062440" y="119184"/>
                </a:lnTo>
                <a:lnTo>
                  <a:pt x="3063985" y="119659"/>
                </a:lnTo>
                <a:lnTo>
                  <a:pt x="3065577" y="120057"/>
                </a:lnTo>
                <a:lnTo>
                  <a:pt x="3067210" y="120383"/>
                </a:lnTo>
                <a:lnTo>
                  <a:pt x="3068878" y="120640"/>
                </a:lnTo>
                <a:lnTo>
                  <a:pt x="3070576" y="120834"/>
                </a:lnTo>
                <a:lnTo>
                  <a:pt x="3072298" y="120967"/>
                </a:lnTo>
                <a:lnTo>
                  <a:pt x="3074039" y="121044"/>
                </a:lnTo>
                <a:lnTo>
                  <a:pt x="3075793" y="121068"/>
                </a:lnTo>
                <a:lnTo>
                  <a:pt x="3076781" y="121058"/>
                </a:lnTo>
                <a:lnTo>
                  <a:pt x="3077769" y="121027"/>
                </a:lnTo>
                <a:lnTo>
                  <a:pt x="3078756" y="120975"/>
                </a:lnTo>
                <a:lnTo>
                  <a:pt x="3079742" y="120901"/>
                </a:lnTo>
                <a:lnTo>
                  <a:pt x="3080727" y="120804"/>
                </a:lnTo>
                <a:lnTo>
                  <a:pt x="3081710" y="120683"/>
                </a:lnTo>
                <a:lnTo>
                  <a:pt x="3082691" y="120538"/>
                </a:lnTo>
                <a:lnTo>
                  <a:pt x="3083669" y="120369"/>
                </a:lnTo>
                <a:lnTo>
                  <a:pt x="3084645" y="120174"/>
                </a:lnTo>
                <a:lnTo>
                  <a:pt x="3085618" y="119953"/>
                </a:lnTo>
                <a:lnTo>
                  <a:pt x="3086588" y="119705"/>
                </a:lnTo>
                <a:lnTo>
                  <a:pt x="3087553" y="119430"/>
                </a:lnTo>
                <a:lnTo>
                  <a:pt x="3088515" y="119127"/>
                </a:lnTo>
                <a:lnTo>
                  <a:pt x="3089473" y="118795"/>
                </a:lnTo>
                <a:lnTo>
                  <a:pt x="3090425" y="118433"/>
                </a:lnTo>
                <a:lnTo>
                  <a:pt x="3091373" y="118041"/>
                </a:lnTo>
                <a:lnTo>
                  <a:pt x="3092315" y="117619"/>
                </a:lnTo>
                <a:lnTo>
                  <a:pt x="3093252" y="117165"/>
                </a:lnTo>
                <a:lnTo>
                  <a:pt x="3094183" y="116679"/>
                </a:lnTo>
                <a:lnTo>
                  <a:pt x="3095107" y="116160"/>
                </a:lnTo>
                <a:lnTo>
                  <a:pt x="3096024" y="115608"/>
                </a:lnTo>
                <a:lnTo>
                  <a:pt x="3096935" y="115021"/>
                </a:lnTo>
                <a:lnTo>
                  <a:pt x="3097838" y="114400"/>
                </a:lnTo>
                <a:lnTo>
                  <a:pt x="3098733" y="113743"/>
                </a:lnTo>
                <a:lnTo>
                  <a:pt x="3098777" y="114486"/>
                </a:lnTo>
                <a:lnTo>
                  <a:pt x="3098859" y="115166"/>
                </a:lnTo>
                <a:lnTo>
                  <a:pt x="3098978" y="115788"/>
                </a:lnTo>
                <a:lnTo>
                  <a:pt x="3099131" y="116353"/>
                </a:lnTo>
                <a:lnTo>
                  <a:pt x="3099316" y="116865"/>
                </a:lnTo>
                <a:lnTo>
                  <a:pt x="3099532" y="117325"/>
                </a:lnTo>
                <a:lnTo>
                  <a:pt x="3099777" y="117737"/>
                </a:lnTo>
                <a:lnTo>
                  <a:pt x="3100048" y="118103"/>
                </a:lnTo>
                <a:lnTo>
                  <a:pt x="3100344" y="118426"/>
                </a:lnTo>
                <a:lnTo>
                  <a:pt x="3100663" y="118709"/>
                </a:lnTo>
                <a:lnTo>
                  <a:pt x="3101002" y="118954"/>
                </a:lnTo>
                <a:lnTo>
                  <a:pt x="3101361" y="119164"/>
                </a:lnTo>
                <a:lnTo>
                  <a:pt x="3101737" y="119342"/>
                </a:lnTo>
                <a:lnTo>
                  <a:pt x="3102128" y="119490"/>
                </a:lnTo>
                <a:lnTo>
                  <a:pt x="3102532" y="119612"/>
                </a:lnTo>
                <a:lnTo>
                  <a:pt x="3102947" y="119709"/>
                </a:lnTo>
                <a:lnTo>
                  <a:pt x="3103372" y="119785"/>
                </a:lnTo>
                <a:lnTo>
                  <a:pt x="3103804" y="119842"/>
                </a:lnTo>
                <a:lnTo>
                  <a:pt x="3104242" y="119883"/>
                </a:lnTo>
                <a:lnTo>
                  <a:pt x="3104683" y="119910"/>
                </a:lnTo>
                <a:lnTo>
                  <a:pt x="3105126" y="119927"/>
                </a:lnTo>
                <a:lnTo>
                  <a:pt x="3105569" y="119935"/>
                </a:lnTo>
                <a:lnTo>
                  <a:pt x="3106010" y="119938"/>
                </a:lnTo>
                <a:lnTo>
                  <a:pt x="3106447" y="119939"/>
                </a:lnTo>
                <a:lnTo>
                  <a:pt x="3120520" y="119939"/>
                </a:lnTo>
                <a:lnTo>
                  <a:pt x="3120914" y="119938"/>
                </a:lnTo>
                <a:lnTo>
                  <a:pt x="3121324" y="119935"/>
                </a:lnTo>
                <a:lnTo>
                  <a:pt x="3121746" y="119927"/>
                </a:lnTo>
                <a:lnTo>
                  <a:pt x="3122177" y="119911"/>
                </a:lnTo>
                <a:lnTo>
                  <a:pt x="3122615" y="119885"/>
                </a:lnTo>
                <a:lnTo>
                  <a:pt x="3123057" y="119845"/>
                </a:lnTo>
                <a:lnTo>
                  <a:pt x="3123500" y="119790"/>
                </a:lnTo>
                <a:lnTo>
                  <a:pt x="3123941" y="119717"/>
                </a:lnTo>
                <a:lnTo>
                  <a:pt x="3124377" y="119624"/>
                </a:lnTo>
                <a:lnTo>
                  <a:pt x="3124806" y="119506"/>
                </a:lnTo>
                <a:lnTo>
                  <a:pt x="3125224" y="119363"/>
                </a:lnTo>
                <a:lnTo>
                  <a:pt x="3125629" y="119192"/>
                </a:lnTo>
                <a:lnTo>
                  <a:pt x="3126019" y="118989"/>
                </a:lnTo>
                <a:lnTo>
                  <a:pt x="3126389" y="118753"/>
                </a:lnTo>
                <a:lnTo>
                  <a:pt x="3126737" y="118480"/>
                </a:lnTo>
                <a:lnTo>
                  <a:pt x="3127061" y="118168"/>
                </a:lnTo>
                <a:lnTo>
                  <a:pt x="3127357" y="117815"/>
                </a:lnTo>
                <a:lnTo>
                  <a:pt x="3127623" y="117418"/>
                </a:lnTo>
                <a:lnTo>
                  <a:pt x="3127856" y="116974"/>
                </a:lnTo>
                <a:lnTo>
                  <a:pt x="3128053" y="116481"/>
                </a:lnTo>
                <a:lnTo>
                  <a:pt x="3128211" y="115936"/>
                </a:lnTo>
                <a:lnTo>
                  <a:pt x="3128328" y="115336"/>
                </a:lnTo>
                <a:lnTo>
                  <a:pt x="3128400" y="114680"/>
                </a:lnTo>
                <a:lnTo>
                  <a:pt x="3128425" y="113964"/>
                </a:lnTo>
                <a:lnTo>
                  <a:pt x="3128399" y="113270"/>
                </a:lnTo>
                <a:lnTo>
                  <a:pt x="3128324" y="112635"/>
                </a:lnTo>
                <a:lnTo>
                  <a:pt x="3128204" y="112054"/>
                </a:lnTo>
                <a:lnTo>
                  <a:pt x="3128041" y="111527"/>
                </a:lnTo>
                <a:lnTo>
                  <a:pt x="3127838" y="111049"/>
                </a:lnTo>
                <a:lnTo>
                  <a:pt x="3127599" y="110620"/>
                </a:lnTo>
                <a:lnTo>
                  <a:pt x="3127327" y="110235"/>
                </a:lnTo>
                <a:close/>
                <a:moveTo>
                  <a:pt x="3928893" y="98880"/>
                </a:moveTo>
                <a:lnTo>
                  <a:pt x="3928893" y="98877"/>
                </a:lnTo>
                <a:lnTo>
                  <a:pt x="3928893" y="98878"/>
                </a:lnTo>
                <a:lnTo>
                  <a:pt x="3928893" y="98880"/>
                </a:lnTo>
                <a:close/>
                <a:moveTo>
                  <a:pt x="2714308" y="98878"/>
                </a:moveTo>
                <a:lnTo>
                  <a:pt x="2714309" y="98880"/>
                </a:lnTo>
                <a:lnTo>
                  <a:pt x="2714309" y="98877"/>
                </a:lnTo>
                <a:lnTo>
                  <a:pt x="2714308" y="98878"/>
                </a:lnTo>
                <a:close/>
                <a:moveTo>
                  <a:pt x="4637401" y="98878"/>
                </a:moveTo>
                <a:lnTo>
                  <a:pt x="4637401" y="98880"/>
                </a:lnTo>
                <a:lnTo>
                  <a:pt x="4637401" y="98877"/>
                </a:lnTo>
                <a:lnTo>
                  <a:pt x="4637401" y="98878"/>
                </a:lnTo>
                <a:close/>
                <a:moveTo>
                  <a:pt x="4839832" y="98878"/>
                </a:moveTo>
                <a:lnTo>
                  <a:pt x="4839832" y="98880"/>
                </a:lnTo>
                <a:lnTo>
                  <a:pt x="4839832" y="98877"/>
                </a:lnTo>
                <a:lnTo>
                  <a:pt x="4839832" y="98878"/>
                </a:lnTo>
                <a:close/>
                <a:moveTo>
                  <a:pt x="2791468" y="107145"/>
                </a:moveTo>
                <a:lnTo>
                  <a:pt x="2791019" y="105992"/>
                </a:lnTo>
                <a:lnTo>
                  <a:pt x="2790512" y="104893"/>
                </a:lnTo>
                <a:lnTo>
                  <a:pt x="2789949" y="103850"/>
                </a:lnTo>
                <a:lnTo>
                  <a:pt x="2789334" y="102864"/>
                </a:lnTo>
                <a:lnTo>
                  <a:pt x="2788668" y="101936"/>
                </a:lnTo>
                <a:lnTo>
                  <a:pt x="2787956" y="101068"/>
                </a:lnTo>
                <a:lnTo>
                  <a:pt x="2787199" y="100261"/>
                </a:lnTo>
                <a:lnTo>
                  <a:pt x="2786401" y="99517"/>
                </a:lnTo>
                <a:lnTo>
                  <a:pt x="2785565" y="98838"/>
                </a:lnTo>
                <a:lnTo>
                  <a:pt x="2784693" y="98223"/>
                </a:lnTo>
                <a:lnTo>
                  <a:pt x="2783788" y="97676"/>
                </a:lnTo>
                <a:lnTo>
                  <a:pt x="2782853" y="97197"/>
                </a:lnTo>
                <a:lnTo>
                  <a:pt x="2781891" y="96787"/>
                </a:lnTo>
                <a:lnTo>
                  <a:pt x="2780905" y="96449"/>
                </a:lnTo>
                <a:lnTo>
                  <a:pt x="2779898" y="96184"/>
                </a:lnTo>
                <a:lnTo>
                  <a:pt x="2778872" y="95993"/>
                </a:lnTo>
                <a:lnTo>
                  <a:pt x="2777830" y="95877"/>
                </a:lnTo>
                <a:lnTo>
                  <a:pt x="2776775" y="95838"/>
                </a:lnTo>
                <a:lnTo>
                  <a:pt x="2775828" y="95868"/>
                </a:lnTo>
                <a:lnTo>
                  <a:pt x="2774916" y="95955"/>
                </a:lnTo>
                <a:lnTo>
                  <a:pt x="2774039" y="96099"/>
                </a:lnTo>
                <a:lnTo>
                  <a:pt x="2773197" y="96295"/>
                </a:lnTo>
                <a:lnTo>
                  <a:pt x="2772392" y="96543"/>
                </a:lnTo>
                <a:lnTo>
                  <a:pt x="2771623" y="96839"/>
                </a:lnTo>
                <a:lnTo>
                  <a:pt x="2770892" y="97181"/>
                </a:lnTo>
                <a:lnTo>
                  <a:pt x="2770198" y="97567"/>
                </a:lnTo>
                <a:lnTo>
                  <a:pt x="2769542" y="97994"/>
                </a:lnTo>
                <a:lnTo>
                  <a:pt x="2768925" y="98461"/>
                </a:lnTo>
                <a:lnTo>
                  <a:pt x="2768348" y="98965"/>
                </a:lnTo>
                <a:lnTo>
                  <a:pt x="2767810" y="99503"/>
                </a:lnTo>
                <a:lnTo>
                  <a:pt x="2767312" y="100073"/>
                </a:lnTo>
                <a:lnTo>
                  <a:pt x="2766854" y="100673"/>
                </a:lnTo>
                <a:lnTo>
                  <a:pt x="2766438" y="101300"/>
                </a:lnTo>
                <a:lnTo>
                  <a:pt x="2766064" y="101952"/>
                </a:lnTo>
                <a:lnTo>
                  <a:pt x="2765732" y="102628"/>
                </a:lnTo>
                <a:lnTo>
                  <a:pt x="2765442" y="103323"/>
                </a:lnTo>
                <a:lnTo>
                  <a:pt x="2765196" y="104037"/>
                </a:lnTo>
                <a:lnTo>
                  <a:pt x="2764993" y="104766"/>
                </a:lnTo>
                <a:lnTo>
                  <a:pt x="2764834" y="105509"/>
                </a:lnTo>
                <a:lnTo>
                  <a:pt x="2764720" y="106263"/>
                </a:lnTo>
                <a:lnTo>
                  <a:pt x="2764652" y="107025"/>
                </a:lnTo>
                <a:lnTo>
                  <a:pt x="2764629" y="107794"/>
                </a:lnTo>
                <a:lnTo>
                  <a:pt x="2764657" y="108697"/>
                </a:lnTo>
                <a:lnTo>
                  <a:pt x="2764742" y="109572"/>
                </a:lnTo>
                <a:lnTo>
                  <a:pt x="2764881" y="110419"/>
                </a:lnTo>
                <a:lnTo>
                  <a:pt x="2765072" y="111237"/>
                </a:lnTo>
                <a:lnTo>
                  <a:pt x="2765313" y="112025"/>
                </a:lnTo>
                <a:lnTo>
                  <a:pt x="2765601" y="112782"/>
                </a:lnTo>
                <a:lnTo>
                  <a:pt x="2765936" y="113507"/>
                </a:lnTo>
                <a:lnTo>
                  <a:pt x="2766313" y="114199"/>
                </a:lnTo>
                <a:lnTo>
                  <a:pt x="2766733" y="114856"/>
                </a:lnTo>
                <a:lnTo>
                  <a:pt x="2767192" y="115478"/>
                </a:lnTo>
                <a:lnTo>
                  <a:pt x="2767688" y="116064"/>
                </a:lnTo>
                <a:lnTo>
                  <a:pt x="2768219" y="116613"/>
                </a:lnTo>
                <a:lnTo>
                  <a:pt x="2768783" y="117124"/>
                </a:lnTo>
                <a:lnTo>
                  <a:pt x="2769379" y="117596"/>
                </a:lnTo>
                <a:lnTo>
                  <a:pt x="2770003" y="118028"/>
                </a:lnTo>
                <a:lnTo>
                  <a:pt x="2770654" y="118418"/>
                </a:lnTo>
                <a:lnTo>
                  <a:pt x="2771330" y="118766"/>
                </a:lnTo>
                <a:lnTo>
                  <a:pt x="2772029" y="119071"/>
                </a:lnTo>
                <a:lnTo>
                  <a:pt x="2772749" y="119332"/>
                </a:lnTo>
                <a:lnTo>
                  <a:pt x="2773486" y="119548"/>
                </a:lnTo>
                <a:lnTo>
                  <a:pt x="2774241" y="119717"/>
                </a:lnTo>
                <a:lnTo>
                  <a:pt x="2775009" y="119840"/>
                </a:lnTo>
                <a:lnTo>
                  <a:pt x="2775790" y="119914"/>
                </a:lnTo>
                <a:lnTo>
                  <a:pt x="2776581" y="119939"/>
                </a:lnTo>
                <a:lnTo>
                  <a:pt x="2776727" y="119938"/>
                </a:lnTo>
                <a:lnTo>
                  <a:pt x="2776874" y="119935"/>
                </a:lnTo>
                <a:lnTo>
                  <a:pt x="2777023" y="119930"/>
                </a:lnTo>
                <a:lnTo>
                  <a:pt x="2777174" y="119923"/>
                </a:lnTo>
                <a:lnTo>
                  <a:pt x="2777327" y="119914"/>
                </a:lnTo>
                <a:lnTo>
                  <a:pt x="2777482" y="119903"/>
                </a:lnTo>
                <a:lnTo>
                  <a:pt x="2777637" y="119890"/>
                </a:lnTo>
                <a:lnTo>
                  <a:pt x="2777795" y="119875"/>
                </a:lnTo>
                <a:lnTo>
                  <a:pt x="2777953" y="119858"/>
                </a:lnTo>
                <a:lnTo>
                  <a:pt x="2778113" y="119839"/>
                </a:lnTo>
                <a:lnTo>
                  <a:pt x="2778274" y="119818"/>
                </a:lnTo>
                <a:lnTo>
                  <a:pt x="2778437" y="119795"/>
                </a:lnTo>
                <a:lnTo>
                  <a:pt x="2778600" y="119770"/>
                </a:lnTo>
                <a:lnTo>
                  <a:pt x="2778764" y="119743"/>
                </a:lnTo>
                <a:lnTo>
                  <a:pt x="2778929" y="119714"/>
                </a:lnTo>
                <a:lnTo>
                  <a:pt x="2779095" y="119683"/>
                </a:lnTo>
                <a:lnTo>
                  <a:pt x="2779261" y="119650"/>
                </a:lnTo>
                <a:lnTo>
                  <a:pt x="2779428" y="119615"/>
                </a:lnTo>
                <a:lnTo>
                  <a:pt x="2779596" y="119578"/>
                </a:lnTo>
                <a:lnTo>
                  <a:pt x="2779764" y="119539"/>
                </a:lnTo>
                <a:lnTo>
                  <a:pt x="2779932" y="119497"/>
                </a:lnTo>
                <a:lnTo>
                  <a:pt x="2780100" y="119454"/>
                </a:lnTo>
                <a:lnTo>
                  <a:pt x="2780269" y="119409"/>
                </a:lnTo>
                <a:lnTo>
                  <a:pt x="2780438" y="119362"/>
                </a:lnTo>
                <a:lnTo>
                  <a:pt x="2780045" y="120810"/>
                </a:lnTo>
                <a:lnTo>
                  <a:pt x="2779594" y="122169"/>
                </a:lnTo>
                <a:lnTo>
                  <a:pt x="2779089" y="123442"/>
                </a:lnTo>
                <a:lnTo>
                  <a:pt x="2778537" y="124630"/>
                </a:lnTo>
                <a:lnTo>
                  <a:pt x="2777944" y="125737"/>
                </a:lnTo>
                <a:lnTo>
                  <a:pt x="2777314" y="126767"/>
                </a:lnTo>
                <a:lnTo>
                  <a:pt x="2776653" y="127721"/>
                </a:lnTo>
                <a:lnTo>
                  <a:pt x="2775967" y="128602"/>
                </a:lnTo>
                <a:lnTo>
                  <a:pt x="2775262" y="129414"/>
                </a:lnTo>
                <a:lnTo>
                  <a:pt x="2774543" y="130159"/>
                </a:lnTo>
                <a:lnTo>
                  <a:pt x="2773816" y="130840"/>
                </a:lnTo>
                <a:lnTo>
                  <a:pt x="2773087" y="131461"/>
                </a:lnTo>
                <a:lnTo>
                  <a:pt x="2772360" y="132022"/>
                </a:lnTo>
                <a:lnTo>
                  <a:pt x="2771642" y="132529"/>
                </a:lnTo>
                <a:lnTo>
                  <a:pt x="2770938" y="132983"/>
                </a:lnTo>
                <a:lnTo>
                  <a:pt x="2770254" y="133387"/>
                </a:lnTo>
                <a:lnTo>
                  <a:pt x="2769596" y="133744"/>
                </a:lnTo>
                <a:lnTo>
                  <a:pt x="2768968" y="134058"/>
                </a:lnTo>
                <a:lnTo>
                  <a:pt x="2768378" y="134330"/>
                </a:lnTo>
                <a:lnTo>
                  <a:pt x="2767829" y="134564"/>
                </a:lnTo>
                <a:lnTo>
                  <a:pt x="2767329" y="134762"/>
                </a:lnTo>
                <a:lnTo>
                  <a:pt x="2766881" y="134928"/>
                </a:lnTo>
                <a:lnTo>
                  <a:pt x="2766493" y="135063"/>
                </a:lnTo>
                <a:lnTo>
                  <a:pt x="2766170" y="135172"/>
                </a:lnTo>
                <a:lnTo>
                  <a:pt x="2765922" y="135247"/>
                </a:lnTo>
                <a:lnTo>
                  <a:pt x="2765659" y="135326"/>
                </a:lnTo>
                <a:lnTo>
                  <a:pt x="2765385" y="135412"/>
                </a:lnTo>
                <a:lnTo>
                  <a:pt x="2765101" y="135505"/>
                </a:lnTo>
                <a:lnTo>
                  <a:pt x="2764810" y="135606"/>
                </a:lnTo>
                <a:lnTo>
                  <a:pt x="2764514" y="135717"/>
                </a:lnTo>
                <a:lnTo>
                  <a:pt x="2764215" y="135838"/>
                </a:lnTo>
                <a:lnTo>
                  <a:pt x="2763914" y="135971"/>
                </a:lnTo>
                <a:lnTo>
                  <a:pt x="2763615" y="136117"/>
                </a:lnTo>
                <a:lnTo>
                  <a:pt x="2763320" y="136276"/>
                </a:lnTo>
                <a:lnTo>
                  <a:pt x="2763030" y="136451"/>
                </a:lnTo>
                <a:lnTo>
                  <a:pt x="2762749" y="136641"/>
                </a:lnTo>
                <a:lnTo>
                  <a:pt x="2762477" y="136849"/>
                </a:lnTo>
                <a:lnTo>
                  <a:pt x="2762217" y="137075"/>
                </a:lnTo>
                <a:lnTo>
                  <a:pt x="2761972" y="137320"/>
                </a:lnTo>
                <a:lnTo>
                  <a:pt x="2761743" y="137585"/>
                </a:lnTo>
                <a:lnTo>
                  <a:pt x="2761534" y="137872"/>
                </a:lnTo>
                <a:lnTo>
                  <a:pt x="2761345" y="138181"/>
                </a:lnTo>
                <a:lnTo>
                  <a:pt x="2761179" y="138514"/>
                </a:lnTo>
                <a:lnTo>
                  <a:pt x="2761038" y="138872"/>
                </a:lnTo>
                <a:lnTo>
                  <a:pt x="2760925" y="139255"/>
                </a:lnTo>
                <a:lnTo>
                  <a:pt x="2760841" y="139665"/>
                </a:lnTo>
                <a:lnTo>
                  <a:pt x="2760790" y="140104"/>
                </a:lnTo>
                <a:lnTo>
                  <a:pt x="2760772" y="140571"/>
                </a:lnTo>
                <a:lnTo>
                  <a:pt x="2760787" y="140934"/>
                </a:lnTo>
                <a:lnTo>
                  <a:pt x="2760831" y="141300"/>
                </a:lnTo>
                <a:lnTo>
                  <a:pt x="2760903" y="141666"/>
                </a:lnTo>
                <a:lnTo>
                  <a:pt x="2761001" y="142032"/>
                </a:lnTo>
                <a:lnTo>
                  <a:pt x="2761126" y="142395"/>
                </a:lnTo>
                <a:lnTo>
                  <a:pt x="2761275" y="142755"/>
                </a:lnTo>
                <a:lnTo>
                  <a:pt x="2761448" y="143109"/>
                </a:lnTo>
                <a:lnTo>
                  <a:pt x="2761643" y="143456"/>
                </a:lnTo>
                <a:lnTo>
                  <a:pt x="2761860" y="143794"/>
                </a:lnTo>
                <a:lnTo>
                  <a:pt x="2762097" y="144122"/>
                </a:lnTo>
                <a:lnTo>
                  <a:pt x="2762353" y="144437"/>
                </a:lnTo>
                <a:lnTo>
                  <a:pt x="2762628" y="144740"/>
                </a:lnTo>
                <a:lnTo>
                  <a:pt x="2762919" y="145027"/>
                </a:lnTo>
                <a:lnTo>
                  <a:pt x="2763227" y="145298"/>
                </a:lnTo>
                <a:lnTo>
                  <a:pt x="2763549" y="145551"/>
                </a:lnTo>
                <a:lnTo>
                  <a:pt x="2763885" y="145783"/>
                </a:lnTo>
                <a:lnTo>
                  <a:pt x="2764234" y="145995"/>
                </a:lnTo>
                <a:lnTo>
                  <a:pt x="2764595" y="146183"/>
                </a:lnTo>
                <a:lnTo>
                  <a:pt x="2764966" y="146346"/>
                </a:lnTo>
                <a:lnTo>
                  <a:pt x="2765346" y="146484"/>
                </a:lnTo>
                <a:lnTo>
                  <a:pt x="2765735" y="146594"/>
                </a:lnTo>
                <a:lnTo>
                  <a:pt x="2766131" y="146674"/>
                </a:lnTo>
                <a:lnTo>
                  <a:pt x="2766534" y="146723"/>
                </a:lnTo>
                <a:lnTo>
                  <a:pt x="2766941" y="146740"/>
                </a:lnTo>
                <a:lnTo>
                  <a:pt x="2767780" y="146686"/>
                </a:lnTo>
                <a:lnTo>
                  <a:pt x="2768745" y="146523"/>
                </a:lnTo>
                <a:lnTo>
                  <a:pt x="2769822" y="146251"/>
                </a:lnTo>
                <a:lnTo>
                  <a:pt x="2770997" y="145871"/>
                </a:lnTo>
                <a:lnTo>
                  <a:pt x="2772254" y="145381"/>
                </a:lnTo>
                <a:lnTo>
                  <a:pt x="2773580" y="144782"/>
                </a:lnTo>
                <a:lnTo>
                  <a:pt x="2774960" y="144073"/>
                </a:lnTo>
                <a:lnTo>
                  <a:pt x="2776381" y="143255"/>
                </a:lnTo>
                <a:lnTo>
                  <a:pt x="2777826" y="142327"/>
                </a:lnTo>
                <a:lnTo>
                  <a:pt x="2779283" y="141289"/>
                </a:lnTo>
                <a:lnTo>
                  <a:pt x="2780736" y="140141"/>
                </a:lnTo>
                <a:lnTo>
                  <a:pt x="2782172" y="138883"/>
                </a:lnTo>
                <a:lnTo>
                  <a:pt x="2783575" y="137514"/>
                </a:lnTo>
                <a:lnTo>
                  <a:pt x="2784932" y="136035"/>
                </a:lnTo>
                <a:lnTo>
                  <a:pt x="2786228" y="134445"/>
                </a:lnTo>
                <a:lnTo>
                  <a:pt x="2787449" y="132744"/>
                </a:lnTo>
                <a:lnTo>
                  <a:pt x="2788580" y="130931"/>
                </a:lnTo>
                <a:lnTo>
                  <a:pt x="2789606" y="129008"/>
                </a:lnTo>
                <a:lnTo>
                  <a:pt x="2790515" y="126973"/>
                </a:lnTo>
                <a:lnTo>
                  <a:pt x="2791290" y="124826"/>
                </a:lnTo>
                <a:lnTo>
                  <a:pt x="2791919" y="122568"/>
                </a:lnTo>
                <a:lnTo>
                  <a:pt x="2792385" y="120197"/>
                </a:lnTo>
                <a:lnTo>
                  <a:pt x="2792676" y="117715"/>
                </a:lnTo>
                <a:lnTo>
                  <a:pt x="2792776" y="115120"/>
                </a:lnTo>
                <a:lnTo>
                  <a:pt x="2792737" y="113672"/>
                </a:lnTo>
                <a:lnTo>
                  <a:pt x="2792623" y="112269"/>
                </a:lnTo>
                <a:lnTo>
                  <a:pt x="2792436" y="110914"/>
                </a:lnTo>
                <a:lnTo>
                  <a:pt x="2792179" y="109607"/>
                </a:lnTo>
                <a:lnTo>
                  <a:pt x="2791856" y="108350"/>
                </a:lnTo>
                <a:lnTo>
                  <a:pt x="2791468" y="107145"/>
                </a:lnTo>
                <a:close/>
                <a:moveTo>
                  <a:pt x="6631861" y="9246"/>
                </a:moveTo>
                <a:lnTo>
                  <a:pt x="6631602" y="8678"/>
                </a:lnTo>
                <a:lnTo>
                  <a:pt x="6631309" y="8131"/>
                </a:lnTo>
                <a:lnTo>
                  <a:pt x="6630982" y="7607"/>
                </a:lnTo>
                <a:lnTo>
                  <a:pt x="6630623" y="7107"/>
                </a:lnTo>
                <a:lnTo>
                  <a:pt x="6630233" y="6633"/>
                </a:lnTo>
                <a:lnTo>
                  <a:pt x="6629814" y="6185"/>
                </a:lnTo>
                <a:lnTo>
                  <a:pt x="6629366" y="5766"/>
                </a:lnTo>
                <a:lnTo>
                  <a:pt x="6628892" y="5375"/>
                </a:lnTo>
                <a:lnTo>
                  <a:pt x="6628392" y="5016"/>
                </a:lnTo>
                <a:lnTo>
                  <a:pt x="6627868" y="4689"/>
                </a:lnTo>
                <a:lnTo>
                  <a:pt x="6627322" y="4395"/>
                </a:lnTo>
                <a:lnTo>
                  <a:pt x="6626754" y="4136"/>
                </a:lnTo>
                <a:lnTo>
                  <a:pt x="6626166" y="3914"/>
                </a:lnTo>
                <a:lnTo>
                  <a:pt x="6625559" y="3728"/>
                </a:lnTo>
                <a:lnTo>
                  <a:pt x="6624935" y="3582"/>
                </a:lnTo>
                <a:lnTo>
                  <a:pt x="6624294" y="3476"/>
                </a:lnTo>
                <a:lnTo>
                  <a:pt x="6623639" y="3411"/>
                </a:lnTo>
                <a:lnTo>
                  <a:pt x="6622971" y="3389"/>
                </a:lnTo>
                <a:lnTo>
                  <a:pt x="6622302" y="3411"/>
                </a:lnTo>
                <a:lnTo>
                  <a:pt x="6621646" y="3476"/>
                </a:lnTo>
                <a:lnTo>
                  <a:pt x="6621006" y="3582"/>
                </a:lnTo>
                <a:lnTo>
                  <a:pt x="6620381" y="3728"/>
                </a:lnTo>
                <a:lnTo>
                  <a:pt x="6619774" y="3914"/>
                </a:lnTo>
                <a:lnTo>
                  <a:pt x="6619186" y="4136"/>
                </a:lnTo>
                <a:lnTo>
                  <a:pt x="6618618" y="4395"/>
                </a:lnTo>
                <a:lnTo>
                  <a:pt x="6618071" y="4689"/>
                </a:lnTo>
                <a:lnTo>
                  <a:pt x="6617547" y="5016"/>
                </a:lnTo>
                <a:lnTo>
                  <a:pt x="6617047" y="5375"/>
                </a:lnTo>
                <a:lnTo>
                  <a:pt x="6616573" y="5766"/>
                </a:lnTo>
                <a:lnTo>
                  <a:pt x="6616125" y="6185"/>
                </a:lnTo>
                <a:lnTo>
                  <a:pt x="6615706" y="6633"/>
                </a:lnTo>
                <a:lnTo>
                  <a:pt x="6615316" y="7107"/>
                </a:lnTo>
                <a:lnTo>
                  <a:pt x="6614957" y="7607"/>
                </a:lnTo>
                <a:lnTo>
                  <a:pt x="6614629" y="8131"/>
                </a:lnTo>
                <a:lnTo>
                  <a:pt x="6614336" y="8678"/>
                </a:lnTo>
                <a:lnTo>
                  <a:pt x="6614077" y="9246"/>
                </a:lnTo>
                <a:lnTo>
                  <a:pt x="6613855" y="9834"/>
                </a:lnTo>
                <a:lnTo>
                  <a:pt x="6613669" y="10441"/>
                </a:lnTo>
                <a:lnTo>
                  <a:pt x="6613523" y="11066"/>
                </a:lnTo>
                <a:lnTo>
                  <a:pt x="6613417" y="11706"/>
                </a:lnTo>
                <a:lnTo>
                  <a:pt x="6613352" y="12361"/>
                </a:lnTo>
                <a:lnTo>
                  <a:pt x="6613330" y="13030"/>
                </a:lnTo>
                <a:lnTo>
                  <a:pt x="6613352" y="13699"/>
                </a:lnTo>
                <a:lnTo>
                  <a:pt x="6613417" y="14354"/>
                </a:lnTo>
                <a:lnTo>
                  <a:pt x="6613523" y="14994"/>
                </a:lnTo>
                <a:lnTo>
                  <a:pt x="6613669" y="15619"/>
                </a:lnTo>
                <a:lnTo>
                  <a:pt x="6613855" y="16226"/>
                </a:lnTo>
                <a:lnTo>
                  <a:pt x="6614077" y="16814"/>
                </a:lnTo>
                <a:lnTo>
                  <a:pt x="6614336" y="17382"/>
                </a:lnTo>
                <a:lnTo>
                  <a:pt x="6614629" y="17929"/>
                </a:lnTo>
                <a:lnTo>
                  <a:pt x="6614957" y="18453"/>
                </a:lnTo>
                <a:lnTo>
                  <a:pt x="6615316" y="18953"/>
                </a:lnTo>
                <a:lnTo>
                  <a:pt x="6615706" y="19427"/>
                </a:lnTo>
                <a:lnTo>
                  <a:pt x="6616125" y="19875"/>
                </a:lnTo>
                <a:lnTo>
                  <a:pt x="6616573" y="20294"/>
                </a:lnTo>
                <a:lnTo>
                  <a:pt x="6617047" y="20685"/>
                </a:lnTo>
                <a:lnTo>
                  <a:pt x="6617547" y="21044"/>
                </a:lnTo>
                <a:lnTo>
                  <a:pt x="6618071" y="21371"/>
                </a:lnTo>
                <a:lnTo>
                  <a:pt x="6618618" y="21665"/>
                </a:lnTo>
                <a:lnTo>
                  <a:pt x="6619186" y="21924"/>
                </a:lnTo>
                <a:lnTo>
                  <a:pt x="6619774" y="22146"/>
                </a:lnTo>
                <a:lnTo>
                  <a:pt x="6620381" y="22332"/>
                </a:lnTo>
                <a:lnTo>
                  <a:pt x="6621006" y="22478"/>
                </a:lnTo>
                <a:lnTo>
                  <a:pt x="6621646" y="22584"/>
                </a:lnTo>
                <a:lnTo>
                  <a:pt x="6622302" y="22649"/>
                </a:lnTo>
                <a:lnTo>
                  <a:pt x="6622971" y="22671"/>
                </a:lnTo>
                <a:lnTo>
                  <a:pt x="6623639" y="22649"/>
                </a:lnTo>
                <a:lnTo>
                  <a:pt x="6624294" y="22584"/>
                </a:lnTo>
                <a:lnTo>
                  <a:pt x="6624935" y="22478"/>
                </a:lnTo>
                <a:lnTo>
                  <a:pt x="6625559" y="22332"/>
                </a:lnTo>
                <a:lnTo>
                  <a:pt x="6626166" y="22146"/>
                </a:lnTo>
                <a:lnTo>
                  <a:pt x="6626754" y="21924"/>
                </a:lnTo>
                <a:lnTo>
                  <a:pt x="6627322" y="21665"/>
                </a:lnTo>
                <a:lnTo>
                  <a:pt x="6627868" y="21371"/>
                </a:lnTo>
                <a:lnTo>
                  <a:pt x="6628392" y="21044"/>
                </a:lnTo>
                <a:lnTo>
                  <a:pt x="6628892" y="20685"/>
                </a:lnTo>
                <a:lnTo>
                  <a:pt x="6629366" y="20294"/>
                </a:lnTo>
                <a:lnTo>
                  <a:pt x="6629814" y="19875"/>
                </a:lnTo>
                <a:lnTo>
                  <a:pt x="6630233" y="19427"/>
                </a:lnTo>
                <a:lnTo>
                  <a:pt x="6630623" y="18953"/>
                </a:lnTo>
                <a:lnTo>
                  <a:pt x="6630982" y="18453"/>
                </a:lnTo>
                <a:lnTo>
                  <a:pt x="6631309" y="17929"/>
                </a:lnTo>
                <a:lnTo>
                  <a:pt x="6631602" y="17382"/>
                </a:lnTo>
                <a:lnTo>
                  <a:pt x="6631861" y="16814"/>
                </a:lnTo>
                <a:lnTo>
                  <a:pt x="6632084" y="16226"/>
                </a:lnTo>
                <a:lnTo>
                  <a:pt x="6632269" y="15619"/>
                </a:lnTo>
                <a:lnTo>
                  <a:pt x="6632415" y="14994"/>
                </a:lnTo>
                <a:lnTo>
                  <a:pt x="6632521" y="14354"/>
                </a:lnTo>
                <a:lnTo>
                  <a:pt x="6632586" y="13699"/>
                </a:lnTo>
                <a:lnTo>
                  <a:pt x="6632608" y="13030"/>
                </a:lnTo>
                <a:lnTo>
                  <a:pt x="6632586" y="12361"/>
                </a:lnTo>
                <a:lnTo>
                  <a:pt x="6632521" y="11706"/>
                </a:lnTo>
                <a:lnTo>
                  <a:pt x="6632415" y="11066"/>
                </a:lnTo>
                <a:lnTo>
                  <a:pt x="6632269" y="10441"/>
                </a:lnTo>
                <a:lnTo>
                  <a:pt x="6632084" y="9834"/>
                </a:lnTo>
                <a:lnTo>
                  <a:pt x="6631861" y="9246"/>
                </a:lnTo>
                <a:close/>
                <a:moveTo>
                  <a:pt x="5540680" y="5823"/>
                </a:moveTo>
                <a:lnTo>
                  <a:pt x="5539890" y="5054"/>
                </a:lnTo>
                <a:lnTo>
                  <a:pt x="5539025" y="4370"/>
                </a:lnTo>
                <a:lnTo>
                  <a:pt x="5538095" y="3766"/>
                </a:lnTo>
                <a:lnTo>
                  <a:pt x="5537113" y="3238"/>
                </a:lnTo>
                <a:lnTo>
                  <a:pt x="5536091" y="2780"/>
                </a:lnTo>
                <a:lnTo>
                  <a:pt x="5535040" y="2388"/>
                </a:lnTo>
                <a:lnTo>
                  <a:pt x="5533974" y="2055"/>
                </a:lnTo>
                <a:lnTo>
                  <a:pt x="5532903" y="1778"/>
                </a:lnTo>
                <a:lnTo>
                  <a:pt x="5531841" y="1552"/>
                </a:lnTo>
                <a:lnTo>
                  <a:pt x="5530799" y="1370"/>
                </a:lnTo>
                <a:lnTo>
                  <a:pt x="5529788" y="1229"/>
                </a:lnTo>
                <a:lnTo>
                  <a:pt x="5528822" y="1122"/>
                </a:lnTo>
                <a:lnTo>
                  <a:pt x="5527912" y="1046"/>
                </a:lnTo>
                <a:lnTo>
                  <a:pt x="5527071" y="995"/>
                </a:lnTo>
                <a:lnTo>
                  <a:pt x="5526310" y="964"/>
                </a:lnTo>
                <a:lnTo>
                  <a:pt x="5525641" y="948"/>
                </a:lnTo>
                <a:lnTo>
                  <a:pt x="5525076" y="942"/>
                </a:lnTo>
                <a:lnTo>
                  <a:pt x="5524628" y="941"/>
                </a:lnTo>
                <a:lnTo>
                  <a:pt x="5522704" y="988"/>
                </a:lnTo>
                <a:lnTo>
                  <a:pt x="5520793" y="1126"/>
                </a:lnTo>
                <a:lnTo>
                  <a:pt x="5518899" y="1355"/>
                </a:lnTo>
                <a:lnTo>
                  <a:pt x="5517031" y="1676"/>
                </a:lnTo>
                <a:lnTo>
                  <a:pt x="5515193" y="2088"/>
                </a:lnTo>
                <a:lnTo>
                  <a:pt x="5513392" y="2590"/>
                </a:lnTo>
                <a:lnTo>
                  <a:pt x="5511634" y="3183"/>
                </a:lnTo>
                <a:lnTo>
                  <a:pt x="5509926" y="3865"/>
                </a:lnTo>
                <a:lnTo>
                  <a:pt x="5508273" y="4636"/>
                </a:lnTo>
                <a:lnTo>
                  <a:pt x="5506682" y="5496"/>
                </a:lnTo>
                <a:lnTo>
                  <a:pt x="5505159" y="6444"/>
                </a:lnTo>
                <a:lnTo>
                  <a:pt x="5503710" y="7481"/>
                </a:lnTo>
                <a:lnTo>
                  <a:pt x="5502342" y="8605"/>
                </a:lnTo>
                <a:lnTo>
                  <a:pt x="5501060" y="9816"/>
                </a:lnTo>
                <a:lnTo>
                  <a:pt x="5499871" y="11115"/>
                </a:lnTo>
                <a:lnTo>
                  <a:pt x="5498780" y="12500"/>
                </a:lnTo>
                <a:lnTo>
                  <a:pt x="5497795" y="13971"/>
                </a:lnTo>
                <a:lnTo>
                  <a:pt x="5496921" y="15527"/>
                </a:lnTo>
                <a:lnTo>
                  <a:pt x="5496164" y="17169"/>
                </a:lnTo>
                <a:lnTo>
                  <a:pt x="5495531" y="18896"/>
                </a:lnTo>
                <a:lnTo>
                  <a:pt x="5495028" y="20708"/>
                </a:lnTo>
                <a:lnTo>
                  <a:pt x="5494661" y="22603"/>
                </a:lnTo>
                <a:lnTo>
                  <a:pt x="5494437" y="24583"/>
                </a:lnTo>
                <a:lnTo>
                  <a:pt x="5494360" y="26646"/>
                </a:lnTo>
                <a:lnTo>
                  <a:pt x="5494360" y="36904"/>
                </a:lnTo>
                <a:lnTo>
                  <a:pt x="5475083" y="36904"/>
                </a:lnTo>
                <a:lnTo>
                  <a:pt x="5474689" y="36905"/>
                </a:lnTo>
                <a:lnTo>
                  <a:pt x="5474279" y="36908"/>
                </a:lnTo>
                <a:lnTo>
                  <a:pt x="5473857" y="36916"/>
                </a:lnTo>
                <a:lnTo>
                  <a:pt x="5473426" y="36932"/>
                </a:lnTo>
                <a:lnTo>
                  <a:pt x="5472988" y="36958"/>
                </a:lnTo>
                <a:lnTo>
                  <a:pt x="5472546" y="36998"/>
                </a:lnTo>
                <a:lnTo>
                  <a:pt x="5472103" y="37053"/>
                </a:lnTo>
                <a:lnTo>
                  <a:pt x="5471662" y="37126"/>
                </a:lnTo>
                <a:lnTo>
                  <a:pt x="5471226" y="37219"/>
                </a:lnTo>
                <a:lnTo>
                  <a:pt x="5470797" y="37337"/>
                </a:lnTo>
                <a:lnTo>
                  <a:pt x="5470379" y="37480"/>
                </a:lnTo>
                <a:lnTo>
                  <a:pt x="5469973" y="37651"/>
                </a:lnTo>
                <a:lnTo>
                  <a:pt x="5469584" y="37854"/>
                </a:lnTo>
                <a:lnTo>
                  <a:pt x="5469214" y="38091"/>
                </a:lnTo>
                <a:lnTo>
                  <a:pt x="5468866" y="38364"/>
                </a:lnTo>
                <a:lnTo>
                  <a:pt x="5468542" y="38675"/>
                </a:lnTo>
                <a:lnTo>
                  <a:pt x="5468246" y="39029"/>
                </a:lnTo>
                <a:lnTo>
                  <a:pt x="5467980" y="39426"/>
                </a:lnTo>
                <a:lnTo>
                  <a:pt x="5467747" y="39870"/>
                </a:lnTo>
                <a:lnTo>
                  <a:pt x="5467550" y="40364"/>
                </a:lnTo>
                <a:lnTo>
                  <a:pt x="5467391" y="40909"/>
                </a:lnTo>
                <a:lnTo>
                  <a:pt x="5467275" y="41509"/>
                </a:lnTo>
                <a:lnTo>
                  <a:pt x="5467203" y="42166"/>
                </a:lnTo>
                <a:lnTo>
                  <a:pt x="5467178" y="42882"/>
                </a:lnTo>
                <a:lnTo>
                  <a:pt x="5467203" y="43576"/>
                </a:lnTo>
                <a:lnTo>
                  <a:pt x="5467275" y="44211"/>
                </a:lnTo>
                <a:lnTo>
                  <a:pt x="5467391" y="44791"/>
                </a:lnTo>
                <a:lnTo>
                  <a:pt x="5467549" y="45319"/>
                </a:lnTo>
                <a:lnTo>
                  <a:pt x="5467745" y="45796"/>
                </a:lnTo>
                <a:lnTo>
                  <a:pt x="5467976" y="46226"/>
                </a:lnTo>
                <a:lnTo>
                  <a:pt x="5468241" y="46611"/>
                </a:lnTo>
                <a:lnTo>
                  <a:pt x="5468535" y="46952"/>
                </a:lnTo>
                <a:lnTo>
                  <a:pt x="5468856" y="47254"/>
                </a:lnTo>
                <a:lnTo>
                  <a:pt x="5469200" y="47518"/>
                </a:lnTo>
                <a:lnTo>
                  <a:pt x="5469566" y="47747"/>
                </a:lnTo>
                <a:lnTo>
                  <a:pt x="5469949" y="47943"/>
                </a:lnTo>
                <a:lnTo>
                  <a:pt x="5470348" y="48109"/>
                </a:lnTo>
                <a:lnTo>
                  <a:pt x="5470758" y="48248"/>
                </a:lnTo>
                <a:lnTo>
                  <a:pt x="5471178" y="48361"/>
                </a:lnTo>
                <a:lnTo>
                  <a:pt x="5471605" y="48452"/>
                </a:lnTo>
                <a:lnTo>
                  <a:pt x="5472034" y="48523"/>
                </a:lnTo>
                <a:lnTo>
                  <a:pt x="5472464" y="48576"/>
                </a:lnTo>
                <a:lnTo>
                  <a:pt x="5472892" y="48614"/>
                </a:lnTo>
                <a:lnTo>
                  <a:pt x="5473314" y="48639"/>
                </a:lnTo>
                <a:lnTo>
                  <a:pt x="5473727" y="48655"/>
                </a:lnTo>
                <a:lnTo>
                  <a:pt x="5474130" y="48663"/>
                </a:lnTo>
                <a:lnTo>
                  <a:pt x="5474518" y="48666"/>
                </a:lnTo>
                <a:lnTo>
                  <a:pt x="5474889" y="48666"/>
                </a:lnTo>
                <a:lnTo>
                  <a:pt x="5494360" y="48666"/>
                </a:lnTo>
                <a:lnTo>
                  <a:pt x="5494360" y="108180"/>
                </a:lnTo>
                <a:lnTo>
                  <a:pt x="5474889" y="108180"/>
                </a:lnTo>
                <a:lnTo>
                  <a:pt x="5474517" y="108180"/>
                </a:lnTo>
                <a:lnTo>
                  <a:pt x="5474126" y="108183"/>
                </a:lnTo>
                <a:lnTo>
                  <a:pt x="5473719" y="108191"/>
                </a:lnTo>
                <a:lnTo>
                  <a:pt x="5473299" y="108206"/>
                </a:lnTo>
                <a:lnTo>
                  <a:pt x="5472870" y="108232"/>
                </a:lnTo>
                <a:lnTo>
                  <a:pt x="5472434" y="108270"/>
                </a:lnTo>
                <a:lnTo>
                  <a:pt x="5471994" y="108323"/>
                </a:lnTo>
                <a:lnTo>
                  <a:pt x="5471554" y="108394"/>
                </a:lnTo>
                <a:lnTo>
                  <a:pt x="5471117" y="108485"/>
                </a:lnTo>
                <a:lnTo>
                  <a:pt x="5470685" y="108598"/>
                </a:lnTo>
                <a:lnTo>
                  <a:pt x="5470263" y="108736"/>
                </a:lnTo>
                <a:lnTo>
                  <a:pt x="5469852" y="108903"/>
                </a:lnTo>
                <a:lnTo>
                  <a:pt x="5469456" y="109099"/>
                </a:lnTo>
                <a:lnTo>
                  <a:pt x="5469079" y="109328"/>
                </a:lnTo>
                <a:lnTo>
                  <a:pt x="5468723" y="109592"/>
                </a:lnTo>
                <a:lnTo>
                  <a:pt x="5468391" y="109893"/>
                </a:lnTo>
                <a:lnTo>
                  <a:pt x="5468087" y="110235"/>
                </a:lnTo>
                <a:lnTo>
                  <a:pt x="5467813" y="110620"/>
                </a:lnTo>
                <a:lnTo>
                  <a:pt x="5467572" y="111049"/>
                </a:lnTo>
                <a:lnTo>
                  <a:pt x="5467369" y="111527"/>
                </a:lnTo>
                <a:lnTo>
                  <a:pt x="5467205" y="112054"/>
                </a:lnTo>
                <a:lnTo>
                  <a:pt x="5467085" y="112635"/>
                </a:lnTo>
                <a:lnTo>
                  <a:pt x="5467010" y="113270"/>
                </a:lnTo>
                <a:lnTo>
                  <a:pt x="5466984" y="113964"/>
                </a:lnTo>
                <a:lnTo>
                  <a:pt x="5467010" y="114680"/>
                </a:lnTo>
                <a:lnTo>
                  <a:pt x="5467085" y="115336"/>
                </a:lnTo>
                <a:lnTo>
                  <a:pt x="5467205" y="115936"/>
                </a:lnTo>
                <a:lnTo>
                  <a:pt x="5467369" y="116481"/>
                </a:lnTo>
                <a:lnTo>
                  <a:pt x="5467572" y="116974"/>
                </a:lnTo>
                <a:lnTo>
                  <a:pt x="5467813" y="117418"/>
                </a:lnTo>
                <a:lnTo>
                  <a:pt x="5468087" y="117815"/>
                </a:lnTo>
                <a:lnTo>
                  <a:pt x="5468391" y="118168"/>
                </a:lnTo>
                <a:lnTo>
                  <a:pt x="5468723" y="118480"/>
                </a:lnTo>
                <a:lnTo>
                  <a:pt x="5469079" y="118753"/>
                </a:lnTo>
                <a:lnTo>
                  <a:pt x="5469456" y="118989"/>
                </a:lnTo>
                <a:lnTo>
                  <a:pt x="5469852" y="119192"/>
                </a:lnTo>
                <a:lnTo>
                  <a:pt x="5470263" y="119363"/>
                </a:lnTo>
                <a:lnTo>
                  <a:pt x="5470685" y="119506"/>
                </a:lnTo>
                <a:lnTo>
                  <a:pt x="5471117" y="119624"/>
                </a:lnTo>
                <a:lnTo>
                  <a:pt x="5471554" y="119717"/>
                </a:lnTo>
                <a:lnTo>
                  <a:pt x="5471994" y="119790"/>
                </a:lnTo>
                <a:lnTo>
                  <a:pt x="5472434" y="119845"/>
                </a:lnTo>
                <a:lnTo>
                  <a:pt x="5472870" y="119885"/>
                </a:lnTo>
                <a:lnTo>
                  <a:pt x="5473299" y="119911"/>
                </a:lnTo>
                <a:lnTo>
                  <a:pt x="5473719" y="119927"/>
                </a:lnTo>
                <a:lnTo>
                  <a:pt x="5474126" y="119935"/>
                </a:lnTo>
                <a:lnTo>
                  <a:pt x="5474517" y="119938"/>
                </a:lnTo>
                <a:lnTo>
                  <a:pt x="5474889" y="119939"/>
                </a:lnTo>
                <a:lnTo>
                  <a:pt x="5527135" y="119939"/>
                </a:lnTo>
                <a:lnTo>
                  <a:pt x="5527507" y="119938"/>
                </a:lnTo>
                <a:lnTo>
                  <a:pt x="5527898" y="119935"/>
                </a:lnTo>
                <a:lnTo>
                  <a:pt x="5528305" y="119927"/>
                </a:lnTo>
                <a:lnTo>
                  <a:pt x="5528724" y="119912"/>
                </a:lnTo>
                <a:lnTo>
                  <a:pt x="5529154" y="119886"/>
                </a:lnTo>
                <a:lnTo>
                  <a:pt x="5529590" y="119848"/>
                </a:lnTo>
                <a:lnTo>
                  <a:pt x="5530029" y="119795"/>
                </a:lnTo>
                <a:lnTo>
                  <a:pt x="5530469" y="119724"/>
                </a:lnTo>
                <a:lnTo>
                  <a:pt x="5530906" y="119634"/>
                </a:lnTo>
                <a:lnTo>
                  <a:pt x="5531338" y="119520"/>
                </a:lnTo>
                <a:lnTo>
                  <a:pt x="5531761" y="119382"/>
                </a:lnTo>
                <a:lnTo>
                  <a:pt x="5532171" y="119216"/>
                </a:lnTo>
                <a:lnTo>
                  <a:pt x="5532567" y="119019"/>
                </a:lnTo>
                <a:lnTo>
                  <a:pt x="5532944" y="118791"/>
                </a:lnTo>
                <a:lnTo>
                  <a:pt x="5533301" y="118527"/>
                </a:lnTo>
                <a:lnTo>
                  <a:pt x="5533632" y="118225"/>
                </a:lnTo>
                <a:lnTo>
                  <a:pt x="5533937" y="117883"/>
                </a:lnTo>
                <a:lnTo>
                  <a:pt x="5534211" y="117499"/>
                </a:lnTo>
                <a:lnTo>
                  <a:pt x="5534451" y="117069"/>
                </a:lnTo>
                <a:lnTo>
                  <a:pt x="5534654" y="116591"/>
                </a:lnTo>
                <a:lnTo>
                  <a:pt x="5534818" y="116064"/>
                </a:lnTo>
                <a:lnTo>
                  <a:pt x="5534939" y="115484"/>
                </a:lnTo>
                <a:lnTo>
                  <a:pt x="5535014" y="114848"/>
                </a:lnTo>
                <a:lnTo>
                  <a:pt x="5535039" y="114155"/>
                </a:lnTo>
                <a:lnTo>
                  <a:pt x="5535014" y="113439"/>
                </a:lnTo>
                <a:lnTo>
                  <a:pt x="5534939" y="112782"/>
                </a:lnTo>
                <a:lnTo>
                  <a:pt x="5534818" y="112182"/>
                </a:lnTo>
                <a:lnTo>
                  <a:pt x="5534654" y="111637"/>
                </a:lnTo>
                <a:lnTo>
                  <a:pt x="5534451" y="111144"/>
                </a:lnTo>
                <a:lnTo>
                  <a:pt x="5534211" y="110700"/>
                </a:lnTo>
                <a:lnTo>
                  <a:pt x="5533937" y="110303"/>
                </a:lnTo>
                <a:lnTo>
                  <a:pt x="5533632" y="109950"/>
                </a:lnTo>
                <a:lnTo>
                  <a:pt x="5533301" y="109638"/>
                </a:lnTo>
                <a:lnTo>
                  <a:pt x="5532944" y="109366"/>
                </a:lnTo>
                <a:lnTo>
                  <a:pt x="5532567" y="109129"/>
                </a:lnTo>
                <a:lnTo>
                  <a:pt x="5532171" y="108926"/>
                </a:lnTo>
                <a:lnTo>
                  <a:pt x="5531761" y="108755"/>
                </a:lnTo>
                <a:lnTo>
                  <a:pt x="5531338" y="108612"/>
                </a:lnTo>
                <a:lnTo>
                  <a:pt x="5530906" y="108495"/>
                </a:lnTo>
                <a:lnTo>
                  <a:pt x="5530469" y="108401"/>
                </a:lnTo>
                <a:lnTo>
                  <a:pt x="5530029" y="108328"/>
                </a:lnTo>
                <a:lnTo>
                  <a:pt x="5529590" y="108273"/>
                </a:lnTo>
                <a:lnTo>
                  <a:pt x="5529154" y="108234"/>
                </a:lnTo>
                <a:lnTo>
                  <a:pt x="5528724" y="108207"/>
                </a:lnTo>
                <a:lnTo>
                  <a:pt x="5528305" y="108191"/>
                </a:lnTo>
                <a:lnTo>
                  <a:pt x="5527898" y="108183"/>
                </a:lnTo>
                <a:lnTo>
                  <a:pt x="5527507" y="108180"/>
                </a:lnTo>
                <a:lnTo>
                  <a:pt x="5527135" y="108180"/>
                </a:lnTo>
                <a:lnTo>
                  <a:pt x="5507663" y="108180"/>
                </a:lnTo>
                <a:lnTo>
                  <a:pt x="5507663" y="48666"/>
                </a:lnTo>
                <a:lnTo>
                  <a:pt x="5531185" y="48666"/>
                </a:lnTo>
                <a:lnTo>
                  <a:pt x="5531556" y="48666"/>
                </a:lnTo>
                <a:lnTo>
                  <a:pt x="5531945" y="48663"/>
                </a:lnTo>
                <a:lnTo>
                  <a:pt x="5532347" y="48655"/>
                </a:lnTo>
                <a:lnTo>
                  <a:pt x="5532761" y="48639"/>
                </a:lnTo>
                <a:lnTo>
                  <a:pt x="5533183" y="48614"/>
                </a:lnTo>
                <a:lnTo>
                  <a:pt x="5533610" y="48576"/>
                </a:lnTo>
                <a:lnTo>
                  <a:pt x="5534040" y="48523"/>
                </a:lnTo>
                <a:lnTo>
                  <a:pt x="5534470" y="48452"/>
                </a:lnTo>
                <a:lnTo>
                  <a:pt x="5534896" y="48361"/>
                </a:lnTo>
                <a:lnTo>
                  <a:pt x="5535316" y="48248"/>
                </a:lnTo>
                <a:lnTo>
                  <a:pt x="5535726" y="48109"/>
                </a:lnTo>
                <a:lnTo>
                  <a:pt x="5536125" y="47943"/>
                </a:lnTo>
                <a:lnTo>
                  <a:pt x="5536509" y="47747"/>
                </a:lnTo>
                <a:lnTo>
                  <a:pt x="5536874" y="47518"/>
                </a:lnTo>
                <a:lnTo>
                  <a:pt x="5537219" y="47254"/>
                </a:lnTo>
                <a:lnTo>
                  <a:pt x="5537539" y="46952"/>
                </a:lnTo>
                <a:lnTo>
                  <a:pt x="5537833" y="46611"/>
                </a:lnTo>
                <a:lnTo>
                  <a:pt x="5538098" y="46226"/>
                </a:lnTo>
                <a:lnTo>
                  <a:pt x="5538329" y="45796"/>
                </a:lnTo>
                <a:lnTo>
                  <a:pt x="5538526" y="45319"/>
                </a:lnTo>
                <a:lnTo>
                  <a:pt x="5538683" y="44791"/>
                </a:lnTo>
                <a:lnTo>
                  <a:pt x="5538799" y="44211"/>
                </a:lnTo>
                <a:lnTo>
                  <a:pt x="5538871" y="43576"/>
                </a:lnTo>
                <a:lnTo>
                  <a:pt x="5538896" y="42882"/>
                </a:lnTo>
                <a:lnTo>
                  <a:pt x="5538872" y="42166"/>
                </a:lnTo>
                <a:lnTo>
                  <a:pt x="5538803" y="41509"/>
                </a:lnTo>
                <a:lnTo>
                  <a:pt x="5538691" y="40909"/>
                </a:lnTo>
                <a:lnTo>
                  <a:pt x="5538539" y="40364"/>
                </a:lnTo>
                <a:lnTo>
                  <a:pt x="5538349" y="39870"/>
                </a:lnTo>
                <a:lnTo>
                  <a:pt x="5538125" y="39426"/>
                </a:lnTo>
                <a:lnTo>
                  <a:pt x="5537868" y="39029"/>
                </a:lnTo>
                <a:lnTo>
                  <a:pt x="5537582" y="38675"/>
                </a:lnTo>
                <a:lnTo>
                  <a:pt x="5537269" y="38364"/>
                </a:lnTo>
                <a:lnTo>
                  <a:pt x="5536932" y="38091"/>
                </a:lnTo>
                <a:lnTo>
                  <a:pt x="5536574" y="37854"/>
                </a:lnTo>
                <a:lnTo>
                  <a:pt x="5536197" y="37651"/>
                </a:lnTo>
                <a:lnTo>
                  <a:pt x="5535804" y="37480"/>
                </a:lnTo>
                <a:lnTo>
                  <a:pt x="5535397" y="37337"/>
                </a:lnTo>
                <a:lnTo>
                  <a:pt x="5534980" y="37219"/>
                </a:lnTo>
                <a:lnTo>
                  <a:pt x="5534555" y="37126"/>
                </a:lnTo>
                <a:lnTo>
                  <a:pt x="5534124" y="37053"/>
                </a:lnTo>
                <a:lnTo>
                  <a:pt x="5533691" y="36998"/>
                </a:lnTo>
                <a:lnTo>
                  <a:pt x="5533258" y="36958"/>
                </a:lnTo>
                <a:lnTo>
                  <a:pt x="5532827" y="36932"/>
                </a:lnTo>
                <a:lnTo>
                  <a:pt x="5532402" y="36916"/>
                </a:lnTo>
                <a:lnTo>
                  <a:pt x="5531985" y="36908"/>
                </a:lnTo>
                <a:lnTo>
                  <a:pt x="5531578" y="36905"/>
                </a:lnTo>
                <a:lnTo>
                  <a:pt x="5531185" y="36904"/>
                </a:lnTo>
                <a:lnTo>
                  <a:pt x="5507663" y="36904"/>
                </a:lnTo>
                <a:lnTo>
                  <a:pt x="5507663" y="27805"/>
                </a:lnTo>
                <a:lnTo>
                  <a:pt x="5507729" y="25995"/>
                </a:lnTo>
                <a:lnTo>
                  <a:pt x="5507921" y="24335"/>
                </a:lnTo>
                <a:lnTo>
                  <a:pt x="5508229" y="22820"/>
                </a:lnTo>
                <a:lnTo>
                  <a:pt x="5508647" y="21443"/>
                </a:lnTo>
                <a:lnTo>
                  <a:pt x="5509164" y="20196"/>
                </a:lnTo>
                <a:lnTo>
                  <a:pt x="5509772" y="19074"/>
                </a:lnTo>
                <a:lnTo>
                  <a:pt x="5510462" y="18070"/>
                </a:lnTo>
                <a:lnTo>
                  <a:pt x="5511226" y="17178"/>
                </a:lnTo>
                <a:lnTo>
                  <a:pt x="5512055" y="16390"/>
                </a:lnTo>
                <a:lnTo>
                  <a:pt x="5512940" y="15701"/>
                </a:lnTo>
                <a:lnTo>
                  <a:pt x="5513873" y="15103"/>
                </a:lnTo>
                <a:lnTo>
                  <a:pt x="5514845" y="14591"/>
                </a:lnTo>
                <a:lnTo>
                  <a:pt x="5515846" y="14157"/>
                </a:lnTo>
                <a:lnTo>
                  <a:pt x="5516869" y="13796"/>
                </a:lnTo>
                <a:lnTo>
                  <a:pt x="5517905" y="13500"/>
                </a:lnTo>
                <a:lnTo>
                  <a:pt x="5518945" y="13263"/>
                </a:lnTo>
                <a:lnTo>
                  <a:pt x="5519980" y="13078"/>
                </a:lnTo>
                <a:lnTo>
                  <a:pt x="5521002" y="12939"/>
                </a:lnTo>
                <a:lnTo>
                  <a:pt x="5522002" y="12840"/>
                </a:lnTo>
                <a:lnTo>
                  <a:pt x="5522970" y="12773"/>
                </a:lnTo>
                <a:lnTo>
                  <a:pt x="5523900" y="12733"/>
                </a:lnTo>
                <a:lnTo>
                  <a:pt x="5524781" y="12712"/>
                </a:lnTo>
                <a:lnTo>
                  <a:pt x="5525605" y="12705"/>
                </a:lnTo>
                <a:lnTo>
                  <a:pt x="5526364" y="12703"/>
                </a:lnTo>
                <a:lnTo>
                  <a:pt x="5526373" y="12834"/>
                </a:lnTo>
                <a:lnTo>
                  <a:pt x="5526402" y="13030"/>
                </a:lnTo>
                <a:lnTo>
                  <a:pt x="5526452" y="13283"/>
                </a:lnTo>
                <a:lnTo>
                  <a:pt x="5526524" y="13589"/>
                </a:lnTo>
                <a:lnTo>
                  <a:pt x="5526620" y="13940"/>
                </a:lnTo>
                <a:lnTo>
                  <a:pt x="5526741" y="14331"/>
                </a:lnTo>
                <a:lnTo>
                  <a:pt x="5526888" y="14755"/>
                </a:lnTo>
                <a:lnTo>
                  <a:pt x="5527064" y="15206"/>
                </a:lnTo>
                <a:lnTo>
                  <a:pt x="5527269" y="15678"/>
                </a:lnTo>
                <a:lnTo>
                  <a:pt x="5527505" y="16164"/>
                </a:lnTo>
                <a:lnTo>
                  <a:pt x="5527773" y="16659"/>
                </a:lnTo>
                <a:lnTo>
                  <a:pt x="5528075" y="17157"/>
                </a:lnTo>
                <a:lnTo>
                  <a:pt x="5528412" y="17650"/>
                </a:lnTo>
                <a:lnTo>
                  <a:pt x="5528786" y="18133"/>
                </a:lnTo>
                <a:lnTo>
                  <a:pt x="5529198" y="18599"/>
                </a:lnTo>
                <a:lnTo>
                  <a:pt x="5529649" y="19043"/>
                </a:lnTo>
                <a:lnTo>
                  <a:pt x="5530141" y="19457"/>
                </a:lnTo>
                <a:lnTo>
                  <a:pt x="5530675" y="19837"/>
                </a:lnTo>
                <a:lnTo>
                  <a:pt x="5531253" y="20176"/>
                </a:lnTo>
                <a:lnTo>
                  <a:pt x="5531876" y="20466"/>
                </a:lnTo>
                <a:lnTo>
                  <a:pt x="5532546" y="20703"/>
                </a:lnTo>
                <a:lnTo>
                  <a:pt x="5533263" y="20880"/>
                </a:lnTo>
                <a:lnTo>
                  <a:pt x="5534030" y="20991"/>
                </a:lnTo>
                <a:lnTo>
                  <a:pt x="5534848" y="21029"/>
                </a:lnTo>
                <a:lnTo>
                  <a:pt x="5535332" y="21013"/>
                </a:lnTo>
                <a:lnTo>
                  <a:pt x="5535821" y="20965"/>
                </a:lnTo>
                <a:lnTo>
                  <a:pt x="5536311" y="20886"/>
                </a:lnTo>
                <a:lnTo>
                  <a:pt x="5536800" y="20775"/>
                </a:lnTo>
                <a:lnTo>
                  <a:pt x="5537287" y="20633"/>
                </a:lnTo>
                <a:lnTo>
                  <a:pt x="5537769" y="20461"/>
                </a:lnTo>
                <a:lnTo>
                  <a:pt x="5538244" y="20258"/>
                </a:lnTo>
                <a:lnTo>
                  <a:pt x="5538710" y="20025"/>
                </a:lnTo>
                <a:lnTo>
                  <a:pt x="5539164" y="19763"/>
                </a:lnTo>
                <a:lnTo>
                  <a:pt x="5539605" y="19472"/>
                </a:lnTo>
                <a:lnTo>
                  <a:pt x="5540031" y="19152"/>
                </a:lnTo>
                <a:lnTo>
                  <a:pt x="5540438" y="18803"/>
                </a:lnTo>
                <a:lnTo>
                  <a:pt x="5540825" y="18426"/>
                </a:lnTo>
                <a:lnTo>
                  <a:pt x="5541190" y="18021"/>
                </a:lnTo>
                <a:lnTo>
                  <a:pt x="5541531" y="17589"/>
                </a:lnTo>
                <a:lnTo>
                  <a:pt x="5541845" y="17129"/>
                </a:lnTo>
                <a:lnTo>
                  <a:pt x="5542130" y="16642"/>
                </a:lnTo>
                <a:lnTo>
                  <a:pt x="5542385" y="16129"/>
                </a:lnTo>
                <a:lnTo>
                  <a:pt x="5542606" y="15590"/>
                </a:lnTo>
                <a:lnTo>
                  <a:pt x="5542791" y="15025"/>
                </a:lnTo>
                <a:lnTo>
                  <a:pt x="5542940" y="14434"/>
                </a:lnTo>
                <a:lnTo>
                  <a:pt x="5543048" y="13818"/>
                </a:lnTo>
                <a:lnTo>
                  <a:pt x="5543115" y="13177"/>
                </a:lnTo>
                <a:lnTo>
                  <a:pt x="5543138" y="12512"/>
                </a:lnTo>
                <a:lnTo>
                  <a:pt x="5543060" y="11125"/>
                </a:lnTo>
                <a:lnTo>
                  <a:pt x="5542833" y="9854"/>
                </a:lnTo>
                <a:lnTo>
                  <a:pt x="5542469" y="8693"/>
                </a:lnTo>
                <a:lnTo>
                  <a:pt x="5541981" y="7637"/>
                </a:lnTo>
                <a:lnTo>
                  <a:pt x="5541381" y="6682"/>
                </a:lnTo>
                <a:lnTo>
                  <a:pt x="5540680" y="5823"/>
                </a:lnTo>
                <a:close/>
                <a:moveTo>
                  <a:pt x="7075038" y="110700"/>
                </a:moveTo>
                <a:lnTo>
                  <a:pt x="7074772" y="110303"/>
                </a:lnTo>
                <a:lnTo>
                  <a:pt x="7074475" y="109950"/>
                </a:lnTo>
                <a:lnTo>
                  <a:pt x="7074152" y="109638"/>
                </a:lnTo>
                <a:lnTo>
                  <a:pt x="7073803" y="109366"/>
                </a:lnTo>
                <a:lnTo>
                  <a:pt x="7073433" y="109129"/>
                </a:lnTo>
                <a:lnTo>
                  <a:pt x="7073044" y="108926"/>
                </a:lnTo>
                <a:lnTo>
                  <a:pt x="7072639" y="108755"/>
                </a:lnTo>
                <a:lnTo>
                  <a:pt x="7072220" y="108612"/>
                </a:lnTo>
                <a:lnTo>
                  <a:pt x="7071792" y="108495"/>
                </a:lnTo>
                <a:lnTo>
                  <a:pt x="7071355" y="108401"/>
                </a:lnTo>
                <a:lnTo>
                  <a:pt x="7070914" y="108328"/>
                </a:lnTo>
                <a:lnTo>
                  <a:pt x="7070471" y="108273"/>
                </a:lnTo>
                <a:lnTo>
                  <a:pt x="7070030" y="108234"/>
                </a:lnTo>
                <a:lnTo>
                  <a:pt x="7069591" y="108207"/>
                </a:lnTo>
                <a:lnTo>
                  <a:pt x="7069160" y="108191"/>
                </a:lnTo>
                <a:lnTo>
                  <a:pt x="7068738" y="108183"/>
                </a:lnTo>
                <a:lnTo>
                  <a:pt x="7068329" y="108180"/>
                </a:lnTo>
                <a:lnTo>
                  <a:pt x="7067934" y="108180"/>
                </a:lnTo>
                <a:lnTo>
                  <a:pt x="7059450" y="108180"/>
                </a:lnTo>
                <a:lnTo>
                  <a:pt x="7059450" y="63517"/>
                </a:lnTo>
                <a:lnTo>
                  <a:pt x="7059400" y="61144"/>
                </a:lnTo>
                <a:lnTo>
                  <a:pt x="7059248" y="58886"/>
                </a:lnTo>
                <a:lnTo>
                  <a:pt x="7058998" y="56741"/>
                </a:lnTo>
                <a:lnTo>
                  <a:pt x="7058652" y="54709"/>
                </a:lnTo>
                <a:lnTo>
                  <a:pt x="7058210" y="52788"/>
                </a:lnTo>
                <a:lnTo>
                  <a:pt x="7057676" y="50977"/>
                </a:lnTo>
                <a:lnTo>
                  <a:pt x="7057051" y="49275"/>
                </a:lnTo>
                <a:lnTo>
                  <a:pt x="7056337" y="47681"/>
                </a:lnTo>
                <a:lnTo>
                  <a:pt x="7055537" y="46192"/>
                </a:lnTo>
                <a:lnTo>
                  <a:pt x="7054651" y="44809"/>
                </a:lnTo>
                <a:lnTo>
                  <a:pt x="7053681" y="43529"/>
                </a:lnTo>
                <a:lnTo>
                  <a:pt x="7052631" y="42352"/>
                </a:lnTo>
                <a:lnTo>
                  <a:pt x="7051501" y="41277"/>
                </a:lnTo>
                <a:lnTo>
                  <a:pt x="7050294" y="40301"/>
                </a:lnTo>
                <a:lnTo>
                  <a:pt x="7049012" y="39424"/>
                </a:lnTo>
                <a:lnTo>
                  <a:pt x="7047655" y="38645"/>
                </a:lnTo>
                <a:lnTo>
                  <a:pt x="7046228" y="37962"/>
                </a:lnTo>
                <a:lnTo>
                  <a:pt x="7044730" y="37374"/>
                </a:lnTo>
                <a:lnTo>
                  <a:pt x="7043165" y="36880"/>
                </a:lnTo>
                <a:lnTo>
                  <a:pt x="7041534" y="36479"/>
                </a:lnTo>
                <a:lnTo>
                  <a:pt x="7039839" y="36169"/>
                </a:lnTo>
                <a:lnTo>
                  <a:pt x="7038082" y="35949"/>
                </a:lnTo>
                <a:lnTo>
                  <a:pt x="7036265" y="35818"/>
                </a:lnTo>
                <a:lnTo>
                  <a:pt x="7034389" y="35774"/>
                </a:lnTo>
                <a:lnTo>
                  <a:pt x="7032797" y="35808"/>
                </a:lnTo>
                <a:lnTo>
                  <a:pt x="7031249" y="35906"/>
                </a:lnTo>
                <a:lnTo>
                  <a:pt x="7029746" y="36063"/>
                </a:lnTo>
                <a:lnTo>
                  <a:pt x="7028288" y="36277"/>
                </a:lnTo>
                <a:lnTo>
                  <a:pt x="7026875" y="36543"/>
                </a:lnTo>
                <a:lnTo>
                  <a:pt x="7025509" y="36856"/>
                </a:lnTo>
                <a:lnTo>
                  <a:pt x="7024188" y="37214"/>
                </a:lnTo>
                <a:lnTo>
                  <a:pt x="7022915" y="37610"/>
                </a:lnTo>
                <a:lnTo>
                  <a:pt x="7021688" y="38043"/>
                </a:lnTo>
                <a:lnTo>
                  <a:pt x="7020508" y="38506"/>
                </a:lnTo>
                <a:lnTo>
                  <a:pt x="7019375" y="38997"/>
                </a:lnTo>
                <a:lnTo>
                  <a:pt x="7018291" y="39511"/>
                </a:lnTo>
                <a:lnTo>
                  <a:pt x="7017255" y="40044"/>
                </a:lnTo>
                <a:lnTo>
                  <a:pt x="7016267" y="40592"/>
                </a:lnTo>
                <a:lnTo>
                  <a:pt x="7015328" y="41151"/>
                </a:lnTo>
                <a:lnTo>
                  <a:pt x="7014438" y="41717"/>
                </a:lnTo>
                <a:lnTo>
                  <a:pt x="7013598" y="42286"/>
                </a:lnTo>
                <a:lnTo>
                  <a:pt x="7012808" y="42853"/>
                </a:lnTo>
                <a:lnTo>
                  <a:pt x="7012068" y="43414"/>
                </a:lnTo>
                <a:lnTo>
                  <a:pt x="7011378" y="43966"/>
                </a:lnTo>
                <a:lnTo>
                  <a:pt x="7010739" y="44504"/>
                </a:lnTo>
                <a:lnTo>
                  <a:pt x="7010152" y="45024"/>
                </a:lnTo>
                <a:lnTo>
                  <a:pt x="7009616" y="45523"/>
                </a:lnTo>
                <a:lnTo>
                  <a:pt x="7009131" y="45995"/>
                </a:lnTo>
                <a:lnTo>
                  <a:pt x="7009131" y="9976"/>
                </a:lnTo>
                <a:lnTo>
                  <a:pt x="7009125" y="9250"/>
                </a:lnTo>
                <a:lnTo>
                  <a:pt x="7009105" y="8566"/>
                </a:lnTo>
                <a:lnTo>
                  <a:pt x="7009069" y="7921"/>
                </a:lnTo>
                <a:lnTo>
                  <a:pt x="7009015" y="7316"/>
                </a:lnTo>
                <a:lnTo>
                  <a:pt x="7008943" y="6749"/>
                </a:lnTo>
                <a:lnTo>
                  <a:pt x="7008848" y="6220"/>
                </a:lnTo>
                <a:lnTo>
                  <a:pt x="7008731" y="5728"/>
                </a:lnTo>
                <a:lnTo>
                  <a:pt x="7008589" y="5271"/>
                </a:lnTo>
                <a:lnTo>
                  <a:pt x="7008420" y="4849"/>
                </a:lnTo>
                <a:lnTo>
                  <a:pt x="7008222" y="4461"/>
                </a:lnTo>
                <a:lnTo>
                  <a:pt x="7007994" y="4106"/>
                </a:lnTo>
                <a:lnTo>
                  <a:pt x="7007734" y="3783"/>
                </a:lnTo>
                <a:lnTo>
                  <a:pt x="7007440" y="3491"/>
                </a:lnTo>
                <a:lnTo>
                  <a:pt x="7007109" y="3229"/>
                </a:lnTo>
                <a:lnTo>
                  <a:pt x="7006741" y="2997"/>
                </a:lnTo>
                <a:lnTo>
                  <a:pt x="7006333" y="2793"/>
                </a:lnTo>
                <a:lnTo>
                  <a:pt x="7005884" y="2616"/>
                </a:lnTo>
                <a:lnTo>
                  <a:pt x="7005391" y="2466"/>
                </a:lnTo>
                <a:lnTo>
                  <a:pt x="7004853" y="2342"/>
                </a:lnTo>
                <a:lnTo>
                  <a:pt x="7004268" y="2242"/>
                </a:lnTo>
                <a:lnTo>
                  <a:pt x="7003634" y="2166"/>
                </a:lnTo>
                <a:lnTo>
                  <a:pt x="7002950" y="2113"/>
                </a:lnTo>
                <a:lnTo>
                  <a:pt x="7002213" y="2081"/>
                </a:lnTo>
                <a:lnTo>
                  <a:pt x="7001421" y="2071"/>
                </a:lnTo>
                <a:lnTo>
                  <a:pt x="6987348" y="2071"/>
                </a:lnTo>
                <a:lnTo>
                  <a:pt x="6986953" y="2072"/>
                </a:lnTo>
                <a:lnTo>
                  <a:pt x="6986544" y="2075"/>
                </a:lnTo>
                <a:lnTo>
                  <a:pt x="6986122" y="2083"/>
                </a:lnTo>
                <a:lnTo>
                  <a:pt x="6985691" y="2099"/>
                </a:lnTo>
                <a:lnTo>
                  <a:pt x="6985253" y="2125"/>
                </a:lnTo>
                <a:lnTo>
                  <a:pt x="6984811" y="2165"/>
                </a:lnTo>
                <a:lnTo>
                  <a:pt x="6984368" y="2219"/>
                </a:lnTo>
                <a:lnTo>
                  <a:pt x="6983927" y="2293"/>
                </a:lnTo>
                <a:lnTo>
                  <a:pt x="6983490" y="2386"/>
                </a:lnTo>
                <a:lnTo>
                  <a:pt x="6983062" y="2504"/>
                </a:lnTo>
                <a:lnTo>
                  <a:pt x="6982643" y="2647"/>
                </a:lnTo>
                <a:lnTo>
                  <a:pt x="6982238" y="2818"/>
                </a:lnTo>
                <a:lnTo>
                  <a:pt x="6981849" y="3021"/>
                </a:lnTo>
                <a:lnTo>
                  <a:pt x="6981479" y="3258"/>
                </a:lnTo>
                <a:lnTo>
                  <a:pt x="6981130" y="3531"/>
                </a:lnTo>
                <a:lnTo>
                  <a:pt x="6980807" y="3842"/>
                </a:lnTo>
                <a:lnTo>
                  <a:pt x="6980510" y="4196"/>
                </a:lnTo>
                <a:lnTo>
                  <a:pt x="6980244" y="4593"/>
                </a:lnTo>
                <a:lnTo>
                  <a:pt x="6980011" y="5037"/>
                </a:lnTo>
                <a:lnTo>
                  <a:pt x="6979814" y="5531"/>
                </a:lnTo>
                <a:lnTo>
                  <a:pt x="6979656" y="6076"/>
                </a:lnTo>
                <a:lnTo>
                  <a:pt x="6979540" y="6676"/>
                </a:lnTo>
                <a:lnTo>
                  <a:pt x="6979468" y="7333"/>
                </a:lnTo>
                <a:lnTo>
                  <a:pt x="6979443" y="8049"/>
                </a:lnTo>
                <a:lnTo>
                  <a:pt x="6979469" y="8743"/>
                </a:lnTo>
                <a:lnTo>
                  <a:pt x="6979543" y="9378"/>
                </a:lnTo>
                <a:lnTo>
                  <a:pt x="6979664" y="9958"/>
                </a:lnTo>
                <a:lnTo>
                  <a:pt x="6979827" y="10486"/>
                </a:lnTo>
                <a:lnTo>
                  <a:pt x="6980029" y="10963"/>
                </a:lnTo>
                <a:lnTo>
                  <a:pt x="6980268" y="11393"/>
                </a:lnTo>
                <a:lnTo>
                  <a:pt x="6980541" y="11778"/>
                </a:lnTo>
                <a:lnTo>
                  <a:pt x="6980843" y="12119"/>
                </a:lnTo>
                <a:lnTo>
                  <a:pt x="6981171" y="12421"/>
                </a:lnTo>
                <a:lnTo>
                  <a:pt x="6981524" y="12685"/>
                </a:lnTo>
                <a:lnTo>
                  <a:pt x="6981897" y="12914"/>
                </a:lnTo>
                <a:lnTo>
                  <a:pt x="6982287" y="13110"/>
                </a:lnTo>
                <a:lnTo>
                  <a:pt x="6982691" y="13276"/>
                </a:lnTo>
                <a:lnTo>
                  <a:pt x="6983106" y="13415"/>
                </a:lnTo>
                <a:lnTo>
                  <a:pt x="6983528" y="13528"/>
                </a:lnTo>
                <a:lnTo>
                  <a:pt x="6983956" y="13619"/>
                </a:lnTo>
                <a:lnTo>
                  <a:pt x="6984384" y="13690"/>
                </a:lnTo>
                <a:lnTo>
                  <a:pt x="6984811" y="13743"/>
                </a:lnTo>
                <a:lnTo>
                  <a:pt x="6985232" y="13781"/>
                </a:lnTo>
                <a:lnTo>
                  <a:pt x="6985646" y="13806"/>
                </a:lnTo>
                <a:lnTo>
                  <a:pt x="6986048" y="13822"/>
                </a:lnTo>
                <a:lnTo>
                  <a:pt x="6986435" y="13830"/>
                </a:lnTo>
                <a:lnTo>
                  <a:pt x="6986805" y="13833"/>
                </a:lnTo>
                <a:lnTo>
                  <a:pt x="6987153" y="13833"/>
                </a:lnTo>
                <a:lnTo>
                  <a:pt x="6995832" y="13833"/>
                </a:lnTo>
                <a:lnTo>
                  <a:pt x="6995832" y="108180"/>
                </a:lnTo>
                <a:lnTo>
                  <a:pt x="6987348" y="108180"/>
                </a:lnTo>
                <a:lnTo>
                  <a:pt x="6986953" y="108180"/>
                </a:lnTo>
                <a:lnTo>
                  <a:pt x="6986544" y="108183"/>
                </a:lnTo>
                <a:lnTo>
                  <a:pt x="6986122" y="108191"/>
                </a:lnTo>
                <a:lnTo>
                  <a:pt x="6985691" y="108207"/>
                </a:lnTo>
                <a:lnTo>
                  <a:pt x="6985253" y="108234"/>
                </a:lnTo>
                <a:lnTo>
                  <a:pt x="6984811" y="108273"/>
                </a:lnTo>
                <a:lnTo>
                  <a:pt x="6984368" y="108328"/>
                </a:lnTo>
                <a:lnTo>
                  <a:pt x="6983927" y="108401"/>
                </a:lnTo>
                <a:lnTo>
                  <a:pt x="6983490" y="108495"/>
                </a:lnTo>
                <a:lnTo>
                  <a:pt x="6983062" y="108612"/>
                </a:lnTo>
                <a:lnTo>
                  <a:pt x="6982643" y="108755"/>
                </a:lnTo>
                <a:lnTo>
                  <a:pt x="6982238" y="108926"/>
                </a:lnTo>
                <a:lnTo>
                  <a:pt x="6981849" y="109129"/>
                </a:lnTo>
                <a:lnTo>
                  <a:pt x="6981479" y="109366"/>
                </a:lnTo>
                <a:lnTo>
                  <a:pt x="6981130" y="109638"/>
                </a:lnTo>
                <a:lnTo>
                  <a:pt x="6980807" y="109950"/>
                </a:lnTo>
                <a:lnTo>
                  <a:pt x="6980510" y="110303"/>
                </a:lnTo>
                <a:lnTo>
                  <a:pt x="6980244" y="110700"/>
                </a:lnTo>
                <a:lnTo>
                  <a:pt x="6980011" y="111144"/>
                </a:lnTo>
                <a:lnTo>
                  <a:pt x="6979814" y="111637"/>
                </a:lnTo>
                <a:lnTo>
                  <a:pt x="6979656" y="112182"/>
                </a:lnTo>
                <a:lnTo>
                  <a:pt x="6979540" y="112782"/>
                </a:lnTo>
                <a:lnTo>
                  <a:pt x="6979468" y="113439"/>
                </a:lnTo>
                <a:lnTo>
                  <a:pt x="6979443" y="114155"/>
                </a:lnTo>
                <a:lnTo>
                  <a:pt x="6979469" y="114848"/>
                </a:lnTo>
                <a:lnTo>
                  <a:pt x="6979543" y="115484"/>
                </a:lnTo>
                <a:lnTo>
                  <a:pt x="6979664" y="116064"/>
                </a:lnTo>
                <a:lnTo>
                  <a:pt x="6979827" y="116591"/>
                </a:lnTo>
                <a:lnTo>
                  <a:pt x="6980029" y="117069"/>
                </a:lnTo>
                <a:lnTo>
                  <a:pt x="6980268" y="117499"/>
                </a:lnTo>
                <a:lnTo>
                  <a:pt x="6980541" y="117883"/>
                </a:lnTo>
                <a:lnTo>
                  <a:pt x="6980843" y="118225"/>
                </a:lnTo>
                <a:lnTo>
                  <a:pt x="6981171" y="118527"/>
                </a:lnTo>
                <a:lnTo>
                  <a:pt x="6981524" y="118791"/>
                </a:lnTo>
                <a:lnTo>
                  <a:pt x="6981897" y="119019"/>
                </a:lnTo>
                <a:lnTo>
                  <a:pt x="6982287" y="119216"/>
                </a:lnTo>
                <a:lnTo>
                  <a:pt x="6982691" y="119382"/>
                </a:lnTo>
                <a:lnTo>
                  <a:pt x="6983106" y="119520"/>
                </a:lnTo>
                <a:lnTo>
                  <a:pt x="6983528" y="119634"/>
                </a:lnTo>
                <a:lnTo>
                  <a:pt x="6983956" y="119724"/>
                </a:lnTo>
                <a:lnTo>
                  <a:pt x="6984384" y="119795"/>
                </a:lnTo>
                <a:lnTo>
                  <a:pt x="6984811" y="119848"/>
                </a:lnTo>
                <a:lnTo>
                  <a:pt x="6985232" y="119886"/>
                </a:lnTo>
                <a:lnTo>
                  <a:pt x="6985646" y="119912"/>
                </a:lnTo>
                <a:lnTo>
                  <a:pt x="6986048" y="119927"/>
                </a:lnTo>
                <a:lnTo>
                  <a:pt x="6986435" y="119935"/>
                </a:lnTo>
                <a:lnTo>
                  <a:pt x="6986805" y="119938"/>
                </a:lnTo>
                <a:lnTo>
                  <a:pt x="6987153" y="119939"/>
                </a:lnTo>
                <a:lnTo>
                  <a:pt x="7017810" y="119939"/>
                </a:lnTo>
                <a:lnTo>
                  <a:pt x="7018158" y="119938"/>
                </a:lnTo>
                <a:lnTo>
                  <a:pt x="7018528" y="119935"/>
                </a:lnTo>
                <a:lnTo>
                  <a:pt x="7018915" y="119927"/>
                </a:lnTo>
                <a:lnTo>
                  <a:pt x="7019317" y="119912"/>
                </a:lnTo>
                <a:lnTo>
                  <a:pt x="7019731" y="119886"/>
                </a:lnTo>
                <a:lnTo>
                  <a:pt x="7020152" y="119848"/>
                </a:lnTo>
                <a:lnTo>
                  <a:pt x="7020579" y="119795"/>
                </a:lnTo>
                <a:lnTo>
                  <a:pt x="7021008" y="119724"/>
                </a:lnTo>
                <a:lnTo>
                  <a:pt x="7021435" y="119634"/>
                </a:lnTo>
                <a:lnTo>
                  <a:pt x="7021857" y="119520"/>
                </a:lnTo>
                <a:lnTo>
                  <a:pt x="7022272" y="119382"/>
                </a:lnTo>
                <a:lnTo>
                  <a:pt x="7022676" y="119216"/>
                </a:lnTo>
                <a:lnTo>
                  <a:pt x="7023066" y="119019"/>
                </a:lnTo>
                <a:lnTo>
                  <a:pt x="7023439" y="118791"/>
                </a:lnTo>
                <a:lnTo>
                  <a:pt x="7023792" y="118527"/>
                </a:lnTo>
                <a:lnTo>
                  <a:pt x="7024120" y="118225"/>
                </a:lnTo>
                <a:lnTo>
                  <a:pt x="7024423" y="117883"/>
                </a:lnTo>
                <a:lnTo>
                  <a:pt x="7024695" y="117499"/>
                </a:lnTo>
                <a:lnTo>
                  <a:pt x="7024934" y="117069"/>
                </a:lnTo>
                <a:lnTo>
                  <a:pt x="7025136" y="116591"/>
                </a:lnTo>
                <a:lnTo>
                  <a:pt x="7025299" y="116064"/>
                </a:lnTo>
                <a:lnTo>
                  <a:pt x="7025420" y="115484"/>
                </a:lnTo>
                <a:lnTo>
                  <a:pt x="7025494" y="114848"/>
                </a:lnTo>
                <a:lnTo>
                  <a:pt x="7025520" y="114155"/>
                </a:lnTo>
                <a:lnTo>
                  <a:pt x="7025495" y="113439"/>
                </a:lnTo>
                <a:lnTo>
                  <a:pt x="7025423" y="112782"/>
                </a:lnTo>
                <a:lnTo>
                  <a:pt x="7025307" y="112182"/>
                </a:lnTo>
                <a:lnTo>
                  <a:pt x="7025149" y="111637"/>
                </a:lnTo>
                <a:lnTo>
                  <a:pt x="7024952" y="111144"/>
                </a:lnTo>
                <a:lnTo>
                  <a:pt x="7024719" y="110700"/>
                </a:lnTo>
                <a:lnTo>
                  <a:pt x="7024453" y="110303"/>
                </a:lnTo>
                <a:lnTo>
                  <a:pt x="7024156" y="109950"/>
                </a:lnTo>
                <a:lnTo>
                  <a:pt x="7023833" y="109638"/>
                </a:lnTo>
                <a:lnTo>
                  <a:pt x="7023484" y="109366"/>
                </a:lnTo>
                <a:lnTo>
                  <a:pt x="7023114" y="109129"/>
                </a:lnTo>
                <a:lnTo>
                  <a:pt x="7022725" y="108926"/>
                </a:lnTo>
                <a:lnTo>
                  <a:pt x="7022320" y="108755"/>
                </a:lnTo>
                <a:lnTo>
                  <a:pt x="7021901" y="108612"/>
                </a:lnTo>
                <a:lnTo>
                  <a:pt x="7021473" y="108495"/>
                </a:lnTo>
                <a:lnTo>
                  <a:pt x="7021036" y="108401"/>
                </a:lnTo>
                <a:lnTo>
                  <a:pt x="7020595" y="108328"/>
                </a:lnTo>
                <a:lnTo>
                  <a:pt x="7020152" y="108273"/>
                </a:lnTo>
                <a:lnTo>
                  <a:pt x="7019711" y="108234"/>
                </a:lnTo>
                <a:lnTo>
                  <a:pt x="7019273" y="108207"/>
                </a:lnTo>
                <a:lnTo>
                  <a:pt x="7018841" y="108191"/>
                </a:lnTo>
                <a:lnTo>
                  <a:pt x="7018419" y="108183"/>
                </a:lnTo>
                <a:lnTo>
                  <a:pt x="7018010" y="108180"/>
                </a:lnTo>
                <a:lnTo>
                  <a:pt x="7017615" y="108180"/>
                </a:lnTo>
                <a:lnTo>
                  <a:pt x="7009131" y="108180"/>
                </a:lnTo>
                <a:lnTo>
                  <a:pt x="7009131" y="74106"/>
                </a:lnTo>
                <a:lnTo>
                  <a:pt x="7009204" y="71761"/>
                </a:lnTo>
                <a:lnTo>
                  <a:pt x="7009418" y="69538"/>
                </a:lnTo>
                <a:lnTo>
                  <a:pt x="7009764" y="67436"/>
                </a:lnTo>
                <a:lnTo>
                  <a:pt x="7010234" y="65453"/>
                </a:lnTo>
                <a:lnTo>
                  <a:pt x="7010820" y="63585"/>
                </a:lnTo>
                <a:lnTo>
                  <a:pt x="7011514" y="61832"/>
                </a:lnTo>
                <a:lnTo>
                  <a:pt x="7012309" y="60191"/>
                </a:lnTo>
                <a:lnTo>
                  <a:pt x="7013195" y="58661"/>
                </a:lnTo>
                <a:lnTo>
                  <a:pt x="7014164" y="57238"/>
                </a:lnTo>
                <a:lnTo>
                  <a:pt x="7015210" y="55922"/>
                </a:lnTo>
                <a:lnTo>
                  <a:pt x="7016322" y="54711"/>
                </a:lnTo>
                <a:lnTo>
                  <a:pt x="7017494" y="53601"/>
                </a:lnTo>
                <a:lnTo>
                  <a:pt x="7018718" y="52592"/>
                </a:lnTo>
                <a:lnTo>
                  <a:pt x="7019984" y="51681"/>
                </a:lnTo>
                <a:lnTo>
                  <a:pt x="7021286" y="50867"/>
                </a:lnTo>
                <a:lnTo>
                  <a:pt x="7022614" y="50146"/>
                </a:lnTo>
                <a:lnTo>
                  <a:pt x="7023961" y="49518"/>
                </a:lnTo>
                <a:lnTo>
                  <a:pt x="7025319" y="48981"/>
                </a:lnTo>
                <a:lnTo>
                  <a:pt x="7026679" y="48531"/>
                </a:lnTo>
                <a:lnTo>
                  <a:pt x="7028033" y="48168"/>
                </a:lnTo>
                <a:lnTo>
                  <a:pt x="7029374" y="47889"/>
                </a:lnTo>
                <a:lnTo>
                  <a:pt x="7030693" y="47692"/>
                </a:lnTo>
                <a:lnTo>
                  <a:pt x="7031982" y="47575"/>
                </a:lnTo>
                <a:lnTo>
                  <a:pt x="7033233" y="47537"/>
                </a:lnTo>
                <a:lnTo>
                  <a:pt x="7034472" y="47565"/>
                </a:lnTo>
                <a:lnTo>
                  <a:pt x="7035634" y="47649"/>
                </a:lnTo>
                <a:lnTo>
                  <a:pt x="7036722" y="47791"/>
                </a:lnTo>
                <a:lnTo>
                  <a:pt x="7037737" y="47989"/>
                </a:lnTo>
                <a:lnTo>
                  <a:pt x="7038683" y="48246"/>
                </a:lnTo>
                <a:lnTo>
                  <a:pt x="7039561" y="48560"/>
                </a:lnTo>
                <a:lnTo>
                  <a:pt x="7040374" y="48932"/>
                </a:lnTo>
                <a:lnTo>
                  <a:pt x="7041122" y="49362"/>
                </a:lnTo>
                <a:lnTo>
                  <a:pt x="7041809" y="49852"/>
                </a:lnTo>
                <a:lnTo>
                  <a:pt x="7042437" y="50401"/>
                </a:lnTo>
                <a:lnTo>
                  <a:pt x="7043007" y="51009"/>
                </a:lnTo>
                <a:lnTo>
                  <a:pt x="7043522" y="51677"/>
                </a:lnTo>
                <a:lnTo>
                  <a:pt x="7043983" y="52405"/>
                </a:lnTo>
                <a:lnTo>
                  <a:pt x="7044394" y="53193"/>
                </a:lnTo>
                <a:lnTo>
                  <a:pt x="7044755" y="54043"/>
                </a:lnTo>
                <a:lnTo>
                  <a:pt x="7045070" y="54953"/>
                </a:lnTo>
                <a:lnTo>
                  <a:pt x="7045340" y="55925"/>
                </a:lnTo>
                <a:lnTo>
                  <a:pt x="7045567" y="56959"/>
                </a:lnTo>
                <a:lnTo>
                  <a:pt x="7045753" y="58055"/>
                </a:lnTo>
                <a:lnTo>
                  <a:pt x="7045901" y="59214"/>
                </a:lnTo>
                <a:lnTo>
                  <a:pt x="7046012" y="60435"/>
                </a:lnTo>
                <a:lnTo>
                  <a:pt x="7046089" y="61720"/>
                </a:lnTo>
                <a:lnTo>
                  <a:pt x="7046133" y="63068"/>
                </a:lnTo>
                <a:lnTo>
                  <a:pt x="7046148" y="64479"/>
                </a:lnTo>
                <a:lnTo>
                  <a:pt x="7046148" y="108180"/>
                </a:lnTo>
                <a:lnTo>
                  <a:pt x="7038631" y="108180"/>
                </a:lnTo>
                <a:lnTo>
                  <a:pt x="7038237" y="108180"/>
                </a:lnTo>
                <a:lnTo>
                  <a:pt x="7037828" y="108183"/>
                </a:lnTo>
                <a:lnTo>
                  <a:pt x="7037406" y="108191"/>
                </a:lnTo>
                <a:lnTo>
                  <a:pt x="7036974" y="108207"/>
                </a:lnTo>
                <a:lnTo>
                  <a:pt x="7036536" y="108234"/>
                </a:lnTo>
                <a:lnTo>
                  <a:pt x="7036095" y="108273"/>
                </a:lnTo>
                <a:lnTo>
                  <a:pt x="7035652" y="108328"/>
                </a:lnTo>
                <a:lnTo>
                  <a:pt x="7035211" y="108401"/>
                </a:lnTo>
                <a:lnTo>
                  <a:pt x="7034774" y="108495"/>
                </a:lnTo>
                <a:lnTo>
                  <a:pt x="7034346" y="108612"/>
                </a:lnTo>
                <a:lnTo>
                  <a:pt x="7033927" y="108755"/>
                </a:lnTo>
                <a:lnTo>
                  <a:pt x="7033522" y="108926"/>
                </a:lnTo>
                <a:lnTo>
                  <a:pt x="7033133" y="109129"/>
                </a:lnTo>
                <a:lnTo>
                  <a:pt x="7032763" y="109366"/>
                </a:lnTo>
                <a:lnTo>
                  <a:pt x="7032414" y="109638"/>
                </a:lnTo>
                <a:lnTo>
                  <a:pt x="7032091" y="109950"/>
                </a:lnTo>
                <a:lnTo>
                  <a:pt x="7031794" y="110303"/>
                </a:lnTo>
                <a:lnTo>
                  <a:pt x="7031528" y="110700"/>
                </a:lnTo>
                <a:lnTo>
                  <a:pt x="7031295" y="111144"/>
                </a:lnTo>
                <a:lnTo>
                  <a:pt x="7031098" y="111637"/>
                </a:lnTo>
                <a:lnTo>
                  <a:pt x="7030940" y="112182"/>
                </a:lnTo>
                <a:lnTo>
                  <a:pt x="7030824" y="112782"/>
                </a:lnTo>
                <a:lnTo>
                  <a:pt x="7030752" y="113439"/>
                </a:lnTo>
                <a:lnTo>
                  <a:pt x="7030727" y="114155"/>
                </a:lnTo>
                <a:lnTo>
                  <a:pt x="7030754" y="114848"/>
                </a:lnTo>
                <a:lnTo>
                  <a:pt x="7030831" y="115484"/>
                </a:lnTo>
                <a:lnTo>
                  <a:pt x="7030956" y="116064"/>
                </a:lnTo>
                <a:lnTo>
                  <a:pt x="7031125" y="116591"/>
                </a:lnTo>
                <a:lnTo>
                  <a:pt x="7031335" y="117069"/>
                </a:lnTo>
                <a:lnTo>
                  <a:pt x="7031582" y="117499"/>
                </a:lnTo>
                <a:lnTo>
                  <a:pt x="7031864" y="117883"/>
                </a:lnTo>
                <a:lnTo>
                  <a:pt x="7032176" y="118225"/>
                </a:lnTo>
                <a:lnTo>
                  <a:pt x="7032516" y="118527"/>
                </a:lnTo>
                <a:lnTo>
                  <a:pt x="7032880" y="118791"/>
                </a:lnTo>
                <a:lnTo>
                  <a:pt x="7033264" y="119019"/>
                </a:lnTo>
                <a:lnTo>
                  <a:pt x="7033667" y="119216"/>
                </a:lnTo>
                <a:lnTo>
                  <a:pt x="7034083" y="119382"/>
                </a:lnTo>
                <a:lnTo>
                  <a:pt x="7034509" y="119520"/>
                </a:lnTo>
                <a:lnTo>
                  <a:pt x="7034944" y="119634"/>
                </a:lnTo>
                <a:lnTo>
                  <a:pt x="7035382" y="119724"/>
                </a:lnTo>
                <a:lnTo>
                  <a:pt x="7035821" y="119795"/>
                </a:lnTo>
                <a:lnTo>
                  <a:pt x="7036257" y="119848"/>
                </a:lnTo>
                <a:lnTo>
                  <a:pt x="7036687" y="119886"/>
                </a:lnTo>
                <a:lnTo>
                  <a:pt x="7037108" y="119912"/>
                </a:lnTo>
                <a:lnTo>
                  <a:pt x="7037516" y="119927"/>
                </a:lnTo>
                <a:lnTo>
                  <a:pt x="7037909" y="119935"/>
                </a:lnTo>
                <a:lnTo>
                  <a:pt x="7038281" y="119938"/>
                </a:lnTo>
                <a:lnTo>
                  <a:pt x="7038631" y="119939"/>
                </a:lnTo>
                <a:lnTo>
                  <a:pt x="7068129" y="119939"/>
                </a:lnTo>
                <a:lnTo>
                  <a:pt x="7068477" y="119938"/>
                </a:lnTo>
                <a:lnTo>
                  <a:pt x="7068847" y="119935"/>
                </a:lnTo>
                <a:lnTo>
                  <a:pt x="7069234" y="119927"/>
                </a:lnTo>
                <a:lnTo>
                  <a:pt x="7069636" y="119912"/>
                </a:lnTo>
                <a:lnTo>
                  <a:pt x="7070050" y="119886"/>
                </a:lnTo>
                <a:lnTo>
                  <a:pt x="7070471" y="119848"/>
                </a:lnTo>
                <a:lnTo>
                  <a:pt x="7070898" y="119795"/>
                </a:lnTo>
                <a:lnTo>
                  <a:pt x="7071327" y="119724"/>
                </a:lnTo>
                <a:lnTo>
                  <a:pt x="7071754" y="119634"/>
                </a:lnTo>
                <a:lnTo>
                  <a:pt x="7072176" y="119520"/>
                </a:lnTo>
                <a:lnTo>
                  <a:pt x="7072591" y="119382"/>
                </a:lnTo>
                <a:lnTo>
                  <a:pt x="7072995" y="119216"/>
                </a:lnTo>
                <a:lnTo>
                  <a:pt x="7073385" y="119019"/>
                </a:lnTo>
                <a:lnTo>
                  <a:pt x="7073758" y="118791"/>
                </a:lnTo>
                <a:lnTo>
                  <a:pt x="7074111" y="118527"/>
                </a:lnTo>
                <a:lnTo>
                  <a:pt x="7074439" y="118225"/>
                </a:lnTo>
                <a:lnTo>
                  <a:pt x="7074742" y="117883"/>
                </a:lnTo>
                <a:lnTo>
                  <a:pt x="7075014" y="117499"/>
                </a:lnTo>
                <a:lnTo>
                  <a:pt x="7075253" y="117069"/>
                </a:lnTo>
                <a:lnTo>
                  <a:pt x="7075455" y="116591"/>
                </a:lnTo>
                <a:lnTo>
                  <a:pt x="7075618" y="116064"/>
                </a:lnTo>
                <a:lnTo>
                  <a:pt x="7075739" y="115484"/>
                </a:lnTo>
                <a:lnTo>
                  <a:pt x="7075813" y="114848"/>
                </a:lnTo>
                <a:lnTo>
                  <a:pt x="7075839" y="114155"/>
                </a:lnTo>
                <a:lnTo>
                  <a:pt x="7075814" y="113439"/>
                </a:lnTo>
                <a:lnTo>
                  <a:pt x="7075742" y="112782"/>
                </a:lnTo>
                <a:lnTo>
                  <a:pt x="7075626" y="112182"/>
                </a:lnTo>
                <a:lnTo>
                  <a:pt x="7075468" y="111637"/>
                </a:lnTo>
                <a:lnTo>
                  <a:pt x="7075271" y="111144"/>
                </a:lnTo>
                <a:lnTo>
                  <a:pt x="7075038" y="110700"/>
                </a:lnTo>
                <a:close/>
                <a:moveTo>
                  <a:pt x="5241635" y="92576"/>
                </a:moveTo>
                <a:lnTo>
                  <a:pt x="5241553" y="92154"/>
                </a:lnTo>
                <a:lnTo>
                  <a:pt x="5241447" y="91742"/>
                </a:lnTo>
                <a:lnTo>
                  <a:pt x="5241314" y="91343"/>
                </a:lnTo>
                <a:lnTo>
                  <a:pt x="5241153" y="90957"/>
                </a:lnTo>
                <a:lnTo>
                  <a:pt x="5240959" y="90587"/>
                </a:lnTo>
                <a:lnTo>
                  <a:pt x="5240730" y="90236"/>
                </a:lnTo>
                <a:lnTo>
                  <a:pt x="5240463" y="89904"/>
                </a:lnTo>
                <a:lnTo>
                  <a:pt x="5240155" y="89595"/>
                </a:lnTo>
                <a:lnTo>
                  <a:pt x="5239803" y="89309"/>
                </a:lnTo>
                <a:lnTo>
                  <a:pt x="5239404" y="89050"/>
                </a:lnTo>
                <a:lnTo>
                  <a:pt x="5238955" y="88819"/>
                </a:lnTo>
                <a:lnTo>
                  <a:pt x="5238454" y="88617"/>
                </a:lnTo>
                <a:lnTo>
                  <a:pt x="5237897" y="88448"/>
                </a:lnTo>
                <a:lnTo>
                  <a:pt x="5237282" y="88313"/>
                </a:lnTo>
                <a:lnTo>
                  <a:pt x="5236604" y="88214"/>
                </a:lnTo>
                <a:lnTo>
                  <a:pt x="5235863" y="88154"/>
                </a:lnTo>
                <a:lnTo>
                  <a:pt x="5235054" y="88133"/>
                </a:lnTo>
                <a:lnTo>
                  <a:pt x="5234291" y="88154"/>
                </a:lnTo>
                <a:lnTo>
                  <a:pt x="5233589" y="88214"/>
                </a:lnTo>
                <a:lnTo>
                  <a:pt x="5232946" y="88313"/>
                </a:lnTo>
                <a:lnTo>
                  <a:pt x="5232360" y="88447"/>
                </a:lnTo>
                <a:lnTo>
                  <a:pt x="5231828" y="88616"/>
                </a:lnTo>
                <a:lnTo>
                  <a:pt x="5231347" y="88816"/>
                </a:lnTo>
                <a:lnTo>
                  <a:pt x="5230914" y="89045"/>
                </a:lnTo>
                <a:lnTo>
                  <a:pt x="5230528" y="89302"/>
                </a:lnTo>
                <a:lnTo>
                  <a:pt x="5230185" y="89584"/>
                </a:lnTo>
                <a:lnTo>
                  <a:pt x="5229883" y="89890"/>
                </a:lnTo>
                <a:lnTo>
                  <a:pt x="5229620" y="90217"/>
                </a:lnTo>
                <a:lnTo>
                  <a:pt x="5229392" y="90563"/>
                </a:lnTo>
                <a:lnTo>
                  <a:pt x="5229197" y="90926"/>
                </a:lnTo>
                <a:lnTo>
                  <a:pt x="5229033" y="91304"/>
                </a:lnTo>
                <a:lnTo>
                  <a:pt x="5228897" y="91695"/>
                </a:lnTo>
                <a:lnTo>
                  <a:pt x="5228786" y="92097"/>
                </a:lnTo>
                <a:lnTo>
                  <a:pt x="5228697" y="92507"/>
                </a:lnTo>
                <a:lnTo>
                  <a:pt x="5228629" y="92924"/>
                </a:lnTo>
                <a:lnTo>
                  <a:pt x="5228579" y="93345"/>
                </a:lnTo>
                <a:lnTo>
                  <a:pt x="5228544" y="93769"/>
                </a:lnTo>
                <a:lnTo>
                  <a:pt x="5228521" y="94193"/>
                </a:lnTo>
                <a:lnTo>
                  <a:pt x="5228507" y="94616"/>
                </a:lnTo>
                <a:lnTo>
                  <a:pt x="5228501" y="95034"/>
                </a:lnTo>
                <a:lnTo>
                  <a:pt x="5228500" y="95447"/>
                </a:lnTo>
                <a:lnTo>
                  <a:pt x="5228421" y="96887"/>
                </a:lnTo>
                <a:lnTo>
                  <a:pt x="5228237" y="98227"/>
                </a:lnTo>
                <a:lnTo>
                  <a:pt x="5227956" y="99469"/>
                </a:lnTo>
                <a:lnTo>
                  <a:pt x="5227585" y="100618"/>
                </a:lnTo>
                <a:lnTo>
                  <a:pt x="5227131" y="101676"/>
                </a:lnTo>
                <a:lnTo>
                  <a:pt x="5226603" y="102648"/>
                </a:lnTo>
                <a:lnTo>
                  <a:pt x="5226007" y="103537"/>
                </a:lnTo>
                <a:lnTo>
                  <a:pt x="5225352" y="104345"/>
                </a:lnTo>
                <a:lnTo>
                  <a:pt x="5224644" y="105078"/>
                </a:lnTo>
                <a:lnTo>
                  <a:pt x="5223892" y="105738"/>
                </a:lnTo>
                <a:lnTo>
                  <a:pt x="5223102" y="106329"/>
                </a:lnTo>
                <a:lnTo>
                  <a:pt x="5222283" y="106854"/>
                </a:lnTo>
                <a:lnTo>
                  <a:pt x="5221442" y="107317"/>
                </a:lnTo>
                <a:lnTo>
                  <a:pt x="5220586" y="107721"/>
                </a:lnTo>
                <a:lnTo>
                  <a:pt x="5219723" y="108070"/>
                </a:lnTo>
                <a:lnTo>
                  <a:pt x="5218861" y="108368"/>
                </a:lnTo>
                <a:lnTo>
                  <a:pt x="5218007" y="108617"/>
                </a:lnTo>
                <a:lnTo>
                  <a:pt x="5217168" y="108822"/>
                </a:lnTo>
                <a:lnTo>
                  <a:pt x="5216352" y="108985"/>
                </a:lnTo>
                <a:lnTo>
                  <a:pt x="5215568" y="109111"/>
                </a:lnTo>
                <a:lnTo>
                  <a:pt x="5214821" y="109203"/>
                </a:lnTo>
                <a:lnTo>
                  <a:pt x="5214120" y="109264"/>
                </a:lnTo>
                <a:lnTo>
                  <a:pt x="5213472" y="109299"/>
                </a:lnTo>
                <a:lnTo>
                  <a:pt x="5212885" y="109309"/>
                </a:lnTo>
                <a:lnTo>
                  <a:pt x="5211106" y="109258"/>
                </a:lnTo>
                <a:lnTo>
                  <a:pt x="5209474" y="109110"/>
                </a:lnTo>
                <a:lnTo>
                  <a:pt x="5207985" y="108870"/>
                </a:lnTo>
                <a:lnTo>
                  <a:pt x="5206631" y="108545"/>
                </a:lnTo>
                <a:lnTo>
                  <a:pt x="5205406" y="108143"/>
                </a:lnTo>
                <a:lnTo>
                  <a:pt x="5204303" y="107670"/>
                </a:lnTo>
                <a:lnTo>
                  <a:pt x="5203316" y="107132"/>
                </a:lnTo>
                <a:lnTo>
                  <a:pt x="5202439" y="106535"/>
                </a:lnTo>
                <a:lnTo>
                  <a:pt x="5201665" y="105888"/>
                </a:lnTo>
                <a:lnTo>
                  <a:pt x="5200987" y="105195"/>
                </a:lnTo>
                <a:lnTo>
                  <a:pt x="5200400" y="104464"/>
                </a:lnTo>
                <a:lnTo>
                  <a:pt x="5199896" y="103702"/>
                </a:lnTo>
                <a:lnTo>
                  <a:pt x="5199470" y="102914"/>
                </a:lnTo>
                <a:lnTo>
                  <a:pt x="5199114" y="102108"/>
                </a:lnTo>
                <a:lnTo>
                  <a:pt x="5198823" y="101290"/>
                </a:lnTo>
                <a:lnTo>
                  <a:pt x="5198590" y="100467"/>
                </a:lnTo>
                <a:lnTo>
                  <a:pt x="5198409" y="99645"/>
                </a:lnTo>
                <a:lnTo>
                  <a:pt x="5198273" y="98832"/>
                </a:lnTo>
                <a:lnTo>
                  <a:pt x="5198175" y="98032"/>
                </a:lnTo>
                <a:lnTo>
                  <a:pt x="5198109" y="97254"/>
                </a:lnTo>
                <a:lnTo>
                  <a:pt x="5198070" y="96504"/>
                </a:lnTo>
                <a:lnTo>
                  <a:pt x="5198049" y="95787"/>
                </a:lnTo>
                <a:lnTo>
                  <a:pt x="5198042" y="95112"/>
                </a:lnTo>
                <a:lnTo>
                  <a:pt x="5198041" y="94485"/>
                </a:lnTo>
                <a:lnTo>
                  <a:pt x="5198041" y="48666"/>
                </a:lnTo>
                <a:lnTo>
                  <a:pt x="5229656" y="48666"/>
                </a:lnTo>
                <a:lnTo>
                  <a:pt x="5230027" y="48666"/>
                </a:lnTo>
                <a:lnTo>
                  <a:pt x="5230415" y="48663"/>
                </a:lnTo>
                <a:lnTo>
                  <a:pt x="5230818" y="48655"/>
                </a:lnTo>
                <a:lnTo>
                  <a:pt x="5231231" y="48639"/>
                </a:lnTo>
                <a:lnTo>
                  <a:pt x="5231653" y="48614"/>
                </a:lnTo>
                <a:lnTo>
                  <a:pt x="5232081" y="48576"/>
                </a:lnTo>
                <a:lnTo>
                  <a:pt x="5232511" y="48523"/>
                </a:lnTo>
                <a:lnTo>
                  <a:pt x="5232941" y="48452"/>
                </a:lnTo>
                <a:lnTo>
                  <a:pt x="5233367" y="48361"/>
                </a:lnTo>
                <a:lnTo>
                  <a:pt x="5233787" y="48248"/>
                </a:lnTo>
                <a:lnTo>
                  <a:pt x="5234198" y="48109"/>
                </a:lnTo>
                <a:lnTo>
                  <a:pt x="5234597" y="47943"/>
                </a:lnTo>
                <a:lnTo>
                  <a:pt x="5234981" y="47747"/>
                </a:lnTo>
                <a:lnTo>
                  <a:pt x="5235346" y="47518"/>
                </a:lnTo>
                <a:lnTo>
                  <a:pt x="5235691" y="47254"/>
                </a:lnTo>
                <a:lnTo>
                  <a:pt x="5236012" y="46952"/>
                </a:lnTo>
                <a:lnTo>
                  <a:pt x="5236306" y="46611"/>
                </a:lnTo>
                <a:lnTo>
                  <a:pt x="5236571" y="46226"/>
                </a:lnTo>
                <a:lnTo>
                  <a:pt x="5236802" y="45796"/>
                </a:lnTo>
                <a:lnTo>
                  <a:pt x="5236999" y="45319"/>
                </a:lnTo>
                <a:lnTo>
                  <a:pt x="5237156" y="44791"/>
                </a:lnTo>
                <a:lnTo>
                  <a:pt x="5237273" y="44211"/>
                </a:lnTo>
                <a:lnTo>
                  <a:pt x="5237345" y="43576"/>
                </a:lnTo>
                <a:lnTo>
                  <a:pt x="5237369" y="42882"/>
                </a:lnTo>
                <a:lnTo>
                  <a:pt x="5237346" y="42166"/>
                </a:lnTo>
                <a:lnTo>
                  <a:pt x="5237276" y="41509"/>
                </a:lnTo>
                <a:lnTo>
                  <a:pt x="5237164" y="40909"/>
                </a:lnTo>
                <a:lnTo>
                  <a:pt x="5237012" y="40364"/>
                </a:lnTo>
                <a:lnTo>
                  <a:pt x="5236822" y="39870"/>
                </a:lnTo>
                <a:lnTo>
                  <a:pt x="5236598" y="39426"/>
                </a:lnTo>
                <a:lnTo>
                  <a:pt x="5236341" y="39029"/>
                </a:lnTo>
                <a:lnTo>
                  <a:pt x="5236055" y="38675"/>
                </a:lnTo>
                <a:lnTo>
                  <a:pt x="5235742" y="38364"/>
                </a:lnTo>
                <a:lnTo>
                  <a:pt x="5235405" y="38091"/>
                </a:lnTo>
                <a:lnTo>
                  <a:pt x="5235047" y="37854"/>
                </a:lnTo>
                <a:lnTo>
                  <a:pt x="5234670" y="37651"/>
                </a:lnTo>
                <a:lnTo>
                  <a:pt x="5234277" y="37480"/>
                </a:lnTo>
                <a:lnTo>
                  <a:pt x="5233870" y="37337"/>
                </a:lnTo>
                <a:lnTo>
                  <a:pt x="5233453" y="37219"/>
                </a:lnTo>
                <a:lnTo>
                  <a:pt x="5233027" y="37126"/>
                </a:lnTo>
                <a:lnTo>
                  <a:pt x="5232596" y="37053"/>
                </a:lnTo>
                <a:lnTo>
                  <a:pt x="5232163" y="36998"/>
                </a:lnTo>
                <a:lnTo>
                  <a:pt x="5231730" y="36958"/>
                </a:lnTo>
                <a:lnTo>
                  <a:pt x="5231299" y="36932"/>
                </a:lnTo>
                <a:lnTo>
                  <a:pt x="5230873" y="36916"/>
                </a:lnTo>
                <a:lnTo>
                  <a:pt x="5230456" y="36908"/>
                </a:lnTo>
                <a:lnTo>
                  <a:pt x="5230049" y="36905"/>
                </a:lnTo>
                <a:lnTo>
                  <a:pt x="5229656" y="36904"/>
                </a:lnTo>
                <a:lnTo>
                  <a:pt x="5198041" y="36904"/>
                </a:lnTo>
                <a:lnTo>
                  <a:pt x="5198041" y="21097"/>
                </a:lnTo>
                <a:lnTo>
                  <a:pt x="5198040" y="20636"/>
                </a:lnTo>
                <a:lnTo>
                  <a:pt x="5198037" y="20171"/>
                </a:lnTo>
                <a:lnTo>
                  <a:pt x="5198028" y="19705"/>
                </a:lnTo>
                <a:lnTo>
                  <a:pt x="5198010" y="19239"/>
                </a:lnTo>
                <a:lnTo>
                  <a:pt x="5197981" y="18775"/>
                </a:lnTo>
                <a:lnTo>
                  <a:pt x="5197938" y="18315"/>
                </a:lnTo>
                <a:lnTo>
                  <a:pt x="5197878" y="17862"/>
                </a:lnTo>
                <a:lnTo>
                  <a:pt x="5197798" y="17418"/>
                </a:lnTo>
                <a:lnTo>
                  <a:pt x="5197695" y="16985"/>
                </a:lnTo>
                <a:lnTo>
                  <a:pt x="5197566" y="16564"/>
                </a:lnTo>
                <a:lnTo>
                  <a:pt x="5197409" y="16158"/>
                </a:lnTo>
                <a:lnTo>
                  <a:pt x="5197221" y="15770"/>
                </a:lnTo>
                <a:lnTo>
                  <a:pt x="5196999" y="15400"/>
                </a:lnTo>
                <a:lnTo>
                  <a:pt x="5196739" y="15052"/>
                </a:lnTo>
                <a:lnTo>
                  <a:pt x="5196440" y="14727"/>
                </a:lnTo>
                <a:lnTo>
                  <a:pt x="5196098" y="14427"/>
                </a:lnTo>
                <a:lnTo>
                  <a:pt x="5195710" y="14154"/>
                </a:lnTo>
                <a:lnTo>
                  <a:pt x="5195274" y="13912"/>
                </a:lnTo>
                <a:lnTo>
                  <a:pt x="5194787" y="13700"/>
                </a:lnTo>
                <a:lnTo>
                  <a:pt x="5194246" y="13523"/>
                </a:lnTo>
                <a:lnTo>
                  <a:pt x="5193648" y="13381"/>
                </a:lnTo>
                <a:lnTo>
                  <a:pt x="5192990" y="13277"/>
                </a:lnTo>
                <a:lnTo>
                  <a:pt x="5192269" y="13214"/>
                </a:lnTo>
                <a:lnTo>
                  <a:pt x="5191483" y="13192"/>
                </a:lnTo>
                <a:lnTo>
                  <a:pt x="5190675" y="13213"/>
                </a:lnTo>
                <a:lnTo>
                  <a:pt x="5189934" y="13274"/>
                </a:lnTo>
                <a:lnTo>
                  <a:pt x="5189257" y="13373"/>
                </a:lnTo>
                <a:lnTo>
                  <a:pt x="5188642" y="13510"/>
                </a:lnTo>
                <a:lnTo>
                  <a:pt x="5188085" y="13681"/>
                </a:lnTo>
                <a:lnTo>
                  <a:pt x="5187584" y="13885"/>
                </a:lnTo>
                <a:lnTo>
                  <a:pt x="5187135" y="14120"/>
                </a:lnTo>
                <a:lnTo>
                  <a:pt x="5186737" y="14384"/>
                </a:lnTo>
                <a:lnTo>
                  <a:pt x="5186385" y="14676"/>
                </a:lnTo>
                <a:lnTo>
                  <a:pt x="5186077" y="14994"/>
                </a:lnTo>
                <a:lnTo>
                  <a:pt x="5185810" y="15335"/>
                </a:lnTo>
                <a:lnTo>
                  <a:pt x="5185581" y="15698"/>
                </a:lnTo>
                <a:lnTo>
                  <a:pt x="5185387" y="16081"/>
                </a:lnTo>
                <a:lnTo>
                  <a:pt x="5185226" y="16483"/>
                </a:lnTo>
                <a:lnTo>
                  <a:pt x="5185094" y="16901"/>
                </a:lnTo>
                <a:lnTo>
                  <a:pt x="5184988" y="17333"/>
                </a:lnTo>
                <a:lnTo>
                  <a:pt x="5184905" y="17779"/>
                </a:lnTo>
                <a:lnTo>
                  <a:pt x="5184843" y="18235"/>
                </a:lnTo>
                <a:lnTo>
                  <a:pt x="5184799" y="18700"/>
                </a:lnTo>
                <a:lnTo>
                  <a:pt x="5184769" y="19172"/>
                </a:lnTo>
                <a:lnTo>
                  <a:pt x="5184751" y="19650"/>
                </a:lnTo>
                <a:lnTo>
                  <a:pt x="5184742" y="20131"/>
                </a:lnTo>
                <a:lnTo>
                  <a:pt x="5184738" y="20614"/>
                </a:lnTo>
                <a:lnTo>
                  <a:pt x="5184738" y="21097"/>
                </a:lnTo>
                <a:lnTo>
                  <a:pt x="5184738" y="36904"/>
                </a:lnTo>
                <a:lnTo>
                  <a:pt x="5167964" y="36904"/>
                </a:lnTo>
                <a:lnTo>
                  <a:pt x="5167570" y="36905"/>
                </a:lnTo>
                <a:lnTo>
                  <a:pt x="5167160" y="36908"/>
                </a:lnTo>
                <a:lnTo>
                  <a:pt x="5166738" y="36916"/>
                </a:lnTo>
                <a:lnTo>
                  <a:pt x="5166307" y="36932"/>
                </a:lnTo>
                <a:lnTo>
                  <a:pt x="5165869" y="36958"/>
                </a:lnTo>
                <a:lnTo>
                  <a:pt x="5165427" y="36998"/>
                </a:lnTo>
                <a:lnTo>
                  <a:pt x="5164984" y="37053"/>
                </a:lnTo>
                <a:lnTo>
                  <a:pt x="5164543" y="37126"/>
                </a:lnTo>
                <a:lnTo>
                  <a:pt x="5164107" y="37219"/>
                </a:lnTo>
                <a:lnTo>
                  <a:pt x="5163678" y="37337"/>
                </a:lnTo>
                <a:lnTo>
                  <a:pt x="5163260" y="37480"/>
                </a:lnTo>
                <a:lnTo>
                  <a:pt x="5162855" y="37651"/>
                </a:lnTo>
                <a:lnTo>
                  <a:pt x="5162465" y="37854"/>
                </a:lnTo>
                <a:lnTo>
                  <a:pt x="5162095" y="38091"/>
                </a:lnTo>
                <a:lnTo>
                  <a:pt x="5161747" y="38364"/>
                </a:lnTo>
                <a:lnTo>
                  <a:pt x="5161423" y="38675"/>
                </a:lnTo>
                <a:lnTo>
                  <a:pt x="5161127" y="39029"/>
                </a:lnTo>
                <a:lnTo>
                  <a:pt x="5160861" y="39426"/>
                </a:lnTo>
                <a:lnTo>
                  <a:pt x="5160628" y="39870"/>
                </a:lnTo>
                <a:lnTo>
                  <a:pt x="5160431" y="40364"/>
                </a:lnTo>
                <a:lnTo>
                  <a:pt x="5160273" y="40909"/>
                </a:lnTo>
                <a:lnTo>
                  <a:pt x="5160156" y="41509"/>
                </a:lnTo>
                <a:lnTo>
                  <a:pt x="5160084" y="42166"/>
                </a:lnTo>
                <a:lnTo>
                  <a:pt x="5160059" y="42882"/>
                </a:lnTo>
                <a:lnTo>
                  <a:pt x="5160084" y="43576"/>
                </a:lnTo>
                <a:lnTo>
                  <a:pt x="5160156" y="44211"/>
                </a:lnTo>
                <a:lnTo>
                  <a:pt x="5160272" y="44791"/>
                </a:lnTo>
                <a:lnTo>
                  <a:pt x="5160430" y="45319"/>
                </a:lnTo>
                <a:lnTo>
                  <a:pt x="5160626" y="45796"/>
                </a:lnTo>
                <a:lnTo>
                  <a:pt x="5160858" y="46226"/>
                </a:lnTo>
                <a:lnTo>
                  <a:pt x="5161122" y="46611"/>
                </a:lnTo>
                <a:lnTo>
                  <a:pt x="5161416" y="46952"/>
                </a:lnTo>
                <a:lnTo>
                  <a:pt x="5161737" y="47254"/>
                </a:lnTo>
                <a:lnTo>
                  <a:pt x="5162081" y="47518"/>
                </a:lnTo>
                <a:lnTo>
                  <a:pt x="5162447" y="47747"/>
                </a:lnTo>
                <a:lnTo>
                  <a:pt x="5162830" y="47943"/>
                </a:lnTo>
                <a:lnTo>
                  <a:pt x="5163229" y="48109"/>
                </a:lnTo>
                <a:lnTo>
                  <a:pt x="5163640" y="48248"/>
                </a:lnTo>
                <a:lnTo>
                  <a:pt x="5164059" y="48361"/>
                </a:lnTo>
                <a:lnTo>
                  <a:pt x="5164486" y="48452"/>
                </a:lnTo>
                <a:lnTo>
                  <a:pt x="5164915" y="48523"/>
                </a:lnTo>
                <a:lnTo>
                  <a:pt x="5165345" y="48576"/>
                </a:lnTo>
                <a:lnTo>
                  <a:pt x="5165773" y="48614"/>
                </a:lnTo>
                <a:lnTo>
                  <a:pt x="5166195" y="48639"/>
                </a:lnTo>
                <a:lnTo>
                  <a:pt x="5166608" y="48655"/>
                </a:lnTo>
                <a:lnTo>
                  <a:pt x="5167011" y="48663"/>
                </a:lnTo>
                <a:lnTo>
                  <a:pt x="5167399" y="48666"/>
                </a:lnTo>
                <a:lnTo>
                  <a:pt x="5167770" y="48666"/>
                </a:lnTo>
                <a:lnTo>
                  <a:pt x="5184738" y="48666"/>
                </a:lnTo>
                <a:lnTo>
                  <a:pt x="5184738" y="95641"/>
                </a:lnTo>
                <a:lnTo>
                  <a:pt x="5184805" y="97892"/>
                </a:lnTo>
                <a:lnTo>
                  <a:pt x="5185004" y="100025"/>
                </a:lnTo>
                <a:lnTo>
                  <a:pt x="5185329" y="102041"/>
                </a:lnTo>
                <a:lnTo>
                  <a:pt x="5185774" y="103944"/>
                </a:lnTo>
                <a:lnTo>
                  <a:pt x="5186335" y="105734"/>
                </a:lnTo>
                <a:lnTo>
                  <a:pt x="5187006" y="107413"/>
                </a:lnTo>
                <a:lnTo>
                  <a:pt x="5187782" y="108985"/>
                </a:lnTo>
                <a:lnTo>
                  <a:pt x="5188658" y="110450"/>
                </a:lnTo>
                <a:lnTo>
                  <a:pt x="5189628" y="111811"/>
                </a:lnTo>
                <a:lnTo>
                  <a:pt x="5190687" y="113069"/>
                </a:lnTo>
                <a:lnTo>
                  <a:pt x="5191830" y="114227"/>
                </a:lnTo>
                <a:lnTo>
                  <a:pt x="5193051" y="115287"/>
                </a:lnTo>
                <a:lnTo>
                  <a:pt x="5194346" y="116251"/>
                </a:lnTo>
                <a:lnTo>
                  <a:pt x="5195709" y="117120"/>
                </a:lnTo>
                <a:lnTo>
                  <a:pt x="5197135" y="117898"/>
                </a:lnTo>
                <a:lnTo>
                  <a:pt x="5198618" y="118584"/>
                </a:lnTo>
                <a:lnTo>
                  <a:pt x="5200153" y="119183"/>
                </a:lnTo>
                <a:lnTo>
                  <a:pt x="5201736" y="119695"/>
                </a:lnTo>
                <a:lnTo>
                  <a:pt x="5203359" y="120123"/>
                </a:lnTo>
                <a:lnTo>
                  <a:pt x="5205020" y="120469"/>
                </a:lnTo>
                <a:lnTo>
                  <a:pt x="5206711" y="120734"/>
                </a:lnTo>
                <a:lnTo>
                  <a:pt x="5208429" y="120921"/>
                </a:lnTo>
                <a:lnTo>
                  <a:pt x="5210167" y="121032"/>
                </a:lnTo>
                <a:lnTo>
                  <a:pt x="5211920" y="121068"/>
                </a:lnTo>
                <a:lnTo>
                  <a:pt x="5213709" y="121025"/>
                </a:lnTo>
                <a:lnTo>
                  <a:pt x="5215505" y="120895"/>
                </a:lnTo>
                <a:lnTo>
                  <a:pt x="5217300" y="120679"/>
                </a:lnTo>
                <a:lnTo>
                  <a:pt x="5219087" y="120375"/>
                </a:lnTo>
                <a:lnTo>
                  <a:pt x="5220859" y="119984"/>
                </a:lnTo>
                <a:lnTo>
                  <a:pt x="5222608" y="119505"/>
                </a:lnTo>
                <a:lnTo>
                  <a:pt x="5224327" y="118939"/>
                </a:lnTo>
                <a:lnTo>
                  <a:pt x="5226008" y="118284"/>
                </a:lnTo>
                <a:lnTo>
                  <a:pt x="5227645" y="117542"/>
                </a:lnTo>
                <a:lnTo>
                  <a:pt x="5229229" y="116710"/>
                </a:lnTo>
                <a:lnTo>
                  <a:pt x="5230754" y="115790"/>
                </a:lnTo>
                <a:lnTo>
                  <a:pt x="5232212" y="114781"/>
                </a:lnTo>
                <a:lnTo>
                  <a:pt x="5233595" y="113683"/>
                </a:lnTo>
                <a:lnTo>
                  <a:pt x="5234897" y="112495"/>
                </a:lnTo>
                <a:lnTo>
                  <a:pt x="5236109" y="111217"/>
                </a:lnTo>
                <a:lnTo>
                  <a:pt x="5237226" y="109850"/>
                </a:lnTo>
                <a:lnTo>
                  <a:pt x="5238238" y="108392"/>
                </a:lnTo>
                <a:lnTo>
                  <a:pt x="5239140" y="106844"/>
                </a:lnTo>
                <a:lnTo>
                  <a:pt x="5239923" y="105205"/>
                </a:lnTo>
                <a:lnTo>
                  <a:pt x="5240580" y="103475"/>
                </a:lnTo>
                <a:lnTo>
                  <a:pt x="5241104" y="101654"/>
                </a:lnTo>
                <a:lnTo>
                  <a:pt x="5241487" y="99741"/>
                </a:lnTo>
                <a:lnTo>
                  <a:pt x="5241722" y="97737"/>
                </a:lnTo>
                <a:lnTo>
                  <a:pt x="5241802" y="95641"/>
                </a:lnTo>
                <a:lnTo>
                  <a:pt x="5241802" y="95205"/>
                </a:lnTo>
                <a:lnTo>
                  <a:pt x="5241799" y="94765"/>
                </a:lnTo>
                <a:lnTo>
                  <a:pt x="5241789" y="94323"/>
                </a:lnTo>
                <a:lnTo>
                  <a:pt x="5241771" y="93881"/>
                </a:lnTo>
                <a:lnTo>
                  <a:pt x="5241741" y="93441"/>
                </a:lnTo>
                <a:lnTo>
                  <a:pt x="5241697" y="93006"/>
                </a:lnTo>
                <a:lnTo>
                  <a:pt x="5241635" y="92576"/>
                </a:lnTo>
                <a:close/>
                <a:moveTo>
                  <a:pt x="6152579" y="92576"/>
                </a:moveTo>
                <a:lnTo>
                  <a:pt x="6152496" y="92154"/>
                </a:lnTo>
                <a:lnTo>
                  <a:pt x="6152390" y="91742"/>
                </a:lnTo>
                <a:lnTo>
                  <a:pt x="6152258" y="91343"/>
                </a:lnTo>
                <a:lnTo>
                  <a:pt x="6152096" y="90957"/>
                </a:lnTo>
                <a:lnTo>
                  <a:pt x="6151902" y="90587"/>
                </a:lnTo>
                <a:lnTo>
                  <a:pt x="6151674" y="90236"/>
                </a:lnTo>
                <a:lnTo>
                  <a:pt x="6151406" y="89904"/>
                </a:lnTo>
                <a:lnTo>
                  <a:pt x="6151098" y="89595"/>
                </a:lnTo>
                <a:lnTo>
                  <a:pt x="6150746" y="89309"/>
                </a:lnTo>
                <a:lnTo>
                  <a:pt x="6150348" y="89050"/>
                </a:lnTo>
                <a:lnTo>
                  <a:pt x="6149899" y="88819"/>
                </a:lnTo>
                <a:lnTo>
                  <a:pt x="6149398" y="88617"/>
                </a:lnTo>
                <a:lnTo>
                  <a:pt x="6148841" y="88448"/>
                </a:lnTo>
                <a:lnTo>
                  <a:pt x="6148225" y="88313"/>
                </a:lnTo>
                <a:lnTo>
                  <a:pt x="6147548" y="88214"/>
                </a:lnTo>
                <a:lnTo>
                  <a:pt x="6146806" y="88154"/>
                </a:lnTo>
                <a:lnTo>
                  <a:pt x="6145998" y="88133"/>
                </a:lnTo>
                <a:lnTo>
                  <a:pt x="6145234" y="88154"/>
                </a:lnTo>
                <a:lnTo>
                  <a:pt x="6144533" y="88214"/>
                </a:lnTo>
                <a:lnTo>
                  <a:pt x="6143890" y="88313"/>
                </a:lnTo>
                <a:lnTo>
                  <a:pt x="6143304" y="88447"/>
                </a:lnTo>
                <a:lnTo>
                  <a:pt x="6142771" y="88616"/>
                </a:lnTo>
                <a:lnTo>
                  <a:pt x="6142290" y="88816"/>
                </a:lnTo>
                <a:lnTo>
                  <a:pt x="6141858" y="89045"/>
                </a:lnTo>
                <a:lnTo>
                  <a:pt x="6141472" y="89302"/>
                </a:lnTo>
                <a:lnTo>
                  <a:pt x="6141129" y="89584"/>
                </a:lnTo>
                <a:lnTo>
                  <a:pt x="6140827" y="89890"/>
                </a:lnTo>
                <a:lnTo>
                  <a:pt x="6140563" y="90217"/>
                </a:lnTo>
                <a:lnTo>
                  <a:pt x="6140335" y="90563"/>
                </a:lnTo>
                <a:lnTo>
                  <a:pt x="6140141" y="90926"/>
                </a:lnTo>
                <a:lnTo>
                  <a:pt x="6139976" y="91304"/>
                </a:lnTo>
                <a:lnTo>
                  <a:pt x="6139840" y="91695"/>
                </a:lnTo>
                <a:lnTo>
                  <a:pt x="6139729" y="92097"/>
                </a:lnTo>
                <a:lnTo>
                  <a:pt x="6139641" y="92507"/>
                </a:lnTo>
                <a:lnTo>
                  <a:pt x="6139573" y="92924"/>
                </a:lnTo>
                <a:lnTo>
                  <a:pt x="6139523" y="93345"/>
                </a:lnTo>
                <a:lnTo>
                  <a:pt x="6139487" y="93769"/>
                </a:lnTo>
                <a:lnTo>
                  <a:pt x="6139464" y="94193"/>
                </a:lnTo>
                <a:lnTo>
                  <a:pt x="6139451" y="94616"/>
                </a:lnTo>
                <a:lnTo>
                  <a:pt x="6139445" y="95034"/>
                </a:lnTo>
                <a:lnTo>
                  <a:pt x="6139443" y="95447"/>
                </a:lnTo>
                <a:lnTo>
                  <a:pt x="6139364" y="96887"/>
                </a:lnTo>
                <a:lnTo>
                  <a:pt x="6139181" y="98227"/>
                </a:lnTo>
                <a:lnTo>
                  <a:pt x="6138899" y="99469"/>
                </a:lnTo>
                <a:lnTo>
                  <a:pt x="6138528" y="100618"/>
                </a:lnTo>
                <a:lnTo>
                  <a:pt x="6138075" y="101676"/>
                </a:lnTo>
                <a:lnTo>
                  <a:pt x="6137546" y="102648"/>
                </a:lnTo>
                <a:lnTo>
                  <a:pt x="6136951" y="103537"/>
                </a:lnTo>
                <a:lnTo>
                  <a:pt x="6136295" y="104345"/>
                </a:lnTo>
                <a:lnTo>
                  <a:pt x="6135588" y="105078"/>
                </a:lnTo>
                <a:lnTo>
                  <a:pt x="6134835" y="105738"/>
                </a:lnTo>
                <a:lnTo>
                  <a:pt x="6134046" y="106329"/>
                </a:lnTo>
                <a:lnTo>
                  <a:pt x="6133227" y="106854"/>
                </a:lnTo>
                <a:lnTo>
                  <a:pt x="6132385" y="107317"/>
                </a:lnTo>
                <a:lnTo>
                  <a:pt x="6131530" y="107721"/>
                </a:lnTo>
                <a:lnTo>
                  <a:pt x="6130667" y="108070"/>
                </a:lnTo>
                <a:lnTo>
                  <a:pt x="6129805" y="108368"/>
                </a:lnTo>
                <a:lnTo>
                  <a:pt x="6128950" y="108617"/>
                </a:lnTo>
                <a:lnTo>
                  <a:pt x="6128112" y="108822"/>
                </a:lnTo>
                <a:lnTo>
                  <a:pt x="6127296" y="108985"/>
                </a:lnTo>
                <a:lnTo>
                  <a:pt x="6126511" y="109111"/>
                </a:lnTo>
                <a:lnTo>
                  <a:pt x="6125764" y="109203"/>
                </a:lnTo>
                <a:lnTo>
                  <a:pt x="6125063" y="109264"/>
                </a:lnTo>
                <a:lnTo>
                  <a:pt x="6124415" y="109299"/>
                </a:lnTo>
                <a:lnTo>
                  <a:pt x="6123828" y="109309"/>
                </a:lnTo>
                <a:lnTo>
                  <a:pt x="6122049" y="109258"/>
                </a:lnTo>
                <a:lnTo>
                  <a:pt x="6120418" y="109110"/>
                </a:lnTo>
                <a:lnTo>
                  <a:pt x="6118929" y="108870"/>
                </a:lnTo>
                <a:lnTo>
                  <a:pt x="6117575" y="108545"/>
                </a:lnTo>
                <a:lnTo>
                  <a:pt x="6116349" y="108143"/>
                </a:lnTo>
                <a:lnTo>
                  <a:pt x="6115247" y="107670"/>
                </a:lnTo>
                <a:lnTo>
                  <a:pt x="6114260" y="107132"/>
                </a:lnTo>
                <a:lnTo>
                  <a:pt x="6113383" y="106535"/>
                </a:lnTo>
                <a:lnTo>
                  <a:pt x="6112608" y="105888"/>
                </a:lnTo>
                <a:lnTo>
                  <a:pt x="6111931" y="105195"/>
                </a:lnTo>
                <a:lnTo>
                  <a:pt x="6111343" y="104464"/>
                </a:lnTo>
                <a:lnTo>
                  <a:pt x="6110840" y="103702"/>
                </a:lnTo>
                <a:lnTo>
                  <a:pt x="6110413" y="102914"/>
                </a:lnTo>
                <a:lnTo>
                  <a:pt x="6110058" y="102108"/>
                </a:lnTo>
                <a:lnTo>
                  <a:pt x="6109767" y="101290"/>
                </a:lnTo>
                <a:lnTo>
                  <a:pt x="6109534" y="100467"/>
                </a:lnTo>
                <a:lnTo>
                  <a:pt x="6109353" y="99645"/>
                </a:lnTo>
                <a:lnTo>
                  <a:pt x="6109216" y="98832"/>
                </a:lnTo>
                <a:lnTo>
                  <a:pt x="6109118" y="98032"/>
                </a:lnTo>
                <a:lnTo>
                  <a:pt x="6109053" y="97254"/>
                </a:lnTo>
                <a:lnTo>
                  <a:pt x="6109013" y="96504"/>
                </a:lnTo>
                <a:lnTo>
                  <a:pt x="6108993" y="95787"/>
                </a:lnTo>
                <a:lnTo>
                  <a:pt x="6108985" y="95112"/>
                </a:lnTo>
                <a:lnTo>
                  <a:pt x="6108984" y="94485"/>
                </a:lnTo>
                <a:lnTo>
                  <a:pt x="6108984" y="48666"/>
                </a:lnTo>
                <a:lnTo>
                  <a:pt x="6140599" y="48666"/>
                </a:lnTo>
                <a:lnTo>
                  <a:pt x="6140970" y="48666"/>
                </a:lnTo>
                <a:lnTo>
                  <a:pt x="6141359" y="48663"/>
                </a:lnTo>
                <a:lnTo>
                  <a:pt x="6141761" y="48655"/>
                </a:lnTo>
                <a:lnTo>
                  <a:pt x="6142175" y="48639"/>
                </a:lnTo>
                <a:lnTo>
                  <a:pt x="6142597" y="48614"/>
                </a:lnTo>
                <a:lnTo>
                  <a:pt x="6143025" y="48576"/>
                </a:lnTo>
                <a:lnTo>
                  <a:pt x="6143455" y="48523"/>
                </a:lnTo>
                <a:lnTo>
                  <a:pt x="6143884" y="48452"/>
                </a:lnTo>
                <a:lnTo>
                  <a:pt x="6144311" y="48361"/>
                </a:lnTo>
                <a:lnTo>
                  <a:pt x="6144731" y="48248"/>
                </a:lnTo>
                <a:lnTo>
                  <a:pt x="6145142" y="48109"/>
                </a:lnTo>
                <a:lnTo>
                  <a:pt x="6145541" y="47943"/>
                </a:lnTo>
                <a:lnTo>
                  <a:pt x="6145924" y="47747"/>
                </a:lnTo>
                <a:lnTo>
                  <a:pt x="6146290" y="47518"/>
                </a:lnTo>
                <a:lnTo>
                  <a:pt x="6146635" y="47254"/>
                </a:lnTo>
                <a:lnTo>
                  <a:pt x="6146956" y="46952"/>
                </a:lnTo>
                <a:lnTo>
                  <a:pt x="6147250" y="46611"/>
                </a:lnTo>
                <a:lnTo>
                  <a:pt x="6147514" y="46226"/>
                </a:lnTo>
                <a:lnTo>
                  <a:pt x="6147746" y="45796"/>
                </a:lnTo>
                <a:lnTo>
                  <a:pt x="6147942" y="45319"/>
                </a:lnTo>
                <a:lnTo>
                  <a:pt x="6148100" y="44791"/>
                </a:lnTo>
                <a:lnTo>
                  <a:pt x="6148216" y="44211"/>
                </a:lnTo>
                <a:lnTo>
                  <a:pt x="6148288" y="43576"/>
                </a:lnTo>
                <a:lnTo>
                  <a:pt x="6148313" y="42882"/>
                </a:lnTo>
                <a:lnTo>
                  <a:pt x="6148289" y="42166"/>
                </a:lnTo>
                <a:lnTo>
                  <a:pt x="6148220" y="41509"/>
                </a:lnTo>
                <a:lnTo>
                  <a:pt x="6148108" y="40909"/>
                </a:lnTo>
                <a:lnTo>
                  <a:pt x="6147956" y="40364"/>
                </a:lnTo>
                <a:lnTo>
                  <a:pt x="6147766" y="39870"/>
                </a:lnTo>
                <a:lnTo>
                  <a:pt x="6147542" y="39426"/>
                </a:lnTo>
                <a:lnTo>
                  <a:pt x="6147285" y="39029"/>
                </a:lnTo>
                <a:lnTo>
                  <a:pt x="6146999" y="38675"/>
                </a:lnTo>
                <a:lnTo>
                  <a:pt x="6146686" y="38364"/>
                </a:lnTo>
                <a:lnTo>
                  <a:pt x="6146349" y="38091"/>
                </a:lnTo>
                <a:lnTo>
                  <a:pt x="6145990" y="37854"/>
                </a:lnTo>
                <a:lnTo>
                  <a:pt x="6145613" y="37651"/>
                </a:lnTo>
                <a:lnTo>
                  <a:pt x="6145220" y="37480"/>
                </a:lnTo>
                <a:lnTo>
                  <a:pt x="6144813" y="37337"/>
                </a:lnTo>
                <a:lnTo>
                  <a:pt x="6144396" y="37219"/>
                </a:lnTo>
                <a:lnTo>
                  <a:pt x="6143971" y="37126"/>
                </a:lnTo>
                <a:lnTo>
                  <a:pt x="6143540" y="37053"/>
                </a:lnTo>
                <a:lnTo>
                  <a:pt x="6143107" y="36998"/>
                </a:lnTo>
                <a:lnTo>
                  <a:pt x="6142673" y="36958"/>
                </a:lnTo>
                <a:lnTo>
                  <a:pt x="6142242" y="36932"/>
                </a:lnTo>
                <a:lnTo>
                  <a:pt x="6141817" y="36916"/>
                </a:lnTo>
                <a:lnTo>
                  <a:pt x="6141399" y="36908"/>
                </a:lnTo>
                <a:lnTo>
                  <a:pt x="6140993" y="36905"/>
                </a:lnTo>
                <a:lnTo>
                  <a:pt x="6140599" y="36904"/>
                </a:lnTo>
                <a:lnTo>
                  <a:pt x="6108984" y="36904"/>
                </a:lnTo>
                <a:lnTo>
                  <a:pt x="6108984" y="21097"/>
                </a:lnTo>
                <a:lnTo>
                  <a:pt x="6108984" y="20636"/>
                </a:lnTo>
                <a:lnTo>
                  <a:pt x="6108980" y="20171"/>
                </a:lnTo>
                <a:lnTo>
                  <a:pt x="6108971" y="19705"/>
                </a:lnTo>
                <a:lnTo>
                  <a:pt x="6108954" y="19239"/>
                </a:lnTo>
                <a:lnTo>
                  <a:pt x="6108925" y="18775"/>
                </a:lnTo>
                <a:lnTo>
                  <a:pt x="6108882" y="18315"/>
                </a:lnTo>
                <a:lnTo>
                  <a:pt x="6108822" y="17862"/>
                </a:lnTo>
                <a:lnTo>
                  <a:pt x="6108741" y="17418"/>
                </a:lnTo>
                <a:lnTo>
                  <a:pt x="6108638" y="16985"/>
                </a:lnTo>
                <a:lnTo>
                  <a:pt x="6108510" y="16564"/>
                </a:lnTo>
                <a:lnTo>
                  <a:pt x="6108353" y="16158"/>
                </a:lnTo>
                <a:lnTo>
                  <a:pt x="6108165" y="15770"/>
                </a:lnTo>
                <a:lnTo>
                  <a:pt x="6107942" y="15400"/>
                </a:lnTo>
                <a:lnTo>
                  <a:pt x="6107683" y="15052"/>
                </a:lnTo>
                <a:lnTo>
                  <a:pt x="6107383" y="14727"/>
                </a:lnTo>
                <a:lnTo>
                  <a:pt x="6107041" y="14427"/>
                </a:lnTo>
                <a:lnTo>
                  <a:pt x="6106654" y="14154"/>
                </a:lnTo>
                <a:lnTo>
                  <a:pt x="6106218" y="13912"/>
                </a:lnTo>
                <a:lnTo>
                  <a:pt x="6105731" y="13700"/>
                </a:lnTo>
                <a:lnTo>
                  <a:pt x="6105190" y="13523"/>
                </a:lnTo>
                <a:lnTo>
                  <a:pt x="6104591" y="13381"/>
                </a:lnTo>
                <a:lnTo>
                  <a:pt x="6103934" y="13277"/>
                </a:lnTo>
                <a:lnTo>
                  <a:pt x="6103213" y="13214"/>
                </a:lnTo>
                <a:lnTo>
                  <a:pt x="6102427" y="13192"/>
                </a:lnTo>
                <a:lnTo>
                  <a:pt x="6101618" y="13213"/>
                </a:lnTo>
                <a:lnTo>
                  <a:pt x="6100877" y="13274"/>
                </a:lnTo>
                <a:lnTo>
                  <a:pt x="6100200" y="13373"/>
                </a:lnTo>
                <a:lnTo>
                  <a:pt x="6099585" y="13510"/>
                </a:lnTo>
                <a:lnTo>
                  <a:pt x="6099028" y="13681"/>
                </a:lnTo>
                <a:lnTo>
                  <a:pt x="6098527" y="13885"/>
                </a:lnTo>
                <a:lnTo>
                  <a:pt x="6098079" y="14120"/>
                </a:lnTo>
                <a:lnTo>
                  <a:pt x="6097680" y="14384"/>
                </a:lnTo>
                <a:lnTo>
                  <a:pt x="6097328" y="14676"/>
                </a:lnTo>
                <a:lnTo>
                  <a:pt x="6097020" y="14994"/>
                </a:lnTo>
                <a:lnTo>
                  <a:pt x="6096754" y="15335"/>
                </a:lnTo>
                <a:lnTo>
                  <a:pt x="6096525" y="15698"/>
                </a:lnTo>
                <a:lnTo>
                  <a:pt x="6096331" y="16081"/>
                </a:lnTo>
                <a:lnTo>
                  <a:pt x="6096169" y="16483"/>
                </a:lnTo>
                <a:lnTo>
                  <a:pt x="6096037" y="16901"/>
                </a:lnTo>
                <a:lnTo>
                  <a:pt x="6095931" y="17333"/>
                </a:lnTo>
                <a:lnTo>
                  <a:pt x="6095849" y="17779"/>
                </a:lnTo>
                <a:lnTo>
                  <a:pt x="6095787" y="18235"/>
                </a:lnTo>
                <a:lnTo>
                  <a:pt x="6095743" y="18700"/>
                </a:lnTo>
                <a:lnTo>
                  <a:pt x="6095713" y="19172"/>
                </a:lnTo>
                <a:lnTo>
                  <a:pt x="6095695" y="19650"/>
                </a:lnTo>
                <a:lnTo>
                  <a:pt x="6095685" y="20131"/>
                </a:lnTo>
                <a:lnTo>
                  <a:pt x="6095682" y="20614"/>
                </a:lnTo>
                <a:lnTo>
                  <a:pt x="6095682" y="21097"/>
                </a:lnTo>
                <a:lnTo>
                  <a:pt x="6095682" y="36904"/>
                </a:lnTo>
                <a:lnTo>
                  <a:pt x="6078908" y="36904"/>
                </a:lnTo>
                <a:lnTo>
                  <a:pt x="6078513" y="36905"/>
                </a:lnTo>
                <a:lnTo>
                  <a:pt x="6078104" y="36908"/>
                </a:lnTo>
                <a:lnTo>
                  <a:pt x="6077682" y="36916"/>
                </a:lnTo>
                <a:lnTo>
                  <a:pt x="6077251" y="36932"/>
                </a:lnTo>
                <a:lnTo>
                  <a:pt x="6076812" y="36958"/>
                </a:lnTo>
                <a:lnTo>
                  <a:pt x="6076371" y="36998"/>
                </a:lnTo>
                <a:lnTo>
                  <a:pt x="6075928" y="37053"/>
                </a:lnTo>
                <a:lnTo>
                  <a:pt x="6075487" y="37126"/>
                </a:lnTo>
                <a:lnTo>
                  <a:pt x="6075050" y="37219"/>
                </a:lnTo>
                <a:lnTo>
                  <a:pt x="6074622" y="37337"/>
                </a:lnTo>
                <a:lnTo>
                  <a:pt x="6074203" y="37480"/>
                </a:lnTo>
                <a:lnTo>
                  <a:pt x="6073798" y="37651"/>
                </a:lnTo>
                <a:lnTo>
                  <a:pt x="6073409" y="37854"/>
                </a:lnTo>
                <a:lnTo>
                  <a:pt x="6073039" y="38091"/>
                </a:lnTo>
                <a:lnTo>
                  <a:pt x="6072690" y="38364"/>
                </a:lnTo>
                <a:lnTo>
                  <a:pt x="6072367" y="38675"/>
                </a:lnTo>
                <a:lnTo>
                  <a:pt x="6072070" y="39029"/>
                </a:lnTo>
                <a:lnTo>
                  <a:pt x="6071804" y="39426"/>
                </a:lnTo>
                <a:lnTo>
                  <a:pt x="6071571" y="39870"/>
                </a:lnTo>
                <a:lnTo>
                  <a:pt x="6071374" y="40364"/>
                </a:lnTo>
                <a:lnTo>
                  <a:pt x="6071216" y="40909"/>
                </a:lnTo>
                <a:lnTo>
                  <a:pt x="6071100" y="41509"/>
                </a:lnTo>
                <a:lnTo>
                  <a:pt x="6071028" y="42166"/>
                </a:lnTo>
                <a:lnTo>
                  <a:pt x="6071003" y="42882"/>
                </a:lnTo>
                <a:lnTo>
                  <a:pt x="6071028" y="43576"/>
                </a:lnTo>
                <a:lnTo>
                  <a:pt x="6071100" y="44211"/>
                </a:lnTo>
                <a:lnTo>
                  <a:pt x="6071216" y="44791"/>
                </a:lnTo>
                <a:lnTo>
                  <a:pt x="6071373" y="45319"/>
                </a:lnTo>
                <a:lnTo>
                  <a:pt x="6071569" y="45796"/>
                </a:lnTo>
                <a:lnTo>
                  <a:pt x="6071801" y="46226"/>
                </a:lnTo>
                <a:lnTo>
                  <a:pt x="6072065" y="46611"/>
                </a:lnTo>
                <a:lnTo>
                  <a:pt x="6072359" y="46952"/>
                </a:lnTo>
                <a:lnTo>
                  <a:pt x="6072680" y="47254"/>
                </a:lnTo>
                <a:lnTo>
                  <a:pt x="6073025" y="47518"/>
                </a:lnTo>
                <a:lnTo>
                  <a:pt x="6073390" y="47747"/>
                </a:lnTo>
                <a:lnTo>
                  <a:pt x="6073774" y="47943"/>
                </a:lnTo>
                <a:lnTo>
                  <a:pt x="6074172" y="48109"/>
                </a:lnTo>
                <a:lnTo>
                  <a:pt x="6074583" y="48248"/>
                </a:lnTo>
                <a:lnTo>
                  <a:pt x="6075003" y="48361"/>
                </a:lnTo>
                <a:lnTo>
                  <a:pt x="6075429" y="48452"/>
                </a:lnTo>
                <a:lnTo>
                  <a:pt x="6075859" y="48523"/>
                </a:lnTo>
                <a:lnTo>
                  <a:pt x="6076289" y="48576"/>
                </a:lnTo>
                <a:lnTo>
                  <a:pt x="6076716" y="48614"/>
                </a:lnTo>
                <a:lnTo>
                  <a:pt x="6077138" y="48639"/>
                </a:lnTo>
                <a:lnTo>
                  <a:pt x="6077552" y="48655"/>
                </a:lnTo>
                <a:lnTo>
                  <a:pt x="6077954" y="48663"/>
                </a:lnTo>
                <a:lnTo>
                  <a:pt x="6078342" y="48666"/>
                </a:lnTo>
                <a:lnTo>
                  <a:pt x="6078713" y="48666"/>
                </a:lnTo>
                <a:lnTo>
                  <a:pt x="6095682" y="48666"/>
                </a:lnTo>
                <a:lnTo>
                  <a:pt x="6095682" y="95641"/>
                </a:lnTo>
                <a:lnTo>
                  <a:pt x="6095749" y="97892"/>
                </a:lnTo>
                <a:lnTo>
                  <a:pt x="6095948" y="100025"/>
                </a:lnTo>
                <a:lnTo>
                  <a:pt x="6096272" y="102041"/>
                </a:lnTo>
                <a:lnTo>
                  <a:pt x="6096718" y="103944"/>
                </a:lnTo>
                <a:lnTo>
                  <a:pt x="6097279" y="105734"/>
                </a:lnTo>
                <a:lnTo>
                  <a:pt x="6097950" y="107413"/>
                </a:lnTo>
                <a:lnTo>
                  <a:pt x="6098726" y="108985"/>
                </a:lnTo>
                <a:lnTo>
                  <a:pt x="6099601" y="110450"/>
                </a:lnTo>
                <a:lnTo>
                  <a:pt x="6100571" y="111811"/>
                </a:lnTo>
                <a:lnTo>
                  <a:pt x="6101630" y="113069"/>
                </a:lnTo>
                <a:lnTo>
                  <a:pt x="6102773" y="114227"/>
                </a:lnTo>
                <a:lnTo>
                  <a:pt x="6103995" y="115287"/>
                </a:lnTo>
                <a:lnTo>
                  <a:pt x="6105290" y="116251"/>
                </a:lnTo>
                <a:lnTo>
                  <a:pt x="6106653" y="117120"/>
                </a:lnTo>
                <a:lnTo>
                  <a:pt x="6108078" y="117898"/>
                </a:lnTo>
                <a:lnTo>
                  <a:pt x="6109561" y="118584"/>
                </a:lnTo>
                <a:lnTo>
                  <a:pt x="6111097" y="119183"/>
                </a:lnTo>
                <a:lnTo>
                  <a:pt x="6112679" y="119695"/>
                </a:lnTo>
                <a:lnTo>
                  <a:pt x="6114303" y="120123"/>
                </a:lnTo>
                <a:lnTo>
                  <a:pt x="6115963" y="120469"/>
                </a:lnTo>
                <a:lnTo>
                  <a:pt x="6117655" y="120734"/>
                </a:lnTo>
                <a:lnTo>
                  <a:pt x="6119372" y="120921"/>
                </a:lnTo>
                <a:lnTo>
                  <a:pt x="6121110" y="121032"/>
                </a:lnTo>
                <a:lnTo>
                  <a:pt x="6122864" y="121068"/>
                </a:lnTo>
                <a:lnTo>
                  <a:pt x="6124653" y="121025"/>
                </a:lnTo>
                <a:lnTo>
                  <a:pt x="6126449" y="120895"/>
                </a:lnTo>
                <a:lnTo>
                  <a:pt x="6128244" y="120679"/>
                </a:lnTo>
                <a:lnTo>
                  <a:pt x="6130031" y="120375"/>
                </a:lnTo>
                <a:lnTo>
                  <a:pt x="6131803" y="119984"/>
                </a:lnTo>
                <a:lnTo>
                  <a:pt x="6133552" y="119505"/>
                </a:lnTo>
                <a:lnTo>
                  <a:pt x="6135271" y="118939"/>
                </a:lnTo>
                <a:lnTo>
                  <a:pt x="6136952" y="118284"/>
                </a:lnTo>
                <a:lnTo>
                  <a:pt x="6138588" y="117542"/>
                </a:lnTo>
                <a:lnTo>
                  <a:pt x="6140173" y="116710"/>
                </a:lnTo>
                <a:lnTo>
                  <a:pt x="6141697" y="115790"/>
                </a:lnTo>
                <a:lnTo>
                  <a:pt x="6143155" y="114781"/>
                </a:lnTo>
                <a:lnTo>
                  <a:pt x="6144539" y="113683"/>
                </a:lnTo>
                <a:lnTo>
                  <a:pt x="6145840" y="112495"/>
                </a:lnTo>
                <a:lnTo>
                  <a:pt x="6147053" y="111217"/>
                </a:lnTo>
                <a:lnTo>
                  <a:pt x="6148169" y="109850"/>
                </a:lnTo>
                <a:lnTo>
                  <a:pt x="6149182" y="108392"/>
                </a:lnTo>
                <a:lnTo>
                  <a:pt x="6150083" y="106844"/>
                </a:lnTo>
                <a:lnTo>
                  <a:pt x="6150866" y="105205"/>
                </a:lnTo>
                <a:lnTo>
                  <a:pt x="6151523" y="103475"/>
                </a:lnTo>
                <a:lnTo>
                  <a:pt x="6152047" y="101654"/>
                </a:lnTo>
                <a:lnTo>
                  <a:pt x="6152431" y="99741"/>
                </a:lnTo>
                <a:lnTo>
                  <a:pt x="6152666" y="97737"/>
                </a:lnTo>
                <a:lnTo>
                  <a:pt x="6152746" y="95641"/>
                </a:lnTo>
                <a:lnTo>
                  <a:pt x="6152746" y="95205"/>
                </a:lnTo>
                <a:lnTo>
                  <a:pt x="6152742" y="94765"/>
                </a:lnTo>
                <a:lnTo>
                  <a:pt x="6152733" y="94323"/>
                </a:lnTo>
                <a:lnTo>
                  <a:pt x="6152715" y="93881"/>
                </a:lnTo>
                <a:lnTo>
                  <a:pt x="6152685" y="93441"/>
                </a:lnTo>
                <a:lnTo>
                  <a:pt x="6152641" y="93006"/>
                </a:lnTo>
                <a:lnTo>
                  <a:pt x="6152579" y="92576"/>
                </a:lnTo>
                <a:close/>
                <a:moveTo>
                  <a:pt x="6962370" y="93006"/>
                </a:moveTo>
                <a:lnTo>
                  <a:pt x="6962308" y="92576"/>
                </a:lnTo>
                <a:lnTo>
                  <a:pt x="6962226" y="92154"/>
                </a:lnTo>
                <a:lnTo>
                  <a:pt x="6962120" y="91742"/>
                </a:lnTo>
                <a:lnTo>
                  <a:pt x="6961987" y="91343"/>
                </a:lnTo>
                <a:lnTo>
                  <a:pt x="6961826" y="90957"/>
                </a:lnTo>
                <a:lnTo>
                  <a:pt x="6961632" y="90587"/>
                </a:lnTo>
                <a:lnTo>
                  <a:pt x="6961403" y="90236"/>
                </a:lnTo>
                <a:lnTo>
                  <a:pt x="6961136" y="89904"/>
                </a:lnTo>
                <a:lnTo>
                  <a:pt x="6960828" y="89595"/>
                </a:lnTo>
                <a:lnTo>
                  <a:pt x="6960476" y="89309"/>
                </a:lnTo>
                <a:lnTo>
                  <a:pt x="6960077" y="89050"/>
                </a:lnTo>
                <a:lnTo>
                  <a:pt x="6959629" y="88819"/>
                </a:lnTo>
                <a:lnTo>
                  <a:pt x="6959127" y="88617"/>
                </a:lnTo>
                <a:lnTo>
                  <a:pt x="6958570" y="88448"/>
                </a:lnTo>
                <a:lnTo>
                  <a:pt x="6957955" y="88313"/>
                </a:lnTo>
                <a:lnTo>
                  <a:pt x="6957278" y="88214"/>
                </a:lnTo>
                <a:lnTo>
                  <a:pt x="6956536" y="88154"/>
                </a:lnTo>
                <a:lnTo>
                  <a:pt x="6955727" y="88133"/>
                </a:lnTo>
                <a:lnTo>
                  <a:pt x="6954964" y="88154"/>
                </a:lnTo>
                <a:lnTo>
                  <a:pt x="6954262" y="88214"/>
                </a:lnTo>
                <a:lnTo>
                  <a:pt x="6953619" y="88313"/>
                </a:lnTo>
                <a:lnTo>
                  <a:pt x="6953033" y="88447"/>
                </a:lnTo>
                <a:lnTo>
                  <a:pt x="6952501" y="88616"/>
                </a:lnTo>
                <a:lnTo>
                  <a:pt x="6952020" y="88816"/>
                </a:lnTo>
                <a:lnTo>
                  <a:pt x="6951587" y="89045"/>
                </a:lnTo>
                <a:lnTo>
                  <a:pt x="6951201" y="89302"/>
                </a:lnTo>
                <a:lnTo>
                  <a:pt x="6950858" y="89584"/>
                </a:lnTo>
                <a:lnTo>
                  <a:pt x="6950556" y="89890"/>
                </a:lnTo>
                <a:lnTo>
                  <a:pt x="6950293" y="90217"/>
                </a:lnTo>
                <a:lnTo>
                  <a:pt x="6950065" y="90563"/>
                </a:lnTo>
                <a:lnTo>
                  <a:pt x="6949870" y="90926"/>
                </a:lnTo>
                <a:lnTo>
                  <a:pt x="6949706" y="91304"/>
                </a:lnTo>
                <a:lnTo>
                  <a:pt x="6949570" y="91695"/>
                </a:lnTo>
                <a:lnTo>
                  <a:pt x="6949459" y="92097"/>
                </a:lnTo>
                <a:lnTo>
                  <a:pt x="6949371" y="92507"/>
                </a:lnTo>
                <a:lnTo>
                  <a:pt x="6949303" y="92924"/>
                </a:lnTo>
                <a:lnTo>
                  <a:pt x="6949252" y="93345"/>
                </a:lnTo>
                <a:lnTo>
                  <a:pt x="6949217" y="93769"/>
                </a:lnTo>
                <a:lnTo>
                  <a:pt x="6949194" y="94193"/>
                </a:lnTo>
                <a:lnTo>
                  <a:pt x="6949180" y="94616"/>
                </a:lnTo>
                <a:lnTo>
                  <a:pt x="6949174" y="95034"/>
                </a:lnTo>
                <a:lnTo>
                  <a:pt x="6949173" y="95447"/>
                </a:lnTo>
                <a:lnTo>
                  <a:pt x="6949094" y="96887"/>
                </a:lnTo>
                <a:lnTo>
                  <a:pt x="6948910" y="98227"/>
                </a:lnTo>
                <a:lnTo>
                  <a:pt x="6948629" y="99469"/>
                </a:lnTo>
                <a:lnTo>
                  <a:pt x="6948258" y="100618"/>
                </a:lnTo>
                <a:lnTo>
                  <a:pt x="6947804" y="101676"/>
                </a:lnTo>
                <a:lnTo>
                  <a:pt x="6947276" y="102648"/>
                </a:lnTo>
                <a:lnTo>
                  <a:pt x="6946680" y="103537"/>
                </a:lnTo>
                <a:lnTo>
                  <a:pt x="6946025" y="104345"/>
                </a:lnTo>
                <a:lnTo>
                  <a:pt x="6945317" y="105078"/>
                </a:lnTo>
                <a:lnTo>
                  <a:pt x="6944565" y="105738"/>
                </a:lnTo>
                <a:lnTo>
                  <a:pt x="6943775" y="106329"/>
                </a:lnTo>
                <a:lnTo>
                  <a:pt x="6942956" y="106854"/>
                </a:lnTo>
                <a:lnTo>
                  <a:pt x="6942115" y="107317"/>
                </a:lnTo>
                <a:lnTo>
                  <a:pt x="6941259" y="107721"/>
                </a:lnTo>
                <a:lnTo>
                  <a:pt x="6940396" y="108070"/>
                </a:lnTo>
                <a:lnTo>
                  <a:pt x="6939534" y="108368"/>
                </a:lnTo>
                <a:lnTo>
                  <a:pt x="6938680" y="108617"/>
                </a:lnTo>
                <a:lnTo>
                  <a:pt x="6937841" y="108822"/>
                </a:lnTo>
                <a:lnTo>
                  <a:pt x="6937026" y="108985"/>
                </a:lnTo>
                <a:lnTo>
                  <a:pt x="6936241" y="109111"/>
                </a:lnTo>
                <a:lnTo>
                  <a:pt x="6935494" y="109203"/>
                </a:lnTo>
                <a:lnTo>
                  <a:pt x="6934793" y="109264"/>
                </a:lnTo>
                <a:lnTo>
                  <a:pt x="6934145" y="109299"/>
                </a:lnTo>
                <a:lnTo>
                  <a:pt x="6933558" y="109309"/>
                </a:lnTo>
                <a:lnTo>
                  <a:pt x="6931779" y="109258"/>
                </a:lnTo>
                <a:lnTo>
                  <a:pt x="6930148" y="109110"/>
                </a:lnTo>
                <a:lnTo>
                  <a:pt x="6928658" y="108870"/>
                </a:lnTo>
                <a:lnTo>
                  <a:pt x="6927304" y="108545"/>
                </a:lnTo>
                <a:lnTo>
                  <a:pt x="6926079" y="108143"/>
                </a:lnTo>
                <a:lnTo>
                  <a:pt x="6924976" y="107670"/>
                </a:lnTo>
                <a:lnTo>
                  <a:pt x="6923989" y="107132"/>
                </a:lnTo>
                <a:lnTo>
                  <a:pt x="6923112" y="106535"/>
                </a:lnTo>
                <a:lnTo>
                  <a:pt x="6922338" y="105888"/>
                </a:lnTo>
                <a:lnTo>
                  <a:pt x="6921660" y="105195"/>
                </a:lnTo>
                <a:lnTo>
                  <a:pt x="6921073" y="104464"/>
                </a:lnTo>
                <a:lnTo>
                  <a:pt x="6920569" y="103702"/>
                </a:lnTo>
                <a:lnTo>
                  <a:pt x="6920143" y="102914"/>
                </a:lnTo>
                <a:lnTo>
                  <a:pt x="6919788" y="102108"/>
                </a:lnTo>
                <a:lnTo>
                  <a:pt x="6919497" y="101290"/>
                </a:lnTo>
                <a:lnTo>
                  <a:pt x="6919264" y="100467"/>
                </a:lnTo>
                <a:lnTo>
                  <a:pt x="6919082" y="99645"/>
                </a:lnTo>
                <a:lnTo>
                  <a:pt x="6918946" y="98832"/>
                </a:lnTo>
                <a:lnTo>
                  <a:pt x="6918848" y="98032"/>
                </a:lnTo>
                <a:lnTo>
                  <a:pt x="6918782" y="97254"/>
                </a:lnTo>
                <a:lnTo>
                  <a:pt x="6918743" y="96504"/>
                </a:lnTo>
                <a:lnTo>
                  <a:pt x="6918722" y="95787"/>
                </a:lnTo>
                <a:lnTo>
                  <a:pt x="6918715" y="95112"/>
                </a:lnTo>
                <a:lnTo>
                  <a:pt x="6918714" y="94485"/>
                </a:lnTo>
                <a:lnTo>
                  <a:pt x="6918714" y="48666"/>
                </a:lnTo>
                <a:lnTo>
                  <a:pt x="6950329" y="48666"/>
                </a:lnTo>
                <a:lnTo>
                  <a:pt x="6950700" y="48666"/>
                </a:lnTo>
                <a:lnTo>
                  <a:pt x="6951088" y="48663"/>
                </a:lnTo>
                <a:lnTo>
                  <a:pt x="6951491" y="48655"/>
                </a:lnTo>
                <a:lnTo>
                  <a:pt x="6951904" y="48639"/>
                </a:lnTo>
                <a:lnTo>
                  <a:pt x="6952327" y="48614"/>
                </a:lnTo>
                <a:lnTo>
                  <a:pt x="6952754" y="48576"/>
                </a:lnTo>
                <a:lnTo>
                  <a:pt x="6953184" y="48523"/>
                </a:lnTo>
                <a:lnTo>
                  <a:pt x="6953614" y="48452"/>
                </a:lnTo>
                <a:lnTo>
                  <a:pt x="6954040" y="48361"/>
                </a:lnTo>
                <a:lnTo>
                  <a:pt x="6954460" y="48248"/>
                </a:lnTo>
                <a:lnTo>
                  <a:pt x="6954871" y="48109"/>
                </a:lnTo>
                <a:lnTo>
                  <a:pt x="6955270" y="47943"/>
                </a:lnTo>
                <a:lnTo>
                  <a:pt x="6955654" y="47747"/>
                </a:lnTo>
                <a:lnTo>
                  <a:pt x="6956019" y="47518"/>
                </a:lnTo>
                <a:lnTo>
                  <a:pt x="6956364" y="47254"/>
                </a:lnTo>
                <a:lnTo>
                  <a:pt x="6956685" y="46952"/>
                </a:lnTo>
                <a:lnTo>
                  <a:pt x="6956979" y="46611"/>
                </a:lnTo>
                <a:lnTo>
                  <a:pt x="6957244" y="46226"/>
                </a:lnTo>
                <a:lnTo>
                  <a:pt x="6957475" y="45796"/>
                </a:lnTo>
                <a:lnTo>
                  <a:pt x="6957672" y="45319"/>
                </a:lnTo>
                <a:lnTo>
                  <a:pt x="6957829" y="44791"/>
                </a:lnTo>
                <a:lnTo>
                  <a:pt x="6957946" y="44211"/>
                </a:lnTo>
                <a:lnTo>
                  <a:pt x="6958018" y="43576"/>
                </a:lnTo>
                <a:lnTo>
                  <a:pt x="6958042" y="42882"/>
                </a:lnTo>
                <a:lnTo>
                  <a:pt x="6958019" y="42166"/>
                </a:lnTo>
                <a:lnTo>
                  <a:pt x="6957949" y="41509"/>
                </a:lnTo>
                <a:lnTo>
                  <a:pt x="6957837" y="40909"/>
                </a:lnTo>
                <a:lnTo>
                  <a:pt x="6957685" y="40364"/>
                </a:lnTo>
                <a:lnTo>
                  <a:pt x="6957496" y="39870"/>
                </a:lnTo>
                <a:lnTo>
                  <a:pt x="6957271" y="39426"/>
                </a:lnTo>
                <a:lnTo>
                  <a:pt x="6957014" y="39029"/>
                </a:lnTo>
                <a:lnTo>
                  <a:pt x="6956728" y="38675"/>
                </a:lnTo>
                <a:lnTo>
                  <a:pt x="6956415" y="38364"/>
                </a:lnTo>
                <a:lnTo>
                  <a:pt x="6956078" y="38091"/>
                </a:lnTo>
                <a:lnTo>
                  <a:pt x="6955720" y="37854"/>
                </a:lnTo>
                <a:lnTo>
                  <a:pt x="6955343" y="37651"/>
                </a:lnTo>
                <a:lnTo>
                  <a:pt x="6954950" y="37480"/>
                </a:lnTo>
                <a:lnTo>
                  <a:pt x="6954543" y="37337"/>
                </a:lnTo>
                <a:lnTo>
                  <a:pt x="6954126" y="37219"/>
                </a:lnTo>
                <a:lnTo>
                  <a:pt x="6953700" y="37126"/>
                </a:lnTo>
                <a:lnTo>
                  <a:pt x="6953269" y="37053"/>
                </a:lnTo>
                <a:lnTo>
                  <a:pt x="6952836" y="36998"/>
                </a:lnTo>
                <a:lnTo>
                  <a:pt x="6952403" y="36958"/>
                </a:lnTo>
                <a:lnTo>
                  <a:pt x="6951972" y="36932"/>
                </a:lnTo>
                <a:lnTo>
                  <a:pt x="6951546" y="36916"/>
                </a:lnTo>
                <a:lnTo>
                  <a:pt x="6951129" y="36908"/>
                </a:lnTo>
                <a:lnTo>
                  <a:pt x="6950722" y="36905"/>
                </a:lnTo>
                <a:lnTo>
                  <a:pt x="6950329" y="36904"/>
                </a:lnTo>
                <a:lnTo>
                  <a:pt x="6918714" y="36904"/>
                </a:lnTo>
                <a:lnTo>
                  <a:pt x="6918714" y="21097"/>
                </a:lnTo>
                <a:lnTo>
                  <a:pt x="6918713" y="20636"/>
                </a:lnTo>
                <a:lnTo>
                  <a:pt x="6918710" y="20171"/>
                </a:lnTo>
                <a:lnTo>
                  <a:pt x="6918701" y="19705"/>
                </a:lnTo>
                <a:lnTo>
                  <a:pt x="6918683" y="19239"/>
                </a:lnTo>
                <a:lnTo>
                  <a:pt x="6918654" y="18775"/>
                </a:lnTo>
                <a:lnTo>
                  <a:pt x="6918611" y="18315"/>
                </a:lnTo>
                <a:lnTo>
                  <a:pt x="6918551" y="17862"/>
                </a:lnTo>
                <a:lnTo>
                  <a:pt x="6918471" y="17418"/>
                </a:lnTo>
                <a:lnTo>
                  <a:pt x="6918368" y="16985"/>
                </a:lnTo>
                <a:lnTo>
                  <a:pt x="6918239" y="16564"/>
                </a:lnTo>
                <a:lnTo>
                  <a:pt x="6918082" y="16158"/>
                </a:lnTo>
                <a:lnTo>
                  <a:pt x="6917894" y="15770"/>
                </a:lnTo>
                <a:lnTo>
                  <a:pt x="6917672" y="15400"/>
                </a:lnTo>
                <a:lnTo>
                  <a:pt x="6917412" y="15052"/>
                </a:lnTo>
                <a:lnTo>
                  <a:pt x="6917113" y="14727"/>
                </a:lnTo>
                <a:lnTo>
                  <a:pt x="6916771" y="14427"/>
                </a:lnTo>
                <a:lnTo>
                  <a:pt x="6916383" y="14154"/>
                </a:lnTo>
                <a:lnTo>
                  <a:pt x="6915947" y="13912"/>
                </a:lnTo>
                <a:lnTo>
                  <a:pt x="6915460" y="13700"/>
                </a:lnTo>
                <a:lnTo>
                  <a:pt x="6914919" y="13523"/>
                </a:lnTo>
                <a:lnTo>
                  <a:pt x="6914321" y="13381"/>
                </a:lnTo>
                <a:lnTo>
                  <a:pt x="6913663" y="13277"/>
                </a:lnTo>
                <a:lnTo>
                  <a:pt x="6912942" y="13214"/>
                </a:lnTo>
                <a:lnTo>
                  <a:pt x="6912157" y="13192"/>
                </a:lnTo>
                <a:lnTo>
                  <a:pt x="6911348" y="13213"/>
                </a:lnTo>
                <a:lnTo>
                  <a:pt x="6910607" y="13274"/>
                </a:lnTo>
                <a:lnTo>
                  <a:pt x="6909930" y="13373"/>
                </a:lnTo>
                <a:lnTo>
                  <a:pt x="6909315" y="13510"/>
                </a:lnTo>
                <a:lnTo>
                  <a:pt x="6908758" y="13681"/>
                </a:lnTo>
                <a:lnTo>
                  <a:pt x="6908257" y="13885"/>
                </a:lnTo>
                <a:lnTo>
                  <a:pt x="6907808" y="14120"/>
                </a:lnTo>
                <a:lnTo>
                  <a:pt x="6907410" y="14384"/>
                </a:lnTo>
                <a:lnTo>
                  <a:pt x="6907058" y="14676"/>
                </a:lnTo>
                <a:lnTo>
                  <a:pt x="6906750" y="14994"/>
                </a:lnTo>
                <a:lnTo>
                  <a:pt x="6906483" y="15335"/>
                </a:lnTo>
                <a:lnTo>
                  <a:pt x="6906254" y="15698"/>
                </a:lnTo>
                <a:lnTo>
                  <a:pt x="6906060" y="16081"/>
                </a:lnTo>
                <a:lnTo>
                  <a:pt x="6905899" y="16483"/>
                </a:lnTo>
                <a:lnTo>
                  <a:pt x="6905767" y="16901"/>
                </a:lnTo>
                <a:lnTo>
                  <a:pt x="6905661" y="17333"/>
                </a:lnTo>
                <a:lnTo>
                  <a:pt x="6905578" y="17779"/>
                </a:lnTo>
                <a:lnTo>
                  <a:pt x="6905516" y="18235"/>
                </a:lnTo>
                <a:lnTo>
                  <a:pt x="6905472" y="18700"/>
                </a:lnTo>
                <a:lnTo>
                  <a:pt x="6905442" y="19172"/>
                </a:lnTo>
                <a:lnTo>
                  <a:pt x="6905424" y="19650"/>
                </a:lnTo>
                <a:lnTo>
                  <a:pt x="6905415" y="20131"/>
                </a:lnTo>
                <a:lnTo>
                  <a:pt x="6905412" y="20614"/>
                </a:lnTo>
                <a:lnTo>
                  <a:pt x="6905411" y="21097"/>
                </a:lnTo>
                <a:lnTo>
                  <a:pt x="6905411" y="36904"/>
                </a:lnTo>
                <a:lnTo>
                  <a:pt x="6888637" y="36904"/>
                </a:lnTo>
                <a:lnTo>
                  <a:pt x="6888243" y="36905"/>
                </a:lnTo>
                <a:lnTo>
                  <a:pt x="6887833" y="36908"/>
                </a:lnTo>
                <a:lnTo>
                  <a:pt x="6887411" y="36916"/>
                </a:lnTo>
                <a:lnTo>
                  <a:pt x="6886980" y="36932"/>
                </a:lnTo>
                <a:lnTo>
                  <a:pt x="6886542" y="36958"/>
                </a:lnTo>
                <a:lnTo>
                  <a:pt x="6886100" y="36998"/>
                </a:lnTo>
                <a:lnTo>
                  <a:pt x="6885657" y="37053"/>
                </a:lnTo>
                <a:lnTo>
                  <a:pt x="6885216" y="37126"/>
                </a:lnTo>
                <a:lnTo>
                  <a:pt x="6884780" y="37219"/>
                </a:lnTo>
                <a:lnTo>
                  <a:pt x="6884351" y="37337"/>
                </a:lnTo>
                <a:lnTo>
                  <a:pt x="6883933" y="37480"/>
                </a:lnTo>
                <a:lnTo>
                  <a:pt x="6883528" y="37651"/>
                </a:lnTo>
                <a:lnTo>
                  <a:pt x="6883138" y="37854"/>
                </a:lnTo>
                <a:lnTo>
                  <a:pt x="6882768" y="38091"/>
                </a:lnTo>
                <a:lnTo>
                  <a:pt x="6882420" y="38364"/>
                </a:lnTo>
                <a:lnTo>
                  <a:pt x="6882096" y="38675"/>
                </a:lnTo>
                <a:lnTo>
                  <a:pt x="6881800" y="39029"/>
                </a:lnTo>
                <a:lnTo>
                  <a:pt x="6881534" y="39426"/>
                </a:lnTo>
                <a:lnTo>
                  <a:pt x="6881301" y="39870"/>
                </a:lnTo>
                <a:lnTo>
                  <a:pt x="6881104" y="40364"/>
                </a:lnTo>
                <a:lnTo>
                  <a:pt x="6880946" y="40909"/>
                </a:lnTo>
                <a:lnTo>
                  <a:pt x="6880829" y="41509"/>
                </a:lnTo>
                <a:lnTo>
                  <a:pt x="6880757" y="42166"/>
                </a:lnTo>
                <a:lnTo>
                  <a:pt x="6880733" y="42882"/>
                </a:lnTo>
                <a:lnTo>
                  <a:pt x="6880757" y="43576"/>
                </a:lnTo>
                <a:lnTo>
                  <a:pt x="6880829" y="44211"/>
                </a:lnTo>
                <a:lnTo>
                  <a:pt x="6880945" y="44791"/>
                </a:lnTo>
                <a:lnTo>
                  <a:pt x="6881103" y="45319"/>
                </a:lnTo>
                <a:lnTo>
                  <a:pt x="6881299" y="45796"/>
                </a:lnTo>
                <a:lnTo>
                  <a:pt x="6881531" y="46226"/>
                </a:lnTo>
                <a:lnTo>
                  <a:pt x="6881795" y="46611"/>
                </a:lnTo>
                <a:lnTo>
                  <a:pt x="6882089" y="46952"/>
                </a:lnTo>
                <a:lnTo>
                  <a:pt x="6882410" y="47254"/>
                </a:lnTo>
                <a:lnTo>
                  <a:pt x="6882754" y="47518"/>
                </a:lnTo>
                <a:lnTo>
                  <a:pt x="6883120" y="47747"/>
                </a:lnTo>
                <a:lnTo>
                  <a:pt x="6883503" y="47943"/>
                </a:lnTo>
                <a:lnTo>
                  <a:pt x="6883902" y="48109"/>
                </a:lnTo>
                <a:lnTo>
                  <a:pt x="6884313" y="48248"/>
                </a:lnTo>
                <a:lnTo>
                  <a:pt x="6884732" y="48361"/>
                </a:lnTo>
                <a:lnTo>
                  <a:pt x="6885159" y="48452"/>
                </a:lnTo>
                <a:lnTo>
                  <a:pt x="6885588" y="48523"/>
                </a:lnTo>
                <a:lnTo>
                  <a:pt x="6886018" y="48576"/>
                </a:lnTo>
                <a:lnTo>
                  <a:pt x="6886446" y="48614"/>
                </a:lnTo>
                <a:lnTo>
                  <a:pt x="6886868" y="48639"/>
                </a:lnTo>
                <a:lnTo>
                  <a:pt x="6887281" y="48655"/>
                </a:lnTo>
                <a:lnTo>
                  <a:pt x="6887684" y="48663"/>
                </a:lnTo>
                <a:lnTo>
                  <a:pt x="6888072" y="48666"/>
                </a:lnTo>
                <a:lnTo>
                  <a:pt x="6888443" y="48666"/>
                </a:lnTo>
                <a:lnTo>
                  <a:pt x="6905411" y="48666"/>
                </a:lnTo>
                <a:lnTo>
                  <a:pt x="6905411" y="95641"/>
                </a:lnTo>
                <a:lnTo>
                  <a:pt x="6905478" y="97892"/>
                </a:lnTo>
                <a:lnTo>
                  <a:pt x="6905677" y="100025"/>
                </a:lnTo>
                <a:lnTo>
                  <a:pt x="6906002" y="102041"/>
                </a:lnTo>
                <a:lnTo>
                  <a:pt x="6906447" y="103944"/>
                </a:lnTo>
                <a:lnTo>
                  <a:pt x="6907008" y="105734"/>
                </a:lnTo>
                <a:lnTo>
                  <a:pt x="6907679" y="107413"/>
                </a:lnTo>
                <a:lnTo>
                  <a:pt x="6908455" y="108985"/>
                </a:lnTo>
                <a:lnTo>
                  <a:pt x="6909331" y="110450"/>
                </a:lnTo>
                <a:lnTo>
                  <a:pt x="6910301" y="111811"/>
                </a:lnTo>
                <a:lnTo>
                  <a:pt x="6911360" y="113069"/>
                </a:lnTo>
                <a:lnTo>
                  <a:pt x="6912503" y="114227"/>
                </a:lnTo>
                <a:lnTo>
                  <a:pt x="6913724" y="115287"/>
                </a:lnTo>
                <a:lnTo>
                  <a:pt x="6915019" y="116251"/>
                </a:lnTo>
                <a:lnTo>
                  <a:pt x="6916382" y="117120"/>
                </a:lnTo>
                <a:lnTo>
                  <a:pt x="6917808" y="117898"/>
                </a:lnTo>
                <a:lnTo>
                  <a:pt x="6919291" y="118584"/>
                </a:lnTo>
                <a:lnTo>
                  <a:pt x="6920826" y="119183"/>
                </a:lnTo>
                <a:lnTo>
                  <a:pt x="6922409" y="119695"/>
                </a:lnTo>
                <a:lnTo>
                  <a:pt x="6924033" y="120123"/>
                </a:lnTo>
                <a:lnTo>
                  <a:pt x="6925693" y="120469"/>
                </a:lnTo>
                <a:lnTo>
                  <a:pt x="6927384" y="120734"/>
                </a:lnTo>
                <a:lnTo>
                  <a:pt x="6929102" y="120921"/>
                </a:lnTo>
                <a:lnTo>
                  <a:pt x="6930840" y="121032"/>
                </a:lnTo>
                <a:lnTo>
                  <a:pt x="6932593" y="121068"/>
                </a:lnTo>
                <a:lnTo>
                  <a:pt x="6934382" y="121025"/>
                </a:lnTo>
                <a:lnTo>
                  <a:pt x="6936178" y="120895"/>
                </a:lnTo>
                <a:lnTo>
                  <a:pt x="6937973" y="120679"/>
                </a:lnTo>
                <a:lnTo>
                  <a:pt x="6939761" y="120375"/>
                </a:lnTo>
                <a:lnTo>
                  <a:pt x="6941532" y="119984"/>
                </a:lnTo>
                <a:lnTo>
                  <a:pt x="6943281" y="119505"/>
                </a:lnTo>
                <a:lnTo>
                  <a:pt x="6945000" y="118939"/>
                </a:lnTo>
                <a:lnTo>
                  <a:pt x="6946681" y="118284"/>
                </a:lnTo>
                <a:lnTo>
                  <a:pt x="6948318" y="117542"/>
                </a:lnTo>
                <a:lnTo>
                  <a:pt x="6949902" y="116710"/>
                </a:lnTo>
                <a:lnTo>
                  <a:pt x="6951427" y="115790"/>
                </a:lnTo>
                <a:lnTo>
                  <a:pt x="6952885" y="114781"/>
                </a:lnTo>
                <a:lnTo>
                  <a:pt x="6954268" y="113683"/>
                </a:lnTo>
                <a:lnTo>
                  <a:pt x="6955570" y="112495"/>
                </a:lnTo>
                <a:lnTo>
                  <a:pt x="6956782" y="111217"/>
                </a:lnTo>
                <a:lnTo>
                  <a:pt x="6957899" y="109850"/>
                </a:lnTo>
                <a:lnTo>
                  <a:pt x="6958911" y="108392"/>
                </a:lnTo>
                <a:lnTo>
                  <a:pt x="6959813" y="106844"/>
                </a:lnTo>
                <a:lnTo>
                  <a:pt x="6960596" y="105205"/>
                </a:lnTo>
                <a:lnTo>
                  <a:pt x="6961253" y="103475"/>
                </a:lnTo>
                <a:lnTo>
                  <a:pt x="6961777" y="101654"/>
                </a:lnTo>
                <a:lnTo>
                  <a:pt x="6962160" y="99741"/>
                </a:lnTo>
                <a:lnTo>
                  <a:pt x="6962395" y="97737"/>
                </a:lnTo>
                <a:lnTo>
                  <a:pt x="6962476" y="95641"/>
                </a:lnTo>
                <a:lnTo>
                  <a:pt x="6962475" y="95205"/>
                </a:lnTo>
                <a:lnTo>
                  <a:pt x="6962472" y="94765"/>
                </a:lnTo>
                <a:lnTo>
                  <a:pt x="6962462" y="94323"/>
                </a:lnTo>
                <a:lnTo>
                  <a:pt x="6962444" y="93881"/>
                </a:lnTo>
                <a:lnTo>
                  <a:pt x="6962414" y="93441"/>
                </a:lnTo>
                <a:lnTo>
                  <a:pt x="6962370" y="93006"/>
                </a:lnTo>
                <a:close/>
                <a:moveTo>
                  <a:pt x="5151932" y="110700"/>
                </a:moveTo>
                <a:lnTo>
                  <a:pt x="5151666" y="110303"/>
                </a:lnTo>
                <a:lnTo>
                  <a:pt x="5151369" y="109950"/>
                </a:lnTo>
                <a:lnTo>
                  <a:pt x="5151046" y="109638"/>
                </a:lnTo>
                <a:lnTo>
                  <a:pt x="5150697" y="109366"/>
                </a:lnTo>
                <a:lnTo>
                  <a:pt x="5150327" y="109129"/>
                </a:lnTo>
                <a:lnTo>
                  <a:pt x="5149938" y="108926"/>
                </a:lnTo>
                <a:lnTo>
                  <a:pt x="5149533" y="108755"/>
                </a:lnTo>
                <a:lnTo>
                  <a:pt x="5149114" y="108612"/>
                </a:lnTo>
                <a:lnTo>
                  <a:pt x="5148686" y="108495"/>
                </a:lnTo>
                <a:lnTo>
                  <a:pt x="5148249" y="108401"/>
                </a:lnTo>
                <a:lnTo>
                  <a:pt x="5147808" y="108328"/>
                </a:lnTo>
                <a:lnTo>
                  <a:pt x="5147365" y="108273"/>
                </a:lnTo>
                <a:lnTo>
                  <a:pt x="5146923" y="108234"/>
                </a:lnTo>
                <a:lnTo>
                  <a:pt x="5146485" y="108207"/>
                </a:lnTo>
                <a:lnTo>
                  <a:pt x="5146054" y="108191"/>
                </a:lnTo>
                <a:lnTo>
                  <a:pt x="5145632" y="108183"/>
                </a:lnTo>
                <a:lnTo>
                  <a:pt x="5145223" y="108180"/>
                </a:lnTo>
                <a:lnTo>
                  <a:pt x="5144828" y="108180"/>
                </a:lnTo>
                <a:lnTo>
                  <a:pt x="5136344" y="108180"/>
                </a:lnTo>
                <a:lnTo>
                  <a:pt x="5136344" y="63517"/>
                </a:lnTo>
                <a:lnTo>
                  <a:pt x="5136293" y="61144"/>
                </a:lnTo>
                <a:lnTo>
                  <a:pt x="5136142" y="58886"/>
                </a:lnTo>
                <a:lnTo>
                  <a:pt x="5135892" y="56741"/>
                </a:lnTo>
                <a:lnTo>
                  <a:pt x="5135546" y="54709"/>
                </a:lnTo>
                <a:lnTo>
                  <a:pt x="5135104" y="52788"/>
                </a:lnTo>
                <a:lnTo>
                  <a:pt x="5134570" y="50977"/>
                </a:lnTo>
                <a:lnTo>
                  <a:pt x="5133945" y="49275"/>
                </a:lnTo>
                <a:lnTo>
                  <a:pt x="5133231" y="47681"/>
                </a:lnTo>
                <a:lnTo>
                  <a:pt x="5132431" y="46192"/>
                </a:lnTo>
                <a:lnTo>
                  <a:pt x="5131545" y="44809"/>
                </a:lnTo>
                <a:lnTo>
                  <a:pt x="5130575" y="43529"/>
                </a:lnTo>
                <a:lnTo>
                  <a:pt x="5129525" y="42352"/>
                </a:lnTo>
                <a:lnTo>
                  <a:pt x="5128395" y="41277"/>
                </a:lnTo>
                <a:lnTo>
                  <a:pt x="5127188" y="40301"/>
                </a:lnTo>
                <a:lnTo>
                  <a:pt x="5125906" y="39424"/>
                </a:lnTo>
                <a:lnTo>
                  <a:pt x="5124549" y="38645"/>
                </a:lnTo>
                <a:lnTo>
                  <a:pt x="5123122" y="37962"/>
                </a:lnTo>
                <a:lnTo>
                  <a:pt x="5121624" y="37374"/>
                </a:lnTo>
                <a:lnTo>
                  <a:pt x="5120059" y="36880"/>
                </a:lnTo>
                <a:lnTo>
                  <a:pt x="5118428" y="36479"/>
                </a:lnTo>
                <a:lnTo>
                  <a:pt x="5116733" y="36169"/>
                </a:lnTo>
                <a:lnTo>
                  <a:pt x="5114976" y="35949"/>
                </a:lnTo>
                <a:lnTo>
                  <a:pt x="5113159" y="35818"/>
                </a:lnTo>
                <a:lnTo>
                  <a:pt x="5111283" y="35774"/>
                </a:lnTo>
                <a:lnTo>
                  <a:pt x="5109691" y="35808"/>
                </a:lnTo>
                <a:lnTo>
                  <a:pt x="5108143" y="35906"/>
                </a:lnTo>
                <a:lnTo>
                  <a:pt x="5106640" y="36063"/>
                </a:lnTo>
                <a:lnTo>
                  <a:pt x="5105182" y="36277"/>
                </a:lnTo>
                <a:lnTo>
                  <a:pt x="5103769" y="36543"/>
                </a:lnTo>
                <a:lnTo>
                  <a:pt x="5102403" y="36856"/>
                </a:lnTo>
                <a:lnTo>
                  <a:pt x="5101082" y="37214"/>
                </a:lnTo>
                <a:lnTo>
                  <a:pt x="5099809" y="37610"/>
                </a:lnTo>
                <a:lnTo>
                  <a:pt x="5098582" y="38043"/>
                </a:lnTo>
                <a:lnTo>
                  <a:pt x="5097402" y="38506"/>
                </a:lnTo>
                <a:lnTo>
                  <a:pt x="5096269" y="38997"/>
                </a:lnTo>
                <a:lnTo>
                  <a:pt x="5095185" y="39511"/>
                </a:lnTo>
                <a:lnTo>
                  <a:pt x="5094149" y="40044"/>
                </a:lnTo>
                <a:lnTo>
                  <a:pt x="5093161" y="40592"/>
                </a:lnTo>
                <a:lnTo>
                  <a:pt x="5092222" y="41151"/>
                </a:lnTo>
                <a:lnTo>
                  <a:pt x="5091332" y="41717"/>
                </a:lnTo>
                <a:lnTo>
                  <a:pt x="5090492" y="42286"/>
                </a:lnTo>
                <a:lnTo>
                  <a:pt x="5089702" y="42853"/>
                </a:lnTo>
                <a:lnTo>
                  <a:pt x="5088962" y="43414"/>
                </a:lnTo>
                <a:lnTo>
                  <a:pt x="5088272" y="43966"/>
                </a:lnTo>
                <a:lnTo>
                  <a:pt x="5087633" y="44504"/>
                </a:lnTo>
                <a:lnTo>
                  <a:pt x="5087046" y="45024"/>
                </a:lnTo>
                <a:lnTo>
                  <a:pt x="5086510" y="45523"/>
                </a:lnTo>
                <a:lnTo>
                  <a:pt x="5086025" y="45995"/>
                </a:lnTo>
                <a:lnTo>
                  <a:pt x="5086025" y="45238"/>
                </a:lnTo>
                <a:lnTo>
                  <a:pt x="5086021" y="44515"/>
                </a:lnTo>
                <a:lnTo>
                  <a:pt x="5086010" y="43825"/>
                </a:lnTo>
                <a:lnTo>
                  <a:pt x="5085990" y="43170"/>
                </a:lnTo>
                <a:lnTo>
                  <a:pt x="5085956" y="42549"/>
                </a:lnTo>
                <a:lnTo>
                  <a:pt x="5085905" y="41961"/>
                </a:lnTo>
                <a:lnTo>
                  <a:pt x="5085834" y="41406"/>
                </a:lnTo>
                <a:lnTo>
                  <a:pt x="5085740" y="40884"/>
                </a:lnTo>
                <a:lnTo>
                  <a:pt x="5085619" y="40396"/>
                </a:lnTo>
                <a:lnTo>
                  <a:pt x="5085468" y="39940"/>
                </a:lnTo>
                <a:lnTo>
                  <a:pt x="5085283" y="39517"/>
                </a:lnTo>
                <a:lnTo>
                  <a:pt x="5085062" y="39126"/>
                </a:lnTo>
                <a:lnTo>
                  <a:pt x="5084800" y="38768"/>
                </a:lnTo>
                <a:lnTo>
                  <a:pt x="5084495" y="38441"/>
                </a:lnTo>
                <a:lnTo>
                  <a:pt x="5084143" y="38147"/>
                </a:lnTo>
                <a:lnTo>
                  <a:pt x="5083741" y="37884"/>
                </a:lnTo>
                <a:lnTo>
                  <a:pt x="5083285" y="37653"/>
                </a:lnTo>
                <a:lnTo>
                  <a:pt x="5082773" y="37453"/>
                </a:lnTo>
                <a:lnTo>
                  <a:pt x="5082200" y="37285"/>
                </a:lnTo>
                <a:lnTo>
                  <a:pt x="5081563" y="37147"/>
                </a:lnTo>
                <a:lnTo>
                  <a:pt x="5080860" y="37041"/>
                </a:lnTo>
                <a:lnTo>
                  <a:pt x="5080086" y="36965"/>
                </a:lnTo>
                <a:lnTo>
                  <a:pt x="5079239" y="36919"/>
                </a:lnTo>
                <a:lnTo>
                  <a:pt x="5078315" y="36904"/>
                </a:lnTo>
                <a:lnTo>
                  <a:pt x="5064242" y="36904"/>
                </a:lnTo>
                <a:lnTo>
                  <a:pt x="5063847" y="36905"/>
                </a:lnTo>
                <a:lnTo>
                  <a:pt x="5063438" y="36908"/>
                </a:lnTo>
                <a:lnTo>
                  <a:pt x="5063016" y="36916"/>
                </a:lnTo>
                <a:lnTo>
                  <a:pt x="5062585" y="36932"/>
                </a:lnTo>
                <a:lnTo>
                  <a:pt x="5062146" y="36958"/>
                </a:lnTo>
                <a:lnTo>
                  <a:pt x="5061705" y="36998"/>
                </a:lnTo>
                <a:lnTo>
                  <a:pt x="5061262" y="37053"/>
                </a:lnTo>
                <a:lnTo>
                  <a:pt x="5060821" y="37126"/>
                </a:lnTo>
                <a:lnTo>
                  <a:pt x="5060384" y="37219"/>
                </a:lnTo>
                <a:lnTo>
                  <a:pt x="5059956" y="37337"/>
                </a:lnTo>
                <a:lnTo>
                  <a:pt x="5059537" y="37480"/>
                </a:lnTo>
                <a:lnTo>
                  <a:pt x="5059132" y="37651"/>
                </a:lnTo>
                <a:lnTo>
                  <a:pt x="5058743" y="37854"/>
                </a:lnTo>
                <a:lnTo>
                  <a:pt x="5058373" y="38091"/>
                </a:lnTo>
                <a:lnTo>
                  <a:pt x="5058024" y="38364"/>
                </a:lnTo>
                <a:lnTo>
                  <a:pt x="5057701" y="38675"/>
                </a:lnTo>
                <a:lnTo>
                  <a:pt x="5057404" y="39029"/>
                </a:lnTo>
                <a:lnTo>
                  <a:pt x="5057138" y="39426"/>
                </a:lnTo>
                <a:lnTo>
                  <a:pt x="5056905" y="39870"/>
                </a:lnTo>
                <a:lnTo>
                  <a:pt x="5056708" y="40364"/>
                </a:lnTo>
                <a:lnTo>
                  <a:pt x="5056550" y="40909"/>
                </a:lnTo>
                <a:lnTo>
                  <a:pt x="5056434" y="41509"/>
                </a:lnTo>
                <a:lnTo>
                  <a:pt x="5056362" y="42166"/>
                </a:lnTo>
                <a:lnTo>
                  <a:pt x="5056337" y="42882"/>
                </a:lnTo>
                <a:lnTo>
                  <a:pt x="5056363" y="43576"/>
                </a:lnTo>
                <a:lnTo>
                  <a:pt x="5056437" y="44211"/>
                </a:lnTo>
                <a:lnTo>
                  <a:pt x="5056558" y="44791"/>
                </a:lnTo>
                <a:lnTo>
                  <a:pt x="5056721" y="45319"/>
                </a:lnTo>
                <a:lnTo>
                  <a:pt x="5056923" y="45796"/>
                </a:lnTo>
                <a:lnTo>
                  <a:pt x="5057162" y="46226"/>
                </a:lnTo>
                <a:lnTo>
                  <a:pt x="5057434" y="46611"/>
                </a:lnTo>
                <a:lnTo>
                  <a:pt x="5057737" y="46952"/>
                </a:lnTo>
                <a:lnTo>
                  <a:pt x="5058065" y="47254"/>
                </a:lnTo>
                <a:lnTo>
                  <a:pt x="5058418" y="47518"/>
                </a:lnTo>
                <a:lnTo>
                  <a:pt x="5058791" y="47747"/>
                </a:lnTo>
                <a:lnTo>
                  <a:pt x="5059181" y="47943"/>
                </a:lnTo>
                <a:lnTo>
                  <a:pt x="5059585" y="48109"/>
                </a:lnTo>
                <a:lnTo>
                  <a:pt x="5060000" y="48248"/>
                </a:lnTo>
                <a:lnTo>
                  <a:pt x="5060422" y="48361"/>
                </a:lnTo>
                <a:lnTo>
                  <a:pt x="5060849" y="48452"/>
                </a:lnTo>
                <a:lnTo>
                  <a:pt x="5061278" y="48523"/>
                </a:lnTo>
                <a:lnTo>
                  <a:pt x="5061705" y="48576"/>
                </a:lnTo>
                <a:lnTo>
                  <a:pt x="5062126" y="48614"/>
                </a:lnTo>
                <a:lnTo>
                  <a:pt x="5062540" y="48639"/>
                </a:lnTo>
                <a:lnTo>
                  <a:pt x="5062942" y="48655"/>
                </a:lnTo>
                <a:lnTo>
                  <a:pt x="5063329" y="48663"/>
                </a:lnTo>
                <a:lnTo>
                  <a:pt x="5063699" y="48666"/>
                </a:lnTo>
                <a:lnTo>
                  <a:pt x="5064047" y="48666"/>
                </a:lnTo>
                <a:lnTo>
                  <a:pt x="5072726" y="48666"/>
                </a:lnTo>
                <a:lnTo>
                  <a:pt x="5072726" y="108180"/>
                </a:lnTo>
                <a:lnTo>
                  <a:pt x="5064242" y="108180"/>
                </a:lnTo>
                <a:lnTo>
                  <a:pt x="5063847" y="108180"/>
                </a:lnTo>
                <a:lnTo>
                  <a:pt x="5063438" y="108183"/>
                </a:lnTo>
                <a:lnTo>
                  <a:pt x="5063016" y="108191"/>
                </a:lnTo>
                <a:lnTo>
                  <a:pt x="5062585" y="108207"/>
                </a:lnTo>
                <a:lnTo>
                  <a:pt x="5062146" y="108234"/>
                </a:lnTo>
                <a:lnTo>
                  <a:pt x="5061705" y="108273"/>
                </a:lnTo>
                <a:lnTo>
                  <a:pt x="5061262" y="108328"/>
                </a:lnTo>
                <a:lnTo>
                  <a:pt x="5060821" y="108401"/>
                </a:lnTo>
                <a:lnTo>
                  <a:pt x="5060384" y="108495"/>
                </a:lnTo>
                <a:lnTo>
                  <a:pt x="5059956" y="108612"/>
                </a:lnTo>
                <a:lnTo>
                  <a:pt x="5059537" y="108755"/>
                </a:lnTo>
                <a:lnTo>
                  <a:pt x="5059132" y="108926"/>
                </a:lnTo>
                <a:lnTo>
                  <a:pt x="5058743" y="109129"/>
                </a:lnTo>
                <a:lnTo>
                  <a:pt x="5058373" y="109366"/>
                </a:lnTo>
                <a:lnTo>
                  <a:pt x="5058024" y="109638"/>
                </a:lnTo>
                <a:lnTo>
                  <a:pt x="5057701" y="109950"/>
                </a:lnTo>
                <a:lnTo>
                  <a:pt x="5057404" y="110303"/>
                </a:lnTo>
                <a:lnTo>
                  <a:pt x="5057138" y="110700"/>
                </a:lnTo>
                <a:lnTo>
                  <a:pt x="5056905" y="111144"/>
                </a:lnTo>
                <a:lnTo>
                  <a:pt x="5056708" y="111637"/>
                </a:lnTo>
                <a:lnTo>
                  <a:pt x="5056550" y="112182"/>
                </a:lnTo>
                <a:lnTo>
                  <a:pt x="5056434" y="112782"/>
                </a:lnTo>
                <a:lnTo>
                  <a:pt x="5056362" y="113439"/>
                </a:lnTo>
                <a:lnTo>
                  <a:pt x="5056337" y="114155"/>
                </a:lnTo>
                <a:lnTo>
                  <a:pt x="5056363" y="114848"/>
                </a:lnTo>
                <a:lnTo>
                  <a:pt x="5056437" y="115484"/>
                </a:lnTo>
                <a:lnTo>
                  <a:pt x="5056558" y="116064"/>
                </a:lnTo>
                <a:lnTo>
                  <a:pt x="5056721" y="116591"/>
                </a:lnTo>
                <a:lnTo>
                  <a:pt x="5056923" y="117069"/>
                </a:lnTo>
                <a:lnTo>
                  <a:pt x="5057162" y="117499"/>
                </a:lnTo>
                <a:lnTo>
                  <a:pt x="5057434" y="117883"/>
                </a:lnTo>
                <a:lnTo>
                  <a:pt x="5057737" y="118225"/>
                </a:lnTo>
                <a:lnTo>
                  <a:pt x="5058065" y="118527"/>
                </a:lnTo>
                <a:lnTo>
                  <a:pt x="5058418" y="118791"/>
                </a:lnTo>
                <a:lnTo>
                  <a:pt x="5058791" y="119019"/>
                </a:lnTo>
                <a:lnTo>
                  <a:pt x="5059181" y="119216"/>
                </a:lnTo>
                <a:lnTo>
                  <a:pt x="5059585" y="119382"/>
                </a:lnTo>
                <a:lnTo>
                  <a:pt x="5060000" y="119520"/>
                </a:lnTo>
                <a:lnTo>
                  <a:pt x="5060422" y="119634"/>
                </a:lnTo>
                <a:lnTo>
                  <a:pt x="5060849" y="119724"/>
                </a:lnTo>
                <a:lnTo>
                  <a:pt x="5061278" y="119795"/>
                </a:lnTo>
                <a:lnTo>
                  <a:pt x="5061705" y="119848"/>
                </a:lnTo>
                <a:lnTo>
                  <a:pt x="5062126" y="119886"/>
                </a:lnTo>
                <a:lnTo>
                  <a:pt x="5062540" y="119912"/>
                </a:lnTo>
                <a:lnTo>
                  <a:pt x="5062942" y="119927"/>
                </a:lnTo>
                <a:lnTo>
                  <a:pt x="5063329" y="119935"/>
                </a:lnTo>
                <a:lnTo>
                  <a:pt x="5063699" y="119938"/>
                </a:lnTo>
                <a:lnTo>
                  <a:pt x="5064047" y="119939"/>
                </a:lnTo>
                <a:lnTo>
                  <a:pt x="5094704" y="119939"/>
                </a:lnTo>
                <a:lnTo>
                  <a:pt x="5095052" y="119938"/>
                </a:lnTo>
                <a:lnTo>
                  <a:pt x="5095422" y="119935"/>
                </a:lnTo>
                <a:lnTo>
                  <a:pt x="5095809" y="119927"/>
                </a:lnTo>
                <a:lnTo>
                  <a:pt x="5096211" y="119912"/>
                </a:lnTo>
                <a:lnTo>
                  <a:pt x="5096625" y="119886"/>
                </a:lnTo>
                <a:lnTo>
                  <a:pt x="5097046" y="119848"/>
                </a:lnTo>
                <a:lnTo>
                  <a:pt x="5097473" y="119795"/>
                </a:lnTo>
                <a:lnTo>
                  <a:pt x="5097901" y="119724"/>
                </a:lnTo>
                <a:lnTo>
                  <a:pt x="5098329" y="119634"/>
                </a:lnTo>
                <a:lnTo>
                  <a:pt x="5098751" y="119520"/>
                </a:lnTo>
                <a:lnTo>
                  <a:pt x="5099166" y="119382"/>
                </a:lnTo>
                <a:lnTo>
                  <a:pt x="5099570" y="119216"/>
                </a:lnTo>
                <a:lnTo>
                  <a:pt x="5099960" y="119019"/>
                </a:lnTo>
                <a:lnTo>
                  <a:pt x="5100333" y="118791"/>
                </a:lnTo>
                <a:lnTo>
                  <a:pt x="5100686" y="118527"/>
                </a:lnTo>
                <a:lnTo>
                  <a:pt x="5101014" y="118225"/>
                </a:lnTo>
                <a:lnTo>
                  <a:pt x="5101316" y="117883"/>
                </a:lnTo>
                <a:lnTo>
                  <a:pt x="5101589" y="117499"/>
                </a:lnTo>
                <a:lnTo>
                  <a:pt x="5101828" y="117069"/>
                </a:lnTo>
                <a:lnTo>
                  <a:pt x="5102030" y="116591"/>
                </a:lnTo>
                <a:lnTo>
                  <a:pt x="5102193" y="116064"/>
                </a:lnTo>
                <a:lnTo>
                  <a:pt x="5102314" y="115484"/>
                </a:lnTo>
                <a:lnTo>
                  <a:pt x="5102388" y="114848"/>
                </a:lnTo>
                <a:lnTo>
                  <a:pt x="5102414" y="114155"/>
                </a:lnTo>
                <a:lnTo>
                  <a:pt x="5102389" y="113439"/>
                </a:lnTo>
                <a:lnTo>
                  <a:pt x="5102317" y="112782"/>
                </a:lnTo>
                <a:lnTo>
                  <a:pt x="5102201" y="112182"/>
                </a:lnTo>
                <a:lnTo>
                  <a:pt x="5102043" y="111637"/>
                </a:lnTo>
                <a:lnTo>
                  <a:pt x="5101846" y="111144"/>
                </a:lnTo>
                <a:lnTo>
                  <a:pt x="5101613" y="110700"/>
                </a:lnTo>
                <a:lnTo>
                  <a:pt x="5101347" y="110303"/>
                </a:lnTo>
                <a:lnTo>
                  <a:pt x="5101050" y="109950"/>
                </a:lnTo>
                <a:lnTo>
                  <a:pt x="5100727" y="109638"/>
                </a:lnTo>
                <a:lnTo>
                  <a:pt x="5100378" y="109366"/>
                </a:lnTo>
                <a:lnTo>
                  <a:pt x="5100008" y="109129"/>
                </a:lnTo>
                <a:lnTo>
                  <a:pt x="5099619" y="108926"/>
                </a:lnTo>
                <a:lnTo>
                  <a:pt x="5099214" y="108755"/>
                </a:lnTo>
                <a:lnTo>
                  <a:pt x="5098795" y="108612"/>
                </a:lnTo>
                <a:lnTo>
                  <a:pt x="5098367" y="108495"/>
                </a:lnTo>
                <a:lnTo>
                  <a:pt x="5097930" y="108401"/>
                </a:lnTo>
                <a:lnTo>
                  <a:pt x="5097489" y="108328"/>
                </a:lnTo>
                <a:lnTo>
                  <a:pt x="5097046" y="108273"/>
                </a:lnTo>
                <a:lnTo>
                  <a:pt x="5096604" y="108234"/>
                </a:lnTo>
                <a:lnTo>
                  <a:pt x="5096166" y="108207"/>
                </a:lnTo>
                <a:lnTo>
                  <a:pt x="5095735" y="108191"/>
                </a:lnTo>
                <a:lnTo>
                  <a:pt x="5095313" y="108183"/>
                </a:lnTo>
                <a:lnTo>
                  <a:pt x="5094904" y="108180"/>
                </a:lnTo>
                <a:lnTo>
                  <a:pt x="5094509" y="108180"/>
                </a:lnTo>
                <a:lnTo>
                  <a:pt x="5086025" y="108180"/>
                </a:lnTo>
                <a:lnTo>
                  <a:pt x="5086025" y="74091"/>
                </a:lnTo>
                <a:lnTo>
                  <a:pt x="5086098" y="71748"/>
                </a:lnTo>
                <a:lnTo>
                  <a:pt x="5086312" y="69527"/>
                </a:lnTo>
                <a:lnTo>
                  <a:pt x="5086658" y="67427"/>
                </a:lnTo>
                <a:lnTo>
                  <a:pt x="5087128" y="65444"/>
                </a:lnTo>
                <a:lnTo>
                  <a:pt x="5087714" y="63578"/>
                </a:lnTo>
                <a:lnTo>
                  <a:pt x="5088408" y="61826"/>
                </a:lnTo>
                <a:lnTo>
                  <a:pt x="5089203" y="60186"/>
                </a:lnTo>
                <a:lnTo>
                  <a:pt x="5090089" y="58656"/>
                </a:lnTo>
                <a:lnTo>
                  <a:pt x="5091058" y="57235"/>
                </a:lnTo>
                <a:lnTo>
                  <a:pt x="5092104" y="55920"/>
                </a:lnTo>
                <a:lnTo>
                  <a:pt x="5093216" y="54708"/>
                </a:lnTo>
                <a:lnTo>
                  <a:pt x="5094388" y="53600"/>
                </a:lnTo>
                <a:lnTo>
                  <a:pt x="5095612" y="52591"/>
                </a:lnTo>
                <a:lnTo>
                  <a:pt x="5096878" y="51680"/>
                </a:lnTo>
                <a:lnTo>
                  <a:pt x="5098180" y="50866"/>
                </a:lnTo>
                <a:lnTo>
                  <a:pt x="5099508" y="50146"/>
                </a:lnTo>
                <a:lnTo>
                  <a:pt x="5100855" y="49518"/>
                </a:lnTo>
                <a:lnTo>
                  <a:pt x="5102212" y="48980"/>
                </a:lnTo>
                <a:lnTo>
                  <a:pt x="5103573" y="48531"/>
                </a:lnTo>
                <a:lnTo>
                  <a:pt x="5104927" y="48168"/>
                </a:lnTo>
                <a:lnTo>
                  <a:pt x="5106268" y="47888"/>
                </a:lnTo>
                <a:lnTo>
                  <a:pt x="5107587" y="47692"/>
                </a:lnTo>
                <a:lnTo>
                  <a:pt x="5108876" y="47575"/>
                </a:lnTo>
                <a:lnTo>
                  <a:pt x="5110127" y="47537"/>
                </a:lnTo>
                <a:lnTo>
                  <a:pt x="5111366" y="47565"/>
                </a:lnTo>
                <a:lnTo>
                  <a:pt x="5112528" y="47649"/>
                </a:lnTo>
                <a:lnTo>
                  <a:pt x="5113616" y="47791"/>
                </a:lnTo>
                <a:lnTo>
                  <a:pt x="5114631" y="47989"/>
                </a:lnTo>
                <a:lnTo>
                  <a:pt x="5115577" y="48246"/>
                </a:lnTo>
                <a:lnTo>
                  <a:pt x="5116455" y="48560"/>
                </a:lnTo>
                <a:lnTo>
                  <a:pt x="5117268" y="48932"/>
                </a:lnTo>
                <a:lnTo>
                  <a:pt x="5118016" y="49362"/>
                </a:lnTo>
                <a:lnTo>
                  <a:pt x="5118703" y="49852"/>
                </a:lnTo>
                <a:lnTo>
                  <a:pt x="5119331" y="50401"/>
                </a:lnTo>
                <a:lnTo>
                  <a:pt x="5119901" y="51009"/>
                </a:lnTo>
                <a:lnTo>
                  <a:pt x="5120416" y="51677"/>
                </a:lnTo>
                <a:lnTo>
                  <a:pt x="5120877" y="52405"/>
                </a:lnTo>
                <a:lnTo>
                  <a:pt x="5121288" y="53193"/>
                </a:lnTo>
                <a:lnTo>
                  <a:pt x="5121649" y="54043"/>
                </a:lnTo>
                <a:lnTo>
                  <a:pt x="5121964" y="54953"/>
                </a:lnTo>
                <a:lnTo>
                  <a:pt x="5122234" y="55925"/>
                </a:lnTo>
                <a:lnTo>
                  <a:pt x="5122461" y="56959"/>
                </a:lnTo>
                <a:lnTo>
                  <a:pt x="5122647" y="58055"/>
                </a:lnTo>
                <a:lnTo>
                  <a:pt x="5122795" y="59214"/>
                </a:lnTo>
                <a:lnTo>
                  <a:pt x="5122906" y="60435"/>
                </a:lnTo>
                <a:lnTo>
                  <a:pt x="5122983" y="61720"/>
                </a:lnTo>
                <a:lnTo>
                  <a:pt x="5123027" y="63068"/>
                </a:lnTo>
                <a:lnTo>
                  <a:pt x="5123042" y="64479"/>
                </a:lnTo>
                <a:lnTo>
                  <a:pt x="5123042" y="108180"/>
                </a:lnTo>
                <a:lnTo>
                  <a:pt x="5115525" y="108180"/>
                </a:lnTo>
                <a:lnTo>
                  <a:pt x="5115131" y="108180"/>
                </a:lnTo>
                <a:lnTo>
                  <a:pt x="5114722" y="108183"/>
                </a:lnTo>
                <a:lnTo>
                  <a:pt x="5114300" y="108191"/>
                </a:lnTo>
                <a:lnTo>
                  <a:pt x="5113868" y="108207"/>
                </a:lnTo>
                <a:lnTo>
                  <a:pt x="5113430" y="108234"/>
                </a:lnTo>
                <a:lnTo>
                  <a:pt x="5112988" y="108273"/>
                </a:lnTo>
                <a:lnTo>
                  <a:pt x="5112546" y="108328"/>
                </a:lnTo>
                <a:lnTo>
                  <a:pt x="5112105" y="108401"/>
                </a:lnTo>
                <a:lnTo>
                  <a:pt x="5111668" y="108495"/>
                </a:lnTo>
                <a:lnTo>
                  <a:pt x="5111239" y="108612"/>
                </a:lnTo>
                <a:lnTo>
                  <a:pt x="5110821" y="108755"/>
                </a:lnTo>
                <a:lnTo>
                  <a:pt x="5110416" y="108926"/>
                </a:lnTo>
                <a:lnTo>
                  <a:pt x="5110027" y="109129"/>
                </a:lnTo>
                <a:lnTo>
                  <a:pt x="5109657" y="109366"/>
                </a:lnTo>
                <a:lnTo>
                  <a:pt x="5109308" y="109638"/>
                </a:lnTo>
                <a:lnTo>
                  <a:pt x="5108984" y="109950"/>
                </a:lnTo>
                <a:lnTo>
                  <a:pt x="5108688" y="110303"/>
                </a:lnTo>
                <a:lnTo>
                  <a:pt x="5108422" y="110700"/>
                </a:lnTo>
                <a:lnTo>
                  <a:pt x="5108189" y="111144"/>
                </a:lnTo>
                <a:lnTo>
                  <a:pt x="5107992" y="111637"/>
                </a:lnTo>
                <a:lnTo>
                  <a:pt x="5107834" y="112182"/>
                </a:lnTo>
                <a:lnTo>
                  <a:pt x="5107717" y="112782"/>
                </a:lnTo>
                <a:lnTo>
                  <a:pt x="5107646" y="113439"/>
                </a:lnTo>
                <a:lnTo>
                  <a:pt x="5107621" y="114155"/>
                </a:lnTo>
                <a:lnTo>
                  <a:pt x="5107647" y="114848"/>
                </a:lnTo>
                <a:lnTo>
                  <a:pt x="5107725" y="115484"/>
                </a:lnTo>
                <a:lnTo>
                  <a:pt x="5107850" y="116064"/>
                </a:lnTo>
                <a:lnTo>
                  <a:pt x="5108019" y="116591"/>
                </a:lnTo>
                <a:lnTo>
                  <a:pt x="5108229" y="117069"/>
                </a:lnTo>
                <a:lnTo>
                  <a:pt x="5108476" y="117499"/>
                </a:lnTo>
                <a:lnTo>
                  <a:pt x="5108758" y="117883"/>
                </a:lnTo>
                <a:lnTo>
                  <a:pt x="5109070" y="118225"/>
                </a:lnTo>
                <a:lnTo>
                  <a:pt x="5109410" y="118527"/>
                </a:lnTo>
                <a:lnTo>
                  <a:pt x="5109774" y="118791"/>
                </a:lnTo>
                <a:lnTo>
                  <a:pt x="5110158" y="119019"/>
                </a:lnTo>
                <a:lnTo>
                  <a:pt x="5110560" y="119216"/>
                </a:lnTo>
                <a:lnTo>
                  <a:pt x="5110977" y="119382"/>
                </a:lnTo>
                <a:lnTo>
                  <a:pt x="5111403" y="119520"/>
                </a:lnTo>
                <a:lnTo>
                  <a:pt x="5111838" y="119634"/>
                </a:lnTo>
                <a:lnTo>
                  <a:pt x="5112276" y="119724"/>
                </a:lnTo>
                <a:lnTo>
                  <a:pt x="5112715" y="119795"/>
                </a:lnTo>
                <a:lnTo>
                  <a:pt x="5113151" y="119848"/>
                </a:lnTo>
                <a:lnTo>
                  <a:pt x="5113581" y="119886"/>
                </a:lnTo>
                <a:lnTo>
                  <a:pt x="5114002" y="119912"/>
                </a:lnTo>
                <a:lnTo>
                  <a:pt x="5114410" y="119927"/>
                </a:lnTo>
                <a:lnTo>
                  <a:pt x="5114803" y="119935"/>
                </a:lnTo>
                <a:lnTo>
                  <a:pt x="5115175" y="119938"/>
                </a:lnTo>
                <a:lnTo>
                  <a:pt x="5115525" y="119939"/>
                </a:lnTo>
                <a:lnTo>
                  <a:pt x="5145023" y="119939"/>
                </a:lnTo>
                <a:lnTo>
                  <a:pt x="5145371" y="119938"/>
                </a:lnTo>
                <a:lnTo>
                  <a:pt x="5145741" y="119935"/>
                </a:lnTo>
                <a:lnTo>
                  <a:pt x="5146128" y="119927"/>
                </a:lnTo>
                <a:lnTo>
                  <a:pt x="5146530" y="119912"/>
                </a:lnTo>
                <a:lnTo>
                  <a:pt x="5146944" y="119886"/>
                </a:lnTo>
                <a:lnTo>
                  <a:pt x="5147365" y="119848"/>
                </a:lnTo>
                <a:lnTo>
                  <a:pt x="5147792" y="119795"/>
                </a:lnTo>
                <a:lnTo>
                  <a:pt x="5148220" y="119724"/>
                </a:lnTo>
                <a:lnTo>
                  <a:pt x="5148648" y="119634"/>
                </a:lnTo>
                <a:lnTo>
                  <a:pt x="5149070" y="119520"/>
                </a:lnTo>
                <a:lnTo>
                  <a:pt x="5149485" y="119382"/>
                </a:lnTo>
                <a:lnTo>
                  <a:pt x="5149889" y="119216"/>
                </a:lnTo>
                <a:lnTo>
                  <a:pt x="5150279" y="119019"/>
                </a:lnTo>
                <a:lnTo>
                  <a:pt x="5150652" y="118791"/>
                </a:lnTo>
                <a:lnTo>
                  <a:pt x="5151005" y="118527"/>
                </a:lnTo>
                <a:lnTo>
                  <a:pt x="5151333" y="118225"/>
                </a:lnTo>
                <a:lnTo>
                  <a:pt x="5151635" y="117883"/>
                </a:lnTo>
                <a:lnTo>
                  <a:pt x="5151908" y="117499"/>
                </a:lnTo>
                <a:lnTo>
                  <a:pt x="5152146" y="117069"/>
                </a:lnTo>
                <a:lnTo>
                  <a:pt x="5152349" y="116591"/>
                </a:lnTo>
                <a:lnTo>
                  <a:pt x="5152512" y="116064"/>
                </a:lnTo>
                <a:lnTo>
                  <a:pt x="5152633" y="115484"/>
                </a:lnTo>
                <a:lnTo>
                  <a:pt x="5152707" y="114848"/>
                </a:lnTo>
                <a:lnTo>
                  <a:pt x="5152733" y="114155"/>
                </a:lnTo>
                <a:lnTo>
                  <a:pt x="5152708" y="113439"/>
                </a:lnTo>
                <a:lnTo>
                  <a:pt x="5152636" y="112782"/>
                </a:lnTo>
                <a:lnTo>
                  <a:pt x="5152520" y="112182"/>
                </a:lnTo>
                <a:lnTo>
                  <a:pt x="5152362" y="111637"/>
                </a:lnTo>
                <a:lnTo>
                  <a:pt x="5152165" y="111144"/>
                </a:lnTo>
                <a:lnTo>
                  <a:pt x="5151932" y="110700"/>
                </a:lnTo>
                <a:close/>
                <a:moveTo>
                  <a:pt x="4950333" y="110700"/>
                </a:moveTo>
                <a:lnTo>
                  <a:pt x="4950069" y="110303"/>
                </a:lnTo>
                <a:lnTo>
                  <a:pt x="4949767" y="109950"/>
                </a:lnTo>
                <a:lnTo>
                  <a:pt x="4949427" y="109638"/>
                </a:lnTo>
                <a:lnTo>
                  <a:pt x="4949049" y="109366"/>
                </a:lnTo>
                <a:lnTo>
                  <a:pt x="4948634" y="109129"/>
                </a:lnTo>
                <a:lnTo>
                  <a:pt x="4948182" y="108926"/>
                </a:lnTo>
                <a:lnTo>
                  <a:pt x="4947695" y="108755"/>
                </a:lnTo>
                <a:lnTo>
                  <a:pt x="4947171" y="108612"/>
                </a:lnTo>
                <a:lnTo>
                  <a:pt x="4946612" y="108495"/>
                </a:lnTo>
                <a:lnTo>
                  <a:pt x="4946019" y="108401"/>
                </a:lnTo>
                <a:lnTo>
                  <a:pt x="4945392" y="108328"/>
                </a:lnTo>
                <a:lnTo>
                  <a:pt x="4944731" y="108273"/>
                </a:lnTo>
                <a:lnTo>
                  <a:pt x="4944037" y="108234"/>
                </a:lnTo>
                <a:lnTo>
                  <a:pt x="4943310" y="108207"/>
                </a:lnTo>
                <a:lnTo>
                  <a:pt x="4942551" y="108191"/>
                </a:lnTo>
                <a:lnTo>
                  <a:pt x="4941760" y="108183"/>
                </a:lnTo>
                <a:lnTo>
                  <a:pt x="4940939" y="108180"/>
                </a:lnTo>
                <a:lnTo>
                  <a:pt x="4940086" y="108180"/>
                </a:lnTo>
                <a:lnTo>
                  <a:pt x="4940086" y="61590"/>
                </a:lnTo>
                <a:lnTo>
                  <a:pt x="4940085" y="61018"/>
                </a:lnTo>
                <a:lnTo>
                  <a:pt x="4940076" y="60273"/>
                </a:lnTo>
                <a:lnTo>
                  <a:pt x="4940053" y="59375"/>
                </a:lnTo>
                <a:lnTo>
                  <a:pt x="4940007" y="58341"/>
                </a:lnTo>
                <a:lnTo>
                  <a:pt x="4939931" y="57187"/>
                </a:lnTo>
                <a:lnTo>
                  <a:pt x="4939818" y="55932"/>
                </a:lnTo>
                <a:lnTo>
                  <a:pt x="4939661" y="54592"/>
                </a:lnTo>
                <a:lnTo>
                  <a:pt x="4939451" y="53186"/>
                </a:lnTo>
                <a:lnTo>
                  <a:pt x="4939181" y="51730"/>
                </a:lnTo>
                <a:lnTo>
                  <a:pt x="4938845" y="50241"/>
                </a:lnTo>
                <a:lnTo>
                  <a:pt x="4938434" y="48739"/>
                </a:lnTo>
                <a:lnTo>
                  <a:pt x="4937941" y="47238"/>
                </a:lnTo>
                <a:lnTo>
                  <a:pt x="4937359" y="45758"/>
                </a:lnTo>
                <a:lnTo>
                  <a:pt x="4936680" y="44315"/>
                </a:lnTo>
                <a:lnTo>
                  <a:pt x="4935897" y="42927"/>
                </a:lnTo>
                <a:lnTo>
                  <a:pt x="4935002" y="41612"/>
                </a:lnTo>
                <a:lnTo>
                  <a:pt x="4933988" y="40386"/>
                </a:lnTo>
                <a:lnTo>
                  <a:pt x="4932847" y="39267"/>
                </a:lnTo>
                <a:lnTo>
                  <a:pt x="4931572" y="38272"/>
                </a:lnTo>
                <a:lnTo>
                  <a:pt x="4930156" y="37419"/>
                </a:lnTo>
                <a:lnTo>
                  <a:pt x="4928591" y="36726"/>
                </a:lnTo>
                <a:lnTo>
                  <a:pt x="4926869" y="36209"/>
                </a:lnTo>
                <a:lnTo>
                  <a:pt x="4924984" y="35886"/>
                </a:lnTo>
                <a:lnTo>
                  <a:pt x="4922927" y="35774"/>
                </a:lnTo>
                <a:lnTo>
                  <a:pt x="4922193" y="35788"/>
                </a:lnTo>
                <a:lnTo>
                  <a:pt x="4921440" y="35828"/>
                </a:lnTo>
                <a:lnTo>
                  <a:pt x="4920668" y="35897"/>
                </a:lnTo>
                <a:lnTo>
                  <a:pt x="4919880" y="35995"/>
                </a:lnTo>
                <a:lnTo>
                  <a:pt x="4919078" y="36124"/>
                </a:lnTo>
                <a:lnTo>
                  <a:pt x="4918264" y="36284"/>
                </a:lnTo>
                <a:lnTo>
                  <a:pt x="4917440" y="36476"/>
                </a:lnTo>
                <a:lnTo>
                  <a:pt x="4916608" y="36703"/>
                </a:lnTo>
                <a:lnTo>
                  <a:pt x="4915770" y="36964"/>
                </a:lnTo>
                <a:lnTo>
                  <a:pt x="4914928" y="37261"/>
                </a:lnTo>
                <a:lnTo>
                  <a:pt x="4914083" y="37595"/>
                </a:lnTo>
                <a:lnTo>
                  <a:pt x="4913239" y="37968"/>
                </a:lnTo>
                <a:lnTo>
                  <a:pt x="4912397" y="38379"/>
                </a:lnTo>
                <a:lnTo>
                  <a:pt x="4911559" y="38831"/>
                </a:lnTo>
                <a:lnTo>
                  <a:pt x="4910727" y="39324"/>
                </a:lnTo>
                <a:lnTo>
                  <a:pt x="4909903" y="39859"/>
                </a:lnTo>
                <a:lnTo>
                  <a:pt x="4909089" y="40438"/>
                </a:lnTo>
                <a:lnTo>
                  <a:pt x="4908287" y="41062"/>
                </a:lnTo>
                <a:lnTo>
                  <a:pt x="4907499" y="41731"/>
                </a:lnTo>
                <a:lnTo>
                  <a:pt x="4906727" y="42447"/>
                </a:lnTo>
                <a:lnTo>
                  <a:pt x="4905973" y="43211"/>
                </a:lnTo>
                <a:lnTo>
                  <a:pt x="4905240" y="44024"/>
                </a:lnTo>
                <a:lnTo>
                  <a:pt x="4904528" y="44887"/>
                </a:lnTo>
                <a:lnTo>
                  <a:pt x="4903841" y="45801"/>
                </a:lnTo>
                <a:lnTo>
                  <a:pt x="4903466" y="44997"/>
                </a:lnTo>
                <a:lnTo>
                  <a:pt x="4903066" y="44227"/>
                </a:lnTo>
                <a:lnTo>
                  <a:pt x="4902642" y="43488"/>
                </a:lnTo>
                <a:lnTo>
                  <a:pt x="4902193" y="42782"/>
                </a:lnTo>
                <a:lnTo>
                  <a:pt x="4901721" y="42109"/>
                </a:lnTo>
                <a:lnTo>
                  <a:pt x="4901226" y="41469"/>
                </a:lnTo>
                <a:lnTo>
                  <a:pt x="4900709" y="40862"/>
                </a:lnTo>
                <a:lnTo>
                  <a:pt x="4900171" y="40288"/>
                </a:lnTo>
                <a:lnTo>
                  <a:pt x="4899611" y="39748"/>
                </a:lnTo>
                <a:lnTo>
                  <a:pt x="4899032" y="39241"/>
                </a:lnTo>
                <a:lnTo>
                  <a:pt x="4898433" y="38768"/>
                </a:lnTo>
                <a:lnTo>
                  <a:pt x="4897816" y="38330"/>
                </a:lnTo>
                <a:lnTo>
                  <a:pt x="4897180" y="37925"/>
                </a:lnTo>
                <a:lnTo>
                  <a:pt x="4896528" y="37554"/>
                </a:lnTo>
                <a:lnTo>
                  <a:pt x="4895858" y="37219"/>
                </a:lnTo>
                <a:lnTo>
                  <a:pt x="4895172" y="36917"/>
                </a:lnTo>
                <a:lnTo>
                  <a:pt x="4894471" y="36651"/>
                </a:lnTo>
                <a:lnTo>
                  <a:pt x="4893755" y="36419"/>
                </a:lnTo>
                <a:lnTo>
                  <a:pt x="4893025" y="36223"/>
                </a:lnTo>
                <a:lnTo>
                  <a:pt x="4892282" y="36062"/>
                </a:lnTo>
                <a:lnTo>
                  <a:pt x="4891526" y="35936"/>
                </a:lnTo>
                <a:lnTo>
                  <a:pt x="4890758" y="35847"/>
                </a:lnTo>
                <a:lnTo>
                  <a:pt x="4889978" y="35793"/>
                </a:lnTo>
                <a:lnTo>
                  <a:pt x="4889188" y="35774"/>
                </a:lnTo>
                <a:lnTo>
                  <a:pt x="4888419" y="35788"/>
                </a:lnTo>
                <a:lnTo>
                  <a:pt x="4887654" y="35830"/>
                </a:lnTo>
                <a:lnTo>
                  <a:pt x="4886894" y="35899"/>
                </a:lnTo>
                <a:lnTo>
                  <a:pt x="4886139" y="35994"/>
                </a:lnTo>
                <a:lnTo>
                  <a:pt x="4885389" y="36116"/>
                </a:lnTo>
                <a:lnTo>
                  <a:pt x="4884645" y="36263"/>
                </a:lnTo>
                <a:lnTo>
                  <a:pt x="4883907" y="36435"/>
                </a:lnTo>
                <a:lnTo>
                  <a:pt x="4883176" y="36632"/>
                </a:lnTo>
                <a:lnTo>
                  <a:pt x="4882451" y="36853"/>
                </a:lnTo>
                <a:lnTo>
                  <a:pt x="4881733" y="37097"/>
                </a:lnTo>
                <a:lnTo>
                  <a:pt x="4881023" y="37365"/>
                </a:lnTo>
                <a:lnTo>
                  <a:pt x="4880320" y="37655"/>
                </a:lnTo>
                <a:lnTo>
                  <a:pt x="4879625" y="37967"/>
                </a:lnTo>
                <a:lnTo>
                  <a:pt x="4878939" y="38301"/>
                </a:lnTo>
                <a:lnTo>
                  <a:pt x="4878261" y="38656"/>
                </a:lnTo>
                <a:lnTo>
                  <a:pt x="4877592" y="39032"/>
                </a:lnTo>
                <a:lnTo>
                  <a:pt x="4876933" y="39428"/>
                </a:lnTo>
                <a:lnTo>
                  <a:pt x="4876283" y="39843"/>
                </a:lnTo>
                <a:lnTo>
                  <a:pt x="4875644" y="40277"/>
                </a:lnTo>
                <a:lnTo>
                  <a:pt x="4875014" y="40730"/>
                </a:lnTo>
                <a:lnTo>
                  <a:pt x="4874396" y="41201"/>
                </a:lnTo>
                <a:lnTo>
                  <a:pt x="4873788" y="41690"/>
                </a:lnTo>
                <a:lnTo>
                  <a:pt x="4873192" y="42195"/>
                </a:lnTo>
                <a:lnTo>
                  <a:pt x="4872608" y="42718"/>
                </a:lnTo>
                <a:lnTo>
                  <a:pt x="4872542" y="42021"/>
                </a:lnTo>
                <a:lnTo>
                  <a:pt x="4872442" y="41382"/>
                </a:lnTo>
                <a:lnTo>
                  <a:pt x="4872308" y="40799"/>
                </a:lnTo>
                <a:lnTo>
                  <a:pt x="4872144" y="40268"/>
                </a:lnTo>
                <a:lnTo>
                  <a:pt x="4871950" y="39789"/>
                </a:lnTo>
                <a:lnTo>
                  <a:pt x="4871728" y="39357"/>
                </a:lnTo>
                <a:lnTo>
                  <a:pt x="4871481" y="38970"/>
                </a:lnTo>
                <a:lnTo>
                  <a:pt x="4871208" y="38627"/>
                </a:lnTo>
                <a:lnTo>
                  <a:pt x="4870913" y="38323"/>
                </a:lnTo>
                <a:lnTo>
                  <a:pt x="4870597" y="38058"/>
                </a:lnTo>
                <a:lnTo>
                  <a:pt x="4870262" y="37828"/>
                </a:lnTo>
                <a:lnTo>
                  <a:pt x="4869909" y="37631"/>
                </a:lnTo>
                <a:lnTo>
                  <a:pt x="4869539" y="37464"/>
                </a:lnTo>
                <a:lnTo>
                  <a:pt x="4869155" y="37325"/>
                </a:lnTo>
                <a:lnTo>
                  <a:pt x="4868759" y="37211"/>
                </a:lnTo>
                <a:lnTo>
                  <a:pt x="4868352" y="37120"/>
                </a:lnTo>
                <a:lnTo>
                  <a:pt x="4867935" y="37048"/>
                </a:lnTo>
                <a:lnTo>
                  <a:pt x="4867510" y="36995"/>
                </a:lnTo>
                <a:lnTo>
                  <a:pt x="4867079" y="36957"/>
                </a:lnTo>
                <a:lnTo>
                  <a:pt x="4866645" y="36931"/>
                </a:lnTo>
                <a:lnTo>
                  <a:pt x="4866207" y="36916"/>
                </a:lnTo>
                <a:lnTo>
                  <a:pt x="4865768" y="36908"/>
                </a:lnTo>
                <a:lnTo>
                  <a:pt x="4865330" y="36905"/>
                </a:lnTo>
                <a:lnTo>
                  <a:pt x="4864895" y="36904"/>
                </a:lnTo>
                <a:lnTo>
                  <a:pt x="4858726" y="36904"/>
                </a:lnTo>
                <a:lnTo>
                  <a:pt x="4858354" y="36905"/>
                </a:lnTo>
                <a:lnTo>
                  <a:pt x="4857963" y="36908"/>
                </a:lnTo>
                <a:lnTo>
                  <a:pt x="4857556" y="36916"/>
                </a:lnTo>
                <a:lnTo>
                  <a:pt x="4857136" y="36931"/>
                </a:lnTo>
                <a:lnTo>
                  <a:pt x="4856707" y="36957"/>
                </a:lnTo>
                <a:lnTo>
                  <a:pt x="4856271" y="36995"/>
                </a:lnTo>
                <a:lnTo>
                  <a:pt x="4855831" y="37048"/>
                </a:lnTo>
                <a:lnTo>
                  <a:pt x="4855391" y="37119"/>
                </a:lnTo>
                <a:lnTo>
                  <a:pt x="4854954" y="37209"/>
                </a:lnTo>
                <a:lnTo>
                  <a:pt x="4854522" y="37323"/>
                </a:lnTo>
                <a:lnTo>
                  <a:pt x="4854100" y="37461"/>
                </a:lnTo>
                <a:lnTo>
                  <a:pt x="4853689" y="37628"/>
                </a:lnTo>
                <a:lnTo>
                  <a:pt x="4853293" y="37824"/>
                </a:lnTo>
                <a:lnTo>
                  <a:pt x="4852916" y="38053"/>
                </a:lnTo>
                <a:lnTo>
                  <a:pt x="4852560" y="38317"/>
                </a:lnTo>
                <a:lnTo>
                  <a:pt x="4852228" y="38619"/>
                </a:lnTo>
                <a:lnTo>
                  <a:pt x="4851923" y="38961"/>
                </a:lnTo>
                <a:lnTo>
                  <a:pt x="4851650" y="39346"/>
                </a:lnTo>
                <a:lnTo>
                  <a:pt x="4851409" y="39775"/>
                </a:lnTo>
                <a:lnTo>
                  <a:pt x="4851206" y="40253"/>
                </a:lnTo>
                <a:lnTo>
                  <a:pt x="4851042" y="40781"/>
                </a:lnTo>
                <a:lnTo>
                  <a:pt x="4850921" y="41362"/>
                </a:lnTo>
                <a:lnTo>
                  <a:pt x="4850847" y="41997"/>
                </a:lnTo>
                <a:lnTo>
                  <a:pt x="4850821" y="42691"/>
                </a:lnTo>
                <a:lnTo>
                  <a:pt x="4850842" y="43407"/>
                </a:lnTo>
                <a:lnTo>
                  <a:pt x="4850905" y="44064"/>
                </a:lnTo>
                <a:lnTo>
                  <a:pt x="4851009" y="44663"/>
                </a:lnTo>
                <a:lnTo>
                  <a:pt x="4851153" y="45208"/>
                </a:lnTo>
                <a:lnTo>
                  <a:pt x="4851338" y="45702"/>
                </a:lnTo>
                <a:lnTo>
                  <a:pt x="4851563" y="46145"/>
                </a:lnTo>
                <a:lnTo>
                  <a:pt x="4851826" y="46543"/>
                </a:lnTo>
                <a:lnTo>
                  <a:pt x="4852128" y="46896"/>
                </a:lnTo>
                <a:lnTo>
                  <a:pt x="4852469" y="47207"/>
                </a:lnTo>
                <a:lnTo>
                  <a:pt x="4852847" y="47480"/>
                </a:lnTo>
                <a:lnTo>
                  <a:pt x="4853262" y="47717"/>
                </a:lnTo>
                <a:lnTo>
                  <a:pt x="4853714" y="47919"/>
                </a:lnTo>
                <a:lnTo>
                  <a:pt x="4854202" y="48091"/>
                </a:lnTo>
                <a:lnTo>
                  <a:pt x="4854726" y="48234"/>
                </a:lnTo>
                <a:lnTo>
                  <a:pt x="4855285" y="48351"/>
                </a:lnTo>
                <a:lnTo>
                  <a:pt x="4855878" y="48445"/>
                </a:lnTo>
                <a:lnTo>
                  <a:pt x="4856506" y="48518"/>
                </a:lnTo>
                <a:lnTo>
                  <a:pt x="4857167" y="48573"/>
                </a:lnTo>
                <a:lnTo>
                  <a:pt x="4857861" y="48612"/>
                </a:lnTo>
                <a:lnTo>
                  <a:pt x="4858588" y="48639"/>
                </a:lnTo>
                <a:lnTo>
                  <a:pt x="4859347" y="48655"/>
                </a:lnTo>
                <a:lnTo>
                  <a:pt x="4860138" y="48663"/>
                </a:lnTo>
                <a:lnTo>
                  <a:pt x="4860959" y="48666"/>
                </a:lnTo>
                <a:lnTo>
                  <a:pt x="4861812" y="48666"/>
                </a:lnTo>
                <a:lnTo>
                  <a:pt x="4861812" y="108180"/>
                </a:lnTo>
                <a:lnTo>
                  <a:pt x="4860959" y="108180"/>
                </a:lnTo>
                <a:lnTo>
                  <a:pt x="4860138" y="108183"/>
                </a:lnTo>
                <a:lnTo>
                  <a:pt x="4859347" y="108191"/>
                </a:lnTo>
                <a:lnTo>
                  <a:pt x="4858588" y="108207"/>
                </a:lnTo>
                <a:lnTo>
                  <a:pt x="4857861" y="108234"/>
                </a:lnTo>
                <a:lnTo>
                  <a:pt x="4857167" y="108273"/>
                </a:lnTo>
                <a:lnTo>
                  <a:pt x="4856506" y="108328"/>
                </a:lnTo>
                <a:lnTo>
                  <a:pt x="4855878" y="108401"/>
                </a:lnTo>
                <a:lnTo>
                  <a:pt x="4855285" y="108495"/>
                </a:lnTo>
                <a:lnTo>
                  <a:pt x="4854726" y="108612"/>
                </a:lnTo>
                <a:lnTo>
                  <a:pt x="4854202" y="108755"/>
                </a:lnTo>
                <a:lnTo>
                  <a:pt x="4853714" y="108926"/>
                </a:lnTo>
                <a:lnTo>
                  <a:pt x="4853262" y="109129"/>
                </a:lnTo>
                <a:lnTo>
                  <a:pt x="4852847" y="109366"/>
                </a:lnTo>
                <a:lnTo>
                  <a:pt x="4852469" y="109638"/>
                </a:lnTo>
                <a:lnTo>
                  <a:pt x="4852128" y="109950"/>
                </a:lnTo>
                <a:lnTo>
                  <a:pt x="4851826" y="110303"/>
                </a:lnTo>
                <a:lnTo>
                  <a:pt x="4851563" y="110700"/>
                </a:lnTo>
                <a:lnTo>
                  <a:pt x="4851338" y="111144"/>
                </a:lnTo>
                <a:lnTo>
                  <a:pt x="4851153" y="111637"/>
                </a:lnTo>
                <a:lnTo>
                  <a:pt x="4851009" y="112182"/>
                </a:lnTo>
                <a:lnTo>
                  <a:pt x="4850905" y="112782"/>
                </a:lnTo>
                <a:lnTo>
                  <a:pt x="4850842" y="113439"/>
                </a:lnTo>
                <a:lnTo>
                  <a:pt x="4850821" y="114155"/>
                </a:lnTo>
                <a:lnTo>
                  <a:pt x="4850848" y="114848"/>
                </a:lnTo>
                <a:lnTo>
                  <a:pt x="4850925" y="115484"/>
                </a:lnTo>
                <a:lnTo>
                  <a:pt x="4851050" y="116064"/>
                </a:lnTo>
                <a:lnTo>
                  <a:pt x="4851219" y="116591"/>
                </a:lnTo>
                <a:lnTo>
                  <a:pt x="4851429" y="117069"/>
                </a:lnTo>
                <a:lnTo>
                  <a:pt x="4851677" y="117499"/>
                </a:lnTo>
                <a:lnTo>
                  <a:pt x="4851959" y="117883"/>
                </a:lnTo>
                <a:lnTo>
                  <a:pt x="4852271" y="118225"/>
                </a:lnTo>
                <a:lnTo>
                  <a:pt x="4852611" y="118527"/>
                </a:lnTo>
                <a:lnTo>
                  <a:pt x="4852975" y="118791"/>
                </a:lnTo>
                <a:lnTo>
                  <a:pt x="4853360" y="119019"/>
                </a:lnTo>
                <a:lnTo>
                  <a:pt x="4853762" y="119216"/>
                </a:lnTo>
                <a:lnTo>
                  <a:pt x="4854178" y="119382"/>
                </a:lnTo>
                <a:lnTo>
                  <a:pt x="4854605" y="119520"/>
                </a:lnTo>
                <a:lnTo>
                  <a:pt x="4855039" y="119634"/>
                </a:lnTo>
                <a:lnTo>
                  <a:pt x="4855477" y="119724"/>
                </a:lnTo>
                <a:lnTo>
                  <a:pt x="4855916" y="119795"/>
                </a:lnTo>
                <a:lnTo>
                  <a:pt x="4856353" y="119848"/>
                </a:lnTo>
                <a:lnTo>
                  <a:pt x="4856783" y="119886"/>
                </a:lnTo>
                <a:lnTo>
                  <a:pt x="4857204" y="119912"/>
                </a:lnTo>
                <a:lnTo>
                  <a:pt x="4857612" y="119927"/>
                </a:lnTo>
                <a:lnTo>
                  <a:pt x="4858004" y="119935"/>
                </a:lnTo>
                <a:lnTo>
                  <a:pt x="4858376" y="119938"/>
                </a:lnTo>
                <a:lnTo>
                  <a:pt x="4858726" y="119939"/>
                </a:lnTo>
                <a:lnTo>
                  <a:pt x="4875694" y="119939"/>
                </a:lnTo>
                <a:lnTo>
                  <a:pt x="4876066" y="119938"/>
                </a:lnTo>
                <a:lnTo>
                  <a:pt x="4876457" y="119935"/>
                </a:lnTo>
                <a:lnTo>
                  <a:pt x="4876864" y="119927"/>
                </a:lnTo>
                <a:lnTo>
                  <a:pt x="4877283" y="119912"/>
                </a:lnTo>
                <a:lnTo>
                  <a:pt x="4877713" y="119886"/>
                </a:lnTo>
                <a:lnTo>
                  <a:pt x="4878148" y="119848"/>
                </a:lnTo>
                <a:lnTo>
                  <a:pt x="4878588" y="119795"/>
                </a:lnTo>
                <a:lnTo>
                  <a:pt x="4879028" y="119724"/>
                </a:lnTo>
                <a:lnTo>
                  <a:pt x="4879465" y="119634"/>
                </a:lnTo>
                <a:lnTo>
                  <a:pt x="4879896" y="119520"/>
                </a:lnTo>
                <a:lnTo>
                  <a:pt x="4880319" y="119382"/>
                </a:lnTo>
                <a:lnTo>
                  <a:pt x="4880729" y="119216"/>
                </a:lnTo>
                <a:lnTo>
                  <a:pt x="4881125" y="119019"/>
                </a:lnTo>
                <a:lnTo>
                  <a:pt x="4881502" y="118791"/>
                </a:lnTo>
                <a:lnTo>
                  <a:pt x="4881858" y="118527"/>
                </a:lnTo>
                <a:lnTo>
                  <a:pt x="4882190" y="118225"/>
                </a:lnTo>
                <a:lnTo>
                  <a:pt x="4882494" y="117883"/>
                </a:lnTo>
                <a:lnTo>
                  <a:pt x="4882767" y="117499"/>
                </a:lnTo>
                <a:lnTo>
                  <a:pt x="4883008" y="117069"/>
                </a:lnTo>
                <a:lnTo>
                  <a:pt x="4883211" y="116591"/>
                </a:lnTo>
                <a:lnTo>
                  <a:pt x="4883375" y="116064"/>
                </a:lnTo>
                <a:lnTo>
                  <a:pt x="4883495" y="115484"/>
                </a:lnTo>
                <a:lnTo>
                  <a:pt x="4883570" y="114848"/>
                </a:lnTo>
                <a:lnTo>
                  <a:pt x="4883595" y="114155"/>
                </a:lnTo>
                <a:lnTo>
                  <a:pt x="4883574" y="113439"/>
                </a:lnTo>
                <a:lnTo>
                  <a:pt x="4883512" y="112782"/>
                </a:lnTo>
                <a:lnTo>
                  <a:pt x="4883408" y="112182"/>
                </a:lnTo>
                <a:lnTo>
                  <a:pt x="4883263" y="111637"/>
                </a:lnTo>
                <a:lnTo>
                  <a:pt x="4883079" y="111144"/>
                </a:lnTo>
                <a:lnTo>
                  <a:pt x="4882855" y="110700"/>
                </a:lnTo>
                <a:lnTo>
                  <a:pt x="4882591" y="110303"/>
                </a:lnTo>
                <a:lnTo>
                  <a:pt x="4882289" y="109950"/>
                </a:lnTo>
                <a:lnTo>
                  <a:pt x="4881949" y="109638"/>
                </a:lnTo>
                <a:lnTo>
                  <a:pt x="4881571" y="109366"/>
                </a:lnTo>
                <a:lnTo>
                  <a:pt x="4881156" y="109129"/>
                </a:lnTo>
                <a:lnTo>
                  <a:pt x="4880704" y="108926"/>
                </a:lnTo>
                <a:lnTo>
                  <a:pt x="4880216" y="108755"/>
                </a:lnTo>
                <a:lnTo>
                  <a:pt x="4879693" y="108612"/>
                </a:lnTo>
                <a:lnTo>
                  <a:pt x="4879134" y="108495"/>
                </a:lnTo>
                <a:lnTo>
                  <a:pt x="4878541" y="108401"/>
                </a:lnTo>
                <a:lnTo>
                  <a:pt x="4877913" y="108328"/>
                </a:lnTo>
                <a:lnTo>
                  <a:pt x="4877252" y="108273"/>
                </a:lnTo>
                <a:lnTo>
                  <a:pt x="4876558" y="108234"/>
                </a:lnTo>
                <a:lnTo>
                  <a:pt x="4875831" y="108207"/>
                </a:lnTo>
                <a:lnTo>
                  <a:pt x="4875073" y="108191"/>
                </a:lnTo>
                <a:lnTo>
                  <a:pt x="4874282" y="108183"/>
                </a:lnTo>
                <a:lnTo>
                  <a:pt x="4873460" y="108180"/>
                </a:lnTo>
                <a:lnTo>
                  <a:pt x="4872608" y="108180"/>
                </a:lnTo>
                <a:lnTo>
                  <a:pt x="4872608" y="73705"/>
                </a:lnTo>
                <a:lnTo>
                  <a:pt x="4872649" y="71608"/>
                </a:lnTo>
                <a:lnTo>
                  <a:pt x="4872768" y="69594"/>
                </a:lnTo>
                <a:lnTo>
                  <a:pt x="4872963" y="67666"/>
                </a:lnTo>
                <a:lnTo>
                  <a:pt x="4873230" y="65823"/>
                </a:lnTo>
                <a:lnTo>
                  <a:pt x="4873566" y="64065"/>
                </a:lnTo>
                <a:lnTo>
                  <a:pt x="4873967" y="62394"/>
                </a:lnTo>
                <a:lnTo>
                  <a:pt x="4874429" y="60810"/>
                </a:lnTo>
                <a:lnTo>
                  <a:pt x="4874950" y="59312"/>
                </a:lnTo>
                <a:lnTo>
                  <a:pt x="4875526" y="57902"/>
                </a:lnTo>
                <a:lnTo>
                  <a:pt x="4876153" y="56580"/>
                </a:lnTo>
                <a:lnTo>
                  <a:pt x="4876828" y="55346"/>
                </a:lnTo>
                <a:lnTo>
                  <a:pt x="4877548" y="54201"/>
                </a:lnTo>
                <a:lnTo>
                  <a:pt x="4878309" y="53145"/>
                </a:lnTo>
                <a:lnTo>
                  <a:pt x="4879108" y="52179"/>
                </a:lnTo>
                <a:lnTo>
                  <a:pt x="4879941" y="51303"/>
                </a:lnTo>
                <a:lnTo>
                  <a:pt x="4880805" y="50517"/>
                </a:lnTo>
                <a:lnTo>
                  <a:pt x="4881697" y="49822"/>
                </a:lnTo>
                <a:lnTo>
                  <a:pt x="4882612" y="49218"/>
                </a:lnTo>
                <a:lnTo>
                  <a:pt x="4883548" y="48706"/>
                </a:lnTo>
                <a:lnTo>
                  <a:pt x="4884501" y="48286"/>
                </a:lnTo>
                <a:lnTo>
                  <a:pt x="4885468" y="47959"/>
                </a:lnTo>
                <a:lnTo>
                  <a:pt x="4886445" y="47724"/>
                </a:lnTo>
                <a:lnTo>
                  <a:pt x="4887430" y="47584"/>
                </a:lnTo>
                <a:lnTo>
                  <a:pt x="4888417" y="47537"/>
                </a:lnTo>
                <a:lnTo>
                  <a:pt x="4888962" y="47554"/>
                </a:lnTo>
                <a:lnTo>
                  <a:pt x="4889489" y="47608"/>
                </a:lnTo>
                <a:lnTo>
                  <a:pt x="4889996" y="47702"/>
                </a:lnTo>
                <a:lnTo>
                  <a:pt x="4890485" y="47837"/>
                </a:lnTo>
                <a:lnTo>
                  <a:pt x="4890953" y="48017"/>
                </a:lnTo>
                <a:lnTo>
                  <a:pt x="4891402" y="48244"/>
                </a:lnTo>
                <a:lnTo>
                  <a:pt x="4891830" y="48520"/>
                </a:lnTo>
                <a:lnTo>
                  <a:pt x="4892237" y="48849"/>
                </a:lnTo>
                <a:lnTo>
                  <a:pt x="4892622" y="49232"/>
                </a:lnTo>
                <a:lnTo>
                  <a:pt x="4892986" y="49673"/>
                </a:lnTo>
                <a:lnTo>
                  <a:pt x="4893328" y="50174"/>
                </a:lnTo>
                <a:lnTo>
                  <a:pt x="4893646" y="50738"/>
                </a:lnTo>
                <a:lnTo>
                  <a:pt x="4893942" y="51366"/>
                </a:lnTo>
                <a:lnTo>
                  <a:pt x="4894214" y="52063"/>
                </a:lnTo>
                <a:lnTo>
                  <a:pt x="4894463" y="52830"/>
                </a:lnTo>
                <a:lnTo>
                  <a:pt x="4894686" y="53669"/>
                </a:lnTo>
                <a:lnTo>
                  <a:pt x="4894886" y="54585"/>
                </a:lnTo>
                <a:lnTo>
                  <a:pt x="4895060" y="55578"/>
                </a:lnTo>
                <a:lnTo>
                  <a:pt x="4895208" y="56652"/>
                </a:lnTo>
                <a:lnTo>
                  <a:pt x="4895330" y="57809"/>
                </a:lnTo>
                <a:lnTo>
                  <a:pt x="4895426" y="59052"/>
                </a:lnTo>
                <a:lnTo>
                  <a:pt x="4895495" y="60384"/>
                </a:lnTo>
                <a:lnTo>
                  <a:pt x="4895537" y="61807"/>
                </a:lnTo>
                <a:lnTo>
                  <a:pt x="4895551" y="63323"/>
                </a:lnTo>
                <a:lnTo>
                  <a:pt x="4895551" y="108180"/>
                </a:lnTo>
                <a:lnTo>
                  <a:pt x="4895087" y="108180"/>
                </a:lnTo>
                <a:lnTo>
                  <a:pt x="4894615" y="108183"/>
                </a:lnTo>
                <a:lnTo>
                  <a:pt x="4894135" y="108191"/>
                </a:lnTo>
                <a:lnTo>
                  <a:pt x="4893651" y="108207"/>
                </a:lnTo>
                <a:lnTo>
                  <a:pt x="4893165" y="108234"/>
                </a:lnTo>
                <a:lnTo>
                  <a:pt x="4892680" y="108273"/>
                </a:lnTo>
                <a:lnTo>
                  <a:pt x="4892199" y="108328"/>
                </a:lnTo>
                <a:lnTo>
                  <a:pt x="4891723" y="108401"/>
                </a:lnTo>
                <a:lnTo>
                  <a:pt x="4891257" y="108495"/>
                </a:lnTo>
                <a:lnTo>
                  <a:pt x="4890802" y="108612"/>
                </a:lnTo>
                <a:lnTo>
                  <a:pt x="4890360" y="108755"/>
                </a:lnTo>
                <a:lnTo>
                  <a:pt x="4889935" y="108926"/>
                </a:lnTo>
                <a:lnTo>
                  <a:pt x="4889530" y="109129"/>
                </a:lnTo>
                <a:lnTo>
                  <a:pt x="4889145" y="109366"/>
                </a:lnTo>
                <a:lnTo>
                  <a:pt x="4888785" y="109638"/>
                </a:lnTo>
                <a:lnTo>
                  <a:pt x="4888452" y="109950"/>
                </a:lnTo>
                <a:lnTo>
                  <a:pt x="4888149" y="110303"/>
                </a:lnTo>
                <a:lnTo>
                  <a:pt x="4887877" y="110700"/>
                </a:lnTo>
                <a:lnTo>
                  <a:pt x="4887640" y="111144"/>
                </a:lnTo>
                <a:lnTo>
                  <a:pt x="4887441" y="111637"/>
                </a:lnTo>
                <a:lnTo>
                  <a:pt x="4887281" y="112182"/>
                </a:lnTo>
                <a:lnTo>
                  <a:pt x="4887164" y="112782"/>
                </a:lnTo>
                <a:lnTo>
                  <a:pt x="4887091" y="113439"/>
                </a:lnTo>
                <a:lnTo>
                  <a:pt x="4887067" y="114155"/>
                </a:lnTo>
                <a:lnTo>
                  <a:pt x="4887093" y="114848"/>
                </a:lnTo>
                <a:lnTo>
                  <a:pt x="4887171" y="115484"/>
                </a:lnTo>
                <a:lnTo>
                  <a:pt x="4887296" y="116064"/>
                </a:lnTo>
                <a:lnTo>
                  <a:pt x="4887465" y="116591"/>
                </a:lnTo>
                <a:lnTo>
                  <a:pt x="4887675" y="117069"/>
                </a:lnTo>
                <a:lnTo>
                  <a:pt x="4887922" y="117499"/>
                </a:lnTo>
                <a:lnTo>
                  <a:pt x="4888204" y="117883"/>
                </a:lnTo>
                <a:lnTo>
                  <a:pt x="4888517" y="118225"/>
                </a:lnTo>
                <a:lnTo>
                  <a:pt x="4888857" y="118527"/>
                </a:lnTo>
                <a:lnTo>
                  <a:pt x="4889221" y="118791"/>
                </a:lnTo>
                <a:lnTo>
                  <a:pt x="4889605" y="119019"/>
                </a:lnTo>
                <a:lnTo>
                  <a:pt x="4890007" y="119216"/>
                </a:lnTo>
                <a:lnTo>
                  <a:pt x="4890424" y="119382"/>
                </a:lnTo>
                <a:lnTo>
                  <a:pt x="4890851" y="119520"/>
                </a:lnTo>
                <a:lnTo>
                  <a:pt x="4891285" y="119634"/>
                </a:lnTo>
                <a:lnTo>
                  <a:pt x="4891723" y="119724"/>
                </a:lnTo>
                <a:lnTo>
                  <a:pt x="4892162" y="119795"/>
                </a:lnTo>
                <a:lnTo>
                  <a:pt x="4892598" y="119848"/>
                </a:lnTo>
                <a:lnTo>
                  <a:pt x="4893028" y="119886"/>
                </a:lnTo>
                <a:lnTo>
                  <a:pt x="4893449" y="119912"/>
                </a:lnTo>
                <a:lnTo>
                  <a:pt x="4893857" y="119927"/>
                </a:lnTo>
                <a:lnTo>
                  <a:pt x="4894249" y="119935"/>
                </a:lnTo>
                <a:lnTo>
                  <a:pt x="4894622" y="119938"/>
                </a:lnTo>
                <a:lnTo>
                  <a:pt x="4894971" y="119939"/>
                </a:lnTo>
                <a:lnTo>
                  <a:pt x="4909430" y="119939"/>
                </a:lnTo>
                <a:lnTo>
                  <a:pt x="4909802" y="119938"/>
                </a:lnTo>
                <a:lnTo>
                  <a:pt x="4910193" y="119935"/>
                </a:lnTo>
                <a:lnTo>
                  <a:pt x="4910600" y="119927"/>
                </a:lnTo>
                <a:lnTo>
                  <a:pt x="4911020" y="119912"/>
                </a:lnTo>
                <a:lnTo>
                  <a:pt x="4911449" y="119886"/>
                </a:lnTo>
                <a:lnTo>
                  <a:pt x="4911885" y="119848"/>
                </a:lnTo>
                <a:lnTo>
                  <a:pt x="4912325" y="119795"/>
                </a:lnTo>
                <a:lnTo>
                  <a:pt x="4912765" y="119724"/>
                </a:lnTo>
                <a:lnTo>
                  <a:pt x="4913202" y="119634"/>
                </a:lnTo>
                <a:lnTo>
                  <a:pt x="4913633" y="119520"/>
                </a:lnTo>
                <a:lnTo>
                  <a:pt x="4914056" y="119382"/>
                </a:lnTo>
                <a:lnTo>
                  <a:pt x="4914467" y="119216"/>
                </a:lnTo>
                <a:lnTo>
                  <a:pt x="4914862" y="119019"/>
                </a:lnTo>
                <a:lnTo>
                  <a:pt x="4915240" y="118791"/>
                </a:lnTo>
                <a:lnTo>
                  <a:pt x="4915596" y="118527"/>
                </a:lnTo>
                <a:lnTo>
                  <a:pt x="4915928" y="118225"/>
                </a:lnTo>
                <a:lnTo>
                  <a:pt x="4916232" y="117883"/>
                </a:lnTo>
                <a:lnTo>
                  <a:pt x="4916506" y="117499"/>
                </a:lnTo>
                <a:lnTo>
                  <a:pt x="4916746" y="117069"/>
                </a:lnTo>
                <a:lnTo>
                  <a:pt x="4916950" y="116591"/>
                </a:lnTo>
                <a:lnTo>
                  <a:pt x="4917114" y="116064"/>
                </a:lnTo>
                <a:lnTo>
                  <a:pt x="4917234" y="115484"/>
                </a:lnTo>
                <a:lnTo>
                  <a:pt x="4917309" y="114848"/>
                </a:lnTo>
                <a:lnTo>
                  <a:pt x="4917335" y="114155"/>
                </a:lnTo>
                <a:lnTo>
                  <a:pt x="4917314" y="113439"/>
                </a:lnTo>
                <a:lnTo>
                  <a:pt x="4917251" y="112782"/>
                </a:lnTo>
                <a:lnTo>
                  <a:pt x="4917147" y="112182"/>
                </a:lnTo>
                <a:lnTo>
                  <a:pt x="4917003" y="111637"/>
                </a:lnTo>
                <a:lnTo>
                  <a:pt x="4916818" y="111144"/>
                </a:lnTo>
                <a:lnTo>
                  <a:pt x="4916594" y="110700"/>
                </a:lnTo>
                <a:lnTo>
                  <a:pt x="4916330" y="110303"/>
                </a:lnTo>
                <a:lnTo>
                  <a:pt x="4916028" y="109950"/>
                </a:lnTo>
                <a:lnTo>
                  <a:pt x="4915688" y="109638"/>
                </a:lnTo>
                <a:lnTo>
                  <a:pt x="4915310" y="109366"/>
                </a:lnTo>
                <a:lnTo>
                  <a:pt x="4914895" y="109129"/>
                </a:lnTo>
                <a:lnTo>
                  <a:pt x="4914443" y="108926"/>
                </a:lnTo>
                <a:lnTo>
                  <a:pt x="4913955" y="108755"/>
                </a:lnTo>
                <a:lnTo>
                  <a:pt x="4913432" y="108612"/>
                </a:lnTo>
                <a:lnTo>
                  <a:pt x="4912873" y="108495"/>
                </a:lnTo>
                <a:lnTo>
                  <a:pt x="4912280" y="108401"/>
                </a:lnTo>
                <a:lnTo>
                  <a:pt x="4911653" y="108328"/>
                </a:lnTo>
                <a:lnTo>
                  <a:pt x="4910992" y="108273"/>
                </a:lnTo>
                <a:lnTo>
                  <a:pt x="4910297" y="108234"/>
                </a:lnTo>
                <a:lnTo>
                  <a:pt x="4909571" y="108207"/>
                </a:lnTo>
                <a:lnTo>
                  <a:pt x="4908812" y="108191"/>
                </a:lnTo>
                <a:lnTo>
                  <a:pt x="4908021" y="108183"/>
                </a:lnTo>
                <a:lnTo>
                  <a:pt x="4907199" y="108180"/>
                </a:lnTo>
                <a:lnTo>
                  <a:pt x="4906347" y="108180"/>
                </a:lnTo>
                <a:lnTo>
                  <a:pt x="4906347" y="73720"/>
                </a:lnTo>
                <a:lnTo>
                  <a:pt x="4906388" y="71621"/>
                </a:lnTo>
                <a:lnTo>
                  <a:pt x="4906507" y="69606"/>
                </a:lnTo>
                <a:lnTo>
                  <a:pt x="4906702" y="67676"/>
                </a:lnTo>
                <a:lnTo>
                  <a:pt x="4906969" y="65831"/>
                </a:lnTo>
                <a:lnTo>
                  <a:pt x="4907305" y="64073"/>
                </a:lnTo>
                <a:lnTo>
                  <a:pt x="4907706" y="62401"/>
                </a:lnTo>
                <a:lnTo>
                  <a:pt x="4908168" y="60815"/>
                </a:lnTo>
                <a:lnTo>
                  <a:pt x="4908689" y="59317"/>
                </a:lnTo>
                <a:lnTo>
                  <a:pt x="4909265" y="57906"/>
                </a:lnTo>
                <a:lnTo>
                  <a:pt x="4909892" y="56583"/>
                </a:lnTo>
                <a:lnTo>
                  <a:pt x="4910568" y="55349"/>
                </a:lnTo>
                <a:lnTo>
                  <a:pt x="4911287" y="54203"/>
                </a:lnTo>
                <a:lnTo>
                  <a:pt x="4912049" y="53147"/>
                </a:lnTo>
                <a:lnTo>
                  <a:pt x="4912847" y="52180"/>
                </a:lnTo>
                <a:lnTo>
                  <a:pt x="4913680" y="51303"/>
                </a:lnTo>
                <a:lnTo>
                  <a:pt x="4914544" y="50517"/>
                </a:lnTo>
                <a:lnTo>
                  <a:pt x="4915436" y="49822"/>
                </a:lnTo>
                <a:lnTo>
                  <a:pt x="4916351" y="49218"/>
                </a:lnTo>
                <a:lnTo>
                  <a:pt x="4917287" y="48706"/>
                </a:lnTo>
                <a:lnTo>
                  <a:pt x="4918241" y="48286"/>
                </a:lnTo>
                <a:lnTo>
                  <a:pt x="4919207" y="47959"/>
                </a:lnTo>
                <a:lnTo>
                  <a:pt x="4920185" y="47724"/>
                </a:lnTo>
                <a:lnTo>
                  <a:pt x="4921169" y="47584"/>
                </a:lnTo>
                <a:lnTo>
                  <a:pt x="4922156" y="47537"/>
                </a:lnTo>
                <a:lnTo>
                  <a:pt x="4922701" y="47554"/>
                </a:lnTo>
                <a:lnTo>
                  <a:pt x="4923228" y="47608"/>
                </a:lnTo>
                <a:lnTo>
                  <a:pt x="4923736" y="47702"/>
                </a:lnTo>
                <a:lnTo>
                  <a:pt x="4924224" y="47837"/>
                </a:lnTo>
                <a:lnTo>
                  <a:pt x="4924693" y="48017"/>
                </a:lnTo>
                <a:lnTo>
                  <a:pt x="4925141" y="48244"/>
                </a:lnTo>
                <a:lnTo>
                  <a:pt x="4925569" y="48520"/>
                </a:lnTo>
                <a:lnTo>
                  <a:pt x="4925976" y="48849"/>
                </a:lnTo>
                <a:lnTo>
                  <a:pt x="4926362" y="49232"/>
                </a:lnTo>
                <a:lnTo>
                  <a:pt x="4926725" y="49673"/>
                </a:lnTo>
                <a:lnTo>
                  <a:pt x="4927067" y="50174"/>
                </a:lnTo>
                <a:lnTo>
                  <a:pt x="4927386" y="50738"/>
                </a:lnTo>
                <a:lnTo>
                  <a:pt x="4927681" y="51366"/>
                </a:lnTo>
                <a:lnTo>
                  <a:pt x="4927953" y="52063"/>
                </a:lnTo>
                <a:lnTo>
                  <a:pt x="4928202" y="52830"/>
                </a:lnTo>
                <a:lnTo>
                  <a:pt x="4928426" y="53669"/>
                </a:lnTo>
                <a:lnTo>
                  <a:pt x="4928625" y="54585"/>
                </a:lnTo>
                <a:lnTo>
                  <a:pt x="4928799" y="55578"/>
                </a:lnTo>
                <a:lnTo>
                  <a:pt x="4928947" y="56652"/>
                </a:lnTo>
                <a:lnTo>
                  <a:pt x="4929069" y="57809"/>
                </a:lnTo>
                <a:lnTo>
                  <a:pt x="4929165" y="59052"/>
                </a:lnTo>
                <a:lnTo>
                  <a:pt x="4929234" y="60384"/>
                </a:lnTo>
                <a:lnTo>
                  <a:pt x="4929276" y="61807"/>
                </a:lnTo>
                <a:lnTo>
                  <a:pt x="4929290" y="63323"/>
                </a:lnTo>
                <a:lnTo>
                  <a:pt x="4929290" y="108180"/>
                </a:lnTo>
                <a:lnTo>
                  <a:pt x="4928826" y="108180"/>
                </a:lnTo>
                <a:lnTo>
                  <a:pt x="4928353" y="108183"/>
                </a:lnTo>
                <a:lnTo>
                  <a:pt x="4927873" y="108191"/>
                </a:lnTo>
                <a:lnTo>
                  <a:pt x="4927389" y="108207"/>
                </a:lnTo>
                <a:lnTo>
                  <a:pt x="4926903" y="108234"/>
                </a:lnTo>
                <a:lnTo>
                  <a:pt x="4926418" y="108273"/>
                </a:lnTo>
                <a:lnTo>
                  <a:pt x="4925937" y="108328"/>
                </a:lnTo>
                <a:lnTo>
                  <a:pt x="4925461" y="108401"/>
                </a:lnTo>
                <a:lnTo>
                  <a:pt x="4924995" y="108495"/>
                </a:lnTo>
                <a:lnTo>
                  <a:pt x="4924540" y="108612"/>
                </a:lnTo>
                <a:lnTo>
                  <a:pt x="4924098" y="108755"/>
                </a:lnTo>
                <a:lnTo>
                  <a:pt x="4923673" y="108926"/>
                </a:lnTo>
                <a:lnTo>
                  <a:pt x="4923268" y="109129"/>
                </a:lnTo>
                <a:lnTo>
                  <a:pt x="4922884" y="109366"/>
                </a:lnTo>
                <a:lnTo>
                  <a:pt x="4922524" y="109638"/>
                </a:lnTo>
                <a:lnTo>
                  <a:pt x="4922191" y="109950"/>
                </a:lnTo>
                <a:lnTo>
                  <a:pt x="4921888" y="110303"/>
                </a:lnTo>
                <a:lnTo>
                  <a:pt x="4921616" y="110700"/>
                </a:lnTo>
                <a:lnTo>
                  <a:pt x="4921379" y="111144"/>
                </a:lnTo>
                <a:lnTo>
                  <a:pt x="4921180" y="111637"/>
                </a:lnTo>
                <a:lnTo>
                  <a:pt x="4921020" y="112182"/>
                </a:lnTo>
                <a:lnTo>
                  <a:pt x="4920903" y="112782"/>
                </a:lnTo>
                <a:lnTo>
                  <a:pt x="4920831" y="113439"/>
                </a:lnTo>
                <a:lnTo>
                  <a:pt x="4920806" y="114155"/>
                </a:lnTo>
                <a:lnTo>
                  <a:pt x="4920832" y="114848"/>
                </a:lnTo>
                <a:lnTo>
                  <a:pt x="4920910" y="115484"/>
                </a:lnTo>
                <a:lnTo>
                  <a:pt x="4921035" y="116064"/>
                </a:lnTo>
                <a:lnTo>
                  <a:pt x="4921204" y="116591"/>
                </a:lnTo>
                <a:lnTo>
                  <a:pt x="4921414" y="117069"/>
                </a:lnTo>
                <a:lnTo>
                  <a:pt x="4921661" y="117499"/>
                </a:lnTo>
                <a:lnTo>
                  <a:pt x="4921943" y="117883"/>
                </a:lnTo>
                <a:lnTo>
                  <a:pt x="4922255" y="118225"/>
                </a:lnTo>
                <a:lnTo>
                  <a:pt x="4922595" y="118527"/>
                </a:lnTo>
                <a:lnTo>
                  <a:pt x="4922959" y="118791"/>
                </a:lnTo>
                <a:lnTo>
                  <a:pt x="4923343" y="119019"/>
                </a:lnTo>
                <a:lnTo>
                  <a:pt x="4923745" y="119216"/>
                </a:lnTo>
                <a:lnTo>
                  <a:pt x="4924162" y="119382"/>
                </a:lnTo>
                <a:lnTo>
                  <a:pt x="4924588" y="119520"/>
                </a:lnTo>
                <a:lnTo>
                  <a:pt x="4925023" y="119634"/>
                </a:lnTo>
                <a:lnTo>
                  <a:pt x="4925461" y="119724"/>
                </a:lnTo>
                <a:lnTo>
                  <a:pt x="4925900" y="119795"/>
                </a:lnTo>
                <a:lnTo>
                  <a:pt x="4926336" y="119848"/>
                </a:lnTo>
                <a:lnTo>
                  <a:pt x="4926766" y="119886"/>
                </a:lnTo>
                <a:lnTo>
                  <a:pt x="4927187" y="119912"/>
                </a:lnTo>
                <a:lnTo>
                  <a:pt x="4927595" y="119927"/>
                </a:lnTo>
                <a:lnTo>
                  <a:pt x="4927988" y="119935"/>
                </a:lnTo>
                <a:lnTo>
                  <a:pt x="4928360" y="119938"/>
                </a:lnTo>
                <a:lnTo>
                  <a:pt x="4928710" y="119939"/>
                </a:lnTo>
                <a:lnTo>
                  <a:pt x="4943169" y="119939"/>
                </a:lnTo>
                <a:lnTo>
                  <a:pt x="4943541" y="119938"/>
                </a:lnTo>
                <a:lnTo>
                  <a:pt x="4943932" y="119935"/>
                </a:lnTo>
                <a:lnTo>
                  <a:pt x="4944339" y="119927"/>
                </a:lnTo>
                <a:lnTo>
                  <a:pt x="4944759" y="119912"/>
                </a:lnTo>
                <a:lnTo>
                  <a:pt x="4945188" y="119886"/>
                </a:lnTo>
                <a:lnTo>
                  <a:pt x="4945624" y="119848"/>
                </a:lnTo>
                <a:lnTo>
                  <a:pt x="4946064" y="119795"/>
                </a:lnTo>
                <a:lnTo>
                  <a:pt x="4946504" y="119724"/>
                </a:lnTo>
                <a:lnTo>
                  <a:pt x="4946941" y="119634"/>
                </a:lnTo>
                <a:lnTo>
                  <a:pt x="4947373" y="119520"/>
                </a:lnTo>
                <a:lnTo>
                  <a:pt x="4947795" y="119382"/>
                </a:lnTo>
                <a:lnTo>
                  <a:pt x="4948206" y="119216"/>
                </a:lnTo>
                <a:lnTo>
                  <a:pt x="4948602" y="119019"/>
                </a:lnTo>
                <a:lnTo>
                  <a:pt x="4948979" y="118791"/>
                </a:lnTo>
                <a:lnTo>
                  <a:pt x="4949335" y="118527"/>
                </a:lnTo>
                <a:lnTo>
                  <a:pt x="4949667" y="118225"/>
                </a:lnTo>
                <a:lnTo>
                  <a:pt x="4949972" y="117883"/>
                </a:lnTo>
                <a:lnTo>
                  <a:pt x="4950245" y="117499"/>
                </a:lnTo>
                <a:lnTo>
                  <a:pt x="4950486" y="117069"/>
                </a:lnTo>
                <a:lnTo>
                  <a:pt x="4950689" y="116591"/>
                </a:lnTo>
                <a:lnTo>
                  <a:pt x="4950853" y="116064"/>
                </a:lnTo>
                <a:lnTo>
                  <a:pt x="4950974" y="115484"/>
                </a:lnTo>
                <a:lnTo>
                  <a:pt x="4951048" y="114848"/>
                </a:lnTo>
                <a:lnTo>
                  <a:pt x="4951074" y="114155"/>
                </a:lnTo>
                <a:lnTo>
                  <a:pt x="4951053" y="113439"/>
                </a:lnTo>
                <a:lnTo>
                  <a:pt x="4950990" y="112782"/>
                </a:lnTo>
                <a:lnTo>
                  <a:pt x="4950886" y="112182"/>
                </a:lnTo>
                <a:lnTo>
                  <a:pt x="4950742" y="111637"/>
                </a:lnTo>
                <a:lnTo>
                  <a:pt x="4950557" y="111144"/>
                </a:lnTo>
                <a:lnTo>
                  <a:pt x="4950333" y="110700"/>
                </a:lnTo>
                <a:close/>
                <a:moveTo>
                  <a:pt x="6367356" y="110700"/>
                </a:moveTo>
                <a:lnTo>
                  <a:pt x="6367092" y="110303"/>
                </a:lnTo>
                <a:lnTo>
                  <a:pt x="6366790" y="109950"/>
                </a:lnTo>
                <a:lnTo>
                  <a:pt x="6366450" y="109638"/>
                </a:lnTo>
                <a:lnTo>
                  <a:pt x="6366072" y="109366"/>
                </a:lnTo>
                <a:lnTo>
                  <a:pt x="6365657" y="109129"/>
                </a:lnTo>
                <a:lnTo>
                  <a:pt x="6365205" y="108926"/>
                </a:lnTo>
                <a:lnTo>
                  <a:pt x="6364717" y="108755"/>
                </a:lnTo>
                <a:lnTo>
                  <a:pt x="6364194" y="108612"/>
                </a:lnTo>
                <a:lnTo>
                  <a:pt x="6363635" y="108495"/>
                </a:lnTo>
                <a:lnTo>
                  <a:pt x="6363042" y="108401"/>
                </a:lnTo>
                <a:lnTo>
                  <a:pt x="6362415" y="108328"/>
                </a:lnTo>
                <a:lnTo>
                  <a:pt x="6361754" y="108273"/>
                </a:lnTo>
                <a:lnTo>
                  <a:pt x="6361059" y="108234"/>
                </a:lnTo>
                <a:lnTo>
                  <a:pt x="6360333" y="108207"/>
                </a:lnTo>
                <a:lnTo>
                  <a:pt x="6359574" y="108191"/>
                </a:lnTo>
                <a:lnTo>
                  <a:pt x="6358783" y="108183"/>
                </a:lnTo>
                <a:lnTo>
                  <a:pt x="6357961" y="108180"/>
                </a:lnTo>
                <a:lnTo>
                  <a:pt x="6357109" y="108180"/>
                </a:lnTo>
                <a:lnTo>
                  <a:pt x="6357109" y="61590"/>
                </a:lnTo>
                <a:lnTo>
                  <a:pt x="6357108" y="61018"/>
                </a:lnTo>
                <a:lnTo>
                  <a:pt x="6357099" y="60273"/>
                </a:lnTo>
                <a:lnTo>
                  <a:pt x="6357076" y="59375"/>
                </a:lnTo>
                <a:lnTo>
                  <a:pt x="6357030" y="58341"/>
                </a:lnTo>
                <a:lnTo>
                  <a:pt x="6356954" y="57187"/>
                </a:lnTo>
                <a:lnTo>
                  <a:pt x="6356841" y="55932"/>
                </a:lnTo>
                <a:lnTo>
                  <a:pt x="6356683" y="54592"/>
                </a:lnTo>
                <a:lnTo>
                  <a:pt x="6356474" y="53186"/>
                </a:lnTo>
                <a:lnTo>
                  <a:pt x="6356204" y="51730"/>
                </a:lnTo>
                <a:lnTo>
                  <a:pt x="6355868" y="50241"/>
                </a:lnTo>
                <a:lnTo>
                  <a:pt x="6355457" y="48739"/>
                </a:lnTo>
                <a:lnTo>
                  <a:pt x="6354964" y="47238"/>
                </a:lnTo>
                <a:lnTo>
                  <a:pt x="6354382" y="45758"/>
                </a:lnTo>
                <a:lnTo>
                  <a:pt x="6353703" y="44315"/>
                </a:lnTo>
                <a:lnTo>
                  <a:pt x="6352920" y="42927"/>
                </a:lnTo>
                <a:lnTo>
                  <a:pt x="6352025" y="41612"/>
                </a:lnTo>
                <a:lnTo>
                  <a:pt x="6351011" y="40386"/>
                </a:lnTo>
                <a:lnTo>
                  <a:pt x="6349870" y="39267"/>
                </a:lnTo>
                <a:lnTo>
                  <a:pt x="6348595" y="38272"/>
                </a:lnTo>
                <a:lnTo>
                  <a:pt x="6347179" y="37419"/>
                </a:lnTo>
                <a:lnTo>
                  <a:pt x="6345614" y="36726"/>
                </a:lnTo>
                <a:lnTo>
                  <a:pt x="6343892" y="36209"/>
                </a:lnTo>
                <a:lnTo>
                  <a:pt x="6342007" y="35886"/>
                </a:lnTo>
                <a:lnTo>
                  <a:pt x="6339950" y="35774"/>
                </a:lnTo>
                <a:lnTo>
                  <a:pt x="6339216" y="35788"/>
                </a:lnTo>
                <a:lnTo>
                  <a:pt x="6338462" y="35828"/>
                </a:lnTo>
                <a:lnTo>
                  <a:pt x="6337691" y="35897"/>
                </a:lnTo>
                <a:lnTo>
                  <a:pt x="6336903" y="35995"/>
                </a:lnTo>
                <a:lnTo>
                  <a:pt x="6336101" y="36124"/>
                </a:lnTo>
                <a:lnTo>
                  <a:pt x="6335287" y="36284"/>
                </a:lnTo>
                <a:lnTo>
                  <a:pt x="6334463" y="36476"/>
                </a:lnTo>
                <a:lnTo>
                  <a:pt x="6333631" y="36703"/>
                </a:lnTo>
                <a:lnTo>
                  <a:pt x="6332793" y="36964"/>
                </a:lnTo>
                <a:lnTo>
                  <a:pt x="6331950" y="37261"/>
                </a:lnTo>
                <a:lnTo>
                  <a:pt x="6331106" y="37595"/>
                </a:lnTo>
                <a:lnTo>
                  <a:pt x="6330262" y="37968"/>
                </a:lnTo>
                <a:lnTo>
                  <a:pt x="6329420" y="38379"/>
                </a:lnTo>
                <a:lnTo>
                  <a:pt x="6328582" y="38831"/>
                </a:lnTo>
                <a:lnTo>
                  <a:pt x="6327750" y="39324"/>
                </a:lnTo>
                <a:lnTo>
                  <a:pt x="6326926" y="39859"/>
                </a:lnTo>
                <a:lnTo>
                  <a:pt x="6326112" y="40438"/>
                </a:lnTo>
                <a:lnTo>
                  <a:pt x="6325310" y="41062"/>
                </a:lnTo>
                <a:lnTo>
                  <a:pt x="6324522" y="41731"/>
                </a:lnTo>
                <a:lnTo>
                  <a:pt x="6323750" y="42447"/>
                </a:lnTo>
                <a:lnTo>
                  <a:pt x="6322996" y="43211"/>
                </a:lnTo>
                <a:lnTo>
                  <a:pt x="6322263" y="44024"/>
                </a:lnTo>
                <a:lnTo>
                  <a:pt x="6321551" y="44887"/>
                </a:lnTo>
                <a:lnTo>
                  <a:pt x="6320864" y="45801"/>
                </a:lnTo>
                <a:lnTo>
                  <a:pt x="6320489" y="44997"/>
                </a:lnTo>
                <a:lnTo>
                  <a:pt x="6320089" y="44227"/>
                </a:lnTo>
                <a:lnTo>
                  <a:pt x="6319665" y="43488"/>
                </a:lnTo>
                <a:lnTo>
                  <a:pt x="6319216" y="42782"/>
                </a:lnTo>
                <a:lnTo>
                  <a:pt x="6318744" y="42109"/>
                </a:lnTo>
                <a:lnTo>
                  <a:pt x="6318249" y="41469"/>
                </a:lnTo>
                <a:lnTo>
                  <a:pt x="6317732" y="40862"/>
                </a:lnTo>
                <a:lnTo>
                  <a:pt x="6317193" y="40288"/>
                </a:lnTo>
                <a:lnTo>
                  <a:pt x="6316634" y="39748"/>
                </a:lnTo>
                <a:lnTo>
                  <a:pt x="6316055" y="39241"/>
                </a:lnTo>
                <a:lnTo>
                  <a:pt x="6315456" y="38768"/>
                </a:lnTo>
                <a:lnTo>
                  <a:pt x="6314839" y="38330"/>
                </a:lnTo>
                <a:lnTo>
                  <a:pt x="6314203" y="37925"/>
                </a:lnTo>
                <a:lnTo>
                  <a:pt x="6313550" y="37554"/>
                </a:lnTo>
                <a:lnTo>
                  <a:pt x="6312881" y="37219"/>
                </a:lnTo>
                <a:lnTo>
                  <a:pt x="6312195" y="36917"/>
                </a:lnTo>
                <a:lnTo>
                  <a:pt x="6311494" y="36651"/>
                </a:lnTo>
                <a:lnTo>
                  <a:pt x="6310778" y="36419"/>
                </a:lnTo>
                <a:lnTo>
                  <a:pt x="6310048" y="36223"/>
                </a:lnTo>
                <a:lnTo>
                  <a:pt x="6309305" y="36062"/>
                </a:lnTo>
                <a:lnTo>
                  <a:pt x="6308548" y="35936"/>
                </a:lnTo>
                <a:lnTo>
                  <a:pt x="6307780" y="35847"/>
                </a:lnTo>
                <a:lnTo>
                  <a:pt x="6307001" y="35793"/>
                </a:lnTo>
                <a:lnTo>
                  <a:pt x="6306211" y="35774"/>
                </a:lnTo>
                <a:lnTo>
                  <a:pt x="6305442" y="35788"/>
                </a:lnTo>
                <a:lnTo>
                  <a:pt x="6304677" y="35830"/>
                </a:lnTo>
                <a:lnTo>
                  <a:pt x="6303917" y="35899"/>
                </a:lnTo>
                <a:lnTo>
                  <a:pt x="6303162" y="35994"/>
                </a:lnTo>
                <a:lnTo>
                  <a:pt x="6302412" y="36116"/>
                </a:lnTo>
                <a:lnTo>
                  <a:pt x="6301668" y="36263"/>
                </a:lnTo>
                <a:lnTo>
                  <a:pt x="6300930" y="36435"/>
                </a:lnTo>
                <a:lnTo>
                  <a:pt x="6300199" y="36632"/>
                </a:lnTo>
                <a:lnTo>
                  <a:pt x="6299474" y="36853"/>
                </a:lnTo>
                <a:lnTo>
                  <a:pt x="6298756" y="37097"/>
                </a:lnTo>
                <a:lnTo>
                  <a:pt x="6298045" y="37365"/>
                </a:lnTo>
                <a:lnTo>
                  <a:pt x="6297343" y="37655"/>
                </a:lnTo>
                <a:lnTo>
                  <a:pt x="6296648" y="37967"/>
                </a:lnTo>
                <a:lnTo>
                  <a:pt x="6295961" y="38301"/>
                </a:lnTo>
                <a:lnTo>
                  <a:pt x="6295284" y="38656"/>
                </a:lnTo>
                <a:lnTo>
                  <a:pt x="6294615" y="39032"/>
                </a:lnTo>
                <a:lnTo>
                  <a:pt x="6293956" y="39428"/>
                </a:lnTo>
                <a:lnTo>
                  <a:pt x="6293306" y="39843"/>
                </a:lnTo>
                <a:lnTo>
                  <a:pt x="6292666" y="40277"/>
                </a:lnTo>
                <a:lnTo>
                  <a:pt x="6292037" y="40730"/>
                </a:lnTo>
                <a:lnTo>
                  <a:pt x="6291419" y="41201"/>
                </a:lnTo>
                <a:lnTo>
                  <a:pt x="6290811" y="41690"/>
                </a:lnTo>
                <a:lnTo>
                  <a:pt x="6290215" y="42195"/>
                </a:lnTo>
                <a:lnTo>
                  <a:pt x="6289631" y="42718"/>
                </a:lnTo>
                <a:lnTo>
                  <a:pt x="6289565" y="42021"/>
                </a:lnTo>
                <a:lnTo>
                  <a:pt x="6289464" y="41382"/>
                </a:lnTo>
                <a:lnTo>
                  <a:pt x="6289331" y="40799"/>
                </a:lnTo>
                <a:lnTo>
                  <a:pt x="6289167" y="40268"/>
                </a:lnTo>
                <a:lnTo>
                  <a:pt x="6288973" y="39789"/>
                </a:lnTo>
                <a:lnTo>
                  <a:pt x="6288751" y="39357"/>
                </a:lnTo>
                <a:lnTo>
                  <a:pt x="6288503" y="38970"/>
                </a:lnTo>
                <a:lnTo>
                  <a:pt x="6288231" y="38627"/>
                </a:lnTo>
                <a:lnTo>
                  <a:pt x="6287936" y="38323"/>
                </a:lnTo>
                <a:lnTo>
                  <a:pt x="6287620" y="38058"/>
                </a:lnTo>
                <a:lnTo>
                  <a:pt x="6287285" y="37828"/>
                </a:lnTo>
                <a:lnTo>
                  <a:pt x="6286931" y="37631"/>
                </a:lnTo>
                <a:lnTo>
                  <a:pt x="6286562" y="37464"/>
                </a:lnTo>
                <a:lnTo>
                  <a:pt x="6286178" y="37325"/>
                </a:lnTo>
                <a:lnTo>
                  <a:pt x="6285782" y="37211"/>
                </a:lnTo>
                <a:lnTo>
                  <a:pt x="6285374" y="37120"/>
                </a:lnTo>
                <a:lnTo>
                  <a:pt x="6284957" y="37048"/>
                </a:lnTo>
                <a:lnTo>
                  <a:pt x="6284533" y="36995"/>
                </a:lnTo>
                <a:lnTo>
                  <a:pt x="6284102" y="36957"/>
                </a:lnTo>
                <a:lnTo>
                  <a:pt x="6283667" y="36931"/>
                </a:lnTo>
                <a:lnTo>
                  <a:pt x="6283230" y="36916"/>
                </a:lnTo>
                <a:lnTo>
                  <a:pt x="6282791" y="36908"/>
                </a:lnTo>
                <a:lnTo>
                  <a:pt x="6282353" y="36905"/>
                </a:lnTo>
                <a:lnTo>
                  <a:pt x="6281917" y="36904"/>
                </a:lnTo>
                <a:lnTo>
                  <a:pt x="6275749" y="36904"/>
                </a:lnTo>
                <a:lnTo>
                  <a:pt x="6275377" y="36905"/>
                </a:lnTo>
                <a:lnTo>
                  <a:pt x="6274986" y="36908"/>
                </a:lnTo>
                <a:lnTo>
                  <a:pt x="6274579" y="36916"/>
                </a:lnTo>
                <a:lnTo>
                  <a:pt x="6274159" y="36931"/>
                </a:lnTo>
                <a:lnTo>
                  <a:pt x="6273730" y="36957"/>
                </a:lnTo>
                <a:lnTo>
                  <a:pt x="6273294" y="36995"/>
                </a:lnTo>
                <a:lnTo>
                  <a:pt x="6272854" y="37048"/>
                </a:lnTo>
                <a:lnTo>
                  <a:pt x="6272414" y="37119"/>
                </a:lnTo>
                <a:lnTo>
                  <a:pt x="6271977" y="37209"/>
                </a:lnTo>
                <a:lnTo>
                  <a:pt x="6271545" y="37323"/>
                </a:lnTo>
                <a:lnTo>
                  <a:pt x="6271123" y="37461"/>
                </a:lnTo>
                <a:lnTo>
                  <a:pt x="6270712" y="37628"/>
                </a:lnTo>
                <a:lnTo>
                  <a:pt x="6270316" y="37824"/>
                </a:lnTo>
                <a:lnTo>
                  <a:pt x="6269939" y="38053"/>
                </a:lnTo>
                <a:lnTo>
                  <a:pt x="6269583" y="38317"/>
                </a:lnTo>
                <a:lnTo>
                  <a:pt x="6269251" y="38619"/>
                </a:lnTo>
                <a:lnTo>
                  <a:pt x="6268946" y="38961"/>
                </a:lnTo>
                <a:lnTo>
                  <a:pt x="6268672" y="39346"/>
                </a:lnTo>
                <a:lnTo>
                  <a:pt x="6268432" y="39775"/>
                </a:lnTo>
                <a:lnTo>
                  <a:pt x="6268229" y="40253"/>
                </a:lnTo>
                <a:lnTo>
                  <a:pt x="6268065" y="40781"/>
                </a:lnTo>
                <a:lnTo>
                  <a:pt x="6267944" y="41362"/>
                </a:lnTo>
                <a:lnTo>
                  <a:pt x="6267870" y="41997"/>
                </a:lnTo>
                <a:lnTo>
                  <a:pt x="6267844" y="42691"/>
                </a:lnTo>
                <a:lnTo>
                  <a:pt x="6267865" y="43407"/>
                </a:lnTo>
                <a:lnTo>
                  <a:pt x="6267928" y="44064"/>
                </a:lnTo>
                <a:lnTo>
                  <a:pt x="6268032" y="44663"/>
                </a:lnTo>
                <a:lnTo>
                  <a:pt x="6268176" y="45208"/>
                </a:lnTo>
                <a:lnTo>
                  <a:pt x="6268361" y="45702"/>
                </a:lnTo>
                <a:lnTo>
                  <a:pt x="6268585" y="46145"/>
                </a:lnTo>
                <a:lnTo>
                  <a:pt x="6268849" y="46543"/>
                </a:lnTo>
                <a:lnTo>
                  <a:pt x="6269151" y="46896"/>
                </a:lnTo>
                <a:lnTo>
                  <a:pt x="6269492" y="47207"/>
                </a:lnTo>
                <a:lnTo>
                  <a:pt x="6269870" y="47480"/>
                </a:lnTo>
                <a:lnTo>
                  <a:pt x="6270285" y="47717"/>
                </a:lnTo>
                <a:lnTo>
                  <a:pt x="6270737" y="47919"/>
                </a:lnTo>
                <a:lnTo>
                  <a:pt x="6271225" y="48091"/>
                </a:lnTo>
                <a:lnTo>
                  <a:pt x="6271749" y="48234"/>
                </a:lnTo>
                <a:lnTo>
                  <a:pt x="6272307" y="48351"/>
                </a:lnTo>
                <a:lnTo>
                  <a:pt x="6272901" y="48445"/>
                </a:lnTo>
                <a:lnTo>
                  <a:pt x="6273528" y="48518"/>
                </a:lnTo>
                <a:lnTo>
                  <a:pt x="6274190" y="48573"/>
                </a:lnTo>
                <a:lnTo>
                  <a:pt x="6274884" y="48612"/>
                </a:lnTo>
                <a:lnTo>
                  <a:pt x="6275611" y="48639"/>
                </a:lnTo>
                <a:lnTo>
                  <a:pt x="6276370" y="48655"/>
                </a:lnTo>
                <a:lnTo>
                  <a:pt x="6277160" y="48663"/>
                </a:lnTo>
                <a:lnTo>
                  <a:pt x="6277982" y="48666"/>
                </a:lnTo>
                <a:lnTo>
                  <a:pt x="6278834" y="48666"/>
                </a:lnTo>
                <a:lnTo>
                  <a:pt x="6278834" y="108180"/>
                </a:lnTo>
                <a:lnTo>
                  <a:pt x="6277982" y="108180"/>
                </a:lnTo>
                <a:lnTo>
                  <a:pt x="6277160" y="108183"/>
                </a:lnTo>
                <a:lnTo>
                  <a:pt x="6276370" y="108191"/>
                </a:lnTo>
                <a:lnTo>
                  <a:pt x="6275611" y="108207"/>
                </a:lnTo>
                <a:lnTo>
                  <a:pt x="6274884" y="108234"/>
                </a:lnTo>
                <a:lnTo>
                  <a:pt x="6274190" y="108273"/>
                </a:lnTo>
                <a:lnTo>
                  <a:pt x="6273528" y="108328"/>
                </a:lnTo>
                <a:lnTo>
                  <a:pt x="6272901" y="108401"/>
                </a:lnTo>
                <a:lnTo>
                  <a:pt x="6272307" y="108495"/>
                </a:lnTo>
                <a:lnTo>
                  <a:pt x="6271749" y="108612"/>
                </a:lnTo>
                <a:lnTo>
                  <a:pt x="6271225" y="108755"/>
                </a:lnTo>
                <a:lnTo>
                  <a:pt x="6270737" y="108926"/>
                </a:lnTo>
                <a:lnTo>
                  <a:pt x="6270285" y="109129"/>
                </a:lnTo>
                <a:lnTo>
                  <a:pt x="6269870" y="109366"/>
                </a:lnTo>
                <a:lnTo>
                  <a:pt x="6269492" y="109638"/>
                </a:lnTo>
                <a:lnTo>
                  <a:pt x="6269151" y="109950"/>
                </a:lnTo>
                <a:lnTo>
                  <a:pt x="6268849" y="110303"/>
                </a:lnTo>
                <a:lnTo>
                  <a:pt x="6268585" y="110700"/>
                </a:lnTo>
                <a:lnTo>
                  <a:pt x="6268361" y="111144"/>
                </a:lnTo>
                <a:lnTo>
                  <a:pt x="6268176" y="111637"/>
                </a:lnTo>
                <a:lnTo>
                  <a:pt x="6268032" y="112182"/>
                </a:lnTo>
                <a:lnTo>
                  <a:pt x="6267928" y="112782"/>
                </a:lnTo>
                <a:lnTo>
                  <a:pt x="6267865" y="113439"/>
                </a:lnTo>
                <a:lnTo>
                  <a:pt x="6267844" y="114155"/>
                </a:lnTo>
                <a:lnTo>
                  <a:pt x="6267871" y="114848"/>
                </a:lnTo>
                <a:lnTo>
                  <a:pt x="6267948" y="115484"/>
                </a:lnTo>
                <a:lnTo>
                  <a:pt x="6268073" y="116064"/>
                </a:lnTo>
                <a:lnTo>
                  <a:pt x="6268242" y="116591"/>
                </a:lnTo>
                <a:lnTo>
                  <a:pt x="6268452" y="117069"/>
                </a:lnTo>
                <a:lnTo>
                  <a:pt x="6268700" y="117499"/>
                </a:lnTo>
                <a:lnTo>
                  <a:pt x="6268981" y="117883"/>
                </a:lnTo>
                <a:lnTo>
                  <a:pt x="6269294" y="118225"/>
                </a:lnTo>
                <a:lnTo>
                  <a:pt x="6269634" y="118527"/>
                </a:lnTo>
                <a:lnTo>
                  <a:pt x="6269998" y="118791"/>
                </a:lnTo>
                <a:lnTo>
                  <a:pt x="6270383" y="119019"/>
                </a:lnTo>
                <a:lnTo>
                  <a:pt x="6270785" y="119216"/>
                </a:lnTo>
                <a:lnTo>
                  <a:pt x="6271201" y="119382"/>
                </a:lnTo>
                <a:lnTo>
                  <a:pt x="6271628" y="119520"/>
                </a:lnTo>
                <a:lnTo>
                  <a:pt x="6272062" y="119634"/>
                </a:lnTo>
                <a:lnTo>
                  <a:pt x="6272500" y="119724"/>
                </a:lnTo>
                <a:lnTo>
                  <a:pt x="6272939" y="119795"/>
                </a:lnTo>
                <a:lnTo>
                  <a:pt x="6273375" y="119848"/>
                </a:lnTo>
                <a:lnTo>
                  <a:pt x="6273806" y="119886"/>
                </a:lnTo>
                <a:lnTo>
                  <a:pt x="6274226" y="119912"/>
                </a:lnTo>
                <a:lnTo>
                  <a:pt x="6274634" y="119927"/>
                </a:lnTo>
                <a:lnTo>
                  <a:pt x="6275026" y="119935"/>
                </a:lnTo>
                <a:lnTo>
                  <a:pt x="6275399" y="119938"/>
                </a:lnTo>
                <a:lnTo>
                  <a:pt x="6275749" y="119939"/>
                </a:lnTo>
                <a:lnTo>
                  <a:pt x="6292717" y="119939"/>
                </a:lnTo>
                <a:lnTo>
                  <a:pt x="6293089" y="119938"/>
                </a:lnTo>
                <a:lnTo>
                  <a:pt x="6293480" y="119935"/>
                </a:lnTo>
                <a:lnTo>
                  <a:pt x="6293886" y="119927"/>
                </a:lnTo>
                <a:lnTo>
                  <a:pt x="6294306" y="119912"/>
                </a:lnTo>
                <a:lnTo>
                  <a:pt x="6294735" y="119886"/>
                </a:lnTo>
                <a:lnTo>
                  <a:pt x="6295171" y="119848"/>
                </a:lnTo>
                <a:lnTo>
                  <a:pt x="6295611" y="119795"/>
                </a:lnTo>
                <a:lnTo>
                  <a:pt x="6296050" y="119724"/>
                </a:lnTo>
                <a:lnTo>
                  <a:pt x="6296488" y="119634"/>
                </a:lnTo>
                <a:lnTo>
                  <a:pt x="6296919" y="119520"/>
                </a:lnTo>
                <a:lnTo>
                  <a:pt x="6297341" y="119382"/>
                </a:lnTo>
                <a:lnTo>
                  <a:pt x="6297752" y="119216"/>
                </a:lnTo>
                <a:lnTo>
                  <a:pt x="6298147" y="119019"/>
                </a:lnTo>
                <a:lnTo>
                  <a:pt x="6298525" y="118791"/>
                </a:lnTo>
                <a:lnTo>
                  <a:pt x="6298881" y="118527"/>
                </a:lnTo>
                <a:lnTo>
                  <a:pt x="6299212" y="118225"/>
                </a:lnTo>
                <a:lnTo>
                  <a:pt x="6299517" y="117883"/>
                </a:lnTo>
                <a:lnTo>
                  <a:pt x="6299790" y="117499"/>
                </a:lnTo>
                <a:lnTo>
                  <a:pt x="6300030" y="117069"/>
                </a:lnTo>
                <a:lnTo>
                  <a:pt x="6300234" y="116591"/>
                </a:lnTo>
                <a:lnTo>
                  <a:pt x="6300397" y="116064"/>
                </a:lnTo>
                <a:lnTo>
                  <a:pt x="6300518" y="115484"/>
                </a:lnTo>
                <a:lnTo>
                  <a:pt x="6300593" y="114848"/>
                </a:lnTo>
                <a:lnTo>
                  <a:pt x="6300618" y="114155"/>
                </a:lnTo>
                <a:lnTo>
                  <a:pt x="6300597" y="113439"/>
                </a:lnTo>
                <a:lnTo>
                  <a:pt x="6300535" y="112782"/>
                </a:lnTo>
                <a:lnTo>
                  <a:pt x="6300431" y="112182"/>
                </a:lnTo>
                <a:lnTo>
                  <a:pt x="6300286" y="111637"/>
                </a:lnTo>
                <a:lnTo>
                  <a:pt x="6300102" y="111144"/>
                </a:lnTo>
                <a:lnTo>
                  <a:pt x="6299877" y="110700"/>
                </a:lnTo>
                <a:lnTo>
                  <a:pt x="6299614" y="110303"/>
                </a:lnTo>
                <a:lnTo>
                  <a:pt x="6299312" y="109950"/>
                </a:lnTo>
                <a:lnTo>
                  <a:pt x="6298972" y="109638"/>
                </a:lnTo>
                <a:lnTo>
                  <a:pt x="6298594" y="109366"/>
                </a:lnTo>
                <a:lnTo>
                  <a:pt x="6298179" y="109129"/>
                </a:lnTo>
                <a:lnTo>
                  <a:pt x="6297727" y="108926"/>
                </a:lnTo>
                <a:lnTo>
                  <a:pt x="6297239" y="108755"/>
                </a:lnTo>
                <a:lnTo>
                  <a:pt x="6296716" y="108612"/>
                </a:lnTo>
                <a:lnTo>
                  <a:pt x="6296157" y="108495"/>
                </a:lnTo>
                <a:lnTo>
                  <a:pt x="6295564" y="108401"/>
                </a:lnTo>
                <a:lnTo>
                  <a:pt x="6294936" y="108328"/>
                </a:lnTo>
                <a:lnTo>
                  <a:pt x="6294275" y="108273"/>
                </a:lnTo>
                <a:lnTo>
                  <a:pt x="6293581" y="108234"/>
                </a:lnTo>
                <a:lnTo>
                  <a:pt x="6292854" y="108207"/>
                </a:lnTo>
                <a:lnTo>
                  <a:pt x="6292095" y="108191"/>
                </a:lnTo>
                <a:lnTo>
                  <a:pt x="6291305" y="108183"/>
                </a:lnTo>
                <a:lnTo>
                  <a:pt x="6290483" y="108180"/>
                </a:lnTo>
                <a:lnTo>
                  <a:pt x="6289631" y="108180"/>
                </a:lnTo>
                <a:lnTo>
                  <a:pt x="6289631" y="73705"/>
                </a:lnTo>
                <a:lnTo>
                  <a:pt x="6289671" y="71608"/>
                </a:lnTo>
                <a:lnTo>
                  <a:pt x="6289791" y="69594"/>
                </a:lnTo>
                <a:lnTo>
                  <a:pt x="6289986" y="67666"/>
                </a:lnTo>
                <a:lnTo>
                  <a:pt x="6290253" y="65823"/>
                </a:lnTo>
                <a:lnTo>
                  <a:pt x="6290589" y="64065"/>
                </a:lnTo>
                <a:lnTo>
                  <a:pt x="6290989" y="62394"/>
                </a:lnTo>
                <a:lnTo>
                  <a:pt x="6291452" y="60810"/>
                </a:lnTo>
                <a:lnTo>
                  <a:pt x="6291973" y="59312"/>
                </a:lnTo>
                <a:lnTo>
                  <a:pt x="6292549" y="57902"/>
                </a:lnTo>
                <a:lnTo>
                  <a:pt x="6293176" y="56580"/>
                </a:lnTo>
                <a:lnTo>
                  <a:pt x="6293851" y="55346"/>
                </a:lnTo>
                <a:lnTo>
                  <a:pt x="6294571" y="54201"/>
                </a:lnTo>
                <a:lnTo>
                  <a:pt x="6295332" y="53145"/>
                </a:lnTo>
                <a:lnTo>
                  <a:pt x="6296131" y="52179"/>
                </a:lnTo>
                <a:lnTo>
                  <a:pt x="6296964" y="51303"/>
                </a:lnTo>
                <a:lnTo>
                  <a:pt x="6297828" y="50517"/>
                </a:lnTo>
                <a:lnTo>
                  <a:pt x="6298720" y="49822"/>
                </a:lnTo>
                <a:lnTo>
                  <a:pt x="6299635" y="49218"/>
                </a:lnTo>
                <a:lnTo>
                  <a:pt x="6300571" y="48706"/>
                </a:lnTo>
                <a:lnTo>
                  <a:pt x="6301524" y="48286"/>
                </a:lnTo>
                <a:lnTo>
                  <a:pt x="6302491" y="47959"/>
                </a:lnTo>
                <a:lnTo>
                  <a:pt x="6303468" y="47724"/>
                </a:lnTo>
                <a:lnTo>
                  <a:pt x="6304452" y="47584"/>
                </a:lnTo>
                <a:lnTo>
                  <a:pt x="6305440" y="47537"/>
                </a:lnTo>
                <a:lnTo>
                  <a:pt x="6305985" y="47554"/>
                </a:lnTo>
                <a:lnTo>
                  <a:pt x="6306512" y="47608"/>
                </a:lnTo>
                <a:lnTo>
                  <a:pt x="6307019" y="47702"/>
                </a:lnTo>
                <a:lnTo>
                  <a:pt x="6307508" y="47837"/>
                </a:lnTo>
                <a:lnTo>
                  <a:pt x="6307976" y="48017"/>
                </a:lnTo>
                <a:lnTo>
                  <a:pt x="6308425" y="48244"/>
                </a:lnTo>
                <a:lnTo>
                  <a:pt x="6308853" y="48520"/>
                </a:lnTo>
                <a:lnTo>
                  <a:pt x="6309260" y="48849"/>
                </a:lnTo>
                <a:lnTo>
                  <a:pt x="6309645" y="49232"/>
                </a:lnTo>
                <a:lnTo>
                  <a:pt x="6310009" y="49673"/>
                </a:lnTo>
                <a:lnTo>
                  <a:pt x="6310350" y="50174"/>
                </a:lnTo>
                <a:lnTo>
                  <a:pt x="6310669" y="50738"/>
                </a:lnTo>
                <a:lnTo>
                  <a:pt x="6310965" y="51366"/>
                </a:lnTo>
                <a:lnTo>
                  <a:pt x="6311237" y="52063"/>
                </a:lnTo>
                <a:lnTo>
                  <a:pt x="6311485" y="52830"/>
                </a:lnTo>
                <a:lnTo>
                  <a:pt x="6311709" y="53669"/>
                </a:lnTo>
                <a:lnTo>
                  <a:pt x="6311908" y="54585"/>
                </a:lnTo>
                <a:lnTo>
                  <a:pt x="6312082" y="55578"/>
                </a:lnTo>
                <a:lnTo>
                  <a:pt x="6312231" y="56652"/>
                </a:lnTo>
                <a:lnTo>
                  <a:pt x="6312353" y="57809"/>
                </a:lnTo>
                <a:lnTo>
                  <a:pt x="6312449" y="59052"/>
                </a:lnTo>
                <a:lnTo>
                  <a:pt x="6312518" y="60384"/>
                </a:lnTo>
                <a:lnTo>
                  <a:pt x="6312560" y="61807"/>
                </a:lnTo>
                <a:lnTo>
                  <a:pt x="6312574" y="63323"/>
                </a:lnTo>
                <a:lnTo>
                  <a:pt x="6312574" y="108180"/>
                </a:lnTo>
                <a:lnTo>
                  <a:pt x="6312110" y="108180"/>
                </a:lnTo>
                <a:lnTo>
                  <a:pt x="6311637" y="108183"/>
                </a:lnTo>
                <a:lnTo>
                  <a:pt x="6311158" y="108191"/>
                </a:lnTo>
                <a:lnTo>
                  <a:pt x="6310673" y="108207"/>
                </a:lnTo>
                <a:lnTo>
                  <a:pt x="6310188" y="108234"/>
                </a:lnTo>
                <a:lnTo>
                  <a:pt x="6309703" y="108273"/>
                </a:lnTo>
                <a:lnTo>
                  <a:pt x="6309222" y="108328"/>
                </a:lnTo>
                <a:lnTo>
                  <a:pt x="6308746" y="108401"/>
                </a:lnTo>
                <a:lnTo>
                  <a:pt x="6308280" y="108495"/>
                </a:lnTo>
                <a:lnTo>
                  <a:pt x="6307824" y="108612"/>
                </a:lnTo>
                <a:lnTo>
                  <a:pt x="6307383" y="108755"/>
                </a:lnTo>
                <a:lnTo>
                  <a:pt x="6306958" y="108926"/>
                </a:lnTo>
                <a:lnTo>
                  <a:pt x="6306552" y="109129"/>
                </a:lnTo>
                <a:lnTo>
                  <a:pt x="6306168" y="109366"/>
                </a:lnTo>
                <a:lnTo>
                  <a:pt x="6305808" y="109638"/>
                </a:lnTo>
                <a:lnTo>
                  <a:pt x="6305475" y="109950"/>
                </a:lnTo>
                <a:lnTo>
                  <a:pt x="6305172" y="110303"/>
                </a:lnTo>
                <a:lnTo>
                  <a:pt x="6304900" y="110700"/>
                </a:lnTo>
                <a:lnTo>
                  <a:pt x="6304663" y="111144"/>
                </a:lnTo>
                <a:lnTo>
                  <a:pt x="6304464" y="111637"/>
                </a:lnTo>
                <a:lnTo>
                  <a:pt x="6304304" y="112182"/>
                </a:lnTo>
                <a:lnTo>
                  <a:pt x="6304187" y="112782"/>
                </a:lnTo>
                <a:lnTo>
                  <a:pt x="6304114" y="113439"/>
                </a:lnTo>
                <a:lnTo>
                  <a:pt x="6304090" y="114155"/>
                </a:lnTo>
                <a:lnTo>
                  <a:pt x="6304116" y="114848"/>
                </a:lnTo>
                <a:lnTo>
                  <a:pt x="6304194" y="115484"/>
                </a:lnTo>
                <a:lnTo>
                  <a:pt x="6304319" y="116064"/>
                </a:lnTo>
                <a:lnTo>
                  <a:pt x="6304488" y="116591"/>
                </a:lnTo>
                <a:lnTo>
                  <a:pt x="6304698" y="117069"/>
                </a:lnTo>
                <a:lnTo>
                  <a:pt x="6304945" y="117499"/>
                </a:lnTo>
                <a:lnTo>
                  <a:pt x="6305227" y="117883"/>
                </a:lnTo>
                <a:lnTo>
                  <a:pt x="6305539" y="118225"/>
                </a:lnTo>
                <a:lnTo>
                  <a:pt x="6305879" y="118527"/>
                </a:lnTo>
                <a:lnTo>
                  <a:pt x="6306243" y="118791"/>
                </a:lnTo>
                <a:lnTo>
                  <a:pt x="6306628" y="119019"/>
                </a:lnTo>
                <a:lnTo>
                  <a:pt x="6307030" y="119216"/>
                </a:lnTo>
                <a:lnTo>
                  <a:pt x="6307446" y="119382"/>
                </a:lnTo>
                <a:lnTo>
                  <a:pt x="6307873" y="119520"/>
                </a:lnTo>
                <a:lnTo>
                  <a:pt x="6308308" y="119634"/>
                </a:lnTo>
                <a:lnTo>
                  <a:pt x="6308746" y="119724"/>
                </a:lnTo>
                <a:lnTo>
                  <a:pt x="6309185" y="119795"/>
                </a:lnTo>
                <a:lnTo>
                  <a:pt x="6309621" y="119848"/>
                </a:lnTo>
                <a:lnTo>
                  <a:pt x="6310051" y="119886"/>
                </a:lnTo>
                <a:lnTo>
                  <a:pt x="6310472" y="119912"/>
                </a:lnTo>
                <a:lnTo>
                  <a:pt x="6310880" y="119927"/>
                </a:lnTo>
                <a:lnTo>
                  <a:pt x="6311272" y="119935"/>
                </a:lnTo>
                <a:lnTo>
                  <a:pt x="6311644" y="119938"/>
                </a:lnTo>
                <a:lnTo>
                  <a:pt x="6311994" y="119939"/>
                </a:lnTo>
                <a:lnTo>
                  <a:pt x="6326453" y="119939"/>
                </a:lnTo>
                <a:lnTo>
                  <a:pt x="6326825" y="119938"/>
                </a:lnTo>
                <a:lnTo>
                  <a:pt x="6327216" y="119935"/>
                </a:lnTo>
                <a:lnTo>
                  <a:pt x="6327623" y="119927"/>
                </a:lnTo>
                <a:lnTo>
                  <a:pt x="6328043" y="119912"/>
                </a:lnTo>
                <a:lnTo>
                  <a:pt x="6328472" y="119886"/>
                </a:lnTo>
                <a:lnTo>
                  <a:pt x="6328908" y="119848"/>
                </a:lnTo>
                <a:lnTo>
                  <a:pt x="6329348" y="119795"/>
                </a:lnTo>
                <a:lnTo>
                  <a:pt x="6329787" y="119724"/>
                </a:lnTo>
                <a:lnTo>
                  <a:pt x="6330225" y="119634"/>
                </a:lnTo>
                <a:lnTo>
                  <a:pt x="6330656" y="119520"/>
                </a:lnTo>
                <a:lnTo>
                  <a:pt x="6331079" y="119382"/>
                </a:lnTo>
                <a:lnTo>
                  <a:pt x="6331490" y="119216"/>
                </a:lnTo>
                <a:lnTo>
                  <a:pt x="6331885" y="119019"/>
                </a:lnTo>
                <a:lnTo>
                  <a:pt x="6332263" y="118791"/>
                </a:lnTo>
                <a:lnTo>
                  <a:pt x="6332619" y="118527"/>
                </a:lnTo>
                <a:lnTo>
                  <a:pt x="6332951" y="118225"/>
                </a:lnTo>
                <a:lnTo>
                  <a:pt x="6333255" y="117883"/>
                </a:lnTo>
                <a:lnTo>
                  <a:pt x="6333529" y="117499"/>
                </a:lnTo>
                <a:lnTo>
                  <a:pt x="6333769" y="117069"/>
                </a:lnTo>
                <a:lnTo>
                  <a:pt x="6333973" y="116591"/>
                </a:lnTo>
                <a:lnTo>
                  <a:pt x="6334136" y="116064"/>
                </a:lnTo>
                <a:lnTo>
                  <a:pt x="6334257" y="115484"/>
                </a:lnTo>
                <a:lnTo>
                  <a:pt x="6334332" y="114848"/>
                </a:lnTo>
                <a:lnTo>
                  <a:pt x="6334357" y="114155"/>
                </a:lnTo>
                <a:lnTo>
                  <a:pt x="6334336" y="113439"/>
                </a:lnTo>
                <a:lnTo>
                  <a:pt x="6334274" y="112782"/>
                </a:lnTo>
                <a:lnTo>
                  <a:pt x="6334170" y="112182"/>
                </a:lnTo>
                <a:lnTo>
                  <a:pt x="6334025" y="111637"/>
                </a:lnTo>
                <a:lnTo>
                  <a:pt x="6333841" y="111144"/>
                </a:lnTo>
                <a:lnTo>
                  <a:pt x="6333617" y="110700"/>
                </a:lnTo>
                <a:lnTo>
                  <a:pt x="6333353" y="110303"/>
                </a:lnTo>
                <a:lnTo>
                  <a:pt x="6333051" y="109950"/>
                </a:lnTo>
                <a:lnTo>
                  <a:pt x="6332711" y="109638"/>
                </a:lnTo>
                <a:lnTo>
                  <a:pt x="6332333" y="109366"/>
                </a:lnTo>
                <a:lnTo>
                  <a:pt x="6331918" y="109129"/>
                </a:lnTo>
                <a:lnTo>
                  <a:pt x="6331466" y="108926"/>
                </a:lnTo>
                <a:lnTo>
                  <a:pt x="6330978" y="108755"/>
                </a:lnTo>
                <a:lnTo>
                  <a:pt x="6330455" y="108612"/>
                </a:lnTo>
                <a:lnTo>
                  <a:pt x="6329896" y="108495"/>
                </a:lnTo>
                <a:lnTo>
                  <a:pt x="6329303" y="108401"/>
                </a:lnTo>
                <a:lnTo>
                  <a:pt x="6328675" y="108328"/>
                </a:lnTo>
                <a:lnTo>
                  <a:pt x="6328014" y="108273"/>
                </a:lnTo>
                <a:lnTo>
                  <a:pt x="6327320" y="108234"/>
                </a:lnTo>
                <a:lnTo>
                  <a:pt x="6326593" y="108207"/>
                </a:lnTo>
                <a:lnTo>
                  <a:pt x="6325835" y="108191"/>
                </a:lnTo>
                <a:lnTo>
                  <a:pt x="6325044" y="108183"/>
                </a:lnTo>
                <a:lnTo>
                  <a:pt x="6324222" y="108180"/>
                </a:lnTo>
                <a:lnTo>
                  <a:pt x="6323370" y="108180"/>
                </a:lnTo>
                <a:lnTo>
                  <a:pt x="6323370" y="73720"/>
                </a:lnTo>
                <a:lnTo>
                  <a:pt x="6323411" y="71621"/>
                </a:lnTo>
                <a:lnTo>
                  <a:pt x="6323530" y="69606"/>
                </a:lnTo>
                <a:lnTo>
                  <a:pt x="6323725" y="67676"/>
                </a:lnTo>
                <a:lnTo>
                  <a:pt x="6323992" y="65831"/>
                </a:lnTo>
                <a:lnTo>
                  <a:pt x="6324328" y="64073"/>
                </a:lnTo>
                <a:lnTo>
                  <a:pt x="6324729" y="62401"/>
                </a:lnTo>
                <a:lnTo>
                  <a:pt x="6325191" y="60815"/>
                </a:lnTo>
                <a:lnTo>
                  <a:pt x="6325712" y="59317"/>
                </a:lnTo>
                <a:lnTo>
                  <a:pt x="6326288" y="57906"/>
                </a:lnTo>
                <a:lnTo>
                  <a:pt x="6326915" y="56583"/>
                </a:lnTo>
                <a:lnTo>
                  <a:pt x="6327590" y="55349"/>
                </a:lnTo>
                <a:lnTo>
                  <a:pt x="6328310" y="54203"/>
                </a:lnTo>
                <a:lnTo>
                  <a:pt x="6329071" y="53147"/>
                </a:lnTo>
                <a:lnTo>
                  <a:pt x="6329870" y="52180"/>
                </a:lnTo>
                <a:lnTo>
                  <a:pt x="6330703" y="51303"/>
                </a:lnTo>
                <a:lnTo>
                  <a:pt x="6331567" y="50517"/>
                </a:lnTo>
                <a:lnTo>
                  <a:pt x="6332459" y="49822"/>
                </a:lnTo>
                <a:lnTo>
                  <a:pt x="6333374" y="49218"/>
                </a:lnTo>
                <a:lnTo>
                  <a:pt x="6334310" y="48706"/>
                </a:lnTo>
                <a:lnTo>
                  <a:pt x="6335263" y="48286"/>
                </a:lnTo>
                <a:lnTo>
                  <a:pt x="6336230" y="47959"/>
                </a:lnTo>
                <a:lnTo>
                  <a:pt x="6337207" y="47724"/>
                </a:lnTo>
                <a:lnTo>
                  <a:pt x="6338192" y="47584"/>
                </a:lnTo>
                <a:lnTo>
                  <a:pt x="6339179" y="47537"/>
                </a:lnTo>
                <a:lnTo>
                  <a:pt x="6339724" y="47554"/>
                </a:lnTo>
                <a:lnTo>
                  <a:pt x="6340251" y="47608"/>
                </a:lnTo>
                <a:lnTo>
                  <a:pt x="6340758" y="47702"/>
                </a:lnTo>
                <a:lnTo>
                  <a:pt x="6341247" y="47837"/>
                </a:lnTo>
                <a:lnTo>
                  <a:pt x="6341715" y="48017"/>
                </a:lnTo>
                <a:lnTo>
                  <a:pt x="6342164" y="48244"/>
                </a:lnTo>
                <a:lnTo>
                  <a:pt x="6342592" y="48520"/>
                </a:lnTo>
                <a:lnTo>
                  <a:pt x="6342999" y="48849"/>
                </a:lnTo>
                <a:lnTo>
                  <a:pt x="6343384" y="49232"/>
                </a:lnTo>
                <a:lnTo>
                  <a:pt x="6343748" y="49673"/>
                </a:lnTo>
                <a:lnTo>
                  <a:pt x="6344090" y="50174"/>
                </a:lnTo>
                <a:lnTo>
                  <a:pt x="6344408" y="50738"/>
                </a:lnTo>
                <a:lnTo>
                  <a:pt x="6344704" y="51366"/>
                </a:lnTo>
                <a:lnTo>
                  <a:pt x="6344976" y="52063"/>
                </a:lnTo>
                <a:lnTo>
                  <a:pt x="6345225" y="52830"/>
                </a:lnTo>
                <a:lnTo>
                  <a:pt x="6345448" y="53669"/>
                </a:lnTo>
                <a:lnTo>
                  <a:pt x="6345648" y="54585"/>
                </a:lnTo>
                <a:lnTo>
                  <a:pt x="6345822" y="55578"/>
                </a:lnTo>
                <a:lnTo>
                  <a:pt x="6345970" y="56652"/>
                </a:lnTo>
                <a:lnTo>
                  <a:pt x="6346092" y="57809"/>
                </a:lnTo>
                <a:lnTo>
                  <a:pt x="6346188" y="59052"/>
                </a:lnTo>
                <a:lnTo>
                  <a:pt x="6346257" y="60384"/>
                </a:lnTo>
                <a:lnTo>
                  <a:pt x="6346299" y="61807"/>
                </a:lnTo>
                <a:lnTo>
                  <a:pt x="6346313" y="63323"/>
                </a:lnTo>
                <a:lnTo>
                  <a:pt x="6346313" y="108180"/>
                </a:lnTo>
                <a:lnTo>
                  <a:pt x="6345849" y="108180"/>
                </a:lnTo>
                <a:lnTo>
                  <a:pt x="6345376" y="108183"/>
                </a:lnTo>
                <a:lnTo>
                  <a:pt x="6344896" y="108191"/>
                </a:lnTo>
                <a:lnTo>
                  <a:pt x="6344412" y="108207"/>
                </a:lnTo>
                <a:lnTo>
                  <a:pt x="6343926" y="108234"/>
                </a:lnTo>
                <a:lnTo>
                  <a:pt x="6343441" y="108273"/>
                </a:lnTo>
                <a:lnTo>
                  <a:pt x="6342959" y="108328"/>
                </a:lnTo>
                <a:lnTo>
                  <a:pt x="6342484" y="108401"/>
                </a:lnTo>
                <a:lnTo>
                  <a:pt x="6342018" y="108495"/>
                </a:lnTo>
                <a:lnTo>
                  <a:pt x="6341562" y="108612"/>
                </a:lnTo>
                <a:lnTo>
                  <a:pt x="6341121" y="108755"/>
                </a:lnTo>
                <a:lnTo>
                  <a:pt x="6340696" y="108926"/>
                </a:lnTo>
                <a:lnTo>
                  <a:pt x="6340291" y="109129"/>
                </a:lnTo>
                <a:lnTo>
                  <a:pt x="6339906" y="109366"/>
                </a:lnTo>
                <a:lnTo>
                  <a:pt x="6339547" y="109638"/>
                </a:lnTo>
                <a:lnTo>
                  <a:pt x="6339214" y="109950"/>
                </a:lnTo>
                <a:lnTo>
                  <a:pt x="6338910" y="110303"/>
                </a:lnTo>
                <a:lnTo>
                  <a:pt x="6338639" y="110700"/>
                </a:lnTo>
                <a:lnTo>
                  <a:pt x="6338402" y="111144"/>
                </a:lnTo>
                <a:lnTo>
                  <a:pt x="6338203" y="111637"/>
                </a:lnTo>
                <a:lnTo>
                  <a:pt x="6338043" y="112182"/>
                </a:lnTo>
                <a:lnTo>
                  <a:pt x="6337926" y="112782"/>
                </a:lnTo>
                <a:lnTo>
                  <a:pt x="6337853" y="113439"/>
                </a:lnTo>
                <a:lnTo>
                  <a:pt x="6337829" y="114155"/>
                </a:lnTo>
                <a:lnTo>
                  <a:pt x="6337855" y="114848"/>
                </a:lnTo>
                <a:lnTo>
                  <a:pt x="6337933" y="115484"/>
                </a:lnTo>
                <a:lnTo>
                  <a:pt x="6338058" y="116064"/>
                </a:lnTo>
                <a:lnTo>
                  <a:pt x="6338227" y="116591"/>
                </a:lnTo>
                <a:lnTo>
                  <a:pt x="6338437" y="117069"/>
                </a:lnTo>
                <a:lnTo>
                  <a:pt x="6338684" y="117499"/>
                </a:lnTo>
                <a:lnTo>
                  <a:pt x="6338966" y="117883"/>
                </a:lnTo>
                <a:lnTo>
                  <a:pt x="6339278" y="118225"/>
                </a:lnTo>
                <a:lnTo>
                  <a:pt x="6339618" y="118527"/>
                </a:lnTo>
                <a:lnTo>
                  <a:pt x="6339982" y="118791"/>
                </a:lnTo>
                <a:lnTo>
                  <a:pt x="6340366" y="119019"/>
                </a:lnTo>
                <a:lnTo>
                  <a:pt x="6340768" y="119216"/>
                </a:lnTo>
                <a:lnTo>
                  <a:pt x="6341184" y="119382"/>
                </a:lnTo>
                <a:lnTo>
                  <a:pt x="6341611" y="119520"/>
                </a:lnTo>
                <a:lnTo>
                  <a:pt x="6342045" y="119634"/>
                </a:lnTo>
                <a:lnTo>
                  <a:pt x="6342484" y="119724"/>
                </a:lnTo>
                <a:lnTo>
                  <a:pt x="6342923" y="119795"/>
                </a:lnTo>
                <a:lnTo>
                  <a:pt x="6343359" y="119848"/>
                </a:lnTo>
                <a:lnTo>
                  <a:pt x="6343789" y="119886"/>
                </a:lnTo>
                <a:lnTo>
                  <a:pt x="6344210" y="119912"/>
                </a:lnTo>
                <a:lnTo>
                  <a:pt x="6344618" y="119927"/>
                </a:lnTo>
                <a:lnTo>
                  <a:pt x="6345010" y="119935"/>
                </a:lnTo>
                <a:lnTo>
                  <a:pt x="6345383" y="119938"/>
                </a:lnTo>
                <a:lnTo>
                  <a:pt x="6345733" y="119939"/>
                </a:lnTo>
                <a:lnTo>
                  <a:pt x="6360192" y="119939"/>
                </a:lnTo>
                <a:lnTo>
                  <a:pt x="6360564" y="119938"/>
                </a:lnTo>
                <a:lnTo>
                  <a:pt x="6360955" y="119935"/>
                </a:lnTo>
                <a:lnTo>
                  <a:pt x="6361362" y="119927"/>
                </a:lnTo>
                <a:lnTo>
                  <a:pt x="6361782" y="119912"/>
                </a:lnTo>
                <a:lnTo>
                  <a:pt x="6362211" y="119886"/>
                </a:lnTo>
                <a:lnTo>
                  <a:pt x="6362647" y="119848"/>
                </a:lnTo>
                <a:lnTo>
                  <a:pt x="6363087" y="119795"/>
                </a:lnTo>
                <a:lnTo>
                  <a:pt x="6363527" y="119724"/>
                </a:lnTo>
                <a:lnTo>
                  <a:pt x="6363964" y="119634"/>
                </a:lnTo>
                <a:lnTo>
                  <a:pt x="6364395" y="119520"/>
                </a:lnTo>
                <a:lnTo>
                  <a:pt x="6364818" y="119382"/>
                </a:lnTo>
                <a:lnTo>
                  <a:pt x="6365229" y="119216"/>
                </a:lnTo>
                <a:lnTo>
                  <a:pt x="6365624" y="119019"/>
                </a:lnTo>
                <a:lnTo>
                  <a:pt x="6366002" y="118791"/>
                </a:lnTo>
                <a:lnTo>
                  <a:pt x="6366358" y="118527"/>
                </a:lnTo>
                <a:lnTo>
                  <a:pt x="6366690" y="118225"/>
                </a:lnTo>
                <a:lnTo>
                  <a:pt x="6366994" y="117883"/>
                </a:lnTo>
                <a:lnTo>
                  <a:pt x="6367268" y="117499"/>
                </a:lnTo>
                <a:lnTo>
                  <a:pt x="6367508" y="117069"/>
                </a:lnTo>
                <a:lnTo>
                  <a:pt x="6367712" y="116591"/>
                </a:lnTo>
                <a:lnTo>
                  <a:pt x="6367876" y="116064"/>
                </a:lnTo>
                <a:lnTo>
                  <a:pt x="6367996" y="115484"/>
                </a:lnTo>
                <a:lnTo>
                  <a:pt x="6368071" y="114848"/>
                </a:lnTo>
                <a:lnTo>
                  <a:pt x="6368097" y="114155"/>
                </a:lnTo>
                <a:lnTo>
                  <a:pt x="6368076" y="113439"/>
                </a:lnTo>
                <a:lnTo>
                  <a:pt x="6368013" y="112782"/>
                </a:lnTo>
                <a:lnTo>
                  <a:pt x="6367909" y="112182"/>
                </a:lnTo>
                <a:lnTo>
                  <a:pt x="6367765" y="111637"/>
                </a:lnTo>
                <a:lnTo>
                  <a:pt x="6367580" y="111144"/>
                </a:lnTo>
                <a:lnTo>
                  <a:pt x="6367356" y="110700"/>
                </a:lnTo>
                <a:close/>
                <a:moveTo>
                  <a:pt x="6757991" y="83549"/>
                </a:moveTo>
                <a:lnTo>
                  <a:pt x="6756707" y="82006"/>
                </a:lnTo>
                <a:lnTo>
                  <a:pt x="6755296" y="80590"/>
                </a:lnTo>
                <a:lnTo>
                  <a:pt x="6753778" y="79297"/>
                </a:lnTo>
                <a:lnTo>
                  <a:pt x="6752171" y="78120"/>
                </a:lnTo>
                <a:lnTo>
                  <a:pt x="6750494" y="77053"/>
                </a:lnTo>
                <a:lnTo>
                  <a:pt x="6748766" y="76092"/>
                </a:lnTo>
                <a:lnTo>
                  <a:pt x="6747006" y="75230"/>
                </a:lnTo>
                <a:lnTo>
                  <a:pt x="6745232" y="74463"/>
                </a:lnTo>
                <a:lnTo>
                  <a:pt x="6743465" y="73783"/>
                </a:lnTo>
                <a:lnTo>
                  <a:pt x="6741721" y="73186"/>
                </a:lnTo>
                <a:lnTo>
                  <a:pt x="6740022" y="72666"/>
                </a:lnTo>
                <a:lnTo>
                  <a:pt x="6738385" y="72218"/>
                </a:lnTo>
                <a:lnTo>
                  <a:pt x="6736829" y="71835"/>
                </a:lnTo>
                <a:lnTo>
                  <a:pt x="6735373" y="71513"/>
                </a:lnTo>
                <a:lnTo>
                  <a:pt x="6734037" y="71245"/>
                </a:lnTo>
                <a:lnTo>
                  <a:pt x="6732839" y="71026"/>
                </a:lnTo>
                <a:lnTo>
                  <a:pt x="6731797" y="70851"/>
                </a:lnTo>
                <a:lnTo>
                  <a:pt x="6730932" y="70713"/>
                </a:lnTo>
                <a:lnTo>
                  <a:pt x="6717823" y="68398"/>
                </a:lnTo>
                <a:lnTo>
                  <a:pt x="6717087" y="68293"/>
                </a:lnTo>
                <a:lnTo>
                  <a:pt x="6716281" y="68170"/>
                </a:lnTo>
                <a:lnTo>
                  <a:pt x="6715414" y="68029"/>
                </a:lnTo>
                <a:lnTo>
                  <a:pt x="6714496" y="67866"/>
                </a:lnTo>
                <a:lnTo>
                  <a:pt x="6713536" y="67681"/>
                </a:lnTo>
                <a:lnTo>
                  <a:pt x="6712542" y="67471"/>
                </a:lnTo>
                <a:lnTo>
                  <a:pt x="6711524" y="67237"/>
                </a:lnTo>
                <a:lnTo>
                  <a:pt x="6710489" y="66975"/>
                </a:lnTo>
                <a:lnTo>
                  <a:pt x="6709449" y="66684"/>
                </a:lnTo>
                <a:lnTo>
                  <a:pt x="6708410" y="66363"/>
                </a:lnTo>
                <a:lnTo>
                  <a:pt x="6707383" y="66009"/>
                </a:lnTo>
                <a:lnTo>
                  <a:pt x="6706376" y="65623"/>
                </a:lnTo>
                <a:lnTo>
                  <a:pt x="6705398" y="65201"/>
                </a:lnTo>
                <a:lnTo>
                  <a:pt x="6704458" y="64742"/>
                </a:lnTo>
                <a:lnTo>
                  <a:pt x="6703565" y="64245"/>
                </a:lnTo>
                <a:lnTo>
                  <a:pt x="6702728" y="63708"/>
                </a:lnTo>
                <a:lnTo>
                  <a:pt x="6701956" y="63130"/>
                </a:lnTo>
                <a:lnTo>
                  <a:pt x="6701258" y="62508"/>
                </a:lnTo>
                <a:lnTo>
                  <a:pt x="6700643" y="61842"/>
                </a:lnTo>
                <a:lnTo>
                  <a:pt x="6700119" y="61129"/>
                </a:lnTo>
                <a:lnTo>
                  <a:pt x="6699697" y="60368"/>
                </a:lnTo>
                <a:lnTo>
                  <a:pt x="6699384" y="59558"/>
                </a:lnTo>
                <a:lnTo>
                  <a:pt x="6699189" y="58697"/>
                </a:lnTo>
                <a:lnTo>
                  <a:pt x="6699122" y="57783"/>
                </a:lnTo>
                <a:lnTo>
                  <a:pt x="6699155" y="57152"/>
                </a:lnTo>
                <a:lnTo>
                  <a:pt x="6699254" y="56513"/>
                </a:lnTo>
                <a:lnTo>
                  <a:pt x="6699423" y="55871"/>
                </a:lnTo>
                <a:lnTo>
                  <a:pt x="6699664" y="55227"/>
                </a:lnTo>
                <a:lnTo>
                  <a:pt x="6699980" y="54585"/>
                </a:lnTo>
                <a:lnTo>
                  <a:pt x="6700373" y="53949"/>
                </a:lnTo>
                <a:lnTo>
                  <a:pt x="6700845" y="53320"/>
                </a:lnTo>
                <a:lnTo>
                  <a:pt x="6701400" y="52702"/>
                </a:lnTo>
                <a:lnTo>
                  <a:pt x="6702040" y="52099"/>
                </a:lnTo>
                <a:lnTo>
                  <a:pt x="6702768" y="51512"/>
                </a:lnTo>
                <a:lnTo>
                  <a:pt x="6703586" y="50946"/>
                </a:lnTo>
                <a:lnTo>
                  <a:pt x="6704496" y="50402"/>
                </a:lnTo>
                <a:lnTo>
                  <a:pt x="6705502" y="49885"/>
                </a:lnTo>
                <a:lnTo>
                  <a:pt x="6706606" y="49397"/>
                </a:lnTo>
                <a:lnTo>
                  <a:pt x="6707811" y="48941"/>
                </a:lnTo>
                <a:lnTo>
                  <a:pt x="6709119" y="48521"/>
                </a:lnTo>
                <a:lnTo>
                  <a:pt x="6710532" y="48138"/>
                </a:lnTo>
                <a:lnTo>
                  <a:pt x="6712054" y="47797"/>
                </a:lnTo>
                <a:lnTo>
                  <a:pt x="6713687" y="47500"/>
                </a:lnTo>
                <a:lnTo>
                  <a:pt x="6715434" y="47250"/>
                </a:lnTo>
                <a:lnTo>
                  <a:pt x="6717296" y="47050"/>
                </a:lnTo>
                <a:lnTo>
                  <a:pt x="6719278" y="46904"/>
                </a:lnTo>
                <a:lnTo>
                  <a:pt x="6721380" y="46814"/>
                </a:lnTo>
                <a:lnTo>
                  <a:pt x="6723607" y="46783"/>
                </a:lnTo>
                <a:lnTo>
                  <a:pt x="6725538" y="46813"/>
                </a:lnTo>
                <a:lnTo>
                  <a:pt x="6727336" y="46900"/>
                </a:lnTo>
                <a:lnTo>
                  <a:pt x="6729005" y="47042"/>
                </a:lnTo>
                <a:lnTo>
                  <a:pt x="6730550" y="47235"/>
                </a:lnTo>
                <a:lnTo>
                  <a:pt x="6731976" y="47478"/>
                </a:lnTo>
                <a:lnTo>
                  <a:pt x="6733288" y="47766"/>
                </a:lnTo>
                <a:lnTo>
                  <a:pt x="6734490" y="48098"/>
                </a:lnTo>
                <a:lnTo>
                  <a:pt x="6735588" y="48470"/>
                </a:lnTo>
                <a:lnTo>
                  <a:pt x="6736586" y="48880"/>
                </a:lnTo>
                <a:lnTo>
                  <a:pt x="6737489" y="49324"/>
                </a:lnTo>
                <a:lnTo>
                  <a:pt x="6738302" y="49800"/>
                </a:lnTo>
                <a:lnTo>
                  <a:pt x="6739030" y="50305"/>
                </a:lnTo>
                <a:lnTo>
                  <a:pt x="6739677" y="50836"/>
                </a:lnTo>
                <a:lnTo>
                  <a:pt x="6740249" y="51391"/>
                </a:lnTo>
                <a:lnTo>
                  <a:pt x="6740751" y="51966"/>
                </a:lnTo>
                <a:lnTo>
                  <a:pt x="6741187" y="52558"/>
                </a:lnTo>
                <a:lnTo>
                  <a:pt x="6741561" y="53166"/>
                </a:lnTo>
                <a:lnTo>
                  <a:pt x="6741880" y="53785"/>
                </a:lnTo>
                <a:lnTo>
                  <a:pt x="6742148" y="54413"/>
                </a:lnTo>
                <a:lnTo>
                  <a:pt x="6742369" y="55047"/>
                </a:lnTo>
                <a:lnTo>
                  <a:pt x="6742549" y="55685"/>
                </a:lnTo>
                <a:lnTo>
                  <a:pt x="6742692" y="56323"/>
                </a:lnTo>
                <a:lnTo>
                  <a:pt x="6742803" y="56959"/>
                </a:lnTo>
                <a:lnTo>
                  <a:pt x="6742887" y="57589"/>
                </a:lnTo>
                <a:lnTo>
                  <a:pt x="6742913" y="57999"/>
                </a:lnTo>
                <a:lnTo>
                  <a:pt x="6742942" y="58408"/>
                </a:lnTo>
                <a:lnTo>
                  <a:pt x="6742979" y="58814"/>
                </a:lnTo>
                <a:lnTo>
                  <a:pt x="6743024" y="59215"/>
                </a:lnTo>
                <a:lnTo>
                  <a:pt x="6743081" y="59611"/>
                </a:lnTo>
                <a:lnTo>
                  <a:pt x="6743151" y="60000"/>
                </a:lnTo>
                <a:lnTo>
                  <a:pt x="6743238" y="60380"/>
                </a:lnTo>
                <a:lnTo>
                  <a:pt x="6743343" y="60750"/>
                </a:lnTo>
                <a:lnTo>
                  <a:pt x="6743469" y="61109"/>
                </a:lnTo>
                <a:lnTo>
                  <a:pt x="6743618" y="61455"/>
                </a:lnTo>
                <a:lnTo>
                  <a:pt x="6743792" y="61786"/>
                </a:lnTo>
                <a:lnTo>
                  <a:pt x="6743994" y="62102"/>
                </a:lnTo>
                <a:lnTo>
                  <a:pt x="6744227" y="62401"/>
                </a:lnTo>
                <a:lnTo>
                  <a:pt x="6744492" y="62681"/>
                </a:lnTo>
                <a:lnTo>
                  <a:pt x="6744791" y="62942"/>
                </a:lnTo>
                <a:lnTo>
                  <a:pt x="6745128" y="63181"/>
                </a:lnTo>
                <a:lnTo>
                  <a:pt x="6745504" y="63397"/>
                </a:lnTo>
                <a:lnTo>
                  <a:pt x="6745922" y="63589"/>
                </a:lnTo>
                <a:lnTo>
                  <a:pt x="6746385" y="63755"/>
                </a:lnTo>
                <a:lnTo>
                  <a:pt x="6746894" y="63895"/>
                </a:lnTo>
                <a:lnTo>
                  <a:pt x="6747451" y="64005"/>
                </a:lnTo>
                <a:lnTo>
                  <a:pt x="6748060" y="64086"/>
                </a:lnTo>
                <a:lnTo>
                  <a:pt x="6748723" y="64136"/>
                </a:lnTo>
                <a:lnTo>
                  <a:pt x="6749441" y="64153"/>
                </a:lnTo>
                <a:lnTo>
                  <a:pt x="6750250" y="64132"/>
                </a:lnTo>
                <a:lnTo>
                  <a:pt x="6750992" y="64071"/>
                </a:lnTo>
                <a:lnTo>
                  <a:pt x="6751669" y="63971"/>
                </a:lnTo>
                <a:lnTo>
                  <a:pt x="6752285" y="63835"/>
                </a:lnTo>
                <a:lnTo>
                  <a:pt x="6752842" y="63663"/>
                </a:lnTo>
                <a:lnTo>
                  <a:pt x="6753343" y="63459"/>
                </a:lnTo>
                <a:lnTo>
                  <a:pt x="6753792" y="63224"/>
                </a:lnTo>
                <a:lnTo>
                  <a:pt x="6754190" y="62959"/>
                </a:lnTo>
                <a:lnTo>
                  <a:pt x="6754542" y="62667"/>
                </a:lnTo>
                <a:lnTo>
                  <a:pt x="6754850" y="62349"/>
                </a:lnTo>
                <a:lnTo>
                  <a:pt x="6755117" y="62007"/>
                </a:lnTo>
                <a:lnTo>
                  <a:pt x="6755346" y="61643"/>
                </a:lnTo>
                <a:lnTo>
                  <a:pt x="6755540" y="61260"/>
                </a:lnTo>
                <a:lnTo>
                  <a:pt x="6755702" y="60858"/>
                </a:lnTo>
                <a:lnTo>
                  <a:pt x="6755834" y="60439"/>
                </a:lnTo>
                <a:lnTo>
                  <a:pt x="6755940" y="60006"/>
                </a:lnTo>
                <a:lnTo>
                  <a:pt x="6756022" y="59560"/>
                </a:lnTo>
                <a:lnTo>
                  <a:pt x="6756084" y="59104"/>
                </a:lnTo>
                <a:lnTo>
                  <a:pt x="6756129" y="58638"/>
                </a:lnTo>
                <a:lnTo>
                  <a:pt x="6756159" y="58165"/>
                </a:lnTo>
                <a:lnTo>
                  <a:pt x="6756177" y="57687"/>
                </a:lnTo>
                <a:lnTo>
                  <a:pt x="6756186" y="57205"/>
                </a:lnTo>
                <a:lnTo>
                  <a:pt x="6756189" y="56722"/>
                </a:lnTo>
                <a:lnTo>
                  <a:pt x="6756190" y="56239"/>
                </a:lnTo>
                <a:lnTo>
                  <a:pt x="6756190" y="42926"/>
                </a:lnTo>
                <a:lnTo>
                  <a:pt x="6756189" y="42532"/>
                </a:lnTo>
                <a:lnTo>
                  <a:pt x="6756187" y="42123"/>
                </a:lnTo>
                <a:lnTo>
                  <a:pt x="6756179" y="41702"/>
                </a:lnTo>
                <a:lnTo>
                  <a:pt x="6756163" y="41270"/>
                </a:lnTo>
                <a:lnTo>
                  <a:pt x="6756138" y="40832"/>
                </a:lnTo>
                <a:lnTo>
                  <a:pt x="6756100" y="40391"/>
                </a:lnTo>
                <a:lnTo>
                  <a:pt x="6756046" y="39948"/>
                </a:lnTo>
                <a:lnTo>
                  <a:pt x="6755976" y="39507"/>
                </a:lnTo>
                <a:lnTo>
                  <a:pt x="6755885" y="39070"/>
                </a:lnTo>
                <a:lnTo>
                  <a:pt x="6755771" y="38641"/>
                </a:lnTo>
                <a:lnTo>
                  <a:pt x="6755633" y="38223"/>
                </a:lnTo>
                <a:lnTo>
                  <a:pt x="6755467" y="37818"/>
                </a:lnTo>
                <a:lnTo>
                  <a:pt x="6755270" y="37428"/>
                </a:lnTo>
                <a:lnTo>
                  <a:pt x="6755041" y="37058"/>
                </a:lnTo>
                <a:lnTo>
                  <a:pt x="6754777" y="36710"/>
                </a:lnTo>
                <a:lnTo>
                  <a:pt x="6754475" y="36386"/>
                </a:lnTo>
                <a:lnTo>
                  <a:pt x="6754133" y="36089"/>
                </a:lnTo>
                <a:lnTo>
                  <a:pt x="6753749" y="35823"/>
                </a:lnTo>
                <a:lnTo>
                  <a:pt x="6753319" y="35590"/>
                </a:lnTo>
                <a:lnTo>
                  <a:pt x="6752841" y="35393"/>
                </a:lnTo>
                <a:lnTo>
                  <a:pt x="6752313" y="35235"/>
                </a:lnTo>
                <a:lnTo>
                  <a:pt x="6751733" y="35118"/>
                </a:lnTo>
                <a:lnTo>
                  <a:pt x="6751097" y="35046"/>
                </a:lnTo>
                <a:lnTo>
                  <a:pt x="6750403" y="35021"/>
                </a:lnTo>
                <a:lnTo>
                  <a:pt x="6749845" y="35035"/>
                </a:lnTo>
                <a:lnTo>
                  <a:pt x="6749326" y="35075"/>
                </a:lnTo>
                <a:lnTo>
                  <a:pt x="6748843" y="35140"/>
                </a:lnTo>
                <a:lnTo>
                  <a:pt x="6748396" y="35228"/>
                </a:lnTo>
                <a:lnTo>
                  <a:pt x="6747983" y="35336"/>
                </a:lnTo>
                <a:lnTo>
                  <a:pt x="6747603" y="35464"/>
                </a:lnTo>
                <a:lnTo>
                  <a:pt x="6747254" y="35610"/>
                </a:lnTo>
                <a:lnTo>
                  <a:pt x="6746934" y="35772"/>
                </a:lnTo>
                <a:lnTo>
                  <a:pt x="6746643" y="35947"/>
                </a:lnTo>
                <a:lnTo>
                  <a:pt x="6746378" y="36135"/>
                </a:lnTo>
                <a:lnTo>
                  <a:pt x="6746138" y="36333"/>
                </a:lnTo>
                <a:lnTo>
                  <a:pt x="6745922" y="36540"/>
                </a:lnTo>
                <a:lnTo>
                  <a:pt x="6745728" y="36755"/>
                </a:lnTo>
                <a:lnTo>
                  <a:pt x="6745554" y="36974"/>
                </a:lnTo>
                <a:lnTo>
                  <a:pt x="6745400" y="37197"/>
                </a:lnTo>
                <a:lnTo>
                  <a:pt x="6745263" y="37422"/>
                </a:lnTo>
                <a:lnTo>
                  <a:pt x="6745142" y="37647"/>
                </a:lnTo>
                <a:lnTo>
                  <a:pt x="6745036" y="37870"/>
                </a:lnTo>
                <a:lnTo>
                  <a:pt x="6744943" y="38089"/>
                </a:lnTo>
                <a:lnTo>
                  <a:pt x="6744861" y="38303"/>
                </a:lnTo>
                <a:lnTo>
                  <a:pt x="6744789" y="38511"/>
                </a:lnTo>
                <a:lnTo>
                  <a:pt x="6744726" y="38709"/>
                </a:lnTo>
                <a:lnTo>
                  <a:pt x="6744670" y="38897"/>
                </a:lnTo>
                <a:lnTo>
                  <a:pt x="6744620" y="39072"/>
                </a:lnTo>
                <a:lnTo>
                  <a:pt x="6743560" y="38587"/>
                </a:lnTo>
                <a:lnTo>
                  <a:pt x="6742502" y="38142"/>
                </a:lnTo>
                <a:lnTo>
                  <a:pt x="6741449" y="37735"/>
                </a:lnTo>
                <a:lnTo>
                  <a:pt x="6740401" y="37366"/>
                </a:lnTo>
                <a:lnTo>
                  <a:pt x="6739362" y="37031"/>
                </a:lnTo>
                <a:lnTo>
                  <a:pt x="6738334" y="36730"/>
                </a:lnTo>
                <a:lnTo>
                  <a:pt x="6737318" y="36461"/>
                </a:lnTo>
                <a:lnTo>
                  <a:pt x="6736317" y="36222"/>
                </a:lnTo>
                <a:lnTo>
                  <a:pt x="6735332" y="36010"/>
                </a:lnTo>
                <a:lnTo>
                  <a:pt x="6734366" y="35825"/>
                </a:lnTo>
                <a:lnTo>
                  <a:pt x="6733421" y="35665"/>
                </a:lnTo>
                <a:lnTo>
                  <a:pt x="6732499" y="35528"/>
                </a:lnTo>
                <a:lnTo>
                  <a:pt x="6731602" y="35411"/>
                </a:lnTo>
                <a:lnTo>
                  <a:pt x="6730733" y="35314"/>
                </a:lnTo>
                <a:lnTo>
                  <a:pt x="6729892" y="35235"/>
                </a:lnTo>
                <a:lnTo>
                  <a:pt x="6729083" y="35171"/>
                </a:lnTo>
                <a:lnTo>
                  <a:pt x="6728308" y="35122"/>
                </a:lnTo>
                <a:lnTo>
                  <a:pt x="6727568" y="35085"/>
                </a:lnTo>
                <a:lnTo>
                  <a:pt x="6726865" y="35058"/>
                </a:lnTo>
                <a:lnTo>
                  <a:pt x="6726203" y="35040"/>
                </a:lnTo>
                <a:lnTo>
                  <a:pt x="6725582" y="35029"/>
                </a:lnTo>
                <a:lnTo>
                  <a:pt x="6725006" y="35024"/>
                </a:lnTo>
                <a:lnTo>
                  <a:pt x="6724475" y="35022"/>
                </a:lnTo>
                <a:lnTo>
                  <a:pt x="6723992" y="35021"/>
                </a:lnTo>
                <a:lnTo>
                  <a:pt x="6720110" y="35102"/>
                </a:lnTo>
                <a:lnTo>
                  <a:pt x="6716508" y="35337"/>
                </a:lnTo>
                <a:lnTo>
                  <a:pt x="6713174" y="35714"/>
                </a:lnTo>
                <a:lnTo>
                  <a:pt x="6710099" y="36225"/>
                </a:lnTo>
                <a:lnTo>
                  <a:pt x="6707273" y="36858"/>
                </a:lnTo>
                <a:lnTo>
                  <a:pt x="6704685" y="37601"/>
                </a:lnTo>
                <a:lnTo>
                  <a:pt x="6702326" y="38445"/>
                </a:lnTo>
                <a:lnTo>
                  <a:pt x="6700185" y="39379"/>
                </a:lnTo>
                <a:lnTo>
                  <a:pt x="6698253" y="40392"/>
                </a:lnTo>
                <a:lnTo>
                  <a:pt x="6696518" y="41473"/>
                </a:lnTo>
                <a:lnTo>
                  <a:pt x="6694971" y="42612"/>
                </a:lnTo>
                <a:lnTo>
                  <a:pt x="6693603" y="43798"/>
                </a:lnTo>
                <a:lnTo>
                  <a:pt x="6692402" y="45019"/>
                </a:lnTo>
                <a:lnTo>
                  <a:pt x="6691358" y="46267"/>
                </a:lnTo>
                <a:lnTo>
                  <a:pt x="6690462" y="47529"/>
                </a:lnTo>
                <a:lnTo>
                  <a:pt x="6689703" y="48795"/>
                </a:lnTo>
                <a:lnTo>
                  <a:pt x="6689072" y="50054"/>
                </a:lnTo>
                <a:lnTo>
                  <a:pt x="6688557" y="51297"/>
                </a:lnTo>
                <a:lnTo>
                  <a:pt x="6688150" y="52510"/>
                </a:lnTo>
                <a:lnTo>
                  <a:pt x="6687839" y="53686"/>
                </a:lnTo>
                <a:lnTo>
                  <a:pt x="6687615" y="54811"/>
                </a:lnTo>
                <a:lnTo>
                  <a:pt x="6687467" y="55876"/>
                </a:lnTo>
                <a:lnTo>
                  <a:pt x="6687386" y="56871"/>
                </a:lnTo>
                <a:lnTo>
                  <a:pt x="6687361" y="57783"/>
                </a:lnTo>
                <a:lnTo>
                  <a:pt x="6687465" y="59928"/>
                </a:lnTo>
                <a:lnTo>
                  <a:pt x="6687770" y="61929"/>
                </a:lnTo>
                <a:lnTo>
                  <a:pt x="6688266" y="63790"/>
                </a:lnTo>
                <a:lnTo>
                  <a:pt x="6688943" y="65519"/>
                </a:lnTo>
                <a:lnTo>
                  <a:pt x="6689791" y="67121"/>
                </a:lnTo>
                <a:lnTo>
                  <a:pt x="6690801" y="68603"/>
                </a:lnTo>
                <a:lnTo>
                  <a:pt x="6691963" y="69970"/>
                </a:lnTo>
                <a:lnTo>
                  <a:pt x="6693266" y="71228"/>
                </a:lnTo>
                <a:lnTo>
                  <a:pt x="6694702" y="72384"/>
                </a:lnTo>
                <a:lnTo>
                  <a:pt x="6696259" y="73443"/>
                </a:lnTo>
                <a:lnTo>
                  <a:pt x="6697928" y="74412"/>
                </a:lnTo>
                <a:lnTo>
                  <a:pt x="6699700" y="75297"/>
                </a:lnTo>
                <a:lnTo>
                  <a:pt x="6701564" y="76103"/>
                </a:lnTo>
                <a:lnTo>
                  <a:pt x="6703510" y="76836"/>
                </a:lnTo>
                <a:lnTo>
                  <a:pt x="6705530" y="77504"/>
                </a:lnTo>
                <a:lnTo>
                  <a:pt x="6707612" y="78111"/>
                </a:lnTo>
                <a:lnTo>
                  <a:pt x="6709746" y="78664"/>
                </a:lnTo>
                <a:lnTo>
                  <a:pt x="6711924" y="79168"/>
                </a:lnTo>
                <a:lnTo>
                  <a:pt x="6714135" y="79630"/>
                </a:lnTo>
                <a:lnTo>
                  <a:pt x="6716370" y="80056"/>
                </a:lnTo>
                <a:lnTo>
                  <a:pt x="6718617" y="80452"/>
                </a:lnTo>
                <a:lnTo>
                  <a:pt x="6720869" y="80824"/>
                </a:lnTo>
                <a:lnTo>
                  <a:pt x="6723114" y="81178"/>
                </a:lnTo>
                <a:lnTo>
                  <a:pt x="6725343" y="81519"/>
                </a:lnTo>
                <a:lnTo>
                  <a:pt x="6726553" y="81718"/>
                </a:lnTo>
                <a:lnTo>
                  <a:pt x="6727816" y="81929"/>
                </a:lnTo>
                <a:lnTo>
                  <a:pt x="6729123" y="82157"/>
                </a:lnTo>
                <a:lnTo>
                  <a:pt x="6730465" y="82403"/>
                </a:lnTo>
                <a:lnTo>
                  <a:pt x="6731831" y="82671"/>
                </a:lnTo>
                <a:lnTo>
                  <a:pt x="6733213" y="82964"/>
                </a:lnTo>
                <a:lnTo>
                  <a:pt x="6734602" y="83285"/>
                </a:lnTo>
                <a:lnTo>
                  <a:pt x="6735988" y="83636"/>
                </a:lnTo>
                <a:lnTo>
                  <a:pt x="6737363" y="84020"/>
                </a:lnTo>
                <a:lnTo>
                  <a:pt x="6738715" y="84441"/>
                </a:lnTo>
                <a:lnTo>
                  <a:pt x="6740037" y="84901"/>
                </a:lnTo>
                <a:lnTo>
                  <a:pt x="6741320" y="85404"/>
                </a:lnTo>
                <a:lnTo>
                  <a:pt x="6742553" y="85952"/>
                </a:lnTo>
                <a:lnTo>
                  <a:pt x="6743727" y="86548"/>
                </a:lnTo>
                <a:lnTo>
                  <a:pt x="6744834" y="87195"/>
                </a:lnTo>
                <a:lnTo>
                  <a:pt x="6745864" y="87896"/>
                </a:lnTo>
                <a:lnTo>
                  <a:pt x="6746807" y="88654"/>
                </a:lnTo>
                <a:lnTo>
                  <a:pt x="6747655" y="89471"/>
                </a:lnTo>
                <a:lnTo>
                  <a:pt x="6748397" y="90352"/>
                </a:lnTo>
                <a:lnTo>
                  <a:pt x="6749026" y="91298"/>
                </a:lnTo>
                <a:lnTo>
                  <a:pt x="6749531" y="92313"/>
                </a:lnTo>
                <a:lnTo>
                  <a:pt x="6749903" y="93400"/>
                </a:lnTo>
                <a:lnTo>
                  <a:pt x="6750133" y="94561"/>
                </a:lnTo>
                <a:lnTo>
                  <a:pt x="6750212" y="95800"/>
                </a:lnTo>
                <a:lnTo>
                  <a:pt x="6750175" y="96688"/>
                </a:lnTo>
                <a:lnTo>
                  <a:pt x="6750062" y="97565"/>
                </a:lnTo>
                <a:lnTo>
                  <a:pt x="6749871" y="98430"/>
                </a:lnTo>
                <a:lnTo>
                  <a:pt x="6749603" y="99280"/>
                </a:lnTo>
                <a:lnTo>
                  <a:pt x="6749254" y="100111"/>
                </a:lnTo>
                <a:lnTo>
                  <a:pt x="6748823" y="100923"/>
                </a:lnTo>
                <a:lnTo>
                  <a:pt x="6748310" y="101712"/>
                </a:lnTo>
                <a:lnTo>
                  <a:pt x="6747713" y="102476"/>
                </a:lnTo>
                <a:lnTo>
                  <a:pt x="6747030" y="103212"/>
                </a:lnTo>
                <a:lnTo>
                  <a:pt x="6746260" y="103918"/>
                </a:lnTo>
                <a:lnTo>
                  <a:pt x="6745401" y="104593"/>
                </a:lnTo>
                <a:lnTo>
                  <a:pt x="6744452" y="105232"/>
                </a:lnTo>
                <a:lnTo>
                  <a:pt x="6743412" y="105834"/>
                </a:lnTo>
                <a:lnTo>
                  <a:pt x="6742279" y="106397"/>
                </a:lnTo>
                <a:lnTo>
                  <a:pt x="6741052" y="106917"/>
                </a:lnTo>
                <a:lnTo>
                  <a:pt x="6739730" y="107394"/>
                </a:lnTo>
                <a:lnTo>
                  <a:pt x="6738310" y="107823"/>
                </a:lnTo>
                <a:lnTo>
                  <a:pt x="6736791" y="108203"/>
                </a:lnTo>
                <a:lnTo>
                  <a:pt x="6735173" y="108531"/>
                </a:lnTo>
                <a:lnTo>
                  <a:pt x="6733454" y="108804"/>
                </a:lnTo>
                <a:lnTo>
                  <a:pt x="6731631" y="109022"/>
                </a:lnTo>
                <a:lnTo>
                  <a:pt x="6729705" y="109180"/>
                </a:lnTo>
                <a:lnTo>
                  <a:pt x="6727673" y="109277"/>
                </a:lnTo>
                <a:lnTo>
                  <a:pt x="6725534" y="109309"/>
                </a:lnTo>
                <a:lnTo>
                  <a:pt x="6724393" y="109297"/>
                </a:lnTo>
                <a:lnTo>
                  <a:pt x="6723237" y="109259"/>
                </a:lnTo>
                <a:lnTo>
                  <a:pt x="6722070" y="109189"/>
                </a:lnTo>
                <a:lnTo>
                  <a:pt x="6720894" y="109082"/>
                </a:lnTo>
                <a:lnTo>
                  <a:pt x="6719715" y="108935"/>
                </a:lnTo>
                <a:lnTo>
                  <a:pt x="6718533" y="108742"/>
                </a:lnTo>
                <a:lnTo>
                  <a:pt x="6717354" y="108499"/>
                </a:lnTo>
                <a:lnTo>
                  <a:pt x="6716180" y="108201"/>
                </a:lnTo>
                <a:lnTo>
                  <a:pt x="6715015" y="107843"/>
                </a:lnTo>
                <a:lnTo>
                  <a:pt x="6713862" y="107422"/>
                </a:lnTo>
                <a:lnTo>
                  <a:pt x="6712724" y="106931"/>
                </a:lnTo>
                <a:lnTo>
                  <a:pt x="6711605" y="106366"/>
                </a:lnTo>
                <a:lnTo>
                  <a:pt x="6710508" y="105723"/>
                </a:lnTo>
                <a:lnTo>
                  <a:pt x="6709437" y="104997"/>
                </a:lnTo>
                <a:lnTo>
                  <a:pt x="6708394" y="104183"/>
                </a:lnTo>
                <a:lnTo>
                  <a:pt x="6707384" y="103276"/>
                </a:lnTo>
                <a:lnTo>
                  <a:pt x="6706409" y="102273"/>
                </a:lnTo>
                <a:lnTo>
                  <a:pt x="6705472" y="101167"/>
                </a:lnTo>
                <a:lnTo>
                  <a:pt x="6704578" y="99955"/>
                </a:lnTo>
                <a:lnTo>
                  <a:pt x="6703730" y="98632"/>
                </a:lnTo>
                <a:lnTo>
                  <a:pt x="6702930" y="97193"/>
                </a:lnTo>
                <a:lnTo>
                  <a:pt x="6702183" y="95634"/>
                </a:lnTo>
                <a:lnTo>
                  <a:pt x="6701491" y="93949"/>
                </a:lnTo>
                <a:lnTo>
                  <a:pt x="6700858" y="92134"/>
                </a:lnTo>
                <a:lnTo>
                  <a:pt x="6700738" y="91707"/>
                </a:lnTo>
                <a:lnTo>
                  <a:pt x="6700618" y="91294"/>
                </a:lnTo>
                <a:lnTo>
                  <a:pt x="6700497" y="90896"/>
                </a:lnTo>
                <a:lnTo>
                  <a:pt x="6700371" y="90513"/>
                </a:lnTo>
                <a:lnTo>
                  <a:pt x="6700240" y="90146"/>
                </a:lnTo>
                <a:lnTo>
                  <a:pt x="6700102" y="89794"/>
                </a:lnTo>
                <a:lnTo>
                  <a:pt x="6699953" y="89458"/>
                </a:lnTo>
                <a:lnTo>
                  <a:pt x="6699794" y="89139"/>
                </a:lnTo>
                <a:lnTo>
                  <a:pt x="6699621" y="88837"/>
                </a:lnTo>
                <a:lnTo>
                  <a:pt x="6699432" y="88551"/>
                </a:lnTo>
                <a:lnTo>
                  <a:pt x="6699227" y="88283"/>
                </a:lnTo>
                <a:lnTo>
                  <a:pt x="6699002" y="88033"/>
                </a:lnTo>
                <a:lnTo>
                  <a:pt x="6698756" y="87801"/>
                </a:lnTo>
                <a:lnTo>
                  <a:pt x="6698487" y="87588"/>
                </a:lnTo>
                <a:lnTo>
                  <a:pt x="6698193" y="87393"/>
                </a:lnTo>
                <a:lnTo>
                  <a:pt x="6697873" y="87217"/>
                </a:lnTo>
                <a:lnTo>
                  <a:pt x="6697523" y="87061"/>
                </a:lnTo>
                <a:lnTo>
                  <a:pt x="6697143" y="86924"/>
                </a:lnTo>
                <a:lnTo>
                  <a:pt x="6696730" y="86808"/>
                </a:lnTo>
                <a:lnTo>
                  <a:pt x="6696283" y="86712"/>
                </a:lnTo>
                <a:lnTo>
                  <a:pt x="6695799" y="86636"/>
                </a:lnTo>
                <a:lnTo>
                  <a:pt x="6695277" y="86582"/>
                </a:lnTo>
                <a:lnTo>
                  <a:pt x="6694715" y="86549"/>
                </a:lnTo>
                <a:lnTo>
                  <a:pt x="6694110" y="86538"/>
                </a:lnTo>
                <a:lnTo>
                  <a:pt x="6693301" y="86559"/>
                </a:lnTo>
                <a:lnTo>
                  <a:pt x="6692559" y="86620"/>
                </a:lnTo>
                <a:lnTo>
                  <a:pt x="6691882" y="86720"/>
                </a:lnTo>
                <a:lnTo>
                  <a:pt x="6691267" y="86856"/>
                </a:lnTo>
                <a:lnTo>
                  <a:pt x="6690710" y="87027"/>
                </a:lnTo>
                <a:lnTo>
                  <a:pt x="6690208" y="87232"/>
                </a:lnTo>
                <a:lnTo>
                  <a:pt x="6689760" y="87467"/>
                </a:lnTo>
                <a:lnTo>
                  <a:pt x="6689361" y="87732"/>
                </a:lnTo>
                <a:lnTo>
                  <a:pt x="6689009" y="88024"/>
                </a:lnTo>
                <a:lnTo>
                  <a:pt x="6688701" y="88341"/>
                </a:lnTo>
                <a:lnTo>
                  <a:pt x="6688434" y="88683"/>
                </a:lnTo>
                <a:lnTo>
                  <a:pt x="6688205" y="89046"/>
                </a:lnTo>
                <a:lnTo>
                  <a:pt x="6688011" y="89430"/>
                </a:lnTo>
                <a:lnTo>
                  <a:pt x="6687849" y="89832"/>
                </a:lnTo>
                <a:lnTo>
                  <a:pt x="6687717" y="90250"/>
                </a:lnTo>
                <a:lnTo>
                  <a:pt x="6687611" y="90683"/>
                </a:lnTo>
                <a:lnTo>
                  <a:pt x="6687529" y="91128"/>
                </a:lnTo>
                <a:lnTo>
                  <a:pt x="6687467" y="91585"/>
                </a:lnTo>
                <a:lnTo>
                  <a:pt x="6687422" y="92050"/>
                </a:lnTo>
                <a:lnTo>
                  <a:pt x="6687393" y="92523"/>
                </a:lnTo>
                <a:lnTo>
                  <a:pt x="6687374" y="93001"/>
                </a:lnTo>
                <a:lnTo>
                  <a:pt x="6687365" y="93483"/>
                </a:lnTo>
                <a:lnTo>
                  <a:pt x="6687362" y="93966"/>
                </a:lnTo>
                <a:lnTo>
                  <a:pt x="6687361" y="94449"/>
                </a:lnTo>
                <a:lnTo>
                  <a:pt x="6687361" y="113166"/>
                </a:lnTo>
                <a:lnTo>
                  <a:pt x="6687362" y="113560"/>
                </a:lnTo>
                <a:lnTo>
                  <a:pt x="6687365" y="113969"/>
                </a:lnTo>
                <a:lnTo>
                  <a:pt x="6687373" y="114391"/>
                </a:lnTo>
                <a:lnTo>
                  <a:pt x="6687388" y="114822"/>
                </a:lnTo>
                <a:lnTo>
                  <a:pt x="6687414" y="115260"/>
                </a:lnTo>
                <a:lnTo>
                  <a:pt x="6687452" y="115702"/>
                </a:lnTo>
                <a:lnTo>
                  <a:pt x="6687505" y="116144"/>
                </a:lnTo>
                <a:lnTo>
                  <a:pt x="6687575" y="116585"/>
                </a:lnTo>
                <a:lnTo>
                  <a:pt x="6687666" y="117021"/>
                </a:lnTo>
                <a:lnTo>
                  <a:pt x="6687780" y="117450"/>
                </a:lnTo>
                <a:lnTo>
                  <a:pt x="6687918" y="117868"/>
                </a:lnTo>
                <a:lnTo>
                  <a:pt x="6688084" y="118274"/>
                </a:lnTo>
                <a:lnTo>
                  <a:pt x="6688280" y="118663"/>
                </a:lnTo>
                <a:lnTo>
                  <a:pt x="6688509" y="119033"/>
                </a:lnTo>
                <a:lnTo>
                  <a:pt x="6688773" y="119381"/>
                </a:lnTo>
                <a:lnTo>
                  <a:pt x="6689075" y="119705"/>
                </a:lnTo>
                <a:lnTo>
                  <a:pt x="6689417" y="120001"/>
                </a:lnTo>
                <a:lnTo>
                  <a:pt x="6689801" y="120267"/>
                </a:lnTo>
                <a:lnTo>
                  <a:pt x="6690231" y="120500"/>
                </a:lnTo>
                <a:lnTo>
                  <a:pt x="6690708" y="120697"/>
                </a:lnTo>
                <a:lnTo>
                  <a:pt x="6691236" y="120855"/>
                </a:lnTo>
                <a:lnTo>
                  <a:pt x="6691816" y="120972"/>
                </a:lnTo>
                <a:lnTo>
                  <a:pt x="6692452" y="121044"/>
                </a:lnTo>
                <a:lnTo>
                  <a:pt x="6693145" y="121068"/>
                </a:lnTo>
                <a:lnTo>
                  <a:pt x="6693369" y="121067"/>
                </a:lnTo>
                <a:lnTo>
                  <a:pt x="6693606" y="121060"/>
                </a:lnTo>
                <a:lnTo>
                  <a:pt x="6693855" y="121046"/>
                </a:lnTo>
                <a:lnTo>
                  <a:pt x="6694115" y="121021"/>
                </a:lnTo>
                <a:lnTo>
                  <a:pt x="6694386" y="120982"/>
                </a:lnTo>
                <a:lnTo>
                  <a:pt x="6694667" y="120927"/>
                </a:lnTo>
                <a:lnTo>
                  <a:pt x="6694955" y="120852"/>
                </a:lnTo>
                <a:lnTo>
                  <a:pt x="6695252" y="120755"/>
                </a:lnTo>
                <a:lnTo>
                  <a:pt x="6695555" y="120632"/>
                </a:lnTo>
                <a:lnTo>
                  <a:pt x="6695864" y="120480"/>
                </a:lnTo>
                <a:lnTo>
                  <a:pt x="6696178" y="120298"/>
                </a:lnTo>
                <a:lnTo>
                  <a:pt x="6696495" y="120081"/>
                </a:lnTo>
                <a:lnTo>
                  <a:pt x="6696816" y="119827"/>
                </a:lnTo>
                <a:lnTo>
                  <a:pt x="6697139" y="119533"/>
                </a:lnTo>
                <a:lnTo>
                  <a:pt x="6697463" y="119196"/>
                </a:lnTo>
                <a:lnTo>
                  <a:pt x="6697787" y="118813"/>
                </a:lnTo>
                <a:lnTo>
                  <a:pt x="6698111" y="118381"/>
                </a:lnTo>
                <a:lnTo>
                  <a:pt x="6698433" y="117897"/>
                </a:lnTo>
                <a:lnTo>
                  <a:pt x="6698752" y="117359"/>
                </a:lnTo>
                <a:lnTo>
                  <a:pt x="6699068" y="116763"/>
                </a:lnTo>
                <a:lnTo>
                  <a:pt x="6699379" y="116106"/>
                </a:lnTo>
                <a:lnTo>
                  <a:pt x="6699686" y="115386"/>
                </a:lnTo>
                <a:lnTo>
                  <a:pt x="6699986" y="114599"/>
                </a:lnTo>
                <a:lnTo>
                  <a:pt x="6700279" y="113743"/>
                </a:lnTo>
                <a:lnTo>
                  <a:pt x="6701463" y="114577"/>
                </a:lnTo>
                <a:lnTo>
                  <a:pt x="6702653" y="115345"/>
                </a:lnTo>
                <a:lnTo>
                  <a:pt x="6703846" y="116050"/>
                </a:lnTo>
                <a:lnTo>
                  <a:pt x="6705040" y="116695"/>
                </a:lnTo>
                <a:lnTo>
                  <a:pt x="6706233" y="117283"/>
                </a:lnTo>
                <a:lnTo>
                  <a:pt x="6707421" y="117815"/>
                </a:lnTo>
                <a:lnTo>
                  <a:pt x="6708603" y="118296"/>
                </a:lnTo>
                <a:lnTo>
                  <a:pt x="6709775" y="118727"/>
                </a:lnTo>
                <a:lnTo>
                  <a:pt x="6710937" y="119111"/>
                </a:lnTo>
                <a:lnTo>
                  <a:pt x="6712084" y="119450"/>
                </a:lnTo>
                <a:lnTo>
                  <a:pt x="6713216" y="119749"/>
                </a:lnTo>
                <a:lnTo>
                  <a:pt x="6714329" y="120008"/>
                </a:lnTo>
                <a:lnTo>
                  <a:pt x="6715420" y="120232"/>
                </a:lnTo>
                <a:lnTo>
                  <a:pt x="6716488" y="120421"/>
                </a:lnTo>
                <a:lnTo>
                  <a:pt x="6717531" y="120580"/>
                </a:lnTo>
                <a:lnTo>
                  <a:pt x="6718544" y="120711"/>
                </a:lnTo>
                <a:lnTo>
                  <a:pt x="6719527" y="120817"/>
                </a:lnTo>
                <a:lnTo>
                  <a:pt x="6720477" y="120900"/>
                </a:lnTo>
                <a:lnTo>
                  <a:pt x="6721391" y="120962"/>
                </a:lnTo>
                <a:lnTo>
                  <a:pt x="6722268" y="121008"/>
                </a:lnTo>
                <a:lnTo>
                  <a:pt x="6723103" y="121038"/>
                </a:lnTo>
                <a:lnTo>
                  <a:pt x="6723896" y="121057"/>
                </a:lnTo>
                <a:lnTo>
                  <a:pt x="6724643" y="121066"/>
                </a:lnTo>
                <a:lnTo>
                  <a:pt x="6725343" y="121068"/>
                </a:lnTo>
                <a:lnTo>
                  <a:pt x="6729025" y="120987"/>
                </a:lnTo>
                <a:lnTo>
                  <a:pt x="6732462" y="120748"/>
                </a:lnTo>
                <a:lnTo>
                  <a:pt x="6735662" y="120363"/>
                </a:lnTo>
                <a:lnTo>
                  <a:pt x="6738632" y="119840"/>
                </a:lnTo>
                <a:lnTo>
                  <a:pt x="6741381" y="119190"/>
                </a:lnTo>
                <a:lnTo>
                  <a:pt x="6743916" y="118423"/>
                </a:lnTo>
                <a:lnTo>
                  <a:pt x="6746245" y="117548"/>
                </a:lnTo>
                <a:lnTo>
                  <a:pt x="6748377" y="116576"/>
                </a:lnTo>
                <a:lnTo>
                  <a:pt x="6750318" y="115516"/>
                </a:lnTo>
                <a:lnTo>
                  <a:pt x="6752077" y="114378"/>
                </a:lnTo>
                <a:lnTo>
                  <a:pt x="6753662" y="113172"/>
                </a:lnTo>
                <a:lnTo>
                  <a:pt x="6755080" y="111908"/>
                </a:lnTo>
                <a:lnTo>
                  <a:pt x="6756340" y="110596"/>
                </a:lnTo>
                <a:lnTo>
                  <a:pt x="6757449" y="109245"/>
                </a:lnTo>
                <a:lnTo>
                  <a:pt x="6758414" y="107866"/>
                </a:lnTo>
                <a:lnTo>
                  <a:pt x="6759245" y="106468"/>
                </a:lnTo>
                <a:lnTo>
                  <a:pt x="6759949" y="105062"/>
                </a:lnTo>
                <a:lnTo>
                  <a:pt x="6760533" y="103656"/>
                </a:lnTo>
                <a:lnTo>
                  <a:pt x="6761006" y="102262"/>
                </a:lnTo>
                <a:lnTo>
                  <a:pt x="6761375" y="100888"/>
                </a:lnTo>
                <a:lnTo>
                  <a:pt x="6761649" y="99545"/>
                </a:lnTo>
                <a:lnTo>
                  <a:pt x="6761834" y="98243"/>
                </a:lnTo>
                <a:lnTo>
                  <a:pt x="6761940" y="96991"/>
                </a:lnTo>
                <a:lnTo>
                  <a:pt x="6761973" y="95800"/>
                </a:lnTo>
                <a:lnTo>
                  <a:pt x="6761847" y="93373"/>
                </a:lnTo>
                <a:lnTo>
                  <a:pt x="6761480" y="91108"/>
                </a:lnTo>
                <a:lnTo>
                  <a:pt x="6760893" y="88999"/>
                </a:lnTo>
                <a:lnTo>
                  <a:pt x="6760102" y="87040"/>
                </a:lnTo>
                <a:lnTo>
                  <a:pt x="6759129" y="85225"/>
                </a:lnTo>
                <a:lnTo>
                  <a:pt x="6757991" y="83549"/>
                </a:lnTo>
                <a:close/>
                <a:moveTo>
                  <a:pt x="5041372" y="95752"/>
                </a:moveTo>
                <a:lnTo>
                  <a:pt x="5041085" y="95392"/>
                </a:lnTo>
                <a:lnTo>
                  <a:pt x="5040771" y="95073"/>
                </a:lnTo>
                <a:lnTo>
                  <a:pt x="5040434" y="94791"/>
                </a:lnTo>
                <a:lnTo>
                  <a:pt x="5040077" y="94544"/>
                </a:lnTo>
                <a:lnTo>
                  <a:pt x="5039706" y="94330"/>
                </a:lnTo>
                <a:lnTo>
                  <a:pt x="5039324" y="94146"/>
                </a:lnTo>
                <a:lnTo>
                  <a:pt x="5038936" y="93991"/>
                </a:lnTo>
                <a:lnTo>
                  <a:pt x="5038547" y="93861"/>
                </a:lnTo>
                <a:lnTo>
                  <a:pt x="5038160" y="93755"/>
                </a:lnTo>
                <a:lnTo>
                  <a:pt x="5037780" y="93670"/>
                </a:lnTo>
                <a:lnTo>
                  <a:pt x="5037412" y="93604"/>
                </a:lnTo>
                <a:lnTo>
                  <a:pt x="5037059" y="93554"/>
                </a:lnTo>
                <a:lnTo>
                  <a:pt x="5036727" y="93519"/>
                </a:lnTo>
                <a:lnTo>
                  <a:pt x="5036419" y="93495"/>
                </a:lnTo>
                <a:lnTo>
                  <a:pt x="5036139" y="93480"/>
                </a:lnTo>
                <a:lnTo>
                  <a:pt x="5035893" y="93473"/>
                </a:lnTo>
                <a:lnTo>
                  <a:pt x="5035685" y="93470"/>
                </a:lnTo>
                <a:lnTo>
                  <a:pt x="5035518" y="93470"/>
                </a:lnTo>
                <a:lnTo>
                  <a:pt x="5035094" y="93473"/>
                </a:lnTo>
                <a:lnTo>
                  <a:pt x="5034689" y="93483"/>
                </a:lnTo>
                <a:lnTo>
                  <a:pt x="5034303" y="93502"/>
                </a:lnTo>
                <a:lnTo>
                  <a:pt x="5033935" y="93530"/>
                </a:lnTo>
                <a:lnTo>
                  <a:pt x="5033584" y="93568"/>
                </a:lnTo>
                <a:lnTo>
                  <a:pt x="5033249" y="93618"/>
                </a:lnTo>
                <a:lnTo>
                  <a:pt x="5032930" y="93680"/>
                </a:lnTo>
                <a:lnTo>
                  <a:pt x="5032625" y="93756"/>
                </a:lnTo>
                <a:lnTo>
                  <a:pt x="5032335" y="93847"/>
                </a:lnTo>
                <a:lnTo>
                  <a:pt x="5032058" y="93953"/>
                </a:lnTo>
                <a:lnTo>
                  <a:pt x="5031793" y="94077"/>
                </a:lnTo>
                <a:lnTo>
                  <a:pt x="5031541" y="94218"/>
                </a:lnTo>
                <a:lnTo>
                  <a:pt x="5031299" y="94379"/>
                </a:lnTo>
                <a:lnTo>
                  <a:pt x="5031068" y="94560"/>
                </a:lnTo>
                <a:lnTo>
                  <a:pt x="5030846" y="94762"/>
                </a:lnTo>
                <a:lnTo>
                  <a:pt x="5030633" y="94987"/>
                </a:lnTo>
                <a:lnTo>
                  <a:pt x="5030428" y="95235"/>
                </a:lnTo>
                <a:lnTo>
                  <a:pt x="5030230" y="95508"/>
                </a:lnTo>
                <a:lnTo>
                  <a:pt x="5030039" y="95806"/>
                </a:lnTo>
                <a:lnTo>
                  <a:pt x="5029854" y="96131"/>
                </a:lnTo>
                <a:lnTo>
                  <a:pt x="5029673" y="96484"/>
                </a:lnTo>
                <a:lnTo>
                  <a:pt x="5029497" y="96866"/>
                </a:lnTo>
                <a:lnTo>
                  <a:pt x="5029325" y="97278"/>
                </a:lnTo>
                <a:lnTo>
                  <a:pt x="5029155" y="97721"/>
                </a:lnTo>
                <a:lnTo>
                  <a:pt x="5028593" y="98908"/>
                </a:lnTo>
                <a:lnTo>
                  <a:pt x="5027972" y="100015"/>
                </a:lnTo>
                <a:lnTo>
                  <a:pt x="5027297" y="101042"/>
                </a:lnTo>
                <a:lnTo>
                  <a:pt x="5026571" y="101993"/>
                </a:lnTo>
                <a:lnTo>
                  <a:pt x="5025801" y="102871"/>
                </a:lnTo>
                <a:lnTo>
                  <a:pt x="5024991" y="103678"/>
                </a:lnTo>
                <a:lnTo>
                  <a:pt x="5024146" y="104417"/>
                </a:lnTo>
                <a:lnTo>
                  <a:pt x="5023270" y="105092"/>
                </a:lnTo>
                <a:lnTo>
                  <a:pt x="5022370" y="105704"/>
                </a:lnTo>
                <a:lnTo>
                  <a:pt x="5021448" y="106257"/>
                </a:lnTo>
                <a:lnTo>
                  <a:pt x="5020511" y="106752"/>
                </a:lnTo>
                <a:lnTo>
                  <a:pt x="5019563" y="107194"/>
                </a:lnTo>
                <a:lnTo>
                  <a:pt x="5018609" y="107585"/>
                </a:lnTo>
                <a:lnTo>
                  <a:pt x="5017653" y="107927"/>
                </a:lnTo>
                <a:lnTo>
                  <a:pt x="5016702" y="108224"/>
                </a:lnTo>
                <a:lnTo>
                  <a:pt x="5015758" y="108477"/>
                </a:lnTo>
                <a:lnTo>
                  <a:pt x="5014829" y="108691"/>
                </a:lnTo>
                <a:lnTo>
                  <a:pt x="5013917" y="108867"/>
                </a:lnTo>
                <a:lnTo>
                  <a:pt x="5013029" y="109008"/>
                </a:lnTo>
                <a:lnTo>
                  <a:pt x="5012169" y="109118"/>
                </a:lnTo>
                <a:lnTo>
                  <a:pt x="5011341" y="109198"/>
                </a:lnTo>
                <a:lnTo>
                  <a:pt x="5010551" y="109252"/>
                </a:lnTo>
                <a:lnTo>
                  <a:pt x="5009804" y="109282"/>
                </a:lnTo>
                <a:lnTo>
                  <a:pt x="5009104" y="109292"/>
                </a:lnTo>
                <a:lnTo>
                  <a:pt x="5007297" y="109242"/>
                </a:lnTo>
                <a:lnTo>
                  <a:pt x="5005495" y="109092"/>
                </a:lnTo>
                <a:lnTo>
                  <a:pt x="5003704" y="108845"/>
                </a:lnTo>
                <a:lnTo>
                  <a:pt x="5001927" y="108501"/>
                </a:lnTo>
                <a:lnTo>
                  <a:pt x="5000170" y="108060"/>
                </a:lnTo>
                <a:lnTo>
                  <a:pt x="4998437" y="107526"/>
                </a:lnTo>
                <a:lnTo>
                  <a:pt x="4996734" y="106897"/>
                </a:lnTo>
                <a:lnTo>
                  <a:pt x="4995066" y="106177"/>
                </a:lnTo>
                <a:lnTo>
                  <a:pt x="4993437" y="105365"/>
                </a:lnTo>
                <a:lnTo>
                  <a:pt x="4991853" y="104463"/>
                </a:lnTo>
                <a:lnTo>
                  <a:pt x="4990318" y="103473"/>
                </a:lnTo>
                <a:lnTo>
                  <a:pt x="4988837" y="102394"/>
                </a:lnTo>
                <a:lnTo>
                  <a:pt x="4987415" y="101229"/>
                </a:lnTo>
                <a:lnTo>
                  <a:pt x="4986058" y="99979"/>
                </a:lnTo>
                <a:lnTo>
                  <a:pt x="4984770" y="98644"/>
                </a:lnTo>
                <a:lnTo>
                  <a:pt x="4983556" y="97227"/>
                </a:lnTo>
                <a:lnTo>
                  <a:pt x="4982420" y="95727"/>
                </a:lnTo>
                <a:lnTo>
                  <a:pt x="4981369" y="94147"/>
                </a:lnTo>
                <a:lnTo>
                  <a:pt x="4980407" y="92487"/>
                </a:lnTo>
                <a:lnTo>
                  <a:pt x="4979538" y="90749"/>
                </a:lnTo>
                <a:lnTo>
                  <a:pt x="4978768" y="88933"/>
                </a:lnTo>
                <a:lnTo>
                  <a:pt x="4978102" y="87042"/>
                </a:lnTo>
                <a:lnTo>
                  <a:pt x="4977544" y="85075"/>
                </a:lnTo>
                <a:lnTo>
                  <a:pt x="4977100" y="83034"/>
                </a:lnTo>
                <a:lnTo>
                  <a:pt x="5034553" y="83034"/>
                </a:lnTo>
                <a:lnTo>
                  <a:pt x="5035057" y="83034"/>
                </a:lnTo>
                <a:lnTo>
                  <a:pt x="5035555" y="83030"/>
                </a:lnTo>
                <a:lnTo>
                  <a:pt x="5036046" y="83021"/>
                </a:lnTo>
                <a:lnTo>
                  <a:pt x="5036529" y="83001"/>
                </a:lnTo>
                <a:lnTo>
                  <a:pt x="5037003" y="82970"/>
                </a:lnTo>
                <a:lnTo>
                  <a:pt x="5037465" y="82923"/>
                </a:lnTo>
                <a:lnTo>
                  <a:pt x="5037915" y="82858"/>
                </a:lnTo>
                <a:lnTo>
                  <a:pt x="5038351" y="82770"/>
                </a:lnTo>
                <a:lnTo>
                  <a:pt x="5038771" y="82658"/>
                </a:lnTo>
                <a:lnTo>
                  <a:pt x="5039175" y="82519"/>
                </a:lnTo>
                <a:lnTo>
                  <a:pt x="5039560" y="82348"/>
                </a:lnTo>
                <a:lnTo>
                  <a:pt x="5039926" y="82143"/>
                </a:lnTo>
                <a:lnTo>
                  <a:pt x="5040271" y="81901"/>
                </a:lnTo>
                <a:lnTo>
                  <a:pt x="5040593" y="81619"/>
                </a:lnTo>
                <a:lnTo>
                  <a:pt x="5040891" y="81293"/>
                </a:lnTo>
                <a:lnTo>
                  <a:pt x="5041164" y="80921"/>
                </a:lnTo>
                <a:lnTo>
                  <a:pt x="5041410" y="80500"/>
                </a:lnTo>
                <a:lnTo>
                  <a:pt x="5041628" y="80026"/>
                </a:lnTo>
                <a:lnTo>
                  <a:pt x="5041816" y="79496"/>
                </a:lnTo>
                <a:lnTo>
                  <a:pt x="5041973" y="78908"/>
                </a:lnTo>
                <a:lnTo>
                  <a:pt x="5042098" y="78257"/>
                </a:lnTo>
                <a:lnTo>
                  <a:pt x="5042189" y="77541"/>
                </a:lnTo>
                <a:lnTo>
                  <a:pt x="5042244" y="76758"/>
                </a:lnTo>
                <a:lnTo>
                  <a:pt x="5042263" y="75903"/>
                </a:lnTo>
                <a:lnTo>
                  <a:pt x="5042199" y="73172"/>
                </a:lnTo>
                <a:lnTo>
                  <a:pt x="5042006" y="70480"/>
                </a:lnTo>
                <a:lnTo>
                  <a:pt x="5041684" y="67834"/>
                </a:lnTo>
                <a:lnTo>
                  <a:pt x="5041233" y="65241"/>
                </a:lnTo>
                <a:lnTo>
                  <a:pt x="5040653" y="62707"/>
                </a:lnTo>
                <a:lnTo>
                  <a:pt x="5039944" y="60240"/>
                </a:lnTo>
                <a:lnTo>
                  <a:pt x="5039105" y="57846"/>
                </a:lnTo>
                <a:lnTo>
                  <a:pt x="5038136" y="55533"/>
                </a:lnTo>
                <a:lnTo>
                  <a:pt x="5037038" y="53306"/>
                </a:lnTo>
                <a:lnTo>
                  <a:pt x="5035809" y="51174"/>
                </a:lnTo>
                <a:lnTo>
                  <a:pt x="5034450" y="49142"/>
                </a:lnTo>
                <a:lnTo>
                  <a:pt x="5032961" y="47218"/>
                </a:lnTo>
                <a:lnTo>
                  <a:pt x="5031342" y="45408"/>
                </a:lnTo>
                <a:lnTo>
                  <a:pt x="5029591" y="43720"/>
                </a:lnTo>
                <a:lnTo>
                  <a:pt x="5027710" y="42160"/>
                </a:lnTo>
                <a:lnTo>
                  <a:pt x="5025698" y="40735"/>
                </a:lnTo>
                <a:lnTo>
                  <a:pt x="5023554" y="39452"/>
                </a:lnTo>
                <a:lnTo>
                  <a:pt x="5021279" y="38317"/>
                </a:lnTo>
                <a:lnTo>
                  <a:pt x="5018873" y="37339"/>
                </a:lnTo>
                <a:lnTo>
                  <a:pt x="5016335" y="36523"/>
                </a:lnTo>
                <a:lnTo>
                  <a:pt x="5013665" y="35876"/>
                </a:lnTo>
                <a:lnTo>
                  <a:pt x="5010863" y="35406"/>
                </a:lnTo>
                <a:lnTo>
                  <a:pt x="5007928" y="35119"/>
                </a:lnTo>
                <a:lnTo>
                  <a:pt x="5004862" y="35021"/>
                </a:lnTo>
                <a:lnTo>
                  <a:pt x="5002018" y="35121"/>
                </a:lnTo>
                <a:lnTo>
                  <a:pt x="4999226" y="35415"/>
                </a:lnTo>
                <a:lnTo>
                  <a:pt x="4996493" y="35896"/>
                </a:lnTo>
                <a:lnTo>
                  <a:pt x="4993825" y="36560"/>
                </a:lnTo>
                <a:lnTo>
                  <a:pt x="4991227" y="37398"/>
                </a:lnTo>
                <a:lnTo>
                  <a:pt x="4988706" y="38405"/>
                </a:lnTo>
                <a:lnTo>
                  <a:pt x="4986268" y="39574"/>
                </a:lnTo>
                <a:lnTo>
                  <a:pt x="4983918" y="40900"/>
                </a:lnTo>
                <a:lnTo>
                  <a:pt x="4981664" y="42374"/>
                </a:lnTo>
                <a:lnTo>
                  <a:pt x="4979511" y="43991"/>
                </a:lnTo>
                <a:lnTo>
                  <a:pt x="4977466" y="45745"/>
                </a:lnTo>
                <a:lnTo>
                  <a:pt x="4975533" y="47628"/>
                </a:lnTo>
                <a:lnTo>
                  <a:pt x="4973720" y="49636"/>
                </a:lnTo>
                <a:lnTo>
                  <a:pt x="4972033" y="51760"/>
                </a:lnTo>
                <a:lnTo>
                  <a:pt x="4970477" y="53995"/>
                </a:lnTo>
                <a:lnTo>
                  <a:pt x="4969060" y="56334"/>
                </a:lnTo>
                <a:lnTo>
                  <a:pt x="4967786" y="58771"/>
                </a:lnTo>
                <a:lnTo>
                  <a:pt x="4966662" y="61299"/>
                </a:lnTo>
                <a:lnTo>
                  <a:pt x="4965694" y="63912"/>
                </a:lnTo>
                <a:lnTo>
                  <a:pt x="4964889" y="66603"/>
                </a:lnTo>
                <a:lnTo>
                  <a:pt x="4964252" y="69367"/>
                </a:lnTo>
                <a:lnTo>
                  <a:pt x="4963789" y="72196"/>
                </a:lnTo>
                <a:lnTo>
                  <a:pt x="4963507" y="75084"/>
                </a:lnTo>
                <a:lnTo>
                  <a:pt x="4963412" y="78024"/>
                </a:lnTo>
                <a:lnTo>
                  <a:pt x="4963512" y="80947"/>
                </a:lnTo>
                <a:lnTo>
                  <a:pt x="4963809" y="83820"/>
                </a:lnTo>
                <a:lnTo>
                  <a:pt x="4964297" y="86637"/>
                </a:lnTo>
                <a:lnTo>
                  <a:pt x="4964969" y="89392"/>
                </a:lnTo>
                <a:lnTo>
                  <a:pt x="4965820" y="92078"/>
                </a:lnTo>
                <a:lnTo>
                  <a:pt x="4966843" y="94688"/>
                </a:lnTo>
                <a:lnTo>
                  <a:pt x="4968032" y="97215"/>
                </a:lnTo>
                <a:lnTo>
                  <a:pt x="4969381" y="99653"/>
                </a:lnTo>
                <a:lnTo>
                  <a:pt x="4970884" y="101996"/>
                </a:lnTo>
                <a:lnTo>
                  <a:pt x="4972535" y="104235"/>
                </a:lnTo>
                <a:lnTo>
                  <a:pt x="4974328" y="106366"/>
                </a:lnTo>
                <a:lnTo>
                  <a:pt x="4976256" y="108380"/>
                </a:lnTo>
                <a:lnTo>
                  <a:pt x="4978314" y="110272"/>
                </a:lnTo>
                <a:lnTo>
                  <a:pt x="4980496" y="112034"/>
                </a:lnTo>
                <a:lnTo>
                  <a:pt x="4982794" y="113660"/>
                </a:lnTo>
                <a:lnTo>
                  <a:pt x="4985204" y="115144"/>
                </a:lnTo>
                <a:lnTo>
                  <a:pt x="4987719" y="116478"/>
                </a:lnTo>
                <a:lnTo>
                  <a:pt x="4990333" y="117655"/>
                </a:lnTo>
                <a:lnTo>
                  <a:pt x="4993040" y="118670"/>
                </a:lnTo>
                <a:lnTo>
                  <a:pt x="4995833" y="119516"/>
                </a:lnTo>
                <a:lnTo>
                  <a:pt x="4998708" y="120185"/>
                </a:lnTo>
                <a:lnTo>
                  <a:pt x="5001656" y="120671"/>
                </a:lnTo>
                <a:lnTo>
                  <a:pt x="5004674" y="120968"/>
                </a:lnTo>
                <a:lnTo>
                  <a:pt x="5007753" y="121068"/>
                </a:lnTo>
                <a:lnTo>
                  <a:pt x="5010850" y="120980"/>
                </a:lnTo>
                <a:lnTo>
                  <a:pt x="5013778" y="120724"/>
                </a:lnTo>
                <a:lnTo>
                  <a:pt x="5016543" y="120313"/>
                </a:lnTo>
                <a:lnTo>
                  <a:pt x="5019146" y="119760"/>
                </a:lnTo>
                <a:lnTo>
                  <a:pt x="5021591" y="119078"/>
                </a:lnTo>
                <a:lnTo>
                  <a:pt x="5023882" y="118280"/>
                </a:lnTo>
                <a:lnTo>
                  <a:pt x="5026021" y="117379"/>
                </a:lnTo>
                <a:lnTo>
                  <a:pt x="5028011" y="116389"/>
                </a:lnTo>
                <a:lnTo>
                  <a:pt x="5029856" y="115321"/>
                </a:lnTo>
                <a:lnTo>
                  <a:pt x="5031559" y="114189"/>
                </a:lnTo>
                <a:lnTo>
                  <a:pt x="5033123" y="113005"/>
                </a:lnTo>
                <a:lnTo>
                  <a:pt x="5034552" y="111784"/>
                </a:lnTo>
                <a:lnTo>
                  <a:pt x="5035848" y="110538"/>
                </a:lnTo>
                <a:lnTo>
                  <a:pt x="5037014" y="109279"/>
                </a:lnTo>
                <a:lnTo>
                  <a:pt x="5038054" y="108021"/>
                </a:lnTo>
                <a:lnTo>
                  <a:pt x="5038972" y="106777"/>
                </a:lnTo>
                <a:lnTo>
                  <a:pt x="5039769" y="105560"/>
                </a:lnTo>
                <a:lnTo>
                  <a:pt x="5040450" y="104382"/>
                </a:lnTo>
                <a:lnTo>
                  <a:pt x="5041017" y="103257"/>
                </a:lnTo>
                <a:lnTo>
                  <a:pt x="5041474" y="102198"/>
                </a:lnTo>
                <a:lnTo>
                  <a:pt x="5041824" y="101218"/>
                </a:lnTo>
                <a:lnTo>
                  <a:pt x="5042070" y="100328"/>
                </a:lnTo>
                <a:lnTo>
                  <a:pt x="5042215" y="99544"/>
                </a:lnTo>
                <a:lnTo>
                  <a:pt x="5042263" y="98878"/>
                </a:lnTo>
                <a:lnTo>
                  <a:pt x="5042235" y="98231"/>
                </a:lnTo>
                <a:lnTo>
                  <a:pt x="5042153" y="97637"/>
                </a:lnTo>
                <a:lnTo>
                  <a:pt x="5042021" y="97094"/>
                </a:lnTo>
                <a:lnTo>
                  <a:pt x="5041844" y="96601"/>
                </a:lnTo>
                <a:lnTo>
                  <a:pt x="5041626" y="96154"/>
                </a:lnTo>
                <a:lnTo>
                  <a:pt x="5041372" y="95752"/>
                </a:lnTo>
                <a:close/>
                <a:moveTo>
                  <a:pt x="4980051" y="63185"/>
                </a:moveTo>
                <a:lnTo>
                  <a:pt x="4980842" y="61671"/>
                </a:lnTo>
                <a:lnTo>
                  <a:pt x="4981707" y="60212"/>
                </a:lnTo>
                <a:lnTo>
                  <a:pt x="4982642" y="58811"/>
                </a:lnTo>
                <a:lnTo>
                  <a:pt x="4983644" y="57470"/>
                </a:lnTo>
                <a:lnTo>
                  <a:pt x="4984712" y="56194"/>
                </a:lnTo>
                <a:lnTo>
                  <a:pt x="4985841" y="54985"/>
                </a:lnTo>
                <a:lnTo>
                  <a:pt x="4987029" y="53846"/>
                </a:lnTo>
                <a:lnTo>
                  <a:pt x="4988274" y="52780"/>
                </a:lnTo>
                <a:lnTo>
                  <a:pt x="4989572" y="51791"/>
                </a:lnTo>
                <a:lnTo>
                  <a:pt x="4990920" y="50881"/>
                </a:lnTo>
                <a:lnTo>
                  <a:pt x="4992317" y="50054"/>
                </a:lnTo>
                <a:lnTo>
                  <a:pt x="4993758" y="49313"/>
                </a:lnTo>
                <a:lnTo>
                  <a:pt x="4995241" y="48660"/>
                </a:lnTo>
                <a:lnTo>
                  <a:pt x="4996763" y="48100"/>
                </a:lnTo>
                <a:lnTo>
                  <a:pt x="4998321" y="47634"/>
                </a:lnTo>
                <a:lnTo>
                  <a:pt x="4999913" y="47267"/>
                </a:lnTo>
                <a:lnTo>
                  <a:pt x="5001536" y="47000"/>
                </a:lnTo>
                <a:lnTo>
                  <a:pt x="5003186" y="46838"/>
                </a:lnTo>
                <a:lnTo>
                  <a:pt x="5004862" y="46783"/>
                </a:lnTo>
                <a:lnTo>
                  <a:pt x="5006124" y="46809"/>
                </a:lnTo>
                <a:lnTo>
                  <a:pt x="5007401" y="46890"/>
                </a:lnTo>
                <a:lnTo>
                  <a:pt x="5008688" y="47029"/>
                </a:lnTo>
                <a:lnTo>
                  <a:pt x="5009979" y="47232"/>
                </a:lnTo>
                <a:lnTo>
                  <a:pt x="5011269" y="47504"/>
                </a:lnTo>
                <a:lnTo>
                  <a:pt x="5012552" y="47847"/>
                </a:lnTo>
                <a:lnTo>
                  <a:pt x="5013824" y="48267"/>
                </a:lnTo>
                <a:lnTo>
                  <a:pt x="5015080" y="48769"/>
                </a:lnTo>
                <a:lnTo>
                  <a:pt x="5016313" y="49356"/>
                </a:lnTo>
                <a:lnTo>
                  <a:pt x="5017519" y="50034"/>
                </a:lnTo>
                <a:lnTo>
                  <a:pt x="5018692" y="50806"/>
                </a:lnTo>
                <a:lnTo>
                  <a:pt x="5019827" y="51677"/>
                </a:lnTo>
                <a:lnTo>
                  <a:pt x="5020919" y="52651"/>
                </a:lnTo>
                <a:lnTo>
                  <a:pt x="5021963" y="53734"/>
                </a:lnTo>
                <a:lnTo>
                  <a:pt x="5022953" y="54929"/>
                </a:lnTo>
                <a:lnTo>
                  <a:pt x="5023884" y="56240"/>
                </a:lnTo>
                <a:lnTo>
                  <a:pt x="5024750" y="57673"/>
                </a:lnTo>
                <a:lnTo>
                  <a:pt x="5025547" y="59231"/>
                </a:lnTo>
                <a:lnTo>
                  <a:pt x="5026270" y="60919"/>
                </a:lnTo>
                <a:lnTo>
                  <a:pt x="5026912" y="62742"/>
                </a:lnTo>
                <a:lnTo>
                  <a:pt x="5027469" y="64704"/>
                </a:lnTo>
                <a:lnTo>
                  <a:pt x="5027935" y="66809"/>
                </a:lnTo>
                <a:lnTo>
                  <a:pt x="5028306" y="69062"/>
                </a:lnTo>
                <a:lnTo>
                  <a:pt x="5028575" y="71467"/>
                </a:lnTo>
                <a:lnTo>
                  <a:pt x="4977294" y="71467"/>
                </a:lnTo>
                <a:lnTo>
                  <a:pt x="4977676" y="69726"/>
                </a:lnTo>
                <a:lnTo>
                  <a:pt x="4978146" y="68024"/>
                </a:lnTo>
                <a:lnTo>
                  <a:pt x="4978700" y="66364"/>
                </a:lnTo>
                <a:lnTo>
                  <a:pt x="4979336" y="64750"/>
                </a:lnTo>
                <a:lnTo>
                  <a:pt x="4980051" y="63185"/>
                </a:lnTo>
                <a:close/>
                <a:moveTo>
                  <a:pt x="7166909" y="95752"/>
                </a:moveTo>
                <a:lnTo>
                  <a:pt x="7166622" y="95392"/>
                </a:lnTo>
                <a:lnTo>
                  <a:pt x="7166308" y="95073"/>
                </a:lnTo>
                <a:lnTo>
                  <a:pt x="7165971" y="94791"/>
                </a:lnTo>
                <a:lnTo>
                  <a:pt x="7165614" y="94544"/>
                </a:lnTo>
                <a:lnTo>
                  <a:pt x="7165243" y="94330"/>
                </a:lnTo>
                <a:lnTo>
                  <a:pt x="7164861" y="94146"/>
                </a:lnTo>
                <a:lnTo>
                  <a:pt x="7164473" y="93991"/>
                </a:lnTo>
                <a:lnTo>
                  <a:pt x="7164084" y="93861"/>
                </a:lnTo>
                <a:lnTo>
                  <a:pt x="7163697" y="93755"/>
                </a:lnTo>
                <a:lnTo>
                  <a:pt x="7163317" y="93670"/>
                </a:lnTo>
                <a:lnTo>
                  <a:pt x="7162949" y="93604"/>
                </a:lnTo>
                <a:lnTo>
                  <a:pt x="7162596" y="93554"/>
                </a:lnTo>
                <a:lnTo>
                  <a:pt x="7162264" y="93519"/>
                </a:lnTo>
                <a:lnTo>
                  <a:pt x="7161956" y="93495"/>
                </a:lnTo>
                <a:lnTo>
                  <a:pt x="7161676" y="93480"/>
                </a:lnTo>
                <a:lnTo>
                  <a:pt x="7161430" y="93473"/>
                </a:lnTo>
                <a:lnTo>
                  <a:pt x="7161221" y="93470"/>
                </a:lnTo>
                <a:lnTo>
                  <a:pt x="7161055" y="93470"/>
                </a:lnTo>
                <a:lnTo>
                  <a:pt x="7160631" y="93473"/>
                </a:lnTo>
                <a:lnTo>
                  <a:pt x="7160226" y="93483"/>
                </a:lnTo>
                <a:lnTo>
                  <a:pt x="7159840" y="93502"/>
                </a:lnTo>
                <a:lnTo>
                  <a:pt x="7159472" y="93530"/>
                </a:lnTo>
                <a:lnTo>
                  <a:pt x="7159121" y="93568"/>
                </a:lnTo>
                <a:lnTo>
                  <a:pt x="7158786" y="93618"/>
                </a:lnTo>
                <a:lnTo>
                  <a:pt x="7158467" y="93680"/>
                </a:lnTo>
                <a:lnTo>
                  <a:pt x="7158162" y="93756"/>
                </a:lnTo>
                <a:lnTo>
                  <a:pt x="7157872" y="93847"/>
                </a:lnTo>
                <a:lnTo>
                  <a:pt x="7157595" y="93953"/>
                </a:lnTo>
                <a:lnTo>
                  <a:pt x="7157330" y="94077"/>
                </a:lnTo>
                <a:lnTo>
                  <a:pt x="7157078" y="94218"/>
                </a:lnTo>
                <a:lnTo>
                  <a:pt x="7156836" y="94379"/>
                </a:lnTo>
                <a:lnTo>
                  <a:pt x="7156605" y="94560"/>
                </a:lnTo>
                <a:lnTo>
                  <a:pt x="7156383" y="94762"/>
                </a:lnTo>
                <a:lnTo>
                  <a:pt x="7156170" y="94987"/>
                </a:lnTo>
                <a:lnTo>
                  <a:pt x="7155965" y="95235"/>
                </a:lnTo>
                <a:lnTo>
                  <a:pt x="7155767" y="95508"/>
                </a:lnTo>
                <a:lnTo>
                  <a:pt x="7155576" y="95806"/>
                </a:lnTo>
                <a:lnTo>
                  <a:pt x="7155391" y="96131"/>
                </a:lnTo>
                <a:lnTo>
                  <a:pt x="7155210" y="96484"/>
                </a:lnTo>
                <a:lnTo>
                  <a:pt x="7155034" y="96866"/>
                </a:lnTo>
                <a:lnTo>
                  <a:pt x="7154861" y="97278"/>
                </a:lnTo>
                <a:lnTo>
                  <a:pt x="7154691" y="97721"/>
                </a:lnTo>
                <a:lnTo>
                  <a:pt x="7154130" y="98908"/>
                </a:lnTo>
                <a:lnTo>
                  <a:pt x="7153509" y="100015"/>
                </a:lnTo>
                <a:lnTo>
                  <a:pt x="7152833" y="101042"/>
                </a:lnTo>
                <a:lnTo>
                  <a:pt x="7152108" y="101993"/>
                </a:lnTo>
                <a:lnTo>
                  <a:pt x="7151338" y="102871"/>
                </a:lnTo>
                <a:lnTo>
                  <a:pt x="7150528" y="103678"/>
                </a:lnTo>
                <a:lnTo>
                  <a:pt x="7149683" y="104417"/>
                </a:lnTo>
                <a:lnTo>
                  <a:pt x="7148807" y="105092"/>
                </a:lnTo>
                <a:lnTo>
                  <a:pt x="7147906" y="105704"/>
                </a:lnTo>
                <a:lnTo>
                  <a:pt x="7146985" y="106257"/>
                </a:lnTo>
                <a:lnTo>
                  <a:pt x="7146048" y="106752"/>
                </a:lnTo>
                <a:lnTo>
                  <a:pt x="7145099" y="107194"/>
                </a:lnTo>
                <a:lnTo>
                  <a:pt x="7144145" y="107585"/>
                </a:lnTo>
                <a:lnTo>
                  <a:pt x="7143190" y="107927"/>
                </a:lnTo>
                <a:lnTo>
                  <a:pt x="7142238" y="108224"/>
                </a:lnTo>
                <a:lnTo>
                  <a:pt x="7141295" y="108477"/>
                </a:lnTo>
                <a:lnTo>
                  <a:pt x="7140366" y="108691"/>
                </a:lnTo>
                <a:lnTo>
                  <a:pt x="7139454" y="108867"/>
                </a:lnTo>
                <a:lnTo>
                  <a:pt x="7138566" y="109008"/>
                </a:lnTo>
                <a:lnTo>
                  <a:pt x="7137705" y="109118"/>
                </a:lnTo>
                <a:lnTo>
                  <a:pt x="7136878" y="109198"/>
                </a:lnTo>
                <a:lnTo>
                  <a:pt x="7136088" y="109252"/>
                </a:lnTo>
                <a:lnTo>
                  <a:pt x="7135340" y="109282"/>
                </a:lnTo>
                <a:lnTo>
                  <a:pt x="7134640" y="109292"/>
                </a:lnTo>
                <a:lnTo>
                  <a:pt x="7132834" y="109242"/>
                </a:lnTo>
                <a:lnTo>
                  <a:pt x="7131032" y="109092"/>
                </a:lnTo>
                <a:lnTo>
                  <a:pt x="7129241" y="108845"/>
                </a:lnTo>
                <a:lnTo>
                  <a:pt x="7127464" y="108501"/>
                </a:lnTo>
                <a:lnTo>
                  <a:pt x="7125706" y="108060"/>
                </a:lnTo>
                <a:lnTo>
                  <a:pt x="7123974" y="107526"/>
                </a:lnTo>
                <a:lnTo>
                  <a:pt x="7122271" y="106897"/>
                </a:lnTo>
                <a:lnTo>
                  <a:pt x="7120603" y="106177"/>
                </a:lnTo>
                <a:lnTo>
                  <a:pt x="7118974" y="105365"/>
                </a:lnTo>
                <a:lnTo>
                  <a:pt x="7117390" y="104463"/>
                </a:lnTo>
                <a:lnTo>
                  <a:pt x="7115854" y="103473"/>
                </a:lnTo>
                <a:lnTo>
                  <a:pt x="7114374" y="102394"/>
                </a:lnTo>
                <a:lnTo>
                  <a:pt x="7112952" y="101229"/>
                </a:lnTo>
                <a:lnTo>
                  <a:pt x="7111595" y="99979"/>
                </a:lnTo>
                <a:lnTo>
                  <a:pt x="7110307" y="98644"/>
                </a:lnTo>
                <a:lnTo>
                  <a:pt x="7109092" y="97227"/>
                </a:lnTo>
                <a:lnTo>
                  <a:pt x="7107957" y="95727"/>
                </a:lnTo>
                <a:lnTo>
                  <a:pt x="7106906" y="94147"/>
                </a:lnTo>
                <a:lnTo>
                  <a:pt x="7105944" y="92487"/>
                </a:lnTo>
                <a:lnTo>
                  <a:pt x="7105075" y="90749"/>
                </a:lnTo>
                <a:lnTo>
                  <a:pt x="7104305" y="88933"/>
                </a:lnTo>
                <a:lnTo>
                  <a:pt x="7103639" y="87042"/>
                </a:lnTo>
                <a:lnTo>
                  <a:pt x="7103081" y="85075"/>
                </a:lnTo>
                <a:lnTo>
                  <a:pt x="7102637" y="83034"/>
                </a:lnTo>
                <a:lnTo>
                  <a:pt x="7160090" y="83034"/>
                </a:lnTo>
                <a:lnTo>
                  <a:pt x="7160593" y="83034"/>
                </a:lnTo>
                <a:lnTo>
                  <a:pt x="7161092" y="83030"/>
                </a:lnTo>
                <a:lnTo>
                  <a:pt x="7161583" y="83021"/>
                </a:lnTo>
                <a:lnTo>
                  <a:pt x="7162066" y="83001"/>
                </a:lnTo>
                <a:lnTo>
                  <a:pt x="7162540" y="82970"/>
                </a:lnTo>
                <a:lnTo>
                  <a:pt x="7163002" y="82923"/>
                </a:lnTo>
                <a:lnTo>
                  <a:pt x="7163452" y="82858"/>
                </a:lnTo>
                <a:lnTo>
                  <a:pt x="7163888" y="82770"/>
                </a:lnTo>
                <a:lnTo>
                  <a:pt x="7164308" y="82658"/>
                </a:lnTo>
                <a:lnTo>
                  <a:pt x="7164712" y="82519"/>
                </a:lnTo>
                <a:lnTo>
                  <a:pt x="7165097" y="82348"/>
                </a:lnTo>
                <a:lnTo>
                  <a:pt x="7165463" y="82143"/>
                </a:lnTo>
                <a:lnTo>
                  <a:pt x="7165807" y="81901"/>
                </a:lnTo>
                <a:lnTo>
                  <a:pt x="7166130" y="81619"/>
                </a:lnTo>
                <a:lnTo>
                  <a:pt x="7166428" y="81293"/>
                </a:lnTo>
                <a:lnTo>
                  <a:pt x="7166701" y="80921"/>
                </a:lnTo>
                <a:lnTo>
                  <a:pt x="7166947" y="80500"/>
                </a:lnTo>
                <a:lnTo>
                  <a:pt x="7167164" y="80026"/>
                </a:lnTo>
                <a:lnTo>
                  <a:pt x="7167353" y="79496"/>
                </a:lnTo>
                <a:lnTo>
                  <a:pt x="7167510" y="78908"/>
                </a:lnTo>
                <a:lnTo>
                  <a:pt x="7167635" y="78257"/>
                </a:lnTo>
                <a:lnTo>
                  <a:pt x="7167726" y="77541"/>
                </a:lnTo>
                <a:lnTo>
                  <a:pt x="7167781" y="76758"/>
                </a:lnTo>
                <a:lnTo>
                  <a:pt x="7167800" y="75903"/>
                </a:lnTo>
                <a:lnTo>
                  <a:pt x="7167736" y="73172"/>
                </a:lnTo>
                <a:lnTo>
                  <a:pt x="7167543" y="70480"/>
                </a:lnTo>
                <a:lnTo>
                  <a:pt x="7167221" y="67834"/>
                </a:lnTo>
                <a:lnTo>
                  <a:pt x="7166770" y="65241"/>
                </a:lnTo>
                <a:lnTo>
                  <a:pt x="7166190" y="62707"/>
                </a:lnTo>
                <a:lnTo>
                  <a:pt x="7165481" y="60240"/>
                </a:lnTo>
                <a:lnTo>
                  <a:pt x="7164642" y="57846"/>
                </a:lnTo>
                <a:lnTo>
                  <a:pt x="7163673" y="55533"/>
                </a:lnTo>
                <a:lnTo>
                  <a:pt x="7162575" y="53306"/>
                </a:lnTo>
                <a:lnTo>
                  <a:pt x="7161346" y="51174"/>
                </a:lnTo>
                <a:lnTo>
                  <a:pt x="7159987" y="49142"/>
                </a:lnTo>
                <a:lnTo>
                  <a:pt x="7158498" y="47218"/>
                </a:lnTo>
                <a:lnTo>
                  <a:pt x="7156878" y="45408"/>
                </a:lnTo>
                <a:lnTo>
                  <a:pt x="7155128" y="43720"/>
                </a:lnTo>
                <a:lnTo>
                  <a:pt x="7153247" y="42160"/>
                </a:lnTo>
                <a:lnTo>
                  <a:pt x="7151235" y="40735"/>
                </a:lnTo>
                <a:lnTo>
                  <a:pt x="7149091" y="39452"/>
                </a:lnTo>
                <a:lnTo>
                  <a:pt x="7146816" y="38317"/>
                </a:lnTo>
                <a:lnTo>
                  <a:pt x="7144410" y="37339"/>
                </a:lnTo>
                <a:lnTo>
                  <a:pt x="7141872" y="36523"/>
                </a:lnTo>
                <a:lnTo>
                  <a:pt x="7139201" y="35876"/>
                </a:lnTo>
                <a:lnTo>
                  <a:pt x="7136399" y="35406"/>
                </a:lnTo>
                <a:lnTo>
                  <a:pt x="7133465" y="35119"/>
                </a:lnTo>
                <a:lnTo>
                  <a:pt x="7130398" y="35021"/>
                </a:lnTo>
                <a:lnTo>
                  <a:pt x="7127555" y="35121"/>
                </a:lnTo>
                <a:lnTo>
                  <a:pt x="7124763" y="35415"/>
                </a:lnTo>
                <a:lnTo>
                  <a:pt x="7122030" y="35896"/>
                </a:lnTo>
                <a:lnTo>
                  <a:pt x="7119362" y="36560"/>
                </a:lnTo>
                <a:lnTo>
                  <a:pt x="7116764" y="37398"/>
                </a:lnTo>
                <a:lnTo>
                  <a:pt x="7114243" y="38405"/>
                </a:lnTo>
                <a:lnTo>
                  <a:pt x="7111805" y="39574"/>
                </a:lnTo>
                <a:lnTo>
                  <a:pt x="7109455" y="40900"/>
                </a:lnTo>
                <a:lnTo>
                  <a:pt x="7107201" y="42374"/>
                </a:lnTo>
                <a:lnTo>
                  <a:pt x="7105048" y="43991"/>
                </a:lnTo>
                <a:lnTo>
                  <a:pt x="7103002" y="45745"/>
                </a:lnTo>
                <a:lnTo>
                  <a:pt x="7101070" y="47628"/>
                </a:lnTo>
                <a:lnTo>
                  <a:pt x="7099257" y="49636"/>
                </a:lnTo>
                <a:lnTo>
                  <a:pt x="7097570" y="51760"/>
                </a:lnTo>
                <a:lnTo>
                  <a:pt x="7096014" y="53995"/>
                </a:lnTo>
                <a:lnTo>
                  <a:pt x="7094597" y="56334"/>
                </a:lnTo>
                <a:lnTo>
                  <a:pt x="7093323" y="58771"/>
                </a:lnTo>
                <a:lnTo>
                  <a:pt x="7092199" y="61299"/>
                </a:lnTo>
                <a:lnTo>
                  <a:pt x="7091231" y="63912"/>
                </a:lnTo>
                <a:lnTo>
                  <a:pt x="7090426" y="66603"/>
                </a:lnTo>
                <a:lnTo>
                  <a:pt x="7089789" y="69367"/>
                </a:lnTo>
                <a:lnTo>
                  <a:pt x="7089326" y="72196"/>
                </a:lnTo>
                <a:lnTo>
                  <a:pt x="7089044" y="75084"/>
                </a:lnTo>
                <a:lnTo>
                  <a:pt x="7088949" y="78024"/>
                </a:lnTo>
                <a:lnTo>
                  <a:pt x="7089049" y="80947"/>
                </a:lnTo>
                <a:lnTo>
                  <a:pt x="7089346" y="83820"/>
                </a:lnTo>
                <a:lnTo>
                  <a:pt x="7089834" y="86637"/>
                </a:lnTo>
                <a:lnTo>
                  <a:pt x="7090506" y="89392"/>
                </a:lnTo>
                <a:lnTo>
                  <a:pt x="7091357" y="92078"/>
                </a:lnTo>
                <a:lnTo>
                  <a:pt x="7092380" y="94688"/>
                </a:lnTo>
                <a:lnTo>
                  <a:pt x="7093569" y="97215"/>
                </a:lnTo>
                <a:lnTo>
                  <a:pt x="7094918" y="99653"/>
                </a:lnTo>
                <a:lnTo>
                  <a:pt x="7096421" y="101996"/>
                </a:lnTo>
                <a:lnTo>
                  <a:pt x="7098072" y="104235"/>
                </a:lnTo>
                <a:lnTo>
                  <a:pt x="7099865" y="106366"/>
                </a:lnTo>
                <a:lnTo>
                  <a:pt x="7101793" y="108380"/>
                </a:lnTo>
                <a:lnTo>
                  <a:pt x="7103851" y="110272"/>
                </a:lnTo>
                <a:lnTo>
                  <a:pt x="7106032" y="112034"/>
                </a:lnTo>
                <a:lnTo>
                  <a:pt x="7108331" y="113660"/>
                </a:lnTo>
                <a:lnTo>
                  <a:pt x="7110741" y="115144"/>
                </a:lnTo>
                <a:lnTo>
                  <a:pt x="7113256" y="116478"/>
                </a:lnTo>
                <a:lnTo>
                  <a:pt x="7115870" y="117655"/>
                </a:lnTo>
                <a:lnTo>
                  <a:pt x="7118577" y="118670"/>
                </a:lnTo>
                <a:lnTo>
                  <a:pt x="7121370" y="119516"/>
                </a:lnTo>
                <a:lnTo>
                  <a:pt x="7124244" y="120185"/>
                </a:lnTo>
                <a:lnTo>
                  <a:pt x="7127193" y="120671"/>
                </a:lnTo>
                <a:lnTo>
                  <a:pt x="7130210" y="120968"/>
                </a:lnTo>
                <a:lnTo>
                  <a:pt x="7133290" y="121068"/>
                </a:lnTo>
                <a:lnTo>
                  <a:pt x="7136386" y="120980"/>
                </a:lnTo>
                <a:lnTo>
                  <a:pt x="7139315" y="120724"/>
                </a:lnTo>
                <a:lnTo>
                  <a:pt x="7142080" y="120313"/>
                </a:lnTo>
                <a:lnTo>
                  <a:pt x="7144683" y="119760"/>
                </a:lnTo>
                <a:lnTo>
                  <a:pt x="7147128" y="119078"/>
                </a:lnTo>
                <a:lnTo>
                  <a:pt x="7149419" y="118280"/>
                </a:lnTo>
                <a:lnTo>
                  <a:pt x="7151557" y="117379"/>
                </a:lnTo>
                <a:lnTo>
                  <a:pt x="7153548" y="116389"/>
                </a:lnTo>
                <a:lnTo>
                  <a:pt x="7155393" y="115321"/>
                </a:lnTo>
                <a:lnTo>
                  <a:pt x="7157096" y="114189"/>
                </a:lnTo>
                <a:lnTo>
                  <a:pt x="7158660" y="113005"/>
                </a:lnTo>
                <a:lnTo>
                  <a:pt x="7160089" y="111784"/>
                </a:lnTo>
                <a:lnTo>
                  <a:pt x="7161384" y="110538"/>
                </a:lnTo>
                <a:lnTo>
                  <a:pt x="7162551" y="109279"/>
                </a:lnTo>
                <a:lnTo>
                  <a:pt x="7163591" y="108021"/>
                </a:lnTo>
                <a:lnTo>
                  <a:pt x="7164508" y="106777"/>
                </a:lnTo>
                <a:lnTo>
                  <a:pt x="7165306" y="105560"/>
                </a:lnTo>
                <a:lnTo>
                  <a:pt x="7165987" y="104382"/>
                </a:lnTo>
                <a:lnTo>
                  <a:pt x="7166554" y="103257"/>
                </a:lnTo>
                <a:lnTo>
                  <a:pt x="7167011" y="102198"/>
                </a:lnTo>
                <a:lnTo>
                  <a:pt x="7167361" y="101218"/>
                </a:lnTo>
                <a:lnTo>
                  <a:pt x="7167607" y="100328"/>
                </a:lnTo>
                <a:lnTo>
                  <a:pt x="7167752" y="99544"/>
                </a:lnTo>
                <a:lnTo>
                  <a:pt x="7167800" y="98878"/>
                </a:lnTo>
                <a:lnTo>
                  <a:pt x="7167772" y="98231"/>
                </a:lnTo>
                <a:lnTo>
                  <a:pt x="7167689" y="97637"/>
                </a:lnTo>
                <a:lnTo>
                  <a:pt x="7167558" y="97094"/>
                </a:lnTo>
                <a:lnTo>
                  <a:pt x="7167381" y="96601"/>
                </a:lnTo>
                <a:lnTo>
                  <a:pt x="7167163" y="96154"/>
                </a:lnTo>
                <a:lnTo>
                  <a:pt x="7166909" y="95752"/>
                </a:lnTo>
                <a:close/>
                <a:moveTo>
                  <a:pt x="7105588" y="63185"/>
                </a:moveTo>
                <a:lnTo>
                  <a:pt x="7106379" y="61671"/>
                </a:lnTo>
                <a:lnTo>
                  <a:pt x="7107243" y="60212"/>
                </a:lnTo>
                <a:lnTo>
                  <a:pt x="7108178" y="58811"/>
                </a:lnTo>
                <a:lnTo>
                  <a:pt x="7109181" y="57470"/>
                </a:lnTo>
                <a:lnTo>
                  <a:pt x="7110248" y="56194"/>
                </a:lnTo>
                <a:lnTo>
                  <a:pt x="7111378" y="54985"/>
                </a:lnTo>
                <a:lnTo>
                  <a:pt x="7112566" y="53846"/>
                </a:lnTo>
                <a:lnTo>
                  <a:pt x="7113811" y="52780"/>
                </a:lnTo>
                <a:lnTo>
                  <a:pt x="7115109" y="51791"/>
                </a:lnTo>
                <a:lnTo>
                  <a:pt x="7116457" y="50881"/>
                </a:lnTo>
                <a:lnTo>
                  <a:pt x="7117853" y="50054"/>
                </a:lnTo>
                <a:lnTo>
                  <a:pt x="7119294" y="49313"/>
                </a:lnTo>
                <a:lnTo>
                  <a:pt x="7120778" y="48660"/>
                </a:lnTo>
                <a:lnTo>
                  <a:pt x="7122300" y="48100"/>
                </a:lnTo>
                <a:lnTo>
                  <a:pt x="7123858" y="47634"/>
                </a:lnTo>
                <a:lnTo>
                  <a:pt x="7125450" y="47267"/>
                </a:lnTo>
                <a:lnTo>
                  <a:pt x="7127073" y="47000"/>
                </a:lnTo>
                <a:lnTo>
                  <a:pt x="7128723" y="46838"/>
                </a:lnTo>
                <a:lnTo>
                  <a:pt x="7130398" y="46783"/>
                </a:lnTo>
                <a:lnTo>
                  <a:pt x="7131661" y="46809"/>
                </a:lnTo>
                <a:lnTo>
                  <a:pt x="7132938" y="46890"/>
                </a:lnTo>
                <a:lnTo>
                  <a:pt x="7134225" y="47029"/>
                </a:lnTo>
                <a:lnTo>
                  <a:pt x="7135515" y="47232"/>
                </a:lnTo>
                <a:lnTo>
                  <a:pt x="7136805" y="47504"/>
                </a:lnTo>
                <a:lnTo>
                  <a:pt x="7138089" y="47847"/>
                </a:lnTo>
                <a:lnTo>
                  <a:pt x="7139361" y="48267"/>
                </a:lnTo>
                <a:lnTo>
                  <a:pt x="7140616" y="48769"/>
                </a:lnTo>
                <a:lnTo>
                  <a:pt x="7141850" y="49356"/>
                </a:lnTo>
                <a:lnTo>
                  <a:pt x="7143055" y="50034"/>
                </a:lnTo>
                <a:lnTo>
                  <a:pt x="7144229" y="50806"/>
                </a:lnTo>
                <a:lnTo>
                  <a:pt x="7145364" y="51677"/>
                </a:lnTo>
                <a:lnTo>
                  <a:pt x="7146456" y="52651"/>
                </a:lnTo>
                <a:lnTo>
                  <a:pt x="7147500" y="53734"/>
                </a:lnTo>
                <a:lnTo>
                  <a:pt x="7148490" y="54929"/>
                </a:lnTo>
                <a:lnTo>
                  <a:pt x="7149420" y="56240"/>
                </a:lnTo>
                <a:lnTo>
                  <a:pt x="7150287" y="57673"/>
                </a:lnTo>
                <a:lnTo>
                  <a:pt x="7151084" y="59231"/>
                </a:lnTo>
                <a:lnTo>
                  <a:pt x="7151807" y="60919"/>
                </a:lnTo>
                <a:lnTo>
                  <a:pt x="7152449" y="62742"/>
                </a:lnTo>
                <a:lnTo>
                  <a:pt x="7153006" y="64704"/>
                </a:lnTo>
                <a:lnTo>
                  <a:pt x="7153472" y="66809"/>
                </a:lnTo>
                <a:lnTo>
                  <a:pt x="7153843" y="69062"/>
                </a:lnTo>
                <a:lnTo>
                  <a:pt x="7154112" y="71467"/>
                </a:lnTo>
                <a:lnTo>
                  <a:pt x="7102831" y="71467"/>
                </a:lnTo>
                <a:lnTo>
                  <a:pt x="7103213" y="69726"/>
                </a:lnTo>
                <a:lnTo>
                  <a:pt x="7103682" y="68024"/>
                </a:lnTo>
                <a:lnTo>
                  <a:pt x="7104237" y="66364"/>
                </a:lnTo>
                <a:lnTo>
                  <a:pt x="7104873" y="64750"/>
                </a:lnTo>
                <a:lnTo>
                  <a:pt x="7105588" y="63185"/>
                </a:lnTo>
                <a:close/>
                <a:moveTo>
                  <a:pt x="5443484" y="58764"/>
                </a:moveTo>
                <a:lnTo>
                  <a:pt x="5442257" y="56314"/>
                </a:lnTo>
                <a:lnTo>
                  <a:pt x="5440894" y="53964"/>
                </a:lnTo>
                <a:lnTo>
                  <a:pt x="5439399" y="51722"/>
                </a:lnTo>
                <a:lnTo>
                  <a:pt x="5437780" y="49594"/>
                </a:lnTo>
                <a:lnTo>
                  <a:pt x="5436041" y="47585"/>
                </a:lnTo>
                <a:lnTo>
                  <a:pt x="5434191" y="45701"/>
                </a:lnTo>
                <a:lnTo>
                  <a:pt x="5432234" y="43949"/>
                </a:lnTo>
                <a:lnTo>
                  <a:pt x="5430177" y="42336"/>
                </a:lnTo>
                <a:lnTo>
                  <a:pt x="5428026" y="40866"/>
                </a:lnTo>
                <a:lnTo>
                  <a:pt x="5425788" y="39546"/>
                </a:lnTo>
                <a:lnTo>
                  <a:pt x="5423468" y="38382"/>
                </a:lnTo>
                <a:lnTo>
                  <a:pt x="5421072" y="37381"/>
                </a:lnTo>
                <a:lnTo>
                  <a:pt x="5418608" y="36548"/>
                </a:lnTo>
                <a:lnTo>
                  <a:pt x="5416081" y="35889"/>
                </a:lnTo>
                <a:lnTo>
                  <a:pt x="5413497" y="35411"/>
                </a:lnTo>
                <a:lnTo>
                  <a:pt x="5410862" y="35120"/>
                </a:lnTo>
                <a:lnTo>
                  <a:pt x="5408183" y="35021"/>
                </a:lnTo>
                <a:lnTo>
                  <a:pt x="5405504" y="35120"/>
                </a:lnTo>
                <a:lnTo>
                  <a:pt x="5402869" y="35411"/>
                </a:lnTo>
                <a:lnTo>
                  <a:pt x="5400285" y="35889"/>
                </a:lnTo>
                <a:lnTo>
                  <a:pt x="5397758" y="36548"/>
                </a:lnTo>
                <a:lnTo>
                  <a:pt x="5395293" y="37381"/>
                </a:lnTo>
                <a:lnTo>
                  <a:pt x="5392898" y="38382"/>
                </a:lnTo>
                <a:lnTo>
                  <a:pt x="5390578" y="39546"/>
                </a:lnTo>
                <a:lnTo>
                  <a:pt x="5388340" y="40866"/>
                </a:lnTo>
                <a:lnTo>
                  <a:pt x="5386189" y="42336"/>
                </a:lnTo>
                <a:lnTo>
                  <a:pt x="5384132" y="43949"/>
                </a:lnTo>
                <a:lnTo>
                  <a:pt x="5382175" y="45701"/>
                </a:lnTo>
                <a:lnTo>
                  <a:pt x="5380324" y="47585"/>
                </a:lnTo>
                <a:lnTo>
                  <a:pt x="5378586" y="49594"/>
                </a:lnTo>
                <a:lnTo>
                  <a:pt x="5376967" y="51722"/>
                </a:lnTo>
                <a:lnTo>
                  <a:pt x="5375472" y="53964"/>
                </a:lnTo>
                <a:lnTo>
                  <a:pt x="5374108" y="56314"/>
                </a:lnTo>
                <a:lnTo>
                  <a:pt x="5372882" y="58764"/>
                </a:lnTo>
                <a:lnTo>
                  <a:pt x="5371799" y="61310"/>
                </a:lnTo>
                <a:lnTo>
                  <a:pt x="5370866" y="63945"/>
                </a:lnTo>
                <a:lnTo>
                  <a:pt x="5370088" y="66662"/>
                </a:lnTo>
                <a:lnTo>
                  <a:pt x="5369473" y="69457"/>
                </a:lnTo>
                <a:lnTo>
                  <a:pt x="5369026" y="72322"/>
                </a:lnTo>
                <a:lnTo>
                  <a:pt x="5368753" y="75251"/>
                </a:lnTo>
                <a:lnTo>
                  <a:pt x="5368660" y="78239"/>
                </a:lnTo>
                <a:lnTo>
                  <a:pt x="5368754" y="81270"/>
                </a:lnTo>
                <a:lnTo>
                  <a:pt x="5369033" y="84230"/>
                </a:lnTo>
                <a:lnTo>
                  <a:pt x="5369489" y="87116"/>
                </a:lnTo>
                <a:lnTo>
                  <a:pt x="5370115" y="89922"/>
                </a:lnTo>
                <a:lnTo>
                  <a:pt x="5370906" y="92642"/>
                </a:lnTo>
                <a:lnTo>
                  <a:pt x="5371853" y="95271"/>
                </a:lnTo>
                <a:lnTo>
                  <a:pt x="5372952" y="97804"/>
                </a:lnTo>
                <a:lnTo>
                  <a:pt x="5374194" y="100236"/>
                </a:lnTo>
                <a:lnTo>
                  <a:pt x="5375574" y="102561"/>
                </a:lnTo>
                <a:lnTo>
                  <a:pt x="5377084" y="104775"/>
                </a:lnTo>
                <a:lnTo>
                  <a:pt x="5378718" y="106871"/>
                </a:lnTo>
                <a:lnTo>
                  <a:pt x="5380469" y="108845"/>
                </a:lnTo>
                <a:lnTo>
                  <a:pt x="5382330" y="110691"/>
                </a:lnTo>
                <a:lnTo>
                  <a:pt x="5384296" y="112404"/>
                </a:lnTo>
                <a:lnTo>
                  <a:pt x="5386358" y="113979"/>
                </a:lnTo>
                <a:lnTo>
                  <a:pt x="5388511" y="115411"/>
                </a:lnTo>
                <a:lnTo>
                  <a:pt x="5390747" y="116694"/>
                </a:lnTo>
                <a:lnTo>
                  <a:pt x="5393061" y="117823"/>
                </a:lnTo>
                <a:lnTo>
                  <a:pt x="5395444" y="118793"/>
                </a:lnTo>
                <a:lnTo>
                  <a:pt x="5397892" y="119598"/>
                </a:lnTo>
                <a:lnTo>
                  <a:pt x="5400396" y="120233"/>
                </a:lnTo>
                <a:lnTo>
                  <a:pt x="5402950" y="120694"/>
                </a:lnTo>
                <a:lnTo>
                  <a:pt x="5405548" y="120974"/>
                </a:lnTo>
                <a:lnTo>
                  <a:pt x="5408183" y="121068"/>
                </a:lnTo>
                <a:lnTo>
                  <a:pt x="5410818" y="120973"/>
                </a:lnTo>
                <a:lnTo>
                  <a:pt x="5413416" y="120690"/>
                </a:lnTo>
                <a:lnTo>
                  <a:pt x="5415970" y="120225"/>
                </a:lnTo>
                <a:lnTo>
                  <a:pt x="5418474" y="119584"/>
                </a:lnTo>
                <a:lnTo>
                  <a:pt x="5420921" y="118773"/>
                </a:lnTo>
                <a:lnTo>
                  <a:pt x="5423305" y="117796"/>
                </a:lnTo>
                <a:lnTo>
                  <a:pt x="5425619" y="116659"/>
                </a:lnTo>
                <a:lnTo>
                  <a:pt x="5427855" y="115368"/>
                </a:lnTo>
                <a:lnTo>
                  <a:pt x="5430008" y="113928"/>
                </a:lnTo>
                <a:lnTo>
                  <a:pt x="5432070" y="112345"/>
                </a:lnTo>
                <a:lnTo>
                  <a:pt x="5434035" y="110625"/>
                </a:lnTo>
                <a:lnTo>
                  <a:pt x="5435897" y="108772"/>
                </a:lnTo>
                <a:lnTo>
                  <a:pt x="5437648" y="106793"/>
                </a:lnTo>
                <a:lnTo>
                  <a:pt x="5439282" y="104692"/>
                </a:lnTo>
                <a:lnTo>
                  <a:pt x="5440792" y="102476"/>
                </a:lnTo>
                <a:lnTo>
                  <a:pt x="5442172" y="100150"/>
                </a:lnTo>
                <a:lnTo>
                  <a:pt x="5443414" y="97719"/>
                </a:lnTo>
                <a:lnTo>
                  <a:pt x="5444512" y="95189"/>
                </a:lnTo>
                <a:lnTo>
                  <a:pt x="5445460" y="92566"/>
                </a:lnTo>
                <a:lnTo>
                  <a:pt x="5446251" y="89854"/>
                </a:lnTo>
                <a:lnTo>
                  <a:pt x="5446877" y="87061"/>
                </a:lnTo>
                <a:lnTo>
                  <a:pt x="5447333" y="84190"/>
                </a:lnTo>
                <a:lnTo>
                  <a:pt x="5447611" y="81247"/>
                </a:lnTo>
                <a:lnTo>
                  <a:pt x="5447706" y="78239"/>
                </a:lnTo>
                <a:lnTo>
                  <a:pt x="5447613" y="75251"/>
                </a:lnTo>
                <a:lnTo>
                  <a:pt x="5447340" y="72322"/>
                </a:lnTo>
                <a:lnTo>
                  <a:pt x="5446893" y="69457"/>
                </a:lnTo>
                <a:lnTo>
                  <a:pt x="5446277" y="66662"/>
                </a:lnTo>
                <a:lnTo>
                  <a:pt x="5445500" y="63945"/>
                </a:lnTo>
                <a:lnTo>
                  <a:pt x="5444567" y="61310"/>
                </a:lnTo>
                <a:lnTo>
                  <a:pt x="5443484" y="58764"/>
                </a:lnTo>
                <a:close/>
                <a:moveTo>
                  <a:pt x="5431592" y="91433"/>
                </a:moveTo>
                <a:lnTo>
                  <a:pt x="5430776" y="93270"/>
                </a:lnTo>
                <a:lnTo>
                  <a:pt x="5429869" y="95033"/>
                </a:lnTo>
                <a:lnTo>
                  <a:pt x="5428875" y="96717"/>
                </a:lnTo>
                <a:lnTo>
                  <a:pt x="5427798" y="98317"/>
                </a:lnTo>
                <a:lnTo>
                  <a:pt x="5426643" y="99829"/>
                </a:lnTo>
                <a:lnTo>
                  <a:pt x="5425414" y="101247"/>
                </a:lnTo>
                <a:lnTo>
                  <a:pt x="5424114" y="102566"/>
                </a:lnTo>
                <a:lnTo>
                  <a:pt x="5422749" y="103783"/>
                </a:lnTo>
                <a:lnTo>
                  <a:pt x="5421322" y="104892"/>
                </a:lnTo>
                <a:lnTo>
                  <a:pt x="5419837" y="105888"/>
                </a:lnTo>
                <a:lnTo>
                  <a:pt x="5418299" y="106767"/>
                </a:lnTo>
                <a:lnTo>
                  <a:pt x="5416712" y="107524"/>
                </a:lnTo>
                <a:lnTo>
                  <a:pt x="5415079" y="108154"/>
                </a:lnTo>
                <a:lnTo>
                  <a:pt x="5413406" y="108652"/>
                </a:lnTo>
                <a:lnTo>
                  <a:pt x="5411696" y="109014"/>
                </a:lnTo>
                <a:lnTo>
                  <a:pt x="5409954" y="109235"/>
                </a:lnTo>
                <a:lnTo>
                  <a:pt x="5408183" y="109309"/>
                </a:lnTo>
                <a:lnTo>
                  <a:pt x="5406412" y="109235"/>
                </a:lnTo>
                <a:lnTo>
                  <a:pt x="5404670" y="109014"/>
                </a:lnTo>
                <a:lnTo>
                  <a:pt x="5402960" y="108652"/>
                </a:lnTo>
                <a:lnTo>
                  <a:pt x="5401287" y="108154"/>
                </a:lnTo>
                <a:lnTo>
                  <a:pt x="5399654" y="107524"/>
                </a:lnTo>
                <a:lnTo>
                  <a:pt x="5398067" y="106767"/>
                </a:lnTo>
                <a:lnTo>
                  <a:pt x="5396529" y="105888"/>
                </a:lnTo>
                <a:lnTo>
                  <a:pt x="5395044" y="104892"/>
                </a:lnTo>
                <a:lnTo>
                  <a:pt x="5393617" y="103783"/>
                </a:lnTo>
                <a:lnTo>
                  <a:pt x="5392251" y="102566"/>
                </a:lnTo>
                <a:lnTo>
                  <a:pt x="5390952" y="101247"/>
                </a:lnTo>
                <a:lnTo>
                  <a:pt x="5389723" y="99829"/>
                </a:lnTo>
                <a:lnTo>
                  <a:pt x="5388568" y="98317"/>
                </a:lnTo>
                <a:lnTo>
                  <a:pt x="5387491" y="96717"/>
                </a:lnTo>
                <a:lnTo>
                  <a:pt x="5386497" y="95033"/>
                </a:lnTo>
                <a:lnTo>
                  <a:pt x="5385590" y="93270"/>
                </a:lnTo>
                <a:lnTo>
                  <a:pt x="5384774" y="91433"/>
                </a:lnTo>
                <a:lnTo>
                  <a:pt x="5384053" y="89525"/>
                </a:lnTo>
                <a:lnTo>
                  <a:pt x="5383432" y="87553"/>
                </a:lnTo>
                <a:lnTo>
                  <a:pt x="5382914" y="85521"/>
                </a:lnTo>
                <a:lnTo>
                  <a:pt x="5382504" y="83434"/>
                </a:lnTo>
                <a:lnTo>
                  <a:pt x="5382206" y="81296"/>
                </a:lnTo>
                <a:lnTo>
                  <a:pt x="5382024" y="79113"/>
                </a:lnTo>
                <a:lnTo>
                  <a:pt x="5381963" y="76889"/>
                </a:lnTo>
                <a:lnTo>
                  <a:pt x="5382027" y="74720"/>
                </a:lnTo>
                <a:lnTo>
                  <a:pt x="5382217" y="72607"/>
                </a:lnTo>
                <a:lnTo>
                  <a:pt x="5382528" y="70553"/>
                </a:lnTo>
                <a:lnTo>
                  <a:pt x="5382955" y="68561"/>
                </a:lnTo>
                <a:lnTo>
                  <a:pt x="5383492" y="66634"/>
                </a:lnTo>
                <a:lnTo>
                  <a:pt x="5384135" y="64776"/>
                </a:lnTo>
                <a:lnTo>
                  <a:pt x="5384879" y="62990"/>
                </a:lnTo>
                <a:lnTo>
                  <a:pt x="5385719" y="61279"/>
                </a:lnTo>
                <a:lnTo>
                  <a:pt x="5386650" y="59646"/>
                </a:lnTo>
                <a:lnTo>
                  <a:pt x="5387667" y="58095"/>
                </a:lnTo>
                <a:lnTo>
                  <a:pt x="5388765" y="56629"/>
                </a:lnTo>
                <a:lnTo>
                  <a:pt x="5389940" y="55251"/>
                </a:lnTo>
                <a:lnTo>
                  <a:pt x="5391186" y="53964"/>
                </a:lnTo>
                <a:lnTo>
                  <a:pt x="5392498" y="52772"/>
                </a:lnTo>
                <a:lnTo>
                  <a:pt x="5393871" y="51679"/>
                </a:lnTo>
                <a:lnTo>
                  <a:pt x="5395302" y="50686"/>
                </a:lnTo>
                <a:lnTo>
                  <a:pt x="5396783" y="49798"/>
                </a:lnTo>
                <a:lnTo>
                  <a:pt x="5398311" y="49018"/>
                </a:lnTo>
                <a:lnTo>
                  <a:pt x="5399881" y="48349"/>
                </a:lnTo>
                <a:lnTo>
                  <a:pt x="5401488" y="47794"/>
                </a:lnTo>
                <a:lnTo>
                  <a:pt x="5403126" y="47357"/>
                </a:lnTo>
                <a:lnTo>
                  <a:pt x="5404792" y="47040"/>
                </a:lnTo>
                <a:lnTo>
                  <a:pt x="5406479" y="46848"/>
                </a:lnTo>
                <a:lnTo>
                  <a:pt x="5408183" y="46783"/>
                </a:lnTo>
                <a:lnTo>
                  <a:pt x="5409909" y="46848"/>
                </a:lnTo>
                <a:lnTo>
                  <a:pt x="5411615" y="47040"/>
                </a:lnTo>
                <a:lnTo>
                  <a:pt x="5413295" y="47357"/>
                </a:lnTo>
                <a:lnTo>
                  <a:pt x="5414945" y="47794"/>
                </a:lnTo>
                <a:lnTo>
                  <a:pt x="5416561" y="48349"/>
                </a:lnTo>
                <a:lnTo>
                  <a:pt x="5418136" y="49018"/>
                </a:lnTo>
                <a:lnTo>
                  <a:pt x="5419668" y="49798"/>
                </a:lnTo>
                <a:lnTo>
                  <a:pt x="5421151" y="50686"/>
                </a:lnTo>
                <a:lnTo>
                  <a:pt x="5422580" y="51679"/>
                </a:lnTo>
                <a:lnTo>
                  <a:pt x="5423951" y="52772"/>
                </a:lnTo>
                <a:lnTo>
                  <a:pt x="5425258" y="53964"/>
                </a:lnTo>
                <a:lnTo>
                  <a:pt x="5426499" y="55251"/>
                </a:lnTo>
                <a:lnTo>
                  <a:pt x="5427667" y="56629"/>
                </a:lnTo>
                <a:lnTo>
                  <a:pt x="5428758" y="58095"/>
                </a:lnTo>
                <a:lnTo>
                  <a:pt x="5429767" y="59646"/>
                </a:lnTo>
                <a:lnTo>
                  <a:pt x="5430690" y="61279"/>
                </a:lnTo>
                <a:lnTo>
                  <a:pt x="5431522" y="62990"/>
                </a:lnTo>
                <a:lnTo>
                  <a:pt x="5432258" y="64776"/>
                </a:lnTo>
                <a:lnTo>
                  <a:pt x="5432894" y="66634"/>
                </a:lnTo>
                <a:lnTo>
                  <a:pt x="5433425" y="68561"/>
                </a:lnTo>
                <a:lnTo>
                  <a:pt x="5433846" y="70553"/>
                </a:lnTo>
                <a:lnTo>
                  <a:pt x="5434152" y="72607"/>
                </a:lnTo>
                <a:lnTo>
                  <a:pt x="5434339" y="74720"/>
                </a:lnTo>
                <a:lnTo>
                  <a:pt x="5434403" y="76889"/>
                </a:lnTo>
                <a:lnTo>
                  <a:pt x="5434341" y="79113"/>
                </a:lnTo>
                <a:lnTo>
                  <a:pt x="5434159" y="81296"/>
                </a:lnTo>
                <a:lnTo>
                  <a:pt x="5433861" y="83434"/>
                </a:lnTo>
                <a:lnTo>
                  <a:pt x="5433452" y="85521"/>
                </a:lnTo>
                <a:lnTo>
                  <a:pt x="5432934" y="87553"/>
                </a:lnTo>
                <a:lnTo>
                  <a:pt x="5432312" y="89525"/>
                </a:lnTo>
                <a:lnTo>
                  <a:pt x="5431592" y="91433"/>
                </a:lnTo>
                <a:close/>
                <a:moveTo>
                  <a:pt x="5845762" y="82006"/>
                </a:moveTo>
                <a:lnTo>
                  <a:pt x="5844351" y="80590"/>
                </a:lnTo>
                <a:lnTo>
                  <a:pt x="5842833" y="79297"/>
                </a:lnTo>
                <a:lnTo>
                  <a:pt x="5841226" y="78120"/>
                </a:lnTo>
                <a:lnTo>
                  <a:pt x="5839549" y="77053"/>
                </a:lnTo>
                <a:lnTo>
                  <a:pt x="5837821" y="76092"/>
                </a:lnTo>
                <a:lnTo>
                  <a:pt x="5836061" y="75230"/>
                </a:lnTo>
                <a:lnTo>
                  <a:pt x="5834287" y="74463"/>
                </a:lnTo>
                <a:lnTo>
                  <a:pt x="5832520" y="73783"/>
                </a:lnTo>
                <a:lnTo>
                  <a:pt x="5830776" y="73186"/>
                </a:lnTo>
                <a:lnTo>
                  <a:pt x="5829077" y="72666"/>
                </a:lnTo>
                <a:lnTo>
                  <a:pt x="5827440" y="72218"/>
                </a:lnTo>
                <a:lnTo>
                  <a:pt x="5825884" y="71835"/>
                </a:lnTo>
                <a:lnTo>
                  <a:pt x="5824428" y="71513"/>
                </a:lnTo>
                <a:lnTo>
                  <a:pt x="5823092" y="71245"/>
                </a:lnTo>
                <a:lnTo>
                  <a:pt x="5821894" y="71026"/>
                </a:lnTo>
                <a:lnTo>
                  <a:pt x="5820852" y="70851"/>
                </a:lnTo>
                <a:lnTo>
                  <a:pt x="5819987" y="70713"/>
                </a:lnTo>
                <a:lnTo>
                  <a:pt x="5806878" y="68398"/>
                </a:lnTo>
                <a:lnTo>
                  <a:pt x="5806142" y="68293"/>
                </a:lnTo>
                <a:lnTo>
                  <a:pt x="5805336" y="68170"/>
                </a:lnTo>
                <a:lnTo>
                  <a:pt x="5804469" y="68029"/>
                </a:lnTo>
                <a:lnTo>
                  <a:pt x="5803551" y="67866"/>
                </a:lnTo>
                <a:lnTo>
                  <a:pt x="5802591" y="67681"/>
                </a:lnTo>
                <a:lnTo>
                  <a:pt x="5801597" y="67471"/>
                </a:lnTo>
                <a:lnTo>
                  <a:pt x="5800579" y="67237"/>
                </a:lnTo>
                <a:lnTo>
                  <a:pt x="5799544" y="66975"/>
                </a:lnTo>
                <a:lnTo>
                  <a:pt x="5798504" y="66684"/>
                </a:lnTo>
                <a:lnTo>
                  <a:pt x="5797465" y="66363"/>
                </a:lnTo>
                <a:lnTo>
                  <a:pt x="5796438" y="66009"/>
                </a:lnTo>
                <a:lnTo>
                  <a:pt x="5795431" y="65623"/>
                </a:lnTo>
                <a:lnTo>
                  <a:pt x="5794453" y="65201"/>
                </a:lnTo>
                <a:lnTo>
                  <a:pt x="5793513" y="64742"/>
                </a:lnTo>
                <a:lnTo>
                  <a:pt x="5792620" y="64245"/>
                </a:lnTo>
                <a:lnTo>
                  <a:pt x="5791783" y="63708"/>
                </a:lnTo>
                <a:lnTo>
                  <a:pt x="5791011" y="63130"/>
                </a:lnTo>
                <a:lnTo>
                  <a:pt x="5790313" y="62508"/>
                </a:lnTo>
                <a:lnTo>
                  <a:pt x="5789698" y="61842"/>
                </a:lnTo>
                <a:lnTo>
                  <a:pt x="5789174" y="61129"/>
                </a:lnTo>
                <a:lnTo>
                  <a:pt x="5788752" y="60368"/>
                </a:lnTo>
                <a:lnTo>
                  <a:pt x="5788439" y="59558"/>
                </a:lnTo>
                <a:lnTo>
                  <a:pt x="5788244" y="58697"/>
                </a:lnTo>
                <a:lnTo>
                  <a:pt x="5788177" y="57783"/>
                </a:lnTo>
                <a:lnTo>
                  <a:pt x="5788210" y="57152"/>
                </a:lnTo>
                <a:lnTo>
                  <a:pt x="5788309" y="56513"/>
                </a:lnTo>
                <a:lnTo>
                  <a:pt x="5788478" y="55871"/>
                </a:lnTo>
                <a:lnTo>
                  <a:pt x="5788719" y="55227"/>
                </a:lnTo>
                <a:lnTo>
                  <a:pt x="5789035" y="54585"/>
                </a:lnTo>
                <a:lnTo>
                  <a:pt x="5789428" y="53949"/>
                </a:lnTo>
                <a:lnTo>
                  <a:pt x="5789900" y="53320"/>
                </a:lnTo>
                <a:lnTo>
                  <a:pt x="5790455" y="52702"/>
                </a:lnTo>
                <a:lnTo>
                  <a:pt x="5791095" y="52099"/>
                </a:lnTo>
                <a:lnTo>
                  <a:pt x="5791823" y="51512"/>
                </a:lnTo>
                <a:lnTo>
                  <a:pt x="5792641" y="50946"/>
                </a:lnTo>
                <a:lnTo>
                  <a:pt x="5793551" y="50402"/>
                </a:lnTo>
                <a:lnTo>
                  <a:pt x="5794557" y="49885"/>
                </a:lnTo>
                <a:lnTo>
                  <a:pt x="5795661" y="49397"/>
                </a:lnTo>
                <a:lnTo>
                  <a:pt x="5796866" y="48941"/>
                </a:lnTo>
                <a:lnTo>
                  <a:pt x="5798174" y="48521"/>
                </a:lnTo>
                <a:lnTo>
                  <a:pt x="5799587" y="48138"/>
                </a:lnTo>
                <a:lnTo>
                  <a:pt x="5801109" y="47797"/>
                </a:lnTo>
                <a:lnTo>
                  <a:pt x="5802742" y="47500"/>
                </a:lnTo>
                <a:lnTo>
                  <a:pt x="5804489" y="47250"/>
                </a:lnTo>
                <a:lnTo>
                  <a:pt x="5806351" y="47050"/>
                </a:lnTo>
                <a:lnTo>
                  <a:pt x="5808333" y="46904"/>
                </a:lnTo>
                <a:lnTo>
                  <a:pt x="5810435" y="46814"/>
                </a:lnTo>
                <a:lnTo>
                  <a:pt x="5812662" y="46783"/>
                </a:lnTo>
                <a:lnTo>
                  <a:pt x="5814593" y="46813"/>
                </a:lnTo>
                <a:lnTo>
                  <a:pt x="5816391" y="46900"/>
                </a:lnTo>
                <a:lnTo>
                  <a:pt x="5818060" y="47042"/>
                </a:lnTo>
                <a:lnTo>
                  <a:pt x="5819605" y="47235"/>
                </a:lnTo>
                <a:lnTo>
                  <a:pt x="5821031" y="47478"/>
                </a:lnTo>
                <a:lnTo>
                  <a:pt x="5822343" y="47766"/>
                </a:lnTo>
                <a:lnTo>
                  <a:pt x="5823545" y="48098"/>
                </a:lnTo>
                <a:lnTo>
                  <a:pt x="5824643" y="48470"/>
                </a:lnTo>
                <a:lnTo>
                  <a:pt x="5825641" y="48880"/>
                </a:lnTo>
                <a:lnTo>
                  <a:pt x="5826544" y="49324"/>
                </a:lnTo>
                <a:lnTo>
                  <a:pt x="5827357" y="49800"/>
                </a:lnTo>
                <a:lnTo>
                  <a:pt x="5828085" y="50305"/>
                </a:lnTo>
                <a:lnTo>
                  <a:pt x="5828732" y="50836"/>
                </a:lnTo>
                <a:lnTo>
                  <a:pt x="5829304" y="51391"/>
                </a:lnTo>
                <a:lnTo>
                  <a:pt x="5829806" y="51966"/>
                </a:lnTo>
                <a:lnTo>
                  <a:pt x="5830242" y="52558"/>
                </a:lnTo>
                <a:lnTo>
                  <a:pt x="5830616" y="53166"/>
                </a:lnTo>
                <a:lnTo>
                  <a:pt x="5830935" y="53785"/>
                </a:lnTo>
                <a:lnTo>
                  <a:pt x="5831203" y="54413"/>
                </a:lnTo>
                <a:lnTo>
                  <a:pt x="5831424" y="55047"/>
                </a:lnTo>
                <a:lnTo>
                  <a:pt x="5831604" y="55685"/>
                </a:lnTo>
                <a:lnTo>
                  <a:pt x="5831747" y="56323"/>
                </a:lnTo>
                <a:lnTo>
                  <a:pt x="5831858" y="56959"/>
                </a:lnTo>
                <a:lnTo>
                  <a:pt x="5831942" y="57589"/>
                </a:lnTo>
                <a:lnTo>
                  <a:pt x="5831968" y="57999"/>
                </a:lnTo>
                <a:lnTo>
                  <a:pt x="5831997" y="58408"/>
                </a:lnTo>
                <a:lnTo>
                  <a:pt x="5832034" y="58814"/>
                </a:lnTo>
                <a:lnTo>
                  <a:pt x="5832079" y="59215"/>
                </a:lnTo>
                <a:lnTo>
                  <a:pt x="5832136" y="59611"/>
                </a:lnTo>
                <a:lnTo>
                  <a:pt x="5832206" y="60000"/>
                </a:lnTo>
                <a:lnTo>
                  <a:pt x="5832293" y="60380"/>
                </a:lnTo>
                <a:lnTo>
                  <a:pt x="5832398" y="60750"/>
                </a:lnTo>
                <a:lnTo>
                  <a:pt x="5832524" y="61109"/>
                </a:lnTo>
                <a:lnTo>
                  <a:pt x="5832673" y="61455"/>
                </a:lnTo>
                <a:lnTo>
                  <a:pt x="5832847" y="61786"/>
                </a:lnTo>
                <a:lnTo>
                  <a:pt x="5833049" y="62102"/>
                </a:lnTo>
                <a:lnTo>
                  <a:pt x="5833282" y="62401"/>
                </a:lnTo>
                <a:lnTo>
                  <a:pt x="5833547" y="62681"/>
                </a:lnTo>
                <a:lnTo>
                  <a:pt x="5833846" y="62942"/>
                </a:lnTo>
                <a:lnTo>
                  <a:pt x="5834183" y="63181"/>
                </a:lnTo>
                <a:lnTo>
                  <a:pt x="5834559" y="63397"/>
                </a:lnTo>
                <a:lnTo>
                  <a:pt x="5834977" y="63589"/>
                </a:lnTo>
                <a:lnTo>
                  <a:pt x="5835440" y="63755"/>
                </a:lnTo>
                <a:lnTo>
                  <a:pt x="5835949" y="63895"/>
                </a:lnTo>
                <a:lnTo>
                  <a:pt x="5836506" y="64005"/>
                </a:lnTo>
                <a:lnTo>
                  <a:pt x="5837115" y="64086"/>
                </a:lnTo>
                <a:lnTo>
                  <a:pt x="5837778" y="64136"/>
                </a:lnTo>
                <a:lnTo>
                  <a:pt x="5838496" y="64153"/>
                </a:lnTo>
                <a:lnTo>
                  <a:pt x="5839305" y="64132"/>
                </a:lnTo>
                <a:lnTo>
                  <a:pt x="5840047" y="64071"/>
                </a:lnTo>
                <a:lnTo>
                  <a:pt x="5840724" y="63971"/>
                </a:lnTo>
                <a:lnTo>
                  <a:pt x="5841340" y="63835"/>
                </a:lnTo>
                <a:lnTo>
                  <a:pt x="5841897" y="63663"/>
                </a:lnTo>
                <a:lnTo>
                  <a:pt x="5842398" y="63459"/>
                </a:lnTo>
                <a:lnTo>
                  <a:pt x="5842847" y="63224"/>
                </a:lnTo>
                <a:lnTo>
                  <a:pt x="5843245" y="62959"/>
                </a:lnTo>
                <a:lnTo>
                  <a:pt x="5843597" y="62667"/>
                </a:lnTo>
                <a:lnTo>
                  <a:pt x="5843905" y="62349"/>
                </a:lnTo>
                <a:lnTo>
                  <a:pt x="5844172" y="62007"/>
                </a:lnTo>
                <a:lnTo>
                  <a:pt x="5844401" y="61643"/>
                </a:lnTo>
                <a:lnTo>
                  <a:pt x="5844595" y="61260"/>
                </a:lnTo>
                <a:lnTo>
                  <a:pt x="5844757" y="60858"/>
                </a:lnTo>
                <a:lnTo>
                  <a:pt x="5844889" y="60439"/>
                </a:lnTo>
                <a:lnTo>
                  <a:pt x="5844995" y="60006"/>
                </a:lnTo>
                <a:lnTo>
                  <a:pt x="5845077" y="59560"/>
                </a:lnTo>
                <a:lnTo>
                  <a:pt x="5845139" y="59104"/>
                </a:lnTo>
                <a:lnTo>
                  <a:pt x="5845184" y="58638"/>
                </a:lnTo>
                <a:lnTo>
                  <a:pt x="5845214" y="58165"/>
                </a:lnTo>
                <a:lnTo>
                  <a:pt x="5845232" y="57687"/>
                </a:lnTo>
                <a:lnTo>
                  <a:pt x="5845241" y="57205"/>
                </a:lnTo>
                <a:lnTo>
                  <a:pt x="5845244" y="56722"/>
                </a:lnTo>
                <a:lnTo>
                  <a:pt x="5845245" y="56239"/>
                </a:lnTo>
                <a:lnTo>
                  <a:pt x="5845245" y="42926"/>
                </a:lnTo>
                <a:lnTo>
                  <a:pt x="5845244" y="42532"/>
                </a:lnTo>
                <a:lnTo>
                  <a:pt x="5845242" y="42123"/>
                </a:lnTo>
                <a:lnTo>
                  <a:pt x="5845234" y="41702"/>
                </a:lnTo>
                <a:lnTo>
                  <a:pt x="5845218" y="41270"/>
                </a:lnTo>
                <a:lnTo>
                  <a:pt x="5845193" y="40832"/>
                </a:lnTo>
                <a:lnTo>
                  <a:pt x="5845155" y="40391"/>
                </a:lnTo>
                <a:lnTo>
                  <a:pt x="5845101" y="39948"/>
                </a:lnTo>
                <a:lnTo>
                  <a:pt x="5845031" y="39507"/>
                </a:lnTo>
                <a:lnTo>
                  <a:pt x="5844940" y="39070"/>
                </a:lnTo>
                <a:lnTo>
                  <a:pt x="5844826" y="38641"/>
                </a:lnTo>
                <a:lnTo>
                  <a:pt x="5844688" y="38223"/>
                </a:lnTo>
                <a:lnTo>
                  <a:pt x="5844522" y="37818"/>
                </a:lnTo>
                <a:lnTo>
                  <a:pt x="5844325" y="37428"/>
                </a:lnTo>
                <a:lnTo>
                  <a:pt x="5844096" y="37058"/>
                </a:lnTo>
                <a:lnTo>
                  <a:pt x="5843832" y="36710"/>
                </a:lnTo>
                <a:lnTo>
                  <a:pt x="5843530" y="36386"/>
                </a:lnTo>
                <a:lnTo>
                  <a:pt x="5843188" y="36089"/>
                </a:lnTo>
                <a:lnTo>
                  <a:pt x="5842804" y="35823"/>
                </a:lnTo>
                <a:lnTo>
                  <a:pt x="5842374" y="35590"/>
                </a:lnTo>
                <a:lnTo>
                  <a:pt x="5841896" y="35393"/>
                </a:lnTo>
                <a:lnTo>
                  <a:pt x="5841368" y="35235"/>
                </a:lnTo>
                <a:lnTo>
                  <a:pt x="5840788" y="35118"/>
                </a:lnTo>
                <a:lnTo>
                  <a:pt x="5840152" y="35046"/>
                </a:lnTo>
                <a:lnTo>
                  <a:pt x="5839458" y="35021"/>
                </a:lnTo>
                <a:lnTo>
                  <a:pt x="5838900" y="35035"/>
                </a:lnTo>
                <a:lnTo>
                  <a:pt x="5838381" y="35075"/>
                </a:lnTo>
                <a:lnTo>
                  <a:pt x="5837898" y="35140"/>
                </a:lnTo>
                <a:lnTo>
                  <a:pt x="5837451" y="35228"/>
                </a:lnTo>
                <a:lnTo>
                  <a:pt x="5837038" y="35336"/>
                </a:lnTo>
                <a:lnTo>
                  <a:pt x="5836658" y="35464"/>
                </a:lnTo>
                <a:lnTo>
                  <a:pt x="5836309" y="35610"/>
                </a:lnTo>
                <a:lnTo>
                  <a:pt x="5835989" y="35772"/>
                </a:lnTo>
                <a:lnTo>
                  <a:pt x="5835698" y="35947"/>
                </a:lnTo>
                <a:lnTo>
                  <a:pt x="5835433" y="36135"/>
                </a:lnTo>
                <a:lnTo>
                  <a:pt x="5835193" y="36333"/>
                </a:lnTo>
                <a:lnTo>
                  <a:pt x="5834977" y="36540"/>
                </a:lnTo>
                <a:lnTo>
                  <a:pt x="5834783" y="36755"/>
                </a:lnTo>
                <a:lnTo>
                  <a:pt x="5834609" y="36974"/>
                </a:lnTo>
                <a:lnTo>
                  <a:pt x="5834455" y="37197"/>
                </a:lnTo>
                <a:lnTo>
                  <a:pt x="5834318" y="37422"/>
                </a:lnTo>
                <a:lnTo>
                  <a:pt x="5834197" y="37647"/>
                </a:lnTo>
                <a:lnTo>
                  <a:pt x="5834091" y="37870"/>
                </a:lnTo>
                <a:lnTo>
                  <a:pt x="5833998" y="38089"/>
                </a:lnTo>
                <a:lnTo>
                  <a:pt x="5833916" y="38303"/>
                </a:lnTo>
                <a:lnTo>
                  <a:pt x="5833844" y="38511"/>
                </a:lnTo>
                <a:lnTo>
                  <a:pt x="5833781" y="38709"/>
                </a:lnTo>
                <a:lnTo>
                  <a:pt x="5833725" y="38897"/>
                </a:lnTo>
                <a:lnTo>
                  <a:pt x="5833675" y="39072"/>
                </a:lnTo>
                <a:lnTo>
                  <a:pt x="5832615" y="38587"/>
                </a:lnTo>
                <a:lnTo>
                  <a:pt x="5831557" y="38142"/>
                </a:lnTo>
                <a:lnTo>
                  <a:pt x="5830504" y="37735"/>
                </a:lnTo>
                <a:lnTo>
                  <a:pt x="5829456" y="37366"/>
                </a:lnTo>
                <a:lnTo>
                  <a:pt x="5828417" y="37031"/>
                </a:lnTo>
                <a:lnTo>
                  <a:pt x="5827389" y="36730"/>
                </a:lnTo>
                <a:lnTo>
                  <a:pt x="5826373" y="36461"/>
                </a:lnTo>
                <a:lnTo>
                  <a:pt x="5825372" y="36222"/>
                </a:lnTo>
                <a:lnTo>
                  <a:pt x="5824387" y="36010"/>
                </a:lnTo>
                <a:lnTo>
                  <a:pt x="5823421" y="35825"/>
                </a:lnTo>
                <a:lnTo>
                  <a:pt x="5822476" y="35665"/>
                </a:lnTo>
                <a:lnTo>
                  <a:pt x="5821554" y="35528"/>
                </a:lnTo>
                <a:lnTo>
                  <a:pt x="5820657" y="35411"/>
                </a:lnTo>
                <a:lnTo>
                  <a:pt x="5819788" y="35314"/>
                </a:lnTo>
                <a:lnTo>
                  <a:pt x="5818947" y="35235"/>
                </a:lnTo>
                <a:lnTo>
                  <a:pt x="5818138" y="35171"/>
                </a:lnTo>
                <a:lnTo>
                  <a:pt x="5817363" y="35122"/>
                </a:lnTo>
                <a:lnTo>
                  <a:pt x="5816623" y="35085"/>
                </a:lnTo>
                <a:lnTo>
                  <a:pt x="5815920" y="35058"/>
                </a:lnTo>
                <a:lnTo>
                  <a:pt x="5815258" y="35040"/>
                </a:lnTo>
                <a:lnTo>
                  <a:pt x="5814637" y="35029"/>
                </a:lnTo>
                <a:lnTo>
                  <a:pt x="5814061" y="35024"/>
                </a:lnTo>
                <a:lnTo>
                  <a:pt x="5813530" y="35022"/>
                </a:lnTo>
                <a:lnTo>
                  <a:pt x="5813047" y="35021"/>
                </a:lnTo>
                <a:lnTo>
                  <a:pt x="5809165" y="35102"/>
                </a:lnTo>
                <a:lnTo>
                  <a:pt x="5805563" y="35337"/>
                </a:lnTo>
                <a:lnTo>
                  <a:pt x="5802229" y="35714"/>
                </a:lnTo>
                <a:lnTo>
                  <a:pt x="5799154" y="36225"/>
                </a:lnTo>
                <a:lnTo>
                  <a:pt x="5796328" y="36858"/>
                </a:lnTo>
                <a:lnTo>
                  <a:pt x="5793740" y="37601"/>
                </a:lnTo>
                <a:lnTo>
                  <a:pt x="5791381" y="38445"/>
                </a:lnTo>
                <a:lnTo>
                  <a:pt x="5789240" y="39379"/>
                </a:lnTo>
                <a:lnTo>
                  <a:pt x="5787308" y="40392"/>
                </a:lnTo>
                <a:lnTo>
                  <a:pt x="5785573" y="41473"/>
                </a:lnTo>
                <a:lnTo>
                  <a:pt x="5784026" y="42612"/>
                </a:lnTo>
                <a:lnTo>
                  <a:pt x="5782658" y="43798"/>
                </a:lnTo>
                <a:lnTo>
                  <a:pt x="5781457" y="45019"/>
                </a:lnTo>
                <a:lnTo>
                  <a:pt x="5780413" y="46267"/>
                </a:lnTo>
                <a:lnTo>
                  <a:pt x="5779517" y="47529"/>
                </a:lnTo>
                <a:lnTo>
                  <a:pt x="5778758" y="48795"/>
                </a:lnTo>
                <a:lnTo>
                  <a:pt x="5778127" y="50054"/>
                </a:lnTo>
                <a:lnTo>
                  <a:pt x="5777612" y="51297"/>
                </a:lnTo>
                <a:lnTo>
                  <a:pt x="5777205" y="52510"/>
                </a:lnTo>
                <a:lnTo>
                  <a:pt x="5776894" y="53686"/>
                </a:lnTo>
                <a:lnTo>
                  <a:pt x="5776670" y="54811"/>
                </a:lnTo>
                <a:lnTo>
                  <a:pt x="5776522" y="55876"/>
                </a:lnTo>
                <a:lnTo>
                  <a:pt x="5776441" y="56871"/>
                </a:lnTo>
                <a:lnTo>
                  <a:pt x="5776416" y="57783"/>
                </a:lnTo>
                <a:lnTo>
                  <a:pt x="5776520" y="59928"/>
                </a:lnTo>
                <a:lnTo>
                  <a:pt x="5776825" y="61929"/>
                </a:lnTo>
                <a:lnTo>
                  <a:pt x="5777321" y="63790"/>
                </a:lnTo>
                <a:lnTo>
                  <a:pt x="5777998" y="65519"/>
                </a:lnTo>
                <a:lnTo>
                  <a:pt x="5778846" y="67121"/>
                </a:lnTo>
                <a:lnTo>
                  <a:pt x="5779856" y="68603"/>
                </a:lnTo>
                <a:lnTo>
                  <a:pt x="5781018" y="69970"/>
                </a:lnTo>
                <a:lnTo>
                  <a:pt x="5782321" y="71228"/>
                </a:lnTo>
                <a:lnTo>
                  <a:pt x="5783757" y="72384"/>
                </a:lnTo>
                <a:lnTo>
                  <a:pt x="5785314" y="73443"/>
                </a:lnTo>
                <a:lnTo>
                  <a:pt x="5786983" y="74412"/>
                </a:lnTo>
                <a:lnTo>
                  <a:pt x="5788755" y="75297"/>
                </a:lnTo>
                <a:lnTo>
                  <a:pt x="5790619" y="76103"/>
                </a:lnTo>
                <a:lnTo>
                  <a:pt x="5792565" y="76836"/>
                </a:lnTo>
                <a:lnTo>
                  <a:pt x="5794585" y="77504"/>
                </a:lnTo>
                <a:lnTo>
                  <a:pt x="5796667" y="78111"/>
                </a:lnTo>
                <a:lnTo>
                  <a:pt x="5798801" y="78664"/>
                </a:lnTo>
                <a:lnTo>
                  <a:pt x="5800979" y="79168"/>
                </a:lnTo>
                <a:lnTo>
                  <a:pt x="5803190" y="79630"/>
                </a:lnTo>
                <a:lnTo>
                  <a:pt x="5805425" y="80056"/>
                </a:lnTo>
                <a:lnTo>
                  <a:pt x="5807673" y="80452"/>
                </a:lnTo>
                <a:lnTo>
                  <a:pt x="5809924" y="80824"/>
                </a:lnTo>
                <a:lnTo>
                  <a:pt x="5812169" y="81178"/>
                </a:lnTo>
                <a:lnTo>
                  <a:pt x="5814398" y="81519"/>
                </a:lnTo>
                <a:lnTo>
                  <a:pt x="5815608" y="81718"/>
                </a:lnTo>
                <a:lnTo>
                  <a:pt x="5816871" y="81929"/>
                </a:lnTo>
                <a:lnTo>
                  <a:pt x="5818178" y="82157"/>
                </a:lnTo>
                <a:lnTo>
                  <a:pt x="5819520" y="82403"/>
                </a:lnTo>
                <a:lnTo>
                  <a:pt x="5820886" y="82671"/>
                </a:lnTo>
                <a:lnTo>
                  <a:pt x="5822268" y="82964"/>
                </a:lnTo>
                <a:lnTo>
                  <a:pt x="5823657" y="83285"/>
                </a:lnTo>
                <a:lnTo>
                  <a:pt x="5825043" y="83636"/>
                </a:lnTo>
                <a:lnTo>
                  <a:pt x="5826418" y="84020"/>
                </a:lnTo>
                <a:lnTo>
                  <a:pt x="5827770" y="84441"/>
                </a:lnTo>
                <a:lnTo>
                  <a:pt x="5829092" y="84901"/>
                </a:lnTo>
                <a:lnTo>
                  <a:pt x="5830375" y="85404"/>
                </a:lnTo>
                <a:lnTo>
                  <a:pt x="5831608" y="85952"/>
                </a:lnTo>
                <a:lnTo>
                  <a:pt x="5832782" y="86548"/>
                </a:lnTo>
                <a:lnTo>
                  <a:pt x="5833889" y="87195"/>
                </a:lnTo>
                <a:lnTo>
                  <a:pt x="5834919" y="87896"/>
                </a:lnTo>
                <a:lnTo>
                  <a:pt x="5835862" y="88654"/>
                </a:lnTo>
                <a:lnTo>
                  <a:pt x="5836710" y="89471"/>
                </a:lnTo>
                <a:lnTo>
                  <a:pt x="5837452" y="90352"/>
                </a:lnTo>
                <a:lnTo>
                  <a:pt x="5838081" y="91298"/>
                </a:lnTo>
                <a:lnTo>
                  <a:pt x="5838586" y="92313"/>
                </a:lnTo>
                <a:lnTo>
                  <a:pt x="5838958" y="93400"/>
                </a:lnTo>
                <a:lnTo>
                  <a:pt x="5839188" y="94561"/>
                </a:lnTo>
                <a:lnTo>
                  <a:pt x="5839267" y="95800"/>
                </a:lnTo>
                <a:lnTo>
                  <a:pt x="5839230" y="96688"/>
                </a:lnTo>
                <a:lnTo>
                  <a:pt x="5839117" y="97565"/>
                </a:lnTo>
                <a:lnTo>
                  <a:pt x="5838926" y="98430"/>
                </a:lnTo>
                <a:lnTo>
                  <a:pt x="5838658" y="99280"/>
                </a:lnTo>
                <a:lnTo>
                  <a:pt x="5838309" y="100111"/>
                </a:lnTo>
                <a:lnTo>
                  <a:pt x="5837878" y="100923"/>
                </a:lnTo>
                <a:lnTo>
                  <a:pt x="5837365" y="101712"/>
                </a:lnTo>
                <a:lnTo>
                  <a:pt x="5836768" y="102476"/>
                </a:lnTo>
                <a:lnTo>
                  <a:pt x="5836085" y="103212"/>
                </a:lnTo>
                <a:lnTo>
                  <a:pt x="5835315" y="103918"/>
                </a:lnTo>
                <a:lnTo>
                  <a:pt x="5834456" y="104593"/>
                </a:lnTo>
                <a:lnTo>
                  <a:pt x="5833507" y="105232"/>
                </a:lnTo>
                <a:lnTo>
                  <a:pt x="5832467" y="105834"/>
                </a:lnTo>
                <a:lnTo>
                  <a:pt x="5831334" y="106397"/>
                </a:lnTo>
                <a:lnTo>
                  <a:pt x="5830107" y="106917"/>
                </a:lnTo>
                <a:lnTo>
                  <a:pt x="5828785" y="107394"/>
                </a:lnTo>
                <a:lnTo>
                  <a:pt x="5827365" y="107823"/>
                </a:lnTo>
                <a:lnTo>
                  <a:pt x="5825846" y="108203"/>
                </a:lnTo>
                <a:lnTo>
                  <a:pt x="5824228" y="108531"/>
                </a:lnTo>
                <a:lnTo>
                  <a:pt x="5822509" y="108804"/>
                </a:lnTo>
                <a:lnTo>
                  <a:pt x="5820686" y="109022"/>
                </a:lnTo>
                <a:lnTo>
                  <a:pt x="5818760" y="109180"/>
                </a:lnTo>
                <a:lnTo>
                  <a:pt x="5816728" y="109277"/>
                </a:lnTo>
                <a:lnTo>
                  <a:pt x="5814589" y="109309"/>
                </a:lnTo>
                <a:lnTo>
                  <a:pt x="5813448" y="109297"/>
                </a:lnTo>
                <a:lnTo>
                  <a:pt x="5812292" y="109259"/>
                </a:lnTo>
                <a:lnTo>
                  <a:pt x="5811125" y="109189"/>
                </a:lnTo>
                <a:lnTo>
                  <a:pt x="5809949" y="109082"/>
                </a:lnTo>
                <a:lnTo>
                  <a:pt x="5808770" y="108935"/>
                </a:lnTo>
                <a:lnTo>
                  <a:pt x="5807588" y="108742"/>
                </a:lnTo>
                <a:lnTo>
                  <a:pt x="5806409" y="108499"/>
                </a:lnTo>
                <a:lnTo>
                  <a:pt x="5805235" y="108201"/>
                </a:lnTo>
                <a:lnTo>
                  <a:pt x="5804070" y="107843"/>
                </a:lnTo>
                <a:lnTo>
                  <a:pt x="5802917" y="107422"/>
                </a:lnTo>
                <a:lnTo>
                  <a:pt x="5801779" y="106931"/>
                </a:lnTo>
                <a:lnTo>
                  <a:pt x="5800660" y="106366"/>
                </a:lnTo>
                <a:lnTo>
                  <a:pt x="5799563" y="105723"/>
                </a:lnTo>
                <a:lnTo>
                  <a:pt x="5798492" y="104997"/>
                </a:lnTo>
                <a:lnTo>
                  <a:pt x="5797449" y="104183"/>
                </a:lnTo>
                <a:lnTo>
                  <a:pt x="5796439" y="103276"/>
                </a:lnTo>
                <a:lnTo>
                  <a:pt x="5795464" y="102273"/>
                </a:lnTo>
                <a:lnTo>
                  <a:pt x="5794527" y="101167"/>
                </a:lnTo>
                <a:lnTo>
                  <a:pt x="5793633" y="99955"/>
                </a:lnTo>
                <a:lnTo>
                  <a:pt x="5792785" y="98632"/>
                </a:lnTo>
                <a:lnTo>
                  <a:pt x="5791985" y="97193"/>
                </a:lnTo>
                <a:lnTo>
                  <a:pt x="5791238" y="95634"/>
                </a:lnTo>
                <a:lnTo>
                  <a:pt x="5790546" y="93949"/>
                </a:lnTo>
                <a:lnTo>
                  <a:pt x="5789913" y="92134"/>
                </a:lnTo>
                <a:lnTo>
                  <a:pt x="5789793" y="91707"/>
                </a:lnTo>
                <a:lnTo>
                  <a:pt x="5789673" y="91294"/>
                </a:lnTo>
                <a:lnTo>
                  <a:pt x="5789552" y="90896"/>
                </a:lnTo>
                <a:lnTo>
                  <a:pt x="5789426" y="90513"/>
                </a:lnTo>
                <a:lnTo>
                  <a:pt x="5789295" y="90146"/>
                </a:lnTo>
                <a:lnTo>
                  <a:pt x="5789157" y="89794"/>
                </a:lnTo>
                <a:lnTo>
                  <a:pt x="5789008" y="89458"/>
                </a:lnTo>
                <a:lnTo>
                  <a:pt x="5788849" y="89139"/>
                </a:lnTo>
                <a:lnTo>
                  <a:pt x="5788676" y="88837"/>
                </a:lnTo>
                <a:lnTo>
                  <a:pt x="5788487" y="88551"/>
                </a:lnTo>
                <a:lnTo>
                  <a:pt x="5788282" y="88283"/>
                </a:lnTo>
                <a:lnTo>
                  <a:pt x="5788057" y="88033"/>
                </a:lnTo>
                <a:lnTo>
                  <a:pt x="5787811" y="87801"/>
                </a:lnTo>
                <a:lnTo>
                  <a:pt x="5787542" y="87588"/>
                </a:lnTo>
                <a:lnTo>
                  <a:pt x="5787248" y="87393"/>
                </a:lnTo>
                <a:lnTo>
                  <a:pt x="5786928" y="87217"/>
                </a:lnTo>
                <a:lnTo>
                  <a:pt x="5786578" y="87061"/>
                </a:lnTo>
                <a:lnTo>
                  <a:pt x="5786198" y="86924"/>
                </a:lnTo>
                <a:lnTo>
                  <a:pt x="5785785" y="86808"/>
                </a:lnTo>
                <a:lnTo>
                  <a:pt x="5785338" y="86712"/>
                </a:lnTo>
                <a:lnTo>
                  <a:pt x="5784854" y="86636"/>
                </a:lnTo>
                <a:lnTo>
                  <a:pt x="5784332" y="86582"/>
                </a:lnTo>
                <a:lnTo>
                  <a:pt x="5783770" y="86549"/>
                </a:lnTo>
                <a:lnTo>
                  <a:pt x="5783165" y="86538"/>
                </a:lnTo>
                <a:lnTo>
                  <a:pt x="5782356" y="86559"/>
                </a:lnTo>
                <a:lnTo>
                  <a:pt x="5781614" y="86620"/>
                </a:lnTo>
                <a:lnTo>
                  <a:pt x="5780937" y="86720"/>
                </a:lnTo>
                <a:lnTo>
                  <a:pt x="5780322" y="86856"/>
                </a:lnTo>
                <a:lnTo>
                  <a:pt x="5779765" y="87027"/>
                </a:lnTo>
                <a:lnTo>
                  <a:pt x="5779263" y="87232"/>
                </a:lnTo>
                <a:lnTo>
                  <a:pt x="5778815" y="87467"/>
                </a:lnTo>
                <a:lnTo>
                  <a:pt x="5778416" y="87732"/>
                </a:lnTo>
                <a:lnTo>
                  <a:pt x="5778064" y="88024"/>
                </a:lnTo>
                <a:lnTo>
                  <a:pt x="5777756" y="88341"/>
                </a:lnTo>
                <a:lnTo>
                  <a:pt x="5777489" y="88683"/>
                </a:lnTo>
                <a:lnTo>
                  <a:pt x="5777260" y="89046"/>
                </a:lnTo>
                <a:lnTo>
                  <a:pt x="5777066" y="89430"/>
                </a:lnTo>
                <a:lnTo>
                  <a:pt x="5776904" y="89832"/>
                </a:lnTo>
                <a:lnTo>
                  <a:pt x="5776772" y="90250"/>
                </a:lnTo>
                <a:lnTo>
                  <a:pt x="5776666" y="90683"/>
                </a:lnTo>
                <a:lnTo>
                  <a:pt x="5776584" y="91128"/>
                </a:lnTo>
                <a:lnTo>
                  <a:pt x="5776522" y="91585"/>
                </a:lnTo>
                <a:lnTo>
                  <a:pt x="5776477" y="92050"/>
                </a:lnTo>
                <a:lnTo>
                  <a:pt x="5776448" y="92523"/>
                </a:lnTo>
                <a:lnTo>
                  <a:pt x="5776429" y="93001"/>
                </a:lnTo>
                <a:lnTo>
                  <a:pt x="5776420" y="93483"/>
                </a:lnTo>
                <a:lnTo>
                  <a:pt x="5776417" y="93966"/>
                </a:lnTo>
                <a:lnTo>
                  <a:pt x="5776416" y="94449"/>
                </a:lnTo>
                <a:lnTo>
                  <a:pt x="5776416" y="113166"/>
                </a:lnTo>
                <a:lnTo>
                  <a:pt x="5776417" y="113560"/>
                </a:lnTo>
                <a:lnTo>
                  <a:pt x="5776420" y="113969"/>
                </a:lnTo>
                <a:lnTo>
                  <a:pt x="5776428" y="114391"/>
                </a:lnTo>
                <a:lnTo>
                  <a:pt x="5776443" y="114822"/>
                </a:lnTo>
                <a:lnTo>
                  <a:pt x="5776469" y="115260"/>
                </a:lnTo>
                <a:lnTo>
                  <a:pt x="5776507" y="115702"/>
                </a:lnTo>
                <a:lnTo>
                  <a:pt x="5776560" y="116144"/>
                </a:lnTo>
                <a:lnTo>
                  <a:pt x="5776630" y="116585"/>
                </a:lnTo>
                <a:lnTo>
                  <a:pt x="5776721" y="117021"/>
                </a:lnTo>
                <a:lnTo>
                  <a:pt x="5776835" y="117450"/>
                </a:lnTo>
                <a:lnTo>
                  <a:pt x="5776973" y="117868"/>
                </a:lnTo>
                <a:lnTo>
                  <a:pt x="5777139" y="118274"/>
                </a:lnTo>
                <a:lnTo>
                  <a:pt x="5777335" y="118663"/>
                </a:lnTo>
                <a:lnTo>
                  <a:pt x="5777564" y="119033"/>
                </a:lnTo>
                <a:lnTo>
                  <a:pt x="5777828" y="119381"/>
                </a:lnTo>
                <a:lnTo>
                  <a:pt x="5778130" y="119705"/>
                </a:lnTo>
                <a:lnTo>
                  <a:pt x="5778472" y="120001"/>
                </a:lnTo>
                <a:lnTo>
                  <a:pt x="5778856" y="120267"/>
                </a:lnTo>
                <a:lnTo>
                  <a:pt x="5779286" y="120500"/>
                </a:lnTo>
                <a:lnTo>
                  <a:pt x="5779763" y="120697"/>
                </a:lnTo>
                <a:lnTo>
                  <a:pt x="5780291" y="120855"/>
                </a:lnTo>
                <a:lnTo>
                  <a:pt x="5780871" y="120972"/>
                </a:lnTo>
                <a:lnTo>
                  <a:pt x="5781507" y="121044"/>
                </a:lnTo>
                <a:lnTo>
                  <a:pt x="5782200" y="121068"/>
                </a:lnTo>
                <a:lnTo>
                  <a:pt x="5782424" y="121067"/>
                </a:lnTo>
                <a:lnTo>
                  <a:pt x="5782661" y="121060"/>
                </a:lnTo>
                <a:lnTo>
                  <a:pt x="5782910" y="121046"/>
                </a:lnTo>
                <a:lnTo>
                  <a:pt x="5783170" y="121021"/>
                </a:lnTo>
                <a:lnTo>
                  <a:pt x="5783441" y="120982"/>
                </a:lnTo>
                <a:lnTo>
                  <a:pt x="5783722" y="120927"/>
                </a:lnTo>
                <a:lnTo>
                  <a:pt x="5784010" y="120852"/>
                </a:lnTo>
                <a:lnTo>
                  <a:pt x="5784307" y="120755"/>
                </a:lnTo>
                <a:lnTo>
                  <a:pt x="5784610" y="120632"/>
                </a:lnTo>
                <a:lnTo>
                  <a:pt x="5784919" y="120480"/>
                </a:lnTo>
                <a:lnTo>
                  <a:pt x="5785233" y="120298"/>
                </a:lnTo>
                <a:lnTo>
                  <a:pt x="5785550" y="120081"/>
                </a:lnTo>
                <a:lnTo>
                  <a:pt x="5785871" y="119827"/>
                </a:lnTo>
                <a:lnTo>
                  <a:pt x="5786194" y="119533"/>
                </a:lnTo>
                <a:lnTo>
                  <a:pt x="5786518" y="119196"/>
                </a:lnTo>
                <a:lnTo>
                  <a:pt x="5786842" y="118813"/>
                </a:lnTo>
                <a:lnTo>
                  <a:pt x="5787166" y="118381"/>
                </a:lnTo>
                <a:lnTo>
                  <a:pt x="5787488" y="117897"/>
                </a:lnTo>
                <a:lnTo>
                  <a:pt x="5787807" y="117359"/>
                </a:lnTo>
                <a:lnTo>
                  <a:pt x="5788123" y="116763"/>
                </a:lnTo>
                <a:lnTo>
                  <a:pt x="5788434" y="116106"/>
                </a:lnTo>
                <a:lnTo>
                  <a:pt x="5788741" y="115386"/>
                </a:lnTo>
                <a:lnTo>
                  <a:pt x="5789041" y="114599"/>
                </a:lnTo>
                <a:lnTo>
                  <a:pt x="5789334" y="113743"/>
                </a:lnTo>
                <a:lnTo>
                  <a:pt x="5790518" y="114577"/>
                </a:lnTo>
                <a:lnTo>
                  <a:pt x="5791708" y="115345"/>
                </a:lnTo>
                <a:lnTo>
                  <a:pt x="5792901" y="116050"/>
                </a:lnTo>
                <a:lnTo>
                  <a:pt x="5794095" y="116695"/>
                </a:lnTo>
                <a:lnTo>
                  <a:pt x="5795288" y="117283"/>
                </a:lnTo>
                <a:lnTo>
                  <a:pt x="5796476" y="117815"/>
                </a:lnTo>
                <a:lnTo>
                  <a:pt x="5797658" y="118296"/>
                </a:lnTo>
                <a:lnTo>
                  <a:pt x="5798830" y="118727"/>
                </a:lnTo>
                <a:lnTo>
                  <a:pt x="5799992" y="119111"/>
                </a:lnTo>
                <a:lnTo>
                  <a:pt x="5801139" y="119450"/>
                </a:lnTo>
                <a:lnTo>
                  <a:pt x="5802271" y="119749"/>
                </a:lnTo>
                <a:lnTo>
                  <a:pt x="5803384" y="120008"/>
                </a:lnTo>
                <a:lnTo>
                  <a:pt x="5804475" y="120232"/>
                </a:lnTo>
                <a:lnTo>
                  <a:pt x="5805543" y="120421"/>
                </a:lnTo>
                <a:lnTo>
                  <a:pt x="5806586" y="120580"/>
                </a:lnTo>
                <a:lnTo>
                  <a:pt x="5807599" y="120711"/>
                </a:lnTo>
                <a:lnTo>
                  <a:pt x="5808582" y="120817"/>
                </a:lnTo>
                <a:lnTo>
                  <a:pt x="5809532" y="120900"/>
                </a:lnTo>
                <a:lnTo>
                  <a:pt x="5810446" y="120962"/>
                </a:lnTo>
                <a:lnTo>
                  <a:pt x="5811323" y="121008"/>
                </a:lnTo>
                <a:lnTo>
                  <a:pt x="5812158" y="121038"/>
                </a:lnTo>
                <a:lnTo>
                  <a:pt x="5812951" y="121057"/>
                </a:lnTo>
                <a:lnTo>
                  <a:pt x="5813698" y="121066"/>
                </a:lnTo>
                <a:lnTo>
                  <a:pt x="5814398" y="121068"/>
                </a:lnTo>
                <a:lnTo>
                  <a:pt x="5818080" y="120987"/>
                </a:lnTo>
                <a:lnTo>
                  <a:pt x="5821517" y="120748"/>
                </a:lnTo>
                <a:lnTo>
                  <a:pt x="5824717" y="120363"/>
                </a:lnTo>
                <a:lnTo>
                  <a:pt x="5827687" y="119840"/>
                </a:lnTo>
                <a:lnTo>
                  <a:pt x="5830436" y="119190"/>
                </a:lnTo>
                <a:lnTo>
                  <a:pt x="5832971" y="118423"/>
                </a:lnTo>
                <a:lnTo>
                  <a:pt x="5835300" y="117548"/>
                </a:lnTo>
                <a:lnTo>
                  <a:pt x="5837432" y="116576"/>
                </a:lnTo>
                <a:lnTo>
                  <a:pt x="5839373" y="115516"/>
                </a:lnTo>
                <a:lnTo>
                  <a:pt x="5841132" y="114378"/>
                </a:lnTo>
                <a:lnTo>
                  <a:pt x="5842717" y="113172"/>
                </a:lnTo>
                <a:lnTo>
                  <a:pt x="5844135" y="111908"/>
                </a:lnTo>
                <a:lnTo>
                  <a:pt x="5845395" y="110596"/>
                </a:lnTo>
                <a:lnTo>
                  <a:pt x="5846504" y="109245"/>
                </a:lnTo>
                <a:lnTo>
                  <a:pt x="5847469" y="107866"/>
                </a:lnTo>
                <a:lnTo>
                  <a:pt x="5848300" y="106468"/>
                </a:lnTo>
                <a:lnTo>
                  <a:pt x="5849004" y="105062"/>
                </a:lnTo>
                <a:lnTo>
                  <a:pt x="5849588" y="103656"/>
                </a:lnTo>
                <a:lnTo>
                  <a:pt x="5850061" y="102262"/>
                </a:lnTo>
                <a:lnTo>
                  <a:pt x="5850430" y="100888"/>
                </a:lnTo>
                <a:lnTo>
                  <a:pt x="5850704" y="99545"/>
                </a:lnTo>
                <a:lnTo>
                  <a:pt x="5850889" y="98243"/>
                </a:lnTo>
                <a:lnTo>
                  <a:pt x="5850995" y="96991"/>
                </a:lnTo>
                <a:lnTo>
                  <a:pt x="5851028" y="95800"/>
                </a:lnTo>
                <a:lnTo>
                  <a:pt x="5850902" y="93373"/>
                </a:lnTo>
                <a:lnTo>
                  <a:pt x="5850535" y="91108"/>
                </a:lnTo>
                <a:lnTo>
                  <a:pt x="5849948" y="88999"/>
                </a:lnTo>
                <a:lnTo>
                  <a:pt x="5849157" y="87040"/>
                </a:lnTo>
                <a:lnTo>
                  <a:pt x="5848184" y="85225"/>
                </a:lnTo>
                <a:lnTo>
                  <a:pt x="5847046" y="83549"/>
                </a:lnTo>
                <a:lnTo>
                  <a:pt x="5845762" y="82006"/>
                </a:lnTo>
                <a:close/>
                <a:moveTo>
                  <a:pt x="6255964" y="95752"/>
                </a:moveTo>
                <a:lnTo>
                  <a:pt x="6255677" y="95392"/>
                </a:lnTo>
                <a:lnTo>
                  <a:pt x="6255363" y="95073"/>
                </a:lnTo>
                <a:lnTo>
                  <a:pt x="6255026" y="94791"/>
                </a:lnTo>
                <a:lnTo>
                  <a:pt x="6254669" y="94544"/>
                </a:lnTo>
                <a:lnTo>
                  <a:pt x="6254298" y="94330"/>
                </a:lnTo>
                <a:lnTo>
                  <a:pt x="6253916" y="94146"/>
                </a:lnTo>
                <a:lnTo>
                  <a:pt x="6253528" y="93991"/>
                </a:lnTo>
                <a:lnTo>
                  <a:pt x="6253139" y="93861"/>
                </a:lnTo>
                <a:lnTo>
                  <a:pt x="6252752" y="93755"/>
                </a:lnTo>
                <a:lnTo>
                  <a:pt x="6252372" y="93670"/>
                </a:lnTo>
                <a:lnTo>
                  <a:pt x="6252004" y="93604"/>
                </a:lnTo>
                <a:lnTo>
                  <a:pt x="6251651" y="93554"/>
                </a:lnTo>
                <a:lnTo>
                  <a:pt x="6251319" y="93519"/>
                </a:lnTo>
                <a:lnTo>
                  <a:pt x="6251011" y="93495"/>
                </a:lnTo>
                <a:lnTo>
                  <a:pt x="6250731" y="93480"/>
                </a:lnTo>
                <a:lnTo>
                  <a:pt x="6250485" y="93473"/>
                </a:lnTo>
                <a:lnTo>
                  <a:pt x="6250276" y="93470"/>
                </a:lnTo>
                <a:lnTo>
                  <a:pt x="6250110" y="93470"/>
                </a:lnTo>
                <a:lnTo>
                  <a:pt x="6249686" y="93473"/>
                </a:lnTo>
                <a:lnTo>
                  <a:pt x="6249281" y="93483"/>
                </a:lnTo>
                <a:lnTo>
                  <a:pt x="6248895" y="93502"/>
                </a:lnTo>
                <a:lnTo>
                  <a:pt x="6248527" y="93530"/>
                </a:lnTo>
                <a:lnTo>
                  <a:pt x="6248176" y="93568"/>
                </a:lnTo>
                <a:lnTo>
                  <a:pt x="6247841" y="93618"/>
                </a:lnTo>
                <a:lnTo>
                  <a:pt x="6247522" y="93680"/>
                </a:lnTo>
                <a:lnTo>
                  <a:pt x="6247217" y="93756"/>
                </a:lnTo>
                <a:lnTo>
                  <a:pt x="6246927" y="93847"/>
                </a:lnTo>
                <a:lnTo>
                  <a:pt x="6246650" y="93953"/>
                </a:lnTo>
                <a:lnTo>
                  <a:pt x="6246385" y="94077"/>
                </a:lnTo>
                <a:lnTo>
                  <a:pt x="6246133" y="94218"/>
                </a:lnTo>
                <a:lnTo>
                  <a:pt x="6245891" y="94379"/>
                </a:lnTo>
                <a:lnTo>
                  <a:pt x="6245660" y="94560"/>
                </a:lnTo>
                <a:lnTo>
                  <a:pt x="6245438" y="94762"/>
                </a:lnTo>
                <a:lnTo>
                  <a:pt x="6245225" y="94987"/>
                </a:lnTo>
                <a:lnTo>
                  <a:pt x="6245020" y="95235"/>
                </a:lnTo>
                <a:lnTo>
                  <a:pt x="6244822" y="95508"/>
                </a:lnTo>
                <a:lnTo>
                  <a:pt x="6244631" y="95806"/>
                </a:lnTo>
                <a:lnTo>
                  <a:pt x="6244446" y="96131"/>
                </a:lnTo>
                <a:lnTo>
                  <a:pt x="6244265" y="96484"/>
                </a:lnTo>
                <a:lnTo>
                  <a:pt x="6244089" y="96866"/>
                </a:lnTo>
                <a:lnTo>
                  <a:pt x="6243916" y="97278"/>
                </a:lnTo>
                <a:lnTo>
                  <a:pt x="6243746" y="97721"/>
                </a:lnTo>
                <a:lnTo>
                  <a:pt x="6243185" y="98908"/>
                </a:lnTo>
                <a:lnTo>
                  <a:pt x="6242564" y="100015"/>
                </a:lnTo>
                <a:lnTo>
                  <a:pt x="6241888" y="101042"/>
                </a:lnTo>
                <a:lnTo>
                  <a:pt x="6241163" y="101993"/>
                </a:lnTo>
                <a:lnTo>
                  <a:pt x="6240393" y="102871"/>
                </a:lnTo>
                <a:lnTo>
                  <a:pt x="6239583" y="103678"/>
                </a:lnTo>
                <a:lnTo>
                  <a:pt x="6238738" y="104417"/>
                </a:lnTo>
                <a:lnTo>
                  <a:pt x="6237862" y="105092"/>
                </a:lnTo>
                <a:lnTo>
                  <a:pt x="6236961" y="105704"/>
                </a:lnTo>
                <a:lnTo>
                  <a:pt x="6236040" y="106257"/>
                </a:lnTo>
                <a:lnTo>
                  <a:pt x="6235103" y="106752"/>
                </a:lnTo>
                <a:lnTo>
                  <a:pt x="6234154" y="107194"/>
                </a:lnTo>
                <a:lnTo>
                  <a:pt x="6233200" y="107585"/>
                </a:lnTo>
                <a:lnTo>
                  <a:pt x="6232245" y="107927"/>
                </a:lnTo>
                <a:lnTo>
                  <a:pt x="6231293" y="108224"/>
                </a:lnTo>
                <a:lnTo>
                  <a:pt x="6230350" y="108477"/>
                </a:lnTo>
                <a:lnTo>
                  <a:pt x="6229421" y="108691"/>
                </a:lnTo>
                <a:lnTo>
                  <a:pt x="6228509" y="108867"/>
                </a:lnTo>
                <a:lnTo>
                  <a:pt x="6227621" y="109008"/>
                </a:lnTo>
                <a:lnTo>
                  <a:pt x="6226760" y="109118"/>
                </a:lnTo>
                <a:lnTo>
                  <a:pt x="6225933" y="109198"/>
                </a:lnTo>
                <a:lnTo>
                  <a:pt x="6225143" y="109252"/>
                </a:lnTo>
                <a:lnTo>
                  <a:pt x="6224395" y="109282"/>
                </a:lnTo>
                <a:lnTo>
                  <a:pt x="6223695" y="109292"/>
                </a:lnTo>
                <a:lnTo>
                  <a:pt x="6221889" y="109242"/>
                </a:lnTo>
                <a:lnTo>
                  <a:pt x="6220087" y="109092"/>
                </a:lnTo>
                <a:lnTo>
                  <a:pt x="6218296" y="108845"/>
                </a:lnTo>
                <a:lnTo>
                  <a:pt x="6216519" y="108501"/>
                </a:lnTo>
                <a:lnTo>
                  <a:pt x="6214761" y="108060"/>
                </a:lnTo>
                <a:lnTo>
                  <a:pt x="6213029" y="107526"/>
                </a:lnTo>
                <a:lnTo>
                  <a:pt x="6211326" y="106897"/>
                </a:lnTo>
                <a:lnTo>
                  <a:pt x="6209658" y="106177"/>
                </a:lnTo>
                <a:lnTo>
                  <a:pt x="6208029" y="105365"/>
                </a:lnTo>
                <a:lnTo>
                  <a:pt x="6206445" y="104463"/>
                </a:lnTo>
                <a:lnTo>
                  <a:pt x="6204909" y="103473"/>
                </a:lnTo>
                <a:lnTo>
                  <a:pt x="6203429" y="102394"/>
                </a:lnTo>
                <a:lnTo>
                  <a:pt x="6202007" y="101229"/>
                </a:lnTo>
                <a:lnTo>
                  <a:pt x="6200650" y="99979"/>
                </a:lnTo>
                <a:lnTo>
                  <a:pt x="6199362" y="98644"/>
                </a:lnTo>
                <a:lnTo>
                  <a:pt x="6198147" y="97227"/>
                </a:lnTo>
                <a:lnTo>
                  <a:pt x="6197012" y="95727"/>
                </a:lnTo>
                <a:lnTo>
                  <a:pt x="6195961" y="94147"/>
                </a:lnTo>
                <a:lnTo>
                  <a:pt x="6194999" y="92487"/>
                </a:lnTo>
                <a:lnTo>
                  <a:pt x="6194130" y="90749"/>
                </a:lnTo>
                <a:lnTo>
                  <a:pt x="6193360" y="88933"/>
                </a:lnTo>
                <a:lnTo>
                  <a:pt x="6192694" y="87042"/>
                </a:lnTo>
                <a:lnTo>
                  <a:pt x="6192136" y="85075"/>
                </a:lnTo>
                <a:lnTo>
                  <a:pt x="6191692" y="83034"/>
                </a:lnTo>
                <a:lnTo>
                  <a:pt x="6249145" y="83034"/>
                </a:lnTo>
                <a:lnTo>
                  <a:pt x="6249648" y="83034"/>
                </a:lnTo>
                <a:lnTo>
                  <a:pt x="6250147" y="83030"/>
                </a:lnTo>
                <a:lnTo>
                  <a:pt x="6250638" y="83021"/>
                </a:lnTo>
                <a:lnTo>
                  <a:pt x="6251121" y="83001"/>
                </a:lnTo>
                <a:lnTo>
                  <a:pt x="6251595" y="82970"/>
                </a:lnTo>
                <a:lnTo>
                  <a:pt x="6252057" y="82923"/>
                </a:lnTo>
                <a:lnTo>
                  <a:pt x="6252507" y="82858"/>
                </a:lnTo>
                <a:lnTo>
                  <a:pt x="6252943" y="82770"/>
                </a:lnTo>
                <a:lnTo>
                  <a:pt x="6253363" y="82658"/>
                </a:lnTo>
                <a:lnTo>
                  <a:pt x="6253767" y="82519"/>
                </a:lnTo>
                <a:lnTo>
                  <a:pt x="6254152" y="82348"/>
                </a:lnTo>
                <a:lnTo>
                  <a:pt x="6254518" y="82143"/>
                </a:lnTo>
                <a:lnTo>
                  <a:pt x="6254862" y="81901"/>
                </a:lnTo>
                <a:lnTo>
                  <a:pt x="6255185" y="81619"/>
                </a:lnTo>
                <a:lnTo>
                  <a:pt x="6255483" y="81293"/>
                </a:lnTo>
                <a:lnTo>
                  <a:pt x="6255756" y="80921"/>
                </a:lnTo>
                <a:lnTo>
                  <a:pt x="6256002" y="80500"/>
                </a:lnTo>
                <a:lnTo>
                  <a:pt x="6256219" y="80026"/>
                </a:lnTo>
                <a:lnTo>
                  <a:pt x="6256408" y="79496"/>
                </a:lnTo>
                <a:lnTo>
                  <a:pt x="6256565" y="78908"/>
                </a:lnTo>
                <a:lnTo>
                  <a:pt x="6256690" y="78257"/>
                </a:lnTo>
                <a:lnTo>
                  <a:pt x="6256781" y="77541"/>
                </a:lnTo>
                <a:lnTo>
                  <a:pt x="6256836" y="76758"/>
                </a:lnTo>
                <a:lnTo>
                  <a:pt x="6256855" y="75903"/>
                </a:lnTo>
                <a:lnTo>
                  <a:pt x="6256791" y="73172"/>
                </a:lnTo>
                <a:lnTo>
                  <a:pt x="6256598" y="70480"/>
                </a:lnTo>
                <a:lnTo>
                  <a:pt x="6256276" y="67834"/>
                </a:lnTo>
                <a:lnTo>
                  <a:pt x="6255825" y="65241"/>
                </a:lnTo>
                <a:lnTo>
                  <a:pt x="6255245" y="62707"/>
                </a:lnTo>
                <a:lnTo>
                  <a:pt x="6254536" y="60240"/>
                </a:lnTo>
                <a:lnTo>
                  <a:pt x="6253697" y="57846"/>
                </a:lnTo>
                <a:lnTo>
                  <a:pt x="6252728" y="55533"/>
                </a:lnTo>
                <a:lnTo>
                  <a:pt x="6251630" y="53306"/>
                </a:lnTo>
                <a:lnTo>
                  <a:pt x="6250401" y="51174"/>
                </a:lnTo>
                <a:lnTo>
                  <a:pt x="6249042" y="49142"/>
                </a:lnTo>
                <a:lnTo>
                  <a:pt x="6247553" y="47218"/>
                </a:lnTo>
                <a:lnTo>
                  <a:pt x="6245933" y="45408"/>
                </a:lnTo>
                <a:lnTo>
                  <a:pt x="6244183" y="43720"/>
                </a:lnTo>
                <a:lnTo>
                  <a:pt x="6242302" y="42160"/>
                </a:lnTo>
                <a:lnTo>
                  <a:pt x="6240290" y="40735"/>
                </a:lnTo>
                <a:lnTo>
                  <a:pt x="6238146" y="39452"/>
                </a:lnTo>
                <a:lnTo>
                  <a:pt x="6235871" y="38317"/>
                </a:lnTo>
                <a:lnTo>
                  <a:pt x="6233465" y="37339"/>
                </a:lnTo>
                <a:lnTo>
                  <a:pt x="6230927" y="36523"/>
                </a:lnTo>
                <a:lnTo>
                  <a:pt x="6228257" y="35876"/>
                </a:lnTo>
                <a:lnTo>
                  <a:pt x="6225454" y="35406"/>
                </a:lnTo>
                <a:lnTo>
                  <a:pt x="6222520" y="35119"/>
                </a:lnTo>
                <a:lnTo>
                  <a:pt x="6219453" y="35021"/>
                </a:lnTo>
                <a:lnTo>
                  <a:pt x="6216610" y="35121"/>
                </a:lnTo>
                <a:lnTo>
                  <a:pt x="6213818" y="35415"/>
                </a:lnTo>
                <a:lnTo>
                  <a:pt x="6211085" y="35896"/>
                </a:lnTo>
                <a:lnTo>
                  <a:pt x="6208417" y="36560"/>
                </a:lnTo>
                <a:lnTo>
                  <a:pt x="6205819" y="37398"/>
                </a:lnTo>
                <a:lnTo>
                  <a:pt x="6203298" y="38405"/>
                </a:lnTo>
                <a:lnTo>
                  <a:pt x="6200860" y="39574"/>
                </a:lnTo>
                <a:lnTo>
                  <a:pt x="6198510" y="40900"/>
                </a:lnTo>
                <a:lnTo>
                  <a:pt x="6196256" y="42374"/>
                </a:lnTo>
                <a:lnTo>
                  <a:pt x="6194103" y="43991"/>
                </a:lnTo>
                <a:lnTo>
                  <a:pt x="6192057" y="45745"/>
                </a:lnTo>
                <a:lnTo>
                  <a:pt x="6190125" y="47628"/>
                </a:lnTo>
                <a:lnTo>
                  <a:pt x="6188312" y="49636"/>
                </a:lnTo>
                <a:lnTo>
                  <a:pt x="6186625" y="51760"/>
                </a:lnTo>
                <a:lnTo>
                  <a:pt x="6185069" y="53995"/>
                </a:lnTo>
                <a:lnTo>
                  <a:pt x="6183652" y="56334"/>
                </a:lnTo>
                <a:lnTo>
                  <a:pt x="6182378" y="58771"/>
                </a:lnTo>
                <a:lnTo>
                  <a:pt x="6181254" y="61299"/>
                </a:lnTo>
                <a:lnTo>
                  <a:pt x="6180286" y="63912"/>
                </a:lnTo>
                <a:lnTo>
                  <a:pt x="6179481" y="66603"/>
                </a:lnTo>
                <a:lnTo>
                  <a:pt x="6178844" y="69367"/>
                </a:lnTo>
                <a:lnTo>
                  <a:pt x="6178381" y="72196"/>
                </a:lnTo>
                <a:lnTo>
                  <a:pt x="6178099" y="75084"/>
                </a:lnTo>
                <a:lnTo>
                  <a:pt x="6178004" y="78024"/>
                </a:lnTo>
                <a:lnTo>
                  <a:pt x="6178104" y="80947"/>
                </a:lnTo>
                <a:lnTo>
                  <a:pt x="6178401" y="83820"/>
                </a:lnTo>
                <a:lnTo>
                  <a:pt x="6178889" y="86637"/>
                </a:lnTo>
                <a:lnTo>
                  <a:pt x="6179561" y="89392"/>
                </a:lnTo>
                <a:lnTo>
                  <a:pt x="6180412" y="92078"/>
                </a:lnTo>
                <a:lnTo>
                  <a:pt x="6181435" y="94688"/>
                </a:lnTo>
                <a:lnTo>
                  <a:pt x="6182624" y="97215"/>
                </a:lnTo>
                <a:lnTo>
                  <a:pt x="6183973" y="99653"/>
                </a:lnTo>
                <a:lnTo>
                  <a:pt x="6185476" y="101996"/>
                </a:lnTo>
                <a:lnTo>
                  <a:pt x="6187127" y="104235"/>
                </a:lnTo>
                <a:lnTo>
                  <a:pt x="6188920" y="106366"/>
                </a:lnTo>
                <a:lnTo>
                  <a:pt x="6190848" y="108380"/>
                </a:lnTo>
                <a:lnTo>
                  <a:pt x="6192906" y="110272"/>
                </a:lnTo>
                <a:lnTo>
                  <a:pt x="6195087" y="112034"/>
                </a:lnTo>
                <a:lnTo>
                  <a:pt x="6197386" y="113660"/>
                </a:lnTo>
                <a:lnTo>
                  <a:pt x="6199796" y="115144"/>
                </a:lnTo>
                <a:lnTo>
                  <a:pt x="6202311" y="116478"/>
                </a:lnTo>
                <a:lnTo>
                  <a:pt x="6204925" y="117655"/>
                </a:lnTo>
                <a:lnTo>
                  <a:pt x="6207632" y="118670"/>
                </a:lnTo>
                <a:lnTo>
                  <a:pt x="6210425" y="119516"/>
                </a:lnTo>
                <a:lnTo>
                  <a:pt x="6213299" y="120185"/>
                </a:lnTo>
                <a:lnTo>
                  <a:pt x="6216248" y="120671"/>
                </a:lnTo>
                <a:lnTo>
                  <a:pt x="6219265" y="120968"/>
                </a:lnTo>
                <a:lnTo>
                  <a:pt x="6222345" y="121068"/>
                </a:lnTo>
                <a:lnTo>
                  <a:pt x="6225441" y="120980"/>
                </a:lnTo>
                <a:lnTo>
                  <a:pt x="6228370" y="120724"/>
                </a:lnTo>
                <a:lnTo>
                  <a:pt x="6231135" y="120313"/>
                </a:lnTo>
                <a:lnTo>
                  <a:pt x="6233738" y="119760"/>
                </a:lnTo>
                <a:lnTo>
                  <a:pt x="6236183" y="119078"/>
                </a:lnTo>
                <a:lnTo>
                  <a:pt x="6238474" y="118280"/>
                </a:lnTo>
                <a:lnTo>
                  <a:pt x="6240612" y="117379"/>
                </a:lnTo>
                <a:lnTo>
                  <a:pt x="6242603" y="116389"/>
                </a:lnTo>
                <a:lnTo>
                  <a:pt x="6244448" y="115321"/>
                </a:lnTo>
                <a:lnTo>
                  <a:pt x="6246151" y="114189"/>
                </a:lnTo>
                <a:lnTo>
                  <a:pt x="6247715" y="113005"/>
                </a:lnTo>
                <a:lnTo>
                  <a:pt x="6249144" y="111784"/>
                </a:lnTo>
                <a:lnTo>
                  <a:pt x="6250439" y="110538"/>
                </a:lnTo>
                <a:lnTo>
                  <a:pt x="6251606" y="109279"/>
                </a:lnTo>
                <a:lnTo>
                  <a:pt x="6252646" y="108021"/>
                </a:lnTo>
                <a:lnTo>
                  <a:pt x="6253563" y="106777"/>
                </a:lnTo>
                <a:lnTo>
                  <a:pt x="6254361" y="105560"/>
                </a:lnTo>
                <a:lnTo>
                  <a:pt x="6255042" y="104382"/>
                </a:lnTo>
                <a:lnTo>
                  <a:pt x="6255609" y="103257"/>
                </a:lnTo>
                <a:lnTo>
                  <a:pt x="6256066" y="102198"/>
                </a:lnTo>
                <a:lnTo>
                  <a:pt x="6256416" y="101218"/>
                </a:lnTo>
                <a:lnTo>
                  <a:pt x="6256662" y="100328"/>
                </a:lnTo>
                <a:lnTo>
                  <a:pt x="6256807" y="99544"/>
                </a:lnTo>
                <a:lnTo>
                  <a:pt x="6256855" y="98878"/>
                </a:lnTo>
                <a:lnTo>
                  <a:pt x="6256827" y="98231"/>
                </a:lnTo>
                <a:lnTo>
                  <a:pt x="6256744" y="97637"/>
                </a:lnTo>
                <a:lnTo>
                  <a:pt x="6256613" y="97094"/>
                </a:lnTo>
                <a:lnTo>
                  <a:pt x="6256436" y="96601"/>
                </a:lnTo>
                <a:lnTo>
                  <a:pt x="6256218" y="96154"/>
                </a:lnTo>
                <a:lnTo>
                  <a:pt x="6255964" y="95752"/>
                </a:lnTo>
                <a:close/>
                <a:moveTo>
                  <a:pt x="6194643" y="63185"/>
                </a:moveTo>
                <a:lnTo>
                  <a:pt x="6195434" y="61671"/>
                </a:lnTo>
                <a:lnTo>
                  <a:pt x="6196298" y="60212"/>
                </a:lnTo>
                <a:lnTo>
                  <a:pt x="6197233" y="58811"/>
                </a:lnTo>
                <a:lnTo>
                  <a:pt x="6198236" y="57470"/>
                </a:lnTo>
                <a:lnTo>
                  <a:pt x="6199303" y="56194"/>
                </a:lnTo>
                <a:lnTo>
                  <a:pt x="6200433" y="54985"/>
                </a:lnTo>
                <a:lnTo>
                  <a:pt x="6201621" y="53846"/>
                </a:lnTo>
                <a:lnTo>
                  <a:pt x="6202866" y="52780"/>
                </a:lnTo>
                <a:lnTo>
                  <a:pt x="6204164" y="51791"/>
                </a:lnTo>
                <a:lnTo>
                  <a:pt x="6205512" y="50881"/>
                </a:lnTo>
                <a:lnTo>
                  <a:pt x="6206908" y="50054"/>
                </a:lnTo>
                <a:lnTo>
                  <a:pt x="6208349" y="49313"/>
                </a:lnTo>
                <a:lnTo>
                  <a:pt x="6209833" y="48660"/>
                </a:lnTo>
                <a:lnTo>
                  <a:pt x="6211355" y="48100"/>
                </a:lnTo>
                <a:lnTo>
                  <a:pt x="6212913" y="47634"/>
                </a:lnTo>
                <a:lnTo>
                  <a:pt x="6214505" y="47267"/>
                </a:lnTo>
                <a:lnTo>
                  <a:pt x="6216128" y="47000"/>
                </a:lnTo>
                <a:lnTo>
                  <a:pt x="6217778" y="46838"/>
                </a:lnTo>
                <a:lnTo>
                  <a:pt x="6219453" y="46783"/>
                </a:lnTo>
                <a:lnTo>
                  <a:pt x="6220716" y="46809"/>
                </a:lnTo>
                <a:lnTo>
                  <a:pt x="6221993" y="46890"/>
                </a:lnTo>
                <a:lnTo>
                  <a:pt x="6223280" y="47029"/>
                </a:lnTo>
                <a:lnTo>
                  <a:pt x="6224570" y="47232"/>
                </a:lnTo>
                <a:lnTo>
                  <a:pt x="6225860" y="47504"/>
                </a:lnTo>
                <a:lnTo>
                  <a:pt x="6227144" y="47847"/>
                </a:lnTo>
                <a:lnTo>
                  <a:pt x="6228416" y="48267"/>
                </a:lnTo>
                <a:lnTo>
                  <a:pt x="6229671" y="48769"/>
                </a:lnTo>
                <a:lnTo>
                  <a:pt x="6230905" y="49356"/>
                </a:lnTo>
                <a:lnTo>
                  <a:pt x="6232110" y="50034"/>
                </a:lnTo>
                <a:lnTo>
                  <a:pt x="6233284" y="50806"/>
                </a:lnTo>
                <a:lnTo>
                  <a:pt x="6234419" y="51677"/>
                </a:lnTo>
                <a:lnTo>
                  <a:pt x="6235511" y="52651"/>
                </a:lnTo>
                <a:lnTo>
                  <a:pt x="6236555" y="53734"/>
                </a:lnTo>
                <a:lnTo>
                  <a:pt x="6237545" y="54929"/>
                </a:lnTo>
                <a:lnTo>
                  <a:pt x="6238475" y="56240"/>
                </a:lnTo>
                <a:lnTo>
                  <a:pt x="6239342" y="57673"/>
                </a:lnTo>
                <a:lnTo>
                  <a:pt x="6240139" y="59231"/>
                </a:lnTo>
                <a:lnTo>
                  <a:pt x="6240862" y="60919"/>
                </a:lnTo>
                <a:lnTo>
                  <a:pt x="6241504" y="62742"/>
                </a:lnTo>
                <a:lnTo>
                  <a:pt x="6242061" y="64704"/>
                </a:lnTo>
                <a:lnTo>
                  <a:pt x="6242527" y="66809"/>
                </a:lnTo>
                <a:lnTo>
                  <a:pt x="6242898" y="69062"/>
                </a:lnTo>
                <a:lnTo>
                  <a:pt x="6243167" y="71467"/>
                </a:lnTo>
                <a:lnTo>
                  <a:pt x="6191886" y="71467"/>
                </a:lnTo>
                <a:lnTo>
                  <a:pt x="6192268" y="69726"/>
                </a:lnTo>
                <a:lnTo>
                  <a:pt x="6192737" y="68024"/>
                </a:lnTo>
                <a:lnTo>
                  <a:pt x="6193292" y="66364"/>
                </a:lnTo>
                <a:lnTo>
                  <a:pt x="6193928" y="64750"/>
                </a:lnTo>
                <a:lnTo>
                  <a:pt x="6194643" y="63185"/>
                </a:lnTo>
                <a:close/>
                <a:moveTo>
                  <a:pt x="6463913" y="78350"/>
                </a:moveTo>
                <a:lnTo>
                  <a:pt x="6463914" y="78386"/>
                </a:lnTo>
                <a:lnTo>
                  <a:pt x="6463914" y="78316"/>
                </a:lnTo>
                <a:lnTo>
                  <a:pt x="6463913" y="78350"/>
                </a:lnTo>
                <a:close/>
                <a:moveTo>
                  <a:pt x="5755840" y="110303"/>
                </a:moveTo>
                <a:lnTo>
                  <a:pt x="5755536" y="109950"/>
                </a:lnTo>
                <a:lnTo>
                  <a:pt x="5755204" y="109638"/>
                </a:lnTo>
                <a:lnTo>
                  <a:pt x="5754848" y="109366"/>
                </a:lnTo>
                <a:lnTo>
                  <a:pt x="5754470" y="109129"/>
                </a:lnTo>
                <a:lnTo>
                  <a:pt x="5754075" y="108926"/>
                </a:lnTo>
                <a:lnTo>
                  <a:pt x="5753664" y="108755"/>
                </a:lnTo>
                <a:lnTo>
                  <a:pt x="5753241" y="108612"/>
                </a:lnTo>
                <a:lnTo>
                  <a:pt x="5752810" y="108495"/>
                </a:lnTo>
                <a:lnTo>
                  <a:pt x="5752373" y="108401"/>
                </a:lnTo>
                <a:lnTo>
                  <a:pt x="5751933" y="108328"/>
                </a:lnTo>
                <a:lnTo>
                  <a:pt x="5751493" y="108273"/>
                </a:lnTo>
                <a:lnTo>
                  <a:pt x="5751057" y="108234"/>
                </a:lnTo>
                <a:lnTo>
                  <a:pt x="5750628" y="108207"/>
                </a:lnTo>
                <a:lnTo>
                  <a:pt x="5750208" y="108191"/>
                </a:lnTo>
                <a:lnTo>
                  <a:pt x="5749801" y="108183"/>
                </a:lnTo>
                <a:lnTo>
                  <a:pt x="5749410" y="108180"/>
                </a:lnTo>
                <a:lnTo>
                  <a:pt x="5749038" y="108180"/>
                </a:lnTo>
                <a:lnTo>
                  <a:pt x="5741328" y="108180"/>
                </a:lnTo>
                <a:lnTo>
                  <a:pt x="5716649" y="77171"/>
                </a:lnTo>
                <a:lnTo>
                  <a:pt x="5738627" y="48666"/>
                </a:lnTo>
                <a:lnTo>
                  <a:pt x="5746341" y="48666"/>
                </a:lnTo>
                <a:lnTo>
                  <a:pt x="5746690" y="48666"/>
                </a:lnTo>
                <a:lnTo>
                  <a:pt x="5747063" y="48663"/>
                </a:lnTo>
                <a:lnTo>
                  <a:pt x="5747455" y="48655"/>
                </a:lnTo>
                <a:lnTo>
                  <a:pt x="5747863" y="48639"/>
                </a:lnTo>
                <a:lnTo>
                  <a:pt x="5748283" y="48614"/>
                </a:lnTo>
                <a:lnTo>
                  <a:pt x="5748714" y="48576"/>
                </a:lnTo>
                <a:lnTo>
                  <a:pt x="5749150" y="48523"/>
                </a:lnTo>
                <a:lnTo>
                  <a:pt x="5749589" y="48452"/>
                </a:lnTo>
                <a:lnTo>
                  <a:pt x="5750027" y="48361"/>
                </a:lnTo>
                <a:lnTo>
                  <a:pt x="5750461" y="48248"/>
                </a:lnTo>
                <a:lnTo>
                  <a:pt x="5750888" y="48109"/>
                </a:lnTo>
                <a:lnTo>
                  <a:pt x="5751304" y="47943"/>
                </a:lnTo>
                <a:lnTo>
                  <a:pt x="5751707" y="47747"/>
                </a:lnTo>
                <a:lnTo>
                  <a:pt x="5752091" y="47518"/>
                </a:lnTo>
                <a:lnTo>
                  <a:pt x="5752455" y="47254"/>
                </a:lnTo>
                <a:lnTo>
                  <a:pt x="5752795" y="46952"/>
                </a:lnTo>
                <a:lnTo>
                  <a:pt x="5753108" y="46611"/>
                </a:lnTo>
                <a:lnTo>
                  <a:pt x="5753389" y="46226"/>
                </a:lnTo>
                <a:lnTo>
                  <a:pt x="5753637" y="45796"/>
                </a:lnTo>
                <a:lnTo>
                  <a:pt x="5753847" y="45319"/>
                </a:lnTo>
                <a:lnTo>
                  <a:pt x="5754016" y="44791"/>
                </a:lnTo>
                <a:lnTo>
                  <a:pt x="5754141" y="44211"/>
                </a:lnTo>
                <a:lnTo>
                  <a:pt x="5754218" y="43576"/>
                </a:lnTo>
                <a:lnTo>
                  <a:pt x="5754245" y="42882"/>
                </a:lnTo>
                <a:lnTo>
                  <a:pt x="5754219" y="42166"/>
                </a:lnTo>
                <a:lnTo>
                  <a:pt x="5754145" y="41509"/>
                </a:lnTo>
                <a:lnTo>
                  <a:pt x="5754024" y="40909"/>
                </a:lnTo>
                <a:lnTo>
                  <a:pt x="5753860" y="40364"/>
                </a:lnTo>
                <a:lnTo>
                  <a:pt x="5753657" y="39870"/>
                </a:lnTo>
                <a:lnTo>
                  <a:pt x="5753417" y="39426"/>
                </a:lnTo>
                <a:lnTo>
                  <a:pt x="5753143" y="39029"/>
                </a:lnTo>
                <a:lnTo>
                  <a:pt x="5752838" y="38675"/>
                </a:lnTo>
                <a:lnTo>
                  <a:pt x="5752506" y="38364"/>
                </a:lnTo>
                <a:lnTo>
                  <a:pt x="5752150" y="38091"/>
                </a:lnTo>
                <a:lnTo>
                  <a:pt x="5751773" y="37854"/>
                </a:lnTo>
                <a:lnTo>
                  <a:pt x="5751377" y="37651"/>
                </a:lnTo>
                <a:lnTo>
                  <a:pt x="5750967" y="37480"/>
                </a:lnTo>
                <a:lnTo>
                  <a:pt x="5750544" y="37337"/>
                </a:lnTo>
                <a:lnTo>
                  <a:pt x="5750112" y="37219"/>
                </a:lnTo>
                <a:lnTo>
                  <a:pt x="5749675" y="37126"/>
                </a:lnTo>
                <a:lnTo>
                  <a:pt x="5749235" y="37053"/>
                </a:lnTo>
                <a:lnTo>
                  <a:pt x="5748796" y="36998"/>
                </a:lnTo>
                <a:lnTo>
                  <a:pt x="5748360" y="36958"/>
                </a:lnTo>
                <a:lnTo>
                  <a:pt x="5747930" y="36932"/>
                </a:lnTo>
                <a:lnTo>
                  <a:pt x="5747510" y="36916"/>
                </a:lnTo>
                <a:lnTo>
                  <a:pt x="5747104" y="36908"/>
                </a:lnTo>
                <a:lnTo>
                  <a:pt x="5746713" y="36905"/>
                </a:lnTo>
                <a:lnTo>
                  <a:pt x="5746341" y="36904"/>
                </a:lnTo>
                <a:lnTo>
                  <a:pt x="5723783" y="36904"/>
                </a:lnTo>
                <a:lnTo>
                  <a:pt x="5723412" y="36905"/>
                </a:lnTo>
                <a:lnTo>
                  <a:pt x="5723024" y="36908"/>
                </a:lnTo>
                <a:lnTo>
                  <a:pt x="5722621" y="36916"/>
                </a:lnTo>
                <a:lnTo>
                  <a:pt x="5722208" y="36931"/>
                </a:lnTo>
                <a:lnTo>
                  <a:pt x="5721786" y="36957"/>
                </a:lnTo>
                <a:lnTo>
                  <a:pt x="5721358" y="36995"/>
                </a:lnTo>
                <a:lnTo>
                  <a:pt x="5720928" y="37048"/>
                </a:lnTo>
                <a:lnTo>
                  <a:pt x="5720499" y="37119"/>
                </a:lnTo>
                <a:lnTo>
                  <a:pt x="5720073" y="37209"/>
                </a:lnTo>
                <a:lnTo>
                  <a:pt x="5719653" y="37323"/>
                </a:lnTo>
                <a:lnTo>
                  <a:pt x="5719242" y="37461"/>
                </a:lnTo>
                <a:lnTo>
                  <a:pt x="5718843" y="37628"/>
                </a:lnTo>
                <a:lnTo>
                  <a:pt x="5718460" y="37824"/>
                </a:lnTo>
                <a:lnTo>
                  <a:pt x="5718094" y="38053"/>
                </a:lnTo>
                <a:lnTo>
                  <a:pt x="5717750" y="38317"/>
                </a:lnTo>
                <a:lnTo>
                  <a:pt x="5717429" y="38619"/>
                </a:lnTo>
                <a:lnTo>
                  <a:pt x="5717135" y="38961"/>
                </a:lnTo>
                <a:lnTo>
                  <a:pt x="5716871" y="39346"/>
                </a:lnTo>
                <a:lnTo>
                  <a:pt x="5716639" y="39775"/>
                </a:lnTo>
                <a:lnTo>
                  <a:pt x="5716443" y="40253"/>
                </a:lnTo>
                <a:lnTo>
                  <a:pt x="5716285" y="40781"/>
                </a:lnTo>
                <a:lnTo>
                  <a:pt x="5716169" y="41362"/>
                </a:lnTo>
                <a:lnTo>
                  <a:pt x="5716097" y="41997"/>
                </a:lnTo>
                <a:lnTo>
                  <a:pt x="5716073" y="42691"/>
                </a:lnTo>
                <a:lnTo>
                  <a:pt x="5716094" y="43407"/>
                </a:lnTo>
                <a:lnTo>
                  <a:pt x="5716159" y="44064"/>
                </a:lnTo>
                <a:lnTo>
                  <a:pt x="5716265" y="44663"/>
                </a:lnTo>
                <a:lnTo>
                  <a:pt x="5716411" y="45208"/>
                </a:lnTo>
                <a:lnTo>
                  <a:pt x="5716595" y="45702"/>
                </a:lnTo>
                <a:lnTo>
                  <a:pt x="5716817" y="46145"/>
                </a:lnTo>
                <a:lnTo>
                  <a:pt x="5717074" y="46543"/>
                </a:lnTo>
                <a:lnTo>
                  <a:pt x="5717365" y="46896"/>
                </a:lnTo>
                <a:lnTo>
                  <a:pt x="5717689" y="47207"/>
                </a:lnTo>
                <a:lnTo>
                  <a:pt x="5718045" y="47480"/>
                </a:lnTo>
                <a:lnTo>
                  <a:pt x="5718430" y="47717"/>
                </a:lnTo>
                <a:lnTo>
                  <a:pt x="5718844" y="47919"/>
                </a:lnTo>
                <a:lnTo>
                  <a:pt x="5719285" y="48091"/>
                </a:lnTo>
                <a:lnTo>
                  <a:pt x="5719752" y="48234"/>
                </a:lnTo>
                <a:lnTo>
                  <a:pt x="5720243" y="48351"/>
                </a:lnTo>
                <a:lnTo>
                  <a:pt x="5720757" y="48445"/>
                </a:lnTo>
                <a:lnTo>
                  <a:pt x="5721292" y="48518"/>
                </a:lnTo>
                <a:lnTo>
                  <a:pt x="5721847" y="48573"/>
                </a:lnTo>
                <a:lnTo>
                  <a:pt x="5722421" y="48612"/>
                </a:lnTo>
                <a:lnTo>
                  <a:pt x="5723012" y="48639"/>
                </a:lnTo>
                <a:lnTo>
                  <a:pt x="5723619" y="48655"/>
                </a:lnTo>
                <a:lnTo>
                  <a:pt x="5724240" y="48663"/>
                </a:lnTo>
                <a:lnTo>
                  <a:pt x="5724873" y="48666"/>
                </a:lnTo>
                <a:lnTo>
                  <a:pt x="5725519" y="48666"/>
                </a:lnTo>
                <a:lnTo>
                  <a:pt x="5711251" y="68119"/>
                </a:lnTo>
                <a:lnTo>
                  <a:pt x="5696601" y="48666"/>
                </a:lnTo>
                <a:lnTo>
                  <a:pt x="5697223" y="48666"/>
                </a:lnTo>
                <a:lnTo>
                  <a:pt x="5697836" y="48663"/>
                </a:lnTo>
                <a:lnTo>
                  <a:pt x="5698438" y="48655"/>
                </a:lnTo>
                <a:lnTo>
                  <a:pt x="5699027" y="48639"/>
                </a:lnTo>
                <a:lnTo>
                  <a:pt x="5699602" y="48612"/>
                </a:lnTo>
                <a:lnTo>
                  <a:pt x="5700161" y="48573"/>
                </a:lnTo>
                <a:lnTo>
                  <a:pt x="5700704" y="48518"/>
                </a:lnTo>
                <a:lnTo>
                  <a:pt x="5701228" y="48445"/>
                </a:lnTo>
                <a:lnTo>
                  <a:pt x="5701731" y="48351"/>
                </a:lnTo>
                <a:lnTo>
                  <a:pt x="5702213" y="48234"/>
                </a:lnTo>
                <a:lnTo>
                  <a:pt x="5702672" y="48091"/>
                </a:lnTo>
                <a:lnTo>
                  <a:pt x="5703107" y="47919"/>
                </a:lnTo>
                <a:lnTo>
                  <a:pt x="5703515" y="47717"/>
                </a:lnTo>
                <a:lnTo>
                  <a:pt x="5703896" y="47480"/>
                </a:lnTo>
                <a:lnTo>
                  <a:pt x="5704247" y="47207"/>
                </a:lnTo>
                <a:lnTo>
                  <a:pt x="5704568" y="46896"/>
                </a:lnTo>
                <a:lnTo>
                  <a:pt x="5704857" y="46543"/>
                </a:lnTo>
                <a:lnTo>
                  <a:pt x="5705112" y="46145"/>
                </a:lnTo>
                <a:lnTo>
                  <a:pt x="5705332" y="45702"/>
                </a:lnTo>
                <a:lnTo>
                  <a:pt x="5705516" y="45208"/>
                </a:lnTo>
                <a:lnTo>
                  <a:pt x="5705661" y="44663"/>
                </a:lnTo>
                <a:lnTo>
                  <a:pt x="5705767" y="44064"/>
                </a:lnTo>
                <a:lnTo>
                  <a:pt x="5705831" y="43407"/>
                </a:lnTo>
                <a:lnTo>
                  <a:pt x="5705853" y="42691"/>
                </a:lnTo>
                <a:lnTo>
                  <a:pt x="5705828" y="41997"/>
                </a:lnTo>
                <a:lnTo>
                  <a:pt x="5705756" y="41362"/>
                </a:lnTo>
                <a:lnTo>
                  <a:pt x="5705640" y="40781"/>
                </a:lnTo>
                <a:lnTo>
                  <a:pt x="5705483" y="40253"/>
                </a:lnTo>
                <a:lnTo>
                  <a:pt x="5705286" y="39775"/>
                </a:lnTo>
                <a:lnTo>
                  <a:pt x="5705055" y="39346"/>
                </a:lnTo>
                <a:lnTo>
                  <a:pt x="5704791" y="38961"/>
                </a:lnTo>
                <a:lnTo>
                  <a:pt x="5704497" y="38619"/>
                </a:lnTo>
                <a:lnTo>
                  <a:pt x="5704176" y="38317"/>
                </a:lnTo>
                <a:lnTo>
                  <a:pt x="5703831" y="38053"/>
                </a:lnTo>
                <a:lnTo>
                  <a:pt x="5703466" y="37824"/>
                </a:lnTo>
                <a:lnTo>
                  <a:pt x="5703082" y="37628"/>
                </a:lnTo>
                <a:lnTo>
                  <a:pt x="5702684" y="37461"/>
                </a:lnTo>
                <a:lnTo>
                  <a:pt x="5702273" y="37323"/>
                </a:lnTo>
                <a:lnTo>
                  <a:pt x="5701853" y="37209"/>
                </a:lnTo>
                <a:lnTo>
                  <a:pt x="5701427" y="37119"/>
                </a:lnTo>
                <a:lnTo>
                  <a:pt x="5700997" y="37048"/>
                </a:lnTo>
                <a:lnTo>
                  <a:pt x="5700567" y="36995"/>
                </a:lnTo>
                <a:lnTo>
                  <a:pt x="5700140" y="36957"/>
                </a:lnTo>
                <a:lnTo>
                  <a:pt x="5699718" y="36931"/>
                </a:lnTo>
                <a:lnTo>
                  <a:pt x="5699304" y="36916"/>
                </a:lnTo>
                <a:lnTo>
                  <a:pt x="5698902" y="36908"/>
                </a:lnTo>
                <a:lnTo>
                  <a:pt x="5698514" y="36905"/>
                </a:lnTo>
                <a:lnTo>
                  <a:pt x="5698143" y="36904"/>
                </a:lnTo>
                <a:lnTo>
                  <a:pt x="5675585" y="36904"/>
                </a:lnTo>
                <a:lnTo>
                  <a:pt x="5675213" y="36905"/>
                </a:lnTo>
                <a:lnTo>
                  <a:pt x="5674822" y="36908"/>
                </a:lnTo>
                <a:lnTo>
                  <a:pt x="5674415" y="36916"/>
                </a:lnTo>
                <a:lnTo>
                  <a:pt x="5673995" y="36932"/>
                </a:lnTo>
                <a:lnTo>
                  <a:pt x="5673566" y="36958"/>
                </a:lnTo>
                <a:lnTo>
                  <a:pt x="5673130" y="36998"/>
                </a:lnTo>
                <a:lnTo>
                  <a:pt x="5672690" y="37053"/>
                </a:lnTo>
                <a:lnTo>
                  <a:pt x="5672250" y="37126"/>
                </a:lnTo>
                <a:lnTo>
                  <a:pt x="5671813" y="37219"/>
                </a:lnTo>
                <a:lnTo>
                  <a:pt x="5671382" y="37337"/>
                </a:lnTo>
                <a:lnTo>
                  <a:pt x="5670959" y="37480"/>
                </a:lnTo>
                <a:lnTo>
                  <a:pt x="5670548" y="37651"/>
                </a:lnTo>
                <a:lnTo>
                  <a:pt x="5670153" y="37854"/>
                </a:lnTo>
                <a:lnTo>
                  <a:pt x="5669775" y="38091"/>
                </a:lnTo>
                <a:lnTo>
                  <a:pt x="5669419" y="38364"/>
                </a:lnTo>
                <a:lnTo>
                  <a:pt x="5669087" y="38675"/>
                </a:lnTo>
                <a:lnTo>
                  <a:pt x="5668783" y="39029"/>
                </a:lnTo>
                <a:lnTo>
                  <a:pt x="5668509" y="39426"/>
                </a:lnTo>
                <a:lnTo>
                  <a:pt x="5668269" y="39870"/>
                </a:lnTo>
                <a:lnTo>
                  <a:pt x="5668065" y="40364"/>
                </a:lnTo>
                <a:lnTo>
                  <a:pt x="5667902" y="40909"/>
                </a:lnTo>
                <a:lnTo>
                  <a:pt x="5667781" y="41509"/>
                </a:lnTo>
                <a:lnTo>
                  <a:pt x="5667706" y="42166"/>
                </a:lnTo>
                <a:lnTo>
                  <a:pt x="5667680" y="42882"/>
                </a:lnTo>
                <a:lnTo>
                  <a:pt x="5667707" y="43576"/>
                </a:lnTo>
                <a:lnTo>
                  <a:pt x="5667784" y="44211"/>
                </a:lnTo>
                <a:lnTo>
                  <a:pt x="5667909" y="44791"/>
                </a:lnTo>
                <a:lnTo>
                  <a:pt x="5668079" y="45319"/>
                </a:lnTo>
                <a:lnTo>
                  <a:pt x="5668289" y="45796"/>
                </a:lnTo>
                <a:lnTo>
                  <a:pt x="5668536" y="46226"/>
                </a:lnTo>
                <a:lnTo>
                  <a:pt x="5668818" y="46611"/>
                </a:lnTo>
                <a:lnTo>
                  <a:pt x="5669130" y="46952"/>
                </a:lnTo>
                <a:lnTo>
                  <a:pt x="5669470" y="47254"/>
                </a:lnTo>
                <a:lnTo>
                  <a:pt x="5669834" y="47518"/>
                </a:lnTo>
                <a:lnTo>
                  <a:pt x="5670219" y="47747"/>
                </a:lnTo>
                <a:lnTo>
                  <a:pt x="5670621" y="47943"/>
                </a:lnTo>
                <a:lnTo>
                  <a:pt x="5671037" y="48109"/>
                </a:lnTo>
                <a:lnTo>
                  <a:pt x="5671464" y="48248"/>
                </a:lnTo>
                <a:lnTo>
                  <a:pt x="5671898" y="48361"/>
                </a:lnTo>
                <a:lnTo>
                  <a:pt x="5672337" y="48452"/>
                </a:lnTo>
                <a:lnTo>
                  <a:pt x="5672776" y="48523"/>
                </a:lnTo>
                <a:lnTo>
                  <a:pt x="5673212" y="48576"/>
                </a:lnTo>
                <a:lnTo>
                  <a:pt x="5673642" y="48614"/>
                </a:lnTo>
                <a:lnTo>
                  <a:pt x="5674063" y="48639"/>
                </a:lnTo>
                <a:lnTo>
                  <a:pt x="5674471" y="48655"/>
                </a:lnTo>
                <a:lnTo>
                  <a:pt x="5674863" y="48663"/>
                </a:lnTo>
                <a:lnTo>
                  <a:pt x="5675235" y="48666"/>
                </a:lnTo>
                <a:lnTo>
                  <a:pt x="5675585" y="48666"/>
                </a:lnTo>
                <a:lnTo>
                  <a:pt x="5683298" y="48666"/>
                </a:lnTo>
                <a:lnTo>
                  <a:pt x="5706047" y="77171"/>
                </a:lnTo>
                <a:lnTo>
                  <a:pt x="5682139" y="108180"/>
                </a:lnTo>
                <a:lnTo>
                  <a:pt x="5674429" y="108180"/>
                </a:lnTo>
                <a:lnTo>
                  <a:pt x="5674057" y="108180"/>
                </a:lnTo>
                <a:lnTo>
                  <a:pt x="5673666" y="108183"/>
                </a:lnTo>
                <a:lnTo>
                  <a:pt x="5673259" y="108191"/>
                </a:lnTo>
                <a:lnTo>
                  <a:pt x="5672839" y="108207"/>
                </a:lnTo>
                <a:lnTo>
                  <a:pt x="5672410" y="108234"/>
                </a:lnTo>
                <a:lnTo>
                  <a:pt x="5671974" y="108273"/>
                </a:lnTo>
                <a:lnTo>
                  <a:pt x="5671534" y="108328"/>
                </a:lnTo>
                <a:lnTo>
                  <a:pt x="5671094" y="108401"/>
                </a:lnTo>
                <a:lnTo>
                  <a:pt x="5670657" y="108495"/>
                </a:lnTo>
                <a:lnTo>
                  <a:pt x="5670226" y="108612"/>
                </a:lnTo>
                <a:lnTo>
                  <a:pt x="5669803" y="108755"/>
                </a:lnTo>
                <a:lnTo>
                  <a:pt x="5669392" y="108926"/>
                </a:lnTo>
                <a:lnTo>
                  <a:pt x="5668997" y="109129"/>
                </a:lnTo>
                <a:lnTo>
                  <a:pt x="5668619" y="109366"/>
                </a:lnTo>
                <a:lnTo>
                  <a:pt x="5668263" y="109638"/>
                </a:lnTo>
                <a:lnTo>
                  <a:pt x="5667931" y="109950"/>
                </a:lnTo>
                <a:lnTo>
                  <a:pt x="5667627" y="110303"/>
                </a:lnTo>
                <a:lnTo>
                  <a:pt x="5667353" y="110700"/>
                </a:lnTo>
                <a:lnTo>
                  <a:pt x="5667113" y="111144"/>
                </a:lnTo>
                <a:lnTo>
                  <a:pt x="5666909" y="111637"/>
                </a:lnTo>
                <a:lnTo>
                  <a:pt x="5666745" y="112182"/>
                </a:lnTo>
                <a:lnTo>
                  <a:pt x="5666625" y="112782"/>
                </a:lnTo>
                <a:lnTo>
                  <a:pt x="5666550" y="113439"/>
                </a:lnTo>
                <a:lnTo>
                  <a:pt x="5666524" y="114155"/>
                </a:lnTo>
                <a:lnTo>
                  <a:pt x="5666551" y="114848"/>
                </a:lnTo>
                <a:lnTo>
                  <a:pt x="5666628" y="115484"/>
                </a:lnTo>
                <a:lnTo>
                  <a:pt x="5666753" y="116064"/>
                </a:lnTo>
                <a:lnTo>
                  <a:pt x="5666922" y="116591"/>
                </a:lnTo>
                <a:lnTo>
                  <a:pt x="5667132" y="117069"/>
                </a:lnTo>
                <a:lnTo>
                  <a:pt x="5667380" y="117499"/>
                </a:lnTo>
                <a:lnTo>
                  <a:pt x="5667661" y="117883"/>
                </a:lnTo>
                <a:lnTo>
                  <a:pt x="5667974" y="118225"/>
                </a:lnTo>
                <a:lnTo>
                  <a:pt x="5668313" y="118527"/>
                </a:lnTo>
                <a:lnTo>
                  <a:pt x="5668677" y="118791"/>
                </a:lnTo>
                <a:lnTo>
                  <a:pt x="5669062" y="119019"/>
                </a:lnTo>
                <a:lnTo>
                  <a:pt x="5669464" y="119216"/>
                </a:lnTo>
                <a:lnTo>
                  <a:pt x="5669880" y="119382"/>
                </a:lnTo>
                <a:lnTo>
                  <a:pt x="5670307" y="119520"/>
                </a:lnTo>
                <a:lnTo>
                  <a:pt x="5670741" y="119634"/>
                </a:lnTo>
                <a:lnTo>
                  <a:pt x="5671179" y="119724"/>
                </a:lnTo>
                <a:lnTo>
                  <a:pt x="5671618" y="119795"/>
                </a:lnTo>
                <a:lnTo>
                  <a:pt x="5672055" y="119848"/>
                </a:lnTo>
                <a:lnTo>
                  <a:pt x="5672485" y="119886"/>
                </a:lnTo>
                <a:lnTo>
                  <a:pt x="5672906" y="119912"/>
                </a:lnTo>
                <a:lnTo>
                  <a:pt x="5673314" y="119927"/>
                </a:lnTo>
                <a:lnTo>
                  <a:pt x="5673706" y="119935"/>
                </a:lnTo>
                <a:lnTo>
                  <a:pt x="5674079" y="119938"/>
                </a:lnTo>
                <a:lnTo>
                  <a:pt x="5674429" y="119939"/>
                </a:lnTo>
                <a:lnTo>
                  <a:pt x="5696986" y="119939"/>
                </a:lnTo>
                <a:lnTo>
                  <a:pt x="5697357" y="119938"/>
                </a:lnTo>
                <a:lnTo>
                  <a:pt x="5697746" y="119935"/>
                </a:lnTo>
                <a:lnTo>
                  <a:pt x="5698148" y="119927"/>
                </a:lnTo>
                <a:lnTo>
                  <a:pt x="5698562" y="119912"/>
                </a:lnTo>
                <a:lnTo>
                  <a:pt x="5698984" y="119886"/>
                </a:lnTo>
                <a:lnTo>
                  <a:pt x="5699411" y="119848"/>
                </a:lnTo>
                <a:lnTo>
                  <a:pt x="5699841" y="119795"/>
                </a:lnTo>
                <a:lnTo>
                  <a:pt x="5700271" y="119724"/>
                </a:lnTo>
                <a:lnTo>
                  <a:pt x="5700697" y="119634"/>
                </a:lnTo>
                <a:lnTo>
                  <a:pt x="5701117" y="119520"/>
                </a:lnTo>
                <a:lnTo>
                  <a:pt x="5701527" y="119382"/>
                </a:lnTo>
                <a:lnTo>
                  <a:pt x="5701926" y="119216"/>
                </a:lnTo>
                <a:lnTo>
                  <a:pt x="5702310" y="119019"/>
                </a:lnTo>
                <a:lnTo>
                  <a:pt x="5702675" y="118791"/>
                </a:lnTo>
                <a:lnTo>
                  <a:pt x="5703020" y="118527"/>
                </a:lnTo>
                <a:lnTo>
                  <a:pt x="5703340" y="118225"/>
                </a:lnTo>
                <a:lnTo>
                  <a:pt x="5703634" y="117883"/>
                </a:lnTo>
                <a:lnTo>
                  <a:pt x="5703899" y="117499"/>
                </a:lnTo>
                <a:lnTo>
                  <a:pt x="5704130" y="117069"/>
                </a:lnTo>
                <a:lnTo>
                  <a:pt x="5704326" y="116591"/>
                </a:lnTo>
                <a:lnTo>
                  <a:pt x="5704484" y="116064"/>
                </a:lnTo>
                <a:lnTo>
                  <a:pt x="5704600" y="115484"/>
                </a:lnTo>
                <a:lnTo>
                  <a:pt x="5704672" y="114848"/>
                </a:lnTo>
                <a:lnTo>
                  <a:pt x="5704697" y="114155"/>
                </a:lnTo>
                <a:lnTo>
                  <a:pt x="5704676" y="113439"/>
                </a:lnTo>
                <a:lnTo>
                  <a:pt x="5704614" y="112782"/>
                </a:lnTo>
                <a:lnTo>
                  <a:pt x="5704511" y="112182"/>
                </a:lnTo>
                <a:lnTo>
                  <a:pt x="5704369" y="111637"/>
                </a:lnTo>
                <a:lnTo>
                  <a:pt x="5704189" y="111144"/>
                </a:lnTo>
                <a:lnTo>
                  <a:pt x="5703971" y="110700"/>
                </a:lnTo>
                <a:lnTo>
                  <a:pt x="5703716" y="110303"/>
                </a:lnTo>
                <a:lnTo>
                  <a:pt x="5703426" y="109950"/>
                </a:lnTo>
                <a:lnTo>
                  <a:pt x="5703101" y="109638"/>
                </a:lnTo>
                <a:lnTo>
                  <a:pt x="5702742" y="109366"/>
                </a:lnTo>
                <a:lnTo>
                  <a:pt x="5702350" y="109129"/>
                </a:lnTo>
                <a:lnTo>
                  <a:pt x="5701926" y="108926"/>
                </a:lnTo>
                <a:lnTo>
                  <a:pt x="5701470" y="108755"/>
                </a:lnTo>
                <a:lnTo>
                  <a:pt x="5700985" y="108612"/>
                </a:lnTo>
                <a:lnTo>
                  <a:pt x="5700470" y="108495"/>
                </a:lnTo>
                <a:lnTo>
                  <a:pt x="5699927" y="108401"/>
                </a:lnTo>
                <a:lnTo>
                  <a:pt x="5699357" y="108328"/>
                </a:lnTo>
                <a:lnTo>
                  <a:pt x="5698760" y="108273"/>
                </a:lnTo>
                <a:lnTo>
                  <a:pt x="5698137" y="108234"/>
                </a:lnTo>
                <a:lnTo>
                  <a:pt x="5697489" y="108207"/>
                </a:lnTo>
                <a:lnTo>
                  <a:pt x="5696818" y="108191"/>
                </a:lnTo>
                <a:lnTo>
                  <a:pt x="5696124" y="108183"/>
                </a:lnTo>
                <a:lnTo>
                  <a:pt x="5695408" y="108180"/>
                </a:lnTo>
                <a:lnTo>
                  <a:pt x="5694671" y="108180"/>
                </a:lnTo>
                <a:lnTo>
                  <a:pt x="5711251" y="84464"/>
                </a:lnTo>
                <a:lnTo>
                  <a:pt x="5728410" y="108180"/>
                </a:lnTo>
                <a:lnTo>
                  <a:pt x="5727742" y="108180"/>
                </a:lnTo>
                <a:lnTo>
                  <a:pt x="5727087" y="108183"/>
                </a:lnTo>
                <a:lnTo>
                  <a:pt x="5726446" y="108191"/>
                </a:lnTo>
                <a:lnTo>
                  <a:pt x="5725822" y="108207"/>
                </a:lnTo>
                <a:lnTo>
                  <a:pt x="5725215" y="108234"/>
                </a:lnTo>
                <a:lnTo>
                  <a:pt x="5724627" y="108273"/>
                </a:lnTo>
                <a:lnTo>
                  <a:pt x="5724059" y="108328"/>
                </a:lnTo>
                <a:lnTo>
                  <a:pt x="5723512" y="108401"/>
                </a:lnTo>
                <a:lnTo>
                  <a:pt x="5722988" y="108495"/>
                </a:lnTo>
                <a:lnTo>
                  <a:pt x="5722488" y="108612"/>
                </a:lnTo>
                <a:lnTo>
                  <a:pt x="5722014" y="108755"/>
                </a:lnTo>
                <a:lnTo>
                  <a:pt x="5721566" y="108926"/>
                </a:lnTo>
                <a:lnTo>
                  <a:pt x="5721146" y="109129"/>
                </a:lnTo>
                <a:lnTo>
                  <a:pt x="5720756" y="109366"/>
                </a:lnTo>
                <a:lnTo>
                  <a:pt x="5720397" y="109638"/>
                </a:lnTo>
                <a:lnTo>
                  <a:pt x="5720070" y="109950"/>
                </a:lnTo>
                <a:lnTo>
                  <a:pt x="5719776" y="110303"/>
                </a:lnTo>
                <a:lnTo>
                  <a:pt x="5719517" y="110700"/>
                </a:lnTo>
                <a:lnTo>
                  <a:pt x="5719295" y="111144"/>
                </a:lnTo>
                <a:lnTo>
                  <a:pt x="5719109" y="111637"/>
                </a:lnTo>
                <a:lnTo>
                  <a:pt x="5718963" y="112182"/>
                </a:lnTo>
                <a:lnTo>
                  <a:pt x="5718857" y="112782"/>
                </a:lnTo>
                <a:lnTo>
                  <a:pt x="5718792" y="113439"/>
                </a:lnTo>
                <a:lnTo>
                  <a:pt x="5718770" y="114155"/>
                </a:lnTo>
                <a:lnTo>
                  <a:pt x="5718795" y="114848"/>
                </a:lnTo>
                <a:lnTo>
                  <a:pt x="5718867" y="115484"/>
                </a:lnTo>
                <a:lnTo>
                  <a:pt x="5718983" y="116064"/>
                </a:lnTo>
                <a:lnTo>
                  <a:pt x="5719141" y="116591"/>
                </a:lnTo>
                <a:lnTo>
                  <a:pt x="5719337" y="117069"/>
                </a:lnTo>
                <a:lnTo>
                  <a:pt x="5719569" y="117499"/>
                </a:lnTo>
                <a:lnTo>
                  <a:pt x="5719833" y="117883"/>
                </a:lnTo>
                <a:lnTo>
                  <a:pt x="5720127" y="118225"/>
                </a:lnTo>
                <a:lnTo>
                  <a:pt x="5720448" y="118527"/>
                </a:lnTo>
                <a:lnTo>
                  <a:pt x="5720793" y="118791"/>
                </a:lnTo>
                <a:lnTo>
                  <a:pt x="5721159" y="119019"/>
                </a:lnTo>
                <a:lnTo>
                  <a:pt x="5721542" y="119216"/>
                </a:lnTo>
                <a:lnTo>
                  <a:pt x="5721941" y="119382"/>
                </a:lnTo>
                <a:lnTo>
                  <a:pt x="5722352" y="119520"/>
                </a:lnTo>
                <a:lnTo>
                  <a:pt x="5722772" y="119634"/>
                </a:lnTo>
                <a:lnTo>
                  <a:pt x="5723199" y="119724"/>
                </a:lnTo>
                <a:lnTo>
                  <a:pt x="5723628" y="119795"/>
                </a:lnTo>
                <a:lnTo>
                  <a:pt x="5724058" y="119848"/>
                </a:lnTo>
                <a:lnTo>
                  <a:pt x="5724486" y="119886"/>
                </a:lnTo>
                <a:lnTo>
                  <a:pt x="5724908" y="119912"/>
                </a:lnTo>
                <a:lnTo>
                  <a:pt x="5725322" y="119927"/>
                </a:lnTo>
                <a:lnTo>
                  <a:pt x="5725724" y="119935"/>
                </a:lnTo>
                <a:lnTo>
                  <a:pt x="5726113" y="119938"/>
                </a:lnTo>
                <a:lnTo>
                  <a:pt x="5726484" y="119939"/>
                </a:lnTo>
                <a:lnTo>
                  <a:pt x="5749038" y="119939"/>
                </a:lnTo>
                <a:lnTo>
                  <a:pt x="5749388" y="119938"/>
                </a:lnTo>
                <a:lnTo>
                  <a:pt x="5749761" y="119935"/>
                </a:lnTo>
                <a:lnTo>
                  <a:pt x="5750153" y="119927"/>
                </a:lnTo>
                <a:lnTo>
                  <a:pt x="5750561" y="119912"/>
                </a:lnTo>
                <a:lnTo>
                  <a:pt x="5750982" y="119886"/>
                </a:lnTo>
                <a:lnTo>
                  <a:pt x="5751412" y="119848"/>
                </a:lnTo>
                <a:lnTo>
                  <a:pt x="5751849" y="119795"/>
                </a:lnTo>
                <a:lnTo>
                  <a:pt x="5752288" y="119724"/>
                </a:lnTo>
                <a:lnTo>
                  <a:pt x="5752726" y="119634"/>
                </a:lnTo>
                <a:lnTo>
                  <a:pt x="5753160" y="119520"/>
                </a:lnTo>
                <a:lnTo>
                  <a:pt x="5753587" y="119382"/>
                </a:lnTo>
                <a:lnTo>
                  <a:pt x="5754003" y="119216"/>
                </a:lnTo>
                <a:lnTo>
                  <a:pt x="5754405" y="119019"/>
                </a:lnTo>
                <a:lnTo>
                  <a:pt x="5754790" y="118791"/>
                </a:lnTo>
                <a:lnTo>
                  <a:pt x="5755154" y="118527"/>
                </a:lnTo>
                <a:lnTo>
                  <a:pt x="5755493" y="118225"/>
                </a:lnTo>
                <a:lnTo>
                  <a:pt x="5755806" y="117883"/>
                </a:lnTo>
                <a:lnTo>
                  <a:pt x="5756087" y="117499"/>
                </a:lnTo>
                <a:lnTo>
                  <a:pt x="5756335" y="117069"/>
                </a:lnTo>
                <a:lnTo>
                  <a:pt x="5756545" y="116591"/>
                </a:lnTo>
                <a:lnTo>
                  <a:pt x="5756714" y="116064"/>
                </a:lnTo>
                <a:lnTo>
                  <a:pt x="5756839" y="115484"/>
                </a:lnTo>
                <a:lnTo>
                  <a:pt x="5756916" y="114848"/>
                </a:lnTo>
                <a:lnTo>
                  <a:pt x="5756943" y="114155"/>
                </a:lnTo>
                <a:lnTo>
                  <a:pt x="5756917" y="113439"/>
                </a:lnTo>
                <a:lnTo>
                  <a:pt x="5756842" y="112782"/>
                </a:lnTo>
                <a:lnTo>
                  <a:pt x="5756722" y="112182"/>
                </a:lnTo>
                <a:lnTo>
                  <a:pt x="5756558" y="111637"/>
                </a:lnTo>
                <a:lnTo>
                  <a:pt x="5756354" y="111144"/>
                </a:lnTo>
                <a:lnTo>
                  <a:pt x="5756114" y="110700"/>
                </a:lnTo>
                <a:lnTo>
                  <a:pt x="5755840" y="110303"/>
                </a:lnTo>
                <a:close/>
                <a:moveTo>
                  <a:pt x="6658882" y="110303"/>
                </a:moveTo>
                <a:lnTo>
                  <a:pt x="6658578" y="109950"/>
                </a:lnTo>
                <a:lnTo>
                  <a:pt x="6658246" y="109638"/>
                </a:lnTo>
                <a:lnTo>
                  <a:pt x="6657890" y="109366"/>
                </a:lnTo>
                <a:lnTo>
                  <a:pt x="6657513" y="109129"/>
                </a:lnTo>
                <a:lnTo>
                  <a:pt x="6657117" y="108926"/>
                </a:lnTo>
                <a:lnTo>
                  <a:pt x="6656707" y="108755"/>
                </a:lnTo>
                <a:lnTo>
                  <a:pt x="6656284" y="108612"/>
                </a:lnTo>
                <a:lnTo>
                  <a:pt x="6655853" y="108495"/>
                </a:lnTo>
                <a:lnTo>
                  <a:pt x="6655415" y="108401"/>
                </a:lnTo>
                <a:lnTo>
                  <a:pt x="6654975" y="108328"/>
                </a:lnTo>
                <a:lnTo>
                  <a:pt x="6654536" y="108273"/>
                </a:lnTo>
                <a:lnTo>
                  <a:pt x="6654100" y="108234"/>
                </a:lnTo>
                <a:lnTo>
                  <a:pt x="6653670" y="108207"/>
                </a:lnTo>
                <a:lnTo>
                  <a:pt x="6653250" y="108191"/>
                </a:lnTo>
                <a:lnTo>
                  <a:pt x="6652843" y="108183"/>
                </a:lnTo>
                <a:lnTo>
                  <a:pt x="6652452" y="108180"/>
                </a:lnTo>
                <a:lnTo>
                  <a:pt x="6652079" y="108180"/>
                </a:lnTo>
                <a:lnTo>
                  <a:pt x="6631837" y="108180"/>
                </a:lnTo>
                <a:lnTo>
                  <a:pt x="6631837" y="44809"/>
                </a:lnTo>
                <a:lnTo>
                  <a:pt x="6631831" y="44083"/>
                </a:lnTo>
                <a:lnTo>
                  <a:pt x="6631811" y="43399"/>
                </a:lnTo>
                <a:lnTo>
                  <a:pt x="6631775" y="42754"/>
                </a:lnTo>
                <a:lnTo>
                  <a:pt x="6631721" y="42149"/>
                </a:lnTo>
                <a:lnTo>
                  <a:pt x="6631648" y="41582"/>
                </a:lnTo>
                <a:lnTo>
                  <a:pt x="6631554" y="41053"/>
                </a:lnTo>
                <a:lnTo>
                  <a:pt x="6631437" y="40561"/>
                </a:lnTo>
                <a:lnTo>
                  <a:pt x="6631295" y="40104"/>
                </a:lnTo>
                <a:lnTo>
                  <a:pt x="6631126" y="39682"/>
                </a:lnTo>
                <a:lnTo>
                  <a:pt x="6630928" y="39294"/>
                </a:lnTo>
                <a:lnTo>
                  <a:pt x="6630700" y="38939"/>
                </a:lnTo>
                <a:lnTo>
                  <a:pt x="6630440" y="38616"/>
                </a:lnTo>
                <a:lnTo>
                  <a:pt x="6630145" y="38324"/>
                </a:lnTo>
                <a:lnTo>
                  <a:pt x="6629815" y="38062"/>
                </a:lnTo>
                <a:lnTo>
                  <a:pt x="6629447" y="37830"/>
                </a:lnTo>
                <a:lnTo>
                  <a:pt x="6629039" y="37626"/>
                </a:lnTo>
                <a:lnTo>
                  <a:pt x="6628589" y="37449"/>
                </a:lnTo>
                <a:lnTo>
                  <a:pt x="6628097" y="37299"/>
                </a:lnTo>
                <a:lnTo>
                  <a:pt x="6627559" y="37175"/>
                </a:lnTo>
                <a:lnTo>
                  <a:pt x="6626974" y="37075"/>
                </a:lnTo>
                <a:lnTo>
                  <a:pt x="6626340" y="36999"/>
                </a:lnTo>
                <a:lnTo>
                  <a:pt x="6625655" y="36946"/>
                </a:lnTo>
                <a:lnTo>
                  <a:pt x="6624918" y="36914"/>
                </a:lnTo>
                <a:lnTo>
                  <a:pt x="6624127" y="36904"/>
                </a:lnTo>
                <a:lnTo>
                  <a:pt x="6596751" y="36904"/>
                </a:lnTo>
                <a:lnTo>
                  <a:pt x="6596379" y="36905"/>
                </a:lnTo>
                <a:lnTo>
                  <a:pt x="6595988" y="36908"/>
                </a:lnTo>
                <a:lnTo>
                  <a:pt x="6595581" y="36916"/>
                </a:lnTo>
                <a:lnTo>
                  <a:pt x="6595161" y="36931"/>
                </a:lnTo>
                <a:lnTo>
                  <a:pt x="6594732" y="36957"/>
                </a:lnTo>
                <a:lnTo>
                  <a:pt x="6594296" y="36995"/>
                </a:lnTo>
                <a:lnTo>
                  <a:pt x="6593856" y="37048"/>
                </a:lnTo>
                <a:lnTo>
                  <a:pt x="6593416" y="37119"/>
                </a:lnTo>
                <a:lnTo>
                  <a:pt x="6592979" y="37209"/>
                </a:lnTo>
                <a:lnTo>
                  <a:pt x="6592547" y="37323"/>
                </a:lnTo>
                <a:lnTo>
                  <a:pt x="6592125" y="37461"/>
                </a:lnTo>
                <a:lnTo>
                  <a:pt x="6591714" y="37628"/>
                </a:lnTo>
                <a:lnTo>
                  <a:pt x="6591318" y="37824"/>
                </a:lnTo>
                <a:lnTo>
                  <a:pt x="6590941" y="38053"/>
                </a:lnTo>
                <a:lnTo>
                  <a:pt x="6590585" y="38317"/>
                </a:lnTo>
                <a:lnTo>
                  <a:pt x="6590253" y="38619"/>
                </a:lnTo>
                <a:lnTo>
                  <a:pt x="6589948" y="38961"/>
                </a:lnTo>
                <a:lnTo>
                  <a:pt x="6589674" y="39346"/>
                </a:lnTo>
                <a:lnTo>
                  <a:pt x="6589434" y="39775"/>
                </a:lnTo>
                <a:lnTo>
                  <a:pt x="6589231" y="40253"/>
                </a:lnTo>
                <a:lnTo>
                  <a:pt x="6589067" y="40781"/>
                </a:lnTo>
                <a:lnTo>
                  <a:pt x="6588946" y="41362"/>
                </a:lnTo>
                <a:lnTo>
                  <a:pt x="6588872" y="41997"/>
                </a:lnTo>
                <a:lnTo>
                  <a:pt x="6588846" y="42691"/>
                </a:lnTo>
                <a:lnTo>
                  <a:pt x="6588872" y="43407"/>
                </a:lnTo>
                <a:lnTo>
                  <a:pt x="6588946" y="44064"/>
                </a:lnTo>
                <a:lnTo>
                  <a:pt x="6589067" y="44663"/>
                </a:lnTo>
                <a:lnTo>
                  <a:pt x="6589231" y="45208"/>
                </a:lnTo>
                <a:lnTo>
                  <a:pt x="6589434" y="45702"/>
                </a:lnTo>
                <a:lnTo>
                  <a:pt x="6589674" y="46145"/>
                </a:lnTo>
                <a:lnTo>
                  <a:pt x="6589948" y="46543"/>
                </a:lnTo>
                <a:lnTo>
                  <a:pt x="6590253" y="46896"/>
                </a:lnTo>
                <a:lnTo>
                  <a:pt x="6590585" y="47207"/>
                </a:lnTo>
                <a:lnTo>
                  <a:pt x="6590941" y="47480"/>
                </a:lnTo>
                <a:lnTo>
                  <a:pt x="6591318" y="47717"/>
                </a:lnTo>
                <a:lnTo>
                  <a:pt x="6591714" y="47919"/>
                </a:lnTo>
                <a:lnTo>
                  <a:pt x="6592125" y="48091"/>
                </a:lnTo>
                <a:lnTo>
                  <a:pt x="6592547" y="48234"/>
                </a:lnTo>
                <a:lnTo>
                  <a:pt x="6592979" y="48351"/>
                </a:lnTo>
                <a:lnTo>
                  <a:pt x="6593416" y="48445"/>
                </a:lnTo>
                <a:lnTo>
                  <a:pt x="6593856" y="48518"/>
                </a:lnTo>
                <a:lnTo>
                  <a:pt x="6594296" y="48573"/>
                </a:lnTo>
                <a:lnTo>
                  <a:pt x="6594732" y="48612"/>
                </a:lnTo>
                <a:lnTo>
                  <a:pt x="6595161" y="48639"/>
                </a:lnTo>
                <a:lnTo>
                  <a:pt x="6595581" y="48655"/>
                </a:lnTo>
                <a:lnTo>
                  <a:pt x="6595988" y="48663"/>
                </a:lnTo>
                <a:lnTo>
                  <a:pt x="6596379" y="48666"/>
                </a:lnTo>
                <a:lnTo>
                  <a:pt x="6596751" y="48666"/>
                </a:lnTo>
                <a:lnTo>
                  <a:pt x="6618534" y="48666"/>
                </a:lnTo>
                <a:lnTo>
                  <a:pt x="6618534" y="108180"/>
                </a:lnTo>
                <a:lnTo>
                  <a:pt x="6595206" y="108180"/>
                </a:lnTo>
                <a:lnTo>
                  <a:pt x="6594812" y="108180"/>
                </a:lnTo>
                <a:lnTo>
                  <a:pt x="6594403" y="108183"/>
                </a:lnTo>
                <a:lnTo>
                  <a:pt x="6593981" y="108191"/>
                </a:lnTo>
                <a:lnTo>
                  <a:pt x="6593550" y="108207"/>
                </a:lnTo>
                <a:lnTo>
                  <a:pt x="6593112" y="108234"/>
                </a:lnTo>
                <a:lnTo>
                  <a:pt x="6592670" y="108273"/>
                </a:lnTo>
                <a:lnTo>
                  <a:pt x="6592228" y="108328"/>
                </a:lnTo>
                <a:lnTo>
                  <a:pt x="6591787" y="108401"/>
                </a:lnTo>
                <a:lnTo>
                  <a:pt x="6591350" y="108495"/>
                </a:lnTo>
                <a:lnTo>
                  <a:pt x="6590921" y="108612"/>
                </a:lnTo>
                <a:lnTo>
                  <a:pt x="6590503" y="108755"/>
                </a:lnTo>
                <a:lnTo>
                  <a:pt x="6590098" y="108926"/>
                </a:lnTo>
                <a:lnTo>
                  <a:pt x="6589709" y="109129"/>
                </a:lnTo>
                <a:lnTo>
                  <a:pt x="6589338" y="109366"/>
                </a:lnTo>
                <a:lnTo>
                  <a:pt x="6588990" y="109638"/>
                </a:lnTo>
                <a:lnTo>
                  <a:pt x="6588666" y="109950"/>
                </a:lnTo>
                <a:lnTo>
                  <a:pt x="6588369" y="110303"/>
                </a:lnTo>
                <a:lnTo>
                  <a:pt x="6588103" y="110700"/>
                </a:lnTo>
                <a:lnTo>
                  <a:pt x="6587870" y="111144"/>
                </a:lnTo>
                <a:lnTo>
                  <a:pt x="6587673" y="111637"/>
                </a:lnTo>
                <a:lnTo>
                  <a:pt x="6587515" y="112182"/>
                </a:lnTo>
                <a:lnTo>
                  <a:pt x="6587398" y="112782"/>
                </a:lnTo>
                <a:lnTo>
                  <a:pt x="6587326" y="113439"/>
                </a:lnTo>
                <a:lnTo>
                  <a:pt x="6587302" y="114155"/>
                </a:lnTo>
                <a:lnTo>
                  <a:pt x="6587327" y="114848"/>
                </a:lnTo>
                <a:lnTo>
                  <a:pt x="6587402" y="115484"/>
                </a:lnTo>
                <a:lnTo>
                  <a:pt x="6587523" y="116064"/>
                </a:lnTo>
                <a:lnTo>
                  <a:pt x="6587686" y="116591"/>
                </a:lnTo>
                <a:lnTo>
                  <a:pt x="6587890" y="117069"/>
                </a:lnTo>
                <a:lnTo>
                  <a:pt x="6588130" y="117499"/>
                </a:lnTo>
                <a:lnTo>
                  <a:pt x="6588404" y="117883"/>
                </a:lnTo>
                <a:lnTo>
                  <a:pt x="6588708" y="118225"/>
                </a:lnTo>
                <a:lnTo>
                  <a:pt x="6589040" y="118527"/>
                </a:lnTo>
                <a:lnTo>
                  <a:pt x="6589396" y="118791"/>
                </a:lnTo>
                <a:lnTo>
                  <a:pt x="6589774" y="119019"/>
                </a:lnTo>
                <a:lnTo>
                  <a:pt x="6590169" y="119216"/>
                </a:lnTo>
                <a:lnTo>
                  <a:pt x="6590580" y="119382"/>
                </a:lnTo>
                <a:lnTo>
                  <a:pt x="6591003" y="119520"/>
                </a:lnTo>
                <a:lnTo>
                  <a:pt x="6591434" y="119634"/>
                </a:lnTo>
                <a:lnTo>
                  <a:pt x="6591872" y="119724"/>
                </a:lnTo>
                <a:lnTo>
                  <a:pt x="6592312" y="119795"/>
                </a:lnTo>
                <a:lnTo>
                  <a:pt x="6592751" y="119848"/>
                </a:lnTo>
                <a:lnTo>
                  <a:pt x="6593187" y="119886"/>
                </a:lnTo>
                <a:lnTo>
                  <a:pt x="6593617" y="119912"/>
                </a:lnTo>
                <a:lnTo>
                  <a:pt x="6594036" y="119927"/>
                </a:lnTo>
                <a:lnTo>
                  <a:pt x="6594443" y="119935"/>
                </a:lnTo>
                <a:lnTo>
                  <a:pt x="6594834" y="119938"/>
                </a:lnTo>
                <a:lnTo>
                  <a:pt x="6595206" y="119939"/>
                </a:lnTo>
                <a:lnTo>
                  <a:pt x="6652079" y="119939"/>
                </a:lnTo>
                <a:lnTo>
                  <a:pt x="6652452" y="119938"/>
                </a:lnTo>
                <a:lnTo>
                  <a:pt x="6652843" y="119935"/>
                </a:lnTo>
                <a:lnTo>
                  <a:pt x="6653250" y="119927"/>
                </a:lnTo>
                <a:lnTo>
                  <a:pt x="6653670" y="119912"/>
                </a:lnTo>
                <a:lnTo>
                  <a:pt x="6654100" y="119886"/>
                </a:lnTo>
                <a:lnTo>
                  <a:pt x="6654536" y="119848"/>
                </a:lnTo>
                <a:lnTo>
                  <a:pt x="6654975" y="119795"/>
                </a:lnTo>
                <a:lnTo>
                  <a:pt x="6655415" y="119724"/>
                </a:lnTo>
                <a:lnTo>
                  <a:pt x="6655853" y="119634"/>
                </a:lnTo>
                <a:lnTo>
                  <a:pt x="6656284" y="119520"/>
                </a:lnTo>
                <a:lnTo>
                  <a:pt x="6656707" y="119382"/>
                </a:lnTo>
                <a:lnTo>
                  <a:pt x="6657117" y="119216"/>
                </a:lnTo>
                <a:lnTo>
                  <a:pt x="6657513" y="119019"/>
                </a:lnTo>
                <a:lnTo>
                  <a:pt x="6657890" y="118791"/>
                </a:lnTo>
                <a:lnTo>
                  <a:pt x="6658246" y="118527"/>
                </a:lnTo>
                <a:lnTo>
                  <a:pt x="6658578" y="118225"/>
                </a:lnTo>
                <a:lnTo>
                  <a:pt x="6658882" y="117883"/>
                </a:lnTo>
                <a:lnTo>
                  <a:pt x="6659156" y="117499"/>
                </a:lnTo>
                <a:lnTo>
                  <a:pt x="6659396" y="117069"/>
                </a:lnTo>
                <a:lnTo>
                  <a:pt x="6659599" y="116591"/>
                </a:lnTo>
                <a:lnTo>
                  <a:pt x="6659763" y="116064"/>
                </a:lnTo>
                <a:lnTo>
                  <a:pt x="6659884" y="115484"/>
                </a:lnTo>
                <a:lnTo>
                  <a:pt x="6659958" y="114848"/>
                </a:lnTo>
                <a:lnTo>
                  <a:pt x="6659984" y="114155"/>
                </a:lnTo>
                <a:lnTo>
                  <a:pt x="6659958" y="113439"/>
                </a:lnTo>
                <a:lnTo>
                  <a:pt x="6659884" y="112782"/>
                </a:lnTo>
                <a:lnTo>
                  <a:pt x="6659763" y="112182"/>
                </a:lnTo>
                <a:lnTo>
                  <a:pt x="6659599" y="111637"/>
                </a:lnTo>
                <a:lnTo>
                  <a:pt x="6659396" y="111144"/>
                </a:lnTo>
                <a:lnTo>
                  <a:pt x="6659156" y="110700"/>
                </a:lnTo>
                <a:lnTo>
                  <a:pt x="6658882" y="110303"/>
                </a:lnTo>
                <a:close/>
                <a:moveTo>
                  <a:pt x="6256855" y="98878"/>
                </a:moveTo>
                <a:lnTo>
                  <a:pt x="6256855" y="98880"/>
                </a:lnTo>
                <a:lnTo>
                  <a:pt x="6256855" y="98877"/>
                </a:lnTo>
                <a:lnTo>
                  <a:pt x="6256855" y="98878"/>
                </a:lnTo>
                <a:close/>
                <a:moveTo>
                  <a:pt x="5042263" y="98878"/>
                </a:moveTo>
                <a:lnTo>
                  <a:pt x="5042263" y="98880"/>
                </a:lnTo>
                <a:lnTo>
                  <a:pt x="5042263" y="98877"/>
                </a:lnTo>
                <a:lnTo>
                  <a:pt x="5042263" y="98878"/>
                </a:lnTo>
                <a:close/>
                <a:moveTo>
                  <a:pt x="7167800" y="98878"/>
                </a:moveTo>
                <a:lnTo>
                  <a:pt x="7167800" y="98880"/>
                </a:lnTo>
                <a:lnTo>
                  <a:pt x="7167800" y="98877"/>
                </a:lnTo>
                <a:lnTo>
                  <a:pt x="7167800" y="98878"/>
                </a:lnTo>
                <a:close/>
                <a:moveTo>
                  <a:pt x="6459880" y="59214"/>
                </a:moveTo>
                <a:lnTo>
                  <a:pt x="6458709" y="56799"/>
                </a:lnTo>
                <a:lnTo>
                  <a:pt x="6457407" y="54482"/>
                </a:lnTo>
                <a:lnTo>
                  <a:pt x="6455982" y="52270"/>
                </a:lnTo>
                <a:lnTo>
                  <a:pt x="6454437" y="50170"/>
                </a:lnTo>
                <a:lnTo>
                  <a:pt x="6452780" y="48187"/>
                </a:lnTo>
                <a:lnTo>
                  <a:pt x="6451017" y="46328"/>
                </a:lnTo>
                <a:lnTo>
                  <a:pt x="6449154" y="44598"/>
                </a:lnTo>
                <a:lnTo>
                  <a:pt x="6447196" y="43004"/>
                </a:lnTo>
                <a:lnTo>
                  <a:pt x="6445149" y="41552"/>
                </a:lnTo>
                <a:lnTo>
                  <a:pt x="6443021" y="40248"/>
                </a:lnTo>
                <a:lnTo>
                  <a:pt x="6440816" y="39098"/>
                </a:lnTo>
                <a:lnTo>
                  <a:pt x="6438540" y="38108"/>
                </a:lnTo>
                <a:lnTo>
                  <a:pt x="6436201" y="37284"/>
                </a:lnTo>
                <a:lnTo>
                  <a:pt x="6433803" y="36633"/>
                </a:lnTo>
                <a:lnTo>
                  <a:pt x="6431354" y="36160"/>
                </a:lnTo>
                <a:lnTo>
                  <a:pt x="6428858" y="35872"/>
                </a:lnTo>
                <a:lnTo>
                  <a:pt x="6426321" y="35774"/>
                </a:lnTo>
                <a:lnTo>
                  <a:pt x="6425168" y="35792"/>
                </a:lnTo>
                <a:lnTo>
                  <a:pt x="6424021" y="35846"/>
                </a:lnTo>
                <a:lnTo>
                  <a:pt x="6422881" y="35935"/>
                </a:lnTo>
                <a:lnTo>
                  <a:pt x="6421749" y="36059"/>
                </a:lnTo>
                <a:lnTo>
                  <a:pt x="6420626" y="36218"/>
                </a:lnTo>
                <a:lnTo>
                  <a:pt x="6419513" y="36410"/>
                </a:lnTo>
                <a:lnTo>
                  <a:pt x="6418409" y="36637"/>
                </a:lnTo>
                <a:lnTo>
                  <a:pt x="6417317" y="36896"/>
                </a:lnTo>
                <a:lnTo>
                  <a:pt x="6416235" y="37188"/>
                </a:lnTo>
                <a:lnTo>
                  <a:pt x="6415166" y="37513"/>
                </a:lnTo>
                <a:lnTo>
                  <a:pt x="6414109" y="37869"/>
                </a:lnTo>
                <a:lnTo>
                  <a:pt x="6413066" y="38258"/>
                </a:lnTo>
                <a:lnTo>
                  <a:pt x="6412037" y="38677"/>
                </a:lnTo>
                <a:lnTo>
                  <a:pt x="6411022" y="39127"/>
                </a:lnTo>
                <a:lnTo>
                  <a:pt x="6410023" y="39607"/>
                </a:lnTo>
                <a:lnTo>
                  <a:pt x="6409040" y="40117"/>
                </a:lnTo>
                <a:lnTo>
                  <a:pt x="6408074" y="40657"/>
                </a:lnTo>
                <a:lnTo>
                  <a:pt x="6407125" y="41226"/>
                </a:lnTo>
                <a:lnTo>
                  <a:pt x="6406194" y="41823"/>
                </a:lnTo>
                <a:lnTo>
                  <a:pt x="6405282" y="42448"/>
                </a:lnTo>
                <a:lnTo>
                  <a:pt x="6404389" y="43102"/>
                </a:lnTo>
                <a:lnTo>
                  <a:pt x="6403517" y="43782"/>
                </a:lnTo>
                <a:lnTo>
                  <a:pt x="6402665" y="44490"/>
                </a:lnTo>
                <a:lnTo>
                  <a:pt x="6401834" y="45224"/>
                </a:lnTo>
                <a:lnTo>
                  <a:pt x="6401832" y="44537"/>
                </a:lnTo>
                <a:lnTo>
                  <a:pt x="6401822" y="43880"/>
                </a:lnTo>
                <a:lnTo>
                  <a:pt x="6401803" y="43253"/>
                </a:lnTo>
                <a:lnTo>
                  <a:pt x="6401772" y="42657"/>
                </a:lnTo>
                <a:lnTo>
                  <a:pt x="6401725" y="42090"/>
                </a:lnTo>
                <a:lnTo>
                  <a:pt x="6401659" y="41554"/>
                </a:lnTo>
                <a:lnTo>
                  <a:pt x="6401573" y="41047"/>
                </a:lnTo>
                <a:lnTo>
                  <a:pt x="6401463" y="40570"/>
                </a:lnTo>
                <a:lnTo>
                  <a:pt x="6401326" y="40122"/>
                </a:lnTo>
                <a:lnTo>
                  <a:pt x="6401159" y="39704"/>
                </a:lnTo>
                <a:lnTo>
                  <a:pt x="6400960" y="39316"/>
                </a:lnTo>
                <a:lnTo>
                  <a:pt x="6400726" y="38957"/>
                </a:lnTo>
                <a:lnTo>
                  <a:pt x="6400453" y="38627"/>
                </a:lnTo>
                <a:lnTo>
                  <a:pt x="6400140" y="38327"/>
                </a:lnTo>
                <a:lnTo>
                  <a:pt x="6399782" y="38055"/>
                </a:lnTo>
                <a:lnTo>
                  <a:pt x="6399378" y="37813"/>
                </a:lnTo>
                <a:lnTo>
                  <a:pt x="6398925" y="37599"/>
                </a:lnTo>
                <a:lnTo>
                  <a:pt x="6398419" y="37414"/>
                </a:lnTo>
                <a:lnTo>
                  <a:pt x="6397857" y="37258"/>
                </a:lnTo>
                <a:lnTo>
                  <a:pt x="6397238" y="37130"/>
                </a:lnTo>
                <a:lnTo>
                  <a:pt x="6396558" y="37031"/>
                </a:lnTo>
                <a:lnTo>
                  <a:pt x="6395814" y="36961"/>
                </a:lnTo>
                <a:lnTo>
                  <a:pt x="6395004" y="36918"/>
                </a:lnTo>
                <a:lnTo>
                  <a:pt x="6394124" y="36904"/>
                </a:lnTo>
                <a:lnTo>
                  <a:pt x="6380050" y="36904"/>
                </a:lnTo>
                <a:lnTo>
                  <a:pt x="6379656" y="36905"/>
                </a:lnTo>
                <a:lnTo>
                  <a:pt x="6379246" y="36908"/>
                </a:lnTo>
                <a:lnTo>
                  <a:pt x="6378825" y="36916"/>
                </a:lnTo>
                <a:lnTo>
                  <a:pt x="6378393" y="36932"/>
                </a:lnTo>
                <a:lnTo>
                  <a:pt x="6377955" y="36958"/>
                </a:lnTo>
                <a:lnTo>
                  <a:pt x="6377513" y="36998"/>
                </a:lnTo>
                <a:lnTo>
                  <a:pt x="6377070" y="37053"/>
                </a:lnTo>
                <a:lnTo>
                  <a:pt x="6376629" y="37126"/>
                </a:lnTo>
                <a:lnTo>
                  <a:pt x="6376193" y="37219"/>
                </a:lnTo>
                <a:lnTo>
                  <a:pt x="6375764" y="37337"/>
                </a:lnTo>
                <a:lnTo>
                  <a:pt x="6375346" y="37480"/>
                </a:lnTo>
                <a:lnTo>
                  <a:pt x="6374941" y="37651"/>
                </a:lnTo>
                <a:lnTo>
                  <a:pt x="6374552" y="37854"/>
                </a:lnTo>
                <a:lnTo>
                  <a:pt x="6374182" y="38091"/>
                </a:lnTo>
                <a:lnTo>
                  <a:pt x="6373833" y="38364"/>
                </a:lnTo>
                <a:lnTo>
                  <a:pt x="6373509" y="38675"/>
                </a:lnTo>
                <a:lnTo>
                  <a:pt x="6373213" y="39029"/>
                </a:lnTo>
                <a:lnTo>
                  <a:pt x="6372947" y="39426"/>
                </a:lnTo>
                <a:lnTo>
                  <a:pt x="6372714" y="39870"/>
                </a:lnTo>
                <a:lnTo>
                  <a:pt x="6372517" y="40364"/>
                </a:lnTo>
                <a:lnTo>
                  <a:pt x="6372359" y="40909"/>
                </a:lnTo>
                <a:lnTo>
                  <a:pt x="6372242" y="41509"/>
                </a:lnTo>
                <a:lnTo>
                  <a:pt x="6372170" y="42166"/>
                </a:lnTo>
                <a:lnTo>
                  <a:pt x="6372146" y="42882"/>
                </a:lnTo>
                <a:lnTo>
                  <a:pt x="6372171" y="43576"/>
                </a:lnTo>
                <a:lnTo>
                  <a:pt x="6372246" y="44211"/>
                </a:lnTo>
                <a:lnTo>
                  <a:pt x="6372366" y="44791"/>
                </a:lnTo>
                <a:lnTo>
                  <a:pt x="6372530" y="45319"/>
                </a:lnTo>
                <a:lnTo>
                  <a:pt x="6372732" y="45796"/>
                </a:lnTo>
                <a:lnTo>
                  <a:pt x="6372971" y="46226"/>
                </a:lnTo>
                <a:lnTo>
                  <a:pt x="6373243" y="46611"/>
                </a:lnTo>
                <a:lnTo>
                  <a:pt x="6373545" y="46952"/>
                </a:lnTo>
                <a:lnTo>
                  <a:pt x="6373874" y="47254"/>
                </a:lnTo>
                <a:lnTo>
                  <a:pt x="6374226" y="47518"/>
                </a:lnTo>
                <a:lnTo>
                  <a:pt x="6374599" y="47747"/>
                </a:lnTo>
                <a:lnTo>
                  <a:pt x="6374989" y="47943"/>
                </a:lnTo>
                <a:lnTo>
                  <a:pt x="6375393" y="48109"/>
                </a:lnTo>
                <a:lnTo>
                  <a:pt x="6375808" y="48248"/>
                </a:lnTo>
                <a:lnTo>
                  <a:pt x="6376231" y="48361"/>
                </a:lnTo>
                <a:lnTo>
                  <a:pt x="6376658" y="48452"/>
                </a:lnTo>
                <a:lnTo>
                  <a:pt x="6377087" y="48523"/>
                </a:lnTo>
                <a:lnTo>
                  <a:pt x="6377513" y="48576"/>
                </a:lnTo>
                <a:lnTo>
                  <a:pt x="6377935" y="48614"/>
                </a:lnTo>
                <a:lnTo>
                  <a:pt x="6378348" y="48639"/>
                </a:lnTo>
                <a:lnTo>
                  <a:pt x="6378750" y="48655"/>
                </a:lnTo>
                <a:lnTo>
                  <a:pt x="6379138" y="48663"/>
                </a:lnTo>
                <a:lnTo>
                  <a:pt x="6379507" y="48666"/>
                </a:lnTo>
                <a:lnTo>
                  <a:pt x="6379856" y="48666"/>
                </a:lnTo>
                <a:lnTo>
                  <a:pt x="6388534" y="48666"/>
                </a:lnTo>
                <a:lnTo>
                  <a:pt x="6388534" y="150921"/>
                </a:lnTo>
                <a:lnTo>
                  <a:pt x="6380050" y="150921"/>
                </a:lnTo>
                <a:lnTo>
                  <a:pt x="6379656" y="150921"/>
                </a:lnTo>
                <a:lnTo>
                  <a:pt x="6379246" y="150924"/>
                </a:lnTo>
                <a:lnTo>
                  <a:pt x="6378825" y="150932"/>
                </a:lnTo>
                <a:lnTo>
                  <a:pt x="6378393" y="150948"/>
                </a:lnTo>
                <a:lnTo>
                  <a:pt x="6377955" y="150975"/>
                </a:lnTo>
                <a:lnTo>
                  <a:pt x="6377513" y="151014"/>
                </a:lnTo>
                <a:lnTo>
                  <a:pt x="6377070" y="151069"/>
                </a:lnTo>
                <a:lnTo>
                  <a:pt x="6376629" y="151142"/>
                </a:lnTo>
                <a:lnTo>
                  <a:pt x="6376193" y="151236"/>
                </a:lnTo>
                <a:lnTo>
                  <a:pt x="6375764" y="151353"/>
                </a:lnTo>
                <a:lnTo>
                  <a:pt x="6375346" y="151496"/>
                </a:lnTo>
                <a:lnTo>
                  <a:pt x="6374941" y="151668"/>
                </a:lnTo>
                <a:lnTo>
                  <a:pt x="6374552" y="151870"/>
                </a:lnTo>
                <a:lnTo>
                  <a:pt x="6374182" y="152107"/>
                </a:lnTo>
                <a:lnTo>
                  <a:pt x="6373833" y="152379"/>
                </a:lnTo>
                <a:lnTo>
                  <a:pt x="6373509" y="152691"/>
                </a:lnTo>
                <a:lnTo>
                  <a:pt x="6373213" y="153044"/>
                </a:lnTo>
                <a:lnTo>
                  <a:pt x="6372947" y="153441"/>
                </a:lnTo>
                <a:lnTo>
                  <a:pt x="6372714" y="153885"/>
                </a:lnTo>
                <a:lnTo>
                  <a:pt x="6372517" y="154379"/>
                </a:lnTo>
                <a:lnTo>
                  <a:pt x="6372359" y="154924"/>
                </a:lnTo>
                <a:lnTo>
                  <a:pt x="6372242" y="155523"/>
                </a:lnTo>
                <a:lnTo>
                  <a:pt x="6372170" y="156180"/>
                </a:lnTo>
                <a:lnTo>
                  <a:pt x="6372146" y="156896"/>
                </a:lnTo>
                <a:lnTo>
                  <a:pt x="6372171" y="157589"/>
                </a:lnTo>
                <a:lnTo>
                  <a:pt x="6372246" y="158225"/>
                </a:lnTo>
                <a:lnTo>
                  <a:pt x="6372366" y="158805"/>
                </a:lnTo>
                <a:lnTo>
                  <a:pt x="6372530" y="159333"/>
                </a:lnTo>
                <a:lnTo>
                  <a:pt x="6372732" y="159810"/>
                </a:lnTo>
                <a:lnTo>
                  <a:pt x="6372971" y="160240"/>
                </a:lnTo>
                <a:lnTo>
                  <a:pt x="6373243" y="160624"/>
                </a:lnTo>
                <a:lnTo>
                  <a:pt x="6373545" y="160966"/>
                </a:lnTo>
                <a:lnTo>
                  <a:pt x="6373874" y="161268"/>
                </a:lnTo>
                <a:lnTo>
                  <a:pt x="6374226" y="161532"/>
                </a:lnTo>
                <a:lnTo>
                  <a:pt x="6374599" y="161761"/>
                </a:lnTo>
                <a:lnTo>
                  <a:pt x="6374989" y="161957"/>
                </a:lnTo>
                <a:lnTo>
                  <a:pt x="6375393" y="162123"/>
                </a:lnTo>
                <a:lnTo>
                  <a:pt x="6375808" y="162261"/>
                </a:lnTo>
                <a:lnTo>
                  <a:pt x="6376231" y="162375"/>
                </a:lnTo>
                <a:lnTo>
                  <a:pt x="6376658" y="162466"/>
                </a:lnTo>
                <a:lnTo>
                  <a:pt x="6377087" y="162536"/>
                </a:lnTo>
                <a:lnTo>
                  <a:pt x="6377513" y="162589"/>
                </a:lnTo>
                <a:lnTo>
                  <a:pt x="6377935" y="162627"/>
                </a:lnTo>
                <a:lnTo>
                  <a:pt x="6378348" y="162653"/>
                </a:lnTo>
                <a:lnTo>
                  <a:pt x="6378750" y="162668"/>
                </a:lnTo>
                <a:lnTo>
                  <a:pt x="6379138" y="162676"/>
                </a:lnTo>
                <a:lnTo>
                  <a:pt x="6379507" y="162679"/>
                </a:lnTo>
                <a:lnTo>
                  <a:pt x="6379856" y="162680"/>
                </a:lnTo>
                <a:lnTo>
                  <a:pt x="6410512" y="162680"/>
                </a:lnTo>
                <a:lnTo>
                  <a:pt x="6410861" y="162679"/>
                </a:lnTo>
                <a:lnTo>
                  <a:pt x="6411231" y="162676"/>
                </a:lnTo>
                <a:lnTo>
                  <a:pt x="6411618" y="162668"/>
                </a:lnTo>
                <a:lnTo>
                  <a:pt x="6412020" y="162653"/>
                </a:lnTo>
                <a:lnTo>
                  <a:pt x="6412434" y="162627"/>
                </a:lnTo>
                <a:lnTo>
                  <a:pt x="6412855" y="162589"/>
                </a:lnTo>
                <a:lnTo>
                  <a:pt x="6413282" y="162536"/>
                </a:lnTo>
                <a:lnTo>
                  <a:pt x="6413710" y="162466"/>
                </a:lnTo>
                <a:lnTo>
                  <a:pt x="6414137" y="162375"/>
                </a:lnTo>
                <a:lnTo>
                  <a:pt x="6414560" y="162261"/>
                </a:lnTo>
                <a:lnTo>
                  <a:pt x="6414975" y="162123"/>
                </a:lnTo>
                <a:lnTo>
                  <a:pt x="6415379" y="161957"/>
                </a:lnTo>
                <a:lnTo>
                  <a:pt x="6415769" y="161761"/>
                </a:lnTo>
                <a:lnTo>
                  <a:pt x="6416142" y="161532"/>
                </a:lnTo>
                <a:lnTo>
                  <a:pt x="6416494" y="161268"/>
                </a:lnTo>
                <a:lnTo>
                  <a:pt x="6416823" y="160966"/>
                </a:lnTo>
                <a:lnTo>
                  <a:pt x="6417125" y="160624"/>
                </a:lnTo>
                <a:lnTo>
                  <a:pt x="6417397" y="160240"/>
                </a:lnTo>
                <a:lnTo>
                  <a:pt x="6417636" y="159810"/>
                </a:lnTo>
                <a:lnTo>
                  <a:pt x="6417839" y="159333"/>
                </a:lnTo>
                <a:lnTo>
                  <a:pt x="6418002" y="158805"/>
                </a:lnTo>
                <a:lnTo>
                  <a:pt x="6418122" y="158225"/>
                </a:lnTo>
                <a:lnTo>
                  <a:pt x="6418197" y="157589"/>
                </a:lnTo>
                <a:lnTo>
                  <a:pt x="6418223" y="156896"/>
                </a:lnTo>
                <a:lnTo>
                  <a:pt x="6418198" y="156180"/>
                </a:lnTo>
                <a:lnTo>
                  <a:pt x="6418126" y="155523"/>
                </a:lnTo>
                <a:lnTo>
                  <a:pt x="6418010" y="154924"/>
                </a:lnTo>
                <a:lnTo>
                  <a:pt x="6417851" y="154379"/>
                </a:lnTo>
                <a:lnTo>
                  <a:pt x="6417655" y="153885"/>
                </a:lnTo>
                <a:lnTo>
                  <a:pt x="6417422" y="153441"/>
                </a:lnTo>
                <a:lnTo>
                  <a:pt x="6417155" y="153044"/>
                </a:lnTo>
                <a:lnTo>
                  <a:pt x="6416859" y="152691"/>
                </a:lnTo>
                <a:lnTo>
                  <a:pt x="6416535" y="152379"/>
                </a:lnTo>
                <a:lnTo>
                  <a:pt x="6416187" y="152107"/>
                </a:lnTo>
                <a:lnTo>
                  <a:pt x="6415817" y="151870"/>
                </a:lnTo>
                <a:lnTo>
                  <a:pt x="6415428" y="151668"/>
                </a:lnTo>
                <a:lnTo>
                  <a:pt x="6415022" y="151496"/>
                </a:lnTo>
                <a:lnTo>
                  <a:pt x="6414604" y="151353"/>
                </a:lnTo>
                <a:lnTo>
                  <a:pt x="6414175" y="151236"/>
                </a:lnTo>
                <a:lnTo>
                  <a:pt x="6413739" y="151142"/>
                </a:lnTo>
                <a:lnTo>
                  <a:pt x="6413298" y="151069"/>
                </a:lnTo>
                <a:lnTo>
                  <a:pt x="6412855" y="151014"/>
                </a:lnTo>
                <a:lnTo>
                  <a:pt x="6412413" y="150975"/>
                </a:lnTo>
                <a:lnTo>
                  <a:pt x="6411975" y="150948"/>
                </a:lnTo>
                <a:lnTo>
                  <a:pt x="6411544" y="150932"/>
                </a:lnTo>
                <a:lnTo>
                  <a:pt x="6411122" y="150924"/>
                </a:lnTo>
                <a:lnTo>
                  <a:pt x="6410712" y="150921"/>
                </a:lnTo>
                <a:lnTo>
                  <a:pt x="6410318" y="150921"/>
                </a:lnTo>
                <a:lnTo>
                  <a:pt x="6401834" y="150921"/>
                </a:lnTo>
                <a:lnTo>
                  <a:pt x="6401834" y="111236"/>
                </a:lnTo>
                <a:lnTo>
                  <a:pt x="6402824" y="112216"/>
                </a:lnTo>
                <a:lnTo>
                  <a:pt x="6403817" y="113131"/>
                </a:lnTo>
                <a:lnTo>
                  <a:pt x="6404812" y="113984"/>
                </a:lnTo>
                <a:lnTo>
                  <a:pt x="6405807" y="114777"/>
                </a:lnTo>
                <a:lnTo>
                  <a:pt x="6406802" y="115511"/>
                </a:lnTo>
                <a:lnTo>
                  <a:pt x="6407796" y="116189"/>
                </a:lnTo>
                <a:lnTo>
                  <a:pt x="6408787" y="116813"/>
                </a:lnTo>
                <a:lnTo>
                  <a:pt x="6409775" y="117385"/>
                </a:lnTo>
                <a:lnTo>
                  <a:pt x="6410758" y="117906"/>
                </a:lnTo>
                <a:lnTo>
                  <a:pt x="6411735" y="118380"/>
                </a:lnTo>
                <a:lnTo>
                  <a:pt x="6412706" y="118807"/>
                </a:lnTo>
                <a:lnTo>
                  <a:pt x="6413668" y="119190"/>
                </a:lnTo>
                <a:lnTo>
                  <a:pt x="6414621" y="119530"/>
                </a:lnTo>
                <a:lnTo>
                  <a:pt x="6415565" y="119831"/>
                </a:lnTo>
                <a:lnTo>
                  <a:pt x="6416497" y="120093"/>
                </a:lnTo>
                <a:lnTo>
                  <a:pt x="6417417" y="120319"/>
                </a:lnTo>
                <a:lnTo>
                  <a:pt x="6418323" y="120511"/>
                </a:lnTo>
                <a:lnTo>
                  <a:pt x="6419215" y="120671"/>
                </a:lnTo>
                <a:lnTo>
                  <a:pt x="6420091" y="120801"/>
                </a:lnTo>
                <a:lnTo>
                  <a:pt x="6420951" y="120903"/>
                </a:lnTo>
                <a:lnTo>
                  <a:pt x="6421792" y="120978"/>
                </a:lnTo>
                <a:lnTo>
                  <a:pt x="6422615" y="121030"/>
                </a:lnTo>
                <a:lnTo>
                  <a:pt x="6423418" y="121059"/>
                </a:lnTo>
                <a:lnTo>
                  <a:pt x="6424200" y="121068"/>
                </a:lnTo>
                <a:lnTo>
                  <a:pt x="6426814" y="120974"/>
                </a:lnTo>
                <a:lnTo>
                  <a:pt x="6429396" y="120694"/>
                </a:lnTo>
                <a:lnTo>
                  <a:pt x="6431940" y="120234"/>
                </a:lnTo>
                <a:lnTo>
                  <a:pt x="6434438" y="119599"/>
                </a:lnTo>
                <a:lnTo>
                  <a:pt x="6436884" y="118795"/>
                </a:lnTo>
                <a:lnTo>
                  <a:pt x="6439271" y="117826"/>
                </a:lnTo>
                <a:lnTo>
                  <a:pt x="6441590" y="116699"/>
                </a:lnTo>
                <a:lnTo>
                  <a:pt x="6443836" y="115417"/>
                </a:lnTo>
                <a:lnTo>
                  <a:pt x="6446000" y="113987"/>
                </a:lnTo>
                <a:lnTo>
                  <a:pt x="6448077" y="112414"/>
                </a:lnTo>
                <a:lnTo>
                  <a:pt x="6450058" y="110703"/>
                </a:lnTo>
                <a:lnTo>
                  <a:pt x="6451937" y="108860"/>
                </a:lnTo>
                <a:lnTo>
                  <a:pt x="6453707" y="106889"/>
                </a:lnTo>
                <a:lnTo>
                  <a:pt x="6455360" y="104796"/>
                </a:lnTo>
                <a:lnTo>
                  <a:pt x="6456889" y="102586"/>
                </a:lnTo>
                <a:lnTo>
                  <a:pt x="6458288" y="100265"/>
                </a:lnTo>
                <a:lnTo>
                  <a:pt x="6459548" y="97838"/>
                </a:lnTo>
                <a:lnTo>
                  <a:pt x="6460664" y="95310"/>
                </a:lnTo>
                <a:lnTo>
                  <a:pt x="6461627" y="92686"/>
                </a:lnTo>
                <a:lnTo>
                  <a:pt x="6462432" y="89971"/>
                </a:lnTo>
                <a:lnTo>
                  <a:pt x="6463070" y="87172"/>
                </a:lnTo>
                <a:lnTo>
                  <a:pt x="6463534" y="84292"/>
                </a:lnTo>
                <a:lnTo>
                  <a:pt x="6463818" y="81339"/>
                </a:lnTo>
                <a:lnTo>
                  <a:pt x="6463913" y="78350"/>
                </a:lnTo>
                <a:lnTo>
                  <a:pt x="6463826" y="75448"/>
                </a:lnTo>
                <a:lnTo>
                  <a:pt x="6463565" y="72566"/>
                </a:lnTo>
                <a:lnTo>
                  <a:pt x="6463137" y="69746"/>
                </a:lnTo>
                <a:lnTo>
                  <a:pt x="6462549" y="66995"/>
                </a:lnTo>
                <a:lnTo>
                  <a:pt x="6461806" y="64319"/>
                </a:lnTo>
                <a:lnTo>
                  <a:pt x="6460914" y="61723"/>
                </a:lnTo>
                <a:lnTo>
                  <a:pt x="6459880" y="59214"/>
                </a:lnTo>
                <a:close/>
                <a:moveTo>
                  <a:pt x="6448977" y="89029"/>
                </a:moveTo>
                <a:lnTo>
                  <a:pt x="6448292" y="90954"/>
                </a:lnTo>
                <a:lnTo>
                  <a:pt x="6447503" y="92800"/>
                </a:lnTo>
                <a:lnTo>
                  <a:pt x="6446613" y="94564"/>
                </a:lnTo>
                <a:lnTo>
                  <a:pt x="6445630" y="96243"/>
                </a:lnTo>
                <a:lnTo>
                  <a:pt x="6444559" y="97834"/>
                </a:lnTo>
                <a:lnTo>
                  <a:pt x="6443407" y="99335"/>
                </a:lnTo>
                <a:lnTo>
                  <a:pt x="6442178" y="100742"/>
                </a:lnTo>
                <a:lnTo>
                  <a:pt x="6440878" y="102053"/>
                </a:lnTo>
                <a:lnTo>
                  <a:pt x="6439514" y="103265"/>
                </a:lnTo>
                <a:lnTo>
                  <a:pt x="6438092" y="104375"/>
                </a:lnTo>
                <a:lnTo>
                  <a:pt x="6436617" y="105380"/>
                </a:lnTo>
                <a:lnTo>
                  <a:pt x="6435095" y="106278"/>
                </a:lnTo>
                <a:lnTo>
                  <a:pt x="6433532" y="107065"/>
                </a:lnTo>
                <a:lnTo>
                  <a:pt x="6431934" y="107739"/>
                </a:lnTo>
                <a:lnTo>
                  <a:pt x="6430307" y="108297"/>
                </a:lnTo>
                <a:lnTo>
                  <a:pt x="6428656" y="108735"/>
                </a:lnTo>
                <a:lnTo>
                  <a:pt x="6426987" y="109052"/>
                </a:lnTo>
                <a:lnTo>
                  <a:pt x="6425307" y="109245"/>
                </a:lnTo>
                <a:lnTo>
                  <a:pt x="6423621" y="109309"/>
                </a:lnTo>
                <a:lnTo>
                  <a:pt x="6421784" y="109223"/>
                </a:lnTo>
                <a:lnTo>
                  <a:pt x="6420033" y="108971"/>
                </a:lnTo>
                <a:lnTo>
                  <a:pt x="6418367" y="108563"/>
                </a:lnTo>
                <a:lnTo>
                  <a:pt x="6416785" y="108011"/>
                </a:lnTo>
                <a:lnTo>
                  <a:pt x="6415287" y="107326"/>
                </a:lnTo>
                <a:lnTo>
                  <a:pt x="6413872" y="106518"/>
                </a:lnTo>
                <a:lnTo>
                  <a:pt x="6412540" y="105597"/>
                </a:lnTo>
                <a:lnTo>
                  <a:pt x="6411289" y="104574"/>
                </a:lnTo>
                <a:lnTo>
                  <a:pt x="6410119" y="103461"/>
                </a:lnTo>
                <a:lnTo>
                  <a:pt x="6409029" y="102268"/>
                </a:lnTo>
                <a:lnTo>
                  <a:pt x="6408019" y="101005"/>
                </a:lnTo>
                <a:lnTo>
                  <a:pt x="6407088" y="99683"/>
                </a:lnTo>
                <a:lnTo>
                  <a:pt x="6406235" y="98313"/>
                </a:lnTo>
                <a:lnTo>
                  <a:pt x="6405460" y="96905"/>
                </a:lnTo>
                <a:lnTo>
                  <a:pt x="6404762" y="95471"/>
                </a:lnTo>
                <a:lnTo>
                  <a:pt x="6404141" y="94021"/>
                </a:lnTo>
                <a:lnTo>
                  <a:pt x="6403595" y="92565"/>
                </a:lnTo>
                <a:lnTo>
                  <a:pt x="6403123" y="91115"/>
                </a:lnTo>
                <a:lnTo>
                  <a:pt x="6402727" y="89681"/>
                </a:lnTo>
                <a:lnTo>
                  <a:pt x="6402404" y="88274"/>
                </a:lnTo>
                <a:lnTo>
                  <a:pt x="6402153" y="86904"/>
                </a:lnTo>
                <a:lnTo>
                  <a:pt x="6401976" y="85582"/>
                </a:lnTo>
                <a:lnTo>
                  <a:pt x="6401869" y="84319"/>
                </a:lnTo>
                <a:lnTo>
                  <a:pt x="6401834" y="83126"/>
                </a:lnTo>
                <a:lnTo>
                  <a:pt x="6401834" y="69075"/>
                </a:lnTo>
                <a:lnTo>
                  <a:pt x="6401892" y="67666"/>
                </a:lnTo>
                <a:lnTo>
                  <a:pt x="6402061" y="66273"/>
                </a:lnTo>
                <a:lnTo>
                  <a:pt x="6402338" y="64900"/>
                </a:lnTo>
                <a:lnTo>
                  <a:pt x="6402719" y="63550"/>
                </a:lnTo>
                <a:lnTo>
                  <a:pt x="6403198" y="62227"/>
                </a:lnTo>
                <a:lnTo>
                  <a:pt x="6403771" y="60935"/>
                </a:lnTo>
                <a:lnTo>
                  <a:pt x="6404435" y="59678"/>
                </a:lnTo>
                <a:lnTo>
                  <a:pt x="6405184" y="58461"/>
                </a:lnTo>
                <a:lnTo>
                  <a:pt x="6406013" y="57286"/>
                </a:lnTo>
                <a:lnTo>
                  <a:pt x="6406920" y="56159"/>
                </a:lnTo>
                <a:lnTo>
                  <a:pt x="6407898" y="55083"/>
                </a:lnTo>
                <a:lnTo>
                  <a:pt x="6408944" y="54061"/>
                </a:lnTo>
                <a:lnTo>
                  <a:pt x="6410054" y="53099"/>
                </a:lnTo>
                <a:lnTo>
                  <a:pt x="6411222" y="52200"/>
                </a:lnTo>
                <a:lnTo>
                  <a:pt x="6412445" y="51367"/>
                </a:lnTo>
                <a:lnTo>
                  <a:pt x="6413717" y="50605"/>
                </a:lnTo>
                <a:lnTo>
                  <a:pt x="6415035" y="49918"/>
                </a:lnTo>
                <a:lnTo>
                  <a:pt x="6416394" y="49310"/>
                </a:lnTo>
                <a:lnTo>
                  <a:pt x="6417790" y="48785"/>
                </a:lnTo>
                <a:lnTo>
                  <a:pt x="6419218" y="48346"/>
                </a:lnTo>
                <a:lnTo>
                  <a:pt x="6420673" y="47998"/>
                </a:lnTo>
                <a:lnTo>
                  <a:pt x="6422152" y="47744"/>
                </a:lnTo>
                <a:lnTo>
                  <a:pt x="6423650" y="47589"/>
                </a:lnTo>
                <a:lnTo>
                  <a:pt x="6425162" y="47537"/>
                </a:lnTo>
                <a:lnTo>
                  <a:pt x="6426929" y="47609"/>
                </a:lnTo>
                <a:lnTo>
                  <a:pt x="6428660" y="47823"/>
                </a:lnTo>
                <a:lnTo>
                  <a:pt x="6430352" y="48174"/>
                </a:lnTo>
                <a:lnTo>
                  <a:pt x="6432001" y="48657"/>
                </a:lnTo>
                <a:lnTo>
                  <a:pt x="6433605" y="49266"/>
                </a:lnTo>
                <a:lnTo>
                  <a:pt x="6435158" y="49998"/>
                </a:lnTo>
                <a:lnTo>
                  <a:pt x="6436658" y="50846"/>
                </a:lnTo>
                <a:lnTo>
                  <a:pt x="6438101" y="51807"/>
                </a:lnTo>
                <a:lnTo>
                  <a:pt x="6439485" y="52874"/>
                </a:lnTo>
                <a:lnTo>
                  <a:pt x="6440804" y="54044"/>
                </a:lnTo>
                <a:lnTo>
                  <a:pt x="6442056" y="55311"/>
                </a:lnTo>
                <a:lnTo>
                  <a:pt x="6443237" y="56671"/>
                </a:lnTo>
                <a:lnTo>
                  <a:pt x="6444344" y="58117"/>
                </a:lnTo>
                <a:lnTo>
                  <a:pt x="6445373" y="59647"/>
                </a:lnTo>
                <a:lnTo>
                  <a:pt x="6446321" y="61253"/>
                </a:lnTo>
                <a:lnTo>
                  <a:pt x="6447184" y="62932"/>
                </a:lnTo>
                <a:lnTo>
                  <a:pt x="6447959" y="64679"/>
                </a:lnTo>
                <a:lnTo>
                  <a:pt x="6448642" y="66489"/>
                </a:lnTo>
                <a:lnTo>
                  <a:pt x="6449229" y="68356"/>
                </a:lnTo>
                <a:lnTo>
                  <a:pt x="6449717" y="70276"/>
                </a:lnTo>
                <a:lnTo>
                  <a:pt x="6450103" y="72244"/>
                </a:lnTo>
                <a:lnTo>
                  <a:pt x="6450383" y="74255"/>
                </a:lnTo>
                <a:lnTo>
                  <a:pt x="6450554" y="76304"/>
                </a:lnTo>
                <a:lnTo>
                  <a:pt x="6450611" y="78349"/>
                </a:lnTo>
                <a:lnTo>
                  <a:pt x="6450542" y="80594"/>
                </a:lnTo>
                <a:lnTo>
                  <a:pt x="6450338" y="82807"/>
                </a:lnTo>
                <a:lnTo>
                  <a:pt x="6450005" y="84953"/>
                </a:lnTo>
                <a:lnTo>
                  <a:pt x="6449550" y="87028"/>
                </a:lnTo>
                <a:lnTo>
                  <a:pt x="6448977" y="89029"/>
                </a:lnTo>
                <a:close/>
                <a:moveTo>
                  <a:pt x="5928702" y="105992"/>
                </a:moveTo>
                <a:lnTo>
                  <a:pt x="5928194" y="104893"/>
                </a:lnTo>
                <a:lnTo>
                  <a:pt x="5927631" y="103850"/>
                </a:lnTo>
                <a:lnTo>
                  <a:pt x="5927016" y="102864"/>
                </a:lnTo>
                <a:lnTo>
                  <a:pt x="5926350" y="101936"/>
                </a:lnTo>
                <a:lnTo>
                  <a:pt x="5925638" y="101068"/>
                </a:lnTo>
                <a:lnTo>
                  <a:pt x="5924881" y="100261"/>
                </a:lnTo>
                <a:lnTo>
                  <a:pt x="5924084" y="99517"/>
                </a:lnTo>
                <a:lnTo>
                  <a:pt x="5923247" y="98838"/>
                </a:lnTo>
                <a:lnTo>
                  <a:pt x="5922375" y="98223"/>
                </a:lnTo>
                <a:lnTo>
                  <a:pt x="5921470" y="97676"/>
                </a:lnTo>
                <a:lnTo>
                  <a:pt x="5920535" y="97197"/>
                </a:lnTo>
                <a:lnTo>
                  <a:pt x="5919574" y="96787"/>
                </a:lnTo>
                <a:lnTo>
                  <a:pt x="5918588" y="96449"/>
                </a:lnTo>
                <a:lnTo>
                  <a:pt x="5917580" y="96184"/>
                </a:lnTo>
                <a:lnTo>
                  <a:pt x="5916554" y="95993"/>
                </a:lnTo>
                <a:lnTo>
                  <a:pt x="5915512" y="95877"/>
                </a:lnTo>
                <a:lnTo>
                  <a:pt x="5914457" y="95838"/>
                </a:lnTo>
                <a:lnTo>
                  <a:pt x="5913510" y="95868"/>
                </a:lnTo>
                <a:lnTo>
                  <a:pt x="5912598" y="95955"/>
                </a:lnTo>
                <a:lnTo>
                  <a:pt x="5911721" y="96099"/>
                </a:lnTo>
                <a:lnTo>
                  <a:pt x="5910879" y="96295"/>
                </a:lnTo>
                <a:lnTo>
                  <a:pt x="5910074" y="96543"/>
                </a:lnTo>
                <a:lnTo>
                  <a:pt x="5909306" y="96839"/>
                </a:lnTo>
                <a:lnTo>
                  <a:pt x="5908574" y="97181"/>
                </a:lnTo>
                <a:lnTo>
                  <a:pt x="5907880" y="97567"/>
                </a:lnTo>
                <a:lnTo>
                  <a:pt x="5907225" y="97994"/>
                </a:lnTo>
                <a:lnTo>
                  <a:pt x="5906608" y="98461"/>
                </a:lnTo>
                <a:lnTo>
                  <a:pt x="5906030" y="98965"/>
                </a:lnTo>
                <a:lnTo>
                  <a:pt x="5905492" y="99503"/>
                </a:lnTo>
                <a:lnTo>
                  <a:pt x="5904994" y="100073"/>
                </a:lnTo>
                <a:lnTo>
                  <a:pt x="5904536" y="100673"/>
                </a:lnTo>
                <a:lnTo>
                  <a:pt x="5904120" y="101300"/>
                </a:lnTo>
                <a:lnTo>
                  <a:pt x="5903746" y="101952"/>
                </a:lnTo>
                <a:lnTo>
                  <a:pt x="5903414" y="102628"/>
                </a:lnTo>
                <a:lnTo>
                  <a:pt x="5903124" y="103323"/>
                </a:lnTo>
                <a:lnTo>
                  <a:pt x="5902878" y="104037"/>
                </a:lnTo>
                <a:lnTo>
                  <a:pt x="5902675" y="104766"/>
                </a:lnTo>
                <a:lnTo>
                  <a:pt x="5902516" y="105509"/>
                </a:lnTo>
                <a:lnTo>
                  <a:pt x="5902403" y="106263"/>
                </a:lnTo>
                <a:lnTo>
                  <a:pt x="5902334" y="107025"/>
                </a:lnTo>
                <a:lnTo>
                  <a:pt x="5902311" y="107794"/>
                </a:lnTo>
                <a:lnTo>
                  <a:pt x="5902340" y="108697"/>
                </a:lnTo>
                <a:lnTo>
                  <a:pt x="5902425" y="109572"/>
                </a:lnTo>
                <a:lnTo>
                  <a:pt x="5902563" y="110419"/>
                </a:lnTo>
                <a:lnTo>
                  <a:pt x="5902754" y="111237"/>
                </a:lnTo>
                <a:lnTo>
                  <a:pt x="5902995" y="112025"/>
                </a:lnTo>
                <a:lnTo>
                  <a:pt x="5903284" y="112782"/>
                </a:lnTo>
                <a:lnTo>
                  <a:pt x="5903618" y="113507"/>
                </a:lnTo>
                <a:lnTo>
                  <a:pt x="5903996" y="114199"/>
                </a:lnTo>
                <a:lnTo>
                  <a:pt x="5904415" y="114856"/>
                </a:lnTo>
                <a:lnTo>
                  <a:pt x="5904874" y="115478"/>
                </a:lnTo>
                <a:lnTo>
                  <a:pt x="5905370" y="116064"/>
                </a:lnTo>
                <a:lnTo>
                  <a:pt x="5905901" y="116613"/>
                </a:lnTo>
                <a:lnTo>
                  <a:pt x="5906465" y="117124"/>
                </a:lnTo>
                <a:lnTo>
                  <a:pt x="5907061" y="117596"/>
                </a:lnTo>
                <a:lnTo>
                  <a:pt x="5907685" y="118028"/>
                </a:lnTo>
                <a:lnTo>
                  <a:pt x="5908337" y="118418"/>
                </a:lnTo>
                <a:lnTo>
                  <a:pt x="5909013" y="118766"/>
                </a:lnTo>
                <a:lnTo>
                  <a:pt x="5909711" y="119071"/>
                </a:lnTo>
                <a:lnTo>
                  <a:pt x="5910431" y="119332"/>
                </a:lnTo>
                <a:lnTo>
                  <a:pt x="5911169" y="119548"/>
                </a:lnTo>
                <a:lnTo>
                  <a:pt x="5911923" y="119717"/>
                </a:lnTo>
                <a:lnTo>
                  <a:pt x="5912691" y="119840"/>
                </a:lnTo>
                <a:lnTo>
                  <a:pt x="5913472" y="119914"/>
                </a:lnTo>
                <a:lnTo>
                  <a:pt x="5914263" y="119939"/>
                </a:lnTo>
                <a:lnTo>
                  <a:pt x="5914409" y="119938"/>
                </a:lnTo>
                <a:lnTo>
                  <a:pt x="5914556" y="119935"/>
                </a:lnTo>
                <a:lnTo>
                  <a:pt x="5914706" y="119930"/>
                </a:lnTo>
                <a:lnTo>
                  <a:pt x="5914857" y="119923"/>
                </a:lnTo>
                <a:lnTo>
                  <a:pt x="5915009" y="119914"/>
                </a:lnTo>
                <a:lnTo>
                  <a:pt x="5915164" y="119903"/>
                </a:lnTo>
                <a:lnTo>
                  <a:pt x="5915320" y="119890"/>
                </a:lnTo>
                <a:lnTo>
                  <a:pt x="5915477" y="119875"/>
                </a:lnTo>
                <a:lnTo>
                  <a:pt x="5915636" y="119858"/>
                </a:lnTo>
                <a:lnTo>
                  <a:pt x="5915796" y="119839"/>
                </a:lnTo>
                <a:lnTo>
                  <a:pt x="5915957" y="119818"/>
                </a:lnTo>
                <a:lnTo>
                  <a:pt x="5916119" y="119795"/>
                </a:lnTo>
                <a:lnTo>
                  <a:pt x="5916282" y="119770"/>
                </a:lnTo>
                <a:lnTo>
                  <a:pt x="5916446" y="119743"/>
                </a:lnTo>
                <a:lnTo>
                  <a:pt x="5916611" y="119714"/>
                </a:lnTo>
                <a:lnTo>
                  <a:pt x="5916777" y="119683"/>
                </a:lnTo>
                <a:lnTo>
                  <a:pt x="5916943" y="119650"/>
                </a:lnTo>
                <a:lnTo>
                  <a:pt x="5917110" y="119615"/>
                </a:lnTo>
                <a:lnTo>
                  <a:pt x="5917278" y="119578"/>
                </a:lnTo>
                <a:lnTo>
                  <a:pt x="5917446" y="119539"/>
                </a:lnTo>
                <a:lnTo>
                  <a:pt x="5917614" y="119497"/>
                </a:lnTo>
                <a:lnTo>
                  <a:pt x="5917783" y="119454"/>
                </a:lnTo>
                <a:lnTo>
                  <a:pt x="5917951" y="119409"/>
                </a:lnTo>
                <a:lnTo>
                  <a:pt x="5918120" y="119362"/>
                </a:lnTo>
                <a:lnTo>
                  <a:pt x="5917727" y="120810"/>
                </a:lnTo>
                <a:lnTo>
                  <a:pt x="5917276" y="122169"/>
                </a:lnTo>
                <a:lnTo>
                  <a:pt x="5916771" y="123442"/>
                </a:lnTo>
                <a:lnTo>
                  <a:pt x="5916220" y="124630"/>
                </a:lnTo>
                <a:lnTo>
                  <a:pt x="5915626" y="125737"/>
                </a:lnTo>
                <a:lnTo>
                  <a:pt x="5914996" y="126767"/>
                </a:lnTo>
                <a:lnTo>
                  <a:pt x="5914335" y="127721"/>
                </a:lnTo>
                <a:lnTo>
                  <a:pt x="5913650" y="128602"/>
                </a:lnTo>
                <a:lnTo>
                  <a:pt x="5912944" y="129414"/>
                </a:lnTo>
                <a:lnTo>
                  <a:pt x="5912226" y="130159"/>
                </a:lnTo>
                <a:lnTo>
                  <a:pt x="5911499" y="130840"/>
                </a:lnTo>
                <a:lnTo>
                  <a:pt x="5910769" y="131461"/>
                </a:lnTo>
                <a:lnTo>
                  <a:pt x="5910042" y="132022"/>
                </a:lnTo>
                <a:lnTo>
                  <a:pt x="5909324" y="132529"/>
                </a:lnTo>
                <a:lnTo>
                  <a:pt x="5908620" y="132983"/>
                </a:lnTo>
                <a:lnTo>
                  <a:pt x="5907936" y="133387"/>
                </a:lnTo>
                <a:lnTo>
                  <a:pt x="5907278" y="133744"/>
                </a:lnTo>
                <a:lnTo>
                  <a:pt x="5906651" y="134058"/>
                </a:lnTo>
                <a:lnTo>
                  <a:pt x="5906060" y="134330"/>
                </a:lnTo>
                <a:lnTo>
                  <a:pt x="5905511" y="134564"/>
                </a:lnTo>
                <a:lnTo>
                  <a:pt x="5905011" y="134762"/>
                </a:lnTo>
                <a:lnTo>
                  <a:pt x="5904564" y="134928"/>
                </a:lnTo>
                <a:lnTo>
                  <a:pt x="5904176" y="135063"/>
                </a:lnTo>
                <a:lnTo>
                  <a:pt x="5903852" y="135172"/>
                </a:lnTo>
                <a:lnTo>
                  <a:pt x="5903604" y="135247"/>
                </a:lnTo>
                <a:lnTo>
                  <a:pt x="5903341" y="135326"/>
                </a:lnTo>
                <a:lnTo>
                  <a:pt x="5903067" y="135412"/>
                </a:lnTo>
                <a:lnTo>
                  <a:pt x="5902783" y="135505"/>
                </a:lnTo>
                <a:lnTo>
                  <a:pt x="5902492" y="135606"/>
                </a:lnTo>
                <a:lnTo>
                  <a:pt x="5902196" y="135717"/>
                </a:lnTo>
                <a:lnTo>
                  <a:pt x="5901897" y="135838"/>
                </a:lnTo>
                <a:lnTo>
                  <a:pt x="5901596" y="135971"/>
                </a:lnTo>
                <a:lnTo>
                  <a:pt x="5901298" y="136117"/>
                </a:lnTo>
                <a:lnTo>
                  <a:pt x="5901002" y="136276"/>
                </a:lnTo>
                <a:lnTo>
                  <a:pt x="5900713" y="136451"/>
                </a:lnTo>
                <a:lnTo>
                  <a:pt x="5900431" y="136641"/>
                </a:lnTo>
                <a:lnTo>
                  <a:pt x="5900159" y="136849"/>
                </a:lnTo>
                <a:lnTo>
                  <a:pt x="5899899" y="137075"/>
                </a:lnTo>
                <a:lnTo>
                  <a:pt x="5899654" y="137320"/>
                </a:lnTo>
                <a:lnTo>
                  <a:pt x="5899426" y="137585"/>
                </a:lnTo>
                <a:lnTo>
                  <a:pt x="5899216" y="137872"/>
                </a:lnTo>
                <a:lnTo>
                  <a:pt x="5899027" y="138181"/>
                </a:lnTo>
                <a:lnTo>
                  <a:pt x="5898861" y="138514"/>
                </a:lnTo>
                <a:lnTo>
                  <a:pt x="5898720" y="138872"/>
                </a:lnTo>
                <a:lnTo>
                  <a:pt x="5898607" y="139255"/>
                </a:lnTo>
                <a:lnTo>
                  <a:pt x="5898524" y="139665"/>
                </a:lnTo>
                <a:lnTo>
                  <a:pt x="5898472" y="140104"/>
                </a:lnTo>
                <a:lnTo>
                  <a:pt x="5898454" y="140571"/>
                </a:lnTo>
                <a:lnTo>
                  <a:pt x="5898469" y="140934"/>
                </a:lnTo>
                <a:lnTo>
                  <a:pt x="5898513" y="141300"/>
                </a:lnTo>
                <a:lnTo>
                  <a:pt x="5898585" y="141666"/>
                </a:lnTo>
                <a:lnTo>
                  <a:pt x="5898684" y="142032"/>
                </a:lnTo>
                <a:lnTo>
                  <a:pt x="5898808" y="142395"/>
                </a:lnTo>
                <a:lnTo>
                  <a:pt x="5898957" y="142755"/>
                </a:lnTo>
                <a:lnTo>
                  <a:pt x="5899130" y="143109"/>
                </a:lnTo>
                <a:lnTo>
                  <a:pt x="5899325" y="143456"/>
                </a:lnTo>
                <a:lnTo>
                  <a:pt x="5899542" y="143794"/>
                </a:lnTo>
                <a:lnTo>
                  <a:pt x="5899779" y="144122"/>
                </a:lnTo>
                <a:lnTo>
                  <a:pt x="5900035" y="144437"/>
                </a:lnTo>
                <a:lnTo>
                  <a:pt x="5900310" y="144740"/>
                </a:lnTo>
                <a:lnTo>
                  <a:pt x="5900601" y="145027"/>
                </a:lnTo>
                <a:lnTo>
                  <a:pt x="5900909" y="145298"/>
                </a:lnTo>
                <a:lnTo>
                  <a:pt x="5901231" y="145551"/>
                </a:lnTo>
                <a:lnTo>
                  <a:pt x="5901567" y="145783"/>
                </a:lnTo>
                <a:lnTo>
                  <a:pt x="5901916" y="145995"/>
                </a:lnTo>
                <a:lnTo>
                  <a:pt x="5902277" y="146183"/>
                </a:lnTo>
                <a:lnTo>
                  <a:pt x="5902648" y="146346"/>
                </a:lnTo>
                <a:lnTo>
                  <a:pt x="5903028" y="146484"/>
                </a:lnTo>
                <a:lnTo>
                  <a:pt x="5903417" y="146594"/>
                </a:lnTo>
                <a:lnTo>
                  <a:pt x="5903813" y="146674"/>
                </a:lnTo>
                <a:lnTo>
                  <a:pt x="5904216" y="146723"/>
                </a:lnTo>
                <a:lnTo>
                  <a:pt x="5904623" y="146740"/>
                </a:lnTo>
                <a:lnTo>
                  <a:pt x="5905462" y="146686"/>
                </a:lnTo>
                <a:lnTo>
                  <a:pt x="5906427" y="146523"/>
                </a:lnTo>
                <a:lnTo>
                  <a:pt x="5907504" y="146251"/>
                </a:lnTo>
                <a:lnTo>
                  <a:pt x="5908679" y="145871"/>
                </a:lnTo>
                <a:lnTo>
                  <a:pt x="5909936" y="145381"/>
                </a:lnTo>
                <a:lnTo>
                  <a:pt x="5911262" y="144782"/>
                </a:lnTo>
                <a:lnTo>
                  <a:pt x="5912643" y="144073"/>
                </a:lnTo>
                <a:lnTo>
                  <a:pt x="5914063" y="143255"/>
                </a:lnTo>
                <a:lnTo>
                  <a:pt x="5915508" y="142327"/>
                </a:lnTo>
                <a:lnTo>
                  <a:pt x="5916965" y="141289"/>
                </a:lnTo>
                <a:lnTo>
                  <a:pt x="5918418" y="140141"/>
                </a:lnTo>
                <a:lnTo>
                  <a:pt x="5919854" y="138883"/>
                </a:lnTo>
                <a:lnTo>
                  <a:pt x="5921257" y="137514"/>
                </a:lnTo>
                <a:lnTo>
                  <a:pt x="5922614" y="136035"/>
                </a:lnTo>
                <a:lnTo>
                  <a:pt x="5923910" y="134445"/>
                </a:lnTo>
                <a:lnTo>
                  <a:pt x="5925131" y="132744"/>
                </a:lnTo>
                <a:lnTo>
                  <a:pt x="5926262" y="130931"/>
                </a:lnTo>
                <a:lnTo>
                  <a:pt x="5927289" y="129008"/>
                </a:lnTo>
                <a:lnTo>
                  <a:pt x="5928197" y="126973"/>
                </a:lnTo>
                <a:lnTo>
                  <a:pt x="5928972" y="124826"/>
                </a:lnTo>
                <a:lnTo>
                  <a:pt x="5929601" y="122568"/>
                </a:lnTo>
                <a:lnTo>
                  <a:pt x="5930067" y="120197"/>
                </a:lnTo>
                <a:lnTo>
                  <a:pt x="5930358" y="117715"/>
                </a:lnTo>
                <a:lnTo>
                  <a:pt x="5930458" y="115120"/>
                </a:lnTo>
                <a:lnTo>
                  <a:pt x="5930419" y="113672"/>
                </a:lnTo>
                <a:lnTo>
                  <a:pt x="5930305" y="112269"/>
                </a:lnTo>
                <a:lnTo>
                  <a:pt x="5930118" y="110914"/>
                </a:lnTo>
                <a:lnTo>
                  <a:pt x="5929862" y="109607"/>
                </a:lnTo>
                <a:lnTo>
                  <a:pt x="5929538" y="108350"/>
                </a:lnTo>
                <a:lnTo>
                  <a:pt x="5929150" y="107145"/>
                </a:lnTo>
                <a:lnTo>
                  <a:pt x="5928702" y="105992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productofmax_end_hereandnumafterthelastiteration,max_end_here">
            <a:extLst xmlns:a="http://schemas.openxmlformats.org/drawingml/2006/main">
              <a:ext uri="{FF2B5EF4-FFF2-40B4-BE49-F238E27FC236}">
                <a16:creationId xmlns:a16="http://schemas.microsoft.com/office/drawing/2014/main" id="{FDBDB729-F9AF-49B6-80F1-68C73D94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653" y="3395914"/>
            <a:ext cx="7071017" cy="161738"/>
          </a:xfrm>
          <a:custGeom xmlns:a="http://schemas.openxmlformats.org/drawingml/2006/main">
            <a:pathLst>
              <a:path w="7071017" h="161738">
                <a:moveTo>
                  <a:pt x="990418" y="4881"/>
                </a:moveTo>
                <a:lnTo>
                  <a:pt x="989628" y="4112"/>
                </a:lnTo>
                <a:lnTo>
                  <a:pt x="988763" y="3428"/>
                </a:lnTo>
                <a:lnTo>
                  <a:pt x="987833" y="2825"/>
                </a:lnTo>
                <a:lnTo>
                  <a:pt x="986851" y="2297"/>
                </a:lnTo>
                <a:lnTo>
                  <a:pt x="985829" y="1839"/>
                </a:lnTo>
                <a:lnTo>
                  <a:pt x="984778" y="1446"/>
                </a:lnTo>
                <a:lnTo>
                  <a:pt x="983712" y="1114"/>
                </a:lnTo>
                <a:lnTo>
                  <a:pt x="982641" y="837"/>
                </a:lnTo>
                <a:lnTo>
                  <a:pt x="981579" y="610"/>
                </a:lnTo>
                <a:lnTo>
                  <a:pt x="980537" y="429"/>
                </a:lnTo>
                <a:lnTo>
                  <a:pt x="979526" y="287"/>
                </a:lnTo>
                <a:lnTo>
                  <a:pt x="978560" y="181"/>
                </a:lnTo>
                <a:lnTo>
                  <a:pt x="977650" y="105"/>
                </a:lnTo>
                <a:lnTo>
                  <a:pt x="976809" y="54"/>
                </a:lnTo>
                <a:lnTo>
                  <a:pt x="976048" y="23"/>
                </a:lnTo>
                <a:lnTo>
                  <a:pt x="975379" y="7"/>
                </a:lnTo>
                <a:lnTo>
                  <a:pt x="974814" y="1"/>
                </a:lnTo>
                <a:lnTo>
                  <a:pt x="974366" y="0"/>
                </a:lnTo>
                <a:lnTo>
                  <a:pt x="972442" y="46"/>
                </a:lnTo>
                <a:lnTo>
                  <a:pt x="970531" y="184"/>
                </a:lnTo>
                <a:lnTo>
                  <a:pt x="968637" y="414"/>
                </a:lnTo>
                <a:lnTo>
                  <a:pt x="966769" y="735"/>
                </a:lnTo>
                <a:lnTo>
                  <a:pt x="964931" y="1147"/>
                </a:lnTo>
                <a:lnTo>
                  <a:pt x="963130" y="1649"/>
                </a:lnTo>
                <a:lnTo>
                  <a:pt x="961372" y="2241"/>
                </a:lnTo>
                <a:lnTo>
                  <a:pt x="959664" y="2923"/>
                </a:lnTo>
                <a:lnTo>
                  <a:pt x="958011" y="3694"/>
                </a:lnTo>
                <a:lnTo>
                  <a:pt x="956420" y="4554"/>
                </a:lnTo>
                <a:lnTo>
                  <a:pt x="954897" y="5503"/>
                </a:lnTo>
                <a:lnTo>
                  <a:pt x="953448" y="6539"/>
                </a:lnTo>
                <a:lnTo>
                  <a:pt x="952080" y="7664"/>
                </a:lnTo>
                <a:lnTo>
                  <a:pt x="950798" y="8875"/>
                </a:lnTo>
                <a:lnTo>
                  <a:pt x="949609" y="10173"/>
                </a:lnTo>
                <a:lnTo>
                  <a:pt x="948518" y="11558"/>
                </a:lnTo>
                <a:lnTo>
                  <a:pt x="947533" y="13029"/>
                </a:lnTo>
                <a:lnTo>
                  <a:pt x="946659" y="14586"/>
                </a:lnTo>
                <a:lnTo>
                  <a:pt x="945902" y="16228"/>
                </a:lnTo>
                <a:lnTo>
                  <a:pt x="945269" y="17955"/>
                </a:lnTo>
                <a:lnTo>
                  <a:pt x="944766" y="19766"/>
                </a:lnTo>
                <a:lnTo>
                  <a:pt x="944399" y="21662"/>
                </a:lnTo>
                <a:lnTo>
                  <a:pt x="944175" y="23641"/>
                </a:lnTo>
                <a:lnTo>
                  <a:pt x="944098" y="25704"/>
                </a:lnTo>
                <a:lnTo>
                  <a:pt x="944098" y="35963"/>
                </a:lnTo>
                <a:lnTo>
                  <a:pt x="924821" y="35963"/>
                </a:lnTo>
                <a:lnTo>
                  <a:pt x="924427" y="35963"/>
                </a:lnTo>
                <a:lnTo>
                  <a:pt x="924017" y="35966"/>
                </a:lnTo>
                <a:lnTo>
                  <a:pt x="923595" y="35974"/>
                </a:lnTo>
                <a:lnTo>
                  <a:pt x="923164" y="35990"/>
                </a:lnTo>
                <a:lnTo>
                  <a:pt x="922726" y="36017"/>
                </a:lnTo>
                <a:lnTo>
                  <a:pt x="922284" y="36056"/>
                </a:lnTo>
                <a:lnTo>
                  <a:pt x="921841" y="36111"/>
                </a:lnTo>
                <a:lnTo>
                  <a:pt x="921400" y="36184"/>
                </a:lnTo>
                <a:lnTo>
                  <a:pt x="920964" y="36278"/>
                </a:lnTo>
                <a:lnTo>
                  <a:pt x="920535" y="36395"/>
                </a:lnTo>
                <a:lnTo>
                  <a:pt x="920117" y="36538"/>
                </a:lnTo>
                <a:lnTo>
                  <a:pt x="919711" y="36710"/>
                </a:lnTo>
                <a:lnTo>
                  <a:pt x="919322" y="36913"/>
                </a:lnTo>
                <a:lnTo>
                  <a:pt x="918952" y="37149"/>
                </a:lnTo>
                <a:lnTo>
                  <a:pt x="918604" y="37422"/>
                </a:lnTo>
                <a:lnTo>
                  <a:pt x="918280" y="37734"/>
                </a:lnTo>
                <a:lnTo>
                  <a:pt x="917984" y="38087"/>
                </a:lnTo>
                <a:lnTo>
                  <a:pt x="917718" y="38485"/>
                </a:lnTo>
                <a:lnTo>
                  <a:pt x="917485" y="38929"/>
                </a:lnTo>
                <a:lnTo>
                  <a:pt x="917288" y="39422"/>
                </a:lnTo>
                <a:lnTo>
                  <a:pt x="917129" y="39968"/>
                </a:lnTo>
                <a:lnTo>
                  <a:pt x="917013" y="40567"/>
                </a:lnTo>
                <a:lnTo>
                  <a:pt x="916941" y="41224"/>
                </a:lnTo>
                <a:lnTo>
                  <a:pt x="916916" y="41941"/>
                </a:lnTo>
                <a:lnTo>
                  <a:pt x="916941" y="42634"/>
                </a:lnTo>
                <a:lnTo>
                  <a:pt x="917013" y="43270"/>
                </a:lnTo>
                <a:lnTo>
                  <a:pt x="917129" y="43850"/>
                </a:lnTo>
                <a:lnTo>
                  <a:pt x="917287" y="44378"/>
                </a:lnTo>
                <a:lnTo>
                  <a:pt x="917483" y="44855"/>
                </a:lnTo>
                <a:lnTo>
                  <a:pt x="917714" y="45285"/>
                </a:lnTo>
                <a:lnTo>
                  <a:pt x="917979" y="45669"/>
                </a:lnTo>
                <a:lnTo>
                  <a:pt x="918273" y="46011"/>
                </a:lnTo>
                <a:lnTo>
                  <a:pt x="918594" y="46313"/>
                </a:lnTo>
                <a:lnTo>
                  <a:pt x="918938" y="46577"/>
                </a:lnTo>
                <a:lnTo>
                  <a:pt x="919304" y="46806"/>
                </a:lnTo>
                <a:lnTo>
                  <a:pt x="919687" y="47002"/>
                </a:lnTo>
                <a:lnTo>
                  <a:pt x="920086" y="47168"/>
                </a:lnTo>
                <a:lnTo>
                  <a:pt x="920496" y="47306"/>
                </a:lnTo>
                <a:lnTo>
                  <a:pt x="920916" y="47420"/>
                </a:lnTo>
                <a:lnTo>
                  <a:pt x="921343" y="47511"/>
                </a:lnTo>
                <a:lnTo>
                  <a:pt x="921772" y="47581"/>
                </a:lnTo>
                <a:lnTo>
                  <a:pt x="922202" y="47634"/>
                </a:lnTo>
                <a:lnTo>
                  <a:pt x="922630" y="47673"/>
                </a:lnTo>
                <a:lnTo>
                  <a:pt x="923052" y="47698"/>
                </a:lnTo>
                <a:lnTo>
                  <a:pt x="923465" y="47714"/>
                </a:lnTo>
                <a:lnTo>
                  <a:pt x="923868" y="47721"/>
                </a:lnTo>
                <a:lnTo>
                  <a:pt x="924256" y="47724"/>
                </a:lnTo>
                <a:lnTo>
                  <a:pt x="924627" y="47725"/>
                </a:lnTo>
                <a:lnTo>
                  <a:pt x="944098" y="47725"/>
                </a:lnTo>
                <a:lnTo>
                  <a:pt x="944098" y="107238"/>
                </a:lnTo>
                <a:lnTo>
                  <a:pt x="924627" y="107238"/>
                </a:lnTo>
                <a:lnTo>
                  <a:pt x="924255" y="107239"/>
                </a:lnTo>
                <a:lnTo>
                  <a:pt x="923864" y="107241"/>
                </a:lnTo>
                <a:lnTo>
                  <a:pt x="923457" y="107249"/>
                </a:lnTo>
                <a:lnTo>
                  <a:pt x="923037" y="107265"/>
                </a:lnTo>
                <a:lnTo>
                  <a:pt x="922608" y="107290"/>
                </a:lnTo>
                <a:lnTo>
                  <a:pt x="922172" y="107329"/>
                </a:lnTo>
                <a:lnTo>
                  <a:pt x="921732" y="107382"/>
                </a:lnTo>
                <a:lnTo>
                  <a:pt x="921292" y="107452"/>
                </a:lnTo>
                <a:lnTo>
                  <a:pt x="920855" y="107543"/>
                </a:lnTo>
                <a:lnTo>
                  <a:pt x="920423" y="107657"/>
                </a:lnTo>
                <a:lnTo>
                  <a:pt x="920001" y="107795"/>
                </a:lnTo>
                <a:lnTo>
                  <a:pt x="919590" y="107961"/>
                </a:lnTo>
                <a:lnTo>
                  <a:pt x="919194" y="108157"/>
                </a:lnTo>
                <a:lnTo>
                  <a:pt x="918817" y="108386"/>
                </a:lnTo>
                <a:lnTo>
                  <a:pt x="918461" y="108650"/>
                </a:lnTo>
                <a:lnTo>
                  <a:pt x="918129" y="108952"/>
                </a:lnTo>
                <a:lnTo>
                  <a:pt x="917825" y="109294"/>
                </a:lnTo>
                <a:lnTo>
                  <a:pt x="917551" y="109678"/>
                </a:lnTo>
                <a:lnTo>
                  <a:pt x="917310" y="110108"/>
                </a:lnTo>
                <a:lnTo>
                  <a:pt x="917107" y="110585"/>
                </a:lnTo>
                <a:lnTo>
                  <a:pt x="916943" y="111113"/>
                </a:lnTo>
                <a:lnTo>
                  <a:pt x="916823" y="111693"/>
                </a:lnTo>
                <a:lnTo>
                  <a:pt x="916748" y="112329"/>
                </a:lnTo>
                <a:lnTo>
                  <a:pt x="916722" y="113022"/>
                </a:lnTo>
                <a:lnTo>
                  <a:pt x="916748" y="113738"/>
                </a:lnTo>
                <a:lnTo>
                  <a:pt x="916823" y="114395"/>
                </a:lnTo>
                <a:lnTo>
                  <a:pt x="916943" y="114994"/>
                </a:lnTo>
                <a:lnTo>
                  <a:pt x="917107" y="115539"/>
                </a:lnTo>
                <a:lnTo>
                  <a:pt x="917310" y="116033"/>
                </a:lnTo>
                <a:lnTo>
                  <a:pt x="917551" y="116476"/>
                </a:lnTo>
                <a:lnTo>
                  <a:pt x="917825" y="116874"/>
                </a:lnTo>
                <a:lnTo>
                  <a:pt x="918129" y="117227"/>
                </a:lnTo>
                <a:lnTo>
                  <a:pt x="918461" y="117538"/>
                </a:lnTo>
                <a:lnTo>
                  <a:pt x="918817" y="117811"/>
                </a:lnTo>
                <a:lnTo>
                  <a:pt x="919194" y="118048"/>
                </a:lnTo>
                <a:lnTo>
                  <a:pt x="919590" y="118250"/>
                </a:lnTo>
                <a:lnTo>
                  <a:pt x="920001" y="118422"/>
                </a:lnTo>
                <a:lnTo>
                  <a:pt x="920423" y="118565"/>
                </a:lnTo>
                <a:lnTo>
                  <a:pt x="920855" y="118682"/>
                </a:lnTo>
                <a:lnTo>
                  <a:pt x="921292" y="118776"/>
                </a:lnTo>
                <a:lnTo>
                  <a:pt x="921732" y="118849"/>
                </a:lnTo>
                <a:lnTo>
                  <a:pt x="922172" y="118904"/>
                </a:lnTo>
                <a:lnTo>
                  <a:pt x="922608" y="118943"/>
                </a:lnTo>
                <a:lnTo>
                  <a:pt x="923037" y="118970"/>
                </a:lnTo>
                <a:lnTo>
                  <a:pt x="923457" y="118986"/>
                </a:lnTo>
                <a:lnTo>
                  <a:pt x="923864" y="118994"/>
                </a:lnTo>
                <a:lnTo>
                  <a:pt x="924255" y="118997"/>
                </a:lnTo>
                <a:lnTo>
                  <a:pt x="924627" y="118997"/>
                </a:lnTo>
                <a:lnTo>
                  <a:pt x="976873" y="118997"/>
                </a:lnTo>
                <a:lnTo>
                  <a:pt x="977245" y="118997"/>
                </a:lnTo>
                <a:lnTo>
                  <a:pt x="977636" y="118994"/>
                </a:lnTo>
                <a:lnTo>
                  <a:pt x="978043" y="118986"/>
                </a:lnTo>
                <a:lnTo>
                  <a:pt x="978462" y="118970"/>
                </a:lnTo>
                <a:lnTo>
                  <a:pt x="978892" y="118945"/>
                </a:lnTo>
                <a:lnTo>
                  <a:pt x="979328" y="118907"/>
                </a:lnTo>
                <a:lnTo>
                  <a:pt x="979767" y="118854"/>
                </a:lnTo>
                <a:lnTo>
                  <a:pt x="980207" y="118783"/>
                </a:lnTo>
                <a:lnTo>
                  <a:pt x="980644" y="118692"/>
                </a:lnTo>
                <a:lnTo>
                  <a:pt x="981076" y="118579"/>
                </a:lnTo>
                <a:lnTo>
                  <a:pt x="981499" y="118440"/>
                </a:lnTo>
                <a:lnTo>
                  <a:pt x="981909" y="118274"/>
                </a:lnTo>
                <a:lnTo>
                  <a:pt x="982305" y="118078"/>
                </a:lnTo>
                <a:lnTo>
                  <a:pt x="982682" y="117849"/>
                </a:lnTo>
                <a:lnTo>
                  <a:pt x="983039" y="117585"/>
                </a:lnTo>
                <a:lnTo>
                  <a:pt x="983370" y="117283"/>
                </a:lnTo>
                <a:lnTo>
                  <a:pt x="983675" y="116942"/>
                </a:lnTo>
                <a:lnTo>
                  <a:pt x="983949" y="116557"/>
                </a:lnTo>
                <a:lnTo>
                  <a:pt x="984189" y="116127"/>
                </a:lnTo>
                <a:lnTo>
                  <a:pt x="984392" y="115650"/>
                </a:lnTo>
                <a:lnTo>
                  <a:pt x="984556" y="115122"/>
                </a:lnTo>
                <a:lnTo>
                  <a:pt x="984677" y="114542"/>
                </a:lnTo>
                <a:lnTo>
                  <a:pt x="984752" y="113907"/>
                </a:lnTo>
                <a:lnTo>
                  <a:pt x="984777" y="113213"/>
                </a:lnTo>
                <a:lnTo>
                  <a:pt x="984752" y="112497"/>
                </a:lnTo>
                <a:lnTo>
                  <a:pt x="984677" y="111841"/>
                </a:lnTo>
                <a:lnTo>
                  <a:pt x="984556" y="111241"/>
                </a:lnTo>
                <a:lnTo>
                  <a:pt x="984392" y="110696"/>
                </a:lnTo>
                <a:lnTo>
                  <a:pt x="984189" y="110203"/>
                </a:lnTo>
                <a:lnTo>
                  <a:pt x="983949" y="109759"/>
                </a:lnTo>
                <a:lnTo>
                  <a:pt x="983675" y="109362"/>
                </a:lnTo>
                <a:lnTo>
                  <a:pt x="983370" y="109009"/>
                </a:lnTo>
                <a:lnTo>
                  <a:pt x="983039" y="108697"/>
                </a:lnTo>
                <a:lnTo>
                  <a:pt x="982682" y="108424"/>
                </a:lnTo>
                <a:lnTo>
                  <a:pt x="982305" y="108188"/>
                </a:lnTo>
                <a:lnTo>
                  <a:pt x="981909" y="107985"/>
                </a:lnTo>
                <a:lnTo>
                  <a:pt x="981499" y="107813"/>
                </a:lnTo>
                <a:lnTo>
                  <a:pt x="981076" y="107670"/>
                </a:lnTo>
                <a:lnTo>
                  <a:pt x="980644" y="107553"/>
                </a:lnTo>
                <a:lnTo>
                  <a:pt x="980207" y="107459"/>
                </a:lnTo>
                <a:lnTo>
                  <a:pt x="979767" y="107386"/>
                </a:lnTo>
                <a:lnTo>
                  <a:pt x="979328" y="107331"/>
                </a:lnTo>
                <a:lnTo>
                  <a:pt x="978892" y="107292"/>
                </a:lnTo>
                <a:lnTo>
                  <a:pt x="978462" y="107266"/>
                </a:lnTo>
                <a:lnTo>
                  <a:pt x="978043" y="107250"/>
                </a:lnTo>
                <a:lnTo>
                  <a:pt x="977636" y="107242"/>
                </a:lnTo>
                <a:lnTo>
                  <a:pt x="977245" y="107239"/>
                </a:lnTo>
                <a:lnTo>
                  <a:pt x="976873" y="107238"/>
                </a:lnTo>
                <a:lnTo>
                  <a:pt x="957401" y="107238"/>
                </a:lnTo>
                <a:lnTo>
                  <a:pt x="957401" y="47725"/>
                </a:lnTo>
                <a:lnTo>
                  <a:pt x="980923" y="47725"/>
                </a:lnTo>
                <a:lnTo>
                  <a:pt x="981294" y="47724"/>
                </a:lnTo>
                <a:lnTo>
                  <a:pt x="981683" y="47721"/>
                </a:lnTo>
                <a:lnTo>
                  <a:pt x="982085" y="47714"/>
                </a:lnTo>
                <a:lnTo>
                  <a:pt x="982499" y="47698"/>
                </a:lnTo>
                <a:lnTo>
                  <a:pt x="982921" y="47673"/>
                </a:lnTo>
                <a:lnTo>
                  <a:pt x="983348" y="47634"/>
                </a:lnTo>
                <a:lnTo>
                  <a:pt x="983778" y="47581"/>
                </a:lnTo>
                <a:lnTo>
                  <a:pt x="984208" y="47511"/>
                </a:lnTo>
                <a:lnTo>
                  <a:pt x="984634" y="47420"/>
                </a:lnTo>
                <a:lnTo>
                  <a:pt x="985054" y="47306"/>
                </a:lnTo>
                <a:lnTo>
                  <a:pt x="985464" y="47168"/>
                </a:lnTo>
                <a:lnTo>
                  <a:pt x="985863" y="47002"/>
                </a:lnTo>
                <a:lnTo>
                  <a:pt x="986247" y="46806"/>
                </a:lnTo>
                <a:lnTo>
                  <a:pt x="986612" y="46577"/>
                </a:lnTo>
                <a:lnTo>
                  <a:pt x="986957" y="46313"/>
                </a:lnTo>
                <a:lnTo>
                  <a:pt x="987277" y="46011"/>
                </a:lnTo>
                <a:lnTo>
                  <a:pt x="987571" y="45669"/>
                </a:lnTo>
                <a:lnTo>
                  <a:pt x="987836" y="45285"/>
                </a:lnTo>
                <a:lnTo>
                  <a:pt x="988067" y="44855"/>
                </a:lnTo>
                <a:lnTo>
                  <a:pt x="988264" y="44378"/>
                </a:lnTo>
                <a:lnTo>
                  <a:pt x="988421" y="43850"/>
                </a:lnTo>
                <a:lnTo>
                  <a:pt x="988537" y="43270"/>
                </a:lnTo>
                <a:lnTo>
                  <a:pt x="988609" y="42634"/>
                </a:lnTo>
                <a:lnTo>
                  <a:pt x="988634" y="41941"/>
                </a:lnTo>
                <a:lnTo>
                  <a:pt x="988610" y="41224"/>
                </a:lnTo>
                <a:lnTo>
                  <a:pt x="988541" y="40567"/>
                </a:lnTo>
                <a:lnTo>
                  <a:pt x="988429" y="39968"/>
                </a:lnTo>
                <a:lnTo>
                  <a:pt x="988277" y="39422"/>
                </a:lnTo>
                <a:lnTo>
                  <a:pt x="988087" y="38929"/>
                </a:lnTo>
                <a:lnTo>
                  <a:pt x="987863" y="38485"/>
                </a:lnTo>
                <a:lnTo>
                  <a:pt x="987606" y="38087"/>
                </a:lnTo>
                <a:lnTo>
                  <a:pt x="987320" y="37734"/>
                </a:lnTo>
                <a:lnTo>
                  <a:pt x="987007" y="37422"/>
                </a:lnTo>
                <a:lnTo>
                  <a:pt x="986670" y="37149"/>
                </a:lnTo>
                <a:lnTo>
                  <a:pt x="986312" y="36913"/>
                </a:lnTo>
                <a:lnTo>
                  <a:pt x="985935" y="36710"/>
                </a:lnTo>
                <a:lnTo>
                  <a:pt x="985542" y="36538"/>
                </a:lnTo>
                <a:lnTo>
                  <a:pt x="985135" y="36395"/>
                </a:lnTo>
                <a:lnTo>
                  <a:pt x="984718" y="36278"/>
                </a:lnTo>
                <a:lnTo>
                  <a:pt x="984293" y="36184"/>
                </a:lnTo>
                <a:lnTo>
                  <a:pt x="983862" y="36111"/>
                </a:lnTo>
                <a:lnTo>
                  <a:pt x="983429" y="36056"/>
                </a:lnTo>
                <a:lnTo>
                  <a:pt x="982996" y="36017"/>
                </a:lnTo>
                <a:lnTo>
                  <a:pt x="982565" y="35990"/>
                </a:lnTo>
                <a:lnTo>
                  <a:pt x="982140" y="35974"/>
                </a:lnTo>
                <a:lnTo>
                  <a:pt x="981723" y="35966"/>
                </a:lnTo>
                <a:lnTo>
                  <a:pt x="981316" y="35963"/>
                </a:lnTo>
                <a:lnTo>
                  <a:pt x="980923" y="35963"/>
                </a:lnTo>
                <a:lnTo>
                  <a:pt x="957401" y="35963"/>
                </a:lnTo>
                <a:lnTo>
                  <a:pt x="957401" y="26863"/>
                </a:lnTo>
                <a:lnTo>
                  <a:pt x="957467" y="25053"/>
                </a:lnTo>
                <a:lnTo>
                  <a:pt x="957659" y="23394"/>
                </a:lnTo>
                <a:lnTo>
                  <a:pt x="957967" y="21879"/>
                </a:lnTo>
                <a:lnTo>
                  <a:pt x="958385" y="20501"/>
                </a:lnTo>
                <a:lnTo>
                  <a:pt x="958902" y="19255"/>
                </a:lnTo>
                <a:lnTo>
                  <a:pt x="959510" y="18133"/>
                </a:lnTo>
                <a:lnTo>
                  <a:pt x="960200" y="17129"/>
                </a:lnTo>
                <a:lnTo>
                  <a:pt x="960964" y="16236"/>
                </a:lnTo>
                <a:lnTo>
                  <a:pt x="961793" y="15449"/>
                </a:lnTo>
                <a:lnTo>
                  <a:pt x="962678" y="14760"/>
                </a:lnTo>
                <a:lnTo>
                  <a:pt x="963611" y="14162"/>
                </a:lnTo>
                <a:lnTo>
                  <a:pt x="964583" y="13650"/>
                </a:lnTo>
                <a:lnTo>
                  <a:pt x="965584" y="13216"/>
                </a:lnTo>
                <a:lnTo>
                  <a:pt x="966607" y="12854"/>
                </a:lnTo>
                <a:lnTo>
                  <a:pt x="967643" y="12558"/>
                </a:lnTo>
                <a:lnTo>
                  <a:pt x="968683" y="12321"/>
                </a:lnTo>
                <a:lnTo>
                  <a:pt x="969718" y="12137"/>
                </a:lnTo>
                <a:lnTo>
                  <a:pt x="970740" y="11998"/>
                </a:lnTo>
                <a:lnTo>
                  <a:pt x="971740" y="11899"/>
                </a:lnTo>
                <a:lnTo>
                  <a:pt x="972708" y="11832"/>
                </a:lnTo>
                <a:lnTo>
                  <a:pt x="973638" y="11792"/>
                </a:lnTo>
                <a:lnTo>
                  <a:pt x="974519" y="11771"/>
                </a:lnTo>
                <a:lnTo>
                  <a:pt x="975343" y="11763"/>
                </a:lnTo>
                <a:lnTo>
                  <a:pt x="976102" y="11762"/>
                </a:lnTo>
                <a:lnTo>
                  <a:pt x="976111" y="11893"/>
                </a:lnTo>
                <a:lnTo>
                  <a:pt x="976140" y="12088"/>
                </a:lnTo>
                <a:lnTo>
                  <a:pt x="976190" y="12342"/>
                </a:lnTo>
                <a:lnTo>
                  <a:pt x="976262" y="12647"/>
                </a:lnTo>
                <a:lnTo>
                  <a:pt x="976358" y="12999"/>
                </a:lnTo>
                <a:lnTo>
                  <a:pt x="976479" y="13389"/>
                </a:lnTo>
                <a:lnTo>
                  <a:pt x="976626" y="13813"/>
                </a:lnTo>
                <a:lnTo>
                  <a:pt x="976802" y="14264"/>
                </a:lnTo>
                <a:lnTo>
                  <a:pt x="977007" y="14736"/>
                </a:lnTo>
                <a:lnTo>
                  <a:pt x="977243" y="15223"/>
                </a:lnTo>
                <a:lnTo>
                  <a:pt x="977511" y="15718"/>
                </a:lnTo>
                <a:lnTo>
                  <a:pt x="977813" y="16215"/>
                </a:lnTo>
                <a:lnTo>
                  <a:pt x="978150" y="16708"/>
                </a:lnTo>
                <a:lnTo>
                  <a:pt x="978524" y="17191"/>
                </a:lnTo>
                <a:lnTo>
                  <a:pt x="978936" y="17658"/>
                </a:lnTo>
                <a:lnTo>
                  <a:pt x="979387" y="18101"/>
                </a:lnTo>
                <a:lnTo>
                  <a:pt x="979879" y="18516"/>
                </a:lnTo>
                <a:lnTo>
                  <a:pt x="980413" y="18896"/>
                </a:lnTo>
                <a:lnTo>
                  <a:pt x="980991" y="19234"/>
                </a:lnTo>
                <a:lnTo>
                  <a:pt x="981614" y="19525"/>
                </a:lnTo>
                <a:lnTo>
                  <a:pt x="982284" y="19762"/>
                </a:lnTo>
                <a:lnTo>
                  <a:pt x="983001" y="19939"/>
                </a:lnTo>
                <a:lnTo>
                  <a:pt x="983768" y="20050"/>
                </a:lnTo>
                <a:lnTo>
                  <a:pt x="984586" y="20088"/>
                </a:lnTo>
                <a:lnTo>
                  <a:pt x="985070" y="20072"/>
                </a:lnTo>
                <a:lnTo>
                  <a:pt x="985559" y="20024"/>
                </a:lnTo>
                <a:lnTo>
                  <a:pt x="986049" y="19944"/>
                </a:lnTo>
                <a:lnTo>
                  <a:pt x="986538" y="19833"/>
                </a:lnTo>
                <a:lnTo>
                  <a:pt x="987025" y="19691"/>
                </a:lnTo>
                <a:lnTo>
                  <a:pt x="987507" y="19519"/>
                </a:lnTo>
                <a:lnTo>
                  <a:pt x="987982" y="19317"/>
                </a:lnTo>
                <a:lnTo>
                  <a:pt x="988448" y="19084"/>
                </a:lnTo>
                <a:lnTo>
                  <a:pt x="988902" y="18822"/>
                </a:lnTo>
                <a:lnTo>
                  <a:pt x="989343" y="18531"/>
                </a:lnTo>
                <a:lnTo>
                  <a:pt x="989769" y="18210"/>
                </a:lnTo>
                <a:lnTo>
                  <a:pt x="990176" y="17861"/>
                </a:lnTo>
                <a:lnTo>
                  <a:pt x="990563" y="17484"/>
                </a:lnTo>
                <a:lnTo>
                  <a:pt x="990928" y="17080"/>
                </a:lnTo>
                <a:lnTo>
                  <a:pt x="991269" y="16647"/>
                </a:lnTo>
                <a:lnTo>
                  <a:pt x="991583" y="16187"/>
                </a:lnTo>
                <a:lnTo>
                  <a:pt x="991868" y="15701"/>
                </a:lnTo>
                <a:lnTo>
                  <a:pt x="992122" y="15188"/>
                </a:lnTo>
                <a:lnTo>
                  <a:pt x="992344" y="14648"/>
                </a:lnTo>
                <a:lnTo>
                  <a:pt x="992529" y="14083"/>
                </a:lnTo>
                <a:lnTo>
                  <a:pt x="992678" y="13493"/>
                </a:lnTo>
                <a:lnTo>
                  <a:pt x="992786" y="12877"/>
                </a:lnTo>
                <a:lnTo>
                  <a:pt x="992853" y="12236"/>
                </a:lnTo>
                <a:lnTo>
                  <a:pt x="992876" y="11571"/>
                </a:lnTo>
                <a:lnTo>
                  <a:pt x="992798" y="10184"/>
                </a:lnTo>
                <a:lnTo>
                  <a:pt x="992571" y="8912"/>
                </a:lnTo>
                <a:lnTo>
                  <a:pt x="992207" y="7752"/>
                </a:lnTo>
                <a:lnTo>
                  <a:pt x="991719" y="6696"/>
                </a:lnTo>
                <a:lnTo>
                  <a:pt x="991119" y="5741"/>
                </a:lnTo>
                <a:lnTo>
                  <a:pt x="990418" y="4881"/>
                </a:lnTo>
                <a:close/>
                <a:moveTo>
                  <a:pt x="2018687" y="109759"/>
                </a:moveTo>
                <a:lnTo>
                  <a:pt x="2018421" y="109362"/>
                </a:lnTo>
                <a:lnTo>
                  <a:pt x="2018125" y="109009"/>
                </a:lnTo>
                <a:lnTo>
                  <a:pt x="2017801" y="108697"/>
                </a:lnTo>
                <a:lnTo>
                  <a:pt x="2017453" y="108424"/>
                </a:lnTo>
                <a:lnTo>
                  <a:pt x="2017083" y="108188"/>
                </a:lnTo>
                <a:lnTo>
                  <a:pt x="2016694" y="107985"/>
                </a:lnTo>
                <a:lnTo>
                  <a:pt x="2016288" y="107813"/>
                </a:lnTo>
                <a:lnTo>
                  <a:pt x="2015870" y="107670"/>
                </a:lnTo>
                <a:lnTo>
                  <a:pt x="2015441" y="107553"/>
                </a:lnTo>
                <a:lnTo>
                  <a:pt x="2015005" y="107459"/>
                </a:lnTo>
                <a:lnTo>
                  <a:pt x="2014564" y="107386"/>
                </a:lnTo>
                <a:lnTo>
                  <a:pt x="2014121" y="107331"/>
                </a:lnTo>
                <a:lnTo>
                  <a:pt x="2013679" y="107292"/>
                </a:lnTo>
                <a:lnTo>
                  <a:pt x="2013241" y="107266"/>
                </a:lnTo>
                <a:lnTo>
                  <a:pt x="2012810" y="107250"/>
                </a:lnTo>
                <a:lnTo>
                  <a:pt x="2012388" y="107242"/>
                </a:lnTo>
                <a:lnTo>
                  <a:pt x="2011978" y="107239"/>
                </a:lnTo>
                <a:lnTo>
                  <a:pt x="2011584" y="107238"/>
                </a:lnTo>
                <a:lnTo>
                  <a:pt x="2003100" y="107238"/>
                </a:lnTo>
                <a:lnTo>
                  <a:pt x="2003100" y="62576"/>
                </a:lnTo>
                <a:lnTo>
                  <a:pt x="2003049" y="60203"/>
                </a:lnTo>
                <a:lnTo>
                  <a:pt x="2002898" y="57944"/>
                </a:lnTo>
                <a:lnTo>
                  <a:pt x="2002648" y="55800"/>
                </a:lnTo>
                <a:lnTo>
                  <a:pt x="2002301" y="53768"/>
                </a:lnTo>
                <a:lnTo>
                  <a:pt x="2001860" y="51847"/>
                </a:lnTo>
                <a:lnTo>
                  <a:pt x="2001326" y="50036"/>
                </a:lnTo>
                <a:lnTo>
                  <a:pt x="2000701" y="48334"/>
                </a:lnTo>
                <a:lnTo>
                  <a:pt x="1999987" y="46739"/>
                </a:lnTo>
                <a:lnTo>
                  <a:pt x="1999186" y="45251"/>
                </a:lnTo>
                <a:lnTo>
                  <a:pt x="1998300" y="43867"/>
                </a:lnTo>
                <a:lnTo>
                  <a:pt x="1997331" y="42588"/>
                </a:lnTo>
                <a:lnTo>
                  <a:pt x="1996281" y="41411"/>
                </a:lnTo>
                <a:lnTo>
                  <a:pt x="1995151" y="40335"/>
                </a:lnTo>
                <a:lnTo>
                  <a:pt x="1993944" y="39360"/>
                </a:lnTo>
                <a:lnTo>
                  <a:pt x="1992661" y="38483"/>
                </a:lnTo>
                <a:lnTo>
                  <a:pt x="1991305" y="37704"/>
                </a:lnTo>
                <a:lnTo>
                  <a:pt x="1989877" y="37021"/>
                </a:lnTo>
                <a:lnTo>
                  <a:pt x="1988380" y="36433"/>
                </a:lnTo>
                <a:lnTo>
                  <a:pt x="1986815" y="35939"/>
                </a:lnTo>
                <a:lnTo>
                  <a:pt x="1985183" y="35537"/>
                </a:lnTo>
                <a:lnTo>
                  <a:pt x="1983488" y="35227"/>
                </a:lnTo>
                <a:lnTo>
                  <a:pt x="1981731" y="35007"/>
                </a:lnTo>
                <a:lnTo>
                  <a:pt x="1979914" y="34876"/>
                </a:lnTo>
                <a:lnTo>
                  <a:pt x="1978039" y="34833"/>
                </a:lnTo>
                <a:lnTo>
                  <a:pt x="1976447" y="34867"/>
                </a:lnTo>
                <a:lnTo>
                  <a:pt x="1974899" y="34964"/>
                </a:lnTo>
                <a:lnTo>
                  <a:pt x="1973395" y="35122"/>
                </a:lnTo>
                <a:lnTo>
                  <a:pt x="1971937" y="35336"/>
                </a:lnTo>
                <a:lnTo>
                  <a:pt x="1970525" y="35601"/>
                </a:lnTo>
                <a:lnTo>
                  <a:pt x="1969158" y="35915"/>
                </a:lnTo>
                <a:lnTo>
                  <a:pt x="1967838" y="36272"/>
                </a:lnTo>
                <a:lnTo>
                  <a:pt x="1966564" y="36669"/>
                </a:lnTo>
                <a:lnTo>
                  <a:pt x="1965337" y="37101"/>
                </a:lnTo>
                <a:lnTo>
                  <a:pt x="1964157" y="37565"/>
                </a:lnTo>
                <a:lnTo>
                  <a:pt x="1963025" y="38056"/>
                </a:lnTo>
                <a:lnTo>
                  <a:pt x="1961941" y="38570"/>
                </a:lnTo>
                <a:lnTo>
                  <a:pt x="1960904" y="39103"/>
                </a:lnTo>
                <a:lnTo>
                  <a:pt x="1959917" y="39651"/>
                </a:lnTo>
                <a:lnTo>
                  <a:pt x="1958978" y="40210"/>
                </a:lnTo>
                <a:lnTo>
                  <a:pt x="1958088" y="40776"/>
                </a:lnTo>
                <a:lnTo>
                  <a:pt x="1957248" y="41344"/>
                </a:lnTo>
                <a:lnTo>
                  <a:pt x="1956457" y="41911"/>
                </a:lnTo>
                <a:lnTo>
                  <a:pt x="1955717" y="42473"/>
                </a:lnTo>
                <a:lnTo>
                  <a:pt x="1955028" y="43025"/>
                </a:lnTo>
                <a:lnTo>
                  <a:pt x="1954389" y="43563"/>
                </a:lnTo>
                <a:lnTo>
                  <a:pt x="1953801" y="44083"/>
                </a:lnTo>
                <a:lnTo>
                  <a:pt x="1953265" y="44581"/>
                </a:lnTo>
                <a:lnTo>
                  <a:pt x="1952781" y="45053"/>
                </a:lnTo>
                <a:lnTo>
                  <a:pt x="1952781" y="9035"/>
                </a:lnTo>
                <a:lnTo>
                  <a:pt x="1952775" y="8309"/>
                </a:lnTo>
                <a:lnTo>
                  <a:pt x="1952754" y="7624"/>
                </a:lnTo>
                <a:lnTo>
                  <a:pt x="1952719" y="6980"/>
                </a:lnTo>
                <a:lnTo>
                  <a:pt x="1952665" y="6375"/>
                </a:lnTo>
                <a:lnTo>
                  <a:pt x="1952592" y="5808"/>
                </a:lnTo>
                <a:lnTo>
                  <a:pt x="1952498" y="5279"/>
                </a:lnTo>
                <a:lnTo>
                  <a:pt x="1952381" y="4786"/>
                </a:lnTo>
                <a:lnTo>
                  <a:pt x="1952239" y="4330"/>
                </a:lnTo>
                <a:lnTo>
                  <a:pt x="1952070" y="3908"/>
                </a:lnTo>
                <a:lnTo>
                  <a:pt x="1951872" y="3520"/>
                </a:lnTo>
                <a:lnTo>
                  <a:pt x="1951644" y="3165"/>
                </a:lnTo>
                <a:lnTo>
                  <a:pt x="1951384" y="2842"/>
                </a:lnTo>
                <a:lnTo>
                  <a:pt x="1951089" y="2550"/>
                </a:lnTo>
                <a:lnTo>
                  <a:pt x="1950759" y="2288"/>
                </a:lnTo>
                <a:lnTo>
                  <a:pt x="1950391" y="2055"/>
                </a:lnTo>
                <a:lnTo>
                  <a:pt x="1949983" y="1851"/>
                </a:lnTo>
                <a:lnTo>
                  <a:pt x="1949533" y="1675"/>
                </a:lnTo>
                <a:lnTo>
                  <a:pt x="1949040" y="1525"/>
                </a:lnTo>
                <a:lnTo>
                  <a:pt x="1948503" y="1400"/>
                </a:lnTo>
                <a:lnTo>
                  <a:pt x="1947918" y="1300"/>
                </a:lnTo>
                <a:lnTo>
                  <a:pt x="1947284" y="1224"/>
                </a:lnTo>
                <a:lnTo>
                  <a:pt x="1946599" y="1171"/>
                </a:lnTo>
                <a:lnTo>
                  <a:pt x="1945862" y="1140"/>
                </a:lnTo>
                <a:lnTo>
                  <a:pt x="1945071" y="1130"/>
                </a:lnTo>
                <a:lnTo>
                  <a:pt x="1930997" y="1130"/>
                </a:lnTo>
                <a:lnTo>
                  <a:pt x="1930603" y="1130"/>
                </a:lnTo>
                <a:lnTo>
                  <a:pt x="1930193" y="1133"/>
                </a:lnTo>
                <a:lnTo>
                  <a:pt x="1929772" y="1141"/>
                </a:lnTo>
                <a:lnTo>
                  <a:pt x="1929340" y="1157"/>
                </a:lnTo>
                <a:lnTo>
                  <a:pt x="1928902" y="1184"/>
                </a:lnTo>
                <a:lnTo>
                  <a:pt x="1928460" y="1223"/>
                </a:lnTo>
                <a:lnTo>
                  <a:pt x="1928017" y="1278"/>
                </a:lnTo>
                <a:lnTo>
                  <a:pt x="1927576" y="1351"/>
                </a:lnTo>
                <a:lnTo>
                  <a:pt x="1927140" y="1445"/>
                </a:lnTo>
                <a:lnTo>
                  <a:pt x="1926711" y="1562"/>
                </a:lnTo>
                <a:lnTo>
                  <a:pt x="1926293" y="1705"/>
                </a:lnTo>
                <a:lnTo>
                  <a:pt x="1925888" y="1877"/>
                </a:lnTo>
                <a:lnTo>
                  <a:pt x="1925499" y="2080"/>
                </a:lnTo>
                <a:lnTo>
                  <a:pt x="1925128" y="2316"/>
                </a:lnTo>
                <a:lnTo>
                  <a:pt x="1924780" y="2589"/>
                </a:lnTo>
                <a:lnTo>
                  <a:pt x="1924456" y="2901"/>
                </a:lnTo>
                <a:lnTo>
                  <a:pt x="1924160" y="3254"/>
                </a:lnTo>
                <a:lnTo>
                  <a:pt x="1923894" y="3652"/>
                </a:lnTo>
                <a:lnTo>
                  <a:pt x="1923661" y="4096"/>
                </a:lnTo>
                <a:lnTo>
                  <a:pt x="1923464" y="4589"/>
                </a:lnTo>
                <a:lnTo>
                  <a:pt x="1923306" y="5135"/>
                </a:lnTo>
                <a:lnTo>
                  <a:pt x="1923189" y="5734"/>
                </a:lnTo>
                <a:lnTo>
                  <a:pt x="1923117" y="6391"/>
                </a:lnTo>
                <a:lnTo>
                  <a:pt x="1923093" y="7108"/>
                </a:lnTo>
                <a:lnTo>
                  <a:pt x="1923118" y="7801"/>
                </a:lnTo>
                <a:lnTo>
                  <a:pt x="1923193" y="8437"/>
                </a:lnTo>
                <a:lnTo>
                  <a:pt x="1923313" y="9017"/>
                </a:lnTo>
                <a:lnTo>
                  <a:pt x="1923476" y="9545"/>
                </a:lnTo>
                <a:lnTo>
                  <a:pt x="1923679" y="10022"/>
                </a:lnTo>
                <a:lnTo>
                  <a:pt x="1923918" y="10452"/>
                </a:lnTo>
                <a:lnTo>
                  <a:pt x="1924190" y="10836"/>
                </a:lnTo>
                <a:lnTo>
                  <a:pt x="1924492" y="11178"/>
                </a:lnTo>
                <a:lnTo>
                  <a:pt x="1924821" y="11480"/>
                </a:lnTo>
                <a:lnTo>
                  <a:pt x="1925173" y="11744"/>
                </a:lnTo>
                <a:lnTo>
                  <a:pt x="1925546" y="11973"/>
                </a:lnTo>
                <a:lnTo>
                  <a:pt x="1925936" y="12169"/>
                </a:lnTo>
                <a:lnTo>
                  <a:pt x="1926340" y="12335"/>
                </a:lnTo>
                <a:lnTo>
                  <a:pt x="1926755" y="12473"/>
                </a:lnTo>
                <a:lnTo>
                  <a:pt x="1927178" y="12587"/>
                </a:lnTo>
                <a:lnTo>
                  <a:pt x="1927605" y="12678"/>
                </a:lnTo>
                <a:lnTo>
                  <a:pt x="1928034" y="12748"/>
                </a:lnTo>
                <a:lnTo>
                  <a:pt x="1928460" y="12801"/>
                </a:lnTo>
                <a:lnTo>
                  <a:pt x="1928882" y="12839"/>
                </a:lnTo>
                <a:lnTo>
                  <a:pt x="1929295" y="12865"/>
                </a:lnTo>
                <a:lnTo>
                  <a:pt x="1929697" y="12880"/>
                </a:lnTo>
                <a:lnTo>
                  <a:pt x="1930085" y="12888"/>
                </a:lnTo>
                <a:lnTo>
                  <a:pt x="1930454" y="12891"/>
                </a:lnTo>
                <a:lnTo>
                  <a:pt x="1930803" y="12892"/>
                </a:lnTo>
                <a:lnTo>
                  <a:pt x="1939481" y="12892"/>
                </a:lnTo>
                <a:lnTo>
                  <a:pt x="1939481" y="107238"/>
                </a:lnTo>
                <a:lnTo>
                  <a:pt x="1930997" y="107238"/>
                </a:lnTo>
                <a:lnTo>
                  <a:pt x="1930603" y="107239"/>
                </a:lnTo>
                <a:lnTo>
                  <a:pt x="1930193" y="107242"/>
                </a:lnTo>
                <a:lnTo>
                  <a:pt x="1929772" y="107250"/>
                </a:lnTo>
                <a:lnTo>
                  <a:pt x="1929340" y="107266"/>
                </a:lnTo>
                <a:lnTo>
                  <a:pt x="1928902" y="107292"/>
                </a:lnTo>
                <a:lnTo>
                  <a:pt x="1928460" y="107331"/>
                </a:lnTo>
                <a:lnTo>
                  <a:pt x="1928017" y="107386"/>
                </a:lnTo>
                <a:lnTo>
                  <a:pt x="1927576" y="107459"/>
                </a:lnTo>
                <a:lnTo>
                  <a:pt x="1927140" y="107553"/>
                </a:lnTo>
                <a:lnTo>
                  <a:pt x="1926711" y="107670"/>
                </a:lnTo>
                <a:lnTo>
                  <a:pt x="1926293" y="107813"/>
                </a:lnTo>
                <a:lnTo>
                  <a:pt x="1925888" y="107985"/>
                </a:lnTo>
                <a:lnTo>
                  <a:pt x="1925499" y="108188"/>
                </a:lnTo>
                <a:lnTo>
                  <a:pt x="1925128" y="108424"/>
                </a:lnTo>
                <a:lnTo>
                  <a:pt x="1924780" y="108697"/>
                </a:lnTo>
                <a:lnTo>
                  <a:pt x="1924456" y="109009"/>
                </a:lnTo>
                <a:lnTo>
                  <a:pt x="1924160" y="109362"/>
                </a:lnTo>
                <a:lnTo>
                  <a:pt x="1923894" y="109759"/>
                </a:lnTo>
                <a:lnTo>
                  <a:pt x="1923661" y="110203"/>
                </a:lnTo>
                <a:lnTo>
                  <a:pt x="1923464" y="110696"/>
                </a:lnTo>
                <a:lnTo>
                  <a:pt x="1923306" y="111241"/>
                </a:lnTo>
                <a:lnTo>
                  <a:pt x="1923189" y="111841"/>
                </a:lnTo>
                <a:lnTo>
                  <a:pt x="1923117" y="112497"/>
                </a:lnTo>
                <a:lnTo>
                  <a:pt x="1923093" y="113213"/>
                </a:lnTo>
                <a:lnTo>
                  <a:pt x="1923118" y="113907"/>
                </a:lnTo>
                <a:lnTo>
                  <a:pt x="1923193" y="114542"/>
                </a:lnTo>
                <a:lnTo>
                  <a:pt x="1923313" y="115122"/>
                </a:lnTo>
                <a:lnTo>
                  <a:pt x="1923476" y="115650"/>
                </a:lnTo>
                <a:lnTo>
                  <a:pt x="1923679" y="116127"/>
                </a:lnTo>
                <a:lnTo>
                  <a:pt x="1923918" y="116557"/>
                </a:lnTo>
                <a:lnTo>
                  <a:pt x="1924190" y="116942"/>
                </a:lnTo>
                <a:lnTo>
                  <a:pt x="1924492" y="117283"/>
                </a:lnTo>
                <a:lnTo>
                  <a:pt x="1924821" y="117585"/>
                </a:lnTo>
                <a:lnTo>
                  <a:pt x="1925173" y="117849"/>
                </a:lnTo>
                <a:lnTo>
                  <a:pt x="1925546" y="118078"/>
                </a:lnTo>
                <a:lnTo>
                  <a:pt x="1925936" y="118274"/>
                </a:lnTo>
                <a:lnTo>
                  <a:pt x="1926340" y="118440"/>
                </a:lnTo>
                <a:lnTo>
                  <a:pt x="1926755" y="118579"/>
                </a:lnTo>
                <a:lnTo>
                  <a:pt x="1927178" y="118692"/>
                </a:lnTo>
                <a:lnTo>
                  <a:pt x="1927605" y="118783"/>
                </a:lnTo>
                <a:lnTo>
                  <a:pt x="1928034" y="118854"/>
                </a:lnTo>
                <a:lnTo>
                  <a:pt x="1928460" y="118907"/>
                </a:lnTo>
                <a:lnTo>
                  <a:pt x="1928882" y="118945"/>
                </a:lnTo>
                <a:lnTo>
                  <a:pt x="1929295" y="118970"/>
                </a:lnTo>
                <a:lnTo>
                  <a:pt x="1929697" y="118986"/>
                </a:lnTo>
                <a:lnTo>
                  <a:pt x="1930085" y="118994"/>
                </a:lnTo>
                <a:lnTo>
                  <a:pt x="1930454" y="118997"/>
                </a:lnTo>
                <a:lnTo>
                  <a:pt x="1930803" y="118997"/>
                </a:lnTo>
                <a:lnTo>
                  <a:pt x="1961459" y="118997"/>
                </a:lnTo>
                <a:lnTo>
                  <a:pt x="1961808" y="118997"/>
                </a:lnTo>
                <a:lnTo>
                  <a:pt x="1962178" y="118994"/>
                </a:lnTo>
                <a:lnTo>
                  <a:pt x="1962565" y="118986"/>
                </a:lnTo>
                <a:lnTo>
                  <a:pt x="1962967" y="118970"/>
                </a:lnTo>
                <a:lnTo>
                  <a:pt x="1963380" y="118945"/>
                </a:lnTo>
                <a:lnTo>
                  <a:pt x="1963802" y="118907"/>
                </a:lnTo>
                <a:lnTo>
                  <a:pt x="1964229" y="118854"/>
                </a:lnTo>
                <a:lnTo>
                  <a:pt x="1964657" y="118783"/>
                </a:lnTo>
                <a:lnTo>
                  <a:pt x="1965084" y="118692"/>
                </a:lnTo>
                <a:lnTo>
                  <a:pt x="1965507" y="118579"/>
                </a:lnTo>
                <a:lnTo>
                  <a:pt x="1965922" y="118440"/>
                </a:lnTo>
                <a:lnTo>
                  <a:pt x="1966326" y="118274"/>
                </a:lnTo>
                <a:lnTo>
                  <a:pt x="1966716" y="118078"/>
                </a:lnTo>
                <a:lnTo>
                  <a:pt x="1967089" y="117849"/>
                </a:lnTo>
                <a:lnTo>
                  <a:pt x="1967441" y="117585"/>
                </a:lnTo>
                <a:lnTo>
                  <a:pt x="1967770" y="117283"/>
                </a:lnTo>
                <a:lnTo>
                  <a:pt x="1968072" y="116942"/>
                </a:lnTo>
                <a:lnTo>
                  <a:pt x="1968344" y="116557"/>
                </a:lnTo>
                <a:lnTo>
                  <a:pt x="1968583" y="116127"/>
                </a:lnTo>
                <a:lnTo>
                  <a:pt x="1968786" y="115650"/>
                </a:lnTo>
                <a:lnTo>
                  <a:pt x="1968949" y="115122"/>
                </a:lnTo>
                <a:lnTo>
                  <a:pt x="1969069" y="114542"/>
                </a:lnTo>
                <a:lnTo>
                  <a:pt x="1969144" y="113907"/>
                </a:lnTo>
                <a:lnTo>
                  <a:pt x="1969170" y="113213"/>
                </a:lnTo>
                <a:lnTo>
                  <a:pt x="1969145" y="112497"/>
                </a:lnTo>
                <a:lnTo>
                  <a:pt x="1969073" y="111841"/>
                </a:lnTo>
                <a:lnTo>
                  <a:pt x="1968957" y="111241"/>
                </a:lnTo>
                <a:lnTo>
                  <a:pt x="1968798" y="110696"/>
                </a:lnTo>
                <a:lnTo>
                  <a:pt x="1968601" y="110203"/>
                </a:lnTo>
                <a:lnTo>
                  <a:pt x="1968368" y="109759"/>
                </a:lnTo>
                <a:lnTo>
                  <a:pt x="1968102" y="109362"/>
                </a:lnTo>
                <a:lnTo>
                  <a:pt x="1967806" y="109009"/>
                </a:lnTo>
                <a:lnTo>
                  <a:pt x="1967482" y="108697"/>
                </a:lnTo>
                <a:lnTo>
                  <a:pt x="1967134" y="108424"/>
                </a:lnTo>
                <a:lnTo>
                  <a:pt x="1966764" y="108188"/>
                </a:lnTo>
                <a:lnTo>
                  <a:pt x="1966375" y="107985"/>
                </a:lnTo>
                <a:lnTo>
                  <a:pt x="1965969" y="107813"/>
                </a:lnTo>
                <a:lnTo>
                  <a:pt x="1965551" y="107670"/>
                </a:lnTo>
                <a:lnTo>
                  <a:pt x="1965122" y="107553"/>
                </a:lnTo>
                <a:lnTo>
                  <a:pt x="1964686" y="107459"/>
                </a:lnTo>
                <a:lnTo>
                  <a:pt x="1964245" y="107386"/>
                </a:lnTo>
                <a:lnTo>
                  <a:pt x="1963802" y="107331"/>
                </a:lnTo>
                <a:lnTo>
                  <a:pt x="1963360" y="107292"/>
                </a:lnTo>
                <a:lnTo>
                  <a:pt x="1962922" y="107266"/>
                </a:lnTo>
                <a:lnTo>
                  <a:pt x="1962491" y="107250"/>
                </a:lnTo>
                <a:lnTo>
                  <a:pt x="1962069" y="107242"/>
                </a:lnTo>
                <a:lnTo>
                  <a:pt x="1961659" y="107239"/>
                </a:lnTo>
                <a:lnTo>
                  <a:pt x="1961265" y="107238"/>
                </a:lnTo>
                <a:lnTo>
                  <a:pt x="1952781" y="107238"/>
                </a:lnTo>
                <a:lnTo>
                  <a:pt x="1952781" y="73164"/>
                </a:lnTo>
                <a:lnTo>
                  <a:pt x="1952854" y="70819"/>
                </a:lnTo>
                <a:lnTo>
                  <a:pt x="1953067" y="68597"/>
                </a:lnTo>
                <a:lnTo>
                  <a:pt x="1953413" y="66495"/>
                </a:lnTo>
                <a:lnTo>
                  <a:pt x="1953883" y="64511"/>
                </a:lnTo>
                <a:lnTo>
                  <a:pt x="1954470" y="62644"/>
                </a:lnTo>
                <a:lnTo>
                  <a:pt x="1955164" y="60891"/>
                </a:lnTo>
                <a:lnTo>
                  <a:pt x="1955958" y="59250"/>
                </a:lnTo>
                <a:lnTo>
                  <a:pt x="1956844" y="57719"/>
                </a:lnTo>
                <a:lnTo>
                  <a:pt x="1957814" y="56297"/>
                </a:lnTo>
                <a:lnTo>
                  <a:pt x="1958859" y="54981"/>
                </a:lnTo>
                <a:lnTo>
                  <a:pt x="1959972" y="53769"/>
                </a:lnTo>
                <a:lnTo>
                  <a:pt x="1961144" y="52660"/>
                </a:lnTo>
                <a:lnTo>
                  <a:pt x="1962367" y="51651"/>
                </a:lnTo>
                <a:lnTo>
                  <a:pt x="1963634" y="50740"/>
                </a:lnTo>
                <a:lnTo>
                  <a:pt x="1964935" y="49925"/>
                </a:lnTo>
                <a:lnTo>
                  <a:pt x="1966263" y="49205"/>
                </a:lnTo>
                <a:lnTo>
                  <a:pt x="1967610" y="48577"/>
                </a:lnTo>
                <a:lnTo>
                  <a:pt x="1968968" y="48039"/>
                </a:lnTo>
                <a:lnTo>
                  <a:pt x="1970328" y="47590"/>
                </a:lnTo>
                <a:lnTo>
                  <a:pt x="1971683" y="47226"/>
                </a:lnTo>
                <a:lnTo>
                  <a:pt x="1973024" y="46947"/>
                </a:lnTo>
                <a:lnTo>
                  <a:pt x="1974343" y="46750"/>
                </a:lnTo>
                <a:lnTo>
                  <a:pt x="1975632" y="46634"/>
                </a:lnTo>
                <a:lnTo>
                  <a:pt x="1976883" y="46595"/>
                </a:lnTo>
                <a:lnTo>
                  <a:pt x="1978121" y="46623"/>
                </a:lnTo>
                <a:lnTo>
                  <a:pt x="1979283" y="46708"/>
                </a:lnTo>
                <a:lnTo>
                  <a:pt x="1980371" y="46849"/>
                </a:lnTo>
                <a:lnTo>
                  <a:pt x="1981387" y="47048"/>
                </a:lnTo>
                <a:lnTo>
                  <a:pt x="1982333" y="47304"/>
                </a:lnTo>
                <a:lnTo>
                  <a:pt x="1983211" y="47618"/>
                </a:lnTo>
                <a:lnTo>
                  <a:pt x="1984023" y="47990"/>
                </a:lnTo>
                <a:lnTo>
                  <a:pt x="1984772" y="48421"/>
                </a:lnTo>
                <a:lnTo>
                  <a:pt x="1985459" y="48910"/>
                </a:lnTo>
                <a:lnTo>
                  <a:pt x="1986086" y="49459"/>
                </a:lnTo>
                <a:lnTo>
                  <a:pt x="1986657" y="50067"/>
                </a:lnTo>
                <a:lnTo>
                  <a:pt x="1987171" y="50735"/>
                </a:lnTo>
                <a:lnTo>
                  <a:pt x="1987633" y="51463"/>
                </a:lnTo>
                <a:lnTo>
                  <a:pt x="1988044" y="52252"/>
                </a:lnTo>
                <a:lnTo>
                  <a:pt x="1988405" y="53101"/>
                </a:lnTo>
                <a:lnTo>
                  <a:pt x="1988720" y="54012"/>
                </a:lnTo>
                <a:lnTo>
                  <a:pt x="1988989" y="54984"/>
                </a:lnTo>
                <a:lnTo>
                  <a:pt x="1989216" y="56018"/>
                </a:lnTo>
                <a:lnTo>
                  <a:pt x="1989402" y="57114"/>
                </a:lnTo>
                <a:lnTo>
                  <a:pt x="1989550" y="58272"/>
                </a:lnTo>
                <a:lnTo>
                  <a:pt x="1989661" y="59494"/>
                </a:lnTo>
                <a:lnTo>
                  <a:pt x="1989738" y="60778"/>
                </a:lnTo>
                <a:lnTo>
                  <a:pt x="1989783" y="62126"/>
                </a:lnTo>
                <a:lnTo>
                  <a:pt x="1989797" y="63538"/>
                </a:lnTo>
                <a:lnTo>
                  <a:pt x="1989797" y="107238"/>
                </a:lnTo>
                <a:lnTo>
                  <a:pt x="1982281" y="107238"/>
                </a:lnTo>
                <a:lnTo>
                  <a:pt x="1981887" y="107239"/>
                </a:lnTo>
                <a:lnTo>
                  <a:pt x="1981477" y="107242"/>
                </a:lnTo>
                <a:lnTo>
                  <a:pt x="1981055" y="107250"/>
                </a:lnTo>
                <a:lnTo>
                  <a:pt x="1980624" y="107266"/>
                </a:lnTo>
                <a:lnTo>
                  <a:pt x="1980186" y="107292"/>
                </a:lnTo>
                <a:lnTo>
                  <a:pt x="1979744" y="107331"/>
                </a:lnTo>
                <a:lnTo>
                  <a:pt x="1979301" y="107386"/>
                </a:lnTo>
                <a:lnTo>
                  <a:pt x="1978860" y="107459"/>
                </a:lnTo>
                <a:lnTo>
                  <a:pt x="1978424" y="107553"/>
                </a:lnTo>
                <a:lnTo>
                  <a:pt x="1977995" y="107670"/>
                </a:lnTo>
                <a:lnTo>
                  <a:pt x="1977577" y="107813"/>
                </a:lnTo>
                <a:lnTo>
                  <a:pt x="1977172" y="107985"/>
                </a:lnTo>
                <a:lnTo>
                  <a:pt x="1976783" y="108188"/>
                </a:lnTo>
                <a:lnTo>
                  <a:pt x="1976412" y="108424"/>
                </a:lnTo>
                <a:lnTo>
                  <a:pt x="1976064" y="108697"/>
                </a:lnTo>
                <a:lnTo>
                  <a:pt x="1975740" y="109009"/>
                </a:lnTo>
                <a:lnTo>
                  <a:pt x="1975444" y="109362"/>
                </a:lnTo>
                <a:lnTo>
                  <a:pt x="1975178" y="109759"/>
                </a:lnTo>
                <a:lnTo>
                  <a:pt x="1974945" y="110203"/>
                </a:lnTo>
                <a:lnTo>
                  <a:pt x="1974748" y="110696"/>
                </a:lnTo>
                <a:lnTo>
                  <a:pt x="1974590" y="111241"/>
                </a:lnTo>
                <a:lnTo>
                  <a:pt x="1974473" y="111841"/>
                </a:lnTo>
                <a:lnTo>
                  <a:pt x="1974401" y="112497"/>
                </a:lnTo>
                <a:lnTo>
                  <a:pt x="1974377" y="113213"/>
                </a:lnTo>
                <a:lnTo>
                  <a:pt x="1974403" y="113907"/>
                </a:lnTo>
                <a:lnTo>
                  <a:pt x="1974481" y="114542"/>
                </a:lnTo>
                <a:lnTo>
                  <a:pt x="1974605" y="115122"/>
                </a:lnTo>
                <a:lnTo>
                  <a:pt x="1974775" y="115650"/>
                </a:lnTo>
                <a:lnTo>
                  <a:pt x="1974984" y="116127"/>
                </a:lnTo>
                <a:lnTo>
                  <a:pt x="1975232" y="116557"/>
                </a:lnTo>
                <a:lnTo>
                  <a:pt x="1975513" y="116942"/>
                </a:lnTo>
                <a:lnTo>
                  <a:pt x="1975826" y="117283"/>
                </a:lnTo>
                <a:lnTo>
                  <a:pt x="1976166" y="117585"/>
                </a:lnTo>
                <a:lnTo>
                  <a:pt x="1976529" y="117849"/>
                </a:lnTo>
                <a:lnTo>
                  <a:pt x="1976914" y="118078"/>
                </a:lnTo>
                <a:lnTo>
                  <a:pt x="1977316" y="118274"/>
                </a:lnTo>
                <a:lnTo>
                  <a:pt x="1977732" y="118440"/>
                </a:lnTo>
                <a:lnTo>
                  <a:pt x="1978159" y="118579"/>
                </a:lnTo>
                <a:lnTo>
                  <a:pt x="1978593" y="118692"/>
                </a:lnTo>
                <a:lnTo>
                  <a:pt x="1979032" y="118783"/>
                </a:lnTo>
                <a:lnTo>
                  <a:pt x="1979470" y="118854"/>
                </a:lnTo>
                <a:lnTo>
                  <a:pt x="1979907" y="118907"/>
                </a:lnTo>
                <a:lnTo>
                  <a:pt x="1980337" y="118945"/>
                </a:lnTo>
                <a:lnTo>
                  <a:pt x="1980758" y="118970"/>
                </a:lnTo>
                <a:lnTo>
                  <a:pt x="1981166" y="118986"/>
                </a:lnTo>
                <a:lnTo>
                  <a:pt x="1981558" y="118994"/>
                </a:lnTo>
                <a:lnTo>
                  <a:pt x="1981931" y="118997"/>
                </a:lnTo>
                <a:lnTo>
                  <a:pt x="1982281" y="118997"/>
                </a:lnTo>
                <a:lnTo>
                  <a:pt x="2011778" y="118997"/>
                </a:lnTo>
                <a:lnTo>
                  <a:pt x="2012127" y="118997"/>
                </a:lnTo>
                <a:lnTo>
                  <a:pt x="2012497" y="118994"/>
                </a:lnTo>
                <a:lnTo>
                  <a:pt x="2012884" y="118986"/>
                </a:lnTo>
                <a:lnTo>
                  <a:pt x="2013286" y="118970"/>
                </a:lnTo>
                <a:lnTo>
                  <a:pt x="2013699" y="118945"/>
                </a:lnTo>
                <a:lnTo>
                  <a:pt x="2014121" y="118907"/>
                </a:lnTo>
                <a:lnTo>
                  <a:pt x="2014548" y="118854"/>
                </a:lnTo>
                <a:lnTo>
                  <a:pt x="2014976" y="118783"/>
                </a:lnTo>
                <a:lnTo>
                  <a:pt x="2015403" y="118692"/>
                </a:lnTo>
                <a:lnTo>
                  <a:pt x="2015826" y="118579"/>
                </a:lnTo>
                <a:lnTo>
                  <a:pt x="2016241" y="118440"/>
                </a:lnTo>
                <a:lnTo>
                  <a:pt x="2016645" y="118274"/>
                </a:lnTo>
                <a:lnTo>
                  <a:pt x="2017035" y="118078"/>
                </a:lnTo>
                <a:lnTo>
                  <a:pt x="2017408" y="117849"/>
                </a:lnTo>
                <a:lnTo>
                  <a:pt x="2017760" y="117585"/>
                </a:lnTo>
                <a:lnTo>
                  <a:pt x="2018089" y="117283"/>
                </a:lnTo>
                <a:lnTo>
                  <a:pt x="2018391" y="116942"/>
                </a:lnTo>
                <a:lnTo>
                  <a:pt x="2018663" y="116557"/>
                </a:lnTo>
                <a:lnTo>
                  <a:pt x="2018902" y="116127"/>
                </a:lnTo>
                <a:lnTo>
                  <a:pt x="2019105" y="115650"/>
                </a:lnTo>
                <a:lnTo>
                  <a:pt x="2019268" y="115122"/>
                </a:lnTo>
                <a:lnTo>
                  <a:pt x="2019388" y="114542"/>
                </a:lnTo>
                <a:lnTo>
                  <a:pt x="2019463" y="113907"/>
                </a:lnTo>
                <a:lnTo>
                  <a:pt x="2019489" y="113213"/>
                </a:lnTo>
                <a:lnTo>
                  <a:pt x="2019464" y="112497"/>
                </a:lnTo>
                <a:lnTo>
                  <a:pt x="2019392" y="111841"/>
                </a:lnTo>
                <a:lnTo>
                  <a:pt x="2019276" y="111241"/>
                </a:lnTo>
                <a:lnTo>
                  <a:pt x="2019117" y="110696"/>
                </a:lnTo>
                <a:lnTo>
                  <a:pt x="2018920" y="110203"/>
                </a:lnTo>
                <a:lnTo>
                  <a:pt x="2018687" y="109759"/>
                </a:lnTo>
                <a:close/>
                <a:moveTo>
                  <a:pt x="1816233" y="109678"/>
                </a:moveTo>
                <a:lnTo>
                  <a:pt x="1815961" y="109294"/>
                </a:lnTo>
                <a:lnTo>
                  <a:pt x="1815659" y="108952"/>
                </a:lnTo>
                <a:lnTo>
                  <a:pt x="1815330" y="108650"/>
                </a:lnTo>
                <a:lnTo>
                  <a:pt x="1814978" y="108386"/>
                </a:lnTo>
                <a:lnTo>
                  <a:pt x="1814605" y="108157"/>
                </a:lnTo>
                <a:lnTo>
                  <a:pt x="1814215" y="107961"/>
                </a:lnTo>
                <a:lnTo>
                  <a:pt x="1813811" y="107795"/>
                </a:lnTo>
                <a:lnTo>
                  <a:pt x="1813396" y="107657"/>
                </a:lnTo>
                <a:lnTo>
                  <a:pt x="1812973" y="107543"/>
                </a:lnTo>
                <a:lnTo>
                  <a:pt x="1812546" y="107452"/>
                </a:lnTo>
                <a:lnTo>
                  <a:pt x="1812118" y="107382"/>
                </a:lnTo>
                <a:lnTo>
                  <a:pt x="1811691" y="107329"/>
                </a:lnTo>
                <a:lnTo>
                  <a:pt x="1811269" y="107290"/>
                </a:lnTo>
                <a:lnTo>
                  <a:pt x="1810856" y="107265"/>
                </a:lnTo>
                <a:lnTo>
                  <a:pt x="1810454" y="107249"/>
                </a:lnTo>
                <a:lnTo>
                  <a:pt x="1810066" y="107241"/>
                </a:lnTo>
                <a:lnTo>
                  <a:pt x="1809697" y="107239"/>
                </a:lnTo>
                <a:lnTo>
                  <a:pt x="1809348" y="107238"/>
                </a:lnTo>
                <a:lnTo>
                  <a:pt x="1800670" y="107238"/>
                </a:lnTo>
                <a:lnTo>
                  <a:pt x="1800670" y="9035"/>
                </a:lnTo>
                <a:lnTo>
                  <a:pt x="1800664" y="8309"/>
                </a:lnTo>
                <a:lnTo>
                  <a:pt x="1800643" y="7624"/>
                </a:lnTo>
                <a:lnTo>
                  <a:pt x="1800607" y="6980"/>
                </a:lnTo>
                <a:lnTo>
                  <a:pt x="1800554" y="6375"/>
                </a:lnTo>
                <a:lnTo>
                  <a:pt x="1800481" y="5808"/>
                </a:lnTo>
                <a:lnTo>
                  <a:pt x="1800387" y="5279"/>
                </a:lnTo>
                <a:lnTo>
                  <a:pt x="1800270" y="4786"/>
                </a:lnTo>
                <a:lnTo>
                  <a:pt x="1800127" y="4330"/>
                </a:lnTo>
                <a:lnTo>
                  <a:pt x="1799958" y="3908"/>
                </a:lnTo>
                <a:lnTo>
                  <a:pt x="1799761" y="3520"/>
                </a:lnTo>
                <a:lnTo>
                  <a:pt x="1799533" y="3165"/>
                </a:lnTo>
                <a:lnTo>
                  <a:pt x="1799272" y="2842"/>
                </a:lnTo>
                <a:lnTo>
                  <a:pt x="1798978" y="2550"/>
                </a:lnTo>
                <a:lnTo>
                  <a:pt x="1798648" y="2288"/>
                </a:lnTo>
                <a:lnTo>
                  <a:pt x="1798279" y="2055"/>
                </a:lnTo>
                <a:lnTo>
                  <a:pt x="1797871" y="1851"/>
                </a:lnTo>
                <a:lnTo>
                  <a:pt x="1797422" y="1675"/>
                </a:lnTo>
                <a:lnTo>
                  <a:pt x="1796929" y="1525"/>
                </a:lnTo>
                <a:lnTo>
                  <a:pt x="1796391" y="1400"/>
                </a:lnTo>
                <a:lnTo>
                  <a:pt x="1795806" y="1300"/>
                </a:lnTo>
                <a:lnTo>
                  <a:pt x="1795173" y="1224"/>
                </a:lnTo>
                <a:lnTo>
                  <a:pt x="1794488" y="1171"/>
                </a:lnTo>
                <a:lnTo>
                  <a:pt x="1793751" y="1140"/>
                </a:lnTo>
                <a:lnTo>
                  <a:pt x="1792959" y="1130"/>
                </a:lnTo>
                <a:lnTo>
                  <a:pt x="1778886" y="1130"/>
                </a:lnTo>
                <a:lnTo>
                  <a:pt x="1778492" y="1130"/>
                </a:lnTo>
                <a:lnTo>
                  <a:pt x="1778082" y="1133"/>
                </a:lnTo>
                <a:lnTo>
                  <a:pt x="1777660" y="1141"/>
                </a:lnTo>
                <a:lnTo>
                  <a:pt x="1777229" y="1157"/>
                </a:lnTo>
                <a:lnTo>
                  <a:pt x="1776791" y="1184"/>
                </a:lnTo>
                <a:lnTo>
                  <a:pt x="1776349" y="1223"/>
                </a:lnTo>
                <a:lnTo>
                  <a:pt x="1775906" y="1278"/>
                </a:lnTo>
                <a:lnTo>
                  <a:pt x="1775465" y="1351"/>
                </a:lnTo>
                <a:lnTo>
                  <a:pt x="1775029" y="1445"/>
                </a:lnTo>
                <a:lnTo>
                  <a:pt x="1774600" y="1562"/>
                </a:lnTo>
                <a:lnTo>
                  <a:pt x="1774182" y="1705"/>
                </a:lnTo>
                <a:lnTo>
                  <a:pt x="1773777" y="1877"/>
                </a:lnTo>
                <a:lnTo>
                  <a:pt x="1773387" y="2080"/>
                </a:lnTo>
                <a:lnTo>
                  <a:pt x="1773017" y="2316"/>
                </a:lnTo>
                <a:lnTo>
                  <a:pt x="1772669" y="2589"/>
                </a:lnTo>
                <a:lnTo>
                  <a:pt x="1772345" y="2901"/>
                </a:lnTo>
                <a:lnTo>
                  <a:pt x="1772049" y="3254"/>
                </a:lnTo>
                <a:lnTo>
                  <a:pt x="1771783" y="3652"/>
                </a:lnTo>
                <a:lnTo>
                  <a:pt x="1771550" y="4096"/>
                </a:lnTo>
                <a:lnTo>
                  <a:pt x="1771353" y="4589"/>
                </a:lnTo>
                <a:lnTo>
                  <a:pt x="1771195" y="5135"/>
                </a:lnTo>
                <a:lnTo>
                  <a:pt x="1771078" y="5734"/>
                </a:lnTo>
                <a:lnTo>
                  <a:pt x="1771006" y="6391"/>
                </a:lnTo>
                <a:lnTo>
                  <a:pt x="1770981" y="7108"/>
                </a:lnTo>
                <a:lnTo>
                  <a:pt x="1771007" y="7801"/>
                </a:lnTo>
                <a:lnTo>
                  <a:pt x="1771082" y="8437"/>
                </a:lnTo>
                <a:lnTo>
                  <a:pt x="1771202" y="9017"/>
                </a:lnTo>
                <a:lnTo>
                  <a:pt x="1771365" y="9545"/>
                </a:lnTo>
                <a:lnTo>
                  <a:pt x="1771568" y="10022"/>
                </a:lnTo>
                <a:lnTo>
                  <a:pt x="1771807" y="10452"/>
                </a:lnTo>
                <a:lnTo>
                  <a:pt x="1772079" y="10836"/>
                </a:lnTo>
                <a:lnTo>
                  <a:pt x="1772381" y="11178"/>
                </a:lnTo>
                <a:lnTo>
                  <a:pt x="1772710" y="11480"/>
                </a:lnTo>
                <a:lnTo>
                  <a:pt x="1773062" y="11744"/>
                </a:lnTo>
                <a:lnTo>
                  <a:pt x="1773435" y="11973"/>
                </a:lnTo>
                <a:lnTo>
                  <a:pt x="1773825" y="12169"/>
                </a:lnTo>
                <a:lnTo>
                  <a:pt x="1774229" y="12335"/>
                </a:lnTo>
                <a:lnTo>
                  <a:pt x="1774644" y="12473"/>
                </a:lnTo>
                <a:lnTo>
                  <a:pt x="1775067" y="12587"/>
                </a:lnTo>
                <a:lnTo>
                  <a:pt x="1775494" y="12678"/>
                </a:lnTo>
                <a:lnTo>
                  <a:pt x="1775922" y="12748"/>
                </a:lnTo>
                <a:lnTo>
                  <a:pt x="1776349" y="12801"/>
                </a:lnTo>
                <a:lnTo>
                  <a:pt x="1776771" y="12839"/>
                </a:lnTo>
                <a:lnTo>
                  <a:pt x="1777184" y="12865"/>
                </a:lnTo>
                <a:lnTo>
                  <a:pt x="1777586" y="12880"/>
                </a:lnTo>
                <a:lnTo>
                  <a:pt x="1777973" y="12888"/>
                </a:lnTo>
                <a:lnTo>
                  <a:pt x="1778343" y="12891"/>
                </a:lnTo>
                <a:lnTo>
                  <a:pt x="1778692" y="12892"/>
                </a:lnTo>
                <a:lnTo>
                  <a:pt x="1787367" y="12892"/>
                </a:lnTo>
                <a:lnTo>
                  <a:pt x="1787367" y="43512"/>
                </a:lnTo>
                <a:lnTo>
                  <a:pt x="1786564" y="42826"/>
                </a:lnTo>
                <a:lnTo>
                  <a:pt x="1785746" y="42166"/>
                </a:lnTo>
                <a:lnTo>
                  <a:pt x="1784912" y="41533"/>
                </a:lnTo>
                <a:lnTo>
                  <a:pt x="1784064" y="40927"/>
                </a:lnTo>
                <a:lnTo>
                  <a:pt x="1783201" y="40348"/>
                </a:lnTo>
                <a:lnTo>
                  <a:pt x="1782326" y="39796"/>
                </a:lnTo>
                <a:lnTo>
                  <a:pt x="1781437" y="39272"/>
                </a:lnTo>
                <a:lnTo>
                  <a:pt x="1780535" y="38776"/>
                </a:lnTo>
                <a:lnTo>
                  <a:pt x="1779622" y="38308"/>
                </a:lnTo>
                <a:lnTo>
                  <a:pt x="1778696" y="37868"/>
                </a:lnTo>
                <a:lnTo>
                  <a:pt x="1777760" y="37457"/>
                </a:lnTo>
                <a:lnTo>
                  <a:pt x="1776814" y="37075"/>
                </a:lnTo>
                <a:lnTo>
                  <a:pt x="1775857" y="36722"/>
                </a:lnTo>
                <a:lnTo>
                  <a:pt x="1774890" y="36398"/>
                </a:lnTo>
                <a:lnTo>
                  <a:pt x="1773915" y="36104"/>
                </a:lnTo>
                <a:lnTo>
                  <a:pt x="1772931" y="35840"/>
                </a:lnTo>
                <a:lnTo>
                  <a:pt x="1771939" y="35606"/>
                </a:lnTo>
                <a:lnTo>
                  <a:pt x="1770940" y="35403"/>
                </a:lnTo>
                <a:lnTo>
                  <a:pt x="1769933" y="35230"/>
                </a:lnTo>
                <a:lnTo>
                  <a:pt x="1768920" y="35088"/>
                </a:lnTo>
                <a:lnTo>
                  <a:pt x="1767901" y="34977"/>
                </a:lnTo>
                <a:lnTo>
                  <a:pt x="1766876" y="34897"/>
                </a:lnTo>
                <a:lnTo>
                  <a:pt x="1765847" y="34849"/>
                </a:lnTo>
                <a:lnTo>
                  <a:pt x="1764813" y="34833"/>
                </a:lnTo>
                <a:lnTo>
                  <a:pt x="1762200" y="34928"/>
                </a:lnTo>
                <a:lnTo>
                  <a:pt x="1759620" y="35207"/>
                </a:lnTo>
                <a:lnTo>
                  <a:pt x="1757080" y="35667"/>
                </a:lnTo>
                <a:lnTo>
                  <a:pt x="1754588" y="36302"/>
                </a:lnTo>
                <a:lnTo>
                  <a:pt x="1752149" y="37107"/>
                </a:lnTo>
                <a:lnTo>
                  <a:pt x="1749771" y="38076"/>
                </a:lnTo>
                <a:lnTo>
                  <a:pt x="1747461" y="39204"/>
                </a:lnTo>
                <a:lnTo>
                  <a:pt x="1745226" y="40485"/>
                </a:lnTo>
                <a:lnTo>
                  <a:pt x="1743072" y="41915"/>
                </a:lnTo>
                <a:lnTo>
                  <a:pt x="1741007" y="43488"/>
                </a:lnTo>
                <a:lnTo>
                  <a:pt x="1739037" y="45200"/>
                </a:lnTo>
                <a:lnTo>
                  <a:pt x="1737170" y="47043"/>
                </a:lnTo>
                <a:lnTo>
                  <a:pt x="1735413" y="49014"/>
                </a:lnTo>
                <a:lnTo>
                  <a:pt x="1733772" y="51108"/>
                </a:lnTo>
                <a:lnTo>
                  <a:pt x="1732254" y="53318"/>
                </a:lnTo>
                <a:lnTo>
                  <a:pt x="1730866" y="55639"/>
                </a:lnTo>
                <a:lnTo>
                  <a:pt x="1729616" y="58067"/>
                </a:lnTo>
                <a:lnTo>
                  <a:pt x="1728510" y="60596"/>
                </a:lnTo>
                <a:lnTo>
                  <a:pt x="1727555" y="63220"/>
                </a:lnTo>
                <a:lnTo>
                  <a:pt x="1726758" y="65935"/>
                </a:lnTo>
                <a:lnTo>
                  <a:pt x="1726126" y="68734"/>
                </a:lnTo>
                <a:lnTo>
                  <a:pt x="1725666" y="71614"/>
                </a:lnTo>
                <a:lnTo>
                  <a:pt x="1725385" y="74568"/>
                </a:lnTo>
                <a:lnTo>
                  <a:pt x="1725290" y="77592"/>
                </a:lnTo>
                <a:lnTo>
                  <a:pt x="1725379" y="80543"/>
                </a:lnTo>
                <a:lnTo>
                  <a:pt x="1725643" y="83435"/>
                </a:lnTo>
                <a:lnTo>
                  <a:pt x="1726075" y="86262"/>
                </a:lnTo>
                <a:lnTo>
                  <a:pt x="1726670" y="89018"/>
                </a:lnTo>
                <a:lnTo>
                  <a:pt x="1727420" y="91697"/>
                </a:lnTo>
                <a:lnTo>
                  <a:pt x="1728320" y="94292"/>
                </a:lnTo>
                <a:lnTo>
                  <a:pt x="1729364" y="96799"/>
                </a:lnTo>
                <a:lnTo>
                  <a:pt x="1730545" y="99212"/>
                </a:lnTo>
                <a:lnTo>
                  <a:pt x="1731857" y="101524"/>
                </a:lnTo>
                <a:lnTo>
                  <a:pt x="1733295" y="103729"/>
                </a:lnTo>
                <a:lnTo>
                  <a:pt x="1734851" y="105822"/>
                </a:lnTo>
                <a:lnTo>
                  <a:pt x="1736520" y="107797"/>
                </a:lnTo>
                <a:lnTo>
                  <a:pt x="1738295" y="109647"/>
                </a:lnTo>
                <a:lnTo>
                  <a:pt x="1740170" y="111368"/>
                </a:lnTo>
                <a:lnTo>
                  <a:pt x="1742140" y="112953"/>
                </a:lnTo>
                <a:lnTo>
                  <a:pt x="1744197" y="114396"/>
                </a:lnTo>
                <a:lnTo>
                  <a:pt x="1746337" y="115691"/>
                </a:lnTo>
                <a:lnTo>
                  <a:pt x="1748551" y="116832"/>
                </a:lnTo>
                <a:lnTo>
                  <a:pt x="1750835" y="117814"/>
                </a:lnTo>
                <a:lnTo>
                  <a:pt x="1753182" y="118631"/>
                </a:lnTo>
                <a:lnTo>
                  <a:pt x="1755586" y="119277"/>
                </a:lnTo>
                <a:lnTo>
                  <a:pt x="1758040" y="119745"/>
                </a:lnTo>
                <a:lnTo>
                  <a:pt x="1760539" y="120031"/>
                </a:lnTo>
                <a:lnTo>
                  <a:pt x="1763077" y="120127"/>
                </a:lnTo>
                <a:lnTo>
                  <a:pt x="1764412" y="120100"/>
                </a:lnTo>
                <a:lnTo>
                  <a:pt x="1765720" y="120021"/>
                </a:lnTo>
                <a:lnTo>
                  <a:pt x="1766999" y="119892"/>
                </a:lnTo>
                <a:lnTo>
                  <a:pt x="1768250" y="119716"/>
                </a:lnTo>
                <a:lnTo>
                  <a:pt x="1769473" y="119493"/>
                </a:lnTo>
                <a:lnTo>
                  <a:pt x="1770668" y="119226"/>
                </a:lnTo>
                <a:lnTo>
                  <a:pt x="1771835" y="118918"/>
                </a:lnTo>
                <a:lnTo>
                  <a:pt x="1772973" y="118571"/>
                </a:lnTo>
                <a:lnTo>
                  <a:pt x="1774084" y="118185"/>
                </a:lnTo>
                <a:lnTo>
                  <a:pt x="1775166" y="117765"/>
                </a:lnTo>
                <a:lnTo>
                  <a:pt x="1776220" y="117311"/>
                </a:lnTo>
                <a:lnTo>
                  <a:pt x="1777246" y="116826"/>
                </a:lnTo>
                <a:lnTo>
                  <a:pt x="1778244" y="116311"/>
                </a:lnTo>
                <a:lnTo>
                  <a:pt x="1779214" y="115770"/>
                </a:lnTo>
                <a:lnTo>
                  <a:pt x="1780156" y="115204"/>
                </a:lnTo>
                <a:lnTo>
                  <a:pt x="1781070" y="114615"/>
                </a:lnTo>
                <a:lnTo>
                  <a:pt x="1781955" y="114005"/>
                </a:lnTo>
                <a:lnTo>
                  <a:pt x="1782813" y="113376"/>
                </a:lnTo>
                <a:lnTo>
                  <a:pt x="1783642" y="112731"/>
                </a:lnTo>
                <a:lnTo>
                  <a:pt x="1784443" y="112072"/>
                </a:lnTo>
                <a:lnTo>
                  <a:pt x="1785216" y="111400"/>
                </a:lnTo>
                <a:lnTo>
                  <a:pt x="1785961" y="110717"/>
                </a:lnTo>
                <a:lnTo>
                  <a:pt x="1786678" y="110027"/>
                </a:lnTo>
                <a:lnTo>
                  <a:pt x="1787367" y="109330"/>
                </a:lnTo>
                <a:lnTo>
                  <a:pt x="1787368" y="110179"/>
                </a:lnTo>
                <a:lnTo>
                  <a:pt x="1787372" y="110984"/>
                </a:lnTo>
                <a:lnTo>
                  <a:pt x="1787382" y="111746"/>
                </a:lnTo>
                <a:lnTo>
                  <a:pt x="1787403" y="112466"/>
                </a:lnTo>
                <a:lnTo>
                  <a:pt x="1787437" y="113144"/>
                </a:lnTo>
                <a:lnTo>
                  <a:pt x="1787488" y="113781"/>
                </a:lnTo>
                <a:lnTo>
                  <a:pt x="1787559" y="114377"/>
                </a:lnTo>
                <a:lnTo>
                  <a:pt x="1787653" y="114934"/>
                </a:lnTo>
                <a:lnTo>
                  <a:pt x="1787774" y="115451"/>
                </a:lnTo>
                <a:lnTo>
                  <a:pt x="1787925" y="115931"/>
                </a:lnTo>
                <a:lnTo>
                  <a:pt x="1788110" y="116372"/>
                </a:lnTo>
                <a:lnTo>
                  <a:pt x="1788331" y="116777"/>
                </a:lnTo>
                <a:lnTo>
                  <a:pt x="1788593" y="117146"/>
                </a:lnTo>
                <a:lnTo>
                  <a:pt x="1788898" y="117478"/>
                </a:lnTo>
                <a:lnTo>
                  <a:pt x="1789250" y="117776"/>
                </a:lnTo>
                <a:lnTo>
                  <a:pt x="1789653" y="118040"/>
                </a:lnTo>
                <a:lnTo>
                  <a:pt x="1790108" y="118270"/>
                </a:lnTo>
                <a:lnTo>
                  <a:pt x="1790621" y="118467"/>
                </a:lnTo>
                <a:lnTo>
                  <a:pt x="1791194" y="118632"/>
                </a:lnTo>
                <a:lnTo>
                  <a:pt x="1791831" y="118765"/>
                </a:lnTo>
                <a:lnTo>
                  <a:pt x="1792534" y="118868"/>
                </a:lnTo>
                <a:lnTo>
                  <a:pt x="1793308" y="118940"/>
                </a:lnTo>
                <a:lnTo>
                  <a:pt x="1794156" y="118983"/>
                </a:lnTo>
                <a:lnTo>
                  <a:pt x="1795080" y="118997"/>
                </a:lnTo>
                <a:lnTo>
                  <a:pt x="1809154" y="118997"/>
                </a:lnTo>
                <a:lnTo>
                  <a:pt x="1809548" y="118997"/>
                </a:lnTo>
                <a:lnTo>
                  <a:pt x="1809958" y="118994"/>
                </a:lnTo>
                <a:lnTo>
                  <a:pt x="1810380" y="118986"/>
                </a:lnTo>
                <a:lnTo>
                  <a:pt x="1810811" y="118970"/>
                </a:lnTo>
                <a:lnTo>
                  <a:pt x="1811249" y="118943"/>
                </a:lnTo>
                <a:lnTo>
                  <a:pt x="1811691" y="118904"/>
                </a:lnTo>
                <a:lnTo>
                  <a:pt x="1812134" y="118849"/>
                </a:lnTo>
                <a:lnTo>
                  <a:pt x="1812575" y="118776"/>
                </a:lnTo>
                <a:lnTo>
                  <a:pt x="1813011" y="118682"/>
                </a:lnTo>
                <a:lnTo>
                  <a:pt x="1813440" y="118565"/>
                </a:lnTo>
                <a:lnTo>
                  <a:pt x="1813858" y="118422"/>
                </a:lnTo>
                <a:lnTo>
                  <a:pt x="1814263" y="118250"/>
                </a:lnTo>
                <a:lnTo>
                  <a:pt x="1814652" y="118048"/>
                </a:lnTo>
                <a:lnTo>
                  <a:pt x="1815023" y="117811"/>
                </a:lnTo>
                <a:lnTo>
                  <a:pt x="1815371" y="117538"/>
                </a:lnTo>
                <a:lnTo>
                  <a:pt x="1815695" y="117227"/>
                </a:lnTo>
                <a:lnTo>
                  <a:pt x="1815991" y="116874"/>
                </a:lnTo>
                <a:lnTo>
                  <a:pt x="1816257" y="116476"/>
                </a:lnTo>
                <a:lnTo>
                  <a:pt x="1816490" y="116033"/>
                </a:lnTo>
                <a:lnTo>
                  <a:pt x="1816687" y="115539"/>
                </a:lnTo>
                <a:lnTo>
                  <a:pt x="1816845" y="114994"/>
                </a:lnTo>
                <a:lnTo>
                  <a:pt x="1816962" y="114395"/>
                </a:lnTo>
                <a:lnTo>
                  <a:pt x="1817034" y="113738"/>
                </a:lnTo>
                <a:lnTo>
                  <a:pt x="1817058" y="113022"/>
                </a:lnTo>
                <a:lnTo>
                  <a:pt x="1817033" y="112329"/>
                </a:lnTo>
                <a:lnTo>
                  <a:pt x="1816958" y="111693"/>
                </a:lnTo>
                <a:lnTo>
                  <a:pt x="1816838" y="111113"/>
                </a:lnTo>
                <a:lnTo>
                  <a:pt x="1816675" y="110585"/>
                </a:lnTo>
                <a:lnTo>
                  <a:pt x="1816472" y="110108"/>
                </a:lnTo>
                <a:lnTo>
                  <a:pt x="1816233" y="109678"/>
                </a:lnTo>
                <a:close/>
                <a:moveTo>
                  <a:pt x="1785780" y="90334"/>
                </a:moveTo>
                <a:lnTo>
                  <a:pt x="1785215" y="91840"/>
                </a:lnTo>
                <a:lnTo>
                  <a:pt x="1784568" y="93336"/>
                </a:lnTo>
                <a:lnTo>
                  <a:pt x="1783839" y="94812"/>
                </a:lnTo>
                <a:lnTo>
                  <a:pt x="1783030" y="96259"/>
                </a:lnTo>
                <a:lnTo>
                  <a:pt x="1782141" y="97669"/>
                </a:lnTo>
                <a:lnTo>
                  <a:pt x="1781174" y="99031"/>
                </a:lnTo>
                <a:lnTo>
                  <a:pt x="1780129" y="100338"/>
                </a:lnTo>
                <a:lnTo>
                  <a:pt x="1779009" y="101578"/>
                </a:lnTo>
                <a:lnTo>
                  <a:pt x="1777813" y="102745"/>
                </a:lnTo>
                <a:lnTo>
                  <a:pt x="1776543" y="103827"/>
                </a:lnTo>
                <a:lnTo>
                  <a:pt x="1775200" y="104816"/>
                </a:lnTo>
                <a:lnTo>
                  <a:pt x="1773785" y="105703"/>
                </a:lnTo>
                <a:lnTo>
                  <a:pt x="1772299" y="106479"/>
                </a:lnTo>
                <a:lnTo>
                  <a:pt x="1770744" y="107135"/>
                </a:lnTo>
                <a:lnTo>
                  <a:pt x="1769120" y="107660"/>
                </a:lnTo>
                <a:lnTo>
                  <a:pt x="1767429" y="108047"/>
                </a:lnTo>
                <a:lnTo>
                  <a:pt x="1765671" y="108286"/>
                </a:lnTo>
                <a:lnTo>
                  <a:pt x="1763848" y="108368"/>
                </a:lnTo>
                <a:lnTo>
                  <a:pt x="1762148" y="108297"/>
                </a:lnTo>
                <a:lnTo>
                  <a:pt x="1760475" y="108089"/>
                </a:lnTo>
                <a:lnTo>
                  <a:pt x="1758833" y="107747"/>
                </a:lnTo>
                <a:lnTo>
                  <a:pt x="1757224" y="107277"/>
                </a:lnTo>
                <a:lnTo>
                  <a:pt x="1755654" y="106681"/>
                </a:lnTo>
                <a:lnTo>
                  <a:pt x="1754127" y="105965"/>
                </a:lnTo>
                <a:lnTo>
                  <a:pt x="1752646" y="105134"/>
                </a:lnTo>
                <a:lnTo>
                  <a:pt x="1751216" y="104191"/>
                </a:lnTo>
                <a:lnTo>
                  <a:pt x="1749842" y="103142"/>
                </a:lnTo>
                <a:lnTo>
                  <a:pt x="1748526" y="101990"/>
                </a:lnTo>
                <a:lnTo>
                  <a:pt x="1747273" y="100739"/>
                </a:lnTo>
                <a:lnTo>
                  <a:pt x="1746087" y="99396"/>
                </a:lnTo>
                <a:lnTo>
                  <a:pt x="1744973" y="97963"/>
                </a:lnTo>
                <a:lnTo>
                  <a:pt x="1743934" y="96445"/>
                </a:lnTo>
                <a:lnTo>
                  <a:pt x="1742974" y="94847"/>
                </a:lnTo>
                <a:lnTo>
                  <a:pt x="1742098" y="93172"/>
                </a:lnTo>
                <a:lnTo>
                  <a:pt x="1741310" y="91427"/>
                </a:lnTo>
                <a:lnTo>
                  <a:pt x="1740614" y="89614"/>
                </a:lnTo>
                <a:lnTo>
                  <a:pt x="1740013" y="87739"/>
                </a:lnTo>
                <a:lnTo>
                  <a:pt x="1739513" y="85805"/>
                </a:lnTo>
                <a:lnTo>
                  <a:pt x="1739116" y="83818"/>
                </a:lnTo>
                <a:lnTo>
                  <a:pt x="1738828" y="81781"/>
                </a:lnTo>
                <a:lnTo>
                  <a:pt x="1738652" y="79699"/>
                </a:lnTo>
                <a:lnTo>
                  <a:pt x="1738593" y="77577"/>
                </a:lnTo>
                <a:lnTo>
                  <a:pt x="1738662" y="75300"/>
                </a:lnTo>
                <a:lnTo>
                  <a:pt x="1738866" y="73087"/>
                </a:lnTo>
                <a:lnTo>
                  <a:pt x="1739199" y="70942"/>
                </a:lnTo>
                <a:lnTo>
                  <a:pt x="1739655" y="68868"/>
                </a:lnTo>
                <a:lnTo>
                  <a:pt x="1740228" y="66867"/>
                </a:lnTo>
                <a:lnTo>
                  <a:pt x="1740912" y="64943"/>
                </a:lnTo>
                <a:lnTo>
                  <a:pt x="1741702" y="63098"/>
                </a:lnTo>
                <a:lnTo>
                  <a:pt x="1742591" y="61335"/>
                </a:lnTo>
                <a:lnTo>
                  <a:pt x="1743574" y="59656"/>
                </a:lnTo>
                <a:lnTo>
                  <a:pt x="1744645" y="58066"/>
                </a:lnTo>
                <a:lnTo>
                  <a:pt x="1745798" y="56566"/>
                </a:lnTo>
                <a:lnTo>
                  <a:pt x="1747027" y="55159"/>
                </a:lnTo>
                <a:lnTo>
                  <a:pt x="1748326" y="53848"/>
                </a:lnTo>
                <a:lnTo>
                  <a:pt x="1749690" y="52637"/>
                </a:lnTo>
                <a:lnTo>
                  <a:pt x="1751112" y="51527"/>
                </a:lnTo>
                <a:lnTo>
                  <a:pt x="1752587" y="50522"/>
                </a:lnTo>
                <a:lnTo>
                  <a:pt x="1754109" y="49625"/>
                </a:lnTo>
                <a:lnTo>
                  <a:pt x="1755672" y="48838"/>
                </a:lnTo>
                <a:lnTo>
                  <a:pt x="1757270" y="48165"/>
                </a:lnTo>
                <a:lnTo>
                  <a:pt x="1758898" y="47607"/>
                </a:lnTo>
                <a:lnTo>
                  <a:pt x="1760549" y="47169"/>
                </a:lnTo>
                <a:lnTo>
                  <a:pt x="1762217" y="46852"/>
                </a:lnTo>
                <a:lnTo>
                  <a:pt x="1763897" y="46660"/>
                </a:lnTo>
                <a:lnTo>
                  <a:pt x="1765583" y="46595"/>
                </a:lnTo>
                <a:lnTo>
                  <a:pt x="1767110" y="46650"/>
                </a:lnTo>
                <a:lnTo>
                  <a:pt x="1768604" y="46813"/>
                </a:lnTo>
                <a:lnTo>
                  <a:pt x="1770062" y="47079"/>
                </a:lnTo>
                <a:lnTo>
                  <a:pt x="1771481" y="47442"/>
                </a:lnTo>
                <a:lnTo>
                  <a:pt x="1772859" y="47899"/>
                </a:lnTo>
                <a:lnTo>
                  <a:pt x="1774192" y="48444"/>
                </a:lnTo>
                <a:lnTo>
                  <a:pt x="1775478" y="49073"/>
                </a:lnTo>
                <a:lnTo>
                  <a:pt x="1776714" y="49781"/>
                </a:lnTo>
                <a:lnTo>
                  <a:pt x="1777898" y="50563"/>
                </a:lnTo>
                <a:lnTo>
                  <a:pt x="1779025" y="51414"/>
                </a:lnTo>
                <a:lnTo>
                  <a:pt x="1780094" y="52331"/>
                </a:lnTo>
                <a:lnTo>
                  <a:pt x="1781102" y="53306"/>
                </a:lnTo>
                <a:lnTo>
                  <a:pt x="1782045" y="54338"/>
                </a:lnTo>
                <a:lnTo>
                  <a:pt x="1782921" y="55419"/>
                </a:lnTo>
                <a:lnTo>
                  <a:pt x="1783728" y="56546"/>
                </a:lnTo>
                <a:lnTo>
                  <a:pt x="1784461" y="57714"/>
                </a:lnTo>
                <a:lnTo>
                  <a:pt x="1785119" y="58918"/>
                </a:lnTo>
                <a:lnTo>
                  <a:pt x="1785698" y="60153"/>
                </a:lnTo>
                <a:lnTo>
                  <a:pt x="1786196" y="61415"/>
                </a:lnTo>
                <a:lnTo>
                  <a:pt x="1786610" y="62699"/>
                </a:lnTo>
                <a:lnTo>
                  <a:pt x="1786937" y="64000"/>
                </a:lnTo>
                <a:lnTo>
                  <a:pt x="1787174" y="65313"/>
                </a:lnTo>
                <a:lnTo>
                  <a:pt x="1787318" y="66633"/>
                </a:lnTo>
                <a:lnTo>
                  <a:pt x="1787367" y="67957"/>
                </a:lnTo>
                <a:lnTo>
                  <a:pt x="1787367" y="81593"/>
                </a:lnTo>
                <a:lnTo>
                  <a:pt x="1787322" y="82969"/>
                </a:lnTo>
                <a:lnTo>
                  <a:pt x="1787188" y="84389"/>
                </a:lnTo>
                <a:lnTo>
                  <a:pt x="1786965" y="85845"/>
                </a:lnTo>
                <a:lnTo>
                  <a:pt x="1786656" y="87327"/>
                </a:lnTo>
                <a:lnTo>
                  <a:pt x="1786260" y="88827"/>
                </a:lnTo>
                <a:lnTo>
                  <a:pt x="1785780" y="90334"/>
                </a:lnTo>
                <a:close/>
                <a:moveTo>
                  <a:pt x="399217" y="109678"/>
                </a:moveTo>
                <a:lnTo>
                  <a:pt x="398945" y="109294"/>
                </a:lnTo>
                <a:lnTo>
                  <a:pt x="398643" y="108952"/>
                </a:lnTo>
                <a:lnTo>
                  <a:pt x="398314" y="108650"/>
                </a:lnTo>
                <a:lnTo>
                  <a:pt x="397962" y="108386"/>
                </a:lnTo>
                <a:lnTo>
                  <a:pt x="397589" y="108157"/>
                </a:lnTo>
                <a:lnTo>
                  <a:pt x="397199" y="107961"/>
                </a:lnTo>
                <a:lnTo>
                  <a:pt x="396795" y="107795"/>
                </a:lnTo>
                <a:lnTo>
                  <a:pt x="396380" y="107657"/>
                </a:lnTo>
                <a:lnTo>
                  <a:pt x="395957" y="107543"/>
                </a:lnTo>
                <a:lnTo>
                  <a:pt x="395530" y="107452"/>
                </a:lnTo>
                <a:lnTo>
                  <a:pt x="395102" y="107382"/>
                </a:lnTo>
                <a:lnTo>
                  <a:pt x="394675" y="107329"/>
                </a:lnTo>
                <a:lnTo>
                  <a:pt x="394254" y="107290"/>
                </a:lnTo>
                <a:lnTo>
                  <a:pt x="393840" y="107265"/>
                </a:lnTo>
                <a:lnTo>
                  <a:pt x="393438" y="107249"/>
                </a:lnTo>
                <a:lnTo>
                  <a:pt x="393051" y="107241"/>
                </a:lnTo>
                <a:lnTo>
                  <a:pt x="392681" y="107239"/>
                </a:lnTo>
                <a:lnTo>
                  <a:pt x="392332" y="107238"/>
                </a:lnTo>
                <a:lnTo>
                  <a:pt x="383654" y="107238"/>
                </a:lnTo>
                <a:lnTo>
                  <a:pt x="383654" y="9035"/>
                </a:lnTo>
                <a:lnTo>
                  <a:pt x="383648" y="8309"/>
                </a:lnTo>
                <a:lnTo>
                  <a:pt x="383628" y="7624"/>
                </a:lnTo>
                <a:lnTo>
                  <a:pt x="383592" y="6980"/>
                </a:lnTo>
                <a:lnTo>
                  <a:pt x="383538" y="6375"/>
                </a:lnTo>
                <a:lnTo>
                  <a:pt x="383465" y="5808"/>
                </a:lnTo>
                <a:lnTo>
                  <a:pt x="383371" y="5279"/>
                </a:lnTo>
                <a:lnTo>
                  <a:pt x="383254" y="4786"/>
                </a:lnTo>
                <a:lnTo>
                  <a:pt x="383112" y="4330"/>
                </a:lnTo>
                <a:lnTo>
                  <a:pt x="382943" y="3908"/>
                </a:lnTo>
                <a:lnTo>
                  <a:pt x="382745" y="3520"/>
                </a:lnTo>
                <a:lnTo>
                  <a:pt x="382517" y="3165"/>
                </a:lnTo>
                <a:lnTo>
                  <a:pt x="382257" y="2842"/>
                </a:lnTo>
                <a:lnTo>
                  <a:pt x="381962" y="2550"/>
                </a:lnTo>
                <a:lnTo>
                  <a:pt x="381632" y="2288"/>
                </a:lnTo>
                <a:lnTo>
                  <a:pt x="381264" y="2055"/>
                </a:lnTo>
                <a:lnTo>
                  <a:pt x="380856" y="1851"/>
                </a:lnTo>
                <a:lnTo>
                  <a:pt x="380406" y="1675"/>
                </a:lnTo>
                <a:lnTo>
                  <a:pt x="379914" y="1525"/>
                </a:lnTo>
                <a:lnTo>
                  <a:pt x="379376" y="1400"/>
                </a:lnTo>
                <a:lnTo>
                  <a:pt x="378791" y="1300"/>
                </a:lnTo>
                <a:lnTo>
                  <a:pt x="378157" y="1224"/>
                </a:lnTo>
                <a:lnTo>
                  <a:pt x="377472" y="1171"/>
                </a:lnTo>
                <a:lnTo>
                  <a:pt x="376735" y="1140"/>
                </a:lnTo>
                <a:lnTo>
                  <a:pt x="375944" y="1130"/>
                </a:lnTo>
                <a:lnTo>
                  <a:pt x="361870" y="1130"/>
                </a:lnTo>
                <a:lnTo>
                  <a:pt x="361476" y="1130"/>
                </a:lnTo>
                <a:lnTo>
                  <a:pt x="361067" y="1133"/>
                </a:lnTo>
                <a:lnTo>
                  <a:pt x="360645" y="1141"/>
                </a:lnTo>
                <a:lnTo>
                  <a:pt x="360213" y="1157"/>
                </a:lnTo>
                <a:lnTo>
                  <a:pt x="359775" y="1184"/>
                </a:lnTo>
                <a:lnTo>
                  <a:pt x="359333" y="1223"/>
                </a:lnTo>
                <a:lnTo>
                  <a:pt x="358891" y="1278"/>
                </a:lnTo>
                <a:lnTo>
                  <a:pt x="358450" y="1351"/>
                </a:lnTo>
                <a:lnTo>
                  <a:pt x="358013" y="1445"/>
                </a:lnTo>
                <a:lnTo>
                  <a:pt x="357584" y="1562"/>
                </a:lnTo>
                <a:lnTo>
                  <a:pt x="357166" y="1705"/>
                </a:lnTo>
                <a:lnTo>
                  <a:pt x="356761" y="1877"/>
                </a:lnTo>
                <a:lnTo>
                  <a:pt x="356372" y="2080"/>
                </a:lnTo>
                <a:lnTo>
                  <a:pt x="356002" y="2316"/>
                </a:lnTo>
                <a:lnTo>
                  <a:pt x="355653" y="2589"/>
                </a:lnTo>
                <a:lnTo>
                  <a:pt x="355329" y="2901"/>
                </a:lnTo>
                <a:lnTo>
                  <a:pt x="355033" y="3254"/>
                </a:lnTo>
                <a:lnTo>
                  <a:pt x="354767" y="3652"/>
                </a:lnTo>
                <a:lnTo>
                  <a:pt x="354534" y="4096"/>
                </a:lnTo>
                <a:lnTo>
                  <a:pt x="354337" y="4589"/>
                </a:lnTo>
                <a:lnTo>
                  <a:pt x="354179" y="5135"/>
                </a:lnTo>
                <a:lnTo>
                  <a:pt x="354062" y="5734"/>
                </a:lnTo>
                <a:lnTo>
                  <a:pt x="353990" y="6391"/>
                </a:lnTo>
                <a:lnTo>
                  <a:pt x="353966" y="7108"/>
                </a:lnTo>
                <a:lnTo>
                  <a:pt x="353991" y="7801"/>
                </a:lnTo>
                <a:lnTo>
                  <a:pt x="354066" y="8437"/>
                </a:lnTo>
                <a:lnTo>
                  <a:pt x="354186" y="9017"/>
                </a:lnTo>
                <a:lnTo>
                  <a:pt x="354350" y="9545"/>
                </a:lnTo>
                <a:lnTo>
                  <a:pt x="354552" y="10022"/>
                </a:lnTo>
                <a:lnTo>
                  <a:pt x="354791" y="10452"/>
                </a:lnTo>
                <a:lnTo>
                  <a:pt x="355063" y="10836"/>
                </a:lnTo>
                <a:lnTo>
                  <a:pt x="355365" y="11178"/>
                </a:lnTo>
                <a:lnTo>
                  <a:pt x="355694" y="11480"/>
                </a:lnTo>
                <a:lnTo>
                  <a:pt x="356047" y="11744"/>
                </a:lnTo>
                <a:lnTo>
                  <a:pt x="356419" y="11973"/>
                </a:lnTo>
                <a:lnTo>
                  <a:pt x="356809" y="12169"/>
                </a:lnTo>
                <a:lnTo>
                  <a:pt x="357213" y="12335"/>
                </a:lnTo>
                <a:lnTo>
                  <a:pt x="357628" y="12473"/>
                </a:lnTo>
                <a:lnTo>
                  <a:pt x="358051" y="12587"/>
                </a:lnTo>
                <a:lnTo>
                  <a:pt x="358478" y="12678"/>
                </a:lnTo>
                <a:lnTo>
                  <a:pt x="358907" y="12748"/>
                </a:lnTo>
                <a:lnTo>
                  <a:pt x="359333" y="12801"/>
                </a:lnTo>
                <a:lnTo>
                  <a:pt x="359755" y="12839"/>
                </a:lnTo>
                <a:lnTo>
                  <a:pt x="360168" y="12865"/>
                </a:lnTo>
                <a:lnTo>
                  <a:pt x="360570" y="12880"/>
                </a:lnTo>
                <a:lnTo>
                  <a:pt x="360958" y="12888"/>
                </a:lnTo>
                <a:lnTo>
                  <a:pt x="361327" y="12891"/>
                </a:lnTo>
                <a:lnTo>
                  <a:pt x="361676" y="12892"/>
                </a:lnTo>
                <a:lnTo>
                  <a:pt x="370351" y="12892"/>
                </a:lnTo>
                <a:lnTo>
                  <a:pt x="370351" y="43512"/>
                </a:lnTo>
                <a:lnTo>
                  <a:pt x="369549" y="42826"/>
                </a:lnTo>
                <a:lnTo>
                  <a:pt x="368730" y="42166"/>
                </a:lnTo>
                <a:lnTo>
                  <a:pt x="367896" y="41533"/>
                </a:lnTo>
                <a:lnTo>
                  <a:pt x="367048" y="40927"/>
                </a:lnTo>
                <a:lnTo>
                  <a:pt x="366186" y="40348"/>
                </a:lnTo>
                <a:lnTo>
                  <a:pt x="365310" y="39796"/>
                </a:lnTo>
                <a:lnTo>
                  <a:pt x="364421" y="39272"/>
                </a:lnTo>
                <a:lnTo>
                  <a:pt x="363519" y="38776"/>
                </a:lnTo>
                <a:lnTo>
                  <a:pt x="362606" y="38308"/>
                </a:lnTo>
                <a:lnTo>
                  <a:pt x="361681" y="37868"/>
                </a:lnTo>
                <a:lnTo>
                  <a:pt x="360745" y="37457"/>
                </a:lnTo>
                <a:lnTo>
                  <a:pt x="359798" y="37075"/>
                </a:lnTo>
                <a:lnTo>
                  <a:pt x="358841" y="36722"/>
                </a:lnTo>
                <a:lnTo>
                  <a:pt x="357875" y="36398"/>
                </a:lnTo>
                <a:lnTo>
                  <a:pt x="356899" y="36104"/>
                </a:lnTo>
                <a:lnTo>
                  <a:pt x="355915" y="35840"/>
                </a:lnTo>
                <a:lnTo>
                  <a:pt x="354923" y="35606"/>
                </a:lnTo>
                <a:lnTo>
                  <a:pt x="353924" y="35403"/>
                </a:lnTo>
                <a:lnTo>
                  <a:pt x="352917" y="35230"/>
                </a:lnTo>
                <a:lnTo>
                  <a:pt x="351904" y="35088"/>
                </a:lnTo>
                <a:lnTo>
                  <a:pt x="350885" y="34977"/>
                </a:lnTo>
                <a:lnTo>
                  <a:pt x="349861" y="34897"/>
                </a:lnTo>
                <a:lnTo>
                  <a:pt x="348831" y="34849"/>
                </a:lnTo>
                <a:lnTo>
                  <a:pt x="347797" y="34833"/>
                </a:lnTo>
                <a:lnTo>
                  <a:pt x="345184" y="34928"/>
                </a:lnTo>
                <a:lnTo>
                  <a:pt x="342604" y="35207"/>
                </a:lnTo>
                <a:lnTo>
                  <a:pt x="340065" y="35667"/>
                </a:lnTo>
                <a:lnTo>
                  <a:pt x="337572" y="36302"/>
                </a:lnTo>
                <a:lnTo>
                  <a:pt x="335133" y="37107"/>
                </a:lnTo>
                <a:lnTo>
                  <a:pt x="332755" y="38076"/>
                </a:lnTo>
                <a:lnTo>
                  <a:pt x="330445" y="39204"/>
                </a:lnTo>
                <a:lnTo>
                  <a:pt x="328210" y="40485"/>
                </a:lnTo>
                <a:lnTo>
                  <a:pt x="326056" y="41915"/>
                </a:lnTo>
                <a:lnTo>
                  <a:pt x="323991" y="43488"/>
                </a:lnTo>
                <a:lnTo>
                  <a:pt x="322022" y="45200"/>
                </a:lnTo>
                <a:lnTo>
                  <a:pt x="320155" y="47043"/>
                </a:lnTo>
                <a:lnTo>
                  <a:pt x="318397" y="49014"/>
                </a:lnTo>
                <a:lnTo>
                  <a:pt x="316756" y="51108"/>
                </a:lnTo>
                <a:lnTo>
                  <a:pt x="315238" y="53318"/>
                </a:lnTo>
                <a:lnTo>
                  <a:pt x="313851" y="55639"/>
                </a:lnTo>
                <a:lnTo>
                  <a:pt x="312600" y="58067"/>
                </a:lnTo>
                <a:lnTo>
                  <a:pt x="311494" y="60596"/>
                </a:lnTo>
                <a:lnTo>
                  <a:pt x="310539" y="63220"/>
                </a:lnTo>
                <a:lnTo>
                  <a:pt x="309742" y="65935"/>
                </a:lnTo>
                <a:lnTo>
                  <a:pt x="309110" y="68734"/>
                </a:lnTo>
                <a:lnTo>
                  <a:pt x="308651" y="71614"/>
                </a:lnTo>
                <a:lnTo>
                  <a:pt x="308369" y="74568"/>
                </a:lnTo>
                <a:lnTo>
                  <a:pt x="308274" y="77592"/>
                </a:lnTo>
                <a:lnTo>
                  <a:pt x="308364" y="80543"/>
                </a:lnTo>
                <a:lnTo>
                  <a:pt x="308627" y="83435"/>
                </a:lnTo>
                <a:lnTo>
                  <a:pt x="309060" y="86262"/>
                </a:lnTo>
                <a:lnTo>
                  <a:pt x="309654" y="89018"/>
                </a:lnTo>
                <a:lnTo>
                  <a:pt x="310404" y="91697"/>
                </a:lnTo>
                <a:lnTo>
                  <a:pt x="311305" y="94292"/>
                </a:lnTo>
                <a:lnTo>
                  <a:pt x="312348" y="96799"/>
                </a:lnTo>
                <a:lnTo>
                  <a:pt x="313529" y="99212"/>
                </a:lnTo>
                <a:lnTo>
                  <a:pt x="314842" y="101524"/>
                </a:lnTo>
                <a:lnTo>
                  <a:pt x="316279" y="103729"/>
                </a:lnTo>
                <a:lnTo>
                  <a:pt x="317835" y="105822"/>
                </a:lnTo>
                <a:lnTo>
                  <a:pt x="319504" y="107797"/>
                </a:lnTo>
                <a:lnTo>
                  <a:pt x="321279" y="109647"/>
                </a:lnTo>
                <a:lnTo>
                  <a:pt x="323155" y="111368"/>
                </a:lnTo>
                <a:lnTo>
                  <a:pt x="325124" y="112953"/>
                </a:lnTo>
                <a:lnTo>
                  <a:pt x="327182" y="114396"/>
                </a:lnTo>
                <a:lnTo>
                  <a:pt x="329321" y="115691"/>
                </a:lnTo>
                <a:lnTo>
                  <a:pt x="331535" y="116832"/>
                </a:lnTo>
                <a:lnTo>
                  <a:pt x="333819" y="117814"/>
                </a:lnTo>
                <a:lnTo>
                  <a:pt x="336166" y="118631"/>
                </a:lnTo>
                <a:lnTo>
                  <a:pt x="338570" y="119277"/>
                </a:lnTo>
                <a:lnTo>
                  <a:pt x="341025" y="119745"/>
                </a:lnTo>
                <a:lnTo>
                  <a:pt x="343524" y="120031"/>
                </a:lnTo>
                <a:lnTo>
                  <a:pt x="346061" y="120127"/>
                </a:lnTo>
                <a:lnTo>
                  <a:pt x="347397" y="120100"/>
                </a:lnTo>
                <a:lnTo>
                  <a:pt x="348704" y="120021"/>
                </a:lnTo>
                <a:lnTo>
                  <a:pt x="349983" y="119892"/>
                </a:lnTo>
                <a:lnTo>
                  <a:pt x="351234" y="119716"/>
                </a:lnTo>
                <a:lnTo>
                  <a:pt x="352457" y="119493"/>
                </a:lnTo>
                <a:lnTo>
                  <a:pt x="353652" y="119226"/>
                </a:lnTo>
                <a:lnTo>
                  <a:pt x="354819" y="118918"/>
                </a:lnTo>
                <a:lnTo>
                  <a:pt x="355957" y="118571"/>
                </a:lnTo>
                <a:lnTo>
                  <a:pt x="357068" y="118185"/>
                </a:lnTo>
                <a:lnTo>
                  <a:pt x="358150" y="117765"/>
                </a:lnTo>
                <a:lnTo>
                  <a:pt x="359205" y="117311"/>
                </a:lnTo>
                <a:lnTo>
                  <a:pt x="360231" y="116826"/>
                </a:lnTo>
                <a:lnTo>
                  <a:pt x="361229" y="116311"/>
                </a:lnTo>
                <a:lnTo>
                  <a:pt x="362199" y="115770"/>
                </a:lnTo>
                <a:lnTo>
                  <a:pt x="363140" y="115204"/>
                </a:lnTo>
                <a:lnTo>
                  <a:pt x="364054" y="114615"/>
                </a:lnTo>
                <a:lnTo>
                  <a:pt x="364940" y="114005"/>
                </a:lnTo>
                <a:lnTo>
                  <a:pt x="365797" y="113376"/>
                </a:lnTo>
                <a:lnTo>
                  <a:pt x="366626" y="112731"/>
                </a:lnTo>
                <a:lnTo>
                  <a:pt x="367428" y="112072"/>
                </a:lnTo>
                <a:lnTo>
                  <a:pt x="368201" y="111400"/>
                </a:lnTo>
                <a:lnTo>
                  <a:pt x="368946" y="110717"/>
                </a:lnTo>
                <a:lnTo>
                  <a:pt x="369663" y="110027"/>
                </a:lnTo>
                <a:lnTo>
                  <a:pt x="370351" y="109330"/>
                </a:lnTo>
                <a:lnTo>
                  <a:pt x="370352" y="110179"/>
                </a:lnTo>
                <a:lnTo>
                  <a:pt x="370356" y="110984"/>
                </a:lnTo>
                <a:lnTo>
                  <a:pt x="370367" y="111746"/>
                </a:lnTo>
                <a:lnTo>
                  <a:pt x="370387" y="112466"/>
                </a:lnTo>
                <a:lnTo>
                  <a:pt x="370421" y="113144"/>
                </a:lnTo>
                <a:lnTo>
                  <a:pt x="370472" y="113781"/>
                </a:lnTo>
                <a:lnTo>
                  <a:pt x="370543" y="114377"/>
                </a:lnTo>
                <a:lnTo>
                  <a:pt x="370637" y="114934"/>
                </a:lnTo>
                <a:lnTo>
                  <a:pt x="370758" y="115451"/>
                </a:lnTo>
                <a:lnTo>
                  <a:pt x="370909" y="115931"/>
                </a:lnTo>
                <a:lnTo>
                  <a:pt x="371094" y="116372"/>
                </a:lnTo>
                <a:lnTo>
                  <a:pt x="371316" y="116777"/>
                </a:lnTo>
                <a:lnTo>
                  <a:pt x="371577" y="117146"/>
                </a:lnTo>
                <a:lnTo>
                  <a:pt x="371883" y="117478"/>
                </a:lnTo>
                <a:lnTo>
                  <a:pt x="372235" y="117776"/>
                </a:lnTo>
                <a:lnTo>
                  <a:pt x="372637" y="118040"/>
                </a:lnTo>
                <a:lnTo>
                  <a:pt x="373093" y="118270"/>
                </a:lnTo>
                <a:lnTo>
                  <a:pt x="373606" y="118467"/>
                </a:lnTo>
                <a:lnTo>
                  <a:pt x="374179" y="118632"/>
                </a:lnTo>
                <a:lnTo>
                  <a:pt x="374815" y="118765"/>
                </a:lnTo>
                <a:lnTo>
                  <a:pt x="375519" y="118868"/>
                </a:lnTo>
                <a:lnTo>
                  <a:pt x="376293" y="118940"/>
                </a:lnTo>
                <a:lnTo>
                  <a:pt x="377140" y="118983"/>
                </a:lnTo>
                <a:lnTo>
                  <a:pt x="378065" y="118997"/>
                </a:lnTo>
                <a:lnTo>
                  <a:pt x="392138" y="118997"/>
                </a:lnTo>
                <a:lnTo>
                  <a:pt x="392533" y="118997"/>
                </a:lnTo>
                <a:lnTo>
                  <a:pt x="392942" y="118994"/>
                </a:lnTo>
                <a:lnTo>
                  <a:pt x="393364" y="118986"/>
                </a:lnTo>
                <a:lnTo>
                  <a:pt x="393795" y="118970"/>
                </a:lnTo>
                <a:lnTo>
                  <a:pt x="394233" y="118943"/>
                </a:lnTo>
                <a:lnTo>
                  <a:pt x="394675" y="118904"/>
                </a:lnTo>
                <a:lnTo>
                  <a:pt x="395118" y="118849"/>
                </a:lnTo>
                <a:lnTo>
                  <a:pt x="395559" y="118776"/>
                </a:lnTo>
                <a:lnTo>
                  <a:pt x="395995" y="118682"/>
                </a:lnTo>
                <a:lnTo>
                  <a:pt x="396424" y="118565"/>
                </a:lnTo>
                <a:lnTo>
                  <a:pt x="396843" y="118422"/>
                </a:lnTo>
                <a:lnTo>
                  <a:pt x="397248" y="118250"/>
                </a:lnTo>
                <a:lnTo>
                  <a:pt x="397637" y="118048"/>
                </a:lnTo>
                <a:lnTo>
                  <a:pt x="398007" y="117811"/>
                </a:lnTo>
                <a:lnTo>
                  <a:pt x="398355" y="117538"/>
                </a:lnTo>
                <a:lnTo>
                  <a:pt x="398679" y="117227"/>
                </a:lnTo>
                <a:lnTo>
                  <a:pt x="398976" y="116874"/>
                </a:lnTo>
                <a:lnTo>
                  <a:pt x="399242" y="116476"/>
                </a:lnTo>
                <a:lnTo>
                  <a:pt x="399475" y="116033"/>
                </a:lnTo>
                <a:lnTo>
                  <a:pt x="399672" y="115539"/>
                </a:lnTo>
                <a:lnTo>
                  <a:pt x="399830" y="114994"/>
                </a:lnTo>
                <a:lnTo>
                  <a:pt x="399946" y="114395"/>
                </a:lnTo>
                <a:lnTo>
                  <a:pt x="400018" y="113738"/>
                </a:lnTo>
                <a:lnTo>
                  <a:pt x="400043" y="113022"/>
                </a:lnTo>
                <a:lnTo>
                  <a:pt x="400017" y="112329"/>
                </a:lnTo>
                <a:lnTo>
                  <a:pt x="399943" y="111693"/>
                </a:lnTo>
                <a:lnTo>
                  <a:pt x="399822" y="111113"/>
                </a:lnTo>
                <a:lnTo>
                  <a:pt x="399659" y="110585"/>
                </a:lnTo>
                <a:lnTo>
                  <a:pt x="399456" y="110108"/>
                </a:lnTo>
                <a:lnTo>
                  <a:pt x="399217" y="109678"/>
                </a:lnTo>
                <a:close/>
                <a:moveTo>
                  <a:pt x="368764" y="90334"/>
                </a:moveTo>
                <a:lnTo>
                  <a:pt x="368200" y="91840"/>
                </a:lnTo>
                <a:lnTo>
                  <a:pt x="367553" y="93336"/>
                </a:lnTo>
                <a:lnTo>
                  <a:pt x="366824" y="94812"/>
                </a:lnTo>
                <a:lnTo>
                  <a:pt x="366014" y="96259"/>
                </a:lnTo>
                <a:lnTo>
                  <a:pt x="365126" y="97669"/>
                </a:lnTo>
                <a:lnTo>
                  <a:pt x="364158" y="99031"/>
                </a:lnTo>
                <a:lnTo>
                  <a:pt x="363114" y="100338"/>
                </a:lnTo>
                <a:lnTo>
                  <a:pt x="361993" y="101578"/>
                </a:lnTo>
                <a:lnTo>
                  <a:pt x="360797" y="102745"/>
                </a:lnTo>
                <a:lnTo>
                  <a:pt x="359527" y="103827"/>
                </a:lnTo>
                <a:lnTo>
                  <a:pt x="358184" y="104816"/>
                </a:lnTo>
                <a:lnTo>
                  <a:pt x="356769" y="105703"/>
                </a:lnTo>
                <a:lnTo>
                  <a:pt x="355284" y="106479"/>
                </a:lnTo>
                <a:lnTo>
                  <a:pt x="353728" y="107135"/>
                </a:lnTo>
                <a:lnTo>
                  <a:pt x="352105" y="107660"/>
                </a:lnTo>
                <a:lnTo>
                  <a:pt x="350413" y="108047"/>
                </a:lnTo>
                <a:lnTo>
                  <a:pt x="348655" y="108286"/>
                </a:lnTo>
                <a:lnTo>
                  <a:pt x="346832" y="108368"/>
                </a:lnTo>
                <a:lnTo>
                  <a:pt x="345133" y="108297"/>
                </a:lnTo>
                <a:lnTo>
                  <a:pt x="343460" y="108089"/>
                </a:lnTo>
                <a:lnTo>
                  <a:pt x="341817" y="107747"/>
                </a:lnTo>
                <a:lnTo>
                  <a:pt x="340208" y="107277"/>
                </a:lnTo>
                <a:lnTo>
                  <a:pt x="338639" y="106681"/>
                </a:lnTo>
                <a:lnTo>
                  <a:pt x="337111" y="105965"/>
                </a:lnTo>
                <a:lnTo>
                  <a:pt x="335631" y="105134"/>
                </a:lnTo>
                <a:lnTo>
                  <a:pt x="334201" y="104191"/>
                </a:lnTo>
                <a:lnTo>
                  <a:pt x="332826" y="103142"/>
                </a:lnTo>
                <a:lnTo>
                  <a:pt x="331510" y="101990"/>
                </a:lnTo>
                <a:lnTo>
                  <a:pt x="330257" y="100739"/>
                </a:lnTo>
                <a:lnTo>
                  <a:pt x="329071" y="99396"/>
                </a:lnTo>
                <a:lnTo>
                  <a:pt x="327957" y="97963"/>
                </a:lnTo>
                <a:lnTo>
                  <a:pt x="326918" y="96445"/>
                </a:lnTo>
                <a:lnTo>
                  <a:pt x="325959" y="94847"/>
                </a:lnTo>
                <a:lnTo>
                  <a:pt x="325083" y="93172"/>
                </a:lnTo>
                <a:lnTo>
                  <a:pt x="324295" y="91427"/>
                </a:lnTo>
                <a:lnTo>
                  <a:pt x="323598" y="89614"/>
                </a:lnTo>
                <a:lnTo>
                  <a:pt x="322998" y="87739"/>
                </a:lnTo>
                <a:lnTo>
                  <a:pt x="322497" y="85805"/>
                </a:lnTo>
                <a:lnTo>
                  <a:pt x="322101" y="83818"/>
                </a:lnTo>
                <a:lnTo>
                  <a:pt x="321812" y="81781"/>
                </a:lnTo>
                <a:lnTo>
                  <a:pt x="321636" y="79699"/>
                </a:lnTo>
                <a:lnTo>
                  <a:pt x="321577" y="77577"/>
                </a:lnTo>
                <a:lnTo>
                  <a:pt x="321646" y="75300"/>
                </a:lnTo>
                <a:lnTo>
                  <a:pt x="321850" y="73087"/>
                </a:lnTo>
                <a:lnTo>
                  <a:pt x="322183" y="70942"/>
                </a:lnTo>
                <a:lnTo>
                  <a:pt x="322639" y="68868"/>
                </a:lnTo>
                <a:lnTo>
                  <a:pt x="323212" y="66867"/>
                </a:lnTo>
                <a:lnTo>
                  <a:pt x="323896" y="64943"/>
                </a:lnTo>
                <a:lnTo>
                  <a:pt x="324686" y="63098"/>
                </a:lnTo>
                <a:lnTo>
                  <a:pt x="325575" y="61335"/>
                </a:lnTo>
                <a:lnTo>
                  <a:pt x="326558" y="59656"/>
                </a:lnTo>
                <a:lnTo>
                  <a:pt x="327629" y="58066"/>
                </a:lnTo>
                <a:lnTo>
                  <a:pt x="328782" y="56566"/>
                </a:lnTo>
                <a:lnTo>
                  <a:pt x="330011" y="55159"/>
                </a:lnTo>
                <a:lnTo>
                  <a:pt x="331310" y="53848"/>
                </a:lnTo>
                <a:lnTo>
                  <a:pt x="332674" y="52637"/>
                </a:lnTo>
                <a:lnTo>
                  <a:pt x="334096" y="51527"/>
                </a:lnTo>
                <a:lnTo>
                  <a:pt x="335571" y="50522"/>
                </a:lnTo>
                <a:lnTo>
                  <a:pt x="337093" y="49625"/>
                </a:lnTo>
                <a:lnTo>
                  <a:pt x="338656" y="48838"/>
                </a:lnTo>
                <a:lnTo>
                  <a:pt x="340254" y="48165"/>
                </a:lnTo>
                <a:lnTo>
                  <a:pt x="341882" y="47607"/>
                </a:lnTo>
                <a:lnTo>
                  <a:pt x="343533" y="47169"/>
                </a:lnTo>
                <a:lnTo>
                  <a:pt x="345201" y="46852"/>
                </a:lnTo>
                <a:lnTo>
                  <a:pt x="346882" y="46660"/>
                </a:lnTo>
                <a:lnTo>
                  <a:pt x="348568" y="46595"/>
                </a:lnTo>
                <a:lnTo>
                  <a:pt x="350094" y="46650"/>
                </a:lnTo>
                <a:lnTo>
                  <a:pt x="351588" y="46813"/>
                </a:lnTo>
                <a:lnTo>
                  <a:pt x="353046" y="47079"/>
                </a:lnTo>
                <a:lnTo>
                  <a:pt x="354465" y="47442"/>
                </a:lnTo>
                <a:lnTo>
                  <a:pt x="355843" y="47899"/>
                </a:lnTo>
                <a:lnTo>
                  <a:pt x="357176" y="48444"/>
                </a:lnTo>
                <a:lnTo>
                  <a:pt x="358463" y="49073"/>
                </a:lnTo>
                <a:lnTo>
                  <a:pt x="359699" y="49781"/>
                </a:lnTo>
                <a:lnTo>
                  <a:pt x="360882" y="50563"/>
                </a:lnTo>
                <a:lnTo>
                  <a:pt x="362010" y="51414"/>
                </a:lnTo>
                <a:lnTo>
                  <a:pt x="363079" y="52331"/>
                </a:lnTo>
                <a:lnTo>
                  <a:pt x="364086" y="53306"/>
                </a:lnTo>
                <a:lnTo>
                  <a:pt x="365030" y="54338"/>
                </a:lnTo>
                <a:lnTo>
                  <a:pt x="365906" y="55419"/>
                </a:lnTo>
                <a:lnTo>
                  <a:pt x="366712" y="56546"/>
                </a:lnTo>
                <a:lnTo>
                  <a:pt x="367446" y="57714"/>
                </a:lnTo>
                <a:lnTo>
                  <a:pt x="368103" y="58918"/>
                </a:lnTo>
                <a:lnTo>
                  <a:pt x="368683" y="60153"/>
                </a:lnTo>
                <a:lnTo>
                  <a:pt x="369181" y="61415"/>
                </a:lnTo>
                <a:lnTo>
                  <a:pt x="369595" y="62699"/>
                </a:lnTo>
                <a:lnTo>
                  <a:pt x="369921" y="64000"/>
                </a:lnTo>
                <a:lnTo>
                  <a:pt x="370158" y="65313"/>
                </a:lnTo>
                <a:lnTo>
                  <a:pt x="370303" y="66633"/>
                </a:lnTo>
                <a:lnTo>
                  <a:pt x="370351" y="67957"/>
                </a:lnTo>
                <a:lnTo>
                  <a:pt x="370351" y="81593"/>
                </a:lnTo>
                <a:lnTo>
                  <a:pt x="370306" y="82969"/>
                </a:lnTo>
                <a:lnTo>
                  <a:pt x="370172" y="84389"/>
                </a:lnTo>
                <a:lnTo>
                  <a:pt x="369950" y="85845"/>
                </a:lnTo>
                <a:lnTo>
                  <a:pt x="369640" y="87327"/>
                </a:lnTo>
                <a:lnTo>
                  <a:pt x="369245" y="88827"/>
                </a:lnTo>
                <a:lnTo>
                  <a:pt x="368764" y="90334"/>
                </a:lnTo>
                <a:close/>
                <a:moveTo>
                  <a:pt x="691436" y="92064"/>
                </a:moveTo>
                <a:lnTo>
                  <a:pt x="691374" y="91634"/>
                </a:lnTo>
                <a:lnTo>
                  <a:pt x="691292" y="91213"/>
                </a:lnTo>
                <a:lnTo>
                  <a:pt x="691186" y="90801"/>
                </a:lnTo>
                <a:lnTo>
                  <a:pt x="691054" y="90401"/>
                </a:lnTo>
                <a:lnTo>
                  <a:pt x="690892" y="90015"/>
                </a:lnTo>
                <a:lnTo>
                  <a:pt x="690698" y="89646"/>
                </a:lnTo>
                <a:lnTo>
                  <a:pt x="690469" y="89294"/>
                </a:lnTo>
                <a:lnTo>
                  <a:pt x="690202" y="88963"/>
                </a:lnTo>
                <a:lnTo>
                  <a:pt x="689894" y="88653"/>
                </a:lnTo>
                <a:lnTo>
                  <a:pt x="689542" y="88368"/>
                </a:lnTo>
                <a:lnTo>
                  <a:pt x="689143" y="88108"/>
                </a:lnTo>
                <a:lnTo>
                  <a:pt x="688695" y="87877"/>
                </a:lnTo>
                <a:lnTo>
                  <a:pt x="688194" y="87676"/>
                </a:lnTo>
                <a:lnTo>
                  <a:pt x="687637" y="87507"/>
                </a:lnTo>
                <a:lnTo>
                  <a:pt x="687021" y="87372"/>
                </a:lnTo>
                <a:lnTo>
                  <a:pt x="686344" y="87273"/>
                </a:lnTo>
                <a:lnTo>
                  <a:pt x="685602" y="87212"/>
                </a:lnTo>
                <a:lnTo>
                  <a:pt x="684793" y="87191"/>
                </a:lnTo>
                <a:lnTo>
                  <a:pt x="684030" y="87212"/>
                </a:lnTo>
                <a:lnTo>
                  <a:pt x="683328" y="87273"/>
                </a:lnTo>
                <a:lnTo>
                  <a:pt x="682686" y="87372"/>
                </a:lnTo>
                <a:lnTo>
                  <a:pt x="682100" y="87506"/>
                </a:lnTo>
                <a:lnTo>
                  <a:pt x="681567" y="87674"/>
                </a:lnTo>
                <a:lnTo>
                  <a:pt x="681086" y="87874"/>
                </a:lnTo>
                <a:lnTo>
                  <a:pt x="680654" y="88104"/>
                </a:lnTo>
                <a:lnTo>
                  <a:pt x="680267" y="88361"/>
                </a:lnTo>
                <a:lnTo>
                  <a:pt x="679925" y="88643"/>
                </a:lnTo>
                <a:lnTo>
                  <a:pt x="679623" y="88949"/>
                </a:lnTo>
                <a:lnTo>
                  <a:pt x="679359" y="89276"/>
                </a:lnTo>
                <a:lnTo>
                  <a:pt x="679131" y="89622"/>
                </a:lnTo>
                <a:lnTo>
                  <a:pt x="678937" y="89985"/>
                </a:lnTo>
                <a:lnTo>
                  <a:pt x="678772" y="90363"/>
                </a:lnTo>
                <a:lnTo>
                  <a:pt x="678636" y="90753"/>
                </a:lnTo>
                <a:lnTo>
                  <a:pt x="678525" y="91155"/>
                </a:lnTo>
                <a:lnTo>
                  <a:pt x="678437" y="91565"/>
                </a:lnTo>
                <a:lnTo>
                  <a:pt x="678369" y="91982"/>
                </a:lnTo>
                <a:lnTo>
                  <a:pt x="678318" y="92404"/>
                </a:lnTo>
                <a:lnTo>
                  <a:pt x="678283" y="92828"/>
                </a:lnTo>
                <a:lnTo>
                  <a:pt x="678260" y="93252"/>
                </a:lnTo>
                <a:lnTo>
                  <a:pt x="678247" y="93674"/>
                </a:lnTo>
                <a:lnTo>
                  <a:pt x="678241" y="94093"/>
                </a:lnTo>
                <a:lnTo>
                  <a:pt x="678239" y="94505"/>
                </a:lnTo>
                <a:lnTo>
                  <a:pt x="678160" y="95946"/>
                </a:lnTo>
                <a:lnTo>
                  <a:pt x="677976" y="97285"/>
                </a:lnTo>
                <a:lnTo>
                  <a:pt x="677695" y="98528"/>
                </a:lnTo>
                <a:lnTo>
                  <a:pt x="677324" y="99676"/>
                </a:lnTo>
                <a:lnTo>
                  <a:pt x="676870" y="100735"/>
                </a:lnTo>
                <a:lnTo>
                  <a:pt x="676342" y="101707"/>
                </a:lnTo>
                <a:lnTo>
                  <a:pt x="675746" y="102595"/>
                </a:lnTo>
                <a:lnTo>
                  <a:pt x="675091" y="103404"/>
                </a:lnTo>
                <a:lnTo>
                  <a:pt x="674383" y="104137"/>
                </a:lnTo>
                <a:lnTo>
                  <a:pt x="673631" y="104797"/>
                </a:lnTo>
                <a:lnTo>
                  <a:pt x="672842" y="105387"/>
                </a:lnTo>
                <a:lnTo>
                  <a:pt x="672022" y="105912"/>
                </a:lnTo>
                <a:lnTo>
                  <a:pt x="671181" y="106375"/>
                </a:lnTo>
                <a:lnTo>
                  <a:pt x="670325" y="106780"/>
                </a:lnTo>
                <a:lnTo>
                  <a:pt x="669463" y="107129"/>
                </a:lnTo>
                <a:lnTo>
                  <a:pt x="668600" y="107426"/>
                </a:lnTo>
                <a:lnTo>
                  <a:pt x="667746" y="107676"/>
                </a:lnTo>
                <a:lnTo>
                  <a:pt x="666907" y="107880"/>
                </a:lnTo>
                <a:lnTo>
                  <a:pt x="666092" y="108044"/>
                </a:lnTo>
                <a:lnTo>
                  <a:pt x="665307" y="108170"/>
                </a:lnTo>
                <a:lnTo>
                  <a:pt x="664560" y="108262"/>
                </a:lnTo>
                <a:lnTo>
                  <a:pt x="663859" y="108323"/>
                </a:lnTo>
                <a:lnTo>
                  <a:pt x="663211" y="108357"/>
                </a:lnTo>
                <a:lnTo>
                  <a:pt x="662624" y="108368"/>
                </a:lnTo>
                <a:lnTo>
                  <a:pt x="660845" y="108317"/>
                </a:lnTo>
                <a:lnTo>
                  <a:pt x="659214" y="108168"/>
                </a:lnTo>
                <a:lnTo>
                  <a:pt x="657725" y="107928"/>
                </a:lnTo>
                <a:lnTo>
                  <a:pt x="656370" y="107604"/>
                </a:lnTo>
                <a:lnTo>
                  <a:pt x="655145" y="107202"/>
                </a:lnTo>
                <a:lnTo>
                  <a:pt x="654042" y="106728"/>
                </a:lnTo>
                <a:lnTo>
                  <a:pt x="653056" y="106190"/>
                </a:lnTo>
                <a:lnTo>
                  <a:pt x="652178" y="105594"/>
                </a:lnTo>
                <a:lnTo>
                  <a:pt x="651404" y="104946"/>
                </a:lnTo>
                <a:lnTo>
                  <a:pt x="650727" y="104254"/>
                </a:lnTo>
                <a:lnTo>
                  <a:pt x="650139" y="103523"/>
                </a:lnTo>
                <a:lnTo>
                  <a:pt x="649636" y="102760"/>
                </a:lnTo>
                <a:lnTo>
                  <a:pt x="649209" y="101973"/>
                </a:lnTo>
                <a:lnTo>
                  <a:pt x="648854" y="101167"/>
                </a:lnTo>
                <a:lnTo>
                  <a:pt x="648563" y="100349"/>
                </a:lnTo>
                <a:lnTo>
                  <a:pt x="648330" y="99526"/>
                </a:lnTo>
                <a:lnTo>
                  <a:pt x="648148" y="98704"/>
                </a:lnTo>
                <a:lnTo>
                  <a:pt x="648012" y="97890"/>
                </a:lnTo>
                <a:lnTo>
                  <a:pt x="647914" y="97091"/>
                </a:lnTo>
                <a:lnTo>
                  <a:pt x="647849" y="96313"/>
                </a:lnTo>
                <a:lnTo>
                  <a:pt x="647809" y="95562"/>
                </a:lnTo>
                <a:lnTo>
                  <a:pt x="647789" y="94846"/>
                </a:lnTo>
                <a:lnTo>
                  <a:pt x="647781" y="94171"/>
                </a:lnTo>
                <a:lnTo>
                  <a:pt x="647780" y="93543"/>
                </a:lnTo>
                <a:lnTo>
                  <a:pt x="647780" y="47725"/>
                </a:lnTo>
                <a:lnTo>
                  <a:pt x="679395" y="47725"/>
                </a:lnTo>
                <a:lnTo>
                  <a:pt x="679766" y="47724"/>
                </a:lnTo>
                <a:lnTo>
                  <a:pt x="680155" y="47721"/>
                </a:lnTo>
                <a:lnTo>
                  <a:pt x="680557" y="47714"/>
                </a:lnTo>
                <a:lnTo>
                  <a:pt x="680971" y="47698"/>
                </a:lnTo>
                <a:lnTo>
                  <a:pt x="681393" y="47673"/>
                </a:lnTo>
                <a:lnTo>
                  <a:pt x="681820" y="47634"/>
                </a:lnTo>
                <a:lnTo>
                  <a:pt x="682251" y="47581"/>
                </a:lnTo>
                <a:lnTo>
                  <a:pt x="682680" y="47511"/>
                </a:lnTo>
                <a:lnTo>
                  <a:pt x="683107" y="47420"/>
                </a:lnTo>
                <a:lnTo>
                  <a:pt x="683527" y="47306"/>
                </a:lnTo>
                <a:lnTo>
                  <a:pt x="683938" y="47168"/>
                </a:lnTo>
                <a:lnTo>
                  <a:pt x="684336" y="47002"/>
                </a:lnTo>
                <a:lnTo>
                  <a:pt x="684720" y="46806"/>
                </a:lnTo>
                <a:lnTo>
                  <a:pt x="685086" y="46577"/>
                </a:lnTo>
                <a:lnTo>
                  <a:pt x="685431" y="46313"/>
                </a:lnTo>
                <a:lnTo>
                  <a:pt x="685751" y="46011"/>
                </a:lnTo>
                <a:lnTo>
                  <a:pt x="686046" y="45669"/>
                </a:lnTo>
                <a:lnTo>
                  <a:pt x="686310" y="45285"/>
                </a:lnTo>
                <a:lnTo>
                  <a:pt x="686542" y="44855"/>
                </a:lnTo>
                <a:lnTo>
                  <a:pt x="686738" y="44378"/>
                </a:lnTo>
                <a:lnTo>
                  <a:pt x="686896" y="43850"/>
                </a:lnTo>
                <a:lnTo>
                  <a:pt x="687012" y="43270"/>
                </a:lnTo>
                <a:lnTo>
                  <a:pt x="687084" y="42634"/>
                </a:lnTo>
                <a:lnTo>
                  <a:pt x="687109" y="41941"/>
                </a:lnTo>
                <a:lnTo>
                  <a:pt x="687085" y="41224"/>
                </a:lnTo>
                <a:lnTo>
                  <a:pt x="687016" y="40567"/>
                </a:lnTo>
                <a:lnTo>
                  <a:pt x="686904" y="39968"/>
                </a:lnTo>
                <a:lnTo>
                  <a:pt x="686752" y="39422"/>
                </a:lnTo>
                <a:lnTo>
                  <a:pt x="686562" y="38929"/>
                </a:lnTo>
                <a:lnTo>
                  <a:pt x="686337" y="38485"/>
                </a:lnTo>
                <a:lnTo>
                  <a:pt x="686081" y="38087"/>
                </a:lnTo>
                <a:lnTo>
                  <a:pt x="685795" y="37734"/>
                </a:lnTo>
                <a:lnTo>
                  <a:pt x="685482" y="37422"/>
                </a:lnTo>
                <a:lnTo>
                  <a:pt x="685145" y="37149"/>
                </a:lnTo>
                <a:lnTo>
                  <a:pt x="684786" y="36913"/>
                </a:lnTo>
                <a:lnTo>
                  <a:pt x="684409" y="36710"/>
                </a:lnTo>
                <a:lnTo>
                  <a:pt x="684016" y="36538"/>
                </a:lnTo>
                <a:lnTo>
                  <a:pt x="683609" y="36395"/>
                </a:lnTo>
                <a:lnTo>
                  <a:pt x="683192" y="36278"/>
                </a:lnTo>
                <a:lnTo>
                  <a:pt x="682767" y="36184"/>
                </a:lnTo>
                <a:lnTo>
                  <a:pt x="682336" y="36111"/>
                </a:lnTo>
                <a:lnTo>
                  <a:pt x="681902" y="36056"/>
                </a:lnTo>
                <a:lnTo>
                  <a:pt x="681469" y="36017"/>
                </a:lnTo>
                <a:lnTo>
                  <a:pt x="681038" y="35990"/>
                </a:lnTo>
                <a:lnTo>
                  <a:pt x="680613" y="35974"/>
                </a:lnTo>
                <a:lnTo>
                  <a:pt x="680195" y="35966"/>
                </a:lnTo>
                <a:lnTo>
                  <a:pt x="679789" y="35963"/>
                </a:lnTo>
                <a:lnTo>
                  <a:pt x="679395" y="35963"/>
                </a:lnTo>
                <a:lnTo>
                  <a:pt x="647780" y="35963"/>
                </a:lnTo>
                <a:lnTo>
                  <a:pt x="647780" y="20156"/>
                </a:lnTo>
                <a:lnTo>
                  <a:pt x="647780" y="19695"/>
                </a:lnTo>
                <a:lnTo>
                  <a:pt x="647776" y="19230"/>
                </a:lnTo>
                <a:lnTo>
                  <a:pt x="647767" y="18763"/>
                </a:lnTo>
                <a:lnTo>
                  <a:pt x="647750" y="18297"/>
                </a:lnTo>
                <a:lnTo>
                  <a:pt x="647721" y="17833"/>
                </a:lnTo>
                <a:lnTo>
                  <a:pt x="647678" y="17374"/>
                </a:lnTo>
                <a:lnTo>
                  <a:pt x="647617" y="16921"/>
                </a:lnTo>
                <a:lnTo>
                  <a:pt x="647537" y="16477"/>
                </a:lnTo>
                <a:lnTo>
                  <a:pt x="647434" y="16043"/>
                </a:lnTo>
                <a:lnTo>
                  <a:pt x="647306" y="15623"/>
                </a:lnTo>
                <a:lnTo>
                  <a:pt x="647149" y="15217"/>
                </a:lnTo>
                <a:lnTo>
                  <a:pt x="646960" y="14828"/>
                </a:lnTo>
                <a:lnTo>
                  <a:pt x="646738" y="14459"/>
                </a:lnTo>
                <a:lnTo>
                  <a:pt x="646478" y="14110"/>
                </a:lnTo>
                <a:lnTo>
                  <a:pt x="646179" y="13785"/>
                </a:lnTo>
                <a:lnTo>
                  <a:pt x="645837" y="13485"/>
                </a:lnTo>
                <a:lnTo>
                  <a:pt x="645450" y="13213"/>
                </a:lnTo>
                <a:lnTo>
                  <a:pt x="645014" y="12970"/>
                </a:lnTo>
                <a:lnTo>
                  <a:pt x="644527" y="12759"/>
                </a:lnTo>
                <a:lnTo>
                  <a:pt x="643985" y="12581"/>
                </a:lnTo>
                <a:lnTo>
                  <a:pt x="643387" y="12440"/>
                </a:lnTo>
                <a:lnTo>
                  <a:pt x="642729" y="12336"/>
                </a:lnTo>
                <a:lnTo>
                  <a:pt x="642009" y="12272"/>
                </a:lnTo>
                <a:lnTo>
                  <a:pt x="641223" y="12250"/>
                </a:lnTo>
                <a:lnTo>
                  <a:pt x="640414" y="12271"/>
                </a:lnTo>
                <a:lnTo>
                  <a:pt x="639673" y="12332"/>
                </a:lnTo>
                <a:lnTo>
                  <a:pt x="638996" y="12432"/>
                </a:lnTo>
                <a:lnTo>
                  <a:pt x="638381" y="12568"/>
                </a:lnTo>
                <a:lnTo>
                  <a:pt x="637824" y="12739"/>
                </a:lnTo>
                <a:lnTo>
                  <a:pt x="637323" y="12943"/>
                </a:lnTo>
                <a:lnTo>
                  <a:pt x="636875" y="13178"/>
                </a:lnTo>
                <a:lnTo>
                  <a:pt x="636476" y="13443"/>
                </a:lnTo>
                <a:lnTo>
                  <a:pt x="636124" y="13735"/>
                </a:lnTo>
                <a:lnTo>
                  <a:pt x="635816" y="14052"/>
                </a:lnTo>
                <a:lnTo>
                  <a:pt x="635549" y="14393"/>
                </a:lnTo>
                <a:lnTo>
                  <a:pt x="635321" y="14757"/>
                </a:lnTo>
                <a:lnTo>
                  <a:pt x="635127" y="15140"/>
                </a:lnTo>
                <a:lnTo>
                  <a:pt x="634965" y="15541"/>
                </a:lnTo>
                <a:lnTo>
                  <a:pt x="634833" y="15959"/>
                </a:lnTo>
                <a:lnTo>
                  <a:pt x="634727" y="16392"/>
                </a:lnTo>
                <a:lnTo>
                  <a:pt x="634645" y="16837"/>
                </a:lnTo>
                <a:lnTo>
                  <a:pt x="634583" y="17293"/>
                </a:lnTo>
                <a:lnTo>
                  <a:pt x="634538" y="17758"/>
                </a:lnTo>
                <a:lnTo>
                  <a:pt x="634509" y="18231"/>
                </a:lnTo>
                <a:lnTo>
                  <a:pt x="634491" y="18708"/>
                </a:lnTo>
                <a:lnTo>
                  <a:pt x="634481" y="19190"/>
                </a:lnTo>
                <a:lnTo>
                  <a:pt x="634478" y="19673"/>
                </a:lnTo>
                <a:lnTo>
                  <a:pt x="634477" y="20156"/>
                </a:lnTo>
                <a:lnTo>
                  <a:pt x="634477" y="35963"/>
                </a:lnTo>
                <a:lnTo>
                  <a:pt x="617703" y="35963"/>
                </a:lnTo>
                <a:lnTo>
                  <a:pt x="617309" y="35963"/>
                </a:lnTo>
                <a:lnTo>
                  <a:pt x="616900" y="35966"/>
                </a:lnTo>
                <a:lnTo>
                  <a:pt x="616478" y="35974"/>
                </a:lnTo>
                <a:lnTo>
                  <a:pt x="616046" y="35990"/>
                </a:lnTo>
                <a:lnTo>
                  <a:pt x="615608" y="36017"/>
                </a:lnTo>
                <a:lnTo>
                  <a:pt x="615166" y="36056"/>
                </a:lnTo>
                <a:lnTo>
                  <a:pt x="614724" y="36111"/>
                </a:lnTo>
                <a:lnTo>
                  <a:pt x="614283" y="36184"/>
                </a:lnTo>
                <a:lnTo>
                  <a:pt x="613846" y="36278"/>
                </a:lnTo>
                <a:lnTo>
                  <a:pt x="613417" y="36395"/>
                </a:lnTo>
                <a:lnTo>
                  <a:pt x="612999" y="36538"/>
                </a:lnTo>
                <a:lnTo>
                  <a:pt x="612594" y="36710"/>
                </a:lnTo>
                <a:lnTo>
                  <a:pt x="612205" y="36913"/>
                </a:lnTo>
                <a:lnTo>
                  <a:pt x="611835" y="37149"/>
                </a:lnTo>
                <a:lnTo>
                  <a:pt x="611486" y="37422"/>
                </a:lnTo>
                <a:lnTo>
                  <a:pt x="611162" y="37734"/>
                </a:lnTo>
                <a:lnTo>
                  <a:pt x="610866" y="38087"/>
                </a:lnTo>
                <a:lnTo>
                  <a:pt x="610600" y="38485"/>
                </a:lnTo>
                <a:lnTo>
                  <a:pt x="610367" y="38929"/>
                </a:lnTo>
                <a:lnTo>
                  <a:pt x="610170" y="39422"/>
                </a:lnTo>
                <a:lnTo>
                  <a:pt x="610012" y="39968"/>
                </a:lnTo>
                <a:lnTo>
                  <a:pt x="609895" y="40567"/>
                </a:lnTo>
                <a:lnTo>
                  <a:pt x="609823" y="41224"/>
                </a:lnTo>
                <a:lnTo>
                  <a:pt x="609799" y="41941"/>
                </a:lnTo>
                <a:lnTo>
                  <a:pt x="609823" y="42634"/>
                </a:lnTo>
                <a:lnTo>
                  <a:pt x="609895" y="43270"/>
                </a:lnTo>
                <a:lnTo>
                  <a:pt x="610012" y="43850"/>
                </a:lnTo>
                <a:lnTo>
                  <a:pt x="610169" y="44378"/>
                </a:lnTo>
                <a:lnTo>
                  <a:pt x="610365" y="44855"/>
                </a:lnTo>
                <a:lnTo>
                  <a:pt x="610597" y="45285"/>
                </a:lnTo>
                <a:lnTo>
                  <a:pt x="610861" y="45669"/>
                </a:lnTo>
                <a:lnTo>
                  <a:pt x="611155" y="46011"/>
                </a:lnTo>
                <a:lnTo>
                  <a:pt x="611476" y="46313"/>
                </a:lnTo>
                <a:lnTo>
                  <a:pt x="611821" y="46577"/>
                </a:lnTo>
                <a:lnTo>
                  <a:pt x="612186" y="46806"/>
                </a:lnTo>
                <a:lnTo>
                  <a:pt x="612570" y="47002"/>
                </a:lnTo>
                <a:lnTo>
                  <a:pt x="612968" y="47168"/>
                </a:lnTo>
                <a:lnTo>
                  <a:pt x="613379" y="47306"/>
                </a:lnTo>
                <a:lnTo>
                  <a:pt x="613799" y="47420"/>
                </a:lnTo>
                <a:lnTo>
                  <a:pt x="614225" y="47511"/>
                </a:lnTo>
                <a:lnTo>
                  <a:pt x="614655" y="47581"/>
                </a:lnTo>
                <a:lnTo>
                  <a:pt x="615085" y="47634"/>
                </a:lnTo>
                <a:lnTo>
                  <a:pt x="615512" y="47673"/>
                </a:lnTo>
                <a:lnTo>
                  <a:pt x="615934" y="47698"/>
                </a:lnTo>
                <a:lnTo>
                  <a:pt x="616348" y="47714"/>
                </a:lnTo>
                <a:lnTo>
                  <a:pt x="616750" y="47721"/>
                </a:lnTo>
                <a:lnTo>
                  <a:pt x="617138" y="47724"/>
                </a:lnTo>
                <a:lnTo>
                  <a:pt x="617509" y="47725"/>
                </a:lnTo>
                <a:lnTo>
                  <a:pt x="634477" y="47725"/>
                </a:lnTo>
                <a:lnTo>
                  <a:pt x="634477" y="94699"/>
                </a:lnTo>
                <a:lnTo>
                  <a:pt x="634545" y="96951"/>
                </a:lnTo>
                <a:lnTo>
                  <a:pt x="634743" y="99083"/>
                </a:lnTo>
                <a:lnTo>
                  <a:pt x="635068" y="101100"/>
                </a:lnTo>
                <a:lnTo>
                  <a:pt x="635514" y="103002"/>
                </a:lnTo>
                <a:lnTo>
                  <a:pt x="636074" y="104792"/>
                </a:lnTo>
                <a:lnTo>
                  <a:pt x="636745" y="106472"/>
                </a:lnTo>
                <a:lnTo>
                  <a:pt x="637521" y="108043"/>
                </a:lnTo>
                <a:lnTo>
                  <a:pt x="638397" y="109508"/>
                </a:lnTo>
                <a:lnTo>
                  <a:pt x="639367" y="110869"/>
                </a:lnTo>
                <a:lnTo>
                  <a:pt x="640426" y="112128"/>
                </a:lnTo>
                <a:lnTo>
                  <a:pt x="641569" y="113286"/>
                </a:lnTo>
                <a:lnTo>
                  <a:pt x="642791" y="114346"/>
                </a:lnTo>
                <a:lnTo>
                  <a:pt x="644086" y="115310"/>
                </a:lnTo>
                <a:lnTo>
                  <a:pt x="645449" y="116179"/>
                </a:lnTo>
                <a:lnTo>
                  <a:pt x="646874" y="116956"/>
                </a:lnTo>
                <a:lnTo>
                  <a:pt x="648357" y="117643"/>
                </a:lnTo>
                <a:lnTo>
                  <a:pt x="649893" y="118241"/>
                </a:lnTo>
                <a:lnTo>
                  <a:pt x="651475" y="118754"/>
                </a:lnTo>
                <a:lnTo>
                  <a:pt x="653099" y="119182"/>
                </a:lnTo>
                <a:lnTo>
                  <a:pt x="654759" y="119527"/>
                </a:lnTo>
                <a:lnTo>
                  <a:pt x="656451" y="119793"/>
                </a:lnTo>
                <a:lnTo>
                  <a:pt x="658168" y="119980"/>
                </a:lnTo>
                <a:lnTo>
                  <a:pt x="659906" y="120090"/>
                </a:lnTo>
                <a:lnTo>
                  <a:pt x="661659" y="120127"/>
                </a:lnTo>
                <a:lnTo>
                  <a:pt x="663449" y="120084"/>
                </a:lnTo>
                <a:lnTo>
                  <a:pt x="665245" y="119954"/>
                </a:lnTo>
                <a:lnTo>
                  <a:pt x="667040" y="119737"/>
                </a:lnTo>
                <a:lnTo>
                  <a:pt x="668827" y="119434"/>
                </a:lnTo>
                <a:lnTo>
                  <a:pt x="670599" y="119042"/>
                </a:lnTo>
                <a:lnTo>
                  <a:pt x="672348" y="118564"/>
                </a:lnTo>
                <a:lnTo>
                  <a:pt x="674066" y="117997"/>
                </a:lnTo>
                <a:lnTo>
                  <a:pt x="675748" y="117343"/>
                </a:lnTo>
                <a:lnTo>
                  <a:pt x="677384" y="116600"/>
                </a:lnTo>
                <a:lnTo>
                  <a:pt x="678969" y="115769"/>
                </a:lnTo>
                <a:lnTo>
                  <a:pt x="680493" y="114849"/>
                </a:lnTo>
                <a:lnTo>
                  <a:pt x="681951" y="113840"/>
                </a:lnTo>
                <a:lnTo>
                  <a:pt x="683334" y="112741"/>
                </a:lnTo>
                <a:lnTo>
                  <a:pt x="684636" y="111553"/>
                </a:lnTo>
                <a:lnTo>
                  <a:pt x="685849" y="110276"/>
                </a:lnTo>
                <a:lnTo>
                  <a:pt x="686965" y="108908"/>
                </a:lnTo>
                <a:lnTo>
                  <a:pt x="687978" y="107450"/>
                </a:lnTo>
                <a:lnTo>
                  <a:pt x="688879" y="105902"/>
                </a:lnTo>
                <a:lnTo>
                  <a:pt x="689662" y="104263"/>
                </a:lnTo>
                <a:lnTo>
                  <a:pt x="690319" y="102533"/>
                </a:lnTo>
                <a:lnTo>
                  <a:pt x="690843" y="100712"/>
                </a:lnTo>
                <a:lnTo>
                  <a:pt x="691226" y="98800"/>
                </a:lnTo>
                <a:lnTo>
                  <a:pt x="691462" y="96796"/>
                </a:lnTo>
                <a:lnTo>
                  <a:pt x="691542" y="94699"/>
                </a:lnTo>
                <a:lnTo>
                  <a:pt x="691541" y="94264"/>
                </a:lnTo>
                <a:lnTo>
                  <a:pt x="691538" y="93824"/>
                </a:lnTo>
                <a:lnTo>
                  <a:pt x="691529" y="93382"/>
                </a:lnTo>
                <a:lnTo>
                  <a:pt x="691511" y="92940"/>
                </a:lnTo>
                <a:lnTo>
                  <a:pt x="691481" y="92500"/>
                </a:lnTo>
                <a:lnTo>
                  <a:pt x="691436" y="92064"/>
                </a:lnTo>
                <a:close/>
                <a:moveTo>
                  <a:pt x="2216489" y="43294"/>
                </a:moveTo>
                <a:lnTo>
                  <a:pt x="2216228" y="42638"/>
                </a:lnTo>
                <a:lnTo>
                  <a:pt x="2215908" y="41975"/>
                </a:lnTo>
                <a:lnTo>
                  <a:pt x="2215525" y="41311"/>
                </a:lnTo>
                <a:lnTo>
                  <a:pt x="2215073" y="40651"/>
                </a:lnTo>
                <a:lnTo>
                  <a:pt x="2214547" y="40001"/>
                </a:lnTo>
                <a:lnTo>
                  <a:pt x="2213943" y="39365"/>
                </a:lnTo>
                <a:lnTo>
                  <a:pt x="2213256" y="38749"/>
                </a:lnTo>
                <a:lnTo>
                  <a:pt x="2212481" y="38159"/>
                </a:lnTo>
                <a:lnTo>
                  <a:pt x="2211612" y="37599"/>
                </a:lnTo>
                <a:lnTo>
                  <a:pt x="2210645" y="37076"/>
                </a:lnTo>
                <a:lnTo>
                  <a:pt x="2209575" y="36594"/>
                </a:lnTo>
                <a:lnTo>
                  <a:pt x="2208397" y="36159"/>
                </a:lnTo>
                <a:lnTo>
                  <a:pt x="2207107" y="35776"/>
                </a:lnTo>
                <a:lnTo>
                  <a:pt x="2205698" y="35451"/>
                </a:lnTo>
                <a:lnTo>
                  <a:pt x="2204166" y="35189"/>
                </a:lnTo>
                <a:lnTo>
                  <a:pt x="2202507" y="34995"/>
                </a:lnTo>
                <a:lnTo>
                  <a:pt x="2200715" y="34874"/>
                </a:lnTo>
                <a:lnTo>
                  <a:pt x="2198786" y="34833"/>
                </a:lnTo>
                <a:lnTo>
                  <a:pt x="2197544" y="34852"/>
                </a:lnTo>
                <a:lnTo>
                  <a:pt x="2196277" y="34908"/>
                </a:lnTo>
                <a:lnTo>
                  <a:pt x="2194989" y="35006"/>
                </a:lnTo>
                <a:lnTo>
                  <a:pt x="2193679" y="35146"/>
                </a:lnTo>
                <a:lnTo>
                  <a:pt x="2192351" y="35332"/>
                </a:lnTo>
                <a:lnTo>
                  <a:pt x="2191007" y="35565"/>
                </a:lnTo>
                <a:lnTo>
                  <a:pt x="2189647" y="35848"/>
                </a:lnTo>
                <a:lnTo>
                  <a:pt x="2188274" y="36183"/>
                </a:lnTo>
                <a:lnTo>
                  <a:pt x="2186889" y="36572"/>
                </a:lnTo>
                <a:lnTo>
                  <a:pt x="2185495" y="37018"/>
                </a:lnTo>
                <a:lnTo>
                  <a:pt x="2184094" y="37522"/>
                </a:lnTo>
                <a:lnTo>
                  <a:pt x="2182686" y="38087"/>
                </a:lnTo>
                <a:lnTo>
                  <a:pt x="2181275" y="38716"/>
                </a:lnTo>
                <a:lnTo>
                  <a:pt x="2179861" y="39410"/>
                </a:lnTo>
                <a:lnTo>
                  <a:pt x="2178447" y="40172"/>
                </a:lnTo>
                <a:lnTo>
                  <a:pt x="2177035" y="41004"/>
                </a:lnTo>
                <a:lnTo>
                  <a:pt x="2175626" y="41908"/>
                </a:lnTo>
                <a:lnTo>
                  <a:pt x="2174222" y="42887"/>
                </a:lnTo>
                <a:lnTo>
                  <a:pt x="2172825" y="43942"/>
                </a:lnTo>
                <a:lnTo>
                  <a:pt x="2171437" y="45077"/>
                </a:lnTo>
                <a:lnTo>
                  <a:pt x="2170060" y="46293"/>
                </a:lnTo>
                <a:lnTo>
                  <a:pt x="2168695" y="47593"/>
                </a:lnTo>
                <a:lnTo>
                  <a:pt x="2167345" y="48978"/>
                </a:lnTo>
                <a:lnTo>
                  <a:pt x="2166011" y="50452"/>
                </a:lnTo>
                <a:lnTo>
                  <a:pt x="2166011" y="43897"/>
                </a:lnTo>
                <a:lnTo>
                  <a:pt x="2166005" y="43168"/>
                </a:lnTo>
                <a:lnTo>
                  <a:pt x="2165985" y="42480"/>
                </a:lnTo>
                <a:lnTo>
                  <a:pt x="2165949" y="41832"/>
                </a:lnTo>
                <a:lnTo>
                  <a:pt x="2165895" y="41225"/>
                </a:lnTo>
                <a:lnTo>
                  <a:pt x="2165822" y="40656"/>
                </a:lnTo>
                <a:lnTo>
                  <a:pt x="2165728" y="40124"/>
                </a:lnTo>
                <a:lnTo>
                  <a:pt x="2165610" y="39630"/>
                </a:lnTo>
                <a:lnTo>
                  <a:pt x="2165468" y="39171"/>
                </a:lnTo>
                <a:lnTo>
                  <a:pt x="2165299" y="38748"/>
                </a:lnTo>
                <a:lnTo>
                  <a:pt x="2165101" y="38359"/>
                </a:lnTo>
                <a:lnTo>
                  <a:pt x="2164873" y="38002"/>
                </a:lnTo>
                <a:lnTo>
                  <a:pt x="2164612" y="37678"/>
                </a:lnTo>
                <a:lnTo>
                  <a:pt x="2164318" y="37386"/>
                </a:lnTo>
                <a:lnTo>
                  <a:pt x="2163987" y="37123"/>
                </a:lnTo>
                <a:lnTo>
                  <a:pt x="2163619" y="36890"/>
                </a:lnTo>
                <a:lnTo>
                  <a:pt x="2163211" y="36686"/>
                </a:lnTo>
                <a:lnTo>
                  <a:pt x="2162761" y="36509"/>
                </a:lnTo>
                <a:lnTo>
                  <a:pt x="2162268" y="36358"/>
                </a:lnTo>
                <a:lnTo>
                  <a:pt x="2161730" y="36233"/>
                </a:lnTo>
                <a:lnTo>
                  <a:pt x="2161145" y="36134"/>
                </a:lnTo>
                <a:lnTo>
                  <a:pt x="2160511" y="36057"/>
                </a:lnTo>
                <a:lnTo>
                  <a:pt x="2159827" y="36004"/>
                </a:lnTo>
                <a:lnTo>
                  <a:pt x="2159089" y="35973"/>
                </a:lnTo>
                <a:lnTo>
                  <a:pt x="2158298" y="35963"/>
                </a:lnTo>
                <a:lnTo>
                  <a:pt x="2137091" y="35963"/>
                </a:lnTo>
                <a:lnTo>
                  <a:pt x="2136720" y="35963"/>
                </a:lnTo>
                <a:lnTo>
                  <a:pt x="2136332" y="35966"/>
                </a:lnTo>
                <a:lnTo>
                  <a:pt x="2135929" y="35974"/>
                </a:lnTo>
                <a:lnTo>
                  <a:pt x="2135515" y="35990"/>
                </a:lnTo>
                <a:lnTo>
                  <a:pt x="2135093" y="36015"/>
                </a:lnTo>
                <a:lnTo>
                  <a:pt x="2134666" y="36053"/>
                </a:lnTo>
                <a:lnTo>
                  <a:pt x="2134236" y="36106"/>
                </a:lnTo>
                <a:lnTo>
                  <a:pt x="2133806" y="36177"/>
                </a:lnTo>
                <a:lnTo>
                  <a:pt x="2133380" y="36268"/>
                </a:lnTo>
                <a:lnTo>
                  <a:pt x="2132960" y="36381"/>
                </a:lnTo>
                <a:lnTo>
                  <a:pt x="2132550" y="36520"/>
                </a:lnTo>
                <a:lnTo>
                  <a:pt x="2132151" y="36686"/>
                </a:lnTo>
                <a:lnTo>
                  <a:pt x="2131768" y="36882"/>
                </a:lnTo>
                <a:lnTo>
                  <a:pt x="2131402" y="37111"/>
                </a:lnTo>
                <a:lnTo>
                  <a:pt x="2131057" y="37376"/>
                </a:lnTo>
                <a:lnTo>
                  <a:pt x="2130737" y="37677"/>
                </a:lnTo>
                <a:lnTo>
                  <a:pt x="2130443" y="38019"/>
                </a:lnTo>
                <a:lnTo>
                  <a:pt x="2130178" y="38404"/>
                </a:lnTo>
                <a:lnTo>
                  <a:pt x="2129947" y="38834"/>
                </a:lnTo>
                <a:lnTo>
                  <a:pt x="2129751" y="39312"/>
                </a:lnTo>
                <a:lnTo>
                  <a:pt x="2129593" y="39840"/>
                </a:lnTo>
                <a:lnTo>
                  <a:pt x="2129477" y="40420"/>
                </a:lnTo>
                <a:lnTo>
                  <a:pt x="2129405" y="41056"/>
                </a:lnTo>
                <a:lnTo>
                  <a:pt x="2129380" y="41750"/>
                </a:lnTo>
                <a:lnTo>
                  <a:pt x="2129404" y="42466"/>
                </a:lnTo>
                <a:lnTo>
                  <a:pt x="2129473" y="43122"/>
                </a:lnTo>
                <a:lnTo>
                  <a:pt x="2129585" y="43722"/>
                </a:lnTo>
                <a:lnTo>
                  <a:pt x="2129737" y="44267"/>
                </a:lnTo>
                <a:lnTo>
                  <a:pt x="2129927" y="44760"/>
                </a:lnTo>
                <a:lnTo>
                  <a:pt x="2130152" y="45204"/>
                </a:lnTo>
                <a:lnTo>
                  <a:pt x="2130408" y="45601"/>
                </a:lnTo>
                <a:lnTo>
                  <a:pt x="2130694" y="45954"/>
                </a:lnTo>
                <a:lnTo>
                  <a:pt x="2131007" y="46266"/>
                </a:lnTo>
                <a:lnTo>
                  <a:pt x="2131344" y="46539"/>
                </a:lnTo>
                <a:lnTo>
                  <a:pt x="2131702" y="46775"/>
                </a:lnTo>
                <a:lnTo>
                  <a:pt x="2132079" y="46978"/>
                </a:lnTo>
                <a:lnTo>
                  <a:pt x="2132473" y="47150"/>
                </a:lnTo>
                <a:lnTo>
                  <a:pt x="2132879" y="47293"/>
                </a:lnTo>
                <a:lnTo>
                  <a:pt x="2133296" y="47410"/>
                </a:lnTo>
                <a:lnTo>
                  <a:pt x="2133722" y="47504"/>
                </a:lnTo>
                <a:lnTo>
                  <a:pt x="2134152" y="47577"/>
                </a:lnTo>
                <a:lnTo>
                  <a:pt x="2134585" y="47631"/>
                </a:lnTo>
                <a:lnTo>
                  <a:pt x="2135019" y="47671"/>
                </a:lnTo>
                <a:lnTo>
                  <a:pt x="2135449" y="47697"/>
                </a:lnTo>
                <a:lnTo>
                  <a:pt x="2135874" y="47713"/>
                </a:lnTo>
                <a:lnTo>
                  <a:pt x="2136291" y="47721"/>
                </a:lnTo>
                <a:lnTo>
                  <a:pt x="2136698" y="47724"/>
                </a:lnTo>
                <a:lnTo>
                  <a:pt x="2137091" y="47725"/>
                </a:lnTo>
                <a:lnTo>
                  <a:pt x="2152709" y="47725"/>
                </a:lnTo>
                <a:lnTo>
                  <a:pt x="2152709" y="107238"/>
                </a:lnTo>
                <a:lnTo>
                  <a:pt x="2137091" y="107238"/>
                </a:lnTo>
                <a:lnTo>
                  <a:pt x="2136720" y="107239"/>
                </a:lnTo>
                <a:lnTo>
                  <a:pt x="2136332" y="107241"/>
                </a:lnTo>
                <a:lnTo>
                  <a:pt x="2135929" y="107249"/>
                </a:lnTo>
                <a:lnTo>
                  <a:pt x="2135515" y="107265"/>
                </a:lnTo>
                <a:lnTo>
                  <a:pt x="2135093" y="107290"/>
                </a:lnTo>
                <a:lnTo>
                  <a:pt x="2134666" y="107329"/>
                </a:lnTo>
                <a:lnTo>
                  <a:pt x="2134236" y="107382"/>
                </a:lnTo>
                <a:lnTo>
                  <a:pt x="2133806" y="107452"/>
                </a:lnTo>
                <a:lnTo>
                  <a:pt x="2133380" y="107543"/>
                </a:lnTo>
                <a:lnTo>
                  <a:pt x="2132960" y="107657"/>
                </a:lnTo>
                <a:lnTo>
                  <a:pt x="2132550" y="107795"/>
                </a:lnTo>
                <a:lnTo>
                  <a:pt x="2132151" y="107961"/>
                </a:lnTo>
                <a:lnTo>
                  <a:pt x="2131768" y="108157"/>
                </a:lnTo>
                <a:lnTo>
                  <a:pt x="2131402" y="108386"/>
                </a:lnTo>
                <a:lnTo>
                  <a:pt x="2131057" y="108650"/>
                </a:lnTo>
                <a:lnTo>
                  <a:pt x="2130737" y="108952"/>
                </a:lnTo>
                <a:lnTo>
                  <a:pt x="2130443" y="109294"/>
                </a:lnTo>
                <a:lnTo>
                  <a:pt x="2130178" y="109678"/>
                </a:lnTo>
                <a:lnTo>
                  <a:pt x="2129947" y="110108"/>
                </a:lnTo>
                <a:lnTo>
                  <a:pt x="2129751" y="110585"/>
                </a:lnTo>
                <a:lnTo>
                  <a:pt x="2129593" y="111113"/>
                </a:lnTo>
                <a:lnTo>
                  <a:pt x="2129477" y="111693"/>
                </a:lnTo>
                <a:lnTo>
                  <a:pt x="2129405" y="112329"/>
                </a:lnTo>
                <a:lnTo>
                  <a:pt x="2129380" y="113022"/>
                </a:lnTo>
                <a:lnTo>
                  <a:pt x="2129404" y="113738"/>
                </a:lnTo>
                <a:lnTo>
                  <a:pt x="2129473" y="114395"/>
                </a:lnTo>
                <a:lnTo>
                  <a:pt x="2129585" y="114994"/>
                </a:lnTo>
                <a:lnTo>
                  <a:pt x="2129737" y="115539"/>
                </a:lnTo>
                <a:lnTo>
                  <a:pt x="2129927" y="116033"/>
                </a:lnTo>
                <a:lnTo>
                  <a:pt x="2130152" y="116476"/>
                </a:lnTo>
                <a:lnTo>
                  <a:pt x="2130408" y="116874"/>
                </a:lnTo>
                <a:lnTo>
                  <a:pt x="2130694" y="117227"/>
                </a:lnTo>
                <a:lnTo>
                  <a:pt x="2131007" y="117538"/>
                </a:lnTo>
                <a:lnTo>
                  <a:pt x="2131344" y="117811"/>
                </a:lnTo>
                <a:lnTo>
                  <a:pt x="2131702" y="118048"/>
                </a:lnTo>
                <a:lnTo>
                  <a:pt x="2132079" y="118250"/>
                </a:lnTo>
                <a:lnTo>
                  <a:pt x="2132473" y="118422"/>
                </a:lnTo>
                <a:lnTo>
                  <a:pt x="2132879" y="118565"/>
                </a:lnTo>
                <a:lnTo>
                  <a:pt x="2133296" y="118682"/>
                </a:lnTo>
                <a:lnTo>
                  <a:pt x="2133722" y="118776"/>
                </a:lnTo>
                <a:lnTo>
                  <a:pt x="2134152" y="118849"/>
                </a:lnTo>
                <a:lnTo>
                  <a:pt x="2134585" y="118904"/>
                </a:lnTo>
                <a:lnTo>
                  <a:pt x="2135019" y="118943"/>
                </a:lnTo>
                <a:lnTo>
                  <a:pt x="2135449" y="118970"/>
                </a:lnTo>
                <a:lnTo>
                  <a:pt x="2135874" y="118986"/>
                </a:lnTo>
                <a:lnTo>
                  <a:pt x="2136291" y="118994"/>
                </a:lnTo>
                <a:lnTo>
                  <a:pt x="2136698" y="118997"/>
                </a:lnTo>
                <a:lnTo>
                  <a:pt x="2137091" y="118997"/>
                </a:lnTo>
                <a:lnTo>
                  <a:pt x="2187410" y="118997"/>
                </a:lnTo>
                <a:lnTo>
                  <a:pt x="2187782" y="118997"/>
                </a:lnTo>
                <a:lnTo>
                  <a:pt x="2188173" y="118994"/>
                </a:lnTo>
                <a:lnTo>
                  <a:pt x="2188580" y="118986"/>
                </a:lnTo>
                <a:lnTo>
                  <a:pt x="2188999" y="118970"/>
                </a:lnTo>
                <a:lnTo>
                  <a:pt x="2189429" y="118945"/>
                </a:lnTo>
                <a:lnTo>
                  <a:pt x="2189865" y="118907"/>
                </a:lnTo>
                <a:lnTo>
                  <a:pt x="2190304" y="118854"/>
                </a:lnTo>
                <a:lnTo>
                  <a:pt x="2190744" y="118783"/>
                </a:lnTo>
                <a:lnTo>
                  <a:pt x="2191182" y="118692"/>
                </a:lnTo>
                <a:lnTo>
                  <a:pt x="2191613" y="118579"/>
                </a:lnTo>
                <a:lnTo>
                  <a:pt x="2192036" y="118440"/>
                </a:lnTo>
                <a:lnTo>
                  <a:pt x="2192446" y="118274"/>
                </a:lnTo>
                <a:lnTo>
                  <a:pt x="2192842" y="118078"/>
                </a:lnTo>
                <a:lnTo>
                  <a:pt x="2193219" y="117849"/>
                </a:lnTo>
                <a:lnTo>
                  <a:pt x="2193576" y="117585"/>
                </a:lnTo>
                <a:lnTo>
                  <a:pt x="2193908" y="117283"/>
                </a:lnTo>
                <a:lnTo>
                  <a:pt x="2194212" y="116942"/>
                </a:lnTo>
                <a:lnTo>
                  <a:pt x="2194486" y="116557"/>
                </a:lnTo>
                <a:lnTo>
                  <a:pt x="2194726" y="116127"/>
                </a:lnTo>
                <a:lnTo>
                  <a:pt x="2194930" y="115650"/>
                </a:lnTo>
                <a:lnTo>
                  <a:pt x="2195093" y="115122"/>
                </a:lnTo>
                <a:lnTo>
                  <a:pt x="2195214" y="114542"/>
                </a:lnTo>
                <a:lnTo>
                  <a:pt x="2195289" y="113907"/>
                </a:lnTo>
                <a:lnTo>
                  <a:pt x="2195314" y="113213"/>
                </a:lnTo>
                <a:lnTo>
                  <a:pt x="2195289" y="112497"/>
                </a:lnTo>
                <a:lnTo>
                  <a:pt x="2195214" y="111841"/>
                </a:lnTo>
                <a:lnTo>
                  <a:pt x="2195093" y="111241"/>
                </a:lnTo>
                <a:lnTo>
                  <a:pt x="2194930" y="110696"/>
                </a:lnTo>
                <a:lnTo>
                  <a:pt x="2194726" y="110203"/>
                </a:lnTo>
                <a:lnTo>
                  <a:pt x="2194486" y="109759"/>
                </a:lnTo>
                <a:lnTo>
                  <a:pt x="2194212" y="109362"/>
                </a:lnTo>
                <a:lnTo>
                  <a:pt x="2193908" y="109009"/>
                </a:lnTo>
                <a:lnTo>
                  <a:pt x="2193576" y="108697"/>
                </a:lnTo>
                <a:lnTo>
                  <a:pt x="2193219" y="108424"/>
                </a:lnTo>
                <a:lnTo>
                  <a:pt x="2192842" y="108188"/>
                </a:lnTo>
                <a:lnTo>
                  <a:pt x="2192446" y="107985"/>
                </a:lnTo>
                <a:lnTo>
                  <a:pt x="2192036" y="107813"/>
                </a:lnTo>
                <a:lnTo>
                  <a:pt x="2191613" y="107670"/>
                </a:lnTo>
                <a:lnTo>
                  <a:pt x="2191182" y="107553"/>
                </a:lnTo>
                <a:lnTo>
                  <a:pt x="2190744" y="107459"/>
                </a:lnTo>
                <a:lnTo>
                  <a:pt x="2190304" y="107386"/>
                </a:lnTo>
                <a:lnTo>
                  <a:pt x="2189865" y="107331"/>
                </a:lnTo>
                <a:lnTo>
                  <a:pt x="2189429" y="107292"/>
                </a:lnTo>
                <a:lnTo>
                  <a:pt x="2188999" y="107266"/>
                </a:lnTo>
                <a:lnTo>
                  <a:pt x="2188580" y="107250"/>
                </a:lnTo>
                <a:lnTo>
                  <a:pt x="2188173" y="107242"/>
                </a:lnTo>
                <a:lnTo>
                  <a:pt x="2187782" y="107239"/>
                </a:lnTo>
                <a:lnTo>
                  <a:pt x="2187410" y="107238"/>
                </a:lnTo>
                <a:lnTo>
                  <a:pt x="2166011" y="107238"/>
                </a:lnTo>
                <a:lnTo>
                  <a:pt x="2166011" y="83164"/>
                </a:lnTo>
                <a:lnTo>
                  <a:pt x="2166071" y="80906"/>
                </a:lnTo>
                <a:lnTo>
                  <a:pt x="2166249" y="78651"/>
                </a:lnTo>
                <a:lnTo>
                  <a:pt x="2166545" y="76408"/>
                </a:lnTo>
                <a:lnTo>
                  <a:pt x="2166962" y="74185"/>
                </a:lnTo>
                <a:lnTo>
                  <a:pt x="2167497" y="71990"/>
                </a:lnTo>
                <a:lnTo>
                  <a:pt x="2168153" y="69832"/>
                </a:lnTo>
                <a:lnTo>
                  <a:pt x="2168928" y="67718"/>
                </a:lnTo>
                <a:lnTo>
                  <a:pt x="2169824" y="65657"/>
                </a:lnTo>
                <a:lnTo>
                  <a:pt x="2170840" y="63658"/>
                </a:lnTo>
                <a:lnTo>
                  <a:pt x="2171977" y="61727"/>
                </a:lnTo>
                <a:lnTo>
                  <a:pt x="2173235" y="59875"/>
                </a:lnTo>
                <a:lnTo>
                  <a:pt x="2174614" y="58108"/>
                </a:lnTo>
                <a:lnTo>
                  <a:pt x="2176114" y="56435"/>
                </a:lnTo>
                <a:lnTo>
                  <a:pt x="2177737" y="54864"/>
                </a:lnTo>
                <a:lnTo>
                  <a:pt x="2179481" y="53404"/>
                </a:lnTo>
                <a:lnTo>
                  <a:pt x="2181348" y="52063"/>
                </a:lnTo>
                <a:lnTo>
                  <a:pt x="2183337" y="50849"/>
                </a:lnTo>
                <a:lnTo>
                  <a:pt x="2185449" y="49770"/>
                </a:lnTo>
                <a:lnTo>
                  <a:pt x="2187684" y="48834"/>
                </a:lnTo>
                <a:lnTo>
                  <a:pt x="2190042" y="48050"/>
                </a:lnTo>
                <a:lnTo>
                  <a:pt x="2192524" y="47426"/>
                </a:lnTo>
                <a:lnTo>
                  <a:pt x="2195129" y="46970"/>
                </a:lnTo>
                <a:lnTo>
                  <a:pt x="2197859" y="46690"/>
                </a:lnTo>
                <a:lnTo>
                  <a:pt x="2200712" y="46595"/>
                </a:lnTo>
                <a:lnTo>
                  <a:pt x="2200753" y="47169"/>
                </a:lnTo>
                <a:lnTo>
                  <a:pt x="2200824" y="47734"/>
                </a:lnTo>
                <a:lnTo>
                  <a:pt x="2200927" y="48288"/>
                </a:lnTo>
                <a:lnTo>
                  <a:pt x="2201059" y="48830"/>
                </a:lnTo>
                <a:lnTo>
                  <a:pt x="2201221" y="49359"/>
                </a:lnTo>
                <a:lnTo>
                  <a:pt x="2201412" y="49873"/>
                </a:lnTo>
                <a:lnTo>
                  <a:pt x="2201631" y="50371"/>
                </a:lnTo>
                <a:lnTo>
                  <a:pt x="2201877" y="50852"/>
                </a:lnTo>
                <a:lnTo>
                  <a:pt x="2202150" y="51313"/>
                </a:lnTo>
                <a:lnTo>
                  <a:pt x="2202449" y="51755"/>
                </a:lnTo>
                <a:lnTo>
                  <a:pt x="2202774" y="52175"/>
                </a:lnTo>
                <a:lnTo>
                  <a:pt x="2203123" y="52573"/>
                </a:lnTo>
                <a:lnTo>
                  <a:pt x="2203497" y="52946"/>
                </a:lnTo>
                <a:lnTo>
                  <a:pt x="2203893" y="53294"/>
                </a:lnTo>
                <a:lnTo>
                  <a:pt x="2204313" y="53615"/>
                </a:lnTo>
                <a:lnTo>
                  <a:pt x="2204755" y="53908"/>
                </a:lnTo>
                <a:lnTo>
                  <a:pt x="2205218" y="54172"/>
                </a:lnTo>
                <a:lnTo>
                  <a:pt x="2205701" y="54405"/>
                </a:lnTo>
                <a:lnTo>
                  <a:pt x="2206205" y="54605"/>
                </a:lnTo>
                <a:lnTo>
                  <a:pt x="2206729" y="54773"/>
                </a:lnTo>
                <a:lnTo>
                  <a:pt x="2207271" y="54905"/>
                </a:lnTo>
                <a:lnTo>
                  <a:pt x="2207831" y="55001"/>
                </a:lnTo>
                <a:lnTo>
                  <a:pt x="2208408" y="55060"/>
                </a:lnTo>
                <a:lnTo>
                  <a:pt x="2209002" y="55080"/>
                </a:lnTo>
                <a:lnTo>
                  <a:pt x="2209530" y="55064"/>
                </a:lnTo>
                <a:lnTo>
                  <a:pt x="2210053" y="55016"/>
                </a:lnTo>
                <a:lnTo>
                  <a:pt x="2210568" y="54937"/>
                </a:lnTo>
                <a:lnTo>
                  <a:pt x="2211075" y="54827"/>
                </a:lnTo>
                <a:lnTo>
                  <a:pt x="2211572" y="54687"/>
                </a:lnTo>
                <a:lnTo>
                  <a:pt x="2212057" y="54516"/>
                </a:lnTo>
                <a:lnTo>
                  <a:pt x="2212530" y="54316"/>
                </a:lnTo>
                <a:lnTo>
                  <a:pt x="2212987" y="54087"/>
                </a:lnTo>
                <a:lnTo>
                  <a:pt x="2213429" y="53829"/>
                </a:lnTo>
                <a:lnTo>
                  <a:pt x="2213853" y="53542"/>
                </a:lnTo>
                <a:lnTo>
                  <a:pt x="2214258" y="53228"/>
                </a:lnTo>
                <a:lnTo>
                  <a:pt x="2214642" y="52886"/>
                </a:lnTo>
                <a:lnTo>
                  <a:pt x="2215005" y="52517"/>
                </a:lnTo>
                <a:lnTo>
                  <a:pt x="2215343" y="52121"/>
                </a:lnTo>
                <a:lnTo>
                  <a:pt x="2215657" y="51699"/>
                </a:lnTo>
                <a:lnTo>
                  <a:pt x="2215944" y="51252"/>
                </a:lnTo>
                <a:lnTo>
                  <a:pt x="2216203" y="50778"/>
                </a:lnTo>
                <a:lnTo>
                  <a:pt x="2216432" y="50280"/>
                </a:lnTo>
                <a:lnTo>
                  <a:pt x="2216630" y="49757"/>
                </a:lnTo>
                <a:lnTo>
                  <a:pt x="2216796" y="49210"/>
                </a:lnTo>
                <a:lnTo>
                  <a:pt x="2216927" y="48640"/>
                </a:lnTo>
                <a:lnTo>
                  <a:pt x="2217023" y="48046"/>
                </a:lnTo>
                <a:lnTo>
                  <a:pt x="2217081" y="47429"/>
                </a:lnTo>
                <a:lnTo>
                  <a:pt x="2217101" y="46789"/>
                </a:lnTo>
                <a:lnTo>
                  <a:pt x="2217088" y="46286"/>
                </a:lnTo>
                <a:lnTo>
                  <a:pt x="2217046" y="45744"/>
                </a:lnTo>
                <a:lnTo>
                  <a:pt x="2216970" y="45168"/>
                </a:lnTo>
                <a:lnTo>
                  <a:pt x="2216855" y="44564"/>
                </a:lnTo>
                <a:lnTo>
                  <a:pt x="2216697" y="43938"/>
                </a:lnTo>
                <a:lnTo>
                  <a:pt x="2216489" y="43294"/>
                </a:lnTo>
                <a:close/>
                <a:moveTo>
                  <a:pt x="192181" y="43294"/>
                </a:moveTo>
                <a:lnTo>
                  <a:pt x="191920" y="42638"/>
                </a:lnTo>
                <a:lnTo>
                  <a:pt x="191600" y="41975"/>
                </a:lnTo>
                <a:lnTo>
                  <a:pt x="191217" y="41311"/>
                </a:lnTo>
                <a:lnTo>
                  <a:pt x="190765" y="40651"/>
                </a:lnTo>
                <a:lnTo>
                  <a:pt x="190239" y="40001"/>
                </a:lnTo>
                <a:lnTo>
                  <a:pt x="189636" y="39365"/>
                </a:lnTo>
                <a:lnTo>
                  <a:pt x="188948" y="38749"/>
                </a:lnTo>
                <a:lnTo>
                  <a:pt x="188173" y="38159"/>
                </a:lnTo>
                <a:lnTo>
                  <a:pt x="187304" y="37599"/>
                </a:lnTo>
                <a:lnTo>
                  <a:pt x="186337" y="37076"/>
                </a:lnTo>
                <a:lnTo>
                  <a:pt x="185267" y="36594"/>
                </a:lnTo>
                <a:lnTo>
                  <a:pt x="184090" y="36159"/>
                </a:lnTo>
                <a:lnTo>
                  <a:pt x="182799" y="35776"/>
                </a:lnTo>
                <a:lnTo>
                  <a:pt x="181390" y="35451"/>
                </a:lnTo>
                <a:lnTo>
                  <a:pt x="179858" y="35189"/>
                </a:lnTo>
                <a:lnTo>
                  <a:pt x="178199" y="34995"/>
                </a:lnTo>
                <a:lnTo>
                  <a:pt x="176407" y="34874"/>
                </a:lnTo>
                <a:lnTo>
                  <a:pt x="174478" y="34833"/>
                </a:lnTo>
                <a:lnTo>
                  <a:pt x="173236" y="34852"/>
                </a:lnTo>
                <a:lnTo>
                  <a:pt x="171969" y="34908"/>
                </a:lnTo>
                <a:lnTo>
                  <a:pt x="170681" y="35006"/>
                </a:lnTo>
                <a:lnTo>
                  <a:pt x="169372" y="35146"/>
                </a:lnTo>
                <a:lnTo>
                  <a:pt x="168044" y="35332"/>
                </a:lnTo>
                <a:lnTo>
                  <a:pt x="166699" y="35565"/>
                </a:lnTo>
                <a:lnTo>
                  <a:pt x="165339" y="35848"/>
                </a:lnTo>
                <a:lnTo>
                  <a:pt x="163966" y="36183"/>
                </a:lnTo>
                <a:lnTo>
                  <a:pt x="162581" y="36572"/>
                </a:lnTo>
                <a:lnTo>
                  <a:pt x="161188" y="37018"/>
                </a:lnTo>
                <a:lnTo>
                  <a:pt x="159786" y="37522"/>
                </a:lnTo>
                <a:lnTo>
                  <a:pt x="158378" y="38087"/>
                </a:lnTo>
                <a:lnTo>
                  <a:pt x="156967" y="38716"/>
                </a:lnTo>
                <a:lnTo>
                  <a:pt x="155553" y="39410"/>
                </a:lnTo>
                <a:lnTo>
                  <a:pt x="154139" y="40172"/>
                </a:lnTo>
                <a:lnTo>
                  <a:pt x="152727" y="41004"/>
                </a:lnTo>
                <a:lnTo>
                  <a:pt x="151318" y="41908"/>
                </a:lnTo>
                <a:lnTo>
                  <a:pt x="149914" y="42887"/>
                </a:lnTo>
                <a:lnTo>
                  <a:pt x="148517" y="43942"/>
                </a:lnTo>
                <a:lnTo>
                  <a:pt x="147129" y="45077"/>
                </a:lnTo>
                <a:lnTo>
                  <a:pt x="145752" y="46293"/>
                </a:lnTo>
                <a:lnTo>
                  <a:pt x="144388" y="47593"/>
                </a:lnTo>
                <a:lnTo>
                  <a:pt x="143037" y="48978"/>
                </a:lnTo>
                <a:lnTo>
                  <a:pt x="141703" y="50452"/>
                </a:lnTo>
                <a:lnTo>
                  <a:pt x="141703" y="43897"/>
                </a:lnTo>
                <a:lnTo>
                  <a:pt x="141697" y="43168"/>
                </a:lnTo>
                <a:lnTo>
                  <a:pt x="141677" y="42480"/>
                </a:lnTo>
                <a:lnTo>
                  <a:pt x="141641" y="41832"/>
                </a:lnTo>
                <a:lnTo>
                  <a:pt x="141587" y="41225"/>
                </a:lnTo>
                <a:lnTo>
                  <a:pt x="141514" y="40656"/>
                </a:lnTo>
                <a:lnTo>
                  <a:pt x="141420" y="40124"/>
                </a:lnTo>
                <a:lnTo>
                  <a:pt x="141302" y="39630"/>
                </a:lnTo>
                <a:lnTo>
                  <a:pt x="141160" y="39171"/>
                </a:lnTo>
                <a:lnTo>
                  <a:pt x="140991" y="38748"/>
                </a:lnTo>
                <a:lnTo>
                  <a:pt x="140793" y="38359"/>
                </a:lnTo>
                <a:lnTo>
                  <a:pt x="140565" y="38002"/>
                </a:lnTo>
                <a:lnTo>
                  <a:pt x="140305" y="37678"/>
                </a:lnTo>
                <a:lnTo>
                  <a:pt x="140010" y="37386"/>
                </a:lnTo>
                <a:lnTo>
                  <a:pt x="139679" y="37123"/>
                </a:lnTo>
                <a:lnTo>
                  <a:pt x="139311" y="36890"/>
                </a:lnTo>
                <a:lnTo>
                  <a:pt x="138903" y="36686"/>
                </a:lnTo>
                <a:lnTo>
                  <a:pt x="138453" y="36509"/>
                </a:lnTo>
                <a:lnTo>
                  <a:pt x="137960" y="36358"/>
                </a:lnTo>
                <a:lnTo>
                  <a:pt x="137422" y="36233"/>
                </a:lnTo>
                <a:lnTo>
                  <a:pt x="136837" y="36134"/>
                </a:lnTo>
                <a:lnTo>
                  <a:pt x="136203" y="36057"/>
                </a:lnTo>
                <a:lnTo>
                  <a:pt x="135519" y="36004"/>
                </a:lnTo>
                <a:lnTo>
                  <a:pt x="134782" y="35973"/>
                </a:lnTo>
                <a:lnTo>
                  <a:pt x="133990" y="35963"/>
                </a:lnTo>
                <a:lnTo>
                  <a:pt x="112783" y="35963"/>
                </a:lnTo>
                <a:lnTo>
                  <a:pt x="112412" y="35963"/>
                </a:lnTo>
                <a:lnTo>
                  <a:pt x="112024" y="35966"/>
                </a:lnTo>
                <a:lnTo>
                  <a:pt x="111621" y="35974"/>
                </a:lnTo>
                <a:lnTo>
                  <a:pt x="111208" y="35990"/>
                </a:lnTo>
                <a:lnTo>
                  <a:pt x="110786" y="36015"/>
                </a:lnTo>
                <a:lnTo>
                  <a:pt x="110358" y="36053"/>
                </a:lnTo>
                <a:lnTo>
                  <a:pt x="109928" y="36106"/>
                </a:lnTo>
                <a:lnTo>
                  <a:pt x="109499" y="36177"/>
                </a:lnTo>
                <a:lnTo>
                  <a:pt x="109072" y="36268"/>
                </a:lnTo>
                <a:lnTo>
                  <a:pt x="108653" y="36381"/>
                </a:lnTo>
                <a:lnTo>
                  <a:pt x="108242" y="36520"/>
                </a:lnTo>
                <a:lnTo>
                  <a:pt x="107843" y="36686"/>
                </a:lnTo>
                <a:lnTo>
                  <a:pt x="107460" y="36882"/>
                </a:lnTo>
                <a:lnTo>
                  <a:pt x="107094" y="37111"/>
                </a:lnTo>
                <a:lnTo>
                  <a:pt x="106750" y="37376"/>
                </a:lnTo>
                <a:lnTo>
                  <a:pt x="106429" y="37677"/>
                </a:lnTo>
                <a:lnTo>
                  <a:pt x="106135" y="38019"/>
                </a:lnTo>
                <a:lnTo>
                  <a:pt x="105871" y="38404"/>
                </a:lnTo>
                <a:lnTo>
                  <a:pt x="105639" y="38834"/>
                </a:lnTo>
                <a:lnTo>
                  <a:pt x="105443" y="39312"/>
                </a:lnTo>
                <a:lnTo>
                  <a:pt x="105285" y="39840"/>
                </a:lnTo>
                <a:lnTo>
                  <a:pt x="105169" y="40420"/>
                </a:lnTo>
                <a:lnTo>
                  <a:pt x="105097" y="41056"/>
                </a:lnTo>
                <a:lnTo>
                  <a:pt x="105072" y="41750"/>
                </a:lnTo>
                <a:lnTo>
                  <a:pt x="105096" y="42466"/>
                </a:lnTo>
                <a:lnTo>
                  <a:pt x="105165" y="43122"/>
                </a:lnTo>
                <a:lnTo>
                  <a:pt x="105277" y="43722"/>
                </a:lnTo>
                <a:lnTo>
                  <a:pt x="105429" y="44267"/>
                </a:lnTo>
                <a:lnTo>
                  <a:pt x="105619" y="44760"/>
                </a:lnTo>
                <a:lnTo>
                  <a:pt x="105844" y="45204"/>
                </a:lnTo>
                <a:lnTo>
                  <a:pt x="106100" y="45601"/>
                </a:lnTo>
                <a:lnTo>
                  <a:pt x="106386" y="45954"/>
                </a:lnTo>
                <a:lnTo>
                  <a:pt x="106699" y="46266"/>
                </a:lnTo>
                <a:lnTo>
                  <a:pt x="107036" y="46539"/>
                </a:lnTo>
                <a:lnTo>
                  <a:pt x="107394" y="46775"/>
                </a:lnTo>
                <a:lnTo>
                  <a:pt x="107772" y="46978"/>
                </a:lnTo>
                <a:lnTo>
                  <a:pt x="108165" y="47150"/>
                </a:lnTo>
                <a:lnTo>
                  <a:pt x="108571" y="47293"/>
                </a:lnTo>
                <a:lnTo>
                  <a:pt x="108988" y="47410"/>
                </a:lnTo>
                <a:lnTo>
                  <a:pt x="109414" y="47504"/>
                </a:lnTo>
                <a:lnTo>
                  <a:pt x="109844" y="47577"/>
                </a:lnTo>
                <a:lnTo>
                  <a:pt x="110277" y="47631"/>
                </a:lnTo>
                <a:lnTo>
                  <a:pt x="110711" y="47671"/>
                </a:lnTo>
                <a:lnTo>
                  <a:pt x="111141" y="47697"/>
                </a:lnTo>
                <a:lnTo>
                  <a:pt x="111566" y="47713"/>
                </a:lnTo>
                <a:lnTo>
                  <a:pt x="111983" y="47721"/>
                </a:lnTo>
                <a:lnTo>
                  <a:pt x="112390" y="47724"/>
                </a:lnTo>
                <a:lnTo>
                  <a:pt x="112783" y="47725"/>
                </a:lnTo>
                <a:lnTo>
                  <a:pt x="128401" y="47725"/>
                </a:lnTo>
                <a:lnTo>
                  <a:pt x="128401" y="107238"/>
                </a:lnTo>
                <a:lnTo>
                  <a:pt x="112783" y="107238"/>
                </a:lnTo>
                <a:lnTo>
                  <a:pt x="112412" y="107239"/>
                </a:lnTo>
                <a:lnTo>
                  <a:pt x="112024" y="107241"/>
                </a:lnTo>
                <a:lnTo>
                  <a:pt x="111621" y="107249"/>
                </a:lnTo>
                <a:lnTo>
                  <a:pt x="111208" y="107265"/>
                </a:lnTo>
                <a:lnTo>
                  <a:pt x="110786" y="107290"/>
                </a:lnTo>
                <a:lnTo>
                  <a:pt x="110358" y="107329"/>
                </a:lnTo>
                <a:lnTo>
                  <a:pt x="109928" y="107382"/>
                </a:lnTo>
                <a:lnTo>
                  <a:pt x="109499" y="107452"/>
                </a:lnTo>
                <a:lnTo>
                  <a:pt x="109072" y="107543"/>
                </a:lnTo>
                <a:lnTo>
                  <a:pt x="108653" y="107657"/>
                </a:lnTo>
                <a:lnTo>
                  <a:pt x="108242" y="107795"/>
                </a:lnTo>
                <a:lnTo>
                  <a:pt x="107843" y="107961"/>
                </a:lnTo>
                <a:lnTo>
                  <a:pt x="107460" y="108157"/>
                </a:lnTo>
                <a:lnTo>
                  <a:pt x="107094" y="108386"/>
                </a:lnTo>
                <a:lnTo>
                  <a:pt x="106750" y="108650"/>
                </a:lnTo>
                <a:lnTo>
                  <a:pt x="106429" y="108952"/>
                </a:lnTo>
                <a:lnTo>
                  <a:pt x="106135" y="109294"/>
                </a:lnTo>
                <a:lnTo>
                  <a:pt x="105871" y="109678"/>
                </a:lnTo>
                <a:lnTo>
                  <a:pt x="105639" y="110108"/>
                </a:lnTo>
                <a:lnTo>
                  <a:pt x="105443" y="110585"/>
                </a:lnTo>
                <a:lnTo>
                  <a:pt x="105285" y="111113"/>
                </a:lnTo>
                <a:lnTo>
                  <a:pt x="105169" y="111693"/>
                </a:lnTo>
                <a:lnTo>
                  <a:pt x="105097" y="112329"/>
                </a:lnTo>
                <a:lnTo>
                  <a:pt x="105072" y="113022"/>
                </a:lnTo>
                <a:lnTo>
                  <a:pt x="105096" y="113738"/>
                </a:lnTo>
                <a:lnTo>
                  <a:pt x="105165" y="114395"/>
                </a:lnTo>
                <a:lnTo>
                  <a:pt x="105277" y="114994"/>
                </a:lnTo>
                <a:lnTo>
                  <a:pt x="105429" y="115539"/>
                </a:lnTo>
                <a:lnTo>
                  <a:pt x="105619" y="116033"/>
                </a:lnTo>
                <a:lnTo>
                  <a:pt x="105844" y="116476"/>
                </a:lnTo>
                <a:lnTo>
                  <a:pt x="106100" y="116874"/>
                </a:lnTo>
                <a:lnTo>
                  <a:pt x="106386" y="117227"/>
                </a:lnTo>
                <a:lnTo>
                  <a:pt x="106699" y="117538"/>
                </a:lnTo>
                <a:lnTo>
                  <a:pt x="107036" y="117811"/>
                </a:lnTo>
                <a:lnTo>
                  <a:pt x="107394" y="118048"/>
                </a:lnTo>
                <a:lnTo>
                  <a:pt x="107772" y="118250"/>
                </a:lnTo>
                <a:lnTo>
                  <a:pt x="108165" y="118422"/>
                </a:lnTo>
                <a:lnTo>
                  <a:pt x="108571" y="118565"/>
                </a:lnTo>
                <a:lnTo>
                  <a:pt x="108988" y="118682"/>
                </a:lnTo>
                <a:lnTo>
                  <a:pt x="109414" y="118776"/>
                </a:lnTo>
                <a:lnTo>
                  <a:pt x="109844" y="118849"/>
                </a:lnTo>
                <a:lnTo>
                  <a:pt x="110277" y="118904"/>
                </a:lnTo>
                <a:lnTo>
                  <a:pt x="110711" y="118943"/>
                </a:lnTo>
                <a:lnTo>
                  <a:pt x="111141" y="118970"/>
                </a:lnTo>
                <a:lnTo>
                  <a:pt x="111566" y="118986"/>
                </a:lnTo>
                <a:lnTo>
                  <a:pt x="111983" y="118994"/>
                </a:lnTo>
                <a:lnTo>
                  <a:pt x="112390" y="118997"/>
                </a:lnTo>
                <a:lnTo>
                  <a:pt x="112783" y="118997"/>
                </a:lnTo>
                <a:lnTo>
                  <a:pt x="163102" y="118997"/>
                </a:lnTo>
                <a:lnTo>
                  <a:pt x="163474" y="118997"/>
                </a:lnTo>
                <a:lnTo>
                  <a:pt x="163865" y="118994"/>
                </a:lnTo>
                <a:lnTo>
                  <a:pt x="164272" y="118986"/>
                </a:lnTo>
                <a:lnTo>
                  <a:pt x="164691" y="118970"/>
                </a:lnTo>
                <a:lnTo>
                  <a:pt x="165121" y="118945"/>
                </a:lnTo>
                <a:lnTo>
                  <a:pt x="165557" y="118907"/>
                </a:lnTo>
                <a:lnTo>
                  <a:pt x="165996" y="118854"/>
                </a:lnTo>
                <a:lnTo>
                  <a:pt x="166436" y="118783"/>
                </a:lnTo>
                <a:lnTo>
                  <a:pt x="166874" y="118692"/>
                </a:lnTo>
                <a:lnTo>
                  <a:pt x="167305" y="118579"/>
                </a:lnTo>
                <a:lnTo>
                  <a:pt x="167728" y="118440"/>
                </a:lnTo>
                <a:lnTo>
                  <a:pt x="168139" y="118274"/>
                </a:lnTo>
                <a:lnTo>
                  <a:pt x="168534" y="118078"/>
                </a:lnTo>
                <a:lnTo>
                  <a:pt x="168912" y="117849"/>
                </a:lnTo>
                <a:lnTo>
                  <a:pt x="169268" y="117585"/>
                </a:lnTo>
                <a:lnTo>
                  <a:pt x="169600" y="117283"/>
                </a:lnTo>
                <a:lnTo>
                  <a:pt x="169904" y="116942"/>
                </a:lnTo>
                <a:lnTo>
                  <a:pt x="170178" y="116557"/>
                </a:lnTo>
                <a:lnTo>
                  <a:pt x="170418" y="116127"/>
                </a:lnTo>
                <a:lnTo>
                  <a:pt x="170622" y="115650"/>
                </a:lnTo>
                <a:lnTo>
                  <a:pt x="170785" y="115122"/>
                </a:lnTo>
                <a:lnTo>
                  <a:pt x="170906" y="114542"/>
                </a:lnTo>
                <a:lnTo>
                  <a:pt x="170981" y="113907"/>
                </a:lnTo>
                <a:lnTo>
                  <a:pt x="171006" y="113213"/>
                </a:lnTo>
                <a:lnTo>
                  <a:pt x="170981" y="112497"/>
                </a:lnTo>
                <a:lnTo>
                  <a:pt x="170906" y="111841"/>
                </a:lnTo>
                <a:lnTo>
                  <a:pt x="170785" y="111241"/>
                </a:lnTo>
                <a:lnTo>
                  <a:pt x="170622" y="110696"/>
                </a:lnTo>
                <a:lnTo>
                  <a:pt x="170418" y="110203"/>
                </a:lnTo>
                <a:lnTo>
                  <a:pt x="170178" y="109759"/>
                </a:lnTo>
                <a:lnTo>
                  <a:pt x="169904" y="109362"/>
                </a:lnTo>
                <a:lnTo>
                  <a:pt x="169600" y="109009"/>
                </a:lnTo>
                <a:lnTo>
                  <a:pt x="169268" y="108697"/>
                </a:lnTo>
                <a:lnTo>
                  <a:pt x="168912" y="108424"/>
                </a:lnTo>
                <a:lnTo>
                  <a:pt x="168534" y="108188"/>
                </a:lnTo>
                <a:lnTo>
                  <a:pt x="168139" y="107985"/>
                </a:lnTo>
                <a:lnTo>
                  <a:pt x="167728" y="107813"/>
                </a:lnTo>
                <a:lnTo>
                  <a:pt x="167305" y="107670"/>
                </a:lnTo>
                <a:lnTo>
                  <a:pt x="166874" y="107553"/>
                </a:lnTo>
                <a:lnTo>
                  <a:pt x="166436" y="107459"/>
                </a:lnTo>
                <a:lnTo>
                  <a:pt x="165996" y="107386"/>
                </a:lnTo>
                <a:lnTo>
                  <a:pt x="165557" y="107331"/>
                </a:lnTo>
                <a:lnTo>
                  <a:pt x="165121" y="107292"/>
                </a:lnTo>
                <a:lnTo>
                  <a:pt x="164691" y="107266"/>
                </a:lnTo>
                <a:lnTo>
                  <a:pt x="164272" y="107250"/>
                </a:lnTo>
                <a:lnTo>
                  <a:pt x="163865" y="107242"/>
                </a:lnTo>
                <a:lnTo>
                  <a:pt x="163474" y="107239"/>
                </a:lnTo>
                <a:lnTo>
                  <a:pt x="163102" y="107238"/>
                </a:lnTo>
                <a:lnTo>
                  <a:pt x="141703" y="107238"/>
                </a:lnTo>
                <a:lnTo>
                  <a:pt x="141703" y="83164"/>
                </a:lnTo>
                <a:lnTo>
                  <a:pt x="141763" y="80906"/>
                </a:lnTo>
                <a:lnTo>
                  <a:pt x="141941" y="78651"/>
                </a:lnTo>
                <a:lnTo>
                  <a:pt x="142238" y="76408"/>
                </a:lnTo>
                <a:lnTo>
                  <a:pt x="142654" y="74185"/>
                </a:lnTo>
                <a:lnTo>
                  <a:pt x="143190" y="71990"/>
                </a:lnTo>
                <a:lnTo>
                  <a:pt x="143845" y="69832"/>
                </a:lnTo>
                <a:lnTo>
                  <a:pt x="144620" y="67718"/>
                </a:lnTo>
                <a:lnTo>
                  <a:pt x="145516" y="65657"/>
                </a:lnTo>
                <a:lnTo>
                  <a:pt x="146532" y="63658"/>
                </a:lnTo>
                <a:lnTo>
                  <a:pt x="147669" y="61727"/>
                </a:lnTo>
                <a:lnTo>
                  <a:pt x="148927" y="59875"/>
                </a:lnTo>
                <a:lnTo>
                  <a:pt x="150306" y="58108"/>
                </a:lnTo>
                <a:lnTo>
                  <a:pt x="151806" y="56435"/>
                </a:lnTo>
                <a:lnTo>
                  <a:pt x="153429" y="54864"/>
                </a:lnTo>
                <a:lnTo>
                  <a:pt x="155173" y="53404"/>
                </a:lnTo>
                <a:lnTo>
                  <a:pt x="157040" y="52063"/>
                </a:lnTo>
                <a:lnTo>
                  <a:pt x="159029" y="50849"/>
                </a:lnTo>
                <a:lnTo>
                  <a:pt x="161141" y="49770"/>
                </a:lnTo>
                <a:lnTo>
                  <a:pt x="163376" y="48834"/>
                </a:lnTo>
                <a:lnTo>
                  <a:pt x="165734" y="48050"/>
                </a:lnTo>
                <a:lnTo>
                  <a:pt x="168216" y="47426"/>
                </a:lnTo>
                <a:lnTo>
                  <a:pt x="170821" y="46970"/>
                </a:lnTo>
                <a:lnTo>
                  <a:pt x="173551" y="46690"/>
                </a:lnTo>
                <a:lnTo>
                  <a:pt x="176405" y="46595"/>
                </a:lnTo>
                <a:lnTo>
                  <a:pt x="176445" y="47169"/>
                </a:lnTo>
                <a:lnTo>
                  <a:pt x="176516" y="47734"/>
                </a:lnTo>
                <a:lnTo>
                  <a:pt x="176619" y="48288"/>
                </a:lnTo>
                <a:lnTo>
                  <a:pt x="176751" y="48830"/>
                </a:lnTo>
                <a:lnTo>
                  <a:pt x="176913" y="49359"/>
                </a:lnTo>
                <a:lnTo>
                  <a:pt x="177104" y="49873"/>
                </a:lnTo>
                <a:lnTo>
                  <a:pt x="177323" y="50371"/>
                </a:lnTo>
                <a:lnTo>
                  <a:pt x="177569" y="50852"/>
                </a:lnTo>
                <a:lnTo>
                  <a:pt x="177842" y="51313"/>
                </a:lnTo>
                <a:lnTo>
                  <a:pt x="178141" y="51755"/>
                </a:lnTo>
                <a:lnTo>
                  <a:pt x="178466" y="52175"/>
                </a:lnTo>
                <a:lnTo>
                  <a:pt x="178815" y="52573"/>
                </a:lnTo>
                <a:lnTo>
                  <a:pt x="179189" y="52946"/>
                </a:lnTo>
                <a:lnTo>
                  <a:pt x="179586" y="53294"/>
                </a:lnTo>
                <a:lnTo>
                  <a:pt x="180005" y="53615"/>
                </a:lnTo>
                <a:lnTo>
                  <a:pt x="180447" y="53908"/>
                </a:lnTo>
                <a:lnTo>
                  <a:pt x="180910" y="54172"/>
                </a:lnTo>
                <a:lnTo>
                  <a:pt x="181394" y="54405"/>
                </a:lnTo>
                <a:lnTo>
                  <a:pt x="181897" y="54605"/>
                </a:lnTo>
                <a:lnTo>
                  <a:pt x="182421" y="54773"/>
                </a:lnTo>
                <a:lnTo>
                  <a:pt x="182963" y="54905"/>
                </a:lnTo>
                <a:lnTo>
                  <a:pt x="183523" y="55001"/>
                </a:lnTo>
                <a:lnTo>
                  <a:pt x="184100" y="55060"/>
                </a:lnTo>
                <a:lnTo>
                  <a:pt x="184694" y="55080"/>
                </a:lnTo>
                <a:lnTo>
                  <a:pt x="185222" y="55064"/>
                </a:lnTo>
                <a:lnTo>
                  <a:pt x="185745" y="55016"/>
                </a:lnTo>
                <a:lnTo>
                  <a:pt x="186260" y="54937"/>
                </a:lnTo>
                <a:lnTo>
                  <a:pt x="186767" y="54827"/>
                </a:lnTo>
                <a:lnTo>
                  <a:pt x="187264" y="54687"/>
                </a:lnTo>
                <a:lnTo>
                  <a:pt x="187749" y="54516"/>
                </a:lnTo>
                <a:lnTo>
                  <a:pt x="188222" y="54316"/>
                </a:lnTo>
                <a:lnTo>
                  <a:pt x="188679" y="54087"/>
                </a:lnTo>
                <a:lnTo>
                  <a:pt x="189121" y="53829"/>
                </a:lnTo>
                <a:lnTo>
                  <a:pt x="189545" y="53542"/>
                </a:lnTo>
                <a:lnTo>
                  <a:pt x="189950" y="53228"/>
                </a:lnTo>
                <a:lnTo>
                  <a:pt x="190335" y="52886"/>
                </a:lnTo>
                <a:lnTo>
                  <a:pt x="190697" y="52517"/>
                </a:lnTo>
                <a:lnTo>
                  <a:pt x="191036" y="52121"/>
                </a:lnTo>
                <a:lnTo>
                  <a:pt x="191349" y="51699"/>
                </a:lnTo>
                <a:lnTo>
                  <a:pt x="191636" y="51252"/>
                </a:lnTo>
                <a:lnTo>
                  <a:pt x="191895" y="50778"/>
                </a:lnTo>
                <a:lnTo>
                  <a:pt x="192124" y="50280"/>
                </a:lnTo>
                <a:lnTo>
                  <a:pt x="192322" y="49757"/>
                </a:lnTo>
                <a:lnTo>
                  <a:pt x="192488" y="49210"/>
                </a:lnTo>
                <a:lnTo>
                  <a:pt x="192619" y="48640"/>
                </a:lnTo>
                <a:lnTo>
                  <a:pt x="192715" y="48046"/>
                </a:lnTo>
                <a:lnTo>
                  <a:pt x="192773" y="47429"/>
                </a:lnTo>
                <a:lnTo>
                  <a:pt x="192793" y="46789"/>
                </a:lnTo>
                <a:lnTo>
                  <a:pt x="192780" y="46286"/>
                </a:lnTo>
                <a:lnTo>
                  <a:pt x="192738" y="45744"/>
                </a:lnTo>
                <a:lnTo>
                  <a:pt x="192662" y="45168"/>
                </a:lnTo>
                <a:lnTo>
                  <a:pt x="192548" y="44564"/>
                </a:lnTo>
                <a:lnTo>
                  <a:pt x="192389" y="43938"/>
                </a:lnTo>
                <a:lnTo>
                  <a:pt x="192181" y="43294"/>
                </a:lnTo>
                <a:close/>
                <a:moveTo>
                  <a:pt x="1714775" y="109362"/>
                </a:moveTo>
                <a:lnTo>
                  <a:pt x="1714479" y="109009"/>
                </a:lnTo>
                <a:lnTo>
                  <a:pt x="1714155" y="108697"/>
                </a:lnTo>
                <a:lnTo>
                  <a:pt x="1713807" y="108424"/>
                </a:lnTo>
                <a:lnTo>
                  <a:pt x="1713437" y="108188"/>
                </a:lnTo>
                <a:lnTo>
                  <a:pt x="1713048" y="107985"/>
                </a:lnTo>
                <a:lnTo>
                  <a:pt x="1712642" y="107813"/>
                </a:lnTo>
                <a:lnTo>
                  <a:pt x="1712224" y="107670"/>
                </a:lnTo>
                <a:lnTo>
                  <a:pt x="1711795" y="107553"/>
                </a:lnTo>
                <a:lnTo>
                  <a:pt x="1711359" y="107459"/>
                </a:lnTo>
                <a:lnTo>
                  <a:pt x="1710918" y="107386"/>
                </a:lnTo>
                <a:lnTo>
                  <a:pt x="1710475" y="107331"/>
                </a:lnTo>
                <a:lnTo>
                  <a:pt x="1710033" y="107292"/>
                </a:lnTo>
                <a:lnTo>
                  <a:pt x="1709595" y="107266"/>
                </a:lnTo>
                <a:lnTo>
                  <a:pt x="1709164" y="107250"/>
                </a:lnTo>
                <a:lnTo>
                  <a:pt x="1708742" y="107242"/>
                </a:lnTo>
                <a:lnTo>
                  <a:pt x="1708332" y="107239"/>
                </a:lnTo>
                <a:lnTo>
                  <a:pt x="1707938" y="107238"/>
                </a:lnTo>
                <a:lnTo>
                  <a:pt x="1699454" y="107238"/>
                </a:lnTo>
                <a:lnTo>
                  <a:pt x="1699454" y="62576"/>
                </a:lnTo>
                <a:lnTo>
                  <a:pt x="1699403" y="60203"/>
                </a:lnTo>
                <a:lnTo>
                  <a:pt x="1699252" y="57944"/>
                </a:lnTo>
                <a:lnTo>
                  <a:pt x="1699002" y="55800"/>
                </a:lnTo>
                <a:lnTo>
                  <a:pt x="1698655" y="53768"/>
                </a:lnTo>
                <a:lnTo>
                  <a:pt x="1698214" y="51847"/>
                </a:lnTo>
                <a:lnTo>
                  <a:pt x="1697680" y="50036"/>
                </a:lnTo>
                <a:lnTo>
                  <a:pt x="1697055" y="48334"/>
                </a:lnTo>
                <a:lnTo>
                  <a:pt x="1696341" y="46739"/>
                </a:lnTo>
                <a:lnTo>
                  <a:pt x="1695540" y="45251"/>
                </a:lnTo>
                <a:lnTo>
                  <a:pt x="1694654" y="43867"/>
                </a:lnTo>
                <a:lnTo>
                  <a:pt x="1693685" y="42588"/>
                </a:lnTo>
                <a:lnTo>
                  <a:pt x="1692635" y="41411"/>
                </a:lnTo>
                <a:lnTo>
                  <a:pt x="1691505" y="40335"/>
                </a:lnTo>
                <a:lnTo>
                  <a:pt x="1690298" y="39360"/>
                </a:lnTo>
                <a:lnTo>
                  <a:pt x="1689015" y="38483"/>
                </a:lnTo>
                <a:lnTo>
                  <a:pt x="1687659" y="37704"/>
                </a:lnTo>
                <a:lnTo>
                  <a:pt x="1686231" y="37021"/>
                </a:lnTo>
                <a:lnTo>
                  <a:pt x="1684734" y="36433"/>
                </a:lnTo>
                <a:lnTo>
                  <a:pt x="1683169" y="35939"/>
                </a:lnTo>
                <a:lnTo>
                  <a:pt x="1681538" y="35537"/>
                </a:lnTo>
                <a:lnTo>
                  <a:pt x="1679842" y="35227"/>
                </a:lnTo>
                <a:lnTo>
                  <a:pt x="1678085" y="35007"/>
                </a:lnTo>
                <a:lnTo>
                  <a:pt x="1676268" y="34876"/>
                </a:lnTo>
                <a:lnTo>
                  <a:pt x="1674393" y="34833"/>
                </a:lnTo>
                <a:lnTo>
                  <a:pt x="1672801" y="34867"/>
                </a:lnTo>
                <a:lnTo>
                  <a:pt x="1671253" y="34964"/>
                </a:lnTo>
                <a:lnTo>
                  <a:pt x="1669749" y="35122"/>
                </a:lnTo>
                <a:lnTo>
                  <a:pt x="1668291" y="35336"/>
                </a:lnTo>
                <a:lnTo>
                  <a:pt x="1666879" y="35601"/>
                </a:lnTo>
                <a:lnTo>
                  <a:pt x="1665512" y="35915"/>
                </a:lnTo>
                <a:lnTo>
                  <a:pt x="1664192" y="36272"/>
                </a:lnTo>
                <a:lnTo>
                  <a:pt x="1662918" y="36669"/>
                </a:lnTo>
                <a:lnTo>
                  <a:pt x="1661691" y="37101"/>
                </a:lnTo>
                <a:lnTo>
                  <a:pt x="1660511" y="37565"/>
                </a:lnTo>
                <a:lnTo>
                  <a:pt x="1659379" y="38056"/>
                </a:lnTo>
                <a:lnTo>
                  <a:pt x="1658295" y="38570"/>
                </a:lnTo>
                <a:lnTo>
                  <a:pt x="1657258" y="39103"/>
                </a:lnTo>
                <a:lnTo>
                  <a:pt x="1656271" y="39651"/>
                </a:lnTo>
                <a:lnTo>
                  <a:pt x="1655332" y="40210"/>
                </a:lnTo>
                <a:lnTo>
                  <a:pt x="1654442" y="40776"/>
                </a:lnTo>
                <a:lnTo>
                  <a:pt x="1653602" y="41344"/>
                </a:lnTo>
                <a:lnTo>
                  <a:pt x="1652811" y="41911"/>
                </a:lnTo>
                <a:lnTo>
                  <a:pt x="1652071" y="42473"/>
                </a:lnTo>
                <a:lnTo>
                  <a:pt x="1651382" y="43025"/>
                </a:lnTo>
                <a:lnTo>
                  <a:pt x="1650743" y="43563"/>
                </a:lnTo>
                <a:lnTo>
                  <a:pt x="1650155" y="44083"/>
                </a:lnTo>
                <a:lnTo>
                  <a:pt x="1649619" y="44581"/>
                </a:lnTo>
                <a:lnTo>
                  <a:pt x="1649135" y="45053"/>
                </a:lnTo>
                <a:lnTo>
                  <a:pt x="1649134" y="44296"/>
                </a:lnTo>
                <a:lnTo>
                  <a:pt x="1649131" y="43573"/>
                </a:lnTo>
                <a:lnTo>
                  <a:pt x="1649120" y="42884"/>
                </a:lnTo>
                <a:lnTo>
                  <a:pt x="1649099" y="42229"/>
                </a:lnTo>
                <a:lnTo>
                  <a:pt x="1649065" y="41607"/>
                </a:lnTo>
                <a:lnTo>
                  <a:pt x="1649015" y="41019"/>
                </a:lnTo>
                <a:lnTo>
                  <a:pt x="1648944" y="40465"/>
                </a:lnTo>
                <a:lnTo>
                  <a:pt x="1648849" y="39943"/>
                </a:lnTo>
                <a:lnTo>
                  <a:pt x="1648728" y="39454"/>
                </a:lnTo>
                <a:lnTo>
                  <a:pt x="1648577" y="38999"/>
                </a:lnTo>
                <a:lnTo>
                  <a:pt x="1648393" y="38575"/>
                </a:lnTo>
                <a:lnTo>
                  <a:pt x="1648171" y="38185"/>
                </a:lnTo>
                <a:lnTo>
                  <a:pt x="1647910" y="37826"/>
                </a:lnTo>
                <a:lnTo>
                  <a:pt x="1647605" y="37500"/>
                </a:lnTo>
                <a:lnTo>
                  <a:pt x="1647253" y="37205"/>
                </a:lnTo>
                <a:lnTo>
                  <a:pt x="1646850" y="36943"/>
                </a:lnTo>
                <a:lnTo>
                  <a:pt x="1646395" y="36712"/>
                </a:lnTo>
                <a:lnTo>
                  <a:pt x="1645882" y="36512"/>
                </a:lnTo>
                <a:lnTo>
                  <a:pt x="1645309" y="36343"/>
                </a:lnTo>
                <a:lnTo>
                  <a:pt x="1644673" y="36206"/>
                </a:lnTo>
                <a:lnTo>
                  <a:pt x="1643970" y="36099"/>
                </a:lnTo>
                <a:lnTo>
                  <a:pt x="1643196" y="36023"/>
                </a:lnTo>
                <a:lnTo>
                  <a:pt x="1642349" y="35978"/>
                </a:lnTo>
                <a:lnTo>
                  <a:pt x="1641425" y="35963"/>
                </a:lnTo>
                <a:lnTo>
                  <a:pt x="1627351" y="35963"/>
                </a:lnTo>
                <a:lnTo>
                  <a:pt x="1626957" y="35963"/>
                </a:lnTo>
                <a:lnTo>
                  <a:pt x="1626547" y="35966"/>
                </a:lnTo>
                <a:lnTo>
                  <a:pt x="1626126" y="35974"/>
                </a:lnTo>
                <a:lnTo>
                  <a:pt x="1625694" y="35990"/>
                </a:lnTo>
                <a:lnTo>
                  <a:pt x="1625256" y="36017"/>
                </a:lnTo>
                <a:lnTo>
                  <a:pt x="1624814" y="36056"/>
                </a:lnTo>
                <a:lnTo>
                  <a:pt x="1624371" y="36111"/>
                </a:lnTo>
                <a:lnTo>
                  <a:pt x="1623930" y="36184"/>
                </a:lnTo>
                <a:lnTo>
                  <a:pt x="1623494" y="36278"/>
                </a:lnTo>
                <a:lnTo>
                  <a:pt x="1623065" y="36395"/>
                </a:lnTo>
                <a:lnTo>
                  <a:pt x="1622647" y="36538"/>
                </a:lnTo>
                <a:lnTo>
                  <a:pt x="1622242" y="36710"/>
                </a:lnTo>
                <a:lnTo>
                  <a:pt x="1621853" y="36913"/>
                </a:lnTo>
                <a:lnTo>
                  <a:pt x="1621482" y="37149"/>
                </a:lnTo>
                <a:lnTo>
                  <a:pt x="1621134" y="37422"/>
                </a:lnTo>
                <a:lnTo>
                  <a:pt x="1620810" y="37734"/>
                </a:lnTo>
                <a:lnTo>
                  <a:pt x="1620514" y="38087"/>
                </a:lnTo>
                <a:lnTo>
                  <a:pt x="1620248" y="38485"/>
                </a:lnTo>
                <a:lnTo>
                  <a:pt x="1620015" y="38929"/>
                </a:lnTo>
                <a:lnTo>
                  <a:pt x="1619818" y="39422"/>
                </a:lnTo>
                <a:lnTo>
                  <a:pt x="1619660" y="39968"/>
                </a:lnTo>
                <a:lnTo>
                  <a:pt x="1619543" y="40567"/>
                </a:lnTo>
                <a:lnTo>
                  <a:pt x="1619471" y="41224"/>
                </a:lnTo>
                <a:lnTo>
                  <a:pt x="1619447" y="41941"/>
                </a:lnTo>
                <a:lnTo>
                  <a:pt x="1619472" y="42634"/>
                </a:lnTo>
                <a:lnTo>
                  <a:pt x="1619547" y="43270"/>
                </a:lnTo>
                <a:lnTo>
                  <a:pt x="1619667" y="43850"/>
                </a:lnTo>
                <a:lnTo>
                  <a:pt x="1619830" y="44378"/>
                </a:lnTo>
                <a:lnTo>
                  <a:pt x="1620033" y="44855"/>
                </a:lnTo>
                <a:lnTo>
                  <a:pt x="1620272" y="45285"/>
                </a:lnTo>
                <a:lnTo>
                  <a:pt x="1620544" y="45669"/>
                </a:lnTo>
                <a:lnTo>
                  <a:pt x="1620846" y="46011"/>
                </a:lnTo>
                <a:lnTo>
                  <a:pt x="1621175" y="46313"/>
                </a:lnTo>
                <a:lnTo>
                  <a:pt x="1621527" y="46577"/>
                </a:lnTo>
                <a:lnTo>
                  <a:pt x="1621900" y="46806"/>
                </a:lnTo>
                <a:lnTo>
                  <a:pt x="1622290" y="47002"/>
                </a:lnTo>
                <a:lnTo>
                  <a:pt x="1622694" y="47168"/>
                </a:lnTo>
                <a:lnTo>
                  <a:pt x="1623109" y="47306"/>
                </a:lnTo>
                <a:lnTo>
                  <a:pt x="1623532" y="47420"/>
                </a:lnTo>
                <a:lnTo>
                  <a:pt x="1623959" y="47511"/>
                </a:lnTo>
                <a:lnTo>
                  <a:pt x="1624388" y="47581"/>
                </a:lnTo>
                <a:lnTo>
                  <a:pt x="1624814" y="47634"/>
                </a:lnTo>
                <a:lnTo>
                  <a:pt x="1625236" y="47673"/>
                </a:lnTo>
                <a:lnTo>
                  <a:pt x="1625649" y="47698"/>
                </a:lnTo>
                <a:lnTo>
                  <a:pt x="1626051" y="47714"/>
                </a:lnTo>
                <a:lnTo>
                  <a:pt x="1626439" y="47721"/>
                </a:lnTo>
                <a:lnTo>
                  <a:pt x="1626808" y="47724"/>
                </a:lnTo>
                <a:lnTo>
                  <a:pt x="1627157" y="47725"/>
                </a:lnTo>
                <a:lnTo>
                  <a:pt x="1635835" y="47725"/>
                </a:lnTo>
                <a:lnTo>
                  <a:pt x="1635835" y="107238"/>
                </a:lnTo>
                <a:lnTo>
                  <a:pt x="1627351" y="107238"/>
                </a:lnTo>
                <a:lnTo>
                  <a:pt x="1626957" y="107239"/>
                </a:lnTo>
                <a:lnTo>
                  <a:pt x="1626547" y="107242"/>
                </a:lnTo>
                <a:lnTo>
                  <a:pt x="1626126" y="107250"/>
                </a:lnTo>
                <a:lnTo>
                  <a:pt x="1625694" y="107266"/>
                </a:lnTo>
                <a:lnTo>
                  <a:pt x="1625256" y="107292"/>
                </a:lnTo>
                <a:lnTo>
                  <a:pt x="1624814" y="107331"/>
                </a:lnTo>
                <a:lnTo>
                  <a:pt x="1624371" y="107386"/>
                </a:lnTo>
                <a:lnTo>
                  <a:pt x="1623930" y="107459"/>
                </a:lnTo>
                <a:lnTo>
                  <a:pt x="1623494" y="107553"/>
                </a:lnTo>
                <a:lnTo>
                  <a:pt x="1623065" y="107670"/>
                </a:lnTo>
                <a:lnTo>
                  <a:pt x="1622647" y="107813"/>
                </a:lnTo>
                <a:lnTo>
                  <a:pt x="1622242" y="107985"/>
                </a:lnTo>
                <a:lnTo>
                  <a:pt x="1621853" y="108188"/>
                </a:lnTo>
                <a:lnTo>
                  <a:pt x="1621482" y="108424"/>
                </a:lnTo>
                <a:lnTo>
                  <a:pt x="1621134" y="108697"/>
                </a:lnTo>
                <a:lnTo>
                  <a:pt x="1620810" y="109009"/>
                </a:lnTo>
                <a:lnTo>
                  <a:pt x="1620514" y="109362"/>
                </a:lnTo>
                <a:lnTo>
                  <a:pt x="1620248" y="109759"/>
                </a:lnTo>
                <a:lnTo>
                  <a:pt x="1620015" y="110203"/>
                </a:lnTo>
                <a:lnTo>
                  <a:pt x="1619818" y="110696"/>
                </a:lnTo>
                <a:lnTo>
                  <a:pt x="1619660" y="111241"/>
                </a:lnTo>
                <a:lnTo>
                  <a:pt x="1619543" y="111841"/>
                </a:lnTo>
                <a:lnTo>
                  <a:pt x="1619471" y="112497"/>
                </a:lnTo>
                <a:lnTo>
                  <a:pt x="1619447" y="113213"/>
                </a:lnTo>
                <a:lnTo>
                  <a:pt x="1619472" y="113907"/>
                </a:lnTo>
                <a:lnTo>
                  <a:pt x="1619547" y="114542"/>
                </a:lnTo>
                <a:lnTo>
                  <a:pt x="1619667" y="115122"/>
                </a:lnTo>
                <a:lnTo>
                  <a:pt x="1619830" y="115650"/>
                </a:lnTo>
                <a:lnTo>
                  <a:pt x="1620033" y="116127"/>
                </a:lnTo>
                <a:lnTo>
                  <a:pt x="1620272" y="116557"/>
                </a:lnTo>
                <a:lnTo>
                  <a:pt x="1620544" y="116942"/>
                </a:lnTo>
                <a:lnTo>
                  <a:pt x="1620846" y="117283"/>
                </a:lnTo>
                <a:lnTo>
                  <a:pt x="1621175" y="117585"/>
                </a:lnTo>
                <a:lnTo>
                  <a:pt x="1621527" y="117849"/>
                </a:lnTo>
                <a:lnTo>
                  <a:pt x="1621900" y="118078"/>
                </a:lnTo>
                <a:lnTo>
                  <a:pt x="1622290" y="118274"/>
                </a:lnTo>
                <a:lnTo>
                  <a:pt x="1622694" y="118440"/>
                </a:lnTo>
                <a:lnTo>
                  <a:pt x="1623109" y="118579"/>
                </a:lnTo>
                <a:lnTo>
                  <a:pt x="1623532" y="118692"/>
                </a:lnTo>
                <a:lnTo>
                  <a:pt x="1623959" y="118783"/>
                </a:lnTo>
                <a:lnTo>
                  <a:pt x="1624388" y="118854"/>
                </a:lnTo>
                <a:lnTo>
                  <a:pt x="1624814" y="118907"/>
                </a:lnTo>
                <a:lnTo>
                  <a:pt x="1625236" y="118945"/>
                </a:lnTo>
                <a:lnTo>
                  <a:pt x="1625649" y="118970"/>
                </a:lnTo>
                <a:lnTo>
                  <a:pt x="1626051" y="118986"/>
                </a:lnTo>
                <a:lnTo>
                  <a:pt x="1626439" y="118994"/>
                </a:lnTo>
                <a:lnTo>
                  <a:pt x="1626808" y="118997"/>
                </a:lnTo>
                <a:lnTo>
                  <a:pt x="1627157" y="118997"/>
                </a:lnTo>
                <a:lnTo>
                  <a:pt x="1657813" y="118997"/>
                </a:lnTo>
                <a:lnTo>
                  <a:pt x="1658162" y="118997"/>
                </a:lnTo>
                <a:lnTo>
                  <a:pt x="1658532" y="118994"/>
                </a:lnTo>
                <a:lnTo>
                  <a:pt x="1658919" y="118986"/>
                </a:lnTo>
                <a:lnTo>
                  <a:pt x="1659321" y="118970"/>
                </a:lnTo>
                <a:lnTo>
                  <a:pt x="1659734" y="118945"/>
                </a:lnTo>
                <a:lnTo>
                  <a:pt x="1660156" y="118907"/>
                </a:lnTo>
                <a:lnTo>
                  <a:pt x="1660583" y="118854"/>
                </a:lnTo>
                <a:lnTo>
                  <a:pt x="1661011" y="118783"/>
                </a:lnTo>
                <a:lnTo>
                  <a:pt x="1661438" y="118692"/>
                </a:lnTo>
                <a:lnTo>
                  <a:pt x="1661861" y="118579"/>
                </a:lnTo>
                <a:lnTo>
                  <a:pt x="1662276" y="118440"/>
                </a:lnTo>
                <a:lnTo>
                  <a:pt x="1662680" y="118274"/>
                </a:lnTo>
                <a:lnTo>
                  <a:pt x="1663070" y="118078"/>
                </a:lnTo>
                <a:lnTo>
                  <a:pt x="1663443" y="117849"/>
                </a:lnTo>
                <a:lnTo>
                  <a:pt x="1663795" y="117585"/>
                </a:lnTo>
                <a:lnTo>
                  <a:pt x="1664124" y="117283"/>
                </a:lnTo>
                <a:lnTo>
                  <a:pt x="1664426" y="116942"/>
                </a:lnTo>
                <a:lnTo>
                  <a:pt x="1664698" y="116557"/>
                </a:lnTo>
                <a:lnTo>
                  <a:pt x="1664937" y="116127"/>
                </a:lnTo>
                <a:lnTo>
                  <a:pt x="1665140" y="115650"/>
                </a:lnTo>
                <a:lnTo>
                  <a:pt x="1665303" y="115122"/>
                </a:lnTo>
                <a:lnTo>
                  <a:pt x="1665423" y="114542"/>
                </a:lnTo>
                <a:lnTo>
                  <a:pt x="1665498" y="113907"/>
                </a:lnTo>
                <a:lnTo>
                  <a:pt x="1665524" y="113213"/>
                </a:lnTo>
                <a:lnTo>
                  <a:pt x="1665499" y="112497"/>
                </a:lnTo>
                <a:lnTo>
                  <a:pt x="1665427" y="111841"/>
                </a:lnTo>
                <a:lnTo>
                  <a:pt x="1665311" y="111241"/>
                </a:lnTo>
                <a:lnTo>
                  <a:pt x="1665152" y="110696"/>
                </a:lnTo>
                <a:lnTo>
                  <a:pt x="1664955" y="110203"/>
                </a:lnTo>
                <a:lnTo>
                  <a:pt x="1664723" y="109759"/>
                </a:lnTo>
                <a:lnTo>
                  <a:pt x="1664456" y="109362"/>
                </a:lnTo>
                <a:lnTo>
                  <a:pt x="1664160" y="109009"/>
                </a:lnTo>
                <a:lnTo>
                  <a:pt x="1663836" y="108697"/>
                </a:lnTo>
                <a:lnTo>
                  <a:pt x="1663488" y="108424"/>
                </a:lnTo>
                <a:lnTo>
                  <a:pt x="1663118" y="108188"/>
                </a:lnTo>
                <a:lnTo>
                  <a:pt x="1662729" y="107985"/>
                </a:lnTo>
                <a:lnTo>
                  <a:pt x="1662323" y="107813"/>
                </a:lnTo>
                <a:lnTo>
                  <a:pt x="1661905" y="107670"/>
                </a:lnTo>
                <a:lnTo>
                  <a:pt x="1661476" y="107553"/>
                </a:lnTo>
                <a:lnTo>
                  <a:pt x="1661040" y="107459"/>
                </a:lnTo>
                <a:lnTo>
                  <a:pt x="1660599" y="107386"/>
                </a:lnTo>
                <a:lnTo>
                  <a:pt x="1660156" y="107331"/>
                </a:lnTo>
                <a:lnTo>
                  <a:pt x="1659714" y="107292"/>
                </a:lnTo>
                <a:lnTo>
                  <a:pt x="1659276" y="107266"/>
                </a:lnTo>
                <a:lnTo>
                  <a:pt x="1658845" y="107250"/>
                </a:lnTo>
                <a:lnTo>
                  <a:pt x="1658423" y="107242"/>
                </a:lnTo>
                <a:lnTo>
                  <a:pt x="1658013" y="107239"/>
                </a:lnTo>
                <a:lnTo>
                  <a:pt x="1657619" y="107238"/>
                </a:lnTo>
                <a:lnTo>
                  <a:pt x="1649135" y="107238"/>
                </a:lnTo>
                <a:lnTo>
                  <a:pt x="1649135" y="73149"/>
                </a:lnTo>
                <a:lnTo>
                  <a:pt x="1649208" y="70806"/>
                </a:lnTo>
                <a:lnTo>
                  <a:pt x="1649421" y="68586"/>
                </a:lnTo>
                <a:lnTo>
                  <a:pt x="1649767" y="66485"/>
                </a:lnTo>
                <a:lnTo>
                  <a:pt x="1650237" y="64503"/>
                </a:lnTo>
                <a:lnTo>
                  <a:pt x="1650824" y="62636"/>
                </a:lnTo>
                <a:lnTo>
                  <a:pt x="1651518" y="60884"/>
                </a:lnTo>
                <a:lnTo>
                  <a:pt x="1652312" y="59245"/>
                </a:lnTo>
                <a:lnTo>
                  <a:pt x="1653198" y="57715"/>
                </a:lnTo>
                <a:lnTo>
                  <a:pt x="1654168" y="56293"/>
                </a:lnTo>
                <a:lnTo>
                  <a:pt x="1655213" y="54978"/>
                </a:lnTo>
                <a:lnTo>
                  <a:pt x="1656326" y="53767"/>
                </a:lnTo>
                <a:lnTo>
                  <a:pt x="1657498" y="52658"/>
                </a:lnTo>
                <a:lnTo>
                  <a:pt x="1658721" y="51649"/>
                </a:lnTo>
                <a:lnTo>
                  <a:pt x="1659988" y="50739"/>
                </a:lnTo>
                <a:lnTo>
                  <a:pt x="1661289" y="49925"/>
                </a:lnTo>
                <a:lnTo>
                  <a:pt x="1662618" y="49205"/>
                </a:lnTo>
                <a:lnTo>
                  <a:pt x="1663965" y="48577"/>
                </a:lnTo>
                <a:lnTo>
                  <a:pt x="1665322" y="48039"/>
                </a:lnTo>
                <a:lnTo>
                  <a:pt x="1666682" y="47589"/>
                </a:lnTo>
                <a:lnTo>
                  <a:pt x="1668037" y="47226"/>
                </a:lnTo>
                <a:lnTo>
                  <a:pt x="1669378" y="46947"/>
                </a:lnTo>
                <a:lnTo>
                  <a:pt x="1670697" y="46750"/>
                </a:lnTo>
                <a:lnTo>
                  <a:pt x="1671986" y="46634"/>
                </a:lnTo>
                <a:lnTo>
                  <a:pt x="1673237" y="46595"/>
                </a:lnTo>
                <a:lnTo>
                  <a:pt x="1674475" y="46623"/>
                </a:lnTo>
                <a:lnTo>
                  <a:pt x="1675637" y="46708"/>
                </a:lnTo>
                <a:lnTo>
                  <a:pt x="1676725" y="46849"/>
                </a:lnTo>
                <a:lnTo>
                  <a:pt x="1677741" y="47048"/>
                </a:lnTo>
                <a:lnTo>
                  <a:pt x="1678687" y="47304"/>
                </a:lnTo>
                <a:lnTo>
                  <a:pt x="1679565" y="47618"/>
                </a:lnTo>
                <a:lnTo>
                  <a:pt x="1680377" y="47990"/>
                </a:lnTo>
                <a:lnTo>
                  <a:pt x="1681126" y="48421"/>
                </a:lnTo>
                <a:lnTo>
                  <a:pt x="1681813" y="48910"/>
                </a:lnTo>
                <a:lnTo>
                  <a:pt x="1682440" y="49459"/>
                </a:lnTo>
                <a:lnTo>
                  <a:pt x="1683011" y="50067"/>
                </a:lnTo>
                <a:lnTo>
                  <a:pt x="1683525" y="50735"/>
                </a:lnTo>
                <a:lnTo>
                  <a:pt x="1683987" y="51463"/>
                </a:lnTo>
                <a:lnTo>
                  <a:pt x="1684398" y="52252"/>
                </a:lnTo>
                <a:lnTo>
                  <a:pt x="1684759" y="53101"/>
                </a:lnTo>
                <a:lnTo>
                  <a:pt x="1685074" y="54012"/>
                </a:lnTo>
                <a:lnTo>
                  <a:pt x="1685343" y="54984"/>
                </a:lnTo>
                <a:lnTo>
                  <a:pt x="1685570" y="56018"/>
                </a:lnTo>
                <a:lnTo>
                  <a:pt x="1685757" y="57114"/>
                </a:lnTo>
                <a:lnTo>
                  <a:pt x="1685904" y="58272"/>
                </a:lnTo>
                <a:lnTo>
                  <a:pt x="1686015" y="59494"/>
                </a:lnTo>
                <a:lnTo>
                  <a:pt x="1686092" y="60778"/>
                </a:lnTo>
                <a:lnTo>
                  <a:pt x="1686137" y="62126"/>
                </a:lnTo>
                <a:lnTo>
                  <a:pt x="1686151" y="63538"/>
                </a:lnTo>
                <a:lnTo>
                  <a:pt x="1686151" y="107238"/>
                </a:lnTo>
                <a:lnTo>
                  <a:pt x="1678635" y="107238"/>
                </a:lnTo>
                <a:lnTo>
                  <a:pt x="1678241" y="107239"/>
                </a:lnTo>
                <a:lnTo>
                  <a:pt x="1677831" y="107242"/>
                </a:lnTo>
                <a:lnTo>
                  <a:pt x="1677409" y="107250"/>
                </a:lnTo>
                <a:lnTo>
                  <a:pt x="1676978" y="107266"/>
                </a:lnTo>
                <a:lnTo>
                  <a:pt x="1676540" y="107292"/>
                </a:lnTo>
                <a:lnTo>
                  <a:pt x="1676098" y="107331"/>
                </a:lnTo>
                <a:lnTo>
                  <a:pt x="1675655" y="107386"/>
                </a:lnTo>
                <a:lnTo>
                  <a:pt x="1675214" y="107459"/>
                </a:lnTo>
                <a:lnTo>
                  <a:pt x="1674778" y="107553"/>
                </a:lnTo>
                <a:lnTo>
                  <a:pt x="1674349" y="107670"/>
                </a:lnTo>
                <a:lnTo>
                  <a:pt x="1673931" y="107813"/>
                </a:lnTo>
                <a:lnTo>
                  <a:pt x="1673526" y="107985"/>
                </a:lnTo>
                <a:lnTo>
                  <a:pt x="1673137" y="108188"/>
                </a:lnTo>
                <a:lnTo>
                  <a:pt x="1672766" y="108424"/>
                </a:lnTo>
                <a:lnTo>
                  <a:pt x="1672418" y="108697"/>
                </a:lnTo>
                <a:lnTo>
                  <a:pt x="1672094" y="109009"/>
                </a:lnTo>
                <a:lnTo>
                  <a:pt x="1671798" y="109362"/>
                </a:lnTo>
                <a:lnTo>
                  <a:pt x="1671532" y="109759"/>
                </a:lnTo>
                <a:lnTo>
                  <a:pt x="1671299" y="110203"/>
                </a:lnTo>
                <a:lnTo>
                  <a:pt x="1671102" y="110696"/>
                </a:lnTo>
                <a:lnTo>
                  <a:pt x="1670944" y="111241"/>
                </a:lnTo>
                <a:lnTo>
                  <a:pt x="1670827" y="111841"/>
                </a:lnTo>
                <a:lnTo>
                  <a:pt x="1670755" y="112497"/>
                </a:lnTo>
                <a:lnTo>
                  <a:pt x="1670731" y="113213"/>
                </a:lnTo>
                <a:lnTo>
                  <a:pt x="1670757" y="113907"/>
                </a:lnTo>
                <a:lnTo>
                  <a:pt x="1670835" y="114542"/>
                </a:lnTo>
                <a:lnTo>
                  <a:pt x="1670959" y="115122"/>
                </a:lnTo>
                <a:lnTo>
                  <a:pt x="1671129" y="115650"/>
                </a:lnTo>
                <a:lnTo>
                  <a:pt x="1671339" y="116127"/>
                </a:lnTo>
                <a:lnTo>
                  <a:pt x="1671586" y="116557"/>
                </a:lnTo>
                <a:lnTo>
                  <a:pt x="1671867" y="116942"/>
                </a:lnTo>
                <a:lnTo>
                  <a:pt x="1672180" y="117283"/>
                </a:lnTo>
                <a:lnTo>
                  <a:pt x="1672520" y="117585"/>
                </a:lnTo>
                <a:lnTo>
                  <a:pt x="1672883" y="117849"/>
                </a:lnTo>
                <a:lnTo>
                  <a:pt x="1673268" y="118078"/>
                </a:lnTo>
                <a:lnTo>
                  <a:pt x="1673670" y="118274"/>
                </a:lnTo>
                <a:lnTo>
                  <a:pt x="1674086" y="118440"/>
                </a:lnTo>
                <a:lnTo>
                  <a:pt x="1674513" y="118579"/>
                </a:lnTo>
                <a:lnTo>
                  <a:pt x="1674947" y="118692"/>
                </a:lnTo>
                <a:lnTo>
                  <a:pt x="1675386" y="118783"/>
                </a:lnTo>
                <a:lnTo>
                  <a:pt x="1675824" y="118854"/>
                </a:lnTo>
                <a:lnTo>
                  <a:pt x="1676261" y="118907"/>
                </a:lnTo>
                <a:lnTo>
                  <a:pt x="1676691" y="118945"/>
                </a:lnTo>
                <a:lnTo>
                  <a:pt x="1677112" y="118970"/>
                </a:lnTo>
                <a:lnTo>
                  <a:pt x="1677520" y="118986"/>
                </a:lnTo>
                <a:lnTo>
                  <a:pt x="1677912" y="118994"/>
                </a:lnTo>
                <a:lnTo>
                  <a:pt x="1678285" y="118997"/>
                </a:lnTo>
                <a:lnTo>
                  <a:pt x="1678635" y="118997"/>
                </a:lnTo>
                <a:lnTo>
                  <a:pt x="1708132" y="118997"/>
                </a:lnTo>
                <a:lnTo>
                  <a:pt x="1708481" y="118997"/>
                </a:lnTo>
                <a:lnTo>
                  <a:pt x="1708851" y="118994"/>
                </a:lnTo>
                <a:lnTo>
                  <a:pt x="1709238" y="118986"/>
                </a:lnTo>
                <a:lnTo>
                  <a:pt x="1709640" y="118970"/>
                </a:lnTo>
                <a:lnTo>
                  <a:pt x="1710053" y="118945"/>
                </a:lnTo>
                <a:lnTo>
                  <a:pt x="1710475" y="118907"/>
                </a:lnTo>
                <a:lnTo>
                  <a:pt x="1710902" y="118854"/>
                </a:lnTo>
                <a:lnTo>
                  <a:pt x="1711330" y="118783"/>
                </a:lnTo>
                <a:lnTo>
                  <a:pt x="1711757" y="118692"/>
                </a:lnTo>
                <a:lnTo>
                  <a:pt x="1712180" y="118579"/>
                </a:lnTo>
                <a:lnTo>
                  <a:pt x="1712595" y="118440"/>
                </a:lnTo>
                <a:lnTo>
                  <a:pt x="1712999" y="118274"/>
                </a:lnTo>
                <a:lnTo>
                  <a:pt x="1713389" y="118078"/>
                </a:lnTo>
                <a:lnTo>
                  <a:pt x="1713762" y="117849"/>
                </a:lnTo>
                <a:lnTo>
                  <a:pt x="1714114" y="117585"/>
                </a:lnTo>
                <a:lnTo>
                  <a:pt x="1714443" y="117283"/>
                </a:lnTo>
                <a:lnTo>
                  <a:pt x="1714745" y="116942"/>
                </a:lnTo>
                <a:lnTo>
                  <a:pt x="1715017" y="116557"/>
                </a:lnTo>
                <a:lnTo>
                  <a:pt x="1715256" y="116127"/>
                </a:lnTo>
                <a:lnTo>
                  <a:pt x="1715459" y="115650"/>
                </a:lnTo>
                <a:lnTo>
                  <a:pt x="1715622" y="115122"/>
                </a:lnTo>
                <a:lnTo>
                  <a:pt x="1715742" y="114542"/>
                </a:lnTo>
                <a:lnTo>
                  <a:pt x="1715817" y="113907"/>
                </a:lnTo>
                <a:lnTo>
                  <a:pt x="1715843" y="113213"/>
                </a:lnTo>
                <a:lnTo>
                  <a:pt x="1715818" y="112497"/>
                </a:lnTo>
                <a:lnTo>
                  <a:pt x="1715746" y="111841"/>
                </a:lnTo>
                <a:lnTo>
                  <a:pt x="1715630" y="111241"/>
                </a:lnTo>
                <a:lnTo>
                  <a:pt x="1715471" y="110696"/>
                </a:lnTo>
                <a:lnTo>
                  <a:pt x="1715274" y="110203"/>
                </a:lnTo>
                <a:lnTo>
                  <a:pt x="1715042" y="109759"/>
                </a:lnTo>
                <a:lnTo>
                  <a:pt x="1714775" y="109362"/>
                </a:lnTo>
                <a:close/>
                <a:moveTo>
                  <a:pt x="1209532" y="109362"/>
                </a:moveTo>
                <a:lnTo>
                  <a:pt x="1209230" y="109009"/>
                </a:lnTo>
                <a:lnTo>
                  <a:pt x="1208890" y="108697"/>
                </a:lnTo>
                <a:lnTo>
                  <a:pt x="1208512" y="108424"/>
                </a:lnTo>
                <a:lnTo>
                  <a:pt x="1208097" y="108188"/>
                </a:lnTo>
                <a:lnTo>
                  <a:pt x="1207645" y="107985"/>
                </a:lnTo>
                <a:lnTo>
                  <a:pt x="1207157" y="107813"/>
                </a:lnTo>
                <a:lnTo>
                  <a:pt x="1206634" y="107670"/>
                </a:lnTo>
                <a:lnTo>
                  <a:pt x="1206075" y="107553"/>
                </a:lnTo>
                <a:lnTo>
                  <a:pt x="1205482" y="107459"/>
                </a:lnTo>
                <a:lnTo>
                  <a:pt x="1204854" y="107386"/>
                </a:lnTo>
                <a:lnTo>
                  <a:pt x="1204193" y="107331"/>
                </a:lnTo>
                <a:lnTo>
                  <a:pt x="1203499" y="107292"/>
                </a:lnTo>
                <a:lnTo>
                  <a:pt x="1202772" y="107266"/>
                </a:lnTo>
                <a:lnTo>
                  <a:pt x="1202013" y="107250"/>
                </a:lnTo>
                <a:lnTo>
                  <a:pt x="1201223" y="107242"/>
                </a:lnTo>
                <a:lnTo>
                  <a:pt x="1200401" y="107239"/>
                </a:lnTo>
                <a:lnTo>
                  <a:pt x="1199549" y="107238"/>
                </a:lnTo>
                <a:lnTo>
                  <a:pt x="1199549" y="60649"/>
                </a:lnTo>
                <a:lnTo>
                  <a:pt x="1199548" y="60076"/>
                </a:lnTo>
                <a:lnTo>
                  <a:pt x="1199539" y="59332"/>
                </a:lnTo>
                <a:lnTo>
                  <a:pt x="1199515" y="58434"/>
                </a:lnTo>
                <a:lnTo>
                  <a:pt x="1199469" y="57399"/>
                </a:lnTo>
                <a:lnTo>
                  <a:pt x="1199394" y="56246"/>
                </a:lnTo>
                <a:lnTo>
                  <a:pt x="1199281" y="54991"/>
                </a:lnTo>
                <a:lnTo>
                  <a:pt x="1199123" y="53651"/>
                </a:lnTo>
                <a:lnTo>
                  <a:pt x="1198913" y="52244"/>
                </a:lnTo>
                <a:lnTo>
                  <a:pt x="1198644" y="50788"/>
                </a:lnTo>
                <a:lnTo>
                  <a:pt x="1198308" y="49300"/>
                </a:lnTo>
                <a:lnTo>
                  <a:pt x="1197897" y="47797"/>
                </a:lnTo>
                <a:lnTo>
                  <a:pt x="1197404" y="46297"/>
                </a:lnTo>
                <a:lnTo>
                  <a:pt x="1196822" y="44817"/>
                </a:lnTo>
                <a:lnTo>
                  <a:pt x="1196143" y="43374"/>
                </a:lnTo>
                <a:lnTo>
                  <a:pt x="1195360" y="41986"/>
                </a:lnTo>
                <a:lnTo>
                  <a:pt x="1194465" y="40670"/>
                </a:lnTo>
                <a:lnTo>
                  <a:pt x="1193451" y="39444"/>
                </a:lnTo>
                <a:lnTo>
                  <a:pt x="1192310" y="38325"/>
                </a:lnTo>
                <a:lnTo>
                  <a:pt x="1191035" y="37331"/>
                </a:lnTo>
                <a:lnTo>
                  <a:pt x="1189619" y="36478"/>
                </a:lnTo>
                <a:lnTo>
                  <a:pt x="1188053" y="35784"/>
                </a:lnTo>
                <a:lnTo>
                  <a:pt x="1186332" y="35267"/>
                </a:lnTo>
                <a:lnTo>
                  <a:pt x="1184446" y="34945"/>
                </a:lnTo>
                <a:lnTo>
                  <a:pt x="1182390" y="34833"/>
                </a:lnTo>
                <a:lnTo>
                  <a:pt x="1181656" y="34846"/>
                </a:lnTo>
                <a:lnTo>
                  <a:pt x="1180902" y="34887"/>
                </a:lnTo>
                <a:lnTo>
                  <a:pt x="1180130" y="34955"/>
                </a:lnTo>
                <a:lnTo>
                  <a:pt x="1179342" y="35054"/>
                </a:lnTo>
                <a:lnTo>
                  <a:pt x="1178541" y="35182"/>
                </a:lnTo>
                <a:lnTo>
                  <a:pt x="1177727" y="35342"/>
                </a:lnTo>
                <a:lnTo>
                  <a:pt x="1176902" y="35535"/>
                </a:lnTo>
                <a:lnTo>
                  <a:pt x="1176070" y="35761"/>
                </a:lnTo>
                <a:lnTo>
                  <a:pt x="1175232" y="36023"/>
                </a:lnTo>
                <a:lnTo>
                  <a:pt x="1174390" y="36320"/>
                </a:lnTo>
                <a:lnTo>
                  <a:pt x="1173546" y="36654"/>
                </a:lnTo>
                <a:lnTo>
                  <a:pt x="1172702" y="37026"/>
                </a:lnTo>
                <a:lnTo>
                  <a:pt x="1171860" y="37438"/>
                </a:lnTo>
                <a:lnTo>
                  <a:pt x="1171022" y="37889"/>
                </a:lnTo>
                <a:lnTo>
                  <a:pt x="1170190" y="38382"/>
                </a:lnTo>
                <a:lnTo>
                  <a:pt x="1169366" y="38918"/>
                </a:lnTo>
                <a:lnTo>
                  <a:pt x="1168552" y="39497"/>
                </a:lnTo>
                <a:lnTo>
                  <a:pt x="1167750" y="40120"/>
                </a:lnTo>
                <a:lnTo>
                  <a:pt x="1166962" y="40790"/>
                </a:lnTo>
                <a:lnTo>
                  <a:pt x="1166190" y="41506"/>
                </a:lnTo>
                <a:lnTo>
                  <a:pt x="1165436" y="42270"/>
                </a:lnTo>
                <a:lnTo>
                  <a:pt x="1164702" y="43082"/>
                </a:lnTo>
                <a:lnTo>
                  <a:pt x="1163991" y="43945"/>
                </a:lnTo>
                <a:lnTo>
                  <a:pt x="1163303" y="44859"/>
                </a:lnTo>
                <a:lnTo>
                  <a:pt x="1162929" y="44056"/>
                </a:lnTo>
                <a:lnTo>
                  <a:pt x="1162529" y="43285"/>
                </a:lnTo>
                <a:lnTo>
                  <a:pt x="1162104" y="42547"/>
                </a:lnTo>
                <a:lnTo>
                  <a:pt x="1161656" y="41841"/>
                </a:lnTo>
                <a:lnTo>
                  <a:pt x="1161184" y="41168"/>
                </a:lnTo>
                <a:lnTo>
                  <a:pt x="1160689" y="40527"/>
                </a:lnTo>
                <a:lnTo>
                  <a:pt x="1160172" y="39920"/>
                </a:lnTo>
                <a:lnTo>
                  <a:pt x="1159633" y="39347"/>
                </a:lnTo>
                <a:lnTo>
                  <a:pt x="1159074" y="38806"/>
                </a:lnTo>
                <a:lnTo>
                  <a:pt x="1158495" y="38300"/>
                </a:lnTo>
                <a:lnTo>
                  <a:pt x="1157896" y="37827"/>
                </a:lnTo>
                <a:lnTo>
                  <a:pt x="1157279" y="37388"/>
                </a:lnTo>
                <a:lnTo>
                  <a:pt x="1156643" y="36983"/>
                </a:lnTo>
                <a:lnTo>
                  <a:pt x="1155990" y="36613"/>
                </a:lnTo>
                <a:lnTo>
                  <a:pt x="1155320" y="36277"/>
                </a:lnTo>
                <a:lnTo>
                  <a:pt x="1154635" y="35976"/>
                </a:lnTo>
                <a:lnTo>
                  <a:pt x="1153934" y="35709"/>
                </a:lnTo>
                <a:lnTo>
                  <a:pt x="1153218" y="35478"/>
                </a:lnTo>
                <a:lnTo>
                  <a:pt x="1152488" y="35282"/>
                </a:lnTo>
                <a:lnTo>
                  <a:pt x="1151744" y="35121"/>
                </a:lnTo>
                <a:lnTo>
                  <a:pt x="1150988" y="34995"/>
                </a:lnTo>
                <a:lnTo>
                  <a:pt x="1150220" y="34905"/>
                </a:lnTo>
                <a:lnTo>
                  <a:pt x="1149441" y="34851"/>
                </a:lnTo>
                <a:lnTo>
                  <a:pt x="1148650" y="34833"/>
                </a:lnTo>
                <a:lnTo>
                  <a:pt x="1147881" y="34847"/>
                </a:lnTo>
                <a:lnTo>
                  <a:pt x="1147117" y="34889"/>
                </a:lnTo>
                <a:lnTo>
                  <a:pt x="1146357" y="34957"/>
                </a:lnTo>
                <a:lnTo>
                  <a:pt x="1145602" y="35053"/>
                </a:lnTo>
                <a:lnTo>
                  <a:pt x="1144852" y="35174"/>
                </a:lnTo>
                <a:lnTo>
                  <a:pt x="1144108" y="35321"/>
                </a:lnTo>
                <a:lnTo>
                  <a:pt x="1143370" y="35494"/>
                </a:lnTo>
                <a:lnTo>
                  <a:pt x="1142638" y="35690"/>
                </a:lnTo>
                <a:lnTo>
                  <a:pt x="1141914" y="35911"/>
                </a:lnTo>
                <a:lnTo>
                  <a:pt x="1141196" y="36156"/>
                </a:lnTo>
                <a:lnTo>
                  <a:pt x="1140485" y="36423"/>
                </a:lnTo>
                <a:lnTo>
                  <a:pt x="1139782" y="36714"/>
                </a:lnTo>
                <a:lnTo>
                  <a:pt x="1139088" y="37026"/>
                </a:lnTo>
                <a:lnTo>
                  <a:pt x="1138401" y="37360"/>
                </a:lnTo>
                <a:lnTo>
                  <a:pt x="1137723" y="37715"/>
                </a:lnTo>
                <a:lnTo>
                  <a:pt x="1137055" y="38091"/>
                </a:lnTo>
                <a:lnTo>
                  <a:pt x="1136395" y="38486"/>
                </a:lnTo>
                <a:lnTo>
                  <a:pt x="1135746" y="38902"/>
                </a:lnTo>
                <a:lnTo>
                  <a:pt x="1135106" y="39336"/>
                </a:lnTo>
                <a:lnTo>
                  <a:pt x="1134477" y="39789"/>
                </a:lnTo>
                <a:lnTo>
                  <a:pt x="1133859" y="40260"/>
                </a:lnTo>
                <a:lnTo>
                  <a:pt x="1133251" y="40748"/>
                </a:lnTo>
                <a:lnTo>
                  <a:pt x="1132655" y="41254"/>
                </a:lnTo>
                <a:lnTo>
                  <a:pt x="1132071" y="41776"/>
                </a:lnTo>
                <a:lnTo>
                  <a:pt x="1132005" y="41079"/>
                </a:lnTo>
                <a:lnTo>
                  <a:pt x="1131904" y="40441"/>
                </a:lnTo>
                <a:lnTo>
                  <a:pt x="1131771" y="39857"/>
                </a:lnTo>
                <a:lnTo>
                  <a:pt x="1131606" y="39327"/>
                </a:lnTo>
                <a:lnTo>
                  <a:pt x="1131413" y="38847"/>
                </a:lnTo>
                <a:lnTo>
                  <a:pt x="1131191" y="38415"/>
                </a:lnTo>
                <a:lnTo>
                  <a:pt x="1130943" y="38029"/>
                </a:lnTo>
                <a:lnTo>
                  <a:pt x="1130671" y="37685"/>
                </a:lnTo>
                <a:lnTo>
                  <a:pt x="1130376" y="37382"/>
                </a:lnTo>
                <a:lnTo>
                  <a:pt x="1130060" y="37117"/>
                </a:lnTo>
                <a:lnTo>
                  <a:pt x="1129724" y="36887"/>
                </a:lnTo>
                <a:lnTo>
                  <a:pt x="1129371" y="36689"/>
                </a:lnTo>
                <a:lnTo>
                  <a:pt x="1129002" y="36522"/>
                </a:lnTo>
                <a:lnTo>
                  <a:pt x="1128618" y="36383"/>
                </a:lnTo>
                <a:lnTo>
                  <a:pt x="1128222" y="36269"/>
                </a:lnTo>
                <a:lnTo>
                  <a:pt x="1127814" y="36178"/>
                </a:lnTo>
                <a:lnTo>
                  <a:pt x="1127397" y="36107"/>
                </a:lnTo>
                <a:lnTo>
                  <a:pt x="1126973" y="36054"/>
                </a:lnTo>
                <a:lnTo>
                  <a:pt x="1126542" y="36015"/>
                </a:lnTo>
                <a:lnTo>
                  <a:pt x="1126107" y="35990"/>
                </a:lnTo>
                <a:lnTo>
                  <a:pt x="1125670" y="35974"/>
                </a:lnTo>
                <a:lnTo>
                  <a:pt x="1125231" y="35966"/>
                </a:lnTo>
                <a:lnTo>
                  <a:pt x="1124793" y="35963"/>
                </a:lnTo>
                <a:lnTo>
                  <a:pt x="1124357" y="35963"/>
                </a:lnTo>
                <a:lnTo>
                  <a:pt x="1118188" y="35963"/>
                </a:lnTo>
                <a:lnTo>
                  <a:pt x="1117816" y="35963"/>
                </a:lnTo>
                <a:lnTo>
                  <a:pt x="1117425" y="35966"/>
                </a:lnTo>
                <a:lnTo>
                  <a:pt x="1117018" y="35974"/>
                </a:lnTo>
                <a:lnTo>
                  <a:pt x="1116599" y="35990"/>
                </a:lnTo>
                <a:lnTo>
                  <a:pt x="1116169" y="36015"/>
                </a:lnTo>
                <a:lnTo>
                  <a:pt x="1115733" y="36053"/>
                </a:lnTo>
                <a:lnTo>
                  <a:pt x="1115294" y="36106"/>
                </a:lnTo>
                <a:lnTo>
                  <a:pt x="1114854" y="36177"/>
                </a:lnTo>
                <a:lnTo>
                  <a:pt x="1114417" y="36268"/>
                </a:lnTo>
                <a:lnTo>
                  <a:pt x="1113985" y="36381"/>
                </a:lnTo>
                <a:lnTo>
                  <a:pt x="1113562" y="36520"/>
                </a:lnTo>
                <a:lnTo>
                  <a:pt x="1113152" y="36686"/>
                </a:lnTo>
                <a:lnTo>
                  <a:pt x="1112756" y="36882"/>
                </a:lnTo>
                <a:lnTo>
                  <a:pt x="1112379" y="37111"/>
                </a:lnTo>
                <a:lnTo>
                  <a:pt x="1112022" y="37376"/>
                </a:lnTo>
                <a:lnTo>
                  <a:pt x="1111691" y="37677"/>
                </a:lnTo>
                <a:lnTo>
                  <a:pt x="1111386" y="38019"/>
                </a:lnTo>
                <a:lnTo>
                  <a:pt x="1111112" y="38404"/>
                </a:lnTo>
                <a:lnTo>
                  <a:pt x="1110872" y="38834"/>
                </a:lnTo>
                <a:lnTo>
                  <a:pt x="1110669" y="39312"/>
                </a:lnTo>
                <a:lnTo>
                  <a:pt x="1110505" y="39840"/>
                </a:lnTo>
                <a:lnTo>
                  <a:pt x="1110384" y="40420"/>
                </a:lnTo>
                <a:lnTo>
                  <a:pt x="1110309" y="41056"/>
                </a:lnTo>
                <a:lnTo>
                  <a:pt x="1110284" y="41750"/>
                </a:lnTo>
                <a:lnTo>
                  <a:pt x="1110305" y="42466"/>
                </a:lnTo>
                <a:lnTo>
                  <a:pt x="1110368" y="43122"/>
                </a:lnTo>
                <a:lnTo>
                  <a:pt x="1110471" y="43722"/>
                </a:lnTo>
                <a:lnTo>
                  <a:pt x="1110616" y="44267"/>
                </a:lnTo>
                <a:lnTo>
                  <a:pt x="1110801" y="44760"/>
                </a:lnTo>
                <a:lnTo>
                  <a:pt x="1111025" y="45204"/>
                </a:lnTo>
                <a:lnTo>
                  <a:pt x="1111289" y="45601"/>
                </a:lnTo>
                <a:lnTo>
                  <a:pt x="1111591" y="45954"/>
                </a:lnTo>
                <a:lnTo>
                  <a:pt x="1111931" y="46266"/>
                </a:lnTo>
                <a:lnTo>
                  <a:pt x="1112310" y="46539"/>
                </a:lnTo>
                <a:lnTo>
                  <a:pt x="1112725" y="46775"/>
                </a:lnTo>
                <a:lnTo>
                  <a:pt x="1113177" y="46978"/>
                </a:lnTo>
                <a:lnTo>
                  <a:pt x="1113665" y="47150"/>
                </a:lnTo>
                <a:lnTo>
                  <a:pt x="1114188" y="47293"/>
                </a:lnTo>
                <a:lnTo>
                  <a:pt x="1114747" y="47410"/>
                </a:lnTo>
                <a:lnTo>
                  <a:pt x="1115341" y="47504"/>
                </a:lnTo>
                <a:lnTo>
                  <a:pt x="1115968" y="47577"/>
                </a:lnTo>
                <a:lnTo>
                  <a:pt x="1116629" y="47631"/>
                </a:lnTo>
                <a:lnTo>
                  <a:pt x="1117324" y="47671"/>
                </a:lnTo>
                <a:lnTo>
                  <a:pt x="1118051" y="47697"/>
                </a:lnTo>
                <a:lnTo>
                  <a:pt x="1118810" y="47713"/>
                </a:lnTo>
                <a:lnTo>
                  <a:pt x="1119600" y="47721"/>
                </a:lnTo>
                <a:lnTo>
                  <a:pt x="1120422" y="47724"/>
                </a:lnTo>
                <a:lnTo>
                  <a:pt x="1121274" y="47725"/>
                </a:lnTo>
                <a:lnTo>
                  <a:pt x="1121274" y="107238"/>
                </a:lnTo>
                <a:lnTo>
                  <a:pt x="1120422" y="107239"/>
                </a:lnTo>
                <a:lnTo>
                  <a:pt x="1119600" y="107242"/>
                </a:lnTo>
                <a:lnTo>
                  <a:pt x="1118810" y="107250"/>
                </a:lnTo>
                <a:lnTo>
                  <a:pt x="1118051" y="107266"/>
                </a:lnTo>
                <a:lnTo>
                  <a:pt x="1117324" y="107292"/>
                </a:lnTo>
                <a:lnTo>
                  <a:pt x="1116629" y="107331"/>
                </a:lnTo>
                <a:lnTo>
                  <a:pt x="1115968" y="107386"/>
                </a:lnTo>
                <a:lnTo>
                  <a:pt x="1115341" y="107459"/>
                </a:lnTo>
                <a:lnTo>
                  <a:pt x="1114747" y="107553"/>
                </a:lnTo>
                <a:lnTo>
                  <a:pt x="1114188" y="107670"/>
                </a:lnTo>
                <a:lnTo>
                  <a:pt x="1113665" y="107813"/>
                </a:lnTo>
                <a:lnTo>
                  <a:pt x="1113177" y="107985"/>
                </a:lnTo>
                <a:lnTo>
                  <a:pt x="1112725" y="108188"/>
                </a:lnTo>
                <a:lnTo>
                  <a:pt x="1112310" y="108424"/>
                </a:lnTo>
                <a:lnTo>
                  <a:pt x="1111931" y="108697"/>
                </a:lnTo>
                <a:lnTo>
                  <a:pt x="1111591" y="109009"/>
                </a:lnTo>
                <a:lnTo>
                  <a:pt x="1111289" y="109362"/>
                </a:lnTo>
                <a:lnTo>
                  <a:pt x="1111025" y="109759"/>
                </a:lnTo>
                <a:lnTo>
                  <a:pt x="1110801" y="110203"/>
                </a:lnTo>
                <a:lnTo>
                  <a:pt x="1110616" y="110696"/>
                </a:lnTo>
                <a:lnTo>
                  <a:pt x="1110471" y="111241"/>
                </a:lnTo>
                <a:lnTo>
                  <a:pt x="1110368" y="111841"/>
                </a:lnTo>
                <a:lnTo>
                  <a:pt x="1110305" y="112497"/>
                </a:lnTo>
                <a:lnTo>
                  <a:pt x="1110284" y="113213"/>
                </a:lnTo>
                <a:lnTo>
                  <a:pt x="1110310" y="113907"/>
                </a:lnTo>
                <a:lnTo>
                  <a:pt x="1110388" y="114542"/>
                </a:lnTo>
                <a:lnTo>
                  <a:pt x="1110513" y="115122"/>
                </a:lnTo>
                <a:lnTo>
                  <a:pt x="1110682" y="115650"/>
                </a:lnTo>
                <a:lnTo>
                  <a:pt x="1110892" y="116127"/>
                </a:lnTo>
                <a:lnTo>
                  <a:pt x="1111140" y="116557"/>
                </a:lnTo>
                <a:lnTo>
                  <a:pt x="1111421" y="116942"/>
                </a:lnTo>
                <a:lnTo>
                  <a:pt x="1111734" y="117283"/>
                </a:lnTo>
                <a:lnTo>
                  <a:pt x="1112074" y="117585"/>
                </a:lnTo>
                <a:lnTo>
                  <a:pt x="1112438" y="117849"/>
                </a:lnTo>
                <a:lnTo>
                  <a:pt x="1112822" y="118078"/>
                </a:lnTo>
                <a:lnTo>
                  <a:pt x="1113224" y="118274"/>
                </a:lnTo>
                <a:lnTo>
                  <a:pt x="1113641" y="118440"/>
                </a:lnTo>
                <a:lnTo>
                  <a:pt x="1114068" y="118579"/>
                </a:lnTo>
                <a:lnTo>
                  <a:pt x="1114502" y="118692"/>
                </a:lnTo>
                <a:lnTo>
                  <a:pt x="1114940" y="118783"/>
                </a:lnTo>
                <a:lnTo>
                  <a:pt x="1115379" y="118854"/>
                </a:lnTo>
                <a:lnTo>
                  <a:pt x="1115815" y="118907"/>
                </a:lnTo>
                <a:lnTo>
                  <a:pt x="1116245" y="118945"/>
                </a:lnTo>
                <a:lnTo>
                  <a:pt x="1116666" y="118970"/>
                </a:lnTo>
                <a:lnTo>
                  <a:pt x="1117074" y="118986"/>
                </a:lnTo>
                <a:lnTo>
                  <a:pt x="1117466" y="118994"/>
                </a:lnTo>
                <a:lnTo>
                  <a:pt x="1117839" y="118997"/>
                </a:lnTo>
                <a:lnTo>
                  <a:pt x="1118188" y="118997"/>
                </a:lnTo>
                <a:lnTo>
                  <a:pt x="1135156" y="118997"/>
                </a:lnTo>
                <a:lnTo>
                  <a:pt x="1135528" y="118997"/>
                </a:lnTo>
                <a:lnTo>
                  <a:pt x="1135919" y="118994"/>
                </a:lnTo>
                <a:lnTo>
                  <a:pt x="1136326" y="118986"/>
                </a:lnTo>
                <a:lnTo>
                  <a:pt x="1136746" y="118970"/>
                </a:lnTo>
                <a:lnTo>
                  <a:pt x="1137175" y="118945"/>
                </a:lnTo>
                <a:lnTo>
                  <a:pt x="1137611" y="118907"/>
                </a:lnTo>
                <a:lnTo>
                  <a:pt x="1138050" y="118854"/>
                </a:lnTo>
                <a:lnTo>
                  <a:pt x="1138490" y="118783"/>
                </a:lnTo>
                <a:lnTo>
                  <a:pt x="1138927" y="118692"/>
                </a:lnTo>
                <a:lnTo>
                  <a:pt x="1139359" y="118579"/>
                </a:lnTo>
                <a:lnTo>
                  <a:pt x="1139781" y="118440"/>
                </a:lnTo>
                <a:lnTo>
                  <a:pt x="1140192" y="118274"/>
                </a:lnTo>
                <a:lnTo>
                  <a:pt x="1140587" y="118078"/>
                </a:lnTo>
                <a:lnTo>
                  <a:pt x="1140964" y="117849"/>
                </a:lnTo>
                <a:lnTo>
                  <a:pt x="1141320" y="117585"/>
                </a:lnTo>
                <a:lnTo>
                  <a:pt x="1141652" y="117283"/>
                </a:lnTo>
                <a:lnTo>
                  <a:pt x="1141956" y="116942"/>
                </a:lnTo>
                <a:lnTo>
                  <a:pt x="1142230" y="116557"/>
                </a:lnTo>
                <a:lnTo>
                  <a:pt x="1142470" y="116127"/>
                </a:lnTo>
                <a:lnTo>
                  <a:pt x="1142674" y="115650"/>
                </a:lnTo>
                <a:lnTo>
                  <a:pt x="1142837" y="115122"/>
                </a:lnTo>
                <a:lnTo>
                  <a:pt x="1142958" y="114542"/>
                </a:lnTo>
                <a:lnTo>
                  <a:pt x="1143033" y="113907"/>
                </a:lnTo>
                <a:lnTo>
                  <a:pt x="1143058" y="113213"/>
                </a:lnTo>
                <a:lnTo>
                  <a:pt x="1143037" y="112497"/>
                </a:lnTo>
                <a:lnTo>
                  <a:pt x="1142974" y="111841"/>
                </a:lnTo>
                <a:lnTo>
                  <a:pt x="1142871" y="111241"/>
                </a:lnTo>
                <a:lnTo>
                  <a:pt x="1142726" y="110696"/>
                </a:lnTo>
                <a:lnTo>
                  <a:pt x="1142541" y="110203"/>
                </a:lnTo>
                <a:lnTo>
                  <a:pt x="1142317" y="109759"/>
                </a:lnTo>
                <a:lnTo>
                  <a:pt x="1142054" y="109362"/>
                </a:lnTo>
                <a:lnTo>
                  <a:pt x="1141752" y="109009"/>
                </a:lnTo>
                <a:lnTo>
                  <a:pt x="1141411" y="108697"/>
                </a:lnTo>
                <a:lnTo>
                  <a:pt x="1141033" y="108424"/>
                </a:lnTo>
                <a:lnTo>
                  <a:pt x="1140618" y="108188"/>
                </a:lnTo>
                <a:lnTo>
                  <a:pt x="1140167" y="107985"/>
                </a:lnTo>
                <a:lnTo>
                  <a:pt x="1139679" y="107813"/>
                </a:lnTo>
                <a:lnTo>
                  <a:pt x="1139155" y="107670"/>
                </a:lnTo>
                <a:lnTo>
                  <a:pt x="1138597" y="107553"/>
                </a:lnTo>
                <a:lnTo>
                  <a:pt x="1138003" y="107459"/>
                </a:lnTo>
                <a:lnTo>
                  <a:pt x="1137376" y="107386"/>
                </a:lnTo>
                <a:lnTo>
                  <a:pt x="1136715" y="107331"/>
                </a:lnTo>
                <a:lnTo>
                  <a:pt x="1136021" y="107292"/>
                </a:lnTo>
                <a:lnTo>
                  <a:pt x="1135294" y="107266"/>
                </a:lnTo>
                <a:lnTo>
                  <a:pt x="1134535" y="107250"/>
                </a:lnTo>
                <a:lnTo>
                  <a:pt x="1133745" y="107242"/>
                </a:lnTo>
                <a:lnTo>
                  <a:pt x="1132923" y="107239"/>
                </a:lnTo>
                <a:lnTo>
                  <a:pt x="1132071" y="107238"/>
                </a:lnTo>
                <a:lnTo>
                  <a:pt x="1132071" y="72764"/>
                </a:lnTo>
                <a:lnTo>
                  <a:pt x="1132111" y="70666"/>
                </a:lnTo>
                <a:lnTo>
                  <a:pt x="1132231" y="68653"/>
                </a:lnTo>
                <a:lnTo>
                  <a:pt x="1132426" y="66724"/>
                </a:lnTo>
                <a:lnTo>
                  <a:pt x="1132693" y="64881"/>
                </a:lnTo>
                <a:lnTo>
                  <a:pt x="1133028" y="63124"/>
                </a:lnTo>
                <a:lnTo>
                  <a:pt x="1133429" y="61453"/>
                </a:lnTo>
                <a:lnTo>
                  <a:pt x="1133892" y="59868"/>
                </a:lnTo>
                <a:lnTo>
                  <a:pt x="1134413" y="58371"/>
                </a:lnTo>
                <a:lnTo>
                  <a:pt x="1134988" y="56961"/>
                </a:lnTo>
                <a:lnTo>
                  <a:pt x="1135616" y="55639"/>
                </a:lnTo>
                <a:lnTo>
                  <a:pt x="1136291" y="54405"/>
                </a:lnTo>
                <a:lnTo>
                  <a:pt x="1137011" y="53260"/>
                </a:lnTo>
                <a:lnTo>
                  <a:pt x="1137772" y="52204"/>
                </a:lnTo>
                <a:lnTo>
                  <a:pt x="1138571" y="51238"/>
                </a:lnTo>
                <a:lnTo>
                  <a:pt x="1139404" y="50361"/>
                </a:lnTo>
                <a:lnTo>
                  <a:pt x="1140268" y="49575"/>
                </a:lnTo>
                <a:lnTo>
                  <a:pt x="1141159" y="48880"/>
                </a:lnTo>
                <a:lnTo>
                  <a:pt x="1142075" y="48277"/>
                </a:lnTo>
                <a:lnTo>
                  <a:pt x="1143011" y="47765"/>
                </a:lnTo>
                <a:lnTo>
                  <a:pt x="1143964" y="47345"/>
                </a:lnTo>
                <a:lnTo>
                  <a:pt x="1144931" y="47017"/>
                </a:lnTo>
                <a:lnTo>
                  <a:pt x="1145908" y="46783"/>
                </a:lnTo>
                <a:lnTo>
                  <a:pt x="1146892" y="46642"/>
                </a:lnTo>
                <a:lnTo>
                  <a:pt x="1147880" y="46595"/>
                </a:lnTo>
                <a:lnTo>
                  <a:pt x="1148425" y="46613"/>
                </a:lnTo>
                <a:lnTo>
                  <a:pt x="1148951" y="46667"/>
                </a:lnTo>
                <a:lnTo>
                  <a:pt x="1149459" y="46760"/>
                </a:lnTo>
                <a:lnTo>
                  <a:pt x="1149947" y="46896"/>
                </a:lnTo>
                <a:lnTo>
                  <a:pt x="1150416" y="47075"/>
                </a:lnTo>
                <a:lnTo>
                  <a:pt x="1150865" y="47302"/>
                </a:lnTo>
                <a:lnTo>
                  <a:pt x="1151293" y="47579"/>
                </a:lnTo>
                <a:lnTo>
                  <a:pt x="1151699" y="47907"/>
                </a:lnTo>
                <a:lnTo>
                  <a:pt x="1152085" y="48291"/>
                </a:lnTo>
                <a:lnTo>
                  <a:pt x="1152449" y="48732"/>
                </a:lnTo>
                <a:lnTo>
                  <a:pt x="1152790" y="49233"/>
                </a:lnTo>
                <a:lnTo>
                  <a:pt x="1153109" y="49796"/>
                </a:lnTo>
                <a:lnTo>
                  <a:pt x="1153405" y="50425"/>
                </a:lnTo>
                <a:lnTo>
                  <a:pt x="1153677" y="51121"/>
                </a:lnTo>
                <a:lnTo>
                  <a:pt x="1153925" y="51888"/>
                </a:lnTo>
                <a:lnTo>
                  <a:pt x="1154149" y="52728"/>
                </a:lnTo>
                <a:lnTo>
                  <a:pt x="1154348" y="53643"/>
                </a:lnTo>
                <a:lnTo>
                  <a:pt x="1154522" y="54636"/>
                </a:lnTo>
                <a:lnTo>
                  <a:pt x="1154671" y="55711"/>
                </a:lnTo>
                <a:lnTo>
                  <a:pt x="1154793" y="56868"/>
                </a:lnTo>
                <a:lnTo>
                  <a:pt x="1154889" y="58111"/>
                </a:lnTo>
                <a:lnTo>
                  <a:pt x="1154958" y="59443"/>
                </a:lnTo>
                <a:lnTo>
                  <a:pt x="1154999" y="60865"/>
                </a:lnTo>
                <a:lnTo>
                  <a:pt x="1155013" y="62382"/>
                </a:lnTo>
                <a:lnTo>
                  <a:pt x="1155013" y="107238"/>
                </a:lnTo>
                <a:lnTo>
                  <a:pt x="1154550" y="107239"/>
                </a:lnTo>
                <a:lnTo>
                  <a:pt x="1154077" y="107242"/>
                </a:lnTo>
                <a:lnTo>
                  <a:pt x="1153597" y="107250"/>
                </a:lnTo>
                <a:lnTo>
                  <a:pt x="1153113" y="107266"/>
                </a:lnTo>
                <a:lnTo>
                  <a:pt x="1152628" y="107292"/>
                </a:lnTo>
                <a:lnTo>
                  <a:pt x="1152143" y="107331"/>
                </a:lnTo>
                <a:lnTo>
                  <a:pt x="1151661" y="107386"/>
                </a:lnTo>
                <a:lnTo>
                  <a:pt x="1151186" y="107459"/>
                </a:lnTo>
                <a:lnTo>
                  <a:pt x="1150720" y="107553"/>
                </a:lnTo>
                <a:lnTo>
                  <a:pt x="1150264" y="107670"/>
                </a:lnTo>
                <a:lnTo>
                  <a:pt x="1149823" y="107813"/>
                </a:lnTo>
                <a:lnTo>
                  <a:pt x="1149398" y="107985"/>
                </a:lnTo>
                <a:lnTo>
                  <a:pt x="1148992" y="108188"/>
                </a:lnTo>
                <a:lnTo>
                  <a:pt x="1148608" y="108424"/>
                </a:lnTo>
                <a:lnTo>
                  <a:pt x="1148248" y="108697"/>
                </a:lnTo>
                <a:lnTo>
                  <a:pt x="1147915" y="109009"/>
                </a:lnTo>
                <a:lnTo>
                  <a:pt x="1147611" y="109362"/>
                </a:lnTo>
                <a:lnTo>
                  <a:pt x="1147340" y="109759"/>
                </a:lnTo>
                <a:lnTo>
                  <a:pt x="1147103" y="110203"/>
                </a:lnTo>
                <a:lnTo>
                  <a:pt x="1146903" y="110696"/>
                </a:lnTo>
                <a:lnTo>
                  <a:pt x="1146744" y="111241"/>
                </a:lnTo>
                <a:lnTo>
                  <a:pt x="1146626" y="111841"/>
                </a:lnTo>
                <a:lnTo>
                  <a:pt x="1146554" y="112497"/>
                </a:lnTo>
                <a:lnTo>
                  <a:pt x="1146529" y="113213"/>
                </a:lnTo>
                <a:lnTo>
                  <a:pt x="1146556" y="113907"/>
                </a:lnTo>
                <a:lnTo>
                  <a:pt x="1146633" y="114542"/>
                </a:lnTo>
                <a:lnTo>
                  <a:pt x="1146758" y="115122"/>
                </a:lnTo>
                <a:lnTo>
                  <a:pt x="1146928" y="115650"/>
                </a:lnTo>
                <a:lnTo>
                  <a:pt x="1147138" y="116127"/>
                </a:lnTo>
                <a:lnTo>
                  <a:pt x="1147385" y="116557"/>
                </a:lnTo>
                <a:lnTo>
                  <a:pt x="1147667" y="116942"/>
                </a:lnTo>
                <a:lnTo>
                  <a:pt x="1147979" y="117283"/>
                </a:lnTo>
                <a:lnTo>
                  <a:pt x="1148319" y="117585"/>
                </a:lnTo>
                <a:lnTo>
                  <a:pt x="1148683" y="117849"/>
                </a:lnTo>
                <a:lnTo>
                  <a:pt x="1149068" y="118078"/>
                </a:lnTo>
                <a:lnTo>
                  <a:pt x="1149470" y="118274"/>
                </a:lnTo>
                <a:lnTo>
                  <a:pt x="1149886" y="118440"/>
                </a:lnTo>
                <a:lnTo>
                  <a:pt x="1150313" y="118579"/>
                </a:lnTo>
                <a:lnTo>
                  <a:pt x="1150747" y="118692"/>
                </a:lnTo>
                <a:lnTo>
                  <a:pt x="1151186" y="118783"/>
                </a:lnTo>
                <a:lnTo>
                  <a:pt x="1151625" y="118854"/>
                </a:lnTo>
                <a:lnTo>
                  <a:pt x="1152061" y="118907"/>
                </a:lnTo>
                <a:lnTo>
                  <a:pt x="1152491" y="118945"/>
                </a:lnTo>
                <a:lnTo>
                  <a:pt x="1152912" y="118970"/>
                </a:lnTo>
                <a:lnTo>
                  <a:pt x="1153320" y="118986"/>
                </a:lnTo>
                <a:lnTo>
                  <a:pt x="1153712" y="118994"/>
                </a:lnTo>
                <a:lnTo>
                  <a:pt x="1154084" y="118997"/>
                </a:lnTo>
                <a:lnTo>
                  <a:pt x="1154434" y="118997"/>
                </a:lnTo>
                <a:lnTo>
                  <a:pt x="1168893" y="118997"/>
                </a:lnTo>
                <a:lnTo>
                  <a:pt x="1169265" y="118997"/>
                </a:lnTo>
                <a:lnTo>
                  <a:pt x="1169656" y="118994"/>
                </a:lnTo>
                <a:lnTo>
                  <a:pt x="1170063" y="118986"/>
                </a:lnTo>
                <a:lnTo>
                  <a:pt x="1170482" y="118970"/>
                </a:lnTo>
                <a:lnTo>
                  <a:pt x="1170912" y="118945"/>
                </a:lnTo>
                <a:lnTo>
                  <a:pt x="1171348" y="118907"/>
                </a:lnTo>
                <a:lnTo>
                  <a:pt x="1171787" y="118854"/>
                </a:lnTo>
                <a:lnTo>
                  <a:pt x="1172227" y="118783"/>
                </a:lnTo>
                <a:lnTo>
                  <a:pt x="1172665" y="118692"/>
                </a:lnTo>
                <a:lnTo>
                  <a:pt x="1173096" y="118579"/>
                </a:lnTo>
                <a:lnTo>
                  <a:pt x="1173519" y="118440"/>
                </a:lnTo>
                <a:lnTo>
                  <a:pt x="1173929" y="118274"/>
                </a:lnTo>
                <a:lnTo>
                  <a:pt x="1174325" y="118078"/>
                </a:lnTo>
                <a:lnTo>
                  <a:pt x="1174702" y="117849"/>
                </a:lnTo>
                <a:lnTo>
                  <a:pt x="1175059" y="117585"/>
                </a:lnTo>
                <a:lnTo>
                  <a:pt x="1175391" y="117283"/>
                </a:lnTo>
                <a:lnTo>
                  <a:pt x="1175695" y="116942"/>
                </a:lnTo>
                <a:lnTo>
                  <a:pt x="1175969" y="116557"/>
                </a:lnTo>
                <a:lnTo>
                  <a:pt x="1176209" y="116127"/>
                </a:lnTo>
                <a:lnTo>
                  <a:pt x="1176413" y="115650"/>
                </a:lnTo>
                <a:lnTo>
                  <a:pt x="1176576" y="115122"/>
                </a:lnTo>
                <a:lnTo>
                  <a:pt x="1176697" y="114542"/>
                </a:lnTo>
                <a:lnTo>
                  <a:pt x="1176772" y="113907"/>
                </a:lnTo>
                <a:lnTo>
                  <a:pt x="1176797" y="113213"/>
                </a:lnTo>
                <a:lnTo>
                  <a:pt x="1176776" y="112497"/>
                </a:lnTo>
                <a:lnTo>
                  <a:pt x="1176714" y="111841"/>
                </a:lnTo>
                <a:lnTo>
                  <a:pt x="1176610" y="111241"/>
                </a:lnTo>
                <a:lnTo>
                  <a:pt x="1176465" y="110696"/>
                </a:lnTo>
                <a:lnTo>
                  <a:pt x="1176281" y="110203"/>
                </a:lnTo>
                <a:lnTo>
                  <a:pt x="1176056" y="109759"/>
                </a:lnTo>
                <a:lnTo>
                  <a:pt x="1175793" y="109362"/>
                </a:lnTo>
                <a:lnTo>
                  <a:pt x="1175491" y="109009"/>
                </a:lnTo>
                <a:lnTo>
                  <a:pt x="1175151" y="108697"/>
                </a:lnTo>
                <a:lnTo>
                  <a:pt x="1174773" y="108424"/>
                </a:lnTo>
                <a:lnTo>
                  <a:pt x="1174358" y="108188"/>
                </a:lnTo>
                <a:lnTo>
                  <a:pt x="1173906" y="107985"/>
                </a:lnTo>
                <a:lnTo>
                  <a:pt x="1173418" y="107813"/>
                </a:lnTo>
                <a:lnTo>
                  <a:pt x="1172895" y="107670"/>
                </a:lnTo>
                <a:lnTo>
                  <a:pt x="1172336" y="107553"/>
                </a:lnTo>
                <a:lnTo>
                  <a:pt x="1171743" y="107459"/>
                </a:lnTo>
                <a:lnTo>
                  <a:pt x="1171115" y="107386"/>
                </a:lnTo>
                <a:lnTo>
                  <a:pt x="1170454" y="107331"/>
                </a:lnTo>
                <a:lnTo>
                  <a:pt x="1169760" y="107292"/>
                </a:lnTo>
                <a:lnTo>
                  <a:pt x="1169033" y="107266"/>
                </a:lnTo>
                <a:lnTo>
                  <a:pt x="1168274" y="107250"/>
                </a:lnTo>
                <a:lnTo>
                  <a:pt x="1167484" y="107242"/>
                </a:lnTo>
                <a:lnTo>
                  <a:pt x="1166662" y="107239"/>
                </a:lnTo>
                <a:lnTo>
                  <a:pt x="1165810" y="107238"/>
                </a:lnTo>
                <a:lnTo>
                  <a:pt x="1165810" y="72779"/>
                </a:lnTo>
                <a:lnTo>
                  <a:pt x="1165850" y="70679"/>
                </a:lnTo>
                <a:lnTo>
                  <a:pt x="1165970" y="68664"/>
                </a:lnTo>
                <a:lnTo>
                  <a:pt x="1166165" y="66734"/>
                </a:lnTo>
                <a:lnTo>
                  <a:pt x="1166432" y="64890"/>
                </a:lnTo>
                <a:lnTo>
                  <a:pt x="1166768" y="63131"/>
                </a:lnTo>
                <a:lnTo>
                  <a:pt x="1167168" y="61459"/>
                </a:lnTo>
                <a:lnTo>
                  <a:pt x="1167631" y="59874"/>
                </a:lnTo>
                <a:lnTo>
                  <a:pt x="1168152" y="58375"/>
                </a:lnTo>
                <a:lnTo>
                  <a:pt x="1168728" y="56964"/>
                </a:lnTo>
                <a:lnTo>
                  <a:pt x="1169355" y="55642"/>
                </a:lnTo>
                <a:lnTo>
                  <a:pt x="1170030" y="54407"/>
                </a:lnTo>
                <a:lnTo>
                  <a:pt x="1170750" y="53262"/>
                </a:lnTo>
                <a:lnTo>
                  <a:pt x="1171511" y="52205"/>
                </a:lnTo>
                <a:lnTo>
                  <a:pt x="1172310" y="51239"/>
                </a:lnTo>
                <a:lnTo>
                  <a:pt x="1173143" y="50362"/>
                </a:lnTo>
                <a:lnTo>
                  <a:pt x="1174007" y="49576"/>
                </a:lnTo>
                <a:lnTo>
                  <a:pt x="1174898" y="48881"/>
                </a:lnTo>
                <a:lnTo>
                  <a:pt x="1175814" y="48277"/>
                </a:lnTo>
                <a:lnTo>
                  <a:pt x="1176750" y="47765"/>
                </a:lnTo>
                <a:lnTo>
                  <a:pt x="1177703" y="47345"/>
                </a:lnTo>
                <a:lnTo>
                  <a:pt x="1178670" y="47017"/>
                </a:lnTo>
                <a:lnTo>
                  <a:pt x="1179647" y="46783"/>
                </a:lnTo>
                <a:lnTo>
                  <a:pt x="1180631" y="46642"/>
                </a:lnTo>
                <a:lnTo>
                  <a:pt x="1181619" y="46595"/>
                </a:lnTo>
                <a:lnTo>
                  <a:pt x="1182164" y="46613"/>
                </a:lnTo>
                <a:lnTo>
                  <a:pt x="1182690" y="46667"/>
                </a:lnTo>
                <a:lnTo>
                  <a:pt x="1183198" y="46760"/>
                </a:lnTo>
                <a:lnTo>
                  <a:pt x="1183687" y="46896"/>
                </a:lnTo>
                <a:lnTo>
                  <a:pt x="1184155" y="47075"/>
                </a:lnTo>
                <a:lnTo>
                  <a:pt x="1184604" y="47302"/>
                </a:lnTo>
                <a:lnTo>
                  <a:pt x="1185032" y="47579"/>
                </a:lnTo>
                <a:lnTo>
                  <a:pt x="1185439" y="47907"/>
                </a:lnTo>
                <a:lnTo>
                  <a:pt x="1185824" y="48291"/>
                </a:lnTo>
                <a:lnTo>
                  <a:pt x="1186188" y="48732"/>
                </a:lnTo>
                <a:lnTo>
                  <a:pt x="1186529" y="49233"/>
                </a:lnTo>
                <a:lnTo>
                  <a:pt x="1186848" y="49796"/>
                </a:lnTo>
                <a:lnTo>
                  <a:pt x="1187144" y="50425"/>
                </a:lnTo>
                <a:lnTo>
                  <a:pt x="1187416" y="51121"/>
                </a:lnTo>
                <a:lnTo>
                  <a:pt x="1187664" y="51888"/>
                </a:lnTo>
                <a:lnTo>
                  <a:pt x="1187888" y="52728"/>
                </a:lnTo>
                <a:lnTo>
                  <a:pt x="1188087" y="53643"/>
                </a:lnTo>
                <a:lnTo>
                  <a:pt x="1188261" y="54636"/>
                </a:lnTo>
                <a:lnTo>
                  <a:pt x="1188410" y="55711"/>
                </a:lnTo>
                <a:lnTo>
                  <a:pt x="1188532" y="56868"/>
                </a:lnTo>
                <a:lnTo>
                  <a:pt x="1188628" y="58111"/>
                </a:lnTo>
                <a:lnTo>
                  <a:pt x="1188697" y="59443"/>
                </a:lnTo>
                <a:lnTo>
                  <a:pt x="1188739" y="60865"/>
                </a:lnTo>
                <a:lnTo>
                  <a:pt x="1188753" y="62382"/>
                </a:lnTo>
                <a:lnTo>
                  <a:pt x="1188753" y="107238"/>
                </a:lnTo>
                <a:lnTo>
                  <a:pt x="1188289" y="107239"/>
                </a:lnTo>
                <a:lnTo>
                  <a:pt x="1187816" y="107242"/>
                </a:lnTo>
                <a:lnTo>
                  <a:pt x="1187336" y="107250"/>
                </a:lnTo>
                <a:lnTo>
                  <a:pt x="1186851" y="107266"/>
                </a:lnTo>
                <a:lnTo>
                  <a:pt x="1186366" y="107292"/>
                </a:lnTo>
                <a:lnTo>
                  <a:pt x="1185881" y="107331"/>
                </a:lnTo>
                <a:lnTo>
                  <a:pt x="1185399" y="107386"/>
                </a:lnTo>
                <a:lnTo>
                  <a:pt x="1184924" y="107459"/>
                </a:lnTo>
                <a:lnTo>
                  <a:pt x="1184457" y="107553"/>
                </a:lnTo>
                <a:lnTo>
                  <a:pt x="1184002" y="107670"/>
                </a:lnTo>
                <a:lnTo>
                  <a:pt x="1183561" y="107813"/>
                </a:lnTo>
                <a:lnTo>
                  <a:pt x="1183136" y="107985"/>
                </a:lnTo>
                <a:lnTo>
                  <a:pt x="1182730" y="108188"/>
                </a:lnTo>
                <a:lnTo>
                  <a:pt x="1182346" y="108424"/>
                </a:lnTo>
                <a:lnTo>
                  <a:pt x="1181986" y="108697"/>
                </a:lnTo>
                <a:lnTo>
                  <a:pt x="1181654" y="109009"/>
                </a:lnTo>
                <a:lnTo>
                  <a:pt x="1181350" y="109362"/>
                </a:lnTo>
                <a:lnTo>
                  <a:pt x="1181079" y="109759"/>
                </a:lnTo>
                <a:lnTo>
                  <a:pt x="1180842" y="110203"/>
                </a:lnTo>
                <a:lnTo>
                  <a:pt x="1180642" y="110696"/>
                </a:lnTo>
                <a:lnTo>
                  <a:pt x="1180483" y="111241"/>
                </a:lnTo>
                <a:lnTo>
                  <a:pt x="1180365" y="111841"/>
                </a:lnTo>
                <a:lnTo>
                  <a:pt x="1180293" y="112497"/>
                </a:lnTo>
                <a:lnTo>
                  <a:pt x="1180269" y="113213"/>
                </a:lnTo>
                <a:lnTo>
                  <a:pt x="1180295" y="113907"/>
                </a:lnTo>
                <a:lnTo>
                  <a:pt x="1180373" y="114542"/>
                </a:lnTo>
                <a:lnTo>
                  <a:pt x="1180497" y="115122"/>
                </a:lnTo>
                <a:lnTo>
                  <a:pt x="1180667" y="115650"/>
                </a:lnTo>
                <a:lnTo>
                  <a:pt x="1180876" y="116127"/>
                </a:lnTo>
                <a:lnTo>
                  <a:pt x="1181124" y="116557"/>
                </a:lnTo>
                <a:lnTo>
                  <a:pt x="1181405" y="116942"/>
                </a:lnTo>
                <a:lnTo>
                  <a:pt x="1181718" y="117283"/>
                </a:lnTo>
                <a:lnTo>
                  <a:pt x="1182058" y="117585"/>
                </a:lnTo>
                <a:lnTo>
                  <a:pt x="1182421" y="117849"/>
                </a:lnTo>
                <a:lnTo>
                  <a:pt x="1182806" y="118078"/>
                </a:lnTo>
                <a:lnTo>
                  <a:pt x="1183208" y="118274"/>
                </a:lnTo>
                <a:lnTo>
                  <a:pt x="1183624" y="118440"/>
                </a:lnTo>
                <a:lnTo>
                  <a:pt x="1184051" y="118579"/>
                </a:lnTo>
                <a:lnTo>
                  <a:pt x="1184485" y="118692"/>
                </a:lnTo>
                <a:lnTo>
                  <a:pt x="1184924" y="118783"/>
                </a:lnTo>
                <a:lnTo>
                  <a:pt x="1185362" y="118854"/>
                </a:lnTo>
                <a:lnTo>
                  <a:pt x="1185799" y="118907"/>
                </a:lnTo>
                <a:lnTo>
                  <a:pt x="1186229" y="118945"/>
                </a:lnTo>
                <a:lnTo>
                  <a:pt x="1186650" y="118970"/>
                </a:lnTo>
                <a:lnTo>
                  <a:pt x="1187058" y="118986"/>
                </a:lnTo>
                <a:lnTo>
                  <a:pt x="1187450" y="118994"/>
                </a:lnTo>
                <a:lnTo>
                  <a:pt x="1187823" y="118997"/>
                </a:lnTo>
                <a:lnTo>
                  <a:pt x="1188173" y="118997"/>
                </a:lnTo>
                <a:lnTo>
                  <a:pt x="1202632" y="118997"/>
                </a:lnTo>
                <a:lnTo>
                  <a:pt x="1203004" y="118997"/>
                </a:lnTo>
                <a:lnTo>
                  <a:pt x="1203395" y="118994"/>
                </a:lnTo>
                <a:lnTo>
                  <a:pt x="1203802" y="118986"/>
                </a:lnTo>
                <a:lnTo>
                  <a:pt x="1204221" y="118970"/>
                </a:lnTo>
                <a:lnTo>
                  <a:pt x="1204651" y="118945"/>
                </a:lnTo>
                <a:lnTo>
                  <a:pt x="1205087" y="118907"/>
                </a:lnTo>
                <a:lnTo>
                  <a:pt x="1205526" y="118854"/>
                </a:lnTo>
                <a:lnTo>
                  <a:pt x="1205966" y="118783"/>
                </a:lnTo>
                <a:lnTo>
                  <a:pt x="1206404" y="118692"/>
                </a:lnTo>
                <a:lnTo>
                  <a:pt x="1206835" y="118579"/>
                </a:lnTo>
                <a:lnTo>
                  <a:pt x="1207258" y="118440"/>
                </a:lnTo>
                <a:lnTo>
                  <a:pt x="1207669" y="118274"/>
                </a:lnTo>
                <a:lnTo>
                  <a:pt x="1208064" y="118078"/>
                </a:lnTo>
                <a:lnTo>
                  <a:pt x="1208442" y="117849"/>
                </a:lnTo>
                <a:lnTo>
                  <a:pt x="1208798" y="117585"/>
                </a:lnTo>
                <a:lnTo>
                  <a:pt x="1209130" y="117283"/>
                </a:lnTo>
                <a:lnTo>
                  <a:pt x="1209434" y="116942"/>
                </a:lnTo>
                <a:lnTo>
                  <a:pt x="1209708" y="116557"/>
                </a:lnTo>
                <a:lnTo>
                  <a:pt x="1209948" y="116127"/>
                </a:lnTo>
                <a:lnTo>
                  <a:pt x="1210152" y="115650"/>
                </a:lnTo>
                <a:lnTo>
                  <a:pt x="1210315" y="115122"/>
                </a:lnTo>
                <a:lnTo>
                  <a:pt x="1210436" y="114542"/>
                </a:lnTo>
                <a:lnTo>
                  <a:pt x="1210511" y="113907"/>
                </a:lnTo>
                <a:lnTo>
                  <a:pt x="1210536" y="113213"/>
                </a:lnTo>
                <a:lnTo>
                  <a:pt x="1210515" y="112497"/>
                </a:lnTo>
                <a:lnTo>
                  <a:pt x="1210453" y="111841"/>
                </a:lnTo>
                <a:lnTo>
                  <a:pt x="1210349" y="111241"/>
                </a:lnTo>
                <a:lnTo>
                  <a:pt x="1210204" y="110696"/>
                </a:lnTo>
                <a:lnTo>
                  <a:pt x="1210020" y="110203"/>
                </a:lnTo>
                <a:lnTo>
                  <a:pt x="1209796" y="109759"/>
                </a:lnTo>
                <a:lnTo>
                  <a:pt x="1209532" y="109362"/>
                </a:lnTo>
                <a:close/>
                <a:moveTo>
                  <a:pt x="2312989" y="94811"/>
                </a:moveTo>
                <a:lnTo>
                  <a:pt x="2312703" y="94451"/>
                </a:lnTo>
                <a:lnTo>
                  <a:pt x="2312389" y="94131"/>
                </a:lnTo>
                <a:lnTo>
                  <a:pt x="2312051" y="93849"/>
                </a:lnTo>
                <a:lnTo>
                  <a:pt x="2311694" y="93602"/>
                </a:lnTo>
                <a:lnTo>
                  <a:pt x="2311323" y="93388"/>
                </a:lnTo>
                <a:lnTo>
                  <a:pt x="2310941" y="93205"/>
                </a:lnTo>
                <a:lnTo>
                  <a:pt x="2310554" y="93049"/>
                </a:lnTo>
                <a:lnTo>
                  <a:pt x="2310164" y="92920"/>
                </a:lnTo>
                <a:lnTo>
                  <a:pt x="2309777" y="92814"/>
                </a:lnTo>
                <a:lnTo>
                  <a:pt x="2309398" y="92729"/>
                </a:lnTo>
                <a:lnTo>
                  <a:pt x="2309029" y="92662"/>
                </a:lnTo>
                <a:lnTo>
                  <a:pt x="2308677" y="92613"/>
                </a:lnTo>
                <a:lnTo>
                  <a:pt x="2308344" y="92577"/>
                </a:lnTo>
                <a:lnTo>
                  <a:pt x="2308036" y="92553"/>
                </a:lnTo>
                <a:lnTo>
                  <a:pt x="2307757" y="92539"/>
                </a:lnTo>
                <a:lnTo>
                  <a:pt x="2307511" y="92531"/>
                </a:lnTo>
                <a:lnTo>
                  <a:pt x="2307302" y="92529"/>
                </a:lnTo>
                <a:lnTo>
                  <a:pt x="2307135" y="92528"/>
                </a:lnTo>
                <a:lnTo>
                  <a:pt x="2306711" y="92531"/>
                </a:lnTo>
                <a:lnTo>
                  <a:pt x="2306306" y="92542"/>
                </a:lnTo>
                <a:lnTo>
                  <a:pt x="2305920" y="92560"/>
                </a:lnTo>
                <a:lnTo>
                  <a:pt x="2305552" y="92588"/>
                </a:lnTo>
                <a:lnTo>
                  <a:pt x="2305201" y="92626"/>
                </a:lnTo>
                <a:lnTo>
                  <a:pt x="2304866" y="92676"/>
                </a:lnTo>
                <a:lnTo>
                  <a:pt x="2304547" y="92738"/>
                </a:lnTo>
                <a:lnTo>
                  <a:pt x="2304243" y="92814"/>
                </a:lnTo>
                <a:lnTo>
                  <a:pt x="2303952" y="92905"/>
                </a:lnTo>
                <a:lnTo>
                  <a:pt x="2303675" y="93012"/>
                </a:lnTo>
                <a:lnTo>
                  <a:pt x="2303411" y="93135"/>
                </a:lnTo>
                <a:lnTo>
                  <a:pt x="2303158" y="93277"/>
                </a:lnTo>
                <a:lnTo>
                  <a:pt x="2302917" y="93438"/>
                </a:lnTo>
                <a:lnTo>
                  <a:pt x="2302685" y="93619"/>
                </a:lnTo>
                <a:lnTo>
                  <a:pt x="2302463" y="93821"/>
                </a:lnTo>
                <a:lnTo>
                  <a:pt x="2302250" y="94045"/>
                </a:lnTo>
                <a:lnTo>
                  <a:pt x="2302045" y="94294"/>
                </a:lnTo>
                <a:lnTo>
                  <a:pt x="2301848" y="94566"/>
                </a:lnTo>
                <a:lnTo>
                  <a:pt x="2301657" y="94865"/>
                </a:lnTo>
                <a:lnTo>
                  <a:pt x="2301471" y="95190"/>
                </a:lnTo>
                <a:lnTo>
                  <a:pt x="2301291" y="95543"/>
                </a:lnTo>
                <a:lnTo>
                  <a:pt x="2301115" y="95924"/>
                </a:lnTo>
                <a:lnTo>
                  <a:pt x="2300942" y="96336"/>
                </a:lnTo>
                <a:lnTo>
                  <a:pt x="2300772" y="96779"/>
                </a:lnTo>
                <a:lnTo>
                  <a:pt x="2300210" y="97967"/>
                </a:lnTo>
                <a:lnTo>
                  <a:pt x="2299590" y="99073"/>
                </a:lnTo>
                <a:lnTo>
                  <a:pt x="2298914" y="100100"/>
                </a:lnTo>
                <a:lnTo>
                  <a:pt x="2298189" y="101051"/>
                </a:lnTo>
                <a:lnTo>
                  <a:pt x="2297419" y="101929"/>
                </a:lnTo>
                <a:lnTo>
                  <a:pt x="2296609" y="102736"/>
                </a:lnTo>
                <a:lnTo>
                  <a:pt x="2295763" y="103476"/>
                </a:lnTo>
                <a:lnTo>
                  <a:pt x="2294888" y="104150"/>
                </a:lnTo>
                <a:lnTo>
                  <a:pt x="2293987" y="104763"/>
                </a:lnTo>
                <a:lnTo>
                  <a:pt x="2293065" y="105315"/>
                </a:lnTo>
                <a:lnTo>
                  <a:pt x="2292128" y="105811"/>
                </a:lnTo>
                <a:lnTo>
                  <a:pt x="2291180" y="106253"/>
                </a:lnTo>
                <a:lnTo>
                  <a:pt x="2290226" y="106644"/>
                </a:lnTo>
                <a:lnTo>
                  <a:pt x="2289271" y="106986"/>
                </a:lnTo>
                <a:lnTo>
                  <a:pt x="2288319" y="107282"/>
                </a:lnTo>
                <a:lnTo>
                  <a:pt x="2287376" y="107536"/>
                </a:lnTo>
                <a:lnTo>
                  <a:pt x="2286446" y="107749"/>
                </a:lnTo>
                <a:lnTo>
                  <a:pt x="2285535" y="107925"/>
                </a:lnTo>
                <a:lnTo>
                  <a:pt x="2284646" y="108067"/>
                </a:lnTo>
                <a:lnTo>
                  <a:pt x="2283786" y="108176"/>
                </a:lnTo>
                <a:lnTo>
                  <a:pt x="2282958" y="108256"/>
                </a:lnTo>
                <a:lnTo>
                  <a:pt x="2282168" y="108310"/>
                </a:lnTo>
                <a:lnTo>
                  <a:pt x="2281421" y="108341"/>
                </a:lnTo>
                <a:lnTo>
                  <a:pt x="2280721" y="108350"/>
                </a:lnTo>
                <a:lnTo>
                  <a:pt x="2278914" y="108300"/>
                </a:lnTo>
                <a:lnTo>
                  <a:pt x="2277113" y="108151"/>
                </a:lnTo>
                <a:lnTo>
                  <a:pt x="2275321" y="107903"/>
                </a:lnTo>
                <a:lnTo>
                  <a:pt x="2273544" y="107559"/>
                </a:lnTo>
                <a:lnTo>
                  <a:pt x="2271787" y="107119"/>
                </a:lnTo>
                <a:lnTo>
                  <a:pt x="2270055" y="106584"/>
                </a:lnTo>
                <a:lnTo>
                  <a:pt x="2268352" y="105956"/>
                </a:lnTo>
                <a:lnTo>
                  <a:pt x="2266683" y="105235"/>
                </a:lnTo>
                <a:lnTo>
                  <a:pt x="2265055" y="104424"/>
                </a:lnTo>
                <a:lnTo>
                  <a:pt x="2263470" y="103522"/>
                </a:lnTo>
                <a:lnTo>
                  <a:pt x="2261935" y="102531"/>
                </a:lnTo>
                <a:lnTo>
                  <a:pt x="2260454" y="101453"/>
                </a:lnTo>
                <a:lnTo>
                  <a:pt x="2259033" y="100288"/>
                </a:lnTo>
                <a:lnTo>
                  <a:pt x="2257676" y="99038"/>
                </a:lnTo>
                <a:lnTo>
                  <a:pt x="2256387" y="97703"/>
                </a:lnTo>
                <a:lnTo>
                  <a:pt x="2255173" y="96285"/>
                </a:lnTo>
                <a:lnTo>
                  <a:pt x="2254038" y="94786"/>
                </a:lnTo>
                <a:lnTo>
                  <a:pt x="2252987" y="93206"/>
                </a:lnTo>
                <a:lnTo>
                  <a:pt x="2252024" y="91546"/>
                </a:lnTo>
                <a:lnTo>
                  <a:pt x="2251155" y="89808"/>
                </a:lnTo>
                <a:lnTo>
                  <a:pt x="2250386" y="87992"/>
                </a:lnTo>
                <a:lnTo>
                  <a:pt x="2249719" y="86100"/>
                </a:lnTo>
                <a:lnTo>
                  <a:pt x="2249162" y="84134"/>
                </a:lnTo>
                <a:lnTo>
                  <a:pt x="2248717" y="82093"/>
                </a:lnTo>
                <a:lnTo>
                  <a:pt x="2306170" y="82093"/>
                </a:lnTo>
                <a:lnTo>
                  <a:pt x="2306674" y="82093"/>
                </a:lnTo>
                <a:lnTo>
                  <a:pt x="2307172" y="82089"/>
                </a:lnTo>
                <a:lnTo>
                  <a:pt x="2307664" y="82079"/>
                </a:lnTo>
                <a:lnTo>
                  <a:pt x="2308147" y="82060"/>
                </a:lnTo>
                <a:lnTo>
                  <a:pt x="2308620" y="82029"/>
                </a:lnTo>
                <a:lnTo>
                  <a:pt x="2309083" y="81982"/>
                </a:lnTo>
                <a:lnTo>
                  <a:pt x="2309532" y="81916"/>
                </a:lnTo>
                <a:lnTo>
                  <a:pt x="2309968" y="81829"/>
                </a:lnTo>
                <a:lnTo>
                  <a:pt x="2310389" y="81717"/>
                </a:lnTo>
                <a:lnTo>
                  <a:pt x="2310792" y="81577"/>
                </a:lnTo>
                <a:lnTo>
                  <a:pt x="2311178" y="81406"/>
                </a:lnTo>
                <a:lnTo>
                  <a:pt x="2311543" y="81202"/>
                </a:lnTo>
                <a:lnTo>
                  <a:pt x="2311888" y="80960"/>
                </a:lnTo>
                <a:lnTo>
                  <a:pt x="2312210" y="80677"/>
                </a:lnTo>
                <a:lnTo>
                  <a:pt x="2312508" y="80352"/>
                </a:lnTo>
                <a:lnTo>
                  <a:pt x="2312781" y="79980"/>
                </a:lnTo>
                <a:lnTo>
                  <a:pt x="2313027" y="79559"/>
                </a:lnTo>
                <a:lnTo>
                  <a:pt x="2313245" y="79084"/>
                </a:lnTo>
                <a:lnTo>
                  <a:pt x="2313433" y="78555"/>
                </a:lnTo>
                <a:lnTo>
                  <a:pt x="2313591" y="77966"/>
                </a:lnTo>
                <a:lnTo>
                  <a:pt x="2313715" y="77316"/>
                </a:lnTo>
                <a:lnTo>
                  <a:pt x="2313806" y="76600"/>
                </a:lnTo>
                <a:lnTo>
                  <a:pt x="2313862" y="75816"/>
                </a:lnTo>
                <a:lnTo>
                  <a:pt x="2313881" y="74962"/>
                </a:lnTo>
                <a:lnTo>
                  <a:pt x="2313816" y="72231"/>
                </a:lnTo>
                <a:lnTo>
                  <a:pt x="2313623" y="69539"/>
                </a:lnTo>
                <a:lnTo>
                  <a:pt x="2313302" y="66893"/>
                </a:lnTo>
                <a:lnTo>
                  <a:pt x="2312851" y="64300"/>
                </a:lnTo>
                <a:lnTo>
                  <a:pt x="2312271" y="61766"/>
                </a:lnTo>
                <a:lnTo>
                  <a:pt x="2311561" y="59299"/>
                </a:lnTo>
                <a:lnTo>
                  <a:pt x="2310722" y="56905"/>
                </a:lnTo>
                <a:lnTo>
                  <a:pt x="2309754" y="54591"/>
                </a:lnTo>
                <a:lnTo>
                  <a:pt x="2308655" y="52365"/>
                </a:lnTo>
                <a:lnTo>
                  <a:pt x="2307427" y="50232"/>
                </a:lnTo>
                <a:lnTo>
                  <a:pt x="2306068" y="48200"/>
                </a:lnTo>
                <a:lnTo>
                  <a:pt x="2304579" y="46276"/>
                </a:lnTo>
                <a:lnTo>
                  <a:pt x="2302959" y="44467"/>
                </a:lnTo>
                <a:lnTo>
                  <a:pt x="2301209" y="42778"/>
                </a:lnTo>
                <a:lnTo>
                  <a:pt x="2299327" y="41218"/>
                </a:lnTo>
                <a:lnTo>
                  <a:pt x="2297315" y="39793"/>
                </a:lnTo>
                <a:lnTo>
                  <a:pt x="2295172" y="38510"/>
                </a:lnTo>
                <a:lnTo>
                  <a:pt x="2292897" y="37376"/>
                </a:lnTo>
                <a:lnTo>
                  <a:pt x="2290490" y="36397"/>
                </a:lnTo>
                <a:lnTo>
                  <a:pt x="2287952" y="35581"/>
                </a:lnTo>
                <a:lnTo>
                  <a:pt x="2285282" y="34935"/>
                </a:lnTo>
                <a:lnTo>
                  <a:pt x="2282480" y="34464"/>
                </a:lnTo>
                <a:lnTo>
                  <a:pt x="2279546" y="34177"/>
                </a:lnTo>
                <a:lnTo>
                  <a:pt x="2276479" y="34080"/>
                </a:lnTo>
                <a:lnTo>
                  <a:pt x="2273635" y="34179"/>
                </a:lnTo>
                <a:lnTo>
                  <a:pt x="2270844" y="34473"/>
                </a:lnTo>
                <a:lnTo>
                  <a:pt x="2268111" y="34955"/>
                </a:lnTo>
                <a:lnTo>
                  <a:pt x="2265442" y="35618"/>
                </a:lnTo>
                <a:lnTo>
                  <a:pt x="2262844" y="36457"/>
                </a:lnTo>
                <a:lnTo>
                  <a:pt x="2260323" y="37464"/>
                </a:lnTo>
                <a:lnTo>
                  <a:pt x="2257885" y="38633"/>
                </a:lnTo>
                <a:lnTo>
                  <a:pt x="2255536" y="39958"/>
                </a:lnTo>
                <a:lnTo>
                  <a:pt x="2253282" y="41432"/>
                </a:lnTo>
                <a:lnTo>
                  <a:pt x="2251129" y="43050"/>
                </a:lnTo>
                <a:lnTo>
                  <a:pt x="2249083" y="44803"/>
                </a:lnTo>
                <a:lnTo>
                  <a:pt x="2247151" y="46687"/>
                </a:lnTo>
                <a:lnTo>
                  <a:pt x="2245338" y="48694"/>
                </a:lnTo>
                <a:lnTo>
                  <a:pt x="2243650" y="50818"/>
                </a:lnTo>
                <a:lnTo>
                  <a:pt x="2242095" y="53053"/>
                </a:lnTo>
                <a:lnTo>
                  <a:pt x="2240677" y="55392"/>
                </a:lnTo>
                <a:lnTo>
                  <a:pt x="2239403" y="57829"/>
                </a:lnTo>
                <a:lnTo>
                  <a:pt x="2238280" y="60357"/>
                </a:lnTo>
                <a:lnTo>
                  <a:pt x="2237312" y="62971"/>
                </a:lnTo>
                <a:lnTo>
                  <a:pt x="2236506" y="65662"/>
                </a:lnTo>
                <a:lnTo>
                  <a:pt x="2235869" y="68425"/>
                </a:lnTo>
                <a:lnTo>
                  <a:pt x="2235407" y="71254"/>
                </a:lnTo>
                <a:lnTo>
                  <a:pt x="2235125" y="74142"/>
                </a:lnTo>
                <a:lnTo>
                  <a:pt x="2235029" y="77083"/>
                </a:lnTo>
                <a:lnTo>
                  <a:pt x="2235130" y="80005"/>
                </a:lnTo>
                <a:lnTo>
                  <a:pt x="2235427" y="82878"/>
                </a:lnTo>
                <a:lnTo>
                  <a:pt x="2235915" y="85696"/>
                </a:lnTo>
                <a:lnTo>
                  <a:pt x="2236587" y="88451"/>
                </a:lnTo>
                <a:lnTo>
                  <a:pt x="2237437" y="91136"/>
                </a:lnTo>
                <a:lnTo>
                  <a:pt x="2238460" y="93746"/>
                </a:lnTo>
                <a:lnTo>
                  <a:pt x="2239649" y="96274"/>
                </a:lnTo>
                <a:lnTo>
                  <a:pt x="2240999" y="98712"/>
                </a:lnTo>
                <a:lnTo>
                  <a:pt x="2242502" y="101054"/>
                </a:lnTo>
                <a:lnTo>
                  <a:pt x="2244153" y="103294"/>
                </a:lnTo>
                <a:lnTo>
                  <a:pt x="2245946" y="105424"/>
                </a:lnTo>
                <a:lnTo>
                  <a:pt x="2247874" y="107439"/>
                </a:lnTo>
                <a:lnTo>
                  <a:pt x="2249932" y="109330"/>
                </a:lnTo>
                <a:lnTo>
                  <a:pt x="2252113" y="111092"/>
                </a:lnTo>
                <a:lnTo>
                  <a:pt x="2254412" y="112719"/>
                </a:lnTo>
                <a:lnTo>
                  <a:pt x="2256822" y="114202"/>
                </a:lnTo>
                <a:lnTo>
                  <a:pt x="2259337" y="115536"/>
                </a:lnTo>
                <a:lnTo>
                  <a:pt x="2261950" y="116714"/>
                </a:lnTo>
                <a:lnTo>
                  <a:pt x="2264657" y="117729"/>
                </a:lnTo>
                <a:lnTo>
                  <a:pt x="2267451" y="118574"/>
                </a:lnTo>
                <a:lnTo>
                  <a:pt x="2270325" y="119244"/>
                </a:lnTo>
                <a:lnTo>
                  <a:pt x="2273274" y="119730"/>
                </a:lnTo>
                <a:lnTo>
                  <a:pt x="2276291" y="120027"/>
                </a:lnTo>
                <a:lnTo>
                  <a:pt x="2279371" y="120127"/>
                </a:lnTo>
                <a:lnTo>
                  <a:pt x="2282467" y="120039"/>
                </a:lnTo>
                <a:lnTo>
                  <a:pt x="2285396" y="119783"/>
                </a:lnTo>
                <a:lnTo>
                  <a:pt x="2288160" y="119372"/>
                </a:lnTo>
                <a:lnTo>
                  <a:pt x="2290764" y="118819"/>
                </a:lnTo>
                <a:lnTo>
                  <a:pt x="2293209" y="118137"/>
                </a:lnTo>
                <a:lnTo>
                  <a:pt x="2295499" y="117339"/>
                </a:lnTo>
                <a:lnTo>
                  <a:pt x="2297638" y="116438"/>
                </a:lnTo>
                <a:lnTo>
                  <a:pt x="2299628" y="115447"/>
                </a:lnTo>
                <a:lnTo>
                  <a:pt x="2301474" y="114379"/>
                </a:lnTo>
                <a:lnTo>
                  <a:pt x="2303177" y="113247"/>
                </a:lnTo>
                <a:lnTo>
                  <a:pt x="2304741" y="112064"/>
                </a:lnTo>
                <a:lnTo>
                  <a:pt x="2306169" y="110843"/>
                </a:lnTo>
                <a:lnTo>
                  <a:pt x="2307465" y="109596"/>
                </a:lnTo>
                <a:lnTo>
                  <a:pt x="2308631" y="108338"/>
                </a:lnTo>
                <a:lnTo>
                  <a:pt x="2309672" y="107080"/>
                </a:lnTo>
                <a:lnTo>
                  <a:pt x="2310589" y="105836"/>
                </a:lnTo>
                <a:lnTo>
                  <a:pt x="2311386" y="104619"/>
                </a:lnTo>
                <a:lnTo>
                  <a:pt x="2312067" y="103441"/>
                </a:lnTo>
                <a:lnTo>
                  <a:pt x="2312635" y="102316"/>
                </a:lnTo>
                <a:lnTo>
                  <a:pt x="2313092" y="101257"/>
                </a:lnTo>
                <a:lnTo>
                  <a:pt x="2313442" y="100276"/>
                </a:lnTo>
                <a:lnTo>
                  <a:pt x="2313688" y="99387"/>
                </a:lnTo>
                <a:lnTo>
                  <a:pt x="2313833" y="98603"/>
                </a:lnTo>
                <a:lnTo>
                  <a:pt x="2313881" y="97937"/>
                </a:lnTo>
                <a:lnTo>
                  <a:pt x="2313852" y="97290"/>
                </a:lnTo>
                <a:lnTo>
                  <a:pt x="2313770" y="96696"/>
                </a:lnTo>
                <a:lnTo>
                  <a:pt x="2313638" y="96153"/>
                </a:lnTo>
                <a:lnTo>
                  <a:pt x="2313461" y="95659"/>
                </a:lnTo>
                <a:lnTo>
                  <a:pt x="2313243" y="95213"/>
                </a:lnTo>
                <a:lnTo>
                  <a:pt x="2312989" y="94811"/>
                </a:lnTo>
                <a:close/>
                <a:moveTo>
                  <a:pt x="2251668" y="62243"/>
                </a:moveTo>
                <a:lnTo>
                  <a:pt x="2252459" y="60730"/>
                </a:lnTo>
                <a:lnTo>
                  <a:pt x="2253324" y="59270"/>
                </a:lnTo>
                <a:lnTo>
                  <a:pt x="2254259" y="57869"/>
                </a:lnTo>
                <a:lnTo>
                  <a:pt x="2255262" y="56529"/>
                </a:lnTo>
                <a:lnTo>
                  <a:pt x="2256329" y="55253"/>
                </a:lnTo>
                <a:lnTo>
                  <a:pt x="2257458" y="54043"/>
                </a:lnTo>
                <a:lnTo>
                  <a:pt x="2258647" y="52905"/>
                </a:lnTo>
                <a:lnTo>
                  <a:pt x="2259891" y="51839"/>
                </a:lnTo>
                <a:lnTo>
                  <a:pt x="2261189" y="50850"/>
                </a:lnTo>
                <a:lnTo>
                  <a:pt x="2262538" y="49940"/>
                </a:lnTo>
                <a:lnTo>
                  <a:pt x="2263934" y="49113"/>
                </a:lnTo>
                <a:lnTo>
                  <a:pt x="2265375" y="48372"/>
                </a:lnTo>
                <a:lnTo>
                  <a:pt x="2266858" y="47719"/>
                </a:lnTo>
                <a:lnTo>
                  <a:pt x="2268380" y="47158"/>
                </a:lnTo>
                <a:lnTo>
                  <a:pt x="2269939" y="46693"/>
                </a:lnTo>
                <a:lnTo>
                  <a:pt x="2271531" y="46325"/>
                </a:lnTo>
                <a:lnTo>
                  <a:pt x="2273153" y="46059"/>
                </a:lnTo>
                <a:lnTo>
                  <a:pt x="2274804" y="45897"/>
                </a:lnTo>
                <a:lnTo>
                  <a:pt x="2276479" y="45842"/>
                </a:lnTo>
                <a:lnTo>
                  <a:pt x="2277741" y="45868"/>
                </a:lnTo>
                <a:lnTo>
                  <a:pt x="2279018" y="45948"/>
                </a:lnTo>
                <a:lnTo>
                  <a:pt x="2280305" y="46088"/>
                </a:lnTo>
                <a:lnTo>
                  <a:pt x="2281596" y="46291"/>
                </a:lnTo>
                <a:lnTo>
                  <a:pt x="2282886" y="46562"/>
                </a:lnTo>
                <a:lnTo>
                  <a:pt x="2284170" y="46906"/>
                </a:lnTo>
                <a:lnTo>
                  <a:pt x="2285442" y="47326"/>
                </a:lnTo>
                <a:lnTo>
                  <a:pt x="2286697" y="47828"/>
                </a:lnTo>
                <a:lnTo>
                  <a:pt x="2287930" y="48415"/>
                </a:lnTo>
                <a:lnTo>
                  <a:pt x="2289136" y="49092"/>
                </a:lnTo>
                <a:lnTo>
                  <a:pt x="2290309" y="49865"/>
                </a:lnTo>
                <a:lnTo>
                  <a:pt x="2291444" y="50736"/>
                </a:lnTo>
                <a:lnTo>
                  <a:pt x="2292537" y="51710"/>
                </a:lnTo>
                <a:lnTo>
                  <a:pt x="2293580" y="52792"/>
                </a:lnTo>
                <a:lnTo>
                  <a:pt x="2294570" y="53987"/>
                </a:lnTo>
                <a:lnTo>
                  <a:pt x="2295501" y="55299"/>
                </a:lnTo>
                <a:lnTo>
                  <a:pt x="2296368" y="56731"/>
                </a:lnTo>
                <a:lnTo>
                  <a:pt x="2297165" y="58289"/>
                </a:lnTo>
                <a:lnTo>
                  <a:pt x="2297887" y="59978"/>
                </a:lnTo>
                <a:lnTo>
                  <a:pt x="2298530" y="61800"/>
                </a:lnTo>
                <a:lnTo>
                  <a:pt x="2299086" y="63762"/>
                </a:lnTo>
                <a:lnTo>
                  <a:pt x="2299553" y="65867"/>
                </a:lnTo>
                <a:lnTo>
                  <a:pt x="2299923" y="68120"/>
                </a:lnTo>
                <a:lnTo>
                  <a:pt x="2300193" y="70525"/>
                </a:lnTo>
                <a:lnTo>
                  <a:pt x="2248912" y="70525"/>
                </a:lnTo>
                <a:lnTo>
                  <a:pt x="2249294" y="68784"/>
                </a:lnTo>
                <a:lnTo>
                  <a:pt x="2249763" y="67082"/>
                </a:lnTo>
                <a:lnTo>
                  <a:pt x="2250317" y="65423"/>
                </a:lnTo>
                <a:lnTo>
                  <a:pt x="2250953" y="63809"/>
                </a:lnTo>
                <a:lnTo>
                  <a:pt x="2251668" y="62243"/>
                </a:lnTo>
                <a:close/>
                <a:moveTo>
                  <a:pt x="894305" y="60369"/>
                </a:moveTo>
                <a:lnTo>
                  <a:pt x="893222" y="57823"/>
                </a:lnTo>
                <a:lnTo>
                  <a:pt x="891996" y="55372"/>
                </a:lnTo>
                <a:lnTo>
                  <a:pt x="890632" y="53023"/>
                </a:lnTo>
                <a:lnTo>
                  <a:pt x="889138" y="50781"/>
                </a:lnTo>
                <a:lnTo>
                  <a:pt x="887518" y="48652"/>
                </a:lnTo>
                <a:lnTo>
                  <a:pt x="885780" y="46643"/>
                </a:lnTo>
                <a:lnTo>
                  <a:pt x="883929" y="44760"/>
                </a:lnTo>
                <a:lnTo>
                  <a:pt x="881973" y="43008"/>
                </a:lnTo>
                <a:lnTo>
                  <a:pt x="879916" y="41394"/>
                </a:lnTo>
                <a:lnTo>
                  <a:pt x="877765" y="39924"/>
                </a:lnTo>
                <a:lnTo>
                  <a:pt x="875526" y="38604"/>
                </a:lnTo>
                <a:lnTo>
                  <a:pt x="873206" y="37441"/>
                </a:lnTo>
                <a:lnTo>
                  <a:pt x="870811" y="36439"/>
                </a:lnTo>
                <a:lnTo>
                  <a:pt x="868347" y="35606"/>
                </a:lnTo>
                <a:lnTo>
                  <a:pt x="865819" y="34948"/>
                </a:lnTo>
                <a:lnTo>
                  <a:pt x="863235" y="34470"/>
                </a:lnTo>
                <a:lnTo>
                  <a:pt x="860600" y="34178"/>
                </a:lnTo>
                <a:lnTo>
                  <a:pt x="857921" y="34080"/>
                </a:lnTo>
                <a:lnTo>
                  <a:pt x="855243" y="34178"/>
                </a:lnTo>
                <a:lnTo>
                  <a:pt x="852608" y="34470"/>
                </a:lnTo>
                <a:lnTo>
                  <a:pt x="850024" y="34948"/>
                </a:lnTo>
                <a:lnTo>
                  <a:pt x="847496" y="35606"/>
                </a:lnTo>
                <a:lnTo>
                  <a:pt x="845032" y="36439"/>
                </a:lnTo>
                <a:lnTo>
                  <a:pt x="842637" y="37441"/>
                </a:lnTo>
                <a:lnTo>
                  <a:pt x="840317" y="38604"/>
                </a:lnTo>
                <a:lnTo>
                  <a:pt x="838078" y="39924"/>
                </a:lnTo>
                <a:lnTo>
                  <a:pt x="835927" y="41394"/>
                </a:lnTo>
                <a:lnTo>
                  <a:pt x="833870" y="43008"/>
                </a:lnTo>
                <a:lnTo>
                  <a:pt x="831913" y="44760"/>
                </a:lnTo>
                <a:lnTo>
                  <a:pt x="830063" y="46643"/>
                </a:lnTo>
                <a:lnTo>
                  <a:pt x="828325" y="48652"/>
                </a:lnTo>
                <a:lnTo>
                  <a:pt x="826705" y="50781"/>
                </a:lnTo>
                <a:lnTo>
                  <a:pt x="825211" y="53023"/>
                </a:lnTo>
                <a:lnTo>
                  <a:pt x="823847" y="55372"/>
                </a:lnTo>
                <a:lnTo>
                  <a:pt x="822621" y="57823"/>
                </a:lnTo>
                <a:lnTo>
                  <a:pt x="821538" y="60369"/>
                </a:lnTo>
                <a:lnTo>
                  <a:pt x="820604" y="63003"/>
                </a:lnTo>
                <a:lnTo>
                  <a:pt x="819827" y="65721"/>
                </a:lnTo>
                <a:lnTo>
                  <a:pt x="819211" y="68515"/>
                </a:lnTo>
                <a:lnTo>
                  <a:pt x="818764" y="71380"/>
                </a:lnTo>
                <a:lnTo>
                  <a:pt x="818491" y="74310"/>
                </a:lnTo>
                <a:lnTo>
                  <a:pt x="818399" y="77298"/>
                </a:lnTo>
                <a:lnTo>
                  <a:pt x="818493" y="80328"/>
                </a:lnTo>
                <a:lnTo>
                  <a:pt x="818771" y="83289"/>
                </a:lnTo>
                <a:lnTo>
                  <a:pt x="819227" y="86175"/>
                </a:lnTo>
                <a:lnTo>
                  <a:pt x="819854" y="88980"/>
                </a:lnTo>
                <a:lnTo>
                  <a:pt x="820644" y="91700"/>
                </a:lnTo>
                <a:lnTo>
                  <a:pt x="821592" y="94330"/>
                </a:lnTo>
                <a:lnTo>
                  <a:pt x="822690" y="96863"/>
                </a:lnTo>
                <a:lnTo>
                  <a:pt x="823933" y="99295"/>
                </a:lnTo>
                <a:lnTo>
                  <a:pt x="825312" y="101620"/>
                </a:lnTo>
                <a:lnTo>
                  <a:pt x="826822" y="103833"/>
                </a:lnTo>
                <a:lnTo>
                  <a:pt x="828456" y="105930"/>
                </a:lnTo>
                <a:lnTo>
                  <a:pt x="830207" y="107903"/>
                </a:lnTo>
                <a:lnTo>
                  <a:pt x="832069" y="109750"/>
                </a:lnTo>
                <a:lnTo>
                  <a:pt x="834034" y="111463"/>
                </a:lnTo>
                <a:lnTo>
                  <a:pt x="836097" y="113038"/>
                </a:lnTo>
                <a:lnTo>
                  <a:pt x="838249" y="114470"/>
                </a:lnTo>
                <a:lnTo>
                  <a:pt x="840486" y="115753"/>
                </a:lnTo>
                <a:lnTo>
                  <a:pt x="842799" y="116882"/>
                </a:lnTo>
                <a:lnTo>
                  <a:pt x="845183" y="117851"/>
                </a:lnTo>
                <a:lnTo>
                  <a:pt x="847630" y="118656"/>
                </a:lnTo>
                <a:lnTo>
                  <a:pt x="850134" y="119292"/>
                </a:lnTo>
                <a:lnTo>
                  <a:pt x="852689" y="119752"/>
                </a:lnTo>
                <a:lnTo>
                  <a:pt x="855287" y="120032"/>
                </a:lnTo>
                <a:lnTo>
                  <a:pt x="857921" y="120127"/>
                </a:lnTo>
                <a:lnTo>
                  <a:pt x="860556" y="120031"/>
                </a:lnTo>
                <a:lnTo>
                  <a:pt x="863154" y="119749"/>
                </a:lnTo>
                <a:lnTo>
                  <a:pt x="865709" y="119284"/>
                </a:lnTo>
                <a:lnTo>
                  <a:pt x="868213" y="118643"/>
                </a:lnTo>
                <a:lnTo>
                  <a:pt x="870660" y="117831"/>
                </a:lnTo>
                <a:lnTo>
                  <a:pt x="873044" y="116854"/>
                </a:lnTo>
                <a:lnTo>
                  <a:pt x="875357" y="115717"/>
                </a:lnTo>
                <a:lnTo>
                  <a:pt x="877594" y="114426"/>
                </a:lnTo>
                <a:lnTo>
                  <a:pt x="879746" y="112987"/>
                </a:lnTo>
                <a:lnTo>
                  <a:pt x="881809" y="111404"/>
                </a:lnTo>
                <a:lnTo>
                  <a:pt x="883774" y="109683"/>
                </a:lnTo>
                <a:lnTo>
                  <a:pt x="885636" y="107831"/>
                </a:lnTo>
                <a:lnTo>
                  <a:pt x="887387" y="105851"/>
                </a:lnTo>
                <a:lnTo>
                  <a:pt x="889021" y="103751"/>
                </a:lnTo>
                <a:lnTo>
                  <a:pt x="890531" y="101535"/>
                </a:lnTo>
                <a:lnTo>
                  <a:pt x="891910" y="99208"/>
                </a:lnTo>
                <a:lnTo>
                  <a:pt x="893153" y="96778"/>
                </a:lnTo>
                <a:lnTo>
                  <a:pt x="894251" y="94248"/>
                </a:lnTo>
                <a:lnTo>
                  <a:pt x="895199" y="91624"/>
                </a:lnTo>
                <a:lnTo>
                  <a:pt x="895989" y="88913"/>
                </a:lnTo>
                <a:lnTo>
                  <a:pt x="896616" y="86119"/>
                </a:lnTo>
                <a:lnTo>
                  <a:pt x="897072" y="83248"/>
                </a:lnTo>
                <a:lnTo>
                  <a:pt x="897350" y="80306"/>
                </a:lnTo>
                <a:lnTo>
                  <a:pt x="897444" y="77298"/>
                </a:lnTo>
                <a:lnTo>
                  <a:pt x="897352" y="74310"/>
                </a:lnTo>
                <a:lnTo>
                  <a:pt x="897079" y="71380"/>
                </a:lnTo>
                <a:lnTo>
                  <a:pt x="896632" y="68515"/>
                </a:lnTo>
                <a:lnTo>
                  <a:pt x="896016" y="65721"/>
                </a:lnTo>
                <a:lnTo>
                  <a:pt x="895239" y="63003"/>
                </a:lnTo>
                <a:lnTo>
                  <a:pt x="894305" y="60369"/>
                </a:lnTo>
                <a:close/>
                <a:moveTo>
                  <a:pt x="882051" y="88584"/>
                </a:moveTo>
                <a:lnTo>
                  <a:pt x="881330" y="90491"/>
                </a:lnTo>
                <a:lnTo>
                  <a:pt x="880514" y="92329"/>
                </a:lnTo>
                <a:lnTo>
                  <a:pt x="879607" y="94092"/>
                </a:lnTo>
                <a:lnTo>
                  <a:pt x="878613" y="95776"/>
                </a:lnTo>
                <a:lnTo>
                  <a:pt x="877537" y="97376"/>
                </a:lnTo>
                <a:lnTo>
                  <a:pt x="876382" y="98887"/>
                </a:lnTo>
                <a:lnTo>
                  <a:pt x="875152" y="100305"/>
                </a:lnTo>
                <a:lnTo>
                  <a:pt x="873853" y="101625"/>
                </a:lnTo>
                <a:lnTo>
                  <a:pt x="872488" y="102842"/>
                </a:lnTo>
                <a:lnTo>
                  <a:pt x="871060" y="103951"/>
                </a:lnTo>
                <a:lnTo>
                  <a:pt x="869576" y="104947"/>
                </a:lnTo>
                <a:lnTo>
                  <a:pt x="868037" y="105826"/>
                </a:lnTo>
                <a:lnTo>
                  <a:pt x="866450" y="106583"/>
                </a:lnTo>
                <a:lnTo>
                  <a:pt x="864818" y="107213"/>
                </a:lnTo>
                <a:lnTo>
                  <a:pt x="863144" y="107711"/>
                </a:lnTo>
                <a:lnTo>
                  <a:pt x="861435" y="108073"/>
                </a:lnTo>
                <a:lnTo>
                  <a:pt x="859692" y="108293"/>
                </a:lnTo>
                <a:lnTo>
                  <a:pt x="857921" y="108368"/>
                </a:lnTo>
                <a:lnTo>
                  <a:pt x="856151" y="108293"/>
                </a:lnTo>
                <a:lnTo>
                  <a:pt x="854408" y="108073"/>
                </a:lnTo>
                <a:lnTo>
                  <a:pt x="852698" y="107711"/>
                </a:lnTo>
                <a:lnTo>
                  <a:pt x="851025" y="107213"/>
                </a:lnTo>
                <a:lnTo>
                  <a:pt x="849393" y="106583"/>
                </a:lnTo>
                <a:lnTo>
                  <a:pt x="847805" y="105826"/>
                </a:lnTo>
                <a:lnTo>
                  <a:pt x="846267" y="104947"/>
                </a:lnTo>
                <a:lnTo>
                  <a:pt x="844783" y="103951"/>
                </a:lnTo>
                <a:lnTo>
                  <a:pt x="843355" y="102842"/>
                </a:lnTo>
                <a:lnTo>
                  <a:pt x="841990" y="101625"/>
                </a:lnTo>
                <a:lnTo>
                  <a:pt x="840690" y="100305"/>
                </a:lnTo>
                <a:lnTo>
                  <a:pt x="839461" y="98887"/>
                </a:lnTo>
                <a:lnTo>
                  <a:pt x="838306" y="97376"/>
                </a:lnTo>
                <a:lnTo>
                  <a:pt x="837230" y="95776"/>
                </a:lnTo>
                <a:lnTo>
                  <a:pt x="836236" y="94092"/>
                </a:lnTo>
                <a:lnTo>
                  <a:pt x="835329" y="92329"/>
                </a:lnTo>
                <a:lnTo>
                  <a:pt x="834513" y="90491"/>
                </a:lnTo>
                <a:lnTo>
                  <a:pt x="833792" y="88584"/>
                </a:lnTo>
                <a:lnTo>
                  <a:pt x="833171" y="86612"/>
                </a:lnTo>
                <a:lnTo>
                  <a:pt x="832653" y="84580"/>
                </a:lnTo>
                <a:lnTo>
                  <a:pt x="832243" y="82493"/>
                </a:lnTo>
                <a:lnTo>
                  <a:pt x="831945" y="80355"/>
                </a:lnTo>
                <a:lnTo>
                  <a:pt x="831763" y="78172"/>
                </a:lnTo>
                <a:lnTo>
                  <a:pt x="831701" y="75947"/>
                </a:lnTo>
                <a:lnTo>
                  <a:pt x="831766" y="73779"/>
                </a:lnTo>
                <a:lnTo>
                  <a:pt x="831956" y="71666"/>
                </a:lnTo>
                <a:lnTo>
                  <a:pt x="832267" y="69612"/>
                </a:lnTo>
                <a:lnTo>
                  <a:pt x="832693" y="67620"/>
                </a:lnTo>
                <a:lnTo>
                  <a:pt x="833230" y="65693"/>
                </a:lnTo>
                <a:lnTo>
                  <a:pt x="833873" y="63835"/>
                </a:lnTo>
                <a:lnTo>
                  <a:pt x="834617" y="62049"/>
                </a:lnTo>
                <a:lnTo>
                  <a:pt x="835457" y="60337"/>
                </a:lnTo>
                <a:lnTo>
                  <a:pt x="836388" y="58705"/>
                </a:lnTo>
                <a:lnTo>
                  <a:pt x="837406" y="57154"/>
                </a:lnTo>
                <a:lnTo>
                  <a:pt x="838504" y="55687"/>
                </a:lnTo>
                <a:lnTo>
                  <a:pt x="839678" y="54309"/>
                </a:lnTo>
                <a:lnTo>
                  <a:pt x="840924" y="53023"/>
                </a:lnTo>
                <a:lnTo>
                  <a:pt x="842236" y="51831"/>
                </a:lnTo>
                <a:lnTo>
                  <a:pt x="843610" y="50737"/>
                </a:lnTo>
                <a:lnTo>
                  <a:pt x="845040" y="49745"/>
                </a:lnTo>
                <a:lnTo>
                  <a:pt x="846522" y="48857"/>
                </a:lnTo>
                <a:lnTo>
                  <a:pt x="848050" y="48076"/>
                </a:lnTo>
                <a:lnTo>
                  <a:pt x="849620" y="47407"/>
                </a:lnTo>
                <a:lnTo>
                  <a:pt x="851226" y="46852"/>
                </a:lnTo>
                <a:lnTo>
                  <a:pt x="852865" y="46415"/>
                </a:lnTo>
                <a:lnTo>
                  <a:pt x="854530" y="46099"/>
                </a:lnTo>
                <a:lnTo>
                  <a:pt x="856217" y="45907"/>
                </a:lnTo>
                <a:lnTo>
                  <a:pt x="857921" y="45842"/>
                </a:lnTo>
                <a:lnTo>
                  <a:pt x="859648" y="45907"/>
                </a:lnTo>
                <a:lnTo>
                  <a:pt x="861354" y="46099"/>
                </a:lnTo>
                <a:lnTo>
                  <a:pt x="863034" y="46415"/>
                </a:lnTo>
                <a:lnTo>
                  <a:pt x="864684" y="46852"/>
                </a:lnTo>
                <a:lnTo>
                  <a:pt x="866299" y="47407"/>
                </a:lnTo>
                <a:lnTo>
                  <a:pt x="867875" y="48076"/>
                </a:lnTo>
                <a:lnTo>
                  <a:pt x="869406" y="48857"/>
                </a:lnTo>
                <a:lnTo>
                  <a:pt x="870889" y="49745"/>
                </a:lnTo>
                <a:lnTo>
                  <a:pt x="872318" y="50737"/>
                </a:lnTo>
                <a:lnTo>
                  <a:pt x="873689" y="51831"/>
                </a:lnTo>
                <a:lnTo>
                  <a:pt x="874997" y="53023"/>
                </a:lnTo>
                <a:lnTo>
                  <a:pt x="876237" y="54309"/>
                </a:lnTo>
                <a:lnTo>
                  <a:pt x="877405" y="55687"/>
                </a:lnTo>
                <a:lnTo>
                  <a:pt x="878496" y="57154"/>
                </a:lnTo>
                <a:lnTo>
                  <a:pt x="879506" y="58705"/>
                </a:lnTo>
                <a:lnTo>
                  <a:pt x="880429" y="60337"/>
                </a:lnTo>
                <a:lnTo>
                  <a:pt x="881261" y="62049"/>
                </a:lnTo>
                <a:lnTo>
                  <a:pt x="881997" y="63835"/>
                </a:lnTo>
                <a:lnTo>
                  <a:pt x="882633" y="65693"/>
                </a:lnTo>
                <a:lnTo>
                  <a:pt x="883163" y="67620"/>
                </a:lnTo>
                <a:lnTo>
                  <a:pt x="883584" y="69612"/>
                </a:lnTo>
                <a:lnTo>
                  <a:pt x="883891" y="71666"/>
                </a:lnTo>
                <a:lnTo>
                  <a:pt x="884078" y="73779"/>
                </a:lnTo>
                <a:lnTo>
                  <a:pt x="884141" y="75947"/>
                </a:lnTo>
                <a:lnTo>
                  <a:pt x="884080" y="78172"/>
                </a:lnTo>
                <a:lnTo>
                  <a:pt x="883898" y="80355"/>
                </a:lnTo>
                <a:lnTo>
                  <a:pt x="883600" y="82493"/>
                </a:lnTo>
                <a:lnTo>
                  <a:pt x="883190" y="84580"/>
                </a:lnTo>
                <a:lnTo>
                  <a:pt x="882672" y="86612"/>
                </a:lnTo>
                <a:lnTo>
                  <a:pt x="882051" y="88584"/>
                </a:lnTo>
                <a:close/>
                <a:moveTo>
                  <a:pt x="592712" y="94823"/>
                </a:moveTo>
                <a:lnTo>
                  <a:pt x="592426" y="94464"/>
                </a:lnTo>
                <a:lnTo>
                  <a:pt x="592112" y="94144"/>
                </a:lnTo>
                <a:lnTo>
                  <a:pt x="591774" y="93862"/>
                </a:lnTo>
                <a:lnTo>
                  <a:pt x="591417" y="93616"/>
                </a:lnTo>
                <a:lnTo>
                  <a:pt x="591046" y="93402"/>
                </a:lnTo>
                <a:lnTo>
                  <a:pt x="590664" y="93218"/>
                </a:lnTo>
                <a:lnTo>
                  <a:pt x="590277" y="93063"/>
                </a:lnTo>
                <a:lnTo>
                  <a:pt x="589887" y="92934"/>
                </a:lnTo>
                <a:lnTo>
                  <a:pt x="589500" y="92828"/>
                </a:lnTo>
                <a:lnTo>
                  <a:pt x="589121" y="92743"/>
                </a:lnTo>
                <a:lnTo>
                  <a:pt x="588752" y="92677"/>
                </a:lnTo>
                <a:lnTo>
                  <a:pt x="588400" y="92627"/>
                </a:lnTo>
                <a:lnTo>
                  <a:pt x="588067" y="92592"/>
                </a:lnTo>
                <a:lnTo>
                  <a:pt x="587759" y="92568"/>
                </a:lnTo>
                <a:lnTo>
                  <a:pt x="587480" y="92553"/>
                </a:lnTo>
                <a:lnTo>
                  <a:pt x="587234" y="92546"/>
                </a:lnTo>
                <a:lnTo>
                  <a:pt x="587025" y="92543"/>
                </a:lnTo>
                <a:lnTo>
                  <a:pt x="586858" y="92543"/>
                </a:lnTo>
                <a:lnTo>
                  <a:pt x="586478" y="92545"/>
                </a:lnTo>
                <a:lnTo>
                  <a:pt x="586110" y="92553"/>
                </a:lnTo>
                <a:lnTo>
                  <a:pt x="585754" y="92567"/>
                </a:lnTo>
                <a:lnTo>
                  <a:pt x="585409" y="92589"/>
                </a:lnTo>
                <a:lnTo>
                  <a:pt x="585075" y="92621"/>
                </a:lnTo>
                <a:lnTo>
                  <a:pt x="584752" y="92663"/>
                </a:lnTo>
                <a:lnTo>
                  <a:pt x="584439" y="92718"/>
                </a:lnTo>
                <a:lnTo>
                  <a:pt x="584137" y="92786"/>
                </a:lnTo>
                <a:lnTo>
                  <a:pt x="583845" y="92868"/>
                </a:lnTo>
                <a:lnTo>
                  <a:pt x="583562" y="92967"/>
                </a:lnTo>
                <a:lnTo>
                  <a:pt x="583289" y="93083"/>
                </a:lnTo>
                <a:lnTo>
                  <a:pt x="583026" y="93218"/>
                </a:lnTo>
                <a:lnTo>
                  <a:pt x="582771" y="93373"/>
                </a:lnTo>
                <a:lnTo>
                  <a:pt x="582525" y="93550"/>
                </a:lnTo>
                <a:lnTo>
                  <a:pt x="582288" y="93749"/>
                </a:lnTo>
                <a:lnTo>
                  <a:pt x="582059" y="93972"/>
                </a:lnTo>
                <a:lnTo>
                  <a:pt x="581838" y="94221"/>
                </a:lnTo>
                <a:lnTo>
                  <a:pt x="581625" y="94497"/>
                </a:lnTo>
                <a:lnTo>
                  <a:pt x="581419" y="94800"/>
                </a:lnTo>
                <a:lnTo>
                  <a:pt x="581221" y="95134"/>
                </a:lnTo>
                <a:lnTo>
                  <a:pt x="581029" y="95498"/>
                </a:lnTo>
                <a:lnTo>
                  <a:pt x="580845" y="95894"/>
                </a:lnTo>
                <a:lnTo>
                  <a:pt x="580667" y="96324"/>
                </a:lnTo>
                <a:lnTo>
                  <a:pt x="580495" y="96788"/>
                </a:lnTo>
                <a:lnTo>
                  <a:pt x="580337" y="97135"/>
                </a:lnTo>
                <a:lnTo>
                  <a:pt x="580149" y="97543"/>
                </a:lnTo>
                <a:lnTo>
                  <a:pt x="579928" y="98006"/>
                </a:lnTo>
                <a:lnTo>
                  <a:pt x="579670" y="98517"/>
                </a:lnTo>
                <a:lnTo>
                  <a:pt x="579372" y="99070"/>
                </a:lnTo>
                <a:lnTo>
                  <a:pt x="579031" y="99656"/>
                </a:lnTo>
                <a:lnTo>
                  <a:pt x="578642" y="100271"/>
                </a:lnTo>
                <a:lnTo>
                  <a:pt x="578203" y="100906"/>
                </a:lnTo>
                <a:lnTo>
                  <a:pt x="577709" y="101555"/>
                </a:lnTo>
                <a:lnTo>
                  <a:pt x="577158" y="102211"/>
                </a:lnTo>
                <a:lnTo>
                  <a:pt x="576545" y="102868"/>
                </a:lnTo>
                <a:lnTo>
                  <a:pt x="575868" y="103519"/>
                </a:lnTo>
                <a:lnTo>
                  <a:pt x="575122" y="104157"/>
                </a:lnTo>
                <a:lnTo>
                  <a:pt x="574304" y="104775"/>
                </a:lnTo>
                <a:lnTo>
                  <a:pt x="573412" y="105366"/>
                </a:lnTo>
                <a:lnTo>
                  <a:pt x="572440" y="105923"/>
                </a:lnTo>
                <a:lnTo>
                  <a:pt x="571386" y="106441"/>
                </a:lnTo>
                <a:lnTo>
                  <a:pt x="570246" y="106911"/>
                </a:lnTo>
                <a:lnTo>
                  <a:pt x="569017" y="107328"/>
                </a:lnTo>
                <a:lnTo>
                  <a:pt x="567695" y="107684"/>
                </a:lnTo>
                <a:lnTo>
                  <a:pt x="566277" y="107973"/>
                </a:lnTo>
                <a:lnTo>
                  <a:pt x="564759" y="108188"/>
                </a:lnTo>
                <a:lnTo>
                  <a:pt x="563137" y="108322"/>
                </a:lnTo>
                <a:lnTo>
                  <a:pt x="561409" y="108368"/>
                </a:lnTo>
                <a:lnTo>
                  <a:pt x="559374" y="108298"/>
                </a:lnTo>
                <a:lnTo>
                  <a:pt x="557370" y="108092"/>
                </a:lnTo>
                <a:lnTo>
                  <a:pt x="555403" y="107753"/>
                </a:lnTo>
                <a:lnTo>
                  <a:pt x="553476" y="107286"/>
                </a:lnTo>
                <a:lnTo>
                  <a:pt x="551595" y="106694"/>
                </a:lnTo>
                <a:lnTo>
                  <a:pt x="549765" y="105983"/>
                </a:lnTo>
                <a:lnTo>
                  <a:pt x="547991" y="105155"/>
                </a:lnTo>
                <a:lnTo>
                  <a:pt x="546278" y="104215"/>
                </a:lnTo>
                <a:lnTo>
                  <a:pt x="544630" y="103167"/>
                </a:lnTo>
                <a:lnTo>
                  <a:pt x="543052" y="102016"/>
                </a:lnTo>
                <a:lnTo>
                  <a:pt x="541551" y="100765"/>
                </a:lnTo>
                <a:lnTo>
                  <a:pt x="540129" y="99418"/>
                </a:lnTo>
                <a:lnTo>
                  <a:pt x="538793" y="97980"/>
                </a:lnTo>
                <a:lnTo>
                  <a:pt x="537547" y="96454"/>
                </a:lnTo>
                <a:lnTo>
                  <a:pt x="536397" y="94846"/>
                </a:lnTo>
                <a:lnTo>
                  <a:pt x="535346" y="93158"/>
                </a:lnTo>
                <a:lnTo>
                  <a:pt x="534401" y="91395"/>
                </a:lnTo>
                <a:lnTo>
                  <a:pt x="533566" y="89561"/>
                </a:lnTo>
                <a:lnTo>
                  <a:pt x="532845" y="87660"/>
                </a:lnTo>
                <a:lnTo>
                  <a:pt x="532245" y="85697"/>
                </a:lnTo>
                <a:lnTo>
                  <a:pt x="531769" y="83674"/>
                </a:lnTo>
                <a:lnTo>
                  <a:pt x="531423" y="81598"/>
                </a:lnTo>
                <a:lnTo>
                  <a:pt x="531212" y="79471"/>
                </a:lnTo>
                <a:lnTo>
                  <a:pt x="531141" y="77298"/>
                </a:lnTo>
                <a:lnTo>
                  <a:pt x="531170" y="76075"/>
                </a:lnTo>
                <a:lnTo>
                  <a:pt x="531262" y="74733"/>
                </a:lnTo>
                <a:lnTo>
                  <a:pt x="531424" y="73286"/>
                </a:lnTo>
                <a:lnTo>
                  <a:pt x="531661" y="71751"/>
                </a:lnTo>
                <a:lnTo>
                  <a:pt x="531981" y="70142"/>
                </a:lnTo>
                <a:lnTo>
                  <a:pt x="532391" y="68474"/>
                </a:lnTo>
                <a:lnTo>
                  <a:pt x="532896" y="66764"/>
                </a:lnTo>
                <a:lnTo>
                  <a:pt x="533504" y="65025"/>
                </a:lnTo>
                <a:lnTo>
                  <a:pt x="534221" y="63274"/>
                </a:lnTo>
                <a:lnTo>
                  <a:pt x="535054" y="61525"/>
                </a:lnTo>
                <a:lnTo>
                  <a:pt x="536009" y="59794"/>
                </a:lnTo>
                <a:lnTo>
                  <a:pt x="537093" y="58096"/>
                </a:lnTo>
                <a:lnTo>
                  <a:pt x="538313" y="56446"/>
                </a:lnTo>
                <a:lnTo>
                  <a:pt x="539674" y="54860"/>
                </a:lnTo>
                <a:lnTo>
                  <a:pt x="541185" y="53352"/>
                </a:lnTo>
                <a:lnTo>
                  <a:pt x="542851" y="51938"/>
                </a:lnTo>
                <a:lnTo>
                  <a:pt x="544679" y="50634"/>
                </a:lnTo>
                <a:lnTo>
                  <a:pt x="546675" y="49454"/>
                </a:lnTo>
                <a:lnTo>
                  <a:pt x="548847" y="48414"/>
                </a:lnTo>
                <a:lnTo>
                  <a:pt x="551200" y="47529"/>
                </a:lnTo>
                <a:lnTo>
                  <a:pt x="553742" y="46814"/>
                </a:lnTo>
                <a:lnTo>
                  <a:pt x="556479" y="46284"/>
                </a:lnTo>
                <a:lnTo>
                  <a:pt x="559418" y="45955"/>
                </a:lnTo>
                <a:lnTo>
                  <a:pt x="562565" y="45842"/>
                </a:lnTo>
                <a:lnTo>
                  <a:pt x="563088" y="45842"/>
                </a:lnTo>
                <a:lnTo>
                  <a:pt x="563643" y="45843"/>
                </a:lnTo>
                <a:lnTo>
                  <a:pt x="564224" y="45845"/>
                </a:lnTo>
                <a:lnTo>
                  <a:pt x="564827" y="45850"/>
                </a:lnTo>
                <a:lnTo>
                  <a:pt x="565447" y="45858"/>
                </a:lnTo>
                <a:lnTo>
                  <a:pt x="566080" y="45869"/>
                </a:lnTo>
                <a:lnTo>
                  <a:pt x="566720" y="45885"/>
                </a:lnTo>
                <a:lnTo>
                  <a:pt x="567363" y="45906"/>
                </a:lnTo>
                <a:lnTo>
                  <a:pt x="568004" y="45933"/>
                </a:lnTo>
                <a:lnTo>
                  <a:pt x="568638" y="45968"/>
                </a:lnTo>
                <a:lnTo>
                  <a:pt x="569260" y="46009"/>
                </a:lnTo>
                <a:lnTo>
                  <a:pt x="569866" y="46059"/>
                </a:lnTo>
                <a:lnTo>
                  <a:pt x="570451" y="46118"/>
                </a:lnTo>
                <a:lnTo>
                  <a:pt x="571011" y="46186"/>
                </a:lnTo>
                <a:lnTo>
                  <a:pt x="571539" y="46266"/>
                </a:lnTo>
                <a:lnTo>
                  <a:pt x="572033" y="46356"/>
                </a:lnTo>
                <a:lnTo>
                  <a:pt x="572486" y="46459"/>
                </a:lnTo>
                <a:lnTo>
                  <a:pt x="572894" y="46574"/>
                </a:lnTo>
                <a:lnTo>
                  <a:pt x="573252" y="46703"/>
                </a:lnTo>
                <a:lnTo>
                  <a:pt x="573556" y="46846"/>
                </a:lnTo>
                <a:lnTo>
                  <a:pt x="573801" y="47005"/>
                </a:lnTo>
                <a:lnTo>
                  <a:pt x="573982" y="47179"/>
                </a:lnTo>
                <a:lnTo>
                  <a:pt x="574094" y="47370"/>
                </a:lnTo>
                <a:lnTo>
                  <a:pt x="574132" y="47578"/>
                </a:lnTo>
                <a:lnTo>
                  <a:pt x="574174" y="48401"/>
                </a:lnTo>
                <a:lnTo>
                  <a:pt x="574251" y="49183"/>
                </a:lnTo>
                <a:lnTo>
                  <a:pt x="574362" y="49923"/>
                </a:lnTo>
                <a:lnTo>
                  <a:pt x="574506" y="50624"/>
                </a:lnTo>
                <a:lnTo>
                  <a:pt x="574682" y="51284"/>
                </a:lnTo>
                <a:lnTo>
                  <a:pt x="574889" y="51905"/>
                </a:lnTo>
                <a:lnTo>
                  <a:pt x="575125" y="52488"/>
                </a:lnTo>
                <a:lnTo>
                  <a:pt x="575389" y="53032"/>
                </a:lnTo>
                <a:lnTo>
                  <a:pt x="575682" y="53539"/>
                </a:lnTo>
                <a:lnTo>
                  <a:pt x="576000" y="54009"/>
                </a:lnTo>
                <a:lnTo>
                  <a:pt x="576344" y="54442"/>
                </a:lnTo>
                <a:lnTo>
                  <a:pt x="576711" y="54840"/>
                </a:lnTo>
                <a:lnTo>
                  <a:pt x="577102" y="55203"/>
                </a:lnTo>
                <a:lnTo>
                  <a:pt x="577515" y="55531"/>
                </a:lnTo>
                <a:lnTo>
                  <a:pt x="577949" y="55825"/>
                </a:lnTo>
                <a:lnTo>
                  <a:pt x="578403" y="56085"/>
                </a:lnTo>
                <a:lnTo>
                  <a:pt x="578875" y="56313"/>
                </a:lnTo>
                <a:lnTo>
                  <a:pt x="579365" y="56508"/>
                </a:lnTo>
                <a:lnTo>
                  <a:pt x="579872" y="56672"/>
                </a:lnTo>
                <a:lnTo>
                  <a:pt x="580394" y="56805"/>
                </a:lnTo>
                <a:lnTo>
                  <a:pt x="580931" y="56907"/>
                </a:lnTo>
                <a:lnTo>
                  <a:pt x="581481" y="56979"/>
                </a:lnTo>
                <a:lnTo>
                  <a:pt x="582043" y="57022"/>
                </a:lnTo>
                <a:lnTo>
                  <a:pt x="582616" y="57036"/>
                </a:lnTo>
                <a:lnTo>
                  <a:pt x="583191" y="57019"/>
                </a:lnTo>
                <a:lnTo>
                  <a:pt x="583759" y="56968"/>
                </a:lnTo>
                <a:lnTo>
                  <a:pt x="584317" y="56884"/>
                </a:lnTo>
                <a:lnTo>
                  <a:pt x="584865" y="56767"/>
                </a:lnTo>
                <a:lnTo>
                  <a:pt x="585401" y="56617"/>
                </a:lnTo>
                <a:lnTo>
                  <a:pt x="585924" y="56436"/>
                </a:lnTo>
                <a:lnTo>
                  <a:pt x="586431" y="56222"/>
                </a:lnTo>
                <a:lnTo>
                  <a:pt x="586922" y="55978"/>
                </a:lnTo>
                <a:lnTo>
                  <a:pt x="587394" y="55702"/>
                </a:lnTo>
                <a:lnTo>
                  <a:pt x="587848" y="55396"/>
                </a:lnTo>
                <a:lnTo>
                  <a:pt x="588279" y="55061"/>
                </a:lnTo>
                <a:lnTo>
                  <a:pt x="588689" y="54695"/>
                </a:lnTo>
                <a:lnTo>
                  <a:pt x="589074" y="54301"/>
                </a:lnTo>
                <a:lnTo>
                  <a:pt x="589434" y="53877"/>
                </a:lnTo>
                <a:lnTo>
                  <a:pt x="589766" y="53426"/>
                </a:lnTo>
                <a:lnTo>
                  <a:pt x="590070" y="52946"/>
                </a:lnTo>
                <a:lnTo>
                  <a:pt x="590344" y="52439"/>
                </a:lnTo>
                <a:lnTo>
                  <a:pt x="590586" y="51905"/>
                </a:lnTo>
                <a:lnTo>
                  <a:pt x="590796" y="51345"/>
                </a:lnTo>
                <a:lnTo>
                  <a:pt x="590970" y="50758"/>
                </a:lnTo>
                <a:lnTo>
                  <a:pt x="591108" y="50145"/>
                </a:lnTo>
                <a:lnTo>
                  <a:pt x="591209" y="49507"/>
                </a:lnTo>
                <a:lnTo>
                  <a:pt x="591270" y="48845"/>
                </a:lnTo>
                <a:lnTo>
                  <a:pt x="591291" y="48157"/>
                </a:lnTo>
                <a:lnTo>
                  <a:pt x="591189" y="46470"/>
                </a:lnTo>
                <a:lnTo>
                  <a:pt x="590892" y="44923"/>
                </a:lnTo>
                <a:lnTo>
                  <a:pt x="590413" y="43511"/>
                </a:lnTo>
                <a:lnTo>
                  <a:pt x="589766" y="42227"/>
                </a:lnTo>
                <a:lnTo>
                  <a:pt x="588965" y="41065"/>
                </a:lnTo>
                <a:lnTo>
                  <a:pt x="588023" y="40019"/>
                </a:lnTo>
                <a:lnTo>
                  <a:pt x="586954" y="39083"/>
                </a:lnTo>
                <a:lnTo>
                  <a:pt x="585772" y="38251"/>
                </a:lnTo>
                <a:lnTo>
                  <a:pt x="584489" y="37517"/>
                </a:lnTo>
                <a:lnTo>
                  <a:pt x="583121" y="36874"/>
                </a:lnTo>
                <a:lnTo>
                  <a:pt x="581681" y="36317"/>
                </a:lnTo>
                <a:lnTo>
                  <a:pt x="580181" y="35840"/>
                </a:lnTo>
                <a:lnTo>
                  <a:pt x="578637" y="35435"/>
                </a:lnTo>
                <a:lnTo>
                  <a:pt x="577061" y="35098"/>
                </a:lnTo>
                <a:lnTo>
                  <a:pt x="575466" y="34822"/>
                </a:lnTo>
                <a:lnTo>
                  <a:pt x="573868" y="34601"/>
                </a:lnTo>
                <a:lnTo>
                  <a:pt x="572279" y="34429"/>
                </a:lnTo>
                <a:lnTo>
                  <a:pt x="570713" y="34300"/>
                </a:lnTo>
                <a:lnTo>
                  <a:pt x="569184" y="34207"/>
                </a:lnTo>
                <a:lnTo>
                  <a:pt x="567705" y="34145"/>
                </a:lnTo>
                <a:lnTo>
                  <a:pt x="566290" y="34107"/>
                </a:lnTo>
                <a:lnTo>
                  <a:pt x="564952" y="34088"/>
                </a:lnTo>
                <a:lnTo>
                  <a:pt x="563706" y="34081"/>
                </a:lnTo>
                <a:lnTo>
                  <a:pt x="562565" y="34080"/>
                </a:lnTo>
                <a:lnTo>
                  <a:pt x="558532" y="34214"/>
                </a:lnTo>
                <a:lnTo>
                  <a:pt x="554719" y="34606"/>
                </a:lnTo>
                <a:lnTo>
                  <a:pt x="551123" y="35240"/>
                </a:lnTo>
                <a:lnTo>
                  <a:pt x="547738" y="36102"/>
                </a:lnTo>
                <a:lnTo>
                  <a:pt x="544561" y="37175"/>
                </a:lnTo>
                <a:lnTo>
                  <a:pt x="541587" y="38445"/>
                </a:lnTo>
                <a:lnTo>
                  <a:pt x="538812" y="39895"/>
                </a:lnTo>
                <a:lnTo>
                  <a:pt x="536231" y="41511"/>
                </a:lnTo>
                <a:lnTo>
                  <a:pt x="533841" y="43277"/>
                </a:lnTo>
                <a:lnTo>
                  <a:pt x="531636" y="45177"/>
                </a:lnTo>
                <a:lnTo>
                  <a:pt x="529613" y="47197"/>
                </a:lnTo>
                <a:lnTo>
                  <a:pt x="527767" y="49321"/>
                </a:lnTo>
                <a:lnTo>
                  <a:pt x="526093" y="51533"/>
                </a:lnTo>
                <a:lnTo>
                  <a:pt x="524588" y="53818"/>
                </a:lnTo>
                <a:lnTo>
                  <a:pt x="523247" y="56161"/>
                </a:lnTo>
                <a:lnTo>
                  <a:pt x="522065" y="58546"/>
                </a:lnTo>
                <a:lnTo>
                  <a:pt x="521039" y="60958"/>
                </a:lnTo>
                <a:lnTo>
                  <a:pt x="520164" y="63381"/>
                </a:lnTo>
                <a:lnTo>
                  <a:pt x="519435" y="65800"/>
                </a:lnTo>
                <a:lnTo>
                  <a:pt x="518849" y="68200"/>
                </a:lnTo>
                <a:lnTo>
                  <a:pt x="518400" y="70565"/>
                </a:lnTo>
                <a:lnTo>
                  <a:pt x="518085" y="72880"/>
                </a:lnTo>
                <a:lnTo>
                  <a:pt x="517899" y="75129"/>
                </a:lnTo>
                <a:lnTo>
                  <a:pt x="517838" y="77298"/>
                </a:lnTo>
                <a:lnTo>
                  <a:pt x="517932" y="80173"/>
                </a:lnTo>
                <a:lnTo>
                  <a:pt x="518209" y="83005"/>
                </a:lnTo>
                <a:lnTo>
                  <a:pt x="518664" y="85786"/>
                </a:lnTo>
                <a:lnTo>
                  <a:pt x="519293" y="88511"/>
                </a:lnTo>
                <a:lnTo>
                  <a:pt x="520090" y="91170"/>
                </a:lnTo>
                <a:lnTo>
                  <a:pt x="521049" y="93759"/>
                </a:lnTo>
                <a:lnTo>
                  <a:pt x="522166" y="96269"/>
                </a:lnTo>
                <a:lnTo>
                  <a:pt x="523436" y="98693"/>
                </a:lnTo>
                <a:lnTo>
                  <a:pt x="524853" y="101025"/>
                </a:lnTo>
                <a:lnTo>
                  <a:pt x="526412" y="103258"/>
                </a:lnTo>
                <a:lnTo>
                  <a:pt x="528108" y="105384"/>
                </a:lnTo>
                <a:lnTo>
                  <a:pt x="529935" y="107396"/>
                </a:lnTo>
                <a:lnTo>
                  <a:pt x="531890" y="109288"/>
                </a:lnTo>
                <a:lnTo>
                  <a:pt x="533965" y="111052"/>
                </a:lnTo>
                <a:lnTo>
                  <a:pt x="536157" y="112681"/>
                </a:lnTo>
                <a:lnTo>
                  <a:pt x="538459" y="114169"/>
                </a:lnTo>
                <a:lnTo>
                  <a:pt x="540868" y="115508"/>
                </a:lnTo>
                <a:lnTo>
                  <a:pt x="543377" y="116691"/>
                </a:lnTo>
                <a:lnTo>
                  <a:pt x="545981" y="117712"/>
                </a:lnTo>
                <a:lnTo>
                  <a:pt x="548676" y="118562"/>
                </a:lnTo>
                <a:lnTo>
                  <a:pt x="551455" y="119236"/>
                </a:lnTo>
                <a:lnTo>
                  <a:pt x="554315" y="119726"/>
                </a:lnTo>
                <a:lnTo>
                  <a:pt x="557249" y="120026"/>
                </a:lnTo>
                <a:lnTo>
                  <a:pt x="560253" y="120127"/>
                </a:lnTo>
                <a:lnTo>
                  <a:pt x="563498" y="120031"/>
                </a:lnTo>
                <a:lnTo>
                  <a:pt x="566538" y="119753"/>
                </a:lnTo>
                <a:lnTo>
                  <a:pt x="569379" y="119308"/>
                </a:lnTo>
                <a:lnTo>
                  <a:pt x="572027" y="118712"/>
                </a:lnTo>
                <a:lnTo>
                  <a:pt x="574489" y="117978"/>
                </a:lnTo>
                <a:lnTo>
                  <a:pt x="576769" y="117123"/>
                </a:lnTo>
                <a:lnTo>
                  <a:pt x="578873" y="116160"/>
                </a:lnTo>
                <a:lnTo>
                  <a:pt x="580809" y="115106"/>
                </a:lnTo>
                <a:lnTo>
                  <a:pt x="582581" y="113974"/>
                </a:lnTo>
                <a:lnTo>
                  <a:pt x="584196" y="112781"/>
                </a:lnTo>
                <a:lnTo>
                  <a:pt x="585659" y="111540"/>
                </a:lnTo>
                <a:lnTo>
                  <a:pt x="586977" y="110267"/>
                </a:lnTo>
                <a:lnTo>
                  <a:pt x="588155" y="108978"/>
                </a:lnTo>
                <a:lnTo>
                  <a:pt x="589200" y="107686"/>
                </a:lnTo>
                <a:lnTo>
                  <a:pt x="590117" y="106407"/>
                </a:lnTo>
                <a:lnTo>
                  <a:pt x="590912" y="105156"/>
                </a:lnTo>
                <a:lnTo>
                  <a:pt x="591591" y="103947"/>
                </a:lnTo>
                <a:lnTo>
                  <a:pt x="592161" y="102797"/>
                </a:lnTo>
                <a:lnTo>
                  <a:pt x="592626" y="101719"/>
                </a:lnTo>
                <a:lnTo>
                  <a:pt x="592994" y="100729"/>
                </a:lnTo>
                <a:lnTo>
                  <a:pt x="593270" y="99842"/>
                </a:lnTo>
                <a:lnTo>
                  <a:pt x="593459" y="99073"/>
                </a:lnTo>
                <a:lnTo>
                  <a:pt x="593568" y="98436"/>
                </a:lnTo>
                <a:lnTo>
                  <a:pt x="593603" y="97947"/>
                </a:lnTo>
                <a:lnTo>
                  <a:pt x="593575" y="97300"/>
                </a:lnTo>
                <a:lnTo>
                  <a:pt x="593493" y="96706"/>
                </a:lnTo>
                <a:lnTo>
                  <a:pt x="593361" y="96163"/>
                </a:lnTo>
                <a:lnTo>
                  <a:pt x="593184" y="95670"/>
                </a:lnTo>
                <a:lnTo>
                  <a:pt x="592966" y="95224"/>
                </a:lnTo>
                <a:lnTo>
                  <a:pt x="592712" y="94823"/>
                </a:lnTo>
                <a:close/>
                <a:moveTo>
                  <a:pt x="1311532" y="109678"/>
                </a:moveTo>
                <a:lnTo>
                  <a:pt x="1311268" y="109294"/>
                </a:lnTo>
                <a:lnTo>
                  <a:pt x="1310974" y="108952"/>
                </a:lnTo>
                <a:lnTo>
                  <a:pt x="1310653" y="108650"/>
                </a:lnTo>
                <a:lnTo>
                  <a:pt x="1310308" y="108386"/>
                </a:lnTo>
                <a:lnTo>
                  <a:pt x="1309942" y="108157"/>
                </a:lnTo>
                <a:lnTo>
                  <a:pt x="1309559" y="107961"/>
                </a:lnTo>
                <a:lnTo>
                  <a:pt x="1309160" y="107795"/>
                </a:lnTo>
                <a:lnTo>
                  <a:pt x="1308749" y="107657"/>
                </a:lnTo>
                <a:lnTo>
                  <a:pt x="1308329" y="107543"/>
                </a:lnTo>
                <a:lnTo>
                  <a:pt x="1307903" y="107452"/>
                </a:lnTo>
                <a:lnTo>
                  <a:pt x="1307473" y="107382"/>
                </a:lnTo>
                <a:lnTo>
                  <a:pt x="1307043" y="107329"/>
                </a:lnTo>
                <a:lnTo>
                  <a:pt x="1306615" y="107290"/>
                </a:lnTo>
                <a:lnTo>
                  <a:pt x="1306193" y="107265"/>
                </a:lnTo>
                <a:lnTo>
                  <a:pt x="1305779" y="107249"/>
                </a:lnTo>
                <a:lnTo>
                  <a:pt x="1305377" y="107241"/>
                </a:lnTo>
                <a:lnTo>
                  <a:pt x="1304989" y="107239"/>
                </a:lnTo>
                <a:lnTo>
                  <a:pt x="1304618" y="107238"/>
                </a:lnTo>
                <a:lnTo>
                  <a:pt x="1303637" y="107233"/>
                </a:lnTo>
                <a:lnTo>
                  <a:pt x="1302719" y="107219"/>
                </a:lnTo>
                <a:lnTo>
                  <a:pt x="1301859" y="107196"/>
                </a:lnTo>
                <a:lnTo>
                  <a:pt x="1301057" y="107164"/>
                </a:lnTo>
                <a:lnTo>
                  <a:pt x="1300308" y="107125"/>
                </a:lnTo>
                <a:lnTo>
                  <a:pt x="1299612" y="107078"/>
                </a:lnTo>
                <a:lnTo>
                  <a:pt x="1298964" y="107025"/>
                </a:lnTo>
                <a:lnTo>
                  <a:pt x="1298363" y="106966"/>
                </a:lnTo>
                <a:lnTo>
                  <a:pt x="1297806" y="106902"/>
                </a:lnTo>
                <a:lnTo>
                  <a:pt x="1297291" y="106833"/>
                </a:lnTo>
                <a:lnTo>
                  <a:pt x="1296815" y="106760"/>
                </a:lnTo>
                <a:lnTo>
                  <a:pt x="1296376" y="106683"/>
                </a:lnTo>
                <a:lnTo>
                  <a:pt x="1295971" y="106603"/>
                </a:lnTo>
                <a:lnTo>
                  <a:pt x="1295598" y="106521"/>
                </a:lnTo>
                <a:lnTo>
                  <a:pt x="1295253" y="106437"/>
                </a:lnTo>
                <a:lnTo>
                  <a:pt x="1294935" y="106352"/>
                </a:lnTo>
                <a:lnTo>
                  <a:pt x="1294642" y="106266"/>
                </a:lnTo>
                <a:lnTo>
                  <a:pt x="1294370" y="106179"/>
                </a:lnTo>
                <a:lnTo>
                  <a:pt x="1294117" y="106094"/>
                </a:lnTo>
                <a:lnTo>
                  <a:pt x="1293880" y="106009"/>
                </a:lnTo>
                <a:lnTo>
                  <a:pt x="1293658" y="105926"/>
                </a:lnTo>
                <a:lnTo>
                  <a:pt x="1293447" y="105846"/>
                </a:lnTo>
                <a:lnTo>
                  <a:pt x="1293246" y="105768"/>
                </a:lnTo>
                <a:lnTo>
                  <a:pt x="1293051" y="105694"/>
                </a:lnTo>
                <a:lnTo>
                  <a:pt x="1293051" y="63991"/>
                </a:lnTo>
                <a:lnTo>
                  <a:pt x="1292996" y="62266"/>
                </a:lnTo>
                <a:lnTo>
                  <a:pt x="1292830" y="60523"/>
                </a:lnTo>
                <a:lnTo>
                  <a:pt x="1292549" y="58770"/>
                </a:lnTo>
                <a:lnTo>
                  <a:pt x="1292151" y="57016"/>
                </a:lnTo>
                <a:lnTo>
                  <a:pt x="1291632" y="55268"/>
                </a:lnTo>
                <a:lnTo>
                  <a:pt x="1290990" y="53535"/>
                </a:lnTo>
                <a:lnTo>
                  <a:pt x="1290221" y="51824"/>
                </a:lnTo>
                <a:lnTo>
                  <a:pt x="1289323" y="50144"/>
                </a:lnTo>
                <a:lnTo>
                  <a:pt x="1288292" y="48504"/>
                </a:lnTo>
                <a:lnTo>
                  <a:pt x="1287126" y="46910"/>
                </a:lnTo>
                <a:lnTo>
                  <a:pt x="1285821" y="45371"/>
                </a:lnTo>
                <a:lnTo>
                  <a:pt x="1284375" y="43895"/>
                </a:lnTo>
                <a:lnTo>
                  <a:pt x="1282784" y="42491"/>
                </a:lnTo>
                <a:lnTo>
                  <a:pt x="1281045" y="41167"/>
                </a:lnTo>
                <a:lnTo>
                  <a:pt x="1279156" y="39930"/>
                </a:lnTo>
                <a:lnTo>
                  <a:pt x="1277113" y="38789"/>
                </a:lnTo>
                <a:lnTo>
                  <a:pt x="1274914" y="37751"/>
                </a:lnTo>
                <a:lnTo>
                  <a:pt x="1272554" y="36826"/>
                </a:lnTo>
                <a:lnTo>
                  <a:pt x="1270033" y="36021"/>
                </a:lnTo>
                <a:lnTo>
                  <a:pt x="1267345" y="35344"/>
                </a:lnTo>
                <a:lnTo>
                  <a:pt x="1264489" y="34803"/>
                </a:lnTo>
                <a:lnTo>
                  <a:pt x="1261461" y="34407"/>
                </a:lnTo>
                <a:lnTo>
                  <a:pt x="1258258" y="34163"/>
                </a:lnTo>
                <a:lnTo>
                  <a:pt x="1254878" y="34080"/>
                </a:lnTo>
                <a:lnTo>
                  <a:pt x="1253785" y="34081"/>
                </a:lnTo>
                <a:lnTo>
                  <a:pt x="1252587" y="34088"/>
                </a:lnTo>
                <a:lnTo>
                  <a:pt x="1251297" y="34107"/>
                </a:lnTo>
                <a:lnTo>
                  <a:pt x="1249929" y="34145"/>
                </a:lnTo>
                <a:lnTo>
                  <a:pt x="1248496" y="34207"/>
                </a:lnTo>
                <a:lnTo>
                  <a:pt x="1247013" y="34300"/>
                </a:lnTo>
                <a:lnTo>
                  <a:pt x="1245491" y="34429"/>
                </a:lnTo>
                <a:lnTo>
                  <a:pt x="1243946" y="34601"/>
                </a:lnTo>
                <a:lnTo>
                  <a:pt x="1242390" y="34822"/>
                </a:lnTo>
                <a:lnTo>
                  <a:pt x="1240836" y="35098"/>
                </a:lnTo>
                <a:lnTo>
                  <a:pt x="1239299" y="35436"/>
                </a:lnTo>
                <a:lnTo>
                  <a:pt x="1237792" y="35840"/>
                </a:lnTo>
                <a:lnTo>
                  <a:pt x="1236327" y="36318"/>
                </a:lnTo>
                <a:lnTo>
                  <a:pt x="1234920" y="36875"/>
                </a:lnTo>
                <a:lnTo>
                  <a:pt x="1233582" y="37517"/>
                </a:lnTo>
                <a:lnTo>
                  <a:pt x="1232328" y="38252"/>
                </a:lnTo>
                <a:lnTo>
                  <a:pt x="1231171" y="39084"/>
                </a:lnTo>
                <a:lnTo>
                  <a:pt x="1230125" y="40020"/>
                </a:lnTo>
                <a:lnTo>
                  <a:pt x="1229202" y="41066"/>
                </a:lnTo>
                <a:lnTo>
                  <a:pt x="1228418" y="42228"/>
                </a:lnTo>
                <a:lnTo>
                  <a:pt x="1227784" y="43513"/>
                </a:lnTo>
                <a:lnTo>
                  <a:pt x="1227314" y="44925"/>
                </a:lnTo>
                <a:lnTo>
                  <a:pt x="1227023" y="46472"/>
                </a:lnTo>
                <a:lnTo>
                  <a:pt x="1226922" y="48160"/>
                </a:lnTo>
                <a:lnTo>
                  <a:pt x="1226943" y="48870"/>
                </a:lnTo>
                <a:lnTo>
                  <a:pt x="1227005" y="49552"/>
                </a:lnTo>
                <a:lnTo>
                  <a:pt x="1227106" y="50205"/>
                </a:lnTo>
                <a:lnTo>
                  <a:pt x="1227244" y="50830"/>
                </a:lnTo>
                <a:lnTo>
                  <a:pt x="1227418" y="51425"/>
                </a:lnTo>
                <a:lnTo>
                  <a:pt x="1227628" y="51992"/>
                </a:lnTo>
                <a:lnTo>
                  <a:pt x="1227870" y="52529"/>
                </a:lnTo>
                <a:lnTo>
                  <a:pt x="1228144" y="53037"/>
                </a:lnTo>
                <a:lnTo>
                  <a:pt x="1228448" y="53516"/>
                </a:lnTo>
                <a:lnTo>
                  <a:pt x="1228781" y="53965"/>
                </a:lnTo>
                <a:lnTo>
                  <a:pt x="1229141" y="54384"/>
                </a:lnTo>
                <a:lnTo>
                  <a:pt x="1229526" y="54773"/>
                </a:lnTo>
                <a:lnTo>
                  <a:pt x="1229935" y="55132"/>
                </a:lnTo>
                <a:lnTo>
                  <a:pt x="1230367" y="55461"/>
                </a:lnTo>
                <a:lnTo>
                  <a:pt x="1230821" y="55759"/>
                </a:lnTo>
                <a:lnTo>
                  <a:pt x="1231293" y="56027"/>
                </a:lnTo>
                <a:lnTo>
                  <a:pt x="1231784" y="56263"/>
                </a:lnTo>
                <a:lnTo>
                  <a:pt x="1232291" y="56469"/>
                </a:lnTo>
                <a:lnTo>
                  <a:pt x="1232814" y="56643"/>
                </a:lnTo>
                <a:lnTo>
                  <a:pt x="1233349" y="56786"/>
                </a:lnTo>
                <a:lnTo>
                  <a:pt x="1233897" y="56898"/>
                </a:lnTo>
                <a:lnTo>
                  <a:pt x="1234456" y="56978"/>
                </a:lnTo>
                <a:lnTo>
                  <a:pt x="1235023" y="57026"/>
                </a:lnTo>
                <a:lnTo>
                  <a:pt x="1235598" y="57042"/>
                </a:lnTo>
                <a:lnTo>
                  <a:pt x="1235972" y="57033"/>
                </a:lnTo>
                <a:lnTo>
                  <a:pt x="1236368" y="57004"/>
                </a:lnTo>
                <a:lnTo>
                  <a:pt x="1236785" y="56953"/>
                </a:lnTo>
                <a:lnTo>
                  <a:pt x="1237217" y="56880"/>
                </a:lnTo>
                <a:lnTo>
                  <a:pt x="1237662" y="56783"/>
                </a:lnTo>
                <a:lnTo>
                  <a:pt x="1238116" y="56659"/>
                </a:lnTo>
                <a:lnTo>
                  <a:pt x="1238576" y="56507"/>
                </a:lnTo>
                <a:lnTo>
                  <a:pt x="1239039" y="56327"/>
                </a:lnTo>
                <a:lnTo>
                  <a:pt x="1239502" y="56115"/>
                </a:lnTo>
                <a:lnTo>
                  <a:pt x="1239960" y="55871"/>
                </a:lnTo>
                <a:lnTo>
                  <a:pt x="1240411" y="55593"/>
                </a:lnTo>
                <a:lnTo>
                  <a:pt x="1240851" y="55280"/>
                </a:lnTo>
                <a:lnTo>
                  <a:pt x="1241278" y="54929"/>
                </a:lnTo>
                <a:lnTo>
                  <a:pt x="1241686" y="54540"/>
                </a:lnTo>
                <a:lnTo>
                  <a:pt x="1242075" y="54110"/>
                </a:lnTo>
                <a:lnTo>
                  <a:pt x="1242439" y="53638"/>
                </a:lnTo>
                <a:lnTo>
                  <a:pt x="1242775" y="53122"/>
                </a:lnTo>
                <a:lnTo>
                  <a:pt x="1243081" y="52562"/>
                </a:lnTo>
                <a:lnTo>
                  <a:pt x="1243353" y="51954"/>
                </a:lnTo>
                <a:lnTo>
                  <a:pt x="1243587" y="51298"/>
                </a:lnTo>
                <a:lnTo>
                  <a:pt x="1243780" y="50593"/>
                </a:lnTo>
                <a:lnTo>
                  <a:pt x="1243929" y="49836"/>
                </a:lnTo>
                <a:lnTo>
                  <a:pt x="1244031" y="49025"/>
                </a:lnTo>
                <a:lnTo>
                  <a:pt x="1244082" y="48160"/>
                </a:lnTo>
                <a:lnTo>
                  <a:pt x="1244083" y="47974"/>
                </a:lnTo>
                <a:lnTo>
                  <a:pt x="1244088" y="47801"/>
                </a:lnTo>
                <a:lnTo>
                  <a:pt x="1244098" y="47641"/>
                </a:lnTo>
                <a:lnTo>
                  <a:pt x="1244114" y="47493"/>
                </a:lnTo>
                <a:lnTo>
                  <a:pt x="1244138" y="47357"/>
                </a:lnTo>
                <a:lnTo>
                  <a:pt x="1244172" y="47231"/>
                </a:lnTo>
                <a:lnTo>
                  <a:pt x="1244217" y="47115"/>
                </a:lnTo>
                <a:lnTo>
                  <a:pt x="1244274" y="47009"/>
                </a:lnTo>
                <a:lnTo>
                  <a:pt x="1244346" y="46911"/>
                </a:lnTo>
                <a:lnTo>
                  <a:pt x="1244433" y="46821"/>
                </a:lnTo>
                <a:lnTo>
                  <a:pt x="1244537" y="46739"/>
                </a:lnTo>
                <a:lnTo>
                  <a:pt x="1244659" y="46663"/>
                </a:lnTo>
                <a:lnTo>
                  <a:pt x="1244802" y="46594"/>
                </a:lnTo>
                <a:lnTo>
                  <a:pt x="1244967" y="46530"/>
                </a:lnTo>
                <a:lnTo>
                  <a:pt x="1245154" y="46470"/>
                </a:lnTo>
                <a:lnTo>
                  <a:pt x="1245366" y="46415"/>
                </a:lnTo>
                <a:lnTo>
                  <a:pt x="1245604" y="46363"/>
                </a:lnTo>
                <a:lnTo>
                  <a:pt x="1245870" y="46313"/>
                </a:lnTo>
                <a:lnTo>
                  <a:pt x="1246165" y="46266"/>
                </a:lnTo>
                <a:lnTo>
                  <a:pt x="1246491" y="46220"/>
                </a:lnTo>
                <a:lnTo>
                  <a:pt x="1246848" y="46175"/>
                </a:lnTo>
                <a:lnTo>
                  <a:pt x="1247240" y="46129"/>
                </a:lnTo>
                <a:lnTo>
                  <a:pt x="1247666" y="46083"/>
                </a:lnTo>
                <a:lnTo>
                  <a:pt x="1248130" y="46036"/>
                </a:lnTo>
                <a:lnTo>
                  <a:pt x="1248466" y="46013"/>
                </a:lnTo>
                <a:lnTo>
                  <a:pt x="1248800" y="45992"/>
                </a:lnTo>
                <a:lnTo>
                  <a:pt x="1249132" y="45972"/>
                </a:lnTo>
                <a:lnTo>
                  <a:pt x="1249461" y="45954"/>
                </a:lnTo>
                <a:lnTo>
                  <a:pt x="1249787" y="45938"/>
                </a:lnTo>
                <a:lnTo>
                  <a:pt x="1250110" y="45924"/>
                </a:lnTo>
                <a:lnTo>
                  <a:pt x="1250429" y="45911"/>
                </a:lnTo>
                <a:lnTo>
                  <a:pt x="1250744" y="45899"/>
                </a:lnTo>
                <a:lnTo>
                  <a:pt x="1251055" y="45889"/>
                </a:lnTo>
                <a:lnTo>
                  <a:pt x="1251363" y="45880"/>
                </a:lnTo>
                <a:lnTo>
                  <a:pt x="1251665" y="45873"/>
                </a:lnTo>
                <a:lnTo>
                  <a:pt x="1251963" y="45866"/>
                </a:lnTo>
                <a:lnTo>
                  <a:pt x="1252256" y="45861"/>
                </a:lnTo>
                <a:lnTo>
                  <a:pt x="1252543" y="45856"/>
                </a:lnTo>
                <a:lnTo>
                  <a:pt x="1252825" y="45852"/>
                </a:lnTo>
                <a:lnTo>
                  <a:pt x="1253101" y="45849"/>
                </a:lnTo>
                <a:lnTo>
                  <a:pt x="1253371" y="45847"/>
                </a:lnTo>
                <a:lnTo>
                  <a:pt x="1253635" y="45845"/>
                </a:lnTo>
                <a:lnTo>
                  <a:pt x="1253892" y="45844"/>
                </a:lnTo>
                <a:lnTo>
                  <a:pt x="1254143" y="45843"/>
                </a:lnTo>
                <a:lnTo>
                  <a:pt x="1254386" y="45842"/>
                </a:lnTo>
                <a:lnTo>
                  <a:pt x="1254623" y="45842"/>
                </a:lnTo>
                <a:lnTo>
                  <a:pt x="1254851" y="45842"/>
                </a:lnTo>
                <a:lnTo>
                  <a:pt x="1255072" y="45842"/>
                </a:lnTo>
                <a:lnTo>
                  <a:pt x="1256879" y="45873"/>
                </a:lnTo>
                <a:lnTo>
                  <a:pt x="1258635" y="45968"/>
                </a:lnTo>
                <a:lnTo>
                  <a:pt x="1260339" y="46126"/>
                </a:lnTo>
                <a:lnTo>
                  <a:pt x="1261987" y="46349"/>
                </a:lnTo>
                <a:lnTo>
                  <a:pt x="1263578" y="46637"/>
                </a:lnTo>
                <a:lnTo>
                  <a:pt x="1265108" y="46992"/>
                </a:lnTo>
                <a:lnTo>
                  <a:pt x="1266577" y="47413"/>
                </a:lnTo>
                <a:lnTo>
                  <a:pt x="1267981" y="47902"/>
                </a:lnTo>
                <a:lnTo>
                  <a:pt x="1269318" y="48459"/>
                </a:lnTo>
                <a:lnTo>
                  <a:pt x="1270586" y="49085"/>
                </a:lnTo>
                <a:lnTo>
                  <a:pt x="1271782" y="49782"/>
                </a:lnTo>
                <a:lnTo>
                  <a:pt x="1272904" y="50549"/>
                </a:lnTo>
                <a:lnTo>
                  <a:pt x="1273950" y="51387"/>
                </a:lnTo>
                <a:lnTo>
                  <a:pt x="1274917" y="52298"/>
                </a:lnTo>
                <a:lnTo>
                  <a:pt x="1275803" y="53281"/>
                </a:lnTo>
                <a:lnTo>
                  <a:pt x="1276606" y="54338"/>
                </a:lnTo>
                <a:lnTo>
                  <a:pt x="1277323" y="55469"/>
                </a:lnTo>
                <a:lnTo>
                  <a:pt x="1277952" y="56676"/>
                </a:lnTo>
                <a:lnTo>
                  <a:pt x="1278491" y="57958"/>
                </a:lnTo>
                <a:lnTo>
                  <a:pt x="1278937" y="59318"/>
                </a:lnTo>
                <a:lnTo>
                  <a:pt x="1279288" y="60754"/>
                </a:lnTo>
                <a:lnTo>
                  <a:pt x="1279542" y="62269"/>
                </a:lnTo>
                <a:lnTo>
                  <a:pt x="1279696" y="63862"/>
                </a:lnTo>
                <a:lnTo>
                  <a:pt x="1279748" y="65536"/>
                </a:lnTo>
                <a:lnTo>
                  <a:pt x="1275537" y="65655"/>
                </a:lnTo>
                <a:lnTo>
                  <a:pt x="1271441" y="65869"/>
                </a:lnTo>
                <a:lnTo>
                  <a:pt x="1267465" y="66178"/>
                </a:lnTo>
                <a:lnTo>
                  <a:pt x="1263615" y="66581"/>
                </a:lnTo>
                <a:lnTo>
                  <a:pt x="1259896" y="67077"/>
                </a:lnTo>
                <a:lnTo>
                  <a:pt x="1256314" y="67668"/>
                </a:lnTo>
                <a:lnTo>
                  <a:pt x="1252876" y="68353"/>
                </a:lnTo>
                <a:lnTo>
                  <a:pt x="1249586" y="69132"/>
                </a:lnTo>
                <a:lnTo>
                  <a:pt x="1246451" y="70005"/>
                </a:lnTo>
                <a:lnTo>
                  <a:pt x="1243477" y="70972"/>
                </a:lnTo>
                <a:lnTo>
                  <a:pt x="1240668" y="72032"/>
                </a:lnTo>
                <a:lnTo>
                  <a:pt x="1238032" y="73186"/>
                </a:lnTo>
                <a:lnTo>
                  <a:pt x="1235573" y="74433"/>
                </a:lnTo>
                <a:lnTo>
                  <a:pt x="1233298" y="75774"/>
                </a:lnTo>
                <a:lnTo>
                  <a:pt x="1231212" y="77208"/>
                </a:lnTo>
                <a:lnTo>
                  <a:pt x="1229322" y="78735"/>
                </a:lnTo>
                <a:lnTo>
                  <a:pt x="1227632" y="80356"/>
                </a:lnTo>
                <a:lnTo>
                  <a:pt x="1226148" y="82070"/>
                </a:lnTo>
                <a:lnTo>
                  <a:pt x="1224877" y="83876"/>
                </a:lnTo>
                <a:lnTo>
                  <a:pt x="1223824" y="85776"/>
                </a:lnTo>
                <a:lnTo>
                  <a:pt x="1222995" y="87769"/>
                </a:lnTo>
                <a:lnTo>
                  <a:pt x="1222396" y="89854"/>
                </a:lnTo>
                <a:lnTo>
                  <a:pt x="1222032" y="92032"/>
                </a:lnTo>
                <a:lnTo>
                  <a:pt x="1221910" y="94302"/>
                </a:lnTo>
                <a:lnTo>
                  <a:pt x="1221973" y="95959"/>
                </a:lnTo>
                <a:lnTo>
                  <a:pt x="1222160" y="97603"/>
                </a:lnTo>
                <a:lnTo>
                  <a:pt x="1222470" y="99229"/>
                </a:lnTo>
                <a:lnTo>
                  <a:pt x="1222900" y="100831"/>
                </a:lnTo>
                <a:lnTo>
                  <a:pt x="1223449" y="102406"/>
                </a:lnTo>
                <a:lnTo>
                  <a:pt x="1224115" y="103946"/>
                </a:lnTo>
                <a:lnTo>
                  <a:pt x="1224895" y="105448"/>
                </a:lnTo>
                <a:lnTo>
                  <a:pt x="1225787" y="106906"/>
                </a:lnTo>
                <a:lnTo>
                  <a:pt x="1226790" y="108316"/>
                </a:lnTo>
                <a:lnTo>
                  <a:pt x="1227901" y="109671"/>
                </a:lnTo>
                <a:lnTo>
                  <a:pt x="1229119" y="110968"/>
                </a:lnTo>
                <a:lnTo>
                  <a:pt x="1230441" y="112200"/>
                </a:lnTo>
                <a:lnTo>
                  <a:pt x="1231866" y="113363"/>
                </a:lnTo>
                <a:lnTo>
                  <a:pt x="1233391" y="114452"/>
                </a:lnTo>
                <a:lnTo>
                  <a:pt x="1235014" y="115461"/>
                </a:lnTo>
                <a:lnTo>
                  <a:pt x="1236734" y="116386"/>
                </a:lnTo>
                <a:lnTo>
                  <a:pt x="1238548" y="117221"/>
                </a:lnTo>
                <a:lnTo>
                  <a:pt x="1240455" y="117961"/>
                </a:lnTo>
                <a:lnTo>
                  <a:pt x="1242452" y="118602"/>
                </a:lnTo>
                <a:lnTo>
                  <a:pt x="1244537" y="119137"/>
                </a:lnTo>
                <a:lnTo>
                  <a:pt x="1246709" y="119563"/>
                </a:lnTo>
                <a:lnTo>
                  <a:pt x="1248965" y="119873"/>
                </a:lnTo>
                <a:lnTo>
                  <a:pt x="1251303" y="120063"/>
                </a:lnTo>
                <a:lnTo>
                  <a:pt x="1253722" y="120127"/>
                </a:lnTo>
                <a:lnTo>
                  <a:pt x="1254638" y="120120"/>
                </a:lnTo>
                <a:lnTo>
                  <a:pt x="1255601" y="120097"/>
                </a:lnTo>
                <a:lnTo>
                  <a:pt x="1256608" y="120057"/>
                </a:lnTo>
                <a:lnTo>
                  <a:pt x="1257655" y="119999"/>
                </a:lnTo>
                <a:lnTo>
                  <a:pt x="1258738" y="119922"/>
                </a:lnTo>
                <a:lnTo>
                  <a:pt x="1259855" y="119823"/>
                </a:lnTo>
                <a:lnTo>
                  <a:pt x="1261003" y="119702"/>
                </a:lnTo>
                <a:lnTo>
                  <a:pt x="1262176" y="119556"/>
                </a:lnTo>
                <a:lnTo>
                  <a:pt x="1263374" y="119385"/>
                </a:lnTo>
                <a:lnTo>
                  <a:pt x="1264591" y="119188"/>
                </a:lnTo>
                <a:lnTo>
                  <a:pt x="1265825" y="118962"/>
                </a:lnTo>
                <a:lnTo>
                  <a:pt x="1267073" y="118706"/>
                </a:lnTo>
                <a:lnTo>
                  <a:pt x="1268330" y="118419"/>
                </a:lnTo>
                <a:lnTo>
                  <a:pt x="1269595" y="118100"/>
                </a:lnTo>
                <a:lnTo>
                  <a:pt x="1270862" y="117746"/>
                </a:lnTo>
                <a:lnTo>
                  <a:pt x="1272130" y="117358"/>
                </a:lnTo>
                <a:lnTo>
                  <a:pt x="1273394" y="116932"/>
                </a:lnTo>
                <a:lnTo>
                  <a:pt x="1274652" y="116468"/>
                </a:lnTo>
                <a:lnTo>
                  <a:pt x="1275899" y="115964"/>
                </a:lnTo>
                <a:lnTo>
                  <a:pt x="1277133" y="115420"/>
                </a:lnTo>
                <a:lnTo>
                  <a:pt x="1278351" y="114833"/>
                </a:lnTo>
                <a:lnTo>
                  <a:pt x="1279548" y="114201"/>
                </a:lnTo>
                <a:lnTo>
                  <a:pt x="1280722" y="113525"/>
                </a:lnTo>
                <a:lnTo>
                  <a:pt x="1281869" y="112801"/>
                </a:lnTo>
                <a:lnTo>
                  <a:pt x="1282425" y="113522"/>
                </a:lnTo>
                <a:lnTo>
                  <a:pt x="1283030" y="114185"/>
                </a:lnTo>
                <a:lnTo>
                  <a:pt x="1283681" y="114792"/>
                </a:lnTo>
                <a:lnTo>
                  <a:pt x="1284375" y="115345"/>
                </a:lnTo>
                <a:lnTo>
                  <a:pt x="1285110" y="115848"/>
                </a:lnTo>
                <a:lnTo>
                  <a:pt x="1285882" y="116303"/>
                </a:lnTo>
                <a:lnTo>
                  <a:pt x="1286688" y="116711"/>
                </a:lnTo>
                <a:lnTo>
                  <a:pt x="1287525" y="117076"/>
                </a:lnTo>
                <a:lnTo>
                  <a:pt x="1288390" y="117401"/>
                </a:lnTo>
                <a:lnTo>
                  <a:pt x="1289280" y="117686"/>
                </a:lnTo>
                <a:lnTo>
                  <a:pt x="1290192" y="117935"/>
                </a:lnTo>
                <a:lnTo>
                  <a:pt x="1291124" y="118151"/>
                </a:lnTo>
                <a:lnTo>
                  <a:pt x="1292071" y="118335"/>
                </a:lnTo>
                <a:lnTo>
                  <a:pt x="1293032" y="118491"/>
                </a:lnTo>
                <a:lnTo>
                  <a:pt x="1294002" y="118620"/>
                </a:lnTo>
                <a:lnTo>
                  <a:pt x="1294980" y="118725"/>
                </a:lnTo>
                <a:lnTo>
                  <a:pt x="1295961" y="118809"/>
                </a:lnTo>
                <a:lnTo>
                  <a:pt x="1296944" y="118874"/>
                </a:lnTo>
                <a:lnTo>
                  <a:pt x="1297924" y="118921"/>
                </a:lnTo>
                <a:lnTo>
                  <a:pt x="1298900" y="118955"/>
                </a:lnTo>
                <a:lnTo>
                  <a:pt x="1299867" y="118977"/>
                </a:lnTo>
                <a:lnTo>
                  <a:pt x="1300823" y="118990"/>
                </a:lnTo>
                <a:lnTo>
                  <a:pt x="1301766" y="118996"/>
                </a:lnTo>
                <a:lnTo>
                  <a:pt x="1302691" y="118997"/>
                </a:lnTo>
                <a:lnTo>
                  <a:pt x="1303359" y="118997"/>
                </a:lnTo>
                <a:lnTo>
                  <a:pt x="1304014" y="118994"/>
                </a:lnTo>
                <a:lnTo>
                  <a:pt x="1304655" y="118986"/>
                </a:lnTo>
                <a:lnTo>
                  <a:pt x="1305279" y="118970"/>
                </a:lnTo>
                <a:lnTo>
                  <a:pt x="1305886" y="118943"/>
                </a:lnTo>
                <a:lnTo>
                  <a:pt x="1306474" y="118904"/>
                </a:lnTo>
                <a:lnTo>
                  <a:pt x="1307042" y="118849"/>
                </a:lnTo>
                <a:lnTo>
                  <a:pt x="1307589" y="118776"/>
                </a:lnTo>
                <a:lnTo>
                  <a:pt x="1308113" y="118682"/>
                </a:lnTo>
                <a:lnTo>
                  <a:pt x="1308613" y="118565"/>
                </a:lnTo>
                <a:lnTo>
                  <a:pt x="1309087" y="118422"/>
                </a:lnTo>
                <a:lnTo>
                  <a:pt x="1309535" y="118250"/>
                </a:lnTo>
                <a:lnTo>
                  <a:pt x="1309955" y="118048"/>
                </a:lnTo>
                <a:lnTo>
                  <a:pt x="1310345" y="117811"/>
                </a:lnTo>
                <a:lnTo>
                  <a:pt x="1310704" y="117538"/>
                </a:lnTo>
                <a:lnTo>
                  <a:pt x="1311031" y="117227"/>
                </a:lnTo>
                <a:lnTo>
                  <a:pt x="1311325" y="116874"/>
                </a:lnTo>
                <a:lnTo>
                  <a:pt x="1311584" y="116476"/>
                </a:lnTo>
                <a:lnTo>
                  <a:pt x="1311806" y="116033"/>
                </a:lnTo>
                <a:lnTo>
                  <a:pt x="1311992" y="115539"/>
                </a:lnTo>
                <a:lnTo>
                  <a:pt x="1312138" y="114994"/>
                </a:lnTo>
                <a:lnTo>
                  <a:pt x="1312244" y="114395"/>
                </a:lnTo>
                <a:lnTo>
                  <a:pt x="1312309" y="113738"/>
                </a:lnTo>
                <a:lnTo>
                  <a:pt x="1312331" y="113022"/>
                </a:lnTo>
                <a:lnTo>
                  <a:pt x="1312306" y="112329"/>
                </a:lnTo>
                <a:lnTo>
                  <a:pt x="1312234" y="111693"/>
                </a:lnTo>
                <a:lnTo>
                  <a:pt x="1312118" y="111113"/>
                </a:lnTo>
                <a:lnTo>
                  <a:pt x="1311960" y="110585"/>
                </a:lnTo>
                <a:lnTo>
                  <a:pt x="1311764" y="110108"/>
                </a:lnTo>
                <a:lnTo>
                  <a:pt x="1311532" y="109678"/>
                </a:lnTo>
                <a:close/>
                <a:moveTo>
                  <a:pt x="1279630" y="96414"/>
                </a:moveTo>
                <a:lnTo>
                  <a:pt x="1279561" y="96940"/>
                </a:lnTo>
                <a:lnTo>
                  <a:pt x="1279469" y="97462"/>
                </a:lnTo>
                <a:lnTo>
                  <a:pt x="1279351" y="97979"/>
                </a:lnTo>
                <a:lnTo>
                  <a:pt x="1279204" y="98491"/>
                </a:lnTo>
                <a:lnTo>
                  <a:pt x="1279024" y="98999"/>
                </a:lnTo>
                <a:lnTo>
                  <a:pt x="1278808" y="99501"/>
                </a:lnTo>
                <a:lnTo>
                  <a:pt x="1278553" y="99999"/>
                </a:lnTo>
                <a:lnTo>
                  <a:pt x="1278255" y="100491"/>
                </a:lnTo>
                <a:lnTo>
                  <a:pt x="1277912" y="100978"/>
                </a:lnTo>
                <a:lnTo>
                  <a:pt x="1277520" y="101460"/>
                </a:lnTo>
                <a:lnTo>
                  <a:pt x="1277076" y="101937"/>
                </a:lnTo>
                <a:lnTo>
                  <a:pt x="1276576" y="102408"/>
                </a:lnTo>
                <a:lnTo>
                  <a:pt x="1276017" y="102874"/>
                </a:lnTo>
                <a:lnTo>
                  <a:pt x="1275396" y="103334"/>
                </a:lnTo>
                <a:lnTo>
                  <a:pt x="1274711" y="103788"/>
                </a:lnTo>
                <a:lnTo>
                  <a:pt x="1273956" y="104237"/>
                </a:lnTo>
                <a:lnTo>
                  <a:pt x="1273130" y="104680"/>
                </a:lnTo>
                <a:lnTo>
                  <a:pt x="1272229" y="105117"/>
                </a:lnTo>
                <a:lnTo>
                  <a:pt x="1271353" y="105507"/>
                </a:lnTo>
                <a:lnTo>
                  <a:pt x="1270463" y="105864"/>
                </a:lnTo>
                <a:lnTo>
                  <a:pt x="1269562" y="106190"/>
                </a:lnTo>
                <a:lnTo>
                  <a:pt x="1268655" y="106487"/>
                </a:lnTo>
                <a:lnTo>
                  <a:pt x="1267746" y="106755"/>
                </a:lnTo>
                <a:lnTo>
                  <a:pt x="1266837" y="106996"/>
                </a:lnTo>
                <a:lnTo>
                  <a:pt x="1265934" y="107213"/>
                </a:lnTo>
                <a:lnTo>
                  <a:pt x="1265039" y="107405"/>
                </a:lnTo>
                <a:lnTo>
                  <a:pt x="1264157" y="107574"/>
                </a:lnTo>
                <a:lnTo>
                  <a:pt x="1263292" y="107723"/>
                </a:lnTo>
                <a:lnTo>
                  <a:pt x="1262447" y="107851"/>
                </a:lnTo>
                <a:lnTo>
                  <a:pt x="1261626" y="107961"/>
                </a:lnTo>
                <a:lnTo>
                  <a:pt x="1260834" y="108055"/>
                </a:lnTo>
                <a:lnTo>
                  <a:pt x="1260073" y="108133"/>
                </a:lnTo>
                <a:lnTo>
                  <a:pt x="1259348" y="108196"/>
                </a:lnTo>
                <a:lnTo>
                  <a:pt x="1258663" y="108247"/>
                </a:lnTo>
                <a:lnTo>
                  <a:pt x="1258022" y="108287"/>
                </a:lnTo>
                <a:lnTo>
                  <a:pt x="1257427" y="108317"/>
                </a:lnTo>
                <a:lnTo>
                  <a:pt x="1256884" y="108338"/>
                </a:lnTo>
                <a:lnTo>
                  <a:pt x="1256396" y="108353"/>
                </a:lnTo>
                <a:lnTo>
                  <a:pt x="1255967" y="108362"/>
                </a:lnTo>
                <a:lnTo>
                  <a:pt x="1255601" y="108366"/>
                </a:lnTo>
                <a:lnTo>
                  <a:pt x="1255301" y="108368"/>
                </a:lnTo>
                <a:lnTo>
                  <a:pt x="1255072" y="108368"/>
                </a:lnTo>
                <a:lnTo>
                  <a:pt x="1253599" y="108334"/>
                </a:lnTo>
                <a:lnTo>
                  <a:pt x="1252170" y="108235"/>
                </a:lnTo>
                <a:lnTo>
                  <a:pt x="1250786" y="108072"/>
                </a:lnTo>
                <a:lnTo>
                  <a:pt x="1249450" y="107848"/>
                </a:lnTo>
                <a:lnTo>
                  <a:pt x="1248162" y="107565"/>
                </a:lnTo>
                <a:lnTo>
                  <a:pt x="1246925" y="107226"/>
                </a:lnTo>
                <a:lnTo>
                  <a:pt x="1245741" y="106834"/>
                </a:lnTo>
                <a:lnTo>
                  <a:pt x="1244610" y="106390"/>
                </a:lnTo>
                <a:lnTo>
                  <a:pt x="1243535" y="105897"/>
                </a:lnTo>
                <a:lnTo>
                  <a:pt x="1242517" y="105358"/>
                </a:lnTo>
                <a:lnTo>
                  <a:pt x="1241558" y="104775"/>
                </a:lnTo>
                <a:lnTo>
                  <a:pt x="1240659" y="104151"/>
                </a:lnTo>
                <a:lnTo>
                  <a:pt x="1239823" y="103487"/>
                </a:lnTo>
                <a:lnTo>
                  <a:pt x="1239051" y="102786"/>
                </a:lnTo>
                <a:lnTo>
                  <a:pt x="1238344" y="102051"/>
                </a:lnTo>
                <a:lnTo>
                  <a:pt x="1237704" y="101284"/>
                </a:lnTo>
                <a:lnTo>
                  <a:pt x="1237134" y="100488"/>
                </a:lnTo>
                <a:lnTo>
                  <a:pt x="1236634" y="99665"/>
                </a:lnTo>
                <a:lnTo>
                  <a:pt x="1236207" y="98817"/>
                </a:lnTo>
                <a:lnTo>
                  <a:pt x="1235853" y="97947"/>
                </a:lnTo>
                <a:lnTo>
                  <a:pt x="1235575" y="97057"/>
                </a:lnTo>
                <a:lnTo>
                  <a:pt x="1235375" y="96150"/>
                </a:lnTo>
                <a:lnTo>
                  <a:pt x="1235253" y="95228"/>
                </a:lnTo>
                <a:lnTo>
                  <a:pt x="1235212" y="94293"/>
                </a:lnTo>
                <a:lnTo>
                  <a:pt x="1235298" y="93125"/>
                </a:lnTo>
                <a:lnTo>
                  <a:pt x="1235555" y="91982"/>
                </a:lnTo>
                <a:lnTo>
                  <a:pt x="1235979" y="90866"/>
                </a:lnTo>
                <a:lnTo>
                  <a:pt x="1236570" y="89780"/>
                </a:lnTo>
                <a:lnTo>
                  <a:pt x="1237324" y="88726"/>
                </a:lnTo>
                <a:lnTo>
                  <a:pt x="1238240" y="87704"/>
                </a:lnTo>
                <a:lnTo>
                  <a:pt x="1239315" y="86717"/>
                </a:lnTo>
                <a:lnTo>
                  <a:pt x="1240546" y="85766"/>
                </a:lnTo>
                <a:lnTo>
                  <a:pt x="1241933" y="84854"/>
                </a:lnTo>
                <a:lnTo>
                  <a:pt x="1243471" y="83981"/>
                </a:lnTo>
                <a:lnTo>
                  <a:pt x="1245160" y="83150"/>
                </a:lnTo>
                <a:lnTo>
                  <a:pt x="1246997" y="82363"/>
                </a:lnTo>
                <a:lnTo>
                  <a:pt x="1248979" y="81620"/>
                </a:lnTo>
                <a:lnTo>
                  <a:pt x="1251105" y="80925"/>
                </a:lnTo>
                <a:lnTo>
                  <a:pt x="1253371" y="80278"/>
                </a:lnTo>
                <a:lnTo>
                  <a:pt x="1255777" y="79682"/>
                </a:lnTo>
                <a:lnTo>
                  <a:pt x="1258319" y="79138"/>
                </a:lnTo>
                <a:lnTo>
                  <a:pt x="1260995" y="78648"/>
                </a:lnTo>
                <a:lnTo>
                  <a:pt x="1263804" y="78214"/>
                </a:lnTo>
                <a:lnTo>
                  <a:pt x="1266742" y="77837"/>
                </a:lnTo>
                <a:lnTo>
                  <a:pt x="1269808" y="77519"/>
                </a:lnTo>
                <a:lnTo>
                  <a:pt x="1272999" y="77262"/>
                </a:lnTo>
                <a:lnTo>
                  <a:pt x="1276313" y="77068"/>
                </a:lnTo>
                <a:lnTo>
                  <a:pt x="1279748" y="76939"/>
                </a:lnTo>
                <a:lnTo>
                  <a:pt x="1279748" y="93164"/>
                </a:lnTo>
                <a:lnTo>
                  <a:pt x="1279747" y="93716"/>
                </a:lnTo>
                <a:lnTo>
                  <a:pt x="1279743" y="94264"/>
                </a:lnTo>
                <a:lnTo>
                  <a:pt x="1279733" y="94808"/>
                </a:lnTo>
                <a:lnTo>
                  <a:pt x="1279713" y="95347"/>
                </a:lnTo>
                <a:lnTo>
                  <a:pt x="1279680" y="95883"/>
                </a:lnTo>
                <a:lnTo>
                  <a:pt x="1279630" y="96414"/>
                </a:lnTo>
                <a:close/>
                <a:moveTo>
                  <a:pt x="1604482" y="94811"/>
                </a:moveTo>
                <a:lnTo>
                  <a:pt x="1604195" y="94451"/>
                </a:lnTo>
                <a:lnTo>
                  <a:pt x="1603881" y="94131"/>
                </a:lnTo>
                <a:lnTo>
                  <a:pt x="1603543" y="93849"/>
                </a:lnTo>
                <a:lnTo>
                  <a:pt x="1603187" y="93602"/>
                </a:lnTo>
                <a:lnTo>
                  <a:pt x="1602815" y="93388"/>
                </a:lnTo>
                <a:lnTo>
                  <a:pt x="1602434" y="93205"/>
                </a:lnTo>
                <a:lnTo>
                  <a:pt x="1602046" y="93049"/>
                </a:lnTo>
                <a:lnTo>
                  <a:pt x="1601657" y="92920"/>
                </a:lnTo>
                <a:lnTo>
                  <a:pt x="1601270" y="92814"/>
                </a:lnTo>
                <a:lnTo>
                  <a:pt x="1600890" y="92729"/>
                </a:lnTo>
                <a:lnTo>
                  <a:pt x="1600522" y="92662"/>
                </a:lnTo>
                <a:lnTo>
                  <a:pt x="1600169" y="92613"/>
                </a:lnTo>
                <a:lnTo>
                  <a:pt x="1599837" y="92577"/>
                </a:lnTo>
                <a:lnTo>
                  <a:pt x="1599529" y="92553"/>
                </a:lnTo>
                <a:lnTo>
                  <a:pt x="1599249" y="92539"/>
                </a:lnTo>
                <a:lnTo>
                  <a:pt x="1599003" y="92531"/>
                </a:lnTo>
                <a:lnTo>
                  <a:pt x="1598794" y="92529"/>
                </a:lnTo>
                <a:lnTo>
                  <a:pt x="1598627" y="92528"/>
                </a:lnTo>
                <a:lnTo>
                  <a:pt x="1598203" y="92531"/>
                </a:lnTo>
                <a:lnTo>
                  <a:pt x="1597799" y="92542"/>
                </a:lnTo>
                <a:lnTo>
                  <a:pt x="1597413" y="92560"/>
                </a:lnTo>
                <a:lnTo>
                  <a:pt x="1597045" y="92588"/>
                </a:lnTo>
                <a:lnTo>
                  <a:pt x="1596693" y="92626"/>
                </a:lnTo>
                <a:lnTo>
                  <a:pt x="1596359" y="92676"/>
                </a:lnTo>
                <a:lnTo>
                  <a:pt x="1596039" y="92738"/>
                </a:lnTo>
                <a:lnTo>
                  <a:pt x="1595735" y="92814"/>
                </a:lnTo>
                <a:lnTo>
                  <a:pt x="1595445" y="92905"/>
                </a:lnTo>
                <a:lnTo>
                  <a:pt x="1595168" y="93012"/>
                </a:lnTo>
                <a:lnTo>
                  <a:pt x="1594903" y="93135"/>
                </a:lnTo>
                <a:lnTo>
                  <a:pt x="1594651" y="93277"/>
                </a:lnTo>
                <a:lnTo>
                  <a:pt x="1594409" y="93438"/>
                </a:lnTo>
                <a:lnTo>
                  <a:pt x="1594178" y="93619"/>
                </a:lnTo>
                <a:lnTo>
                  <a:pt x="1593956" y="93821"/>
                </a:lnTo>
                <a:lnTo>
                  <a:pt x="1593743" y="94045"/>
                </a:lnTo>
                <a:lnTo>
                  <a:pt x="1593538" y="94294"/>
                </a:lnTo>
                <a:lnTo>
                  <a:pt x="1593340" y="94566"/>
                </a:lnTo>
                <a:lnTo>
                  <a:pt x="1593149" y="94865"/>
                </a:lnTo>
                <a:lnTo>
                  <a:pt x="1592963" y="95190"/>
                </a:lnTo>
                <a:lnTo>
                  <a:pt x="1592783" y="95543"/>
                </a:lnTo>
                <a:lnTo>
                  <a:pt x="1592607" y="95924"/>
                </a:lnTo>
                <a:lnTo>
                  <a:pt x="1592434" y="96336"/>
                </a:lnTo>
                <a:lnTo>
                  <a:pt x="1592264" y="96779"/>
                </a:lnTo>
                <a:lnTo>
                  <a:pt x="1591703" y="97967"/>
                </a:lnTo>
                <a:lnTo>
                  <a:pt x="1591082" y="99073"/>
                </a:lnTo>
                <a:lnTo>
                  <a:pt x="1590406" y="100100"/>
                </a:lnTo>
                <a:lnTo>
                  <a:pt x="1589681" y="101051"/>
                </a:lnTo>
                <a:lnTo>
                  <a:pt x="1588911" y="101929"/>
                </a:lnTo>
                <a:lnTo>
                  <a:pt x="1588101" y="102736"/>
                </a:lnTo>
                <a:lnTo>
                  <a:pt x="1587256" y="103476"/>
                </a:lnTo>
                <a:lnTo>
                  <a:pt x="1586380" y="104150"/>
                </a:lnTo>
                <a:lnTo>
                  <a:pt x="1585479" y="104763"/>
                </a:lnTo>
                <a:lnTo>
                  <a:pt x="1584558" y="105315"/>
                </a:lnTo>
                <a:lnTo>
                  <a:pt x="1583620" y="105811"/>
                </a:lnTo>
                <a:lnTo>
                  <a:pt x="1582672" y="106253"/>
                </a:lnTo>
                <a:lnTo>
                  <a:pt x="1581718" y="106644"/>
                </a:lnTo>
                <a:lnTo>
                  <a:pt x="1580763" y="106986"/>
                </a:lnTo>
                <a:lnTo>
                  <a:pt x="1579811" y="107282"/>
                </a:lnTo>
                <a:lnTo>
                  <a:pt x="1578868" y="107536"/>
                </a:lnTo>
                <a:lnTo>
                  <a:pt x="1577939" y="107749"/>
                </a:lnTo>
                <a:lnTo>
                  <a:pt x="1577027" y="107925"/>
                </a:lnTo>
                <a:lnTo>
                  <a:pt x="1576139" y="108067"/>
                </a:lnTo>
                <a:lnTo>
                  <a:pt x="1575278" y="108176"/>
                </a:lnTo>
                <a:lnTo>
                  <a:pt x="1574451" y="108256"/>
                </a:lnTo>
                <a:lnTo>
                  <a:pt x="1573661" y="108310"/>
                </a:lnTo>
                <a:lnTo>
                  <a:pt x="1572913" y="108341"/>
                </a:lnTo>
                <a:lnTo>
                  <a:pt x="1572213" y="108350"/>
                </a:lnTo>
                <a:lnTo>
                  <a:pt x="1570407" y="108300"/>
                </a:lnTo>
                <a:lnTo>
                  <a:pt x="1568605" y="108151"/>
                </a:lnTo>
                <a:lnTo>
                  <a:pt x="1566813" y="107903"/>
                </a:lnTo>
                <a:lnTo>
                  <a:pt x="1565037" y="107559"/>
                </a:lnTo>
                <a:lnTo>
                  <a:pt x="1563279" y="107119"/>
                </a:lnTo>
                <a:lnTo>
                  <a:pt x="1561547" y="106584"/>
                </a:lnTo>
                <a:lnTo>
                  <a:pt x="1559844" y="105956"/>
                </a:lnTo>
                <a:lnTo>
                  <a:pt x="1558176" y="105235"/>
                </a:lnTo>
                <a:lnTo>
                  <a:pt x="1556547" y="104424"/>
                </a:lnTo>
                <a:lnTo>
                  <a:pt x="1554962" y="103522"/>
                </a:lnTo>
                <a:lnTo>
                  <a:pt x="1553427" y="102531"/>
                </a:lnTo>
                <a:lnTo>
                  <a:pt x="1551947" y="101453"/>
                </a:lnTo>
                <a:lnTo>
                  <a:pt x="1550525" y="100288"/>
                </a:lnTo>
                <a:lnTo>
                  <a:pt x="1549168" y="99038"/>
                </a:lnTo>
                <a:lnTo>
                  <a:pt x="1547880" y="97703"/>
                </a:lnTo>
                <a:lnTo>
                  <a:pt x="1546665" y="96285"/>
                </a:lnTo>
                <a:lnTo>
                  <a:pt x="1545530" y="94786"/>
                </a:lnTo>
                <a:lnTo>
                  <a:pt x="1544479" y="93206"/>
                </a:lnTo>
                <a:lnTo>
                  <a:pt x="1543516" y="91546"/>
                </a:lnTo>
                <a:lnTo>
                  <a:pt x="1542648" y="89808"/>
                </a:lnTo>
                <a:lnTo>
                  <a:pt x="1541878" y="87992"/>
                </a:lnTo>
                <a:lnTo>
                  <a:pt x="1541212" y="86100"/>
                </a:lnTo>
                <a:lnTo>
                  <a:pt x="1540654" y="84134"/>
                </a:lnTo>
                <a:lnTo>
                  <a:pt x="1540210" y="82093"/>
                </a:lnTo>
                <a:lnTo>
                  <a:pt x="1597663" y="82093"/>
                </a:lnTo>
                <a:lnTo>
                  <a:pt x="1598166" y="82093"/>
                </a:lnTo>
                <a:lnTo>
                  <a:pt x="1598665" y="82089"/>
                </a:lnTo>
                <a:lnTo>
                  <a:pt x="1599156" y="82079"/>
                </a:lnTo>
                <a:lnTo>
                  <a:pt x="1599639" y="82060"/>
                </a:lnTo>
                <a:lnTo>
                  <a:pt x="1600113" y="82029"/>
                </a:lnTo>
                <a:lnTo>
                  <a:pt x="1600575" y="81982"/>
                </a:lnTo>
                <a:lnTo>
                  <a:pt x="1601025" y="81916"/>
                </a:lnTo>
                <a:lnTo>
                  <a:pt x="1601461" y="81829"/>
                </a:lnTo>
                <a:lnTo>
                  <a:pt x="1601881" y="81717"/>
                </a:lnTo>
                <a:lnTo>
                  <a:pt x="1602285" y="81577"/>
                </a:lnTo>
                <a:lnTo>
                  <a:pt x="1602670" y="81406"/>
                </a:lnTo>
                <a:lnTo>
                  <a:pt x="1603036" y="81202"/>
                </a:lnTo>
                <a:lnTo>
                  <a:pt x="1603380" y="80960"/>
                </a:lnTo>
                <a:lnTo>
                  <a:pt x="1603702" y="80677"/>
                </a:lnTo>
                <a:lnTo>
                  <a:pt x="1604001" y="80352"/>
                </a:lnTo>
                <a:lnTo>
                  <a:pt x="1604273" y="79980"/>
                </a:lnTo>
                <a:lnTo>
                  <a:pt x="1604520" y="79559"/>
                </a:lnTo>
                <a:lnTo>
                  <a:pt x="1604737" y="79084"/>
                </a:lnTo>
                <a:lnTo>
                  <a:pt x="1604926" y="78555"/>
                </a:lnTo>
                <a:lnTo>
                  <a:pt x="1605083" y="77966"/>
                </a:lnTo>
                <a:lnTo>
                  <a:pt x="1605208" y="77316"/>
                </a:lnTo>
                <a:lnTo>
                  <a:pt x="1605299" y="76600"/>
                </a:lnTo>
                <a:lnTo>
                  <a:pt x="1605354" y="75816"/>
                </a:lnTo>
                <a:lnTo>
                  <a:pt x="1605373" y="74962"/>
                </a:lnTo>
                <a:lnTo>
                  <a:pt x="1605309" y="72231"/>
                </a:lnTo>
                <a:lnTo>
                  <a:pt x="1605116" y="69539"/>
                </a:lnTo>
                <a:lnTo>
                  <a:pt x="1604794" y="66893"/>
                </a:lnTo>
                <a:lnTo>
                  <a:pt x="1604343" y="64300"/>
                </a:lnTo>
                <a:lnTo>
                  <a:pt x="1603763" y="61766"/>
                </a:lnTo>
                <a:lnTo>
                  <a:pt x="1603054" y="59299"/>
                </a:lnTo>
                <a:lnTo>
                  <a:pt x="1602215" y="56905"/>
                </a:lnTo>
                <a:lnTo>
                  <a:pt x="1601246" y="54591"/>
                </a:lnTo>
                <a:lnTo>
                  <a:pt x="1600147" y="52365"/>
                </a:lnTo>
                <a:lnTo>
                  <a:pt x="1598919" y="50232"/>
                </a:lnTo>
                <a:lnTo>
                  <a:pt x="1597560" y="48200"/>
                </a:lnTo>
                <a:lnTo>
                  <a:pt x="1596071" y="46276"/>
                </a:lnTo>
                <a:lnTo>
                  <a:pt x="1594451" y="44467"/>
                </a:lnTo>
                <a:lnTo>
                  <a:pt x="1592701" y="42778"/>
                </a:lnTo>
                <a:lnTo>
                  <a:pt x="1590820" y="41218"/>
                </a:lnTo>
                <a:lnTo>
                  <a:pt x="1588807" y="39793"/>
                </a:lnTo>
                <a:lnTo>
                  <a:pt x="1586664" y="38510"/>
                </a:lnTo>
                <a:lnTo>
                  <a:pt x="1584389" y="37376"/>
                </a:lnTo>
                <a:lnTo>
                  <a:pt x="1581983" y="36397"/>
                </a:lnTo>
                <a:lnTo>
                  <a:pt x="1579444" y="35581"/>
                </a:lnTo>
                <a:lnTo>
                  <a:pt x="1576774" y="34935"/>
                </a:lnTo>
                <a:lnTo>
                  <a:pt x="1573972" y="34464"/>
                </a:lnTo>
                <a:lnTo>
                  <a:pt x="1571038" y="34177"/>
                </a:lnTo>
                <a:lnTo>
                  <a:pt x="1567971" y="34080"/>
                </a:lnTo>
                <a:lnTo>
                  <a:pt x="1565127" y="34179"/>
                </a:lnTo>
                <a:lnTo>
                  <a:pt x="1562336" y="34473"/>
                </a:lnTo>
                <a:lnTo>
                  <a:pt x="1559603" y="34955"/>
                </a:lnTo>
                <a:lnTo>
                  <a:pt x="1556935" y="35618"/>
                </a:lnTo>
                <a:lnTo>
                  <a:pt x="1554337" y="36457"/>
                </a:lnTo>
                <a:lnTo>
                  <a:pt x="1551816" y="37464"/>
                </a:lnTo>
                <a:lnTo>
                  <a:pt x="1549377" y="38633"/>
                </a:lnTo>
                <a:lnTo>
                  <a:pt x="1547028" y="39958"/>
                </a:lnTo>
                <a:lnTo>
                  <a:pt x="1544774" y="41432"/>
                </a:lnTo>
                <a:lnTo>
                  <a:pt x="1542621" y="43050"/>
                </a:lnTo>
                <a:lnTo>
                  <a:pt x="1540575" y="44803"/>
                </a:lnTo>
                <a:lnTo>
                  <a:pt x="1538643" y="46687"/>
                </a:lnTo>
                <a:lnTo>
                  <a:pt x="1536830" y="48694"/>
                </a:lnTo>
                <a:lnTo>
                  <a:pt x="1535143" y="50818"/>
                </a:lnTo>
                <a:lnTo>
                  <a:pt x="1533587" y="53053"/>
                </a:lnTo>
                <a:lnTo>
                  <a:pt x="1532169" y="55392"/>
                </a:lnTo>
                <a:lnTo>
                  <a:pt x="1530896" y="57829"/>
                </a:lnTo>
                <a:lnTo>
                  <a:pt x="1529772" y="60357"/>
                </a:lnTo>
                <a:lnTo>
                  <a:pt x="1528804" y="62971"/>
                </a:lnTo>
                <a:lnTo>
                  <a:pt x="1527999" y="65662"/>
                </a:lnTo>
                <a:lnTo>
                  <a:pt x="1527362" y="68425"/>
                </a:lnTo>
                <a:lnTo>
                  <a:pt x="1526899" y="71254"/>
                </a:lnTo>
                <a:lnTo>
                  <a:pt x="1526617" y="74142"/>
                </a:lnTo>
                <a:lnTo>
                  <a:pt x="1526522" y="77083"/>
                </a:lnTo>
                <a:lnTo>
                  <a:pt x="1526622" y="80005"/>
                </a:lnTo>
                <a:lnTo>
                  <a:pt x="1526919" y="82878"/>
                </a:lnTo>
                <a:lnTo>
                  <a:pt x="1527407" y="85696"/>
                </a:lnTo>
                <a:lnTo>
                  <a:pt x="1528079" y="88451"/>
                </a:lnTo>
                <a:lnTo>
                  <a:pt x="1528930" y="91136"/>
                </a:lnTo>
                <a:lnTo>
                  <a:pt x="1529953" y="93746"/>
                </a:lnTo>
                <a:lnTo>
                  <a:pt x="1531142" y="96274"/>
                </a:lnTo>
                <a:lnTo>
                  <a:pt x="1532491" y="98712"/>
                </a:lnTo>
                <a:lnTo>
                  <a:pt x="1533994" y="101054"/>
                </a:lnTo>
                <a:lnTo>
                  <a:pt x="1535645" y="103294"/>
                </a:lnTo>
                <a:lnTo>
                  <a:pt x="1537438" y="105424"/>
                </a:lnTo>
                <a:lnTo>
                  <a:pt x="1539366" y="107439"/>
                </a:lnTo>
                <a:lnTo>
                  <a:pt x="1541424" y="109330"/>
                </a:lnTo>
                <a:lnTo>
                  <a:pt x="1543605" y="111092"/>
                </a:lnTo>
                <a:lnTo>
                  <a:pt x="1545904" y="112719"/>
                </a:lnTo>
                <a:lnTo>
                  <a:pt x="1548314" y="114202"/>
                </a:lnTo>
                <a:lnTo>
                  <a:pt x="1550829" y="115536"/>
                </a:lnTo>
                <a:lnTo>
                  <a:pt x="1553443" y="116714"/>
                </a:lnTo>
                <a:lnTo>
                  <a:pt x="1556150" y="117729"/>
                </a:lnTo>
                <a:lnTo>
                  <a:pt x="1558943" y="118574"/>
                </a:lnTo>
                <a:lnTo>
                  <a:pt x="1561817" y="119244"/>
                </a:lnTo>
                <a:lnTo>
                  <a:pt x="1564766" y="119730"/>
                </a:lnTo>
                <a:lnTo>
                  <a:pt x="1567783" y="120027"/>
                </a:lnTo>
                <a:lnTo>
                  <a:pt x="1570863" y="120127"/>
                </a:lnTo>
                <a:lnTo>
                  <a:pt x="1573959" y="120039"/>
                </a:lnTo>
                <a:lnTo>
                  <a:pt x="1576888" y="119783"/>
                </a:lnTo>
                <a:lnTo>
                  <a:pt x="1579653" y="119372"/>
                </a:lnTo>
                <a:lnTo>
                  <a:pt x="1582256" y="118819"/>
                </a:lnTo>
                <a:lnTo>
                  <a:pt x="1584701" y="118137"/>
                </a:lnTo>
                <a:lnTo>
                  <a:pt x="1586992" y="117339"/>
                </a:lnTo>
                <a:lnTo>
                  <a:pt x="1589130" y="116438"/>
                </a:lnTo>
                <a:lnTo>
                  <a:pt x="1591121" y="115447"/>
                </a:lnTo>
                <a:lnTo>
                  <a:pt x="1592966" y="114379"/>
                </a:lnTo>
                <a:lnTo>
                  <a:pt x="1594669" y="113247"/>
                </a:lnTo>
                <a:lnTo>
                  <a:pt x="1596233" y="112064"/>
                </a:lnTo>
                <a:lnTo>
                  <a:pt x="1597661" y="110843"/>
                </a:lnTo>
                <a:lnTo>
                  <a:pt x="1598957" y="109596"/>
                </a:lnTo>
                <a:lnTo>
                  <a:pt x="1600124" y="108338"/>
                </a:lnTo>
                <a:lnTo>
                  <a:pt x="1601164" y="107080"/>
                </a:lnTo>
                <a:lnTo>
                  <a:pt x="1602081" y="105836"/>
                </a:lnTo>
                <a:lnTo>
                  <a:pt x="1602879" y="104619"/>
                </a:lnTo>
                <a:lnTo>
                  <a:pt x="1603560" y="103441"/>
                </a:lnTo>
                <a:lnTo>
                  <a:pt x="1604127" y="102316"/>
                </a:lnTo>
                <a:lnTo>
                  <a:pt x="1604584" y="101257"/>
                </a:lnTo>
                <a:lnTo>
                  <a:pt x="1604934" y="100276"/>
                </a:lnTo>
                <a:lnTo>
                  <a:pt x="1605180" y="99387"/>
                </a:lnTo>
                <a:lnTo>
                  <a:pt x="1605325" y="98603"/>
                </a:lnTo>
                <a:lnTo>
                  <a:pt x="1605373" y="97937"/>
                </a:lnTo>
                <a:lnTo>
                  <a:pt x="1605345" y="97290"/>
                </a:lnTo>
                <a:lnTo>
                  <a:pt x="1605262" y="96696"/>
                </a:lnTo>
                <a:lnTo>
                  <a:pt x="1605130" y="96153"/>
                </a:lnTo>
                <a:lnTo>
                  <a:pt x="1604954" y="95659"/>
                </a:lnTo>
                <a:lnTo>
                  <a:pt x="1604736" y="95213"/>
                </a:lnTo>
                <a:lnTo>
                  <a:pt x="1604482" y="94811"/>
                </a:lnTo>
                <a:close/>
                <a:moveTo>
                  <a:pt x="1543161" y="62243"/>
                </a:moveTo>
                <a:lnTo>
                  <a:pt x="1543952" y="60730"/>
                </a:lnTo>
                <a:lnTo>
                  <a:pt x="1544816" y="59270"/>
                </a:lnTo>
                <a:lnTo>
                  <a:pt x="1545751" y="57869"/>
                </a:lnTo>
                <a:lnTo>
                  <a:pt x="1546754" y="56529"/>
                </a:lnTo>
                <a:lnTo>
                  <a:pt x="1547821" y="55253"/>
                </a:lnTo>
                <a:lnTo>
                  <a:pt x="1548951" y="54043"/>
                </a:lnTo>
                <a:lnTo>
                  <a:pt x="1550139" y="52905"/>
                </a:lnTo>
                <a:lnTo>
                  <a:pt x="1551384" y="51839"/>
                </a:lnTo>
                <a:lnTo>
                  <a:pt x="1552682" y="50850"/>
                </a:lnTo>
                <a:lnTo>
                  <a:pt x="1554030" y="49940"/>
                </a:lnTo>
                <a:lnTo>
                  <a:pt x="1555426" y="49113"/>
                </a:lnTo>
                <a:lnTo>
                  <a:pt x="1556867" y="48372"/>
                </a:lnTo>
                <a:lnTo>
                  <a:pt x="1558350" y="47719"/>
                </a:lnTo>
                <a:lnTo>
                  <a:pt x="1559873" y="47158"/>
                </a:lnTo>
                <a:lnTo>
                  <a:pt x="1561431" y="46693"/>
                </a:lnTo>
                <a:lnTo>
                  <a:pt x="1563023" y="46325"/>
                </a:lnTo>
                <a:lnTo>
                  <a:pt x="1564646" y="46059"/>
                </a:lnTo>
                <a:lnTo>
                  <a:pt x="1566296" y="45897"/>
                </a:lnTo>
                <a:lnTo>
                  <a:pt x="1567971" y="45842"/>
                </a:lnTo>
                <a:lnTo>
                  <a:pt x="1569234" y="45868"/>
                </a:lnTo>
                <a:lnTo>
                  <a:pt x="1570511" y="45948"/>
                </a:lnTo>
                <a:lnTo>
                  <a:pt x="1571797" y="46088"/>
                </a:lnTo>
                <a:lnTo>
                  <a:pt x="1573088" y="46291"/>
                </a:lnTo>
                <a:lnTo>
                  <a:pt x="1574378" y="46562"/>
                </a:lnTo>
                <a:lnTo>
                  <a:pt x="1575662" y="46906"/>
                </a:lnTo>
                <a:lnTo>
                  <a:pt x="1576934" y="47326"/>
                </a:lnTo>
                <a:lnTo>
                  <a:pt x="1578189" y="47828"/>
                </a:lnTo>
                <a:lnTo>
                  <a:pt x="1579422" y="48415"/>
                </a:lnTo>
                <a:lnTo>
                  <a:pt x="1580628" y="49092"/>
                </a:lnTo>
                <a:lnTo>
                  <a:pt x="1581801" y="49865"/>
                </a:lnTo>
                <a:lnTo>
                  <a:pt x="1582937" y="50736"/>
                </a:lnTo>
                <a:lnTo>
                  <a:pt x="1584029" y="51710"/>
                </a:lnTo>
                <a:lnTo>
                  <a:pt x="1585072" y="52792"/>
                </a:lnTo>
                <a:lnTo>
                  <a:pt x="1586062" y="53987"/>
                </a:lnTo>
                <a:lnTo>
                  <a:pt x="1586993" y="55299"/>
                </a:lnTo>
                <a:lnTo>
                  <a:pt x="1587860" y="56731"/>
                </a:lnTo>
                <a:lnTo>
                  <a:pt x="1588657" y="58289"/>
                </a:lnTo>
                <a:lnTo>
                  <a:pt x="1589380" y="59978"/>
                </a:lnTo>
                <a:lnTo>
                  <a:pt x="1590022" y="61800"/>
                </a:lnTo>
                <a:lnTo>
                  <a:pt x="1590579" y="63762"/>
                </a:lnTo>
                <a:lnTo>
                  <a:pt x="1591045" y="65867"/>
                </a:lnTo>
                <a:lnTo>
                  <a:pt x="1591416" y="68120"/>
                </a:lnTo>
                <a:lnTo>
                  <a:pt x="1591685" y="70525"/>
                </a:lnTo>
                <a:lnTo>
                  <a:pt x="1540404" y="70525"/>
                </a:lnTo>
                <a:lnTo>
                  <a:pt x="1540786" y="68784"/>
                </a:lnTo>
                <a:lnTo>
                  <a:pt x="1541255" y="67082"/>
                </a:lnTo>
                <a:lnTo>
                  <a:pt x="1541809" y="65423"/>
                </a:lnTo>
                <a:lnTo>
                  <a:pt x="1542446" y="63809"/>
                </a:lnTo>
                <a:lnTo>
                  <a:pt x="1543161" y="62243"/>
                </a:lnTo>
                <a:close/>
                <a:moveTo>
                  <a:pt x="287012" y="60369"/>
                </a:moveTo>
                <a:lnTo>
                  <a:pt x="285929" y="57823"/>
                </a:lnTo>
                <a:lnTo>
                  <a:pt x="284703" y="55372"/>
                </a:lnTo>
                <a:lnTo>
                  <a:pt x="283339" y="53023"/>
                </a:lnTo>
                <a:lnTo>
                  <a:pt x="281845" y="50781"/>
                </a:lnTo>
                <a:lnTo>
                  <a:pt x="280225" y="48652"/>
                </a:lnTo>
                <a:lnTo>
                  <a:pt x="278487" y="46643"/>
                </a:lnTo>
                <a:lnTo>
                  <a:pt x="276636" y="44760"/>
                </a:lnTo>
                <a:lnTo>
                  <a:pt x="274680" y="43008"/>
                </a:lnTo>
                <a:lnTo>
                  <a:pt x="272623" y="41394"/>
                </a:lnTo>
                <a:lnTo>
                  <a:pt x="270472" y="39924"/>
                </a:lnTo>
                <a:lnTo>
                  <a:pt x="268233" y="38604"/>
                </a:lnTo>
                <a:lnTo>
                  <a:pt x="265913" y="37441"/>
                </a:lnTo>
                <a:lnTo>
                  <a:pt x="263518" y="36439"/>
                </a:lnTo>
                <a:lnTo>
                  <a:pt x="261053" y="35606"/>
                </a:lnTo>
                <a:lnTo>
                  <a:pt x="258526" y="34948"/>
                </a:lnTo>
                <a:lnTo>
                  <a:pt x="255942" y="34470"/>
                </a:lnTo>
                <a:lnTo>
                  <a:pt x="253307" y="34178"/>
                </a:lnTo>
                <a:lnTo>
                  <a:pt x="250628" y="34080"/>
                </a:lnTo>
                <a:lnTo>
                  <a:pt x="247949" y="34178"/>
                </a:lnTo>
                <a:lnTo>
                  <a:pt x="245315" y="34470"/>
                </a:lnTo>
                <a:lnTo>
                  <a:pt x="242731" y="34948"/>
                </a:lnTo>
                <a:lnTo>
                  <a:pt x="240203" y="35606"/>
                </a:lnTo>
                <a:lnTo>
                  <a:pt x="237739" y="36439"/>
                </a:lnTo>
                <a:lnTo>
                  <a:pt x="235344" y="37441"/>
                </a:lnTo>
                <a:lnTo>
                  <a:pt x="233024" y="38604"/>
                </a:lnTo>
                <a:lnTo>
                  <a:pt x="230785" y="39924"/>
                </a:lnTo>
                <a:lnTo>
                  <a:pt x="228634" y="41394"/>
                </a:lnTo>
                <a:lnTo>
                  <a:pt x="226577" y="43008"/>
                </a:lnTo>
                <a:lnTo>
                  <a:pt x="224620" y="44760"/>
                </a:lnTo>
                <a:lnTo>
                  <a:pt x="222770" y="46643"/>
                </a:lnTo>
                <a:lnTo>
                  <a:pt x="221032" y="48652"/>
                </a:lnTo>
                <a:lnTo>
                  <a:pt x="219412" y="50781"/>
                </a:lnTo>
                <a:lnTo>
                  <a:pt x="217918" y="53023"/>
                </a:lnTo>
                <a:lnTo>
                  <a:pt x="216554" y="55372"/>
                </a:lnTo>
                <a:lnTo>
                  <a:pt x="215328" y="57823"/>
                </a:lnTo>
                <a:lnTo>
                  <a:pt x="214245" y="60369"/>
                </a:lnTo>
                <a:lnTo>
                  <a:pt x="213311" y="63003"/>
                </a:lnTo>
                <a:lnTo>
                  <a:pt x="212534" y="65721"/>
                </a:lnTo>
                <a:lnTo>
                  <a:pt x="211918" y="68515"/>
                </a:lnTo>
                <a:lnTo>
                  <a:pt x="211471" y="71380"/>
                </a:lnTo>
                <a:lnTo>
                  <a:pt x="211198" y="74310"/>
                </a:lnTo>
                <a:lnTo>
                  <a:pt x="211106" y="77298"/>
                </a:lnTo>
                <a:lnTo>
                  <a:pt x="211200" y="80328"/>
                </a:lnTo>
                <a:lnTo>
                  <a:pt x="211478" y="83289"/>
                </a:lnTo>
                <a:lnTo>
                  <a:pt x="211934" y="86175"/>
                </a:lnTo>
                <a:lnTo>
                  <a:pt x="212561" y="88980"/>
                </a:lnTo>
                <a:lnTo>
                  <a:pt x="213351" y="91700"/>
                </a:lnTo>
                <a:lnTo>
                  <a:pt x="214299" y="94330"/>
                </a:lnTo>
                <a:lnTo>
                  <a:pt x="215397" y="96863"/>
                </a:lnTo>
                <a:lnTo>
                  <a:pt x="216640" y="99295"/>
                </a:lnTo>
                <a:lnTo>
                  <a:pt x="218019" y="101620"/>
                </a:lnTo>
                <a:lnTo>
                  <a:pt x="219529" y="103833"/>
                </a:lnTo>
                <a:lnTo>
                  <a:pt x="221163" y="105930"/>
                </a:lnTo>
                <a:lnTo>
                  <a:pt x="222914" y="107903"/>
                </a:lnTo>
                <a:lnTo>
                  <a:pt x="224776" y="109750"/>
                </a:lnTo>
                <a:lnTo>
                  <a:pt x="226741" y="111463"/>
                </a:lnTo>
                <a:lnTo>
                  <a:pt x="228804" y="113038"/>
                </a:lnTo>
                <a:lnTo>
                  <a:pt x="230956" y="114470"/>
                </a:lnTo>
                <a:lnTo>
                  <a:pt x="233193" y="115753"/>
                </a:lnTo>
                <a:lnTo>
                  <a:pt x="235506" y="116882"/>
                </a:lnTo>
                <a:lnTo>
                  <a:pt x="237890" y="117851"/>
                </a:lnTo>
                <a:lnTo>
                  <a:pt x="240337" y="118656"/>
                </a:lnTo>
                <a:lnTo>
                  <a:pt x="242841" y="119292"/>
                </a:lnTo>
                <a:lnTo>
                  <a:pt x="245396" y="119752"/>
                </a:lnTo>
                <a:lnTo>
                  <a:pt x="247994" y="120032"/>
                </a:lnTo>
                <a:lnTo>
                  <a:pt x="250628" y="120127"/>
                </a:lnTo>
                <a:lnTo>
                  <a:pt x="253263" y="120031"/>
                </a:lnTo>
                <a:lnTo>
                  <a:pt x="255861" y="119749"/>
                </a:lnTo>
                <a:lnTo>
                  <a:pt x="258415" y="119284"/>
                </a:lnTo>
                <a:lnTo>
                  <a:pt x="260920" y="118643"/>
                </a:lnTo>
                <a:lnTo>
                  <a:pt x="263367" y="117831"/>
                </a:lnTo>
                <a:lnTo>
                  <a:pt x="265751" y="116854"/>
                </a:lnTo>
                <a:lnTo>
                  <a:pt x="268064" y="115717"/>
                </a:lnTo>
                <a:lnTo>
                  <a:pt x="270300" y="114426"/>
                </a:lnTo>
                <a:lnTo>
                  <a:pt x="272453" y="112987"/>
                </a:lnTo>
                <a:lnTo>
                  <a:pt x="274516" y="111404"/>
                </a:lnTo>
                <a:lnTo>
                  <a:pt x="276481" y="109683"/>
                </a:lnTo>
                <a:lnTo>
                  <a:pt x="278342" y="107831"/>
                </a:lnTo>
                <a:lnTo>
                  <a:pt x="280094" y="105851"/>
                </a:lnTo>
                <a:lnTo>
                  <a:pt x="281728" y="103751"/>
                </a:lnTo>
                <a:lnTo>
                  <a:pt x="283238" y="101535"/>
                </a:lnTo>
                <a:lnTo>
                  <a:pt x="284617" y="99208"/>
                </a:lnTo>
                <a:lnTo>
                  <a:pt x="285860" y="96778"/>
                </a:lnTo>
                <a:lnTo>
                  <a:pt x="286958" y="94248"/>
                </a:lnTo>
                <a:lnTo>
                  <a:pt x="287906" y="91624"/>
                </a:lnTo>
                <a:lnTo>
                  <a:pt x="288696" y="88913"/>
                </a:lnTo>
                <a:lnTo>
                  <a:pt x="289323" y="86119"/>
                </a:lnTo>
                <a:lnTo>
                  <a:pt x="289778" y="83248"/>
                </a:lnTo>
                <a:lnTo>
                  <a:pt x="290057" y="80306"/>
                </a:lnTo>
                <a:lnTo>
                  <a:pt x="290151" y="77298"/>
                </a:lnTo>
                <a:lnTo>
                  <a:pt x="290059" y="74310"/>
                </a:lnTo>
                <a:lnTo>
                  <a:pt x="289786" y="71380"/>
                </a:lnTo>
                <a:lnTo>
                  <a:pt x="289339" y="68515"/>
                </a:lnTo>
                <a:lnTo>
                  <a:pt x="288723" y="65721"/>
                </a:lnTo>
                <a:lnTo>
                  <a:pt x="287945" y="63003"/>
                </a:lnTo>
                <a:lnTo>
                  <a:pt x="287012" y="60369"/>
                </a:lnTo>
                <a:close/>
                <a:moveTo>
                  <a:pt x="274758" y="88584"/>
                </a:moveTo>
                <a:lnTo>
                  <a:pt x="274037" y="90491"/>
                </a:lnTo>
                <a:lnTo>
                  <a:pt x="273221" y="92329"/>
                </a:lnTo>
                <a:lnTo>
                  <a:pt x="272314" y="94092"/>
                </a:lnTo>
                <a:lnTo>
                  <a:pt x="271320" y="95776"/>
                </a:lnTo>
                <a:lnTo>
                  <a:pt x="270244" y="97376"/>
                </a:lnTo>
                <a:lnTo>
                  <a:pt x="269089" y="98887"/>
                </a:lnTo>
                <a:lnTo>
                  <a:pt x="267859" y="100305"/>
                </a:lnTo>
                <a:lnTo>
                  <a:pt x="266560" y="101625"/>
                </a:lnTo>
                <a:lnTo>
                  <a:pt x="265195" y="102842"/>
                </a:lnTo>
                <a:lnTo>
                  <a:pt x="263767" y="103951"/>
                </a:lnTo>
                <a:lnTo>
                  <a:pt x="262283" y="104947"/>
                </a:lnTo>
                <a:lnTo>
                  <a:pt x="260744" y="105826"/>
                </a:lnTo>
                <a:lnTo>
                  <a:pt x="259157" y="106583"/>
                </a:lnTo>
                <a:lnTo>
                  <a:pt x="257525" y="107213"/>
                </a:lnTo>
                <a:lnTo>
                  <a:pt x="255851" y="107711"/>
                </a:lnTo>
                <a:lnTo>
                  <a:pt x="254142" y="108073"/>
                </a:lnTo>
                <a:lnTo>
                  <a:pt x="252399" y="108293"/>
                </a:lnTo>
                <a:lnTo>
                  <a:pt x="250628" y="108368"/>
                </a:lnTo>
                <a:lnTo>
                  <a:pt x="248858" y="108293"/>
                </a:lnTo>
                <a:lnTo>
                  <a:pt x="247115" y="108073"/>
                </a:lnTo>
                <a:lnTo>
                  <a:pt x="245405" y="107711"/>
                </a:lnTo>
                <a:lnTo>
                  <a:pt x="243732" y="107213"/>
                </a:lnTo>
                <a:lnTo>
                  <a:pt x="242100" y="106583"/>
                </a:lnTo>
                <a:lnTo>
                  <a:pt x="240512" y="105826"/>
                </a:lnTo>
                <a:lnTo>
                  <a:pt x="238974" y="104947"/>
                </a:lnTo>
                <a:lnTo>
                  <a:pt x="237489" y="103951"/>
                </a:lnTo>
                <a:lnTo>
                  <a:pt x="236062" y="102842"/>
                </a:lnTo>
                <a:lnTo>
                  <a:pt x="234697" y="101625"/>
                </a:lnTo>
                <a:lnTo>
                  <a:pt x="233397" y="100305"/>
                </a:lnTo>
                <a:lnTo>
                  <a:pt x="232168" y="98887"/>
                </a:lnTo>
                <a:lnTo>
                  <a:pt x="231013" y="97376"/>
                </a:lnTo>
                <a:lnTo>
                  <a:pt x="229936" y="95776"/>
                </a:lnTo>
                <a:lnTo>
                  <a:pt x="228943" y="94092"/>
                </a:lnTo>
                <a:lnTo>
                  <a:pt x="228036" y="92329"/>
                </a:lnTo>
                <a:lnTo>
                  <a:pt x="227220" y="90491"/>
                </a:lnTo>
                <a:lnTo>
                  <a:pt x="226499" y="88584"/>
                </a:lnTo>
                <a:lnTo>
                  <a:pt x="225878" y="86612"/>
                </a:lnTo>
                <a:lnTo>
                  <a:pt x="225360" y="84580"/>
                </a:lnTo>
                <a:lnTo>
                  <a:pt x="224950" y="82493"/>
                </a:lnTo>
                <a:lnTo>
                  <a:pt x="224652" y="80355"/>
                </a:lnTo>
                <a:lnTo>
                  <a:pt x="224470" y="78172"/>
                </a:lnTo>
                <a:lnTo>
                  <a:pt x="224408" y="75947"/>
                </a:lnTo>
                <a:lnTo>
                  <a:pt x="224473" y="73779"/>
                </a:lnTo>
                <a:lnTo>
                  <a:pt x="224663" y="71666"/>
                </a:lnTo>
                <a:lnTo>
                  <a:pt x="224974" y="69612"/>
                </a:lnTo>
                <a:lnTo>
                  <a:pt x="225400" y="67620"/>
                </a:lnTo>
                <a:lnTo>
                  <a:pt x="225937" y="65693"/>
                </a:lnTo>
                <a:lnTo>
                  <a:pt x="226580" y="63835"/>
                </a:lnTo>
                <a:lnTo>
                  <a:pt x="227324" y="62049"/>
                </a:lnTo>
                <a:lnTo>
                  <a:pt x="228164" y="60337"/>
                </a:lnTo>
                <a:lnTo>
                  <a:pt x="229095" y="58705"/>
                </a:lnTo>
                <a:lnTo>
                  <a:pt x="230113" y="57154"/>
                </a:lnTo>
                <a:lnTo>
                  <a:pt x="231211" y="55687"/>
                </a:lnTo>
                <a:lnTo>
                  <a:pt x="232385" y="54309"/>
                </a:lnTo>
                <a:lnTo>
                  <a:pt x="233631" y="53023"/>
                </a:lnTo>
                <a:lnTo>
                  <a:pt x="234943" y="51831"/>
                </a:lnTo>
                <a:lnTo>
                  <a:pt x="236317" y="50737"/>
                </a:lnTo>
                <a:lnTo>
                  <a:pt x="237747" y="49745"/>
                </a:lnTo>
                <a:lnTo>
                  <a:pt x="239229" y="48857"/>
                </a:lnTo>
                <a:lnTo>
                  <a:pt x="240757" y="48076"/>
                </a:lnTo>
                <a:lnTo>
                  <a:pt x="242327" y="47407"/>
                </a:lnTo>
                <a:lnTo>
                  <a:pt x="243933" y="46852"/>
                </a:lnTo>
                <a:lnTo>
                  <a:pt x="245572" y="46415"/>
                </a:lnTo>
                <a:lnTo>
                  <a:pt x="247237" y="46099"/>
                </a:lnTo>
                <a:lnTo>
                  <a:pt x="248924" y="45907"/>
                </a:lnTo>
                <a:lnTo>
                  <a:pt x="250628" y="45842"/>
                </a:lnTo>
                <a:lnTo>
                  <a:pt x="252355" y="45907"/>
                </a:lnTo>
                <a:lnTo>
                  <a:pt x="254061" y="46099"/>
                </a:lnTo>
                <a:lnTo>
                  <a:pt x="255741" y="46415"/>
                </a:lnTo>
                <a:lnTo>
                  <a:pt x="257391" y="46852"/>
                </a:lnTo>
                <a:lnTo>
                  <a:pt x="259006" y="47407"/>
                </a:lnTo>
                <a:lnTo>
                  <a:pt x="260582" y="48076"/>
                </a:lnTo>
                <a:lnTo>
                  <a:pt x="262113" y="48857"/>
                </a:lnTo>
                <a:lnTo>
                  <a:pt x="263596" y="49745"/>
                </a:lnTo>
                <a:lnTo>
                  <a:pt x="265025" y="50737"/>
                </a:lnTo>
                <a:lnTo>
                  <a:pt x="266396" y="51831"/>
                </a:lnTo>
                <a:lnTo>
                  <a:pt x="267704" y="53023"/>
                </a:lnTo>
                <a:lnTo>
                  <a:pt x="268944" y="54309"/>
                </a:lnTo>
                <a:lnTo>
                  <a:pt x="270112" y="55687"/>
                </a:lnTo>
                <a:lnTo>
                  <a:pt x="271203" y="57154"/>
                </a:lnTo>
                <a:lnTo>
                  <a:pt x="272213" y="58705"/>
                </a:lnTo>
                <a:lnTo>
                  <a:pt x="273136" y="60337"/>
                </a:lnTo>
                <a:lnTo>
                  <a:pt x="273968" y="62049"/>
                </a:lnTo>
                <a:lnTo>
                  <a:pt x="274704" y="63835"/>
                </a:lnTo>
                <a:lnTo>
                  <a:pt x="275340" y="65693"/>
                </a:lnTo>
                <a:lnTo>
                  <a:pt x="275870" y="67620"/>
                </a:lnTo>
                <a:lnTo>
                  <a:pt x="276291" y="69612"/>
                </a:lnTo>
                <a:lnTo>
                  <a:pt x="276598" y="71666"/>
                </a:lnTo>
                <a:lnTo>
                  <a:pt x="276785" y="73779"/>
                </a:lnTo>
                <a:lnTo>
                  <a:pt x="276848" y="75947"/>
                </a:lnTo>
                <a:lnTo>
                  <a:pt x="276787" y="78172"/>
                </a:lnTo>
                <a:lnTo>
                  <a:pt x="276605" y="80355"/>
                </a:lnTo>
                <a:lnTo>
                  <a:pt x="276307" y="82493"/>
                </a:lnTo>
                <a:lnTo>
                  <a:pt x="275897" y="84580"/>
                </a:lnTo>
                <a:lnTo>
                  <a:pt x="275379" y="86612"/>
                </a:lnTo>
                <a:lnTo>
                  <a:pt x="274758" y="88584"/>
                </a:lnTo>
                <a:close/>
                <a:moveTo>
                  <a:pt x="2110558" y="94811"/>
                </a:moveTo>
                <a:lnTo>
                  <a:pt x="2110272" y="94451"/>
                </a:lnTo>
                <a:lnTo>
                  <a:pt x="2109958" y="94131"/>
                </a:lnTo>
                <a:lnTo>
                  <a:pt x="2109620" y="93849"/>
                </a:lnTo>
                <a:lnTo>
                  <a:pt x="2109263" y="93602"/>
                </a:lnTo>
                <a:lnTo>
                  <a:pt x="2108892" y="93388"/>
                </a:lnTo>
                <a:lnTo>
                  <a:pt x="2108510" y="93205"/>
                </a:lnTo>
                <a:lnTo>
                  <a:pt x="2108123" y="93049"/>
                </a:lnTo>
                <a:lnTo>
                  <a:pt x="2107733" y="92920"/>
                </a:lnTo>
                <a:lnTo>
                  <a:pt x="2107346" y="92814"/>
                </a:lnTo>
                <a:lnTo>
                  <a:pt x="2106967" y="92729"/>
                </a:lnTo>
                <a:lnTo>
                  <a:pt x="2106598" y="92662"/>
                </a:lnTo>
                <a:lnTo>
                  <a:pt x="2106246" y="92613"/>
                </a:lnTo>
                <a:lnTo>
                  <a:pt x="2105913" y="92577"/>
                </a:lnTo>
                <a:lnTo>
                  <a:pt x="2105605" y="92553"/>
                </a:lnTo>
                <a:lnTo>
                  <a:pt x="2105326" y="92539"/>
                </a:lnTo>
                <a:lnTo>
                  <a:pt x="2105080" y="92531"/>
                </a:lnTo>
                <a:lnTo>
                  <a:pt x="2104871" y="92529"/>
                </a:lnTo>
                <a:lnTo>
                  <a:pt x="2104704" y="92528"/>
                </a:lnTo>
                <a:lnTo>
                  <a:pt x="2104280" y="92531"/>
                </a:lnTo>
                <a:lnTo>
                  <a:pt x="2103875" y="92542"/>
                </a:lnTo>
                <a:lnTo>
                  <a:pt x="2103489" y="92560"/>
                </a:lnTo>
                <a:lnTo>
                  <a:pt x="2103121" y="92588"/>
                </a:lnTo>
                <a:lnTo>
                  <a:pt x="2102770" y="92626"/>
                </a:lnTo>
                <a:lnTo>
                  <a:pt x="2102435" y="92676"/>
                </a:lnTo>
                <a:lnTo>
                  <a:pt x="2102116" y="92738"/>
                </a:lnTo>
                <a:lnTo>
                  <a:pt x="2101812" y="92814"/>
                </a:lnTo>
                <a:lnTo>
                  <a:pt x="2101521" y="92905"/>
                </a:lnTo>
                <a:lnTo>
                  <a:pt x="2101244" y="93012"/>
                </a:lnTo>
                <a:lnTo>
                  <a:pt x="2100980" y="93135"/>
                </a:lnTo>
                <a:lnTo>
                  <a:pt x="2100727" y="93277"/>
                </a:lnTo>
                <a:lnTo>
                  <a:pt x="2100486" y="93438"/>
                </a:lnTo>
                <a:lnTo>
                  <a:pt x="2100254" y="93619"/>
                </a:lnTo>
                <a:lnTo>
                  <a:pt x="2100032" y="93821"/>
                </a:lnTo>
                <a:lnTo>
                  <a:pt x="2099819" y="94045"/>
                </a:lnTo>
                <a:lnTo>
                  <a:pt x="2099614" y="94294"/>
                </a:lnTo>
                <a:lnTo>
                  <a:pt x="2099417" y="94566"/>
                </a:lnTo>
                <a:lnTo>
                  <a:pt x="2099226" y="94865"/>
                </a:lnTo>
                <a:lnTo>
                  <a:pt x="2099040" y="95190"/>
                </a:lnTo>
                <a:lnTo>
                  <a:pt x="2098860" y="95543"/>
                </a:lnTo>
                <a:lnTo>
                  <a:pt x="2098684" y="95924"/>
                </a:lnTo>
                <a:lnTo>
                  <a:pt x="2098511" y="96336"/>
                </a:lnTo>
                <a:lnTo>
                  <a:pt x="2098341" y="96779"/>
                </a:lnTo>
                <a:lnTo>
                  <a:pt x="2097779" y="97967"/>
                </a:lnTo>
                <a:lnTo>
                  <a:pt x="2097158" y="99073"/>
                </a:lnTo>
                <a:lnTo>
                  <a:pt x="2096483" y="100100"/>
                </a:lnTo>
                <a:lnTo>
                  <a:pt x="2095758" y="101051"/>
                </a:lnTo>
                <a:lnTo>
                  <a:pt x="2094988" y="101929"/>
                </a:lnTo>
                <a:lnTo>
                  <a:pt x="2094178" y="102736"/>
                </a:lnTo>
                <a:lnTo>
                  <a:pt x="2093332" y="103476"/>
                </a:lnTo>
                <a:lnTo>
                  <a:pt x="2092457" y="104150"/>
                </a:lnTo>
                <a:lnTo>
                  <a:pt x="2091556" y="104763"/>
                </a:lnTo>
                <a:lnTo>
                  <a:pt x="2090634" y="105315"/>
                </a:lnTo>
                <a:lnTo>
                  <a:pt x="2089697" y="105811"/>
                </a:lnTo>
                <a:lnTo>
                  <a:pt x="2088749" y="106253"/>
                </a:lnTo>
                <a:lnTo>
                  <a:pt x="2087795" y="106644"/>
                </a:lnTo>
                <a:lnTo>
                  <a:pt x="2086840" y="106986"/>
                </a:lnTo>
                <a:lnTo>
                  <a:pt x="2085888" y="107282"/>
                </a:lnTo>
                <a:lnTo>
                  <a:pt x="2084945" y="107536"/>
                </a:lnTo>
                <a:lnTo>
                  <a:pt x="2084015" y="107749"/>
                </a:lnTo>
                <a:lnTo>
                  <a:pt x="2083104" y="107925"/>
                </a:lnTo>
                <a:lnTo>
                  <a:pt x="2082215" y="108067"/>
                </a:lnTo>
                <a:lnTo>
                  <a:pt x="2081355" y="108176"/>
                </a:lnTo>
                <a:lnTo>
                  <a:pt x="2080527" y="108256"/>
                </a:lnTo>
                <a:lnTo>
                  <a:pt x="2079737" y="108310"/>
                </a:lnTo>
                <a:lnTo>
                  <a:pt x="2078990" y="108341"/>
                </a:lnTo>
                <a:lnTo>
                  <a:pt x="2078290" y="108350"/>
                </a:lnTo>
                <a:lnTo>
                  <a:pt x="2076483" y="108300"/>
                </a:lnTo>
                <a:lnTo>
                  <a:pt x="2074682" y="108151"/>
                </a:lnTo>
                <a:lnTo>
                  <a:pt x="2072890" y="107903"/>
                </a:lnTo>
                <a:lnTo>
                  <a:pt x="2071113" y="107559"/>
                </a:lnTo>
                <a:lnTo>
                  <a:pt x="2069356" y="107119"/>
                </a:lnTo>
                <a:lnTo>
                  <a:pt x="2067624" y="106584"/>
                </a:lnTo>
                <a:lnTo>
                  <a:pt x="2065921" y="105956"/>
                </a:lnTo>
                <a:lnTo>
                  <a:pt x="2064252" y="105235"/>
                </a:lnTo>
                <a:lnTo>
                  <a:pt x="2062624" y="104424"/>
                </a:lnTo>
                <a:lnTo>
                  <a:pt x="2061039" y="103522"/>
                </a:lnTo>
                <a:lnTo>
                  <a:pt x="2059504" y="102531"/>
                </a:lnTo>
                <a:lnTo>
                  <a:pt x="2058023" y="101453"/>
                </a:lnTo>
                <a:lnTo>
                  <a:pt x="2056602" y="100288"/>
                </a:lnTo>
                <a:lnTo>
                  <a:pt x="2055244" y="99038"/>
                </a:lnTo>
                <a:lnTo>
                  <a:pt x="2053956" y="97703"/>
                </a:lnTo>
                <a:lnTo>
                  <a:pt x="2052742" y="96285"/>
                </a:lnTo>
                <a:lnTo>
                  <a:pt x="2051607" y="94786"/>
                </a:lnTo>
                <a:lnTo>
                  <a:pt x="2050556" y="93206"/>
                </a:lnTo>
                <a:lnTo>
                  <a:pt x="2049593" y="91546"/>
                </a:lnTo>
                <a:lnTo>
                  <a:pt x="2048724" y="89808"/>
                </a:lnTo>
                <a:lnTo>
                  <a:pt x="2047955" y="87992"/>
                </a:lnTo>
                <a:lnTo>
                  <a:pt x="2047288" y="86100"/>
                </a:lnTo>
                <a:lnTo>
                  <a:pt x="2046731" y="84134"/>
                </a:lnTo>
                <a:lnTo>
                  <a:pt x="2046286" y="82093"/>
                </a:lnTo>
                <a:lnTo>
                  <a:pt x="2103739" y="82093"/>
                </a:lnTo>
                <a:lnTo>
                  <a:pt x="2104243" y="82093"/>
                </a:lnTo>
                <a:lnTo>
                  <a:pt x="2104741" y="82089"/>
                </a:lnTo>
                <a:lnTo>
                  <a:pt x="2105233" y="82079"/>
                </a:lnTo>
                <a:lnTo>
                  <a:pt x="2105716" y="82060"/>
                </a:lnTo>
                <a:lnTo>
                  <a:pt x="2106189" y="82029"/>
                </a:lnTo>
                <a:lnTo>
                  <a:pt x="2106652" y="81982"/>
                </a:lnTo>
                <a:lnTo>
                  <a:pt x="2107101" y="81916"/>
                </a:lnTo>
                <a:lnTo>
                  <a:pt x="2107537" y="81829"/>
                </a:lnTo>
                <a:lnTo>
                  <a:pt x="2107958" y="81717"/>
                </a:lnTo>
                <a:lnTo>
                  <a:pt x="2108361" y="81577"/>
                </a:lnTo>
                <a:lnTo>
                  <a:pt x="2108747" y="81406"/>
                </a:lnTo>
                <a:lnTo>
                  <a:pt x="2109112" y="81202"/>
                </a:lnTo>
                <a:lnTo>
                  <a:pt x="2109457" y="80960"/>
                </a:lnTo>
                <a:lnTo>
                  <a:pt x="2109779" y="80677"/>
                </a:lnTo>
                <a:lnTo>
                  <a:pt x="2110077" y="80352"/>
                </a:lnTo>
                <a:lnTo>
                  <a:pt x="2110350" y="79980"/>
                </a:lnTo>
                <a:lnTo>
                  <a:pt x="2110596" y="79559"/>
                </a:lnTo>
                <a:lnTo>
                  <a:pt x="2110814" y="79084"/>
                </a:lnTo>
                <a:lnTo>
                  <a:pt x="2111002" y="78555"/>
                </a:lnTo>
                <a:lnTo>
                  <a:pt x="2111160" y="77966"/>
                </a:lnTo>
                <a:lnTo>
                  <a:pt x="2111284" y="77316"/>
                </a:lnTo>
                <a:lnTo>
                  <a:pt x="2111375" y="76600"/>
                </a:lnTo>
                <a:lnTo>
                  <a:pt x="2111431" y="75816"/>
                </a:lnTo>
                <a:lnTo>
                  <a:pt x="2111450" y="74962"/>
                </a:lnTo>
                <a:lnTo>
                  <a:pt x="2111385" y="72231"/>
                </a:lnTo>
                <a:lnTo>
                  <a:pt x="2111192" y="69539"/>
                </a:lnTo>
                <a:lnTo>
                  <a:pt x="2110870" y="66893"/>
                </a:lnTo>
                <a:lnTo>
                  <a:pt x="2110420" y="64300"/>
                </a:lnTo>
                <a:lnTo>
                  <a:pt x="2109840" y="61766"/>
                </a:lnTo>
                <a:lnTo>
                  <a:pt x="2109130" y="59299"/>
                </a:lnTo>
                <a:lnTo>
                  <a:pt x="2108291" y="56905"/>
                </a:lnTo>
                <a:lnTo>
                  <a:pt x="2107323" y="54591"/>
                </a:lnTo>
                <a:lnTo>
                  <a:pt x="2106224" y="52365"/>
                </a:lnTo>
                <a:lnTo>
                  <a:pt x="2104996" y="50232"/>
                </a:lnTo>
                <a:lnTo>
                  <a:pt x="2103637" y="48200"/>
                </a:lnTo>
                <a:lnTo>
                  <a:pt x="2102148" y="46276"/>
                </a:lnTo>
                <a:lnTo>
                  <a:pt x="2100528" y="44467"/>
                </a:lnTo>
                <a:lnTo>
                  <a:pt x="2098778" y="42778"/>
                </a:lnTo>
                <a:lnTo>
                  <a:pt x="2096896" y="41218"/>
                </a:lnTo>
                <a:lnTo>
                  <a:pt x="2094884" y="39793"/>
                </a:lnTo>
                <a:lnTo>
                  <a:pt x="2092741" y="38510"/>
                </a:lnTo>
                <a:lnTo>
                  <a:pt x="2090466" y="37376"/>
                </a:lnTo>
                <a:lnTo>
                  <a:pt x="2088059" y="36397"/>
                </a:lnTo>
                <a:lnTo>
                  <a:pt x="2085521" y="35581"/>
                </a:lnTo>
                <a:lnTo>
                  <a:pt x="2082851" y="34935"/>
                </a:lnTo>
                <a:lnTo>
                  <a:pt x="2080049" y="34464"/>
                </a:lnTo>
                <a:lnTo>
                  <a:pt x="2077115" y="34177"/>
                </a:lnTo>
                <a:lnTo>
                  <a:pt x="2074048" y="34080"/>
                </a:lnTo>
                <a:lnTo>
                  <a:pt x="2071204" y="34179"/>
                </a:lnTo>
                <a:lnTo>
                  <a:pt x="2068413" y="34473"/>
                </a:lnTo>
                <a:lnTo>
                  <a:pt x="2065680" y="34955"/>
                </a:lnTo>
                <a:lnTo>
                  <a:pt x="2063011" y="35618"/>
                </a:lnTo>
                <a:lnTo>
                  <a:pt x="2060413" y="36457"/>
                </a:lnTo>
                <a:lnTo>
                  <a:pt x="2057892" y="37464"/>
                </a:lnTo>
                <a:lnTo>
                  <a:pt x="2055454" y="38633"/>
                </a:lnTo>
                <a:lnTo>
                  <a:pt x="2053105" y="39958"/>
                </a:lnTo>
                <a:lnTo>
                  <a:pt x="2050851" y="41432"/>
                </a:lnTo>
                <a:lnTo>
                  <a:pt x="2048698" y="43050"/>
                </a:lnTo>
                <a:lnTo>
                  <a:pt x="2046652" y="44803"/>
                </a:lnTo>
                <a:lnTo>
                  <a:pt x="2044720" y="46687"/>
                </a:lnTo>
                <a:lnTo>
                  <a:pt x="2042907" y="48694"/>
                </a:lnTo>
                <a:lnTo>
                  <a:pt x="2041219" y="50818"/>
                </a:lnTo>
                <a:lnTo>
                  <a:pt x="2039664" y="53053"/>
                </a:lnTo>
                <a:lnTo>
                  <a:pt x="2038246" y="55392"/>
                </a:lnTo>
                <a:lnTo>
                  <a:pt x="2036972" y="57829"/>
                </a:lnTo>
                <a:lnTo>
                  <a:pt x="2035848" y="60357"/>
                </a:lnTo>
                <a:lnTo>
                  <a:pt x="2034881" y="62971"/>
                </a:lnTo>
                <a:lnTo>
                  <a:pt x="2034075" y="65662"/>
                </a:lnTo>
                <a:lnTo>
                  <a:pt x="2033438" y="68425"/>
                </a:lnTo>
                <a:lnTo>
                  <a:pt x="2032976" y="71254"/>
                </a:lnTo>
                <a:lnTo>
                  <a:pt x="2032694" y="74142"/>
                </a:lnTo>
                <a:lnTo>
                  <a:pt x="2032598" y="77083"/>
                </a:lnTo>
                <a:lnTo>
                  <a:pt x="2032699" y="80005"/>
                </a:lnTo>
                <a:lnTo>
                  <a:pt x="2032996" y="82878"/>
                </a:lnTo>
                <a:lnTo>
                  <a:pt x="2033484" y="85696"/>
                </a:lnTo>
                <a:lnTo>
                  <a:pt x="2034156" y="88451"/>
                </a:lnTo>
                <a:lnTo>
                  <a:pt x="2035006" y="91136"/>
                </a:lnTo>
                <a:lnTo>
                  <a:pt x="2036029" y="93746"/>
                </a:lnTo>
                <a:lnTo>
                  <a:pt x="2037218" y="96274"/>
                </a:lnTo>
                <a:lnTo>
                  <a:pt x="2038568" y="98712"/>
                </a:lnTo>
                <a:lnTo>
                  <a:pt x="2040071" y="101054"/>
                </a:lnTo>
                <a:lnTo>
                  <a:pt x="2041722" y="103294"/>
                </a:lnTo>
                <a:lnTo>
                  <a:pt x="2043514" y="105424"/>
                </a:lnTo>
                <a:lnTo>
                  <a:pt x="2045443" y="107439"/>
                </a:lnTo>
                <a:lnTo>
                  <a:pt x="2047501" y="109330"/>
                </a:lnTo>
                <a:lnTo>
                  <a:pt x="2049682" y="111092"/>
                </a:lnTo>
                <a:lnTo>
                  <a:pt x="2051981" y="112719"/>
                </a:lnTo>
                <a:lnTo>
                  <a:pt x="2054391" y="114202"/>
                </a:lnTo>
                <a:lnTo>
                  <a:pt x="2056905" y="115536"/>
                </a:lnTo>
                <a:lnTo>
                  <a:pt x="2059519" y="116714"/>
                </a:lnTo>
                <a:lnTo>
                  <a:pt x="2062226" y="117729"/>
                </a:lnTo>
                <a:lnTo>
                  <a:pt x="2065020" y="118574"/>
                </a:lnTo>
                <a:lnTo>
                  <a:pt x="2067894" y="119244"/>
                </a:lnTo>
                <a:lnTo>
                  <a:pt x="2070843" y="119730"/>
                </a:lnTo>
                <a:lnTo>
                  <a:pt x="2073860" y="120027"/>
                </a:lnTo>
                <a:lnTo>
                  <a:pt x="2076940" y="120127"/>
                </a:lnTo>
                <a:lnTo>
                  <a:pt x="2080036" y="120039"/>
                </a:lnTo>
                <a:lnTo>
                  <a:pt x="2082965" y="119783"/>
                </a:lnTo>
                <a:lnTo>
                  <a:pt x="2085729" y="119372"/>
                </a:lnTo>
                <a:lnTo>
                  <a:pt x="2088333" y="118819"/>
                </a:lnTo>
                <a:lnTo>
                  <a:pt x="2090778" y="118137"/>
                </a:lnTo>
                <a:lnTo>
                  <a:pt x="2093068" y="117339"/>
                </a:lnTo>
                <a:lnTo>
                  <a:pt x="2095207" y="116438"/>
                </a:lnTo>
                <a:lnTo>
                  <a:pt x="2097197" y="115447"/>
                </a:lnTo>
                <a:lnTo>
                  <a:pt x="2099043" y="114379"/>
                </a:lnTo>
                <a:lnTo>
                  <a:pt x="2100746" y="113247"/>
                </a:lnTo>
                <a:lnTo>
                  <a:pt x="2102310" y="112064"/>
                </a:lnTo>
                <a:lnTo>
                  <a:pt x="2103738" y="110843"/>
                </a:lnTo>
                <a:lnTo>
                  <a:pt x="2105034" y="109596"/>
                </a:lnTo>
                <a:lnTo>
                  <a:pt x="2106200" y="108338"/>
                </a:lnTo>
                <a:lnTo>
                  <a:pt x="2107241" y="107080"/>
                </a:lnTo>
                <a:lnTo>
                  <a:pt x="2108158" y="105836"/>
                </a:lnTo>
                <a:lnTo>
                  <a:pt x="2108955" y="104619"/>
                </a:lnTo>
                <a:lnTo>
                  <a:pt x="2109636" y="103441"/>
                </a:lnTo>
                <a:lnTo>
                  <a:pt x="2110204" y="102316"/>
                </a:lnTo>
                <a:lnTo>
                  <a:pt x="2110661" y="101257"/>
                </a:lnTo>
                <a:lnTo>
                  <a:pt x="2111011" y="100276"/>
                </a:lnTo>
                <a:lnTo>
                  <a:pt x="2111257" y="99387"/>
                </a:lnTo>
                <a:lnTo>
                  <a:pt x="2111402" y="98603"/>
                </a:lnTo>
                <a:lnTo>
                  <a:pt x="2111450" y="97937"/>
                </a:lnTo>
                <a:lnTo>
                  <a:pt x="2111421" y="97290"/>
                </a:lnTo>
                <a:lnTo>
                  <a:pt x="2111339" y="96696"/>
                </a:lnTo>
                <a:lnTo>
                  <a:pt x="2111207" y="96153"/>
                </a:lnTo>
                <a:lnTo>
                  <a:pt x="2111030" y="95659"/>
                </a:lnTo>
                <a:lnTo>
                  <a:pt x="2110812" y="95213"/>
                </a:lnTo>
                <a:lnTo>
                  <a:pt x="2110558" y="94811"/>
                </a:lnTo>
                <a:close/>
                <a:moveTo>
                  <a:pt x="2049237" y="62243"/>
                </a:moveTo>
                <a:lnTo>
                  <a:pt x="2050028" y="60730"/>
                </a:lnTo>
                <a:lnTo>
                  <a:pt x="2050893" y="59270"/>
                </a:lnTo>
                <a:lnTo>
                  <a:pt x="2051828" y="57869"/>
                </a:lnTo>
                <a:lnTo>
                  <a:pt x="2052831" y="56529"/>
                </a:lnTo>
                <a:lnTo>
                  <a:pt x="2053898" y="55253"/>
                </a:lnTo>
                <a:lnTo>
                  <a:pt x="2055027" y="54043"/>
                </a:lnTo>
                <a:lnTo>
                  <a:pt x="2056216" y="52905"/>
                </a:lnTo>
                <a:lnTo>
                  <a:pt x="2057460" y="51839"/>
                </a:lnTo>
                <a:lnTo>
                  <a:pt x="2058758" y="50850"/>
                </a:lnTo>
                <a:lnTo>
                  <a:pt x="2060107" y="49940"/>
                </a:lnTo>
                <a:lnTo>
                  <a:pt x="2061503" y="49113"/>
                </a:lnTo>
                <a:lnTo>
                  <a:pt x="2062944" y="48372"/>
                </a:lnTo>
                <a:lnTo>
                  <a:pt x="2064427" y="47719"/>
                </a:lnTo>
                <a:lnTo>
                  <a:pt x="2065949" y="47158"/>
                </a:lnTo>
                <a:lnTo>
                  <a:pt x="2067508" y="46693"/>
                </a:lnTo>
                <a:lnTo>
                  <a:pt x="2069100" y="46325"/>
                </a:lnTo>
                <a:lnTo>
                  <a:pt x="2070722" y="46059"/>
                </a:lnTo>
                <a:lnTo>
                  <a:pt x="2072373" y="45897"/>
                </a:lnTo>
                <a:lnTo>
                  <a:pt x="2074048" y="45842"/>
                </a:lnTo>
                <a:lnTo>
                  <a:pt x="2075310" y="45868"/>
                </a:lnTo>
                <a:lnTo>
                  <a:pt x="2076587" y="45948"/>
                </a:lnTo>
                <a:lnTo>
                  <a:pt x="2077874" y="46088"/>
                </a:lnTo>
                <a:lnTo>
                  <a:pt x="2079165" y="46291"/>
                </a:lnTo>
                <a:lnTo>
                  <a:pt x="2080455" y="46562"/>
                </a:lnTo>
                <a:lnTo>
                  <a:pt x="2081739" y="46906"/>
                </a:lnTo>
                <a:lnTo>
                  <a:pt x="2083011" y="47326"/>
                </a:lnTo>
                <a:lnTo>
                  <a:pt x="2084266" y="47828"/>
                </a:lnTo>
                <a:lnTo>
                  <a:pt x="2085499" y="48415"/>
                </a:lnTo>
                <a:lnTo>
                  <a:pt x="2086705" y="49092"/>
                </a:lnTo>
                <a:lnTo>
                  <a:pt x="2087878" y="49865"/>
                </a:lnTo>
                <a:lnTo>
                  <a:pt x="2089013" y="50736"/>
                </a:lnTo>
                <a:lnTo>
                  <a:pt x="2090106" y="51710"/>
                </a:lnTo>
                <a:lnTo>
                  <a:pt x="2091149" y="52792"/>
                </a:lnTo>
                <a:lnTo>
                  <a:pt x="2092139" y="53987"/>
                </a:lnTo>
                <a:lnTo>
                  <a:pt x="2093070" y="55299"/>
                </a:lnTo>
                <a:lnTo>
                  <a:pt x="2093937" y="56731"/>
                </a:lnTo>
                <a:lnTo>
                  <a:pt x="2094734" y="58289"/>
                </a:lnTo>
                <a:lnTo>
                  <a:pt x="2095456" y="59978"/>
                </a:lnTo>
                <a:lnTo>
                  <a:pt x="2096099" y="61800"/>
                </a:lnTo>
                <a:lnTo>
                  <a:pt x="2096655" y="63762"/>
                </a:lnTo>
                <a:lnTo>
                  <a:pt x="2097122" y="65867"/>
                </a:lnTo>
                <a:lnTo>
                  <a:pt x="2097492" y="68120"/>
                </a:lnTo>
                <a:lnTo>
                  <a:pt x="2097762" y="70525"/>
                </a:lnTo>
                <a:lnTo>
                  <a:pt x="2046481" y="70525"/>
                </a:lnTo>
                <a:lnTo>
                  <a:pt x="2046862" y="68784"/>
                </a:lnTo>
                <a:lnTo>
                  <a:pt x="2047332" y="67082"/>
                </a:lnTo>
                <a:lnTo>
                  <a:pt x="2047886" y="65423"/>
                </a:lnTo>
                <a:lnTo>
                  <a:pt x="2048522" y="63809"/>
                </a:lnTo>
                <a:lnTo>
                  <a:pt x="2049237" y="62243"/>
                </a:lnTo>
                <a:close/>
                <a:moveTo>
                  <a:pt x="91769" y="77445"/>
                </a:moveTo>
                <a:lnTo>
                  <a:pt x="91769" y="77374"/>
                </a:lnTo>
                <a:lnTo>
                  <a:pt x="91767" y="77408"/>
                </a:lnTo>
                <a:lnTo>
                  <a:pt x="91769" y="77445"/>
                </a:lnTo>
                <a:close/>
                <a:moveTo>
                  <a:pt x="1408282" y="109759"/>
                </a:moveTo>
                <a:lnTo>
                  <a:pt x="1408008" y="109362"/>
                </a:lnTo>
                <a:lnTo>
                  <a:pt x="1407704" y="109009"/>
                </a:lnTo>
                <a:lnTo>
                  <a:pt x="1407372" y="108697"/>
                </a:lnTo>
                <a:lnTo>
                  <a:pt x="1407016" y="108424"/>
                </a:lnTo>
                <a:lnTo>
                  <a:pt x="1406639" y="108188"/>
                </a:lnTo>
                <a:lnTo>
                  <a:pt x="1406243" y="107985"/>
                </a:lnTo>
                <a:lnTo>
                  <a:pt x="1405832" y="107813"/>
                </a:lnTo>
                <a:lnTo>
                  <a:pt x="1405410" y="107670"/>
                </a:lnTo>
                <a:lnTo>
                  <a:pt x="1404978" y="107553"/>
                </a:lnTo>
                <a:lnTo>
                  <a:pt x="1404541" y="107459"/>
                </a:lnTo>
                <a:lnTo>
                  <a:pt x="1404101" y="107386"/>
                </a:lnTo>
                <a:lnTo>
                  <a:pt x="1403661" y="107331"/>
                </a:lnTo>
                <a:lnTo>
                  <a:pt x="1403225" y="107292"/>
                </a:lnTo>
                <a:lnTo>
                  <a:pt x="1402796" y="107266"/>
                </a:lnTo>
                <a:lnTo>
                  <a:pt x="1402376" y="107250"/>
                </a:lnTo>
                <a:lnTo>
                  <a:pt x="1401969" y="107242"/>
                </a:lnTo>
                <a:lnTo>
                  <a:pt x="1401578" y="107239"/>
                </a:lnTo>
                <a:lnTo>
                  <a:pt x="1401206" y="107238"/>
                </a:lnTo>
                <a:lnTo>
                  <a:pt x="1393496" y="107238"/>
                </a:lnTo>
                <a:lnTo>
                  <a:pt x="1368817" y="76230"/>
                </a:lnTo>
                <a:lnTo>
                  <a:pt x="1390795" y="47725"/>
                </a:lnTo>
                <a:lnTo>
                  <a:pt x="1398509" y="47725"/>
                </a:lnTo>
                <a:lnTo>
                  <a:pt x="1398858" y="47724"/>
                </a:lnTo>
                <a:lnTo>
                  <a:pt x="1399231" y="47721"/>
                </a:lnTo>
                <a:lnTo>
                  <a:pt x="1399623" y="47714"/>
                </a:lnTo>
                <a:lnTo>
                  <a:pt x="1400031" y="47698"/>
                </a:lnTo>
                <a:lnTo>
                  <a:pt x="1400452" y="47673"/>
                </a:lnTo>
                <a:lnTo>
                  <a:pt x="1400882" y="47634"/>
                </a:lnTo>
                <a:lnTo>
                  <a:pt x="1401318" y="47581"/>
                </a:lnTo>
                <a:lnTo>
                  <a:pt x="1401757" y="47511"/>
                </a:lnTo>
                <a:lnTo>
                  <a:pt x="1402195" y="47420"/>
                </a:lnTo>
                <a:lnTo>
                  <a:pt x="1402629" y="47306"/>
                </a:lnTo>
                <a:lnTo>
                  <a:pt x="1403056" y="47168"/>
                </a:lnTo>
                <a:lnTo>
                  <a:pt x="1403473" y="47002"/>
                </a:lnTo>
                <a:lnTo>
                  <a:pt x="1403875" y="46806"/>
                </a:lnTo>
                <a:lnTo>
                  <a:pt x="1404259" y="46577"/>
                </a:lnTo>
                <a:lnTo>
                  <a:pt x="1404623" y="46313"/>
                </a:lnTo>
                <a:lnTo>
                  <a:pt x="1404963" y="46011"/>
                </a:lnTo>
                <a:lnTo>
                  <a:pt x="1405276" y="45669"/>
                </a:lnTo>
                <a:lnTo>
                  <a:pt x="1405557" y="45285"/>
                </a:lnTo>
                <a:lnTo>
                  <a:pt x="1405805" y="44855"/>
                </a:lnTo>
                <a:lnTo>
                  <a:pt x="1406015" y="44378"/>
                </a:lnTo>
                <a:lnTo>
                  <a:pt x="1406184" y="43850"/>
                </a:lnTo>
                <a:lnTo>
                  <a:pt x="1406309" y="43270"/>
                </a:lnTo>
                <a:lnTo>
                  <a:pt x="1406387" y="42634"/>
                </a:lnTo>
                <a:lnTo>
                  <a:pt x="1406413" y="41941"/>
                </a:lnTo>
                <a:lnTo>
                  <a:pt x="1406388" y="41224"/>
                </a:lnTo>
                <a:lnTo>
                  <a:pt x="1406313" y="40567"/>
                </a:lnTo>
                <a:lnTo>
                  <a:pt x="1406192" y="39968"/>
                </a:lnTo>
                <a:lnTo>
                  <a:pt x="1406028" y="39422"/>
                </a:lnTo>
                <a:lnTo>
                  <a:pt x="1405825" y="38929"/>
                </a:lnTo>
                <a:lnTo>
                  <a:pt x="1405585" y="38485"/>
                </a:lnTo>
                <a:lnTo>
                  <a:pt x="1405311" y="38087"/>
                </a:lnTo>
                <a:lnTo>
                  <a:pt x="1405006" y="37734"/>
                </a:lnTo>
                <a:lnTo>
                  <a:pt x="1404675" y="37422"/>
                </a:lnTo>
                <a:lnTo>
                  <a:pt x="1404318" y="37149"/>
                </a:lnTo>
                <a:lnTo>
                  <a:pt x="1403941" y="36913"/>
                </a:lnTo>
                <a:lnTo>
                  <a:pt x="1403545" y="36710"/>
                </a:lnTo>
                <a:lnTo>
                  <a:pt x="1403135" y="36538"/>
                </a:lnTo>
                <a:lnTo>
                  <a:pt x="1402712" y="36395"/>
                </a:lnTo>
                <a:lnTo>
                  <a:pt x="1402280" y="36278"/>
                </a:lnTo>
                <a:lnTo>
                  <a:pt x="1401843" y="36184"/>
                </a:lnTo>
                <a:lnTo>
                  <a:pt x="1401403" y="36111"/>
                </a:lnTo>
                <a:lnTo>
                  <a:pt x="1400964" y="36056"/>
                </a:lnTo>
                <a:lnTo>
                  <a:pt x="1400528" y="36017"/>
                </a:lnTo>
                <a:lnTo>
                  <a:pt x="1400098" y="35990"/>
                </a:lnTo>
                <a:lnTo>
                  <a:pt x="1399679" y="35974"/>
                </a:lnTo>
                <a:lnTo>
                  <a:pt x="1399272" y="35966"/>
                </a:lnTo>
                <a:lnTo>
                  <a:pt x="1398881" y="35963"/>
                </a:lnTo>
                <a:lnTo>
                  <a:pt x="1398509" y="35963"/>
                </a:lnTo>
                <a:lnTo>
                  <a:pt x="1375951" y="35963"/>
                </a:lnTo>
                <a:lnTo>
                  <a:pt x="1375580" y="35963"/>
                </a:lnTo>
                <a:lnTo>
                  <a:pt x="1375192" y="35966"/>
                </a:lnTo>
                <a:lnTo>
                  <a:pt x="1374790" y="35974"/>
                </a:lnTo>
                <a:lnTo>
                  <a:pt x="1374376" y="35990"/>
                </a:lnTo>
                <a:lnTo>
                  <a:pt x="1373954" y="36015"/>
                </a:lnTo>
                <a:lnTo>
                  <a:pt x="1373526" y="36053"/>
                </a:lnTo>
                <a:lnTo>
                  <a:pt x="1373096" y="36106"/>
                </a:lnTo>
                <a:lnTo>
                  <a:pt x="1372667" y="36177"/>
                </a:lnTo>
                <a:lnTo>
                  <a:pt x="1372241" y="36268"/>
                </a:lnTo>
                <a:lnTo>
                  <a:pt x="1371821" y="36381"/>
                </a:lnTo>
                <a:lnTo>
                  <a:pt x="1371410" y="36520"/>
                </a:lnTo>
                <a:lnTo>
                  <a:pt x="1371012" y="36686"/>
                </a:lnTo>
                <a:lnTo>
                  <a:pt x="1370628" y="36882"/>
                </a:lnTo>
                <a:lnTo>
                  <a:pt x="1370263" y="37111"/>
                </a:lnTo>
                <a:lnTo>
                  <a:pt x="1369918" y="37376"/>
                </a:lnTo>
                <a:lnTo>
                  <a:pt x="1369597" y="37677"/>
                </a:lnTo>
                <a:lnTo>
                  <a:pt x="1369303" y="38019"/>
                </a:lnTo>
                <a:lnTo>
                  <a:pt x="1369039" y="38404"/>
                </a:lnTo>
                <a:lnTo>
                  <a:pt x="1368807" y="38834"/>
                </a:lnTo>
                <a:lnTo>
                  <a:pt x="1368611" y="39312"/>
                </a:lnTo>
                <a:lnTo>
                  <a:pt x="1368453" y="39840"/>
                </a:lnTo>
                <a:lnTo>
                  <a:pt x="1368337" y="40420"/>
                </a:lnTo>
                <a:lnTo>
                  <a:pt x="1368265" y="41056"/>
                </a:lnTo>
                <a:lnTo>
                  <a:pt x="1368241" y="41750"/>
                </a:lnTo>
                <a:lnTo>
                  <a:pt x="1368263" y="42466"/>
                </a:lnTo>
                <a:lnTo>
                  <a:pt x="1368327" y="43122"/>
                </a:lnTo>
                <a:lnTo>
                  <a:pt x="1368433" y="43722"/>
                </a:lnTo>
                <a:lnTo>
                  <a:pt x="1368579" y="44267"/>
                </a:lnTo>
                <a:lnTo>
                  <a:pt x="1368763" y="44760"/>
                </a:lnTo>
                <a:lnTo>
                  <a:pt x="1368985" y="45204"/>
                </a:lnTo>
                <a:lnTo>
                  <a:pt x="1369242" y="45601"/>
                </a:lnTo>
                <a:lnTo>
                  <a:pt x="1369533" y="45954"/>
                </a:lnTo>
                <a:lnTo>
                  <a:pt x="1369857" y="46266"/>
                </a:lnTo>
                <a:lnTo>
                  <a:pt x="1370213" y="46539"/>
                </a:lnTo>
                <a:lnTo>
                  <a:pt x="1370598" y="46775"/>
                </a:lnTo>
                <a:lnTo>
                  <a:pt x="1371012" y="46978"/>
                </a:lnTo>
                <a:lnTo>
                  <a:pt x="1371453" y="47150"/>
                </a:lnTo>
                <a:lnTo>
                  <a:pt x="1371920" y="47293"/>
                </a:lnTo>
                <a:lnTo>
                  <a:pt x="1372411" y="47410"/>
                </a:lnTo>
                <a:lnTo>
                  <a:pt x="1372925" y="47504"/>
                </a:lnTo>
                <a:lnTo>
                  <a:pt x="1373460" y="47577"/>
                </a:lnTo>
                <a:lnTo>
                  <a:pt x="1374015" y="47631"/>
                </a:lnTo>
                <a:lnTo>
                  <a:pt x="1374589" y="47671"/>
                </a:lnTo>
                <a:lnTo>
                  <a:pt x="1375180" y="47697"/>
                </a:lnTo>
                <a:lnTo>
                  <a:pt x="1375787" y="47713"/>
                </a:lnTo>
                <a:lnTo>
                  <a:pt x="1376408" y="47721"/>
                </a:lnTo>
                <a:lnTo>
                  <a:pt x="1377042" y="47724"/>
                </a:lnTo>
                <a:lnTo>
                  <a:pt x="1377687" y="47725"/>
                </a:lnTo>
                <a:lnTo>
                  <a:pt x="1363419" y="67177"/>
                </a:lnTo>
                <a:lnTo>
                  <a:pt x="1348769" y="47725"/>
                </a:lnTo>
                <a:lnTo>
                  <a:pt x="1349391" y="47724"/>
                </a:lnTo>
                <a:lnTo>
                  <a:pt x="1350004" y="47721"/>
                </a:lnTo>
                <a:lnTo>
                  <a:pt x="1350606" y="47713"/>
                </a:lnTo>
                <a:lnTo>
                  <a:pt x="1351195" y="47697"/>
                </a:lnTo>
                <a:lnTo>
                  <a:pt x="1351770" y="47671"/>
                </a:lnTo>
                <a:lnTo>
                  <a:pt x="1352330" y="47631"/>
                </a:lnTo>
                <a:lnTo>
                  <a:pt x="1352872" y="47577"/>
                </a:lnTo>
                <a:lnTo>
                  <a:pt x="1353396" y="47504"/>
                </a:lnTo>
                <a:lnTo>
                  <a:pt x="1353899" y="47410"/>
                </a:lnTo>
                <a:lnTo>
                  <a:pt x="1354382" y="47293"/>
                </a:lnTo>
                <a:lnTo>
                  <a:pt x="1354841" y="47150"/>
                </a:lnTo>
                <a:lnTo>
                  <a:pt x="1355275" y="46978"/>
                </a:lnTo>
                <a:lnTo>
                  <a:pt x="1355683" y="46775"/>
                </a:lnTo>
                <a:lnTo>
                  <a:pt x="1356064" y="46539"/>
                </a:lnTo>
                <a:lnTo>
                  <a:pt x="1356415" y="46266"/>
                </a:lnTo>
                <a:lnTo>
                  <a:pt x="1356736" y="45954"/>
                </a:lnTo>
                <a:lnTo>
                  <a:pt x="1357025" y="45601"/>
                </a:lnTo>
                <a:lnTo>
                  <a:pt x="1357280" y="45204"/>
                </a:lnTo>
                <a:lnTo>
                  <a:pt x="1357500" y="44760"/>
                </a:lnTo>
                <a:lnTo>
                  <a:pt x="1357684" y="44267"/>
                </a:lnTo>
                <a:lnTo>
                  <a:pt x="1357829" y="43722"/>
                </a:lnTo>
                <a:lnTo>
                  <a:pt x="1357935" y="43122"/>
                </a:lnTo>
                <a:lnTo>
                  <a:pt x="1357999" y="42466"/>
                </a:lnTo>
                <a:lnTo>
                  <a:pt x="1358021" y="41750"/>
                </a:lnTo>
                <a:lnTo>
                  <a:pt x="1357996" y="41056"/>
                </a:lnTo>
                <a:lnTo>
                  <a:pt x="1357925" y="40420"/>
                </a:lnTo>
                <a:lnTo>
                  <a:pt x="1357808" y="39840"/>
                </a:lnTo>
                <a:lnTo>
                  <a:pt x="1357651" y="39312"/>
                </a:lnTo>
                <a:lnTo>
                  <a:pt x="1357455" y="38834"/>
                </a:lnTo>
                <a:lnTo>
                  <a:pt x="1357223" y="38404"/>
                </a:lnTo>
                <a:lnTo>
                  <a:pt x="1356959" y="38019"/>
                </a:lnTo>
                <a:lnTo>
                  <a:pt x="1356665" y="37677"/>
                </a:lnTo>
                <a:lnTo>
                  <a:pt x="1356344" y="37376"/>
                </a:lnTo>
                <a:lnTo>
                  <a:pt x="1355999" y="37111"/>
                </a:lnTo>
                <a:lnTo>
                  <a:pt x="1355634" y="36882"/>
                </a:lnTo>
                <a:lnTo>
                  <a:pt x="1355250" y="36686"/>
                </a:lnTo>
                <a:lnTo>
                  <a:pt x="1354852" y="36520"/>
                </a:lnTo>
                <a:lnTo>
                  <a:pt x="1354441" y="36381"/>
                </a:lnTo>
                <a:lnTo>
                  <a:pt x="1354021" y="36268"/>
                </a:lnTo>
                <a:lnTo>
                  <a:pt x="1353595" y="36177"/>
                </a:lnTo>
                <a:lnTo>
                  <a:pt x="1353165" y="36106"/>
                </a:lnTo>
                <a:lnTo>
                  <a:pt x="1352735" y="36053"/>
                </a:lnTo>
                <a:lnTo>
                  <a:pt x="1352308" y="36015"/>
                </a:lnTo>
                <a:lnTo>
                  <a:pt x="1351886" y="35990"/>
                </a:lnTo>
                <a:lnTo>
                  <a:pt x="1351472" y="35974"/>
                </a:lnTo>
                <a:lnTo>
                  <a:pt x="1351070" y="35966"/>
                </a:lnTo>
                <a:lnTo>
                  <a:pt x="1350682" y="35963"/>
                </a:lnTo>
                <a:lnTo>
                  <a:pt x="1350311" y="35963"/>
                </a:lnTo>
                <a:lnTo>
                  <a:pt x="1327753" y="35963"/>
                </a:lnTo>
                <a:lnTo>
                  <a:pt x="1327381" y="35963"/>
                </a:lnTo>
                <a:lnTo>
                  <a:pt x="1326990" y="35966"/>
                </a:lnTo>
                <a:lnTo>
                  <a:pt x="1326583" y="35974"/>
                </a:lnTo>
                <a:lnTo>
                  <a:pt x="1326164" y="35990"/>
                </a:lnTo>
                <a:lnTo>
                  <a:pt x="1325734" y="36017"/>
                </a:lnTo>
                <a:lnTo>
                  <a:pt x="1325298" y="36056"/>
                </a:lnTo>
                <a:lnTo>
                  <a:pt x="1324859" y="36111"/>
                </a:lnTo>
                <a:lnTo>
                  <a:pt x="1324419" y="36184"/>
                </a:lnTo>
                <a:lnTo>
                  <a:pt x="1323981" y="36278"/>
                </a:lnTo>
                <a:lnTo>
                  <a:pt x="1323550" y="36395"/>
                </a:lnTo>
                <a:lnTo>
                  <a:pt x="1323127" y="36538"/>
                </a:lnTo>
                <a:lnTo>
                  <a:pt x="1322716" y="36710"/>
                </a:lnTo>
                <a:lnTo>
                  <a:pt x="1322321" y="36913"/>
                </a:lnTo>
                <a:lnTo>
                  <a:pt x="1321943" y="37149"/>
                </a:lnTo>
                <a:lnTo>
                  <a:pt x="1321587" y="37422"/>
                </a:lnTo>
                <a:lnTo>
                  <a:pt x="1321255" y="37734"/>
                </a:lnTo>
                <a:lnTo>
                  <a:pt x="1320951" y="38087"/>
                </a:lnTo>
                <a:lnTo>
                  <a:pt x="1320677" y="38485"/>
                </a:lnTo>
                <a:lnTo>
                  <a:pt x="1320437" y="38929"/>
                </a:lnTo>
                <a:lnTo>
                  <a:pt x="1320233" y="39422"/>
                </a:lnTo>
                <a:lnTo>
                  <a:pt x="1320070" y="39968"/>
                </a:lnTo>
                <a:lnTo>
                  <a:pt x="1319949" y="40567"/>
                </a:lnTo>
                <a:lnTo>
                  <a:pt x="1319874" y="41224"/>
                </a:lnTo>
                <a:lnTo>
                  <a:pt x="1319849" y="41941"/>
                </a:lnTo>
                <a:lnTo>
                  <a:pt x="1319875" y="42634"/>
                </a:lnTo>
                <a:lnTo>
                  <a:pt x="1319953" y="43270"/>
                </a:lnTo>
                <a:lnTo>
                  <a:pt x="1320078" y="43850"/>
                </a:lnTo>
                <a:lnTo>
                  <a:pt x="1320247" y="44378"/>
                </a:lnTo>
                <a:lnTo>
                  <a:pt x="1320457" y="44855"/>
                </a:lnTo>
                <a:lnTo>
                  <a:pt x="1320704" y="45285"/>
                </a:lnTo>
                <a:lnTo>
                  <a:pt x="1320986" y="45669"/>
                </a:lnTo>
                <a:lnTo>
                  <a:pt x="1321298" y="46011"/>
                </a:lnTo>
                <a:lnTo>
                  <a:pt x="1321638" y="46313"/>
                </a:lnTo>
                <a:lnTo>
                  <a:pt x="1322002" y="46577"/>
                </a:lnTo>
                <a:lnTo>
                  <a:pt x="1322387" y="46806"/>
                </a:lnTo>
                <a:lnTo>
                  <a:pt x="1322789" y="47002"/>
                </a:lnTo>
                <a:lnTo>
                  <a:pt x="1323205" y="47168"/>
                </a:lnTo>
                <a:lnTo>
                  <a:pt x="1323632" y="47306"/>
                </a:lnTo>
                <a:lnTo>
                  <a:pt x="1324067" y="47420"/>
                </a:lnTo>
                <a:lnTo>
                  <a:pt x="1324505" y="47511"/>
                </a:lnTo>
                <a:lnTo>
                  <a:pt x="1324944" y="47581"/>
                </a:lnTo>
                <a:lnTo>
                  <a:pt x="1325380" y="47634"/>
                </a:lnTo>
                <a:lnTo>
                  <a:pt x="1325810" y="47673"/>
                </a:lnTo>
                <a:lnTo>
                  <a:pt x="1326231" y="47698"/>
                </a:lnTo>
                <a:lnTo>
                  <a:pt x="1326639" y="47714"/>
                </a:lnTo>
                <a:lnTo>
                  <a:pt x="1327031" y="47721"/>
                </a:lnTo>
                <a:lnTo>
                  <a:pt x="1327403" y="47724"/>
                </a:lnTo>
                <a:lnTo>
                  <a:pt x="1327753" y="47725"/>
                </a:lnTo>
                <a:lnTo>
                  <a:pt x="1335466" y="47725"/>
                </a:lnTo>
                <a:lnTo>
                  <a:pt x="1358215" y="76230"/>
                </a:lnTo>
                <a:lnTo>
                  <a:pt x="1334307" y="107238"/>
                </a:lnTo>
                <a:lnTo>
                  <a:pt x="1326597" y="107238"/>
                </a:lnTo>
                <a:lnTo>
                  <a:pt x="1326225" y="107239"/>
                </a:lnTo>
                <a:lnTo>
                  <a:pt x="1325834" y="107242"/>
                </a:lnTo>
                <a:lnTo>
                  <a:pt x="1325427" y="107250"/>
                </a:lnTo>
                <a:lnTo>
                  <a:pt x="1325007" y="107266"/>
                </a:lnTo>
                <a:lnTo>
                  <a:pt x="1324578" y="107292"/>
                </a:lnTo>
                <a:lnTo>
                  <a:pt x="1324142" y="107331"/>
                </a:lnTo>
                <a:lnTo>
                  <a:pt x="1323702" y="107386"/>
                </a:lnTo>
                <a:lnTo>
                  <a:pt x="1323262" y="107459"/>
                </a:lnTo>
                <a:lnTo>
                  <a:pt x="1322825" y="107553"/>
                </a:lnTo>
                <a:lnTo>
                  <a:pt x="1322394" y="107670"/>
                </a:lnTo>
                <a:lnTo>
                  <a:pt x="1321971" y="107813"/>
                </a:lnTo>
                <a:lnTo>
                  <a:pt x="1321560" y="107985"/>
                </a:lnTo>
                <a:lnTo>
                  <a:pt x="1321165" y="108188"/>
                </a:lnTo>
                <a:lnTo>
                  <a:pt x="1320787" y="108424"/>
                </a:lnTo>
                <a:lnTo>
                  <a:pt x="1320431" y="108697"/>
                </a:lnTo>
                <a:lnTo>
                  <a:pt x="1320099" y="109009"/>
                </a:lnTo>
                <a:lnTo>
                  <a:pt x="1319795" y="109362"/>
                </a:lnTo>
                <a:lnTo>
                  <a:pt x="1319521" y="109759"/>
                </a:lnTo>
                <a:lnTo>
                  <a:pt x="1319281" y="110203"/>
                </a:lnTo>
                <a:lnTo>
                  <a:pt x="1319077" y="110696"/>
                </a:lnTo>
                <a:lnTo>
                  <a:pt x="1318914" y="111241"/>
                </a:lnTo>
                <a:lnTo>
                  <a:pt x="1318793" y="111841"/>
                </a:lnTo>
                <a:lnTo>
                  <a:pt x="1318718" y="112497"/>
                </a:lnTo>
                <a:lnTo>
                  <a:pt x="1318693" y="113213"/>
                </a:lnTo>
                <a:lnTo>
                  <a:pt x="1318719" y="113907"/>
                </a:lnTo>
                <a:lnTo>
                  <a:pt x="1318796" y="114542"/>
                </a:lnTo>
                <a:lnTo>
                  <a:pt x="1318921" y="115122"/>
                </a:lnTo>
                <a:lnTo>
                  <a:pt x="1319090" y="115650"/>
                </a:lnTo>
                <a:lnTo>
                  <a:pt x="1319300" y="116127"/>
                </a:lnTo>
                <a:lnTo>
                  <a:pt x="1319548" y="116557"/>
                </a:lnTo>
                <a:lnTo>
                  <a:pt x="1319829" y="116942"/>
                </a:lnTo>
                <a:lnTo>
                  <a:pt x="1320142" y="117283"/>
                </a:lnTo>
                <a:lnTo>
                  <a:pt x="1320481" y="117585"/>
                </a:lnTo>
                <a:lnTo>
                  <a:pt x="1320845" y="117849"/>
                </a:lnTo>
                <a:lnTo>
                  <a:pt x="1321230" y="118078"/>
                </a:lnTo>
                <a:lnTo>
                  <a:pt x="1321632" y="118274"/>
                </a:lnTo>
                <a:lnTo>
                  <a:pt x="1322048" y="118440"/>
                </a:lnTo>
                <a:lnTo>
                  <a:pt x="1322475" y="118579"/>
                </a:lnTo>
                <a:lnTo>
                  <a:pt x="1322909" y="118692"/>
                </a:lnTo>
                <a:lnTo>
                  <a:pt x="1323347" y="118783"/>
                </a:lnTo>
                <a:lnTo>
                  <a:pt x="1323786" y="118854"/>
                </a:lnTo>
                <a:lnTo>
                  <a:pt x="1324223" y="118907"/>
                </a:lnTo>
                <a:lnTo>
                  <a:pt x="1324653" y="118945"/>
                </a:lnTo>
                <a:lnTo>
                  <a:pt x="1325074" y="118970"/>
                </a:lnTo>
                <a:lnTo>
                  <a:pt x="1325482" y="118986"/>
                </a:lnTo>
                <a:lnTo>
                  <a:pt x="1325874" y="118994"/>
                </a:lnTo>
                <a:lnTo>
                  <a:pt x="1326247" y="118997"/>
                </a:lnTo>
                <a:lnTo>
                  <a:pt x="1326597" y="118997"/>
                </a:lnTo>
                <a:lnTo>
                  <a:pt x="1349155" y="118997"/>
                </a:lnTo>
                <a:lnTo>
                  <a:pt x="1349526" y="118997"/>
                </a:lnTo>
                <a:lnTo>
                  <a:pt x="1349914" y="118994"/>
                </a:lnTo>
                <a:lnTo>
                  <a:pt x="1350316" y="118986"/>
                </a:lnTo>
                <a:lnTo>
                  <a:pt x="1350730" y="118970"/>
                </a:lnTo>
                <a:lnTo>
                  <a:pt x="1351152" y="118945"/>
                </a:lnTo>
                <a:lnTo>
                  <a:pt x="1351579" y="118907"/>
                </a:lnTo>
                <a:lnTo>
                  <a:pt x="1352009" y="118854"/>
                </a:lnTo>
                <a:lnTo>
                  <a:pt x="1352439" y="118783"/>
                </a:lnTo>
                <a:lnTo>
                  <a:pt x="1352865" y="118692"/>
                </a:lnTo>
                <a:lnTo>
                  <a:pt x="1353285" y="118579"/>
                </a:lnTo>
                <a:lnTo>
                  <a:pt x="1353696" y="118440"/>
                </a:lnTo>
                <a:lnTo>
                  <a:pt x="1354094" y="118274"/>
                </a:lnTo>
                <a:lnTo>
                  <a:pt x="1354478" y="118078"/>
                </a:lnTo>
                <a:lnTo>
                  <a:pt x="1354843" y="117849"/>
                </a:lnTo>
                <a:lnTo>
                  <a:pt x="1355188" y="117585"/>
                </a:lnTo>
                <a:lnTo>
                  <a:pt x="1355509" y="117283"/>
                </a:lnTo>
                <a:lnTo>
                  <a:pt x="1355803" y="116942"/>
                </a:lnTo>
                <a:lnTo>
                  <a:pt x="1356067" y="116557"/>
                </a:lnTo>
                <a:lnTo>
                  <a:pt x="1356298" y="116127"/>
                </a:lnTo>
                <a:lnTo>
                  <a:pt x="1356495" y="115650"/>
                </a:lnTo>
                <a:lnTo>
                  <a:pt x="1356652" y="115122"/>
                </a:lnTo>
                <a:lnTo>
                  <a:pt x="1356768" y="114542"/>
                </a:lnTo>
                <a:lnTo>
                  <a:pt x="1356840" y="113907"/>
                </a:lnTo>
                <a:lnTo>
                  <a:pt x="1356865" y="113213"/>
                </a:lnTo>
                <a:lnTo>
                  <a:pt x="1356844" y="112497"/>
                </a:lnTo>
                <a:lnTo>
                  <a:pt x="1356782" y="111841"/>
                </a:lnTo>
                <a:lnTo>
                  <a:pt x="1356679" y="111241"/>
                </a:lnTo>
                <a:lnTo>
                  <a:pt x="1356537" y="110696"/>
                </a:lnTo>
                <a:lnTo>
                  <a:pt x="1356357" y="110203"/>
                </a:lnTo>
                <a:lnTo>
                  <a:pt x="1356139" y="109759"/>
                </a:lnTo>
                <a:lnTo>
                  <a:pt x="1355884" y="109362"/>
                </a:lnTo>
                <a:lnTo>
                  <a:pt x="1355594" y="109009"/>
                </a:lnTo>
                <a:lnTo>
                  <a:pt x="1355269" y="108697"/>
                </a:lnTo>
                <a:lnTo>
                  <a:pt x="1354910" y="108424"/>
                </a:lnTo>
                <a:lnTo>
                  <a:pt x="1354518" y="108188"/>
                </a:lnTo>
                <a:lnTo>
                  <a:pt x="1354094" y="107985"/>
                </a:lnTo>
                <a:lnTo>
                  <a:pt x="1353639" y="107813"/>
                </a:lnTo>
                <a:lnTo>
                  <a:pt x="1353153" y="107670"/>
                </a:lnTo>
                <a:lnTo>
                  <a:pt x="1352638" y="107553"/>
                </a:lnTo>
                <a:lnTo>
                  <a:pt x="1352095" y="107459"/>
                </a:lnTo>
                <a:lnTo>
                  <a:pt x="1351525" y="107386"/>
                </a:lnTo>
                <a:lnTo>
                  <a:pt x="1350928" y="107331"/>
                </a:lnTo>
                <a:lnTo>
                  <a:pt x="1350305" y="107292"/>
                </a:lnTo>
                <a:lnTo>
                  <a:pt x="1349658" y="107266"/>
                </a:lnTo>
                <a:lnTo>
                  <a:pt x="1348986" y="107250"/>
                </a:lnTo>
                <a:lnTo>
                  <a:pt x="1348292" y="107242"/>
                </a:lnTo>
                <a:lnTo>
                  <a:pt x="1347576" y="107239"/>
                </a:lnTo>
                <a:lnTo>
                  <a:pt x="1346839" y="107238"/>
                </a:lnTo>
                <a:lnTo>
                  <a:pt x="1363419" y="83523"/>
                </a:lnTo>
                <a:lnTo>
                  <a:pt x="1380579" y="107238"/>
                </a:lnTo>
                <a:lnTo>
                  <a:pt x="1379910" y="107239"/>
                </a:lnTo>
                <a:lnTo>
                  <a:pt x="1379255" y="107242"/>
                </a:lnTo>
                <a:lnTo>
                  <a:pt x="1378614" y="107250"/>
                </a:lnTo>
                <a:lnTo>
                  <a:pt x="1377990" y="107266"/>
                </a:lnTo>
                <a:lnTo>
                  <a:pt x="1377383" y="107292"/>
                </a:lnTo>
                <a:lnTo>
                  <a:pt x="1376795" y="107331"/>
                </a:lnTo>
                <a:lnTo>
                  <a:pt x="1376227" y="107386"/>
                </a:lnTo>
                <a:lnTo>
                  <a:pt x="1375680" y="107459"/>
                </a:lnTo>
                <a:lnTo>
                  <a:pt x="1375156" y="107553"/>
                </a:lnTo>
                <a:lnTo>
                  <a:pt x="1374656" y="107670"/>
                </a:lnTo>
                <a:lnTo>
                  <a:pt x="1374182" y="107813"/>
                </a:lnTo>
                <a:lnTo>
                  <a:pt x="1373734" y="107985"/>
                </a:lnTo>
                <a:lnTo>
                  <a:pt x="1373315" y="108188"/>
                </a:lnTo>
                <a:lnTo>
                  <a:pt x="1372925" y="108424"/>
                </a:lnTo>
                <a:lnTo>
                  <a:pt x="1372565" y="108697"/>
                </a:lnTo>
                <a:lnTo>
                  <a:pt x="1372238" y="109009"/>
                </a:lnTo>
                <a:lnTo>
                  <a:pt x="1371944" y="109362"/>
                </a:lnTo>
                <a:lnTo>
                  <a:pt x="1371686" y="109759"/>
                </a:lnTo>
                <a:lnTo>
                  <a:pt x="1371463" y="110203"/>
                </a:lnTo>
                <a:lnTo>
                  <a:pt x="1371278" y="110696"/>
                </a:lnTo>
                <a:lnTo>
                  <a:pt x="1371131" y="111241"/>
                </a:lnTo>
                <a:lnTo>
                  <a:pt x="1371025" y="111841"/>
                </a:lnTo>
                <a:lnTo>
                  <a:pt x="1370960" y="112497"/>
                </a:lnTo>
                <a:lnTo>
                  <a:pt x="1370938" y="113213"/>
                </a:lnTo>
                <a:lnTo>
                  <a:pt x="1370963" y="113907"/>
                </a:lnTo>
                <a:lnTo>
                  <a:pt x="1371035" y="114542"/>
                </a:lnTo>
                <a:lnTo>
                  <a:pt x="1371151" y="115122"/>
                </a:lnTo>
                <a:lnTo>
                  <a:pt x="1371309" y="115650"/>
                </a:lnTo>
                <a:lnTo>
                  <a:pt x="1371505" y="116127"/>
                </a:lnTo>
                <a:lnTo>
                  <a:pt x="1371737" y="116557"/>
                </a:lnTo>
                <a:lnTo>
                  <a:pt x="1372001" y="116942"/>
                </a:lnTo>
                <a:lnTo>
                  <a:pt x="1372295" y="117283"/>
                </a:lnTo>
                <a:lnTo>
                  <a:pt x="1372616" y="117585"/>
                </a:lnTo>
                <a:lnTo>
                  <a:pt x="1372961" y="117849"/>
                </a:lnTo>
                <a:lnTo>
                  <a:pt x="1373327" y="118078"/>
                </a:lnTo>
                <a:lnTo>
                  <a:pt x="1373711" y="118274"/>
                </a:lnTo>
                <a:lnTo>
                  <a:pt x="1374109" y="118440"/>
                </a:lnTo>
                <a:lnTo>
                  <a:pt x="1374520" y="118579"/>
                </a:lnTo>
                <a:lnTo>
                  <a:pt x="1374940" y="118692"/>
                </a:lnTo>
                <a:lnTo>
                  <a:pt x="1375367" y="118783"/>
                </a:lnTo>
                <a:lnTo>
                  <a:pt x="1375796" y="118854"/>
                </a:lnTo>
                <a:lnTo>
                  <a:pt x="1376227" y="118907"/>
                </a:lnTo>
                <a:lnTo>
                  <a:pt x="1376654" y="118945"/>
                </a:lnTo>
                <a:lnTo>
                  <a:pt x="1377076" y="118970"/>
                </a:lnTo>
                <a:lnTo>
                  <a:pt x="1377490" y="118986"/>
                </a:lnTo>
                <a:lnTo>
                  <a:pt x="1377892" y="118994"/>
                </a:lnTo>
                <a:lnTo>
                  <a:pt x="1378281" y="118997"/>
                </a:lnTo>
                <a:lnTo>
                  <a:pt x="1378652" y="118997"/>
                </a:lnTo>
                <a:lnTo>
                  <a:pt x="1401206" y="118997"/>
                </a:lnTo>
                <a:lnTo>
                  <a:pt x="1401556" y="118997"/>
                </a:lnTo>
                <a:lnTo>
                  <a:pt x="1401929" y="118994"/>
                </a:lnTo>
                <a:lnTo>
                  <a:pt x="1402321" y="118986"/>
                </a:lnTo>
                <a:lnTo>
                  <a:pt x="1402729" y="118970"/>
                </a:lnTo>
                <a:lnTo>
                  <a:pt x="1403150" y="118945"/>
                </a:lnTo>
                <a:lnTo>
                  <a:pt x="1403581" y="118907"/>
                </a:lnTo>
                <a:lnTo>
                  <a:pt x="1404017" y="118854"/>
                </a:lnTo>
                <a:lnTo>
                  <a:pt x="1404456" y="118783"/>
                </a:lnTo>
                <a:lnTo>
                  <a:pt x="1404894" y="118692"/>
                </a:lnTo>
                <a:lnTo>
                  <a:pt x="1405328" y="118579"/>
                </a:lnTo>
                <a:lnTo>
                  <a:pt x="1405755" y="118440"/>
                </a:lnTo>
                <a:lnTo>
                  <a:pt x="1406171" y="118274"/>
                </a:lnTo>
                <a:lnTo>
                  <a:pt x="1406573" y="118078"/>
                </a:lnTo>
                <a:lnTo>
                  <a:pt x="1406958" y="117849"/>
                </a:lnTo>
                <a:lnTo>
                  <a:pt x="1407322" y="117585"/>
                </a:lnTo>
                <a:lnTo>
                  <a:pt x="1407662" y="117283"/>
                </a:lnTo>
                <a:lnTo>
                  <a:pt x="1407974" y="116942"/>
                </a:lnTo>
                <a:lnTo>
                  <a:pt x="1408255" y="116557"/>
                </a:lnTo>
                <a:lnTo>
                  <a:pt x="1408503" y="116127"/>
                </a:lnTo>
                <a:lnTo>
                  <a:pt x="1408713" y="115650"/>
                </a:lnTo>
                <a:lnTo>
                  <a:pt x="1408882" y="115122"/>
                </a:lnTo>
                <a:lnTo>
                  <a:pt x="1409007" y="114542"/>
                </a:lnTo>
                <a:lnTo>
                  <a:pt x="1409084" y="113907"/>
                </a:lnTo>
                <a:lnTo>
                  <a:pt x="1409111" y="113213"/>
                </a:lnTo>
                <a:lnTo>
                  <a:pt x="1409085" y="112497"/>
                </a:lnTo>
                <a:lnTo>
                  <a:pt x="1409010" y="111841"/>
                </a:lnTo>
                <a:lnTo>
                  <a:pt x="1408890" y="111241"/>
                </a:lnTo>
                <a:lnTo>
                  <a:pt x="1408726" y="110696"/>
                </a:lnTo>
                <a:lnTo>
                  <a:pt x="1408523" y="110203"/>
                </a:lnTo>
                <a:lnTo>
                  <a:pt x="1408282" y="109759"/>
                </a:lnTo>
                <a:close/>
                <a:moveTo>
                  <a:pt x="500432" y="109678"/>
                </a:moveTo>
                <a:lnTo>
                  <a:pt x="500160" y="109294"/>
                </a:lnTo>
                <a:lnTo>
                  <a:pt x="499858" y="108952"/>
                </a:lnTo>
                <a:lnTo>
                  <a:pt x="499529" y="108650"/>
                </a:lnTo>
                <a:lnTo>
                  <a:pt x="499177" y="108386"/>
                </a:lnTo>
                <a:lnTo>
                  <a:pt x="498804" y="108157"/>
                </a:lnTo>
                <a:lnTo>
                  <a:pt x="498414" y="107961"/>
                </a:lnTo>
                <a:lnTo>
                  <a:pt x="498010" y="107795"/>
                </a:lnTo>
                <a:lnTo>
                  <a:pt x="497595" y="107657"/>
                </a:lnTo>
                <a:lnTo>
                  <a:pt x="497172" y="107543"/>
                </a:lnTo>
                <a:lnTo>
                  <a:pt x="496745" y="107452"/>
                </a:lnTo>
                <a:lnTo>
                  <a:pt x="496316" y="107382"/>
                </a:lnTo>
                <a:lnTo>
                  <a:pt x="495890" y="107329"/>
                </a:lnTo>
                <a:lnTo>
                  <a:pt x="495468" y="107290"/>
                </a:lnTo>
                <a:lnTo>
                  <a:pt x="495055" y="107265"/>
                </a:lnTo>
                <a:lnTo>
                  <a:pt x="494653" y="107249"/>
                </a:lnTo>
                <a:lnTo>
                  <a:pt x="494265" y="107241"/>
                </a:lnTo>
                <a:lnTo>
                  <a:pt x="493896" y="107239"/>
                </a:lnTo>
                <a:lnTo>
                  <a:pt x="493547" y="107238"/>
                </a:lnTo>
                <a:lnTo>
                  <a:pt x="484869" y="107238"/>
                </a:lnTo>
                <a:lnTo>
                  <a:pt x="484869" y="43868"/>
                </a:lnTo>
                <a:lnTo>
                  <a:pt x="484862" y="43142"/>
                </a:lnTo>
                <a:lnTo>
                  <a:pt x="484842" y="42457"/>
                </a:lnTo>
                <a:lnTo>
                  <a:pt x="484806" y="41813"/>
                </a:lnTo>
                <a:lnTo>
                  <a:pt x="484753" y="41208"/>
                </a:lnTo>
                <a:lnTo>
                  <a:pt x="484680" y="40641"/>
                </a:lnTo>
                <a:lnTo>
                  <a:pt x="484586" y="40112"/>
                </a:lnTo>
                <a:lnTo>
                  <a:pt x="484469" y="39619"/>
                </a:lnTo>
                <a:lnTo>
                  <a:pt x="484326" y="39163"/>
                </a:lnTo>
                <a:lnTo>
                  <a:pt x="484157" y="38741"/>
                </a:lnTo>
                <a:lnTo>
                  <a:pt x="483960" y="38353"/>
                </a:lnTo>
                <a:lnTo>
                  <a:pt x="483732" y="37998"/>
                </a:lnTo>
                <a:lnTo>
                  <a:pt x="483471" y="37675"/>
                </a:lnTo>
                <a:lnTo>
                  <a:pt x="483177" y="37383"/>
                </a:lnTo>
                <a:lnTo>
                  <a:pt x="482847" y="37121"/>
                </a:lnTo>
                <a:lnTo>
                  <a:pt x="482478" y="36889"/>
                </a:lnTo>
                <a:lnTo>
                  <a:pt x="482070" y="36684"/>
                </a:lnTo>
                <a:lnTo>
                  <a:pt x="481621" y="36508"/>
                </a:lnTo>
                <a:lnTo>
                  <a:pt x="481128" y="36358"/>
                </a:lnTo>
                <a:lnTo>
                  <a:pt x="480590" y="36233"/>
                </a:lnTo>
                <a:lnTo>
                  <a:pt x="480005" y="36133"/>
                </a:lnTo>
                <a:lnTo>
                  <a:pt x="479372" y="36057"/>
                </a:lnTo>
                <a:lnTo>
                  <a:pt x="478687" y="36004"/>
                </a:lnTo>
                <a:lnTo>
                  <a:pt x="477950" y="35973"/>
                </a:lnTo>
                <a:lnTo>
                  <a:pt x="477158" y="35963"/>
                </a:lnTo>
                <a:lnTo>
                  <a:pt x="463085" y="35963"/>
                </a:lnTo>
                <a:lnTo>
                  <a:pt x="462691" y="35963"/>
                </a:lnTo>
                <a:lnTo>
                  <a:pt x="462281" y="35966"/>
                </a:lnTo>
                <a:lnTo>
                  <a:pt x="461859" y="35974"/>
                </a:lnTo>
                <a:lnTo>
                  <a:pt x="461428" y="35990"/>
                </a:lnTo>
                <a:lnTo>
                  <a:pt x="460990" y="36017"/>
                </a:lnTo>
                <a:lnTo>
                  <a:pt x="460548" y="36056"/>
                </a:lnTo>
                <a:lnTo>
                  <a:pt x="460105" y="36111"/>
                </a:lnTo>
                <a:lnTo>
                  <a:pt x="459664" y="36184"/>
                </a:lnTo>
                <a:lnTo>
                  <a:pt x="459228" y="36278"/>
                </a:lnTo>
                <a:lnTo>
                  <a:pt x="458799" y="36395"/>
                </a:lnTo>
                <a:lnTo>
                  <a:pt x="458381" y="36538"/>
                </a:lnTo>
                <a:lnTo>
                  <a:pt x="457976" y="36710"/>
                </a:lnTo>
                <a:lnTo>
                  <a:pt x="457586" y="36913"/>
                </a:lnTo>
                <a:lnTo>
                  <a:pt x="457216" y="37149"/>
                </a:lnTo>
                <a:lnTo>
                  <a:pt x="456868" y="37422"/>
                </a:lnTo>
                <a:lnTo>
                  <a:pt x="456544" y="37734"/>
                </a:lnTo>
                <a:lnTo>
                  <a:pt x="456248" y="38087"/>
                </a:lnTo>
                <a:lnTo>
                  <a:pt x="455982" y="38485"/>
                </a:lnTo>
                <a:lnTo>
                  <a:pt x="455749" y="38929"/>
                </a:lnTo>
                <a:lnTo>
                  <a:pt x="455552" y="39422"/>
                </a:lnTo>
                <a:lnTo>
                  <a:pt x="455394" y="39968"/>
                </a:lnTo>
                <a:lnTo>
                  <a:pt x="455277" y="40567"/>
                </a:lnTo>
                <a:lnTo>
                  <a:pt x="455205" y="41224"/>
                </a:lnTo>
                <a:lnTo>
                  <a:pt x="455180" y="41941"/>
                </a:lnTo>
                <a:lnTo>
                  <a:pt x="455206" y="42634"/>
                </a:lnTo>
                <a:lnTo>
                  <a:pt x="455281" y="43270"/>
                </a:lnTo>
                <a:lnTo>
                  <a:pt x="455401" y="43850"/>
                </a:lnTo>
                <a:lnTo>
                  <a:pt x="455564" y="44378"/>
                </a:lnTo>
                <a:lnTo>
                  <a:pt x="455767" y="44855"/>
                </a:lnTo>
                <a:lnTo>
                  <a:pt x="456006" y="45285"/>
                </a:lnTo>
                <a:lnTo>
                  <a:pt x="456278" y="45669"/>
                </a:lnTo>
                <a:lnTo>
                  <a:pt x="456580" y="46011"/>
                </a:lnTo>
                <a:lnTo>
                  <a:pt x="456909" y="46313"/>
                </a:lnTo>
                <a:lnTo>
                  <a:pt x="457261" y="46577"/>
                </a:lnTo>
                <a:lnTo>
                  <a:pt x="457634" y="46806"/>
                </a:lnTo>
                <a:lnTo>
                  <a:pt x="458024" y="47002"/>
                </a:lnTo>
                <a:lnTo>
                  <a:pt x="458428" y="47168"/>
                </a:lnTo>
                <a:lnTo>
                  <a:pt x="458843" y="47306"/>
                </a:lnTo>
                <a:lnTo>
                  <a:pt x="459266" y="47420"/>
                </a:lnTo>
                <a:lnTo>
                  <a:pt x="459693" y="47511"/>
                </a:lnTo>
                <a:lnTo>
                  <a:pt x="460121" y="47581"/>
                </a:lnTo>
                <a:lnTo>
                  <a:pt x="460548" y="47634"/>
                </a:lnTo>
                <a:lnTo>
                  <a:pt x="460970" y="47673"/>
                </a:lnTo>
                <a:lnTo>
                  <a:pt x="461383" y="47698"/>
                </a:lnTo>
                <a:lnTo>
                  <a:pt x="461785" y="47714"/>
                </a:lnTo>
                <a:lnTo>
                  <a:pt x="462172" y="47721"/>
                </a:lnTo>
                <a:lnTo>
                  <a:pt x="462542" y="47724"/>
                </a:lnTo>
                <a:lnTo>
                  <a:pt x="462891" y="47725"/>
                </a:lnTo>
                <a:lnTo>
                  <a:pt x="471566" y="47725"/>
                </a:lnTo>
                <a:lnTo>
                  <a:pt x="471566" y="88748"/>
                </a:lnTo>
                <a:lnTo>
                  <a:pt x="471487" y="90834"/>
                </a:lnTo>
                <a:lnTo>
                  <a:pt x="471255" y="92770"/>
                </a:lnTo>
                <a:lnTo>
                  <a:pt x="470883" y="94561"/>
                </a:lnTo>
                <a:lnTo>
                  <a:pt x="470381" y="96212"/>
                </a:lnTo>
                <a:lnTo>
                  <a:pt x="469760" y="97728"/>
                </a:lnTo>
                <a:lnTo>
                  <a:pt x="469030" y="99116"/>
                </a:lnTo>
                <a:lnTo>
                  <a:pt x="468203" y="100381"/>
                </a:lnTo>
                <a:lnTo>
                  <a:pt x="467289" y="101528"/>
                </a:lnTo>
                <a:lnTo>
                  <a:pt x="466300" y="102563"/>
                </a:lnTo>
                <a:lnTo>
                  <a:pt x="465246" y="103491"/>
                </a:lnTo>
                <a:lnTo>
                  <a:pt x="464138" y="104318"/>
                </a:lnTo>
                <a:lnTo>
                  <a:pt x="462988" y="105049"/>
                </a:lnTo>
                <a:lnTo>
                  <a:pt x="461805" y="105690"/>
                </a:lnTo>
                <a:lnTo>
                  <a:pt x="460600" y="106247"/>
                </a:lnTo>
                <a:lnTo>
                  <a:pt x="459386" y="106724"/>
                </a:lnTo>
                <a:lnTo>
                  <a:pt x="458172" y="107128"/>
                </a:lnTo>
                <a:lnTo>
                  <a:pt x="456969" y="107464"/>
                </a:lnTo>
                <a:lnTo>
                  <a:pt x="455789" y="107737"/>
                </a:lnTo>
                <a:lnTo>
                  <a:pt x="454641" y="107952"/>
                </a:lnTo>
                <a:lnTo>
                  <a:pt x="453538" y="108117"/>
                </a:lnTo>
                <a:lnTo>
                  <a:pt x="452489" y="108235"/>
                </a:lnTo>
                <a:lnTo>
                  <a:pt x="451507" y="108312"/>
                </a:lnTo>
                <a:lnTo>
                  <a:pt x="450601" y="108355"/>
                </a:lnTo>
                <a:lnTo>
                  <a:pt x="449782" y="108368"/>
                </a:lnTo>
                <a:lnTo>
                  <a:pt x="447956" y="108335"/>
                </a:lnTo>
                <a:lnTo>
                  <a:pt x="446283" y="108239"/>
                </a:lnTo>
                <a:lnTo>
                  <a:pt x="444754" y="108083"/>
                </a:lnTo>
                <a:lnTo>
                  <a:pt x="443365" y="107869"/>
                </a:lnTo>
                <a:lnTo>
                  <a:pt x="442108" y="107600"/>
                </a:lnTo>
                <a:lnTo>
                  <a:pt x="440976" y="107279"/>
                </a:lnTo>
                <a:lnTo>
                  <a:pt x="439963" y="106909"/>
                </a:lnTo>
                <a:lnTo>
                  <a:pt x="439063" y="106492"/>
                </a:lnTo>
                <a:lnTo>
                  <a:pt x="438269" y="106032"/>
                </a:lnTo>
                <a:lnTo>
                  <a:pt x="437573" y="105532"/>
                </a:lnTo>
                <a:lnTo>
                  <a:pt x="436971" y="104994"/>
                </a:lnTo>
                <a:lnTo>
                  <a:pt x="436454" y="104420"/>
                </a:lnTo>
                <a:lnTo>
                  <a:pt x="436016" y="103815"/>
                </a:lnTo>
                <a:lnTo>
                  <a:pt x="435652" y="103181"/>
                </a:lnTo>
                <a:lnTo>
                  <a:pt x="435353" y="102520"/>
                </a:lnTo>
                <a:lnTo>
                  <a:pt x="435114" y="101835"/>
                </a:lnTo>
                <a:lnTo>
                  <a:pt x="434928" y="101130"/>
                </a:lnTo>
                <a:lnTo>
                  <a:pt x="434788" y="100407"/>
                </a:lnTo>
                <a:lnTo>
                  <a:pt x="434688" y="99669"/>
                </a:lnTo>
                <a:lnTo>
                  <a:pt x="434620" y="98919"/>
                </a:lnTo>
                <a:lnTo>
                  <a:pt x="434580" y="98159"/>
                </a:lnTo>
                <a:lnTo>
                  <a:pt x="434559" y="97393"/>
                </a:lnTo>
                <a:lnTo>
                  <a:pt x="434551" y="96623"/>
                </a:lnTo>
                <a:lnTo>
                  <a:pt x="434550" y="95853"/>
                </a:lnTo>
                <a:lnTo>
                  <a:pt x="434550" y="43868"/>
                </a:lnTo>
                <a:lnTo>
                  <a:pt x="434543" y="43142"/>
                </a:lnTo>
                <a:lnTo>
                  <a:pt x="434523" y="42457"/>
                </a:lnTo>
                <a:lnTo>
                  <a:pt x="434487" y="41813"/>
                </a:lnTo>
                <a:lnTo>
                  <a:pt x="434434" y="41208"/>
                </a:lnTo>
                <a:lnTo>
                  <a:pt x="434361" y="40641"/>
                </a:lnTo>
                <a:lnTo>
                  <a:pt x="434267" y="40112"/>
                </a:lnTo>
                <a:lnTo>
                  <a:pt x="434150" y="39619"/>
                </a:lnTo>
                <a:lnTo>
                  <a:pt x="434007" y="39163"/>
                </a:lnTo>
                <a:lnTo>
                  <a:pt x="433838" y="38741"/>
                </a:lnTo>
                <a:lnTo>
                  <a:pt x="433641" y="38353"/>
                </a:lnTo>
                <a:lnTo>
                  <a:pt x="433413" y="37998"/>
                </a:lnTo>
                <a:lnTo>
                  <a:pt x="433152" y="37675"/>
                </a:lnTo>
                <a:lnTo>
                  <a:pt x="432858" y="37383"/>
                </a:lnTo>
                <a:lnTo>
                  <a:pt x="432528" y="37121"/>
                </a:lnTo>
                <a:lnTo>
                  <a:pt x="432159" y="36889"/>
                </a:lnTo>
                <a:lnTo>
                  <a:pt x="431751" y="36684"/>
                </a:lnTo>
                <a:lnTo>
                  <a:pt x="431302" y="36508"/>
                </a:lnTo>
                <a:lnTo>
                  <a:pt x="430809" y="36358"/>
                </a:lnTo>
                <a:lnTo>
                  <a:pt x="430271" y="36233"/>
                </a:lnTo>
                <a:lnTo>
                  <a:pt x="429686" y="36133"/>
                </a:lnTo>
                <a:lnTo>
                  <a:pt x="429053" y="36057"/>
                </a:lnTo>
                <a:lnTo>
                  <a:pt x="428368" y="36004"/>
                </a:lnTo>
                <a:lnTo>
                  <a:pt x="427631" y="35973"/>
                </a:lnTo>
                <a:lnTo>
                  <a:pt x="426839" y="35963"/>
                </a:lnTo>
                <a:lnTo>
                  <a:pt x="412766" y="35963"/>
                </a:lnTo>
                <a:lnTo>
                  <a:pt x="412372" y="35963"/>
                </a:lnTo>
                <a:lnTo>
                  <a:pt x="411962" y="35966"/>
                </a:lnTo>
                <a:lnTo>
                  <a:pt x="411540" y="35974"/>
                </a:lnTo>
                <a:lnTo>
                  <a:pt x="411109" y="35990"/>
                </a:lnTo>
                <a:lnTo>
                  <a:pt x="410671" y="36017"/>
                </a:lnTo>
                <a:lnTo>
                  <a:pt x="410229" y="36056"/>
                </a:lnTo>
                <a:lnTo>
                  <a:pt x="409786" y="36111"/>
                </a:lnTo>
                <a:lnTo>
                  <a:pt x="409345" y="36184"/>
                </a:lnTo>
                <a:lnTo>
                  <a:pt x="408909" y="36278"/>
                </a:lnTo>
                <a:lnTo>
                  <a:pt x="408480" y="36395"/>
                </a:lnTo>
                <a:lnTo>
                  <a:pt x="408062" y="36538"/>
                </a:lnTo>
                <a:lnTo>
                  <a:pt x="407657" y="36710"/>
                </a:lnTo>
                <a:lnTo>
                  <a:pt x="407267" y="36913"/>
                </a:lnTo>
                <a:lnTo>
                  <a:pt x="406897" y="37149"/>
                </a:lnTo>
                <a:lnTo>
                  <a:pt x="406549" y="37422"/>
                </a:lnTo>
                <a:lnTo>
                  <a:pt x="406225" y="37734"/>
                </a:lnTo>
                <a:lnTo>
                  <a:pt x="405929" y="38087"/>
                </a:lnTo>
                <a:lnTo>
                  <a:pt x="405663" y="38485"/>
                </a:lnTo>
                <a:lnTo>
                  <a:pt x="405430" y="38929"/>
                </a:lnTo>
                <a:lnTo>
                  <a:pt x="405233" y="39422"/>
                </a:lnTo>
                <a:lnTo>
                  <a:pt x="405075" y="39968"/>
                </a:lnTo>
                <a:lnTo>
                  <a:pt x="404958" y="40567"/>
                </a:lnTo>
                <a:lnTo>
                  <a:pt x="404886" y="41224"/>
                </a:lnTo>
                <a:lnTo>
                  <a:pt x="404861" y="41941"/>
                </a:lnTo>
                <a:lnTo>
                  <a:pt x="404887" y="42634"/>
                </a:lnTo>
                <a:lnTo>
                  <a:pt x="404962" y="43270"/>
                </a:lnTo>
                <a:lnTo>
                  <a:pt x="405082" y="43850"/>
                </a:lnTo>
                <a:lnTo>
                  <a:pt x="405245" y="44378"/>
                </a:lnTo>
                <a:lnTo>
                  <a:pt x="405448" y="44855"/>
                </a:lnTo>
                <a:lnTo>
                  <a:pt x="405687" y="45285"/>
                </a:lnTo>
                <a:lnTo>
                  <a:pt x="405959" y="45669"/>
                </a:lnTo>
                <a:lnTo>
                  <a:pt x="406261" y="46011"/>
                </a:lnTo>
                <a:lnTo>
                  <a:pt x="406590" y="46313"/>
                </a:lnTo>
                <a:lnTo>
                  <a:pt x="406942" y="46577"/>
                </a:lnTo>
                <a:lnTo>
                  <a:pt x="407315" y="46806"/>
                </a:lnTo>
                <a:lnTo>
                  <a:pt x="407705" y="47002"/>
                </a:lnTo>
                <a:lnTo>
                  <a:pt x="408109" y="47168"/>
                </a:lnTo>
                <a:lnTo>
                  <a:pt x="408524" y="47306"/>
                </a:lnTo>
                <a:lnTo>
                  <a:pt x="408947" y="47420"/>
                </a:lnTo>
                <a:lnTo>
                  <a:pt x="409374" y="47511"/>
                </a:lnTo>
                <a:lnTo>
                  <a:pt x="409802" y="47581"/>
                </a:lnTo>
                <a:lnTo>
                  <a:pt x="410229" y="47634"/>
                </a:lnTo>
                <a:lnTo>
                  <a:pt x="410651" y="47673"/>
                </a:lnTo>
                <a:lnTo>
                  <a:pt x="411064" y="47698"/>
                </a:lnTo>
                <a:lnTo>
                  <a:pt x="411466" y="47714"/>
                </a:lnTo>
                <a:lnTo>
                  <a:pt x="411853" y="47721"/>
                </a:lnTo>
                <a:lnTo>
                  <a:pt x="412223" y="47724"/>
                </a:lnTo>
                <a:lnTo>
                  <a:pt x="412572" y="47725"/>
                </a:lnTo>
                <a:lnTo>
                  <a:pt x="421250" y="47725"/>
                </a:lnTo>
                <a:lnTo>
                  <a:pt x="421250" y="97009"/>
                </a:lnTo>
                <a:lnTo>
                  <a:pt x="421318" y="99249"/>
                </a:lnTo>
                <a:lnTo>
                  <a:pt x="421520" y="101349"/>
                </a:lnTo>
                <a:lnTo>
                  <a:pt x="421849" y="103312"/>
                </a:lnTo>
                <a:lnTo>
                  <a:pt x="422300" y="105143"/>
                </a:lnTo>
                <a:lnTo>
                  <a:pt x="422869" y="106845"/>
                </a:lnTo>
                <a:lnTo>
                  <a:pt x="423548" y="108423"/>
                </a:lnTo>
                <a:lnTo>
                  <a:pt x="424334" y="109880"/>
                </a:lnTo>
                <a:lnTo>
                  <a:pt x="425219" y="111222"/>
                </a:lnTo>
                <a:lnTo>
                  <a:pt x="426200" y="112451"/>
                </a:lnTo>
                <a:lnTo>
                  <a:pt x="427271" y="113571"/>
                </a:lnTo>
                <a:lnTo>
                  <a:pt x="428426" y="114587"/>
                </a:lnTo>
                <a:lnTo>
                  <a:pt x="429659" y="115503"/>
                </a:lnTo>
                <a:lnTo>
                  <a:pt x="430966" y="116322"/>
                </a:lnTo>
                <a:lnTo>
                  <a:pt x="432341" y="117050"/>
                </a:lnTo>
                <a:lnTo>
                  <a:pt x="433778" y="117688"/>
                </a:lnTo>
                <a:lnTo>
                  <a:pt x="435273" y="118243"/>
                </a:lnTo>
                <a:lnTo>
                  <a:pt x="436818" y="118717"/>
                </a:lnTo>
                <a:lnTo>
                  <a:pt x="438410" y="119115"/>
                </a:lnTo>
                <a:lnTo>
                  <a:pt x="440043" y="119441"/>
                </a:lnTo>
                <a:lnTo>
                  <a:pt x="441711" y="119699"/>
                </a:lnTo>
                <a:lnTo>
                  <a:pt x="443408" y="119892"/>
                </a:lnTo>
                <a:lnTo>
                  <a:pt x="445131" y="120025"/>
                </a:lnTo>
                <a:lnTo>
                  <a:pt x="446872" y="120102"/>
                </a:lnTo>
                <a:lnTo>
                  <a:pt x="448626" y="120127"/>
                </a:lnTo>
                <a:lnTo>
                  <a:pt x="449614" y="120117"/>
                </a:lnTo>
                <a:lnTo>
                  <a:pt x="450602" y="120086"/>
                </a:lnTo>
                <a:lnTo>
                  <a:pt x="451589" y="120034"/>
                </a:lnTo>
                <a:lnTo>
                  <a:pt x="452575" y="119959"/>
                </a:lnTo>
                <a:lnTo>
                  <a:pt x="453560" y="119862"/>
                </a:lnTo>
                <a:lnTo>
                  <a:pt x="454543" y="119742"/>
                </a:lnTo>
                <a:lnTo>
                  <a:pt x="455523" y="119597"/>
                </a:lnTo>
                <a:lnTo>
                  <a:pt x="456502" y="119427"/>
                </a:lnTo>
                <a:lnTo>
                  <a:pt x="457478" y="119233"/>
                </a:lnTo>
                <a:lnTo>
                  <a:pt x="458451" y="119012"/>
                </a:lnTo>
                <a:lnTo>
                  <a:pt x="459420" y="118764"/>
                </a:lnTo>
                <a:lnTo>
                  <a:pt x="460386" y="118489"/>
                </a:lnTo>
                <a:lnTo>
                  <a:pt x="461348" y="118185"/>
                </a:lnTo>
                <a:lnTo>
                  <a:pt x="462306" y="117853"/>
                </a:lnTo>
                <a:lnTo>
                  <a:pt x="463258" y="117492"/>
                </a:lnTo>
                <a:lnTo>
                  <a:pt x="464206" y="117100"/>
                </a:lnTo>
                <a:lnTo>
                  <a:pt x="465148" y="116677"/>
                </a:lnTo>
                <a:lnTo>
                  <a:pt x="466085" y="116224"/>
                </a:lnTo>
                <a:lnTo>
                  <a:pt x="467016" y="115737"/>
                </a:lnTo>
                <a:lnTo>
                  <a:pt x="467940" y="115219"/>
                </a:lnTo>
                <a:lnTo>
                  <a:pt x="468857" y="114666"/>
                </a:lnTo>
                <a:lnTo>
                  <a:pt x="469768" y="114080"/>
                </a:lnTo>
                <a:lnTo>
                  <a:pt x="470671" y="113458"/>
                </a:lnTo>
                <a:lnTo>
                  <a:pt x="471566" y="112801"/>
                </a:lnTo>
                <a:lnTo>
                  <a:pt x="471610" y="113544"/>
                </a:lnTo>
                <a:lnTo>
                  <a:pt x="471692" y="114225"/>
                </a:lnTo>
                <a:lnTo>
                  <a:pt x="471811" y="114847"/>
                </a:lnTo>
                <a:lnTo>
                  <a:pt x="471964" y="115412"/>
                </a:lnTo>
                <a:lnTo>
                  <a:pt x="472149" y="115923"/>
                </a:lnTo>
                <a:lnTo>
                  <a:pt x="472365" y="116383"/>
                </a:lnTo>
                <a:lnTo>
                  <a:pt x="472610" y="116795"/>
                </a:lnTo>
                <a:lnTo>
                  <a:pt x="472881" y="117161"/>
                </a:lnTo>
                <a:lnTo>
                  <a:pt x="473177" y="117485"/>
                </a:lnTo>
                <a:lnTo>
                  <a:pt x="473495" y="117767"/>
                </a:lnTo>
                <a:lnTo>
                  <a:pt x="473835" y="118013"/>
                </a:lnTo>
                <a:lnTo>
                  <a:pt x="474194" y="118223"/>
                </a:lnTo>
                <a:lnTo>
                  <a:pt x="474570" y="118401"/>
                </a:lnTo>
                <a:lnTo>
                  <a:pt x="474961" y="118549"/>
                </a:lnTo>
                <a:lnTo>
                  <a:pt x="475365" y="118670"/>
                </a:lnTo>
                <a:lnTo>
                  <a:pt x="475780" y="118768"/>
                </a:lnTo>
                <a:lnTo>
                  <a:pt x="476205" y="118844"/>
                </a:lnTo>
                <a:lnTo>
                  <a:pt x="476637" y="118900"/>
                </a:lnTo>
                <a:lnTo>
                  <a:pt x="477075" y="118941"/>
                </a:lnTo>
                <a:lnTo>
                  <a:pt x="477516" y="118969"/>
                </a:lnTo>
                <a:lnTo>
                  <a:pt x="477959" y="118985"/>
                </a:lnTo>
                <a:lnTo>
                  <a:pt x="478402" y="118994"/>
                </a:lnTo>
                <a:lnTo>
                  <a:pt x="478843" y="118997"/>
                </a:lnTo>
                <a:lnTo>
                  <a:pt x="479279" y="118997"/>
                </a:lnTo>
                <a:lnTo>
                  <a:pt x="493353" y="118997"/>
                </a:lnTo>
                <a:lnTo>
                  <a:pt x="493747" y="118997"/>
                </a:lnTo>
                <a:lnTo>
                  <a:pt x="494157" y="118994"/>
                </a:lnTo>
                <a:lnTo>
                  <a:pt x="494579" y="118986"/>
                </a:lnTo>
                <a:lnTo>
                  <a:pt x="495010" y="118970"/>
                </a:lnTo>
                <a:lnTo>
                  <a:pt x="495448" y="118943"/>
                </a:lnTo>
                <a:lnTo>
                  <a:pt x="495890" y="118904"/>
                </a:lnTo>
                <a:lnTo>
                  <a:pt x="496333" y="118849"/>
                </a:lnTo>
                <a:lnTo>
                  <a:pt x="496774" y="118776"/>
                </a:lnTo>
                <a:lnTo>
                  <a:pt x="497210" y="118682"/>
                </a:lnTo>
                <a:lnTo>
                  <a:pt x="497639" y="118565"/>
                </a:lnTo>
                <a:lnTo>
                  <a:pt x="498057" y="118422"/>
                </a:lnTo>
                <a:lnTo>
                  <a:pt x="498462" y="118250"/>
                </a:lnTo>
                <a:lnTo>
                  <a:pt x="498851" y="118048"/>
                </a:lnTo>
                <a:lnTo>
                  <a:pt x="499222" y="117811"/>
                </a:lnTo>
                <a:lnTo>
                  <a:pt x="499570" y="117538"/>
                </a:lnTo>
                <a:lnTo>
                  <a:pt x="499894" y="117227"/>
                </a:lnTo>
                <a:lnTo>
                  <a:pt x="500190" y="116874"/>
                </a:lnTo>
                <a:lnTo>
                  <a:pt x="500456" y="116476"/>
                </a:lnTo>
                <a:lnTo>
                  <a:pt x="500689" y="116033"/>
                </a:lnTo>
                <a:lnTo>
                  <a:pt x="500886" y="115539"/>
                </a:lnTo>
                <a:lnTo>
                  <a:pt x="501044" y="114994"/>
                </a:lnTo>
                <a:lnTo>
                  <a:pt x="501161" y="114395"/>
                </a:lnTo>
                <a:lnTo>
                  <a:pt x="501233" y="113738"/>
                </a:lnTo>
                <a:lnTo>
                  <a:pt x="501257" y="113022"/>
                </a:lnTo>
                <a:lnTo>
                  <a:pt x="501232" y="112329"/>
                </a:lnTo>
                <a:lnTo>
                  <a:pt x="501157" y="111693"/>
                </a:lnTo>
                <a:lnTo>
                  <a:pt x="501037" y="111113"/>
                </a:lnTo>
                <a:lnTo>
                  <a:pt x="500874" y="110585"/>
                </a:lnTo>
                <a:lnTo>
                  <a:pt x="500671" y="110108"/>
                </a:lnTo>
                <a:lnTo>
                  <a:pt x="500432" y="109678"/>
                </a:lnTo>
                <a:close/>
                <a:moveTo>
                  <a:pt x="1605373" y="97937"/>
                </a:moveTo>
                <a:lnTo>
                  <a:pt x="1605373" y="97939"/>
                </a:lnTo>
                <a:lnTo>
                  <a:pt x="1605373" y="97936"/>
                </a:lnTo>
                <a:lnTo>
                  <a:pt x="1605373" y="97937"/>
                </a:lnTo>
                <a:close/>
                <a:moveTo>
                  <a:pt x="2111450" y="97937"/>
                </a:moveTo>
                <a:lnTo>
                  <a:pt x="2111450" y="97939"/>
                </a:lnTo>
                <a:lnTo>
                  <a:pt x="2111450" y="97936"/>
                </a:lnTo>
                <a:lnTo>
                  <a:pt x="2111450" y="97937"/>
                </a:lnTo>
                <a:close/>
                <a:moveTo>
                  <a:pt x="88768" y="60782"/>
                </a:moveTo>
                <a:lnTo>
                  <a:pt x="87734" y="58273"/>
                </a:lnTo>
                <a:lnTo>
                  <a:pt x="86563" y="55857"/>
                </a:lnTo>
                <a:lnTo>
                  <a:pt x="85262" y="53540"/>
                </a:lnTo>
                <a:lnTo>
                  <a:pt x="83836" y="51329"/>
                </a:lnTo>
                <a:lnTo>
                  <a:pt x="82291" y="49228"/>
                </a:lnTo>
                <a:lnTo>
                  <a:pt x="80635" y="47246"/>
                </a:lnTo>
                <a:lnTo>
                  <a:pt x="78871" y="45386"/>
                </a:lnTo>
                <a:lnTo>
                  <a:pt x="77008" y="43657"/>
                </a:lnTo>
                <a:lnTo>
                  <a:pt x="75050" y="42063"/>
                </a:lnTo>
                <a:lnTo>
                  <a:pt x="73004" y="40610"/>
                </a:lnTo>
                <a:lnTo>
                  <a:pt x="70875" y="39306"/>
                </a:lnTo>
                <a:lnTo>
                  <a:pt x="68670" y="38156"/>
                </a:lnTo>
                <a:lnTo>
                  <a:pt x="66395" y="37166"/>
                </a:lnTo>
                <a:lnTo>
                  <a:pt x="64055" y="36343"/>
                </a:lnTo>
                <a:lnTo>
                  <a:pt x="61658" y="35691"/>
                </a:lnTo>
                <a:lnTo>
                  <a:pt x="59208" y="35219"/>
                </a:lnTo>
                <a:lnTo>
                  <a:pt x="56712" y="34930"/>
                </a:lnTo>
                <a:lnTo>
                  <a:pt x="54176" y="34833"/>
                </a:lnTo>
                <a:lnTo>
                  <a:pt x="53022" y="34851"/>
                </a:lnTo>
                <a:lnTo>
                  <a:pt x="51875" y="34905"/>
                </a:lnTo>
                <a:lnTo>
                  <a:pt x="50735" y="34994"/>
                </a:lnTo>
                <a:lnTo>
                  <a:pt x="49604" y="35118"/>
                </a:lnTo>
                <a:lnTo>
                  <a:pt x="48481" y="35276"/>
                </a:lnTo>
                <a:lnTo>
                  <a:pt x="47367" y="35469"/>
                </a:lnTo>
                <a:lnTo>
                  <a:pt x="46264" y="35695"/>
                </a:lnTo>
                <a:lnTo>
                  <a:pt x="45171" y="35954"/>
                </a:lnTo>
                <a:lnTo>
                  <a:pt x="44090" y="36247"/>
                </a:lnTo>
                <a:lnTo>
                  <a:pt x="43020" y="36571"/>
                </a:lnTo>
                <a:lnTo>
                  <a:pt x="41964" y="36928"/>
                </a:lnTo>
                <a:lnTo>
                  <a:pt x="40920" y="37316"/>
                </a:lnTo>
                <a:lnTo>
                  <a:pt x="39891" y="37735"/>
                </a:lnTo>
                <a:lnTo>
                  <a:pt x="38877" y="38185"/>
                </a:lnTo>
                <a:lnTo>
                  <a:pt x="37878" y="38666"/>
                </a:lnTo>
                <a:lnTo>
                  <a:pt x="36895" y="39176"/>
                </a:lnTo>
                <a:lnTo>
                  <a:pt x="35928" y="39715"/>
                </a:lnTo>
                <a:lnTo>
                  <a:pt x="34979" y="40284"/>
                </a:lnTo>
                <a:lnTo>
                  <a:pt x="34048" y="40881"/>
                </a:lnTo>
                <a:lnTo>
                  <a:pt x="33136" y="41507"/>
                </a:lnTo>
                <a:lnTo>
                  <a:pt x="32244" y="42160"/>
                </a:lnTo>
                <a:lnTo>
                  <a:pt x="31371" y="42841"/>
                </a:lnTo>
                <a:lnTo>
                  <a:pt x="30519" y="43549"/>
                </a:lnTo>
                <a:lnTo>
                  <a:pt x="29688" y="44283"/>
                </a:lnTo>
                <a:lnTo>
                  <a:pt x="29686" y="43595"/>
                </a:lnTo>
                <a:lnTo>
                  <a:pt x="29677" y="42939"/>
                </a:lnTo>
                <a:lnTo>
                  <a:pt x="29657" y="42312"/>
                </a:lnTo>
                <a:lnTo>
                  <a:pt x="29626" y="41715"/>
                </a:lnTo>
                <a:lnTo>
                  <a:pt x="29579" y="41149"/>
                </a:lnTo>
                <a:lnTo>
                  <a:pt x="29514" y="40612"/>
                </a:lnTo>
                <a:lnTo>
                  <a:pt x="29427" y="40105"/>
                </a:lnTo>
                <a:lnTo>
                  <a:pt x="29317" y="39628"/>
                </a:lnTo>
                <a:lnTo>
                  <a:pt x="29180" y="39181"/>
                </a:lnTo>
                <a:lnTo>
                  <a:pt x="29014" y="38763"/>
                </a:lnTo>
                <a:lnTo>
                  <a:pt x="28814" y="38375"/>
                </a:lnTo>
                <a:lnTo>
                  <a:pt x="28580" y="38016"/>
                </a:lnTo>
                <a:lnTo>
                  <a:pt x="28308" y="37686"/>
                </a:lnTo>
                <a:lnTo>
                  <a:pt x="27994" y="37385"/>
                </a:lnTo>
                <a:lnTo>
                  <a:pt x="27637" y="37114"/>
                </a:lnTo>
                <a:lnTo>
                  <a:pt x="27233" y="36871"/>
                </a:lnTo>
                <a:lnTo>
                  <a:pt x="26779" y="36657"/>
                </a:lnTo>
                <a:lnTo>
                  <a:pt x="26273" y="36473"/>
                </a:lnTo>
                <a:lnTo>
                  <a:pt x="25712" y="36316"/>
                </a:lnTo>
                <a:lnTo>
                  <a:pt x="25093" y="36189"/>
                </a:lnTo>
                <a:lnTo>
                  <a:pt x="24412" y="36090"/>
                </a:lnTo>
                <a:lnTo>
                  <a:pt x="23668" y="36019"/>
                </a:lnTo>
                <a:lnTo>
                  <a:pt x="22858" y="35977"/>
                </a:lnTo>
                <a:lnTo>
                  <a:pt x="21978" y="35963"/>
                </a:lnTo>
                <a:lnTo>
                  <a:pt x="7905" y="35963"/>
                </a:lnTo>
                <a:lnTo>
                  <a:pt x="7510" y="35963"/>
                </a:lnTo>
                <a:lnTo>
                  <a:pt x="7101" y="35966"/>
                </a:lnTo>
                <a:lnTo>
                  <a:pt x="6679" y="35974"/>
                </a:lnTo>
                <a:lnTo>
                  <a:pt x="6248" y="35990"/>
                </a:lnTo>
                <a:lnTo>
                  <a:pt x="5809" y="36017"/>
                </a:lnTo>
                <a:lnTo>
                  <a:pt x="5368" y="36056"/>
                </a:lnTo>
                <a:lnTo>
                  <a:pt x="4925" y="36111"/>
                </a:lnTo>
                <a:lnTo>
                  <a:pt x="4484" y="36184"/>
                </a:lnTo>
                <a:lnTo>
                  <a:pt x="4047" y="36278"/>
                </a:lnTo>
                <a:lnTo>
                  <a:pt x="3619" y="36395"/>
                </a:lnTo>
                <a:lnTo>
                  <a:pt x="3200" y="36538"/>
                </a:lnTo>
                <a:lnTo>
                  <a:pt x="2795" y="36710"/>
                </a:lnTo>
                <a:lnTo>
                  <a:pt x="2406" y="36913"/>
                </a:lnTo>
                <a:lnTo>
                  <a:pt x="2036" y="37149"/>
                </a:lnTo>
                <a:lnTo>
                  <a:pt x="1687" y="37422"/>
                </a:lnTo>
                <a:lnTo>
                  <a:pt x="1364" y="37734"/>
                </a:lnTo>
                <a:lnTo>
                  <a:pt x="1067" y="38087"/>
                </a:lnTo>
                <a:lnTo>
                  <a:pt x="801" y="38485"/>
                </a:lnTo>
                <a:lnTo>
                  <a:pt x="568" y="38929"/>
                </a:lnTo>
                <a:lnTo>
                  <a:pt x="371" y="39422"/>
                </a:lnTo>
                <a:lnTo>
                  <a:pt x="213" y="39968"/>
                </a:lnTo>
                <a:lnTo>
                  <a:pt x="97" y="40567"/>
                </a:lnTo>
                <a:lnTo>
                  <a:pt x="25" y="41224"/>
                </a:lnTo>
                <a:lnTo>
                  <a:pt x="0" y="41941"/>
                </a:lnTo>
                <a:lnTo>
                  <a:pt x="26" y="42634"/>
                </a:lnTo>
                <a:lnTo>
                  <a:pt x="100" y="43270"/>
                </a:lnTo>
                <a:lnTo>
                  <a:pt x="221" y="43850"/>
                </a:lnTo>
                <a:lnTo>
                  <a:pt x="384" y="44378"/>
                </a:lnTo>
                <a:lnTo>
                  <a:pt x="586" y="44855"/>
                </a:lnTo>
                <a:lnTo>
                  <a:pt x="825" y="45285"/>
                </a:lnTo>
                <a:lnTo>
                  <a:pt x="1097" y="45669"/>
                </a:lnTo>
                <a:lnTo>
                  <a:pt x="1400" y="46011"/>
                </a:lnTo>
                <a:lnTo>
                  <a:pt x="1728" y="46313"/>
                </a:lnTo>
                <a:lnTo>
                  <a:pt x="2081" y="46577"/>
                </a:lnTo>
                <a:lnTo>
                  <a:pt x="2454" y="46806"/>
                </a:lnTo>
                <a:lnTo>
                  <a:pt x="2844" y="47002"/>
                </a:lnTo>
                <a:lnTo>
                  <a:pt x="3248" y="47168"/>
                </a:lnTo>
                <a:lnTo>
                  <a:pt x="3663" y="47306"/>
                </a:lnTo>
                <a:lnTo>
                  <a:pt x="4085" y="47420"/>
                </a:lnTo>
                <a:lnTo>
                  <a:pt x="4512" y="47511"/>
                </a:lnTo>
                <a:lnTo>
                  <a:pt x="4941" y="47581"/>
                </a:lnTo>
                <a:lnTo>
                  <a:pt x="5368" y="47634"/>
                </a:lnTo>
                <a:lnTo>
                  <a:pt x="5789" y="47673"/>
                </a:lnTo>
                <a:lnTo>
                  <a:pt x="6203" y="47698"/>
                </a:lnTo>
                <a:lnTo>
                  <a:pt x="6605" y="47714"/>
                </a:lnTo>
                <a:lnTo>
                  <a:pt x="6992" y="47721"/>
                </a:lnTo>
                <a:lnTo>
                  <a:pt x="7362" y="47724"/>
                </a:lnTo>
                <a:lnTo>
                  <a:pt x="7710" y="47725"/>
                </a:lnTo>
                <a:lnTo>
                  <a:pt x="16389" y="47725"/>
                </a:lnTo>
                <a:lnTo>
                  <a:pt x="16389" y="149979"/>
                </a:lnTo>
                <a:lnTo>
                  <a:pt x="7905" y="149979"/>
                </a:lnTo>
                <a:lnTo>
                  <a:pt x="7510" y="149980"/>
                </a:lnTo>
                <a:lnTo>
                  <a:pt x="7101" y="149983"/>
                </a:lnTo>
                <a:lnTo>
                  <a:pt x="6679" y="149991"/>
                </a:lnTo>
                <a:lnTo>
                  <a:pt x="6248" y="150007"/>
                </a:lnTo>
                <a:lnTo>
                  <a:pt x="5809" y="150033"/>
                </a:lnTo>
                <a:lnTo>
                  <a:pt x="5368" y="150073"/>
                </a:lnTo>
                <a:lnTo>
                  <a:pt x="4925" y="150127"/>
                </a:lnTo>
                <a:lnTo>
                  <a:pt x="4484" y="150201"/>
                </a:lnTo>
                <a:lnTo>
                  <a:pt x="4047" y="150294"/>
                </a:lnTo>
                <a:lnTo>
                  <a:pt x="3619" y="150411"/>
                </a:lnTo>
                <a:lnTo>
                  <a:pt x="3200" y="150555"/>
                </a:lnTo>
                <a:lnTo>
                  <a:pt x="2795" y="150726"/>
                </a:lnTo>
                <a:lnTo>
                  <a:pt x="2406" y="150929"/>
                </a:lnTo>
                <a:lnTo>
                  <a:pt x="2036" y="151165"/>
                </a:lnTo>
                <a:lnTo>
                  <a:pt x="1687" y="151438"/>
                </a:lnTo>
                <a:lnTo>
                  <a:pt x="1364" y="151750"/>
                </a:lnTo>
                <a:lnTo>
                  <a:pt x="1067" y="152103"/>
                </a:lnTo>
                <a:lnTo>
                  <a:pt x="801" y="152500"/>
                </a:lnTo>
                <a:lnTo>
                  <a:pt x="568" y="152944"/>
                </a:lnTo>
                <a:lnTo>
                  <a:pt x="371" y="153437"/>
                </a:lnTo>
                <a:lnTo>
                  <a:pt x="213" y="153982"/>
                </a:lnTo>
                <a:lnTo>
                  <a:pt x="97" y="154582"/>
                </a:lnTo>
                <a:lnTo>
                  <a:pt x="25" y="155238"/>
                </a:lnTo>
                <a:lnTo>
                  <a:pt x="0" y="155954"/>
                </a:lnTo>
                <a:lnTo>
                  <a:pt x="26" y="156648"/>
                </a:lnTo>
                <a:lnTo>
                  <a:pt x="100" y="157283"/>
                </a:lnTo>
                <a:lnTo>
                  <a:pt x="221" y="157864"/>
                </a:lnTo>
                <a:lnTo>
                  <a:pt x="384" y="158391"/>
                </a:lnTo>
                <a:lnTo>
                  <a:pt x="586" y="158869"/>
                </a:lnTo>
                <a:lnTo>
                  <a:pt x="825" y="159298"/>
                </a:lnTo>
                <a:lnTo>
                  <a:pt x="1097" y="159683"/>
                </a:lnTo>
                <a:lnTo>
                  <a:pt x="1400" y="160025"/>
                </a:lnTo>
                <a:lnTo>
                  <a:pt x="1728" y="160326"/>
                </a:lnTo>
                <a:lnTo>
                  <a:pt x="2081" y="160590"/>
                </a:lnTo>
                <a:lnTo>
                  <a:pt x="2454" y="160819"/>
                </a:lnTo>
                <a:lnTo>
                  <a:pt x="2844" y="161015"/>
                </a:lnTo>
                <a:lnTo>
                  <a:pt x="3248" y="161181"/>
                </a:lnTo>
                <a:lnTo>
                  <a:pt x="3663" y="161320"/>
                </a:lnTo>
                <a:lnTo>
                  <a:pt x="4085" y="161433"/>
                </a:lnTo>
                <a:lnTo>
                  <a:pt x="4512" y="161524"/>
                </a:lnTo>
                <a:lnTo>
                  <a:pt x="4941" y="161595"/>
                </a:lnTo>
                <a:lnTo>
                  <a:pt x="5368" y="161648"/>
                </a:lnTo>
                <a:lnTo>
                  <a:pt x="5789" y="161686"/>
                </a:lnTo>
                <a:lnTo>
                  <a:pt x="6203" y="161712"/>
                </a:lnTo>
                <a:lnTo>
                  <a:pt x="6605" y="161727"/>
                </a:lnTo>
                <a:lnTo>
                  <a:pt x="6992" y="161735"/>
                </a:lnTo>
                <a:lnTo>
                  <a:pt x="7362" y="161738"/>
                </a:lnTo>
                <a:lnTo>
                  <a:pt x="7710" y="161738"/>
                </a:lnTo>
                <a:lnTo>
                  <a:pt x="38367" y="161738"/>
                </a:lnTo>
                <a:lnTo>
                  <a:pt x="38715" y="161738"/>
                </a:lnTo>
                <a:lnTo>
                  <a:pt x="39085" y="161735"/>
                </a:lnTo>
                <a:lnTo>
                  <a:pt x="39472" y="161727"/>
                </a:lnTo>
                <a:lnTo>
                  <a:pt x="39874" y="161712"/>
                </a:lnTo>
                <a:lnTo>
                  <a:pt x="40288" y="161686"/>
                </a:lnTo>
                <a:lnTo>
                  <a:pt x="40709" y="161648"/>
                </a:lnTo>
                <a:lnTo>
                  <a:pt x="41136" y="161595"/>
                </a:lnTo>
                <a:lnTo>
                  <a:pt x="41565" y="161524"/>
                </a:lnTo>
                <a:lnTo>
                  <a:pt x="41992" y="161433"/>
                </a:lnTo>
                <a:lnTo>
                  <a:pt x="42414" y="161320"/>
                </a:lnTo>
                <a:lnTo>
                  <a:pt x="42829" y="161181"/>
                </a:lnTo>
                <a:lnTo>
                  <a:pt x="43233" y="161015"/>
                </a:lnTo>
                <a:lnTo>
                  <a:pt x="43623" y="160819"/>
                </a:lnTo>
                <a:lnTo>
                  <a:pt x="43996" y="160590"/>
                </a:lnTo>
                <a:lnTo>
                  <a:pt x="44349" y="160326"/>
                </a:lnTo>
                <a:lnTo>
                  <a:pt x="44677" y="160025"/>
                </a:lnTo>
                <a:lnTo>
                  <a:pt x="44979" y="159683"/>
                </a:lnTo>
                <a:lnTo>
                  <a:pt x="45252" y="159298"/>
                </a:lnTo>
                <a:lnTo>
                  <a:pt x="45491" y="158869"/>
                </a:lnTo>
                <a:lnTo>
                  <a:pt x="45693" y="158391"/>
                </a:lnTo>
                <a:lnTo>
                  <a:pt x="45856" y="157864"/>
                </a:lnTo>
                <a:lnTo>
                  <a:pt x="45977" y="157283"/>
                </a:lnTo>
                <a:lnTo>
                  <a:pt x="46051" y="156648"/>
                </a:lnTo>
                <a:lnTo>
                  <a:pt x="46077" y="155954"/>
                </a:lnTo>
                <a:lnTo>
                  <a:pt x="46052" y="155238"/>
                </a:lnTo>
                <a:lnTo>
                  <a:pt x="45980" y="154582"/>
                </a:lnTo>
                <a:lnTo>
                  <a:pt x="45864" y="153982"/>
                </a:lnTo>
                <a:lnTo>
                  <a:pt x="45706" y="153437"/>
                </a:lnTo>
                <a:lnTo>
                  <a:pt x="45509" y="152944"/>
                </a:lnTo>
                <a:lnTo>
                  <a:pt x="45276" y="152500"/>
                </a:lnTo>
                <a:lnTo>
                  <a:pt x="45010" y="152103"/>
                </a:lnTo>
                <a:lnTo>
                  <a:pt x="44713" y="151750"/>
                </a:lnTo>
                <a:lnTo>
                  <a:pt x="44390" y="151438"/>
                </a:lnTo>
                <a:lnTo>
                  <a:pt x="44041" y="151165"/>
                </a:lnTo>
                <a:lnTo>
                  <a:pt x="43671" y="150929"/>
                </a:lnTo>
                <a:lnTo>
                  <a:pt x="43282" y="150726"/>
                </a:lnTo>
                <a:lnTo>
                  <a:pt x="42877" y="150555"/>
                </a:lnTo>
                <a:lnTo>
                  <a:pt x="42458" y="150411"/>
                </a:lnTo>
                <a:lnTo>
                  <a:pt x="42030" y="150294"/>
                </a:lnTo>
                <a:lnTo>
                  <a:pt x="41593" y="150201"/>
                </a:lnTo>
                <a:lnTo>
                  <a:pt x="41152" y="150127"/>
                </a:lnTo>
                <a:lnTo>
                  <a:pt x="40709" y="150073"/>
                </a:lnTo>
                <a:lnTo>
                  <a:pt x="40267" y="150033"/>
                </a:lnTo>
                <a:lnTo>
                  <a:pt x="39829" y="150007"/>
                </a:lnTo>
                <a:lnTo>
                  <a:pt x="39398" y="149991"/>
                </a:lnTo>
                <a:lnTo>
                  <a:pt x="38976" y="149983"/>
                </a:lnTo>
                <a:lnTo>
                  <a:pt x="38567" y="149980"/>
                </a:lnTo>
                <a:lnTo>
                  <a:pt x="38172" y="149979"/>
                </a:lnTo>
                <a:lnTo>
                  <a:pt x="29688" y="149979"/>
                </a:lnTo>
                <a:lnTo>
                  <a:pt x="29688" y="110295"/>
                </a:lnTo>
                <a:lnTo>
                  <a:pt x="30678" y="111274"/>
                </a:lnTo>
                <a:lnTo>
                  <a:pt x="31671" y="112190"/>
                </a:lnTo>
                <a:lnTo>
                  <a:pt x="32666" y="113043"/>
                </a:lnTo>
                <a:lnTo>
                  <a:pt x="33661" y="113835"/>
                </a:lnTo>
                <a:lnTo>
                  <a:pt x="34657" y="114570"/>
                </a:lnTo>
                <a:lnTo>
                  <a:pt x="35650" y="115248"/>
                </a:lnTo>
                <a:lnTo>
                  <a:pt x="36642" y="115872"/>
                </a:lnTo>
                <a:lnTo>
                  <a:pt x="37629" y="116444"/>
                </a:lnTo>
                <a:lnTo>
                  <a:pt x="38612" y="116965"/>
                </a:lnTo>
                <a:lnTo>
                  <a:pt x="39590" y="117438"/>
                </a:lnTo>
                <a:lnTo>
                  <a:pt x="40560" y="117865"/>
                </a:lnTo>
                <a:lnTo>
                  <a:pt x="41522" y="118248"/>
                </a:lnTo>
                <a:lnTo>
                  <a:pt x="42476" y="118589"/>
                </a:lnTo>
                <a:lnTo>
                  <a:pt x="43419" y="118889"/>
                </a:lnTo>
                <a:lnTo>
                  <a:pt x="44351" y="119152"/>
                </a:lnTo>
                <a:lnTo>
                  <a:pt x="45271" y="119378"/>
                </a:lnTo>
                <a:lnTo>
                  <a:pt x="46177" y="119570"/>
                </a:lnTo>
                <a:lnTo>
                  <a:pt x="47069" y="119730"/>
                </a:lnTo>
                <a:lnTo>
                  <a:pt x="47945" y="119859"/>
                </a:lnTo>
                <a:lnTo>
                  <a:pt x="48805" y="119961"/>
                </a:lnTo>
                <a:lnTo>
                  <a:pt x="49647" y="120037"/>
                </a:lnTo>
                <a:lnTo>
                  <a:pt x="50470" y="120088"/>
                </a:lnTo>
                <a:lnTo>
                  <a:pt x="51273" y="120118"/>
                </a:lnTo>
                <a:lnTo>
                  <a:pt x="52055" y="120127"/>
                </a:lnTo>
                <a:lnTo>
                  <a:pt x="54668" y="120032"/>
                </a:lnTo>
                <a:lnTo>
                  <a:pt x="57250" y="119753"/>
                </a:lnTo>
                <a:lnTo>
                  <a:pt x="59794" y="119293"/>
                </a:lnTo>
                <a:lnTo>
                  <a:pt x="62293" y="118658"/>
                </a:lnTo>
                <a:lnTo>
                  <a:pt x="64739" y="117853"/>
                </a:lnTo>
                <a:lnTo>
                  <a:pt x="67125" y="116885"/>
                </a:lnTo>
                <a:lnTo>
                  <a:pt x="69444" y="115757"/>
                </a:lnTo>
                <a:lnTo>
                  <a:pt x="71690" y="114476"/>
                </a:lnTo>
                <a:lnTo>
                  <a:pt x="73855" y="113046"/>
                </a:lnTo>
                <a:lnTo>
                  <a:pt x="75931" y="111473"/>
                </a:lnTo>
                <a:lnTo>
                  <a:pt x="77913" y="109762"/>
                </a:lnTo>
                <a:lnTo>
                  <a:pt x="79792" y="107918"/>
                </a:lnTo>
                <a:lnTo>
                  <a:pt x="81561" y="105948"/>
                </a:lnTo>
                <a:lnTo>
                  <a:pt x="83214" y="103855"/>
                </a:lnTo>
                <a:lnTo>
                  <a:pt x="84743" y="101645"/>
                </a:lnTo>
                <a:lnTo>
                  <a:pt x="86142" y="99324"/>
                </a:lnTo>
                <a:lnTo>
                  <a:pt x="87403" y="96896"/>
                </a:lnTo>
                <a:lnTo>
                  <a:pt x="88518" y="94368"/>
                </a:lnTo>
                <a:lnTo>
                  <a:pt x="89482" y="91744"/>
                </a:lnTo>
                <a:lnTo>
                  <a:pt x="90286" y="89030"/>
                </a:lnTo>
                <a:lnTo>
                  <a:pt x="90924" y="86230"/>
                </a:lnTo>
                <a:lnTo>
                  <a:pt x="91388" y="83351"/>
                </a:lnTo>
                <a:lnTo>
                  <a:pt x="91672" y="80397"/>
                </a:lnTo>
                <a:lnTo>
                  <a:pt x="91767" y="77408"/>
                </a:lnTo>
                <a:lnTo>
                  <a:pt x="91680" y="74506"/>
                </a:lnTo>
                <a:lnTo>
                  <a:pt x="91419" y="71624"/>
                </a:lnTo>
                <a:lnTo>
                  <a:pt x="90991" y="68805"/>
                </a:lnTo>
                <a:lnTo>
                  <a:pt x="90403" y="66054"/>
                </a:lnTo>
                <a:lnTo>
                  <a:pt x="89660" y="63377"/>
                </a:lnTo>
                <a:lnTo>
                  <a:pt x="88768" y="60782"/>
                </a:lnTo>
                <a:close/>
                <a:moveTo>
                  <a:pt x="77860" y="84011"/>
                </a:moveTo>
                <a:lnTo>
                  <a:pt x="77404" y="86086"/>
                </a:lnTo>
                <a:lnTo>
                  <a:pt x="76831" y="88087"/>
                </a:lnTo>
                <a:lnTo>
                  <a:pt x="76147" y="90013"/>
                </a:lnTo>
                <a:lnTo>
                  <a:pt x="75357" y="91858"/>
                </a:lnTo>
                <a:lnTo>
                  <a:pt x="74468" y="93622"/>
                </a:lnTo>
                <a:lnTo>
                  <a:pt x="73485" y="95301"/>
                </a:lnTo>
                <a:lnTo>
                  <a:pt x="72414" y="96892"/>
                </a:lnTo>
                <a:lnTo>
                  <a:pt x="71261" y="98393"/>
                </a:lnTo>
                <a:lnTo>
                  <a:pt x="70032" y="99800"/>
                </a:lnTo>
                <a:lnTo>
                  <a:pt x="68732" y="101111"/>
                </a:lnTo>
                <a:lnTo>
                  <a:pt x="67369" y="102323"/>
                </a:lnTo>
                <a:lnTo>
                  <a:pt x="65946" y="103434"/>
                </a:lnTo>
                <a:lnTo>
                  <a:pt x="64471" y="104439"/>
                </a:lnTo>
                <a:lnTo>
                  <a:pt x="62949" y="105336"/>
                </a:lnTo>
                <a:lnTo>
                  <a:pt x="61386" y="106124"/>
                </a:lnTo>
                <a:lnTo>
                  <a:pt x="59788" y="106798"/>
                </a:lnTo>
                <a:lnTo>
                  <a:pt x="58161" y="107355"/>
                </a:lnTo>
                <a:lnTo>
                  <a:pt x="56510" y="107794"/>
                </a:lnTo>
                <a:lnTo>
                  <a:pt x="54841" y="108111"/>
                </a:lnTo>
                <a:lnTo>
                  <a:pt x="53161" y="108303"/>
                </a:lnTo>
                <a:lnTo>
                  <a:pt x="51475" y="108368"/>
                </a:lnTo>
                <a:lnTo>
                  <a:pt x="49638" y="108281"/>
                </a:lnTo>
                <a:lnTo>
                  <a:pt x="47887" y="108029"/>
                </a:lnTo>
                <a:lnTo>
                  <a:pt x="46221" y="107622"/>
                </a:lnTo>
                <a:lnTo>
                  <a:pt x="44640" y="107070"/>
                </a:lnTo>
                <a:lnTo>
                  <a:pt x="43142" y="106385"/>
                </a:lnTo>
                <a:lnTo>
                  <a:pt x="41727" y="105576"/>
                </a:lnTo>
                <a:lnTo>
                  <a:pt x="40394" y="104655"/>
                </a:lnTo>
                <a:lnTo>
                  <a:pt x="39143" y="103633"/>
                </a:lnTo>
                <a:lnTo>
                  <a:pt x="37973" y="102520"/>
                </a:lnTo>
                <a:lnTo>
                  <a:pt x="36883" y="101326"/>
                </a:lnTo>
                <a:lnTo>
                  <a:pt x="35873" y="100063"/>
                </a:lnTo>
                <a:lnTo>
                  <a:pt x="34942" y="98741"/>
                </a:lnTo>
                <a:lnTo>
                  <a:pt x="34090" y="97371"/>
                </a:lnTo>
                <a:lnTo>
                  <a:pt x="33315" y="95964"/>
                </a:lnTo>
                <a:lnTo>
                  <a:pt x="32617" y="94530"/>
                </a:lnTo>
                <a:lnTo>
                  <a:pt x="31995" y="93080"/>
                </a:lnTo>
                <a:lnTo>
                  <a:pt x="31449" y="91624"/>
                </a:lnTo>
                <a:lnTo>
                  <a:pt x="30978" y="90174"/>
                </a:lnTo>
                <a:lnTo>
                  <a:pt x="30581" y="88740"/>
                </a:lnTo>
                <a:lnTo>
                  <a:pt x="30258" y="87332"/>
                </a:lnTo>
                <a:lnTo>
                  <a:pt x="30008" y="85962"/>
                </a:lnTo>
                <a:lnTo>
                  <a:pt x="29830" y="84641"/>
                </a:lnTo>
                <a:lnTo>
                  <a:pt x="29724" y="83378"/>
                </a:lnTo>
                <a:lnTo>
                  <a:pt x="29688" y="82184"/>
                </a:lnTo>
                <a:lnTo>
                  <a:pt x="29688" y="68133"/>
                </a:lnTo>
                <a:lnTo>
                  <a:pt x="29746" y="66725"/>
                </a:lnTo>
                <a:lnTo>
                  <a:pt x="29915" y="65332"/>
                </a:lnTo>
                <a:lnTo>
                  <a:pt x="30193" y="63958"/>
                </a:lnTo>
                <a:lnTo>
                  <a:pt x="30573" y="62608"/>
                </a:lnTo>
                <a:lnTo>
                  <a:pt x="31052" y="61285"/>
                </a:lnTo>
                <a:lnTo>
                  <a:pt x="31626" y="59993"/>
                </a:lnTo>
                <a:lnTo>
                  <a:pt x="32289" y="58737"/>
                </a:lnTo>
                <a:lnTo>
                  <a:pt x="33038" y="57519"/>
                </a:lnTo>
                <a:lnTo>
                  <a:pt x="33868" y="56345"/>
                </a:lnTo>
                <a:lnTo>
                  <a:pt x="34774" y="55218"/>
                </a:lnTo>
                <a:lnTo>
                  <a:pt x="35752" y="54141"/>
                </a:lnTo>
                <a:lnTo>
                  <a:pt x="36799" y="53120"/>
                </a:lnTo>
                <a:lnTo>
                  <a:pt x="37908" y="52158"/>
                </a:lnTo>
                <a:lnTo>
                  <a:pt x="39076" y="51258"/>
                </a:lnTo>
                <a:lnTo>
                  <a:pt x="40299" y="50426"/>
                </a:lnTo>
                <a:lnTo>
                  <a:pt x="41571" y="49664"/>
                </a:lnTo>
                <a:lnTo>
                  <a:pt x="42889" y="48977"/>
                </a:lnTo>
                <a:lnTo>
                  <a:pt x="44248" y="48369"/>
                </a:lnTo>
                <a:lnTo>
                  <a:pt x="45644" y="47843"/>
                </a:lnTo>
                <a:lnTo>
                  <a:pt x="47072" y="47405"/>
                </a:lnTo>
                <a:lnTo>
                  <a:pt x="48528" y="47056"/>
                </a:lnTo>
                <a:lnTo>
                  <a:pt x="50007" y="46803"/>
                </a:lnTo>
                <a:lnTo>
                  <a:pt x="51504" y="46648"/>
                </a:lnTo>
                <a:lnTo>
                  <a:pt x="53017" y="46595"/>
                </a:lnTo>
                <a:lnTo>
                  <a:pt x="54783" y="46668"/>
                </a:lnTo>
                <a:lnTo>
                  <a:pt x="56515" y="46882"/>
                </a:lnTo>
                <a:lnTo>
                  <a:pt x="58206" y="47233"/>
                </a:lnTo>
                <a:lnTo>
                  <a:pt x="59856" y="47715"/>
                </a:lnTo>
                <a:lnTo>
                  <a:pt x="61459" y="48325"/>
                </a:lnTo>
                <a:lnTo>
                  <a:pt x="63012" y="49056"/>
                </a:lnTo>
                <a:lnTo>
                  <a:pt x="64512" y="49905"/>
                </a:lnTo>
                <a:lnTo>
                  <a:pt x="65956" y="50865"/>
                </a:lnTo>
                <a:lnTo>
                  <a:pt x="67339" y="51933"/>
                </a:lnTo>
                <a:lnTo>
                  <a:pt x="68658" y="53103"/>
                </a:lnTo>
                <a:lnTo>
                  <a:pt x="69910" y="54370"/>
                </a:lnTo>
                <a:lnTo>
                  <a:pt x="71092" y="55729"/>
                </a:lnTo>
                <a:lnTo>
                  <a:pt x="72199" y="57176"/>
                </a:lnTo>
                <a:lnTo>
                  <a:pt x="73228" y="58705"/>
                </a:lnTo>
                <a:lnTo>
                  <a:pt x="74176" y="60312"/>
                </a:lnTo>
                <a:lnTo>
                  <a:pt x="75038" y="61991"/>
                </a:lnTo>
                <a:lnTo>
                  <a:pt x="75813" y="63738"/>
                </a:lnTo>
                <a:lnTo>
                  <a:pt x="76496" y="65547"/>
                </a:lnTo>
                <a:lnTo>
                  <a:pt x="77083" y="67415"/>
                </a:lnTo>
                <a:lnTo>
                  <a:pt x="77572" y="69335"/>
                </a:lnTo>
                <a:lnTo>
                  <a:pt x="77958" y="71303"/>
                </a:lnTo>
                <a:lnTo>
                  <a:pt x="78238" y="73314"/>
                </a:lnTo>
                <a:lnTo>
                  <a:pt x="78408" y="75363"/>
                </a:lnTo>
                <a:lnTo>
                  <a:pt x="78465" y="77408"/>
                </a:lnTo>
                <a:lnTo>
                  <a:pt x="78397" y="79652"/>
                </a:lnTo>
                <a:lnTo>
                  <a:pt x="78193" y="81866"/>
                </a:lnTo>
                <a:lnTo>
                  <a:pt x="77860" y="84011"/>
                </a:lnTo>
                <a:close/>
                <a:moveTo>
                  <a:pt x="1503837" y="140547"/>
                </a:moveTo>
                <a:lnTo>
                  <a:pt x="1503483" y="140098"/>
                </a:lnTo>
                <a:lnTo>
                  <a:pt x="1503093" y="139699"/>
                </a:lnTo>
                <a:lnTo>
                  <a:pt x="1502671" y="139347"/>
                </a:lnTo>
                <a:lnTo>
                  <a:pt x="1502223" y="139039"/>
                </a:lnTo>
                <a:lnTo>
                  <a:pt x="1501753" y="138772"/>
                </a:lnTo>
                <a:lnTo>
                  <a:pt x="1501265" y="138543"/>
                </a:lnTo>
                <a:lnTo>
                  <a:pt x="1500766" y="138349"/>
                </a:lnTo>
                <a:lnTo>
                  <a:pt x="1500260" y="138188"/>
                </a:lnTo>
                <a:lnTo>
                  <a:pt x="1499751" y="138055"/>
                </a:lnTo>
                <a:lnTo>
                  <a:pt x="1499245" y="137949"/>
                </a:lnTo>
                <a:lnTo>
                  <a:pt x="1498746" y="137867"/>
                </a:lnTo>
                <a:lnTo>
                  <a:pt x="1498259" y="137805"/>
                </a:lnTo>
                <a:lnTo>
                  <a:pt x="1497790" y="137760"/>
                </a:lnTo>
                <a:lnTo>
                  <a:pt x="1497342" y="137731"/>
                </a:lnTo>
                <a:lnTo>
                  <a:pt x="1496921" y="137713"/>
                </a:lnTo>
                <a:lnTo>
                  <a:pt x="1496532" y="137703"/>
                </a:lnTo>
                <a:lnTo>
                  <a:pt x="1496179" y="137700"/>
                </a:lnTo>
                <a:lnTo>
                  <a:pt x="1495867" y="137699"/>
                </a:lnTo>
                <a:lnTo>
                  <a:pt x="1434560" y="137699"/>
                </a:lnTo>
                <a:lnTo>
                  <a:pt x="1434249" y="137700"/>
                </a:lnTo>
                <a:lnTo>
                  <a:pt x="1433896" y="137703"/>
                </a:lnTo>
                <a:lnTo>
                  <a:pt x="1433506" y="137713"/>
                </a:lnTo>
                <a:lnTo>
                  <a:pt x="1433085" y="137731"/>
                </a:lnTo>
                <a:lnTo>
                  <a:pt x="1432638" y="137760"/>
                </a:lnTo>
                <a:lnTo>
                  <a:pt x="1432168" y="137805"/>
                </a:lnTo>
                <a:lnTo>
                  <a:pt x="1431681" y="137867"/>
                </a:lnTo>
                <a:lnTo>
                  <a:pt x="1431182" y="137949"/>
                </a:lnTo>
                <a:lnTo>
                  <a:pt x="1430676" y="138055"/>
                </a:lnTo>
                <a:lnTo>
                  <a:pt x="1430167" y="138188"/>
                </a:lnTo>
                <a:lnTo>
                  <a:pt x="1429661" y="138349"/>
                </a:lnTo>
                <a:lnTo>
                  <a:pt x="1429162" y="138543"/>
                </a:lnTo>
                <a:lnTo>
                  <a:pt x="1428675" y="138772"/>
                </a:lnTo>
                <a:lnTo>
                  <a:pt x="1428205" y="139039"/>
                </a:lnTo>
                <a:lnTo>
                  <a:pt x="1427756" y="139347"/>
                </a:lnTo>
                <a:lnTo>
                  <a:pt x="1427334" y="139699"/>
                </a:lnTo>
                <a:lnTo>
                  <a:pt x="1426944" y="140098"/>
                </a:lnTo>
                <a:lnTo>
                  <a:pt x="1426590" y="140547"/>
                </a:lnTo>
                <a:lnTo>
                  <a:pt x="1426277" y="141048"/>
                </a:lnTo>
                <a:lnTo>
                  <a:pt x="1426010" y="141605"/>
                </a:lnTo>
                <a:lnTo>
                  <a:pt x="1425794" y="142221"/>
                </a:lnTo>
                <a:lnTo>
                  <a:pt x="1425634" y="142898"/>
                </a:lnTo>
                <a:lnTo>
                  <a:pt x="1425534" y="143639"/>
                </a:lnTo>
                <a:lnTo>
                  <a:pt x="1425500" y="144448"/>
                </a:lnTo>
                <a:lnTo>
                  <a:pt x="1425534" y="145257"/>
                </a:lnTo>
                <a:lnTo>
                  <a:pt x="1425634" y="145998"/>
                </a:lnTo>
                <a:lnTo>
                  <a:pt x="1425794" y="146675"/>
                </a:lnTo>
                <a:lnTo>
                  <a:pt x="1426010" y="147290"/>
                </a:lnTo>
                <a:lnTo>
                  <a:pt x="1426277" y="147847"/>
                </a:lnTo>
                <a:lnTo>
                  <a:pt x="1426590" y="148348"/>
                </a:lnTo>
                <a:lnTo>
                  <a:pt x="1426944" y="148797"/>
                </a:lnTo>
                <a:lnTo>
                  <a:pt x="1427334" y="149195"/>
                </a:lnTo>
                <a:lnTo>
                  <a:pt x="1427756" y="149547"/>
                </a:lnTo>
                <a:lnTo>
                  <a:pt x="1428205" y="149855"/>
                </a:lnTo>
                <a:lnTo>
                  <a:pt x="1428675" y="150122"/>
                </a:lnTo>
                <a:lnTo>
                  <a:pt x="1429162" y="150351"/>
                </a:lnTo>
                <a:lnTo>
                  <a:pt x="1429661" y="150545"/>
                </a:lnTo>
                <a:lnTo>
                  <a:pt x="1430167" y="150706"/>
                </a:lnTo>
                <a:lnTo>
                  <a:pt x="1430676" y="150839"/>
                </a:lnTo>
                <a:lnTo>
                  <a:pt x="1431182" y="150944"/>
                </a:lnTo>
                <a:lnTo>
                  <a:pt x="1431681" y="151027"/>
                </a:lnTo>
                <a:lnTo>
                  <a:pt x="1432168" y="151089"/>
                </a:lnTo>
                <a:lnTo>
                  <a:pt x="1432638" y="151133"/>
                </a:lnTo>
                <a:lnTo>
                  <a:pt x="1433085" y="151163"/>
                </a:lnTo>
                <a:lnTo>
                  <a:pt x="1433506" y="151181"/>
                </a:lnTo>
                <a:lnTo>
                  <a:pt x="1433896" y="151190"/>
                </a:lnTo>
                <a:lnTo>
                  <a:pt x="1434249" y="151194"/>
                </a:lnTo>
                <a:lnTo>
                  <a:pt x="1434560" y="151194"/>
                </a:lnTo>
                <a:lnTo>
                  <a:pt x="1495867" y="151194"/>
                </a:lnTo>
                <a:lnTo>
                  <a:pt x="1496179" y="151194"/>
                </a:lnTo>
                <a:lnTo>
                  <a:pt x="1496532" y="151190"/>
                </a:lnTo>
                <a:lnTo>
                  <a:pt x="1496921" y="151181"/>
                </a:lnTo>
                <a:lnTo>
                  <a:pt x="1497342" y="151163"/>
                </a:lnTo>
                <a:lnTo>
                  <a:pt x="1497790" y="151133"/>
                </a:lnTo>
                <a:lnTo>
                  <a:pt x="1498259" y="151089"/>
                </a:lnTo>
                <a:lnTo>
                  <a:pt x="1498746" y="151027"/>
                </a:lnTo>
                <a:lnTo>
                  <a:pt x="1499245" y="150944"/>
                </a:lnTo>
                <a:lnTo>
                  <a:pt x="1499751" y="150839"/>
                </a:lnTo>
                <a:lnTo>
                  <a:pt x="1500260" y="150706"/>
                </a:lnTo>
                <a:lnTo>
                  <a:pt x="1500766" y="150545"/>
                </a:lnTo>
                <a:lnTo>
                  <a:pt x="1501265" y="150351"/>
                </a:lnTo>
                <a:lnTo>
                  <a:pt x="1501753" y="150122"/>
                </a:lnTo>
                <a:lnTo>
                  <a:pt x="1502223" y="149855"/>
                </a:lnTo>
                <a:lnTo>
                  <a:pt x="1502671" y="149547"/>
                </a:lnTo>
                <a:lnTo>
                  <a:pt x="1503093" y="149195"/>
                </a:lnTo>
                <a:lnTo>
                  <a:pt x="1503483" y="148797"/>
                </a:lnTo>
                <a:lnTo>
                  <a:pt x="1503837" y="148348"/>
                </a:lnTo>
                <a:lnTo>
                  <a:pt x="1504150" y="147847"/>
                </a:lnTo>
                <a:lnTo>
                  <a:pt x="1504417" y="147290"/>
                </a:lnTo>
                <a:lnTo>
                  <a:pt x="1504633" y="146675"/>
                </a:lnTo>
                <a:lnTo>
                  <a:pt x="1504794" y="145998"/>
                </a:lnTo>
                <a:lnTo>
                  <a:pt x="1504893" y="145257"/>
                </a:lnTo>
                <a:lnTo>
                  <a:pt x="1504928" y="144448"/>
                </a:lnTo>
                <a:lnTo>
                  <a:pt x="1504893" y="143639"/>
                </a:lnTo>
                <a:lnTo>
                  <a:pt x="1504794" y="142898"/>
                </a:lnTo>
                <a:lnTo>
                  <a:pt x="1504633" y="142221"/>
                </a:lnTo>
                <a:lnTo>
                  <a:pt x="1504417" y="141605"/>
                </a:lnTo>
                <a:lnTo>
                  <a:pt x="1504150" y="141048"/>
                </a:lnTo>
                <a:lnTo>
                  <a:pt x="1503837" y="140547"/>
                </a:lnTo>
                <a:close/>
                <a:moveTo>
                  <a:pt x="1908699" y="140547"/>
                </a:moveTo>
                <a:lnTo>
                  <a:pt x="1908345" y="140098"/>
                </a:lnTo>
                <a:lnTo>
                  <a:pt x="1907955" y="139699"/>
                </a:lnTo>
                <a:lnTo>
                  <a:pt x="1907533" y="139347"/>
                </a:lnTo>
                <a:lnTo>
                  <a:pt x="1907085" y="139039"/>
                </a:lnTo>
                <a:lnTo>
                  <a:pt x="1906615" y="138772"/>
                </a:lnTo>
                <a:lnTo>
                  <a:pt x="1906127" y="138543"/>
                </a:lnTo>
                <a:lnTo>
                  <a:pt x="1905628" y="138349"/>
                </a:lnTo>
                <a:lnTo>
                  <a:pt x="1905122" y="138188"/>
                </a:lnTo>
                <a:lnTo>
                  <a:pt x="1904613" y="138055"/>
                </a:lnTo>
                <a:lnTo>
                  <a:pt x="1904107" y="137949"/>
                </a:lnTo>
                <a:lnTo>
                  <a:pt x="1903608" y="137867"/>
                </a:lnTo>
                <a:lnTo>
                  <a:pt x="1903121" y="137805"/>
                </a:lnTo>
                <a:lnTo>
                  <a:pt x="1902652" y="137760"/>
                </a:lnTo>
                <a:lnTo>
                  <a:pt x="1902204" y="137731"/>
                </a:lnTo>
                <a:lnTo>
                  <a:pt x="1901783" y="137713"/>
                </a:lnTo>
                <a:lnTo>
                  <a:pt x="1901394" y="137703"/>
                </a:lnTo>
                <a:lnTo>
                  <a:pt x="1901041" y="137700"/>
                </a:lnTo>
                <a:lnTo>
                  <a:pt x="1900729" y="137699"/>
                </a:lnTo>
                <a:lnTo>
                  <a:pt x="1839422" y="137699"/>
                </a:lnTo>
                <a:lnTo>
                  <a:pt x="1839111" y="137700"/>
                </a:lnTo>
                <a:lnTo>
                  <a:pt x="1838758" y="137703"/>
                </a:lnTo>
                <a:lnTo>
                  <a:pt x="1838368" y="137713"/>
                </a:lnTo>
                <a:lnTo>
                  <a:pt x="1837947" y="137731"/>
                </a:lnTo>
                <a:lnTo>
                  <a:pt x="1837500" y="137760"/>
                </a:lnTo>
                <a:lnTo>
                  <a:pt x="1837030" y="137805"/>
                </a:lnTo>
                <a:lnTo>
                  <a:pt x="1836543" y="137867"/>
                </a:lnTo>
                <a:lnTo>
                  <a:pt x="1836044" y="137949"/>
                </a:lnTo>
                <a:lnTo>
                  <a:pt x="1835538" y="138055"/>
                </a:lnTo>
                <a:lnTo>
                  <a:pt x="1835029" y="138188"/>
                </a:lnTo>
                <a:lnTo>
                  <a:pt x="1834523" y="138349"/>
                </a:lnTo>
                <a:lnTo>
                  <a:pt x="1834024" y="138543"/>
                </a:lnTo>
                <a:lnTo>
                  <a:pt x="1833537" y="138772"/>
                </a:lnTo>
                <a:lnTo>
                  <a:pt x="1833067" y="139039"/>
                </a:lnTo>
                <a:lnTo>
                  <a:pt x="1832618" y="139347"/>
                </a:lnTo>
                <a:lnTo>
                  <a:pt x="1832196" y="139699"/>
                </a:lnTo>
                <a:lnTo>
                  <a:pt x="1831806" y="140098"/>
                </a:lnTo>
                <a:lnTo>
                  <a:pt x="1831452" y="140547"/>
                </a:lnTo>
                <a:lnTo>
                  <a:pt x="1831139" y="141048"/>
                </a:lnTo>
                <a:lnTo>
                  <a:pt x="1830872" y="141605"/>
                </a:lnTo>
                <a:lnTo>
                  <a:pt x="1830656" y="142221"/>
                </a:lnTo>
                <a:lnTo>
                  <a:pt x="1830496" y="142898"/>
                </a:lnTo>
                <a:lnTo>
                  <a:pt x="1830396" y="143639"/>
                </a:lnTo>
                <a:lnTo>
                  <a:pt x="1830362" y="144448"/>
                </a:lnTo>
                <a:lnTo>
                  <a:pt x="1830396" y="145257"/>
                </a:lnTo>
                <a:lnTo>
                  <a:pt x="1830496" y="145998"/>
                </a:lnTo>
                <a:lnTo>
                  <a:pt x="1830656" y="146675"/>
                </a:lnTo>
                <a:lnTo>
                  <a:pt x="1830872" y="147290"/>
                </a:lnTo>
                <a:lnTo>
                  <a:pt x="1831139" y="147847"/>
                </a:lnTo>
                <a:lnTo>
                  <a:pt x="1831452" y="148348"/>
                </a:lnTo>
                <a:lnTo>
                  <a:pt x="1831806" y="148797"/>
                </a:lnTo>
                <a:lnTo>
                  <a:pt x="1832196" y="149195"/>
                </a:lnTo>
                <a:lnTo>
                  <a:pt x="1832618" y="149547"/>
                </a:lnTo>
                <a:lnTo>
                  <a:pt x="1833067" y="149855"/>
                </a:lnTo>
                <a:lnTo>
                  <a:pt x="1833537" y="150122"/>
                </a:lnTo>
                <a:lnTo>
                  <a:pt x="1834024" y="150351"/>
                </a:lnTo>
                <a:lnTo>
                  <a:pt x="1834523" y="150545"/>
                </a:lnTo>
                <a:lnTo>
                  <a:pt x="1835029" y="150706"/>
                </a:lnTo>
                <a:lnTo>
                  <a:pt x="1835538" y="150839"/>
                </a:lnTo>
                <a:lnTo>
                  <a:pt x="1836044" y="150944"/>
                </a:lnTo>
                <a:lnTo>
                  <a:pt x="1836543" y="151027"/>
                </a:lnTo>
                <a:lnTo>
                  <a:pt x="1837030" y="151089"/>
                </a:lnTo>
                <a:lnTo>
                  <a:pt x="1837500" y="151133"/>
                </a:lnTo>
                <a:lnTo>
                  <a:pt x="1837947" y="151163"/>
                </a:lnTo>
                <a:lnTo>
                  <a:pt x="1838368" y="151181"/>
                </a:lnTo>
                <a:lnTo>
                  <a:pt x="1838758" y="151190"/>
                </a:lnTo>
                <a:lnTo>
                  <a:pt x="1839111" y="151194"/>
                </a:lnTo>
                <a:lnTo>
                  <a:pt x="1839422" y="151194"/>
                </a:lnTo>
                <a:lnTo>
                  <a:pt x="1900729" y="151194"/>
                </a:lnTo>
                <a:lnTo>
                  <a:pt x="1901041" y="151194"/>
                </a:lnTo>
                <a:lnTo>
                  <a:pt x="1901394" y="151190"/>
                </a:lnTo>
                <a:lnTo>
                  <a:pt x="1901783" y="151181"/>
                </a:lnTo>
                <a:lnTo>
                  <a:pt x="1902204" y="151163"/>
                </a:lnTo>
                <a:lnTo>
                  <a:pt x="1902652" y="151133"/>
                </a:lnTo>
                <a:lnTo>
                  <a:pt x="1903121" y="151089"/>
                </a:lnTo>
                <a:lnTo>
                  <a:pt x="1903608" y="151027"/>
                </a:lnTo>
                <a:lnTo>
                  <a:pt x="1904107" y="150944"/>
                </a:lnTo>
                <a:lnTo>
                  <a:pt x="1904613" y="150839"/>
                </a:lnTo>
                <a:lnTo>
                  <a:pt x="1905122" y="150706"/>
                </a:lnTo>
                <a:lnTo>
                  <a:pt x="1905628" y="150545"/>
                </a:lnTo>
                <a:lnTo>
                  <a:pt x="1906127" y="150351"/>
                </a:lnTo>
                <a:lnTo>
                  <a:pt x="1906615" y="150122"/>
                </a:lnTo>
                <a:lnTo>
                  <a:pt x="1907085" y="149855"/>
                </a:lnTo>
                <a:lnTo>
                  <a:pt x="1907533" y="149547"/>
                </a:lnTo>
                <a:lnTo>
                  <a:pt x="1907955" y="149195"/>
                </a:lnTo>
                <a:lnTo>
                  <a:pt x="1908345" y="148797"/>
                </a:lnTo>
                <a:lnTo>
                  <a:pt x="1908699" y="148348"/>
                </a:lnTo>
                <a:lnTo>
                  <a:pt x="1909012" y="147847"/>
                </a:lnTo>
                <a:lnTo>
                  <a:pt x="1909279" y="147290"/>
                </a:lnTo>
                <a:lnTo>
                  <a:pt x="1909495" y="146675"/>
                </a:lnTo>
                <a:lnTo>
                  <a:pt x="1909656" y="145998"/>
                </a:lnTo>
                <a:lnTo>
                  <a:pt x="1909755" y="145257"/>
                </a:lnTo>
                <a:lnTo>
                  <a:pt x="1909790" y="144448"/>
                </a:lnTo>
                <a:lnTo>
                  <a:pt x="1909755" y="143639"/>
                </a:lnTo>
                <a:lnTo>
                  <a:pt x="1909656" y="142898"/>
                </a:lnTo>
                <a:lnTo>
                  <a:pt x="1909495" y="142221"/>
                </a:lnTo>
                <a:lnTo>
                  <a:pt x="1909279" y="141605"/>
                </a:lnTo>
                <a:lnTo>
                  <a:pt x="1909012" y="141048"/>
                </a:lnTo>
                <a:lnTo>
                  <a:pt x="1908699" y="140547"/>
                </a:lnTo>
                <a:close/>
                <a:moveTo>
                  <a:pt x="4814148" y="7737"/>
                </a:moveTo>
                <a:lnTo>
                  <a:pt x="4813855" y="7190"/>
                </a:lnTo>
                <a:lnTo>
                  <a:pt x="4813528" y="6666"/>
                </a:lnTo>
                <a:lnTo>
                  <a:pt x="4813169" y="6166"/>
                </a:lnTo>
                <a:lnTo>
                  <a:pt x="4812779" y="5691"/>
                </a:lnTo>
                <a:lnTo>
                  <a:pt x="4812359" y="5244"/>
                </a:lnTo>
                <a:lnTo>
                  <a:pt x="4811912" y="4824"/>
                </a:lnTo>
                <a:lnTo>
                  <a:pt x="4811438" y="4434"/>
                </a:lnTo>
                <a:lnTo>
                  <a:pt x="4810938" y="4075"/>
                </a:lnTo>
                <a:lnTo>
                  <a:pt x="4810414" y="3748"/>
                </a:lnTo>
                <a:lnTo>
                  <a:pt x="4809868" y="3454"/>
                </a:lnTo>
                <a:lnTo>
                  <a:pt x="4809300" y="3195"/>
                </a:lnTo>
                <a:lnTo>
                  <a:pt x="4808711" y="2972"/>
                </a:lnTo>
                <a:lnTo>
                  <a:pt x="4808105" y="2787"/>
                </a:lnTo>
                <a:lnTo>
                  <a:pt x="4807480" y="2641"/>
                </a:lnTo>
                <a:lnTo>
                  <a:pt x="4806840" y="2534"/>
                </a:lnTo>
                <a:lnTo>
                  <a:pt x="4806185" y="2470"/>
                </a:lnTo>
                <a:lnTo>
                  <a:pt x="4805516" y="2448"/>
                </a:lnTo>
                <a:lnTo>
                  <a:pt x="4804848" y="2470"/>
                </a:lnTo>
                <a:lnTo>
                  <a:pt x="4804192" y="2534"/>
                </a:lnTo>
                <a:lnTo>
                  <a:pt x="4803551" y="2641"/>
                </a:lnTo>
                <a:lnTo>
                  <a:pt x="4802927" y="2787"/>
                </a:lnTo>
                <a:lnTo>
                  <a:pt x="4802320" y="2972"/>
                </a:lnTo>
                <a:lnTo>
                  <a:pt x="4801732" y="3195"/>
                </a:lnTo>
                <a:lnTo>
                  <a:pt x="4801163" y="3454"/>
                </a:lnTo>
                <a:lnTo>
                  <a:pt x="4800617" y="3748"/>
                </a:lnTo>
                <a:lnTo>
                  <a:pt x="4800093" y="4075"/>
                </a:lnTo>
                <a:lnTo>
                  <a:pt x="4799593" y="4434"/>
                </a:lnTo>
                <a:lnTo>
                  <a:pt x="4799118" y="4824"/>
                </a:lnTo>
                <a:lnTo>
                  <a:pt x="4798671" y="5244"/>
                </a:lnTo>
                <a:lnTo>
                  <a:pt x="4798251" y="5691"/>
                </a:lnTo>
                <a:lnTo>
                  <a:pt x="4797862" y="6166"/>
                </a:lnTo>
                <a:lnTo>
                  <a:pt x="4797502" y="6666"/>
                </a:lnTo>
                <a:lnTo>
                  <a:pt x="4797175" y="7190"/>
                </a:lnTo>
                <a:lnTo>
                  <a:pt x="4796882" y="7737"/>
                </a:lnTo>
                <a:lnTo>
                  <a:pt x="4796623" y="8305"/>
                </a:lnTo>
                <a:lnTo>
                  <a:pt x="4796400" y="8893"/>
                </a:lnTo>
                <a:lnTo>
                  <a:pt x="4796215" y="9500"/>
                </a:lnTo>
                <a:lnTo>
                  <a:pt x="4796069" y="10124"/>
                </a:lnTo>
                <a:lnTo>
                  <a:pt x="4795963" y="10765"/>
                </a:lnTo>
                <a:lnTo>
                  <a:pt x="4795898" y="11420"/>
                </a:lnTo>
                <a:lnTo>
                  <a:pt x="4795876" y="12089"/>
                </a:lnTo>
                <a:lnTo>
                  <a:pt x="4795898" y="12757"/>
                </a:lnTo>
                <a:lnTo>
                  <a:pt x="4795963" y="13412"/>
                </a:lnTo>
                <a:lnTo>
                  <a:pt x="4796069" y="14053"/>
                </a:lnTo>
                <a:lnTo>
                  <a:pt x="4796215" y="14677"/>
                </a:lnTo>
                <a:lnTo>
                  <a:pt x="4796400" y="15284"/>
                </a:lnTo>
                <a:lnTo>
                  <a:pt x="4796623" y="15872"/>
                </a:lnTo>
                <a:lnTo>
                  <a:pt x="4796882" y="16441"/>
                </a:lnTo>
                <a:lnTo>
                  <a:pt x="4797175" y="16987"/>
                </a:lnTo>
                <a:lnTo>
                  <a:pt x="4797502" y="17511"/>
                </a:lnTo>
                <a:lnTo>
                  <a:pt x="4797862" y="18011"/>
                </a:lnTo>
                <a:lnTo>
                  <a:pt x="4798251" y="18486"/>
                </a:lnTo>
                <a:lnTo>
                  <a:pt x="4798671" y="18933"/>
                </a:lnTo>
                <a:lnTo>
                  <a:pt x="4799118" y="19353"/>
                </a:lnTo>
                <a:lnTo>
                  <a:pt x="4799593" y="19743"/>
                </a:lnTo>
                <a:lnTo>
                  <a:pt x="4800093" y="20102"/>
                </a:lnTo>
                <a:lnTo>
                  <a:pt x="4800617" y="20430"/>
                </a:lnTo>
                <a:lnTo>
                  <a:pt x="4801163" y="20723"/>
                </a:lnTo>
                <a:lnTo>
                  <a:pt x="4801732" y="20982"/>
                </a:lnTo>
                <a:lnTo>
                  <a:pt x="4802320" y="21205"/>
                </a:lnTo>
                <a:lnTo>
                  <a:pt x="4802927" y="21390"/>
                </a:lnTo>
                <a:lnTo>
                  <a:pt x="4803551" y="21537"/>
                </a:lnTo>
                <a:lnTo>
                  <a:pt x="4804192" y="21643"/>
                </a:lnTo>
                <a:lnTo>
                  <a:pt x="4804848" y="21708"/>
                </a:lnTo>
                <a:lnTo>
                  <a:pt x="4805516" y="21729"/>
                </a:lnTo>
                <a:lnTo>
                  <a:pt x="4806185" y="21708"/>
                </a:lnTo>
                <a:lnTo>
                  <a:pt x="4806840" y="21643"/>
                </a:lnTo>
                <a:lnTo>
                  <a:pt x="4807480" y="21537"/>
                </a:lnTo>
                <a:lnTo>
                  <a:pt x="4808105" y="21390"/>
                </a:lnTo>
                <a:lnTo>
                  <a:pt x="4808711" y="21205"/>
                </a:lnTo>
                <a:lnTo>
                  <a:pt x="4809300" y="20982"/>
                </a:lnTo>
                <a:lnTo>
                  <a:pt x="4809868" y="20723"/>
                </a:lnTo>
                <a:lnTo>
                  <a:pt x="4810414" y="20430"/>
                </a:lnTo>
                <a:lnTo>
                  <a:pt x="4810938" y="20102"/>
                </a:lnTo>
                <a:lnTo>
                  <a:pt x="4811438" y="19743"/>
                </a:lnTo>
                <a:lnTo>
                  <a:pt x="4811912" y="19353"/>
                </a:lnTo>
                <a:lnTo>
                  <a:pt x="4812359" y="18933"/>
                </a:lnTo>
                <a:lnTo>
                  <a:pt x="4812779" y="18486"/>
                </a:lnTo>
                <a:lnTo>
                  <a:pt x="4813169" y="18011"/>
                </a:lnTo>
                <a:lnTo>
                  <a:pt x="4813528" y="17511"/>
                </a:lnTo>
                <a:lnTo>
                  <a:pt x="4813855" y="16987"/>
                </a:lnTo>
                <a:lnTo>
                  <a:pt x="4814148" y="16441"/>
                </a:lnTo>
                <a:lnTo>
                  <a:pt x="4814407" y="15872"/>
                </a:lnTo>
                <a:lnTo>
                  <a:pt x="4814630" y="15284"/>
                </a:lnTo>
                <a:lnTo>
                  <a:pt x="4814815" y="14677"/>
                </a:lnTo>
                <a:lnTo>
                  <a:pt x="4814961" y="14053"/>
                </a:lnTo>
                <a:lnTo>
                  <a:pt x="4815067" y="13412"/>
                </a:lnTo>
                <a:lnTo>
                  <a:pt x="4815132" y="12757"/>
                </a:lnTo>
                <a:lnTo>
                  <a:pt x="4815154" y="12089"/>
                </a:lnTo>
                <a:lnTo>
                  <a:pt x="4815132" y="11420"/>
                </a:lnTo>
                <a:lnTo>
                  <a:pt x="4815067" y="10765"/>
                </a:lnTo>
                <a:lnTo>
                  <a:pt x="4814961" y="10124"/>
                </a:lnTo>
                <a:lnTo>
                  <a:pt x="4814815" y="9500"/>
                </a:lnTo>
                <a:lnTo>
                  <a:pt x="4814630" y="8893"/>
                </a:lnTo>
                <a:lnTo>
                  <a:pt x="4814407" y="8305"/>
                </a:lnTo>
                <a:lnTo>
                  <a:pt x="4814148" y="7737"/>
                </a:lnTo>
                <a:close/>
                <a:moveTo>
                  <a:pt x="3418798" y="4112"/>
                </a:moveTo>
                <a:lnTo>
                  <a:pt x="3417932" y="3428"/>
                </a:lnTo>
                <a:lnTo>
                  <a:pt x="3417003" y="2825"/>
                </a:lnTo>
                <a:lnTo>
                  <a:pt x="3416021" y="2297"/>
                </a:lnTo>
                <a:lnTo>
                  <a:pt x="3414998" y="1839"/>
                </a:lnTo>
                <a:lnTo>
                  <a:pt x="3413948" y="1446"/>
                </a:lnTo>
                <a:lnTo>
                  <a:pt x="3412881" y="1114"/>
                </a:lnTo>
                <a:lnTo>
                  <a:pt x="3411811" y="837"/>
                </a:lnTo>
                <a:lnTo>
                  <a:pt x="3410749" y="610"/>
                </a:lnTo>
                <a:lnTo>
                  <a:pt x="3409706" y="429"/>
                </a:lnTo>
                <a:lnTo>
                  <a:pt x="3408696" y="287"/>
                </a:lnTo>
                <a:lnTo>
                  <a:pt x="3407730" y="181"/>
                </a:lnTo>
                <a:lnTo>
                  <a:pt x="3406820" y="105"/>
                </a:lnTo>
                <a:lnTo>
                  <a:pt x="3405978" y="54"/>
                </a:lnTo>
                <a:lnTo>
                  <a:pt x="3405217" y="23"/>
                </a:lnTo>
                <a:lnTo>
                  <a:pt x="3404548" y="7"/>
                </a:lnTo>
                <a:lnTo>
                  <a:pt x="3403984" y="1"/>
                </a:lnTo>
                <a:lnTo>
                  <a:pt x="3403536" y="0"/>
                </a:lnTo>
                <a:lnTo>
                  <a:pt x="3401612" y="46"/>
                </a:lnTo>
                <a:lnTo>
                  <a:pt x="3399700" y="184"/>
                </a:lnTo>
                <a:lnTo>
                  <a:pt x="3397807" y="414"/>
                </a:lnTo>
                <a:lnTo>
                  <a:pt x="3395938" y="735"/>
                </a:lnTo>
                <a:lnTo>
                  <a:pt x="3394100" y="1147"/>
                </a:lnTo>
                <a:lnTo>
                  <a:pt x="3392300" y="1649"/>
                </a:lnTo>
                <a:lnTo>
                  <a:pt x="3390542" y="2241"/>
                </a:lnTo>
                <a:lnTo>
                  <a:pt x="3388834" y="2923"/>
                </a:lnTo>
                <a:lnTo>
                  <a:pt x="3387181" y="3694"/>
                </a:lnTo>
                <a:lnTo>
                  <a:pt x="3385590" y="4554"/>
                </a:lnTo>
                <a:lnTo>
                  <a:pt x="3384067" y="5503"/>
                </a:lnTo>
                <a:lnTo>
                  <a:pt x="3382618" y="6539"/>
                </a:lnTo>
                <a:lnTo>
                  <a:pt x="3381249" y="7664"/>
                </a:lnTo>
                <a:lnTo>
                  <a:pt x="3379967" y="8875"/>
                </a:lnTo>
                <a:lnTo>
                  <a:pt x="3378778" y="10173"/>
                </a:lnTo>
                <a:lnTo>
                  <a:pt x="3377688" y="11558"/>
                </a:lnTo>
                <a:lnTo>
                  <a:pt x="3376702" y="13029"/>
                </a:lnTo>
                <a:lnTo>
                  <a:pt x="3375828" y="14586"/>
                </a:lnTo>
                <a:lnTo>
                  <a:pt x="3375072" y="16228"/>
                </a:lnTo>
                <a:lnTo>
                  <a:pt x="3374439" y="17955"/>
                </a:lnTo>
                <a:lnTo>
                  <a:pt x="3373936" y="19766"/>
                </a:lnTo>
                <a:lnTo>
                  <a:pt x="3373569" y="21662"/>
                </a:lnTo>
                <a:lnTo>
                  <a:pt x="3373344" y="23641"/>
                </a:lnTo>
                <a:lnTo>
                  <a:pt x="3373268" y="25704"/>
                </a:lnTo>
                <a:lnTo>
                  <a:pt x="3373268" y="35963"/>
                </a:lnTo>
                <a:lnTo>
                  <a:pt x="3353991" y="35963"/>
                </a:lnTo>
                <a:lnTo>
                  <a:pt x="3353596" y="35963"/>
                </a:lnTo>
                <a:lnTo>
                  <a:pt x="3353187" y="35966"/>
                </a:lnTo>
                <a:lnTo>
                  <a:pt x="3352765" y="35974"/>
                </a:lnTo>
                <a:lnTo>
                  <a:pt x="3352334" y="35990"/>
                </a:lnTo>
                <a:lnTo>
                  <a:pt x="3351895" y="36017"/>
                </a:lnTo>
                <a:lnTo>
                  <a:pt x="3351454" y="36056"/>
                </a:lnTo>
                <a:lnTo>
                  <a:pt x="3351011" y="36111"/>
                </a:lnTo>
                <a:lnTo>
                  <a:pt x="3350570" y="36184"/>
                </a:lnTo>
                <a:lnTo>
                  <a:pt x="3350133" y="36278"/>
                </a:lnTo>
                <a:lnTo>
                  <a:pt x="3349705" y="36395"/>
                </a:lnTo>
                <a:lnTo>
                  <a:pt x="3349286" y="36538"/>
                </a:lnTo>
                <a:lnTo>
                  <a:pt x="3348881" y="36710"/>
                </a:lnTo>
                <a:lnTo>
                  <a:pt x="3348492" y="36913"/>
                </a:lnTo>
                <a:lnTo>
                  <a:pt x="3348122" y="37149"/>
                </a:lnTo>
                <a:lnTo>
                  <a:pt x="3347773" y="37422"/>
                </a:lnTo>
                <a:lnTo>
                  <a:pt x="3347450" y="37734"/>
                </a:lnTo>
                <a:lnTo>
                  <a:pt x="3347153" y="38087"/>
                </a:lnTo>
                <a:lnTo>
                  <a:pt x="3346887" y="38485"/>
                </a:lnTo>
                <a:lnTo>
                  <a:pt x="3346654" y="38929"/>
                </a:lnTo>
                <a:lnTo>
                  <a:pt x="3346457" y="39422"/>
                </a:lnTo>
                <a:lnTo>
                  <a:pt x="3346299" y="39968"/>
                </a:lnTo>
                <a:lnTo>
                  <a:pt x="3346183" y="40567"/>
                </a:lnTo>
                <a:lnTo>
                  <a:pt x="3346111" y="41224"/>
                </a:lnTo>
                <a:lnTo>
                  <a:pt x="3346086" y="41941"/>
                </a:lnTo>
                <a:lnTo>
                  <a:pt x="3346111" y="42634"/>
                </a:lnTo>
                <a:lnTo>
                  <a:pt x="3346182" y="43270"/>
                </a:lnTo>
                <a:lnTo>
                  <a:pt x="3346299" y="43850"/>
                </a:lnTo>
                <a:lnTo>
                  <a:pt x="3346456" y="44378"/>
                </a:lnTo>
                <a:lnTo>
                  <a:pt x="3346652" y="44855"/>
                </a:lnTo>
                <a:lnTo>
                  <a:pt x="3346884" y="45285"/>
                </a:lnTo>
                <a:lnTo>
                  <a:pt x="3347148" y="45669"/>
                </a:lnTo>
                <a:lnTo>
                  <a:pt x="3347442" y="46011"/>
                </a:lnTo>
                <a:lnTo>
                  <a:pt x="3347763" y="46313"/>
                </a:lnTo>
                <a:lnTo>
                  <a:pt x="3348108" y="46577"/>
                </a:lnTo>
                <a:lnTo>
                  <a:pt x="3348473" y="46806"/>
                </a:lnTo>
                <a:lnTo>
                  <a:pt x="3348857" y="47002"/>
                </a:lnTo>
                <a:lnTo>
                  <a:pt x="3349255" y="47168"/>
                </a:lnTo>
                <a:lnTo>
                  <a:pt x="3349666" y="47306"/>
                </a:lnTo>
                <a:lnTo>
                  <a:pt x="3350086" y="47420"/>
                </a:lnTo>
                <a:lnTo>
                  <a:pt x="3350512" y="47511"/>
                </a:lnTo>
                <a:lnTo>
                  <a:pt x="3350942" y="47581"/>
                </a:lnTo>
                <a:lnTo>
                  <a:pt x="3351372" y="47634"/>
                </a:lnTo>
                <a:lnTo>
                  <a:pt x="3351799" y="47673"/>
                </a:lnTo>
                <a:lnTo>
                  <a:pt x="3352221" y="47698"/>
                </a:lnTo>
                <a:lnTo>
                  <a:pt x="3352635" y="47714"/>
                </a:lnTo>
                <a:lnTo>
                  <a:pt x="3353037" y="47721"/>
                </a:lnTo>
                <a:lnTo>
                  <a:pt x="3353425" y="47724"/>
                </a:lnTo>
                <a:lnTo>
                  <a:pt x="3353796" y="47725"/>
                </a:lnTo>
                <a:lnTo>
                  <a:pt x="3373268" y="47725"/>
                </a:lnTo>
                <a:lnTo>
                  <a:pt x="3373268" y="107238"/>
                </a:lnTo>
                <a:lnTo>
                  <a:pt x="3353796" y="107238"/>
                </a:lnTo>
                <a:lnTo>
                  <a:pt x="3353424" y="107239"/>
                </a:lnTo>
                <a:lnTo>
                  <a:pt x="3353033" y="107241"/>
                </a:lnTo>
                <a:lnTo>
                  <a:pt x="3352626" y="107249"/>
                </a:lnTo>
                <a:lnTo>
                  <a:pt x="3352207" y="107265"/>
                </a:lnTo>
                <a:lnTo>
                  <a:pt x="3351777" y="107290"/>
                </a:lnTo>
                <a:lnTo>
                  <a:pt x="3351341" y="107329"/>
                </a:lnTo>
                <a:lnTo>
                  <a:pt x="3350902" y="107382"/>
                </a:lnTo>
                <a:lnTo>
                  <a:pt x="3350462" y="107452"/>
                </a:lnTo>
                <a:lnTo>
                  <a:pt x="3350025" y="107543"/>
                </a:lnTo>
                <a:lnTo>
                  <a:pt x="3349593" y="107657"/>
                </a:lnTo>
                <a:lnTo>
                  <a:pt x="3349170" y="107795"/>
                </a:lnTo>
                <a:lnTo>
                  <a:pt x="3348760" y="107961"/>
                </a:lnTo>
                <a:lnTo>
                  <a:pt x="3348364" y="108157"/>
                </a:lnTo>
                <a:lnTo>
                  <a:pt x="3347987" y="108386"/>
                </a:lnTo>
                <a:lnTo>
                  <a:pt x="3347630" y="108650"/>
                </a:lnTo>
                <a:lnTo>
                  <a:pt x="3347299" y="108952"/>
                </a:lnTo>
                <a:lnTo>
                  <a:pt x="3346994" y="109294"/>
                </a:lnTo>
                <a:lnTo>
                  <a:pt x="3346720" y="109678"/>
                </a:lnTo>
                <a:lnTo>
                  <a:pt x="3346480" y="110108"/>
                </a:lnTo>
                <a:lnTo>
                  <a:pt x="3346277" y="110585"/>
                </a:lnTo>
                <a:lnTo>
                  <a:pt x="3346113" y="111113"/>
                </a:lnTo>
                <a:lnTo>
                  <a:pt x="3345992" y="111693"/>
                </a:lnTo>
                <a:lnTo>
                  <a:pt x="3345917" y="112329"/>
                </a:lnTo>
                <a:lnTo>
                  <a:pt x="3345892" y="113022"/>
                </a:lnTo>
                <a:lnTo>
                  <a:pt x="3345917" y="113738"/>
                </a:lnTo>
                <a:lnTo>
                  <a:pt x="3345992" y="114395"/>
                </a:lnTo>
                <a:lnTo>
                  <a:pt x="3346113" y="114994"/>
                </a:lnTo>
                <a:lnTo>
                  <a:pt x="3346277" y="115539"/>
                </a:lnTo>
                <a:lnTo>
                  <a:pt x="3346480" y="116033"/>
                </a:lnTo>
                <a:lnTo>
                  <a:pt x="3346720" y="116476"/>
                </a:lnTo>
                <a:lnTo>
                  <a:pt x="3346994" y="116874"/>
                </a:lnTo>
                <a:lnTo>
                  <a:pt x="3347299" y="117227"/>
                </a:lnTo>
                <a:lnTo>
                  <a:pt x="3347630" y="117538"/>
                </a:lnTo>
                <a:lnTo>
                  <a:pt x="3347987" y="117811"/>
                </a:lnTo>
                <a:lnTo>
                  <a:pt x="3348364" y="118048"/>
                </a:lnTo>
                <a:lnTo>
                  <a:pt x="3348760" y="118250"/>
                </a:lnTo>
                <a:lnTo>
                  <a:pt x="3349170" y="118422"/>
                </a:lnTo>
                <a:lnTo>
                  <a:pt x="3349593" y="118565"/>
                </a:lnTo>
                <a:lnTo>
                  <a:pt x="3350025" y="118682"/>
                </a:lnTo>
                <a:lnTo>
                  <a:pt x="3350462" y="118776"/>
                </a:lnTo>
                <a:lnTo>
                  <a:pt x="3350902" y="118849"/>
                </a:lnTo>
                <a:lnTo>
                  <a:pt x="3351341" y="118904"/>
                </a:lnTo>
                <a:lnTo>
                  <a:pt x="3351777" y="118943"/>
                </a:lnTo>
                <a:lnTo>
                  <a:pt x="3352207" y="118970"/>
                </a:lnTo>
                <a:lnTo>
                  <a:pt x="3352626" y="118986"/>
                </a:lnTo>
                <a:lnTo>
                  <a:pt x="3353033" y="118994"/>
                </a:lnTo>
                <a:lnTo>
                  <a:pt x="3353424" y="118997"/>
                </a:lnTo>
                <a:lnTo>
                  <a:pt x="3353796" y="118997"/>
                </a:lnTo>
                <a:lnTo>
                  <a:pt x="3406042" y="118997"/>
                </a:lnTo>
                <a:lnTo>
                  <a:pt x="3406414" y="118997"/>
                </a:lnTo>
                <a:lnTo>
                  <a:pt x="3406805" y="118994"/>
                </a:lnTo>
                <a:lnTo>
                  <a:pt x="3407212" y="118986"/>
                </a:lnTo>
                <a:lnTo>
                  <a:pt x="3407632" y="118970"/>
                </a:lnTo>
                <a:lnTo>
                  <a:pt x="3408061" y="118945"/>
                </a:lnTo>
                <a:lnTo>
                  <a:pt x="3408497" y="118907"/>
                </a:lnTo>
                <a:lnTo>
                  <a:pt x="3408937" y="118854"/>
                </a:lnTo>
                <a:lnTo>
                  <a:pt x="3409377" y="118783"/>
                </a:lnTo>
                <a:lnTo>
                  <a:pt x="3409814" y="118692"/>
                </a:lnTo>
                <a:lnTo>
                  <a:pt x="3410246" y="118579"/>
                </a:lnTo>
                <a:lnTo>
                  <a:pt x="3410668" y="118440"/>
                </a:lnTo>
                <a:lnTo>
                  <a:pt x="3411079" y="118274"/>
                </a:lnTo>
                <a:lnTo>
                  <a:pt x="3411475" y="118078"/>
                </a:lnTo>
                <a:lnTo>
                  <a:pt x="3411852" y="117849"/>
                </a:lnTo>
                <a:lnTo>
                  <a:pt x="3412208" y="117585"/>
                </a:lnTo>
                <a:lnTo>
                  <a:pt x="3412540" y="117283"/>
                </a:lnTo>
                <a:lnTo>
                  <a:pt x="3412844" y="116942"/>
                </a:lnTo>
                <a:lnTo>
                  <a:pt x="3413118" y="116557"/>
                </a:lnTo>
                <a:lnTo>
                  <a:pt x="3413359" y="116127"/>
                </a:lnTo>
                <a:lnTo>
                  <a:pt x="3413562" y="115650"/>
                </a:lnTo>
                <a:lnTo>
                  <a:pt x="3413726" y="115122"/>
                </a:lnTo>
                <a:lnTo>
                  <a:pt x="3413846" y="114542"/>
                </a:lnTo>
                <a:lnTo>
                  <a:pt x="3413921" y="113907"/>
                </a:lnTo>
                <a:lnTo>
                  <a:pt x="3413947" y="113213"/>
                </a:lnTo>
                <a:lnTo>
                  <a:pt x="3413921" y="112497"/>
                </a:lnTo>
                <a:lnTo>
                  <a:pt x="3413846" y="111841"/>
                </a:lnTo>
                <a:lnTo>
                  <a:pt x="3413726" y="111241"/>
                </a:lnTo>
                <a:lnTo>
                  <a:pt x="3413562" y="110696"/>
                </a:lnTo>
                <a:lnTo>
                  <a:pt x="3413359" y="110203"/>
                </a:lnTo>
                <a:lnTo>
                  <a:pt x="3413118" y="109759"/>
                </a:lnTo>
                <a:lnTo>
                  <a:pt x="3412844" y="109362"/>
                </a:lnTo>
                <a:lnTo>
                  <a:pt x="3412540" y="109009"/>
                </a:lnTo>
                <a:lnTo>
                  <a:pt x="3412208" y="108697"/>
                </a:lnTo>
                <a:lnTo>
                  <a:pt x="3411852" y="108424"/>
                </a:lnTo>
                <a:lnTo>
                  <a:pt x="3411475" y="108188"/>
                </a:lnTo>
                <a:lnTo>
                  <a:pt x="3411079" y="107985"/>
                </a:lnTo>
                <a:lnTo>
                  <a:pt x="3410668" y="107813"/>
                </a:lnTo>
                <a:lnTo>
                  <a:pt x="3410246" y="107670"/>
                </a:lnTo>
                <a:lnTo>
                  <a:pt x="3409814" y="107553"/>
                </a:lnTo>
                <a:lnTo>
                  <a:pt x="3409377" y="107459"/>
                </a:lnTo>
                <a:lnTo>
                  <a:pt x="3408937" y="107386"/>
                </a:lnTo>
                <a:lnTo>
                  <a:pt x="3408497" y="107331"/>
                </a:lnTo>
                <a:lnTo>
                  <a:pt x="3408061" y="107292"/>
                </a:lnTo>
                <a:lnTo>
                  <a:pt x="3407632" y="107266"/>
                </a:lnTo>
                <a:lnTo>
                  <a:pt x="3407212" y="107250"/>
                </a:lnTo>
                <a:lnTo>
                  <a:pt x="3406805" y="107242"/>
                </a:lnTo>
                <a:lnTo>
                  <a:pt x="3406414" y="107239"/>
                </a:lnTo>
                <a:lnTo>
                  <a:pt x="3406042" y="107238"/>
                </a:lnTo>
                <a:lnTo>
                  <a:pt x="3386571" y="107238"/>
                </a:lnTo>
                <a:lnTo>
                  <a:pt x="3386571" y="47725"/>
                </a:lnTo>
                <a:lnTo>
                  <a:pt x="3410093" y="47725"/>
                </a:lnTo>
                <a:lnTo>
                  <a:pt x="3410464" y="47724"/>
                </a:lnTo>
                <a:lnTo>
                  <a:pt x="3410852" y="47721"/>
                </a:lnTo>
                <a:lnTo>
                  <a:pt x="3411255" y="47714"/>
                </a:lnTo>
                <a:lnTo>
                  <a:pt x="3411668" y="47698"/>
                </a:lnTo>
                <a:lnTo>
                  <a:pt x="3412090" y="47673"/>
                </a:lnTo>
                <a:lnTo>
                  <a:pt x="3412518" y="47634"/>
                </a:lnTo>
                <a:lnTo>
                  <a:pt x="3412948" y="47581"/>
                </a:lnTo>
                <a:lnTo>
                  <a:pt x="3413377" y="47511"/>
                </a:lnTo>
                <a:lnTo>
                  <a:pt x="3413803" y="47420"/>
                </a:lnTo>
                <a:lnTo>
                  <a:pt x="3414223" y="47306"/>
                </a:lnTo>
                <a:lnTo>
                  <a:pt x="3414634" y="47168"/>
                </a:lnTo>
                <a:lnTo>
                  <a:pt x="3415033" y="47002"/>
                </a:lnTo>
                <a:lnTo>
                  <a:pt x="3415416" y="46806"/>
                </a:lnTo>
                <a:lnTo>
                  <a:pt x="3415782" y="46577"/>
                </a:lnTo>
                <a:lnTo>
                  <a:pt x="3416126" y="46313"/>
                </a:lnTo>
                <a:lnTo>
                  <a:pt x="3416447" y="46011"/>
                </a:lnTo>
                <a:lnTo>
                  <a:pt x="3416741" y="45669"/>
                </a:lnTo>
                <a:lnTo>
                  <a:pt x="3417005" y="45285"/>
                </a:lnTo>
                <a:lnTo>
                  <a:pt x="3417237" y="44855"/>
                </a:lnTo>
                <a:lnTo>
                  <a:pt x="3417433" y="44378"/>
                </a:lnTo>
                <a:lnTo>
                  <a:pt x="3417591" y="43850"/>
                </a:lnTo>
                <a:lnTo>
                  <a:pt x="3417707" y="43270"/>
                </a:lnTo>
                <a:lnTo>
                  <a:pt x="3417779" y="42634"/>
                </a:lnTo>
                <a:lnTo>
                  <a:pt x="3417803" y="41941"/>
                </a:lnTo>
                <a:lnTo>
                  <a:pt x="3417780" y="41224"/>
                </a:lnTo>
                <a:lnTo>
                  <a:pt x="3417711" y="40567"/>
                </a:lnTo>
                <a:lnTo>
                  <a:pt x="3417599" y="39968"/>
                </a:lnTo>
                <a:lnTo>
                  <a:pt x="3417446" y="39422"/>
                </a:lnTo>
                <a:lnTo>
                  <a:pt x="3417257" y="38929"/>
                </a:lnTo>
                <a:lnTo>
                  <a:pt x="3417032" y="38485"/>
                </a:lnTo>
                <a:lnTo>
                  <a:pt x="3416776" y="38087"/>
                </a:lnTo>
                <a:lnTo>
                  <a:pt x="3416490" y="37734"/>
                </a:lnTo>
                <a:lnTo>
                  <a:pt x="3416177" y="37422"/>
                </a:lnTo>
                <a:lnTo>
                  <a:pt x="3415840" y="37149"/>
                </a:lnTo>
                <a:lnTo>
                  <a:pt x="3415481" y="36913"/>
                </a:lnTo>
                <a:lnTo>
                  <a:pt x="3415104" y="36710"/>
                </a:lnTo>
                <a:lnTo>
                  <a:pt x="3414711" y="36538"/>
                </a:lnTo>
                <a:lnTo>
                  <a:pt x="3414305" y="36395"/>
                </a:lnTo>
                <a:lnTo>
                  <a:pt x="3413887" y="36278"/>
                </a:lnTo>
                <a:lnTo>
                  <a:pt x="3413462" y="36184"/>
                </a:lnTo>
                <a:lnTo>
                  <a:pt x="3413032" y="36111"/>
                </a:lnTo>
                <a:lnTo>
                  <a:pt x="3412598" y="36056"/>
                </a:lnTo>
                <a:lnTo>
                  <a:pt x="3412165" y="36017"/>
                </a:lnTo>
                <a:lnTo>
                  <a:pt x="3411735" y="35990"/>
                </a:lnTo>
                <a:lnTo>
                  <a:pt x="3411310" y="35974"/>
                </a:lnTo>
                <a:lnTo>
                  <a:pt x="3410892" y="35966"/>
                </a:lnTo>
                <a:lnTo>
                  <a:pt x="3410486" y="35963"/>
                </a:lnTo>
                <a:lnTo>
                  <a:pt x="3410093" y="35963"/>
                </a:lnTo>
                <a:lnTo>
                  <a:pt x="3386571" y="35963"/>
                </a:lnTo>
                <a:lnTo>
                  <a:pt x="3386571" y="26863"/>
                </a:lnTo>
                <a:lnTo>
                  <a:pt x="3386636" y="25053"/>
                </a:lnTo>
                <a:lnTo>
                  <a:pt x="3386828" y="23394"/>
                </a:lnTo>
                <a:lnTo>
                  <a:pt x="3387137" y="21879"/>
                </a:lnTo>
                <a:lnTo>
                  <a:pt x="3387554" y="20501"/>
                </a:lnTo>
                <a:lnTo>
                  <a:pt x="3388071" y="19255"/>
                </a:lnTo>
                <a:lnTo>
                  <a:pt x="3388679" y="18133"/>
                </a:lnTo>
                <a:lnTo>
                  <a:pt x="3389370" y="17129"/>
                </a:lnTo>
                <a:lnTo>
                  <a:pt x="3390134" y="16236"/>
                </a:lnTo>
                <a:lnTo>
                  <a:pt x="3390963" y="15449"/>
                </a:lnTo>
                <a:lnTo>
                  <a:pt x="3391848" y="14760"/>
                </a:lnTo>
                <a:lnTo>
                  <a:pt x="3392781" y="14162"/>
                </a:lnTo>
                <a:lnTo>
                  <a:pt x="3393752" y="13650"/>
                </a:lnTo>
                <a:lnTo>
                  <a:pt x="3394754" y="13216"/>
                </a:lnTo>
                <a:lnTo>
                  <a:pt x="3395777" y="12854"/>
                </a:lnTo>
                <a:lnTo>
                  <a:pt x="3396813" y="12558"/>
                </a:lnTo>
                <a:lnTo>
                  <a:pt x="3397853" y="12321"/>
                </a:lnTo>
                <a:lnTo>
                  <a:pt x="3398888" y="12137"/>
                </a:lnTo>
                <a:lnTo>
                  <a:pt x="3399910" y="11998"/>
                </a:lnTo>
                <a:lnTo>
                  <a:pt x="3400909" y="11899"/>
                </a:lnTo>
                <a:lnTo>
                  <a:pt x="3401878" y="11832"/>
                </a:lnTo>
                <a:lnTo>
                  <a:pt x="3402807" y="11792"/>
                </a:lnTo>
                <a:lnTo>
                  <a:pt x="3403689" y="11771"/>
                </a:lnTo>
                <a:lnTo>
                  <a:pt x="3404513" y="11763"/>
                </a:lnTo>
                <a:lnTo>
                  <a:pt x="3405271" y="11762"/>
                </a:lnTo>
                <a:lnTo>
                  <a:pt x="3405281" y="11893"/>
                </a:lnTo>
                <a:lnTo>
                  <a:pt x="3405310" y="12088"/>
                </a:lnTo>
                <a:lnTo>
                  <a:pt x="3405359" y="12342"/>
                </a:lnTo>
                <a:lnTo>
                  <a:pt x="3405431" y="12647"/>
                </a:lnTo>
                <a:lnTo>
                  <a:pt x="3405527" y="12999"/>
                </a:lnTo>
                <a:lnTo>
                  <a:pt x="3405648" y="13389"/>
                </a:lnTo>
                <a:lnTo>
                  <a:pt x="3405796" y="13813"/>
                </a:lnTo>
                <a:lnTo>
                  <a:pt x="3405971" y="14264"/>
                </a:lnTo>
                <a:lnTo>
                  <a:pt x="3406177" y="14736"/>
                </a:lnTo>
                <a:lnTo>
                  <a:pt x="3406413" y="15223"/>
                </a:lnTo>
                <a:lnTo>
                  <a:pt x="3406681" y="15718"/>
                </a:lnTo>
                <a:lnTo>
                  <a:pt x="3406983" y="16215"/>
                </a:lnTo>
                <a:lnTo>
                  <a:pt x="3407320" y="16708"/>
                </a:lnTo>
                <a:lnTo>
                  <a:pt x="3407694" y="17191"/>
                </a:lnTo>
                <a:lnTo>
                  <a:pt x="3408106" y="17658"/>
                </a:lnTo>
                <a:lnTo>
                  <a:pt x="3408557" y="18101"/>
                </a:lnTo>
                <a:lnTo>
                  <a:pt x="3409049" y="18516"/>
                </a:lnTo>
                <a:lnTo>
                  <a:pt x="3409583" y="18896"/>
                </a:lnTo>
                <a:lnTo>
                  <a:pt x="3410161" y="19234"/>
                </a:lnTo>
                <a:lnTo>
                  <a:pt x="3410784" y="19525"/>
                </a:lnTo>
                <a:lnTo>
                  <a:pt x="3411453" y="19762"/>
                </a:lnTo>
                <a:lnTo>
                  <a:pt x="3412171" y="19939"/>
                </a:lnTo>
                <a:lnTo>
                  <a:pt x="3412938" y="20050"/>
                </a:lnTo>
                <a:lnTo>
                  <a:pt x="3413756" y="20088"/>
                </a:lnTo>
                <a:lnTo>
                  <a:pt x="3414240" y="20072"/>
                </a:lnTo>
                <a:lnTo>
                  <a:pt x="3414728" y="20024"/>
                </a:lnTo>
                <a:lnTo>
                  <a:pt x="3415218" y="19944"/>
                </a:lnTo>
                <a:lnTo>
                  <a:pt x="3415708" y="19833"/>
                </a:lnTo>
                <a:lnTo>
                  <a:pt x="3416195" y="19691"/>
                </a:lnTo>
                <a:lnTo>
                  <a:pt x="3416677" y="19519"/>
                </a:lnTo>
                <a:lnTo>
                  <a:pt x="3417152" y="19317"/>
                </a:lnTo>
                <a:lnTo>
                  <a:pt x="3417618" y="19084"/>
                </a:lnTo>
                <a:lnTo>
                  <a:pt x="3418072" y="18822"/>
                </a:lnTo>
                <a:lnTo>
                  <a:pt x="3418513" y="18531"/>
                </a:lnTo>
                <a:lnTo>
                  <a:pt x="3418938" y="18210"/>
                </a:lnTo>
                <a:lnTo>
                  <a:pt x="3419346" y="17861"/>
                </a:lnTo>
                <a:lnTo>
                  <a:pt x="3419733" y="17484"/>
                </a:lnTo>
                <a:lnTo>
                  <a:pt x="3420098" y="17080"/>
                </a:lnTo>
                <a:lnTo>
                  <a:pt x="3420439" y="16647"/>
                </a:lnTo>
                <a:lnTo>
                  <a:pt x="3420753" y="16187"/>
                </a:lnTo>
                <a:lnTo>
                  <a:pt x="3421038" y="15701"/>
                </a:lnTo>
                <a:lnTo>
                  <a:pt x="3421292" y="15188"/>
                </a:lnTo>
                <a:lnTo>
                  <a:pt x="3421513" y="14648"/>
                </a:lnTo>
                <a:lnTo>
                  <a:pt x="3421699" y="14083"/>
                </a:lnTo>
                <a:lnTo>
                  <a:pt x="3421847" y="13493"/>
                </a:lnTo>
                <a:lnTo>
                  <a:pt x="3421956" y="12877"/>
                </a:lnTo>
                <a:lnTo>
                  <a:pt x="3422023" y="12236"/>
                </a:lnTo>
                <a:lnTo>
                  <a:pt x="3422045" y="11571"/>
                </a:lnTo>
                <a:lnTo>
                  <a:pt x="3421967" y="10184"/>
                </a:lnTo>
                <a:lnTo>
                  <a:pt x="3421740" y="8912"/>
                </a:lnTo>
                <a:lnTo>
                  <a:pt x="3421377" y="7752"/>
                </a:lnTo>
                <a:lnTo>
                  <a:pt x="3420889" y="6696"/>
                </a:lnTo>
                <a:lnTo>
                  <a:pt x="3420288" y="5741"/>
                </a:lnTo>
                <a:lnTo>
                  <a:pt x="3419587" y="4881"/>
                </a:lnTo>
                <a:lnTo>
                  <a:pt x="3418798" y="4112"/>
                </a:lnTo>
                <a:close/>
                <a:moveTo>
                  <a:pt x="4337997" y="109759"/>
                </a:moveTo>
                <a:lnTo>
                  <a:pt x="4337740" y="109362"/>
                </a:lnTo>
                <a:lnTo>
                  <a:pt x="4337454" y="109009"/>
                </a:lnTo>
                <a:lnTo>
                  <a:pt x="4337141" y="108697"/>
                </a:lnTo>
                <a:lnTo>
                  <a:pt x="4336804" y="108424"/>
                </a:lnTo>
                <a:lnTo>
                  <a:pt x="4336446" y="108188"/>
                </a:lnTo>
                <a:lnTo>
                  <a:pt x="4336069" y="107985"/>
                </a:lnTo>
                <a:lnTo>
                  <a:pt x="4335675" y="107813"/>
                </a:lnTo>
                <a:lnTo>
                  <a:pt x="4335269" y="107670"/>
                </a:lnTo>
                <a:lnTo>
                  <a:pt x="4334851" y="107553"/>
                </a:lnTo>
                <a:lnTo>
                  <a:pt x="4334426" y="107459"/>
                </a:lnTo>
                <a:lnTo>
                  <a:pt x="4333995" y="107386"/>
                </a:lnTo>
                <a:lnTo>
                  <a:pt x="4333562" y="107331"/>
                </a:lnTo>
                <a:lnTo>
                  <a:pt x="4333128" y="107292"/>
                </a:lnTo>
                <a:lnTo>
                  <a:pt x="4332698" y="107266"/>
                </a:lnTo>
                <a:lnTo>
                  <a:pt x="4332272" y="107250"/>
                </a:lnTo>
                <a:lnTo>
                  <a:pt x="4331855" y="107242"/>
                </a:lnTo>
                <a:lnTo>
                  <a:pt x="4331448" y="107239"/>
                </a:lnTo>
                <a:lnTo>
                  <a:pt x="4331055" y="107238"/>
                </a:lnTo>
                <a:lnTo>
                  <a:pt x="4305994" y="107238"/>
                </a:lnTo>
                <a:lnTo>
                  <a:pt x="4305994" y="9035"/>
                </a:lnTo>
                <a:lnTo>
                  <a:pt x="4305987" y="8309"/>
                </a:lnTo>
                <a:lnTo>
                  <a:pt x="4305967" y="7624"/>
                </a:lnTo>
                <a:lnTo>
                  <a:pt x="4305931" y="6980"/>
                </a:lnTo>
                <a:lnTo>
                  <a:pt x="4305878" y="6375"/>
                </a:lnTo>
                <a:lnTo>
                  <a:pt x="4305805" y="5808"/>
                </a:lnTo>
                <a:lnTo>
                  <a:pt x="4305711" y="5279"/>
                </a:lnTo>
                <a:lnTo>
                  <a:pt x="4305593" y="4786"/>
                </a:lnTo>
                <a:lnTo>
                  <a:pt x="4305451" y="4330"/>
                </a:lnTo>
                <a:lnTo>
                  <a:pt x="4305282" y="3908"/>
                </a:lnTo>
                <a:lnTo>
                  <a:pt x="4305085" y="3520"/>
                </a:lnTo>
                <a:lnTo>
                  <a:pt x="4304856" y="3165"/>
                </a:lnTo>
                <a:lnTo>
                  <a:pt x="4304596" y="2842"/>
                </a:lnTo>
                <a:lnTo>
                  <a:pt x="4304301" y="2550"/>
                </a:lnTo>
                <a:lnTo>
                  <a:pt x="4303971" y="2288"/>
                </a:lnTo>
                <a:lnTo>
                  <a:pt x="4303603" y="2055"/>
                </a:lnTo>
                <a:lnTo>
                  <a:pt x="4303194" y="1851"/>
                </a:lnTo>
                <a:lnTo>
                  <a:pt x="4302745" y="1675"/>
                </a:lnTo>
                <a:lnTo>
                  <a:pt x="4302252" y="1525"/>
                </a:lnTo>
                <a:lnTo>
                  <a:pt x="4301714" y="1400"/>
                </a:lnTo>
                <a:lnTo>
                  <a:pt x="4301129" y="1300"/>
                </a:lnTo>
                <a:lnTo>
                  <a:pt x="4300494" y="1224"/>
                </a:lnTo>
                <a:lnTo>
                  <a:pt x="4299810" y="1171"/>
                </a:lnTo>
                <a:lnTo>
                  <a:pt x="4299072" y="1140"/>
                </a:lnTo>
                <a:lnTo>
                  <a:pt x="4298280" y="1130"/>
                </a:lnTo>
                <a:lnTo>
                  <a:pt x="4267821" y="1130"/>
                </a:lnTo>
                <a:lnTo>
                  <a:pt x="4267427" y="1130"/>
                </a:lnTo>
                <a:lnTo>
                  <a:pt x="4267018" y="1133"/>
                </a:lnTo>
                <a:lnTo>
                  <a:pt x="4266596" y="1141"/>
                </a:lnTo>
                <a:lnTo>
                  <a:pt x="4266164" y="1157"/>
                </a:lnTo>
                <a:lnTo>
                  <a:pt x="4265726" y="1184"/>
                </a:lnTo>
                <a:lnTo>
                  <a:pt x="4265284" y="1223"/>
                </a:lnTo>
                <a:lnTo>
                  <a:pt x="4264841" y="1278"/>
                </a:lnTo>
                <a:lnTo>
                  <a:pt x="4264400" y="1351"/>
                </a:lnTo>
                <a:lnTo>
                  <a:pt x="4263964" y="1445"/>
                </a:lnTo>
                <a:lnTo>
                  <a:pt x="4263535" y="1562"/>
                </a:lnTo>
                <a:lnTo>
                  <a:pt x="4263117" y="1705"/>
                </a:lnTo>
                <a:lnTo>
                  <a:pt x="4262712" y="1877"/>
                </a:lnTo>
                <a:lnTo>
                  <a:pt x="4262323" y="2080"/>
                </a:lnTo>
                <a:lnTo>
                  <a:pt x="4261953" y="2316"/>
                </a:lnTo>
                <a:lnTo>
                  <a:pt x="4261604" y="2589"/>
                </a:lnTo>
                <a:lnTo>
                  <a:pt x="4261280" y="2901"/>
                </a:lnTo>
                <a:lnTo>
                  <a:pt x="4260984" y="3254"/>
                </a:lnTo>
                <a:lnTo>
                  <a:pt x="4260718" y="3652"/>
                </a:lnTo>
                <a:lnTo>
                  <a:pt x="4260485" y="4096"/>
                </a:lnTo>
                <a:lnTo>
                  <a:pt x="4260288" y="4589"/>
                </a:lnTo>
                <a:lnTo>
                  <a:pt x="4260130" y="5135"/>
                </a:lnTo>
                <a:lnTo>
                  <a:pt x="4260013" y="5734"/>
                </a:lnTo>
                <a:lnTo>
                  <a:pt x="4259941" y="6391"/>
                </a:lnTo>
                <a:lnTo>
                  <a:pt x="4259917" y="7108"/>
                </a:lnTo>
                <a:lnTo>
                  <a:pt x="4259942" y="7801"/>
                </a:lnTo>
                <a:lnTo>
                  <a:pt x="4260017" y="8437"/>
                </a:lnTo>
                <a:lnTo>
                  <a:pt x="4260137" y="9017"/>
                </a:lnTo>
                <a:lnTo>
                  <a:pt x="4260301" y="9545"/>
                </a:lnTo>
                <a:lnTo>
                  <a:pt x="4260503" y="10022"/>
                </a:lnTo>
                <a:lnTo>
                  <a:pt x="4260742" y="10452"/>
                </a:lnTo>
                <a:lnTo>
                  <a:pt x="4261014" y="10836"/>
                </a:lnTo>
                <a:lnTo>
                  <a:pt x="4261316" y="11178"/>
                </a:lnTo>
                <a:lnTo>
                  <a:pt x="4261645" y="11480"/>
                </a:lnTo>
                <a:lnTo>
                  <a:pt x="4261997" y="11744"/>
                </a:lnTo>
                <a:lnTo>
                  <a:pt x="4262370" y="11973"/>
                </a:lnTo>
                <a:lnTo>
                  <a:pt x="4262760" y="12169"/>
                </a:lnTo>
                <a:lnTo>
                  <a:pt x="4263164" y="12335"/>
                </a:lnTo>
                <a:lnTo>
                  <a:pt x="4263579" y="12473"/>
                </a:lnTo>
                <a:lnTo>
                  <a:pt x="4264002" y="12587"/>
                </a:lnTo>
                <a:lnTo>
                  <a:pt x="4264429" y="12678"/>
                </a:lnTo>
                <a:lnTo>
                  <a:pt x="4264858" y="12748"/>
                </a:lnTo>
                <a:lnTo>
                  <a:pt x="4265284" y="12801"/>
                </a:lnTo>
                <a:lnTo>
                  <a:pt x="4265706" y="12839"/>
                </a:lnTo>
                <a:lnTo>
                  <a:pt x="4266119" y="12865"/>
                </a:lnTo>
                <a:lnTo>
                  <a:pt x="4266521" y="12880"/>
                </a:lnTo>
                <a:lnTo>
                  <a:pt x="4266909" y="12888"/>
                </a:lnTo>
                <a:lnTo>
                  <a:pt x="4267278" y="12891"/>
                </a:lnTo>
                <a:lnTo>
                  <a:pt x="4267627" y="12892"/>
                </a:lnTo>
                <a:lnTo>
                  <a:pt x="4292691" y="12892"/>
                </a:lnTo>
                <a:lnTo>
                  <a:pt x="4292691" y="107238"/>
                </a:lnTo>
                <a:lnTo>
                  <a:pt x="4267821" y="107238"/>
                </a:lnTo>
                <a:lnTo>
                  <a:pt x="4267427" y="107239"/>
                </a:lnTo>
                <a:lnTo>
                  <a:pt x="4267018" y="107242"/>
                </a:lnTo>
                <a:lnTo>
                  <a:pt x="4266596" y="107250"/>
                </a:lnTo>
                <a:lnTo>
                  <a:pt x="4266164" y="107266"/>
                </a:lnTo>
                <a:lnTo>
                  <a:pt x="4265726" y="107292"/>
                </a:lnTo>
                <a:lnTo>
                  <a:pt x="4265284" y="107331"/>
                </a:lnTo>
                <a:lnTo>
                  <a:pt x="4264841" y="107386"/>
                </a:lnTo>
                <a:lnTo>
                  <a:pt x="4264400" y="107459"/>
                </a:lnTo>
                <a:lnTo>
                  <a:pt x="4263964" y="107553"/>
                </a:lnTo>
                <a:lnTo>
                  <a:pt x="4263535" y="107670"/>
                </a:lnTo>
                <a:lnTo>
                  <a:pt x="4263117" y="107813"/>
                </a:lnTo>
                <a:lnTo>
                  <a:pt x="4262712" y="107985"/>
                </a:lnTo>
                <a:lnTo>
                  <a:pt x="4262323" y="108188"/>
                </a:lnTo>
                <a:lnTo>
                  <a:pt x="4261953" y="108424"/>
                </a:lnTo>
                <a:lnTo>
                  <a:pt x="4261604" y="108697"/>
                </a:lnTo>
                <a:lnTo>
                  <a:pt x="4261280" y="109009"/>
                </a:lnTo>
                <a:lnTo>
                  <a:pt x="4260984" y="109362"/>
                </a:lnTo>
                <a:lnTo>
                  <a:pt x="4260718" y="109759"/>
                </a:lnTo>
                <a:lnTo>
                  <a:pt x="4260485" y="110203"/>
                </a:lnTo>
                <a:lnTo>
                  <a:pt x="4260288" y="110696"/>
                </a:lnTo>
                <a:lnTo>
                  <a:pt x="4260130" y="111241"/>
                </a:lnTo>
                <a:lnTo>
                  <a:pt x="4260013" y="111841"/>
                </a:lnTo>
                <a:lnTo>
                  <a:pt x="4259941" y="112497"/>
                </a:lnTo>
                <a:lnTo>
                  <a:pt x="4259917" y="113213"/>
                </a:lnTo>
                <a:lnTo>
                  <a:pt x="4259942" y="113907"/>
                </a:lnTo>
                <a:lnTo>
                  <a:pt x="4260017" y="114542"/>
                </a:lnTo>
                <a:lnTo>
                  <a:pt x="4260137" y="115122"/>
                </a:lnTo>
                <a:lnTo>
                  <a:pt x="4260301" y="115650"/>
                </a:lnTo>
                <a:lnTo>
                  <a:pt x="4260503" y="116127"/>
                </a:lnTo>
                <a:lnTo>
                  <a:pt x="4260742" y="116557"/>
                </a:lnTo>
                <a:lnTo>
                  <a:pt x="4261014" y="116942"/>
                </a:lnTo>
                <a:lnTo>
                  <a:pt x="4261316" y="117283"/>
                </a:lnTo>
                <a:lnTo>
                  <a:pt x="4261645" y="117585"/>
                </a:lnTo>
                <a:lnTo>
                  <a:pt x="4261997" y="117849"/>
                </a:lnTo>
                <a:lnTo>
                  <a:pt x="4262370" y="118078"/>
                </a:lnTo>
                <a:lnTo>
                  <a:pt x="4262760" y="118274"/>
                </a:lnTo>
                <a:lnTo>
                  <a:pt x="4263164" y="118440"/>
                </a:lnTo>
                <a:lnTo>
                  <a:pt x="4263579" y="118579"/>
                </a:lnTo>
                <a:lnTo>
                  <a:pt x="4264002" y="118692"/>
                </a:lnTo>
                <a:lnTo>
                  <a:pt x="4264429" y="118783"/>
                </a:lnTo>
                <a:lnTo>
                  <a:pt x="4264858" y="118854"/>
                </a:lnTo>
                <a:lnTo>
                  <a:pt x="4265284" y="118907"/>
                </a:lnTo>
                <a:lnTo>
                  <a:pt x="4265706" y="118945"/>
                </a:lnTo>
                <a:lnTo>
                  <a:pt x="4266119" y="118970"/>
                </a:lnTo>
                <a:lnTo>
                  <a:pt x="4266521" y="118986"/>
                </a:lnTo>
                <a:lnTo>
                  <a:pt x="4266909" y="118994"/>
                </a:lnTo>
                <a:lnTo>
                  <a:pt x="4267278" y="118997"/>
                </a:lnTo>
                <a:lnTo>
                  <a:pt x="4267627" y="118997"/>
                </a:lnTo>
                <a:lnTo>
                  <a:pt x="4331055" y="118997"/>
                </a:lnTo>
                <a:lnTo>
                  <a:pt x="4331426" y="118997"/>
                </a:lnTo>
                <a:lnTo>
                  <a:pt x="4331814" y="118994"/>
                </a:lnTo>
                <a:lnTo>
                  <a:pt x="4332216" y="118986"/>
                </a:lnTo>
                <a:lnTo>
                  <a:pt x="4332630" y="118970"/>
                </a:lnTo>
                <a:lnTo>
                  <a:pt x="4333052" y="118945"/>
                </a:lnTo>
                <a:lnTo>
                  <a:pt x="4333480" y="118907"/>
                </a:lnTo>
                <a:lnTo>
                  <a:pt x="4333910" y="118854"/>
                </a:lnTo>
                <a:lnTo>
                  <a:pt x="4334340" y="118783"/>
                </a:lnTo>
                <a:lnTo>
                  <a:pt x="4334766" y="118692"/>
                </a:lnTo>
                <a:lnTo>
                  <a:pt x="4335186" y="118579"/>
                </a:lnTo>
                <a:lnTo>
                  <a:pt x="4335597" y="118440"/>
                </a:lnTo>
                <a:lnTo>
                  <a:pt x="4335996" y="118274"/>
                </a:lnTo>
                <a:lnTo>
                  <a:pt x="4336379" y="118078"/>
                </a:lnTo>
                <a:lnTo>
                  <a:pt x="4336745" y="117849"/>
                </a:lnTo>
                <a:lnTo>
                  <a:pt x="4337090" y="117585"/>
                </a:lnTo>
                <a:lnTo>
                  <a:pt x="4337411" y="117283"/>
                </a:lnTo>
                <a:lnTo>
                  <a:pt x="4337705" y="116942"/>
                </a:lnTo>
                <a:lnTo>
                  <a:pt x="4337969" y="116557"/>
                </a:lnTo>
                <a:lnTo>
                  <a:pt x="4338201" y="116127"/>
                </a:lnTo>
                <a:lnTo>
                  <a:pt x="4338397" y="115650"/>
                </a:lnTo>
                <a:lnTo>
                  <a:pt x="4338555" y="115122"/>
                </a:lnTo>
                <a:lnTo>
                  <a:pt x="4338671" y="114542"/>
                </a:lnTo>
                <a:lnTo>
                  <a:pt x="4338743" y="113907"/>
                </a:lnTo>
                <a:lnTo>
                  <a:pt x="4338768" y="113213"/>
                </a:lnTo>
                <a:lnTo>
                  <a:pt x="4338744" y="112497"/>
                </a:lnTo>
                <a:lnTo>
                  <a:pt x="4338675" y="111841"/>
                </a:lnTo>
                <a:lnTo>
                  <a:pt x="4338563" y="111241"/>
                </a:lnTo>
                <a:lnTo>
                  <a:pt x="4338411" y="110696"/>
                </a:lnTo>
                <a:lnTo>
                  <a:pt x="4338221" y="110203"/>
                </a:lnTo>
                <a:lnTo>
                  <a:pt x="4337997" y="109759"/>
                </a:lnTo>
                <a:close/>
                <a:moveTo>
                  <a:pt x="4042996" y="109759"/>
                </a:moveTo>
                <a:lnTo>
                  <a:pt x="4042730" y="109362"/>
                </a:lnTo>
                <a:lnTo>
                  <a:pt x="4042434" y="109009"/>
                </a:lnTo>
                <a:lnTo>
                  <a:pt x="4042110" y="108697"/>
                </a:lnTo>
                <a:lnTo>
                  <a:pt x="4041762" y="108424"/>
                </a:lnTo>
                <a:lnTo>
                  <a:pt x="4041391" y="108188"/>
                </a:lnTo>
                <a:lnTo>
                  <a:pt x="4041002" y="107985"/>
                </a:lnTo>
                <a:lnTo>
                  <a:pt x="4040597" y="107813"/>
                </a:lnTo>
                <a:lnTo>
                  <a:pt x="4040179" y="107670"/>
                </a:lnTo>
                <a:lnTo>
                  <a:pt x="4039750" y="107553"/>
                </a:lnTo>
                <a:lnTo>
                  <a:pt x="4039314" y="107459"/>
                </a:lnTo>
                <a:lnTo>
                  <a:pt x="4038873" y="107386"/>
                </a:lnTo>
                <a:lnTo>
                  <a:pt x="4038430" y="107331"/>
                </a:lnTo>
                <a:lnTo>
                  <a:pt x="4037988" y="107292"/>
                </a:lnTo>
                <a:lnTo>
                  <a:pt x="4037550" y="107266"/>
                </a:lnTo>
                <a:lnTo>
                  <a:pt x="4037118" y="107250"/>
                </a:lnTo>
                <a:lnTo>
                  <a:pt x="4036697" y="107242"/>
                </a:lnTo>
                <a:lnTo>
                  <a:pt x="4036287" y="107239"/>
                </a:lnTo>
                <a:lnTo>
                  <a:pt x="4035893" y="107238"/>
                </a:lnTo>
                <a:lnTo>
                  <a:pt x="4027409" y="107238"/>
                </a:lnTo>
                <a:lnTo>
                  <a:pt x="4027409" y="62576"/>
                </a:lnTo>
                <a:lnTo>
                  <a:pt x="4027358" y="60203"/>
                </a:lnTo>
                <a:lnTo>
                  <a:pt x="4027206" y="57944"/>
                </a:lnTo>
                <a:lnTo>
                  <a:pt x="4026957" y="55800"/>
                </a:lnTo>
                <a:lnTo>
                  <a:pt x="4026610" y="53768"/>
                </a:lnTo>
                <a:lnTo>
                  <a:pt x="4026169" y="51847"/>
                </a:lnTo>
                <a:lnTo>
                  <a:pt x="4025635" y="50036"/>
                </a:lnTo>
                <a:lnTo>
                  <a:pt x="4025010" y="48334"/>
                </a:lnTo>
                <a:lnTo>
                  <a:pt x="4024296" y="46739"/>
                </a:lnTo>
                <a:lnTo>
                  <a:pt x="4023495" y="45251"/>
                </a:lnTo>
                <a:lnTo>
                  <a:pt x="4022609" y="43867"/>
                </a:lnTo>
                <a:lnTo>
                  <a:pt x="4021640" y="42588"/>
                </a:lnTo>
                <a:lnTo>
                  <a:pt x="4020589" y="41411"/>
                </a:lnTo>
                <a:lnTo>
                  <a:pt x="4019460" y="40335"/>
                </a:lnTo>
                <a:lnTo>
                  <a:pt x="4018252" y="39360"/>
                </a:lnTo>
                <a:lnTo>
                  <a:pt x="4016970" y="38483"/>
                </a:lnTo>
                <a:lnTo>
                  <a:pt x="4015614" y="37704"/>
                </a:lnTo>
                <a:lnTo>
                  <a:pt x="4014186" y="37021"/>
                </a:lnTo>
                <a:lnTo>
                  <a:pt x="4012689" y="36433"/>
                </a:lnTo>
                <a:lnTo>
                  <a:pt x="4011123" y="35939"/>
                </a:lnTo>
                <a:lnTo>
                  <a:pt x="4009492" y="35537"/>
                </a:lnTo>
                <a:lnTo>
                  <a:pt x="4007797" y="35227"/>
                </a:lnTo>
                <a:lnTo>
                  <a:pt x="4006040" y="35007"/>
                </a:lnTo>
                <a:lnTo>
                  <a:pt x="4004223" y="34876"/>
                </a:lnTo>
                <a:lnTo>
                  <a:pt x="4002348" y="34833"/>
                </a:lnTo>
                <a:lnTo>
                  <a:pt x="4000755" y="34867"/>
                </a:lnTo>
                <a:lnTo>
                  <a:pt x="3999207" y="34964"/>
                </a:lnTo>
                <a:lnTo>
                  <a:pt x="3997704" y="35122"/>
                </a:lnTo>
                <a:lnTo>
                  <a:pt x="3996246" y="35336"/>
                </a:lnTo>
                <a:lnTo>
                  <a:pt x="3994834" y="35601"/>
                </a:lnTo>
                <a:lnTo>
                  <a:pt x="3993467" y="35915"/>
                </a:lnTo>
                <a:lnTo>
                  <a:pt x="3992147" y="36272"/>
                </a:lnTo>
                <a:lnTo>
                  <a:pt x="3990873" y="36669"/>
                </a:lnTo>
                <a:lnTo>
                  <a:pt x="3989646" y="37101"/>
                </a:lnTo>
                <a:lnTo>
                  <a:pt x="3988466" y="37565"/>
                </a:lnTo>
                <a:lnTo>
                  <a:pt x="3987334" y="38056"/>
                </a:lnTo>
                <a:lnTo>
                  <a:pt x="3986249" y="38570"/>
                </a:lnTo>
                <a:lnTo>
                  <a:pt x="3985213" y="39103"/>
                </a:lnTo>
                <a:lnTo>
                  <a:pt x="3984225" y="39651"/>
                </a:lnTo>
                <a:lnTo>
                  <a:pt x="3983286" y="40210"/>
                </a:lnTo>
                <a:lnTo>
                  <a:pt x="3982397" y="40776"/>
                </a:lnTo>
                <a:lnTo>
                  <a:pt x="3981556" y="41344"/>
                </a:lnTo>
                <a:lnTo>
                  <a:pt x="3980766" y="41911"/>
                </a:lnTo>
                <a:lnTo>
                  <a:pt x="3980026" y="42473"/>
                </a:lnTo>
                <a:lnTo>
                  <a:pt x="3979336" y="43025"/>
                </a:lnTo>
                <a:lnTo>
                  <a:pt x="3978698" y="43563"/>
                </a:lnTo>
                <a:lnTo>
                  <a:pt x="3978110" y="44083"/>
                </a:lnTo>
                <a:lnTo>
                  <a:pt x="3977574" y="44581"/>
                </a:lnTo>
                <a:lnTo>
                  <a:pt x="3977090" y="45053"/>
                </a:lnTo>
                <a:lnTo>
                  <a:pt x="3977090" y="9035"/>
                </a:lnTo>
                <a:lnTo>
                  <a:pt x="3977083" y="8309"/>
                </a:lnTo>
                <a:lnTo>
                  <a:pt x="3977063" y="7624"/>
                </a:lnTo>
                <a:lnTo>
                  <a:pt x="3977027" y="6980"/>
                </a:lnTo>
                <a:lnTo>
                  <a:pt x="3976974" y="6375"/>
                </a:lnTo>
                <a:lnTo>
                  <a:pt x="3976901" y="5808"/>
                </a:lnTo>
                <a:lnTo>
                  <a:pt x="3976807" y="5279"/>
                </a:lnTo>
                <a:lnTo>
                  <a:pt x="3976689" y="4786"/>
                </a:lnTo>
                <a:lnTo>
                  <a:pt x="3976547" y="4330"/>
                </a:lnTo>
                <a:lnTo>
                  <a:pt x="3976378" y="3908"/>
                </a:lnTo>
                <a:lnTo>
                  <a:pt x="3976181" y="3520"/>
                </a:lnTo>
                <a:lnTo>
                  <a:pt x="3975953" y="3165"/>
                </a:lnTo>
                <a:lnTo>
                  <a:pt x="3975692" y="2842"/>
                </a:lnTo>
                <a:lnTo>
                  <a:pt x="3975398" y="2550"/>
                </a:lnTo>
                <a:lnTo>
                  <a:pt x="3975067" y="2288"/>
                </a:lnTo>
                <a:lnTo>
                  <a:pt x="3974699" y="2055"/>
                </a:lnTo>
                <a:lnTo>
                  <a:pt x="3974291" y="1851"/>
                </a:lnTo>
                <a:lnTo>
                  <a:pt x="3973842" y="1675"/>
                </a:lnTo>
                <a:lnTo>
                  <a:pt x="3973349" y="1525"/>
                </a:lnTo>
                <a:lnTo>
                  <a:pt x="3972811" y="1400"/>
                </a:lnTo>
                <a:lnTo>
                  <a:pt x="3972226" y="1300"/>
                </a:lnTo>
                <a:lnTo>
                  <a:pt x="3971592" y="1224"/>
                </a:lnTo>
                <a:lnTo>
                  <a:pt x="3970908" y="1171"/>
                </a:lnTo>
                <a:lnTo>
                  <a:pt x="3970171" y="1140"/>
                </a:lnTo>
                <a:lnTo>
                  <a:pt x="3969379" y="1130"/>
                </a:lnTo>
                <a:lnTo>
                  <a:pt x="3955306" y="1130"/>
                </a:lnTo>
                <a:lnTo>
                  <a:pt x="3954912" y="1130"/>
                </a:lnTo>
                <a:lnTo>
                  <a:pt x="3954502" y="1133"/>
                </a:lnTo>
                <a:lnTo>
                  <a:pt x="3954080" y="1141"/>
                </a:lnTo>
                <a:lnTo>
                  <a:pt x="3953649" y="1157"/>
                </a:lnTo>
                <a:lnTo>
                  <a:pt x="3953211" y="1184"/>
                </a:lnTo>
                <a:lnTo>
                  <a:pt x="3952769" y="1223"/>
                </a:lnTo>
                <a:lnTo>
                  <a:pt x="3952326" y="1278"/>
                </a:lnTo>
                <a:lnTo>
                  <a:pt x="3951885" y="1351"/>
                </a:lnTo>
                <a:lnTo>
                  <a:pt x="3951449" y="1445"/>
                </a:lnTo>
                <a:lnTo>
                  <a:pt x="3951020" y="1562"/>
                </a:lnTo>
                <a:lnTo>
                  <a:pt x="3950602" y="1705"/>
                </a:lnTo>
                <a:lnTo>
                  <a:pt x="3950196" y="1877"/>
                </a:lnTo>
                <a:lnTo>
                  <a:pt x="3949807" y="2080"/>
                </a:lnTo>
                <a:lnTo>
                  <a:pt x="3949437" y="2316"/>
                </a:lnTo>
                <a:lnTo>
                  <a:pt x="3949089" y="2589"/>
                </a:lnTo>
                <a:lnTo>
                  <a:pt x="3948765" y="2901"/>
                </a:lnTo>
                <a:lnTo>
                  <a:pt x="3948469" y="3254"/>
                </a:lnTo>
                <a:lnTo>
                  <a:pt x="3948202" y="3652"/>
                </a:lnTo>
                <a:lnTo>
                  <a:pt x="3947970" y="4096"/>
                </a:lnTo>
                <a:lnTo>
                  <a:pt x="3947773" y="4589"/>
                </a:lnTo>
                <a:lnTo>
                  <a:pt x="3947614" y="5135"/>
                </a:lnTo>
                <a:lnTo>
                  <a:pt x="3947498" y="5734"/>
                </a:lnTo>
                <a:lnTo>
                  <a:pt x="3947426" y="6391"/>
                </a:lnTo>
                <a:lnTo>
                  <a:pt x="3947401" y="7108"/>
                </a:lnTo>
                <a:lnTo>
                  <a:pt x="3947427" y="7801"/>
                </a:lnTo>
                <a:lnTo>
                  <a:pt x="3947502" y="8437"/>
                </a:lnTo>
                <a:lnTo>
                  <a:pt x="3947622" y="9017"/>
                </a:lnTo>
                <a:lnTo>
                  <a:pt x="3947785" y="9545"/>
                </a:lnTo>
                <a:lnTo>
                  <a:pt x="3947988" y="10022"/>
                </a:lnTo>
                <a:lnTo>
                  <a:pt x="3948227" y="10452"/>
                </a:lnTo>
                <a:lnTo>
                  <a:pt x="3948499" y="10836"/>
                </a:lnTo>
                <a:lnTo>
                  <a:pt x="3948801" y="11178"/>
                </a:lnTo>
                <a:lnTo>
                  <a:pt x="3949130" y="11480"/>
                </a:lnTo>
                <a:lnTo>
                  <a:pt x="3949482" y="11744"/>
                </a:lnTo>
                <a:lnTo>
                  <a:pt x="3949855" y="11973"/>
                </a:lnTo>
                <a:lnTo>
                  <a:pt x="3950245" y="12169"/>
                </a:lnTo>
                <a:lnTo>
                  <a:pt x="3950649" y="12335"/>
                </a:lnTo>
                <a:lnTo>
                  <a:pt x="3951064" y="12473"/>
                </a:lnTo>
                <a:lnTo>
                  <a:pt x="3951487" y="12587"/>
                </a:lnTo>
                <a:lnTo>
                  <a:pt x="3951914" y="12678"/>
                </a:lnTo>
                <a:lnTo>
                  <a:pt x="3952342" y="12748"/>
                </a:lnTo>
                <a:lnTo>
                  <a:pt x="3952769" y="12801"/>
                </a:lnTo>
                <a:lnTo>
                  <a:pt x="3953191" y="12839"/>
                </a:lnTo>
                <a:lnTo>
                  <a:pt x="3953604" y="12865"/>
                </a:lnTo>
                <a:lnTo>
                  <a:pt x="3954006" y="12880"/>
                </a:lnTo>
                <a:lnTo>
                  <a:pt x="3954393" y="12888"/>
                </a:lnTo>
                <a:lnTo>
                  <a:pt x="3954763" y="12891"/>
                </a:lnTo>
                <a:lnTo>
                  <a:pt x="3955112" y="12892"/>
                </a:lnTo>
                <a:lnTo>
                  <a:pt x="3963790" y="12892"/>
                </a:lnTo>
                <a:lnTo>
                  <a:pt x="3963790" y="107238"/>
                </a:lnTo>
                <a:lnTo>
                  <a:pt x="3955306" y="107238"/>
                </a:lnTo>
                <a:lnTo>
                  <a:pt x="3954912" y="107239"/>
                </a:lnTo>
                <a:lnTo>
                  <a:pt x="3954502" y="107242"/>
                </a:lnTo>
                <a:lnTo>
                  <a:pt x="3954080" y="107250"/>
                </a:lnTo>
                <a:lnTo>
                  <a:pt x="3953649" y="107266"/>
                </a:lnTo>
                <a:lnTo>
                  <a:pt x="3953211" y="107292"/>
                </a:lnTo>
                <a:lnTo>
                  <a:pt x="3952769" y="107331"/>
                </a:lnTo>
                <a:lnTo>
                  <a:pt x="3952326" y="107386"/>
                </a:lnTo>
                <a:lnTo>
                  <a:pt x="3951885" y="107459"/>
                </a:lnTo>
                <a:lnTo>
                  <a:pt x="3951449" y="107553"/>
                </a:lnTo>
                <a:lnTo>
                  <a:pt x="3951020" y="107670"/>
                </a:lnTo>
                <a:lnTo>
                  <a:pt x="3950602" y="107813"/>
                </a:lnTo>
                <a:lnTo>
                  <a:pt x="3950196" y="107985"/>
                </a:lnTo>
                <a:lnTo>
                  <a:pt x="3949807" y="108188"/>
                </a:lnTo>
                <a:lnTo>
                  <a:pt x="3949437" y="108424"/>
                </a:lnTo>
                <a:lnTo>
                  <a:pt x="3949089" y="108697"/>
                </a:lnTo>
                <a:lnTo>
                  <a:pt x="3948765" y="109009"/>
                </a:lnTo>
                <a:lnTo>
                  <a:pt x="3948469" y="109362"/>
                </a:lnTo>
                <a:lnTo>
                  <a:pt x="3948202" y="109759"/>
                </a:lnTo>
                <a:lnTo>
                  <a:pt x="3947970" y="110203"/>
                </a:lnTo>
                <a:lnTo>
                  <a:pt x="3947773" y="110696"/>
                </a:lnTo>
                <a:lnTo>
                  <a:pt x="3947614" y="111241"/>
                </a:lnTo>
                <a:lnTo>
                  <a:pt x="3947498" y="111841"/>
                </a:lnTo>
                <a:lnTo>
                  <a:pt x="3947426" y="112497"/>
                </a:lnTo>
                <a:lnTo>
                  <a:pt x="3947401" y="113213"/>
                </a:lnTo>
                <a:lnTo>
                  <a:pt x="3947427" y="113907"/>
                </a:lnTo>
                <a:lnTo>
                  <a:pt x="3947502" y="114542"/>
                </a:lnTo>
                <a:lnTo>
                  <a:pt x="3947622" y="115122"/>
                </a:lnTo>
                <a:lnTo>
                  <a:pt x="3947785" y="115650"/>
                </a:lnTo>
                <a:lnTo>
                  <a:pt x="3947988" y="116127"/>
                </a:lnTo>
                <a:lnTo>
                  <a:pt x="3948227" y="116557"/>
                </a:lnTo>
                <a:lnTo>
                  <a:pt x="3948499" y="116942"/>
                </a:lnTo>
                <a:lnTo>
                  <a:pt x="3948801" y="117283"/>
                </a:lnTo>
                <a:lnTo>
                  <a:pt x="3949130" y="117585"/>
                </a:lnTo>
                <a:lnTo>
                  <a:pt x="3949482" y="117849"/>
                </a:lnTo>
                <a:lnTo>
                  <a:pt x="3949855" y="118078"/>
                </a:lnTo>
                <a:lnTo>
                  <a:pt x="3950245" y="118274"/>
                </a:lnTo>
                <a:lnTo>
                  <a:pt x="3950649" y="118440"/>
                </a:lnTo>
                <a:lnTo>
                  <a:pt x="3951064" y="118579"/>
                </a:lnTo>
                <a:lnTo>
                  <a:pt x="3951487" y="118692"/>
                </a:lnTo>
                <a:lnTo>
                  <a:pt x="3951914" y="118783"/>
                </a:lnTo>
                <a:lnTo>
                  <a:pt x="3952342" y="118854"/>
                </a:lnTo>
                <a:lnTo>
                  <a:pt x="3952769" y="118907"/>
                </a:lnTo>
                <a:lnTo>
                  <a:pt x="3953191" y="118945"/>
                </a:lnTo>
                <a:lnTo>
                  <a:pt x="3953604" y="118970"/>
                </a:lnTo>
                <a:lnTo>
                  <a:pt x="3954006" y="118986"/>
                </a:lnTo>
                <a:lnTo>
                  <a:pt x="3954393" y="118994"/>
                </a:lnTo>
                <a:lnTo>
                  <a:pt x="3954763" y="118997"/>
                </a:lnTo>
                <a:lnTo>
                  <a:pt x="3955112" y="118997"/>
                </a:lnTo>
                <a:lnTo>
                  <a:pt x="3985768" y="118997"/>
                </a:lnTo>
                <a:lnTo>
                  <a:pt x="3986117" y="118997"/>
                </a:lnTo>
                <a:lnTo>
                  <a:pt x="3986486" y="118994"/>
                </a:lnTo>
                <a:lnTo>
                  <a:pt x="3986874" y="118986"/>
                </a:lnTo>
                <a:lnTo>
                  <a:pt x="3987276" y="118970"/>
                </a:lnTo>
                <a:lnTo>
                  <a:pt x="3987689" y="118945"/>
                </a:lnTo>
                <a:lnTo>
                  <a:pt x="3988111" y="118907"/>
                </a:lnTo>
                <a:lnTo>
                  <a:pt x="3988537" y="118854"/>
                </a:lnTo>
                <a:lnTo>
                  <a:pt x="3988966" y="118783"/>
                </a:lnTo>
                <a:lnTo>
                  <a:pt x="3989393" y="118692"/>
                </a:lnTo>
                <a:lnTo>
                  <a:pt x="3989816" y="118579"/>
                </a:lnTo>
                <a:lnTo>
                  <a:pt x="3990231" y="118440"/>
                </a:lnTo>
                <a:lnTo>
                  <a:pt x="3990635" y="118274"/>
                </a:lnTo>
                <a:lnTo>
                  <a:pt x="3991025" y="118078"/>
                </a:lnTo>
                <a:lnTo>
                  <a:pt x="3991398" y="117849"/>
                </a:lnTo>
                <a:lnTo>
                  <a:pt x="3991750" y="117585"/>
                </a:lnTo>
                <a:lnTo>
                  <a:pt x="3992079" y="117283"/>
                </a:lnTo>
                <a:lnTo>
                  <a:pt x="3992381" y="116942"/>
                </a:lnTo>
                <a:lnTo>
                  <a:pt x="3992653" y="116557"/>
                </a:lnTo>
                <a:lnTo>
                  <a:pt x="3992892" y="116127"/>
                </a:lnTo>
                <a:lnTo>
                  <a:pt x="3993095" y="115650"/>
                </a:lnTo>
                <a:lnTo>
                  <a:pt x="3993258" y="115122"/>
                </a:lnTo>
                <a:lnTo>
                  <a:pt x="3993378" y="114542"/>
                </a:lnTo>
                <a:lnTo>
                  <a:pt x="3993453" y="113907"/>
                </a:lnTo>
                <a:lnTo>
                  <a:pt x="3993478" y="113213"/>
                </a:lnTo>
                <a:lnTo>
                  <a:pt x="3993454" y="112497"/>
                </a:lnTo>
                <a:lnTo>
                  <a:pt x="3993382" y="111841"/>
                </a:lnTo>
                <a:lnTo>
                  <a:pt x="3993265" y="111241"/>
                </a:lnTo>
                <a:lnTo>
                  <a:pt x="3993107" y="110696"/>
                </a:lnTo>
                <a:lnTo>
                  <a:pt x="3992910" y="110203"/>
                </a:lnTo>
                <a:lnTo>
                  <a:pt x="3992677" y="109759"/>
                </a:lnTo>
                <a:lnTo>
                  <a:pt x="3992411" y="109362"/>
                </a:lnTo>
                <a:lnTo>
                  <a:pt x="3992115" y="109009"/>
                </a:lnTo>
                <a:lnTo>
                  <a:pt x="3991791" y="108697"/>
                </a:lnTo>
                <a:lnTo>
                  <a:pt x="3991443" y="108424"/>
                </a:lnTo>
                <a:lnTo>
                  <a:pt x="3991072" y="108188"/>
                </a:lnTo>
                <a:lnTo>
                  <a:pt x="3990683" y="107985"/>
                </a:lnTo>
                <a:lnTo>
                  <a:pt x="3990278" y="107813"/>
                </a:lnTo>
                <a:lnTo>
                  <a:pt x="3989860" y="107670"/>
                </a:lnTo>
                <a:lnTo>
                  <a:pt x="3989431" y="107553"/>
                </a:lnTo>
                <a:lnTo>
                  <a:pt x="3988995" y="107459"/>
                </a:lnTo>
                <a:lnTo>
                  <a:pt x="3988554" y="107386"/>
                </a:lnTo>
                <a:lnTo>
                  <a:pt x="3988111" y="107331"/>
                </a:lnTo>
                <a:lnTo>
                  <a:pt x="3987669" y="107292"/>
                </a:lnTo>
                <a:lnTo>
                  <a:pt x="3987231" y="107266"/>
                </a:lnTo>
                <a:lnTo>
                  <a:pt x="3986799" y="107250"/>
                </a:lnTo>
                <a:lnTo>
                  <a:pt x="3986378" y="107242"/>
                </a:lnTo>
                <a:lnTo>
                  <a:pt x="3985968" y="107239"/>
                </a:lnTo>
                <a:lnTo>
                  <a:pt x="3985574" y="107238"/>
                </a:lnTo>
                <a:lnTo>
                  <a:pt x="3977090" y="107238"/>
                </a:lnTo>
                <a:lnTo>
                  <a:pt x="3977090" y="73164"/>
                </a:lnTo>
                <a:lnTo>
                  <a:pt x="3977163" y="70819"/>
                </a:lnTo>
                <a:lnTo>
                  <a:pt x="3977376" y="68597"/>
                </a:lnTo>
                <a:lnTo>
                  <a:pt x="3977722" y="66495"/>
                </a:lnTo>
                <a:lnTo>
                  <a:pt x="3978192" y="64511"/>
                </a:lnTo>
                <a:lnTo>
                  <a:pt x="3978778" y="62644"/>
                </a:lnTo>
                <a:lnTo>
                  <a:pt x="3979473" y="60891"/>
                </a:lnTo>
                <a:lnTo>
                  <a:pt x="3980267" y="59250"/>
                </a:lnTo>
                <a:lnTo>
                  <a:pt x="3981153" y="57719"/>
                </a:lnTo>
                <a:lnTo>
                  <a:pt x="3982123" y="56297"/>
                </a:lnTo>
                <a:lnTo>
                  <a:pt x="3983168" y="54981"/>
                </a:lnTo>
                <a:lnTo>
                  <a:pt x="3984281" y="53769"/>
                </a:lnTo>
                <a:lnTo>
                  <a:pt x="3985453" y="52660"/>
                </a:lnTo>
                <a:lnTo>
                  <a:pt x="3986676" y="51651"/>
                </a:lnTo>
                <a:lnTo>
                  <a:pt x="3987943" y="50740"/>
                </a:lnTo>
                <a:lnTo>
                  <a:pt x="3989244" y="49925"/>
                </a:lnTo>
                <a:lnTo>
                  <a:pt x="3990572" y="49205"/>
                </a:lnTo>
                <a:lnTo>
                  <a:pt x="3991919" y="48577"/>
                </a:lnTo>
                <a:lnTo>
                  <a:pt x="3993277" y="48039"/>
                </a:lnTo>
                <a:lnTo>
                  <a:pt x="3994637" y="47590"/>
                </a:lnTo>
                <a:lnTo>
                  <a:pt x="3995992" y="47226"/>
                </a:lnTo>
                <a:lnTo>
                  <a:pt x="3997332" y="46947"/>
                </a:lnTo>
                <a:lnTo>
                  <a:pt x="3998652" y="46750"/>
                </a:lnTo>
                <a:lnTo>
                  <a:pt x="3999941" y="46634"/>
                </a:lnTo>
                <a:lnTo>
                  <a:pt x="4001192" y="46595"/>
                </a:lnTo>
                <a:lnTo>
                  <a:pt x="4002430" y="46623"/>
                </a:lnTo>
                <a:lnTo>
                  <a:pt x="4003592" y="46708"/>
                </a:lnTo>
                <a:lnTo>
                  <a:pt x="4004680" y="46849"/>
                </a:lnTo>
                <a:lnTo>
                  <a:pt x="4005696" y="47048"/>
                </a:lnTo>
                <a:lnTo>
                  <a:pt x="4006642" y="47304"/>
                </a:lnTo>
                <a:lnTo>
                  <a:pt x="4007520" y="47618"/>
                </a:lnTo>
                <a:lnTo>
                  <a:pt x="4008332" y="47990"/>
                </a:lnTo>
                <a:lnTo>
                  <a:pt x="4009081" y="48421"/>
                </a:lnTo>
                <a:lnTo>
                  <a:pt x="4009768" y="48910"/>
                </a:lnTo>
                <a:lnTo>
                  <a:pt x="4010395" y="49459"/>
                </a:lnTo>
                <a:lnTo>
                  <a:pt x="4010965" y="50067"/>
                </a:lnTo>
                <a:lnTo>
                  <a:pt x="4011480" y="50735"/>
                </a:lnTo>
                <a:lnTo>
                  <a:pt x="4011942" y="51463"/>
                </a:lnTo>
                <a:lnTo>
                  <a:pt x="4012352" y="52252"/>
                </a:lnTo>
                <a:lnTo>
                  <a:pt x="4012714" y="53101"/>
                </a:lnTo>
                <a:lnTo>
                  <a:pt x="4013028" y="54012"/>
                </a:lnTo>
                <a:lnTo>
                  <a:pt x="4013298" y="54984"/>
                </a:lnTo>
                <a:lnTo>
                  <a:pt x="4013525" y="56018"/>
                </a:lnTo>
                <a:lnTo>
                  <a:pt x="4013711" y="57114"/>
                </a:lnTo>
                <a:lnTo>
                  <a:pt x="4013859" y="58272"/>
                </a:lnTo>
                <a:lnTo>
                  <a:pt x="4013970" y="59494"/>
                </a:lnTo>
                <a:lnTo>
                  <a:pt x="4014047" y="60778"/>
                </a:lnTo>
                <a:lnTo>
                  <a:pt x="4014092" y="62126"/>
                </a:lnTo>
                <a:lnTo>
                  <a:pt x="4014106" y="63538"/>
                </a:lnTo>
                <a:lnTo>
                  <a:pt x="4014106" y="107238"/>
                </a:lnTo>
                <a:lnTo>
                  <a:pt x="4006590" y="107238"/>
                </a:lnTo>
                <a:lnTo>
                  <a:pt x="4006196" y="107239"/>
                </a:lnTo>
                <a:lnTo>
                  <a:pt x="4005786" y="107242"/>
                </a:lnTo>
                <a:lnTo>
                  <a:pt x="4005364" y="107250"/>
                </a:lnTo>
                <a:lnTo>
                  <a:pt x="4004933" y="107266"/>
                </a:lnTo>
                <a:lnTo>
                  <a:pt x="4004495" y="107292"/>
                </a:lnTo>
                <a:lnTo>
                  <a:pt x="4004053" y="107331"/>
                </a:lnTo>
                <a:lnTo>
                  <a:pt x="4003610" y="107386"/>
                </a:lnTo>
                <a:lnTo>
                  <a:pt x="4003169" y="107459"/>
                </a:lnTo>
                <a:lnTo>
                  <a:pt x="4002733" y="107553"/>
                </a:lnTo>
                <a:lnTo>
                  <a:pt x="4002304" y="107670"/>
                </a:lnTo>
                <a:lnTo>
                  <a:pt x="4001885" y="107813"/>
                </a:lnTo>
                <a:lnTo>
                  <a:pt x="4001480" y="107985"/>
                </a:lnTo>
                <a:lnTo>
                  <a:pt x="4001091" y="108188"/>
                </a:lnTo>
                <a:lnTo>
                  <a:pt x="4000721" y="108424"/>
                </a:lnTo>
                <a:lnTo>
                  <a:pt x="4000373" y="108697"/>
                </a:lnTo>
                <a:lnTo>
                  <a:pt x="4000049" y="109009"/>
                </a:lnTo>
                <a:lnTo>
                  <a:pt x="3999752" y="109362"/>
                </a:lnTo>
                <a:lnTo>
                  <a:pt x="3999486" y="109759"/>
                </a:lnTo>
                <a:lnTo>
                  <a:pt x="3999253" y="110203"/>
                </a:lnTo>
                <a:lnTo>
                  <a:pt x="3999056" y="110696"/>
                </a:lnTo>
                <a:lnTo>
                  <a:pt x="3998898" y="111241"/>
                </a:lnTo>
                <a:lnTo>
                  <a:pt x="3998782" y="111841"/>
                </a:lnTo>
                <a:lnTo>
                  <a:pt x="3998710" y="112497"/>
                </a:lnTo>
                <a:lnTo>
                  <a:pt x="3998685" y="113213"/>
                </a:lnTo>
                <a:lnTo>
                  <a:pt x="3998712" y="113907"/>
                </a:lnTo>
                <a:lnTo>
                  <a:pt x="3998789" y="114542"/>
                </a:lnTo>
                <a:lnTo>
                  <a:pt x="3998914" y="115122"/>
                </a:lnTo>
                <a:lnTo>
                  <a:pt x="3999083" y="115650"/>
                </a:lnTo>
                <a:lnTo>
                  <a:pt x="3999293" y="116127"/>
                </a:lnTo>
                <a:lnTo>
                  <a:pt x="3999541" y="116557"/>
                </a:lnTo>
                <a:lnTo>
                  <a:pt x="3999822" y="116942"/>
                </a:lnTo>
                <a:lnTo>
                  <a:pt x="4000134" y="117283"/>
                </a:lnTo>
                <a:lnTo>
                  <a:pt x="4000474" y="117585"/>
                </a:lnTo>
                <a:lnTo>
                  <a:pt x="4000838" y="117849"/>
                </a:lnTo>
                <a:lnTo>
                  <a:pt x="4001223" y="118078"/>
                </a:lnTo>
                <a:lnTo>
                  <a:pt x="4001625" y="118274"/>
                </a:lnTo>
                <a:lnTo>
                  <a:pt x="4002041" y="118440"/>
                </a:lnTo>
                <a:lnTo>
                  <a:pt x="4002468" y="118579"/>
                </a:lnTo>
                <a:lnTo>
                  <a:pt x="4002902" y="118692"/>
                </a:lnTo>
                <a:lnTo>
                  <a:pt x="4003340" y="118783"/>
                </a:lnTo>
                <a:lnTo>
                  <a:pt x="4003779" y="118854"/>
                </a:lnTo>
                <a:lnTo>
                  <a:pt x="4004215" y="118907"/>
                </a:lnTo>
                <a:lnTo>
                  <a:pt x="4004646" y="118945"/>
                </a:lnTo>
                <a:lnTo>
                  <a:pt x="4005067" y="118970"/>
                </a:lnTo>
                <a:lnTo>
                  <a:pt x="4005475" y="118986"/>
                </a:lnTo>
                <a:lnTo>
                  <a:pt x="4005867" y="118994"/>
                </a:lnTo>
                <a:lnTo>
                  <a:pt x="4006240" y="118997"/>
                </a:lnTo>
                <a:lnTo>
                  <a:pt x="4006590" y="118997"/>
                </a:lnTo>
                <a:lnTo>
                  <a:pt x="4036087" y="118997"/>
                </a:lnTo>
                <a:lnTo>
                  <a:pt x="4036436" y="118997"/>
                </a:lnTo>
                <a:lnTo>
                  <a:pt x="4036805" y="118994"/>
                </a:lnTo>
                <a:lnTo>
                  <a:pt x="4037193" y="118986"/>
                </a:lnTo>
                <a:lnTo>
                  <a:pt x="4037595" y="118970"/>
                </a:lnTo>
                <a:lnTo>
                  <a:pt x="4038008" y="118945"/>
                </a:lnTo>
                <a:lnTo>
                  <a:pt x="4038430" y="118907"/>
                </a:lnTo>
                <a:lnTo>
                  <a:pt x="4038856" y="118854"/>
                </a:lnTo>
                <a:lnTo>
                  <a:pt x="4039285" y="118783"/>
                </a:lnTo>
                <a:lnTo>
                  <a:pt x="4039712" y="118692"/>
                </a:lnTo>
                <a:lnTo>
                  <a:pt x="4040135" y="118579"/>
                </a:lnTo>
                <a:lnTo>
                  <a:pt x="4040550" y="118440"/>
                </a:lnTo>
                <a:lnTo>
                  <a:pt x="4040954" y="118274"/>
                </a:lnTo>
                <a:lnTo>
                  <a:pt x="4041344" y="118078"/>
                </a:lnTo>
                <a:lnTo>
                  <a:pt x="4041717" y="117849"/>
                </a:lnTo>
                <a:lnTo>
                  <a:pt x="4042069" y="117585"/>
                </a:lnTo>
                <a:lnTo>
                  <a:pt x="4042398" y="117283"/>
                </a:lnTo>
                <a:lnTo>
                  <a:pt x="4042700" y="116942"/>
                </a:lnTo>
                <a:lnTo>
                  <a:pt x="4042972" y="116557"/>
                </a:lnTo>
                <a:lnTo>
                  <a:pt x="4043211" y="116127"/>
                </a:lnTo>
                <a:lnTo>
                  <a:pt x="4043414" y="115650"/>
                </a:lnTo>
                <a:lnTo>
                  <a:pt x="4043577" y="115122"/>
                </a:lnTo>
                <a:lnTo>
                  <a:pt x="4043697" y="114542"/>
                </a:lnTo>
                <a:lnTo>
                  <a:pt x="4043772" y="113907"/>
                </a:lnTo>
                <a:lnTo>
                  <a:pt x="4043797" y="113213"/>
                </a:lnTo>
                <a:lnTo>
                  <a:pt x="4043773" y="112497"/>
                </a:lnTo>
                <a:lnTo>
                  <a:pt x="4043701" y="111841"/>
                </a:lnTo>
                <a:lnTo>
                  <a:pt x="4043584" y="111241"/>
                </a:lnTo>
                <a:lnTo>
                  <a:pt x="4043426" y="110696"/>
                </a:lnTo>
                <a:lnTo>
                  <a:pt x="4043229" y="110203"/>
                </a:lnTo>
                <a:lnTo>
                  <a:pt x="4042996" y="109759"/>
                </a:lnTo>
                <a:close/>
                <a:moveTo>
                  <a:pt x="2727171" y="109678"/>
                </a:moveTo>
                <a:lnTo>
                  <a:pt x="2726899" y="109294"/>
                </a:lnTo>
                <a:lnTo>
                  <a:pt x="2726597" y="108952"/>
                </a:lnTo>
                <a:lnTo>
                  <a:pt x="2726268" y="108650"/>
                </a:lnTo>
                <a:lnTo>
                  <a:pt x="2725916" y="108386"/>
                </a:lnTo>
                <a:lnTo>
                  <a:pt x="2725543" y="108157"/>
                </a:lnTo>
                <a:lnTo>
                  <a:pt x="2725153" y="107961"/>
                </a:lnTo>
                <a:lnTo>
                  <a:pt x="2724749" y="107795"/>
                </a:lnTo>
                <a:lnTo>
                  <a:pt x="2724334" y="107657"/>
                </a:lnTo>
                <a:lnTo>
                  <a:pt x="2723911" y="107543"/>
                </a:lnTo>
                <a:lnTo>
                  <a:pt x="2723484" y="107452"/>
                </a:lnTo>
                <a:lnTo>
                  <a:pt x="2723056" y="107382"/>
                </a:lnTo>
                <a:lnTo>
                  <a:pt x="2722629" y="107329"/>
                </a:lnTo>
                <a:lnTo>
                  <a:pt x="2722207" y="107290"/>
                </a:lnTo>
                <a:lnTo>
                  <a:pt x="2721794" y="107265"/>
                </a:lnTo>
                <a:lnTo>
                  <a:pt x="2721392" y="107249"/>
                </a:lnTo>
                <a:lnTo>
                  <a:pt x="2721005" y="107241"/>
                </a:lnTo>
                <a:lnTo>
                  <a:pt x="2720635" y="107239"/>
                </a:lnTo>
                <a:lnTo>
                  <a:pt x="2720286" y="107238"/>
                </a:lnTo>
                <a:lnTo>
                  <a:pt x="2711608" y="107238"/>
                </a:lnTo>
                <a:lnTo>
                  <a:pt x="2711608" y="9035"/>
                </a:lnTo>
                <a:lnTo>
                  <a:pt x="2711602" y="8309"/>
                </a:lnTo>
                <a:lnTo>
                  <a:pt x="2711581" y="7624"/>
                </a:lnTo>
                <a:lnTo>
                  <a:pt x="2711546" y="6980"/>
                </a:lnTo>
                <a:lnTo>
                  <a:pt x="2711492" y="6375"/>
                </a:lnTo>
                <a:lnTo>
                  <a:pt x="2711419" y="5808"/>
                </a:lnTo>
                <a:lnTo>
                  <a:pt x="2711325" y="5279"/>
                </a:lnTo>
                <a:lnTo>
                  <a:pt x="2711208" y="4786"/>
                </a:lnTo>
                <a:lnTo>
                  <a:pt x="2711065" y="4330"/>
                </a:lnTo>
                <a:lnTo>
                  <a:pt x="2710897" y="3908"/>
                </a:lnTo>
                <a:lnTo>
                  <a:pt x="2710699" y="3520"/>
                </a:lnTo>
                <a:lnTo>
                  <a:pt x="2710471" y="3165"/>
                </a:lnTo>
                <a:lnTo>
                  <a:pt x="2710211" y="2842"/>
                </a:lnTo>
                <a:lnTo>
                  <a:pt x="2709916" y="2550"/>
                </a:lnTo>
                <a:lnTo>
                  <a:pt x="2709586" y="2288"/>
                </a:lnTo>
                <a:lnTo>
                  <a:pt x="2709218" y="2055"/>
                </a:lnTo>
                <a:lnTo>
                  <a:pt x="2708810" y="1851"/>
                </a:lnTo>
                <a:lnTo>
                  <a:pt x="2708360" y="1675"/>
                </a:lnTo>
                <a:lnTo>
                  <a:pt x="2707867" y="1525"/>
                </a:lnTo>
                <a:lnTo>
                  <a:pt x="2707329" y="1400"/>
                </a:lnTo>
                <a:lnTo>
                  <a:pt x="2706745" y="1300"/>
                </a:lnTo>
                <a:lnTo>
                  <a:pt x="2706111" y="1224"/>
                </a:lnTo>
                <a:lnTo>
                  <a:pt x="2705426" y="1171"/>
                </a:lnTo>
                <a:lnTo>
                  <a:pt x="2704689" y="1140"/>
                </a:lnTo>
                <a:lnTo>
                  <a:pt x="2703898" y="1130"/>
                </a:lnTo>
                <a:lnTo>
                  <a:pt x="2689824" y="1130"/>
                </a:lnTo>
                <a:lnTo>
                  <a:pt x="2689430" y="1130"/>
                </a:lnTo>
                <a:lnTo>
                  <a:pt x="2689020" y="1133"/>
                </a:lnTo>
                <a:lnTo>
                  <a:pt x="2688599" y="1141"/>
                </a:lnTo>
                <a:lnTo>
                  <a:pt x="2688167" y="1157"/>
                </a:lnTo>
                <a:lnTo>
                  <a:pt x="2687729" y="1184"/>
                </a:lnTo>
                <a:lnTo>
                  <a:pt x="2687287" y="1223"/>
                </a:lnTo>
                <a:lnTo>
                  <a:pt x="2686844" y="1278"/>
                </a:lnTo>
                <a:lnTo>
                  <a:pt x="2686403" y="1351"/>
                </a:lnTo>
                <a:lnTo>
                  <a:pt x="2685967" y="1445"/>
                </a:lnTo>
                <a:lnTo>
                  <a:pt x="2685538" y="1562"/>
                </a:lnTo>
                <a:lnTo>
                  <a:pt x="2685120" y="1705"/>
                </a:lnTo>
                <a:lnTo>
                  <a:pt x="2684715" y="1877"/>
                </a:lnTo>
                <a:lnTo>
                  <a:pt x="2684326" y="2080"/>
                </a:lnTo>
                <a:lnTo>
                  <a:pt x="2683955" y="2316"/>
                </a:lnTo>
                <a:lnTo>
                  <a:pt x="2683607" y="2589"/>
                </a:lnTo>
                <a:lnTo>
                  <a:pt x="2683283" y="2901"/>
                </a:lnTo>
                <a:lnTo>
                  <a:pt x="2682987" y="3254"/>
                </a:lnTo>
                <a:lnTo>
                  <a:pt x="2682721" y="3652"/>
                </a:lnTo>
                <a:lnTo>
                  <a:pt x="2682488" y="4096"/>
                </a:lnTo>
                <a:lnTo>
                  <a:pt x="2682291" y="4589"/>
                </a:lnTo>
                <a:lnTo>
                  <a:pt x="2682133" y="5135"/>
                </a:lnTo>
                <a:lnTo>
                  <a:pt x="2682016" y="5734"/>
                </a:lnTo>
                <a:lnTo>
                  <a:pt x="2681944" y="6391"/>
                </a:lnTo>
                <a:lnTo>
                  <a:pt x="2681920" y="7108"/>
                </a:lnTo>
                <a:lnTo>
                  <a:pt x="2681945" y="7801"/>
                </a:lnTo>
                <a:lnTo>
                  <a:pt x="2682020" y="8437"/>
                </a:lnTo>
                <a:lnTo>
                  <a:pt x="2682140" y="9017"/>
                </a:lnTo>
                <a:lnTo>
                  <a:pt x="2682303" y="9545"/>
                </a:lnTo>
                <a:lnTo>
                  <a:pt x="2682506" y="10022"/>
                </a:lnTo>
                <a:lnTo>
                  <a:pt x="2682745" y="10452"/>
                </a:lnTo>
                <a:lnTo>
                  <a:pt x="2683017" y="10836"/>
                </a:lnTo>
                <a:lnTo>
                  <a:pt x="2683319" y="11178"/>
                </a:lnTo>
                <a:lnTo>
                  <a:pt x="2683648" y="11480"/>
                </a:lnTo>
                <a:lnTo>
                  <a:pt x="2684000" y="11744"/>
                </a:lnTo>
                <a:lnTo>
                  <a:pt x="2684373" y="11973"/>
                </a:lnTo>
                <a:lnTo>
                  <a:pt x="2684763" y="12169"/>
                </a:lnTo>
                <a:lnTo>
                  <a:pt x="2685167" y="12335"/>
                </a:lnTo>
                <a:lnTo>
                  <a:pt x="2685582" y="12473"/>
                </a:lnTo>
                <a:lnTo>
                  <a:pt x="2686005" y="12587"/>
                </a:lnTo>
                <a:lnTo>
                  <a:pt x="2686432" y="12678"/>
                </a:lnTo>
                <a:lnTo>
                  <a:pt x="2686861" y="12748"/>
                </a:lnTo>
                <a:lnTo>
                  <a:pt x="2687287" y="12801"/>
                </a:lnTo>
                <a:lnTo>
                  <a:pt x="2687709" y="12839"/>
                </a:lnTo>
                <a:lnTo>
                  <a:pt x="2688122" y="12865"/>
                </a:lnTo>
                <a:lnTo>
                  <a:pt x="2688524" y="12880"/>
                </a:lnTo>
                <a:lnTo>
                  <a:pt x="2688912" y="12888"/>
                </a:lnTo>
                <a:lnTo>
                  <a:pt x="2689281" y="12891"/>
                </a:lnTo>
                <a:lnTo>
                  <a:pt x="2689630" y="12892"/>
                </a:lnTo>
                <a:lnTo>
                  <a:pt x="2698305" y="12892"/>
                </a:lnTo>
                <a:lnTo>
                  <a:pt x="2698305" y="43512"/>
                </a:lnTo>
                <a:lnTo>
                  <a:pt x="2697502" y="42826"/>
                </a:lnTo>
                <a:lnTo>
                  <a:pt x="2696684" y="42166"/>
                </a:lnTo>
                <a:lnTo>
                  <a:pt x="2695850" y="41533"/>
                </a:lnTo>
                <a:lnTo>
                  <a:pt x="2695002" y="40927"/>
                </a:lnTo>
                <a:lnTo>
                  <a:pt x="2694140" y="40348"/>
                </a:lnTo>
                <a:lnTo>
                  <a:pt x="2693264" y="39796"/>
                </a:lnTo>
                <a:lnTo>
                  <a:pt x="2692375" y="39272"/>
                </a:lnTo>
                <a:lnTo>
                  <a:pt x="2691473" y="38776"/>
                </a:lnTo>
                <a:lnTo>
                  <a:pt x="2690560" y="38308"/>
                </a:lnTo>
                <a:lnTo>
                  <a:pt x="2689635" y="37868"/>
                </a:lnTo>
                <a:lnTo>
                  <a:pt x="2688698" y="37457"/>
                </a:lnTo>
                <a:lnTo>
                  <a:pt x="2687752" y="37075"/>
                </a:lnTo>
                <a:lnTo>
                  <a:pt x="2686795" y="36722"/>
                </a:lnTo>
                <a:lnTo>
                  <a:pt x="2685829" y="36398"/>
                </a:lnTo>
                <a:lnTo>
                  <a:pt x="2684853" y="36104"/>
                </a:lnTo>
                <a:lnTo>
                  <a:pt x="2683869" y="35840"/>
                </a:lnTo>
                <a:lnTo>
                  <a:pt x="2682877" y="35606"/>
                </a:lnTo>
                <a:lnTo>
                  <a:pt x="2681878" y="35403"/>
                </a:lnTo>
                <a:lnTo>
                  <a:pt x="2680871" y="35230"/>
                </a:lnTo>
                <a:lnTo>
                  <a:pt x="2679858" y="35088"/>
                </a:lnTo>
                <a:lnTo>
                  <a:pt x="2678839" y="34977"/>
                </a:lnTo>
                <a:lnTo>
                  <a:pt x="2677815" y="34897"/>
                </a:lnTo>
                <a:lnTo>
                  <a:pt x="2676785" y="34849"/>
                </a:lnTo>
                <a:lnTo>
                  <a:pt x="2675751" y="34833"/>
                </a:lnTo>
                <a:lnTo>
                  <a:pt x="2673138" y="34928"/>
                </a:lnTo>
                <a:lnTo>
                  <a:pt x="2670558" y="35207"/>
                </a:lnTo>
                <a:lnTo>
                  <a:pt x="2668019" y="35667"/>
                </a:lnTo>
                <a:lnTo>
                  <a:pt x="2665526" y="36302"/>
                </a:lnTo>
                <a:lnTo>
                  <a:pt x="2663087" y="37107"/>
                </a:lnTo>
                <a:lnTo>
                  <a:pt x="2660709" y="38076"/>
                </a:lnTo>
                <a:lnTo>
                  <a:pt x="2658399" y="39204"/>
                </a:lnTo>
                <a:lnTo>
                  <a:pt x="2656164" y="40485"/>
                </a:lnTo>
                <a:lnTo>
                  <a:pt x="2654010" y="41915"/>
                </a:lnTo>
                <a:lnTo>
                  <a:pt x="2651945" y="43488"/>
                </a:lnTo>
                <a:lnTo>
                  <a:pt x="2649975" y="45200"/>
                </a:lnTo>
                <a:lnTo>
                  <a:pt x="2648108" y="47043"/>
                </a:lnTo>
                <a:lnTo>
                  <a:pt x="2646351" y="49014"/>
                </a:lnTo>
                <a:lnTo>
                  <a:pt x="2644710" y="51108"/>
                </a:lnTo>
                <a:lnTo>
                  <a:pt x="2643192" y="53318"/>
                </a:lnTo>
                <a:lnTo>
                  <a:pt x="2641804" y="55639"/>
                </a:lnTo>
                <a:lnTo>
                  <a:pt x="2640554" y="58067"/>
                </a:lnTo>
                <a:lnTo>
                  <a:pt x="2639448" y="60596"/>
                </a:lnTo>
                <a:lnTo>
                  <a:pt x="2638493" y="63220"/>
                </a:lnTo>
                <a:lnTo>
                  <a:pt x="2637696" y="65935"/>
                </a:lnTo>
                <a:lnTo>
                  <a:pt x="2637064" y="68734"/>
                </a:lnTo>
                <a:lnTo>
                  <a:pt x="2636604" y="71614"/>
                </a:lnTo>
                <a:lnTo>
                  <a:pt x="2636323" y="74568"/>
                </a:lnTo>
                <a:lnTo>
                  <a:pt x="2636228" y="77592"/>
                </a:lnTo>
                <a:lnTo>
                  <a:pt x="2636317" y="80543"/>
                </a:lnTo>
                <a:lnTo>
                  <a:pt x="2636581" y="83435"/>
                </a:lnTo>
                <a:lnTo>
                  <a:pt x="2637013" y="86262"/>
                </a:lnTo>
                <a:lnTo>
                  <a:pt x="2637608" y="89018"/>
                </a:lnTo>
                <a:lnTo>
                  <a:pt x="2638358" y="91697"/>
                </a:lnTo>
                <a:lnTo>
                  <a:pt x="2639258" y="94292"/>
                </a:lnTo>
                <a:lnTo>
                  <a:pt x="2640302" y="96799"/>
                </a:lnTo>
                <a:lnTo>
                  <a:pt x="2641483" y="99212"/>
                </a:lnTo>
                <a:lnTo>
                  <a:pt x="2642796" y="101524"/>
                </a:lnTo>
                <a:lnTo>
                  <a:pt x="2644233" y="103729"/>
                </a:lnTo>
                <a:lnTo>
                  <a:pt x="2645789" y="105822"/>
                </a:lnTo>
                <a:lnTo>
                  <a:pt x="2647458" y="107797"/>
                </a:lnTo>
                <a:lnTo>
                  <a:pt x="2649233" y="109647"/>
                </a:lnTo>
                <a:lnTo>
                  <a:pt x="2651109" y="111368"/>
                </a:lnTo>
                <a:lnTo>
                  <a:pt x="2653078" y="112953"/>
                </a:lnTo>
                <a:lnTo>
                  <a:pt x="2655136" y="114396"/>
                </a:lnTo>
                <a:lnTo>
                  <a:pt x="2657275" y="115691"/>
                </a:lnTo>
                <a:lnTo>
                  <a:pt x="2659489" y="116832"/>
                </a:lnTo>
                <a:lnTo>
                  <a:pt x="2661773" y="117814"/>
                </a:lnTo>
                <a:lnTo>
                  <a:pt x="2664120" y="118631"/>
                </a:lnTo>
                <a:lnTo>
                  <a:pt x="2666524" y="119277"/>
                </a:lnTo>
                <a:lnTo>
                  <a:pt x="2668979" y="119745"/>
                </a:lnTo>
                <a:lnTo>
                  <a:pt x="2671478" y="120031"/>
                </a:lnTo>
                <a:lnTo>
                  <a:pt x="2674015" y="120127"/>
                </a:lnTo>
                <a:lnTo>
                  <a:pt x="2675351" y="120100"/>
                </a:lnTo>
                <a:lnTo>
                  <a:pt x="2676658" y="120021"/>
                </a:lnTo>
                <a:lnTo>
                  <a:pt x="2677937" y="119892"/>
                </a:lnTo>
                <a:lnTo>
                  <a:pt x="2679188" y="119716"/>
                </a:lnTo>
                <a:lnTo>
                  <a:pt x="2680411" y="119493"/>
                </a:lnTo>
                <a:lnTo>
                  <a:pt x="2681606" y="119226"/>
                </a:lnTo>
                <a:lnTo>
                  <a:pt x="2682773" y="118918"/>
                </a:lnTo>
                <a:lnTo>
                  <a:pt x="2683911" y="118571"/>
                </a:lnTo>
                <a:lnTo>
                  <a:pt x="2685022" y="118185"/>
                </a:lnTo>
                <a:lnTo>
                  <a:pt x="2686104" y="117765"/>
                </a:lnTo>
                <a:lnTo>
                  <a:pt x="2687158" y="117311"/>
                </a:lnTo>
                <a:lnTo>
                  <a:pt x="2688184" y="116826"/>
                </a:lnTo>
                <a:lnTo>
                  <a:pt x="2689182" y="116311"/>
                </a:lnTo>
                <a:lnTo>
                  <a:pt x="2690152" y="115770"/>
                </a:lnTo>
                <a:lnTo>
                  <a:pt x="2691094" y="115204"/>
                </a:lnTo>
                <a:lnTo>
                  <a:pt x="2692008" y="114615"/>
                </a:lnTo>
                <a:lnTo>
                  <a:pt x="2692893" y="114005"/>
                </a:lnTo>
                <a:lnTo>
                  <a:pt x="2693751" y="113376"/>
                </a:lnTo>
                <a:lnTo>
                  <a:pt x="2694580" y="112731"/>
                </a:lnTo>
                <a:lnTo>
                  <a:pt x="2695381" y="112072"/>
                </a:lnTo>
                <a:lnTo>
                  <a:pt x="2696155" y="111400"/>
                </a:lnTo>
                <a:lnTo>
                  <a:pt x="2696900" y="110717"/>
                </a:lnTo>
                <a:lnTo>
                  <a:pt x="2697616" y="110027"/>
                </a:lnTo>
                <a:lnTo>
                  <a:pt x="2698305" y="109330"/>
                </a:lnTo>
                <a:lnTo>
                  <a:pt x="2698306" y="110179"/>
                </a:lnTo>
                <a:lnTo>
                  <a:pt x="2698310" y="110984"/>
                </a:lnTo>
                <a:lnTo>
                  <a:pt x="2698320" y="111746"/>
                </a:lnTo>
                <a:lnTo>
                  <a:pt x="2698341" y="112466"/>
                </a:lnTo>
                <a:lnTo>
                  <a:pt x="2698375" y="113144"/>
                </a:lnTo>
                <a:lnTo>
                  <a:pt x="2698426" y="113781"/>
                </a:lnTo>
                <a:lnTo>
                  <a:pt x="2698497" y="114377"/>
                </a:lnTo>
                <a:lnTo>
                  <a:pt x="2698591" y="114934"/>
                </a:lnTo>
                <a:lnTo>
                  <a:pt x="2698712" y="115451"/>
                </a:lnTo>
                <a:lnTo>
                  <a:pt x="2698863" y="115931"/>
                </a:lnTo>
                <a:lnTo>
                  <a:pt x="2699048" y="116372"/>
                </a:lnTo>
                <a:lnTo>
                  <a:pt x="2699269" y="116777"/>
                </a:lnTo>
                <a:lnTo>
                  <a:pt x="2699531" y="117146"/>
                </a:lnTo>
                <a:lnTo>
                  <a:pt x="2699836" y="117478"/>
                </a:lnTo>
                <a:lnTo>
                  <a:pt x="2700188" y="117776"/>
                </a:lnTo>
                <a:lnTo>
                  <a:pt x="2700591" y="118040"/>
                </a:lnTo>
                <a:lnTo>
                  <a:pt x="2701047" y="118270"/>
                </a:lnTo>
                <a:lnTo>
                  <a:pt x="2701559" y="118467"/>
                </a:lnTo>
                <a:lnTo>
                  <a:pt x="2702132" y="118632"/>
                </a:lnTo>
                <a:lnTo>
                  <a:pt x="2702769" y="118765"/>
                </a:lnTo>
                <a:lnTo>
                  <a:pt x="2703473" y="118868"/>
                </a:lnTo>
                <a:lnTo>
                  <a:pt x="2704247" y="118940"/>
                </a:lnTo>
                <a:lnTo>
                  <a:pt x="2705094" y="118983"/>
                </a:lnTo>
                <a:lnTo>
                  <a:pt x="2706019" y="118997"/>
                </a:lnTo>
                <a:lnTo>
                  <a:pt x="2720092" y="118997"/>
                </a:lnTo>
                <a:lnTo>
                  <a:pt x="2720486" y="118997"/>
                </a:lnTo>
                <a:lnTo>
                  <a:pt x="2720896" y="118994"/>
                </a:lnTo>
                <a:lnTo>
                  <a:pt x="2721318" y="118986"/>
                </a:lnTo>
                <a:lnTo>
                  <a:pt x="2721749" y="118970"/>
                </a:lnTo>
                <a:lnTo>
                  <a:pt x="2722187" y="118943"/>
                </a:lnTo>
                <a:lnTo>
                  <a:pt x="2722629" y="118904"/>
                </a:lnTo>
                <a:lnTo>
                  <a:pt x="2723072" y="118849"/>
                </a:lnTo>
                <a:lnTo>
                  <a:pt x="2723513" y="118776"/>
                </a:lnTo>
                <a:lnTo>
                  <a:pt x="2723949" y="118682"/>
                </a:lnTo>
                <a:lnTo>
                  <a:pt x="2724378" y="118565"/>
                </a:lnTo>
                <a:lnTo>
                  <a:pt x="2724796" y="118422"/>
                </a:lnTo>
                <a:lnTo>
                  <a:pt x="2725202" y="118250"/>
                </a:lnTo>
                <a:lnTo>
                  <a:pt x="2725591" y="118048"/>
                </a:lnTo>
                <a:lnTo>
                  <a:pt x="2725961" y="117811"/>
                </a:lnTo>
                <a:lnTo>
                  <a:pt x="2726309" y="117538"/>
                </a:lnTo>
                <a:lnTo>
                  <a:pt x="2726633" y="117227"/>
                </a:lnTo>
                <a:lnTo>
                  <a:pt x="2726929" y="116874"/>
                </a:lnTo>
                <a:lnTo>
                  <a:pt x="2727195" y="116476"/>
                </a:lnTo>
                <a:lnTo>
                  <a:pt x="2727428" y="116033"/>
                </a:lnTo>
                <a:lnTo>
                  <a:pt x="2727625" y="115539"/>
                </a:lnTo>
                <a:lnTo>
                  <a:pt x="2727784" y="114994"/>
                </a:lnTo>
                <a:lnTo>
                  <a:pt x="2727900" y="114395"/>
                </a:lnTo>
                <a:lnTo>
                  <a:pt x="2727972" y="113738"/>
                </a:lnTo>
                <a:lnTo>
                  <a:pt x="2727997" y="113022"/>
                </a:lnTo>
                <a:lnTo>
                  <a:pt x="2727971" y="112329"/>
                </a:lnTo>
                <a:lnTo>
                  <a:pt x="2727896" y="111693"/>
                </a:lnTo>
                <a:lnTo>
                  <a:pt x="2727776" y="111113"/>
                </a:lnTo>
                <a:lnTo>
                  <a:pt x="2727613" y="110585"/>
                </a:lnTo>
                <a:lnTo>
                  <a:pt x="2727410" y="110108"/>
                </a:lnTo>
                <a:lnTo>
                  <a:pt x="2727171" y="109678"/>
                </a:lnTo>
                <a:close/>
                <a:moveTo>
                  <a:pt x="2696718" y="90334"/>
                </a:moveTo>
                <a:lnTo>
                  <a:pt x="2696153" y="91840"/>
                </a:lnTo>
                <a:lnTo>
                  <a:pt x="2695506" y="93336"/>
                </a:lnTo>
                <a:lnTo>
                  <a:pt x="2694778" y="94812"/>
                </a:lnTo>
                <a:lnTo>
                  <a:pt x="2693968" y="96259"/>
                </a:lnTo>
                <a:lnTo>
                  <a:pt x="2693079" y="97669"/>
                </a:lnTo>
                <a:lnTo>
                  <a:pt x="2692112" y="99031"/>
                </a:lnTo>
                <a:lnTo>
                  <a:pt x="2691068" y="100338"/>
                </a:lnTo>
                <a:lnTo>
                  <a:pt x="2689947" y="101578"/>
                </a:lnTo>
                <a:lnTo>
                  <a:pt x="2688751" y="102745"/>
                </a:lnTo>
                <a:lnTo>
                  <a:pt x="2687481" y="103827"/>
                </a:lnTo>
                <a:lnTo>
                  <a:pt x="2686138" y="104816"/>
                </a:lnTo>
                <a:lnTo>
                  <a:pt x="2684723" y="105703"/>
                </a:lnTo>
                <a:lnTo>
                  <a:pt x="2683238" y="106479"/>
                </a:lnTo>
                <a:lnTo>
                  <a:pt x="2681682" y="107135"/>
                </a:lnTo>
                <a:lnTo>
                  <a:pt x="2680058" y="107660"/>
                </a:lnTo>
                <a:lnTo>
                  <a:pt x="2678367" y="108047"/>
                </a:lnTo>
                <a:lnTo>
                  <a:pt x="2676609" y="108286"/>
                </a:lnTo>
                <a:lnTo>
                  <a:pt x="2674786" y="108368"/>
                </a:lnTo>
                <a:lnTo>
                  <a:pt x="2673087" y="108297"/>
                </a:lnTo>
                <a:lnTo>
                  <a:pt x="2671413" y="108089"/>
                </a:lnTo>
                <a:lnTo>
                  <a:pt x="2669771" y="107747"/>
                </a:lnTo>
                <a:lnTo>
                  <a:pt x="2668162" y="107277"/>
                </a:lnTo>
                <a:lnTo>
                  <a:pt x="2666592" y="106681"/>
                </a:lnTo>
                <a:lnTo>
                  <a:pt x="2665065" y="105965"/>
                </a:lnTo>
                <a:lnTo>
                  <a:pt x="2663584" y="105134"/>
                </a:lnTo>
                <a:lnTo>
                  <a:pt x="2662155" y="104191"/>
                </a:lnTo>
                <a:lnTo>
                  <a:pt x="2660780" y="103142"/>
                </a:lnTo>
                <a:lnTo>
                  <a:pt x="2659464" y="101990"/>
                </a:lnTo>
                <a:lnTo>
                  <a:pt x="2658211" y="100739"/>
                </a:lnTo>
                <a:lnTo>
                  <a:pt x="2657025" y="99396"/>
                </a:lnTo>
                <a:lnTo>
                  <a:pt x="2655911" y="97963"/>
                </a:lnTo>
                <a:lnTo>
                  <a:pt x="2654872" y="96445"/>
                </a:lnTo>
                <a:lnTo>
                  <a:pt x="2653912" y="94847"/>
                </a:lnTo>
                <a:lnTo>
                  <a:pt x="2653037" y="93172"/>
                </a:lnTo>
                <a:lnTo>
                  <a:pt x="2652248" y="91427"/>
                </a:lnTo>
                <a:lnTo>
                  <a:pt x="2651552" y="89614"/>
                </a:lnTo>
                <a:lnTo>
                  <a:pt x="2650951" y="87739"/>
                </a:lnTo>
                <a:lnTo>
                  <a:pt x="2650451" y="85805"/>
                </a:lnTo>
                <a:lnTo>
                  <a:pt x="2650054" y="83818"/>
                </a:lnTo>
                <a:lnTo>
                  <a:pt x="2649766" y="81781"/>
                </a:lnTo>
                <a:lnTo>
                  <a:pt x="2649590" y="79699"/>
                </a:lnTo>
                <a:lnTo>
                  <a:pt x="2649531" y="77577"/>
                </a:lnTo>
                <a:lnTo>
                  <a:pt x="2649600" y="75300"/>
                </a:lnTo>
                <a:lnTo>
                  <a:pt x="2649804" y="73087"/>
                </a:lnTo>
                <a:lnTo>
                  <a:pt x="2650137" y="70942"/>
                </a:lnTo>
                <a:lnTo>
                  <a:pt x="2650593" y="68868"/>
                </a:lnTo>
                <a:lnTo>
                  <a:pt x="2651166" y="66867"/>
                </a:lnTo>
                <a:lnTo>
                  <a:pt x="2651850" y="64943"/>
                </a:lnTo>
                <a:lnTo>
                  <a:pt x="2652640" y="63098"/>
                </a:lnTo>
                <a:lnTo>
                  <a:pt x="2653529" y="61335"/>
                </a:lnTo>
                <a:lnTo>
                  <a:pt x="2654512" y="59656"/>
                </a:lnTo>
                <a:lnTo>
                  <a:pt x="2655583" y="58066"/>
                </a:lnTo>
                <a:lnTo>
                  <a:pt x="2656736" y="56566"/>
                </a:lnTo>
                <a:lnTo>
                  <a:pt x="2657965" y="55159"/>
                </a:lnTo>
                <a:lnTo>
                  <a:pt x="2659264" y="53848"/>
                </a:lnTo>
                <a:lnTo>
                  <a:pt x="2660628" y="52637"/>
                </a:lnTo>
                <a:lnTo>
                  <a:pt x="2662050" y="51527"/>
                </a:lnTo>
                <a:lnTo>
                  <a:pt x="2663525" y="50522"/>
                </a:lnTo>
                <a:lnTo>
                  <a:pt x="2665047" y="49625"/>
                </a:lnTo>
                <a:lnTo>
                  <a:pt x="2666610" y="48838"/>
                </a:lnTo>
                <a:lnTo>
                  <a:pt x="2668208" y="48165"/>
                </a:lnTo>
                <a:lnTo>
                  <a:pt x="2669836" y="47607"/>
                </a:lnTo>
                <a:lnTo>
                  <a:pt x="2671487" y="47169"/>
                </a:lnTo>
                <a:lnTo>
                  <a:pt x="2673155" y="46852"/>
                </a:lnTo>
                <a:lnTo>
                  <a:pt x="2674835" y="46660"/>
                </a:lnTo>
                <a:lnTo>
                  <a:pt x="2676521" y="46595"/>
                </a:lnTo>
                <a:lnTo>
                  <a:pt x="2678048" y="46650"/>
                </a:lnTo>
                <a:lnTo>
                  <a:pt x="2679542" y="46813"/>
                </a:lnTo>
                <a:lnTo>
                  <a:pt x="2681000" y="47079"/>
                </a:lnTo>
                <a:lnTo>
                  <a:pt x="2682419" y="47442"/>
                </a:lnTo>
                <a:lnTo>
                  <a:pt x="2683797" y="47899"/>
                </a:lnTo>
                <a:lnTo>
                  <a:pt x="2685130" y="48444"/>
                </a:lnTo>
                <a:lnTo>
                  <a:pt x="2686416" y="49073"/>
                </a:lnTo>
                <a:lnTo>
                  <a:pt x="2687653" y="49781"/>
                </a:lnTo>
                <a:lnTo>
                  <a:pt x="2688836" y="50563"/>
                </a:lnTo>
                <a:lnTo>
                  <a:pt x="2689963" y="51414"/>
                </a:lnTo>
                <a:lnTo>
                  <a:pt x="2691032" y="52331"/>
                </a:lnTo>
                <a:lnTo>
                  <a:pt x="2692040" y="53306"/>
                </a:lnTo>
                <a:lnTo>
                  <a:pt x="2692983" y="54338"/>
                </a:lnTo>
                <a:lnTo>
                  <a:pt x="2693860" y="55419"/>
                </a:lnTo>
                <a:lnTo>
                  <a:pt x="2694666" y="56546"/>
                </a:lnTo>
                <a:lnTo>
                  <a:pt x="2695399" y="57714"/>
                </a:lnTo>
                <a:lnTo>
                  <a:pt x="2696057" y="58918"/>
                </a:lnTo>
                <a:lnTo>
                  <a:pt x="2696637" y="60153"/>
                </a:lnTo>
                <a:lnTo>
                  <a:pt x="2697135" y="61415"/>
                </a:lnTo>
                <a:lnTo>
                  <a:pt x="2697548" y="62699"/>
                </a:lnTo>
                <a:lnTo>
                  <a:pt x="2697875" y="64000"/>
                </a:lnTo>
                <a:lnTo>
                  <a:pt x="2698112" y="65313"/>
                </a:lnTo>
                <a:lnTo>
                  <a:pt x="2698257" y="66633"/>
                </a:lnTo>
                <a:lnTo>
                  <a:pt x="2698305" y="67957"/>
                </a:lnTo>
                <a:lnTo>
                  <a:pt x="2698305" y="81593"/>
                </a:lnTo>
                <a:lnTo>
                  <a:pt x="2698260" y="82969"/>
                </a:lnTo>
                <a:lnTo>
                  <a:pt x="2698126" y="84389"/>
                </a:lnTo>
                <a:lnTo>
                  <a:pt x="2697904" y="85845"/>
                </a:lnTo>
                <a:lnTo>
                  <a:pt x="2697594" y="87327"/>
                </a:lnTo>
                <a:lnTo>
                  <a:pt x="2697198" y="88827"/>
                </a:lnTo>
                <a:lnTo>
                  <a:pt x="2696718" y="90334"/>
                </a:lnTo>
                <a:close/>
                <a:moveTo>
                  <a:pt x="3930268" y="91634"/>
                </a:moveTo>
                <a:lnTo>
                  <a:pt x="3930185" y="91213"/>
                </a:lnTo>
                <a:lnTo>
                  <a:pt x="3930079" y="90801"/>
                </a:lnTo>
                <a:lnTo>
                  <a:pt x="3929947" y="90401"/>
                </a:lnTo>
                <a:lnTo>
                  <a:pt x="3929785" y="90015"/>
                </a:lnTo>
                <a:lnTo>
                  <a:pt x="3929591" y="89646"/>
                </a:lnTo>
                <a:lnTo>
                  <a:pt x="3929362" y="89294"/>
                </a:lnTo>
                <a:lnTo>
                  <a:pt x="3929095" y="88963"/>
                </a:lnTo>
                <a:lnTo>
                  <a:pt x="3928787" y="88653"/>
                </a:lnTo>
                <a:lnTo>
                  <a:pt x="3928435" y="88368"/>
                </a:lnTo>
                <a:lnTo>
                  <a:pt x="3928037" y="88108"/>
                </a:lnTo>
                <a:lnTo>
                  <a:pt x="3927588" y="87877"/>
                </a:lnTo>
                <a:lnTo>
                  <a:pt x="3927087" y="87676"/>
                </a:lnTo>
                <a:lnTo>
                  <a:pt x="3926530" y="87507"/>
                </a:lnTo>
                <a:lnTo>
                  <a:pt x="3925914" y="87372"/>
                </a:lnTo>
                <a:lnTo>
                  <a:pt x="3925237" y="87273"/>
                </a:lnTo>
                <a:lnTo>
                  <a:pt x="3924495" y="87212"/>
                </a:lnTo>
                <a:lnTo>
                  <a:pt x="3923687" y="87191"/>
                </a:lnTo>
                <a:lnTo>
                  <a:pt x="3922923" y="87212"/>
                </a:lnTo>
                <a:lnTo>
                  <a:pt x="3922222" y="87273"/>
                </a:lnTo>
                <a:lnTo>
                  <a:pt x="3921579" y="87372"/>
                </a:lnTo>
                <a:lnTo>
                  <a:pt x="3920993" y="87506"/>
                </a:lnTo>
                <a:lnTo>
                  <a:pt x="3920460" y="87674"/>
                </a:lnTo>
                <a:lnTo>
                  <a:pt x="3919979" y="87874"/>
                </a:lnTo>
                <a:lnTo>
                  <a:pt x="3919547" y="88104"/>
                </a:lnTo>
                <a:lnTo>
                  <a:pt x="3919161" y="88361"/>
                </a:lnTo>
                <a:lnTo>
                  <a:pt x="3918818" y="88643"/>
                </a:lnTo>
                <a:lnTo>
                  <a:pt x="3918516" y="88949"/>
                </a:lnTo>
                <a:lnTo>
                  <a:pt x="3918252" y="89276"/>
                </a:lnTo>
                <a:lnTo>
                  <a:pt x="3918024" y="89622"/>
                </a:lnTo>
                <a:lnTo>
                  <a:pt x="3917830" y="89985"/>
                </a:lnTo>
                <a:lnTo>
                  <a:pt x="3917665" y="90363"/>
                </a:lnTo>
                <a:lnTo>
                  <a:pt x="3917529" y="90753"/>
                </a:lnTo>
                <a:lnTo>
                  <a:pt x="3917418" y="91155"/>
                </a:lnTo>
                <a:lnTo>
                  <a:pt x="3917330" y="91565"/>
                </a:lnTo>
                <a:lnTo>
                  <a:pt x="3917262" y="91982"/>
                </a:lnTo>
                <a:lnTo>
                  <a:pt x="3917212" y="92404"/>
                </a:lnTo>
                <a:lnTo>
                  <a:pt x="3917176" y="92828"/>
                </a:lnTo>
                <a:lnTo>
                  <a:pt x="3917153" y="93252"/>
                </a:lnTo>
                <a:lnTo>
                  <a:pt x="3917140" y="93674"/>
                </a:lnTo>
                <a:lnTo>
                  <a:pt x="3917134" y="94093"/>
                </a:lnTo>
                <a:lnTo>
                  <a:pt x="3917132" y="94505"/>
                </a:lnTo>
                <a:lnTo>
                  <a:pt x="3917053" y="95946"/>
                </a:lnTo>
                <a:lnTo>
                  <a:pt x="3916870" y="97285"/>
                </a:lnTo>
                <a:lnTo>
                  <a:pt x="3916588" y="98528"/>
                </a:lnTo>
                <a:lnTo>
                  <a:pt x="3916217" y="99676"/>
                </a:lnTo>
                <a:lnTo>
                  <a:pt x="3915764" y="100735"/>
                </a:lnTo>
                <a:lnTo>
                  <a:pt x="3915235" y="101707"/>
                </a:lnTo>
                <a:lnTo>
                  <a:pt x="3914640" y="102595"/>
                </a:lnTo>
                <a:lnTo>
                  <a:pt x="3913984" y="103404"/>
                </a:lnTo>
                <a:lnTo>
                  <a:pt x="3913277" y="104137"/>
                </a:lnTo>
                <a:lnTo>
                  <a:pt x="3912524" y="104797"/>
                </a:lnTo>
                <a:lnTo>
                  <a:pt x="3911735" y="105387"/>
                </a:lnTo>
                <a:lnTo>
                  <a:pt x="3910916" y="105912"/>
                </a:lnTo>
                <a:lnTo>
                  <a:pt x="3910074" y="106375"/>
                </a:lnTo>
                <a:lnTo>
                  <a:pt x="3909219" y="106780"/>
                </a:lnTo>
                <a:lnTo>
                  <a:pt x="3908356" y="107129"/>
                </a:lnTo>
                <a:lnTo>
                  <a:pt x="3907494" y="107426"/>
                </a:lnTo>
                <a:lnTo>
                  <a:pt x="3906639" y="107676"/>
                </a:lnTo>
                <a:lnTo>
                  <a:pt x="3905801" y="107880"/>
                </a:lnTo>
                <a:lnTo>
                  <a:pt x="3904985" y="108044"/>
                </a:lnTo>
                <a:lnTo>
                  <a:pt x="3904200" y="108170"/>
                </a:lnTo>
                <a:lnTo>
                  <a:pt x="3903453" y="108262"/>
                </a:lnTo>
                <a:lnTo>
                  <a:pt x="3902752" y="108323"/>
                </a:lnTo>
                <a:lnTo>
                  <a:pt x="3902104" y="108357"/>
                </a:lnTo>
                <a:lnTo>
                  <a:pt x="3901517" y="108368"/>
                </a:lnTo>
                <a:lnTo>
                  <a:pt x="3899738" y="108317"/>
                </a:lnTo>
                <a:lnTo>
                  <a:pt x="3898107" y="108168"/>
                </a:lnTo>
                <a:lnTo>
                  <a:pt x="3896618" y="107928"/>
                </a:lnTo>
                <a:lnTo>
                  <a:pt x="3895264" y="107604"/>
                </a:lnTo>
                <a:lnTo>
                  <a:pt x="3894038" y="107202"/>
                </a:lnTo>
                <a:lnTo>
                  <a:pt x="3892936" y="106728"/>
                </a:lnTo>
                <a:lnTo>
                  <a:pt x="3891949" y="106190"/>
                </a:lnTo>
                <a:lnTo>
                  <a:pt x="3891071" y="105594"/>
                </a:lnTo>
                <a:lnTo>
                  <a:pt x="3890297" y="104946"/>
                </a:lnTo>
                <a:lnTo>
                  <a:pt x="3889620" y="104254"/>
                </a:lnTo>
                <a:lnTo>
                  <a:pt x="3889032" y="103523"/>
                </a:lnTo>
                <a:lnTo>
                  <a:pt x="3888529" y="102760"/>
                </a:lnTo>
                <a:lnTo>
                  <a:pt x="3888102" y="101973"/>
                </a:lnTo>
                <a:lnTo>
                  <a:pt x="3887747" y="101167"/>
                </a:lnTo>
                <a:lnTo>
                  <a:pt x="3887456" y="100349"/>
                </a:lnTo>
                <a:lnTo>
                  <a:pt x="3887223" y="99526"/>
                </a:lnTo>
                <a:lnTo>
                  <a:pt x="3887041" y="98704"/>
                </a:lnTo>
                <a:lnTo>
                  <a:pt x="3886905" y="97890"/>
                </a:lnTo>
                <a:lnTo>
                  <a:pt x="3886807" y="97091"/>
                </a:lnTo>
                <a:lnTo>
                  <a:pt x="3886742" y="96313"/>
                </a:lnTo>
                <a:lnTo>
                  <a:pt x="3886702" y="95562"/>
                </a:lnTo>
                <a:lnTo>
                  <a:pt x="3886682" y="94846"/>
                </a:lnTo>
                <a:lnTo>
                  <a:pt x="3886674" y="94171"/>
                </a:lnTo>
                <a:lnTo>
                  <a:pt x="3886673" y="93543"/>
                </a:lnTo>
                <a:lnTo>
                  <a:pt x="3886673" y="47725"/>
                </a:lnTo>
                <a:lnTo>
                  <a:pt x="3918288" y="47725"/>
                </a:lnTo>
                <a:lnTo>
                  <a:pt x="3918659" y="47724"/>
                </a:lnTo>
                <a:lnTo>
                  <a:pt x="3919048" y="47721"/>
                </a:lnTo>
                <a:lnTo>
                  <a:pt x="3919450" y="47714"/>
                </a:lnTo>
                <a:lnTo>
                  <a:pt x="3919864" y="47698"/>
                </a:lnTo>
                <a:lnTo>
                  <a:pt x="3920286" y="47673"/>
                </a:lnTo>
                <a:lnTo>
                  <a:pt x="3920714" y="47634"/>
                </a:lnTo>
                <a:lnTo>
                  <a:pt x="3921144" y="47581"/>
                </a:lnTo>
                <a:lnTo>
                  <a:pt x="3921573" y="47511"/>
                </a:lnTo>
                <a:lnTo>
                  <a:pt x="3922000" y="47420"/>
                </a:lnTo>
                <a:lnTo>
                  <a:pt x="3922420" y="47306"/>
                </a:lnTo>
                <a:lnTo>
                  <a:pt x="3922831" y="47168"/>
                </a:lnTo>
                <a:lnTo>
                  <a:pt x="3923229" y="47002"/>
                </a:lnTo>
                <a:lnTo>
                  <a:pt x="3923613" y="46806"/>
                </a:lnTo>
                <a:lnTo>
                  <a:pt x="3923979" y="46577"/>
                </a:lnTo>
                <a:lnTo>
                  <a:pt x="3924324" y="46313"/>
                </a:lnTo>
                <a:lnTo>
                  <a:pt x="3924645" y="46011"/>
                </a:lnTo>
                <a:lnTo>
                  <a:pt x="3924939" y="45669"/>
                </a:lnTo>
                <a:lnTo>
                  <a:pt x="3925203" y="45285"/>
                </a:lnTo>
                <a:lnTo>
                  <a:pt x="3925435" y="44855"/>
                </a:lnTo>
                <a:lnTo>
                  <a:pt x="3925631" y="44378"/>
                </a:lnTo>
                <a:lnTo>
                  <a:pt x="3925789" y="43850"/>
                </a:lnTo>
                <a:lnTo>
                  <a:pt x="3925905" y="43270"/>
                </a:lnTo>
                <a:lnTo>
                  <a:pt x="3925977" y="42634"/>
                </a:lnTo>
                <a:lnTo>
                  <a:pt x="3926002" y="41941"/>
                </a:lnTo>
                <a:lnTo>
                  <a:pt x="3925978" y="41224"/>
                </a:lnTo>
                <a:lnTo>
                  <a:pt x="3925909" y="40567"/>
                </a:lnTo>
                <a:lnTo>
                  <a:pt x="3925797" y="39968"/>
                </a:lnTo>
                <a:lnTo>
                  <a:pt x="3925645" y="39422"/>
                </a:lnTo>
                <a:lnTo>
                  <a:pt x="3925455" y="38929"/>
                </a:lnTo>
                <a:lnTo>
                  <a:pt x="3925230" y="38485"/>
                </a:lnTo>
                <a:lnTo>
                  <a:pt x="3924974" y="38087"/>
                </a:lnTo>
                <a:lnTo>
                  <a:pt x="3924688" y="37734"/>
                </a:lnTo>
                <a:lnTo>
                  <a:pt x="3924375" y="37422"/>
                </a:lnTo>
                <a:lnTo>
                  <a:pt x="3924038" y="37149"/>
                </a:lnTo>
                <a:lnTo>
                  <a:pt x="3923679" y="36913"/>
                </a:lnTo>
                <a:lnTo>
                  <a:pt x="3923302" y="36710"/>
                </a:lnTo>
                <a:lnTo>
                  <a:pt x="3922909" y="36538"/>
                </a:lnTo>
                <a:lnTo>
                  <a:pt x="3922502" y="36395"/>
                </a:lnTo>
                <a:lnTo>
                  <a:pt x="3922085" y="36278"/>
                </a:lnTo>
                <a:lnTo>
                  <a:pt x="3921660" y="36184"/>
                </a:lnTo>
                <a:lnTo>
                  <a:pt x="3921229" y="36111"/>
                </a:lnTo>
                <a:lnTo>
                  <a:pt x="3920795" y="36056"/>
                </a:lnTo>
                <a:lnTo>
                  <a:pt x="3920362" y="36017"/>
                </a:lnTo>
                <a:lnTo>
                  <a:pt x="3919931" y="35990"/>
                </a:lnTo>
                <a:lnTo>
                  <a:pt x="3919506" y="35974"/>
                </a:lnTo>
                <a:lnTo>
                  <a:pt x="3919088" y="35966"/>
                </a:lnTo>
                <a:lnTo>
                  <a:pt x="3918682" y="35963"/>
                </a:lnTo>
                <a:lnTo>
                  <a:pt x="3918288" y="35963"/>
                </a:lnTo>
                <a:lnTo>
                  <a:pt x="3886673" y="35963"/>
                </a:lnTo>
                <a:lnTo>
                  <a:pt x="3886673" y="20156"/>
                </a:lnTo>
                <a:lnTo>
                  <a:pt x="3886673" y="19695"/>
                </a:lnTo>
                <a:lnTo>
                  <a:pt x="3886669" y="19230"/>
                </a:lnTo>
                <a:lnTo>
                  <a:pt x="3886660" y="18763"/>
                </a:lnTo>
                <a:lnTo>
                  <a:pt x="3886643" y="18297"/>
                </a:lnTo>
                <a:lnTo>
                  <a:pt x="3886614" y="17833"/>
                </a:lnTo>
                <a:lnTo>
                  <a:pt x="3886571" y="17374"/>
                </a:lnTo>
                <a:lnTo>
                  <a:pt x="3886510" y="16921"/>
                </a:lnTo>
                <a:lnTo>
                  <a:pt x="3886430" y="16477"/>
                </a:lnTo>
                <a:lnTo>
                  <a:pt x="3886327" y="16043"/>
                </a:lnTo>
                <a:lnTo>
                  <a:pt x="3886199" y="15623"/>
                </a:lnTo>
                <a:lnTo>
                  <a:pt x="3886042" y="15217"/>
                </a:lnTo>
                <a:lnTo>
                  <a:pt x="3885854" y="14828"/>
                </a:lnTo>
                <a:lnTo>
                  <a:pt x="3885631" y="14459"/>
                </a:lnTo>
                <a:lnTo>
                  <a:pt x="3885372" y="14110"/>
                </a:lnTo>
                <a:lnTo>
                  <a:pt x="3885072" y="13785"/>
                </a:lnTo>
                <a:lnTo>
                  <a:pt x="3884730" y="13485"/>
                </a:lnTo>
                <a:lnTo>
                  <a:pt x="3884343" y="13213"/>
                </a:lnTo>
                <a:lnTo>
                  <a:pt x="3883907" y="12970"/>
                </a:lnTo>
                <a:lnTo>
                  <a:pt x="3883420" y="12759"/>
                </a:lnTo>
                <a:lnTo>
                  <a:pt x="3882878" y="12581"/>
                </a:lnTo>
                <a:lnTo>
                  <a:pt x="3882280" y="12440"/>
                </a:lnTo>
                <a:lnTo>
                  <a:pt x="3881622" y="12336"/>
                </a:lnTo>
                <a:lnTo>
                  <a:pt x="3880902" y="12272"/>
                </a:lnTo>
                <a:lnTo>
                  <a:pt x="3880116" y="12250"/>
                </a:lnTo>
                <a:lnTo>
                  <a:pt x="3879307" y="12271"/>
                </a:lnTo>
                <a:lnTo>
                  <a:pt x="3878566" y="12332"/>
                </a:lnTo>
                <a:lnTo>
                  <a:pt x="3877889" y="12432"/>
                </a:lnTo>
                <a:lnTo>
                  <a:pt x="3877274" y="12568"/>
                </a:lnTo>
                <a:lnTo>
                  <a:pt x="3876717" y="12739"/>
                </a:lnTo>
                <a:lnTo>
                  <a:pt x="3876216" y="12943"/>
                </a:lnTo>
                <a:lnTo>
                  <a:pt x="3875768" y="13178"/>
                </a:lnTo>
                <a:lnTo>
                  <a:pt x="3875369" y="13443"/>
                </a:lnTo>
                <a:lnTo>
                  <a:pt x="3875017" y="13735"/>
                </a:lnTo>
                <a:lnTo>
                  <a:pt x="3874709" y="14052"/>
                </a:lnTo>
                <a:lnTo>
                  <a:pt x="3874443" y="14393"/>
                </a:lnTo>
                <a:lnTo>
                  <a:pt x="3874214" y="14757"/>
                </a:lnTo>
                <a:lnTo>
                  <a:pt x="3874020" y="15140"/>
                </a:lnTo>
                <a:lnTo>
                  <a:pt x="3873858" y="15541"/>
                </a:lnTo>
                <a:lnTo>
                  <a:pt x="3873726" y="15959"/>
                </a:lnTo>
                <a:lnTo>
                  <a:pt x="3873620" y="16392"/>
                </a:lnTo>
                <a:lnTo>
                  <a:pt x="3873538" y="16837"/>
                </a:lnTo>
                <a:lnTo>
                  <a:pt x="3873476" y="17293"/>
                </a:lnTo>
                <a:lnTo>
                  <a:pt x="3873431" y="17758"/>
                </a:lnTo>
                <a:lnTo>
                  <a:pt x="3873402" y="18231"/>
                </a:lnTo>
                <a:lnTo>
                  <a:pt x="3873384" y="18708"/>
                </a:lnTo>
                <a:lnTo>
                  <a:pt x="3873374" y="19190"/>
                </a:lnTo>
                <a:lnTo>
                  <a:pt x="3873371" y="19673"/>
                </a:lnTo>
                <a:lnTo>
                  <a:pt x="3873370" y="20156"/>
                </a:lnTo>
                <a:lnTo>
                  <a:pt x="3873370" y="35963"/>
                </a:lnTo>
                <a:lnTo>
                  <a:pt x="3856596" y="35963"/>
                </a:lnTo>
                <a:lnTo>
                  <a:pt x="3856202" y="35963"/>
                </a:lnTo>
                <a:lnTo>
                  <a:pt x="3855793" y="35966"/>
                </a:lnTo>
                <a:lnTo>
                  <a:pt x="3855371" y="35974"/>
                </a:lnTo>
                <a:lnTo>
                  <a:pt x="3854939" y="35990"/>
                </a:lnTo>
                <a:lnTo>
                  <a:pt x="3854501" y="36017"/>
                </a:lnTo>
                <a:lnTo>
                  <a:pt x="3854060" y="36056"/>
                </a:lnTo>
                <a:lnTo>
                  <a:pt x="3853617" y="36111"/>
                </a:lnTo>
                <a:lnTo>
                  <a:pt x="3853176" y="36184"/>
                </a:lnTo>
                <a:lnTo>
                  <a:pt x="3852739" y="36278"/>
                </a:lnTo>
                <a:lnTo>
                  <a:pt x="3852311" y="36395"/>
                </a:lnTo>
                <a:lnTo>
                  <a:pt x="3851892" y="36538"/>
                </a:lnTo>
                <a:lnTo>
                  <a:pt x="3851487" y="36710"/>
                </a:lnTo>
                <a:lnTo>
                  <a:pt x="3851098" y="36913"/>
                </a:lnTo>
                <a:lnTo>
                  <a:pt x="3850728" y="37149"/>
                </a:lnTo>
                <a:lnTo>
                  <a:pt x="3850379" y="37422"/>
                </a:lnTo>
                <a:lnTo>
                  <a:pt x="3850056" y="37734"/>
                </a:lnTo>
                <a:lnTo>
                  <a:pt x="3849759" y="38087"/>
                </a:lnTo>
                <a:lnTo>
                  <a:pt x="3849493" y="38485"/>
                </a:lnTo>
                <a:lnTo>
                  <a:pt x="3849260" y="38929"/>
                </a:lnTo>
                <a:lnTo>
                  <a:pt x="3849063" y="39422"/>
                </a:lnTo>
                <a:lnTo>
                  <a:pt x="3848905" y="39968"/>
                </a:lnTo>
                <a:lnTo>
                  <a:pt x="3848789" y="40567"/>
                </a:lnTo>
                <a:lnTo>
                  <a:pt x="3848717" y="41224"/>
                </a:lnTo>
                <a:lnTo>
                  <a:pt x="3848692" y="41941"/>
                </a:lnTo>
                <a:lnTo>
                  <a:pt x="3848717" y="42634"/>
                </a:lnTo>
                <a:lnTo>
                  <a:pt x="3848788" y="43270"/>
                </a:lnTo>
                <a:lnTo>
                  <a:pt x="3848905" y="43850"/>
                </a:lnTo>
                <a:lnTo>
                  <a:pt x="3849062" y="44378"/>
                </a:lnTo>
                <a:lnTo>
                  <a:pt x="3849258" y="44855"/>
                </a:lnTo>
                <a:lnTo>
                  <a:pt x="3849490" y="45285"/>
                </a:lnTo>
                <a:lnTo>
                  <a:pt x="3849754" y="45669"/>
                </a:lnTo>
                <a:lnTo>
                  <a:pt x="3850048" y="46011"/>
                </a:lnTo>
                <a:lnTo>
                  <a:pt x="3850369" y="46313"/>
                </a:lnTo>
                <a:lnTo>
                  <a:pt x="3850714" y="46577"/>
                </a:lnTo>
                <a:lnTo>
                  <a:pt x="3851079" y="46806"/>
                </a:lnTo>
                <a:lnTo>
                  <a:pt x="3851463" y="47002"/>
                </a:lnTo>
                <a:lnTo>
                  <a:pt x="3851861" y="47168"/>
                </a:lnTo>
                <a:lnTo>
                  <a:pt x="3852272" y="47306"/>
                </a:lnTo>
                <a:lnTo>
                  <a:pt x="3852692" y="47420"/>
                </a:lnTo>
                <a:lnTo>
                  <a:pt x="3853118" y="47511"/>
                </a:lnTo>
                <a:lnTo>
                  <a:pt x="3853548" y="47581"/>
                </a:lnTo>
                <a:lnTo>
                  <a:pt x="3853978" y="47634"/>
                </a:lnTo>
                <a:lnTo>
                  <a:pt x="3854405" y="47673"/>
                </a:lnTo>
                <a:lnTo>
                  <a:pt x="3854827" y="47698"/>
                </a:lnTo>
                <a:lnTo>
                  <a:pt x="3855241" y="47714"/>
                </a:lnTo>
                <a:lnTo>
                  <a:pt x="3855643" y="47721"/>
                </a:lnTo>
                <a:lnTo>
                  <a:pt x="3856031" y="47724"/>
                </a:lnTo>
                <a:lnTo>
                  <a:pt x="3856402" y="47725"/>
                </a:lnTo>
                <a:lnTo>
                  <a:pt x="3873370" y="47725"/>
                </a:lnTo>
                <a:lnTo>
                  <a:pt x="3873370" y="94699"/>
                </a:lnTo>
                <a:lnTo>
                  <a:pt x="3873438" y="96951"/>
                </a:lnTo>
                <a:lnTo>
                  <a:pt x="3873637" y="99083"/>
                </a:lnTo>
                <a:lnTo>
                  <a:pt x="3873961" y="101100"/>
                </a:lnTo>
                <a:lnTo>
                  <a:pt x="3874407" y="103002"/>
                </a:lnTo>
                <a:lnTo>
                  <a:pt x="3874968" y="104792"/>
                </a:lnTo>
                <a:lnTo>
                  <a:pt x="3875639" y="106472"/>
                </a:lnTo>
                <a:lnTo>
                  <a:pt x="3876415" y="108043"/>
                </a:lnTo>
                <a:lnTo>
                  <a:pt x="3877290" y="109508"/>
                </a:lnTo>
                <a:lnTo>
                  <a:pt x="3878260" y="110869"/>
                </a:lnTo>
                <a:lnTo>
                  <a:pt x="3879319" y="112128"/>
                </a:lnTo>
                <a:lnTo>
                  <a:pt x="3880462" y="113286"/>
                </a:lnTo>
                <a:lnTo>
                  <a:pt x="3881684" y="114346"/>
                </a:lnTo>
                <a:lnTo>
                  <a:pt x="3882979" y="115310"/>
                </a:lnTo>
                <a:lnTo>
                  <a:pt x="3884342" y="116179"/>
                </a:lnTo>
                <a:lnTo>
                  <a:pt x="3885767" y="116956"/>
                </a:lnTo>
                <a:lnTo>
                  <a:pt x="3887250" y="117643"/>
                </a:lnTo>
                <a:lnTo>
                  <a:pt x="3888786" y="118241"/>
                </a:lnTo>
                <a:lnTo>
                  <a:pt x="3890368" y="118754"/>
                </a:lnTo>
                <a:lnTo>
                  <a:pt x="3891992" y="119182"/>
                </a:lnTo>
                <a:lnTo>
                  <a:pt x="3893652" y="119527"/>
                </a:lnTo>
                <a:lnTo>
                  <a:pt x="3895344" y="119793"/>
                </a:lnTo>
                <a:lnTo>
                  <a:pt x="3897061" y="119980"/>
                </a:lnTo>
                <a:lnTo>
                  <a:pt x="3898799" y="120090"/>
                </a:lnTo>
                <a:lnTo>
                  <a:pt x="3900552" y="120127"/>
                </a:lnTo>
                <a:lnTo>
                  <a:pt x="3902342" y="120084"/>
                </a:lnTo>
                <a:lnTo>
                  <a:pt x="3904138" y="119954"/>
                </a:lnTo>
                <a:lnTo>
                  <a:pt x="3905933" y="119737"/>
                </a:lnTo>
                <a:lnTo>
                  <a:pt x="3907720" y="119434"/>
                </a:lnTo>
                <a:lnTo>
                  <a:pt x="3909492" y="119042"/>
                </a:lnTo>
                <a:lnTo>
                  <a:pt x="3911241" y="118564"/>
                </a:lnTo>
                <a:lnTo>
                  <a:pt x="3912960" y="117997"/>
                </a:lnTo>
                <a:lnTo>
                  <a:pt x="3914641" y="117343"/>
                </a:lnTo>
                <a:lnTo>
                  <a:pt x="3916277" y="116600"/>
                </a:lnTo>
                <a:lnTo>
                  <a:pt x="3917862" y="115769"/>
                </a:lnTo>
                <a:lnTo>
                  <a:pt x="3919386" y="114849"/>
                </a:lnTo>
                <a:lnTo>
                  <a:pt x="3920844" y="113840"/>
                </a:lnTo>
                <a:lnTo>
                  <a:pt x="3922227" y="112741"/>
                </a:lnTo>
                <a:lnTo>
                  <a:pt x="3923529" y="111553"/>
                </a:lnTo>
                <a:lnTo>
                  <a:pt x="3924742" y="110276"/>
                </a:lnTo>
                <a:lnTo>
                  <a:pt x="3925858" y="108908"/>
                </a:lnTo>
                <a:lnTo>
                  <a:pt x="3926871" y="107450"/>
                </a:lnTo>
                <a:lnTo>
                  <a:pt x="3927772" y="105902"/>
                </a:lnTo>
                <a:lnTo>
                  <a:pt x="3928555" y="104263"/>
                </a:lnTo>
                <a:lnTo>
                  <a:pt x="3929212" y="102533"/>
                </a:lnTo>
                <a:lnTo>
                  <a:pt x="3929736" y="100712"/>
                </a:lnTo>
                <a:lnTo>
                  <a:pt x="3930119" y="98800"/>
                </a:lnTo>
                <a:lnTo>
                  <a:pt x="3930355" y="96796"/>
                </a:lnTo>
                <a:lnTo>
                  <a:pt x="3930435" y="94699"/>
                </a:lnTo>
                <a:lnTo>
                  <a:pt x="3930434" y="94264"/>
                </a:lnTo>
                <a:lnTo>
                  <a:pt x="3930431" y="93824"/>
                </a:lnTo>
                <a:lnTo>
                  <a:pt x="3930422" y="93382"/>
                </a:lnTo>
                <a:lnTo>
                  <a:pt x="3930404" y="92940"/>
                </a:lnTo>
                <a:lnTo>
                  <a:pt x="3930374" y="92500"/>
                </a:lnTo>
                <a:lnTo>
                  <a:pt x="3930330" y="92064"/>
                </a:lnTo>
                <a:lnTo>
                  <a:pt x="3930268" y="91634"/>
                </a:lnTo>
                <a:close/>
                <a:moveTo>
                  <a:pt x="4942422" y="91634"/>
                </a:moveTo>
                <a:lnTo>
                  <a:pt x="4942340" y="91213"/>
                </a:lnTo>
                <a:lnTo>
                  <a:pt x="4942234" y="90801"/>
                </a:lnTo>
                <a:lnTo>
                  <a:pt x="4942102" y="90401"/>
                </a:lnTo>
                <a:lnTo>
                  <a:pt x="4941940" y="90015"/>
                </a:lnTo>
                <a:lnTo>
                  <a:pt x="4941746" y="89646"/>
                </a:lnTo>
                <a:lnTo>
                  <a:pt x="4941517" y="89294"/>
                </a:lnTo>
                <a:lnTo>
                  <a:pt x="4941250" y="88963"/>
                </a:lnTo>
                <a:lnTo>
                  <a:pt x="4940942" y="88653"/>
                </a:lnTo>
                <a:lnTo>
                  <a:pt x="4940590" y="88368"/>
                </a:lnTo>
                <a:lnTo>
                  <a:pt x="4940191" y="88108"/>
                </a:lnTo>
                <a:lnTo>
                  <a:pt x="4939743" y="87877"/>
                </a:lnTo>
                <a:lnTo>
                  <a:pt x="4939241" y="87676"/>
                </a:lnTo>
                <a:lnTo>
                  <a:pt x="4938684" y="87507"/>
                </a:lnTo>
                <a:lnTo>
                  <a:pt x="4938069" y="87372"/>
                </a:lnTo>
                <a:lnTo>
                  <a:pt x="4937392" y="87273"/>
                </a:lnTo>
                <a:lnTo>
                  <a:pt x="4936650" y="87212"/>
                </a:lnTo>
                <a:lnTo>
                  <a:pt x="4935841" y="87191"/>
                </a:lnTo>
                <a:lnTo>
                  <a:pt x="4935078" y="87212"/>
                </a:lnTo>
                <a:lnTo>
                  <a:pt x="4934376" y="87273"/>
                </a:lnTo>
                <a:lnTo>
                  <a:pt x="4933734" y="87372"/>
                </a:lnTo>
                <a:lnTo>
                  <a:pt x="4933147" y="87506"/>
                </a:lnTo>
                <a:lnTo>
                  <a:pt x="4932615" y="87674"/>
                </a:lnTo>
                <a:lnTo>
                  <a:pt x="4932134" y="87874"/>
                </a:lnTo>
                <a:lnTo>
                  <a:pt x="4931702" y="88104"/>
                </a:lnTo>
                <a:lnTo>
                  <a:pt x="4931315" y="88361"/>
                </a:lnTo>
                <a:lnTo>
                  <a:pt x="4930973" y="88643"/>
                </a:lnTo>
                <a:lnTo>
                  <a:pt x="4930671" y="88949"/>
                </a:lnTo>
                <a:lnTo>
                  <a:pt x="4930407" y="89276"/>
                </a:lnTo>
                <a:lnTo>
                  <a:pt x="4930179" y="89622"/>
                </a:lnTo>
                <a:lnTo>
                  <a:pt x="4929984" y="89985"/>
                </a:lnTo>
                <a:lnTo>
                  <a:pt x="4929820" y="90363"/>
                </a:lnTo>
                <a:lnTo>
                  <a:pt x="4929684" y="90753"/>
                </a:lnTo>
                <a:lnTo>
                  <a:pt x="4929573" y="91155"/>
                </a:lnTo>
                <a:lnTo>
                  <a:pt x="4929485" y="91565"/>
                </a:lnTo>
                <a:lnTo>
                  <a:pt x="4929417" y="91982"/>
                </a:lnTo>
                <a:lnTo>
                  <a:pt x="4929366" y="92404"/>
                </a:lnTo>
                <a:lnTo>
                  <a:pt x="4929331" y="92828"/>
                </a:lnTo>
                <a:lnTo>
                  <a:pt x="4929308" y="93252"/>
                </a:lnTo>
                <a:lnTo>
                  <a:pt x="4929295" y="93674"/>
                </a:lnTo>
                <a:lnTo>
                  <a:pt x="4929289" y="94093"/>
                </a:lnTo>
                <a:lnTo>
                  <a:pt x="4929287" y="94505"/>
                </a:lnTo>
                <a:lnTo>
                  <a:pt x="4929208" y="95946"/>
                </a:lnTo>
                <a:lnTo>
                  <a:pt x="4929024" y="97285"/>
                </a:lnTo>
                <a:lnTo>
                  <a:pt x="4928743" y="98528"/>
                </a:lnTo>
                <a:lnTo>
                  <a:pt x="4928372" y="99676"/>
                </a:lnTo>
                <a:lnTo>
                  <a:pt x="4927918" y="100735"/>
                </a:lnTo>
                <a:lnTo>
                  <a:pt x="4927390" y="101707"/>
                </a:lnTo>
                <a:lnTo>
                  <a:pt x="4926794" y="102595"/>
                </a:lnTo>
                <a:lnTo>
                  <a:pt x="4926139" y="103404"/>
                </a:lnTo>
                <a:lnTo>
                  <a:pt x="4925431" y="104137"/>
                </a:lnTo>
                <a:lnTo>
                  <a:pt x="4924679" y="104797"/>
                </a:lnTo>
                <a:lnTo>
                  <a:pt x="4923889" y="105387"/>
                </a:lnTo>
                <a:lnTo>
                  <a:pt x="4923070" y="105912"/>
                </a:lnTo>
                <a:lnTo>
                  <a:pt x="4922229" y="106375"/>
                </a:lnTo>
                <a:lnTo>
                  <a:pt x="4921373" y="106780"/>
                </a:lnTo>
                <a:lnTo>
                  <a:pt x="4920511" y="107129"/>
                </a:lnTo>
                <a:lnTo>
                  <a:pt x="4919648" y="107426"/>
                </a:lnTo>
                <a:lnTo>
                  <a:pt x="4918794" y="107676"/>
                </a:lnTo>
                <a:lnTo>
                  <a:pt x="4917955" y="107880"/>
                </a:lnTo>
                <a:lnTo>
                  <a:pt x="4917140" y="108044"/>
                </a:lnTo>
                <a:lnTo>
                  <a:pt x="4916355" y="108170"/>
                </a:lnTo>
                <a:lnTo>
                  <a:pt x="4915608" y="108262"/>
                </a:lnTo>
                <a:lnTo>
                  <a:pt x="4914907" y="108323"/>
                </a:lnTo>
                <a:lnTo>
                  <a:pt x="4914259" y="108357"/>
                </a:lnTo>
                <a:lnTo>
                  <a:pt x="4913672" y="108368"/>
                </a:lnTo>
                <a:lnTo>
                  <a:pt x="4911893" y="108317"/>
                </a:lnTo>
                <a:lnTo>
                  <a:pt x="4910262" y="108168"/>
                </a:lnTo>
                <a:lnTo>
                  <a:pt x="4908772" y="107928"/>
                </a:lnTo>
                <a:lnTo>
                  <a:pt x="4907418" y="107604"/>
                </a:lnTo>
                <a:lnTo>
                  <a:pt x="4906193" y="107202"/>
                </a:lnTo>
                <a:lnTo>
                  <a:pt x="4905090" y="106728"/>
                </a:lnTo>
                <a:lnTo>
                  <a:pt x="4904104" y="106190"/>
                </a:lnTo>
                <a:lnTo>
                  <a:pt x="4903226" y="105594"/>
                </a:lnTo>
                <a:lnTo>
                  <a:pt x="4902452" y="104946"/>
                </a:lnTo>
                <a:lnTo>
                  <a:pt x="4901774" y="104254"/>
                </a:lnTo>
                <a:lnTo>
                  <a:pt x="4901187" y="103523"/>
                </a:lnTo>
                <a:lnTo>
                  <a:pt x="4900683" y="102760"/>
                </a:lnTo>
                <a:lnTo>
                  <a:pt x="4900257" y="101973"/>
                </a:lnTo>
                <a:lnTo>
                  <a:pt x="4899902" y="101167"/>
                </a:lnTo>
                <a:lnTo>
                  <a:pt x="4899611" y="100349"/>
                </a:lnTo>
                <a:lnTo>
                  <a:pt x="4899378" y="99526"/>
                </a:lnTo>
                <a:lnTo>
                  <a:pt x="4899196" y="98704"/>
                </a:lnTo>
                <a:lnTo>
                  <a:pt x="4899060" y="97890"/>
                </a:lnTo>
                <a:lnTo>
                  <a:pt x="4898962" y="97091"/>
                </a:lnTo>
                <a:lnTo>
                  <a:pt x="4898897" y="96313"/>
                </a:lnTo>
                <a:lnTo>
                  <a:pt x="4898857" y="95562"/>
                </a:lnTo>
                <a:lnTo>
                  <a:pt x="4898837" y="94846"/>
                </a:lnTo>
                <a:lnTo>
                  <a:pt x="4898829" y="94171"/>
                </a:lnTo>
                <a:lnTo>
                  <a:pt x="4898828" y="93543"/>
                </a:lnTo>
                <a:lnTo>
                  <a:pt x="4898828" y="47725"/>
                </a:lnTo>
                <a:lnTo>
                  <a:pt x="4930443" y="47725"/>
                </a:lnTo>
                <a:lnTo>
                  <a:pt x="4930814" y="47724"/>
                </a:lnTo>
                <a:lnTo>
                  <a:pt x="4931202" y="47721"/>
                </a:lnTo>
                <a:lnTo>
                  <a:pt x="4931605" y="47714"/>
                </a:lnTo>
                <a:lnTo>
                  <a:pt x="4932019" y="47698"/>
                </a:lnTo>
                <a:lnTo>
                  <a:pt x="4932441" y="47673"/>
                </a:lnTo>
                <a:lnTo>
                  <a:pt x="4932868" y="47634"/>
                </a:lnTo>
                <a:lnTo>
                  <a:pt x="4933298" y="47581"/>
                </a:lnTo>
                <a:lnTo>
                  <a:pt x="4933728" y="47511"/>
                </a:lnTo>
                <a:lnTo>
                  <a:pt x="4934155" y="47420"/>
                </a:lnTo>
                <a:lnTo>
                  <a:pt x="4934575" y="47306"/>
                </a:lnTo>
                <a:lnTo>
                  <a:pt x="4934985" y="47168"/>
                </a:lnTo>
                <a:lnTo>
                  <a:pt x="4935384" y="47002"/>
                </a:lnTo>
                <a:lnTo>
                  <a:pt x="4935768" y="46806"/>
                </a:lnTo>
                <a:lnTo>
                  <a:pt x="4936134" y="46577"/>
                </a:lnTo>
                <a:lnTo>
                  <a:pt x="4936478" y="46313"/>
                </a:lnTo>
                <a:lnTo>
                  <a:pt x="4936799" y="46011"/>
                </a:lnTo>
                <a:lnTo>
                  <a:pt x="4937094" y="45669"/>
                </a:lnTo>
                <a:lnTo>
                  <a:pt x="4937358" y="45285"/>
                </a:lnTo>
                <a:lnTo>
                  <a:pt x="4937590" y="44855"/>
                </a:lnTo>
                <a:lnTo>
                  <a:pt x="4937786" y="44378"/>
                </a:lnTo>
                <a:lnTo>
                  <a:pt x="4937944" y="43850"/>
                </a:lnTo>
                <a:lnTo>
                  <a:pt x="4938060" y="43270"/>
                </a:lnTo>
                <a:lnTo>
                  <a:pt x="4938132" y="42634"/>
                </a:lnTo>
                <a:lnTo>
                  <a:pt x="4938157" y="41941"/>
                </a:lnTo>
                <a:lnTo>
                  <a:pt x="4938133" y="41224"/>
                </a:lnTo>
                <a:lnTo>
                  <a:pt x="4938064" y="40567"/>
                </a:lnTo>
                <a:lnTo>
                  <a:pt x="4937952" y="39968"/>
                </a:lnTo>
                <a:lnTo>
                  <a:pt x="4937799" y="39422"/>
                </a:lnTo>
                <a:lnTo>
                  <a:pt x="4937610" y="38929"/>
                </a:lnTo>
                <a:lnTo>
                  <a:pt x="4937385" y="38485"/>
                </a:lnTo>
                <a:lnTo>
                  <a:pt x="4937129" y="38087"/>
                </a:lnTo>
                <a:lnTo>
                  <a:pt x="4936843" y="37734"/>
                </a:lnTo>
                <a:lnTo>
                  <a:pt x="4936530" y="37422"/>
                </a:lnTo>
                <a:lnTo>
                  <a:pt x="4936193" y="37149"/>
                </a:lnTo>
                <a:lnTo>
                  <a:pt x="4935834" y="36913"/>
                </a:lnTo>
                <a:lnTo>
                  <a:pt x="4935457" y="36710"/>
                </a:lnTo>
                <a:lnTo>
                  <a:pt x="4935064" y="36538"/>
                </a:lnTo>
                <a:lnTo>
                  <a:pt x="4934657" y="36395"/>
                </a:lnTo>
                <a:lnTo>
                  <a:pt x="4934240" y="36278"/>
                </a:lnTo>
                <a:lnTo>
                  <a:pt x="4933814" y="36184"/>
                </a:lnTo>
                <a:lnTo>
                  <a:pt x="4933384" y="36111"/>
                </a:lnTo>
                <a:lnTo>
                  <a:pt x="4932950" y="36056"/>
                </a:lnTo>
                <a:lnTo>
                  <a:pt x="4932517" y="36017"/>
                </a:lnTo>
                <a:lnTo>
                  <a:pt x="4932086" y="35990"/>
                </a:lnTo>
                <a:lnTo>
                  <a:pt x="4931661" y="35974"/>
                </a:lnTo>
                <a:lnTo>
                  <a:pt x="4931243" y="35966"/>
                </a:lnTo>
                <a:lnTo>
                  <a:pt x="4930836" y="35963"/>
                </a:lnTo>
                <a:lnTo>
                  <a:pt x="4930443" y="35963"/>
                </a:lnTo>
                <a:lnTo>
                  <a:pt x="4898828" y="35963"/>
                </a:lnTo>
                <a:lnTo>
                  <a:pt x="4898828" y="20156"/>
                </a:lnTo>
                <a:lnTo>
                  <a:pt x="4898827" y="19695"/>
                </a:lnTo>
                <a:lnTo>
                  <a:pt x="4898824" y="19230"/>
                </a:lnTo>
                <a:lnTo>
                  <a:pt x="4898815" y="18763"/>
                </a:lnTo>
                <a:lnTo>
                  <a:pt x="4898798" y="18297"/>
                </a:lnTo>
                <a:lnTo>
                  <a:pt x="4898769" y="17833"/>
                </a:lnTo>
                <a:lnTo>
                  <a:pt x="4898726" y="17374"/>
                </a:lnTo>
                <a:lnTo>
                  <a:pt x="4898665" y="16921"/>
                </a:lnTo>
                <a:lnTo>
                  <a:pt x="4898585" y="16477"/>
                </a:lnTo>
                <a:lnTo>
                  <a:pt x="4898482" y="16043"/>
                </a:lnTo>
                <a:lnTo>
                  <a:pt x="4898354" y="15623"/>
                </a:lnTo>
                <a:lnTo>
                  <a:pt x="4898197" y="15217"/>
                </a:lnTo>
                <a:lnTo>
                  <a:pt x="4898008" y="14828"/>
                </a:lnTo>
                <a:lnTo>
                  <a:pt x="4897786" y="14459"/>
                </a:lnTo>
                <a:lnTo>
                  <a:pt x="4897526" y="14110"/>
                </a:lnTo>
                <a:lnTo>
                  <a:pt x="4897227" y="13785"/>
                </a:lnTo>
                <a:lnTo>
                  <a:pt x="4896885" y="13485"/>
                </a:lnTo>
                <a:lnTo>
                  <a:pt x="4896498" y="13213"/>
                </a:lnTo>
                <a:lnTo>
                  <a:pt x="4896062" y="12970"/>
                </a:lnTo>
                <a:lnTo>
                  <a:pt x="4895574" y="12759"/>
                </a:lnTo>
                <a:lnTo>
                  <a:pt x="4895033" y="12581"/>
                </a:lnTo>
                <a:lnTo>
                  <a:pt x="4894435" y="12440"/>
                </a:lnTo>
                <a:lnTo>
                  <a:pt x="4893777" y="12336"/>
                </a:lnTo>
                <a:lnTo>
                  <a:pt x="4893057" y="12272"/>
                </a:lnTo>
                <a:lnTo>
                  <a:pt x="4892271" y="12250"/>
                </a:lnTo>
                <a:lnTo>
                  <a:pt x="4891462" y="12271"/>
                </a:lnTo>
                <a:lnTo>
                  <a:pt x="4890721" y="12332"/>
                </a:lnTo>
                <a:lnTo>
                  <a:pt x="4890044" y="12432"/>
                </a:lnTo>
                <a:lnTo>
                  <a:pt x="4889429" y="12568"/>
                </a:lnTo>
                <a:lnTo>
                  <a:pt x="4888872" y="12739"/>
                </a:lnTo>
                <a:lnTo>
                  <a:pt x="4888371" y="12943"/>
                </a:lnTo>
                <a:lnTo>
                  <a:pt x="4887923" y="13178"/>
                </a:lnTo>
                <a:lnTo>
                  <a:pt x="4887524" y="13443"/>
                </a:lnTo>
                <a:lnTo>
                  <a:pt x="4887172" y="13735"/>
                </a:lnTo>
                <a:lnTo>
                  <a:pt x="4886864" y="14052"/>
                </a:lnTo>
                <a:lnTo>
                  <a:pt x="4886597" y="14393"/>
                </a:lnTo>
                <a:lnTo>
                  <a:pt x="4886368" y="14757"/>
                </a:lnTo>
                <a:lnTo>
                  <a:pt x="4886175" y="15140"/>
                </a:lnTo>
                <a:lnTo>
                  <a:pt x="4886013" y="15541"/>
                </a:lnTo>
                <a:lnTo>
                  <a:pt x="4885881" y="15959"/>
                </a:lnTo>
                <a:lnTo>
                  <a:pt x="4885775" y="16392"/>
                </a:lnTo>
                <a:lnTo>
                  <a:pt x="4885693" y="16837"/>
                </a:lnTo>
                <a:lnTo>
                  <a:pt x="4885631" y="17293"/>
                </a:lnTo>
                <a:lnTo>
                  <a:pt x="4885586" y="17758"/>
                </a:lnTo>
                <a:lnTo>
                  <a:pt x="4885556" y="18231"/>
                </a:lnTo>
                <a:lnTo>
                  <a:pt x="4885538" y="18708"/>
                </a:lnTo>
                <a:lnTo>
                  <a:pt x="4885529" y="19190"/>
                </a:lnTo>
                <a:lnTo>
                  <a:pt x="4885526" y="19673"/>
                </a:lnTo>
                <a:lnTo>
                  <a:pt x="4885525" y="20156"/>
                </a:lnTo>
                <a:lnTo>
                  <a:pt x="4885525" y="35963"/>
                </a:lnTo>
                <a:lnTo>
                  <a:pt x="4868751" y="35963"/>
                </a:lnTo>
                <a:lnTo>
                  <a:pt x="4868357" y="35963"/>
                </a:lnTo>
                <a:lnTo>
                  <a:pt x="4867948" y="35966"/>
                </a:lnTo>
                <a:lnTo>
                  <a:pt x="4867526" y="35974"/>
                </a:lnTo>
                <a:lnTo>
                  <a:pt x="4867094" y="35990"/>
                </a:lnTo>
                <a:lnTo>
                  <a:pt x="4866656" y="36017"/>
                </a:lnTo>
                <a:lnTo>
                  <a:pt x="4866214" y="36056"/>
                </a:lnTo>
                <a:lnTo>
                  <a:pt x="4865771" y="36111"/>
                </a:lnTo>
                <a:lnTo>
                  <a:pt x="4865330" y="36184"/>
                </a:lnTo>
                <a:lnTo>
                  <a:pt x="4864894" y="36278"/>
                </a:lnTo>
                <a:lnTo>
                  <a:pt x="4864465" y="36395"/>
                </a:lnTo>
                <a:lnTo>
                  <a:pt x="4864047" y="36538"/>
                </a:lnTo>
                <a:lnTo>
                  <a:pt x="4863642" y="36710"/>
                </a:lnTo>
                <a:lnTo>
                  <a:pt x="4863253" y="36913"/>
                </a:lnTo>
                <a:lnTo>
                  <a:pt x="4862883" y="37149"/>
                </a:lnTo>
                <a:lnTo>
                  <a:pt x="4862534" y="37422"/>
                </a:lnTo>
                <a:lnTo>
                  <a:pt x="4862210" y="37734"/>
                </a:lnTo>
                <a:lnTo>
                  <a:pt x="4861914" y="38087"/>
                </a:lnTo>
                <a:lnTo>
                  <a:pt x="4861648" y="38485"/>
                </a:lnTo>
                <a:lnTo>
                  <a:pt x="4861415" y="38929"/>
                </a:lnTo>
                <a:lnTo>
                  <a:pt x="4861218" y="39422"/>
                </a:lnTo>
                <a:lnTo>
                  <a:pt x="4861060" y="39968"/>
                </a:lnTo>
                <a:lnTo>
                  <a:pt x="4860943" y="40567"/>
                </a:lnTo>
                <a:lnTo>
                  <a:pt x="4860871" y="41224"/>
                </a:lnTo>
                <a:lnTo>
                  <a:pt x="4860847" y="41941"/>
                </a:lnTo>
                <a:lnTo>
                  <a:pt x="4860871" y="42634"/>
                </a:lnTo>
                <a:lnTo>
                  <a:pt x="4860943" y="43270"/>
                </a:lnTo>
                <a:lnTo>
                  <a:pt x="4861059" y="43850"/>
                </a:lnTo>
                <a:lnTo>
                  <a:pt x="4861217" y="44378"/>
                </a:lnTo>
                <a:lnTo>
                  <a:pt x="4861413" y="44855"/>
                </a:lnTo>
                <a:lnTo>
                  <a:pt x="4861645" y="45285"/>
                </a:lnTo>
                <a:lnTo>
                  <a:pt x="4861909" y="45669"/>
                </a:lnTo>
                <a:lnTo>
                  <a:pt x="4862203" y="46011"/>
                </a:lnTo>
                <a:lnTo>
                  <a:pt x="4862524" y="46313"/>
                </a:lnTo>
                <a:lnTo>
                  <a:pt x="4862868" y="46577"/>
                </a:lnTo>
                <a:lnTo>
                  <a:pt x="4863234" y="46806"/>
                </a:lnTo>
                <a:lnTo>
                  <a:pt x="4863618" y="47002"/>
                </a:lnTo>
                <a:lnTo>
                  <a:pt x="4864016" y="47168"/>
                </a:lnTo>
                <a:lnTo>
                  <a:pt x="4864427" y="47306"/>
                </a:lnTo>
                <a:lnTo>
                  <a:pt x="4864847" y="47420"/>
                </a:lnTo>
                <a:lnTo>
                  <a:pt x="4865273" y="47511"/>
                </a:lnTo>
                <a:lnTo>
                  <a:pt x="4865702" y="47581"/>
                </a:lnTo>
                <a:lnTo>
                  <a:pt x="4866132" y="47634"/>
                </a:lnTo>
                <a:lnTo>
                  <a:pt x="4866560" y="47673"/>
                </a:lnTo>
                <a:lnTo>
                  <a:pt x="4866982" y="47698"/>
                </a:lnTo>
                <a:lnTo>
                  <a:pt x="4867396" y="47714"/>
                </a:lnTo>
                <a:lnTo>
                  <a:pt x="4867798" y="47721"/>
                </a:lnTo>
                <a:lnTo>
                  <a:pt x="4868186" y="47724"/>
                </a:lnTo>
                <a:lnTo>
                  <a:pt x="4868557" y="47725"/>
                </a:lnTo>
                <a:lnTo>
                  <a:pt x="4885525" y="47725"/>
                </a:lnTo>
                <a:lnTo>
                  <a:pt x="4885525" y="94699"/>
                </a:lnTo>
                <a:lnTo>
                  <a:pt x="4885593" y="96951"/>
                </a:lnTo>
                <a:lnTo>
                  <a:pt x="4885791" y="99083"/>
                </a:lnTo>
                <a:lnTo>
                  <a:pt x="4886116" y="101100"/>
                </a:lnTo>
                <a:lnTo>
                  <a:pt x="4886561" y="103002"/>
                </a:lnTo>
                <a:lnTo>
                  <a:pt x="4887122" y="104792"/>
                </a:lnTo>
                <a:lnTo>
                  <a:pt x="4887793" y="106472"/>
                </a:lnTo>
                <a:lnTo>
                  <a:pt x="4888569" y="108043"/>
                </a:lnTo>
                <a:lnTo>
                  <a:pt x="4889445" y="109508"/>
                </a:lnTo>
                <a:lnTo>
                  <a:pt x="4890415" y="110869"/>
                </a:lnTo>
                <a:lnTo>
                  <a:pt x="4891474" y="112128"/>
                </a:lnTo>
                <a:lnTo>
                  <a:pt x="4892617" y="113286"/>
                </a:lnTo>
                <a:lnTo>
                  <a:pt x="4893839" y="114346"/>
                </a:lnTo>
                <a:lnTo>
                  <a:pt x="4895134" y="115310"/>
                </a:lnTo>
                <a:lnTo>
                  <a:pt x="4896496" y="116179"/>
                </a:lnTo>
                <a:lnTo>
                  <a:pt x="4897922" y="116956"/>
                </a:lnTo>
                <a:lnTo>
                  <a:pt x="4899405" y="117643"/>
                </a:lnTo>
                <a:lnTo>
                  <a:pt x="4900941" y="118241"/>
                </a:lnTo>
                <a:lnTo>
                  <a:pt x="4902523" y="118754"/>
                </a:lnTo>
                <a:lnTo>
                  <a:pt x="4904147" y="119182"/>
                </a:lnTo>
                <a:lnTo>
                  <a:pt x="4905807" y="119527"/>
                </a:lnTo>
                <a:lnTo>
                  <a:pt x="4907499" y="119793"/>
                </a:lnTo>
                <a:lnTo>
                  <a:pt x="4909216" y="119980"/>
                </a:lnTo>
                <a:lnTo>
                  <a:pt x="4910954" y="120090"/>
                </a:lnTo>
                <a:lnTo>
                  <a:pt x="4912707" y="120127"/>
                </a:lnTo>
                <a:lnTo>
                  <a:pt x="4914496" y="120084"/>
                </a:lnTo>
                <a:lnTo>
                  <a:pt x="4916292" y="119954"/>
                </a:lnTo>
                <a:lnTo>
                  <a:pt x="4918088" y="119737"/>
                </a:lnTo>
                <a:lnTo>
                  <a:pt x="4919875" y="119434"/>
                </a:lnTo>
                <a:lnTo>
                  <a:pt x="4921647" y="119042"/>
                </a:lnTo>
                <a:lnTo>
                  <a:pt x="4923396" y="118564"/>
                </a:lnTo>
                <a:lnTo>
                  <a:pt x="4925114" y="117997"/>
                </a:lnTo>
                <a:lnTo>
                  <a:pt x="4926796" y="117343"/>
                </a:lnTo>
                <a:lnTo>
                  <a:pt x="4928432" y="116600"/>
                </a:lnTo>
                <a:lnTo>
                  <a:pt x="4930016" y="115769"/>
                </a:lnTo>
                <a:lnTo>
                  <a:pt x="4931541" y="114849"/>
                </a:lnTo>
                <a:lnTo>
                  <a:pt x="4932999" y="113840"/>
                </a:lnTo>
                <a:lnTo>
                  <a:pt x="4934382" y="112741"/>
                </a:lnTo>
                <a:lnTo>
                  <a:pt x="4935684" y="111553"/>
                </a:lnTo>
                <a:lnTo>
                  <a:pt x="4936897" y="110276"/>
                </a:lnTo>
                <a:lnTo>
                  <a:pt x="4938013" y="108908"/>
                </a:lnTo>
                <a:lnTo>
                  <a:pt x="4939026" y="107450"/>
                </a:lnTo>
                <a:lnTo>
                  <a:pt x="4939927" y="105902"/>
                </a:lnTo>
                <a:lnTo>
                  <a:pt x="4940710" y="104263"/>
                </a:lnTo>
                <a:lnTo>
                  <a:pt x="4941367" y="102533"/>
                </a:lnTo>
                <a:lnTo>
                  <a:pt x="4941891" y="100712"/>
                </a:lnTo>
                <a:lnTo>
                  <a:pt x="4942274" y="98800"/>
                </a:lnTo>
                <a:lnTo>
                  <a:pt x="4942510" y="96796"/>
                </a:lnTo>
                <a:lnTo>
                  <a:pt x="4942590" y="94699"/>
                </a:lnTo>
                <a:lnTo>
                  <a:pt x="4942589" y="94264"/>
                </a:lnTo>
                <a:lnTo>
                  <a:pt x="4942586" y="93824"/>
                </a:lnTo>
                <a:lnTo>
                  <a:pt x="4942577" y="93382"/>
                </a:lnTo>
                <a:lnTo>
                  <a:pt x="4942559" y="92940"/>
                </a:lnTo>
                <a:lnTo>
                  <a:pt x="4942529" y="92500"/>
                </a:lnTo>
                <a:lnTo>
                  <a:pt x="4942484" y="92064"/>
                </a:lnTo>
                <a:lnTo>
                  <a:pt x="4942422" y="91634"/>
                </a:lnTo>
                <a:close/>
                <a:moveTo>
                  <a:pt x="4638837" y="92064"/>
                </a:moveTo>
                <a:lnTo>
                  <a:pt x="4638775" y="91634"/>
                </a:lnTo>
                <a:lnTo>
                  <a:pt x="4638693" y="91213"/>
                </a:lnTo>
                <a:lnTo>
                  <a:pt x="4638587" y="90801"/>
                </a:lnTo>
                <a:lnTo>
                  <a:pt x="4638454" y="90401"/>
                </a:lnTo>
                <a:lnTo>
                  <a:pt x="4638293" y="90015"/>
                </a:lnTo>
                <a:lnTo>
                  <a:pt x="4638099" y="89646"/>
                </a:lnTo>
                <a:lnTo>
                  <a:pt x="4637870" y="89294"/>
                </a:lnTo>
                <a:lnTo>
                  <a:pt x="4637603" y="88963"/>
                </a:lnTo>
                <a:lnTo>
                  <a:pt x="4637295" y="88653"/>
                </a:lnTo>
                <a:lnTo>
                  <a:pt x="4636943" y="88368"/>
                </a:lnTo>
                <a:lnTo>
                  <a:pt x="4636544" y="88108"/>
                </a:lnTo>
                <a:lnTo>
                  <a:pt x="4636096" y="87877"/>
                </a:lnTo>
                <a:lnTo>
                  <a:pt x="4635594" y="87676"/>
                </a:lnTo>
                <a:lnTo>
                  <a:pt x="4635037" y="87507"/>
                </a:lnTo>
                <a:lnTo>
                  <a:pt x="4634422" y="87372"/>
                </a:lnTo>
                <a:lnTo>
                  <a:pt x="4633745" y="87273"/>
                </a:lnTo>
                <a:lnTo>
                  <a:pt x="4633003" y="87212"/>
                </a:lnTo>
                <a:lnTo>
                  <a:pt x="4632194" y="87191"/>
                </a:lnTo>
                <a:lnTo>
                  <a:pt x="4631431" y="87212"/>
                </a:lnTo>
                <a:lnTo>
                  <a:pt x="4630729" y="87273"/>
                </a:lnTo>
                <a:lnTo>
                  <a:pt x="4630087" y="87372"/>
                </a:lnTo>
                <a:lnTo>
                  <a:pt x="4629500" y="87506"/>
                </a:lnTo>
                <a:lnTo>
                  <a:pt x="4628968" y="87674"/>
                </a:lnTo>
                <a:lnTo>
                  <a:pt x="4628487" y="87874"/>
                </a:lnTo>
                <a:lnTo>
                  <a:pt x="4628055" y="88104"/>
                </a:lnTo>
                <a:lnTo>
                  <a:pt x="4627668" y="88361"/>
                </a:lnTo>
                <a:lnTo>
                  <a:pt x="4627325" y="88643"/>
                </a:lnTo>
                <a:lnTo>
                  <a:pt x="4627024" y="88949"/>
                </a:lnTo>
                <a:lnTo>
                  <a:pt x="4626760" y="89276"/>
                </a:lnTo>
                <a:lnTo>
                  <a:pt x="4626532" y="89622"/>
                </a:lnTo>
                <a:lnTo>
                  <a:pt x="4626337" y="89985"/>
                </a:lnTo>
                <a:lnTo>
                  <a:pt x="4626173" y="90363"/>
                </a:lnTo>
                <a:lnTo>
                  <a:pt x="4626037" y="90753"/>
                </a:lnTo>
                <a:lnTo>
                  <a:pt x="4625926" y="91155"/>
                </a:lnTo>
                <a:lnTo>
                  <a:pt x="4625838" y="91565"/>
                </a:lnTo>
                <a:lnTo>
                  <a:pt x="4625770" y="91982"/>
                </a:lnTo>
                <a:lnTo>
                  <a:pt x="4625719" y="92404"/>
                </a:lnTo>
                <a:lnTo>
                  <a:pt x="4625684" y="92828"/>
                </a:lnTo>
                <a:lnTo>
                  <a:pt x="4625661" y="93252"/>
                </a:lnTo>
                <a:lnTo>
                  <a:pt x="4625647" y="93674"/>
                </a:lnTo>
                <a:lnTo>
                  <a:pt x="4625641" y="94093"/>
                </a:lnTo>
                <a:lnTo>
                  <a:pt x="4625640" y="94505"/>
                </a:lnTo>
                <a:lnTo>
                  <a:pt x="4625561" y="95946"/>
                </a:lnTo>
                <a:lnTo>
                  <a:pt x="4625377" y="97285"/>
                </a:lnTo>
                <a:lnTo>
                  <a:pt x="4625096" y="98528"/>
                </a:lnTo>
                <a:lnTo>
                  <a:pt x="4624725" y="99676"/>
                </a:lnTo>
                <a:lnTo>
                  <a:pt x="4624271" y="100735"/>
                </a:lnTo>
                <a:lnTo>
                  <a:pt x="4623743" y="101707"/>
                </a:lnTo>
                <a:lnTo>
                  <a:pt x="4623147" y="102595"/>
                </a:lnTo>
                <a:lnTo>
                  <a:pt x="4622492" y="103404"/>
                </a:lnTo>
                <a:lnTo>
                  <a:pt x="4621784" y="104137"/>
                </a:lnTo>
                <a:lnTo>
                  <a:pt x="4621032" y="104797"/>
                </a:lnTo>
                <a:lnTo>
                  <a:pt x="4620242" y="105387"/>
                </a:lnTo>
                <a:lnTo>
                  <a:pt x="4619423" y="105912"/>
                </a:lnTo>
                <a:lnTo>
                  <a:pt x="4618582" y="106375"/>
                </a:lnTo>
                <a:lnTo>
                  <a:pt x="4617726" y="106780"/>
                </a:lnTo>
                <a:lnTo>
                  <a:pt x="4616863" y="107129"/>
                </a:lnTo>
                <a:lnTo>
                  <a:pt x="4616001" y="107426"/>
                </a:lnTo>
                <a:lnTo>
                  <a:pt x="4615147" y="107676"/>
                </a:lnTo>
                <a:lnTo>
                  <a:pt x="4614308" y="107880"/>
                </a:lnTo>
                <a:lnTo>
                  <a:pt x="4613493" y="108044"/>
                </a:lnTo>
                <a:lnTo>
                  <a:pt x="4612708" y="108170"/>
                </a:lnTo>
                <a:lnTo>
                  <a:pt x="4611961" y="108262"/>
                </a:lnTo>
                <a:lnTo>
                  <a:pt x="4611260" y="108323"/>
                </a:lnTo>
                <a:lnTo>
                  <a:pt x="4610612" y="108357"/>
                </a:lnTo>
                <a:lnTo>
                  <a:pt x="4610025" y="108368"/>
                </a:lnTo>
                <a:lnTo>
                  <a:pt x="4608246" y="108317"/>
                </a:lnTo>
                <a:lnTo>
                  <a:pt x="4606615" y="108168"/>
                </a:lnTo>
                <a:lnTo>
                  <a:pt x="4605125" y="107928"/>
                </a:lnTo>
                <a:lnTo>
                  <a:pt x="4603771" y="107604"/>
                </a:lnTo>
                <a:lnTo>
                  <a:pt x="4602546" y="107202"/>
                </a:lnTo>
                <a:lnTo>
                  <a:pt x="4601443" y="106728"/>
                </a:lnTo>
                <a:lnTo>
                  <a:pt x="4600456" y="106190"/>
                </a:lnTo>
                <a:lnTo>
                  <a:pt x="4599579" y="105594"/>
                </a:lnTo>
                <a:lnTo>
                  <a:pt x="4598805" y="104946"/>
                </a:lnTo>
                <a:lnTo>
                  <a:pt x="4598127" y="104254"/>
                </a:lnTo>
                <a:lnTo>
                  <a:pt x="4597540" y="103523"/>
                </a:lnTo>
                <a:lnTo>
                  <a:pt x="4597036" y="102760"/>
                </a:lnTo>
                <a:lnTo>
                  <a:pt x="4596610" y="101973"/>
                </a:lnTo>
                <a:lnTo>
                  <a:pt x="4596255" y="101167"/>
                </a:lnTo>
                <a:lnTo>
                  <a:pt x="4595964" y="100349"/>
                </a:lnTo>
                <a:lnTo>
                  <a:pt x="4595731" y="99526"/>
                </a:lnTo>
                <a:lnTo>
                  <a:pt x="4595549" y="98704"/>
                </a:lnTo>
                <a:lnTo>
                  <a:pt x="4595413" y="97890"/>
                </a:lnTo>
                <a:lnTo>
                  <a:pt x="4595315" y="97091"/>
                </a:lnTo>
                <a:lnTo>
                  <a:pt x="4595250" y="96313"/>
                </a:lnTo>
                <a:lnTo>
                  <a:pt x="4595210" y="95562"/>
                </a:lnTo>
                <a:lnTo>
                  <a:pt x="4595189" y="94846"/>
                </a:lnTo>
                <a:lnTo>
                  <a:pt x="4595182" y="94171"/>
                </a:lnTo>
                <a:lnTo>
                  <a:pt x="4595181" y="93543"/>
                </a:lnTo>
                <a:lnTo>
                  <a:pt x="4595181" y="47725"/>
                </a:lnTo>
                <a:lnTo>
                  <a:pt x="4626796" y="47725"/>
                </a:lnTo>
                <a:lnTo>
                  <a:pt x="4627167" y="47724"/>
                </a:lnTo>
                <a:lnTo>
                  <a:pt x="4627555" y="47721"/>
                </a:lnTo>
                <a:lnTo>
                  <a:pt x="4627958" y="47714"/>
                </a:lnTo>
                <a:lnTo>
                  <a:pt x="4628372" y="47698"/>
                </a:lnTo>
                <a:lnTo>
                  <a:pt x="4628794" y="47673"/>
                </a:lnTo>
                <a:lnTo>
                  <a:pt x="4629221" y="47634"/>
                </a:lnTo>
                <a:lnTo>
                  <a:pt x="4629651" y="47581"/>
                </a:lnTo>
                <a:lnTo>
                  <a:pt x="4630081" y="47511"/>
                </a:lnTo>
                <a:lnTo>
                  <a:pt x="4630507" y="47420"/>
                </a:lnTo>
                <a:lnTo>
                  <a:pt x="4630928" y="47306"/>
                </a:lnTo>
                <a:lnTo>
                  <a:pt x="4631338" y="47168"/>
                </a:lnTo>
                <a:lnTo>
                  <a:pt x="4631737" y="47002"/>
                </a:lnTo>
                <a:lnTo>
                  <a:pt x="4632121" y="46806"/>
                </a:lnTo>
                <a:lnTo>
                  <a:pt x="4632487" y="46577"/>
                </a:lnTo>
                <a:lnTo>
                  <a:pt x="4632831" y="46313"/>
                </a:lnTo>
                <a:lnTo>
                  <a:pt x="4633152" y="46011"/>
                </a:lnTo>
                <a:lnTo>
                  <a:pt x="4633446" y="45669"/>
                </a:lnTo>
                <a:lnTo>
                  <a:pt x="4633711" y="45285"/>
                </a:lnTo>
                <a:lnTo>
                  <a:pt x="4633943" y="44855"/>
                </a:lnTo>
                <a:lnTo>
                  <a:pt x="4634139" y="44378"/>
                </a:lnTo>
                <a:lnTo>
                  <a:pt x="4634297" y="43850"/>
                </a:lnTo>
                <a:lnTo>
                  <a:pt x="4634413" y="43270"/>
                </a:lnTo>
                <a:lnTo>
                  <a:pt x="4634485" y="42634"/>
                </a:lnTo>
                <a:lnTo>
                  <a:pt x="4634509" y="41941"/>
                </a:lnTo>
                <a:lnTo>
                  <a:pt x="4634486" y="41224"/>
                </a:lnTo>
                <a:lnTo>
                  <a:pt x="4634417" y="40567"/>
                </a:lnTo>
                <a:lnTo>
                  <a:pt x="4634305" y="39968"/>
                </a:lnTo>
                <a:lnTo>
                  <a:pt x="4634152" y="39422"/>
                </a:lnTo>
                <a:lnTo>
                  <a:pt x="4633963" y="38929"/>
                </a:lnTo>
                <a:lnTo>
                  <a:pt x="4633738" y="38485"/>
                </a:lnTo>
                <a:lnTo>
                  <a:pt x="4633482" y="38087"/>
                </a:lnTo>
                <a:lnTo>
                  <a:pt x="4633195" y="37734"/>
                </a:lnTo>
                <a:lnTo>
                  <a:pt x="4632883" y="37422"/>
                </a:lnTo>
                <a:lnTo>
                  <a:pt x="4632546" y="37149"/>
                </a:lnTo>
                <a:lnTo>
                  <a:pt x="4632187" y="36913"/>
                </a:lnTo>
                <a:lnTo>
                  <a:pt x="4631810" y="36710"/>
                </a:lnTo>
                <a:lnTo>
                  <a:pt x="4631417" y="36538"/>
                </a:lnTo>
                <a:lnTo>
                  <a:pt x="4631010" y="36395"/>
                </a:lnTo>
                <a:lnTo>
                  <a:pt x="4630593" y="36278"/>
                </a:lnTo>
                <a:lnTo>
                  <a:pt x="4630167" y="36184"/>
                </a:lnTo>
                <a:lnTo>
                  <a:pt x="4629737" y="36111"/>
                </a:lnTo>
                <a:lnTo>
                  <a:pt x="4629303" y="36056"/>
                </a:lnTo>
                <a:lnTo>
                  <a:pt x="4628870" y="36017"/>
                </a:lnTo>
                <a:lnTo>
                  <a:pt x="4628439" y="35990"/>
                </a:lnTo>
                <a:lnTo>
                  <a:pt x="4628014" y="35974"/>
                </a:lnTo>
                <a:lnTo>
                  <a:pt x="4627596" y="35966"/>
                </a:lnTo>
                <a:lnTo>
                  <a:pt x="4627189" y="35963"/>
                </a:lnTo>
                <a:lnTo>
                  <a:pt x="4626796" y="35963"/>
                </a:lnTo>
                <a:lnTo>
                  <a:pt x="4595181" y="35963"/>
                </a:lnTo>
                <a:lnTo>
                  <a:pt x="4595181" y="20156"/>
                </a:lnTo>
                <a:lnTo>
                  <a:pt x="4595180" y="19695"/>
                </a:lnTo>
                <a:lnTo>
                  <a:pt x="4595177" y="19230"/>
                </a:lnTo>
                <a:lnTo>
                  <a:pt x="4595168" y="18763"/>
                </a:lnTo>
                <a:lnTo>
                  <a:pt x="4595151" y="18297"/>
                </a:lnTo>
                <a:lnTo>
                  <a:pt x="4595122" y="17833"/>
                </a:lnTo>
                <a:lnTo>
                  <a:pt x="4595078" y="17374"/>
                </a:lnTo>
                <a:lnTo>
                  <a:pt x="4595018" y="16921"/>
                </a:lnTo>
                <a:lnTo>
                  <a:pt x="4594938" y="16477"/>
                </a:lnTo>
                <a:lnTo>
                  <a:pt x="4594835" y="16043"/>
                </a:lnTo>
                <a:lnTo>
                  <a:pt x="4594707" y="15623"/>
                </a:lnTo>
                <a:lnTo>
                  <a:pt x="4594550" y="15217"/>
                </a:lnTo>
                <a:lnTo>
                  <a:pt x="4594361" y="14828"/>
                </a:lnTo>
                <a:lnTo>
                  <a:pt x="4594139" y="14459"/>
                </a:lnTo>
                <a:lnTo>
                  <a:pt x="4593879" y="14110"/>
                </a:lnTo>
                <a:lnTo>
                  <a:pt x="4593580" y="13785"/>
                </a:lnTo>
                <a:lnTo>
                  <a:pt x="4593238" y="13485"/>
                </a:lnTo>
                <a:lnTo>
                  <a:pt x="4592850" y="13213"/>
                </a:lnTo>
                <a:lnTo>
                  <a:pt x="4592415" y="12970"/>
                </a:lnTo>
                <a:lnTo>
                  <a:pt x="4591927" y="12759"/>
                </a:lnTo>
                <a:lnTo>
                  <a:pt x="4591386" y="12581"/>
                </a:lnTo>
                <a:lnTo>
                  <a:pt x="4590788" y="12440"/>
                </a:lnTo>
                <a:lnTo>
                  <a:pt x="4590130" y="12336"/>
                </a:lnTo>
                <a:lnTo>
                  <a:pt x="4589410" y="12272"/>
                </a:lnTo>
                <a:lnTo>
                  <a:pt x="4588624" y="12250"/>
                </a:lnTo>
                <a:lnTo>
                  <a:pt x="4587815" y="12271"/>
                </a:lnTo>
                <a:lnTo>
                  <a:pt x="4587074" y="12332"/>
                </a:lnTo>
                <a:lnTo>
                  <a:pt x="4586397" y="12432"/>
                </a:lnTo>
                <a:lnTo>
                  <a:pt x="4585782" y="12568"/>
                </a:lnTo>
                <a:lnTo>
                  <a:pt x="4585225" y="12739"/>
                </a:lnTo>
                <a:lnTo>
                  <a:pt x="4584724" y="12943"/>
                </a:lnTo>
                <a:lnTo>
                  <a:pt x="4584275" y="13178"/>
                </a:lnTo>
                <a:lnTo>
                  <a:pt x="4583877" y="13443"/>
                </a:lnTo>
                <a:lnTo>
                  <a:pt x="4583525" y="13735"/>
                </a:lnTo>
                <a:lnTo>
                  <a:pt x="4583217" y="14052"/>
                </a:lnTo>
                <a:lnTo>
                  <a:pt x="4582950" y="14393"/>
                </a:lnTo>
                <a:lnTo>
                  <a:pt x="4582721" y="14757"/>
                </a:lnTo>
                <a:lnTo>
                  <a:pt x="4582528" y="15140"/>
                </a:lnTo>
                <a:lnTo>
                  <a:pt x="4582366" y="15541"/>
                </a:lnTo>
                <a:lnTo>
                  <a:pt x="4582234" y="15959"/>
                </a:lnTo>
                <a:lnTo>
                  <a:pt x="4582128" y="16392"/>
                </a:lnTo>
                <a:lnTo>
                  <a:pt x="4582046" y="16837"/>
                </a:lnTo>
                <a:lnTo>
                  <a:pt x="4581984" y="17293"/>
                </a:lnTo>
                <a:lnTo>
                  <a:pt x="4581939" y="17758"/>
                </a:lnTo>
                <a:lnTo>
                  <a:pt x="4581909" y="18231"/>
                </a:lnTo>
                <a:lnTo>
                  <a:pt x="4581891" y="18708"/>
                </a:lnTo>
                <a:lnTo>
                  <a:pt x="4581882" y="19190"/>
                </a:lnTo>
                <a:lnTo>
                  <a:pt x="4581879" y="19673"/>
                </a:lnTo>
                <a:lnTo>
                  <a:pt x="4581878" y="20156"/>
                </a:lnTo>
                <a:lnTo>
                  <a:pt x="4581878" y="35963"/>
                </a:lnTo>
                <a:lnTo>
                  <a:pt x="4565104" y="35963"/>
                </a:lnTo>
                <a:lnTo>
                  <a:pt x="4564710" y="35963"/>
                </a:lnTo>
                <a:lnTo>
                  <a:pt x="4564300" y="35966"/>
                </a:lnTo>
                <a:lnTo>
                  <a:pt x="4563879" y="35974"/>
                </a:lnTo>
                <a:lnTo>
                  <a:pt x="4563447" y="35990"/>
                </a:lnTo>
                <a:lnTo>
                  <a:pt x="4563009" y="36017"/>
                </a:lnTo>
                <a:lnTo>
                  <a:pt x="4562567" y="36056"/>
                </a:lnTo>
                <a:lnTo>
                  <a:pt x="4562124" y="36111"/>
                </a:lnTo>
                <a:lnTo>
                  <a:pt x="4561683" y="36184"/>
                </a:lnTo>
                <a:lnTo>
                  <a:pt x="4561247" y="36278"/>
                </a:lnTo>
                <a:lnTo>
                  <a:pt x="4560818" y="36395"/>
                </a:lnTo>
                <a:lnTo>
                  <a:pt x="4560400" y="36538"/>
                </a:lnTo>
                <a:lnTo>
                  <a:pt x="4559995" y="36710"/>
                </a:lnTo>
                <a:lnTo>
                  <a:pt x="4559606" y="36913"/>
                </a:lnTo>
                <a:lnTo>
                  <a:pt x="4559235" y="37149"/>
                </a:lnTo>
                <a:lnTo>
                  <a:pt x="4558887" y="37422"/>
                </a:lnTo>
                <a:lnTo>
                  <a:pt x="4558563" y="37734"/>
                </a:lnTo>
                <a:lnTo>
                  <a:pt x="4558267" y="38087"/>
                </a:lnTo>
                <a:lnTo>
                  <a:pt x="4558001" y="38485"/>
                </a:lnTo>
                <a:lnTo>
                  <a:pt x="4557768" y="38929"/>
                </a:lnTo>
                <a:lnTo>
                  <a:pt x="4557571" y="39422"/>
                </a:lnTo>
                <a:lnTo>
                  <a:pt x="4557413" y="39968"/>
                </a:lnTo>
                <a:lnTo>
                  <a:pt x="4557296" y="40567"/>
                </a:lnTo>
                <a:lnTo>
                  <a:pt x="4557224" y="41224"/>
                </a:lnTo>
                <a:lnTo>
                  <a:pt x="4557200" y="41941"/>
                </a:lnTo>
                <a:lnTo>
                  <a:pt x="4557224" y="42634"/>
                </a:lnTo>
                <a:lnTo>
                  <a:pt x="4557296" y="43270"/>
                </a:lnTo>
                <a:lnTo>
                  <a:pt x="4557412" y="43850"/>
                </a:lnTo>
                <a:lnTo>
                  <a:pt x="4557570" y="44378"/>
                </a:lnTo>
                <a:lnTo>
                  <a:pt x="4557766" y="44855"/>
                </a:lnTo>
                <a:lnTo>
                  <a:pt x="4557998" y="45285"/>
                </a:lnTo>
                <a:lnTo>
                  <a:pt x="4558262" y="45669"/>
                </a:lnTo>
                <a:lnTo>
                  <a:pt x="4558556" y="46011"/>
                </a:lnTo>
                <a:lnTo>
                  <a:pt x="4558877" y="46313"/>
                </a:lnTo>
                <a:lnTo>
                  <a:pt x="4559221" y="46577"/>
                </a:lnTo>
                <a:lnTo>
                  <a:pt x="4559587" y="46806"/>
                </a:lnTo>
                <a:lnTo>
                  <a:pt x="4559970" y="47002"/>
                </a:lnTo>
                <a:lnTo>
                  <a:pt x="4560369" y="47168"/>
                </a:lnTo>
                <a:lnTo>
                  <a:pt x="4560780" y="47306"/>
                </a:lnTo>
                <a:lnTo>
                  <a:pt x="4561200" y="47420"/>
                </a:lnTo>
                <a:lnTo>
                  <a:pt x="4561626" y="47511"/>
                </a:lnTo>
                <a:lnTo>
                  <a:pt x="4562055" y="47581"/>
                </a:lnTo>
                <a:lnTo>
                  <a:pt x="4562485" y="47634"/>
                </a:lnTo>
                <a:lnTo>
                  <a:pt x="4562913" y="47673"/>
                </a:lnTo>
                <a:lnTo>
                  <a:pt x="4563335" y="47698"/>
                </a:lnTo>
                <a:lnTo>
                  <a:pt x="4563748" y="47714"/>
                </a:lnTo>
                <a:lnTo>
                  <a:pt x="4564151" y="47721"/>
                </a:lnTo>
                <a:lnTo>
                  <a:pt x="4564539" y="47724"/>
                </a:lnTo>
                <a:lnTo>
                  <a:pt x="4564910" y="47725"/>
                </a:lnTo>
                <a:lnTo>
                  <a:pt x="4581878" y="47725"/>
                </a:lnTo>
                <a:lnTo>
                  <a:pt x="4581878" y="94699"/>
                </a:lnTo>
                <a:lnTo>
                  <a:pt x="4581946" y="96951"/>
                </a:lnTo>
                <a:lnTo>
                  <a:pt x="4582144" y="99083"/>
                </a:lnTo>
                <a:lnTo>
                  <a:pt x="4582469" y="101100"/>
                </a:lnTo>
                <a:lnTo>
                  <a:pt x="4582914" y="103002"/>
                </a:lnTo>
                <a:lnTo>
                  <a:pt x="4583475" y="104792"/>
                </a:lnTo>
                <a:lnTo>
                  <a:pt x="4584146" y="106472"/>
                </a:lnTo>
                <a:lnTo>
                  <a:pt x="4584922" y="108043"/>
                </a:lnTo>
                <a:lnTo>
                  <a:pt x="4585798" y="109508"/>
                </a:lnTo>
                <a:lnTo>
                  <a:pt x="4586768" y="110869"/>
                </a:lnTo>
                <a:lnTo>
                  <a:pt x="4587827" y="112128"/>
                </a:lnTo>
                <a:lnTo>
                  <a:pt x="4588970" y="113286"/>
                </a:lnTo>
                <a:lnTo>
                  <a:pt x="4590192" y="114346"/>
                </a:lnTo>
                <a:lnTo>
                  <a:pt x="4591486" y="115310"/>
                </a:lnTo>
                <a:lnTo>
                  <a:pt x="4592849" y="116179"/>
                </a:lnTo>
                <a:lnTo>
                  <a:pt x="4594275" y="116956"/>
                </a:lnTo>
                <a:lnTo>
                  <a:pt x="4595758" y="117643"/>
                </a:lnTo>
                <a:lnTo>
                  <a:pt x="4597293" y="118241"/>
                </a:lnTo>
                <a:lnTo>
                  <a:pt x="4598876" y="118754"/>
                </a:lnTo>
                <a:lnTo>
                  <a:pt x="4600500" y="119182"/>
                </a:lnTo>
                <a:lnTo>
                  <a:pt x="4602160" y="119527"/>
                </a:lnTo>
                <a:lnTo>
                  <a:pt x="4603852" y="119793"/>
                </a:lnTo>
                <a:lnTo>
                  <a:pt x="4605569" y="119980"/>
                </a:lnTo>
                <a:lnTo>
                  <a:pt x="4607307" y="120090"/>
                </a:lnTo>
                <a:lnTo>
                  <a:pt x="4609060" y="120127"/>
                </a:lnTo>
                <a:lnTo>
                  <a:pt x="4610849" y="120084"/>
                </a:lnTo>
                <a:lnTo>
                  <a:pt x="4612645" y="119954"/>
                </a:lnTo>
                <a:lnTo>
                  <a:pt x="4614441" y="119737"/>
                </a:lnTo>
                <a:lnTo>
                  <a:pt x="4616228" y="119434"/>
                </a:lnTo>
                <a:lnTo>
                  <a:pt x="4617999" y="119042"/>
                </a:lnTo>
                <a:lnTo>
                  <a:pt x="4619748" y="118564"/>
                </a:lnTo>
                <a:lnTo>
                  <a:pt x="4621467" y="117997"/>
                </a:lnTo>
                <a:lnTo>
                  <a:pt x="4623149" y="117343"/>
                </a:lnTo>
                <a:lnTo>
                  <a:pt x="4624785" y="116600"/>
                </a:lnTo>
                <a:lnTo>
                  <a:pt x="4626369" y="115769"/>
                </a:lnTo>
                <a:lnTo>
                  <a:pt x="4627894" y="114849"/>
                </a:lnTo>
                <a:lnTo>
                  <a:pt x="4629352" y="113840"/>
                </a:lnTo>
                <a:lnTo>
                  <a:pt x="4630735" y="112741"/>
                </a:lnTo>
                <a:lnTo>
                  <a:pt x="4632037" y="111553"/>
                </a:lnTo>
                <a:lnTo>
                  <a:pt x="4633250" y="110276"/>
                </a:lnTo>
                <a:lnTo>
                  <a:pt x="4634366" y="108908"/>
                </a:lnTo>
                <a:lnTo>
                  <a:pt x="4635378" y="107450"/>
                </a:lnTo>
                <a:lnTo>
                  <a:pt x="4636280" y="105902"/>
                </a:lnTo>
                <a:lnTo>
                  <a:pt x="4637063" y="104263"/>
                </a:lnTo>
                <a:lnTo>
                  <a:pt x="4637720" y="102533"/>
                </a:lnTo>
                <a:lnTo>
                  <a:pt x="4638244" y="100712"/>
                </a:lnTo>
                <a:lnTo>
                  <a:pt x="4638627" y="98800"/>
                </a:lnTo>
                <a:lnTo>
                  <a:pt x="4638863" y="96796"/>
                </a:lnTo>
                <a:lnTo>
                  <a:pt x="4638943" y="94699"/>
                </a:lnTo>
                <a:lnTo>
                  <a:pt x="4638942" y="94264"/>
                </a:lnTo>
                <a:lnTo>
                  <a:pt x="4638939" y="93824"/>
                </a:lnTo>
                <a:lnTo>
                  <a:pt x="4638929" y="93382"/>
                </a:lnTo>
                <a:lnTo>
                  <a:pt x="4638911" y="92940"/>
                </a:lnTo>
                <a:lnTo>
                  <a:pt x="4638882" y="92500"/>
                </a:lnTo>
                <a:lnTo>
                  <a:pt x="4638837" y="92064"/>
                </a:lnTo>
                <a:close/>
                <a:moveTo>
                  <a:pt x="3525468" y="92064"/>
                </a:moveTo>
                <a:lnTo>
                  <a:pt x="3525406" y="91634"/>
                </a:lnTo>
                <a:lnTo>
                  <a:pt x="3525323" y="91213"/>
                </a:lnTo>
                <a:lnTo>
                  <a:pt x="3525217" y="90801"/>
                </a:lnTo>
                <a:lnTo>
                  <a:pt x="3525085" y="90401"/>
                </a:lnTo>
                <a:lnTo>
                  <a:pt x="3524923" y="90015"/>
                </a:lnTo>
                <a:lnTo>
                  <a:pt x="3524730" y="89646"/>
                </a:lnTo>
                <a:lnTo>
                  <a:pt x="3524501" y="89294"/>
                </a:lnTo>
                <a:lnTo>
                  <a:pt x="3524234" y="88963"/>
                </a:lnTo>
                <a:lnTo>
                  <a:pt x="3523926" y="88653"/>
                </a:lnTo>
                <a:lnTo>
                  <a:pt x="3523574" y="88368"/>
                </a:lnTo>
                <a:lnTo>
                  <a:pt x="3523175" y="88108"/>
                </a:lnTo>
                <a:lnTo>
                  <a:pt x="3522726" y="87877"/>
                </a:lnTo>
                <a:lnTo>
                  <a:pt x="3522225" y="87676"/>
                </a:lnTo>
                <a:lnTo>
                  <a:pt x="3521668" y="87507"/>
                </a:lnTo>
                <a:lnTo>
                  <a:pt x="3521052" y="87372"/>
                </a:lnTo>
                <a:lnTo>
                  <a:pt x="3520375" y="87273"/>
                </a:lnTo>
                <a:lnTo>
                  <a:pt x="3519634" y="87212"/>
                </a:lnTo>
                <a:lnTo>
                  <a:pt x="3518825" y="87191"/>
                </a:lnTo>
                <a:lnTo>
                  <a:pt x="3518061" y="87212"/>
                </a:lnTo>
                <a:lnTo>
                  <a:pt x="3517360" y="87273"/>
                </a:lnTo>
                <a:lnTo>
                  <a:pt x="3516717" y="87372"/>
                </a:lnTo>
                <a:lnTo>
                  <a:pt x="3516131" y="87506"/>
                </a:lnTo>
                <a:lnTo>
                  <a:pt x="3515599" y="87674"/>
                </a:lnTo>
                <a:lnTo>
                  <a:pt x="3515118" y="87874"/>
                </a:lnTo>
                <a:lnTo>
                  <a:pt x="3514685" y="88104"/>
                </a:lnTo>
                <a:lnTo>
                  <a:pt x="3514299" y="88361"/>
                </a:lnTo>
                <a:lnTo>
                  <a:pt x="3513956" y="88643"/>
                </a:lnTo>
                <a:lnTo>
                  <a:pt x="3513654" y="88949"/>
                </a:lnTo>
                <a:lnTo>
                  <a:pt x="3513390" y="89276"/>
                </a:lnTo>
                <a:lnTo>
                  <a:pt x="3513163" y="89622"/>
                </a:lnTo>
                <a:lnTo>
                  <a:pt x="3512968" y="89985"/>
                </a:lnTo>
                <a:lnTo>
                  <a:pt x="3512804" y="90363"/>
                </a:lnTo>
                <a:lnTo>
                  <a:pt x="3512667" y="90753"/>
                </a:lnTo>
                <a:lnTo>
                  <a:pt x="3512556" y="91155"/>
                </a:lnTo>
                <a:lnTo>
                  <a:pt x="3512468" y="91565"/>
                </a:lnTo>
                <a:lnTo>
                  <a:pt x="3512400" y="91982"/>
                </a:lnTo>
                <a:lnTo>
                  <a:pt x="3512350" y="92404"/>
                </a:lnTo>
                <a:lnTo>
                  <a:pt x="3512314" y="92828"/>
                </a:lnTo>
                <a:lnTo>
                  <a:pt x="3512291" y="93252"/>
                </a:lnTo>
                <a:lnTo>
                  <a:pt x="3512278" y="93674"/>
                </a:lnTo>
                <a:lnTo>
                  <a:pt x="3512272" y="94093"/>
                </a:lnTo>
                <a:lnTo>
                  <a:pt x="3512271" y="94505"/>
                </a:lnTo>
                <a:lnTo>
                  <a:pt x="3512192" y="95946"/>
                </a:lnTo>
                <a:lnTo>
                  <a:pt x="3512008" y="97285"/>
                </a:lnTo>
                <a:lnTo>
                  <a:pt x="3511727" y="98528"/>
                </a:lnTo>
                <a:lnTo>
                  <a:pt x="3511355" y="99676"/>
                </a:lnTo>
                <a:lnTo>
                  <a:pt x="3510902" y="100735"/>
                </a:lnTo>
                <a:lnTo>
                  <a:pt x="3510373" y="101707"/>
                </a:lnTo>
                <a:lnTo>
                  <a:pt x="3509778" y="102595"/>
                </a:lnTo>
                <a:lnTo>
                  <a:pt x="3509122" y="103404"/>
                </a:lnTo>
                <a:lnTo>
                  <a:pt x="3508415" y="104137"/>
                </a:lnTo>
                <a:lnTo>
                  <a:pt x="3507662" y="104797"/>
                </a:lnTo>
                <a:lnTo>
                  <a:pt x="3506873" y="105387"/>
                </a:lnTo>
                <a:lnTo>
                  <a:pt x="3506054" y="105912"/>
                </a:lnTo>
                <a:lnTo>
                  <a:pt x="3505213" y="106375"/>
                </a:lnTo>
                <a:lnTo>
                  <a:pt x="3504357" y="106780"/>
                </a:lnTo>
                <a:lnTo>
                  <a:pt x="3503494" y="107129"/>
                </a:lnTo>
                <a:lnTo>
                  <a:pt x="3502632" y="107426"/>
                </a:lnTo>
                <a:lnTo>
                  <a:pt x="3501778" y="107676"/>
                </a:lnTo>
                <a:lnTo>
                  <a:pt x="3500939" y="107880"/>
                </a:lnTo>
                <a:lnTo>
                  <a:pt x="3500123" y="108044"/>
                </a:lnTo>
                <a:lnTo>
                  <a:pt x="3499338" y="108170"/>
                </a:lnTo>
                <a:lnTo>
                  <a:pt x="3498592" y="108262"/>
                </a:lnTo>
                <a:lnTo>
                  <a:pt x="3497890" y="108323"/>
                </a:lnTo>
                <a:lnTo>
                  <a:pt x="3497243" y="108357"/>
                </a:lnTo>
                <a:lnTo>
                  <a:pt x="3496656" y="108368"/>
                </a:lnTo>
                <a:lnTo>
                  <a:pt x="3494876" y="108317"/>
                </a:lnTo>
                <a:lnTo>
                  <a:pt x="3493245" y="108168"/>
                </a:lnTo>
                <a:lnTo>
                  <a:pt x="3491756" y="107928"/>
                </a:lnTo>
                <a:lnTo>
                  <a:pt x="3490402" y="107604"/>
                </a:lnTo>
                <a:lnTo>
                  <a:pt x="3489177" y="107202"/>
                </a:lnTo>
                <a:lnTo>
                  <a:pt x="3488074" y="106728"/>
                </a:lnTo>
                <a:lnTo>
                  <a:pt x="3487087" y="106190"/>
                </a:lnTo>
                <a:lnTo>
                  <a:pt x="3486210" y="105594"/>
                </a:lnTo>
                <a:lnTo>
                  <a:pt x="3485435" y="104946"/>
                </a:lnTo>
                <a:lnTo>
                  <a:pt x="3484758" y="104254"/>
                </a:lnTo>
                <a:lnTo>
                  <a:pt x="3484171" y="103523"/>
                </a:lnTo>
                <a:lnTo>
                  <a:pt x="3483667" y="102760"/>
                </a:lnTo>
                <a:lnTo>
                  <a:pt x="3483241" y="101973"/>
                </a:lnTo>
                <a:lnTo>
                  <a:pt x="3482885" y="101167"/>
                </a:lnTo>
                <a:lnTo>
                  <a:pt x="3482594" y="100349"/>
                </a:lnTo>
                <a:lnTo>
                  <a:pt x="3482361" y="99526"/>
                </a:lnTo>
                <a:lnTo>
                  <a:pt x="3482180" y="98704"/>
                </a:lnTo>
                <a:lnTo>
                  <a:pt x="3482043" y="97890"/>
                </a:lnTo>
                <a:lnTo>
                  <a:pt x="3481946" y="97091"/>
                </a:lnTo>
                <a:lnTo>
                  <a:pt x="3481880" y="96313"/>
                </a:lnTo>
                <a:lnTo>
                  <a:pt x="3481840" y="95562"/>
                </a:lnTo>
                <a:lnTo>
                  <a:pt x="3481820" y="94846"/>
                </a:lnTo>
                <a:lnTo>
                  <a:pt x="3481812" y="94171"/>
                </a:lnTo>
                <a:lnTo>
                  <a:pt x="3481811" y="93543"/>
                </a:lnTo>
                <a:lnTo>
                  <a:pt x="3481811" y="47725"/>
                </a:lnTo>
                <a:lnTo>
                  <a:pt x="3513427" y="47725"/>
                </a:lnTo>
                <a:lnTo>
                  <a:pt x="3513798" y="47724"/>
                </a:lnTo>
                <a:lnTo>
                  <a:pt x="3514186" y="47721"/>
                </a:lnTo>
                <a:lnTo>
                  <a:pt x="3514588" y="47714"/>
                </a:lnTo>
                <a:lnTo>
                  <a:pt x="3515002" y="47698"/>
                </a:lnTo>
                <a:lnTo>
                  <a:pt x="3515424" y="47673"/>
                </a:lnTo>
                <a:lnTo>
                  <a:pt x="3515852" y="47634"/>
                </a:lnTo>
                <a:lnTo>
                  <a:pt x="3516282" y="47581"/>
                </a:lnTo>
                <a:lnTo>
                  <a:pt x="3516712" y="47511"/>
                </a:lnTo>
                <a:lnTo>
                  <a:pt x="3517138" y="47420"/>
                </a:lnTo>
                <a:lnTo>
                  <a:pt x="3517558" y="47306"/>
                </a:lnTo>
                <a:lnTo>
                  <a:pt x="3517969" y="47168"/>
                </a:lnTo>
                <a:lnTo>
                  <a:pt x="3518368" y="47002"/>
                </a:lnTo>
                <a:lnTo>
                  <a:pt x="3518751" y="46806"/>
                </a:lnTo>
                <a:lnTo>
                  <a:pt x="3519117" y="46577"/>
                </a:lnTo>
                <a:lnTo>
                  <a:pt x="3519462" y="46313"/>
                </a:lnTo>
                <a:lnTo>
                  <a:pt x="3519783" y="46011"/>
                </a:lnTo>
                <a:lnTo>
                  <a:pt x="3520077" y="45669"/>
                </a:lnTo>
                <a:lnTo>
                  <a:pt x="3520341" y="45285"/>
                </a:lnTo>
                <a:lnTo>
                  <a:pt x="3520573" y="44855"/>
                </a:lnTo>
                <a:lnTo>
                  <a:pt x="3520769" y="44378"/>
                </a:lnTo>
                <a:lnTo>
                  <a:pt x="3520927" y="43850"/>
                </a:lnTo>
                <a:lnTo>
                  <a:pt x="3521043" y="43270"/>
                </a:lnTo>
                <a:lnTo>
                  <a:pt x="3521115" y="42634"/>
                </a:lnTo>
                <a:lnTo>
                  <a:pt x="3521140" y="41941"/>
                </a:lnTo>
                <a:lnTo>
                  <a:pt x="3521116" y="41224"/>
                </a:lnTo>
                <a:lnTo>
                  <a:pt x="3521047" y="40567"/>
                </a:lnTo>
                <a:lnTo>
                  <a:pt x="3520935" y="39968"/>
                </a:lnTo>
                <a:lnTo>
                  <a:pt x="3520783" y="39422"/>
                </a:lnTo>
                <a:lnTo>
                  <a:pt x="3520593" y="38929"/>
                </a:lnTo>
                <a:lnTo>
                  <a:pt x="3520369" y="38485"/>
                </a:lnTo>
                <a:lnTo>
                  <a:pt x="3520112" y="38087"/>
                </a:lnTo>
                <a:lnTo>
                  <a:pt x="3519826" y="37734"/>
                </a:lnTo>
                <a:lnTo>
                  <a:pt x="3519513" y="37422"/>
                </a:lnTo>
                <a:lnTo>
                  <a:pt x="3519176" y="37149"/>
                </a:lnTo>
                <a:lnTo>
                  <a:pt x="3518818" y="36913"/>
                </a:lnTo>
                <a:lnTo>
                  <a:pt x="3518441" y="36710"/>
                </a:lnTo>
                <a:lnTo>
                  <a:pt x="3518047" y="36538"/>
                </a:lnTo>
                <a:lnTo>
                  <a:pt x="3517641" y="36395"/>
                </a:lnTo>
                <a:lnTo>
                  <a:pt x="3517223" y="36278"/>
                </a:lnTo>
                <a:lnTo>
                  <a:pt x="3516798" y="36184"/>
                </a:lnTo>
                <a:lnTo>
                  <a:pt x="3516367" y="36111"/>
                </a:lnTo>
                <a:lnTo>
                  <a:pt x="3515934" y="36056"/>
                </a:lnTo>
                <a:lnTo>
                  <a:pt x="3515500" y="36017"/>
                </a:lnTo>
                <a:lnTo>
                  <a:pt x="3515069" y="35990"/>
                </a:lnTo>
                <a:lnTo>
                  <a:pt x="3514644" y="35974"/>
                </a:lnTo>
                <a:lnTo>
                  <a:pt x="3514227" y="35966"/>
                </a:lnTo>
                <a:lnTo>
                  <a:pt x="3513820" y="35963"/>
                </a:lnTo>
                <a:lnTo>
                  <a:pt x="3513427" y="35963"/>
                </a:lnTo>
                <a:lnTo>
                  <a:pt x="3481811" y="35963"/>
                </a:lnTo>
                <a:lnTo>
                  <a:pt x="3481811" y="20156"/>
                </a:lnTo>
                <a:lnTo>
                  <a:pt x="3481811" y="19695"/>
                </a:lnTo>
                <a:lnTo>
                  <a:pt x="3481808" y="19230"/>
                </a:lnTo>
                <a:lnTo>
                  <a:pt x="3481799" y="18763"/>
                </a:lnTo>
                <a:lnTo>
                  <a:pt x="3481781" y="18297"/>
                </a:lnTo>
                <a:lnTo>
                  <a:pt x="3481752" y="17833"/>
                </a:lnTo>
                <a:lnTo>
                  <a:pt x="3481709" y="17374"/>
                </a:lnTo>
                <a:lnTo>
                  <a:pt x="3481649" y="16921"/>
                </a:lnTo>
                <a:lnTo>
                  <a:pt x="3481569" y="16477"/>
                </a:lnTo>
                <a:lnTo>
                  <a:pt x="3481466" y="16043"/>
                </a:lnTo>
                <a:lnTo>
                  <a:pt x="3481337" y="15623"/>
                </a:lnTo>
                <a:lnTo>
                  <a:pt x="3481180" y="15217"/>
                </a:lnTo>
                <a:lnTo>
                  <a:pt x="3480992" y="14828"/>
                </a:lnTo>
                <a:lnTo>
                  <a:pt x="3480769" y="14459"/>
                </a:lnTo>
                <a:lnTo>
                  <a:pt x="3480510" y="14110"/>
                </a:lnTo>
                <a:lnTo>
                  <a:pt x="3480211" y="13785"/>
                </a:lnTo>
                <a:lnTo>
                  <a:pt x="3479869" y="13485"/>
                </a:lnTo>
                <a:lnTo>
                  <a:pt x="3479481" y="13213"/>
                </a:lnTo>
                <a:lnTo>
                  <a:pt x="3479045" y="12970"/>
                </a:lnTo>
                <a:lnTo>
                  <a:pt x="3478558" y="12759"/>
                </a:lnTo>
                <a:lnTo>
                  <a:pt x="3478017" y="12581"/>
                </a:lnTo>
                <a:lnTo>
                  <a:pt x="3477419" y="12440"/>
                </a:lnTo>
                <a:lnTo>
                  <a:pt x="3476761" y="12336"/>
                </a:lnTo>
                <a:lnTo>
                  <a:pt x="3476040" y="12272"/>
                </a:lnTo>
                <a:lnTo>
                  <a:pt x="3475254" y="12250"/>
                </a:lnTo>
                <a:lnTo>
                  <a:pt x="3474446" y="12271"/>
                </a:lnTo>
                <a:lnTo>
                  <a:pt x="3473704" y="12332"/>
                </a:lnTo>
                <a:lnTo>
                  <a:pt x="3473028" y="12432"/>
                </a:lnTo>
                <a:lnTo>
                  <a:pt x="3472412" y="12568"/>
                </a:lnTo>
                <a:lnTo>
                  <a:pt x="3471856" y="12739"/>
                </a:lnTo>
                <a:lnTo>
                  <a:pt x="3471354" y="12943"/>
                </a:lnTo>
                <a:lnTo>
                  <a:pt x="3470906" y="13178"/>
                </a:lnTo>
                <a:lnTo>
                  <a:pt x="3470507" y="13443"/>
                </a:lnTo>
                <a:lnTo>
                  <a:pt x="3470156" y="13735"/>
                </a:lnTo>
                <a:lnTo>
                  <a:pt x="3469848" y="14052"/>
                </a:lnTo>
                <a:lnTo>
                  <a:pt x="3469581" y="14393"/>
                </a:lnTo>
                <a:lnTo>
                  <a:pt x="3469352" y="14757"/>
                </a:lnTo>
                <a:lnTo>
                  <a:pt x="3469158" y="15140"/>
                </a:lnTo>
                <a:lnTo>
                  <a:pt x="3468997" y="15541"/>
                </a:lnTo>
                <a:lnTo>
                  <a:pt x="3468864" y="15959"/>
                </a:lnTo>
                <a:lnTo>
                  <a:pt x="3468759" y="16392"/>
                </a:lnTo>
                <a:lnTo>
                  <a:pt x="3468676" y="16837"/>
                </a:lnTo>
                <a:lnTo>
                  <a:pt x="3468614" y="17293"/>
                </a:lnTo>
                <a:lnTo>
                  <a:pt x="3468570" y="17758"/>
                </a:lnTo>
                <a:lnTo>
                  <a:pt x="3468540" y="18231"/>
                </a:lnTo>
                <a:lnTo>
                  <a:pt x="3468522" y="18708"/>
                </a:lnTo>
                <a:lnTo>
                  <a:pt x="3468513" y="19190"/>
                </a:lnTo>
                <a:lnTo>
                  <a:pt x="3468509" y="19673"/>
                </a:lnTo>
                <a:lnTo>
                  <a:pt x="3468509" y="20156"/>
                </a:lnTo>
                <a:lnTo>
                  <a:pt x="3468509" y="35963"/>
                </a:lnTo>
                <a:lnTo>
                  <a:pt x="3451735" y="35963"/>
                </a:lnTo>
                <a:lnTo>
                  <a:pt x="3451340" y="35963"/>
                </a:lnTo>
                <a:lnTo>
                  <a:pt x="3450931" y="35966"/>
                </a:lnTo>
                <a:lnTo>
                  <a:pt x="3450509" y="35974"/>
                </a:lnTo>
                <a:lnTo>
                  <a:pt x="3450078" y="35990"/>
                </a:lnTo>
                <a:lnTo>
                  <a:pt x="3449640" y="36017"/>
                </a:lnTo>
                <a:lnTo>
                  <a:pt x="3449198" y="36056"/>
                </a:lnTo>
                <a:lnTo>
                  <a:pt x="3448755" y="36111"/>
                </a:lnTo>
                <a:lnTo>
                  <a:pt x="3448314" y="36184"/>
                </a:lnTo>
                <a:lnTo>
                  <a:pt x="3447878" y="36278"/>
                </a:lnTo>
                <a:lnTo>
                  <a:pt x="3447449" y="36395"/>
                </a:lnTo>
                <a:lnTo>
                  <a:pt x="3447030" y="36538"/>
                </a:lnTo>
                <a:lnTo>
                  <a:pt x="3446625" y="36710"/>
                </a:lnTo>
                <a:lnTo>
                  <a:pt x="3446236" y="36913"/>
                </a:lnTo>
                <a:lnTo>
                  <a:pt x="3445866" y="37149"/>
                </a:lnTo>
                <a:lnTo>
                  <a:pt x="3445518" y="37422"/>
                </a:lnTo>
                <a:lnTo>
                  <a:pt x="3445194" y="37734"/>
                </a:lnTo>
                <a:lnTo>
                  <a:pt x="3444897" y="38087"/>
                </a:lnTo>
                <a:lnTo>
                  <a:pt x="3444631" y="38485"/>
                </a:lnTo>
                <a:lnTo>
                  <a:pt x="3444398" y="38929"/>
                </a:lnTo>
                <a:lnTo>
                  <a:pt x="3444201" y="39422"/>
                </a:lnTo>
                <a:lnTo>
                  <a:pt x="3444043" y="39968"/>
                </a:lnTo>
                <a:lnTo>
                  <a:pt x="3443927" y="40567"/>
                </a:lnTo>
                <a:lnTo>
                  <a:pt x="3443855" y="41224"/>
                </a:lnTo>
                <a:lnTo>
                  <a:pt x="3443830" y="41941"/>
                </a:lnTo>
                <a:lnTo>
                  <a:pt x="3443855" y="42634"/>
                </a:lnTo>
                <a:lnTo>
                  <a:pt x="3443927" y="43270"/>
                </a:lnTo>
                <a:lnTo>
                  <a:pt x="3444043" y="43850"/>
                </a:lnTo>
                <a:lnTo>
                  <a:pt x="3444201" y="44378"/>
                </a:lnTo>
                <a:lnTo>
                  <a:pt x="3444397" y="44855"/>
                </a:lnTo>
                <a:lnTo>
                  <a:pt x="3444628" y="45285"/>
                </a:lnTo>
                <a:lnTo>
                  <a:pt x="3444893" y="45669"/>
                </a:lnTo>
                <a:lnTo>
                  <a:pt x="3445187" y="46011"/>
                </a:lnTo>
                <a:lnTo>
                  <a:pt x="3445507" y="46313"/>
                </a:lnTo>
                <a:lnTo>
                  <a:pt x="3445852" y="46577"/>
                </a:lnTo>
                <a:lnTo>
                  <a:pt x="3446217" y="46806"/>
                </a:lnTo>
                <a:lnTo>
                  <a:pt x="3446601" y="47002"/>
                </a:lnTo>
                <a:lnTo>
                  <a:pt x="3447000" y="47168"/>
                </a:lnTo>
                <a:lnTo>
                  <a:pt x="3447410" y="47306"/>
                </a:lnTo>
                <a:lnTo>
                  <a:pt x="3447830" y="47420"/>
                </a:lnTo>
                <a:lnTo>
                  <a:pt x="3448256" y="47511"/>
                </a:lnTo>
                <a:lnTo>
                  <a:pt x="3448686" y="47581"/>
                </a:lnTo>
                <a:lnTo>
                  <a:pt x="3449116" y="47634"/>
                </a:lnTo>
                <a:lnTo>
                  <a:pt x="3449543" y="47673"/>
                </a:lnTo>
                <a:lnTo>
                  <a:pt x="3449965" y="47698"/>
                </a:lnTo>
                <a:lnTo>
                  <a:pt x="3450379" y="47714"/>
                </a:lnTo>
                <a:lnTo>
                  <a:pt x="3450781" y="47721"/>
                </a:lnTo>
                <a:lnTo>
                  <a:pt x="3451170" y="47724"/>
                </a:lnTo>
                <a:lnTo>
                  <a:pt x="3451541" y="47725"/>
                </a:lnTo>
                <a:lnTo>
                  <a:pt x="3468509" y="47725"/>
                </a:lnTo>
                <a:lnTo>
                  <a:pt x="3468509" y="94699"/>
                </a:lnTo>
                <a:lnTo>
                  <a:pt x="3468576" y="96951"/>
                </a:lnTo>
                <a:lnTo>
                  <a:pt x="3468775" y="99083"/>
                </a:lnTo>
                <a:lnTo>
                  <a:pt x="3469099" y="101100"/>
                </a:lnTo>
                <a:lnTo>
                  <a:pt x="3469545" y="103002"/>
                </a:lnTo>
                <a:lnTo>
                  <a:pt x="3470106" y="104792"/>
                </a:lnTo>
                <a:lnTo>
                  <a:pt x="3470777" y="106472"/>
                </a:lnTo>
                <a:lnTo>
                  <a:pt x="3471553" y="108043"/>
                </a:lnTo>
                <a:lnTo>
                  <a:pt x="3472428" y="109508"/>
                </a:lnTo>
                <a:lnTo>
                  <a:pt x="3473399" y="110869"/>
                </a:lnTo>
                <a:lnTo>
                  <a:pt x="3474458" y="112128"/>
                </a:lnTo>
                <a:lnTo>
                  <a:pt x="3475601" y="113286"/>
                </a:lnTo>
                <a:lnTo>
                  <a:pt x="3476822" y="114346"/>
                </a:lnTo>
                <a:lnTo>
                  <a:pt x="3478117" y="115310"/>
                </a:lnTo>
                <a:lnTo>
                  <a:pt x="3479480" y="116179"/>
                </a:lnTo>
                <a:lnTo>
                  <a:pt x="3480906" y="116956"/>
                </a:lnTo>
                <a:lnTo>
                  <a:pt x="3482389" y="117643"/>
                </a:lnTo>
                <a:lnTo>
                  <a:pt x="3483924" y="118241"/>
                </a:lnTo>
                <a:lnTo>
                  <a:pt x="3485506" y="118754"/>
                </a:lnTo>
                <a:lnTo>
                  <a:pt x="3487130" y="119182"/>
                </a:lnTo>
                <a:lnTo>
                  <a:pt x="3488791" y="119527"/>
                </a:lnTo>
                <a:lnTo>
                  <a:pt x="3490482" y="119793"/>
                </a:lnTo>
                <a:lnTo>
                  <a:pt x="3492199" y="119980"/>
                </a:lnTo>
                <a:lnTo>
                  <a:pt x="3493937" y="120090"/>
                </a:lnTo>
                <a:lnTo>
                  <a:pt x="3495691" y="120127"/>
                </a:lnTo>
                <a:lnTo>
                  <a:pt x="3497480" y="120084"/>
                </a:lnTo>
                <a:lnTo>
                  <a:pt x="3499276" y="119954"/>
                </a:lnTo>
                <a:lnTo>
                  <a:pt x="3501071" y="119737"/>
                </a:lnTo>
                <a:lnTo>
                  <a:pt x="3502858" y="119434"/>
                </a:lnTo>
                <a:lnTo>
                  <a:pt x="3504630" y="119042"/>
                </a:lnTo>
                <a:lnTo>
                  <a:pt x="3506379" y="118564"/>
                </a:lnTo>
                <a:lnTo>
                  <a:pt x="3508098" y="117997"/>
                </a:lnTo>
                <a:lnTo>
                  <a:pt x="3509779" y="117343"/>
                </a:lnTo>
                <a:lnTo>
                  <a:pt x="3511416" y="116600"/>
                </a:lnTo>
                <a:lnTo>
                  <a:pt x="3513000" y="115769"/>
                </a:lnTo>
                <a:lnTo>
                  <a:pt x="3514525" y="114849"/>
                </a:lnTo>
                <a:lnTo>
                  <a:pt x="3515982" y="113840"/>
                </a:lnTo>
                <a:lnTo>
                  <a:pt x="3517366" y="112741"/>
                </a:lnTo>
                <a:lnTo>
                  <a:pt x="3518667" y="111553"/>
                </a:lnTo>
                <a:lnTo>
                  <a:pt x="3519880" y="110276"/>
                </a:lnTo>
                <a:lnTo>
                  <a:pt x="3520996" y="108908"/>
                </a:lnTo>
                <a:lnTo>
                  <a:pt x="3522009" y="107450"/>
                </a:lnTo>
                <a:lnTo>
                  <a:pt x="3522910" y="105902"/>
                </a:lnTo>
                <a:lnTo>
                  <a:pt x="3523693" y="104263"/>
                </a:lnTo>
                <a:lnTo>
                  <a:pt x="3524351" y="102533"/>
                </a:lnTo>
                <a:lnTo>
                  <a:pt x="3524874" y="100712"/>
                </a:lnTo>
                <a:lnTo>
                  <a:pt x="3525258" y="98800"/>
                </a:lnTo>
                <a:lnTo>
                  <a:pt x="3525493" y="96796"/>
                </a:lnTo>
                <a:lnTo>
                  <a:pt x="3525573" y="94699"/>
                </a:lnTo>
                <a:lnTo>
                  <a:pt x="3525573" y="94264"/>
                </a:lnTo>
                <a:lnTo>
                  <a:pt x="3525569" y="93824"/>
                </a:lnTo>
                <a:lnTo>
                  <a:pt x="3525560" y="93382"/>
                </a:lnTo>
                <a:lnTo>
                  <a:pt x="3525542" y="92940"/>
                </a:lnTo>
                <a:lnTo>
                  <a:pt x="3525512" y="92500"/>
                </a:lnTo>
                <a:lnTo>
                  <a:pt x="3525468" y="92064"/>
                </a:lnTo>
                <a:close/>
                <a:moveTo>
                  <a:pt x="2625980" y="109759"/>
                </a:moveTo>
                <a:lnTo>
                  <a:pt x="2625714" y="109362"/>
                </a:lnTo>
                <a:lnTo>
                  <a:pt x="2625418" y="109009"/>
                </a:lnTo>
                <a:lnTo>
                  <a:pt x="2625094" y="108697"/>
                </a:lnTo>
                <a:lnTo>
                  <a:pt x="2624746" y="108424"/>
                </a:lnTo>
                <a:lnTo>
                  <a:pt x="2624375" y="108188"/>
                </a:lnTo>
                <a:lnTo>
                  <a:pt x="2623986" y="107985"/>
                </a:lnTo>
                <a:lnTo>
                  <a:pt x="2623581" y="107813"/>
                </a:lnTo>
                <a:lnTo>
                  <a:pt x="2623163" y="107670"/>
                </a:lnTo>
                <a:lnTo>
                  <a:pt x="2622734" y="107553"/>
                </a:lnTo>
                <a:lnTo>
                  <a:pt x="2622298" y="107459"/>
                </a:lnTo>
                <a:lnTo>
                  <a:pt x="2621857" y="107386"/>
                </a:lnTo>
                <a:lnTo>
                  <a:pt x="2621414" y="107331"/>
                </a:lnTo>
                <a:lnTo>
                  <a:pt x="2620972" y="107292"/>
                </a:lnTo>
                <a:lnTo>
                  <a:pt x="2620534" y="107266"/>
                </a:lnTo>
                <a:lnTo>
                  <a:pt x="2620102" y="107250"/>
                </a:lnTo>
                <a:lnTo>
                  <a:pt x="2619681" y="107242"/>
                </a:lnTo>
                <a:lnTo>
                  <a:pt x="2619271" y="107239"/>
                </a:lnTo>
                <a:lnTo>
                  <a:pt x="2618877" y="107238"/>
                </a:lnTo>
                <a:lnTo>
                  <a:pt x="2610393" y="107238"/>
                </a:lnTo>
                <a:lnTo>
                  <a:pt x="2610393" y="62576"/>
                </a:lnTo>
                <a:lnTo>
                  <a:pt x="2610342" y="60203"/>
                </a:lnTo>
                <a:lnTo>
                  <a:pt x="2610191" y="57944"/>
                </a:lnTo>
                <a:lnTo>
                  <a:pt x="2609941" y="55800"/>
                </a:lnTo>
                <a:lnTo>
                  <a:pt x="2609594" y="53768"/>
                </a:lnTo>
                <a:lnTo>
                  <a:pt x="2609153" y="51847"/>
                </a:lnTo>
                <a:lnTo>
                  <a:pt x="2608619" y="50036"/>
                </a:lnTo>
                <a:lnTo>
                  <a:pt x="2607994" y="48334"/>
                </a:lnTo>
                <a:lnTo>
                  <a:pt x="2607280" y="46739"/>
                </a:lnTo>
                <a:lnTo>
                  <a:pt x="2606479" y="45251"/>
                </a:lnTo>
                <a:lnTo>
                  <a:pt x="2605593" y="43867"/>
                </a:lnTo>
                <a:lnTo>
                  <a:pt x="2604624" y="42588"/>
                </a:lnTo>
                <a:lnTo>
                  <a:pt x="2603573" y="41411"/>
                </a:lnTo>
                <a:lnTo>
                  <a:pt x="2602444" y="40335"/>
                </a:lnTo>
                <a:lnTo>
                  <a:pt x="2601237" y="39360"/>
                </a:lnTo>
                <a:lnTo>
                  <a:pt x="2599954" y="38483"/>
                </a:lnTo>
                <a:lnTo>
                  <a:pt x="2598598" y="37704"/>
                </a:lnTo>
                <a:lnTo>
                  <a:pt x="2597170" y="37021"/>
                </a:lnTo>
                <a:lnTo>
                  <a:pt x="2595673" y="36433"/>
                </a:lnTo>
                <a:lnTo>
                  <a:pt x="2594107" y="35939"/>
                </a:lnTo>
                <a:lnTo>
                  <a:pt x="2592476" y="35537"/>
                </a:lnTo>
                <a:lnTo>
                  <a:pt x="2590781" y="35227"/>
                </a:lnTo>
                <a:lnTo>
                  <a:pt x="2589024" y="35007"/>
                </a:lnTo>
                <a:lnTo>
                  <a:pt x="2587207" y="34876"/>
                </a:lnTo>
                <a:lnTo>
                  <a:pt x="2585332" y="34833"/>
                </a:lnTo>
                <a:lnTo>
                  <a:pt x="2583739" y="34867"/>
                </a:lnTo>
                <a:lnTo>
                  <a:pt x="2582191" y="34964"/>
                </a:lnTo>
                <a:lnTo>
                  <a:pt x="2580688" y="35122"/>
                </a:lnTo>
                <a:lnTo>
                  <a:pt x="2579230" y="35336"/>
                </a:lnTo>
                <a:lnTo>
                  <a:pt x="2577818" y="35601"/>
                </a:lnTo>
                <a:lnTo>
                  <a:pt x="2576451" y="35915"/>
                </a:lnTo>
                <a:lnTo>
                  <a:pt x="2575131" y="36272"/>
                </a:lnTo>
                <a:lnTo>
                  <a:pt x="2573857" y="36669"/>
                </a:lnTo>
                <a:lnTo>
                  <a:pt x="2572630" y="37101"/>
                </a:lnTo>
                <a:lnTo>
                  <a:pt x="2571450" y="37565"/>
                </a:lnTo>
                <a:lnTo>
                  <a:pt x="2570318" y="38056"/>
                </a:lnTo>
                <a:lnTo>
                  <a:pt x="2569233" y="38570"/>
                </a:lnTo>
                <a:lnTo>
                  <a:pt x="2568197" y="39103"/>
                </a:lnTo>
                <a:lnTo>
                  <a:pt x="2567209" y="39651"/>
                </a:lnTo>
                <a:lnTo>
                  <a:pt x="2566270" y="40210"/>
                </a:lnTo>
                <a:lnTo>
                  <a:pt x="2565381" y="40776"/>
                </a:lnTo>
                <a:lnTo>
                  <a:pt x="2564541" y="41344"/>
                </a:lnTo>
                <a:lnTo>
                  <a:pt x="2563750" y="41911"/>
                </a:lnTo>
                <a:lnTo>
                  <a:pt x="2563010" y="42473"/>
                </a:lnTo>
                <a:lnTo>
                  <a:pt x="2562320" y="43025"/>
                </a:lnTo>
                <a:lnTo>
                  <a:pt x="2561682" y="43563"/>
                </a:lnTo>
                <a:lnTo>
                  <a:pt x="2561094" y="44083"/>
                </a:lnTo>
                <a:lnTo>
                  <a:pt x="2560558" y="44581"/>
                </a:lnTo>
                <a:lnTo>
                  <a:pt x="2560074" y="45053"/>
                </a:lnTo>
                <a:lnTo>
                  <a:pt x="2560073" y="44296"/>
                </a:lnTo>
                <a:lnTo>
                  <a:pt x="2560069" y="43573"/>
                </a:lnTo>
                <a:lnTo>
                  <a:pt x="2560059" y="42884"/>
                </a:lnTo>
                <a:lnTo>
                  <a:pt x="2560038" y="42229"/>
                </a:lnTo>
                <a:lnTo>
                  <a:pt x="2560004" y="41607"/>
                </a:lnTo>
                <a:lnTo>
                  <a:pt x="2559953" y="41019"/>
                </a:lnTo>
                <a:lnTo>
                  <a:pt x="2559882" y="40465"/>
                </a:lnTo>
                <a:lnTo>
                  <a:pt x="2559788" y="39943"/>
                </a:lnTo>
                <a:lnTo>
                  <a:pt x="2559667" y="39454"/>
                </a:lnTo>
                <a:lnTo>
                  <a:pt x="2559516" y="38999"/>
                </a:lnTo>
                <a:lnTo>
                  <a:pt x="2559331" y="38575"/>
                </a:lnTo>
                <a:lnTo>
                  <a:pt x="2559110" y="38185"/>
                </a:lnTo>
                <a:lnTo>
                  <a:pt x="2558848" y="37826"/>
                </a:lnTo>
                <a:lnTo>
                  <a:pt x="2558543" y="37500"/>
                </a:lnTo>
                <a:lnTo>
                  <a:pt x="2558191" y="37205"/>
                </a:lnTo>
                <a:lnTo>
                  <a:pt x="2557789" y="36943"/>
                </a:lnTo>
                <a:lnTo>
                  <a:pt x="2557334" y="36712"/>
                </a:lnTo>
                <a:lnTo>
                  <a:pt x="2556821" y="36512"/>
                </a:lnTo>
                <a:lnTo>
                  <a:pt x="2556248" y="36343"/>
                </a:lnTo>
                <a:lnTo>
                  <a:pt x="2555612" y="36206"/>
                </a:lnTo>
                <a:lnTo>
                  <a:pt x="2554908" y="36099"/>
                </a:lnTo>
                <a:lnTo>
                  <a:pt x="2554135" y="36023"/>
                </a:lnTo>
                <a:lnTo>
                  <a:pt x="2553288" y="35978"/>
                </a:lnTo>
                <a:lnTo>
                  <a:pt x="2552363" y="35963"/>
                </a:lnTo>
                <a:lnTo>
                  <a:pt x="2538290" y="35963"/>
                </a:lnTo>
                <a:lnTo>
                  <a:pt x="2537896" y="35963"/>
                </a:lnTo>
                <a:lnTo>
                  <a:pt x="2537486" y="35966"/>
                </a:lnTo>
                <a:lnTo>
                  <a:pt x="2537064" y="35974"/>
                </a:lnTo>
                <a:lnTo>
                  <a:pt x="2536633" y="35990"/>
                </a:lnTo>
                <a:lnTo>
                  <a:pt x="2536195" y="36017"/>
                </a:lnTo>
                <a:lnTo>
                  <a:pt x="2535753" y="36056"/>
                </a:lnTo>
                <a:lnTo>
                  <a:pt x="2535310" y="36111"/>
                </a:lnTo>
                <a:lnTo>
                  <a:pt x="2534869" y="36184"/>
                </a:lnTo>
                <a:lnTo>
                  <a:pt x="2534433" y="36278"/>
                </a:lnTo>
                <a:lnTo>
                  <a:pt x="2534004" y="36395"/>
                </a:lnTo>
                <a:lnTo>
                  <a:pt x="2533586" y="36538"/>
                </a:lnTo>
                <a:lnTo>
                  <a:pt x="2533180" y="36710"/>
                </a:lnTo>
                <a:lnTo>
                  <a:pt x="2532791" y="36913"/>
                </a:lnTo>
                <a:lnTo>
                  <a:pt x="2532421" y="37149"/>
                </a:lnTo>
                <a:lnTo>
                  <a:pt x="2532073" y="37422"/>
                </a:lnTo>
                <a:lnTo>
                  <a:pt x="2531749" y="37734"/>
                </a:lnTo>
                <a:lnTo>
                  <a:pt x="2531453" y="38087"/>
                </a:lnTo>
                <a:lnTo>
                  <a:pt x="2531187" y="38485"/>
                </a:lnTo>
                <a:lnTo>
                  <a:pt x="2530954" y="38929"/>
                </a:lnTo>
                <a:lnTo>
                  <a:pt x="2530757" y="39422"/>
                </a:lnTo>
                <a:lnTo>
                  <a:pt x="2530598" y="39968"/>
                </a:lnTo>
                <a:lnTo>
                  <a:pt x="2530482" y="40567"/>
                </a:lnTo>
                <a:lnTo>
                  <a:pt x="2530410" y="41224"/>
                </a:lnTo>
                <a:lnTo>
                  <a:pt x="2530385" y="41941"/>
                </a:lnTo>
                <a:lnTo>
                  <a:pt x="2530411" y="42634"/>
                </a:lnTo>
                <a:lnTo>
                  <a:pt x="2530486" y="43270"/>
                </a:lnTo>
                <a:lnTo>
                  <a:pt x="2530606" y="43850"/>
                </a:lnTo>
                <a:lnTo>
                  <a:pt x="2530769" y="44378"/>
                </a:lnTo>
                <a:lnTo>
                  <a:pt x="2530972" y="44855"/>
                </a:lnTo>
                <a:lnTo>
                  <a:pt x="2531211" y="45285"/>
                </a:lnTo>
                <a:lnTo>
                  <a:pt x="2531483" y="45669"/>
                </a:lnTo>
                <a:lnTo>
                  <a:pt x="2531785" y="46011"/>
                </a:lnTo>
                <a:lnTo>
                  <a:pt x="2532114" y="46313"/>
                </a:lnTo>
                <a:lnTo>
                  <a:pt x="2532466" y="46577"/>
                </a:lnTo>
                <a:lnTo>
                  <a:pt x="2532839" y="46806"/>
                </a:lnTo>
                <a:lnTo>
                  <a:pt x="2533229" y="47002"/>
                </a:lnTo>
                <a:lnTo>
                  <a:pt x="2533633" y="47168"/>
                </a:lnTo>
                <a:lnTo>
                  <a:pt x="2534048" y="47306"/>
                </a:lnTo>
                <a:lnTo>
                  <a:pt x="2534471" y="47420"/>
                </a:lnTo>
                <a:lnTo>
                  <a:pt x="2534898" y="47511"/>
                </a:lnTo>
                <a:lnTo>
                  <a:pt x="2535326" y="47581"/>
                </a:lnTo>
                <a:lnTo>
                  <a:pt x="2535753" y="47634"/>
                </a:lnTo>
                <a:lnTo>
                  <a:pt x="2536175" y="47673"/>
                </a:lnTo>
                <a:lnTo>
                  <a:pt x="2536588" y="47698"/>
                </a:lnTo>
                <a:lnTo>
                  <a:pt x="2536990" y="47714"/>
                </a:lnTo>
                <a:lnTo>
                  <a:pt x="2537377" y="47721"/>
                </a:lnTo>
                <a:lnTo>
                  <a:pt x="2537747" y="47724"/>
                </a:lnTo>
                <a:lnTo>
                  <a:pt x="2538096" y="47725"/>
                </a:lnTo>
                <a:lnTo>
                  <a:pt x="2546774" y="47725"/>
                </a:lnTo>
                <a:lnTo>
                  <a:pt x="2546774" y="107238"/>
                </a:lnTo>
                <a:lnTo>
                  <a:pt x="2538290" y="107238"/>
                </a:lnTo>
                <a:lnTo>
                  <a:pt x="2537896" y="107239"/>
                </a:lnTo>
                <a:lnTo>
                  <a:pt x="2537486" y="107242"/>
                </a:lnTo>
                <a:lnTo>
                  <a:pt x="2537064" y="107250"/>
                </a:lnTo>
                <a:lnTo>
                  <a:pt x="2536633" y="107266"/>
                </a:lnTo>
                <a:lnTo>
                  <a:pt x="2536195" y="107292"/>
                </a:lnTo>
                <a:lnTo>
                  <a:pt x="2535753" y="107331"/>
                </a:lnTo>
                <a:lnTo>
                  <a:pt x="2535310" y="107386"/>
                </a:lnTo>
                <a:lnTo>
                  <a:pt x="2534869" y="107459"/>
                </a:lnTo>
                <a:lnTo>
                  <a:pt x="2534433" y="107553"/>
                </a:lnTo>
                <a:lnTo>
                  <a:pt x="2534004" y="107670"/>
                </a:lnTo>
                <a:lnTo>
                  <a:pt x="2533586" y="107813"/>
                </a:lnTo>
                <a:lnTo>
                  <a:pt x="2533180" y="107985"/>
                </a:lnTo>
                <a:lnTo>
                  <a:pt x="2532791" y="108188"/>
                </a:lnTo>
                <a:lnTo>
                  <a:pt x="2532421" y="108424"/>
                </a:lnTo>
                <a:lnTo>
                  <a:pt x="2532073" y="108697"/>
                </a:lnTo>
                <a:lnTo>
                  <a:pt x="2531749" y="109009"/>
                </a:lnTo>
                <a:lnTo>
                  <a:pt x="2531453" y="109362"/>
                </a:lnTo>
                <a:lnTo>
                  <a:pt x="2531187" y="109759"/>
                </a:lnTo>
                <a:lnTo>
                  <a:pt x="2530954" y="110203"/>
                </a:lnTo>
                <a:lnTo>
                  <a:pt x="2530757" y="110696"/>
                </a:lnTo>
                <a:lnTo>
                  <a:pt x="2530598" y="111241"/>
                </a:lnTo>
                <a:lnTo>
                  <a:pt x="2530482" y="111841"/>
                </a:lnTo>
                <a:lnTo>
                  <a:pt x="2530410" y="112497"/>
                </a:lnTo>
                <a:lnTo>
                  <a:pt x="2530385" y="113213"/>
                </a:lnTo>
                <a:lnTo>
                  <a:pt x="2530411" y="113907"/>
                </a:lnTo>
                <a:lnTo>
                  <a:pt x="2530486" y="114542"/>
                </a:lnTo>
                <a:lnTo>
                  <a:pt x="2530606" y="115122"/>
                </a:lnTo>
                <a:lnTo>
                  <a:pt x="2530769" y="115650"/>
                </a:lnTo>
                <a:lnTo>
                  <a:pt x="2530972" y="116127"/>
                </a:lnTo>
                <a:lnTo>
                  <a:pt x="2531211" y="116557"/>
                </a:lnTo>
                <a:lnTo>
                  <a:pt x="2531483" y="116942"/>
                </a:lnTo>
                <a:lnTo>
                  <a:pt x="2531785" y="117283"/>
                </a:lnTo>
                <a:lnTo>
                  <a:pt x="2532114" y="117585"/>
                </a:lnTo>
                <a:lnTo>
                  <a:pt x="2532466" y="117849"/>
                </a:lnTo>
                <a:lnTo>
                  <a:pt x="2532839" y="118078"/>
                </a:lnTo>
                <a:lnTo>
                  <a:pt x="2533229" y="118274"/>
                </a:lnTo>
                <a:lnTo>
                  <a:pt x="2533633" y="118440"/>
                </a:lnTo>
                <a:lnTo>
                  <a:pt x="2534048" y="118579"/>
                </a:lnTo>
                <a:lnTo>
                  <a:pt x="2534471" y="118692"/>
                </a:lnTo>
                <a:lnTo>
                  <a:pt x="2534898" y="118783"/>
                </a:lnTo>
                <a:lnTo>
                  <a:pt x="2535326" y="118854"/>
                </a:lnTo>
                <a:lnTo>
                  <a:pt x="2535753" y="118907"/>
                </a:lnTo>
                <a:lnTo>
                  <a:pt x="2536175" y="118945"/>
                </a:lnTo>
                <a:lnTo>
                  <a:pt x="2536588" y="118970"/>
                </a:lnTo>
                <a:lnTo>
                  <a:pt x="2536990" y="118986"/>
                </a:lnTo>
                <a:lnTo>
                  <a:pt x="2537377" y="118994"/>
                </a:lnTo>
                <a:lnTo>
                  <a:pt x="2537747" y="118997"/>
                </a:lnTo>
                <a:lnTo>
                  <a:pt x="2538096" y="118997"/>
                </a:lnTo>
                <a:lnTo>
                  <a:pt x="2568752" y="118997"/>
                </a:lnTo>
                <a:lnTo>
                  <a:pt x="2569101" y="118997"/>
                </a:lnTo>
                <a:lnTo>
                  <a:pt x="2569470" y="118994"/>
                </a:lnTo>
                <a:lnTo>
                  <a:pt x="2569858" y="118986"/>
                </a:lnTo>
                <a:lnTo>
                  <a:pt x="2570260" y="118970"/>
                </a:lnTo>
                <a:lnTo>
                  <a:pt x="2570673" y="118945"/>
                </a:lnTo>
                <a:lnTo>
                  <a:pt x="2571095" y="118907"/>
                </a:lnTo>
                <a:lnTo>
                  <a:pt x="2571521" y="118854"/>
                </a:lnTo>
                <a:lnTo>
                  <a:pt x="2571950" y="118783"/>
                </a:lnTo>
                <a:lnTo>
                  <a:pt x="2572377" y="118692"/>
                </a:lnTo>
                <a:lnTo>
                  <a:pt x="2572800" y="118579"/>
                </a:lnTo>
                <a:lnTo>
                  <a:pt x="2573215" y="118440"/>
                </a:lnTo>
                <a:lnTo>
                  <a:pt x="2573619" y="118274"/>
                </a:lnTo>
                <a:lnTo>
                  <a:pt x="2574009" y="118078"/>
                </a:lnTo>
                <a:lnTo>
                  <a:pt x="2574382" y="117849"/>
                </a:lnTo>
                <a:lnTo>
                  <a:pt x="2574734" y="117585"/>
                </a:lnTo>
                <a:lnTo>
                  <a:pt x="2575063" y="117283"/>
                </a:lnTo>
                <a:lnTo>
                  <a:pt x="2575365" y="116942"/>
                </a:lnTo>
                <a:lnTo>
                  <a:pt x="2575637" y="116557"/>
                </a:lnTo>
                <a:lnTo>
                  <a:pt x="2575876" y="116127"/>
                </a:lnTo>
                <a:lnTo>
                  <a:pt x="2576079" y="115650"/>
                </a:lnTo>
                <a:lnTo>
                  <a:pt x="2576242" y="115122"/>
                </a:lnTo>
                <a:lnTo>
                  <a:pt x="2576362" y="114542"/>
                </a:lnTo>
                <a:lnTo>
                  <a:pt x="2576437" y="113907"/>
                </a:lnTo>
                <a:lnTo>
                  <a:pt x="2576462" y="113213"/>
                </a:lnTo>
                <a:lnTo>
                  <a:pt x="2576438" y="112497"/>
                </a:lnTo>
                <a:lnTo>
                  <a:pt x="2576366" y="111841"/>
                </a:lnTo>
                <a:lnTo>
                  <a:pt x="2576249" y="111241"/>
                </a:lnTo>
                <a:lnTo>
                  <a:pt x="2576091" y="110696"/>
                </a:lnTo>
                <a:lnTo>
                  <a:pt x="2575894" y="110203"/>
                </a:lnTo>
                <a:lnTo>
                  <a:pt x="2575661" y="109759"/>
                </a:lnTo>
                <a:lnTo>
                  <a:pt x="2575395" y="109362"/>
                </a:lnTo>
                <a:lnTo>
                  <a:pt x="2575099" y="109009"/>
                </a:lnTo>
                <a:lnTo>
                  <a:pt x="2574775" y="108697"/>
                </a:lnTo>
                <a:lnTo>
                  <a:pt x="2574427" y="108424"/>
                </a:lnTo>
                <a:lnTo>
                  <a:pt x="2574056" y="108188"/>
                </a:lnTo>
                <a:lnTo>
                  <a:pt x="2573667" y="107985"/>
                </a:lnTo>
                <a:lnTo>
                  <a:pt x="2573262" y="107813"/>
                </a:lnTo>
                <a:lnTo>
                  <a:pt x="2572844" y="107670"/>
                </a:lnTo>
                <a:lnTo>
                  <a:pt x="2572415" y="107553"/>
                </a:lnTo>
                <a:lnTo>
                  <a:pt x="2571979" y="107459"/>
                </a:lnTo>
                <a:lnTo>
                  <a:pt x="2571538" y="107386"/>
                </a:lnTo>
                <a:lnTo>
                  <a:pt x="2571095" y="107331"/>
                </a:lnTo>
                <a:lnTo>
                  <a:pt x="2570653" y="107292"/>
                </a:lnTo>
                <a:lnTo>
                  <a:pt x="2570215" y="107266"/>
                </a:lnTo>
                <a:lnTo>
                  <a:pt x="2569783" y="107250"/>
                </a:lnTo>
                <a:lnTo>
                  <a:pt x="2569362" y="107242"/>
                </a:lnTo>
                <a:lnTo>
                  <a:pt x="2568952" y="107239"/>
                </a:lnTo>
                <a:lnTo>
                  <a:pt x="2568558" y="107238"/>
                </a:lnTo>
                <a:lnTo>
                  <a:pt x="2560074" y="107238"/>
                </a:lnTo>
                <a:lnTo>
                  <a:pt x="2560074" y="73149"/>
                </a:lnTo>
                <a:lnTo>
                  <a:pt x="2560147" y="70806"/>
                </a:lnTo>
                <a:lnTo>
                  <a:pt x="2560360" y="68586"/>
                </a:lnTo>
                <a:lnTo>
                  <a:pt x="2560706" y="66485"/>
                </a:lnTo>
                <a:lnTo>
                  <a:pt x="2561176" y="64503"/>
                </a:lnTo>
                <a:lnTo>
                  <a:pt x="2561762" y="62636"/>
                </a:lnTo>
                <a:lnTo>
                  <a:pt x="2562457" y="60884"/>
                </a:lnTo>
                <a:lnTo>
                  <a:pt x="2563251" y="59245"/>
                </a:lnTo>
                <a:lnTo>
                  <a:pt x="2564137" y="57715"/>
                </a:lnTo>
                <a:lnTo>
                  <a:pt x="2565107" y="56293"/>
                </a:lnTo>
                <a:lnTo>
                  <a:pt x="2566152" y="54978"/>
                </a:lnTo>
                <a:lnTo>
                  <a:pt x="2567265" y="53767"/>
                </a:lnTo>
                <a:lnTo>
                  <a:pt x="2568437" y="52658"/>
                </a:lnTo>
                <a:lnTo>
                  <a:pt x="2569660" y="51649"/>
                </a:lnTo>
                <a:lnTo>
                  <a:pt x="2570927" y="50739"/>
                </a:lnTo>
                <a:lnTo>
                  <a:pt x="2572228" y="49925"/>
                </a:lnTo>
                <a:lnTo>
                  <a:pt x="2573556" y="49205"/>
                </a:lnTo>
                <a:lnTo>
                  <a:pt x="2574903" y="48577"/>
                </a:lnTo>
                <a:lnTo>
                  <a:pt x="2576261" y="48039"/>
                </a:lnTo>
                <a:lnTo>
                  <a:pt x="2577621" y="47589"/>
                </a:lnTo>
                <a:lnTo>
                  <a:pt x="2578976" y="47226"/>
                </a:lnTo>
                <a:lnTo>
                  <a:pt x="2580317" y="46947"/>
                </a:lnTo>
                <a:lnTo>
                  <a:pt x="2581636" y="46750"/>
                </a:lnTo>
                <a:lnTo>
                  <a:pt x="2582925" y="46634"/>
                </a:lnTo>
                <a:lnTo>
                  <a:pt x="2584176" y="46595"/>
                </a:lnTo>
                <a:lnTo>
                  <a:pt x="2585414" y="46623"/>
                </a:lnTo>
                <a:lnTo>
                  <a:pt x="2586576" y="46708"/>
                </a:lnTo>
                <a:lnTo>
                  <a:pt x="2587664" y="46849"/>
                </a:lnTo>
                <a:lnTo>
                  <a:pt x="2588680" y="47048"/>
                </a:lnTo>
                <a:lnTo>
                  <a:pt x="2589626" y="47304"/>
                </a:lnTo>
                <a:lnTo>
                  <a:pt x="2590504" y="47618"/>
                </a:lnTo>
                <a:lnTo>
                  <a:pt x="2591316" y="47990"/>
                </a:lnTo>
                <a:lnTo>
                  <a:pt x="2592065" y="48421"/>
                </a:lnTo>
                <a:lnTo>
                  <a:pt x="2592752" y="48910"/>
                </a:lnTo>
                <a:lnTo>
                  <a:pt x="2593379" y="49459"/>
                </a:lnTo>
                <a:lnTo>
                  <a:pt x="2593949" y="50067"/>
                </a:lnTo>
                <a:lnTo>
                  <a:pt x="2594464" y="50735"/>
                </a:lnTo>
                <a:lnTo>
                  <a:pt x="2594926" y="51463"/>
                </a:lnTo>
                <a:lnTo>
                  <a:pt x="2595336" y="52252"/>
                </a:lnTo>
                <a:lnTo>
                  <a:pt x="2595698" y="53101"/>
                </a:lnTo>
                <a:lnTo>
                  <a:pt x="2596012" y="54012"/>
                </a:lnTo>
                <a:lnTo>
                  <a:pt x="2596282" y="54984"/>
                </a:lnTo>
                <a:lnTo>
                  <a:pt x="2596509" y="56018"/>
                </a:lnTo>
                <a:lnTo>
                  <a:pt x="2596695" y="57114"/>
                </a:lnTo>
                <a:lnTo>
                  <a:pt x="2596843" y="58272"/>
                </a:lnTo>
                <a:lnTo>
                  <a:pt x="2596954" y="59494"/>
                </a:lnTo>
                <a:lnTo>
                  <a:pt x="2597031" y="60778"/>
                </a:lnTo>
                <a:lnTo>
                  <a:pt x="2597076" y="62126"/>
                </a:lnTo>
                <a:lnTo>
                  <a:pt x="2597090" y="63538"/>
                </a:lnTo>
                <a:lnTo>
                  <a:pt x="2597090" y="107238"/>
                </a:lnTo>
                <a:lnTo>
                  <a:pt x="2589574" y="107238"/>
                </a:lnTo>
                <a:lnTo>
                  <a:pt x="2589180" y="107239"/>
                </a:lnTo>
                <a:lnTo>
                  <a:pt x="2588770" y="107242"/>
                </a:lnTo>
                <a:lnTo>
                  <a:pt x="2588348" y="107250"/>
                </a:lnTo>
                <a:lnTo>
                  <a:pt x="2587917" y="107266"/>
                </a:lnTo>
                <a:lnTo>
                  <a:pt x="2587479" y="107292"/>
                </a:lnTo>
                <a:lnTo>
                  <a:pt x="2587037" y="107331"/>
                </a:lnTo>
                <a:lnTo>
                  <a:pt x="2586594" y="107386"/>
                </a:lnTo>
                <a:lnTo>
                  <a:pt x="2586153" y="107459"/>
                </a:lnTo>
                <a:lnTo>
                  <a:pt x="2585717" y="107553"/>
                </a:lnTo>
                <a:lnTo>
                  <a:pt x="2585288" y="107670"/>
                </a:lnTo>
                <a:lnTo>
                  <a:pt x="2584870" y="107813"/>
                </a:lnTo>
                <a:lnTo>
                  <a:pt x="2584464" y="107985"/>
                </a:lnTo>
                <a:lnTo>
                  <a:pt x="2584075" y="108188"/>
                </a:lnTo>
                <a:lnTo>
                  <a:pt x="2583705" y="108424"/>
                </a:lnTo>
                <a:lnTo>
                  <a:pt x="2583357" y="108697"/>
                </a:lnTo>
                <a:lnTo>
                  <a:pt x="2583033" y="109009"/>
                </a:lnTo>
                <a:lnTo>
                  <a:pt x="2582737" y="109362"/>
                </a:lnTo>
                <a:lnTo>
                  <a:pt x="2582470" y="109759"/>
                </a:lnTo>
                <a:lnTo>
                  <a:pt x="2582237" y="110203"/>
                </a:lnTo>
                <a:lnTo>
                  <a:pt x="2582041" y="110696"/>
                </a:lnTo>
                <a:lnTo>
                  <a:pt x="2581882" y="111241"/>
                </a:lnTo>
                <a:lnTo>
                  <a:pt x="2581766" y="111841"/>
                </a:lnTo>
                <a:lnTo>
                  <a:pt x="2581694" y="112497"/>
                </a:lnTo>
                <a:lnTo>
                  <a:pt x="2581669" y="113213"/>
                </a:lnTo>
                <a:lnTo>
                  <a:pt x="2581696" y="113907"/>
                </a:lnTo>
                <a:lnTo>
                  <a:pt x="2581773" y="114542"/>
                </a:lnTo>
                <a:lnTo>
                  <a:pt x="2581898" y="115122"/>
                </a:lnTo>
                <a:lnTo>
                  <a:pt x="2582067" y="115650"/>
                </a:lnTo>
                <a:lnTo>
                  <a:pt x="2582277" y="116127"/>
                </a:lnTo>
                <a:lnTo>
                  <a:pt x="2582525" y="116557"/>
                </a:lnTo>
                <a:lnTo>
                  <a:pt x="2582806" y="116942"/>
                </a:lnTo>
                <a:lnTo>
                  <a:pt x="2583119" y="117283"/>
                </a:lnTo>
                <a:lnTo>
                  <a:pt x="2583458" y="117585"/>
                </a:lnTo>
                <a:lnTo>
                  <a:pt x="2583822" y="117849"/>
                </a:lnTo>
                <a:lnTo>
                  <a:pt x="2584207" y="118078"/>
                </a:lnTo>
                <a:lnTo>
                  <a:pt x="2584609" y="118274"/>
                </a:lnTo>
                <a:lnTo>
                  <a:pt x="2585025" y="118440"/>
                </a:lnTo>
                <a:lnTo>
                  <a:pt x="2585452" y="118579"/>
                </a:lnTo>
                <a:lnTo>
                  <a:pt x="2585886" y="118692"/>
                </a:lnTo>
                <a:lnTo>
                  <a:pt x="2586324" y="118783"/>
                </a:lnTo>
                <a:lnTo>
                  <a:pt x="2586763" y="118854"/>
                </a:lnTo>
                <a:lnTo>
                  <a:pt x="2587199" y="118907"/>
                </a:lnTo>
                <a:lnTo>
                  <a:pt x="2587630" y="118945"/>
                </a:lnTo>
                <a:lnTo>
                  <a:pt x="2588051" y="118970"/>
                </a:lnTo>
                <a:lnTo>
                  <a:pt x="2588459" y="118986"/>
                </a:lnTo>
                <a:lnTo>
                  <a:pt x="2588851" y="118994"/>
                </a:lnTo>
                <a:lnTo>
                  <a:pt x="2589224" y="118997"/>
                </a:lnTo>
                <a:lnTo>
                  <a:pt x="2589574" y="118997"/>
                </a:lnTo>
                <a:lnTo>
                  <a:pt x="2619071" y="118997"/>
                </a:lnTo>
                <a:lnTo>
                  <a:pt x="2619420" y="118997"/>
                </a:lnTo>
                <a:lnTo>
                  <a:pt x="2619789" y="118994"/>
                </a:lnTo>
                <a:lnTo>
                  <a:pt x="2620177" y="118986"/>
                </a:lnTo>
                <a:lnTo>
                  <a:pt x="2620579" y="118970"/>
                </a:lnTo>
                <a:lnTo>
                  <a:pt x="2620992" y="118945"/>
                </a:lnTo>
                <a:lnTo>
                  <a:pt x="2621414" y="118907"/>
                </a:lnTo>
                <a:lnTo>
                  <a:pt x="2621840" y="118854"/>
                </a:lnTo>
                <a:lnTo>
                  <a:pt x="2622269" y="118783"/>
                </a:lnTo>
                <a:lnTo>
                  <a:pt x="2622696" y="118692"/>
                </a:lnTo>
                <a:lnTo>
                  <a:pt x="2623119" y="118579"/>
                </a:lnTo>
                <a:lnTo>
                  <a:pt x="2623534" y="118440"/>
                </a:lnTo>
                <a:lnTo>
                  <a:pt x="2623938" y="118274"/>
                </a:lnTo>
                <a:lnTo>
                  <a:pt x="2624328" y="118078"/>
                </a:lnTo>
                <a:lnTo>
                  <a:pt x="2624701" y="117849"/>
                </a:lnTo>
                <a:lnTo>
                  <a:pt x="2625053" y="117585"/>
                </a:lnTo>
                <a:lnTo>
                  <a:pt x="2625382" y="117283"/>
                </a:lnTo>
                <a:lnTo>
                  <a:pt x="2625684" y="116942"/>
                </a:lnTo>
                <a:lnTo>
                  <a:pt x="2625956" y="116557"/>
                </a:lnTo>
                <a:lnTo>
                  <a:pt x="2626195" y="116127"/>
                </a:lnTo>
                <a:lnTo>
                  <a:pt x="2626398" y="115650"/>
                </a:lnTo>
                <a:lnTo>
                  <a:pt x="2626561" y="115122"/>
                </a:lnTo>
                <a:lnTo>
                  <a:pt x="2626681" y="114542"/>
                </a:lnTo>
                <a:lnTo>
                  <a:pt x="2626756" y="113907"/>
                </a:lnTo>
                <a:lnTo>
                  <a:pt x="2626781" y="113213"/>
                </a:lnTo>
                <a:lnTo>
                  <a:pt x="2626757" y="112497"/>
                </a:lnTo>
                <a:lnTo>
                  <a:pt x="2626685" y="111841"/>
                </a:lnTo>
                <a:lnTo>
                  <a:pt x="2626568" y="111241"/>
                </a:lnTo>
                <a:lnTo>
                  <a:pt x="2626410" y="110696"/>
                </a:lnTo>
                <a:lnTo>
                  <a:pt x="2626213" y="110203"/>
                </a:lnTo>
                <a:lnTo>
                  <a:pt x="2625980" y="109759"/>
                </a:lnTo>
                <a:close/>
                <a:moveTo>
                  <a:pt x="2929360" y="109362"/>
                </a:moveTo>
                <a:lnTo>
                  <a:pt x="2929064" y="109009"/>
                </a:lnTo>
                <a:lnTo>
                  <a:pt x="2928740" y="108697"/>
                </a:lnTo>
                <a:lnTo>
                  <a:pt x="2928392" y="108424"/>
                </a:lnTo>
                <a:lnTo>
                  <a:pt x="2928022" y="108188"/>
                </a:lnTo>
                <a:lnTo>
                  <a:pt x="2927633" y="107985"/>
                </a:lnTo>
                <a:lnTo>
                  <a:pt x="2927227" y="107813"/>
                </a:lnTo>
                <a:lnTo>
                  <a:pt x="2926809" y="107670"/>
                </a:lnTo>
                <a:lnTo>
                  <a:pt x="2926380" y="107553"/>
                </a:lnTo>
                <a:lnTo>
                  <a:pt x="2925944" y="107459"/>
                </a:lnTo>
                <a:lnTo>
                  <a:pt x="2925503" y="107386"/>
                </a:lnTo>
                <a:lnTo>
                  <a:pt x="2925060" y="107331"/>
                </a:lnTo>
                <a:lnTo>
                  <a:pt x="2924618" y="107292"/>
                </a:lnTo>
                <a:lnTo>
                  <a:pt x="2924180" y="107266"/>
                </a:lnTo>
                <a:lnTo>
                  <a:pt x="2923749" y="107250"/>
                </a:lnTo>
                <a:lnTo>
                  <a:pt x="2923327" y="107242"/>
                </a:lnTo>
                <a:lnTo>
                  <a:pt x="2922917" y="107239"/>
                </a:lnTo>
                <a:lnTo>
                  <a:pt x="2922523" y="107238"/>
                </a:lnTo>
                <a:lnTo>
                  <a:pt x="2914039" y="107238"/>
                </a:lnTo>
                <a:lnTo>
                  <a:pt x="2914039" y="62576"/>
                </a:lnTo>
                <a:lnTo>
                  <a:pt x="2913988" y="60203"/>
                </a:lnTo>
                <a:lnTo>
                  <a:pt x="2913837" y="57944"/>
                </a:lnTo>
                <a:lnTo>
                  <a:pt x="2913587" y="55800"/>
                </a:lnTo>
                <a:lnTo>
                  <a:pt x="2913240" y="53768"/>
                </a:lnTo>
                <a:lnTo>
                  <a:pt x="2912799" y="51847"/>
                </a:lnTo>
                <a:lnTo>
                  <a:pt x="2912265" y="50036"/>
                </a:lnTo>
                <a:lnTo>
                  <a:pt x="2911640" y="48334"/>
                </a:lnTo>
                <a:lnTo>
                  <a:pt x="2910926" y="46739"/>
                </a:lnTo>
                <a:lnTo>
                  <a:pt x="2910125" y="45251"/>
                </a:lnTo>
                <a:lnTo>
                  <a:pt x="2909239" y="43867"/>
                </a:lnTo>
                <a:lnTo>
                  <a:pt x="2908270" y="42588"/>
                </a:lnTo>
                <a:lnTo>
                  <a:pt x="2907220" y="41411"/>
                </a:lnTo>
                <a:lnTo>
                  <a:pt x="2906090" y="40335"/>
                </a:lnTo>
                <a:lnTo>
                  <a:pt x="2904883" y="39360"/>
                </a:lnTo>
                <a:lnTo>
                  <a:pt x="2903600" y="38483"/>
                </a:lnTo>
                <a:lnTo>
                  <a:pt x="2902244" y="37704"/>
                </a:lnTo>
                <a:lnTo>
                  <a:pt x="2900816" y="37021"/>
                </a:lnTo>
                <a:lnTo>
                  <a:pt x="2899319" y="36433"/>
                </a:lnTo>
                <a:lnTo>
                  <a:pt x="2897754" y="35939"/>
                </a:lnTo>
                <a:lnTo>
                  <a:pt x="2896122" y="35537"/>
                </a:lnTo>
                <a:lnTo>
                  <a:pt x="2894427" y="35227"/>
                </a:lnTo>
                <a:lnTo>
                  <a:pt x="2892670" y="35007"/>
                </a:lnTo>
                <a:lnTo>
                  <a:pt x="2890853" y="34876"/>
                </a:lnTo>
                <a:lnTo>
                  <a:pt x="2888978" y="34833"/>
                </a:lnTo>
                <a:lnTo>
                  <a:pt x="2887386" y="34867"/>
                </a:lnTo>
                <a:lnTo>
                  <a:pt x="2885838" y="34964"/>
                </a:lnTo>
                <a:lnTo>
                  <a:pt x="2884334" y="35122"/>
                </a:lnTo>
                <a:lnTo>
                  <a:pt x="2882876" y="35336"/>
                </a:lnTo>
                <a:lnTo>
                  <a:pt x="2881464" y="35601"/>
                </a:lnTo>
                <a:lnTo>
                  <a:pt x="2880097" y="35915"/>
                </a:lnTo>
                <a:lnTo>
                  <a:pt x="2878777" y="36272"/>
                </a:lnTo>
                <a:lnTo>
                  <a:pt x="2877503" y="36669"/>
                </a:lnTo>
                <a:lnTo>
                  <a:pt x="2876276" y="37101"/>
                </a:lnTo>
                <a:lnTo>
                  <a:pt x="2875096" y="37565"/>
                </a:lnTo>
                <a:lnTo>
                  <a:pt x="2873964" y="38056"/>
                </a:lnTo>
                <a:lnTo>
                  <a:pt x="2872880" y="38570"/>
                </a:lnTo>
                <a:lnTo>
                  <a:pt x="2871843" y="39103"/>
                </a:lnTo>
                <a:lnTo>
                  <a:pt x="2870856" y="39651"/>
                </a:lnTo>
                <a:lnTo>
                  <a:pt x="2869917" y="40210"/>
                </a:lnTo>
                <a:lnTo>
                  <a:pt x="2869027" y="40776"/>
                </a:lnTo>
                <a:lnTo>
                  <a:pt x="2868187" y="41344"/>
                </a:lnTo>
                <a:lnTo>
                  <a:pt x="2867396" y="41911"/>
                </a:lnTo>
                <a:lnTo>
                  <a:pt x="2866656" y="42473"/>
                </a:lnTo>
                <a:lnTo>
                  <a:pt x="2865967" y="43025"/>
                </a:lnTo>
                <a:lnTo>
                  <a:pt x="2865328" y="43563"/>
                </a:lnTo>
                <a:lnTo>
                  <a:pt x="2864740" y="44083"/>
                </a:lnTo>
                <a:lnTo>
                  <a:pt x="2864204" y="44581"/>
                </a:lnTo>
                <a:lnTo>
                  <a:pt x="2863720" y="45053"/>
                </a:lnTo>
                <a:lnTo>
                  <a:pt x="2863719" y="44296"/>
                </a:lnTo>
                <a:lnTo>
                  <a:pt x="2863716" y="43573"/>
                </a:lnTo>
                <a:lnTo>
                  <a:pt x="2863705" y="42884"/>
                </a:lnTo>
                <a:lnTo>
                  <a:pt x="2863684" y="42229"/>
                </a:lnTo>
                <a:lnTo>
                  <a:pt x="2863650" y="41607"/>
                </a:lnTo>
                <a:lnTo>
                  <a:pt x="2863600" y="41019"/>
                </a:lnTo>
                <a:lnTo>
                  <a:pt x="2863529" y="40465"/>
                </a:lnTo>
                <a:lnTo>
                  <a:pt x="2863434" y="39943"/>
                </a:lnTo>
                <a:lnTo>
                  <a:pt x="2863313" y="39454"/>
                </a:lnTo>
                <a:lnTo>
                  <a:pt x="2863162" y="38999"/>
                </a:lnTo>
                <a:lnTo>
                  <a:pt x="2862978" y="38575"/>
                </a:lnTo>
                <a:lnTo>
                  <a:pt x="2862756" y="38185"/>
                </a:lnTo>
                <a:lnTo>
                  <a:pt x="2862495" y="37826"/>
                </a:lnTo>
                <a:lnTo>
                  <a:pt x="2862190" y="37500"/>
                </a:lnTo>
                <a:lnTo>
                  <a:pt x="2861838" y="37205"/>
                </a:lnTo>
                <a:lnTo>
                  <a:pt x="2861435" y="36943"/>
                </a:lnTo>
                <a:lnTo>
                  <a:pt x="2860980" y="36712"/>
                </a:lnTo>
                <a:lnTo>
                  <a:pt x="2860467" y="36512"/>
                </a:lnTo>
                <a:lnTo>
                  <a:pt x="2859894" y="36343"/>
                </a:lnTo>
                <a:lnTo>
                  <a:pt x="2859258" y="36206"/>
                </a:lnTo>
                <a:lnTo>
                  <a:pt x="2858555" y="36099"/>
                </a:lnTo>
                <a:lnTo>
                  <a:pt x="2857781" y="36023"/>
                </a:lnTo>
                <a:lnTo>
                  <a:pt x="2856934" y="35978"/>
                </a:lnTo>
                <a:lnTo>
                  <a:pt x="2856010" y="35963"/>
                </a:lnTo>
                <a:lnTo>
                  <a:pt x="2841936" y="35963"/>
                </a:lnTo>
                <a:lnTo>
                  <a:pt x="2841542" y="35963"/>
                </a:lnTo>
                <a:lnTo>
                  <a:pt x="2841132" y="35966"/>
                </a:lnTo>
                <a:lnTo>
                  <a:pt x="2840711" y="35974"/>
                </a:lnTo>
                <a:lnTo>
                  <a:pt x="2840279" y="35990"/>
                </a:lnTo>
                <a:lnTo>
                  <a:pt x="2839841" y="36017"/>
                </a:lnTo>
                <a:lnTo>
                  <a:pt x="2839399" y="36056"/>
                </a:lnTo>
                <a:lnTo>
                  <a:pt x="2838956" y="36111"/>
                </a:lnTo>
                <a:lnTo>
                  <a:pt x="2838515" y="36184"/>
                </a:lnTo>
                <a:lnTo>
                  <a:pt x="2838079" y="36278"/>
                </a:lnTo>
                <a:lnTo>
                  <a:pt x="2837650" y="36395"/>
                </a:lnTo>
                <a:lnTo>
                  <a:pt x="2837232" y="36538"/>
                </a:lnTo>
                <a:lnTo>
                  <a:pt x="2836827" y="36710"/>
                </a:lnTo>
                <a:lnTo>
                  <a:pt x="2836438" y="36913"/>
                </a:lnTo>
                <a:lnTo>
                  <a:pt x="2836067" y="37149"/>
                </a:lnTo>
                <a:lnTo>
                  <a:pt x="2835719" y="37422"/>
                </a:lnTo>
                <a:lnTo>
                  <a:pt x="2835395" y="37734"/>
                </a:lnTo>
                <a:lnTo>
                  <a:pt x="2835099" y="38087"/>
                </a:lnTo>
                <a:lnTo>
                  <a:pt x="2834833" y="38485"/>
                </a:lnTo>
                <a:lnTo>
                  <a:pt x="2834600" y="38929"/>
                </a:lnTo>
                <a:lnTo>
                  <a:pt x="2834403" y="39422"/>
                </a:lnTo>
                <a:lnTo>
                  <a:pt x="2834245" y="39968"/>
                </a:lnTo>
                <a:lnTo>
                  <a:pt x="2834128" y="40567"/>
                </a:lnTo>
                <a:lnTo>
                  <a:pt x="2834056" y="41224"/>
                </a:lnTo>
                <a:lnTo>
                  <a:pt x="2834032" y="41941"/>
                </a:lnTo>
                <a:lnTo>
                  <a:pt x="2834057" y="42634"/>
                </a:lnTo>
                <a:lnTo>
                  <a:pt x="2834132" y="43270"/>
                </a:lnTo>
                <a:lnTo>
                  <a:pt x="2834252" y="43850"/>
                </a:lnTo>
                <a:lnTo>
                  <a:pt x="2834415" y="44378"/>
                </a:lnTo>
                <a:lnTo>
                  <a:pt x="2834618" y="44855"/>
                </a:lnTo>
                <a:lnTo>
                  <a:pt x="2834857" y="45285"/>
                </a:lnTo>
                <a:lnTo>
                  <a:pt x="2835129" y="45669"/>
                </a:lnTo>
                <a:lnTo>
                  <a:pt x="2835431" y="46011"/>
                </a:lnTo>
                <a:lnTo>
                  <a:pt x="2835760" y="46313"/>
                </a:lnTo>
                <a:lnTo>
                  <a:pt x="2836112" y="46577"/>
                </a:lnTo>
                <a:lnTo>
                  <a:pt x="2836485" y="46806"/>
                </a:lnTo>
                <a:lnTo>
                  <a:pt x="2836875" y="47002"/>
                </a:lnTo>
                <a:lnTo>
                  <a:pt x="2837279" y="47168"/>
                </a:lnTo>
                <a:lnTo>
                  <a:pt x="2837694" y="47306"/>
                </a:lnTo>
                <a:lnTo>
                  <a:pt x="2838117" y="47420"/>
                </a:lnTo>
                <a:lnTo>
                  <a:pt x="2838544" y="47511"/>
                </a:lnTo>
                <a:lnTo>
                  <a:pt x="2838973" y="47581"/>
                </a:lnTo>
                <a:lnTo>
                  <a:pt x="2839399" y="47634"/>
                </a:lnTo>
                <a:lnTo>
                  <a:pt x="2839821" y="47673"/>
                </a:lnTo>
                <a:lnTo>
                  <a:pt x="2840234" y="47698"/>
                </a:lnTo>
                <a:lnTo>
                  <a:pt x="2840636" y="47714"/>
                </a:lnTo>
                <a:lnTo>
                  <a:pt x="2841024" y="47721"/>
                </a:lnTo>
                <a:lnTo>
                  <a:pt x="2841393" y="47724"/>
                </a:lnTo>
                <a:lnTo>
                  <a:pt x="2841742" y="47725"/>
                </a:lnTo>
                <a:lnTo>
                  <a:pt x="2850420" y="47725"/>
                </a:lnTo>
                <a:lnTo>
                  <a:pt x="2850420" y="107238"/>
                </a:lnTo>
                <a:lnTo>
                  <a:pt x="2841936" y="107238"/>
                </a:lnTo>
                <a:lnTo>
                  <a:pt x="2841542" y="107239"/>
                </a:lnTo>
                <a:lnTo>
                  <a:pt x="2841132" y="107242"/>
                </a:lnTo>
                <a:lnTo>
                  <a:pt x="2840711" y="107250"/>
                </a:lnTo>
                <a:lnTo>
                  <a:pt x="2840279" y="107266"/>
                </a:lnTo>
                <a:lnTo>
                  <a:pt x="2839841" y="107292"/>
                </a:lnTo>
                <a:lnTo>
                  <a:pt x="2839399" y="107331"/>
                </a:lnTo>
                <a:lnTo>
                  <a:pt x="2838956" y="107386"/>
                </a:lnTo>
                <a:lnTo>
                  <a:pt x="2838515" y="107459"/>
                </a:lnTo>
                <a:lnTo>
                  <a:pt x="2838079" y="107553"/>
                </a:lnTo>
                <a:lnTo>
                  <a:pt x="2837650" y="107670"/>
                </a:lnTo>
                <a:lnTo>
                  <a:pt x="2837232" y="107813"/>
                </a:lnTo>
                <a:lnTo>
                  <a:pt x="2836827" y="107985"/>
                </a:lnTo>
                <a:lnTo>
                  <a:pt x="2836438" y="108188"/>
                </a:lnTo>
                <a:lnTo>
                  <a:pt x="2836067" y="108424"/>
                </a:lnTo>
                <a:lnTo>
                  <a:pt x="2835719" y="108697"/>
                </a:lnTo>
                <a:lnTo>
                  <a:pt x="2835395" y="109009"/>
                </a:lnTo>
                <a:lnTo>
                  <a:pt x="2835099" y="109362"/>
                </a:lnTo>
                <a:lnTo>
                  <a:pt x="2834833" y="109759"/>
                </a:lnTo>
                <a:lnTo>
                  <a:pt x="2834600" y="110203"/>
                </a:lnTo>
                <a:lnTo>
                  <a:pt x="2834403" y="110696"/>
                </a:lnTo>
                <a:lnTo>
                  <a:pt x="2834245" y="111241"/>
                </a:lnTo>
                <a:lnTo>
                  <a:pt x="2834128" y="111841"/>
                </a:lnTo>
                <a:lnTo>
                  <a:pt x="2834056" y="112497"/>
                </a:lnTo>
                <a:lnTo>
                  <a:pt x="2834032" y="113213"/>
                </a:lnTo>
                <a:lnTo>
                  <a:pt x="2834057" y="113907"/>
                </a:lnTo>
                <a:lnTo>
                  <a:pt x="2834132" y="114542"/>
                </a:lnTo>
                <a:lnTo>
                  <a:pt x="2834252" y="115122"/>
                </a:lnTo>
                <a:lnTo>
                  <a:pt x="2834415" y="115650"/>
                </a:lnTo>
                <a:lnTo>
                  <a:pt x="2834618" y="116127"/>
                </a:lnTo>
                <a:lnTo>
                  <a:pt x="2834857" y="116557"/>
                </a:lnTo>
                <a:lnTo>
                  <a:pt x="2835129" y="116942"/>
                </a:lnTo>
                <a:lnTo>
                  <a:pt x="2835431" y="117283"/>
                </a:lnTo>
                <a:lnTo>
                  <a:pt x="2835760" y="117585"/>
                </a:lnTo>
                <a:lnTo>
                  <a:pt x="2836112" y="117849"/>
                </a:lnTo>
                <a:lnTo>
                  <a:pt x="2836485" y="118078"/>
                </a:lnTo>
                <a:lnTo>
                  <a:pt x="2836875" y="118274"/>
                </a:lnTo>
                <a:lnTo>
                  <a:pt x="2837279" y="118440"/>
                </a:lnTo>
                <a:lnTo>
                  <a:pt x="2837694" y="118579"/>
                </a:lnTo>
                <a:lnTo>
                  <a:pt x="2838117" y="118692"/>
                </a:lnTo>
                <a:lnTo>
                  <a:pt x="2838544" y="118783"/>
                </a:lnTo>
                <a:lnTo>
                  <a:pt x="2838973" y="118854"/>
                </a:lnTo>
                <a:lnTo>
                  <a:pt x="2839399" y="118907"/>
                </a:lnTo>
                <a:lnTo>
                  <a:pt x="2839821" y="118945"/>
                </a:lnTo>
                <a:lnTo>
                  <a:pt x="2840234" y="118970"/>
                </a:lnTo>
                <a:lnTo>
                  <a:pt x="2840636" y="118986"/>
                </a:lnTo>
                <a:lnTo>
                  <a:pt x="2841024" y="118994"/>
                </a:lnTo>
                <a:lnTo>
                  <a:pt x="2841393" y="118997"/>
                </a:lnTo>
                <a:lnTo>
                  <a:pt x="2841742" y="118997"/>
                </a:lnTo>
                <a:lnTo>
                  <a:pt x="2872398" y="118997"/>
                </a:lnTo>
                <a:lnTo>
                  <a:pt x="2872747" y="118997"/>
                </a:lnTo>
                <a:lnTo>
                  <a:pt x="2873117" y="118994"/>
                </a:lnTo>
                <a:lnTo>
                  <a:pt x="2873504" y="118986"/>
                </a:lnTo>
                <a:lnTo>
                  <a:pt x="2873906" y="118970"/>
                </a:lnTo>
                <a:lnTo>
                  <a:pt x="2874319" y="118945"/>
                </a:lnTo>
                <a:lnTo>
                  <a:pt x="2874741" y="118907"/>
                </a:lnTo>
                <a:lnTo>
                  <a:pt x="2875168" y="118854"/>
                </a:lnTo>
                <a:lnTo>
                  <a:pt x="2875596" y="118783"/>
                </a:lnTo>
                <a:lnTo>
                  <a:pt x="2876023" y="118692"/>
                </a:lnTo>
                <a:lnTo>
                  <a:pt x="2876446" y="118579"/>
                </a:lnTo>
                <a:lnTo>
                  <a:pt x="2876861" y="118440"/>
                </a:lnTo>
                <a:lnTo>
                  <a:pt x="2877265" y="118274"/>
                </a:lnTo>
                <a:lnTo>
                  <a:pt x="2877655" y="118078"/>
                </a:lnTo>
                <a:lnTo>
                  <a:pt x="2878028" y="117849"/>
                </a:lnTo>
                <a:lnTo>
                  <a:pt x="2878380" y="117585"/>
                </a:lnTo>
                <a:lnTo>
                  <a:pt x="2878709" y="117283"/>
                </a:lnTo>
                <a:lnTo>
                  <a:pt x="2879011" y="116942"/>
                </a:lnTo>
                <a:lnTo>
                  <a:pt x="2879283" y="116557"/>
                </a:lnTo>
                <a:lnTo>
                  <a:pt x="2879522" y="116127"/>
                </a:lnTo>
                <a:lnTo>
                  <a:pt x="2879725" y="115650"/>
                </a:lnTo>
                <a:lnTo>
                  <a:pt x="2879888" y="115122"/>
                </a:lnTo>
                <a:lnTo>
                  <a:pt x="2880008" y="114542"/>
                </a:lnTo>
                <a:lnTo>
                  <a:pt x="2880083" y="113907"/>
                </a:lnTo>
                <a:lnTo>
                  <a:pt x="2880109" y="113213"/>
                </a:lnTo>
                <a:lnTo>
                  <a:pt x="2880084" y="112497"/>
                </a:lnTo>
                <a:lnTo>
                  <a:pt x="2880012" y="111841"/>
                </a:lnTo>
                <a:lnTo>
                  <a:pt x="2879896" y="111241"/>
                </a:lnTo>
                <a:lnTo>
                  <a:pt x="2879737" y="110696"/>
                </a:lnTo>
                <a:lnTo>
                  <a:pt x="2879540" y="110203"/>
                </a:lnTo>
                <a:lnTo>
                  <a:pt x="2879307" y="109759"/>
                </a:lnTo>
                <a:lnTo>
                  <a:pt x="2879041" y="109362"/>
                </a:lnTo>
                <a:lnTo>
                  <a:pt x="2878745" y="109009"/>
                </a:lnTo>
                <a:lnTo>
                  <a:pt x="2878421" y="108697"/>
                </a:lnTo>
                <a:lnTo>
                  <a:pt x="2878073" y="108424"/>
                </a:lnTo>
                <a:lnTo>
                  <a:pt x="2877703" y="108188"/>
                </a:lnTo>
                <a:lnTo>
                  <a:pt x="2877314" y="107985"/>
                </a:lnTo>
                <a:lnTo>
                  <a:pt x="2876908" y="107813"/>
                </a:lnTo>
                <a:lnTo>
                  <a:pt x="2876490" y="107670"/>
                </a:lnTo>
                <a:lnTo>
                  <a:pt x="2876061" y="107553"/>
                </a:lnTo>
                <a:lnTo>
                  <a:pt x="2875625" y="107459"/>
                </a:lnTo>
                <a:lnTo>
                  <a:pt x="2875184" y="107386"/>
                </a:lnTo>
                <a:lnTo>
                  <a:pt x="2874741" y="107331"/>
                </a:lnTo>
                <a:lnTo>
                  <a:pt x="2874299" y="107292"/>
                </a:lnTo>
                <a:lnTo>
                  <a:pt x="2873861" y="107266"/>
                </a:lnTo>
                <a:lnTo>
                  <a:pt x="2873430" y="107250"/>
                </a:lnTo>
                <a:lnTo>
                  <a:pt x="2873008" y="107242"/>
                </a:lnTo>
                <a:lnTo>
                  <a:pt x="2872598" y="107239"/>
                </a:lnTo>
                <a:lnTo>
                  <a:pt x="2872204" y="107238"/>
                </a:lnTo>
                <a:lnTo>
                  <a:pt x="2863720" y="107238"/>
                </a:lnTo>
                <a:lnTo>
                  <a:pt x="2863720" y="73149"/>
                </a:lnTo>
                <a:lnTo>
                  <a:pt x="2863793" y="70806"/>
                </a:lnTo>
                <a:lnTo>
                  <a:pt x="2864006" y="68586"/>
                </a:lnTo>
                <a:lnTo>
                  <a:pt x="2864352" y="66485"/>
                </a:lnTo>
                <a:lnTo>
                  <a:pt x="2864822" y="64503"/>
                </a:lnTo>
                <a:lnTo>
                  <a:pt x="2865409" y="62636"/>
                </a:lnTo>
                <a:lnTo>
                  <a:pt x="2866103" y="60884"/>
                </a:lnTo>
                <a:lnTo>
                  <a:pt x="2866897" y="59245"/>
                </a:lnTo>
                <a:lnTo>
                  <a:pt x="2867783" y="57715"/>
                </a:lnTo>
                <a:lnTo>
                  <a:pt x="2868753" y="56293"/>
                </a:lnTo>
                <a:lnTo>
                  <a:pt x="2869798" y="54978"/>
                </a:lnTo>
                <a:lnTo>
                  <a:pt x="2870911" y="53767"/>
                </a:lnTo>
                <a:lnTo>
                  <a:pt x="2872083" y="52658"/>
                </a:lnTo>
                <a:lnTo>
                  <a:pt x="2873306" y="51649"/>
                </a:lnTo>
                <a:lnTo>
                  <a:pt x="2874573" y="50739"/>
                </a:lnTo>
                <a:lnTo>
                  <a:pt x="2875874" y="49925"/>
                </a:lnTo>
                <a:lnTo>
                  <a:pt x="2877202" y="49205"/>
                </a:lnTo>
                <a:lnTo>
                  <a:pt x="2878549" y="48577"/>
                </a:lnTo>
                <a:lnTo>
                  <a:pt x="2879907" y="48039"/>
                </a:lnTo>
                <a:lnTo>
                  <a:pt x="2881267" y="47589"/>
                </a:lnTo>
                <a:lnTo>
                  <a:pt x="2882622" y="47226"/>
                </a:lnTo>
                <a:lnTo>
                  <a:pt x="2883963" y="46947"/>
                </a:lnTo>
                <a:lnTo>
                  <a:pt x="2885282" y="46750"/>
                </a:lnTo>
                <a:lnTo>
                  <a:pt x="2886571" y="46634"/>
                </a:lnTo>
                <a:lnTo>
                  <a:pt x="2887822" y="46595"/>
                </a:lnTo>
                <a:lnTo>
                  <a:pt x="2889060" y="46623"/>
                </a:lnTo>
                <a:lnTo>
                  <a:pt x="2890222" y="46708"/>
                </a:lnTo>
                <a:lnTo>
                  <a:pt x="2891310" y="46849"/>
                </a:lnTo>
                <a:lnTo>
                  <a:pt x="2892326" y="47048"/>
                </a:lnTo>
                <a:lnTo>
                  <a:pt x="2893272" y="47304"/>
                </a:lnTo>
                <a:lnTo>
                  <a:pt x="2894150" y="47618"/>
                </a:lnTo>
                <a:lnTo>
                  <a:pt x="2894962" y="47990"/>
                </a:lnTo>
                <a:lnTo>
                  <a:pt x="2895711" y="48421"/>
                </a:lnTo>
                <a:lnTo>
                  <a:pt x="2896398" y="48910"/>
                </a:lnTo>
                <a:lnTo>
                  <a:pt x="2897025" y="49459"/>
                </a:lnTo>
                <a:lnTo>
                  <a:pt x="2897596" y="50067"/>
                </a:lnTo>
                <a:lnTo>
                  <a:pt x="2898110" y="50735"/>
                </a:lnTo>
                <a:lnTo>
                  <a:pt x="2898572" y="51463"/>
                </a:lnTo>
                <a:lnTo>
                  <a:pt x="2898983" y="52252"/>
                </a:lnTo>
                <a:lnTo>
                  <a:pt x="2899344" y="53101"/>
                </a:lnTo>
                <a:lnTo>
                  <a:pt x="2899659" y="54012"/>
                </a:lnTo>
                <a:lnTo>
                  <a:pt x="2899928" y="54984"/>
                </a:lnTo>
                <a:lnTo>
                  <a:pt x="2900155" y="56018"/>
                </a:lnTo>
                <a:lnTo>
                  <a:pt x="2900341" y="57114"/>
                </a:lnTo>
                <a:lnTo>
                  <a:pt x="2900489" y="58272"/>
                </a:lnTo>
                <a:lnTo>
                  <a:pt x="2900600" y="59494"/>
                </a:lnTo>
                <a:lnTo>
                  <a:pt x="2900677" y="60778"/>
                </a:lnTo>
                <a:lnTo>
                  <a:pt x="2900722" y="62126"/>
                </a:lnTo>
                <a:lnTo>
                  <a:pt x="2900736" y="63538"/>
                </a:lnTo>
                <a:lnTo>
                  <a:pt x="2900736" y="107238"/>
                </a:lnTo>
                <a:lnTo>
                  <a:pt x="2893220" y="107238"/>
                </a:lnTo>
                <a:lnTo>
                  <a:pt x="2892826" y="107239"/>
                </a:lnTo>
                <a:lnTo>
                  <a:pt x="2892416" y="107242"/>
                </a:lnTo>
                <a:lnTo>
                  <a:pt x="2891994" y="107250"/>
                </a:lnTo>
                <a:lnTo>
                  <a:pt x="2891563" y="107266"/>
                </a:lnTo>
                <a:lnTo>
                  <a:pt x="2891125" y="107292"/>
                </a:lnTo>
                <a:lnTo>
                  <a:pt x="2890683" y="107331"/>
                </a:lnTo>
                <a:lnTo>
                  <a:pt x="2890240" y="107386"/>
                </a:lnTo>
                <a:lnTo>
                  <a:pt x="2889799" y="107459"/>
                </a:lnTo>
                <a:lnTo>
                  <a:pt x="2889363" y="107553"/>
                </a:lnTo>
                <a:lnTo>
                  <a:pt x="2888934" y="107670"/>
                </a:lnTo>
                <a:lnTo>
                  <a:pt x="2888516" y="107813"/>
                </a:lnTo>
                <a:lnTo>
                  <a:pt x="2888111" y="107985"/>
                </a:lnTo>
                <a:lnTo>
                  <a:pt x="2887722" y="108188"/>
                </a:lnTo>
                <a:lnTo>
                  <a:pt x="2887351" y="108424"/>
                </a:lnTo>
                <a:lnTo>
                  <a:pt x="2887003" y="108697"/>
                </a:lnTo>
                <a:lnTo>
                  <a:pt x="2886679" y="109009"/>
                </a:lnTo>
                <a:lnTo>
                  <a:pt x="2886383" y="109362"/>
                </a:lnTo>
                <a:lnTo>
                  <a:pt x="2886117" y="109759"/>
                </a:lnTo>
                <a:lnTo>
                  <a:pt x="2885884" y="110203"/>
                </a:lnTo>
                <a:lnTo>
                  <a:pt x="2885687" y="110696"/>
                </a:lnTo>
                <a:lnTo>
                  <a:pt x="2885529" y="111241"/>
                </a:lnTo>
                <a:lnTo>
                  <a:pt x="2885412" y="111841"/>
                </a:lnTo>
                <a:lnTo>
                  <a:pt x="2885340" y="112497"/>
                </a:lnTo>
                <a:lnTo>
                  <a:pt x="2885316" y="113213"/>
                </a:lnTo>
                <a:lnTo>
                  <a:pt x="2885342" y="113907"/>
                </a:lnTo>
                <a:lnTo>
                  <a:pt x="2885419" y="114542"/>
                </a:lnTo>
                <a:lnTo>
                  <a:pt x="2885544" y="115122"/>
                </a:lnTo>
                <a:lnTo>
                  <a:pt x="2885714" y="115650"/>
                </a:lnTo>
                <a:lnTo>
                  <a:pt x="2885923" y="116127"/>
                </a:lnTo>
                <a:lnTo>
                  <a:pt x="2886171" y="116557"/>
                </a:lnTo>
                <a:lnTo>
                  <a:pt x="2886452" y="116942"/>
                </a:lnTo>
                <a:lnTo>
                  <a:pt x="2886765" y="117283"/>
                </a:lnTo>
                <a:lnTo>
                  <a:pt x="2887105" y="117585"/>
                </a:lnTo>
                <a:lnTo>
                  <a:pt x="2887468" y="117849"/>
                </a:lnTo>
                <a:lnTo>
                  <a:pt x="2887853" y="118078"/>
                </a:lnTo>
                <a:lnTo>
                  <a:pt x="2888255" y="118274"/>
                </a:lnTo>
                <a:lnTo>
                  <a:pt x="2888671" y="118440"/>
                </a:lnTo>
                <a:lnTo>
                  <a:pt x="2889098" y="118579"/>
                </a:lnTo>
                <a:lnTo>
                  <a:pt x="2889532" y="118692"/>
                </a:lnTo>
                <a:lnTo>
                  <a:pt x="2889971" y="118783"/>
                </a:lnTo>
                <a:lnTo>
                  <a:pt x="2890409" y="118854"/>
                </a:lnTo>
                <a:lnTo>
                  <a:pt x="2890846" y="118907"/>
                </a:lnTo>
                <a:lnTo>
                  <a:pt x="2891276" y="118945"/>
                </a:lnTo>
                <a:lnTo>
                  <a:pt x="2891697" y="118970"/>
                </a:lnTo>
                <a:lnTo>
                  <a:pt x="2892105" y="118986"/>
                </a:lnTo>
                <a:lnTo>
                  <a:pt x="2892497" y="118994"/>
                </a:lnTo>
                <a:lnTo>
                  <a:pt x="2892870" y="118997"/>
                </a:lnTo>
                <a:lnTo>
                  <a:pt x="2893220" y="118997"/>
                </a:lnTo>
                <a:lnTo>
                  <a:pt x="2922717" y="118997"/>
                </a:lnTo>
                <a:lnTo>
                  <a:pt x="2923066" y="118997"/>
                </a:lnTo>
                <a:lnTo>
                  <a:pt x="2923436" y="118994"/>
                </a:lnTo>
                <a:lnTo>
                  <a:pt x="2923823" y="118986"/>
                </a:lnTo>
                <a:lnTo>
                  <a:pt x="2924225" y="118970"/>
                </a:lnTo>
                <a:lnTo>
                  <a:pt x="2924638" y="118945"/>
                </a:lnTo>
                <a:lnTo>
                  <a:pt x="2925060" y="118907"/>
                </a:lnTo>
                <a:lnTo>
                  <a:pt x="2925487" y="118854"/>
                </a:lnTo>
                <a:lnTo>
                  <a:pt x="2925915" y="118783"/>
                </a:lnTo>
                <a:lnTo>
                  <a:pt x="2926342" y="118692"/>
                </a:lnTo>
                <a:lnTo>
                  <a:pt x="2926765" y="118579"/>
                </a:lnTo>
                <a:lnTo>
                  <a:pt x="2927180" y="118440"/>
                </a:lnTo>
                <a:lnTo>
                  <a:pt x="2927584" y="118274"/>
                </a:lnTo>
                <a:lnTo>
                  <a:pt x="2927974" y="118078"/>
                </a:lnTo>
                <a:lnTo>
                  <a:pt x="2928347" y="117849"/>
                </a:lnTo>
                <a:lnTo>
                  <a:pt x="2928699" y="117585"/>
                </a:lnTo>
                <a:lnTo>
                  <a:pt x="2929028" y="117283"/>
                </a:lnTo>
                <a:lnTo>
                  <a:pt x="2929330" y="116942"/>
                </a:lnTo>
                <a:lnTo>
                  <a:pt x="2929602" y="116557"/>
                </a:lnTo>
                <a:lnTo>
                  <a:pt x="2929841" y="116127"/>
                </a:lnTo>
                <a:lnTo>
                  <a:pt x="2930044" y="115650"/>
                </a:lnTo>
                <a:lnTo>
                  <a:pt x="2930207" y="115122"/>
                </a:lnTo>
                <a:lnTo>
                  <a:pt x="2930327" y="114542"/>
                </a:lnTo>
                <a:lnTo>
                  <a:pt x="2930402" y="113907"/>
                </a:lnTo>
                <a:lnTo>
                  <a:pt x="2930428" y="113213"/>
                </a:lnTo>
                <a:lnTo>
                  <a:pt x="2930403" y="112497"/>
                </a:lnTo>
                <a:lnTo>
                  <a:pt x="2930331" y="111841"/>
                </a:lnTo>
                <a:lnTo>
                  <a:pt x="2930215" y="111241"/>
                </a:lnTo>
                <a:lnTo>
                  <a:pt x="2930056" y="110696"/>
                </a:lnTo>
                <a:lnTo>
                  <a:pt x="2929859" y="110203"/>
                </a:lnTo>
                <a:lnTo>
                  <a:pt x="2929626" y="109759"/>
                </a:lnTo>
                <a:lnTo>
                  <a:pt x="2929360" y="109362"/>
                </a:lnTo>
                <a:close/>
                <a:moveTo>
                  <a:pt x="3132624" y="109362"/>
                </a:moveTo>
                <a:lnTo>
                  <a:pt x="3132322" y="109009"/>
                </a:lnTo>
                <a:lnTo>
                  <a:pt x="3131982" y="108697"/>
                </a:lnTo>
                <a:lnTo>
                  <a:pt x="3131604" y="108424"/>
                </a:lnTo>
                <a:lnTo>
                  <a:pt x="3131189" y="108188"/>
                </a:lnTo>
                <a:lnTo>
                  <a:pt x="3130737" y="107985"/>
                </a:lnTo>
                <a:lnTo>
                  <a:pt x="3130249" y="107813"/>
                </a:lnTo>
                <a:lnTo>
                  <a:pt x="3129726" y="107670"/>
                </a:lnTo>
                <a:lnTo>
                  <a:pt x="3129167" y="107553"/>
                </a:lnTo>
                <a:lnTo>
                  <a:pt x="3128574" y="107459"/>
                </a:lnTo>
                <a:lnTo>
                  <a:pt x="3127946" y="107386"/>
                </a:lnTo>
                <a:lnTo>
                  <a:pt x="3127285" y="107331"/>
                </a:lnTo>
                <a:lnTo>
                  <a:pt x="3126591" y="107292"/>
                </a:lnTo>
                <a:lnTo>
                  <a:pt x="3125864" y="107266"/>
                </a:lnTo>
                <a:lnTo>
                  <a:pt x="3125106" y="107250"/>
                </a:lnTo>
                <a:lnTo>
                  <a:pt x="3124315" y="107242"/>
                </a:lnTo>
                <a:lnTo>
                  <a:pt x="3123493" y="107239"/>
                </a:lnTo>
                <a:lnTo>
                  <a:pt x="3122641" y="107238"/>
                </a:lnTo>
                <a:lnTo>
                  <a:pt x="3122641" y="60649"/>
                </a:lnTo>
                <a:lnTo>
                  <a:pt x="3122640" y="60076"/>
                </a:lnTo>
                <a:lnTo>
                  <a:pt x="3122631" y="59332"/>
                </a:lnTo>
                <a:lnTo>
                  <a:pt x="3122607" y="58434"/>
                </a:lnTo>
                <a:lnTo>
                  <a:pt x="3122562" y="57399"/>
                </a:lnTo>
                <a:lnTo>
                  <a:pt x="3122486" y="56246"/>
                </a:lnTo>
                <a:lnTo>
                  <a:pt x="3122373" y="54991"/>
                </a:lnTo>
                <a:lnTo>
                  <a:pt x="3122215" y="53651"/>
                </a:lnTo>
                <a:lnTo>
                  <a:pt x="3122005" y="52244"/>
                </a:lnTo>
                <a:lnTo>
                  <a:pt x="3121736" y="50788"/>
                </a:lnTo>
                <a:lnTo>
                  <a:pt x="3121400" y="49300"/>
                </a:lnTo>
                <a:lnTo>
                  <a:pt x="3120989" y="47797"/>
                </a:lnTo>
                <a:lnTo>
                  <a:pt x="3120496" y="46297"/>
                </a:lnTo>
                <a:lnTo>
                  <a:pt x="3119914" y="44817"/>
                </a:lnTo>
                <a:lnTo>
                  <a:pt x="3119235" y="43374"/>
                </a:lnTo>
                <a:lnTo>
                  <a:pt x="3118452" y="41986"/>
                </a:lnTo>
                <a:lnTo>
                  <a:pt x="3117557" y="40670"/>
                </a:lnTo>
                <a:lnTo>
                  <a:pt x="3116543" y="39444"/>
                </a:lnTo>
                <a:lnTo>
                  <a:pt x="3115402" y="38325"/>
                </a:lnTo>
                <a:lnTo>
                  <a:pt x="3114127" y="37331"/>
                </a:lnTo>
                <a:lnTo>
                  <a:pt x="3112711" y="36478"/>
                </a:lnTo>
                <a:lnTo>
                  <a:pt x="3111146" y="35784"/>
                </a:lnTo>
                <a:lnTo>
                  <a:pt x="3109424" y="35267"/>
                </a:lnTo>
                <a:lnTo>
                  <a:pt x="3107538" y="34945"/>
                </a:lnTo>
                <a:lnTo>
                  <a:pt x="3105482" y="34833"/>
                </a:lnTo>
                <a:lnTo>
                  <a:pt x="3104748" y="34846"/>
                </a:lnTo>
                <a:lnTo>
                  <a:pt x="3103994" y="34887"/>
                </a:lnTo>
                <a:lnTo>
                  <a:pt x="3103222" y="34955"/>
                </a:lnTo>
                <a:lnTo>
                  <a:pt x="3102435" y="35054"/>
                </a:lnTo>
                <a:lnTo>
                  <a:pt x="3101633" y="35182"/>
                </a:lnTo>
                <a:lnTo>
                  <a:pt x="3100819" y="35342"/>
                </a:lnTo>
                <a:lnTo>
                  <a:pt x="3099995" y="35535"/>
                </a:lnTo>
                <a:lnTo>
                  <a:pt x="3099162" y="35761"/>
                </a:lnTo>
                <a:lnTo>
                  <a:pt x="3098324" y="36023"/>
                </a:lnTo>
                <a:lnTo>
                  <a:pt x="3097482" y="36320"/>
                </a:lnTo>
                <a:lnTo>
                  <a:pt x="3096638" y="36654"/>
                </a:lnTo>
                <a:lnTo>
                  <a:pt x="3095794" y="37026"/>
                </a:lnTo>
                <a:lnTo>
                  <a:pt x="3094952" y="37438"/>
                </a:lnTo>
                <a:lnTo>
                  <a:pt x="3094114" y="37889"/>
                </a:lnTo>
                <a:lnTo>
                  <a:pt x="3093282" y="38382"/>
                </a:lnTo>
                <a:lnTo>
                  <a:pt x="3092458" y="38918"/>
                </a:lnTo>
                <a:lnTo>
                  <a:pt x="3091644" y="39497"/>
                </a:lnTo>
                <a:lnTo>
                  <a:pt x="3090842" y="40120"/>
                </a:lnTo>
                <a:lnTo>
                  <a:pt x="3090054" y="40790"/>
                </a:lnTo>
                <a:lnTo>
                  <a:pt x="3089282" y="41506"/>
                </a:lnTo>
                <a:lnTo>
                  <a:pt x="3088528" y="42270"/>
                </a:lnTo>
                <a:lnTo>
                  <a:pt x="3087794" y="43082"/>
                </a:lnTo>
                <a:lnTo>
                  <a:pt x="3087083" y="43945"/>
                </a:lnTo>
                <a:lnTo>
                  <a:pt x="3086395" y="44859"/>
                </a:lnTo>
                <a:lnTo>
                  <a:pt x="3086021" y="44056"/>
                </a:lnTo>
                <a:lnTo>
                  <a:pt x="3085621" y="43285"/>
                </a:lnTo>
                <a:lnTo>
                  <a:pt x="3085197" y="42547"/>
                </a:lnTo>
                <a:lnTo>
                  <a:pt x="3084748" y="41841"/>
                </a:lnTo>
                <a:lnTo>
                  <a:pt x="3084276" y="41168"/>
                </a:lnTo>
                <a:lnTo>
                  <a:pt x="3083781" y="40527"/>
                </a:lnTo>
                <a:lnTo>
                  <a:pt x="3083264" y="39920"/>
                </a:lnTo>
                <a:lnTo>
                  <a:pt x="3082725" y="39347"/>
                </a:lnTo>
                <a:lnTo>
                  <a:pt x="3082166" y="38806"/>
                </a:lnTo>
                <a:lnTo>
                  <a:pt x="3081587" y="38300"/>
                </a:lnTo>
                <a:lnTo>
                  <a:pt x="3080988" y="37827"/>
                </a:lnTo>
                <a:lnTo>
                  <a:pt x="3080371" y="37388"/>
                </a:lnTo>
                <a:lnTo>
                  <a:pt x="3079735" y="36983"/>
                </a:lnTo>
                <a:lnTo>
                  <a:pt x="3079082" y="36613"/>
                </a:lnTo>
                <a:lnTo>
                  <a:pt x="3078413" y="36277"/>
                </a:lnTo>
                <a:lnTo>
                  <a:pt x="3077727" y="35976"/>
                </a:lnTo>
                <a:lnTo>
                  <a:pt x="3077026" y="35709"/>
                </a:lnTo>
                <a:lnTo>
                  <a:pt x="3076310" y="35478"/>
                </a:lnTo>
                <a:lnTo>
                  <a:pt x="3075580" y="35282"/>
                </a:lnTo>
                <a:lnTo>
                  <a:pt x="3074836" y="35121"/>
                </a:lnTo>
                <a:lnTo>
                  <a:pt x="3074080" y="34995"/>
                </a:lnTo>
                <a:lnTo>
                  <a:pt x="3073312" y="34905"/>
                </a:lnTo>
                <a:lnTo>
                  <a:pt x="3072533" y="34851"/>
                </a:lnTo>
                <a:lnTo>
                  <a:pt x="3071742" y="34833"/>
                </a:lnTo>
                <a:lnTo>
                  <a:pt x="3070973" y="34847"/>
                </a:lnTo>
                <a:lnTo>
                  <a:pt x="3070209" y="34889"/>
                </a:lnTo>
                <a:lnTo>
                  <a:pt x="3069449" y="34957"/>
                </a:lnTo>
                <a:lnTo>
                  <a:pt x="3068694" y="35053"/>
                </a:lnTo>
                <a:lnTo>
                  <a:pt x="3067944" y="35174"/>
                </a:lnTo>
                <a:lnTo>
                  <a:pt x="3067200" y="35321"/>
                </a:lnTo>
                <a:lnTo>
                  <a:pt x="3066462" y="35494"/>
                </a:lnTo>
                <a:lnTo>
                  <a:pt x="3065731" y="35690"/>
                </a:lnTo>
                <a:lnTo>
                  <a:pt x="3065006" y="35911"/>
                </a:lnTo>
                <a:lnTo>
                  <a:pt x="3064288" y="36156"/>
                </a:lnTo>
                <a:lnTo>
                  <a:pt x="3063577" y="36423"/>
                </a:lnTo>
                <a:lnTo>
                  <a:pt x="3062874" y="36714"/>
                </a:lnTo>
                <a:lnTo>
                  <a:pt x="3062180" y="37026"/>
                </a:lnTo>
                <a:lnTo>
                  <a:pt x="3061493" y="37360"/>
                </a:lnTo>
                <a:lnTo>
                  <a:pt x="3060816" y="37715"/>
                </a:lnTo>
                <a:lnTo>
                  <a:pt x="3060147" y="38091"/>
                </a:lnTo>
                <a:lnTo>
                  <a:pt x="3059488" y="38486"/>
                </a:lnTo>
                <a:lnTo>
                  <a:pt x="3058838" y="38902"/>
                </a:lnTo>
                <a:lnTo>
                  <a:pt x="3058198" y="39336"/>
                </a:lnTo>
                <a:lnTo>
                  <a:pt x="3057569" y="39789"/>
                </a:lnTo>
                <a:lnTo>
                  <a:pt x="3056951" y="40260"/>
                </a:lnTo>
                <a:lnTo>
                  <a:pt x="3056343" y="40748"/>
                </a:lnTo>
                <a:lnTo>
                  <a:pt x="3055747" y="41254"/>
                </a:lnTo>
                <a:lnTo>
                  <a:pt x="3055163" y="41776"/>
                </a:lnTo>
                <a:lnTo>
                  <a:pt x="3055097" y="41079"/>
                </a:lnTo>
                <a:lnTo>
                  <a:pt x="3054996" y="40441"/>
                </a:lnTo>
                <a:lnTo>
                  <a:pt x="3054863" y="39857"/>
                </a:lnTo>
                <a:lnTo>
                  <a:pt x="3054699" y="39327"/>
                </a:lnTo>
                <a:lnTo>
                  <a:pt x="3054505" y="38847"/>
                </a:lnTo>
                <a:lnTo>
                  <a:pt x="3054283" y="38415"/>
                </a:lnTo>
                <a:lnTo>
                  <a:pt x="3054035" y="38029"/>
                </a:lnTo>
                <a:lnTo>
                  <a:pt x="3053763" y="37685"/>
                </a:lnTo>
                <a:lnTo>
                  <a:pt x="3053468" y="37382"/>
                </a:lnTo>
                <a:lnTo>
                  <a:pt x="3053152" y="37117"/>
                </a:lnTo>
                <a:lnTo>
                  <a:pt x="3052816" y="36887"/>
                </a:lnTo>
                <a:lnTo>
                  <a:pt x="3052463" y="36689"/>
                </a:lnTo>
                <a:lnTo>
                  <a:pt x="3052094" y="36522"/>
                </a:lnTo>
                <a:lnTo>
                  <a:pt x="3051710" y="36383"/>
                </a:lnTo>
                <a:lnTo>
                  <a:pt x="3051314" y="36269"/>
                </a:lnTo>
                <a:lnTo>
                  <a:pt x="3050906" y="36178"/>
                </a:lnTo>
                <a:lnTo>
                  <a:pt x="3050489" y="36107"/>
                </a:lnTo>
                <a:lnTo>
                  <a:pt x="3050065" y="36054"/>
                </a:lnTo>
                <a:lnTo>
                  <a:pt x="3049634" y="36015"/>
                </a:lnTo>
                <a:lnTo>
                  <a:pt x="3049199" y="35990"/>
                </a:lnTo>
                <a:lnTo>
                  <a:pt x="3048762" y="35974"/>
                </a:lnTo>
                <a:lnTo>
                  <a:pt x="3048323" y="35966"/>
                </a:lnTo>
                <a:lnTo>
                  <a:pt x="3047885" y="35963"/>
                </a:lnTo>
                <a:lnTo>
                  <a:pt x="3047449" y="35963"/>
                </a:lnTo>
                <a:lnTo>
                  <a:pt x="3041280" y="35963"/>
                </a:lnTo>
                <a:lnTo>
                  <a:pt x="3040908" y="35963"/>
                </a:lnTo>
                <a:lnTo>
                  <a:pt x="3040517" y="35966"/>
                </a:lnTo>
                <a:lnTo>
                  <a:pt x="3040111" y="35974"/>
                </a:lnTo>
                <a:lnTo>
                  <a:pt x="3039691" y="35990"/>
                </a:lnTo>
                <a:lnTo>
                  <a:pt x="3039261" y="36015"/>
                </a:lnTo>
                <a:lnTo>
                  <a:pt x="3038825" y="36053"/>
                </a:lnTo>
                <a:lnTo>
                  <a:pt x="3038386" y="36106"/>
                </a:lnTo>
                <a:lnTo>
                  <a:pt x="3037946" y="36177"/>
                </a:lnTo>
                <a:lnTo>
                  <a:pt x="3037509" y="36268"/>
                </a:lnTo>
                <a:lnTo>
                  <a:pt x="3037077" y="36381"/>
                </a:lnTo>
                <a:lnTo>
                  <a:pt x="3036654" y="36520"/>
                </a:lnTo>
                <a:lnTo>
                  <a:pt x="3036244" y="36686"/>
                </a:lnTo>
                <a:lnTo>
                  <a:pt x="3035848" y="36882"/>
                </a:lnTo>
                <a:lnTo>
                  <a:pt x="3035471" y="37111"/>
                </a:lnTo>
                <a:lnTo>
                  <a:pt x="3035114" y="37376"/>
                </a:lnTo>
                <a:lnTo>
                  <a:pt x="3034783" y="37677"/>
                </a:lnTo>
                <a:lnTo>
                  <a:pt x="3034478" y="38019"/>
                </a:lnTo>
                <a:lnTo>
                  <a:pt x="3034204" y="38404"/>
                </a:lnTo>
                <a:lnTo>
                  <a:pt x="3033964" y="38834"/>
                </a:lnTo>
                <a:lnTo>
                  <a:pt x="3033761" y="39312"/>
                </a:lnTo>
                <a:lnTo>
                  <a:pt x="3033597" y="39840"/>
                </a:lnTo>
                <a:lnTo>
                  <a:pt x="3033476" y="40420"/>
                </a:lnTo>
                <a:lnTo>
                  <a:pt x="3033401" y="41056"/>
                </a:lnTo>
                <a:lnTo>
                  <a:pt x="3033376" y="41750"/>
                </a:lnTo>
                <a:lnTo>
                  <a:pt x="3033397" y="42466"/>
                </a:lnTo>
                <a:lnTo>
                  <a:pt x="3033460" y="43122"/>
                </a:lnTo>
                <a:lnTo>
                  <a:pt x="3033563" y="43722"/>
                </a:lnTo>
                <a:lnTo>
                  <a:pt x="3033708" y="44267"/>
                </a:lnTo>
                <a:lnTo>
                  <a:pt x="3033893" y="44760"/>
                </a:lnTo>
                <a:lnTo>
                  <a:pt x="3034117" y="45204"/>
                </a:lnTo>
                <a:lnTo>
                  <a:pt x="3034381" y="45601"/>
                </a:lnTo>
                <a:lnTo>
                  <a:pt x="3034683" y="45954"/>
                </a:lnTo>
                <a:lnTo>
                  <a:pt x="3035024" y="46266"/>
                </a:lnTo>
                <a:lnTo>
                  <a:pt x="3035402" y="46539"/>
                </a:lnTo>
                <a:lnTo>
                  <a:pt x="3035817" y="46775"/>
                </a:lnTo>
                <a:lnTo>
                  <a:pt x="3036269" y="46978"/>
                </a:lnTo>
                <a:lnTo>
                  <a:pt x="3036757" y="47150"/>
                </a:lnTo>
                <a:lnTo>
                  <a:pt x="3037280" y="47293"/>
                </a:lnTo>
                <a:lnTo>
                  <a:pt x="3037839" y="47410"/>
                </a:lnTo>
                <a:lnTo>
                  <a:pt x="3038433" y="47504"/>
                </a:lnTo>
                <a:lnTo>
                  <a:pt x="3039060" y="47577"/>
                </a:lnTo>
                <a:lnTo>
                  <a:pt x="3039721" y="47631"/>
                </a:lnTo>
                <a:lnTo>
                  <a:pt x="3040416" y="47671"/>
                </a:lnTo>
                <a:lnTo>
                  <a:pt x="3041143" y="47697"/>
                </a:lnTo>
                <a:lnTo>
                  <a:pt x="3041902" y="47713"/>
                </a:lnTo>
                <a:lnTo>
                  <a:pt x="3042692" y="47721"/>
                </a:lnTo>
                <a:lnTo>
                  <a:pt x="3043514" y="47724"/>
                </a:lnTo>
                <a:lnTo>
                  <a:pt x="3044366" y="47725"/>
                </a:lnTo>
                <a:lnTo>
                  <a:pt x="3044366" y="107238"/>
                </a:lnTo>
                <a:lnTo>
                  <a:pt x="3043514" y="107239"/>
                </a:lnTo>
                <a:lnTo>
                  <a:pt x="3042692" y="107242"/>
                </a:lnTo>
                <a:lnTo>
                  <a:pt x="3041902" y="107250"/>
                </a:lnTo>
                <a:lnTo>
                  <a:pt x="3041143" y="107266"/>
                </a:lnTo>
                <a:lnTo>
                  <a:pt x="3040416" y="107292"/>
                </a:lnTo>
                <a:lnTo>
                  <a:pt x="3039721" y="107331"/>
                </a:lnTo>
                <a:lnTo>
                  <a:pt x="3039060" y="107386"/>
                </a:lnTo>
                <a:lnTo>
                  <a:pt x="3038433" y="107459"/>
                </a:lnTo>
                <a:lnTo>
                  <a:pt x="3037839" y="107553"/>
                </a:lnTo>
                <a:lnTo>
                  <a:pt x="3037280" y="107670"/>
                </a:lnTo>
                <a:lnTo>
                  <a:pt x="3036757" y="107813"/>
                </a:lnTo>
                <a:lnTo>
                  <a:pt x="3036269" y="107985"/>
                </a:lnTo>
                <a:lnTo>
                  <a:pt x="3035817" y="108188"/>
                </a:lnTo>
                <a:lnTo>
                  <a:pt x="3035402" y="108424"/>
                </a:lnTo>
                <a:lnTo>
                  <a:pt x="3035024" y="108697"/>
                </a:lnTo>
                <a:lnTo>
                  <a:pt x="3034683" y="109009"/>
                </a:lnTo>
                <a:lnTo>
                  <a:pt x="3034381" y="109362"/>
                </a:lnTo>
                <a:lnTo>
                  <a:pt x="3034117" y="109759"/>
                </a:lnTo>
                <a:lnTo>
                  <a:pt x="3033893" y="110203"/>
                </a:lnTo>
                <a:lnTo>
                  <a:pt x="3033708" y="110696"/>
                </a:lnTo>
                <a:lnTo>
                  <a:pt x="3033563" y="111241"/>
                </a:lnTo>
                <a:lnTo>
                  <a:pt x="3033460" y="111841"/>
                </a:lnTo>
                <a:lnTo>
                  <a:pt x="3033397" y="112497"/>
                </a:lnTo>
                <a:lnTo>
                  <a:pt x="3033376" y="113213"/>
                </a:lnTo>
                <a:lnTo>
                  <a:pt x="3033402" y="113907"/>
                </a:lnTo>
                <a:lnTo>
                  <a:pt x="3033480" y="114542"/>
                </a:lnTo>
                <a:lnTo>
                  <a:pt x="3033605" y="115122"/>
                </a:lnTo>
                <a:lnTo>
                  <a:pt x="3033774" y="115650"/>
                </a:lnTo>
                <a:lnTo>
                  <a:pt x="3033984" y="116127"/>
                </a:lnTo>
                <a:lnTo>
                  <a:pt x="3034232" y="116557"/>
                </a:lnTo>
                <a:lnTo>
                  <a:pt x="3034513" y="116942"/>
                </a:lnTo>
                <a:lnTo>
                  <a:pt x="3034826" y="117283"/>
                </a:lnTo>
                <a:lnTo>
                  <a:pt x="3035166" y="117585"/>
                </a:lnTo>
                <a:lnTo>
                  <a:pt x="3035530" y="117849"/>
                </a:lnTo>
                <a:lnTo>
                  <a:pt x="3035914" y="118078"/>
                </a:lnTo>
                <a:lnTo>
                  <a:pt x="3036317" y="118274"/>
                </a:lnTo>
                <a:lnTo>
                  <a:pt x="3036733" y="118440"/>
                </a:lnTo>
                <a:lnTo>
                  <a:pt x="3037160" y="118579"/>
                </a:lnTo>
                <a:lnTo>
                  <a:pt x="3037594" y="118692"/>
                </a:lnTo>
                <a:lnTo>
                  <a:pt x="3038032" y="118783"/>
                </a:lnTo>
                <a:lnTo>
                  <a:pt x="3038471" y="118854"/>
                </a:lnTo>
                <a:lnTo>
                  <a:pt x="3038907" y="118907"/>
                </a:lnTo>
                <a:lnTo>
                  <a:pt x="3039337" y="118945"/>
                </a:lnTo>
                <a:lnTo>
                  <a:pt x="3039758" y="118970"/>
                </a:lnTo>
                <a:lnTo>
                  <a:pt x="3040166" y="118986"/>
                </a:lnTo>
                <a:lnTo>
                  <a:pt x="3040558" y="118994"/>
                </a:lnTo>
                <a:lnTo>
                  <a:pt x="3040931" y="118997"/>
                </a:lnTo>
                <a:lnTo>
                  <a:pt x="3041280" y="118997"/>
                </a:lnTo>
                <a:lnTo>
                  <a:pt x="3058249" y="118997"/>
                </a:lnTo>
                <a:lnTo>
                  <a:pt x="3058621" y="118997"/>
                </a:lnTo>
                <a:lnTo>
                  <a:pt x="3059011" y="118994"/>
                </a:lnTo>
                <a:lnTo>
                  <a:pt x="3059418" y="118986"/>
                </a:lnTo>
                <a:lnTo>
                  <a:pt x="3059838" y="118970"/>
                </a:lnTo>
                <a:lnTo>
                  <a:pt x="3060267" y="118945"/>
                </a:lnTo>
                <a:lnTo>
                  <a:pt x="3060703" y="118907"/>
                </a:lnTo>
                <a:lnTo>
                  <a:pt x="3061143" y="118854"/>
                </a:lnTo>
                <a:lnTo>
                  <a:pt x="3061582" y="118783"/>
                </a:lnTo>
                <a:lnTo>
                  <a:pt x="3062019" y="118692"/>
                </a:lnTo>
                <a:lnTo>
                  <a:pt x="3062451" y="118579"/>
                </a:lnTo>
                <a:lnTo>
                  <a:pt x="3062873" y="118440"/>
                </a:lnTo>
                <a:lnTo>
                  <a:pt x="3063284" y="118274"/>
                </a:lnTo>
                <a:lnTo>
                  <a:pt x="3063679" y="118078"/>
                </a:lnTo>
                <a:lnTo>
                  <a:pt x="3064056" y="117849"/>
                </a:lnTo>
                <a:lnTo>
                  <a:pt x="3064413" y="117585"/>
                </a:lnTo>
                <a:lnTo>
                  <a:pt x="3064744" y="117283"/>
                </a:lnTo>
                <a:lnTo>
                  <a:pt x="3065048" y="116942"/>
                </a:lnTo>
                <a:lnTo>
                  <a:pt x="3065322" y="116557"/>
                </a:lnTo>
                <a:lnTo>
                  <a:pt x="3065562" y="116127"/>
                </a:lnTo>
                <a:lnTo>
                  <a:pt x="3065766" y="115650"/>
                </a:lnTo>
                <a:lnTo>
                  <a:pt x="3065929" y="115122"/>
                </a:lnTo>
                <a:lnTo>
                  <a:pt x="3066050" y="114542"/>
                </a:lnTo>
                <a:lnTo>
                  <a:pt x="3066125" y="113907"/>
                </a:lnTo>
                <a:lnTo>
                  <a:pt x="3066150" y="113213"/>
                </a:lnTo>
                <a:lnTo>
                  <a:pt x="3066129" y="112497"/>
                </a:lnTo>
                <a:lnTo>
                  <a:pt x="3066066" y="111841"/>
                </a:lnTo>
                <a:lnTo>
                  <a:pt x="3065963" y="111241"/>
                </a:lnTo>
                <a:lnTo>
                  <a:pt x="3065818" y="110696"/>
                </a:lnTo>
                <a:lnTo>
                  <a:pt x="3065634" y="110203"/>
                </a:lnTo>
                <a:lnTo>
                  <a:pt x="3065409" y="109759"/>
                </a:lnTo>
                <a:lnTo>
                  <a:pt x="3065146" y="109362"/>
                </a:lnTo>
                <a:lnTo>
                  <a:pt x="3064844" y="109009"/>
                </a:lnTo>
                <a:lnTo>
                  <a:pt x="3064503" y="108697"/>
                </a:lnTo>
                <a:lnTo>
                  <a:pt x="3064126" y="108424"/>
                </a:lnTo>
                <a:lnTo>
                  <a:pt x="3063710" y="108188"/>
                </a:lnTo>
                <a:lnTo>
                  <a:pt x="3063259" y="107985"/>
                </a:lnTo>
                <a:lnTo>
                  <a:pt x="3062771" y="107813"/>
                </a:lnTo>
                <a:lnTo>
                  <a:pt x="3062247" y="107670"/>
                </a:lnTo>
                <a:lnTo>
                  <a:pt x="3061689" y="107553"/>
                </a:lnTo>
                <a:lnTo>
                  <a:pt x="3061096" y="107459"/>
                </a:lnTo>
                <a:lnTo>
                  <a:pt x="3060468" y="107386"/>
                </a:lnTo>
                <a:lnTo>
                  <a:pt x="3059807" y="107331"/>
                </a:lnTo>
                <a:lnTo>
                  <a:pt x="3059113" y="107292"/>
                </a:lnTo>
                <a:lnTo>
                  <a:pt x="3058386" y="107266"/>
                </a:lnTo>
                <a:lnTo>
                  <a:pt x="3057627" y="107250"/>
                </a:lnTo>
                <a:lnTo>
                  <a:pt x="3056837" y="107242"/>
                </a:lnTo>
                <a:lnTo>
                  <a:pt x="3056015" y="107239"/>
                </a:lnTo>
                <a:lnTo>
                  <a:pt x="3055163" y="107238"/>
                </a:lnTo>
                <a:lnTo>
                  <a:pt x="3055163" y="72764"/>
                </a:lnTo>
                <a:lnTo>
                  <a:pt x="3055203" y="70666"/>
                </a:lnTo>
                <a:lnTo>
                  <a:pt x="3055323" y="68653"/>
                </a:lnTo>
                <a:lnTo>
                  <a:pt x="3055518" y="66724"/>
                </a:lnTo>
                <a:lnTo>
                  <a:pt x="3055785" y="64881"/>
                </a:lnTo>
                <a:lnTo>
                  <a:pt x="3056120" y="63124"/>
                </a:lnTo>
                <a:lnTo>
                  <a:pt x="3056521" y="61453"/>
                </a:lnTo>
                <a:lnTo>
                  <a:pt x="3056984" y="59868"/>
                </a:lnTo>
                <a:lnTo>
                  <a:pt x="3057505" y="58371"/>
                </a:lnTo>
                <a:lnTo>
                  <a:pt x="3058081" y="56961"/>
                </a:lnTo>
                <a:lnTo>
                  <a:pt x="3058708" y="55639"/>
                </a:lnTo>
                <a:lnTo>
                  <a:pt x="3059383" y="54405"/>
                </a:lnTo>
                <a:lnTo>
                  <a:pt x="3060103" y="53260"/>
                </a:lnTo>
                <a:lnTo>
                  <a:pt x="3060864" y="52204"/>
                </a:lnTo>
                <a:lnTo>
                  <a:pt x="3061663" y="51238"/>
                </a:lnTo>
                <a:lnTo>
                  <a:pt x="3062496" y="50361"/>
                </a:lnTo>
                <a:lnTo>
                  <a:pt x="3063360" y="49575"/>
                </a:lnTo>
                <a:lnTo>
                  <a:pt x="3064251" y="48880"/>
                </a:lnTo>
                <a:lnTo>
                  <a:pt x="3065167" y="48277"/>
                </a:lnTo>
                <a:lnTo>
                  <a:pt x="3066103" y="47765"/>
                </a:lnTo>
                <a:lnTo>
                  <a:pt x="3067056" y="47345"/>
                </a:lnTo>
                <a:lnTo>
                  <a:pt x="3068023" y="47017"/>
                </a:lnTo>
                <a:lnTo>
                  <a:pt x="3069000" y="46783"/>
                </a:lnTo>
                <a:lnTo>
                  <a:pt x="3069984" y="46642"/>
                </a:lnTo>
                <a:lnTo>
                  <a:pt x="3070972" y="46595"/>
                </a:lnTo>
                <a:lnTo>
                  <a:pt x="3071517" y="46613"/>
                </a:lnTo>
                <a:lnTo>
                  <a:pt x="3072043" y="46667"/>
                </a:lnTo>
                <a:lnTo>
                  <a:pt x="3072551" y="46760"/>
                </a:lnTo>
                <a:lnTo>
                  <a:pt x="3073039" y="46896"/>
                </a:lnTo>
                <a:lnTo>
                  <a:pt x="3073508" y="47075"/>
                </a:lnTo>
                <a:lnTo>
                  <a:pt x="3073957" y="47302"/>
                </a:lnTo>
                <a:lnTo>
                  <a:pt x="3074385" y="47579"/>
                </a:lnTo>
                <a:lnTo>
                  <a:pt x="3074792" y="47907"/>
                </a:lnTo>
                <a:lnTo>
                  <a:pt x="3075177" y="48291"/>
                </a:lnTo>
                <a:lnTo>
                  <a:pt x="3075541" y="48732"/>
                </a:lnTo>
                <a:lnTo>
                  <a:pt x="3075882" y="49233"/>
                </a:lnTo>
                <a:lnTo>
                  <a:pt x="3076201" y="49796"/>
                </a:lnTo>
                <a:lnTo>
                  <a:pt x="3076497" y="50425"/>
                </a:lnTo>
                <a:lnTo>
                  <a:pt x="3076769" y="51121"/>
                </a:lnTo>
                <a:lnTo>
                  <a:pt x="3077017" y="51888"/>
                </a:lnTo>
                <a:lnTo>
                  <a:pt x="3077241" y="52728"/>
                </a:lnTo>
                <a:lnTo>
                  <a:pt x="3077440" y="53643"/>
                </a:lnTo>
                <a:lnTo>
                  <a:pt x="3077614" y="54636"/>
                </a:lnTo>
                <a:lnTo>
                  <a:pt x="3077763" y="55711"/>
                </a:lnTo>
                <a:lnTo>
                  <a:pt x="3077885" y="56868"/>
                </a:lnTo>
                <a:lnTo>
                  <a:pt x="3077981" y="58111"/>
                </a:lnTo>
                <a:lnTo>
                  <a:pt x="3078050" y="59443"/>
                </a:lnTo>
                <a:lnTo>
                  <a:pt x="3078092" y="60865"/>
                </a:lnTo>
                <a:lnTo>
                  <a:pt x="3078106" y="62382"/>
                </a:lnTo>
                <a:lnTo>
                  <a:pt x="3078106" y="107238"/>
                </a:lnTo>
                <a:lnTo>
                  <a:pt x="3077642" y="107239"/>
                </a:lnTo>
                <a:lnTo>
                  <a:pt x="3077169" y="107242"/>
                </a:lnTo>
                <a:lnTo>
                  <a:pt x="3076689" y="107250"/>
                </a:lnTo>
                <a:lnTo>
                  <a:pt x="3076205" y="107266"/>
                </a:lnTo>
                <a:lnTo>
                  <a:pt x="3075720" y="107292"/>
                </a:lnTo>
                <a:lnTo>
                  <a:pt x="3075235" y="107331"/>
                </a:lnTo>
                <a:lnTo>
                  <a:pt x="3074753" y="107386"/>
                </a:lnTo>
                <a:lnTo>
                  <a:pt x="3074278" y="107459"/>
                </a:lnTo>
                <a:lnTo>
                  <a:pt x="3073812" y="107553"/>
                </a:lnTo>
                <a:lnTo>
                  <a:pt x="3073356" y="107670"/>
                </a:lnTo>
                <a:lnTo>
                  <a:pt x="3072915" y="107813"/>
                </a:lnTo>
                <a:lnTo>
                  <a:pt x="3072490" y="107985"/>
                </a:lnTo>
                <a:lnTo>
                  <a:pt x="3072084" y="108188"/>
                </a:lnTo>
                <a:lnTo>
                  <a:pt x="3071700" y="108424"/>
                </a:lnTo>
                <a:lnTo>
                  <a:pt x="3071340" y="108697"/>
                </a:lnTo>
                <a:lnTo>
                  <a:pt x="3071007" y="109009"/>
                </a:lnTo>
                <a:lnTo>
                  <a:pt x="3070704" y="109362"/>
                </a:lnTo>
                <a:lnTo>
                  <a:pt x="3070432" y="109759"/>
                </a:lnTo>
                <a:lnTo>
                  <a:pt x="3070195" y="110203"/>
                </a:lnTo>
                <a:lnTo>
                  <a:pt x="3069996" y="110696"/>
                </a:lnTo>
                <a:lnTo>
                  <a:pt x="3069836" y="111241"/>
                </a:lnTo>
                <a:lnTo>
                  <a:pt x="3069718" y="111841"/>
                </a:lnTo>
                <a:lnTo>
                  <a:pt x="3069646" y="112497"/>
                </a:lnTo>
                <a:lnTo>
                  <a:pt x="3069621" y="113213"/>
                </a:lnTo>
                <a:lnTo>
                  <a:pt x="3069648" y="113907"/>
                </a:lnTo>
                <a:lnTo>
                  <a:pt x="3069725" y="114542"/>
                </a:lnTo>
                <a:lnTo>
                  <a:pt x="3069850" y="115122"/>
                </a:lnTo>
                <a:lnTo>
                  <a:pt x="3070020" y="115650"/>
                </a:lnTo>
                <a:lnTo>
                  <a:pt x="3070230" y="116127"/>
                </a:lnTo>
                <a:lnTo>
                  <a:pt x="3070477" y="116557"/>
                </a:lnTo>
                <a:lnTo>
                  <a:pt x="3070759" y="116942"/>
                </a:lnTo>
                <a:lnTo>
                  <a:pt x="3071071" y="117283"/>
                </a:lnTo>
                <a:lnTo>
                  <a:pt x="3071411" y="117585"/>
                </a:lnTo>
                <a:lnTo>
                  <a:pt x="3071775" y="117849"/>
                </a:lnTo>
                <a:lnTo>
                  <a:pt x="3072160" y="118078"/>
                </a:lnTo>
                <a:lnTo>
                  <a:pt x="3072562" y="118274"/>
                </a:lnTo>
                <a:lnTo>
                  <a:pt x="3072978" y="118440"/>
                </a:lnTo>
                <a:lnTo>
                  <a:pt x="3073405" y="118579"/>
                </a:lnTo>
                <a:lnTo>
                  <a:pt x="3073839" y="118692"/>
                </a:lnTo>
                <a:lnTo>
                  <a:pt x="3074278" y="118783"/>
                </a:lnTo>
                <a:lnTo>
                  <a:pt x="3074717" y="118854"/>
                </a:lnTo>
                <a:lnTo>
                  <a:pt x="3075153" y="118907"/>
                </a:lnTo>
                <a:lnTo>
                  <a:pt x="3075583" y="118945"/>
                </a:lnTo>
                <a:lnTo>
                  <a:pt x="3076004" y="118970"/>
                </a:lnTo>
                <a:lnTo>
                  <a:pt x="3076412" y="118986"/>
                </a:lnTo>
                <a:lnTo>
                  <a:pt x="3076804" y="118994"/>
                </a:lnTo>
                <a:lnTo>
                  <a:pt x="3077176" y="118997"/>
                </a:lnTo>
                <a:lnTo>
                  <a:pt x="3077526" y="118997"/>
                </a:lnTo>
                <a:lnTo>
                  <a:pt x="3091985" y="118997"/>
                </a:lnTo>
                <a:lnTo>
                  <a:pt x="3092357" y="118997"/>
                </a:lnTo>
                <a:lnTo>
                  <a:pt x="3092748" y="118994"/>
                </a:lnTo>
                <a:lnTo>
                  <a:pt x="3093155" y="118986"/>
                </a:lnTo>
                <a:lnTo>
                  <a:pt x="3093574" y="118970"/>
                </a:lnTo>
                <a:lnTo>
                  <a:pt x="3094004" y="118945"/>
                </a:lnTo>
                <a:lnTo>
                  <a:pt x="3094440" y="118907"/>
                </a:lnTo>
                <a:lnTo>
                  <a:pt x="3094879" y="118854"/>
                </a:lnTo>
                <a:lnTo>
                  <a:pt x="3095319" y="118783"/>
                </a:lnTo>
                <a:lnTo>
                  <a:pt x="3095757" y="118692"/>
                </a:lnTo>
                <a:lnTo>
                  <a:pt x="3096188" y="118579"/>
                </a:lnTo>
                <a:lnTo>
                  <a:pt x="3096611" y="118440"/>
                </a:lnTo>
                <a:lnTo>
                  <a:pt x="3097021" y="118274"/>
                </a:lnTo>
                <a:lnTo>
                  <a:pt x="3097417" y="118078"/>
                </a:lnTo>
                <a:lnTo>
                  <a:pt x="3097795" y="117849"/>
                </a:lnTo>
                <a:lnTo>
                  <a:pt x="3098151" y="117585"/>
                </a:lnTo>
                <a:lnTo>
                  <a:pt x="3098483" y="117283"/>
                </a:lnTo>
                <a:lnTo>
                  <a:pt x="3098787" y="116942"/>
                </a:lnTo>
                <a:lnTo>
                  <a:pt x="3099061" y="116557"/>
                </a:lnTo>
                <a:lnTo>
                  <a:pt x="3099301" y="116127"/>
                </a:lnTo>
                <a:lnTo>
                  <a:pt x="3099505" y="115650"/>
                </a:lnTo>
                <a:lnTo>
                  <a:pt x="3099668" y="115122"/>
                </a:lnTo>
                <a:lnTo>
                  <a:pt x="3099789" y="114542"/>
                </a:lnTo>
                <a:lnTo>
                  <a:pt x="3099864" y="113907"/>
                </a:lnTo>
                <a:lnTo>
                  <a:pt x="3099889" y="113213"/>
                </a:lnTo>
                <a:lnTo>
                  <a:pt x="3099868" y="112497"/>
                </a:lnTo>
                <a:lnTo>
                  <a:pt x="3099806" y="111841"/>
                </a:lnTo>
                <a:lnTo>
                  <a:pt x="3099702" y="111241"/>
                </a:lnTo>
                <a:lnTo>
                  <a:pt x="3099557" y="110696"/>
                </a:lnTo>
                <a:lnTo>
                  <a:pt x="3099373" y="110203"/>
                </a:lnTo>
                <a:lnTo>
                  <a:pt x="3099148" y="109759"/>
                </a:lnTo>
                <a:lnTo>
                  <a:pt x="3098885" y="109362"/>
                </a:lnTo>
                <a:lnTo>
                  <a:pt x="3098583" y="109009"/>
                </a:lnTo>
                <a:lnTo>
                  <a:pt x="3098243" y="108697"/>
                </a:lnTo>
                <a:lnTo>
                  <a:pt x="3097865" y="108424"/>
                </a:lnTo>
                <a:lnTo>
                  <a:pt x="3097450" y="108188"/>
                </a:lnTo>
                <a:lnTo>
                  <a:pt x="3096998" y="107985"/>
                </a:lnTo>
                <a:lnTo>
                  <a:pt x="3096510" y="107813"/>
                </a:lnTo>
                <a:lnTo>
                  <a:pt x="3095987" y="107670"/>
                </a:lnTo>
                <a:lnTo>
                  <a:pt x="3095428" y="107553"/>
                </a:lnTo>
                <a:lnTo>
                  <a:pt x="3094835" y="107459"/>
                </a:lnTo>
                <a:lnTo>
                  <a:pt x="3094207" y="107386"/>
                </a:lnTo>
                <a:lnTo>
                  <a:pt x="3093546" y="107331"/>
                </a:lnTo>
                <a:lnTo>
                  <a:pt x="3092852" y="107292"/>
                </a:lnTo>
                <a:lnTo>
                  <a:pt x="3092125" y="107266"/>
                </a:lnTo>
                <a:lnTo>
                  <a:pt x="3091366" y="107250"/>
                </a:lnTo>
                <a:lnTo>
                  <a:pt x="3090576" y="107242"/>
                </a:lnTo>
                <a:lnTo>
                  <a:pt x="3089754" y="107239"/>
                </a:lnTo>
                <a:lnTo>
                  <a:pt x="3088902" y="107238"/>
                </a:lnTo>
                <a:lnTo>
                  <a:pt x="3088902" y="72779"/>
                </a:lnTo>
                <a:lnTo>
                  <a:pt x="3088942" y="70679"/>
                </a:lnTo>
                <a:lnTo>
                  <a:pt x="3089062" y="68664"/>
                </a:lnTo>
                <a:lnTo>
                  <a:pt x="3089257" y="66734"/>
                </a:lnTo>
                <a:lnTo>
                  <a:pt x="3089524" y="64890"/>
                </a:lnTo>
                <a:lnTo>
                  <a:pt x="3089860" y="63131"/>
                </a:lnTo>
                <a:lnTo>
                  <a:pt x="3090260" y="61459"/>
                </a:lnTo>
                <a:lnTo>
                  <a:pt x="3090723" y="59874"/>
                </a:lnTo>
                <a:lnTo>
                  <a:pt x="3091244" y="58375"/>
                </a:lnTo>
                <a:lnTo>
                  <a:pt x="3091820" y="56964"/>
                </a:lnTo>
                <a:lnTo>
                  <a:pt x="3092447" y="55642"/>
                </a:lnTo>
                <a:lnTo>
                  <a:pt x="3093122" y="54407"/>
                </a:lnTo>
                <a:lnTo>
                  <a:pt x="3093842" y="53262"/>
                </a:lnTo>
                <a:lnTo>
                  <a:pt x="3094603" y="52205"/>
                </a:lnTo>
                <a:lnTo>
                  <a:pt x="3095402" y="51239"/>
                </a:lnTo>
                <a:lnTo>
                  <a:pt x="3096235" y="50362"/>
                </a:lnTo>
                <a:lnTo>
                  <a:pt x="3097099" y="49576"/>
                </a:lnTo>
                <a:lnTo>
                  <a:pt x="3097991" y="48881"/>
                </a:lnTo>
                <a:lnTo>
                  <a:pt x="3098906" y="48277"/>
                </a:lnTo>
                <a:lnTo>
                  <a:pt x="3099842" y="47765"/>
                </a:lnTo>
                <a:lnTo>
                  <a:pt x="3100795" y="47345"/>
                </a:lnTo>
                <a:lnTo>
                  <a:pt x="3101762" y="47017"/>
                </a:lnTo>
                <a:lnTo>
                  <a:pt x="3102739" y="46783"/>
                </a:lnTo>
                <a:lnTo>
                  <a:pt x="3103723" y="46642"/>
                </a:lnTo>
                <a:lnTo>
                  <a:pt x="3104711" y="46595"/>
                </a:lnTo>
                <a:lnTo>
                  <a:pt x="3105256" y="46613"/>
                </a:lnTo>
                <a:lnTo>
                  <a:pt x="3105783" y="46667"/>
                </a:lnTo>
                <a:lnTo>
                  <a:pt x="3106290" y="46760"/>
                </a:lnTo>
                <a:lnTo>
                  <a:pt x="3106779" y="46896"/>
                </a:lnTo>
                <a:lnTo>
                  <a:pt x="3107247" y="47075"/>
                </a:lnTo>
                <a:lnTo>
                  <a:pt x="3107696" y="47302"/>
                </a:lnTo>
                <a:lnTo>
                  <a:pt x="3108124" y="47579"/>
                </a:lnTo>
                <a:lnTo>
                  <a:pt x="3108531" y="47907"/>
                </a:lnTo>
                <a:lnTo>
                  <a:pt x="3108916" y="48291"/>
                </a:lnTo>
                <a:lnTo>
                  <a:pt x="3109280" y="48732"/>
                </a:lnTo>
                <a:lnTo>
                  <a:pt x="3109621" y="49233"/>
                </a:lnTo>
                <a:lnTo>
                  <a:pt x="3109940" y="49796"/>
                </a:lnTo>
                <a:lnTo>
                  <a:pt x="3110236" y="50425"/>
                </a:lnTo>
                <a:lnTo>
                  <a:pt x="3110508" y="51121"/>
                </a:lnTo>
                <a:lnTo>
                  <a:pt x="3110756" y="51888"/>
                </a:lnTo>
                <a:lnTo>
                  <a:pt x="3110980" y="52728"/>
                </a:lnTo>
                <a:lnTo>
                  <a:pt x="3111179" y="53643"/>
                </a:lnTo>
                <a:lnTo>
                  <a:pt x="3111353" y="54636"/>
                </a:lnTo>
                <a:lnTo>
                  <a:pt x="3111502" y="55711"/>
                </a:lnTo>
                <a:lnTo>
                  <a:pt x="3111624" y="56868"/>
                </a:lnTo>
                <a:lnTo>
                  <a:pt x="3111720" y="58111"/>
                </a:lnTo>
                <a:lnTo>
                  <a:pt x="3111789" y="59443"/>
                </a:lnTo>
                <a:lnTo>
                  <a:pt x="3111831" y="60865"/>
                </a:lnTo>
                <a:lnTo>
                  <a:pt x="3111845" y="62382"/>
                </a:lnTo>
                <a:lnTo>
                  <a:pt x="3111845" y="107238"/>
                </a:lnTo>
                <a:lnTo>
                  <a:pt x="3111381" y="107239"/>
                </a:lnTo>
                <a:lnTo>
                  <a:pt x="3110908" y="107242"/>
                </a:lnTo>
                <a:lnTo>
                  <a:pt x="3110428" y="107250"/>
                </a:lnTo>
                <a:lnTo>
                  <a:pt x="3109944" y="107266"/>
                </a:lnTo>
                <a:lnTo>
                  <a:pt x="3109458" y="107292"/>
                </a:lnTo>
                <a:lnTo>
                  <a:pt x="3108973" y="107331"/>
                </a:lnTo>
                <a:lnTo>
                  <a:pt x="3108491" y="107386"/>
                </a:lnTo>
                <a:lnTo>
                  <a:pt x="3108016" y="107459"/>
                </a:lnTo>
                <a:lnTo>
                  <a:pt x="3107549" y="107553"/>
                </a:lnTo>
                <a:lnTo>
                  <a:pt x="3107094" y="107670"/>
                </a:lnTo>
                <a:lnTo>
                  <a:pt x="3106653" y="107813"/>
                </a:lnTo>
                <a:lnTo>
                  <a:pt x="3106228" y="107985"/>
                </a:lnTo>
                <a:lnTo>
                  <a:pt x="3105822" y="108188"/>
                </a:lnTo>
                <a:lnTo>
                  <a:pt x="3105438" y="108424"/>
                </a:lnTo>
                <a:lnTo>
                  <a:pt x="3105079" y="108697"/>
                </a:lnTo>
                <a:lnTo>
                  <a:pt x="3104746" y="109009"/>
                </a:lnTo>
                <a:lnTo>
                  <a:pt x="3104442" y="109362"/>
                </a:lnTo>
                <a:lnTo>
                  <a:pt x="3104171" y="109759"/>
                </a:lnTo>
                <a:lnTo>
                  <a:pt x="3103934" y="110203"/>
                </a:lnTo>
                <a:lnTo>
                  <a:pt x="3103735" y="110696"/>
                </a:lnTo>
                <a:lnTo>
                  <a:pt x="3103575" y="111241"/>
                </a:lnTo>
                <a:lnTo>
                  <a:pt x="3103458" y="111841"/>
                </a:lnTo>
                <a:lnTo>
                  <a:pt x="3103385" y="112497"/>
                </a:lnTo>
                <a:lnTo>
                  <a:pt x="3103361" y="113213"/>
                </a:lnTo>
                <a:lnTo>
                  <a:pt x="3103387" y="113907"/>
                </a:lnTo>
                <a:lnTo>
                  <a:pt x="3103465" y="114542"/>
                </a:lnTo>
                <a:lnTo>
                  <a:pt x="3103590" y="115122"/>
                </a:lnTo>
                <a:lnTo>
                  <a:pt x="3103759" y="115650"/>
                </a:lnTo>
                <a:lnTo>
                  <a:pt x="3103969" y="116127"/>
                </a:lnTo>
                <a:lnTo>
                  <a:pt x="3104216" y="116557"/>
                </a:lnTo>
                <a:lnTo>
                  <a:pt x="3104497" y="116942"/>
                </a:lnTo>
                <a:lnTo>
                  <a:pt x="3104810" y="117283"/>
                </a:lnTo>
                <a:lnTo>
                  <a:pt x="3105150" y="117585"/>
                </a:lnTo>
                <a:lnTo>
                  <a:pt x="3105513" y="117849"/>
                </a:lnTo>
                <a:lnTo>
                  <a:pt x="3105898" y="118078"/>
                </a:lnTo>
                <a:lnTo>
                  <a:pt x="3106300" y="118274"/>
                </a:lnTo>
                <a:lnTo>
                  <a:pt x="3106716" y="118440"/>
                </a:lnTo>
                <a:lnTo>
                  <a:pt x="3107143" y="118579"/>
                </a:lnTo>
                <a:lnTo>
                  <a:pt x="3107577" y="118692"/>
                </a:lnTo>
                <a:lnTo>
                  <a:pt x="3108016" y="118783"/>
                </a:lnTo>
                <a:lnTo>
                  <a:pt x="3108455" y="118854"/>
                </a:lnTo>
                <a:lnTo>
                  <a:pt x="3108891" y="118907"/>
                </a:lnTo>
                <a:lnTo>
                  <a:pt x="3109321" y="118945"/>
                </a:lnTo>
                <a:lnTo>
                  <a:pt x="3109742" y="118970"/>
                </a:lnTo>
                <a:lnTo>
                  <a:pt x="3110150" y="118986"/>
                </a:lnTo>
                <a:lnTo>
                  <a:pt x="3110542" y="118994"/>
                </a:lnTo>
                <a:lnTo>
                  <a:pt x="3110915" y="118997"/>
                </a:lnTo>
                <a:lnTo>
                  <a:pt x="3111265" y="118997"/>
                </a:lnTo>
                <a:lnTo>
                  <a:pt x="3125724" y="118997"/>
                </a:lnTo>
                <a:lnTo>
                  <a:pt x="3126096" y="118997"/>
                </a:lnTo>
                <a:lnTo>
                  <a:pt x="3126487" y="118994"/>
                </a:lnTo>
                <a:lnTo>
                  <a:pt x="3126894" y="118986"/>
                </a:lnTo>
                <a:lnTo>
                  <a:pt x="3127314" y="118970"/>
                </a:lnTo>
                <a:lnTo>
                  <a:pt x="3127743" y="118945"/>
                </a:lnTo>
                <a:lnTo>
                  <a:pt x="3128179" y="118907"/>
                </a:lnTo>
                <a:lnTo>
                  <a:pt x="3128619" y="118854"/>
                </a:lnTo>
                <a:lnTo>
                  <a:pt x="3129059" y="118783"/>
                </a:lnTo>
                <a:lnTo>
                  <a:pt x="3129496" y="118692"/>
                </a:lnTo>
                <a:lnTo>
                  <a:pt x="3129927" y="118579"/>
                </a:lnTo>
                <a:lnTo>
                  <a:pt x="3130350" y="118440"/>
                </a:lnTo>
                <a:lnTo>
                  <a:pt x="3130761" y="118274"/>
                </a:lnTo>
                <a:lnTo>
                  <a:pt x="3131156" y="118078"/>
                </a:lnTo>
                <a:lnTo>
                  <a:pt x="3131534" y="117849"/>
                </a:lnTo>
                <a:lnTo>
                  <a:pt x="3131890" y="117585"/>
                </a:lnTo>
                <a:lnTo>
                  <a:pt x="3132222" y="117283"/>
                </a:lnTo>
                <a:lnTo>
                  <a:pt x="3132526" y="116942"/>
                </a:lnTo>
                <a:lnTo>
                  <a:pt x="3132800" y="116557"/>
                </a:lnTo>
                <a:lnTo>
                  <a:pt x="3133040" y="116127"/>
                </a:lnTo>
                <a:lnTo>
                  <a:pt x="3133244" y="115650"/>
                </a:lnTo>
                <a:lnTo>
                  <a:pt x="3133407" y="115122"/>
                </a:lnTo>
                <a:lnTo>
                  <a:pt x="3133528" y="114542"/>
                </a:lnTo>
                <a:lnTo>
                  <a:pt x="3133603" y="113907"/>
                </a:lnTo>
                <a:lnTo>
                  <a:pt x="3133629" y="113213"/>
                </a:lnTo>
                <a:lnTo>
                  <a:pt x="3133608" y="112497"/>
                </a:lnTo>
                <a:lnTo>
                  <a:pt x="3133545" y="111841"/>
                </a:lnTo>
                <a:lnTo>
                  <a:pt x="3133441" y="111241"/>
                </a:lnTo>
                <a:lnTo>
                  <a:pt x="3133297" y="110696"/>
                </a:lnTo>
                <a:lnTo>
                  <a:pt x="3133112" y="110203"/>
                </a:lnTo>
                <a:lnTo>
                  <a:pt x="3132888" y="109759"/>
                </a:lnTo>
                <a:lnTo>
                  <a:pt x="3132624" y="109362"/>
                </a:lnTo>
                <a:close/>
                <a:moveTo>
                  <a:pt x="3734720" y="43294"/>
                </a:moveTo>
                <a:lnTo>
                  <a:pt x="3734459" y="42638"/>
                </a:lnTo>
                <a:lnTo>
                  <a:pt x="3734139" y="41975"/>
                </a:lnTo>
                <a:lnTo>
                  <a:pt x="3733756" y="41311"/>
                </a:lnTo>
                <a:lnTo>
                  <a:pt x="3733304" y="40651"/>
                </a:lnTo>
                <a:lnTo>
                  <a:pt x="3732778" y="40001"/>
                </a:lnTo>
                <a:lnTo>
                  <a:pt x="3732175" y="39365"/>
                </a:lnTo>
                <a:lnTo>
                  <a:pt x="3731487" y="38749"/>
                </a:lnTo>
                <a:lnTo>
                  <a:pt x="3730712" y="38159"/>
                </a:lnTo>
                <a:lnTo>
                  <a:pt x="3729843" y="37599"/>
                </a:lnTo>
                <a:lnTo>
                  <a:pt x="3728876" y="37076"/>
                </a:lnTo>
                <a:lnTo>
                  <a:pt x="3727807" y="36594"/>
                </a:lnTo>
                <a:lnTo>
                  <a:pt x="3726629" y="36159"/>
                </a:lnTo>
                <a:lnTo>
                  <a:pt x="3725338" y="35776"/>
                </a:lnTo>
                <a:lnTo>
                  <a:pt x="3723929" y="35451"/>
                </a:lnTo>
                <a:lnTo>
                  <a:pt x="3722398" y="35189"/>
                </a:lnTo>
                <a:lnTo>
                  <a:pt x="3720738" y="34995"/>
                </a:lnTo>
                <a:lnTo>
                  <a:pt x="3718946" y="34874"/>
                </a:lnTo>
                <a:lnTo>
                  <a:pt x="3717017" y="34833"/>
                </a:lnTo>
                <a:lnTo>
                  <a:pt x="3715775" y="34852"/>
                </a:lnTo>
                <a:lnTo>
                  <a:pt x="3714508" y="34908"/>
                </a:lnTo>
                <a:lnTo>
                  <a:pt x="3713220" y="35006"/>
                </a:lnTo>
                <a:lnTo>
                  <a:pt x="3711911" y="35146"/>
                </a:lnTo>
                <a:lnTo>
                  <a:pt x="3710583" y="35332"/>
                </a:lnTo>
                <a:lnTo>
                  <a:pt x="3709238" y="35565"/>
                </a:lnTo>
                <a:lnTo>
                  <a:pt x="3707878" y="35848"/>
                </a:lnTo>
                <a:lnTo>
                  <a:pt x="3706505" y="36183"/>
                </a:lnTo>
                <a:lnTo>
                  <a:pt x="3705120" y="36572"/>
                </a:lnTo>
                <a:lnTo>
                  <a:pt x="3703727" y="37018"/>
                </a:lnTo>
                <a:lnTo>
                  <a:pt x="3702325" y="37522"/>
                </a:lnTo>
                <a:lnTo>
                  <a:pt x="3700918" y="38087"/>
                </a:lnTo>
                <a:lnTo>
                  <a:pt x="3699506" y="38716"/>
                </a:lnTo>
                <a:lnTo>
                  <a:pt x="3698092" y="39410"/>
                </a:lnTo>
                <a:lnTo>
                  <a:pt x="3696679" y="40172"/>
                </a:lnTo>
                <a:lnTo>
                  <a:pt x="3695266" y="41004"/>
                </a:lnTo>
                <a:lnTo>
                  <a:pt x="3693857" y="41908"/>
                </a:lnTo>
                <a:lnTo>
                  <a:pt x="3692453" y="42887"/>
                </a:lnTo>
                <a:lnTo>
                  <a:pt x="3691056" y="43942"/>
                </a:lnTo>
                <a:lnTo>
                  <a:pt x="3689669" y="45077"/>
                </a:lnTo>
                <a:lnTo>
                  <a:pt x="3688291" y="46293"/>
                </a:lnTo>
                <a:lnTo>
                  <a:pt x="3686927" y="47593"/>
                </a:lnTo>
                <a:lnTo>
                  <a:pt x="3685576" y="48978"/>
                </a:lnTo>
                <a:lnTo>
                  <a:pt x="3684242" y="50452"/>
                </a:lnTo>
                <a:lnTo>
                  <a:pt x="3684242" y="43897"/>
                </a:lnTo>
                <a:lnTo>
                  <a:pt x="3684236" y="43168"/>
                </a:lnTo>
                <a:lnTo>
                  <a:pt x="3684216" y="42480"/>
                </a:lnTo>
                <a:lnTo>
                  <a:pt x="3684180" y="41832"/>
                </a:lnTo>
                <a:lnTo>
                  <a:pt x="3684126" y="41225"/>
                </a:lnTo>
                <a:lnTo>
                  <a:pt x="3684053" y="40656"/>
                </a:lnTo>
                <a:lnTo>
                  <a:pt x="3683959" y="40124"/>
                </a:lnTo>
                <a:lnTo>
                  <a:pt x="3683842" y="39630"/>
                </a:lnTo>
                <a:lnTo>
                  <a:pt x="3683699" y="39171"/>
                </a:lnTo>
                <a:lnTo>
                  <a:pt x="3683530" y="38748"/>
                </a:lnTo>
                <a:lnTo>
                  <a:pt x="3683332" y="38359"/>
                </a:lnTo>
                <a:lnTo>
                  <a:pt x="3683104" y="38002"/>
                </a:lnTo>
                <a:lnTo>
                  <a:pt x="3682844" y="37678"/>
                </a:lnTo>
                <a:lnTo>
                  <a:pt x="3682549" y="37386"/>
                </a:lnTo>
                <a:lnTo>
                  <a:pt x="3682218" y="37123"/>
                </a:lnTo>
                <a:lnTo>
                  <a:pt x="3681850" y="36890"/>
                </a:lnTo>
                <a:lnTo>
                  <a:pt x="3681442" y="36686"/>
                </a:lnTo>
                <a:lnTo>
                  <a:pt x="3680992" y="36509"/>
                </a:lnTo>
                <a:lnTo>
                  <a:pt x="3680499" y="36358"/>
                </a:lnTo>
                <a:lnTo>
                  <a:pt x="3679961" y="36233"/>
                </a:lnTo>
                <a:lnTo>
                  <a:pt x="3679376" y="36134"/>
                </a:lnTo>
                <a:lnTo>
                  <a:pt x="3678742" y="36057"/>
                </a:lnTo>
                <a:lnTo>
                  <a:pt x="3678058" y="36004"/>
                </a:lnTo>
                <a:lnTo>
                  <a:pt x="3677321" y="35973"/>
                </a:lnTo>
                <a:lnTo>
                  <a:pt x="3676529" y="35963"/>
                </a:lnTo>
                <a:lnTo>
                  <a:pt x="3655322" y="35963"/>
                </a:lnTo>
                <a:lnTo>
                  <a:pt x="3654951" y="35963"/>
                </a:lnTo>
                <a:lnTo>
                  <a:pt x="3654563" y="35966"/>
                </a:lnTo>
                <a:lnTo>
                  <a:pt x="3654160" y="35974"/>
                </a:lnTo>
                <a:lnTo>
                  <a:pt x="3653747" y="35990"/>
                </a:lnTo>
                <a:lnTo>
                  <a:pt x="3653325" y="36015"/>
                </a:lnTo>
                <a:lnTo>
                  <a:pt x="3652897" y="36053"/>
                </a:lnTo>
                <a:lnTo>
                  <a:pt x="3652467" y="36106"/>
                </a:lnTo>
                <a:lnTo>
                  <a:pt x="3652038" y="36177"/>
                </a:lnTo>
                <a:lnTo>
                  <a:pt x="3651611" y="36268"/>
                </a:lnTo>
                <a:lnTo>
                  <a:pt x="3651192" y="36381"/>
                </a:lnTo>
                <a:lnTo>
                  <a:pt x="3650781" y="36520"/>
                </a:lnTo>
                <a:lnTo>
                  <a:pt x="3650382" y="36686"/>
                </a:lnTo>
                <a:lnTo>
                  <a:pt x="3649999" y="36882"/>
                </a:lnTo>
                <a:lnTo>
                  <a:pt x="3649633" y="37111"/>
                </a:lnTo>
                <a:lnTo>
                  <a:pt x="3649289" y="37376"/>
                </a:lnTo>
                <a:lnTo>
                  <a:pt x="3648968" y="37677"/>
                </a:lnTo>
                <a:lnTo>
                  <a:pt x="3648674" y="38019"/>
                </a:lnTo>
                <a:lnTo>
                  <a:pt x="3648410" y="38404"/>
                </a:lnTo>
                <a:lnTo>
                  <a:pt x="3648178" y="38834"/>
                </a:lnTo>
                <a:lnTo>
                  <a:pt x="3647982" y="39312"/>
                </a:lnTo>
                <a:lnTo>
                  <a:pt x="3647824" y="39840"/>
                </a:lnTo>
                <a:lnTo>
                  <a:pt x="3647708" y="40420"/>
                </a:lnTo>
                <a:lnTo>
                  <a:pt x="3647636" y="41056"/>
                </a:lnTo>
                <a:lnTo>
                  <a:pt x="3647612" y="41750"/>
                </a:lnTo>
                <a:lnTo>
                  <a:pt x="3647635" y="42466"/>
                </a:lnTo>
                <a:lnTo>
                  <a:pt x="3647704" y="43122"/>
                </a:lnTo>
                <a:lnTo>
                  <a:pt x="3647816" y="43722"/>
                </a:lnTo>
                <a:lnTo>
                  <a:pt x="3647969" y="44267"/>
                </a:lnTo>
                <a:lnTo>
                  <a:pt x="3648158" y="44760"/>
                </a:lnTo>
                <a:lnTo>
                  <a:pt x="3648383" y="45204"/>
                </a:lnTo>
                <a:lnTo>
                  <a:pt x="3648639" y="45601"/>
                </a:lnTo>
                <a:lnTo>
                  <a:pt x="3648925" y="45954"/>
                </a:lnTo>
                <a:lnTo>
                  <a:pt x="3649238" y="46266"/>
                </a:lnTo>
                <a:lnTo>
                  <a:pt x="3649575" y="46539"/>
                </a:lnTo>
                <a:lnTo>
                  <a:pt x="3649933" y="46775"/>
                </a:lnTo>
                <a:lnTo>
                  <a:pt x="3650311" y="46978"/>
                </a:lnTo>
                <a:lnTo>
                  <a:pt x="3650704" y="47150"/>
                </a:lnTo>
                <a:lnTo>
                  <a:pt x="3651110" y="47293"/>
                </a:lnTo>
                <a:lnTo>
                  <a:pt x="3651527" y="47410"/>
                </a:lnTo>
                <a:lnTo>
                  <a:pt x="3651953" y="47504"/>
                </a:lnTo>
                <a:lnTo>
                  <a:pt x="3652383" y="47577"/>
                </a:lnTo>
                <a:lnTo>
                  <a:pt x="3652817" y="47631"/>
                </a:lnTo>
                <a:lnTo>
                  <a:pt x="3653250" y="47671"/>
                </a:lnTo>
                <a:lnTo>
                  <a:pt x="3653680" y="47697"/>
                </a:lnTo>
                <a:lnTo>
                  <a:pt x="3654105" y="47713"/>
                </a:lnTo>
                <a:lnTo>
                  <a:pt x="3654523" y="47721"/>
                </a:lnTo>
                <a:lnTo>
                  <a:pt x="3654929" y="47724"/>
                </a:lnTo>
                <a:lnTo>
                  <a:pt x="3655322" y="47725"/>
                </a:lnTo>
                <a:lnTo>
                  <a:pt x="3670940" y="47725"/>
                </a:lnTo>
                <a:lnTo>
                  <a:pt x="3670940" y="107238"/>
                </a:lnTo>
                <a:lnTo>
                  <a:pt x="3655322" y="107238"/>
                </a:lnTo>
                <a:lnTo>
                  <a:pt x="3654951" y="107239"/>
                </a:lnTo>
                <a:lnTo>
                  <a:pt x="3654563" y="107241"/>
                </a:lnTo>
                <a:lnTo>
                  <a:pt x="3654160" y="107249"/>
                </a:lnTo>
                <a:lnTo>
                  <a:pt x="3653747" y="107265"/>
                </a:lnTo>
                <a:lnTo>
                  <a:pt x="3653325" y="107290"/>
                </a:lnTo>
                <a:lnTo>
                  <a:pt x="3652897" y="107329"/>
                </a:lnTo>
                <a:lnTo>
                  <a:pt x="3652467" y="107382"/>
                </a:lnTo>
                <a:lnTo>
                  <a:pt x="3652038" y="107452"/>
                </a:lnTo>
                <a:lnTo>
                  <a:pt x="3651611" y="107543"/>
                </a:lnTo>
                <a:lnTo>
                  <a:pt x="3651192" y="107657"/>
                </a:lnTo>
                <a:lnTo>
                  <a:pt x="3650781" y="107795"/>
                </a:lnTo>
                <a:lnTo>
                  <a:pt x="3650382" y="107961"/>
                </a:lnTo>
                <a:lnTo>
                  <a:pt x="3649999" y="108157"/>
                </a:lnTo>
                <a:lnTo>
                  <a:pt x="3649633" y="108386"/>
                </a:lnTo>
                <a:lnTo>
                  <a:pt x="3649289" y="108650"/>
                </a:lnTo>
                <a:lnTo>
                  <a:pt x="3648968" y="108952"/>
                </a:lnTo>
                <a:lnTo>
                  <a:pt x="3648674" y="109294"/>
                </a:lnTo>
                <a:lnTo>
                  <a:pt x="3648410" y="109678"/>
                </a:lnTo>
                <a:lnTo>
                  <a:pt x="3648178" y="110108"/>
                </a:lnTo>
                <a:lnTo>
                  <a:pt x="3647982" y="110585"/>
                </a:lnTo>
                <a:lnTo>
                  <a:pt x="3647824" y="111113"/>
                </a:lnTo>
                <a:lnTo>
                  <a:pt x="3647708" y="111693"/>
                </a:lnTo>
                <a:lnTo>
                  <a:pt x="3647636" y="112329"/>
                </a:lnTo>
                <a:lnTo>
                  <a:pt x="3647612" y="113022"/>
                </a:lnTo>
                <a:lnTo>
                  <a:pt x="3647635" y="113738"/>
                </a:lnTo>
                <a:lnTo>
                  <a:pt x="3647704" y="114395"/>
                </a:lnTo>
                <a:lnTo>
                  <a:pt x="3647816" y="114994"/>
                </a:lnTo>
                <a:lnTo>
                  <a:pt x="3647969" y="115539"/>
                </a:lnTo>
                <a:lnTo>
                  <a:pt x="3648158" y="116033"/>
                </a:lnTo>
                <a:lnTo>
                  <a:pt x="3648383" y="116476"/>
                </a:lnTo>
                <a:lnTo>
                  <a:pt x="3648639" y="116874"/>
                </a:lnTo>
                <a:lnTo>
                  <a:pt x="3648925" y="117227"/>
                </a:lnTo>
                <a:lnTo>
                  <a:pt x="3649238" y="117538"/>
                </a:lnTo>
                <a:lnTo>
                  <a:pt x="3649575" y="117811"/>
                </a:lnTo>
                <a:lnTo>
                  <a:pt x="3649933" y="118048"/>
                </a:lnTo>
                <a:lnTo>
                  <a:pt x="3650311" y="118250"/>
                </a:lnTo>
                <a:lnTo>
                  <a:pt x="3650704" y="118422"/>
                </a:lnTo>
                <a:lnTo>
                  <a:pt x="3651110" y="118565"/>
                </a:lnTo>
                <a:lnTo>
                  <a:pt x="3651527" y="118682"/>
                </a:lnTo>
                <a:lnTo>
                  <a:pt x="3651953" y="118776"/>
                </a:lnTo>
                <a:lnTo>
                  <a:pt x="3652383" y="118849"/>
                </a:lnTo>
                <a:lnTo>
                  <a:pt x="3652817" y="118904"/>
                </a:lnTo>
                <a:lnTo>
                  <a:pt x="3653250" y="118943"/>
                </a:lnTo>
                <a:lnTo>
                  <a:pt x="3653680" y="118970"/>
                </a:lnTo>
                <a:lnTo>
                  <a:pt x="3654105" y="118986"/>
                </a:lnTo>
                <a:lnTo>
                  <a:pt x="3654523" y="118994"/>
                </a:lnTo>
                <a:lnTo>
                  <a:pt x="3654929" y="118997"/>
                </a:lnTo>
                <a:lnTo>
                  <a:pt x="3655322" y="118997"/>
                </a:lnTo>
                <a:lnTo>
                  <a:pt x="3705641" y="118997"/>
                </a:lnTo>
                <a:lnTo>
                  <a:pt x="3706013" y="118997"/>
                </a:lnTo>
                <a:lnTo>
                  <a:pt x="3706404" y="118994"/>
                </a:lnTo>
                <a:lnTo>
                  <a:pt x="3706811" y="118986"/>
                </a:lnTo>
                <a:lnTo>
                  <a:pt x="3707230" y="118970"/>
                </a:lnTo>
                <a:lnTo>
                  <a:pt x="3707660" y="118945"/>
                </a:lnTo>
                <a:lnTo>
                  <a:pt x="3708096" y="118907"/>
                </a:lnTo>
                <a:lnTo>
                  <a:pt x="3708535" y="118854"/>
                </a:lnTo>
                <a:lnTo>
                  <a:pt x="3708975" y="118783"/>
                </a:lnTo>
                <a:lnTo>
                  <a:pt x="3709413" y="118692"/>
                </a:lnTo>
                <a:lnTo>
                  <a:pt x="3709844" y="118579"/>
                </a:lnTo>
                <a:lnTo>
                  <a:pt x="3710267" y="118440"/>
                </a:lnTo>
                <a:lnTo>
                  <a:pt x="3710678" y="118274"/>
                </a:lnTo>
                <a:lnTo>
                  <a:pt x="3711073" y="118078"/>
                </a:lnTo>
                <a:lnTo>
                  <a:pt x="3711451" y="117849"/>
                </a:lnTo>
                <a:lnTo>
                  <a:pt x="3711807" y="117585"/>
                </a:lnTo>
                <a:lnTo>
                  <a:pt x="3712139" y="117283"/>
                </a:lnTo>
                <a:lnTo>
                  <a:pt x="3712443" y="116942"/>
                </a:lnTo>
                <a:lnTo>
                  <a:pt x="3712717" y="116557"/>
                </a:lnTo>
                <a:lnTo>
                  <a:pt x="3712957" y="116127"/>
                </a:lnTo>
                <a:lnTo>
                  <a:pt x="3713161" y="115650"/>
                </a:lnTo>
                <a:lnTo>
                  <a:pt x="3713324" y="115122"/>
                </a:lnTo>
                <a:lnTo>
                  <a:pt x="3713445" y="114542"/>
                </a:lnTo>
                <a:lnTo>
                  <a:pt x="3713520" y="113907"/>
                </a:lnTo>
                <a:lnTo>
                  <a:pt x="3713545" y="113213"/>
                </a:lnTo>
                <a:lnTo>
                  <a:pt x="3713520" y="112497"/>
                </a:lnTo>
                <a:lnTo>
                  <a:pt x="3713445" y="111841"/>
                </a:lnTo>
                <a:lnTo>
                  <a:pt x="3713324" y="111241"/>
                </a:lnTo>
                <a:lnTo>
                  <a:pt x="3713161" y="110696"/>
                </a:lnTo>
                <a:lnTo>
                  <a:pt x="3712957" y="110203"/>
                </a:lnTo>
                <a:lnTo>
                  <a:pt x="3712717" y="109759"/>
                </a:lnTo>
                <a:lnTo>
                  <a:pt x="3712443" y="109362"/>
                </a:lnTo>
                <a:lnTo>
                  <a:pt x="3712139" y="109009"/>
                </a:lnTo>
                <a:lnTo>
                  <a:pt x="3711807" y="108697"/>
                </a:lnTo>
                <a:lnTo>
                  <a:pt x="3711451" y="108424"/>
                </a:lnTo>
                <a:lnTo>
                  <a:pt x="3711073" y="108188"/>
                </a:lnTo>
                <a:lnTo>
                  <a:pt x="3710678" y="107985"/>
                </a:lnTo>
                <a:lnTo>
                  <a:pt x="3710267" y="107813"/>
                </a:lnTo>
                <a:lnTo>
                  <a:pt x="3709844" y="107670"/>
                </a:lnTo>
                <a:lnTo>
                  <a:pt x="3709413" y="107553"/>
                </a:lnTo>
                <a:lnTo>
                  <a:pt x="3708975" y="107459"/>
                </a:lnTo>
                <a:lnTo>
                  <a:pt x="3708535" y="107386"/>
                </a:lnTo>
                <a:lnTo>
                  <a:pt x="3708096" y="107331"/>
                </a:lnTo>
                <a:lnTo>
                  <a:pt x="3707660" y="107292"/>
                </a:lnTo>
                <a:lnTo>
                  <a:pt x="3707230" y="107266"/>
                </a:lnTo>
                <a:lnTo>
                  <a:pt x="3706811" y="107250"/>
                </a:lnTo>
                <a:lnTo>
                  <a:pt x="3706404" y="107242"/>
                </a:lnTo>
                <a:lnTo>
                  <a:pt x="3706013" y="107239"/>
                </a:lnTo>
                <a:lnTo>
                  <a:pt x="3705641" y="107238"/>
                </a:lnTo>
                <a:lnTo>
                  <a:pt x="3684242" y="107238"/>
                </a:lnTo>
                <a:lnTo>
                  <a:pt x="3684242" y="83164"/>
                </a:lnTo>
                <a:lnTo>
                  <a:pt x="3684302" y="80906"/>
                </a:lnTo>
                <a:lnTo>
                  <a:pt x="3684480" y="78651"/>
                </a:lnTo>
                <a:lnTo>
                  <a:pt x="3684777" y="76408"/>
                </a:lnTo>
                <a:lnTo>
                  <a:pt x="3685193" y="74185"/>
                </a:lnTo>
                <a:lnTo>
                  <a:pt x="3685729" y="71990"/>
                </a:lnTo>
                <a:lnTo>
                  <a:pt x="3686384" y="69832"/>
                </a:lnTo>
                <a:lnTo>
                  <a:pt x="3687159" y="67718"/>
                </a:lnTo>
                <a:lnTo>
                  <a:pt x="3688055" y="65657"/>
                </a:lnTo>
                <a:lnTo>
                  <a:pt x="3689071" y="63658"/>
                </a:lnTo>
                <a:lnTo>
                  <a:pt x="3690208" y="61727"/>
                </a:lnTo>
                <a:lnTo>
                  <a:pt x="3691466" y="59875"/>
                </a:lnTo>
                <a:lnTo>
                  <a:pt x="3692845" y="58108"/>
                </a:lnTo>
                <a:lnTo>
                  <a:pt x="3694346" y="56435"/>
                </a:lnTo>
                <a:lnTo>
                  <a:pt x="3695968" y="54864"/>
                </a:lnTo>
                <a:lnTo>
                  <a:pt x="3697712" y="53404"/>
                </a:lnTo>
                <a:lnTo>
                  <a:pt x="3699579" y="52063"/>
                </a:lnTo>
                <a:lnTo>
                  <a:pt x="3701568" y="50849"/>
                </a:lnTo>
                <a:lnTo>
                  <a:pt x="3703680" y="49770"/>
                </a:lnTo>
                <a:lnTo>
                  <a:pt x="3705915" y="48834"/>
                </a:lnTo>
                <a:lnTo>
                  <a:pt x="3708273" y="48050"/>
                </a:lnTo>
                <a:lnTo>
                  <a:pt x="3710755" y="47426"/>
                </a:lnTo>
                <a:lnTo>
                  <a:pt x="3713360" y="46970"/>
                </a:lnTo>
                <a:lnTo>
                  <a:pt x="3716090" y="46690"/>
                </a:lnTo>
                <a:lnTo>
                  <a:pt x="3718944" y="46595"/>
                </a:lnTo>
                <a:lnTo>
                  <a:pt x="3718984" y="47169"/>
                </a:lnTo>
                <a:lnTo>
                  <a:pt x="3719055" y="47734"/>
                </a:lnTo>
                <a:lnTo>
                  <a:pt x="3719158" y="48288"/>
                </a:lnTo>
                <a:lnTo>
                  <a:pt x="3719290" y="48830"/>
                </a:lnTo>
                <a:lnTo>
                  <a:pt x="3719452" y="49359"/>
                </a:lnTo>
                <a:lnTo>
                  <a:pt x="3719643" y="49873"/>
                </a:lnTo>
                <a:lnTo>
                  <a:pt x="3719862" y="50371"/>
                </a:lnTo>
                <a:lnTo>
                  <a:pt x="3720108" y="50852"/>
                </a:lnTo>
                <a:lnTo>
                  <a:pt x="3720381" y="51313"/>
                </a:lnTo>
                <a:lnTo>
                  <a:pt x="3720680" y="51755"/>
                </a:lnTo>
                <a:lnTo>
                  <a:pt x="3721005" y="52175"/>
                </a:lnTo>
                <a:lnTo>
                  <a:pt x="3721354" y="52573"/>
                </a:lnTo>
                <a:lnTo>
                  <a:pt x="3721728" y="52946"/>
                </a:lnTo>
                <a:lnTo>
                  <a:pt x="3722125" y="53294"/>
                </a:lnTo>
                <a:lnTo>
                  <a:pt x="3722544" y="53615"/>
                </a:lnTo>
                <a:lnTo>
                  <a:pt x="3722986" y="53908"/>
                </a:lnTo>
                <a:lnTo>
                  <a:pt x="3723449" y="54172"/>
                </a:lnTo>
                <a:lnTo>
                  <a:pt x="3723933" y="54405"/>
                </a:lnTo>
                <a:lnTo>
                  <a:pt x="3724437" y="54605"/>
                </a:lnTo>
                <a:lnTo>
                  <a:pt x="3724960" y="54773"/>
                </a:lnTo>
                <a:lnTo>
                  <a:pt x="3725502" y="54905"/>
                </a:lnTo>
                <a:lnTo>
                  <a:pt x="3726062" y="55001"/>
                </a:lnTo>
                <a:lnTo>
                  <a:pt x="3726639" y="55060"/>
                </a:lnTo>
                <a:lnTo>
                  <a:pt x="3727233" y="55080"/>
                </a:lnTo>
                <a:lnTo>
                  <a:pt x="3727761" y="55064"/>
                </a:lnTo>
                <a:lnTo>
                  <a:pt x="3728284" y="55016"/>
                </a:lnTo>
                <a:lnTo>
                  <a:pt x="3728799" y="54937"/>
                </a:lnTo>
                <a:lnTo>
                  <a:pt x="3729306" y="54827"/>
                </a:lnTo>
                <a:lnTo>
                  <a:pt x="3729803" y="54687"/>
                </a:lnTo>
                <a:lnTo>
                  <a:pt x="3730289" y="54516"/>
                </a:lnTo>
                <a:lnTo>
                  <a:pt x="3730761" y="54316"/>
                </a:lnTo>
                <a:lnTo>
                  <a:pt x="3731218" y="54087"/>
                </a:lnTo>
                <a:lnTo>
                  <a:pt x="3731660" y="53829"/>
                </a:lnTo>
                <a:lnTo>
                  <a:pt x="3732084" y="53542"/>
                </a:lnTo>
                <a:lnTo>
                  <a:pt x="3732489" y="53228"/>
                </a:lnTo>
                <a:lnTo>
                  <a:pt x="3732874" y="52886"/>
                </a:lnTo>
                <a:lnTo>
                  <a:pt x="3733236" y="52517"/>
                </a:lnTo>
                <a:lnTo>
                  <a:pt x="3733575" y="52121"/>
                </a:lnTo>
                <a:lnTo>
                  <a:pt x="3733888" y="51699"/>
                </a:lnTo>
                <a:lnTo>
                  <a:pt x="3734175" y="51252"/>
                </a:lnTo>
                <a:lnTo>
                  <a:pt x="3734434" y="50778"/>
                </a:lnTo>
                <a:lnTo>
                  <a:pt x="3734663" y="50280"/>
                </a:lnTo>
                <a:lnTo>
                  <a:pt x="3734861" y="49757"/>
                </a:lnTo>
                <a:lnTo>
                  <a:pt x="3735027" y="49210"/>
                </a:lnTo>
                <a:lnTo>
                  <a:pt x="3735158" y="48640"/>
                </a:lnTo>
                <a:lnTo>
                  <a:pt x="3735254" y="48046"/>
                </a:lnTo>
                <a:lnTo>
                  <a:pt x="3735312" y="47429"/>
                </a:lnTo>
                <a:lnTo>
                  <a:pt x="3735332" y="46789"/>
                </a:lnTo>
                <a:lnTo>
                  <a:pt x="3735319" y="46286"/>
                </a:lnTo>
                <a:lnTo>
                  <a:pt x="3735277" y="45744"/>
                </a:lnTo>
                <a:lnTo>
                  <a:pt x="3735201" y="45168"/>
                </a:lnTo>
                <a:lnTo>
                  <a:pt x="3735087" y="44564"/>
                </a:lnTo>
                <a:lnTo>
                  <a:pt x="3734928" y="43938"/>
                </a:lnTo>
                <a:lnTo>
                  <a:pt x="3734720" y="43294"/>
                </a:lnTo>
                <a:close/>
                <a:moveTo>
                  <a:pt x="5045805" y="94811"/>
                </a:moveTo>
                <a:lnTo>
                  <a:pt x="5045519" y="94451"/>
                </a:lnTo>
                <a:lnTo>
                  <a:pt x="5045205" y="94131"/>
                </a:lnTo>
                <a:lnTo>
                  <a:pt x="5044867" y="93849"/>
                </a:lnTo>
                <a:lnTo>
                  <a:pt x="5044510" y="93602"/>
                </a:lnTo>
                <a:lnTo>
                  <a:pt x="5044139" y="93388"/>
                </a:lnTo>
                <a:lnTo>
                  <a:pt x="5043757" y="93205"/>
                </a:lnTo>
                <a:lnTo>
                  <a:pt x="5043370" y="93049"/>
                </a:lnTo>
                <a:lnTo>
                  <a:pt x="5042980" y="92920"/>
                </a:lnTo>
                <a:lnTo>
                  <a:pt x="5042593" y="92814"/>
                </a:lnTo>
                <a:lnTo>
                  <a:pt x="5042214" y="92729"/>
                </a:lnTo>
                <a:lnTo>
                  <a:pt x="5041845" y="92662"/>
                </a:lnTo>
                <a:lnTo>
                  <a:pt x="5041493" y="92613"/>
                </a:lnTo>
                <a:lnTo>
                  <a:pt x="5041160" y="92577"/>
                </a:lnTo>
                <a:lnTo>
                  <a:pt x="5040852" y="92553"/>
                </a:lnTo>
                <a:lnTo>
                  <a:pt x="5040573" y="92539"/>
                </a:lnTo>
                <a:lnTo>
                  <a:pt x="5040327" y="92531"/>
                </a:lnTo>
                <a:lnTo>
                  <a:pt x="5040118" y="92529"/>
                </a:lnTo>
                <a:lnTo>
                  <a:pt x="5039951" y="92528"/>
                </a:lnTo>
                <a:lnTo>
                  <a:pt x="5039527" y="92531"/>
                </a:lnTo>
                <a:lnTo>
                  <a:pt x="5039122" y="92542"/>
                </a:lnTo>
                <a:lnTo>
                  <a:pt x="5038736" y="92560"/>
                </a:lnTo>
                <a:lnTo>
                  <a:pt x="5038368" y="92588"/>
                </a:lnTo>
                <a:lnTo>
                  <a:pt x="5038017" y="92626"/>
                </a:lnTo>
                <a:lnTo>
                  <a:pt x="5037682" y="92676"/>
                </a:lnTo>
                <a:lnTo>
                  <a:pt x="5037363" y="92738"/>
                </a:lnTo>
                <a:lnTo>
                  <a:pt x="5037059" y="92814"/>
                </a:lnTo>
                <a:lnTo>
                  <a:pt x="5036768" y="92905"/>
                </a:lnTo>
                <a:lnTo>
                  <a:pt x="5036491" y="93012"/>
                </a:lnTo>
                <a:lnTo>
                  <a:pt x="5036227" y="93135"/>
                </a:lnTo>
                <a:lnTo>
                  <a:pt x="5035974" y="93277"/>
                </a:lnTo>
                <a:lnTo>
                  <a:pt x="5035732" y="93438"/>
                </a:lnTo>
                <a:lnTo>
                  <a:pt x="5035501" y="93619"/>
                </a:lnTo>
                <a:lnTo>
                  <a:pt x="5035279" y="93821"/>
                </a:lnTo>
                <a:lnTo>
                  <a:pt x="5035066" y="94045"/>
                </a:lnTo>
                <a:lnTo>
                  <a:pt x="5034861" y="94294"/>
                </a:lnTo>
                <a:lnTo>
                  <a:pt x="5034664" y="94566"/>
                </a:lnTo>
                <a:lnTo>
                  <a:pt x="5034472" y="94865"/>
                </a:lnTo>
                <a:lnTo>
                  <a:pt x="5034287" y="95190"/>
                </a:lnTo>
                <a:lnTo>
                  <a:pt x="5034107" y="95543"/>
                </a:lnTo>
                <a:lnTo>
                  <a:pt x="5033930" y="95924"/>
                </a:lnTo>
                <a:lnTo>
                  <a:pt x="5033758" y="96336"/>
                </a:lnTo>
                <a:lnTo>
                  <a:pt x="5033588" y="96779"/>
                </a:lnTo>
                <a:lnTo>
                  <a:pt x="5033026" y="97967"/>
                </a:lnTo>
                <a:lnTo>
                  <a:pt x="5032405" y="99073"/>
                </a:lnTo>
                <a:lnTo>
                  <a:pt x="5031730" y="100100"/>
                </a:lnTo>
                <a:lnTo>
                  <a:pt x="5031005" y="101051"/>
                </a:lnTo>
                <a:lnTo>
                  <a:pt x="5030235" y="101929"/>
                </a:lnTo>
                <a:lnTo>
                  <a:pt x="5029424" y="102736"/>
                </a:lnTo>
                <a:lnTo>
                  <a:pt x="5028579" y="103476"/>
                </a:lnTo>
                <a:lnTo>
                  <a:pt x="5027704" y="104150"/>
                </a:lnTo>
                <a:lnTo>
                  <a:pt x="5026803" y="104763"/>
                </a:lnTo>
                <a:lnTo>
                  <a:pt x="5025881" y="105315"/>
                </a:lnTo>
                <a:lnTo>
                  <a:pt x="5024944" y="105811"/>
                </a:lnTo>
                <a:lnTo>
                  <a:pt x="5023996" y="106253"/>
                </a:lnTo>
                <a:lnTo>
                  <a:pt x="5023042" y="106644"/>
                </a:lnTo>
                <a:lnTo>
                  <a:pt x="5022086" y="106986"/>
                </a:lnTo>
                <a:lnTo>
                  <a:pt x="5021135" y="107282"/>
                </a:lnTo>
                <a:lnTo>
                  <a:pt x="5020192" y="107536"/>
                </a:lnTo>
                <a:lnTo>
                  <a:pt x="5019262" y="107749"/>
                </a:lnTo>
                <a:lnTo>
                  <a:pt x="5018351" y="107925"/>
                </a:lnTo>
                <a:lnTo>
                  <a:pt x="5017462" y="108067"/>
                </a:lnTo>
                <a:lnTo>
                  <a:pt x="5016602" y="108176"/>
                </a:lnTo>
                <a:lnTo>
                  <a:pt x="5015774" y="108256"/>
                </a:lnTo>
                <a:lnTo>
                  <a:pt x="5014984" y="108310"/>
                </a:lnTo>
                <a:lnTo>
                  <a:pt x="5014237" y="108341"/>
                </a:lnTo>
                <a:lnTo>
                  <a:pt x="5013537" y="108350"/>
                </a:lnTo>
                <a:lnTo>
                  <a:pt x="5011730" y="108300"/>
                </a:lnTo>
                <a:lnTo>
                  <a:pt x="5009929" y="108151"/>
                </a:lnTo>
                <a:lnTo>
                  <a:pt x="5008137" y="107903"/>
                </a:lnTo>
                <a:lnTo>
                  <a:pt x="5006360" y="107559"/>
                </a:lnTo>
                <a:lnTo>
                  <a:pt x="5004603" y="107119"/>
                </a:lnTo>
                <a:lnTo>
                  <a:pt x="5002870" y="106584"/>
                </a:lnTo>
                <a:lnTo>
                  <a:pt x="5001168" y="105956"/>
                </a:lnTo>
                <a:lnTo>
                  <a:pt x="4999499" y="105235"/>
                </a:lnTo>
                <a:lnTo>
                  <a:pt x="4997870" y="104424"/>
                </a:lnTo>
                <a:lnTo>
                  <a:pt x="4996286" y="103522"/>
                </a:lnTo>
                <a:lnTo>
                  <a:pt x="4994751" y="102531"/>
                </a:lnTo>
                <a:lnTo>
                  <a:pt x="4993270" y="101453"/>
                </a:lnTo>
                <a:lnTo>
                  <a:pt x="4991849" y="100288"/>
                </a:lnTo>
                <a:lnTo>
                  <a:pt x="4990491" y="99038"/>
                </a:lnTo>
                <a:lnTo>
                  <a:pt x="4989203" y="97703"/>
                </a:lnTo>
                <a:lnTo>
                  <a:pt x="4987989" y="96285"/>
                </a:lnTo>
                <a:lnTo>
                  <a:pt x="4986854" y="94786"/>
                </a:lnTo>
                <a:lnTo>
                  <a:pt x="4985802" y="93206"/>
                </a:lnTo>
                <a:lnTo>
                  <a:pt x="4984840" y="91546"/>
                </a:lnTo>
                <a:lnTo>
                  <a:pt x="4983971" y="89808"/>
                </a:lnTo>
                <a:lnTo>
                  <a:pt x="4983201" y="87992"/>
                </a:lnTo>
                <a:lnTo>
                  <a:pt x="4982535" y="86100"/>
                </a:lnTo>
                <a:lnTo>
                  <a:pt x="4981977" y="84134"/>
                </a:lnTo>
                <a:lnTo>
                  <a:pt x="4981533" y="82093"/>
                </a:lnTo>
                <a:lnTo>
                  <a:pt x="5038986" y="82093"/>
                </a:lnTo>
                <a:lnTo>
                  <a:pt x="5039490" y="82093"/>
                </a:lnTo>
                <a:lnTo>
                  <a:pt x="5039988" y="82089"/>
                </a:lnTo>
                <a:lnTo>
                  <a:pt x="5040480" y="82079"/>
                </a:lnTo>
                <a:lnTo>
                  <a:pt x="5040963" y="82060"/>
                </a:lnTo>
                <a:lnTo>
                  <a:pt x="5041436" y="82029"/>
                </a:lnTo>
                <a:lnTo>
                  <a:pt x="5041899" y="81982"/>
                </a:lnTo>
                <a:lnTo>
                  <a:pt x="5042348" y="81916"/>
                </a:lnTo>
                <a:lnTo>
                  <a:pt x="5042784" y="81829"/>
                </a:lnTo>
                <a:lnTo>
                  <a:pt x="5043205" y="81717"/>
                </a:lnTo>
                <a:lnTo>
                  <a:pt x="5043608" y="81577"/>
                </a:lnTo>
                <a:lnTo>
                  <a:pt x="5043994" y="81406"/>
                </a:lnTo>
                <a:lnTo>
                  <a:pt x="5044359" y="81202"/>
                </a:lnTo>
                <a:lnTo>
                  <a:pt x="5044704" y="80960"/>
                </a:lnTo>
                <a:lnTo>
                  <a:pt x="5045026" y="80677"/>
                </a:lnTo>
                <a:lnTo>
                  <a:pt x="5045324" y="80352"/>
                </a:lnTo>
                <a:lnTo>
                  <a:pt x="5045597" y="79980"/>
                </a:lnTo>
                <a:lnTo>
                  <a:pt x="5045843" y="79559"/>
                </a:lnTo>
                <a:lnTo>
                  <a:pt x="5046061" y="79084"/>
                </a:lnTo>
                <a:lnTo>
                  <a:pt x="5046249" y="78555"/>
                </a:lnTo>
                <a:lnTo>
                  <a:pt x="5046406" y="77966"/>
                </a:lnTo>
                <a:lnTo>
                  <a:pt x="5046531" y="77316"/>
                </a:lnTo>
                <a:lnTo>
                  <a:pt x="5046622" y="76600"/>
                </a:lnTo>
                <a:lnTo>
                  <a:pt x="5046678" y="75816"/>
                </a:lnTo>
                <a:lnTo>
                  <a:pt x="5046696" y="74962"/>
                </a:lnTo>
                <a:lnTo>
                  <a:pt x="5046632" y="72231"/>
                </a:lnTo>
                <a:lnTo>
                  <a:pt x="5046439" y="69539"/>
                </a:lnTo>
                <a:lnTo>
                  <a:pt x="5046117" y="66893"/>
                </a:lnTo>
                <a:lnTo>
                  <a:pt x="5045667" y="64300"/>
                </a:lnTo>
                <a:lnTo>
                  <a:pt x="5045086" y="61766"/>
                </a:lnTo>
                <a:lnTo>
                  <a:pt x="5044377" y="59299"/>
                </a:lnTo>
                <a:lnTo>
                  <a:pt x="5043538" y="56905"/>
                </a:lnTo>
                <a:lnTo>
                  <a:pt x="5042569" y="54591"/>
                </a:lnTo>
                <a:lnTo>
                  <a:pt x="5041471" y="52365"/>
                </a:lnTo>
                <a:lnTo>
                  <a:pt x="5040242" y="50232"/>
                </a:lnTo>
                <a:lnTo>
                  <a:pt x="5038884" y="48200"/>
                </a:lnTo>
                <a:lnTo>
                  <a:pt x="5037395" y="46276"/>
                </a:lnTo>
                <a:lnTo>
                  <a:pt x="5035775" y="44467"/>
                </a:lnTo>
                <a:lnTo>
                  <a:pt x="5034025" y="42778"/>
                </a:lnTo>
                <a:lnTo>
                  <a:pt x="5032143" y="41218"/>
                </a:lnTo>
                <a:lnTo>
                  <a:pt x="5030131" y="39793"/>
                </a:lnTo>
                <a:lnTo>
                  <a:pt x="5027987" y="38510"/>
                </a:lnTo>
                <a:lnTo>
                  <a:pt x="5025713" y="37376"/>
                </a:lnTo>
                <a:lnTo>
                  <a:pt x="5023306" y="36397"/>
                </a:lnTo>
                <a:lnTo>
                  <a:pt x="5020768" y="35581"/>
                </a:lnTo>
                <a:lnTo>
                  <a:pt x="5018098" y="34935"/>
                </a:lnTo>
                <a:lnTo>
                  <a:pt x="5015296" y="34464"/>
                </a:lnTo>
                <a:lnTo>
                  <a:pt x="5012361" y="34177"/>
                </a:lnTo>
                <a:lnTo>
                  <a:pt x="5009295" y="34080"/>
                </a:lnTo>
                <a:lnTo>
                  <a:pt x="5006451" y="34179"/>
                </a:lnTo>
                <a:lnTo>
                  <a:pt x="5003660" y="34473"/>
                </a:lnTo>
                <a:lnTo>
                  <a:pt x="5000927" y="34955"/>
                </a:lnTo>
                <a:lnTo>
                  <a:pt x="4998258" y="35618"/>
                </a:lnTo>
                <a:lnTo>
                  <a:pt x="4995660" y="36457"/>
                </a:lnTo>
                <a:lnTo>
                  <a:pt x="4993139" y="37464"/>
                </a:lnTo>
                <a:lnTo>
                  <a:pt x="4990701" y="38633"/>
                </a:lnTo>
                <a:lnTo>
                  <a:pt x="4988352" y="39958"/>
                </a:lnTo>
                <a:lnTo>
                  <a:pt x="4986098" y="41432"/>
                </a:lnTo>
                <a:lnTo>
                  <a:pt x="4983945" y="43050"/>
                </a:lnTo>
                <a:lnTo>
                  <a:pt x="4981899" y="44803"/>
                </a:lnTo>
                <a:lnTo>
                  <a:pt x="4979966" y="46687"/>
                </a:lnTo>
                <a:lnTo>
                  <a:pt x="4978154" y="48694"/>
                </a:lnTo>
                <a:lnTo>
                  <a:pt x="4976466" y="50818"/>
                </a:lnTo>
                <a:lnTo>
                  <a:pt x="4974911" y="53053"/>
                </a:lnTo>
                <a:lnTo>
                  <a:pt x="4973493" y="55392"/>
                </a:lnTo>
                <a:lnTo>
                  <a:pt x="4972219" y="57829"/>
                </a:lnTo>
                <a:lnTo>
                  <a:pt x="4971095" y="60357"/>
                </a:lnTo>
                <a:lnTo>
                  <a:pt x="4970128" y="62971"/>
                </a:lnTo>
                <a:lnTo>
                  <a:pt x="4969322" y="65662"/>
                </a:lnTo>
                <a:lnTo>
                  <a:pt x="4968685" y="68425"/>
                </a:lnTo>
                <a:lnTo>
                  <a:pt x="4968223" y="71254"/>
                </a:lnTo>
                <a:lnTo>
                  <a:pt x="4967941" y="74142"/>
                </a:lnTo>
                <a:lnTo>
                  <a:pt x="4967845" y="77083"/>
                </a:lnTo>
                <a:lnTo>
                  <a:pt x="4967946" y="80005"/>
                </a:lnTo>
                <a:lnTo>
                  <a:pt x="4968243" y="82878"/>
                </a:lnTo>
                <a:lnTo>
                  <a:pt x="4968730" y="85696"/>
                </a:lnTo>
                <a:lnTo>
                  <a:pt x="4969403" y="88451"/>
                </a:lnTo>
                <a:lnTo>
                  <a:pt x="4970253" y="91136"/>
                </a:lnTo>
                <a:lnTo>
                  <a:pt x="4971276" y="93746"/>
                </a:lnTo>
                <a:lnTo>
                  <a:pt x="4972465" y="96274"/>
                </a:lnTo>
                <a:lnTo>
                  <a:pt x="4973814" y="98712"/>
                </a:lnTo>
                <a:lnTo>
                  <a:pt x="4975318" y="101054"/>
                </a:lnTo>
                <a:lnTo>
                  <a:pt x="4976969" y="103294"/>
                </a:lnTo>
                <a:lnTo>
                  <a:pt x="4978761" y="105424"/>
                </a:lnTo>
                <a:lnTo>
                  <a:pt x="4980690" y="107439"/>
                </a:lnTo>
                <a:lnTo>
                  <a:pt x="4982748" y="109330"/>
                </a:lnTo>
                <a:lnTo>
                  <a:pt x="4984929" y="111092"/>
                </a:lnTo>
                <a:lnTo>
                  <a:pt x="4987228" y="112719"/>
                </a:lnTo>
                <a:lnTo>
                  <a:pt x="4989637" y="114202"/>
                </a:lnTo>
                <a:lnTo>
                  <a:pt x="4992152" y="115536"/>
                </a:lnTo>
                <a:lnTo>
                  <a:pt x="4994766" y="116714"/>
                </a:lnTo>
                <a:lnTo>
                  <a:pt x="4997473" y="117729"/>
                </a:lnTo>
                <a:lnTo>
                  <a:pt x="5000267" y="118574"/>
                </a:lnTo>
                <a:lnTo>
                  <a:pt x="5003141" y="119244"/>
                </a:lnTo>
                <a:lnTo>
                  <a:pt x="5006090" y="119730"/>
                </a:lnTo>
                <a:lnTo>
                  <a:pt x="5009107" y="120027"/>
                </a:lnTo>
                <a:lnTo>
                  <a:pt x="5012187" y="120127"/>
                </a:lnTo>
                <a:lnTo>
                  <a:pt x="5015283" y="120039"/>
                </a:lnTo>
                <a:lnTo>
                  <a:pt x="5018212" y="119783"/>
                </a:lnTo>
                <a:lnTo>
                  <a:pt x="5020976" y="119372"/>
                </a:lnTo>
                <a:lnTo>
                  <a:pt x="5023579" y="118819"/>
                </a:lnTo>
                <a:lnTo>
                  <a:pt x="5026025" y="118137"/>
                </a:lnTo>
                <a:lnTo>
                  <a:pt x="5028315" y="117339"/>
                </a:lnTo>
                <a:lnTo>
                  <a:pt x="5030454" y="116438"/>
                </a:lnTo>
                <a:lnTo>
                  <a:pt x="5032444" y="115447"/>
                </a:lnTo>
                <a:lnTo>
                  <a:pt x="5034289" y="114379"/>
                </a:lnTo>
                <a:lnTo>
                  <a:pt x="5035992" y="113247"/>
                </a:lnTo>
                <a:lnTo>
                  <a:pt x="5037557" y="112064"/>
                </a:lnTo>
                <a:lnTo>
                  <a:pt x="5038985" y="110843"/>
                </a:lnTo>
                <a:lnTo>
                  <a:pt x="5040281" y="109596"/>
                </a:lnTo>
                <a:lnTo>
                  <a:pt x="5041447" y="108338"/>
                </a:lnTo>
                <a:lnTo>
                  <a:pt x="5042488" y="107080"/>
                </a:lnTo>
                <a:lnTo>
                  <a:pt x="5043405" y="105836"/>
                </a:lnTo>
                <a:lnTo>
                  <a:pt x="5044202" y="104619"/>
                </a:lnTo>
                <a:lnTo>
                  <a:pt x="5044883" y="103441"/>
                </a:lnTo>
                <a:lnTo>
                  <a:pt x="5045450" y="102316"/>
                </a:lnTo>
                <a:lnTo>
                  <a:pt x="5045907" y="101257"/>
                </a:lnTo>
                <a:lnTo>
                  <a:pt x="5046257" y="100276"/>
                </a:lnTo>
                <a:lnTo>
                  <a:pt x="5046503" y="99387"/>
                </a:lnTo>
                <a:lnTo>
                  <a:pt x="5046649" y="98603"/>
                </a:lnTo>
                <a:lnTo>
                  <a:pt x="5046696" y="97937"/>
                </a:lnTo>
                <a:lnTo>
                  <a:pt x="5046668" y="97290"/>
                </a:lnTo>
                <a:lnTo>
                  <a:pt x="5046586" y="96696"/>
                </a:lnTo>
                <a:lnTo>
                  <a:pt x="5046454" y="96153"/>
                </a:lnTo>
                <a:lnTo>
                  <a:pt x="5046277" y="95659"/>
                </a:lnTo>
                <a:lnTo>
                  <a:pt x="5046059" y="95213"/>
                </a:lnTo>
                <a:lnTo>
                  <a:pt x="5045805" y="94811"/>
                </a:lnTo>
                <a:close/>
                <a:moveTo>
                  <a:pt x="4984484" y="62243"/>
                </a:moveTo>
                <a:lnTo>
                  <a:pt x="4985275" y="60730"/>
                </a:lnTo>
                <a:lnTo>
                  <a:pt x="4986140" y="59270"/>
                </a:lnTo>
                <a:lnTo>
                  <a:pt x="4987075" y="57869"/>
                </a:lnTo>
                <a:lnTo>
                  <a:pt x="4988077" y="56529"/>
                </a:lnTo>
                <a:lnTo>
                  <a:pt x="4989145" y="55253"/>
                </a:lnTo>
                <a:lnTo>
                  <a:pt x="4990274" y="54043"/>
                </a:lnTo>
                <a:lnTo>
                  <a:pt x="4991462" y="52905"/>
                </a:lnTo>
                <a:lnTo>
                  <a:pt x="4992707" y="51839"/>
                </a:lnTo>
                <a:lnTo>
                  <a:pt x="4994005" y="50850"/>
                </a:lnTo>
                <a:lnTo>
                  <a:pt x="4995354" y="49940"/>
                </a:lnTo>
                <a:lnTo>
                  <a:pt x="4996750" y="49113"/>
                </a:lnTo>
                <a:lnTo>
                  <a:pt x="4998191" y="48372"/>
                </a:lnTo>
                <a:lnTo>
                  <a:pt x="4999674" y="47719"/>
                </a:lnTo>
                <a:lnTo>
                  <a:pt x="5001196" y="47158"/>
                </a:lnTo>
                <a:lnTo>
                  <a:pt x="5002755" y="46693"/>
                </a:lnTo>
                <a:lnTo>
                  <a:pt x="5004347" y="46325"/>
                </a:lnTo>
                <a:lnTo>
                  <a:pt x="5005969" y="46059"/>
                </a:lnTo>
                <a:lnTo>
                  <a:pt x="5007620" y="45897"/>
                </a:lnTo>
                <a:lnTo>
                  <a:pt x="5009295" y="45842"/>
                </a:lnTo>
                <a:lnTo>
                  <a:pt x="5010557" y="45868"/>
                </a:lnTo>
                <a:lnTo>
                  <a:pt x="5011834" y="45948"/>
                </a:lnTo>
                <a:lnTo>
                  <a:pt x="5013121" y="46088"/>
                </a:lnTo>
                <a:lnTo>
                  <a:pt x="5014412" y="46291"/>
                </a:lnTo>
                <a:lnTo>
                  <a:pt x="5015702" y="46562"/>
                </a:lnTo>
                <a:lnTo>
                  <a:pt x="5016985" y="46906"/>
                </a:lnTo>
                <a:lnTo>
                  <a:pt x="5018258" y="47326"/>
                </a:lnTo>
                <a:lnTo>
                  <a:pt x="5019513" y="47828"/>
                </a:lnTo>
                <a:lnTo>
                  <a:pt x="5020746" y="48415"/>
                </a:lnTo>
                <a:lnTo>
                  <a:pt x="5021952" y="49092"/>
                </a:lnTo>
                <a:lnTo>
                  <a:pt x="5023125" y="49865"/>
                </a:lnTo>
                <a:lnTo>
                  <a:pt x="5024260" y="50736"/>
                </a:lnTo>
                <a:lnTo>
                  <a:pt x="5025352" y="51710"/>
                </a:lnTo>
                <a:lnTo>
                  <a:pt x="5026396" y="52792"/>
                </a:lnTo>
                <a:lnTo>
                  <a:pt x="5027386" y="53987"/>
                </a:lnTo>
                <a:lnTo>
                  <a:pt x="5028317" y="55299"/>
                </a:lnTo>
                <a:lnTo>
                  <a:pt x="5029184" y="56731"/>
                </a:lnTo>
                <a:lnTo>
                  <a:pt x="5029981" y="58289"/>
                </a:lnTo>
                <a:lnTo>
                  <a:pt x="5030703" y="59978"/>
                </a:lnTo>
                <a:lnTo>
                  <a:pt x="5031345" y="61800"/>
                </a:lnTo>
                <a:lnTo>
                  <a:pt x="5031902" y="63762"/>
                </a:lnTo>
                <a:lnTo>
                  <a:pt x="5032369" y="65867"/>
                </a:lnTo>
                <a:lnTo>
                  <a:pt x="5032739" y="68120"/>
                </a:lnTo>
                <a:lnTo>
                  <a:pt x="5033008" y="70525"/>
                </a:lnTo>
                <a:lnTo>
                  <a:pt x="4981727" y="70525"/>
                </a:lnTo>
                <a:lnTo>
                  <a:pt x="4982109" y="68784"/>
                </a:lnTo>
                <a:lnTo>
                  <a:pt x="4982579" y="67082"/>
                </a:lnTo>
                <a:lnTo>
                  <a:pt x="4983133" y="65423"/>
                </a:lnTo>
                <a:lnTo>
                  <a:pt x="4983769" y="63809"/>
                </a:lnTo>
                <a:lnTo>
                  <a:pt x="4984484" y="62243"/>
                </a:lnTo>
                <a:close/>
                <a:moveTo>
                  <a:pt x="4134866" y="94811"/>
                </a:moveTo>
                <a:lnTo>
                  <a:pt x="4134580" y="94451"/>
                </a:lnTo>
                <a:lnTo>
                  <a:pt x="4134266" y="94131"/>
                </a:lnTo>
                <a:lnTo>
                  <a:pt x="4133928" y="93849"/>
                </a:lnTo>
                <a:lnTo>
                  <a:pt x="4133571" y="93602"/>
                </a:lnTo>
                <a:lnTo>
                  <a:pt x="4133200" y="93388"/>
                </a:lnTo>
                <a:lnTo>
                  <a:pt x="4132818" y="93205"/>
                </a:lnTo>
                <a:lnTo>
                  <a:pt x="4132431" y="93049"/>
                </a:lnTo>
                <a:lnTo>
                  <a:pt x="4132041" y="92920"/>
                </a:lnTo>
                <a:lnTo>
                  <a:pt x="4131654" y="92814"/>
                </a:lnTo>
                <a:lnTo>
                  <a:pt x="4131275" y="92729"/>
                </a:lnTo>
                <a:lnTo>
                  <a:pt x="4130906" y="92662"/>
                </a:lnTo>
                <a:lnTo>
                  <a:pt x="4130554" y="92613"/>
                </a:lnTo>
                <a:lnTo>
                  <a:pt x="4130221" y="92577"/>
                </a:lnTo>
                <a:lnTo>
                  <a:pt x="4129913" y="92553"/>
                </a:lnTo>
                <a:lnTo>
                  <a:pt x="4129634" y="92539"/>
                </a:lnTo>
                <a:lnTo>
                  <a:pt x="4129388" y="92531"/>
                </a:lnTo>
                <a:lnTo>
                  <a:pt x="4129179" y="92529"/>
                </a:lnTo>
                <a:lnTo>
                  <a:pt x="4129012" y="92528"/>
                </a:lnTo>
                <a:lnTo>
                  <a:pt x="4128588" y="92531"/>
                </a:lnTo>
                <a:lnTo>
                  <a:pt x="4128183" y="92542"/>
                </a:lnTo>
                <a:lnTo>
                  <a:pt x="4127797" y="92560"/>
                </a:lnTo>
                <a:lnTo>
                  <a:pt x="4127429" y="92588"/>
                </a:lnTo>
                <a:lnTo>
                  <a:pt x="4127078" y="92626"/>
                </a:lnTo>
                <a:lnTo>
                  <a:pt x="4126743" y="92676"/>
                </a:lnTo>
                <a:lnTo>
                  <a:pt x="4126424" y="92738"/>
                </a:lnTo>
                <a:lnTo>
                  <a:pt x="4126120" y="92814"/>
                </a:lnTo>
                <a:lnTo>
                  <a:pt x="4125829" y="92905"/>
                </a:lnTo>
                <a:lnTo>
                  <a:pt x="4125552" y="93012"/>
                </a:lnTo>
                <a:lnTo>
                  <a:pt x="4125288" y="93135"/>
                </a:lnTo>
                <a:lnTo>
                  <a:pt x="4125035" y="93277"/>
                </a:lnTo>
                <a:lnTo>
                  <a:pt x="4124793" y="93438"/>
                </a:lnTo>
                <a:lnTo>
                  <a:pt x="4124562" y="93619"/>
                </a:lnTo>
                <a:lnTo>
                  <a:pt x="4124340" y="93821"/>
                </a:lnTo>
                <a:lnTo>
                  <a:pt x="4124127" y="94045"/>
                </a:lnTo>
                <a:lnTo>
                  <a:pt x="4123922" y="94294"/>
                </a:lnTo>
                <a:lnTo>
                  <a:pt x="4123725" y="94566"/>
                </a:lnTo>
                <a:lnTo>
                  <a:pt x="4123533" y="94865"/>
                </a:lnTo>
                <a:lnTo>
                  <a:pt x="4123348" y="95190"/>
                </a:lnTo>
                <a:lnTo>
                  <a:pt x="4123168" y="95543"/>
                </a:lnTo>
                <a:lnTo>
                  <a:pt x="4122991" y="95924"/>
                </a:lnTo>
                <a:lnTo>
                  <a:pt x="4122819" y="96336"/>
                </a:lnTo>
                <a:lnTo>
                  <a:pt x="4122649" y="96779"/>
                </a:lnTo>
                <a:lnTo>
                  <a:pt x="4122087" y="97967"/>
                </a:lnTo>
                <a:lnTo>
                  <a:pt x="4121466" y="99073"/>
                </a:lnTo>
                <a:lnTo>
                  <a:pt x="4120791" y="100100"/>
                </a:lnTo>
                <a:lnTo>
                  <a:pt x="4120066" y="101051"/>
                </a:lnTo>
                <a:lnTo>
                  <a:pt x="4119296" y="101929"/>
                </a:lnTo>
                <a:lnTo>
                  <a:pt x="4118485" y="102736"/>
                </a:lnTo>
                <a:lnTo>
                  <a:pt x="4117640" y="103476"/>
                </a:lnTo>
                <a:lnTo>
                  <a:pt x="4116765" y="104150"/>
                </a:lnTo>
                <a:lnTo>
                  <a:pt x="4115864" y="104763"/>
                </a:lnTo>
                <a:lnTo>
                  <a:pt x="4114942" y="105315"/>
                </a:lnTo>
                <a:lnTo>
                  <a:pt x="4114005" y="105811"/>
                </a:lnTo>
                <a:lnTo>
                  <a:pt x="4113057" y="106253"/>
                </a:lnTo>
                <a:lnTo>
                  <a:pt x="4112103" y="106644"/>
                </a:lnTo>
                <a:lnTo>
                  <a:pt x="4111147" y="106986"/>
                </a:lnTo>
                <a:lnTo>
                  <a:pt x="4110196" y="107282"/>
                </a:lnTo>
                <a:lnTo>
                  <a:pt x="4109253" y="107536"/>
                </a:lnTo>
                <a:lnTo>
                  <a:pt x="4108323" y="107749"/>
                </a:lnTo>
                <a:lnTo>
                  <a:pt x="4107412" y="107925"/>
                </a:lnTo>
                <a:lnTo>
                  <a:pt x="4106523" y="108067"/>
                </a:lnTo>
                <a:lnTo>
                  <a:pt x="4105663" y="108176"/>
                </a:lnTo>
                <a:lnTo>
                  <a:pt x="4104835" y="108256"/>
                </a:lnTo>
                <a:lnTo>
                  <a:pt x="4104045" y="108310"/>
                </a:lnTo>
                <a:lnTo>
                  <a:pt x="4103298" y="108341"/>
                </a:lnTo>
                <a:lnTo>
                  <a:pt x="4102598" y="108350"/>
                </a:lnTo>
                <a:lnTo>
                  <a:pt x="4100791" y="108300"/>
                </a:lnTo>
                <a:lnTo>
                  <a:pt x="4098990" y="108151"/>
                </a:lnTo>
                <a:lnTo>
                  <a:pt x="4097198" y="107903"/>
                </a:lnTo>
                <a:lnTo>
                  <a:pt x="4095421" y="107559"/>
                </a:lnTo>
                <a:lnTo>
                  <a:pt x="4093664" y="107119"/>
                </a:lnTo>
                <a:lnTo>
                  <a:pt x="4091931" y="106584"/>
                </a:lnTo>
                <a:lnTo>
                  <a:pt x="4090229" y="105956"/>
                </a:lnTo>
                <a:lnTo>
                  <a:pt x="4088560" y="105235"/>
                </a:lnTo>
                <a:lnTo>
                  <a:pt x="4086931" y="104424"/>
                </a:lnTo>
                <a:lnTo>
                  <a:pt x="4085347" y="103522"/>
                </a:lnTo>
                <a:lnTo>
                  <a:pt x="4083812" y="102531"/>
                </a:lnTo>
                <a:lnTo>
                  <a:pt x="4082331" y="101453"/>
                </a:lnTo>
                <a:lnTo>
                  <a:pt x="4080910" y="100288"/>
                </a:lnTo>
                <a:lnTo>
                  <a:pt x="4079552" y="99038"/>
                </a:lnTo>
                <a:lnTo>
                  <a:pt x="4078264" y="97703"/>
                </a:lnTo>
                <a:lnTo>
                  <a:pt x="4077050" y="96285"/>
                </a:lnTo>
                <a:lnTo>
                  <a:pt x="4075915" y="94786"/>
                </a:lnTo>
                <a:lnTo>
                  <a:pt x="4074863" y="93206"/>
                </a:lnTo>
                <a:lnTo>
                  <a:pt x="4073901" y="91546"/>
                </a:lnTo>
                <a:lnTo>
                  <a:pt x="4073032" y="89808"/>
                </a:lnTo>
                <a:lnTo>
                  <a:pt x="4072262" y="87992"/>
                </a:lnTo>
                <a:lnTo>
                  <a:pt x="4071596" y="86100"/>
                </a:lnTo>
                <a:lnTo>
                  <a:pt x="4071038" y="84134"/>
                </a:lnTo>
                <a:lnTo>
                  <a:pt x="4070594" y="82093"/>
                </a:lnTo>
                <a:lnTo>
                  <a:pt x="4128047" y="82093"/>
                </a:lnTo>
                <a:lnTo>
                  <a:pt x="4128551" y="82093"/>
                </a:lnTo>
                <a:lnTo>
                  <a:pt x="4129049" y="82089"/>
                </a:lnTo>
                <a:lnTo>
                  <a:pt x="4129541" y="82079"/>
                </a:lnTo>
                <a:lnTo>
                  <a:pt x="4130024" y="82060"/>
                </a:lnTo>
                <a:lnTo>
                  <a:pt x="4130497" y="82029"/>
                </a:lnTo>
                <a:lnTo>
                  <a:pt x="4130960" y="81982"/>
                </a:lnTo>
                <a:lnTo>
                  <a:pt x="4131409" y="81916"/>
                </a:lnTo>
                <a:lnTo>
                  <a:pt x="4131845" y="81829"/>
                </a:lnTo>
                <a:lnTo>
                  <a:pt x="4132266" y="81717"/>
                </a:lnTo>
                <a:lnTo>
                  <a:pt x="4132669" y="81577"/>
                </a:lnTo>
                <a:lnTo>
                  <a:pt x="4133055" y="81406"/>
                </a:lnTo>
                <a:lnTo>
                  <a:pt x="4133420" y="81202"/>
                </a:lnTo>
                <a:lnTo>
                  <a:pt x="4133765" y="80960"/>
                </a:lnTo>
                <a:lnTo>
                  <a:pt x="4134087" y="80677"/>
                </a:lnTo>
                <a:lnTo>
                  <a:pt x="4134385" y="80352"/>
                </a:lnTo>
                <a:lnTo>
                  <a:pt x="4134658" y="79980"/>
                </a:lnTo>
                <a:lnTo>
                  <a:pt x="4134904" y="79559"/>
                </a:lnTo>
                <a:lnTo>
                  <a:pt x="4135122" y="79084"/>
                </a:lnTo>
                <a:lnTo>
                  <a:pt x="4135310" y="78555"/>
                </a:lnTo>
                <a:lnTo>
                  <a:pt x="4135467" y="77966"/>
                </a:lnTo>
                <a:lnTo>
                  <a:pt x="4135592" y="77316"/>
                </a:lnTo>
                <a:lnTo>
                  <a:pt x="4135683" y="76600"/>
                </a:lnTo>
                <a:lnTo>
                  <a:pt x="4135739" y="75816"/>
                </a:lnTo>
                <a:lnTo>
                  <a:pt x="4135757" y="74962"/>
                </a:lnTo>
                <a:lnTo>
                  <a:pt x="4135693" y="72231"/>
                </a:lnTo>
                <a:lnTo>
                  <a:pt x="4135500" y="69539"/>
                </a:lnTo>
                <a:lnTo>
                  <a:pt x="4135178" y="66893"/>
                </a:lnTo>
                <a:lnTo>
                  <a:pt x="4134728" y="64300"/>
                </a:lnTo>
                <a:lnTo>
                  <a:pt x="4134147" y="61766"/>
                </a:lnTo>
                <a:lnTo>
                  <a:pt x="4133438" y="59299"/>
                </a:lnTo>
                <a:lnTo>
                  <a:pt x="4132599" y="56905"/>
                </a:lnTo>
                <a:lnTo>
                  <a:pt x="4131630" y="54591"/>
                </a:lnTo>
                <a:lnTo>
                  <a:pt x="4130532" y="52365"/>
                </a:lnTo>
                <a:lnTo>
                  <a:pt x="4129303" y="50232"/>
                </a:lnTo>
                <a:lnTo>
                  <a:pt x="4127945" y="48200"/>
                </a:lnTo>
                <a:lnTo>
                  <a:pt x="4126456" y="46276"/>
                </a:lnTo>
                <a:lnTo>
                  <a:pt x="4124836" y="44467"/>
                </a:lnTo>
                <a:lnTo>
                  <a:pt x="4123086" y="42778"/>
                </a:lnTo>
                <a:lnTo>
                  <a:pt x="4121204" y="41218"/>
                </a:lnTo>
                <a:lnTo>
                  <a:pt x="4119192" y="39793"/>
                </a:lnTo>
                <a:lnTo>
                  <a:pt x="4117049" y="38510"/>
                </a:lnTo>
                <a:lnTo>
                  <a:pt x="4114774" y="37376"/>
                </a:lnTo>
                <a:lnTo>
                  <a:pt x="4112367" y="36397"/>
                </a:lnTo>
                <a:lnTo>
                  <a:pt x="4109829" y="35581"/>
                </a:lnTo>
                <a:lnTo>
                  <a:pt x="4107159" y="34935"/>
                </a:lnTo>
                <a:lnTo>
                  <a:pt x="4104357" y="34464"/>
                </a:lnTo>
                <a:lnTo>
                  <a:pt x="4101422" y="34177"/>
                </a:lnTo>
                <a:lnTo>
                  <a:pt x="4098356" y="34080"/>
                </a:lnTo>
                <a:lnTo>
                  <a:pt x="4095512" y="34179"/>
                </a:lnTo>
                <a:lnTo>
                  <a:pt x="4092721" y="34473"/>
                </a:lnTo>
                <a:lnTo>
                  <a:pt x="4089988" y="34955"/>
                </a:lnTo>
                <a:lnTo>
                  <a:pt x="4087319" y="35618"/>
                </a:lnTo>
                <a:lnTo>
                  <a:pt x="4084721" y="36457"/>
                </a:lnTo>
                <a:lnTo>
                  <a:pt x="4082200" y="37464"/>
                </a:lnTo>
                <a:lnTo>
                  <a:pt x="4079762" y="38633"/>
                </a:lnTo>
                <a:lnTo>
                  <a:pt x="4077413" y="39958"/>
                </a:lnTo>
                <a:lnTo>
                  <a:pt x="4075159" y="41432"/>
                </a:lnTo>
                <a:lnTo>
                  <a:pt x="4073006" y="43050"/>
                </a:lnTo>
                <a:lnTo>
                  <a:pt x="4070960" y="44803"/>
                </a:lnTo>
                <a:lnTo>
                  <a:pt x="4069027" y="46687"/>
                </a:lnTo>
                <a:lnTo>
                  <a:pt x="4067215" y="48694"/>
                </a:lnTo>
                <a:lnTo>
                  <a:pt x="4065527" y="50818"/>
                </a:lnTo>
                <a:lnTo>
                  <a:pt x="4063972" y="53053"/>
                </a:lnTo>
                <a:lnTo>
                  <a:pt x="4062554" y="55392"/>
                </a:lnTo>
                <a:lnTo>
                  <a:pt x="4061280" y="57829"/>
                </a:lnTo>
                <a:lnTo>
                  <a:pt x="4060156" y="60357"/>
                </a:lnTo>
                <a:lnTo>
                  <a:pt x="4059189" y="62971"/>
                </a:lnTo>
                <a:lnTo>
                  <a:pt x="4058383" y="65662"/>
                </a:lnTo>
                <a:lnTo>
                  <a:pt x="4057746" y="68425"/>
                </a:lnTo>
                <a:lnTo>
                  <a:pt x="4057284" y="71254"/>
                </a:lnTo>
                <a:lnTo>
                  <a:pt x="4057002" y="74142"/>
                </a:lnTo>
                <a:lnTo>
                  <a:pt x="4056906" y="77083"/>
                </a:lnTo>
                <a:lnTo>
                  <a:pt x="4057007" y="80005"/>
                </a:lnTo>
                <a:lnTo>
                  <a:pt x="4057304" y="82878"/>
                </a:lnTo>
                <a:lnTo>
                  <a:pt x="4057791" y="85696"/>
                </a:lnTo>
                <a:lnTo>
                  <a:pt x="4058464" y="88451"/>
                </a:lnTo>
                <a:lnTo>
                  <a:pt x="4059314" y="91136"/>
                </a:lnTo>
                <a:lnTo>
                  <a:pt x="4060337" y="93746"/>
                </a:lnTo>
                <a:lnTo>
                  <a:pt x="4061526" y="96274"/>
                </a:lnTo>
                <a:lnTo>
                  <a:pt x="4062876" y="98712"/>
                </a:lnTo>
                <a:lnTo>
                  <a:pt x="4064379" y="101054"/>
                </a:lnTo>
                <a:lnTo>
                  <a:pt x="4066030" y="103294"/>
                </a:lnTo>
                <a:lnTo>
                  <a:pt x="4067822" y="105424"/>
                </a:lnTo>
                <a:lnTo>
                  <a:pt x="4069751" y="107439"/>
                </a:lnTo>
                <a:lnTo>
                  <a:pt x="4071809" y="109330"/>
                </a:lnTo>
                <a:lnTo>
                  <a:pt x="4073990" y="111092"/>
                </a:lnTo>
                <a:lnTo>
                  <a:pt x="4076289" y="112719"/>
                </a:lnTo>
                <a:lnTo>
                  <a:pt x="4078698" y="114202"/>
                </a:lnTo>
                <a:lnTo>
                  <a:pt x="4081213" y="115536"/>
                </a:lnTo>
                <a:lnTo>
                  <a:pt x="4083827" y="116714"/>
                </a:lnTo>
                <a:lnTo>
                  <a:pt x="4086534" y="117729"/>
                </a:lnTo>
                <a:lnTo>
                  <a:pt x="4089328" y="118574"/>
                </a:lnTo>
                <a:lnTo>
                  <a:pt x="4092202" y="119244"/>
                </a:lnTo>
                <a:lnTo>
                  <a:pt x="4095151" y="119730"/>
                </a:lnTo>
                <a:lnTo>
                  <a:pt x="4098168" y="120027"/>
                </a:lnTo>
                <a:lnTo>
                  <a:pt x="4101248" y="120127"/>
                </a:lnTo>
                <a:lnTo>
                  <a:pt x="4104344" y="120039"/>
                </a:lnTo>
                <a:lnTo>
                  <a:pt x="4107273" y="119783"/>
                </a:lnTo>
                <a:lnTo>
                  <a:pt x="4110037" y="119372"/>
                </a:lnTo>
                <a:lnTo>
                  <a:pt x="4112640" y="118819"/>
                </a:lnTo>
                <a:lnTo>
                  <a:pt x="4115086" y="118137"/>
                </a:lnTo>
                <a:lnTo>
                  <a:pt x="4117376" y="117339"/>
                </a:lnTo>
                <a:lnTo>
                  <a:pt x="4119515" y="116438"/>
                </a:lnTo>
                <a:lnTo>
                  <a:pt x="4121505" y="115447"/>
                </a:lnTo>
                <a:lnTo>
                  <a:pt x="4123350" y="114379"/>
                </a:lnTo>
                <a:lnTo>
                  <a:pt x="4125053" y="113247"/>
                </a:lnTo>
                <a:lnTo>
                  <a:pt x="4126618" y="112064"/>
                </a:lnTo>
                <a:lnTo>
                  <a:pt x="4128046" y="110843"/>
                </a:lnTo>
                <a:lnTo>
                  <a:pt x="4129342" y="109596"/>
                </a:lnTo>
                <a:lnTo>
                  <a:pt x="4130508" y="108338"/>
                </a:lnTo>
                <a:lnTo>
                  <a:pt x="4131549" y="107080"/>
                </a:lnTo>
                <a:lnTo>
                  <a:pt x="4132466" y="105836"/>
                </a:lnTo>
                <a:lnTo>
                  <a:pt x="4133263" y="104619"/>
                </a:lnTo>
                <a:lnTo>
                  <a:pt x="4133944" y="103441"/>
                </a:lnTo>
                <a:lnTo>
                  <a:pt x="4134511" y="102316"/>
                </a:lnTo>
                <a:lnTo>
                  <a:pt x="4134968" y="101257"/>
                </a:lnTo>
                <a:lnTo>
                  <a:pt x="4135318" y="100276"/>
                </a:lnTo>
                <a:lnTo>
                  <a:pt x="4135564" y="99387"/>
                </a:lnTo>
                <a:lnTo>
                  <a:pt x="4135710" y="98603"/>
                </a:lnTo>
                <a:lnTo>
                  <a:pt x="4135757" y="97937"/>
                </a:lnTo>
                <a:lnTo>
                  <a:pt x="4135729" y="97290"/>
                </a:lnTo>
                <a:lnTo>
                  <a:pt x="4135647" y="96696"/>
                </a:lnTo>
                <a:lnTo>
                  <a:pt x="4135515" y="96153"/>
                </a:lnTo>
                <a:lnTo>
                  <a:pt x="4135338" y="95659"/>
                </a:lnTo>
                <a:lnTo>
                  <a:pt x="4135120" y="95213"/>
                </a:lnTo>
                <a:lnTo>
                  <a:pt x="4134866" y="94811"/>
                </a:lnTo>
                <a:close/>
                <a:moveTo>
                  <a:pt x="4073545" y="62243"/>
                </a:moveTo>
                <a:lnTo>
                  <a:pt x="4074336" y="60730"/>
                </a:lnTo>
                <a:lnTo>
                  <a:pt x="4075201" y="59270"/>
                </a:lnTo>
                <a:lnTo>
                  <a:pt x="4076136" y="57869"/>
                </a:lnTo>
                <a:lnTo>
                  <a:pt x="4077138" y="56529"/>
                </a:lnTo>
                <a:lnTo>
                  <a:pt x="4078206" y="55253"/>
                </a:lnTo>
                <a:lnTo>
                  <a:pt x="4079335" y="54043"/>
                </a:lnTo>
                <a:lnTo>
                  <a:pt x="4080523" y="52905"/>
                </a:lnTo>
                <a:lnTo>
                  <a:pt x="4081768" y="51839"/>
                </a:lnTo>
                <a:lnTo>
                  <a:pt x="4083066" y="50850"/>
                </a:lnTo>
                <a:lnTo>
                  <a:pt x="4084415" y="49940"/>
                </a:lnTo>
                <a:lnTo>
                  <a:pt x="4085811" y="49113"/>
                </a:lnTo>
                <a:lnTo>
                  <a:pt x="4087252" y="48372"/>
                </a:lnTo>
                <a:lnTo>
                  <a:pt x="4088735" y="47719"/>
                </a:lnTo>
                <a:lnTo>
                  <a:pt x="4090257" y="47158"/>
                </a:lnTo>
                <a:lnTo>
                  <a:pt x="4091816" y="46693"/>
                </a:lnTo>
                <a:lnTo>
                  <a:pt x="4093408" y="46325"/>
                </a:lnTo>
                <a:lnTo>
                  <a:pt x="4095030" y="46059"/>
                </a:lnTo>
                <a:lnTo>
                  <a:pt x="4096681" y="45897"/>
                </a:lnTo>
                <a:lnTo>
                  <a:pt x="4098356" y="45842"/>
                </a:lnTo>
                <a:lnTo>
                  <a:pt x="4099618" y="45868"/>
                </a:lnTo>
                <a:lnTo>
                  <a:pt x="4100895" y="45948"/>
                </a:lnTo>
                <a:lnTo>
                  <a:pt x="4102182" y="46088"/>
                </a:lnTo>
                <a:lnTo>
                  <a:pt x="4103473" y="46291"/>
                </a:lnTo>
                <a:lnTo>
                  <a:pt x="4104763" y="46562"/>
                </a:lnTo>
                <a:lnTo>
                  <a:pt x="4106046" y="46906"/>
                </a:lnTo>
                <a:lnTo>
                  <a:pt x="4107319" y="47326"/>
                </a:lnTo>
                <a:lnTo>
                  <a:pt x="4108574" y="47828"/>
                </a:lnTo>
                <a:lnTo>
                  <a:pt x="4109807" y="48415"/>
                </a:lnTo>
                <a:lnTo>
                  <a:pt x="4111013" y="49092"/>
                </a:lnTo>
                <a:lnTo>
                  <a:pt x="4112186" y="49865"/>
                </a:lnTo>
                <a:lnTo>
                  <a:pt x="4113321" y="50736"/>
                </a:lnTo>
                <a:lnTo>
                  <a:pt x="4114413" y="51710"/>
                </a:lnTo>
                <a:lnTo>
                  <a:pt x="4115457" y="52792"/>
                </a:lnTo>
                <a:lnTo>
                  <a:pt x="4116447" y="53987"/>
                </a:lnTo>
                <a:lnTo>
                  <a:pt x="4117378" y="55299"/>
                </a:lnTo>
                <a:lnTo>
                  <a:pt x="4118245" y="56731"/>
                </a:lnTo>
                <a:lnTo>
                  <a:pt x="4119042" y="58289"/>
                </a:lnTo>
                <a:lnTo>
                  <a:pt x="4119764" y="59978"/>
                </a:lnTo>
                <a:lnTo>
                  <a:pt x="4120406" y="61800"/>
                </a:lnTo>
                <a:lnTo>
                  <a:pt x="4120963" y="63762"/>
                </a:lnTo>
                <a:lnTo>
                  <a:pt x="4121430" y="65867"/>
                </a:lnTo>
                <a:lnTo>
                  <a:pt x="4121800" y="68120"/>
                </a:lnTo>
                <a:lnTo>
                  <a:pt x="4122069" y="70525"/>
                </a:lnTo>
                <a:lnTo>
                  <a:pt x="4070788" y="70525"/>
                </a:lnTo>
                <a:lnTo>
                  <a:pt x="4071170" y="68784"/>
                </a:lnTo>
                <a:lnTo>
                  <a:pt x="4071640" y="67082"/>
                </a:lnTo>
                <a:lnTo>
                  <a:pt x="4072194" y="65423"/>
                </a:lnTo>
                <a:lnTo>
                  <a:pt x="4072830" y="63809"/>
                </a:lnTo>
                <a:lnTo>
                  <a:pt x="4073545" y="62243"/>
                </a:lnTo>
                <a:close/>
                <a:moveTo>
                  <a:pt x="3628789" y="94811"/>
                </a:moveTo>
                <a:lnTo>
                  <a:pt x="3628503" y="94451"/>
                </a:lnTo>
                <a:lnTo>
                  <a:pt x="3628189" y="94131"/>
                </a:lnTo>
                <a:lnTo>
                  <a:pt x="3627851" y="93849"/>
                </a:lnTo>
                <a:lnTo>
                  <a:pt x="3627494" y="93602"/>
                </a:lnTo>
                <a:lnTo>
                  <a:pt x="3627123" y="93388"/>
                </a:lnTo>
                <a:lnTo>
                  <a:pt x="3626741" y="93205"/>
                </a:lnTo>
                <a:lnTo>
                  <a:pt x="3626354" y="93049"/>
                </a:lnTo>
                <a:lnTo>
                  <a:pt x="3625964" y="92920"/>
                </a:lnTo>
                <a:lnTo>
                  <a:pt x="3625577" y="92814"/>
                </a:lnTo>
                <a:lnTo>
                  <a:pt x="3625198" y="92729"/>
                </a:lnTo>
                <a:lnTo>
                  <a:pt x="3624829" y="92662"/>
                </a:lnTo>
                <a:lnTo>
                  <a:pt x="3624477" y="92613"/>
                </a:lnTo>
                <a:lnTo>
                  <a:pt x="3624144" y="92577"/>
                </a:lnTo>
                <a:lnTo>
                  <a:pt x="3623836" y="92553"/>
                </a:lnTo>
                <a:lnTo>
                  <a:pt x="3623557" y="92539"/>
                </a:lnTo>
                <a:lnTo>
                  <a:pt x="3623311" y="92531"/>
                </a:lnTo>
                <a:lnTo>
                  <a:pt x="3623102" y="92529"/>
                </a:lnTo>
                <a:lnTo>
                  <a:pt x="3622935" y="92528"/>
                </a:lnTo>
                <a:lnTo>
                  <a:pt x="3622511" y="92531"/>
                </a:lnTo>
                <a:lnTo>
                  <a:pt x="3622106" y="92542"/>
                </a:lnTo>
                <a:lnTo>
                  <a:pt x="3621720" y="92560"/>
                </a:lnTo>
                <a:lnTo>
                  <a:pt x="3621352" y="92588"/>
                </a:lnTo>
                <a:lnTo>
                  <a:pt x="3621001" y="92626"/>
                </a:lnTo>
                <a:lnTo>
                  <a:pt x="3620666" y="92676"/>
                </a:lnTo>
                <a:lnTo>
                  <a:pt x="3620347" y="92738"/>
                </a:lnTo>
                <a:lnTo>
                  <a:pt x="3620043" y="92814"/>
                </a:lnTo>
                <a:lnTo>
                  <a:pt x="3619752" y="92905"/>
                </a:lnTo>
                <a:lnTo>
                  <a:pt x="3619475" y="93012"/>
                </a:lnTo>
                <a:lnTo>
                  <a:pt x="3619211" y="93135"/>
                </a:lnTo>
                <a:lnTo>
                  <a:pt x="3618958" y="93277"/>
                </a:lnTo>
                <a:lnTo>
                  <a:pt x="3618716" y="93438"/>
                </a:lnTo>
                <a:lnTo>
                  <a:pt x="3618485" y="93619"/>
                </a:lnTo>
                <a:lnTo>
                  <a:pt x="3618263" y="93821"/>
                </a:lnTo>
                <a:lnTo>
                  <a:pt x="3618050" y="94045"/>
                </a:lnTo>
                <a:lnTo>
                  <a:pt x="3617845" y="94294"/>
                </a:lnTo>
                <a:lnTo>
                  <a:pt x="3617648" y="94566"/>
                </a:lnTo>
                <a:lnTo>
                  <a:pt x="3617456" y="94865"/>
                </a:lnTo>
                <a:lnTo>
                  <a:pt x="3617271" y="95190"/>
                </a:lnTo>
                <a:lnTo>
                  <a:pt x="3617091" y="95543"/>
                </a:lnTo>
                <a:lnTo>
                  <a:pt x="3616915" y="95924"/>
                </a:lnTo>
                <a:lnTo>
                  <a:pt x="3616742" y="96336"/>
                </a:lnTo>
                <a:lnTo>
                  <a:pt x="3616572" y="96779"/>
                </a:lnTo>
                <a:lnTo>
                  <a:pt x="3616010" y="97967"/>
                </a:lnTo>
                <a:lnTo>
                  <a:pt x="3615389" y="99073"/>
                </a:lnTo>
                <a:lnTo>
                  <a:pt x="3614714" y="100100"/>
                </a:lnTo>
                <a:lnTo>
                  <a:pt x="3613989" y="101051"/>
                </a:lnTo>
                <a:lnTo>
                  <a:pt x="3613219" y="101929"/>
                </a:lnTo>
                <a:lnTo>
                  <a:pt x="3612408" y="102736"/>
                </a:lnTo>
                <a:lnTo>
                  <a:pt x="3611563" y="103476"/>
                </a:lnTo>
                <a:lnTo>
                  <a:pt x="3610688" y="104150"/>
                </a:lnTo>
                <a:lnTo>
                  <a:pt x="3609787" y="104763"/>
                </a:lnTo>
                <a:lnTo>
                  <a:pt x="3608865" y="105315"/>
                </a:lnTo>
                <a:lnTo>
                  <a:pt x="3607928" y="105811"/>
                </a:lnTo>
                <a:lnTo>
                  <a:pt x="3606980" y="106253"/>
                </a:lnTo>
                <a:lnTo>
                  <a:pt x="3606026" y="106644"/>
                </a:lnTo>
                <a:lnTo>
                  <a:pt x="3605070" y="106986"/>
                </a:lnTo>
                <a:lnTo>
                  <a:pt x="3604119" y="107282"/>
                </a:lnTo>
                <a:lnTo>
                  <a:pt x="3603176" y="107536"/>
                </a:lnTo>
                <a:lnTo>
                  <a:pt x="3602246" y="107749"/>
                </a:lnTo>
                <a:lnTo>
                  <a:pt x="3601335" y="107925"/>
                </a:lnTo>
                <a:lnTo>
                  <a:pt x="3600446" y="108067"/>
                </a:lnTo>
                <a:lnTo>
                  <a:pt x="3599586" y="108176"/>
                </a:lnTo>
                <a:lnTo>
                  <a:pt x="3598758" y="108256"/>
                </a:lnTo>
                <a:lnTo>
                  <a:pt x="3597968" y="108310"/>
                </a:lnTo>
                <a:lnTo>
                  <a:pt x="3597221" y="108341"/>
                </a:lnTo>
                <a:lnTo>
                  <a:pt x="3596521" y="108350"/>
                </a:lnTo>
                <a:lnTo>
                  <a:pt x="3594714" y="108300"/>
                </a:lnTo>
                <a:lnTo>
                  <a:pt x="3592913" y="108151"/>
                </a:lnTo>
                <a:lnTo>
                  <a:pt x="3591121" y="107903"/>
                </a:lnTo>
                <a:lnTo>
                  <a:pt x="3589344" y="107559"/>
                </a:lnTo>
                <a:lnTo>
                  <a:pt x="3587587" y="107119"/>
                </a:lnTo>
                <a:lnTo>
                  <a:pt x="3585854" y="106584"/>
                </a:lnTo>
                <a:lnTo>
                  <a:pt x="3584152" y="105956"/>
                </a:lnTo>
                <a:lnTo>
                  <a:pt x="3582483" y="105235"/>
                </a:lnTo>
                <a:lnTo>
                  <a:pt x="3580854" y="104424"/>
                </a:lnTo>
                <a:lnTo>
                  <a:pt x="3579270" y="103522"/>
                </a:lnTo>
                <a:lnTo>
                  <a:pt x="3577735" y="102531"/>
                </a:lnTo>
                <a:lnTo>
                  <a:pt x="3576254" y="101453"/>
                </a:lnTo>
                <a:lnTo>
                  <a:pt x="3574833" y="100288"/>
                </a:lnTo>
                <a:lnTo>
                  <a:pt x="3573475" y="99038"/>
                </a:lnTo>
                <a:lnTo>
                  <a:pt x="3572187" y="97703"/>
                </a:lnTo>
                <a:lnTo>
                  <a:pt x="3570973" y="96285"/>
                </a:lnTo>
                <a:lnTo>
                  <a:pt x="3569838" y="94786"/>
                </a:lnTo>
                <a:lnTo>
                  <a:pt x="3568786" y="93206"/>
                </a:lnTo>
                <a:lnTo>
                  <a:pt x="3567824" y="91546"/>
                </a:lnTo>
                <a:lnTo>
                  <a:pt x="3566955" y="89808"/>
                </a:lnTo>
                <a:lnTo>
                  <a:pt x="3566185" y="87992"/>
                </a:lnTo>
                <a:lnTo>
                  <a:pt x="3565519" y="86100"/>
                </a:lnTo>
                <a:lnTo>
                  <a:pt x="3564961" y="84134"/>
                </a:lnTo>
                <a:lnTo>
                  <a:pt x="3564517" y="82093"/>
                </a:lnTo>
                <a:lnTo>
                  <a:pt x="3621970" y="82093"/>
                </a:lnTo>
                <a:lnTo>
                  <a:pt x="3622474" y="82093"/>
                </a:lnTo>
                <a:lnTo>
                  <a:pt x="3622972" y="82089"/>
                </a:lnTo>
                <a:lnTo>
                  <a:pt x="3623464" y="82079"/>
                </a:lnTo>
                <a:lnTo>
                  <a:pt x="3623947" y="82060"/>
                </a:lnTo>
                <a:lnTo>
                  <a:pt x="3624420" y="82029"/>
                </a:lnTo>
                <a:lnTo>
                  <a:pt x="3624883" y="81982"/>
                </a:lnTo>
                <a:lnTo>
                  <a:pt x="3625332" y="81916"/>
                </a:lnTo>
                <a:lnTo>
                  <a:pt x="3625768" y="81829"/>
                </a:lnTo>
                <a:lnTo>
                  <a:pt x="3626189" y="81717"/>
                </a:lnTo>
                <a:lnTo>
                  <a:pt x="3626592" y="81577"/>
                </a:lnTo>
                <a:lnTo>
                  <a:pt x="3626978" y="81406"/>
                </a:lnTo>
                <a:lnTo>
                  <a:pt x="3627343" y="81202"/>
                </a:lnTo>
                <a:lnTo>
                  <a:pt x="3627688" y="80960"/>
                </a:lnTo>
                <a:lnTo>
                  <a:pt x="3628010" y="80677"/>
                </a:lnTo>
                <a:lnTo>
                  <a:pt x="3628308" y="80352"/>
                </a:lnTo>
                <a:lnTo>
                  <a:pt x="3628581" y="79980"/>
                </a:lnTo>
                <a:lnTo>
                  <a:pt x="3628827" y="79559"/>
                </a:lnTo>
                <a:lnTo>
                  <a:pt x="3629045" y="79084"/>
                </a:lnTo>
                <a:lnTo>
                  <a:pt x="3629233" y="78555"/>
                </a:lnTo>
                <a:lnTo>
                  <a:pt x="3629390" y="77966"/>
                </a:lnTo>
                <a:lnTo>
                  <a:pt x="3629515" y="77316"/>
                </a:lnTo>
                <a:lnTo>
                  <a:pt x="3629606" y="76600"/>
                </a:lnTo>
                <a:lnTo>
                  <a:pt x="3629662" y="75816"/>
                </a:lnTo>
                <a:lnTo>
                  <a:pt x="3629680" y="74962"/>
                </a:lnTo>
                <a:lnTo>
                  <a:pt x="3629616" y="72231"/>
                </a:lnTo>
                <a:lnTo>
                  <a:pt x="3629423" y="69539"/>
                </a:lnTo>
                <a:lnTo>
                  <a:pt x="3629101" y="66893"/>
                </a:lnTo>
                <a:lnTo>
                  <a:pt x="3628651" y="64300"/>
                </a:lnTo>
                <a:lnTo>
                  <a:pt x="3628070" y="61766"/>
                </a:lnTo>
                <a:lnTo>
                  <a:pt x="3627361" y="59299"/>
                </a:lnTo>
                <a:lnTo>
                  <a:pt x="3626522" y="56905"/>
                </a:lnTo>
                <a:lnTo>
                  <a:pt x="3625554" y="54591"/>
                </a:lnTo>
                <a:lnTo>
                  <a:pt x="3624455" y="52365"/>
                </a:lnTo>
                <a:lnTo>
                  <a:pt x="3623226" y="50232"/>
                </a:lnTo>
                <a:lnTo>
                  <a:pt x="3621868" y="48200"/>
                </a:lnTo>
                <a:lnTo>
                  <a:pt x="3620379" y="46276"/>
                </a:lnTo>
                <a:lnTo>
                  <a:pt x="3618759" y="44467"/>
                </a:lnTo>
                <a:lnTo>
                  <a:pt x="3617009" y="42778"/>
                </a:lnTo>
                <a:lnTo>
                  <a:pt x="3615127" y="41218"/>
                </a:lnTo>
                <a:lnTo>
                  <a:pt x="3613115" y="39793"/>
                </a:lnTo>
                <a:lnTo>
                  <a:pt x="3610972" y="38510"/>
                </a:lnTo>
                <a:lnTo>
                  <a:pt x="3608697" y="37376"/>
                </a:lnTo>
                <a:lnTo>
                  <a:pt x="3606290" y="36397"/>
                </a:lnTo>
                <a:lnTo>
                  <a:pt x="3603752" y="35581"/>
                </a:lnTo>
                <a:lnTo>
                  <a:pt x="3601082" y="34935"/>
                </a:lnTo>
                <a:lnTo>
                  <a:pt x="3598280" y="34464"/>
                </a:lnTo>
                <a:lnTo>
                  <a:pt x="3595346" y="34177"/>
                </a:lnTo>
                <a:lnTo>
                  <a:pt x="3592279" y="34080"/>
                </a:lnTo>
                <a:lnTo>
                  <a:pt x="3589435" y="34179"/>
                </a:lnTo>
                <a:lnTo>
                  <a:pt x="3586644" y="34473"/>
                </a:lnTo>
                <a:lnTo>
                  <a:pt x="3583911" y="34955"/>
                </a:lnTo>
                <a:lnTo>
                  <a:pt x="3581242" y="35618"/>
                </a:lnTo>
                <a:lnTo>
                  <a:pt x="3578644" y="36457"/>
                </a:lnTo>
                <a:lnTo>
                  <a:pt x="3576123" y="37464"/>
                </a:lnTo>
                <a:lnTo>
                  <a:pt x="3573685" y="38633"/>
                </a:lnTo>
                <a:lnTo>
                  <a:pt x="3571336" y="39958"/>
                </a:lnTo>
                <a:lnTo>
                  <a:pt x="3569082" y="41432"/>
                </a:lnTo>
                <a:lnTo>
                  <a:pt x="3566929" y="43050"/>
                </a:lnTo>
                <a:lnTo>
                  <a:pt x="3564883" y="44803"/>
                </a:lnTo>
                <a:lnTo>
                  <a:pt x="3562950" y="46687"/>
                </a:lnTo>
                <a:lnTo>
                  <a:pt x="3561138" y="48694"/>
                </a:lnTo>
                <a:lnTo>
                  <a:pt x="3559450" y="50818"/>
                </a:lnTo>
                <a:lnTo>
                  <a:pt x="3557895" y="53053"/>
                </a:lnTo>
                <a:lnTo>
                  <a:pt x="3556477" y="55392"/>
                </a:lnTo>
                <a:lnTo>
                  <a:pt x="3555203" y="57829"/>
                </a:lnTo>
                <a:lnTo>
                  <a:pt x="3554079" y="60357"/>
                </a:lnTo>
                <a:lnTo>
                  <a:pt x="3553112" y="62971"/>
                </a:lnTo>
                <a:lnTo>
                  <a:pt x="3552306" y="65662"/>
                </a:lnTo>
                <a:lnTo>
                  <a:pt x="3551669" y="68425"/>
                </a:lnTo>
                <a:lnTo>
                  <a:pt x="3551207" y="71254"/>
                </a:lnTo>
                <a:lnTo>
                  <a:pt x="3550925" y="74142"/>
                </a:lnTo>
                <a:lnTo>
                  <a:pt x="3550829" y="77083"/>
                </a:lnTo>
                <a:lnTo>
                  <a:pt x="3550930" y="80005"/>
                </a:lnTo>
                <a:lnTo>
                  <a:pt x="3551227" y="82878"/>
                </a:lnTo>
                <a:lnTo>
                  <a:pt x="3551714" y="85696"/>
                </a:lnTo>
                <a:lnTo>
                  <a:pt x="3552387" y="88451"/>
                </a:lnTo>
                <a:lnTo>
                  <a:pt x="3553237" y="91136"/>
                </a:lnTo>
                <a:lnTo>
                  <a:pt x="3554260" y="93746"/>
                </a:lnTo>
                <a:lnTo>
                  <a:pt x="3555449" y="96274"/>
                </a:lnTo>
                <a:lnTo>
                  <a:pt x="3556799" y="98712"/>
                </a:lnTo>
                <a:lnTo>
                  <a:pt x="3558302" y="101054"/>
                </a:lnTo>
                <a:lnTo>
                  <a:pt x="3559953" y="103294"/>
                </a:lnTo>
                <a:lnTo>
                  <a:pt x="3561745" y="105424"/>
                </a:lnTo>
                <a:lnTo>
                  <a:pt x="3563674" y="107439"/>
                </a:lnTo>
                <a:lnTo>
                  <a:pt x="3565732" y="109330"/>
                </a:lnTo>
                <a:lnTo>
                  <a:pt x="3567913" y="111092"/>
                </a:lnTo>
                <a:lnTo>
                  <a:pt x="3570212" y="112719"/>
                </a:lnTo>
                <a:lnTo>
                  <a:pt x="3572621" y="114202"/>
                </a:lnTo>
                <a:lnTo>
                  <a:pt x="3575136" y="115536"/>
                </a:lnTo>
                <a:lnTo>
                  <a:pt x="3577750" y="116714"/>
                </a:lnTo>
                <a:lnTo>
                  <a:pt x="3580457" y="117729"/>
                </a:lnTo>
                <a:lnTo>
                  <a:pt x="3583251" y="118574"/>
                </a:lnTo>
                <a:lnTo>
                  <a:pt x="3586125" y="119244"/>
                </a:lnTo>
                <a:lnTo>
                  <a:pt x="3589074" y="119730"/>
                </a:lnTo>
                <a:lnTo>
                  <a:pt x="3592091" y="120027"/>
                </a:lnTo>
                <a:lnTo>
                  <a:pt x="3595171" y="120127"/>
                </a:lnTo>
                <a:lnTo>
                  <a:pt x="3598267" y="120039"/>
                </a:lnTo>
                <a:lnTo>
                  <a:pt x="3601196" y="119783"/>
                </a:lnTo>
                <a:lnTo>
                  <a:pt x="3603960" y="119372"/>
                </a:lnTo>
                <a:lnTo>
                  <a:pt x="3606563" y="118819"/>
                </a:lnTo>
                <a:lnTo>
                  <a:pt x="3609009" y="118137"/>
                </a:lnTo>
                <a:lnTo>
                  <a:pt x="3611299" y="117339"/>
                </a:lnTo>
                <a:lnTo>
                  <a:pt x="3613438" y="116438"/>
                </a:lnTo>
                <a:lnTo>
                  <a:pt x="3615428" y="115447"/>
                </a:lnTo>
                <a:lnTo>
                  <a:pt x="3617273" y="114379"/>
                </a:lnTo>
                <a:lnTo>
                  <a:pt x="3618977" y="113247"/>
                </a:lnTo>
                <a:lnTo>
                  <a:pt x="3620541" y="112064"/>
                </a:lnTo>
                <a:lnTo>
                  <a:pt x="3621969" y="110843"/>
                </a:lnTo>
                <a:lnTo>
                  <a:pt x="3623265" y="109596"/>
                </a:lnTo>
                <a:lnTo>
                  <a:pt x="3624431" y="108338"/>
                </a:lnTo>
                <a:lnTo>
                  <a:pt x="3625472" y="107080"/>
                </a:lnTo>
                <a:lnTo>
                  <a:pt x="3626389" y="105836"/>
                </a:lnTo>
                <a:lnTo>
                  <a:pt x="3627186" y="104619"/>
                </a:lnTo>
                <a:lnTo>
                  <a:pt x="3627867" y="103441"/>
                </a:lnTo>
                <a:lnTo>
                  <a:pt x="3628434" y="102316"/>
                </a:lnTo>
                <a:lnTo>
                  <a:pt x="3628892" y="101257"/>
                </a:lnTo>
                <a:lnTo>
                  <a:pt x="3629241" y="100276"/>
                </a:lnTo>
                <a:lnTo>
                  <a:pt x="3629487" y="99387"/>
                </a:lnTo>
                <a:lnTo>
                  <a:pt x="3629633" y="98603"/>
                </a:lnTo>
                <a:lnTo>
                  <a:pt x="3629680" y="97937"/>
                </a:lnTo>
                <a:lnTo>
                  <a:pt x="3629652" y="97290"/>
                </a:lnTo>
                <a:lnTo>
                  <a:pt x="3629570" y="96696"/>
                </a:lnTo>
                <a:lnTo>
                  <a:pt x="3629438" y="96153"/>
                </a:lnTo>
                <a:lnTo>
                  <a:pt x="3629261" y="95659"/>
                </a:lnTo>
                <a:lnTo>
                  <a:pt x="3629043" y="95213"/>
                </a:lnTo>
                <a:lnTo>
                  <a:pt x="3628789" y="94811"/>
                </a:lnTo>
                <a:close/>
                <a:moveTo>
                  <a:pt x="3567468" y="62243"/>
                </a:moveTo>
                <a:lnTo>
                  <a:pt x="3568259" y="60730"/>
                </a:lnTo>
                <a:lnTo>
                  <a:pt x="3569124" y="59270"/>
                </a:lnTo>
                <a:lnTo>
                  <a:pt x="3570059" y="57869"/>
                </a:lnTo>
                <a:lnTo>
                  <a:pt x="3571061" y="56529"/>
                </a:lnTo>
                <a:lnTo>
                  <a:pt x="3572129" y="55253"/>
                </a:lnTo>
                <a:lnTo>
                  <a:pt x="3573258" y="54043"/>
                </a:lnTo>
                <a:lnTo>
                  <a:pt x="3574447" y="52905"/>
                </a:lnTo>
                <a:lnTo>
                  <a:pt x="3575691" y="51839"/>
                </a:lnTo>
                <a:lnTo>
                  <a:pt x="3576989" y="50850"/>
                </a:lnTo>
                <a:lnTo>
                  <a:pt x="3578338" y="49940"/>
                </a:lnTo>
                <a:lnTo>
                  <a:pt x="3579734" y="49113"/>
                </a:lnTo>
                <a:lnTo>
                  <a:pt x="3581175" y="48372"/>
                </a:lnTo>
                <a:lnTo>
                  <a:pt x="3582658" y="47719"/>
                </a:lnTo>
                <a:lnTo>
                  <a:pt x="3584180" y="47158"/>
                </a:lnTo>
                <a:lnTo>
                  <a:pt x="3585739" y="46693"/>
                </a:lnTo>
                <a:lnTo>
                  <a:pt x="3587331" y="46325"/>
                </a:lnTo>
                <a:lnTo>
                  <a:pt x="3588953" y="46059"/>
                </a:lnTo>
                <a:lnTo>
                  <a:pt x="3590604" y="45897"/>
                </a:lnTo>
                <a:lnTo>
                  <a:pt x="3592279" y="45842"/>
                </a:lnTo>
                <a:lnTo>
                  <a:pt x="3593541" y="45868"/>
                </a:lnTo>
                <a:lnTo>
                  <a:pt x="3594818" y="45948"/>
                </a:lnTo>
                <a:lnTo>
                  <a:pt x="3596105" y="46088"/>
                </a:lnTo>
                <a:lnTo>
                  <a:pt x="3597396" y="46291"/>
                </a:lnTo>
                <a:lnTo>
                  <a:pt x="3598686" y="46562"/>
                </a:lnTo>
                <a:lnTo>
                  <a:pt x="3599970" y="46906"/>
                </a:lnTo>
                <a:lnTo>
                  <a:pt x="3601242" y="47326"/>
                </a:lnTo>
                <a:lnTo>
                  <a:pt x="3602497" y="47828"/>
                </a:lnTo>
                <a:lnTo>
                  <a:pt x="3603730" y="48415"/>
                </a:lnTo>
                <a:lnTo>
                  <a:pt x="3604936" y="49092"/>
                </a:lnTo>
                <a:lnTo>
                  <a:pt x="3606109" y="49865"/>
                </a:lnTo>
                <a:lnTo>
                  <a:pt x="3607244" y="50736"/>
                </a:lnTo>
                <a:lnTo>
                  <a:pt x="3608336" y="51710"/>
                </a:lnTo>
                <a:lnTo>
                  <a:pt x="3609380" y="52792"/>
                </a:lnTo>
                <a:lnTo>
                  <a:pt x="3610370" y="53987"/>
                </a:lnTo>
                <a:lnTo>
                  <a:pt x="3611301" y="55299"/>
                </a:lnTo>
                <a:lnTo>
                  <a:pt x="3612168" y="56731"/>
                </a:lnTo>
                <a:lnTo>
                  <a:pt x="3612965" y="58289"/>
                </a:lnTo>
                <a:lnTo>
                  <a:pt x="3613687" y="59978"/>
                </a:lnTo>
                <a:lnTo>
                  <a:pt x="3614329" y="61800"/>
                </a:lnTo>
                <a:lnTo>
                  <a:pt x="3614886" y="63762"/>
                </a:lnTo>
                <a:lnTo>
                  <a:pt x="3615353" y="65867"/>
                </a:lnTo>
                <a:lnTo>
                  <a:pt x="3615723" y="68120"/>
                </a:lnTo>
                <a:lnTo>
                  <a:pt x="3615992" y="70525"/>
                </a:lnTo>
                <a:lnTo>
                  <a:pt x="3564711" y="70525"/>
                </a:lnTo>
                <a:lnTo>
                  <a:pt x="3565093" y="68784"/>
                </a:lnTo>
                <a:lnTo>
                  <a:pt x="3565563" y="67082"/>
                </a:lnTo>
                <a:lnTo>
                  <a:pt x="3566117" y="65423"/>
                </a:lnTo>
                <a:lnTo>
                  <a:pt x="3566753" y="63809"/>
                </a:lnTo>
                <a:lnTo>
                  <a:pt x="3567468" y="62243"/>
                </a:lnTo>
                <a:close/>
                <a:moveTo>
                  <a:pt x="4449210" y="109678"/>
                </a:moveTo>
                <a:lnTo>
                  <a:pt x="4448946" y="109294"/>
                </a:lnTo>
                <a:lnTo>
                  <a:pt x="4448652" y="108952"/>
                </a:lnTo>
                <a:lnTo>
                  <a:pt x="4448331" y="108650"/>
                </a:lnTo>
                <a:lnTo>
                  <a:pt x="4447986" y="108386"/>
                </a:lnTo>
                <a:lnTo>
                  <a:pt x="4447620" y="108157"/>
                </a:lnTo>
                <a:lnTo>
                  <a:pt x="4447237" y="107961"/>
                </a:lnTo>
                <a:lnTo>
                  <a:pt x="4446838" y="107795"/>
                </a:lnTo>
                <a:lnTo>
                  <a:pt x="4446427" y="107657"/>
                </a:lnTo>
                <a:lnTo>
                  <a:pt x="4446007" y="107543"/>
                </a:lnTo>
                <a:lnTo>
                  <a:pt x="4445580" y="107452"/>
                </a:lnTo>
                <a:lnTo>
                  <a:pt x="4445151" y="107382"/>
                </a:lnTo>
                <a:lnTo>
                  <a:pt x="4444721" y="107329"/>
                </a:lnTo>
                <a:lnTo>
                  <a:pt x="4444293" y="107290"/>
                </a:lnTo>
                <a:lnTo>
                  <a:pt x="4443871" y="107265"/>
                </a:lnTo>
                <a:lnTo>
                  <a:pt x="4443457" y="107249"/>
                </a:lnTo>
                <a:lnTo>
                  <a:pt x="4443055" y="107241"/>
                </a:lnTo>
                <a:lnTo>
                  <a:pt x="4442666" y="107239"/>
                </a:lnTo>
                <a:lnTo>
                  <a:pt x="4442295" y="107238"/>
                </a:lnTo>
                <a:lnTo>
                  <a:pt x="4441315" y="107233"/>
                </a:lnTo>
                <a:lnTo>
                  <a:pt x="4440397" y="107219"/>
                </a:lnTo>
                <a:lnTo>
                  <a:pt x="4439537" y="107196"/>
                </a:lnTo>
                <a:lnTo>
                  <a:pt x="4438735" y="107164"/>
                </a:lnTo>
                <a:lnTo>
                  <a:pt x="4437986" y="107125"/>
                </a:lnTo>
                <a:lnTo>
                  <a:pt x="4437289" y="107078"/>
                </a:lnTo>
                <a:lnTo>
                  <a:pt x="4436642" y="107025"/>
                </a:lnTo>
                <a:lnTo>
                  <a:pt x="4436041" y="106966"/>
                </a:lnTo>
                <a:lnTo>
                  <a:pt x="4435484" y="106902"/>
                </a:lnTo>
                <a:lnTo>
                  <a:pt x="4434969" y="106833"/>
                </a:lnTo>
                <a:lnTo>
                  <a:pt x="4434493" y="106760"/>
                </a:lnTo>
                <a:lnTo>
                  <a:pt x="4434054" y="106683"/>
                </a:lnTo>
                <a:lnTo>
                  <a:pt x="4433649" y="106603"/>
                </a:lnTo>
                <a:lnTo>
                  <a:pt x="4433275" y="106521"/>
                </a:lnTo>
                <a:lnTo>
                  <a:pt x="4432931" y="106437"/>
                </a:lnTo>
                <a:lnTo>
                  <a:pt x="4432613" y="106352"/>
                </a:lnTo>
                <a:lnTo>
                  <a:pt x="4432320" y="106266"/>
                </a:lnTo>
                <a:lnTo>
                  <a:pt x="4432048" y="106179"/>
                </a:lnTo>
                <a:lnTo>
                  <a:pt x="4431795" y="106094"/>
                </a:lnTo>
                <a:lnTo>
                  <a:pt x="4431558" y="106009"/>
                </a:lnTo>
                <a:lnTo>
                  <a:pt x="4431336" y="105926"/>
                </a:lnTo>
                <a:lnTo>
                  <a:pt x="4431125" y="105846"/>
                </a:lnTo>
                <a:lnTo>
                  <a:pt x="4430924" y="105768"/>
                </a:lnTo>
                <a:lnTo>
                  <a:pt x="4430728" y="105694"/>
                </a:lnTo>
                <a:lnTo>
                  <a:pt x="4430728" y="63991"/>
                </a:lnTo>
                <a:lnTo>
                  <a:pt x="4430674" y="62266"/>
                </a:lnTo>
                <a:lnTo>
                  <a:pt x="4430507" y="60523"/>
                </a:lnTo>
                <a:lnTo>
                  <a:pt x="4430227" y="58770"/>
                </a:lnTo>
                <a:lnTo>
                  <a:pt x="4429829" y="57016"/>
                </a:lnTo>
                <a:lnTo>
                  <a:pt x="4429310" y="55268"/>
                </a:lnTo>
                <a:lnTo>
                  <a:pt x="4428668" y="53535"/>
                </a:lnTo>
                <a:lnTo>
                  <a:pt x="4427899" y="51824"/>
                </a:lnTo>
                <a:lnTo>
                  <a:pt x="4427001" y="50144"/>
                </a:lnTo>
                <a:lnTo>
                  <a:pt x="4425970" y="48504"/>
                </a:lnTo>
                <a:lnTo>
                  <a:pt x="4424804" y="46910"/>
                </a:lnTo>
                <a:lnTo>
                  <a:pt x="4423499" y="45371"/>
                </a:lnTo>
                <a:lnTo>
                  <a:pt x="4422053" y="43895"/>
                </a:lnTo>
                <a:lnTo>
                  <a:pt x="4420462" y="42491"/>
                </a:lnTo>
                <a:lnTo>
                  <a:pt x="4418723" y="41167"/>
                </a:lnTo>
                <a:lnTo>
                  <a:pt x="4416834" y="39930"/>
                </a:lnTo>
                <a:lnTo>
                  <a:pt x="4414791" y="38789"/>
                </a:lnTo>
                <a:lnTo>
                  <a:pt x="4412591" y="37751"/>
                </a:lnTo>
                <a:lnTo>
                  <a:pt x="4410232" y="36826"/>
                </a:lnTo>
                <a:lnTo>
                  <a:pt x="4407710" y="36021"/>
                </a:lnTo>
                <a:lnTo>
                  <a:pt x="4405023" y="35344"/>
                </a:lnTo>
                <a:lnTo>
                  <a:pt x="4402167" y="34803"/>
                </a:lnTo>
                <a:lnTo>
                  <a:pt x="4399139" y="34407"/>
                </a:lnTo>
                <a:lnTo>
                  <a:pt x="4395936" y="34163"/>
                </a:lnTo>
                <a:lnTo>
                  <a:pt x="4392556" y="34080"/>
                </a:lnTo>
                <a:lnTo>
                  <a:pt x="4391463" y="34081"/>
                </a:lnTo>
                <a:lnTo>
                  <a:pt x="4390264" y="34088"/>
                </a:lnTo>
                <a:lnTo>
                  <a:pt x="4388975" y="34107"/>
                </a:lnTo>
                <a:lnTo>
                  <a:pt x="4387607" y="34145"/>
                </a:lnTo>
                <a:lnTo>
                  <a:pt x="4386174" y="34207"/>
                </a:lnTo>
                <a:lnTo>
                  <a:pt x="4384691" y="34300"/>
                </a:lnTo>
                <a:lnTo>
                  <a:pt x="4383169" y="34429"/>
                </a:lnTo>
                <a:lnTo>
                  <a:pt x="4381624" y="34601"/>
                </a:lnTo>
                <a:lnTo>
                  <a:pt x="4380068" y="34822"/>
                </a:lnTo>
                <a:lnTo>
                  <a:pt x="4378514" y="35098"/>
                </a:lnTo>
                <a:lnTo>
                  <a:pt x="4376977" y="35436"/>
                </a:lnTo>
                <a:lnTo>
                  <a:pt x="4375469" y="35840"/>
                </a:lnTo>
                <a:lnTo>
                  <a:pt x="4374005" y="36318"/>
                </a:lnTo>
                <a:lnTo>
                  <a:pt x="4372597" y="36875"/>
                </a:lnTo>
                <a:lnTo>
                  <a:pt x="4371260" y="37517"/>
                </a:lnTo>
                <a:lnTo>
                  <a:pt x="4370006" y="38252"/>
                </a:lnTo>
                <a:lnTo>
                  <a:pt x="4368849" y="39084"/>
                </a:lnTo>
                <a:lnTo>
                  <a:pt x="4367803" y="40020"/>
                </a:lnTo>
                <a:lnTo>
                  <a:pt x="4366880" y="41066"/>
                </a:lnTo>
                <a:lnTo>
                  <a:pt x="4366095" y="42228"/>
                </a:lnTo>
                <a:lnTo>
                  <a:pt x="4365462" y="43513"/>
                </a:lnTo>
                <a:lnTo>
                  <a:pt x="4364992" y="44925"/>
                </a:lnTo>
                <a:lnTo>
                  <a:pt x="4364701" y="46472"/>
                </a:lnTo>
                <a:lnTo>
                  <a:pt x="4364600" y="48160"/>
                </a:lnTo>
                <a:lnTo>
                  <a:pt x="4364621" y="48870"/>
                </a:lnTo>
                <a:lnTo>
                  <a:pt x="4364683" y="49552"/>
                </a:lnTo>
                <a:lnTo>
                  <a:pt x="4364783" y="50205"/>
                </a:lnTo>
                <a:lnTo>
                  <a:pt x="4364922" y="50830"/>
                </a:lnTo>
                <a:lnTo>
                  <a:pt x="4365096" y="51425"/>
                </a:lnTo>
                <a:lnTo>
                  <a:pt x="4365306" y="51992"/>
                </a:lnTo>
                <a:lnTo>
                  <a:pt x="4365548" y="52529"/>
                </a:lnTo>
                <a:lnTo>
                  <a:pt x="4365822" y="53037"/>
                </a:lnTo>
                <a:lnTo>
                  <a:pt x="4366126" y="53516"/>
                </a:lnTo>
                <a:lnTo>
                  <a:pt x="4366459" y="53965"/>
                </a:lnTo>
                <a:lnTo>
                  <a:pt x="4366818" y="54384"/>
                </a:lnTo>
                <a:lnTo>
                  <a:pt x="4367204" y="54773"/>
                </a:lnTo>
                <a:lnTo>
                  <a:pt x="4367613" y="55132"/>
                </a:lnTo>
                <a:lnTo>
                  <a:pt x="4368045" y="55461"/>
                </a:lnTo>
                <a:lnTo>
                  <a:pt x="4368498" y="55759"/>
                </a:lnTo>
                <a:lnTo>
                  <a:pt x="4368971" y="56027"/>
                </a:lnTo>
                <a:lnTo>
                  <a:pt x="4369462" y="56263"/>
                </a:lnTo>
                <a:lnTo>
                  <a:pt x="4369969" y="56469"/>
                </a:lnTo>
                <a:lnTo>
                  <a:pt x="4370491" y="56643"/>
                </a:lnTo>
                <a:lnTo>
                  <a:pt x="4371027" y="56786"/>
                </a:lnTo>
                <a:lnTo>
                  <a:pt x="4371575" y="56898"/>
                </a:lnTo>
                <a:lnTo>
                  <a:pt x="4372133" y="56978"/>
                </a:lnTo>
                <a:lnTo>
                  <a:pt x="4372701" y="57026"/>
                </a:lnTo>
                <a:lnTo>
                  <a:pt x="4373276" y="57042"/>
                </a:lnTo>
                <a:lnTo>
                  <a:pt x="4373650" y="57033"/>
                </a:lnTo>
                <a:lnTo>
                  <a:pt x="4374046" y="57004"/>
                </a:lnTo>
                <a:lnTo>
                  <a:pt x="4374462" y="56953"/>
                </a:lnTo>
                <a:lnTo>
                  <a:pt x="4374895" y="56880"/>
                </a:lnTo>
                <a:lnTo>
                  <a:pt x="4375340" y="56783"/>
                </a:lnTo>
                <a:lnTo>
                  <a:pt x="4375794" y="56659"/>
                </a:lnTo>
                <a:lnTo>
                  <a:pt x="4376254" y="56507"/>
                </a:lnTo>
                <a:lnTo>
                  <a:pt x="4376717" y="56327"/>
                </a:lnTo>
                <a:lnTo>
                  <a:pt x="4377180" y="56115"/>
                </a:lnTo>
                <a:lnTo>
                  <a:pt x="4377638" y="55871"/>
                </a:lnTo>
                <a:lnTo>
                  <a:pt x="4378089" y="55593"/>
                </a:lnTo>
                <a:lnTo>
                  <a:pt x="4378529" y="55280"/>
                </a:lnTo>
                <a:lnTo>
                  <a:pt x="4378955" y="54929"/>
                </a:lnTo>
                <a:lnTo>
                  <a:pt x="4379364" y="54540"/>
                </a:lnTo>
                <a:lnTo>
                  <a:pt x="4379752" y="54110"/>
                </a:lnTo>
                <a:lnTo>
                  <a:pt x="4380116" y="53638"/>
                </a:lnTo>
                <a:lnTo>
                  <a:pt x="4380453" y="53122"/>
                </a:lnTo>
                <a:lnTo>
                  <a:pt x="4380759" y="52562"/>
                </a:lnTo>
                <a:lnTo>
                  <a:pt x="4381030" y="51954"/>
                </a:lnTo>
                <a:lnTo>
                  <a:pt x="4381265" y="51298"/>
                </a:lnTo>
                <a:lnTo>
                  <a:pt x="4381458" y="50593"/>
                </a:lnTo>
                <a:lnTo>
                  <a:pt x="4381607" y="49836"/>
                </a:lnTo>
                <a:lnTo>
                  <a:pt x="4381709" y="49025"/>
                </a:lnTo>
                <a:lnTo>
                  <a:pt x="4381760" y="48160"/>
                </a:lnTo>
                <a:lnTo>
                  <a:pt x="4381761" y="47974"/>
                </a:lnTo>
                <a:lnTo>
                  <a:pt x="4381766" y="47801"/>
                </a:lnTo>
                <a:lnTo>
                  <a:pt x="4381775" y="47641"/>
                </a:lnTo>
                <a:lnTo>
                  <a:pt x="4381792" y="47493"/>
                </a:lnTo>
                <a:lnTo>
                  <a:pt x="4381816" y="47357"/>
                </a:lnTo>
                <a:lnTo>
                  <a:pt x="4381850" y="47231"/>
                </a:lnTo>
                <a:lnTo>
                  <a:pt x="4381895" y="47115"/>
                </a:lnTo>
                <a:lnTo>
                  <a:pt x="4381952" y="47009"/>
                </a:lnTo>
                <a:lnTo>
                  <a:pt x="4382024" y="46911"/>
                </a:lnTo>
                <a:lnTo>
                  <a:pt x="4382111" y="46821"/>
                </a:lnTo>
                <a:lnTo>
                  <a:pt x="4382215" y="46739"/>
                </a:lnTo>
                <a:lnTo>
                  <a:pt x="4382337" y="46663"/>
                </a:lnTo>
                <a:lnTo>
                  <a:pt x="4382480" y="46594"/>
                </a:lnTo>
                <a:lnTo>
                  <a:pt x="4382644" y="46530"/>
                </a:lnTo>
                <a:lnTo>
                  <a:pt x="4382832" y="46470"/>
                </a:lnTo>
                <a:lnTo>
                  <a:pt x="4383044" y="46415"/>
                </a:lnTo>
                <a:lnTo>
                  <a:pt x="4383282" y="46363"/>
                </a:lnTo>
                <a:lnTo>
                  <a:pt x="4383548" y="46313"/>
                </a:lnTo>
                <a:lnTo>
                  <a:pt x="4383843" y="46266"/>
                </a:lnTo>
                <a:lnTo>
                  <a:pt x="4384169" y="46220"/>
                </a:lnTo>
                <a:lnTo>
                  <a:pt x="4384526" y="46175"/>
                </a:lnTo>
                <a:lnTo>
                  <a:pt x="4384918" y="46129"/>
                </a:lnTo>
                <a:lnTo>
                  <a:pt x="4385344" y="46083"/>
                </a:lnTo>
                <a:lnTo>
                  <a:pt x="4385808" y="46036"/>
                </a:lnTo>
                <a:lnTo>
                  <a:pt x="4386144" y="46013"/>
                </a:lnTo>
                <a:lnTo>
                  <a:pt x="4386478" y="45992"/>
                </a:lnTo>
                <a:lnTo>
                  <a:pt x="4386810" y="45972"/>
                </a:lnTo>
                <a:lnTo>
                  <a:pt x="4387139" y="45954"/>
                </a:lnTo>
                <a:lnTo>
                  <a:pt x="4387465" y="45938"/>
                </a:lnTo>
                <a:lnTo>
                  <a:pt x="4387788" y="45924"/>
                </a:lnTo>
                <a:lnTo>
                  <a:pt x="4388107" y="45911"/>
                </a:lnTo>
                <a:lnTo>
                  <a:pt x="4388422" y="45899"/>
                </a:lnTo>
                <a:lnTo>
                  <a:pt x="4388733" y="45889"/>
                </a:lnTo>
                <a:lnTo>
                  <a:pt x="4389040" y="45880"/>
                </a:lnTo>
                <a:lnTo>
                  <a:pt x="4389343" y="45873"/>
                </a:lnTo>
                <a:lnTo>
                  <a:pt x="4389641" y="45866"/>
                </a:lnTo>
                <a:lnTo>
                  <a:pt x="4389933" y="45861"/>
                </a:lnTo>
                <a:lnTo>
                  <a:pt x="4390221" y="45856"/>
                </a:lnTo>
                <a:lnTo>
                  <a:pt x="4390503" y="45852"/>
                </a:lnTo>
                <a:lnTo>
                  <a:pt x="4390779" y="45849"/>
                </a:lnTo>
                <a:lnTo>
                  <a:pt x="4391049" y="45847"/>
                </a:lnTo>
                <a:lnTo>
                  <a:pt x="4391313" y="45845"/>
                </a:lnTo>
                <a:lnTo>
                  <a:pt x="4391570" y="45844"/>
                </a:lnTo>
                <a:lnTo>
                  <a:pt x="4391821" y="45843"/>
                </a:lnTo>
                <a:lnTo>
                  <a:pt x="4392064" y="45842"/>
                </a:lnTo>
                <a:lnTo>
                  <a:pt x="4392300" y="45842"/>
                </a:lnTo>
                <a:lnTo>
                  <a:pt x="4392529" y="45842"/>
                </a:lnTo>
                <a:lnTo>
                  <a:pt x="4392750" y="45842"/>
                </a:lnTo>
                <a:lnTo>
                  <a:pt x="4394557" y="45873"/>
                </a:lnTo>
                <a:lnTo>
                  <a:pt x="4396313" y="45968"/>
                </a:lnTo>
                <a:lnTo>
                  <a:pt x="4398017" y="46126"/>
                </a:lnTo>
                <a:lnTo>
                  <a:pt x="4399665" y="46349"/>
                </a:lnTo>
                <a:lnTo>
                  <a:pt x="4401255" y="46637"/>
                </a:lnTo>
                <a:lnTo>
                  <a:pt x="4402786" y="46992"/>
                </a:lnTo>
                <a:lnTo>
                  <a:pt x="4404255" y="47413"/>
                </a:lnTo>
                <a:lnTo>
                  <a:pt x="4405659" y="47902"/>
                </a:lnTo>
                <a:lnTo>
                  <a:pt x="4406996" y="48459"/>
                </a:lnTo>
                <a:lnTo>
                  <a:pt x="4408263" y="49085"/>
                </a:lnTo>
                <a:lnTo>
                  <a:pt x="4409460" y="49782"/>
                </a:lnTo>
                <a:lnTo>
                  <a:pt x="4410582" y="50549"/>
                </a:lnTo>
                <a:lnTo>
                  <a:pt x="4411628" y="51387"/>
                </a:lnTo>
                <a:lnTo>
                  <a:pt x="4412595" y="52298"/>
                </a:lnTo>
                <a:lnTo>
                  <a:pt x="4413481" y="53281"/>
                </a:lnTo>
                <a:lnTo>
                  <a:pt x="4414284" y="54338"/>
                </a:lnTo>
                <a:lnTo>
                  <a:pt x="4415001" y="55469"/>
                </a:lnTo>
                <a:lnTo>
                  <a:pt x="4415630" y="56676"/>
                </a:lnTo>
                <a:lnTo>
                  <a:pt x="4416169" y="57958"/>
                </a:lnTo>
                <a:lnTo>
                  <a:pt x="4416615" y="59318"/>
                </a:lnTo>
                <a:lnTo>
                  <a:pt x="4416966" y="60754"/>
                </a:lnTo>
                <a:lnTo>
                  <a:pt x="4417220" y="62269"/>
                </a:lnTo>
                <a:lnTo>
                  <a:pt x="4417374" y="63862"/>
                </a:lnTo>
                <a:lnTo>
                  <a:pt x="4417426" y="65536"/>
                </a:lnTo>
                <a:lnTo>
                  <a:pt x="4413215" y="65655"/>
                </a:lnTo>
                <a:lnTo>
                  <a:pt x="4409119" y="65869"/>
                </a:lnTo>
                <a:lnTo>
                  <a:pt x="4405143" y="66178"/>
                </a:lnTo>
                <a:lnTo>
                  <a:pt x="4401293" y="66581"/>
                </a:lnTo>
                <a:lnTo>
                  <a:pt x="4397574" y="67077"/>
                </a:lnTo>
                <a:lnTo>
                  <a:pt x="4393992" y="67668"/>
                </a:lnTo>
                <a:lnTo>
                  <a:pt x="4390554" y="68353"/>
                </a:lnTo>
                <a:lnTo>
                  <a:pt x="4387264" y="69132"/>
                </a:lnTo>
                <a:lnTo>
                  <a:pt x="4384129" y="70005"/>
                </a:lnTo>
                <a:lnTo>
                  <a:pt x="4381155" y="70972"/>
                </a:lnTo>
                <a:lnTo>
                  <a:pt x="4378346" y="72032"/>
                </a:lnTo>
                <a:lnTo>
                  <a:pt x="4375710" y="73186"/>
                </a:lnTo>
                <a:lnTo>
                  <a:pt x="4373251" y="74433"/>
                </a:lnTo>
                <a:lnTo>
                  <a:pt x="4370976" y="75774"/>
                </a:lnTo>
                <a:lnTo>
                  <a:pt x="4368890" y="77208"/>
                </a:lnTo>
                <a:lnTo>
                  <a:pt x="4366999" y="78735"/>
                </a:lnTo>
                <a:lnTo>
                  <a:pt x="4365309" y="80356"/>
                </a:lnTo>
                <a:lnTo>
                  <a:pt x="4363826" y="82070"/>
                </a:lnTo>
                <a:lnTo>
                  <a:pt x="4362555" y="83876"/>
                </a:lnTo>
                <a:lnTo>
                  <a:pt x="4361502" y="85776"/>
                </a:lnTo>
                <a:lnTo>
                  <a:pt x="4360673" y="87769"/>
                </a:lnTo>
                <a:lnTo>
                  <a:pt x="4360074" y="89854"/>
                </a:lnTo>
                <a:lnTo>
                  <a:pt x="4359710" y="92032"/>
                </a:lnTo>
                <a:lnTo>
                  <a:pt x="4359588" y="94302"/>
                </a:lnTo>
                <a:lnTo>
                  <a:pt x="4359650" y="95959"/>
                </a:lnTo>
                <a:lnTo>
                  <a:pt x="4359838" y="97603"/>
                </a:lnTo>
                <a:lnTo>
                  <a:pt x="4360148" y="99229"/>
                </a:lnTo>
                <a:lnTo>
                  <a:pt x="4360578" y="100831"/>
                </a:lnTo>
                <a:lnTo>
                  <a:pt x="4361127" y="102406"/>
                </a:lnTo>
                <a:lnTo>
                  <a:pt x="4361793" y="103946"/>
                </a:lnTo>
                <a:lnTo>
                  <a:pt x="4362573" y="105448"/>
                </a:lnTo>
                <a:lnTo>
                  <a:pt x="4363465" y="106906"/>
                </a:lnTo>
                <a:lnTo>
                  <a:pt x="4364468" y="108316"/>
                </a:lnTo>
                <a:lnTo>
                  <a:pt x="4365579" y="109671"/>
                </a:lnTo>
                <a:lnTo>
                  <a:pt x="4366797" y="110968"/>
                </a:lnTo>
                <a:lnTo>
                  <a:pt x="4368119" y="112200"/>
                </a:lnTo>
                <a:lnTo>
                  <a:pt x="4369544" y="113363"/>
                </a:lnTo>
                <a:lnTo>
                  <a:pt x="4371069" y="114452"/>
                </a:lnTo>
                <a:lnTo>
                  <a:pt x="4372692" y="115461"/>
                </a:lnTo>
                <a:lnTo>
                  <a:pt x="4374412" y="116386"/>
                </a:lnTo>
                <a:lnTo>
                  <a:pt x="4376226" y="117221"/>
                </a:lnTo>
                <a:lnTo>
                  <a:pt x="4378133" y="117961"/>
                </a:lnTo>
                <a:lnTo>
                  <a:pt x="4380130" y="118602"/>
                </a:lnTo>
                <a:lnTo>
                  <a:pt x="4382215" y="119137"/>
                </a:lnTo>
                <a:lnTo>
                  <a:pt x="4384387" y="119563"/>
                </a:lnTo>
                <a:lnTo>
                  <a:pt x="4386643" y="119873"/>
                </a:lnTo>
                <a:lnTo>
                  <a:pt x="4388981" y="120063"/>
                </a:lnTo>
                <a:lnTo>
                  <a:pt x="4391400" y="120127"/>
                </a:lnTo>
                <a:lnTo>
                  <a:pt x="4392316" y="120120"/>
                </a:lnTo>
                <a:lnTo>
                  <a:pt x="4393279" y="120097"/>
                </a:lnTo>
                <a:lnTo>
                  <a:pt x="4394286" y="120057"/>
                </a:lnTo>
                <a:lnTo>
                  <a:pt x="4395333" y="119999"/>
                </a:lnTo>
                <a:lnTo>
                  <a:pt x="4396416" y="119922"/>
                </a:lnTo>
                <a:lnTo>
                  <a:pt x="4397533" y="119823"/>
                </a:lnTo>
                <a:lnTo>
                  <a:pt x="4398680" y="119702"/>
                </a:lnTo>
                <a:lnTo>
                  <a:pt x="4399854" y="119556"/>
                </a:lnTo>
                <a:lnTo>
                  <a:pt x="4401052" y="119385"/>
                </a:lnTo>
                <a:lnTo>
                  <a:pt x="4402269" y="119188"/>
                </a:lnTo>
                <a:lnTo>
                  <a:pt x="4403503" y="118962"/>
                </a:lnTo>
                <a:lnTo>
                  <a:pt x="4404751" y="118706"/>
                </a:lnTo>
                <a:lnTo>
                  <a:pt x="4406008" y="118419"/>
                </a:lnTo>
                <a:lnTo>
                  <a:pt x="4407273" y="118100"/>
                </a:lnTo>
                <a:lnTo>
                  <a:pt x="4408540" y="117746"/>
                </a:lnTo>
                <a:lnTo>
                  <a:pt x="4409808" y="117358"/>
                </a:lnTo>
                <a:lnTo>
                  <a:pt x="4411072" y="116932"/>
                </a:lnTo>
                <a:lnTo>
                  <a:pt x="4412330" y="116468"/>
                </a:lnTo>
                <a:lnTo>
                  <a:pt x="4413577" y="115964"/>
                </a:lnTo>
                <a:lnTo>
                  <a:pt x="4414811" y="115420"/>
                </a:lnTo>
                <a:lnTo>
                  <a:pt x="4416028" y="114833"/>
                </a:lnTo>
                <a:lnTo>
                  <a:pt x="4417226" y="114201"/>
                </a:lnTo>
                <a:lnTo>
                  <a:pt x="4418400" y="113525"/>
                </a:lnTo>
                <a:lnTo>
                  <a:pt x="4419547" y="112801"/>
                </a:lnTo>
                <a:lnTo>
                  <a:pt x="4420103" y="113522"/>
                </a:lnTo>
                <a:lnTo>
                  <a:pt x="4420708" y="114185"/>
                </a:lnTo>
                <a:lnTo>
                  <a:pt x="4421359" y="114792"/>
                </a:lnTo>
                <a:lnTo>
                  <a:pt x="4422053" y="115345"/>
                </a:lnTo>
                <a:lnTo>
                  <a:pt x="4422788" y="115848"/>
                </a:lnTo>
                <a:lnTo>
                  <a:pt x="4423560" y="116303"/>
                </a:lnTo>
                <a:lnTo>
                  <a:pt x="4424366" y="116711"/>
                </a:lnTo>
                <a:lnTo>
                  <a:pt x="4425203" y="117076"/>
                </a:lnTo>
                <a:lnTo>
                  <a:pt x="4426068" y="117401"/>
                </a:lnTo>
                <a:lnTo>
                  <a:pt x="4426958" y="117686"/>
                </a:lnTo>
                <a:lnTo>
                  <a:pt x="4427870" y="117935"/>
                </a:lnTo>
                <a:lnTo>
                  <a:pt x="4428802" y="118151"/>
                </a:lnTo>
                <a:lnTo>
                  <a:pt x="4429749" y="118335"/>
                </a:lnTo>
                <a:lnTo>
                  <a:pt x="4430709" y="118491"/>
                </a:lnTo>
                <a:lnTo>
                  <a:pt x="4431680" y="118620"/>
                </a:lnTo>
                <a:lnTo>
                  <a:pt x="4432657" y="118725"/>
                </a:lnTo>
                <a:lnTo>
                  <a:pt x="4433639" y="118809"/>
                </a:lnTo>
                <a:lnTo>
                  <a:pt x="4434621" y="118874"/>
                </a:lnTo>
                <a:lnTo>
                  <a:pt x="4435602" y="118921"/>
                </a:lnTo>
                <a:lnTo>
                  <a:pt x="4436577" y="118955"/>
                </a:lnTo>
                <a:lnTo>
                  <a:pt x="4437545" y="118977"/>
                </a:lnTo>
                <a:lnTo>
                  <a:pt x="4438501" y="118990"/>
                </a:lnTo>
                <a:lnTo>
                  <a:pt x="4439443" y="118996"/>
                </a:lnTo>
                <a:lnTo>
                  <a:pt x="4440369" y="118997"/>
                </a:lnTo>
                <a:lnTo>
                  <a:pt x="4441037" y="118997"/>
                </a:lnTo>
                <a:lnTo>
                  <a:pt x="4441692" y="118994"/>
                </a:lnTo>
                <a:lnTo>
                  <a:pt x="4442333" y="118986"/>
                </a:lnTo>
                <a:lnTo>
                  <a:pt x="4442957" y="118970"/>
                </a:lnTo>
                <a:lnTo>
                  <a:pt x="4443564" y="118943"/>
                </a:lnTo>
                <a:lnTo>
                  <a:pt x="4444152" y="118904"/>
                </a:lnTo>
                <a:lnTo>
                  <a:pt x="4444720" y="118849"/>
                </a:lnTo>
                <a:lnTo>
                  <a:pt x="4445267" y="118776"/>
                </a:lnTo>
                <a:lnTo>
                  <a:pt x="4445791" y="118682"/>
                </a:lnTo>
                <a:lnTo>
                  <a:pt x="4446291" y="118565"/>
                </a:lnTo>
                <a:lnTo>
                  <a:pt x="4446765" y="118422"/>
                </a:lnTo>
                <a:lnTo>
                  <a:pt x="4447213" y="118250"/>
                </a:lnTo>
                <a:lnTo>
                  <a:pt x="4447633" y="118048"/>
                </a:lnTo>
                <a:lnTo>
                  <a:pt x="4448023" y="117811"/>
                </a:lnTo>
                <a:lnTo>
                  <a:pt x="4448382" y="117538"/>
                </a:lnTo>
                <a:lnTo>
                  <a:pt x="4448709" y="117227"/>
                </a:lnTo>
                <a:lnTo>
                  <a:pt x="4449003" y="116874"/>
                </a:lnTo>
                <a:lnTo>
                  <a:pt x="4449262" y="116476"/>
                </a:lnTo>
                <a:lnTo>
                  <a:pt x="4449484" y="116033"/>
                </a:lnTo>
                <a:lnTo>
                  <a:pt x="4449670" y="115539"/>
                </a:lnTo>
                <a:lnTo>
                  <a:pt x="4449816" y="114994"/>
                </a:lnTo>
                <a:lnTo>
                  <a:pt x="4449922" y="114395"/>
                </a:lnTo>
                <a:lnTo>
                  <a:pt x="4449987" y="113738"/>
                </a:lnTo>
                <a:lnTo>
                  <a:pt x="4450009" y="113022"/>
                </a:lnTo>
                <a:lnTo>
                  <a:pt x="4449984" y="112329"/>
                </a:lnTo>
                <a:lnTo>
                  <a:pt x="4449912" y="111693"/>
                </a:lnTo>
                <a:lnTo>
                  <a:pt x="4449796" y="111113"/>
                </a:lnTo>
                <a:lnTo>
                  <a:pt x="4449638" y="110585"/>
                </a:lnTo>
                <a:lnTo>
                  <a:pt x="4449442" y="110108"/>
                </a:lnTo>
                <a:lnTo>
                  <a:pt x="4449210" y="109678"/>
                </a:lnTo>
                <a:close/>
                <a:moveTo>
                  <a:pt x="4417308" y="96414"/>
                </a:moveTo>
                <a:lnTo>
                  <a:pt x="4417239" y="96940"/>
                </a:lnTo>
                <a:lnTo>
                  <a:pt x="4417147" y="97462"/>
                </a:lnTo>
                <a:lnTo>
                  <a:pt x="4417029" y="97979"/>
                </a:lnTo>
                <a:lnTo>
                  <a:pt x="4416882" y="98491"/>
                </a:lnTo>
                <a:lnTo>
                  <a:pt x="4416702" y="98999"/>
                </a:lnTo>
                <a:lnTo>
                  <a:pt x="4416486" y="99501"/>
                </a:lnTo>
                <a:lnTo>
                  <a:pt x="4416231" y="99999"/>
                </a:lnTo>
                <a:lnTo>
                  <a:pt x="4415933" y="100491"/>
                </a:lnTo>
                <a:lnTo>
                  <a:pt x="4415590" y="100978"/>
                </a:lnTo>
                <a:lnTo>
                  <a:pt x="4415198" y="101460"/>
                </a:lnTo>
                <a:lnTo>
                  <a:pt x="4414753" y="101937"/>
                </a:lnTo>
                <a:lnTo>
                  <a:pt x="4414254" y="102408"/>
                </a:lnTo>
                <a:lnTo>
                  <a:pt x="4413695" y="102874"/>
                </a:lnTo>
                <a:lnTo>
                  <a:pt x="4413074" y="103334"/>
                </a:lnTo>
                <a:lnTo>
                  <a:pt x="4412388" y="103788"/>
                </a:lnTo>
                <a:lnTo>
                  <a:pt x="4411634" y="104237"/>
                </a:lnTo>
                <a:lnTo>
                  <a:pt x="4410808" y="104680"/>
                </a:lnTo>
                <a:lnTo>
                  <a:pt x="4409907" y="105117"/>
                </a:lnTo>
                <a:lnTo>
                  <a:pt x="4409031" y="105507"/>
                </a:lnTo>
                <a:lnTo>
                  <a:pt x="4408141" y="105864"/>
                </a:lnTo>
                <a:lnTo>
                  <a:pt x="4407240" y="106190"/>
                </a:lnTo>
                <a:lnTo>
                  <a:pt x="4406333" y="106487"/>
                </a:lnTo>
                <a:lnTo>
                  <a:pt x="4405423" y="106755"/>
                </a:lnTo>
                <a:lnTo>
                  <a:pt x="4404515" y="106996"/>
                </a:lnTo>
                <a:lnTo>
                  <a:pt x="4403611" y="107213"/>
                </a:lnTo>
                <a:lnTo>
                  <a:pt x="4402717" y="107405"/>
                </a:lnTo>
                <a:lnTo>
                  <a:pt x="4401835" y="107574"/>
                </a:lnTo>
                <a:lnTo>
                  <a:pt x="4400970" y="107723"/>
                </a:lnTo>
                <a:lnTo>
                  <a:pt x="4400125" y="107851"/>
                </a:lnTo>
                <a:lnTo>
                  <a:pt x="4399304" y="107961"/>
                </a:lnTo>
                <a:lnTo>
                  <a:pt x="4398511" y="108055"/>
                </a:lnTo>
                <a:lnTo>
                  <a:pt x="4397751" y="108133"/>
                </a:lnTo>
                <a:lnTo>
                  <a:pt x="4397026" y="108196"/>
                </a:lnTo>
                <a:lnTo>
                  <a:pt x="4396341" y="108247"/>
                </a:lnTo>
                <a:lnTo>
                  <a:pt x="4395699" y="108287"/>
                </a:lnTo>
                <a:lnTo>
                  <a:pt x="4395105" y="108317"/>
                </a:lnTo>
                <a:lnTo>
                  <a:pt x="4394562" y="108338"/>
                </a:lnTo>
                <a:lnTo>
                  <a:pt x="4394074" y="108353"/>
                </a:lnTo>
                <a:lnTo>
                  <a:pt x="4393645" y="108362"/>
                </a:lnTo>
                <a:lnTo>
                  <a:pt x="4393279" y="108366"/>
                </a:lnTo>
                <a:lnTo>
                  <a:pt x="4392979" y="108368"/>
                </a:lnTo>
                <a:lnTo>
                  <a:pt x="4392750" y="108368"/>
                </a:lnTo>
                <a:lnTo>
                  <a:pt x="4391277" y="108334"/>
                </a:lnTo>
                <a:lnTo>
                  <a:pt x="4389848" y="108235"/>
                </a:lnTo>
                <a:lnTo>
                  <a:pt x="4388464" y="108072"/>
                </a:lnTo>
                <a:lnTo>
                  <a:pt x="4387128" y="107848"/>
                </a:lnTo>
                <a:lnTo>
                  <a:pt x="4385840" y="107565"/>
                </a:lnTo>
                <a:lnTo>
                  <a:pt x="4384603" y="107226"/>
                </a:lnTo>
                <a:lnTo>
                  <a:pt x="4383419" y="106834"/>
                </a:lnTo>
                <a:lnTo>
                  <a:pt x="4382288" y="106390"/>
                </a:lnTo>
                <a:lnTo>
                  <a:pt x="4381213" y="105897"/>
                </a:lnTo>
                <a:lnTo>
                  <a:pt x="4380195" y="105358"/>
                </a:lnTo>
                <a:lnTo>
                  <a:pt x="4379235" y="104775"/>
                </a:lnTo>
                <a:lnTo>
                  <a:pt x="4378337" y="104151"/>
                </a:lnTo>
                <a:lnTo>
                  <a:pt x="4377501" y="103487"/>
                </a:lnTo>
                <a:lnTo>
                  <a:pt x="4376728" y="102786"/>
                </a:lnTo>
                <a:lnTo>
                  <a:pt x="4376022" y="102051"/>
                </a:lnTo>
                <a:lnTo>
                  <a:pt x="4375382" y="101284"/>
                </a:lnTo>
                <a:lnTo>
                  <a:pt x="4374812" y="100488"/>
                </a:lnTo>
                <a:lnTo>
                  <a:pt x="4374312" y="99665"/>
                </a:lnTo>
                <a:lnTo>
                  <a:pt x="4373885" y="98817"/>
                </a:lnTo>
                <a:lnTo>
                  <a:pt x="4373531" y="97947"/>
                </a:lnTo>
                <a:lnTo>
                  <a:pt x="4373253" y="97057"/>
                </a:lnTo>
                <a:lnTo>
                  <a:pt x="4373053" y="96150"/>
                </a:lnTo>
                <a:lnTo>
                  <a:pt x="4372931" y="95228"/>
                </a:lnTo>
                <a:lnTo>
                  <a:pt x="4372890" y="94293"/>
                </a:lnTo>
                <a:lnTo>
                  <a:pt x="4372976" y="93125"/>
                </a:lnTo>
                <a:lnTo>
                  <a:pt x="4373233" y="91982"/>
                </a:lnTo>
                <a:lnTo>
                  <a:pt x="4373657" y="90866"/>
                </a:lnTo>
                <a:lnTo>
                  <a:pt x="4374248" y="89780"/>
                </a:lnTo>
                <a:lnTo>
                  <a:pt x="4375002" y="88726"/>
                </a:lnTo>
                <a:lnTo>
                  <a:pt x="4375918" y="87704"/>
                </a:lnTo>
                <a:lnTo>
                  <a:pt x="4376992" y="86717"/>
                </a:lnTo>
                <a:lnTo>
                  <a:pt x="4378224" y="85766"/>
                </a:lnTo>
                <a:lnTo>
                  <a:pt x="4379610" y="84854"/>
                </a:lnTo>
                <a:lnTo>
                  <a:pt x="4381149" y="83981"/>
                </a:lnTo>
                <a:lnTo>
                  <a:pt x="4382838" y="83150"/>
                </a:lnTo>
                <a:lnTo>
                  <a:pt x="4384675" y="82363"/>
                </a:lnTo>
                <a:lnTo>
                  <a:pt x="4386657" y="81620"/>
                </a:lnTo>
                <a:lnTo>
                  <a:pt x="4388783" y="80925"/>
                </a:lnTo>
                <a:lnTo>
                  <a:pt x="4391049" y="80278"/>
                </a:lnTo>
                <a:lnTo>
                  <a:pt x="4393455" y="79682"/>
                </a:lnTo>
                <a:lnTo>
                  <a:pt x="4395997" y="79138"/>
                </a:lnTo>
                <a:lnTo>
                  <a:pt x="4398673" y="78648"/>
                </a:lnTo>
                <a:lnTo>
                  <a:pt x="4401482" y="78214"/>
                </a:lnTo>
                <a:lnTo>
                  <a:pt x="4404420" y="77837"/>
                </a:lnTo>
                <a:lnTo>
                  <a:pt x="4407486" y="77519"/>
                </a:lnTo>
                <a:lnTo>
                  <a:pt x="4410677" y="77262"/>
                </a:lnTo>
                <a:lnTo>
                  <a:pt x="4413991" y="77068"/>
                </a:lnTo>
                <a:lnTo>
                  <a:pt x="4417426" y="76939"/>
                </a:lnTo>
                <a:lnTo>
                  <a:pt x="4417426" y="93164"/>
                </a:lnTo>
                <a:lnTo>
                  <a:pt x="4417425" y="93716"/>
                </a:lnTo>
                <a:lnTo>
                  <a:pt x="4417421" y="94264"/>
                </a:lnTo>
                <a:lnTo>
                  <a:pt x="4417411" y="94808"/>
                </a:lnTo>
                <a:lnTo>
                  <a:pt x="4417391" y="95347"/>
                </a:lnTo>
                <a:lnTo>
                  <a:pt x="4417358" y="95883"/>
                </a:lnTo>
                <a:lnTo>
                  <a:pt x="4417308" y="96414"/>
                </a:lnTo>
                <a:close/>
                <a:moveTo>
                  <a:pt x="4535675" y="82607"/>
                </a:moveTo>
                <a:lnTo>
                  <a:pt x="4534391" y="81064"/>
                </a:lnTo>
                <a:lnTo>
                  <a:pt x="4532981" y="79649"/>
                </a:lnTo>
                <a:lnTo>
                  <a:pt x="4531462" y="78355"/>
                </a:lnTo>
                <a:lnTo>
                  <a:pt x="4529855" y="77178"/>
                </a:lnTo>
                <a:lnTo>
                  <a:pt x="4528178" y="76112"/>
                </a:lnTo>
                <a:lnTo>
                  <a:pt x="4526450" y="75151"/>
                </a:lnTo>
                <a:lnTo>
                  <a:pt x="4524690" y="74289"/>
                </a:lnTo>
                <a:lnTo>
                  <a:pt x="4522916" y="73521"/>
                </a:lnTo>
                <a:lnTo>
                  <a:pt x="4521149" y="72842"/>
                </a:lnTo>
                <a:lnTo>
                  <a:pt x="4519405" y="72245"/>
                </a:lnTo>
                <a:lnTo>
                  <a:pt x="4517706" y="71725"/>
                </a:lnTo>
                <a:lnTo>
                  <a:pt x="4516069" y="71276"/>
                </a:lnTo>
                <a:lnTo>
                  <a:pt x="4514513" y="70894"/>
                </a:lnTo>
                <a:lnTo>
                  <a:pt x="4513057" y="70572"/>
                </a:lnTo>
                <a:lnTo>
                  <a:pt x="4511721" y="70304"/>
                </a:lnTo>
                <a:lnTo>
                  <a:pt x="4510523" y="70085"/>
                </a:lnTo>
                <a:lnTo>
                  <a:pt x="4509481" y="69910"/>
                </a:lnTo>
                <a:lnTo>
                  <a:pt x="4508616" y="69772"/>
                </a:lnTo>
                <a:lnTo>
                  <a:pt x="4495507" y="67457"/>
                </a:lnTo>
                <a:lnTo>
                  <a:pt x="4494771" y="67352"/>
                </a:lnTo>
                <a:lnTo>
                  <a:pt x="4493965" y="67229"/>
                </a:lnTo>
                <a:lnTo>
                  <a:pt x="4493098" y="67087"/>
                </a:lnTo>
                <a:lnTo>
                  <a:pt x="4492180" y="66924"/>
                </a:lnTo>
                <a:lnTo>
                  <a:pt x="4491220" y="66739"/>
                </a:lnTo>
                <a:lnTo>
                  <a:pt x="4490226" y="66530"/>
                </a:lnTo>
                <a:lnTo>
                  <a:pt x="4489208" y="66295"/>
                </a:lnTo>
                <a:lnTo>
                  <a:pt x="4488174" y="66033"/>
                </a:lnTo>
                <a:lnTo>
                  <a:pt x="4487133" y="65742"/>
                </a:lnTo>
                <a:lnTo>
                  <a:pt x="4486094" y="65421"/>
                </a:lnTo>
                <a:lnTo>
                  <a:pt x="4485067" y="65068"/>
                </a:lnTo>
                <a:lnTo>
                  <a:pt x="4484060" y="64681"/>
                </a:lnTo>
                <a:lnTo>
                  <a:pt x="4483082" y="64259"/>
                </a:lnTo>
                <a:lnTo>
                  <a:pt x="4482142" y="63801"/>
                </a:lnTo>
                <a:lnTo>
                  <a:pt x="4481249" y="63304"/>
                </a:lnTo>
                <a:lnTo>
                  <a:pt x="4480412" y="62767"/>
                </a:lnTo>
                <a:lnTo>
                  <a:pt x="4479640" y="62188"/>
                </a:lnTo>
                <a:lnTo>
                  <a:pt x="4478942" y="61567"/>
                </a:lnTo>
                <a:lnTo>
                  <a:pt x="4478327" y="60900"/>
                </a:lnTo>
                <a:lnTo>
                  <a:pt x="4477803" y="60188"/>
                </a:lnTo>
                <a:lnTo>
                  <a:pt x="4477381" y="59427"/>
                </a:lnTo>
                <a:lnTo>
                  <a:pt x="4477068" y="58617"/>
                </a:lnTo>
                <a:lnTo>
                  <a:pt x="4476873" y="57756"/>
                </a:lnTo>
                <a:lnTo>
                  <a:pt x="4476807" y="56842"/>
                </a:lnTo>
                <a:lnTo>
                  <a:pt x="4476839" y="56210"/>
                </a:lnTo>
                <a:lnTo>
                  <a:pt x="4476939" y="55572"/>
                </a:lnTo>
                <a:lnTo>
                  <a:pt x="4477107" y="54929"/>
                </a:lnTo>
                <a:lnTo>
                  <a:pt x="4477348" y="54285"/>
                </a:lnTo>
                <a:lnTo>
                  <a:pt x="4477664" y="53644"/>
                </a:lnTo>
                <a:lnTo>
                  <a:pt x="4478057" y="53007"/>
                </a:lnTo>
                <a:lnTo>
                  <a:pt x="4478529" y="52378"/>
                </a:lnTo>
                <a:lnTo>
                  <a:pt x="4479084" y="51761"/>
                </a:lnTo>
                <a:lnTo>
                  <a:pt x="4479724" y="51157"/>
                </a:lnTo>
                <a:lnTo>
                  <a:pt x="4480452" y="50571"/>
                </a:lnTo>
                <a:lnTo>
                  <a:pt x="4481270" y="50004"/>
                </a:lnTo>
                <a:lnTo>
                  <a:pt x="4482180" y="49461"/>
                </a:lnTo>
                <a:lnTo>
                  <a:pt x="4483186" y="48944"/>
                </a:lnTo>
                <a:lnTo>
                  <a:pt x="4484291" y="48456"/>
                </a:lnTo>
                <a:lnTo>
                  <a:pt x="4485495" y="48000"/>
                </a:lnTo>
                <a:lnTo>
                  <a:pt x="4486803" y="47579"/>
                </a:lnTo>
                <a:lnTo>
                  <a:pt x="4488216" y="47197"/>
                </a:lnTo>
                <a:lnTo>
                  <a:pt x="4489738" y="46855"/>
                </a:lnTo>
                <a:lnTo>
                  <a:pt x="4491371" y="46558"/>
                </a:lnTo>
                <a:lnTo>
                  <a:pt x="4493118" y="46308"/>
                </a:lnTo>
                <a:lnTo>
                  <a:pt x="4494980" y="46109"/>
                </a:lnTo>
                <a:lnTo>
                  <a:pt x="4496962" y="45963"/>
                </a:lnTo>
                <a:lnTo>
                  <a:pt x="4499064" y="45873"/>
                </a:lnTo>
                <a:lnTo>
                  <a:pt x="4501291" y="45842"/>
                </a:lnTo>
                <a:lnTo>
                  <a:pt x="4503223" y="45872"/>
                </a:lnTo>
                <a:lnTo>
                  <a:pt x="4505020" y="45959"/>
                </a:lnTo>
                <a:lnTo>
                  <a:pt x="4506689" y="46101"/>
                </a:lnTo>
                <a:lnTo>
                  <a:pt x="4508235" y="46294"/>
                </a:lnTo>
                <a:lnTo>
                  <a:pt x="4509660" y="46536"/>
                </a:lnTo>
                <a:lnTo>
                  <a:pt x="4510972" y="46825"/>
                </a:lnTo>
                <a:lnTo>
                  <a:pt x="4512174" y="47157"/>
                </a:lnTo>
                <a:lnTo>
                  <a:pt x="4513272" y="47529"/>
                </a:lnTo>
                <a:lnTo>
                  <a:pt x="4514270" y="47938"/>
                </a:lnTo>
                <a:lnTo>
                  <a:pt x="4515173" y="48383"/>
                </a:lnTo>
                <a:lnTo>
                  <a:pt x="4515986" y="48859"/>
                </a:lnTo>
                <a:lnTo>
                  <a:pt x="4516714" y="49364"/>
                </a:lnTo>
                <a:lnTo>
                  <a:pt x="4517361" y="49895"/>
                </a:lnTo>
                <a:lnTo>
                  <a:pt x="4517934" y="50450"/>
                </a:lnTo>
                <a:lnTo>
                  <a:pt x="4518435" y="51024"/>
                </a:lnTo>
                <a:lnTo>
                  <a:pt x="4518871" y="51617"/>
                </a:lnTo>
                <a:lnTo>
                  <a:pt x="4519246" y="52224"/>
                </a:lnTo>
                <a:lnTo>
                  <a:pt x="4519564" y="52843"/>
                </a:lnTo>
                <a:lnTo>
                  <a:pt x="4519832" y="53471"/>
                </a:lnTo>
                <a:lnTo>
                  <a:pt x="4520053" y="54106"/>
                </a:lnTo>
                <a:lnTo>
                  <a:pt x="4520233" y="54743"/>
                </a:lnTo>
                <a:lnTo>
                  <a:pt x="4520376" y="55381"/>
                </a:lnTo>
                <a:lnTo>
                  <a:pt x="4520487" y="56017"/>
                </a:lnTo>
                <a:lnTo>
                  <a:pt x="4520571" y="56648"/>
                </a:lnTo>
                <a:lnTo>
                  <a:pt x="4520597" y="57058"/>
                </a:lnTo>
                <a:lnTo>
                  <a:pt x="4520626" y="57467"/>
                </a:lnTo>
                <a:lnTo>
                  <a:pt x="4520663" y="57873"/>
                </a:lnTo>
                <a:lnTo>
                  <a:pt x="4520708" y="58274"/>
                </a:lnTo>
                <a:lnTo>
                  <a:pt x="4520765" y="58670"/>
                </a:lnTo>
                <a:lnTo>
                  <a:pt x="4520835" y="59059"/>
                </a:lnTo>
                <a:lnTo>
                  <a:pt x="4520922" y="59439"/>
                </a:lnTo>
                <a:lnTo>
                  <a:pt x="4521027" y="59809"/>
                </a:lnTo>
                <a:lnTo>
                  <a:pt x="4521153" y="60167"/>
                </a:lnTo>
                <a:lnTo>
                  <a:pt x="4521302" y="60513"/>
                </a:lnTo>
                <a:lnTo>
                  <a:pt x="4521476" y="60845"/>
                </a:lnTo>
                <a:lnTo>
                  <a:pt x="4521679" y="61161"/>
                </a:lnTo>
                <a:lnTo>
                  <a:pt x="4521911" y="61460"/>
                </a:lnTo>
                <a:lnTo>
                  <a:pt x="4522176" y="61740"/>
                </a:lnTo>
                <a:lnTo>
                  <a:pt x="4522475" y="62000"/>
                </a:lnTo>
                <a:lnTo>
                  <a:pt x="4522812" y="62239"/>
                </a:lnTo>
                <a:lnTo>
                  <a:pt x="4523188" y="62456"/>
                </a:lnTo>
                <a:lnTo>
                  <a:pt x="4523607" y="62648"/>
                </a:lnTo>
                <a:lnTo>
                  <a:pt x="4524069" y="62814"/>
                </a:lnTo>
                <a:lnTo>
                  <a:pt x="4524578" y="62953"/>
                </a:lnTo>
                <a:lnTo>
                  <a:pt x="4525136" y="63064"/>
                </a:lnTo>
                <a:lnTo>
                  <a:pt x="4525745" y="63145"/>
                </a:lnTo>
                <a:lnTo>
                  <a:pt x="4526407" y="63195"/>
                </a:lnTo>
                <a:lnTo>
                  <a:pt x="4527126" y="63211"/>
                </a:lnTo>
                <a:lnTo>
                  <a:pt x="4527934" y="63191"/>
                </a:lnTo>
                <a:lnTo>
                  <a:pt x="4528676" y="63129"/>
                </a:lnTo>
                <a:lnTo>
                  <a:pt x="4529353" y="63030"/>
                </a:lnTo>
                <a:lnTo>
                  <a:pt x="4529969" y="62893"/>
                </a:lnTo>
                <a:lnTo>
                  <a:pt x="4530526" y="62722"/>
                </a:lnTo>
                <a:lnTo>
                  <a:pt x="4531027" y="62518"/>
                </a:lnTo>
                <a:lnTo>
                  <a:pt x="4531476" y="62282"/>
                </a:lnTo>
                <a:lnTo>
                  <a:pt x="4531874" y="62017"/>
                </a:lnTo>
                <a:lnTo>
                  <a:pt x="4532226" y="61725"/>
                </a:lnTo>
                <a:lnTo>
                  <a:pt x="4532534" y="61407"/>
                </a:lnTo>
                <a:lnTo>
                  <a:pt x="4532801" y="61066"/>
                </a:lnTo>
                <a:lnTo>
                  <a:pt x="4533030" y="60702"/>
                </a:lnTo>
                <a:lnTo>
                  <a:pt x="4533224" y="60318"/>
                </a:lnTo>
                <a:lnTo>
                  <a:pt x="4533386" y="59916"/>
                </a:lnTo>
                <a:lnTo>
                  <a:pt x="4533518" y="59498"/>
                </a:lnTo>
                <a:lnTo>
                  <a:pt x="4533624" y="59065"/>
                </a:lnTo>
                <a:lnTo>
                  <a:pt x="4533707" y="58619"/>
                </a:lnTo>
                <a:lnTo>
                  <a:pt x="4533769" y="58162"/>
                </a:lnTo>
                <a:lnTo>
                  <a:pt x="4533813" y="57697"/>
                </a:lnTo>
                <a:lnTo>
                  <a:pt x="4533843" y="57224"/>
                </a:lnTo>
                <a:lnTo>
                  <a:pt x="4533861" y="56746"/>
                </a:lnTo>
                <a:lnTo>
                  <a:pt x="4533870" y="56264"/>
                </a:lnTo>
                <a:lnTo>
                  <a:pt x="4533874" y="55781"/>
                </a:lnTo>
                <a:lnTo>
                  <a:pt x="4533874" y="55297"/>
                </a:lnTo>
                <a:lnTo>
                  <a:pt x="4533874" y="41985"/>
                </a:lnTo>
                <a:lnTo>
                  <a:pt x="4533874" y="41591"/>
                </a:lnTo>
                <a:lnTo>
                  <a:pt x="4533871" y="41182"/>
                </a:lnTo>
                <a:lnTo>
                  <a:pt x="4533863" y="40760"/>
                </a:lnTo>
                <a:lnTo>
                  <a:pt x="4533847" y="40329"/>
                </a:lnTo>
                <a:lnTo>
                  <a:pt x="4533822" y="39891"/>
                </a:lnTo>
                <a:lnTo>
                  <a:pt x="4533784" y="39449"/>
                </a:lnTo>
                <a:lnTo>
                  <a:pt x="4533730" y="39006"/>
                </a:lnTo>
                <a:lnTo>
                  <a:pt x="4533660" y="38565"/>
                </a:lnTo>
                <a:lnTo>
                  <a:pt x="4533569" y="38129"/>
                </a:lnTo>
                <a:lnTo>
                  <a:pt x="4533455" y="37700"/>
                </a:lnTo>
                <a:lnTo>
                  <a:pt x="4533317" y="37282"/>
                </a:lnTo>
                <a:lnTo>
                  <a:pt x="4533151" y="36876"/>
                </a:lnTo>
                <a:lnTo>
                  <a:pt x="4532954" y="36487"/>
                </a:lnTo>
                <a:lnTo>
                  <a:pt x="4532725" y="36117"/>
                </a:lnTo>
                <a:lnTo>
                  <a:pt x="4532461" y="35768"/>
                </a:lnTo>
                <a:lnTo>
                  <a:pt x="4532159" y="35444"/>
                </a:lnTo>
                <a:lnTo>
                  <a:pt x="4531818" y="35148"/>
                </a:lnTo>
                <a:lnTo>
                  <a:pt x="4531433" y="34881"/>
                </a:lnTo>
                <a:lnTo>
                  <a:pt x="4531003" y="34648"/>
                </a:lnTo>
                <a:lnTo>
                  <a:pt x="4530525" y="34451"/>
                </a:lnTo>
                <a:lnTo>
                  <a:pt x="4529998" y="34293"/>
                </a:lnTo>
                <a:lnTo>
                  <a:pt x="4529417" y="34177"/>
                </a:lnTo>
                <a:lnTo>
                  <a:pt x="4528781" y="34105"/>
                </a:lnTo>
                <a:lnTo>
                  <a:pt x="4528088" y="34080"/>
                </a:lnTo>
                <a:lnTo>
                  <a:pt x="4527529" y="34094"/>
                </a:lnTo>
                <a:lnTo>
                  <a:pt x="4527010" y="34134"/>
                </a:lnTo>
                <a:lnTo>
                  <a:pt x="4526527" y="34199"/>
                </a:lnTo>
                <a:lnTo>
                  <a:pt x="4526080" y="34286"/>
                </a:lnTo>
                <a:lnTo>
                  <a:pt x="4525667" y="34395"/>
                </a:lnTo>
                <a:lnTo>
                  <a:pt x="4525287" y="34523"/>
                </a:lnTo>
                <a:lnTo>
                  <a:pt x="4524938" y="34669"/>
                </a:lnTo>
                <a:lnTo>
                  <a:pt x="4524618" y="34830"/>
                </a:lnTo>
                <a:lnTo>
                  <a:pt x="4524327" y="35006"/>
                </a:lnTo>
                <a:lnTo>
                  <a:pt x="4524062" y="35193"/>
                </a:lnTo>
                <a:lnTo>
                  <a:pt x="4523822" y="35392"/>
                </a:lnTo>
                <a:lnTo>
                  <a:pt x="4523606" y="35599"/>
                </a:lnTo>
                <a:lnTo>
                  <a:pt x="4523412" y="35813"/>
                </a:lnTo>
                <a:lnTo>
                  <a:pt x="4523238" y="36033"/>
                </a:lnTo>
                <a:lnTo>
                  <a:pt x="4523084" y="36256"/>
                </a:lnTo>
                <a:lnTo>
                  <a:pt x="4522947" y="36481"/>
                </a:lnTo>
                <a:lnTo>
                  <a:pt x="4522826" y="36705"/>
                </a:lnTo>
                <a:lnTo>
                  <a:pt x="4522720" y="36928"/>
                </a:lnTo>
                <a:lnTo>
                  <a:pt x="4522627" y="37148"/>
                </a:lnTo>
                <a:lnTo>
                  <a:pt x="4522545" y="37362"/>
                </a:lnTo>
                <a:lnTo>
                  <a:pt x="4522473" y="37569"/>
                </a:lnTo>
                <a:lnTo>
                  <a:pt x="4522410" y="37768"/>
                </a:lnTo>
                <a:lnTo>
                  <a:pt x="4522354" y="37955"/>
                </a:lnTo>
                <a:lnTo>
                  <a:pt x="4522304" y="38131"/>
                </a:lnTo>
                <a:lnTo>
                  <a:pt x="4521244" y="37645"/>
                </a:lnTo>
                <a:lnTo>
                  <a:pt x="4520186" y="37200"/>
                </a:lnTo>
                <a:lnTo>
                  <a:pt x="4519133" y="36794"/>
                </a:lnTo>
                <a:lnTo>
                  <a:pt x="4518086" y="36424"/>
                </a:lnTo>
                <a:lnTo>
                  <a:pt x="4517047" y="36090"/>
                </a:lnTo>
                <a:lnTo>
                  <a:pt x="4516018" y="35789"/>
                </a:lnTo>
                <a:lnTo>
                  <a:pt x="4515002" y="35520"/>
                </a:lnTo>
                <a:lnTo>
                  <a:pt x="4514001" y="35280"/>
                </a:lnTo>
                <a:lnTo>
                  <a:pt x="4513016" y="35069"/>
                </a:lnTo>
                <a:lnTo>
                  <a:pt x="4512050" y="34884"/>
                </a:lnTo>
                <a:lnTo>
                  <a:pt x="4511105" y="34724"/>
                </a:lnTo>
                <a:lnTo>
                  <a:pt x="4510183" y="34586"/>
                </a:lnTo>
                <a:lnTo>
                  <a:pt x="4509286" y="34470"/>
                </a:lnTo>
                <a:lnTo>
                  <a:pt x="4508417" y="34373"/>
                </a:lnTo>
                <a:lnTo>
                  <a:pt x="4507576" y="34294"/>
                </a:lnTo>
                <a:lnTo>
                  <a:pt x="4506767" y="34230"/>
                </a:lnTo>
                <a:lnTo>
                  <a:pt x="4505992" y="34180"/>
                </a:lnTo>
                <a:lnTo>
                  <a:pt x="4505252" y="34143"/>
                </a:lnTo>
                <a:lnTo>
                  <a:pt x="4504550" y="34117"/>
                </a:lnTo>
                <a:lnTo>
                  <a:pt x="4503887" y="34099"/>
                </a:lnTo>
                <a:lnTo>
                  <a:pt x="4503266" y="34088"/>
                </a:lnTo>
                <a:lnTo>
                  <a:pt x="4502690" y="34082"/>
                </a:lnTo>
                <a:lnTo>
                  <a:pt x="4502159" y="34080"/>
                </a:lnTo>
                <a:lnTo>
                  <a:pt x="4501676" y="34080"/>
                </a:lnTo>
                <a:lnTo>
                  <a:pt x="4497795" y="34160"/>
                </a:lnTo>
                <a:lnTo>
                  <a:pt x="4494192" y="34395"/>
                </a:lnTo>
                <a:lnTo>
                  <a:pt x="4490858" y="34773"/>
                </a:lnTo>
                <a:lnTo>
                  <a:pt x="4487783" y="35284"/>
                </a:lnTo>
                <a:lnTo>
                  <a:pt x="4484957" y="35916"/>
                </a:lnTo>
                <a:lnTo>
                  <a:pt x="4482369" y="36660"/>
                </a:lnTo>
                <a:lnTo>
                  <a:pt x="4480010" y="37504"/>
                </a:lnTo>
                <a:lnTo>
                  <a:pt x="4477869" y="38438"/>
                </a:lnTo>
                <a:lnTo>
                  <a:pt x="4475937" y="39451"/>
                </a:lnTo>
                <a:lnTo>
                  <a:pt x="4474202" y="40532"/>
                </a:lnTo>
                <a:lnTo>
                  <a:pt x="4472656" y="41671"/>
                </a:lnTo>
                <a:lnTo>
                  <a:pt x="4471287" y="42856"/>
                </a:lnTo>
                <a:lnTo>
                  <a:pt x="4470086" y="44078"/>
                </a:lnTo>
                <a:lnTo>
                  <a:pt x="4469042" y="45325"/>
                </a:lnTo>
                <a:lnTo>
                  <a:pt x="4468146" y="46587"/>
                </a:lnTo>
                <a:lnTo>
                  <a:pt x="4467387" y="47854"/>
                </a:lnTo>
                <a:lnTo>
                  <a:pt x="4466756" y="49113"/>
                </a:lnTo>
                <a:lnTo>
                  <a:pt x="4466241" y="50355"/>
                </a:lnTo>
                <a:lnTo>
                  <a:pt x="4465834" y="51569"/>
                </a:lnTo>
                <a:lnTo>
                  <a:pt x="4465523" y="52744"/>
                </a:lnTo>
                <a:lnTo>
                  <a:pt x="4465299" y="53870"/>
                </a:lnTo>
                <a:lnTo>
                  <a:pt x="4465151" y="54935"/>
                </a:lnTo>
                <a:lnTo>
                  <a:pt x="4465070" y="55929"/>
                </a:lnTo>
                <a:lnTo>
                  <a:pt x="4465045" y="56842"/>
                </a:lnTo>
                <a:lnTo>
                  <a:pt x="4465149" y="58987"/>
                </a:lnTo>
                <a:lnTo>
                  <a:pt x="4465454" y="60987"/>
                </a:lnTo>
                <a:lnTo>
                  <a:pt x="4465950" y="62849"/>
                </a:lnTo>
                <a:lnTo>
                  <a:pt x="4466627" y="64578"/>
                </a:lnTo>
                <a:lnTo>
                  <a:pt x="4467475" y="66180"/>
                </a:lnTo>
                <a:lnTo>
                  <a:pt x="4468485" y="67661"/>
                </a:lnTo>
                <a:lnTo>
                  <a:pt x="4469647" y="69028"/>
                </a:lnTo>
                <a:lnTo>
                  <a:pt x="4470950" y="70287"/>
                </a:lnTo>
                <a:lnTo>
                  <a:pt x="4472386" y="71443"/>
                </a:lnTo>
                <a:lnTo>
                  <a:pt x="4473943" y="72502"/>
                </a:lnTo>
                <a:lnTo>
                  <a:pt x="4475612" y="73471"/>
                </a:lnTo>
                <a:lnTo>
                  <a:pt x="4477384" y="74355"/>
                </a:lnTo>
                <a:lnTo>
                  <a:pt x="4479248" y="75161"/>
                </a:lnTo>
                <a:lnTo>
                  <a:pt x="4481194" y="75895"/>
                </a:lnTo>
                <a:lnTo>
                  <a:pt x="4483214" y="76562"/>
                </a:lnTo>
                <a:lnTo>
                  <a:pt x="4485296" y="77169"/>
                </a:lnTo>
                <a:lnTo>
                  <a:pt x="4487431" y="77722"/>
                </a:lnTo>
                <a:lnTo>
                  <a:pt x="4489608" y="78227"/>
                </a:lnTo>
                <a:lnTo>
                  <a:pt x="4491819" y="78689"/>
                </a:lnTo>
                <a:lnTo>
                  <a:pt x="4494054" y="79115"/>
                </a:lnTo>
                <a:lnTo>
                  <a:pt x="4496302" y="79511"/>
                </a:lnTo>
                <a:lnTo>
                  <a:pt x="4498553" y="79883"/>
                </a:lnTo>
                <a:lnTo>
                  <a:pt x="4500798" y="80236"/>
                </a:lnTo>
                <a:lnTo>
                  <a:pt x="4503027" y="80578"/>
                </a:lnTo>
                <a:lnTo>
                  <a:pt x="4504237" y="80776"/>
                </a:lnTo>
                <a:lnTo>
                  <a:pt x="4505500" y="80988"/>
                </a:lnTo>
                <a:lnTo>
                  <a:pt x="4506807" y="81216"/>
                </a:lnTo>
                <a:lnTo>
                  <a:pt x="4508149" y="81462"/>
                </a:lnTo>
                <a:lnTo>
                  <a:pt x="4509515" y="81730"/>
                </a:lnTo>
                <a:lnTo>
                  <a:pt x="4510898" y="82023"/>
                </a:lnTo>
                <a:lnTo>
                  <a:pt x="4512286" y="82343"/>
                </a:lnTo>
                <a:lnTo>
                  <a:pt x="4513673" y="82694"/>
                </a:lnTo>
                <a:lnTo>
                  <a:pt x="4515047" y="83079"/>
                </a:lnTo>
                <a:lnTo>
                  <a:pt x="4516399" y="83500"/>
                </a:lnTo>
                <a:lnTo>
                  <a:pt x="4517721" y="83960"/>
                </a:lnTo>
                <a:lnTo>
                  <a:pt x="4519004" y="84462"/>
                </a:lnTo>
                <a:lnTo>
                  <a:pt x="4520237" y="85010"/>
                </a:lnTo>
                <a:lnTo>
                  <a:pt x="4521411" y="85606"/>
                </a:lnTo>
                <a:lnTo>
                  <a:pt x="4522518" y="86253"/>
                </a:lnTo>
                <a:lnTo>
                  <a:pt x="4523548" y="86954"/>
                </a:lnTo>
                <a:lnTo>
                  <a:pt x="4524491" y="87712"/>
                </a:lnTo>
                <a:lnTo>
                  <a:pt x="4525339" y="88530"/>
                </a:lnTo>
                <a:lnTo>
                  <a:pt x="4526082" y="89411"/>
                </a:lnTo>
                <a:lnTo>
                  <a:pt x="4526710" y="90357"/>
                </a:lnTo>
                <a:lnTo>
                  <a:pt x="4527215" y="91372"/>
                </a:lnTo>
                <a:lnTo>
                  <a:pt x="4527587" y="92459"/>
                </a:lnTo>
                <a:lnTo>
                  <a:pt x="4527818" y="93620"/>
                </a:lnTo>
                <a:lnTo>
                  <a:pt x="4527896" y="94858"/>
                </a:lnTo>
                <a:lnTo>
                  <a:pt x="4527859" y="95746"/>
                </a:lnTo>
                <a:lnTo>
                  <a:pt x="4527746" y="96624"/>
                </a:lnTo>
                <a:lnTo>
                  <a:pt x="4527556" y="97489"/>
                </a:lnTo>
                <a:lnTo>
                  <a:pt x="4527287" y="98338"/>
                </a:lnTo>
                <a:lnTo>
                  <a:pt x="4526938" y="99170"/>
                </a:lnTo>
                <a:lnTo>
                  <a:pt x="4526508" y="99981"/>
                </a:lnTo>
                <a:lnTo>
                  <a:pt x="4525994" y="100770"/>
                </a:lnTo>
                <a:lnTo>
                  <a:pt x="4525397" y="101534"/>
                </a:lnTo>
                <a:lnTo>
                  <a:pt x="4524714" y="102271"/>
                </a:lnTo>
                <a:lnTo>
                  <a:pt x="4523944" y="102977"/>
                </a:lnTo>
                <a:lnTo>
                  <a:pt x="4523085" y="103651"/>
                </a:lnTo>
                <a:lnTo>
                  <a:pt x="4522136" y="104291"/>
                </a:lnTo>
                <a:lnTo>
                  <a:pt x="4521096" y="104893"/>
                </a:lnTo>
                <a:lnTo>
                  <a:pt x="4519963" y="105455"/>
                </a:lnTo>
                <a:lnTo>
                  <a:pt x="4518736" y="105976"/>
                </a:lnTo>
                <a:lnTo>
                  <a:pt x="4517414" y="106452"/>
                </a:lnTo>
                <a:lnTo>
                  <a:pt x="4515994" y="106881"/>
                </a:lnTo>
                <a:lnTo>
                  <a:pt x="4514475" y="107261"/>
                </a:lnTo>
                <a:lnTo>
                  <a:pt x="4512857" y="107589"/>
                </a:lnTo>
                <a:lnTo>
                  <a:pt x="4511138" y="107863"/>
                </a:lnTo>
                <a:lnTo>
                  <a:pt x="4509315" y="108080"/>
                </a:lnTo>
                <a:lnTo>
                  <a:pt x="4507389" y="108238"/>
                </a:lnTo>
                <a:lnTo>
                  <a:pt x="4505357" y="108335"/>
                </a:lnTo>
                <a:lnTo>
                  <a:pt x="4503218" y="108368"/>
                </a:lnTo>
                <a:lnTo>
                  <a:pt x="4502077" y="108356"/>
                </a:lnTo>
                <a:lnTo>
                  <a:pt x="4500921" y="108317"/>
                </a:lnTo>
                <a:lnTo>
                  <a:pt x="4499754" y="108247"/>
                </a:lnTo>
                <a:lnTo>
                  <a:pt x="4498579" y="108141"/>
                </a:lnTo>
                <a:lnTo>
                  <a:pt x="4497399" y="107994"/>
                </a:lnTo>
                <a:lnTo>
                  <a:pt x="4496217" y="107801"/>
                </a:lnTo>
                <a:lnTo>
                  <a:pt x="4495038" y="107558"/>
                </a:lnTo>
                <a:lnTo>
                  <a:pt x="4493864" y="107260"/>
                </a:lnTo>
                <a:lnTo>
                  <a:pt x="4492699" y="106902"/>
                </a:lnTo>
                <a:lnTo>
                  <a:pt x="4491546" y="106480"/>
                </a:lnTo>
                <a:lnTo>
                  <a:pt x="4490408" y="105989"/>
                </a:lnTo>
                <a:lnTo>
                  <a:pt x="4489289" y="105424"/>
                </a:lnTo>
                <a:lnTo>
                  <a:pt x="4488192" y="104781"/>
                </a:lnTo>
                <a:lnTo>
                  <a:pt x="4487121" y="104055"/>
                </a:lnTo>
                <a:lnTo>
                  <a:pt x="4486078" y="103241"/>
                </a:lnTo>
                <a:lnTo>
                  <a:pt x="4485068" y="102335"/>
                </a:lnTo>
                <a:lnTo>
                  <a:pt x="4484093" y="101331"/>
                </a:lnTo>
                <a:lnTo>
                  <a:pt x="4483156" y="100226"/>
                </a:lnTo>
                <a:lnTo>
                  <a:pt x="4482262" y="99014"/>
                </a:lnTo>
                <a:lnTo>
                  <a:pt x="4481414" y="97691"/>
                </a:lnTo>
                <a:lnTo>
                  <a:pt x="4480614" y="96252"/>
                </a:lnTo>
                <a:lnTo>
                  <a:pt x="4479867" y="94692"/>
                </a:lnTo>
                <a:lnTo>
                  <a:pt x="4479175" y="93007"/>
                </a:lnTo>
                <a:lnTo>
                  <a:pt x="4478542" y="91193"/>
                </a:lnTo>
                <a:lnTo>
                  <a:pt x="4478422" y="90765"/>
                </a:lnTo>
                <a:lnTo>
                  <a:pt x="4478302" y="90353"/>
                </a:lnTo>
                <a:lnTo>
                  <a:pt x="4478181" y="89955"/>
                </a:lnTo>
                <a:lnTo>
                  <a:pt x="4478055" y="89572"/>
                </a:lnTo>
                <a:lnTo>
                  <a:pt x="4477924" y="89204"/>
                </a:lnTo>
                <a:lnTo>
                  <a:pt x="4477786" y="88852"/>
                </a:lnTo>
                <a:lnTo>
                  <a:pt x="4477637" y="88517"/>
                </a:lnTo>
                <a:lnTo>
                  <a:pt x="4477478" y="88198"/>
                </a:lnTo>
                <a:lnTo>
                  <a:pt x="4477305" y="87895"/>
                </a:lnTo>
                <a:lnTo>
                  <a:pt x="4477116" y="87610"/>
                </a:lnTo>
                <a:lnTo>
                  <a:pt x="4476911" y="87342"/>
                </a:lnTo>
                <a:lnTo>
                  <a:pt x="4476686" y="87092"/>
                </a:lnTo>
                <a:lnTo>
                  <a:pt x="4476440" y="86860"/>
                </a:lnTo>
                <a:lnTo>
                  <a:pt x="4476171" y="86646"/>
                </a:lnTo>
                <a:lnTo>
                  <a:pt x="4475878" y="86451"/>
                </a:lnTo>
                <a:lnTo>
                  <a:pt x="4475557" y="86276"/>
                </a:lnTo>
                <a:lnTo>
                  <a:pt x="4475207" y="86119"/>
                </a:lnTo>
                <a:lnTo>
                  <a:pt x="4474827" y="85983"/>
                </a:lnTo>
                <a:lnTo>
                  <a:pt x="4474415" y="85866"/>
                </a:lnTo>
                <a:lnTo>
                  <a:pt x="4473967" y="85770"/>
                </a:lnTo>
                <a:lnTo>
                  <a:pt x="4473483" y="85695"/>
                </a:lnTo>
                <a:lnTo>
                  <a:pt x="4472961" y="85641"/>
                </a:lnTo>
                <a:lnTo>
                  <a:pt x="4472399" y="85608"/>
                </a:lnTo>
                <a:lnTo>
                  <a:pt x="4471794" y="85597"/>
                </a:lnTo>
                <a:lnTo>
                  <a:pt x="4470985" y="85618"/>
                </a:lnTo>
                <a:lnTo>
                  <a:pt x="4470243" y="85679"/>
                </a:lnTo>
                <a:lnTo>
                  <a:pt x="4469566" y="85779"/>
                </a:lnTo>
                <a:lnTo>
                  <a:pt x="4468951" y="85915"/>
                </a:lnTo>
                <a:lnTo>
                  <a:pt x="4468394" y="86086"/>
                </a:lnTo>
                <a:lnTo>
                  <a:pt x="4467892" y="86290"/>
                </a:lnTo>
                <a:lnTo>
                  <a:pt x="4467444" y="86526"/>
                </a:lnTo>
                <a:lnTo>
                  <a:pt x="4467045" y="86790"/>
                </a:lnTo>
                <a:lnTo>
                  <a:pt x="4466693" y="87082"/>
                </a:lnTo>
                <a:lnTo>
                  <a:pt x="4466385" y="87400"/>
                </a:lnTo>
                <a:lnTo>
                  <a:pt x="4466118" y="87742"/>
                </a:lnTo>
                <a:lnTo>
                  <a:pt x="4465889" y="88105"/>
                </a:lnTo>
                <a:lnTo>
                  <a:pt x="4465695" y="88489"/>
                </a:lnTo>
                <a:lnTo>
                  <a:pt x="4465534" y="88890"/>
                </a:lnTo>
                <a:lnTo>
                  <a:pt x="4465401" y="89309"/>
                </a:lnTo>
                <a:lnTo>
                  <a:pt x="4465295" y="89741"/>
                </a:lnTo>
                <a:lnTo>
                  <a:pt x="4465213" y="90187"/>
                </a:lnTo>
                <a:lnTo>
                  <a:pt x="4465151" y="90643"/>
                </a:lnTo>
                <a:lnTo>
                  <a:pt x="4465106" y="91109"/>
                </a:lnTo>
                <a:lnTo>
                  <a:pt x="4465077" y="91582"/>
                </a:lnTo>
                <a:lnTo>
                  <a:pt x="4465059" y="92060"/>
                </a:lnTo>
                <a:lnTo>
                  <a:pt x="4465049" y="92541"/>
                </a:lnTo>
                <a:lnTo>
                  <a:pt x="4465046" y="93025"/>
                </a:lnTo>
                <a:lnTo>
                  <a:pt x="4465045" y="93508"/>
                </a:lnTo>
                <a:lnTo>
                  <a:pt x="4465045" y="112225"/>
                </a:lnTo>
                <a:lnTo>
                  <a:pt x="4465046" y="112619"/>
                </a:lnTo>
                <a:lnTo>
                  <a:pt x="4465049" y="113028"/>
                </a:lnTo>
                <a:lnTo>
                  <a:pt x="4465057" y="113450"/>
                </a:lnTo>
                <a:lnTo>
                  <a:pt x="4465072" y="113881"/>
                </a:lnTo>
                <a:lnTo>
                  <a:pt x="4465098" y="114319"/>
                </a:lnTo>
                <a:lnTo>
                  <a:pt x="4465136" y="114760"/>
                </a:lnTo>
                <a:lnTo>
                  <a:pt x="4465189" y="115203"/>
                </a:lnTo>
                <a:lnTo>
                  <a:pt x="4465260" y="115644"/>
                </a:lnTo>
                <a:lnTo>
                  <a:pt x="4465350" y="116080"/>
                </a:lnTo>
                <a:lnTo>
                  <a:pt x="4465464" y="116509"/>
                </a:lnTo>
                <a:lnTo>
                  <a:pt x="4465602" y="116927"/>
                </a:lnTo>
                <a:lnTo>
                  <a:pt x="4465768" y="117332"/>
                </a:lnTo>
                <a:lnTo>
                  <a:pt x="4465965" y="117721"/>
                </a:lnTo>
                <a:lnTo>
                  <a:pt x="4466193" y="118091"/>
                </a:lnTo>
                <a:lnTo>
                  <a:pt x="4466457" y="118440"/>
                </a:lnTo>
                <a:lnTo>
                  <a:pt x="4466759" y="118763"/>
                </a:lnTo>
                <a:lnTo>
                  <a:pt x="4467101" y="119060"/>
                </a:lnTo>
                <a:lnTo>
                  <a:pt x="4467485" y="119326"/>
                </a:lnTo>
                <a:lnTo>
                  <a:pt x="4467915" y="119559"/>
                </a:lnTo>
                <a:lnTo>
                  <a:pt x="4468392" y="119756"/>
                </a:lnTo>
                <a:lnTo>
                  <a:pt x="4468920" y="119914"/>
                </a:lnTo>
                <a:lnTo>
                  <a:pt x="4469500" y="120030"/>
                </a:lnTo>
                <a:lnTo>
                  <a:pt x="4470136" y="120102"/>
                </a:lnTo>
                <a:lnTo>
                  <a:pt x="4470829" y="120127"/>
                </a:lnTo>
                <a:lnTo>
                  <a:pt x="4471053" y="120125"/>
                </a:lnTo>
                <a:lnTo>
                  <a:pt x="4471290" y="120119"/>
                </a:lnTo>
                <a:lnTo>
                  <a:pt x="4471539" y="120105"/>
                </a:lnTo>
                <a:lnTo>
                  <a:pt x="4471799" y="120080"/>
                </a:lnTo>
                <a:lnTo>
                  <a:pt x="4472070" y="120041"/>
                </a:lnTo>
                <a:lnTo>
                  <a:pt x="4472351" y="119986"/>
                </a:lnTo>
                <a:lnTo>
                  <a:pt x="4472639" y="119911"/>
                </a:lnTo>
                <a:lnTo>
                  <a:pt x="4472936" y="119813"/>
                </a:lnTo>
                <a:lnTo>
                  <a:pt x="4473239" y="119690"/>
                </a:lnTo>
                <a:lnTo>
                  <a:pt x="4473548" y="119539"/>
                </a:lnTo>
                <a:lnTo>
                  <a:pt x="4473862" y="119356"/>
                </a:lnTo>
                <a:lnTo>
                  <a:pt x="4474180" y="119140"/>
                </a:lnTo>
                <a:lnTo>
                  <a:pt x="4474500" y="118886"/>
                </a:lnTo>
                <a:lnTo>
                  <a:pt x="4474823" y="118592"/>
                </a:lnTo>
                <a:lnTo>
                  <a:pt x="4475147" y="118254"/>
                </a:lnTo>
                <a:lnTo>
                  <a:pt x="4475471" y="117871"/>
                </a:lnTo>
                <a:lnTo>
                  <a:pt x="4475795" y="117440"/>
                </a:lnTo>
                <a:lnTo>
                  <a:pt x="4476117" y="116956"/>
                </a:lnTo>
                <a:lnTo>
                  <a:pt x="4476436" y="116417"/>
                </a:lnTo>
                <a:lnTo>
                  <a:pt x="4476752" y="115821"/>
                </a:lnTo>
                <a:lnTo>
                  <a:pt x="4477063" y="115165"/>
                </a:lnTo>
                <a:lnTo>
                  <a:pt x="4477370" y="114444"/>
                </a:lnTo>
                <a:lnTo>
                  <a:pt x="4477670" y="113658"/>
                </a:lnTo>
                <a:lnTo>
                  <a:pt x="4477963" y="112801"/>
                </a:lnTo>
                <a:lnTo>
                  <a:pt x="4479147" y="113635"/>
                </a:lnTo>
                <a:lnTo>
                  <a:pt x="4480337" y="114403"/>
                </a:lnTo>
                <a:lnTo>
                  <a:pt x="4481530" y="115109"/>
                </a:lnTo>
                <a:lnTo>
                  <a:pt x="4482724" y="115754"/>
                </a:lnTo>
                <a:lnTo>
                  <a:pt x="4483917" y="116341"/>
                </a:lnTo>
                <a:lnTo>
                  <a:pt x="4485105" y="116874"/>
                </a:lnTo>
                <a:lnTo>
                  <a:pt x="4486287" y="117354"/>
                </a:lnTo>
                <a:lnTo>
                  <a:pt x="4487459" y="117785"/>
                </a:lnTo>
                <a:lnTo>
                  <a:pt x="4488621" y="118169"/>
                </a:lnTo>
                <a:lnTo>
                  <a:pt x="4489768" y="118509"/>
                </a:lnTo>
                <a:lnTo>
                  <a:pt x="4490900" y="118807"/>
                </a:lnTo>
                <a:lnTo>
                  <a:pt x="4492013" y="119067"/>
                </a:lnTo>
                <a:lnTo>
                  <a:pt x="4493104" y="119290"/>
                </a:lnTo>
                <a:lnTo>
                  <a:pt x="4494172" y="119480"/>
                </a:lnTo>
                <a:lnTo>
                  <a:pt x="4495215" y="119639"/>
                </a:lnTo>
                <a:lnTo>
                  <a:pt x="4496228" y="119770"/>
                </a:lnTo>
                <a:lnTo>
                  <a:pt x="4497212" y="119876"/>
                </a:lnTo>
                <a:lnTo>
                  <a:pt x="4498161" y="119958"/>
                </a:lnTo>
                <a:lnTo>
                  <a:pt x="4499076" y="120021"/>
                </a:lnTo>
                <a:lnTo>
                  <a:pt x="4499952" y="120066"/>
                </a:lnTo>
                <a:lnTo>
                  <a:pt x="4500787" y="120097"/>
                </a:lnTo>
                <a:lnTo>
                  <a:pt x="4501580" y="120115"/>
                </a:lnTo>
                <a:lnTo>
                  <a:pt x="4502327" y="120124"/>
                </a:lnTo>
                <a:lnTo>
                  <a:pt x="4503027" y="120127"/>
                </a:lnTo>
                <a:lnTo>
                  <a:pt x="4506709" y="120045"/>
                </a:lnTo>
                <a:lnTo>
                  <a:pt x="4510146" y="119807"/>
                </a:lnTo>
                <a:lnTo>
                  <a:pt x="4513346" y="119421"/>
                </a:lnTo>
                <a:lnTo>
                  <a:pt x="4516316" y="118899"/>
                </a:lnTo>
                <a:lnTo>
                  <a:pt x="4519065" y="118249"/>
                </a:lnTo>
                <a:lnTo>
                  <a:pt x="4521600" y="117482"/>
                </a:lnTo>
                <a:lnTo>
                  <a:pt x="4523929" y="116607"/>
                </a:lnTo>
                <a:lnTo>
                  <a:pt x="4526061" y="115635"/>
                </a:lnTo>
                <a:lnTo>
                  <a:pt x="4528002" y="114575"/>
                </a:lnTo>
                <a:lnTo>
                  <a:pt x="4529761" y="113437"/>
                </a:lnTo>
                <a:lnTo>
                  <a:pt x="4531346" y="112231"/>
                </a:lnTo>
                <a:lnTo>
                  <a:pt x="4532764" y="110967"/>
                </a:lnTo>
                <a:lnTo>
                  <a:pt x="4534024" y="109654"/>
                </a:lnTo>
                <a:lnTo>
                  <a:pt x="4535133" y="108304"/>
                </a:lnTo>
                <a:lnTo>
                  <a:pt x="4536098" y="106925"/>
                </a:lnTo>
                <a:lnTo>
                  <a:pt x="4536929" y="105527"/>
                </a:lnTo>
                <a:lnTo>
                  <a:pt x="4537633" y="104120"/>
                </a:lnTo>
                <a:lnTo>
                  <a:pt x="4538217" y="102715"/>
                </a:lnTo>
                <a:lnTo>
                  <a:pt x="4538690" y="101320"/>
                </a:lnTo>
                <a:lnTo>
                  <a:pt x="4539059" y="99947"/>
                </a:lnTo>
                <a:lnTo>
                  <a:pt x="4539333" y="98604"/>
                </a:lnTo>
                <a:lnTo>
                  <a:pt x="4539518" y="97302"/>
                </a:lnTo>
                <a:lnTo>
                  <a:pt x="4539624" y="96050"/>
                </a:lnTo>
                <a:lnTo>
                  <a:pt x="4539658" y="94858"/>
                </a:lnTo>
                <a:lnTo>
                  <a:pt x="4539531" y="92432"/>
                </a:lnTo>
                <a:lnTo>
                  <a:pt x="4539165" y="90167"/>
                </a:lnTo>
                <a:lnTo>
                  <a:pt x="4538577" y="88058"/>
                </a:lnTo>
                <a:lnTo>
                  <a:pt x="4537787" y="86098"/>
                </a:lnTo>
                <a:lnTo>
                  <a:pt x="4536813" y="84283"/>
                </a:lnTo>
                <a:lnTo>
                  <a:pt x="4535675" y="82607"/>
                </a:lnTo>
                <a:close/>
                <a:moveTo>
                  <a:pt x="3335840" y="109678"/>
                </a:moveTo>
                <a:lnTo>
                  <a:pt x="3335576" y="109294"/>
                </a:lnTo>
                <a:lnTo>
                  <a:pt x="3335282" y="108952"/>
                </a:lnTo>
                <a:lnTo>
                  <a:pt x="3334961" y="108650"/>
                </a:lnTo>
                <a:lnTo>
                  <a:pt x="3334616" y="108386"/>
                </a:lnTo>
                <a:lnTo>
                  <a:pt x="3334250" y="108157"/>
                </a:lnTo>
                <a:lnTo>
                  <a:pt x="3333867" y="107961"/>
                </a:lnTo>
                <a:lnTo>
                  <a:pt x="3333468" y="107795"/>
                </a:lnTo>
                <a:lnTo>
                  <a:pt x="3333057" y="107657"/>
                </a:lnTo>
                <a:lnTo>
                  <a:pt x="3332637" y="107543"/>
                </a:lnTo>
                <a:lnTo>
                  <a:pt x="3332211" y="107452"/>
                </a:lnTo>
                <a:lnTo>
                  <a:pt x="3331781" y="107382"/>
                </a:lnTo>
                <a:lnTo>
                  <a:pt x="3331351" y="107329"/>
                </a:lnTo>
                <a:lnTo>
                  <a:pt x="3330923" y="107290"/>
                </a:lnTo>
                <a:lnTo>
                  <a:pt x="3330501" y="107265"/>
                </a:lnTo>
                <a:lnTo>
                  <a:pt x="3330087" y="107249"/>
                </a:lnTo>
                <a:lnTo>
                  <a:pt x="3329685" y="107241"/>
                </a:lnTo>
                <a:lnTo>
                  <a:pt x="3329297" y="107239"/>
                </a:lnTo>
                <a:lnTo>
                  <a:pt x="3328926" y="107238"/>
                </a:lnTo>
                <a:lnTo>
                  <a:pt x="3327945" y="107233"/>
                </a:lnTo>
                <a:lnTo>
                  <a:pt x="3327027" y="107219"/>
                </a:lnTo>
                <a:lnTo>
                  <a:pt x="3326168" y="107196"/>
                </a:lnTo>
                <a:lnTo>
                  <a:pt x="3325365" y="107164"/>
                </a:lnTo>
                <a:lnTo>
                  <a:pt x="3324616" y="107125"/>
                </a:lnTo>
                <a:lnTo>
                  <a:pt x="3323920" y="107078"/>
                </a:lnTo>
                <a:lnTo>
                  <a:pt x="3323272" y="107025"/>
                </a:lnTo>
                <a:lnTo>
                  <a:pt x="3322671" y="106966"/>
                </a:lnTo>
                <a:lnTo>
                  <a:pt x="3322115" y="106902"/>
                </a:lnTo>
                <a:lnTo>
                  <a:pt x="3321600" y="106833"/>
                </a:lnTo>
                <a:lnTo>
                  <a:pt x="3321124" y="106760"/>
                </a:lnTo>
                <a:lnTo>
                  <a:pt x="3320684" y="106683"/>
                </a:lnTo>
                <a:lnTo>
                  <a:pt x="3320279" y="106603"/>
                </a:lnTo>
                <a:lnTo>
                  <a:pt x="3319906" y="106521"/>
                </a:lnTo>
                <a:lnTo>
                  <a:pt x="3319561" y="106437"/>
                </a:lnTo>
                <a:lnTo>
                  <a:pt x="3319244" y="106352"/>
                </a:lnTo>
                <a:lnTo>
                  <a:pt x="3318950" y="106266"/>
                </a:lnTo>
                <a:lnTo>
                  <a:pt x="3318678" y="106179"/>
                </a:lnTo>
                <a:lnTo>
                  <a:pt x="3318425" y="106094"/>
                </a:lnTo>
                <a:lnTo>
                  <a:pt x="3318189" y="106009"/>
                </a:lnTo>
                <a:lnTo>
                  <a:pt x="3317966" y="105926"/>
                </a:lnTo>
                <a:lnTo>
                  <a:pt x="3317755" y="105846"/>
                </a:lnTo>
                <a:lnTo>
                  <a:pt x="3317554" y="105768"/>
                </a:lnTo>
                <a:lnTo>
                  <a:pt x="3317359" y="105694"/>
                </a:lnTo>
                <a:lnTo>
                  <a:pt x="3317359" y="63991"/>
                </a:lnTo>
                <a:lnTo>
                  <a:pt x="3317304" y="62266"/>
                </a:lnTo>
                <a:lnTo>
                  <a:pt x="3317138" y="60523"/>
                </a:lnTo>
                <a:lnTo>
                  <a:pt x="3316857" y="58770"/>
                </a:lnTo>
                <a:lnTo>
                  <a:pt x="3316459" y="57016"/>
                </a:lnTo>
                <a:lnTo>
                  <a:pt x="3315940" y="55268"/>
                </a:lnTo>
                <a:lnTo>
                  <a:pt x="3315298" y="53535"/>
                </a:lnTo>
                <a:lnTo>
                  <a:pt x="3314530" y="51824"/>
                </a:lnTo>
                <a:lnTo>
                  <a:pt x="3313631" y="50144"/>
                </a:lnTo>
                <a:lnTo>
                  <a:pt x="3312601" y="48504"/>
                </a:lnTo>
                <a:lnTo>
                  <a:pt x="3311434" y="46910"/>
                </a:lnTo>
                <a:lnTo>
                  <a:pt x="3310129" y="45371"/>
                </a:lnTo>
                <a:lnTo>
                  <a:pt x="3308683" y="43895"/>
                </a:lnTo>
                <a:lnTo>
                  <a:pt x="3307092" y="42491"/>
                </a:lnTo>
                <a:lnTo>
                  <a:pt x="3305353" y="41167"/>
                </a:lnTo>
                <a:lnTo>
                  <a:pt x="3303464" y="39930"/>
                </a:lnTo>
                <a:lnTo>
                  <a:pt x="3301421" y="38789"/>
                </a:lnTo>
                <a:lnTo>
                  <a:pt x="3299222" y="37751"/>
                </a:lnTo>
                <a:lnTo>
                  <a:pt x="3296863" y="36826"/>
                </a:lnTo>
                <a:lnTo>
                  <a:pt x="3294341" y="36021"/>
                </a:lnTo>
                <a:lnTo>
                  <a:pt x="3291653" y="35344"/>
                </a:lnTo>
                <a:lnTo>
                  <a:pt x="3288797" y="34803"/>
                </a:lnTo>
                <a:lnTo>
                  <a:pt x="3285769" y="34407"/>
                </a:lnTo>
                <a:lnTo>
                  <a:pt x="3282567" y="34163"/>
                </a:lnTo>
                <a:lnTo>
                  <a:pt x="3279186" y="34080"/>
                </a:lnTo>
                <a:lnTo>
                  <a:pt x="3278093" y="34081"/>
                </a:lnTo>
                <a:lnTo>
                  <a:pt x="3276895" y="34088"/>
                </a:lnTo>
                <a:lnTo>
                  <a:pt x="3275605" y="34107"/>
                </a:lnTo>
                <a:lnTo>
                  <a:pt x="3274237" y="34145"/>
                </a:lnTo>
                <a:lnTo>
                  <a:pt x="3272805" y="34207"/>
                </a:lnTo>
                <a:lnTo>
                  <a:pt x="3271321" y="34300"/>
                </a:lnTo>
                <a:lnTo>
                  <a:pt x="3269800" y="34429"/>
                </a:lnTo>
                <a:lnTo>
                  <a:pt x="3268254" y="34601"/>
                </a:lnTo>
                <a:lnTo>
                  <a:pt x="3266698" y="34822"/>
                </a:lnTo>
                <a:lnTo>
                  <a:pt x="3265144" y="35098"/>
                </a:lnTo>
                <a:lnTo>
                  <a:pt x="3263607" y="35436"/>
                </a:lnTo>
                <a:lnTo>
                  <a:pt x="3262100" y="35840"/>
                </a:lnTo>
                <a:lnTo>
                  <a:pt x="3260635" y="36318"/>
                </a:lnTo>
                <a:lnTo>
                  <a:pt x="3259228" y="36875"/>
                </a:lnTo>
                <a:lnTo>
                  <a:pt x="3257890" y="37517"/>
                </a:lnTo>
                <a:lnTo>
                  <a:pt x="3256636" y="38252"/>
                </a:lnTo>
                <a:lnTo>
                  <a:pt x="3255479" y="39084"/>
                </a:lnTo>
                <a:lnTo>
                  <a:pt x="3254433" y="40020"/>
                </a:lnTo>
                <a:lnTo>
                  <a:pt x="3253511" y="41066"/>
                </a:lnTo>
                <a:lnTo>
                  <a:pt x="3252726" y="42228"/>
                </a:lnTo>
                <a:lnTo>
                  <a:pt x="3252092" y="43513"/>
                </a:lnTo>
                <a:lnTo>
                  <a:pt x="3251622" y="44925"/>
                </a:lnTo>
                <a:lnTo>
                  <a:pt x="3251331" y="46472"/>
                </a:lnTo>
                <a:lnTo>
                  <a:pt x="3251231" y="48160"/>
                </a:lnTo>
                <a:lnTo>
                  <a:pt x="3251251" y="48870"/>
                </a:lnTo>
                <a:lnTo>
                  <a:pt x="3251313" y="49552"/>
                </a:lnTo>
                <a:lnTo>
                  <a:pt x="3251414" y="50205"/>
                </a:lnTo>
                <a:lnTo>
                  <a:pt x="3251552" y="50830"/>
                </a:lnTo>
                <a:lnTo>
                  <a:pt x="3251727" y="51425"/>
                </a:lnTo>
                <a:lnTo>
                  <a:pt x="3251936" y="51992"/>
                </a:lnTo>
                <a:lnTo>
                  <a:pt x="3252178" y="52529"/>
                </a:lnTo>
                <a:lnTo>
                  <a:pt x="3252452" y="53037"/>
                </a:lnTo>
                <a:lnTo>
                  <a:pt x="3252756" y="53516"/>
                </a:lnTo>
                <a:lnTo>
                  <a:pt x="3253089" y="53965"/>
                </a:lnTo>
                <a:lnTo>
                  <a:pt x="3253449" y="54384"/>
                </a:lnTo>
                <a:lnTo>
                  <a:pt x="3253834" y="54773"/>
                </a:lnTo>
                <a:lnTo>
                  <a:pt x="3254244" y="55132"/>
                </a:lnTo>
                <a:lnTo>
                  <a:pt x="3254676" y="55461"/>
                </a:lnTo>
                <a:lnTo>
                  <a:pt x="3255129" y="55759"/>
                </a:lnTo>
                <a:lnTo>
                  <a:pt x="3255601" y="56027"/>
                </a:lnTo>
                <a:lnTo>
                  <a:pt x="3256092" y="56263"/>
                </a:lnTo>
                <a:lnTo>
                  <a:pt x="3256599" y="56469"/>
                </a:lnTo>
                <a:lnTo>
                  <a:pt x="3257122" y="56643"/>
                </a:lnTo>
                <a:lnTo>
                  <a:pt x="3257658" y="56786"/>
                </a:lnTo>
                <a:lnTo>
                  <a:pt x="3258205" y="56898"/>
                </a:lnTo>
                <a:lnTo>
                  <a:pt x="3258764" y="56978"/>
                </a:lnTo>
                <a:lnTo>
                  <a:pt x="3259331" y="57026"/>
                </a:lnTo>
                <a:lnTo>
                  <a:pt x="3259906" y="57042"/>
                </a:lnTo>
                <a:lnTo>
                  <a:pt x="3260280" y="57033"/>
                </a:lnTo>
                <a:lnTo>
                  <a:pt x="3260677" y="57004"/>
                </a:lnTo>
                <a:lnTo>
                  <a:pt x="3261093" y="56953"/>
                </a:lnTo>
                <a:lnTo>
                  <a:pt x="3261525" y="56880"/>
                </a:lnTo>
                <a:lnTo>
                  <a:pt x="3261970" y="56783"/>
                </a:lnTo>
                <a:lnTo>
                  <a:pt x="3262424" y="56659"/>
                </a:lnTo>
                <a:lnTo>
                  <a:pt x="3262885" y="56507"/>
                </a:lnTo>
                <a:lnTo>
                  <a:pt x="3263348" y="56327"/>
                </a:lnTo>
                <a:lnTo>
                  <a:pt x="3263810" y="56115"/>
                </a:lnTo>
                <a:lnTo>
                  <a:pt x="3264268" y="55871"/>
                </a:lnTo>
                <a:lnTo>
                  <a:pt x="3264719" y="55593"/>
                </a:lnTo>
                <a:lnTo>
                  <a:pt x="3265160" y="55280"/>
                </a:lnTo>
                <a:lnTo>
                  <a:pt x="3265586" y="54929"/>
                </a:lnTo>
                <a:lnTo>
                  <a:pt x="3265995" y="54540"/>
                </a:lnTo>
                <a:lnTo>
                  <a:pt x="3266383" y="54110"/>
                </a:lnTo>
                <a:lnTo>
                  <a:pt x="3266747" y="53638"/>
                </a:lnTo>
                <a:lnTo>
                  <a:pt x="3267083" y="53122"/>
                </a:lnTo>
                <a:lnTo>
                  <a:pt x="3267389" y="52562"/>
                </a:lnTo>
                <a:lnTo>
                  <a:pt x="3267661" y="51954"/>
                </a:lnTo>
                <a:lnTo>
                  <a:pt x="3267895" y="51298"/>
                </a:lnTo>
                <a:lnTo>
                  <a:pt x="3268088" y="50593"/>
                </a:lnTo>
                <a:lnTo>
                  <a:pt x="3268237" y="49836"/>
                </a:lnTo>
                <a:lnTo>
                  <a:pt x="3268339" y="49025"/>
                </a:lnTo>
                <a:lnTo>
                  <a:pt x="3268390" y="48160"/>
                </a:lnTo>
                <a:lnTo>
                  <a:pt x="3268391" y="47974"/>
                </a:lnTo>
                <a:lnTo>
                  <a:pt x="3268396" y="47801"/>
                </a:lnTo>
                <a:lnTo>
                  <a:pt x="3268406" y="47641"/>
                </a:lnTo>
                <a:lnTo>
                  <a:pt x="3268422" y="47493"/>
                </a:lnTo>
                <a:lnTo>
                  <a:pt x="3268446" y="47357"/>
                </a:lnTo>
                <a:lnTo>
                  <a:pt x="3268480" y="47231"/>
                </a:lnTo>
                <a:lnTo>
                  <a:pt x="3268525" y="47115"/>
                </a:lnTo>
                <a:lnTo>
                  <a:pt x="3268582" y="47009"/>
                </a:lnTo>
                <a:lnTo>
                  <a:pt x="3268654" y="46911"/>
                </a:lnTo>
                <a:lnTo>
                  <a:pt x="3268741" y="46821"/>
                </a:lnTo>
                <a:lnTo>
                  <a:pt x="3268845" y="46739"/>
                </a:lnTo>
                <a:lnTo>
                  <a:pt x="3268968" y="46663"/>
                </a:lnTo>
                <a:lnTo>
                  <a:pt x="3269110" y="46594"/>
                </a:lnTo>
                <a:lnTo>
                  <a:pt x="3269275" y="46530"/>
                </a:lnTo>
                <a:lnTo>
                  <a:pt x="3269462" y="46470"/>
                </a:lnTo>
                <a:lnTo>
                  <a:pt x="3269674" y="46415"/>
                </a:lnTo>
                <a:lnTo>
                  <a:pt x="3269912" y="46363"/>
                </a:lnTo>
                <a:lnTo>
                  <a:pt x="3270178" y="46313"/>
                </a:lnTo>
                <a:lnTo>
                  <a:pt x="3270473" y="46266"/>
                </a:lnTo>
                <a:lnTo>
                  <a:pt x="3270799" y="46220"/>
                </a:lnTo>
                <a:lnTo>
                  <a:pt x="3271157" y="46175"/>
                </a:lnTo>
                <a:lnTo>
                  <a:pt x="3271548" y="46129"/>
                </a:lnTo>
                <a:lnTo>
                  <a:pt x="3271975" y="46083"/>
                </a:lnTo>
                <a:lnTo>
                  <a:pt x="3272438" y="46036"/>
                </a:lnTo>
                <a:lnTo>
                  <a:pt x="3272774" y="46013"/>
                </a:lnTo>
                <a:lnTo>
                  <a:pt x="3273109" y="45992"/>
                </a:lnTo>
                <a:lnTo>
                  <a:pt x="3273440" y="45972"/>
                </a:lnTo>
                <a:lnTo>
                  <a:pt x="3273769" y="45954"/>
                </a:lnTo>
                <a:lnTo>
                  <a:pt x="3274095" y="45938"/>
                </a:lnTo>
                <a:lnTo>
                  <a:pt x="3274418" y="45924"/>
                </a:lnTo>
                <a:lnTo>
                  <a:pt x="3274737" y="45911"/>
                </a:lnTo>
                <a:lnTo>
                  <a:pt x="3275052" y="45899"/>
                </a:lnTo>
                <a:lnTo>
                  <a:pt x="3275364" y="45889"/>
                </a:lnTo>
                <a:lnTo>
                  <a:pt x="3275671" y="45880"/>
                </a:lnTo>
                <a:lnTo>
                  <a:pt x="3275973" y="45873"/>
                </a:lnTo>
                <a:lnTo>
                  <a:pt x="3276271" y="45866"/>
                </a:lnTo>
                <a:lnTo>
                  <a:pt x="3276564" y="45861"/>
                </a:lnTo>
                <a:lnTo>
                  <a:pt x="3276851" y="45856"/>
                </a:lnTo>
                <a:lnTo>
                  <a:pt x="3277133" y="45852"/>
                </a:lnTo>
                <a:lnTo>
                  <a:pt x="3277409" y="45849"/>
                </a:lnTo>
                <a:lnTo>
                  <a:pt x="3277679" y="45847"/>
                </a:lnTo>
                <a:lnTo>
                  <a:pt x="3277943" y="45845"/>
                </a:lnTo>
                <a:lnTo>
                  <a:pt x="3278200" y="45844"/>
                </a:lnTo>
                <a:lnTo>
                  <a:pt x="3278451" y="45843"/>
                </a:lnTo>
                <a:lnTo>
                  <a:pt x="3278695" y="45842"/>
                </a:lnTo>
                <a:lnTo>
                  <a:pt x="3278931" y="45842"/>
                </a:lnTo>
                <a:lnTo>
                  <a:pt x="3279159" y="45842"/>
                </a:lnTo>
                <a:lnTo>
                  <a:pt x="3279380" y="45842"/>
                </a:lnTo>
                <a:lnTo>
                  <a:pt x="3281187" y="45873"/>
                </a:lnTo>
                <a:lnTo>
                  <a:pt x="3282943" y="45968"/>
                </a:lnTo>
                <a:lnTo>
                  <a:pt x="3284647" y="46126"/>
                </a:lnTo>
                <a:lnTo>
                  <a:pt x="3286295" y="46349"/>
                </a:lnTo>
                <a:lnTo>
                  <a:pt x="3287886" y="46637"/>
                </a:lnTo>
                <a:lnTo>
                  <a:pt x="3289416" y="46992"/>
                </a:lnTo>
                <a:lnTo>
                  <a:pt x="3290885" y="47413"/>
                </a:lnTo>
                <a:lnTo>
                  <a:pt x="3292289" y="47902"/>
                </a:lnTo>
                <a:lnTo>
                  <a:pt x="3293626" y="48459"/>
                </a:lnTo>
                <a:lnTo>
                  <a:pt x="3294894" y="49085"/>
                </a:lnTo>
                <a:lnTo>
                  <a:pt x="3296090" y="49782"/>
                </a:lnTo>
                <a:lnTo>
                  <a:pt x="3297212" y="50549"/>
                </a:lnTo>
                <a:lnTo>
                  <a:pt x="3298258" y="51387"/>
                </a:lnTo>
                <a:lnTo>
                  <a:pt x="3299225" y="52298"/>
                </a:lnTo>
                <a:lnTo>
                  <a:pt x="3300111" y="53281"/>
                </a:lnTo>
                <a:lnTo>
                  <a:pt x="3300914" y="54338"/>
                </a:lnTo>
                <a:lnTo>
                  <a:pt x="3301631" y="55469"/>
                </a:lnTo>
                <a:lnTo>
                  <a:pt x="3302261" y="56676"/>
                </a:lnTo>
                <a:lnTo>
                  <a:pt x="3302799" y="57958"/>
                </a:lnTo>
                <a:lnTo>
                  <a:pt x="3303246" y="59318"/>
                </a:lnTo>
                <a:lnTo>
                  <a:pt x="3303597" y="60754"/>
                </a:lnTo>
                <a:lnTo>
                  <a:pt x="3303850" y="62269"/>
                </a:lnTo>
                <a:lnTo>
                  <a:pt x="3304004" y="63862"/>
                </a:lnTo>
                <a:lnTo>
                  <a:pt x="3304056" y="65536"/>
                </a:lnTo>
                <a:lnTo>
                  <a:pt x="3299846" y="65655"/>
                </a:lnTo>
                <a:lnTo>
                  <a:pt x="3295749" y="65869"/>
                </a:lnTo>
                <a:lnTo>
                  <a:pt x="3291773" y="66178"/>
                </a:lnTo>
                <a:lnTo>
                  <a:pt x="3287923" y="66581"/>
                </a:lnTo>
                <a:lnTo>
                  <a:pt x="3284204" y="67077"/>
                </a:lnTo>
                <a:lnTo>
                  <a:pt x="3280622" y="67668"/>
                </a:lnTo>
                <a:lnTo>
                  <a:pt x="3277184" y="68353"/>
                </a:lnTo>
                <a:lnTo>
                  <a:pt x="3273894" y="69132"/>
                </a:lnTo>
                <a:lnTo>
                  <a:pt x="3270759" y="70005"/>
                </a:lnTo>
                <a:lnTo>
                  <a:pt x="3267785" y="70972"/>
                </a:lnTo>
                <a:lnTo>
                  <a:pt x="3264977" y="72032"/>
                </a:lnTo>
                <a:lnTo>
                  <a:pt x="3262340" y="73186"/>
                </a:lnTo>
                <a:lnTo>
                  <a:pt x="3259882" y="74433"/>
                </a:lnTo>
                <a:lnTo>
                  <a:pt x="3257606" y="75774"/>
                </a:lnTo>
                <a:lnTo>
                  <a:pt x="3255520" y="77208"/>
                </a:lnTo>
                <a:lnTo>
                  <a:pt x="3253630" y="78735"/>
                </a:lnTo>
                <a:lnTo>
                  <a:pt x="3251940" y="80356"/>
                </a:lnTo>
                <a:lnTo>
                  <a:pt x="3250456" y="82070"/>
                </a:lnTo>
                <a:lnTo>
                  <a:pt x="3249185" y="83876"/>
                </a:lnTo>
                <a:lnTo>
                  <a:pt x="3248132" y="85776"/>
                </a:lnTo>
                <a:lnTo>
                  <a:pt x="3247303" y="87769"/>
                </a:lnTo>
                <a:lnTo>
                  <a:pt x="3246704" y="89854"/>
                </a:lnTo>
                <a:lnTo>
                  <a:pt x="3246340" y="92032"/>
                </a:lnTo>
                <a:lnTo>
                  <a:pt x="3246218" y="94302"/>
                </a:lnTo>
                <a:lnTo>
                  <a:pt x="3246281" y="95959"/>
                </a:lnTo>
                <a:lnTo>
                  <a:pt x="3246468" y="97603"/>
                </a:lnTo>
                <a:lnTo>
                  <a:pt x="3246778" y="99229"/>
                </a:lnTo>
                <a:lnTo>
                  <a:pt x="3247209" y="100831"/>
                </a:lnTo>
                <a:lnTo>
                  <a:pt x="3247758" y="102406"/>
                </a:lnTo>
                <a:lnTo>
                  <a:pt x="3248423" y="103946"/>
                </a:lnTo>
                <a:lnTo>
                  <a:pt x="3249203" y="105448"/>
                </a:lnTo>
                <a:lnTo>
                  <a:pt x="3250095" y="106906"/>
                </a:lnTo>
                <a:lnTo>
                  <a:pt x="3251098" y="108316"/>
                </a:lnTo>
                <a:lnTo>
                  <a:pt x="3252209" y="109671"/>
                </a:lnTo>
                <a:lnTo>
                  <a:pt x="3253427" y="110968"/>
                </a:lnTo>
                <a:lnTo>
                  <a:pt x="3254749" y="112200"/>
                </a:lnTo>
                <a:lnTo>
                  <a:pt x="3256174" y="113363"/>
                </a:lnTo>
                <a:lnTo>
                  <a:pt x="3257699" y="114452"/>
                </a:lnTo>
                <a:lnTo>
                  <a:pt x="3259322" y="115461"/>
                </a:lnTo>
                <a:lnTo>
                  <a:pt x="3261042" y="116386"/>
                </a:lnTo>
                <a:lnTo>
                  <a:pt x="3262856" y="117221"/>
                </a:lnTo>
                <a:lnTo>
                  <a:pt x="3264763" y="117961"/>
                </a:lnTo>
                <a:lnTo>
                  <a:pt x="3266760" y="118602"/>
                </a:lnTo>
                <a:lnTo>
                  <a:pt x="3268845" y="119137"/>
                </a:lnTo>
                <a:lnTo>
                  <a:pt x="3271017" y="119563"/>
                </a:lnTo>
                <a:lnTo>
                  <a:pt x="3273273" y="119873"/>
                </a:lnTo>
                <a:lnTo>
                  <a:pt x="3275611" y="120063"/>
                </a:lnTo>
                <a:lnTo>
                  <a:pt x="3278030" y="120127"/>
                </a:lnTo>
                <a:lnTo>
                  <a:pt x="3278946" y="120120"/>
                </a:lnTo>
                <a:lnTo>
                  <a:pt x="3279910" y="120097"/>
                </a:lnTo>
                <a:lnTo>
                  <a:pt x="3280916" y="120057"/>
                </a:lnTo>
                <a:lnTo>
                  <a:pt x="3281963" y="119999"/>
                </a:lnTo>
                <a:lnTo>
                  <a:pt x="3283046" y="119922"/>
                </a:lnTo>
                <a:lnTo>
                  <a:pt x="3284164" y="119823"/>
                </a:lnTo>
                <a:lnTo>
                  <a:pt x="3285311" y="119702"/>
                </a:lnTo>
                <a:lnTo>
                  <a:pt x="3286485" y="119556"/>
                </a:lnTo>
                <a:lnTo>
                  <a:pt x="3287682" y="119385"/>
                </a:lnTo>
                <a:lnTo>
                  <a:pt x="3288899" y="119188"/>
                </a:lnTo>
                <a:lnTo>
                  <a:pt x="3290133" y="118962"/>
                </a:lnTo>
                <a:lnTo>
                  <a:pt x="3291381" y="118706"/>
                </a:lnTo>
                <a:lnTo>
                  <a:pt x="3292639" y="118419"/>
                </a:lnTo>
                <a:lnTo>
                  <a:pt x="3293903" y="118100"/>
                </a:lnTo>
                <a:lnTo>
                  <a:pt x="3295170" y="117746"/>
                </a:lnTo>
                <a:lnTo>
                  <a:pt x="3296438" y="117358"/>
                </a:lnTo>
                <a:lnTo>
                  <a:pt x="3297702" y="116932"/>
                </a:lnTo>
                <a:lnTo>
                  <a:pt x="3298960" y="116468"/>
                </a:lnTo>
                <a:lnTo>
                  <a:pt x="3300207" y="115964"/>
                </a:lnTo>
                <a:lnTo>
                  <a:pt x="3301441" y="115420"/>
                </a:lnTo>
                <a:lnTo>
                  <a:pt x="3302659" y="114833"/>
                </a:lnTo>
                <a:lnTo>
                  <a:pt x="3303856" y="114201"/>
                </a:lnTo>
                <a:lnTo>
                  <a:pt x="3305030" y="113525"/>
                </a:lnTo>
                <a:lnTo>
                  <a:pt x="3306177" y="112801"/>
                </a:lnTo>
                <a:lnTo>
                  <a:pt x="3306733" y="113522"/>
                </a:lnTo>
                <a:lnTo>
                  <a:pt x="3307338" y="114185"/>
                </a:lnTo>
                <a:lnTo>
                  <a:pt x="3307989" y="114792"/>
                </a:lnTo>
                <a:lnTo>
                  <a:pt x="3308684" y="115345"/>
                </a:lnTo>
                <a:lnTo>
                  <a:pt x="3309418" y="115848"/>
                </a:lnTo>
                <a:lnTo>
                  <a:pt x="3310190" y="116303"/>
                </a:lnTo>
                <a:lnTo>
                  <a:pt x="3310996" y="116711"/>
                </a:lnTo>
                <a:lnTo>
                  <a:pt x="3311833" y="117076"/>
                </a:lnTo>
                <a:lnTo>
                  <a:pt x="3312698" y="117401"/>
                </a:lnTo>
                <a:lnTo>
                  <a:pt x="3313588" y="117686"/>
                </a:lnTo>
                <a:lnTo>
                  <a:pt x="3314500" y="117935"/>
                </a:lnTo>
                <a:lnTo>
                  <a:pt x="3315432" y="118151"/>
                </a:lnTo>
                <a:lnTo>
                  <a:pt x="3316379" y="118335"/>
                </a:lnTo>
                <a:lnTo>
                  <a:pt x="3317340" y="118491"/>
                </a:lnTo>
                <a:lnTo>
                  <a:pt x="3318310" y="118620"/>
                </a:lnTo>
                <a:lnTo>
                  <a:pt x="3319288" y="118725"/>
                </a:lnTo>
                <a:lnTo>
                  <a:pt x="3320269" y="118809"/>
                </a:lnTo>
                <a:lnTo>
                  <a:pt x="3321252" y="118874"/>
                </a:lnTo>
                <a:lnTo>
                  <a:pt x="3322232" y="118921"/>
                </a:lnTo>
                <a:lnTo>
                  <a:pt x="3323208" y="118955"/>
                </a:lnTo>
                <a:lnTo>
                  <a:pt x="3324175" y="118977"/>
                </a:lnTo>
                <a:lnTo>
                  <a:pt x="3325131" y="118990"/>
                </a:lnTo>
                <a:lnTo>
                  <a:pt x="3326074" y="118996"/>
                </a:lnTo>
                <a:lnTo>
                  <a:pt x="3326999" y="118997"/>
                </a:lnTo>
                <a:lnTo>
                  <a:pt x="3327667" y="118997"/>
                </a:lnTo>
                <a:lnTo>
                  <a:pt x="3328323" y="118994"/>
                </a:lnTo>
                <a:lnTo>
                  <a:pt x="3328963" y="118986"/>
                </a:lnTo>
                <a:lnTo>
                  <a:pt x="3329587" y="118970"/>
                </a:lnTo>
                <a:lnTo>
                  <a:pt x="3330194" y="118943"/>
                </a:lnTo>
                <a:lnTo>
                  <a:pt x="3330782" y="118904"/>
                </a:lnTo>
                <a:lnTo>
                  <a:pt x="3331351" y="118849"/>
                </a:lnTo>
                <a:lnTo>
                  <a:pt x="3331897" y="118776"/>
                </a:lnTo>
                <a:lnTo>
                  <a:pt x="3332421" y="118682"/>
                </a:lnTo>
                <a:lnTo>
                  <a:pt x="3332921" y="118565"/>
                </a:lnTo>
                <a:lnTo>
                  <a:pt x="3333396" y="118422"/>
                </a:lnTo>
                <a:lnTo>
                  <a:pt x="3333843" y="118250"/>
                </a:lnTo>
                <a:lnTo>
                  <a:pt x="3334263" y="118048"/>
                </a:lnTo>
                <a:lnTo>
                  <a:pt x="3334653" y="117811"/>
                </a:lnTo>
                <a:lnTo>
                  <a:pt x="3335012" y="117538"/>
                </a:lnTo>
                <a:lnTo>
                  <a:pt x="3335339" y="117227"/>
                </a:lnTo>
                <a:lnTo>
                  <a:pt x="3335633" y="116874"/>
                </a:lnTo>
                <a:lnTo>
                  <a:pt x="3335892" y="116476"/>
                </a:lnTo>
                <a:lnTo>
                  <a:pt x="3336115" y="116033"/>
                </a:lnTo>
                <a:lnTo>
                  <a:pt x="3336300" y="115539"/>
                </a:lnTo>
                <a:lnTo>
                  <a:pt x="3336446" y="114994"/>
                </a:lnTo>
                <a:lnTo>
                  <a:pt x="3336552" y="114395"/>
                </a:lnTo>
                <a:lnTo>
                  <a:pt x="3336617" y="113738"/>
                </a:lnTo>
                <a:lnTo>
                  <a:pt x="3336639" y="113022"/>
                </a:lnTo>
                <a:lnTo>
                  <a:pt x="3336614" y="112329"/>
                </a:lnTo>
                <a:lnTo>
                  <a:pt x="3336543" y="111693"/>
                </a:lnTo>
                <a:lnTo>
                  <a:pt x="3336426" y="111113"/>
                </a:lnTo>
                <a:lnTo>
                  <a:pt x="3336269" y="110585"/>
                </a:lnTo>
                <a:lnTo>
                  <a:pt x="3336072" y="110108"/>
                </a:lnTo>
                <a:lnTo>
                  <a:pt x="3335840" y="109678"/>
                </a:lnTo>
                <a:close/>
                <a:moveTo>
                  <a:pt x="3303939" y="96414"/>
                </a:moveTo>
                <a:lnTo>
                  <a:pt x="3303869" y="96940"/>
                </a:lnTo>
                <a:lnTo>
                  <a:pt x="3303778" y="97462"/>
                </a:lnTo>
                <a:lnTo>
                  <a:pt x="3303659" y="97979"/>
                </a:lnTo>
                <a:lnTo>
                  <a:pt x="3303512" y="98491"/>
                </a:lnTo>
                <a:lnTo>
                  <a:pt x="3303332" y="98999"/>
                </a:lnTo>
                <a:lnTo>
                  <a:pt x="3303116" y="99501"/>
                </a:lnTo>
                <a:lnTo>
                  <a:pt x="3302861" y="99999"/>
                </a:lnTo>
                <a:lnTo>
                  <a:pt x="3302563" y="100491"/>
                </a:lnTo>
                <a:lnTo>
                  <a:pt x="3302220" y="100978"/>
                </a:lnTo>
                <a:lnTo>
                  <a:pt x="3301828" y="101460"/>
                </a:lnTo>
                <a:lnTo>
                  <a:pt x="3301384" y="101937"/>
                </a:lnTo>
                <a:lnTo>
                  <a:pt x="3300884" y="102408"/>
                </a:lnTo>
                <a:lnTo>
                  <a:pt x="3300325" y="102874"/>
                </a:lnTo>
                <a:lnTo>
                  <a:pt x="3299705" y="103334"/>
                </a:lnTo>
                <a:lnTo>
                  <a:pt x="3299019" y="103788"/>
                </a:lnTo>
                <a:lnTo>
                  <a:pt x="3298264" y="104237"/>
                </a:lnTo>
                <a:lnTo>
                  <a:pt x="3297438" y="104680"/>
                </a:lnTo>
                <a:lnTo>
                  <a:pt x="3296537" y="105117"/>
                </a:lnTo>
                <a:lnTo>
                  <a:pt x="3295661" y="105507"/>
                </a:lnTo>
                <a:lnTo>
                  <a:pt x="3294771" y="105864"/>
                </a:lnTo>
                <a:lnTo>
                  <a:pt x="3293870" y="106190"/>
                </a:lnTo>
                <a:lnTo>
                  <a:pt x="3292963" y="106487"/>
                </a:lnTo>
                <a:lnTo>
                  <a:pt x="3292054" y="106755"/>
                </a:lnTo>
                <a:lnTo>
                  <a:pt x="3291145" y="106996"/>
                </a:lnTo>
                <a:lnTo>
                  <a:pt x="3290242" y="107213"/>
                </a:lnTo>
                <a:lnTo>
                  <a:pt x="3289347" y="107405"/>
                </a:lnTo>
                <a:lnTo>
                  <a:pt x="3288465" y="107574"/>
                </a:lnTo>
                <a:lnTo>
                  <a:pt x="3287600" y="107723"/>
                </a:lnTo>
                <a:lnTo>
                  <a:pt x="3286755" y="107851"/>
                </a:lnTo>
                <a:lnTo>
                  <a:pt x="3285934" y="107961"/>
                </a:lnTo>
                <a:lnTo>
                  <a:pt x="3285142" y="108055"/>
                </a:lnTo>
                <a:lnTo>
                  <a:pt x="3284381" y="108133"/>
                </a:lnTo>
                <a:lnTo>
                  <a:pt x="3283656" y="108196"/>
                </a:lnTo>
                <a:lnTo>
                  <a:pt x="3282971" y="108247"/>
                </a:lnTo>
                <a:lnTo>
                  <a:pt x="3282330" y="108287"/>
                </a:lnTo>
                <a:lnTo>
                  <a:pt x="3281736" y="108317"/>
                </a:lnTo>
                <a:lnTo>
                  <a:pt x="3281193" y="108338"/>
                </a:lnTo>
                <a:lnTo>
                  <a:pt x="3280705" y="108353"/>
                </a:lnTo>
                <a:lnTo>
                  <a:pt x="3280276" y="108362"/>
                </a:lnTo>
                <a:lnTo>
                  <a:pt x="3279909" y="108366"/>
                </a:lnTo>
                <a:lnTo>
                  <a:pt x="3279610" y="108368"/>
                </a:lnTo>
                <a:lnTo>
                  <a:pt x="3279380" y="108368"/>
                </a:lnTo>
                <a:lnTo>
                  <a:pt x="3277907" y="108334"/>
                </a:lnTo>
                <a:lnTo>
                  <a:pt x="3276478" y="108235"/>
                </a:lnTo>
                <a:lnTo>
                  <a:pt x="3275095" y="108072"/>
                </a:lnTo>
                <a:lnTo>
                  <a:pt x="3273758" y="107848"/>
                </a:lnTo>
                <a:lnTo>
                  <a:pt x="3272471" y="107565"/>
                </a:lnTo>
                <a:lnTo>
                  <a:pt x="3271234" y="107226"/>
                </a:lnTo>
                <a:lnTo>
                  <a:pt x="3270049" y="106834"/>
                </a:lnTo>
                <a:lnTo>
                  <a:pt x="3268918" y="106390"/>
                </a:lnTo>
                <a:lnTo>
                  <a:pt x="3267843" y="105897"/>
                </a:lnTo>
                <a:lnTo>
                  <a:pt x="3266825" y="105358"/>
                </a:lnTo>
                <a:lnTo>
                  <a:pt x="3265866" y="104775"/>
                </a:lnTo>
                <a:lnTo>
                  <a:pt x="3264967" y="104151"/>
                </a:lnTo>
                <a:lnTo>
                  <a:pt x="3264131" y="103487"/>
                </a:lnTo>
                <a:lnTo>
                  <a:pt x="3263359" y="102786"/>
                </a:lnTo>
                <a:lnTo>
                  <a:pt x="3262652" y="102051"/>
                </a:lnTo>
                <a:lnTo>
                  <a:pt x="3262013" y="101284"/>
                </a:lnTo>
                <a:lnTo>
                  <a:pt x="3261442" y="100488"/>
                </a:lnTo>
                <a:lnTo>
                  <a:pt x="3260942" y="99665"/>
                </a:lnTo>
                <a:lnTo>
                  <a:pt x="3260515" y="98817"/>
                </a:lnTo>
                <a:lnTo>
                  <a:pt x="3260161" y="97947"/>
                </a:lnTo>
                <a:lnTo>
                  <a:pt x="3259884" y="97057"/>
                </a:lnTo>
                <a:lnTo>
                  <a:pt x="3259683" y="96150"/>
                </a:lnTo>
                <a:lnTo>
                  <a:pt x="3259561" y="95228"/>
                </a:lnTo>
                <a:lnTo>
                  <a:pt x="3259521" y="94293"/>
                </a:lnTo>
                <a:lnTo>
                  <a:pt x="3259606" y="93125"/>
                </a:lnTo>
                <a:lnTo>
                  <a:pt x="3259863" y="91982"/>
                </a:lnTo>
                <a:lnTo>
                  <a:pt x="3260288" y="90866"/>
                </a:lnTo>
                <a:lnTo>
                  <a:pt x="3260878" y="89780"/>
                </a:lnTo>
                <a:lnTo>
                  <a:pt x="3261632" y="88726"/>
                </a:lnTo>
                <a:lnTo>
                  <a:pt x="3262548" y="87704"/>
                </a:lnTo>
                <a:lnTo>
                  <a:pt x="3263623" y="86717"/>
                </a:lnTo>
                <a:lnTo>
                  <a:pt x="3264854" y="85766"/>
                </a:lnTo>
                <a:lnTo>
                  <a:pt x="3266241" y="84854"/>
                </a:lnTo>
                <a:lnTo>
                  <a:pt x="3267779" y="83981"/>
                </a:lnTo>
                <a:lnTo>
                  <a:pt x="3269468" y="83150"/>
                </a:lnTo>
                <a:lnTo>
                  <a:pt x="3271305" y="82363"/>
                </a:lnTo>
                <a:lnTo>
                  <a:pt x="3273287" y="81620"/>
                </a:lnTo>
                <a:lnTo>
                  <a:pt x="3275413" y="80925"/>
                </a:lnTo>
                <a:lnTo>
                  <a:pt x="3277679" y="80278"/>
                </a:lnTo>
                <a:lnTo>
                  <a:pt x="3280085" y="79682"/>
                </a:lnTo>
                <a:lnTo>
                  <a:pt x="3282627" y="79138"/>
                </a:lnTo>
                <a:lnTo>
                  <a:pt x="3285304" y="78648"/>
                </a:lnTo>
                <a:lnTo>
                  <a:pt x="3288112" y="78214"/>
                </a:lnTo>
                <a:lnTo>
                  <a:pt x="3291050" y="77837"/>
                </a:lnTo>
                <a:lnTo>
                  <a:pt x="3294116" y="77519"/>
                </a:lnTo>
                <a:lnTo>
                  <a:pt x="3297307" y="77262"/>
                </a:lnTo>
                <a:lnTo>
                  <a:pt x="3300621" y="77068"/>
                </a:lnTo>
                <a:lnTo>
                  <a:pt x="3304056" y="76939"/>
                </a:lnTo>
                <a:lnTo>
                  <a:pt x="3304056" y="93164"/>
                </a:lnTo>
                <a:lnTo>
                  <a:pt x="3304055" y="93716"/>
                </a:lnTo>
                <a:lnTo>
                  <a:pt x="3304052" y="94264"/>
                </a:lnTo>
                <a:lnTo>
                  <a:pt x="3304041" y="94808"/>
                </a:lnTo>
                <a:lnTo>
                  <a:pt x="3304021" y="95347"/>
                </a:lnTo>
                <a:lnTo>
                  <a:pt x="3303988" y="95883"/>
                </a:lnTo>
                <a:lnTo>
                  <a:pt x="3303939" y="96414"/>
                </a:lnTo>
                <a:close/>
                <a:moveTo>
                  <a:pt x="2525853" y="109294"/>
                </a:moveTo>
                <a:lnTo>
                  <a:pt x="2525559" y="108952"/>
                </a:lnTo>
                <a:lnTo>
                  <a:pt x="2525238" y="108650"/>
                </a:lnTo>
                <a:lnTo>
                  <a:pt x="2524893" y="108386"/>
                </a:lnTo>
                <a:lnTo>
                  <a:pt x="2524527" y="108157"/>
                </a:lnTo>
                <a:lnTo>
                  <a:pt x="2524144" y="107961"/>
                </a:lnTo>
                <a:lnTo>
                  <a:pt x="2523745" y="107795"/>
                </a:lnTo>
                <a:lnTo>
                  <a:pt x="2523334" y="107657"/>
                </a:lnTo>
                <a:lnTo>
                  <a:pt x="2522914" y="107543"/>
                </a:lnTo>
                <a:lnTo>
                  <a:pt x="2522487" y="107452"/>
                </a:lnTo>
                <a:lnTo>
                  <a:pt x="2522058" y="107382"/>
                </a:lnTo>
                <a:lnTo>
                  <a:pt x="2521628" y="107329"/>
                </a:lnTo>
                <a:lnTo>
                  <a:pt x="2521200" y="107290"/>
                </a:lnTo>
                <a:lnTo>
                  <a:pt x="2520778" y="107265"/>
                </a:lnTo>
                <a:lnTo>
                  <a:pt x="2520364" y="107249"/>
                </a:lnTo>
                <a:lnTo>
                  <a:pt x="2519962" y="107241"/>
                </a:lnTo>
                <a:lnTo>
                  <a:pt x="2519574" y="107239"/>
                </a:lnTo>
                <a:lnTo>
                  <a:pt x="2519203" y="107238"/>
                </a:lnTo>
                <a:lnTo>
                  <a:pt x="2518222" y="107233"/>
                </a:lnTo>
                <a:lnTo>
                  <a:pt x="2517304" y="107219"/>
                </a:lnTo>
                <a:lnTo>
                  <a:pt x="2516444" y="107196"/>
                </a:lnTo>
                <a:lnTo>
                  <a:pt x="2515642" y="107164"/>
                </a:lnTo>
                <a:lnTo>
                  <a:pt x="2514893" y="107125"/>
                </a:lnTo>
                <a:lnTo>
                  <a:pt x="2514197" y="107078"/>
                </a:lnTo>
                <a:lnTo>
                  <a:pt x="2513549" y="107025"/>
                </a:lnTo>
                <a:lnTo>
                  <a:pt x="2512948" y="106966"/>
                </a:lnTo>
                <a:lnTo>
                  <a:pt x="2512391" y="106902"/>
                </a:lnTo>
                <a:lnTo>
                  <a:pt x="2511876" y="106833"/>
                </a:lnTo>
                <a:lnTo>
                  <a:pt x="2511400" y="106760"/>
                </a:lnTo>
                <a:lnTo>
                  <a:pt x="2510961" y="106683"/>
                </a:lnTo>
                <a:lnTo>
                  <a:pt x="2510556" y="106603"/>
                </a:lnTo>
                <a:lnTo>
                  <a:pt x="2510183" y="106521"/>
                </a:lnTo>
                <a:lnTo>
                  <a:pt x="2509838" y="106437"/>
                </a:lnTo>
                <a:lnTo>
                  <a:pt x="2509520" y="106352"/>
                </a:lnTo>
                <a:lnTo>
                  <a:pt x="2509227" y="106266"/>
                </a:lnTo>
                <a:lnTo>
                  <a:pt x="2508955" y="106179"/>
                </a:lnTo>
                <a:lnTo>
                  <a:pt x="2508702" y="106094"/>
                </a:lnTo>
                <a:lnTo>
                  <a:pt x="2508465" y="106009"/>
                </a:lnTo>
                <a:lnTo>
                  <a:pt x="2508243" y="105926"/>
                </a:lnTo>
                <a:lnTo>
                  <a:pt x="2508032" y="105846"/>
                </a:lnTo>
                <a:lnTo>
                  <a:pt x="2507831" y="105768"/>
                </a:lnTo>
                <a:lnTo>
                  <a:pt x="2507635" y="105694"/>
                </a:lnTo>
                <a:lnTo>
                  <a:pt x="2507635" y="63991"/>
                </a:lnTo>
                <a:lnTo>
                  <a:pt x="2507581" y="62266"/>
                </a:lnTo>
                <a:lnTo>
                  <a:pt x="2507415" y="60523"/>
                </a:lnTo>
                <a:lnTo>
                  <a:pt x="2507134" y="58770"/>
                </a:lnTo>
                <a:lnTo>
                  <a:pt x="2506736" y="57016"/>
                </a:lnTo>
                <a:lnTo>
                  <a:pt x="2506217" y="55268"/>
                </a:lnTo>
                <a:lnTo>
                  <a:pt x="2505575" y="53535"/>
                </a:lnTo>
                <a:lnTo>
                  <a:pt x="2504806" y="51824"/>
                </a:lnTo>
                <a:lnTo>
                  <a:pt x="2503908" y="50144"/>
                </a:lnTo>
                <a:lnTo>
                  <a:pt x="2502877" y="48504"/>
                </a:lnTo>
                <a:lnTo>
                  <a:pt x="2501711" y="46910"/>
                </a:lnTo>
                <a:lnTo>
                  <a:pt x="2500406" y="45371"/>
                </a:lnTo>
                <a:lnTo>
                  <a:pt x="2498960" y="43895"/>
                </a:lnTo>
                <a:lnTo>
                  <a:pt x="2497369" y="42491"/>
                </a:lnTo>
                <a:lnTo>
                  <a:pt x="2495630" y="41167"/>
                </a:lnTo>
                <a:lnTo>
                  <a:pt x="2493741" y="39930"/>
                </a:lnTo>
                <a:lnTo>
                  <a:pt x="2491698" y="38789"/>
                </a:lnTo>
                <a:lnTo>
                  <a:pt x="2489499" y="37751"/>
                </a:lnTo>
                <a:lnTo>
                  <a:pt x="2487139" y="36826"/>
                </a:lnTo>
                <a:lnTo>
                  <a:pt x="2484618" y="36021"/>
                </a:lnTo>
                <a:lnTo>
                  <a:pt x="2481930" y="35344"/>
                </a:lnTo>
                <a:lnTo>
                  <a:pt x="2479074" y="34803"/>
                </a:lnTo>
                <a:lnTo>
                  <a:pt x="2476046" y="34407"/>
                </a:lnTo>
                <a:lnTo>
                  <a:pt x="2472843" y="34163"/>
                </a:lnTo>
                <a:lnTo>
                  <a:pt x="2469463" y="34080"/>
                </a:lnTo>
                <a:lnTo>
                  <a:pt x="2468370" y="34081"/>
                </a:lnTo>
                <a:lnTo>
                  <a:pt x="2467172" y="34088"/>
                </a:lnTo>
                <a:lnTo>
                  <a:pt x="2465882" y="34107"/>
                </a:lnTo>
                <a:lnTo>
                  <a:pt x="2464514" y="34145"/>
                </a:lnTo>
                <a:lnTo>
                  <a:pt x="2463081" y="34207"/>
                </a:lnTo>
                <a:lnTo>
                  <a:pt x="2461598" y="34300"/>
                </a:lnTo>
                <a:lnTo>
                  <a:pt x="2460076" y="34429"/>
                </a:lnTo>
                <a:lnTo>
                  <a:pt x="2458531" y="34601"/>
                </a:lnTo>
                <a:lnTo>
                  <a:pt x="2456975" y="34822"/>
                </a:lnTo>
                <a:lnTo>
                  <a:pt x="2455421" y="35098"/>
                </a:lnTo>
                <a:lnTo>
                  <a:pt x="2453884" y="35436"/>
                </a:lnTo>
                <a:lnTo>
                  <a:pt x="2452377" y="35840"/>
                </a:lnTo>
                <a:lnTo>
                  <a:pt x="2450912" y="36318"/>
                </a:lnTo>
                <a:lnTo>
                  <a:pt x="2449504" y="36875"/>
                </a:lnTo>
                <a:lnTo>
                  <a:pt x="2448167" y="37517"/>
                </a:lnTo>
                <a:lnTo>
                  <a:pt x="2446913" y="38252"/>
                </a:lnTo>
                <a:lnTo>
                  <a:pt x="2445756" y="39084"/>
                </a:lnTo>
                <a:lnTo>
                  <a:pt x="2444710" y="40020"/>
                </a:lnTo>
                <a:lnTo>
                  <a:pt x="2443787" y="41066"/>
                </a:lnTo>
                <a:lnTo>
                  <a:pt x="2443002" y="42228"/>
                </a:lnTo>
                <a:lnTo>
                  <a:pt x="2442369" y="43513"/>
                </a:lnTo>
                <a:lnTo>
                  <a:pt x="2441899" y="44925"/>
                </a:lnTo>
                <a:lnTo>
                  <a:pt x="2441608" y="46472"/>
                </a:lnTo>
                <a:lnTo>
                  <a:pt x="2441507" y="48160"/>
                </a:lnTo>
                <a:lnTo>
                  <a:pt x="2441528" y="48870"/>
                </a:lnTo>
                <a:lnTo>
                  <a:pt x="2441590" y="49552"/>
                </a:lnTo>
                <a:lnTo>
                  <a:pt x="2441690" y="50205"/>
                </a:lnTo>
                <a:lnTo>
                  <a:pt x="2441829" y="50830"/>
                </a:lnTo>
                <a:lnTo>
                  <a:pt x="2442003" y="51425"/>
                </a:lnTo>
                <a:lnTo>
                  <a:pt x="2442213" y="51992"/>
                </a:lnTo>
                <a:lnTo>
                  <a:pt x="2442455" y="52529"/>
                </a:lnTo>
                <a:lnTo>
                  <a:pt x="2442729" y="53037"/>
                </a:lnTo>
                <a:lnTo>
                  <a:pt x="2443033" y="53516"/>
                </a:lnTo>
                <a:lnTo>
                  <a:pt x="2443366" y="53965"/>
                </a:lnTo>
                <a:lnTo>
                  <a:pt x="2443725" y="54384"/>
                </a:lnTo>
                <a:lnTo>
                  <a:pt x="2444111" y="54773"/>
                </a:lnTo>
                <a:lnTo>
                  <a:pt x="2444520" y="55132"/>
                </a:lnTo>
                <a:lnTo>
                  <a:pt x="2444952" y="55461"/>
                </a:lnTo>
                <a:lnTo>
                  <a:pt x="2445406" y="55759"/>
                </a:lnTo>
                <a:lnTo>
                  <a:pt x="2445878" y="56027"/>
                </a:lnTo>
                <a:lnTo>
                  <a:pt x="2446369" y="56263"/>
                </a:lnTo>
                <a:lnTo>
                  <a:pt x="2446876" y="56469"/>
                </a:lnTo>
                <a:lnTo>
                  <a:pt x="2447399" y="56643"/>
                </a:lnTo>
                <a:lnTo>
                  <a:pt x="2447934" y="56786"/>
                </a:lnTo>
                <a:lnTo>
                  <a:pt x="2448482" y="56898"/>
                </a:lnTo>
                <a:lnTo>
                  <a:pt x="2449041" y="56978"/>
                </a:lnTo>
                <a:lnTo>
                  <a:pt x="2449608" y="57026"/>
                </a:lnTo>
                <a:lnTo>
                  <a:pt x="2450183" y="57042"/>
                </a:lnTo>
                <a:lnTo>
                  <a:pt x="2450557" y="57033"/>
                </a:lnTo>
                <a:lnTo>
                  <a:pt x="2450953" y="57004"/>
                </a:lnTo>
                <a:lnTo>
                  <a:pt x="2451370" y="56953"/>
                </a:lnTo>
                <a:lnTo>
                  <a:pt x="2451802" y="56880"/>
                </a:lnTo>
                <a:lnTo>
                  <a:pt x="2452247" y="56783"/>
                </a:lnTo>
                <a:lnTo>
                  <a:pt x="2452701" y="56659"/>
                </a:lnTo>
                <a:lnTo>
                  <a:pt x="2453161" y="56507"/>
                </a:lnTo>
                <a:lnTo>
                  <a:pt x="2453624" y="56327"/>
                </a:lnTo>
                <a:lnTo>
                  <a:pt x="2454087" y="56115"/>
                </a:lnTo>
                <a:lnTo>
                  <a:pt x="2454545" y="55871"/>
                </a:lnTo>
                <a:lnTo>
                  <a:pt x="2454996" y="55593"/>
                </a:lnTo>
                <a:lnTo>
                  <a:pt x="2455436" y="55280"/>
                </a:lnTo>
                <a:lnTo>
                  <a:pt x="2455863" y="54929"/>
                </a:lnTo>
                <a:lnTo>
                  <a:pt x="2456271" y="54540"/>
                </a:lnTo>
                <a:lnTo>
                  <a:pt x="2456659" y="54110"/>
                </a:lnTo>
                <a:lnTo>
                  <a:pt x="2457023" y="53638"/>
                </a:lnTo>
                <a:lnTo>
                  <a:pt x="2457360" y="53122"/>
                </a:lnTo>
                <a:lnTo>
                  <a:pt x="2457666" y="52562"/>
                </a:lnTo>
                <a:lnTo>
                  <a:pt x="2457938" y="51954"/>
                </a:lnTo>
                <a:lnTo>
                  <a:pt x="2458172" y="51298"/>
                </a:lnTo>
                <a:lnTo>
                  <a:pt x="2458365" y="50593"/>
                </a:lnTo>
                <a:lnTo>
                  <a:pt x="2458514" y="49836"/>
                </a:lnTo>
                <a:lnTo>
                  <a:pt x="2458616" y="49025"/>
                </a:lnTo>
                <a:lnTo>
                  <a:pt x="2458667" y="48160"/>
                </a:lnTo>
                <a:lnTo>
                  <a:pt x="2458668" y="47974"/>
                </a:lnTo>
                <a:lnTo>
                  <a:pt x="2458673" y="47801"/>
                </a:lnTo>
                <a:lnTo>
                  <a:pt x="2458682" y="47641"/>
                </a:lnTo>
                <a:lnTo>
                  <a:pt x="2458699" y="47493"/>
                </a:lnTo>
                <a:lnTo>
                  <a:pt x="2458723" y="47357"/>
                </a:lnTo>
                <a:lnTo>
                  <a:pt x="2458757" y="47231"/>
                </a:lnTo>
                <a:lnTo>
                  <a:pt x="2458802" y="47115"/>
                </a:lnTo>
                <a:lnTo>
                  <a:pt x="2458859" y="47009"/>
                </a:lnTo>
                <a:lnTo>
                  <a:pt x="2458931" y="46911"/>
                </a:lnTo>
                <a:lnTo>
                  <a:pt x="2459018" y="46821"/>
                </a:lnTo>
                <a:lnTo>
                  <a:pt x="2459122" y="46739"/>
                </a:lnTo>
                <a:lnTo>
                  <a:pt x="2459244" y="46663"/>
                </a:lnTo>
                <a:lnTo>
                  <a:pt x="2459387" y="46594"/>
                </a:lnTo>
                <a:lnTo>
                  <a:pt x="2459552" y="46530"/>
                </a:lnTo>
                <a:lnTo>
                  <a:pt x="2459739" y="46470"/>
                </a:lnTo>
                <a:lnTo>
                  <a:pt x="2459951" y="46415"/>
                </a:lnTo>
                <a:lnTo>
                  <a:pt x="2460189" y="46363"/>
                </a:lnTo>
                <a:lnTo>
                  <a:pt x="2460455" y="46313"/>
                </a:lnTo>
                <a:lnTo>
                  <a:pt x="2460750" y="46266"/>
                </a:lnTo>
                <a:lnTo>
                  <a:pt x="2461076" y="46220"/>
                </a:lnTo>
                <a:lnTo>
                  <a:pt x="2461433" y="46175"/>
                </a:lnTo>
                <a:lnTo>
                  <a:pt x="2461825" y="46129"/>
                </a:lnTo>
                <a:lnTo>
                  <a:pt x="2462251" y="46083"/>
                </a:lnTo>
                <a:lnTo>
                  <a:pt x="2462715" y="46036"/>
                </a:lnTo>
                <a:lnTo>
                  <a:pt x="2463051" y="46013"/>
                </a:lnTo>
                <a:lnTo>
                  <a:pt x="2463385" y="45992"/>
                </a:lnTo>
                <a:lnTo>
                  <a:pt x="2463717" y="45972"/>
                </a:lnTo>
                <a:lnTo>
                  <a:pt x="2464046" y="45954"/>
                </a:lnTo>
                <a:lnTo>
                  <a:pt x="2464372" y="45938"/>
                </a:lnTo>
                <a:lnTo>
                  <a:pt x="2464695" y="45924"/>
                </a:lnTo>
                <a:lnTo>
                  <a:pt x="2465014" y="45911"/>
                </a:lnTo>
                <a:lnTo>
                  <a:pt x="2465329" y="45899"/>
                </a:lnTo>
                <a:lnTo>
                  <a:pt x="2465640" y="45889"/>
                </a:lnTo>
                <a:lnTo>
                  <a:pt x="2465947" y="45880"/>
                </a:lnTo>
                <a:lnTo>
                  <a:pt x="2466250" y="45873"/>
                </a:lnTo>
                <a:lnTo>
                  <a:pt x="2466548" y="45866"/>
                </a:lnTo>
                <a:lnTo>
                  <a:pt x="2466840" y="45861"/>
                </a:lnTo>
                <a:lnTo>
                  <a:pt x="2467128" y="45856"/>
                </a:lnTo>
                <a:lnTo>
                  <a:pt x="2467410" y="45852"/>
                </a:lnTo>
                <a:lnTo>
                  <a:pt x="2467686" y="45849"/>
                </a:lnTo>
                <a:lnTo>
                  <a:pt x="2467956" y="45847"/>
                </a:lnTo>
                <a:lnTo>
                  <a:pt x="2468220" y="45845"/>
                </a:lnTo>
                <a:lnTo>
                  <a:pt x="2468477" y="45844"/>
                </a:lnTo>
                <a:lnTo>
                  <a:pt x="2468728" y="45843"/>
                </a:lnTo>
                <a:lnTo>
                  <a:pt x="2468971" y="45842"/>
                </a:lnTo>
                <a:lnTo>
                  <a:pt x="2469208" y="45842"/>
                </a:lnTo>
                <a:lnTo>
                  <a:pt x="2469436" y="45842"/>
                </a:lnTo>
                <a:lnTo>
                  <a:pt x="2469657" y="45842"/>
                </a:lnTo>
                <a:lnTo>
                  <a:pt x="2471464" y="45873"/>
                </a:lnTo>
                <a:lnTo>
                  <a:pt x="2473220" y="45968"/>
                </a:lnTo>
                <a:lnTo>
                  <a:pt x="2474924" y="46126"/>
                </a:lnTo>
                <a:lnTo>
                  <a:pt x="2476572" y="46349"/>
                </a:lnTo>
                <a:lnTo>
                  <a:pt x="2478162" y="46637"/>
                </a:lnTo>
                <a:lnTo>
                  <a:pt x="2479693" y="46992"/>
                </a:lnTo>
                <a:lnTo>
                  <a:pt x="2481162" y="47413"/>
                </a:lnTo>
                <a:lnTo>
                  <a:pt x="2482566" y="47902"/>
                </a:lnTo>
                <a:lnTo>
                  <a:pt x="2483903" y="48459"/>
                </a:lnTo>
                <a:lnTo>
                  <a:pt x="2485170" y="49085"/>
                </a:lnTo>
                <a:lnTo>
                  <a:pt x="2486367" y="49782"/>
                </a:lnTo>
                <a:lnTo>
                  <a:pt x="2487489" y="50549"/>
                </a:lnTo>
                <a:lnTo>
                  <a:pt x="2488535" y="51387"/>
                </a:lnTo>
                <a:lnTo>
                  <a:pt x="2489502" y="52298"/>
                </a:lnTo>
                <a:lnTo>
                  <a:pt x="2490388" y="53281"/>
                </a:lnTo>
                <a:lnTo>
                  <a:pt x="2491191" y="54338"/>
                </a:lnTo>
                <a:lnTo>
                  <a:pt x="2491908" y="55469"/>
                </a:lnTo>
                <a:lnTo>
                  <a:pt x="2492537" y="56676"/>
                </a:lnTo>
                <a:lnTo>
                  <a:pt x="2493076" y="57958"/>
                </a:lnTo>
                <a:lnTo>
                  <a:pt x="2493522" y="59318"/>
                </a:lnTo>
                <a:lnTo>
                  <a:pt x="2493873" y="60754"/>
                </a:lnTo>
                <a:lnTo>
                  <a:pt x="2494127" y="62269"/>
                </a:lnTo>
                <a:lnTo>
                  <a:pt x="2494281" y="63862"/>
                </a:lnTo>
                <a:lnTo>
                  <a:pt x="2494333" y="65536"/>
                </a:lnTo>
                <a:lnTo>
                  <a:pt x="2490122" y="65655"/>
                </a:lnTo>
                <a:lnTo>
                  <a:pt x="2486026" y="65869"/>
                </a:lnTo>
                <a:lnTo>
                  <a:pt x="2482050" y="66178"/>
                </a:lnTo>
                <a:lnTo>
                  <a:pt x="2478200" y="66581"/>
                </a:lnTo>
                <a:lnTo>
                  <a:pt x="2474481" y="67077"/>
                </a:lnTo>
                <a:lnTo>
                  <a:pt x="2470899" y="67668"/>
                </a:lnTo>
                <a:lnTo>
                  <a:pt x="2467461" y="68353"/>
                </a:lnTo>
                <a:lnTo>
                  <a:pt x="2464171" y="69132"/>
                </a:lnTo>
                <a:lnTo>
                  <a:pt x="2461036" y="70005"/>
                </a:lnTo>
                <a:lnTo>
                  <a:pt x="2458062" y="70972"/>
                </a:lnTo>
                <a:lnTo>
                  <a:pt x="2455253" y="72032"/>
                </a:lnTo>
                <a:lnTo>
                  <a:pt x="2452617" y="73186"/>
                </a:lnTo>
                <a:lnTo>
                  <a:pt x="2450158" y="74433"/>
                </a:lnTo>
                <a:lnTo>
                  <a:pt x="2447883" y="75774"/>
                </a:lnTo>
                <a:lnTo>
                  <a:pt x="2445797" y="77208"/>
                </a:lnTo>
                <a:lnTo>
                  <a:pt x="2443906" y="78735"/>
                </a:lnTo>
                <a:lnTo>
                  <a:pt x="2442216" y="80356"/>
                </a:lnTo>
                <a:lnTo>
                  <a:pt x="2440733" y="82070"/>
                </a:lnTo>
                <a:lnTo>
                  <a:pt x="2439462" y="83876"/>
                </a:lnTo>
                <a:lnTo>
                  <a:pt x="2438409" y="85776"/>
                </a:lnTo>
                <a:lnTo>
                  <a:pt x="2437580" y="87769"/>
                </a:lnTo>
                <a:lnTo>
                  <a:pt x="2436981" y="89854"/>
                </a:lnTo>
                <a:lnTo>
                  <a:pt x="2436617" y="92032"/>
                </a:lnTo>
                <a:lnTo>
                  <a:pt x="2436495" y="94302"/>
                </a:lnTo>
                <a:lnTo>
                  <a:pt x="2436558" y="95959"/>
                </a:lnTo>
                <a:lnTo>
                  <a:pt x="2436745" y="97603"/>
                </a:lnTo>
                <a:lnTo>
                  <a:pt x="2437055" y="99229"/>
                </a:lnTo>
                <a:lnTo>
                  <a:pt x="2437485" y="100831"/>
                </a:lnTo>
                <a:lnTo>
                  <a:pt x="2438034" y="102406"/>
                </a:lnTo>
                <a:lnTo>
                  <a:pt x="2438700" y="103946"/>
                </a:lnTo>
                <a:lnTo>
                  <a:pt x="2439480" y="105448"/>
                </a:lnTo>
                <a:lnTo>
                  <a:pt x="2440372" y="106906"/>
                </a:lnTo>
                <a:lnTo>
                  <a:pt x="2441375" y="108316"/>
                </a:lnTo>
                <a:lnTo>
                  <a:pt x="2442486" y="109671"/>
                </a:lnTo>
                <a:lnTo>
                  <a:pt x="2443704" y="110968"/>
                </a:lnTo>
                <a:lnTo>
                  <a:pt x="2445026" y="112200"/>
                </a:lnTo>
                <a:lnTo>
                  <a:pt x="2446451" y="113363"/>
                </a:lnTo>
                <a:lnTo>
                  <a:pt x="2447976" y="114452"/>
                </a:lnTo>
                <a:lnTo>
                  <a:pt x="2449599" y="115461"/>
                </a:lnTo>
                <a:lnTo>
                  <a:pt x="2451319" y="116386"/>
                </a:lnTo>
                <a:lnTo>
                  <a:pt x="2453133" y="117221"/>
                </a:lnTo>
                <a:lnTo>
                  <a:pt x="2455040" y="117961"/>
                </a:lnTo>
                <a:lnTo>
                  <a:pt x="2457037" y="118602"/>
                </a:lnTo>
                <a:lnTo>
                  <a:pt x="2459122" y="119137"/>
                </a:lnTo>
                <a:lnTo>
                  <a:pt x="2461294" y="119563"/>
                </a:lnTo>
                <a:lnTo>
                  <a:pt x="2463550" y="119873"/>
                </a:lnTo>
                <a:lnTo>
                  <a:pt x="2465888" y="120063"/>
                </a:lnTo>
                <a:lnTo>
                  <a:pt x="2468307" y="120127"/>
                </a:lnTo>
                <a:lnTo>
                  <a:pt x="2469223" y="120120"/>
                </a:lnTo>
                <a:lnTo>
                  <a:pt x="2470186" y="120097"/>
                </a:lnTo>
                <a:lnTo>
                  <a:pt x="2471193" y="120057"/>
                </a:lnTo>
                <a:lnTo>
                  <a:pt x="2472240" y="119999"/>
                </a:lnTo>
                <a:lnTo>
                  <a:pt x="2473323" y="119922"/>
                </a:lnTo>
                <a:lnTo>
                  <a:pt x="2474440" y="119823"/>
                </a:lnTo>
                <a:lnTo>
                  <a:pt x="2475587" y="119702"/>
                </a:lnTo>
                <a:lnTo>
                  <a:pt x="2476761" y="119556"/>
                </a:lnTo>
                <a:lnTo>
                  <a:pt x="2477959" y="119385"/>
                </a:lnTo>
                <a:lnTo>
                  <a:pt x="2479176" y="119188"/>
                </a:lnTo>
                <a:lnTo>
                  <a:pt x="2480410" y="118962"/>
                </a:lnTo>
                <a:lnTo>
                  <a:pt x="2481658" y="118706"/>
                </a:lnTo>
                <a:lnTo>
                  <a:pt x="2482915" y="118419"/>
                </a:lnTo>
                <a:lnTo>
                  <a:pt x="2484180" y="118100"/>
                </a:lnTo>
                <a:lnTo>
                  <a:pt x="2485447" y="117746"/>
                </a:lnTo>
                <a:lnTo>
                  <a:pt x="2486715" y="117358"/>
                </a:lnTo>
                <a:lnTo>
                  <a:pt x="2487979" y="116932"/>
                </a:lnTo>
                <a:lnTo>
                  <a:pt x="2489237" y="116468"/>
                </a:lnTo>
                <a:lnTo>
                  <a:pt x="2490484" y="115964"/>
                </a:lnTo>
                <a:lnTo>
                  <a:pt x="2491718" y="115420"/>
                </a:lnTo>
                <a:lnTo>
                  <a:pt x="2492936" y="114833"/>
                </a:lnTo>
                <a:lnTo>
                  <a:pt x="2494133" y="114201"/>
                </a:lnTo>
                <a:lnTo>
                  <a:pt x="2495307" y="113525"/>
                </a:lnTo>
                <a:lnTo>
                  <a:pt x="2496454" y="112801"/>
                </a:lnTo>
                <a:lnTo>
                  <a:pt x="2497010" y="113522"/>
                </a:lnTo>
                <a:lnTo>
                  <a:pt x="2497615" y="114185"/>
                </a:lnTo>
                <a:lnTo>
                  <a:pt x="2498266" y="114792"/>
                </a:lnTo>
                <a:lnTo>
                  <a:pt x="2498960" y="115345"/>
                </a:lnTo>
                <a:lnTo>
                  <a:pt x="2499695" y="115848"/>
                </a:lnTo>
                <a:lnTo>
                  <a:pt x="2500467" y="116303"/>
                </a:lnTo>
                <a:lnTo>
                  <a:pt x="2501273" y="116711"/>
                </a:lnTo>
                <a:lnTo>
                  <a:pt x="2502110" y="117076"/>
                </a:lnTo>
                <a:lnTo>
                  <a:pt x="2502975" y="117401"/>
                </a:lnTo>
                <a:lnTo>
                  <a:pt x="2503865" y="117686"/>
                </a:lnTo>
                <a:lnTo>
                  <a:pt x="2504777" y="117935"/>
                </a:lnTo>
                <a:lnTo>
                  <a:pt x="2505709" y="118151"/>
                </a:lnTo>
                <a:lnTo>
                  <a:pt x="2506656" y="118335"/>
                </a:lnTo>
                <a:lnTo>
                  <a:pt x="2507617" y="118491"/>
                </a:lnTo>
                <a:lnTo>
                  <a:pt x="2508587" y="118620"/>
                </a:lnTo>
                <a:lnTo>
                  <a:pt x="2509565" y="118725"/>
                </a:lnTo>
                <a:lnTo>
                  <a:pt x="2510546" y="118809"/>
                </a:lnTo>
                <a:lnTo>
                  <a:pt x="2511529" y="118874"/>
                </a:lnTo>
                <a:lnTo>
                  <a:pt x="2512509" y="118921"/>
                </a:lnTo>
                <a:lnTo>
                  <a:pt x="2513484" y="118955"/>
                </a:lnTo>
                <a:lnTo>
                  <a:pt x="2514452" y="118977"/>
                </a:lnTo>
                <a:lnTo>
                  <a:pt x="2515408" y="118990"/>
                </a:lnTo>
                <a:lnTo>
                  <a:pt x="2516350" y="118996"/>
                </a:lnTo>
                <a:lnTo>
                  <a:pt x="2517276" y="118997"/>
                </a:lnTo>
                <a:lnTo>
                  <a:pt x="2517944" y="118997"/>
                </a:lnTo>
                <a:lnTo>
                  <a:pt x="2518599" y="118994"/>
                </a:lnTo>
                <a:lnTo>
                  <a:pt x="2519240" y="118986"/>
                </a:lnTo>
                <a:lnTo>
                  <a:pt x="2519864" y="118970"/>
                </a:lnTo>
                <a:lnTo>
                  <a:pt x="2520471" y="118943"/>
                </a:lnTo>
                <a:lnTo>
                  <a:pt x="2521059" y="118904"/>
                </a:lnTo>
                <a:lnTo>
                  <a:pt x="2521627" y="118849"/>
                </a:lnTo>
                <a:lnTo>
                  <a:pt x="2522174" y="118776"/>
                </a:lnTo>
                <a:lnTo>
                  <a:pt x="2522698" y="118682"/>
                </a:lnTo>
                <a:lnTo>
                  <a:pt x="2523198" y="118565"/>
                </a:lnTo>
                <a:lnTo>
                  <a:pt x="2523672" y="118422"/>
                </a:lnTo>
                <a:lnTo>
                  <a:pt x="2524120" y="118250"/>
                </a:lnTo>
                <a:lnTo>
                  <a:pt x="2524540" y="118048"/>
                </a:lnTo>
                <a:lnTo>
                  <a:pt x="2524930" y="117811"/>
                </a:lnTo>
                <a:lnTo>
                  <a:pt x="2525289" y="117538"/>
                </a:lnTo>
                <a:lnTo>
                  <a:pt x="2525616" y="117227"/>
                </a:lnTo>
                <a:lnTo>
                  <a:pt x="2525910" y="116874"/>
                </a:lnTo>
                <a:lnTo>
                  <a:pt x="2526169" y="116476"/>
                </a:lnTo>
                <a:lnTo>
                  <a:pt x="2526391" y="116033"/>
                </a:lnTo>
                <a:lnTo>
                  <a:pt x="2526577" y="115539"/>
                </a:lnTo>
                <a:lnTo>
                  <a:pt x="2526723" y="114994"/>
                </a:lnTo>
                <a:lnTo>
                  <a:pt x="2526829" y="114395"/>
                </a:lnTo>
                <a:lnTo>
                  <a:pt x="2526894" y="113738"/>
                </a:lnTo>
                <a:lnTo>
                  <a:pt x="2526916" y="113022"/>
                </a:lnTo>
                <a:lnTo>
                  <a:pt x="2526891" y="112329"/>
                </a:lnTo>
                <a:lnTo>
                  <a:pt x="2526819" y="111693"/>
                </a:lnTo>
                <a:lnTo>
                  <a:pt x="2526703" y="111113"/>
                </a:lnTo>
                <a:lnTo>
                  <a:pt x="2526545" y="110585"/>
                </a:lnTo>
                <a:lnTo>
                  <a:pt x="2526349" y="110108"/>
                </a:lnTo>
                <a:lnTo>
                  <a:pt x="2526117" y="109678"/>
                </a:lnTo>
                <a:lnTo>
                  <a:pt x="2525853" y="109294"/>
                </a:lnTo>
                <a:close/>
                <a:moveTo>
                  <a:pt x="2494146" y="96940"/>
                </a:moveTo>
                <a:lnTo>
                  <a:pt x="2494054" y="97462"/>
                </a:lnTo>
                <a:lnTo>
                  <a:pt x="2493936" y="97979"/>
                </a:lnTo>
                <a:lnTo>
                  <a:pt x="2493789" y="98491"/>
                </a:lnTo>
                <a:lnTo>
                  <a:pt x="2493609" y="98999"/>
                </a:lnTo>
                <a:lnTo>
                  <a:pt x="2493393" y="99501"/>
                </a:lnTo>
                <a:lnTo>
                  <a:pt x="2493138" y="99999"/>
                </a:lnTo>
                <a:lnTo>
                  <a:pt x="2492840" y="100491"/>
                </a:lnTo>
                <a:lnTo>
                  <a:pt x="2492497" y="100978"/>
                </a:lnTo>
                <a:lnTo>
                  <a:pt x="2492105" y="101460"/>
                </a:lnTo>
                <a:lnTo>
                  <a:pt x="2491661" y="101937"/>
                </a:lnTo>
                <a:lnTo>
                  <a:pt x="2491161" y="102408"/>
                </a:lnTo>
                <a:lnTo>
                  <a:pt x="2490602" y="102874"/>
                </a:lnTo>
                <a:lnTo>
                  <a:pt x="2489981" y="103334"/>
                </a:lnTo>
                <a:lnTo>
                  <a:pt x="2489296" y="103788"/>
                </a:lnTo>
                <a:lnTo>
                  <a:pt x="2488541" y="104237"/>
                </a:lnTo>
                <a:lnTo>
                  <a:pt x="2487715" y="104680"/>
                </a:lnTo>
                <a:lnTo>
                  <a:pt x="2486814" y="105117"/>
                </a:lnTo>
                <a:lnTo>
                  <a:pt x="2485938" y="105507"/>
                </a:lnTo>
                <a:lnTo>
                  <a:pt x="2485048" y="105864"/>
                </a:lnTo>
                <a:lnTo>
                  <a:pt x="2484147" y="106190"/>
                </a:lnTo>
                <a:lnTo>
                  <a:pt x="2483240" y="106487"/>
                </a:lnTo>
                <a:lnTo>
                  <a:pt x="2482331" y="106755"/>
                </a:lnTo>
                <a:lnTo>
                  <a:pt x="2481422" y="106996"/>
                </a:lnTo>
                <a:lnTo>
                  <a:pt x="2480519" y="107213"/>
                </a:lnTo>
                <a:lnTo>
                  <a:pt x="2479624" y="107405"/>
                </a:lnTo>
                <a:lnTo>
                  <a:pt x="2478742" y="107574"/>
                </a:lnTo>
                <a:lnTo>
                  <a:pt x="2477877" y="107723"/>
                </a:lnTo>
                <a:lnTo>
                  <a:pt x="2477032" y="107851"/>
                </a:lnTo>
                <a:lnTo>
                  <a:pt x="2476211" y="107961"/>
                </a:lnTo>
                <a:lnTo>
                  <a:pt x="2475419" y="108055"/>
                </a:lnTo>
                <a:lnTo>
                  <a:pt x="2474658" y="108133"/>
                </a:lnTo>
                <a:lnTo>
                  <a:pt x="2473933" y="108196"/>
                </a:lnTo>
                <a:lnTo>
                  <a:pt x="2473248" y="108247"/>
                </a:lnTo>
                <a:lnTo>
                  <a:pt x="2472607" y="108287"/>
                </a:lnTo>
                <a:lnTo>
                  <a:pt x="2472012" y="108317"/>
                </a:lnTo>
                <a:lnTo>
                  <a:pt x="2471469" y="108338"/>
                </a:lnTo>
                <a:lnTo>
                  <a:pt x="2470981" y="108353"/>
                </a:lnTo>
                <a:lnTo>
                  <a:pt x="2470552" y="108362"/>
                </a:lnTo>
                <a:lnTo>
                  <a:pt x="2470186" y="108366"/>
                </a:lnTo>
                <a:lnTo>
                  <a:pt x="2469886" y="108368"/>
                </a:lnTo>
                <a:lnTo>
                  <a:pt x="2469657" y="108368"/>
                </a:lnTo>
                <a:lnTo>
                  <a:pt x="2468184" y="108334"/>
                </a:lnTo>
                <a:lnTo>
                  <a:pt x="2466755" y="108235"/>
                </a:lnTo>
                <a:lnTo>
                  <a:pt x="2465371" y="108072"/>
                </a:lnTo>
                <a:lnTo>
                  <a:pt x="2464035" y="107848"/>
                </a:lnTo>
                <a:lnTo>
                  <a:pt x="2462747" y="107565"/>
                </a:lnTo>
                <a:lnTo>
                  <a:pt x="2461510" y="107226"/>
                </a:lnTo>
                <a:lnTo>
                  <a:pt x="2460326" y="106834"/>
                </a:lnTo>
                <a:lnTo>
                  <a:pt x="2459195" y="106390"/>
                </a:lnTo>
                <a:lnTo>
                  <a:pt x="2458120" y="105897"/>
                </a:lnTo>
                <a:lnTo>
                  <a:pt x="2457102" y="105358"/>
                </a:lnTo>
                <a:lnTo>
                  <a:pt x="2456142" y="104775"/>
                </a:lnTo>
                <a:lnTo>
                  <a:pt x="2455244" y="104151"/>
                </a:lnTo>
                <a:lnTo>
                  <a:pt x="2454408" y="103487"/>
                </a:lnTo>
                <a:lnTo>
                  <a:pt x="2453635" y="102786"/>
                </a:lnTo>
                <a:lnTo>
                  <a:pt x="2452929" y="102051"/>
                </a:lnTo>
                <a:lnTo>
                  <a:pt x="2452289" y="101284"/>
                </a:lnTo>
                <a:lnTo>
                  <a:pt x="2451719" y="100488"/>
                </a:lnTo>
                <a:lnTo>
                  <a:pt x="2451219" y="99665"/>
                </a:lnTo>
                <a:lnTo>
                  <a:pt x="2450792" y="98817"/>
                </a:lnTo>
                <a:lnTo>
                  <a:pt x="2450438" y="97947"/>
                </a:lnTo>
                <a:lnTo>
                  <a:pt x="2450160" y="97057"/>
                </a:lnTo>
                <a:lnTo>
                  <a:pt x="2449960" y="96150"/>
                </a:lnTo>
                <a:lnTo>
                  <a:pt x="2449838" y="95228"/>
                </a:lnTo>
                <a:lnTo>
                  <a:pt x="2449797" y="94293"/>
                </a:lnTo>
                <a:lnTo>
                  <a:pt x="2449883" y="93125"/>
                </a:lnTo>
                <a:lnTo>
                  <a:pt x="2450140" y="91982"/>
                </a:lnTo>
                <a:lnTo>
                  <a:pt x="2450564" y="90866"/>
                </a:lnTo>
                <a:lnTo>
                  <a:pt x="2451155" y="89780"/>
                </a:lnTo>
                <a:lnTo>
                  <a:pt x="2451909" y="88726"/>
                </a:lnTo>
                <a:lnTo>
                  <a:pt x="2452825" y="87704"/>
                </a:lnTo>
                <a:lnTo>
                  <a:pt x="2453899" y="86717"/>
                </a:lnTo>
                <a:lnTo>
                  <a:pt x="2455131" y="85766"/>
                </a:lnTo>
                <a:lnTo>
                  <a:pt x="2456517" y="84854"/>
                </a:lnTo>
                <a:lnTo>
                  <a:pt x="2458056" y="83981"/>
                </a:lnTo>
                <a:lnTo>
                  <a:pt x="2459745" y="83150"/>
                </a:lnTo>
                <a:lnTo>
                  <a:pt x="2461582" y="82363"/>
                </a:lnTo>
                <a:lnTo>
                  <a:pt x="2463564" y="81620"/>
                </a:lnTo>
                <a:lnTo>
                  <a:pt x="2465690" y="80925"/>
                </a:lnTo>
                <a:lnTo>
                  <a:pt x="2467956" y="80278"/>
                </a:lnTo>
                <a:lnTo>
                  <a:pt x="2470362" y="79682"/>
                </a:lnTo>
                <a:lnTo>
                  <a:pt x="2472904" y="79138"/>
                </a:lnTo>
                <a:lnTo>
                  <a:pt x="2475580" y="78648"/>
                </a:lnTo>
                <a:lnTo>
                  <a:pt x="2478389" y="78214"/>
                </a:lnTo>
                <a:lnTo>
                  <a:pt x="2481327" y="77837"/>
                </a:lnTo>
                <a:lnTo>
                  <a:pt x="2484393" y="77519"/>
                </a:lnTo>
                <a:lnTo>
                  <a:pt x="2487584" y="77262"/>
                </a:lnTo>
                <a:lnTo>
                  <a:pt x="2490898" y="77068"/>
                </a:lnTo>
                <a:lnTo>
                  <a:pt x="2494333" y="76939"/>
                </a:lnTo>
                <a:lnTo>
                  <a:pt x="2494333" y="93164"/>
                </a:lnTo>
                <a:lnTo>
                  <a:pt x="2494332" y="93716"/>
                </a:lnTo>
                <a:lnTo>
                  <a:pt x="2494328" y="94264"/>
                </a:lnTo>
                <a:lnTo>
                  <a:pt x="2494318" y="94808"/>
                </a:lnTo>
                <a:lnTo>
                  <a:pt x="2494298" y="95347"/>
                </a:lnTo>
                <a:lnTo>
                  <a:pt x="2494265" y="95883"/>
                </a:lnTo>
                <a:lnTo>
                  <a:pt x="2494215" y="96414"/>
                </a:lnTo>
                <a:lnTo>
                  <a:pt x="2494146" y="96940"/>
                </a:lnTo>
                <a:close/>
                <a:moveTo>
                  <a:pt x="4841428" y="109362"/>
                </a:moveTo>
                <a:lnTo>
                  <a:pt x="4841124" y="109009"/>
                </a:lnTo>
                <a:lnTo>
                  <a:pt x="4840792" y="108697"/>
                </a:lnTo>
                <a:lnTo>
                  <a:pt x="4840436" y="108424"/>
                </a:lnTo>
                <a:lnTo>
                  <a:pt x="4840059" y="108188"/>
                </a:lnTo>
                <a:lnTo>
                  <a:pt x="4839663" y="107985"/>
                </a:lnTo>
                <a:lnTo>
                  <a:pt x="4839252" y="107813"/>
                </a:lnTo>
                <a:lnTo>
                  <a:pt x="4838830" y="107670"/>
                </a:lnTo>
                <a:lnTo>
                  <a:pt x="4838398" y="107553"/>
                </a:lnTo>
                <a:lnTo>
                  <a:pt x="4837961" y="107459"/>
                </a:lnTo>
                <a:lnTo>
                  <a:pt x="4837521" y="107386"/>
                </a:lnTo>
                <a:lnTo>
                  <a:pt x="4837082" y="107331"/>
                </a:lnTo>
                <a:lnTo>
                  <a:pt x="4836645" y="107292"/>
                </a:lnTo>
                <a:lnTo>
                  <a:pt x="4836216" y="107266"/>
                </a:lnTo>
                <a:lnTo>
                  <a:pt x="4835796" y="107250"/>
                </a:lnTo>
                <a:lnTo>
                  <a:pt x="4835389" y="107242"/>
                </a:lnTo>
                <a:lnTo>
                  <a:pt x="4834998" y="107239"/>
                </a:lnTo>
                <a:lnTo>
                  <a:pt x="4834625" y="107238"/>
                </a:lnTo>
                <a:lnTo>
                  <a:pt x="4814383" y="107238"/>
                </a:lnTo>
                <a:lnTo>
                  <a:pt x="4814383" y="43868"/>
                </a:lnTo>
                <a:lnTo>
                  <a:pt x="4814377" y="43142"/>
                </a:lnTo>
                <a:lnTo>
                  <a:pt x="4814356" y="42457"/>
                </a:lnTo>
                <a:lnTo>
                  <a:pt x="4814320" y="41813"/>
                </a:lnTo>
                <a:lnTo>
                  <a:pt x="4814267" y="41208"/>
                </a:lnTo>
                <a:lnTo>
                  <a:pt x="4814194" y="40641"/>
                </a:lnTo>
                <a:lnTo>
                  <a:pt x="4814100" y="40112"/>
                </a:lnTo>
                <a:lnTo>
                  <a:pt x="4813983" y="39619"/>
                </a:lnTo>
                <a:lnTo>
                  <a:pt x="4813840" y="39163"/>
                </a:lnTo>
                <a:lnTo>
                  <a:pt x="4813671" y="38741"/>
                </a:lnTo>
                <a:lnTo>
                  <a:pt x="4813474" y="38353"/>
                </a:lnTo>
                <a:lnTo>
                  <a:pt x="4813246" y="37998"/>
                </a:lnTo>
                <a:lnTo>
                  <a:pt x="4812986" y="37675"/>
                </a:lnTo>
                <a:lnTo>
                  <a:pt x="4812691" y="37383"/>
                </a:lnTo>
                <a:lnTo>
                  <a:pt x="4812361" y="37121"/>
                </a:lnTo>
                <a:lnTo>
                  <a:pt x="4811992" y="36889"/>
                </a:lnTo>
                <a:lnTo>
                  <a:pt x="4811585" y="36684"/>
                </a:lnTo>
                <a:lnTo>
                  <a:pt x="4811135" y="36508"/>
                </a:lnTo>
                <a:lnTo>
                  <a:pt x="4810642" y="36358"/>
                </a:lnTo>
                <a:lnTo>
                  <a:pt x="4810104" y="36233"/>
                </a:lnTo>
                <a:lnTo>
                  <a:pt x="4809519" y="36133"/>
                </a:lnTo>
                <a:lnTo>
                  <a:pt x="4808886" y="36057"/>
                </a:lnTo>
                <a:lnTo>
                  <a:pt x="4808201" y="36004"/>
                </a:lnTo>
                <a:lnTo>
                  <a:pt x="4807464" y="35973"/>
                </a:lnTo>
                <a:lnTo>
                  <a:pt x="4806673" y="35963"/>
                </a:lnTo>
                <a:lnTo>
                  <a:pt x="4779296" y="35963"/>
                </a:lnTo>
                <a:lnTo>
                  <a:pt x="4778924" y="35963"/>
                </a:lnTo>
                <a:lnTo>
                  <a:pt x="4778533" y="35966"/>
                </a:lnTo>
                <a:lnTo>
                  <a:pt x="4778127" y="35974"/>
                </a:lnTo>
                <a:lnTo>
                  <a:pt x="4777707" y="35990"/>
                </a:lnTo>
                <a:lnTo>
                  <a:pt x="4777277" y="36015"/>
                </a:lnTo>
                <a:lnTo>
                  <a:pt x="4776841" y="36053"/>
                </a:lnTo>
                <a:lnTo>
                  <a:pt x="4776402" y="36106"/>
                </a:lnTo>
                <a:lnTo>
                  <a:pt x="4775962" y="36177"/>
                </a:lnTo>
                <a:lnTo>
                  <a:pt x="4775525" y="36268"/>
                </a:lnTo>
                <a:lnTo>
                  <a:pt x="4775093" y="36381"/>
                </a:lnTo>
                <a:lnTo>
                  <a:pt x="4774670" y="36520"/>
                </a:lnTo>
                <a:lnTo>
                  <a:pt x="4774260" y="36686"/>
                </a:lnTo>
                <a:lnTo>
                  <a:pt x="4773864" y="36882"/>
                </a:lnTo>
                <a:lnTo>
                  <a:pt x="4773487" y="37111"/>
                </a:lnTo>
                <a:lnTo>
                  <a:pt x="4773130" y="37376"/>
                </a:lnTo>
                <a:lnTo>
                  <a:pt x="4772799" y="37677"/>
                </a:lnTo>
                <a:lnTo>
                  <a:pt x="4772494" y="38019"/>
                </a:lnTo>
                <a:lnTo>
                  <a:pt x="4772220" y="38404"/>
                </a:lnTo>
                <a:lnTo>
                  <a:pt x="4771980" y="38834"/>
                </a:lnTo>
                <a:lnTo>
                  <a:pt x="4771777" y="39312"/>
                </a:lnTo>
                <a:lnTo>
                  <a:pt x="4771613" y="39840"/>
                </a:lnTo>
                <a:lnTo>
                  <a:pt x="4771492" y="40420"/>
                </a:lnTo>
                <a:lnTo>
                  <a:pt x="4771417" y="41056"/>
                </a:lnTo>
                <a:lnTo>
                  <a:pt x="4771392" y="41750"/>
                </a:lnTo>
                <a:lnTo>
                  <a:pt x="4771417" y="42466"/>
                </a:lnTo>
                <a:lnTo>
                  <a:pt x="4771492" y="43122"/>
                </a:lnTo>
                <a:lnTo>
                  <a:pt x="4771613" y="43722"/>
                </a:lnTo>
                <a:lnTo>
                  <a:pt x="4771777" y="44267"/>
                </a:lnTo>
                <a:lnTo>
                  <a:pt x="4771980" y="44760"/>
                </a:lnTo>
                <a:lnTo>
                  <a:pt x="4772220" y="45204"/>
                </a:lnTo>
                <a:lnTo>
                  <a:pt x="4772494" y="45601"/>
                </a:lnTo>
                <a:lnTo>
                  <a:pt x="4772799" y="45954"/>
                </a:lnTo>
                <a:lnTo>
                  <a:pt x="4773130" y="46266"/>
                </a:lnTo>
                <a:lnTo>
                  <a:pt x="4773487" y="46539"/>
                </a:lnTo>
                <a:lnTo>
                  <a:pt x="4773864" y="46775"/>
                </a:lnTo>
                <a:lnTo>
                  <a:pt x="4774260" y="46978"/>
                </a:lnTo>
                <a:lnTo>
                  <a:pt x="4774670" y="47150"/>
                </a:lnTo>
                <a:lnTo>
                  <a:pt x="4775093" y="47293"/>
                </a:lnTo>
                <a:lnTo>
                  <a:pt x="4775525" y="47410"/>
                </a:lnTo>
                <a:lnTo>
                  <a:pt x="4775962" y="47504"/>
                </a:lnTo>
                <a:lnTo>
                  <a:pt x="4776402" y="47577"/>
                </a:lnTo>
                <a:lnTo>
                  <a:pt x="4776841" y="47631"/>
                </a:lnTo>
                <a:lnTo>
                  <a:pt x="4777277" y="47671"/>
                </a:lnTo>
                <a:lnTo>
                  <a:pt x="4777707" y="47697"/>
                </a:lnTo>
                <a:lnTo>
                  <a:pt x="4778127" y="47713"/>
                </a:lnTo>
                <a:lnTo>
                  <a:pt x="4778533" y="47721"/>
                </a:lnTo>
                <a:lnTo>
                  <a:pt x="4778924" y="47724"/>
                </a:lnTo>
                <a:lnTo>
                  <a:pt x="4779296" y="47725"/>
                </a:lnTo>
                <a:lnTo>
                  <a:pt x="4801080" y="47725"/>
                </a:lnTo>
                <a:lnTo>
                  <a:pt x="4801080" y="107238"/>
                </a:lnTo>
                <a:lnTo>
                  <a:pt x="4777752" y="107238"/>
                </a:lnTo>
                <a:lnTo>
                  <a:pt x="4777358" y="107239"/>
                </a:lnTo>
                <a:lnTo>
                  <a:pt x="4776949" y="107242"/>
                </a:lnTo>
                <a:lnTo>
                  <a:pt x="4776527" y="107250"/>
                </a:lnTo>
                <a:lnTo>
                  <a:pt x="4776096" y="107266"/>
                </a:lnTo>
                <a:lnTo>
                  <a:pt x="4775658" y="107292"/>
                </a:lnTo>
                <a:lnTo>
                  <a:pt x="4775216" y="107331"/>
                </a:lnTo>
                <a:lnTo>
                  <a:pt x="4774773" y="107386"/>
                </a:lnTo>
                <a:lnTo>
                  <a:pt x="4774332" y="107459"/>
                </a:lnTo>
                <a:lnTo>
                  <a:pt x="4773896" y="107553"/>
                </a:lnTo>
                <a:lnTo>
                  <a:pt x="4773467" y="107670"/>
                </a:lnTo>
                <a:lnTo>
                  <a:pt x="4773049" y="107813"/>
                </a:lnTo>
                <a:lnTo>
                  <a:pt x="4772644" y="107985"/>
                </a:lnTo>
                <a:lnTo>
                  <a:pt x="4772254" y="108188"/>
                </a:lnTo>
                <a:lnTo>
                  <a:pt x="4771884" y="108424"/>
                </a:lnTo>
                <a:lnTo>
                  <a:pt x="4771536" y="108697"/>
                </a:lnTo>
                <a:lnTo>
                  <a:pt x="4771212" y="109009"/>
                </a:lnTo>
                <a:lnTo>
                  <a:pt x="4770915" y="109362"/>
                </a:lnTo>
                <a:lnTo>
                  <a:pt x="4770649" y="109759"/>
                </a:lnTo>
                <a:lnTo>
                  <a:pt x="4770416" y="110203"/>
                </a:lnTo>
                <a:lnTo>
                  <a:pt x="4770219" y="110696"/>
                </a:lnTo>
                <a:lnTo>
                  <a:pt x="4770061" y="111241"/>
                </a:lnTo>
                <a:lnTo>
                  <a:pt x="4769944" y="111841"/>
                </a:lnTo>
                <a:lnTo>
                  <a:pt x="4769872" y="112497"/>
                </a:lnTo>
                <a:lnTo>
                  <a:pt x="4769847" y="113213"/>
                </a:lnTo>
                <a:lnTo>
                  <a:pt x="4769873" y="113907"/>
                </a:lnTo>
                <a:lnTo>
                  <a:pt x="4769948" y="114542"/>
                </a:lnTo>
                <a:lnTo>
                  <a:pt x="4770068" y="115122"/>
                </a:lnTo>
                <a:lnTo>
                  <a:pt x="4770232" y="115650"/>
                </a:lnTo>
                <a:lnTo>
                  <a:pt x="4770436" y="116127"/>
                </a:lnTo>
                <a:lnTo>
                  <a:pt x="4770676" y="116557"/>
                </a:lnTo>
                <a:lnTo>
                  <a:pt x="4770950" y="116942"/>
                </a:lnTo>
                <a:lnTo>
                  <a:pt x="4771254" y="117283"/>
                </a:lnTo>
                <a:lnTo>
                  <a:pt x="4771586" y="117585"/>
                </a:lnTo>
                <a:lnTo>
                  <a:pt x="4771942" y="117849"/>
                </a:lnTo>
                <a:lnTo>
                  <a:pt x="4772320" y="118078"/>
                </a:lnTo>
                <a:lnTo>
                  <a:pt x="4772715" y="118274"/>
                </a:lnTo>
                <a:lnTo>
                  <a:pt x="4773126" y="118440"/>
                </a:lnTo>
                <a:lnTo>
                  <a:pt x="4773549" y="118579"/>
                </a:lnTo>
                <a:lnTo>
                  <a:pt x="4773980" y="118692"/>
                </a:lnTo>
                <a:lnTo>
                  <a:pt x="4774417" y="118783"/>
                </a:lnTo>
                <a:lnTo>
                  <a:pt x="4774857" y="118854"/>
                </a:lnTo>
                <a:lnTo>
                  <a:pt x="4775297" y="118907"/>
                </a:lnTo>
                <a:lnTo>
                  <a:pt x="4775733" y="118945"/>
                </a:lnTo>
                <a:lnTo>
                  <a:pt x="4776162" y="118970"/>
                </a:lnTo>
                <a:lnTo>
                  <a:pt x="4776582" y="118986"/>
                </a:lnTo>
                <a:lnTo>
                  <a:pt x="4776989" y="118994"/>
                </a:lnTo>
                <a:lnTo>
                  <a:pt x="4777380" y="118997"/>
                </a:lnTo>
                <a:lnTo>
                  <a:pt x="4777752" y="118997"/>
                </a:lnTo>
                <a:lnTo>
                  <a:pt x="4834625" y="118997"/>
                </a:lnTo>
                <a:lnTo>
                  <a:pt x="4834998" y="118997"/>
                </a:lnTo>
                <a:lnTo>
                  <a:pt x="4835389" y="118994"/>
                </a:lnTo>
                <a:lnTo>
                  <a:pt x="4835796" y="118986"/>
                </a:lnTo>
                <a:lnTo>
                  <a:pt x="4836216" y="118970"/>
                </a:lnTo>
                <a:lnTo>
                  <a:pt x="4836645" y="118945"/>
                </a:lnTo>
                <a:lnTo>
                  <a:pt x="4837082" y="118907"/>
                </a:lnTo>
                <a:lnTo>
                  <a:pt x="4837521" y="118854"/>
                </a:lnTo>
                <a:lnTo>
                  <a:pt x="4837961" y="118783"/>
                </a:lnTo>
                <a:lnTo>
                  <a:pt x="4838398" y="118692"/>
                </a:lnTo>
                <a:lnTo>
                  <a:pt x="4838830" y="118579"/>
                </a:lnTo>
                <a:lnTo>
                  <a:pt x="4839252" y="118440"/>
                </a:lnTo>
                <a:lnTo>
                  <a:pt x="4839663" y="118274"/>
                </a:lnTo>
                <a:lnTo>
                  <a:pt x="4840059" y="118078"/>
                </a:lnTo>
                <a:lnTo>
                  <a:pt x="4840436" y="117849"/>
                </a:lnTo>
                <a:lnTo>
                  <a:pt x="4840792" y="117585"/>
                </a:lnTo>
                <a:lnTo>
                  <a:pt x="4841124" y="117283"/>
                </a:lnTo>
                <a:lnTo>
                  <a:pt x="4841428" y="116942"/>
                </a:lnTo>
                <a:lnTo>
                  <a:pt x="4841702" y="116557"/>
                </a:lnTo>
                <a:lnTo>
                  <a:pt x="4841942" y="116127"/>
                </a:lnTo>
                <a:lnTo>
                  <a:pt x="4842145" y="115650"/>
                </a:lnTo>
                <a:lnTo>
                  <a:pt x="4842309" y="115122"/>
                </a:lnTo>
                <a:lnTo>
                  <a:pt x="4842430" y="114542"/>
                </a:lnTo>
                <a:lnTo>
                  <a:pt x="4842504" y="113907"/>
                </a:lnTo>
                <a:lnTo>
                  <a:pt x="4842530" y="113213"/>
                </a:lnTo>
                <a:lnTo>
                  <a:pt x="4842504" y="112497"/>
                </a:lnTo>
                <a:lnTo>
                  <a:pt x="4842430" y="111841"/>
                </a:lnTo>
                <a:lnTo>
                  <a:pt x="4842309" y="111241"/>
                </a:lnTo>
                <a:lnTo>
                  <a:pt x="4842145" y="110696"/>
                </a:lnTo>
                <a:lnTo>
                  <a:pt x="4841942" y="110203"/>
                </a:lnTo>
                <a:lnTo>
                  <a:pt x="4841702" y="109759"/>
                </a:lnTo>
                <a:lnTo>
                  <a:pt x="4841428" y="109362"/>
                </a:lnTo>
                <a:close/>
                <a:moveTo>
                  <a:pt x="3030818" y="109678"/>
                </a:moveTo>
                <a:lnTo>
                  <a:pt x="3030546" y="109294"/>
                </a:lnTo>
                <a:lnTo>
                  <a:pt x="3030244" y="108952"/>
                </a:lnTo>
                <a:lnTo>
                  <a:pt x="3029915" y="108650"/>
                </a:lnTo>
                <a:lnTo>
                  <a:pt x="3029563" y="108386"/>
                </a:lnTo>
                <a:lnTo>
                  <a:pt x="3029190" y="108157"/>
                </a:lnTo>
                <a:lnTo>
                  <a:pt x="3028800" y="107961"/>
                </a:lnTo>
                <a:lnTo>
                  <a:pt x="3028396" y="107795"/>
                </a:lnTo>
                <a:lnTo>
                  <a:pt x="3027981" y="107657"/>
                </a:lnTo>
                <a:lnTo>
                  <a:pt x="3027558" y="107543"/>
                </a:lnTo>
                <a:lnTo>
                  <a:pt x="3027131" y="107452"/>
                </a:lnTo>
                <a:lnTo>
                  <a:pt x="3026702" y="107382"/>
                </a:lnTo>
                <a:lnTo>
                  <a:pt x="3026276" y="107329"/>
                </a:lnTo>
                <a:lnTo>
                  <a:pt x="3025854" y="107290"/>
                </a:lnTo>
                <a:lnTo>
                  <a:pt x="3025441" y="107265"/>
                </a:lnTo>
                <a:lnTo>
                  <a:pt x="3025039" y="107249"/>
                </a:lnTo>
                <a:lnTo>
                  <a:pt x="3024651" y="107241"/>
                </a:lnTo>
                <a:lnTo>
                  <a:pt x="3024282" y="107239"/>
                </a:lnTo>
                <a:lnTo>
                  <a:pt x="3023933" y="107238"/>
                </a:lnTo>
                <a:lnTo>
                  <a:pt x="3015255" y="107238"/>
                </a:lnTo>
                <a:lnTo>
                  <a:pt x="3015255" y="43868"/>
                </a:lnTo>
                <a:lnTo>
                  <a:pt x="3015248" y="43142"/>
                </a:lnTo>
                <a:lnTo>
                  <a:pt x="3015228" y="42457"/>
                </a:lnTo>
                <a:lnTo>
                  <a:pt x="3015192" y="41813"/>
                </a:lnTo>
                <a:lnTo>
                  <a:pt x="3015139" y="41208"/>
                </a:lnTo>
                <a:lnTo>
                  <a:pt x="3015066" y="40641"/>
                </a:lnTo>
                <a:lnTo>
                  <a:pt x="3014972" y="40112"/>
                </a:lnTo>
                <a:lnTo>
                  <a:pt x="3014854" y="39619"/>
                </a:lnTo>
                <a:lnTo>
                  <a:pt x="3014712" y="39163"/>
                </a:lnTo>
                <a:lnTo>
                  <a:pt x="3014543" y="38741"/>
                </a:lnTo>
                <a:lnTo>
                  <a:pt x="3014346" y="38353"/>
                </a:lnTo>
                <a:lnTo>
                  <a:pt x="3014118" y="37998"/>
                </a:lnTo>
                <a:lnTo>
                  <a:pt x="3013857" y="37675"/>
                </a:lnTo>
                <a:lnTo>
                  <a:pt x="3013563" y="37383"/>
                </a:lnTo>
                <a:lnTo>
                  <a:pt x="3013233" y="37121"/>
                </a:lnTo>
                <a:lnTo>
                  <a:pt x="3012864" y="36889"/>
                </a:lnTo>
                <a:lnTo>
                  <a:pt x="3012456" y="36684"/>
                </a:lnTo>
                <a:lnTo>
                  <a:pt x="3012007" y="36508"/>
                </a:lnTo>
                <a:lnTo>
                  <a:pt x="3011514" y="36358"/>
                </a:lnTo>
                <a:lnTo>
                  <a:pt x="3010976" y="36233"/>
                </a:lnTo>
                <a:lnTo>
                  <a:pt x="3010391" y="36133"/>
                </a:lnTo>
                <a:lnTo>
                  <a:pt x="3009757" y="36057"/>
                </a:lnTo>
                <a:lnTo>
                  <a:pt x="3009073" y="36004"/>
                </a:lnTo>
                <a:lnTo>
                  <a:pt x="3008336" y="35973"/>
                </a:lnTo>
                <a:lnTo>
                  <a:pt x="3007544" y="35963"/>
                </a:lnTo>
                <a:lnTo>
                  <a:pt x="2993471" y="35963"/>
                </a:lnTo>
                <a:lnTo>
                  <a:pt x="2993077" y="35963"/>
                </a:lnTo>
                <a:lnTo>
                  <a:pt x="2992667" y="35966"/>
                </a:lnTo>
                <a:lnTo>
                  <a:pt x="2992245" y="35974"/>
                </a:lnTo>
                <a:lnTo>
                  <a:pt x="2991814" y="35990"/>
                </a:lnTo>
                <a:lnTo>
                  <a:pt x="2991376" y="36017"/>
                </a:lnTo>
                <a:lnTo>
                  <a:pt x="2990934" y="36056"/>
                </a:lnTo>
                <a:lnTo>
                  <a:pt x="2990491" y="36111"/>
                </a:lnTo>
                <a:lnTo>
                  <a:pt x="2990050" y="36184"/>
                </a:lnTo>
                <a:lnTo>
                  <a:pt x="2989614" y="36278"/>
                </a:lnTo>
                <a:lnTo>
                  <a:pt x="2989185" y="36395"/>
                </a:lnTo>
                <a:lnTo>
                  <a:pt x="2988767" y="36538"/>
                </a:lnTo>
                <a:lnTo>
                  <a:pt x="2988361" y="36710"/>
                </a:lnTo>
                <a:lnTo>
                  <a:pt x="2987972" y="36913"/>
                </a:lnTo>
                <a:lnTo>
                  <a:pt x="2987602" y="37149"/>
                </a:lnTo>
                <a:lnTo>
                  <a:pt x="2987254" y="37422"/>
                </a:lnTo>
                <a:lnTo>
                  <a:pt x="2986930" y="37734"/>
                </a:lnTo>
                <a:lnTo>
                  <a:pt x="2986634" y="38087"/>
                </a:lnTo>
                <a:lnTo>
                  <a:pt x="2986368" y="38485"/>
                </a:lnTo>
                <a:lnTo>
                  <a:pt x="2986135" y="38929"/>
                </a:lnTo>
                <a:lnTo>
                  <a:pt x="2985938" y="39422"/>
                </a:lnTo>
                <a:lnTo>
                  <a:pt x="2985780" y="39968"/>
                </a:lnTo>
                <a:lnTo>
                  <a:pt x="2985663" y="40567"/>
                </a:lnTo>
                <a:lnTo>
                  <a:pt x="2985591" y="41224"/>
                </a:lnTo>
                <a:lnTo>
                  <a:pt x="2985566" y="41941"/>
                </a:lnTo>
                <a:lnTo>
                  <a:pt x="2985592" y="42634"/>
                </a:lnTo>
                <a:lnTo>
                  <a:pt x="2985667" y="43270"/>
                </a:lnTo>
                <a:lnTo>
                  <a:pt x="2985787" y="43850"/>
                </a:lnTo>
                <a:lnTo>
                  <a:pt x="2985950" y="44378"/>
                </a:lnTo>
                <a:lnTo>
                  <a:pt x="2986153" y="44855"/>
                </a:lnTo>
                <a:lnTo>
                  <a:pt x="2986392" y="45285"/>
                </a:lnTo>
                <a:lnTo>
                  <a:pt x="2986664" y="45669"/>
                </a:lnTo>
                <a:lnTo>
                  <a:pt x="2986966" y="46011"/>
                </a:lnTo>
                <a:lnTo>
                  <a:pt x="2987295" y="46313"/>
                </a:lnTo>
                <a:lnTo>
                  <a:pt x="2987647" y="46577"/>
                </a:lnTo>
                <a:lnTo>
                  <a:pt x="2988020" y="46806"/>
                </a:lnTo>
                <a:lnTo>
                  <a:pt x="2988410" y="47002"/>
                </a:lnTo>
                <a:lnTo>
                  <a:pt x="2988814" y="47168"/>
                </a:lnTo>
                <a:lnTo>
                  <a:pt x="2989229" y="47306"/>
                </a:lnTo>
                <a:lnTo>
                  <a:pt x="2989652" y="47420"/>
                </a:lnTo>
                <a:lnTo>
                  <a:pt x="2990079" y="47511"/>
                </a:lnTo>
                <a:lnTo>
                  <a:pt x="2990507" y="47581"/>
                </a:lnTo>
                <a:lnTo>
                  <a:pt x="2990934" y="47634"/>
                </a:lnTo>
                <a:lnTo>
                  <a:pt x="2991356" y="47673"/>
                </a:lnTo>
                <a:lnTo>
                  <a:pt x="2991769" y="47698"/>
                </a:lnTo>
                <a:lnTo>
                  <a:pt x="2992171" y="47714"/>
                </a:lnTo>
                <a:lnTo>
                  <a:pt x="2992558" y="47721"/>
                </a:lnTo>
                <a:lnTo>
                  <a:pt x="2992928" y="47724"/>
                </a:lnTo>
                <a:lnTo>
                  <a:pt x="2993277" y="47725"/>
                </a:lnTo>
                <a:lnTo>
                  <a:pt x="3001952" y="47725"/>
                </a:lnTo>
                <a:lnTo>
                  <a:pt x="3001952" y="88748"/>
                </a:lnTo>
                <a:lnTo>
                  <a:pt x="3001873" y="90834"/>
                </a:lnTo>
                <a:lnTo>
                  <a:pt x="3001641" y="92770"/>
                </a:lnTo>
                <a:lnTo>
                  <a:pt x="3001269" y="94561"/>
                </a:lnTo>
                <a:lnTo>
                  <a:pt x="3000767" y="96212"/>
                </a:lnTo>
                <a:lnTo>
                  <a:pt x="3000146" y="97728"/>
                </a:lnTo>
                <a:lnTo>
                  <a:pt x="2999416" y="99116"/>
                </a:lnTo>
                <a:lnTo>
                  <a:pt x="2998589" y="100381"/>
                </a:lnTo>
                <a:lnTo>
                  <a:pt x="2997675" y="101528"/>
                </a:lnTo>
                <a:lnTo>
                  <a:pt x="2996686" y="102563"/>
                </a:lnTo>
                <a:lnTo>
                  <a:pt x="2995632" y="103491"/>
                </a:lnTo>
                <a:lnTo>
                  <a:pt x="2994524" y="104318"/>
                </a:lnTo>
                <a:lnTo>
                  <a:pt x="2993374" y="105049"/>
                </a:lnTo>
                <a:lnTo>
                  <a:pt x="2992191" y="105690"/>
                </a:lnTo>
                <a:lnTo>
                  <a:pt x="2990986" y="106247"/>
                </a:lnTo>
                <a:lnTo>
                  <a:pt x="2989772" y="106724"/>
                </a:lnTo>
                <a:lnTo>
                  <a:pt x="2988558" y="107128"/>
                </a:lnTo>
                <a:lnTo>
                  <a:pt x="2987355" y="107464"/>
                </a:lnTo>
                <a:lnTo>
                  <a:pt x="2986175" y="107737"/>
                </a:lnTo>
                <a:lnTo>
                  <a:pt x="2985027" y="107952"/>
                </a:lnTo>
                <a:lnTo>
                  <a:pt x="2983924" y="108117"/>
                </a:lnTo>
                <a:lnTo>
                  <a:pt x="2982875" y="108235"/>
                </a:lnTo>
                <a:lnTo>
                  <a:pt x="2981893" y="108312"/>
                </a:lnTo>
                <a:lnTo>
                  <a:pt x="2980987" y="108355"/>
                </a:lnTo>
                <a:lnTo>
                  <a:pt x="2980168" y="108368"/>
                </a:lnTo>
                <a:lnTo>
                  <a:pt x="2978342" y="108335"/>
                </a:lnTo>
                <a:lnTo>
                  <a:pt x="2976669" y="108239"/>
                </a:lnTo>
                <a:lnTo>
                  <a:pt x="2975140" y="108083"/>
                </a:lnTo>
                <a:lnTo>
                  <a:pt x="2973751" y="107869"/>
                </a:lnTo>
                <a:lnTo>
                  <a:pt x="2972494" y="107600"/>
                </a:lnTo>
                <a:lnTo>
                  <a:pt x="2971362" y="107279"/>
                </a:lnTo>
                <a:lnTo>
                  <a:pt x="2970349" y="106909"/>
                </a:lnTo>
                <a:lnTo>
                  <a:pt x="2969449" y="106492"/>
                </a:lnTo>
                <a:lnTo>
                  <a:pt x="2968655" y="106032"/>
                </a:lnTo>
                <a:lnTo>
                  <a:pt x="2967959" y="105532"/>
                </a:lnTo>
                <a:lnTo>
                  <a:pt x="2967357" y="104994"/>
                </a:lnTo>
                <a:lnTo>
                  <a:pt x="2966840" y="104420"/>
                </a:lnTo>
                <a:lnTo>
                  <a:pt x="2966402" y="103815"/>
                </a:lnTo>
                <a:lnTo>
                  <a:pt x="2966038" y="103181"/>
                </a:lnTo>
                <a:lnTo>
                  <a:pt x="2965739" y="102520"/>
                </a:lnTo>
                <a:lnTo>
                  <a:pt x="2965500" y="101835"/>
                </a:lnTo>
                <a:lnTo>
                  <a:pt x="2965314" y="101130"/>
                </a:lnTo>
                <a:lnTo>
                  <a:pt x="2965174" y="100407"/>
                </a:lnTo>
                <a:lnTo>
                  <a:pt x="2965074" y="99669"/>
                </a:lnTo>
                <a:lnTo>
                  <a:pt x="2965006" y="98919"/>
                </a:lnTo>
                <a:lnTo>
                  <a:pt x="2964966" y="98159"/>
                </a:lnTo>
                <a:lnTo>
                  <a:pt x="2964945" y="97393"/>
                </a:lnTo>
                <a:lnTo>
                  <a:pt x="2964937" y="96623"/>
                </a:lnTo>
                <a:lnTo>
                  <a:pt x="2964936" y="95853"/>
                </a:lnTo>
                <a:lnTo>
                  <a:pt x="2964936" y="43868"/>
                </a:lnTo>
                <a:lnTo>
                  <a:pt x="2964929" y="43142"/>
                </a:lnTo>
                <a:lnTo>
                  <a:pt x="2964909" y="42457"/>
                </a:lnTo>
                <a:lnTo>
                  <a:pt x="2964873" y="41813"/>
                </a:lnTo>
                <a:lnTo>
                  <a:pt x="2964820" y="41208"/>
                </a:lnTo>
                <a:lnTo>
                  <a:pt x="2964747" y="40641"/>
                </a:lnTo>
                <a:lnTo>
                  <a:pt x="2964653" y="40112"/>
                </a:lnTo>
                <a:lnTo>
                  <a:pt x="2964535" y="39619"/>
                </a:lnTo>
                <a:lnTo>
                  <a:pt x="2964393" y="39163"/>
                </a:lnTo>
                <a:lnTo>
                  <a:pt x="2964224" y="38741"/>
                </a:lnTo>
                <a:lnTo>
                  <a:pt x="2964027" y="38353"/>
                </a:lnTo>
                <a:lnTo>
                  <a:pt x="2963799" y="37998"/>
                </a:lnTo>
                <a:lnTo>
                  <a:pt x="2963538" y="37675"/>
                </a:lnTo>
                <a:lnTo>
                  <a:pt x="2963244" y="37383"/>
                </a:lnTo>
                <a:lnTo>
                  <a:pt x="2962914" y="37121"/>
                </a:lnTo>
                <a:lnTo>
                  <a:pt x="2962545" y="36889"/>
                </a:lnTo>
                <a:lnTo>
                  <a:pt x="2962137" y="36684"/>
                </a:lnTo>
                <a:lnTo>
                  <a:pt x="2961688" y="36508"/>
                </a:lnTo>
                <a:lnTo>
                  <a:pt x="2961195" y="36358"/>
                </a:lnTo>
                <a:lnTo>
                  <a:pt x="2960657" y="36233"/>
                </a:lnTo>
                <a:lnTo>
                  <a:pt x="2960072" y="36133"/>
                </a:lnTo>
                <a:lnTo>
                  <a:pt x="2959439" y="36057"/>
                </a:lnTo>
                <a:lnTo>
                  <a:pt x="2958754" y="36004"/>
                </a:lnTo>
                <a:lnTo>
                  <a:pt x="2958017" y="35973"/>
                </a:lnTo>
                <a:lnTo>
                  <a:pt x="2957225" y="35963"/>
                </a:lnTo>
                <a:lnTo>
                  <a:pt x="2943152" y="35963"/>
                </a:lnTo>
                <a:lnTo>
                  <a:pt x="2942758" y="35963"/>
                </a:lnTo>
                <a:lnTo>
                  <a:pt x="2942348" y="35966"/>
                </a:lnTo>
                <a:lnTo>
                  <a:pt x="2941926" y="35974"/>
                </a:lnTo>
                <a:lnTo>
                  <a:pt x="2941495" y="35990"/>
                </a:lnTo>
                <a:lnTo>
                  <a:pt x="2941057" y="36017"/>
                </a:lnTo>
                <a:lnTo>
                  <a:pt x="2940615" y="36056"/>
                </a:lnTo>
                <a:lnTo>
                  <a:pt x="2940172" y="36111"/>
                </a:lnTo>
                <a:lnTo>
                  <a:pt x="2939731" y="36184"/>
                </a:lnTo>
                <a:lnTo>
                  <a:pt x="2939295" y="36278"/>
                </a:lnTo>
                <a:lnTo>
                  <a:pt x="2938866" y="36395"/>
                </a:lnTo>
                <a:lnTo>
                  <a:pt x="2938448" y="36538"/>
                </a:lnTo>
                <a:lnTo>
                  <a:pt x="2938042" y="36710"/>
                </a:lnTo>
                <a:lnTo>
                  <a:pt x="2937653" y="36913"/>
                </a:lnTo>
                <a:lnTo>
                  <a:pt x="2937283" y="37149"/>
                </a:lnTo>
                <a:lnTo>
                  <a:pt x="2936935" y="37422"/>
                </a:lnTo>
                <a:lnTo>
                  <a:pt x="2936611" y="37734"/>
                </a:lnTo>
                <a:lnTo>
                  <a:pt x="2936315" y="38087"/>
                </a:lnTo>
                <a:lnTo>
                  <a:pt x="2936049" y="38485"/>
                </a:lnTo>
                <a:lnTo>
                  <a:pt x="2935816" y="38929"/>
                </a:lnTo>
                <a:lnTo>
                  <a:pt x="2935619" y="39422"/>
                </a:lnTo>
                <a:lnTo>
                  <a:pt x="2935461" y="39968"/>
                </a:lnTo>
                <a:lnTo>
                  <a:pt x="2935344" y="40567"/>
                </a:lnTo>
                <a:lnTo>
                  <a:pt x="2935272" y="41224"/>
                </a:lnTo>
                <a:lnTo>
                  <a:pt x="2935247" y="41941"/>
                </a:lnTo>
                <a:lnTo>
                  <a:pt x="2935273" y="42634"/>
                </a:lnTo>
                <a:lnTo>
                  <a:pt x="2935348" y="43270"/>
                </a:lnTo>
                <a:lnTo>
                  <a:pt x="2935468" y="43850"/>
                </a:lnTo>
                <a:lnTo>
                  <a:pt x="2935631" y="44378"/>
                </a:lnTo>
                <a:lnTo>
                  <a:pt x="2935834" y="44855"/>
                </a:lnTo>
                <a:lnTo>
                  <a:pt x="2936073" y="45285"/>
                </a:lnTo>
                <a:lnTo>
                  <a:pt x="2936345" y="45669"/>
                </a:lnTo>
                <a:lnTo>
                  <a:pt x="2936647" y="46011"/>
                </a:lnTo>
                <a:lnTo>
                  <a:pt x="2936976" y="46313"/>
                </a:lnTo>
                <a:lnTo>
                  <a:pt x="2937328" y="46577"/>
                </a:lnTo>
                <a:lnTo>
                  <a:pt x="2937701" y="46806"/>
                </a:lnTo>
                <a:lnTo>
                  <a:pt x="2938091" y="47002"/>
                </a:lnTo>
                <a:lnTo>
                  <a:pt x="2938495" y="47168"/>
                </a:lnTo>
                <a:lnTo>
                  <a:pt x="2938910" y="47306"/>
                </a:lnTo>
                <a:lnTo>
                  <a:pt x="2939333" y="47420"/>
                </a:lnTo>
                <a:lnTo>
                  <a:pt x="2939760" y="47511"/>
                </a:lnTo>
                <a:lnTo>
                  <a:pt x="2940188" y="47581"/>
                </a:lnTo>
                <a:lnTo>
                  <a:pt x="2940615" y="47634"/>
                </a:lnTo>
                <a:lnTo>
                  <a:pt x="2941037" y="47673"/>
                </a:lnTo>
                <a:lnTo>
                  <a:pt x="2941450" y="47698"/>
                </a:lnTo>
                <a:lnTo>
                  <a:pt x="2941852" y="47714"/>
                </a:lnTo>
                <a:lnTo>
                  <a:pt x="2942239" y="47721"/>
                </a:lnTo>
                <a:lnTo>
                  <a:pt x="2942609" y="47724"/>
                </a:lnTo>
                <a:lnTo>
                  <a:pt x="2942958" y="47725"/>
                </a:lnTo>
                <a:lnTo>
                  <a:pt x="2951636" y="47725"/>
                </a:lnTo>
                <a:lnTo>
                  <a:pt x="2951636" y="97009"/>
                </a:lnTo>
                <a:lnTo>
                  <a:pt x="2951704" y="99249"/>
                </a:lnTo>
                <a:lnTo>
                  <a:pt x="2951906" y="101349"/>
                </a:lnTo>
                <a:lnTo>
                  <a:pt x="2952235" y="103312"/>
                </a:lnTo>
                <a:lnTo>
                  <a:pt x="2952686" y="105143"/>
                </a:lnTo>
                <a:lnTo>
                  <a:pt x="2953255" y="106845"/>
                </a:lnTo>
                <a:lnTo>
                  <a:pt x="2953934" y="108423"/>
                </a:lnTo>
                <a:lnTo>
                  <a:pt x="2954720" y="109880"/>
                </a:lnTo>
                <a:lnTo>
                  <a:pt x="2955605" y="111222"/>
                </a:lnTo>
                <a:lnTo>
                  <a:pt x="2956586" y="112451"/>
                </a:lnTo>
                <a:lnTo>
                  <a:pt x="2957657" y="113571"/>
                </a:lnTo>
                <a:lnTo>
                  <a:pt x="2958812" y="114587"/>
                </a:lnTo>
                <a:lnTo>
                  <a:pt x="2960045" y="115503"/>
                </a:lnTo>
                <a:lnTo>
                  <a:pt x="2961352" y="116322"/>
                </a:lnTo>
                <a:lnTo>
                  <a:pt x="2962727" y="117050"/>
                </a:lnTo>
                <a:lnTo>
                  <a:pt x="2964164" y="117688"/>
                </a:lnTo>
                <a:lnTo>
                  <a:pt x="2965658" y="118243"/>
                </a:lnTo>
                <a:lnTo>
                  <a:pt x="2967204" y="118717"/>
                </a:lnTo>
                <a:lnTo>
                  <a:pt x="2968796" y="119115"/>
                </a:lnTo>
                <a:lnTo>
                  <a:pt x="2970429" y="119441"/>
                </a:lnTo>
                <a:lnTo>
                  <a:pt x="2972097" y="119699"/>
                </a:lnTo>
                <a:lnTo>
                  <a:pt x="2973794" y="119892"/>
                </a:lnTo>
                <a:lnTo>
                  <a:pt x="2975516" y="120025"/>
                </a:lnTo>
                <a:lnTo>
                  <a:pt x="2977258" y="120102"/>
                </a:lnTo>
                <a:lnTo>
                  <a:pt x="2979012" y="120127"/>
                </a:lnTo>
                <a:lnTo>
                  <a:pt x="2980000" y="120117"/>
                </a:lnTo>
                <a:lnTo>
                  <a:pt x="2980988" y="120086"/>
                </a:lnTo>
                <a:lnTo>
                  <a:pt x="2981975" y="120034"/>
                </a:lnTo>
                <a:lnTo>
                  <a:pt x="2982961" y="119959"/>
                </a:lnTo>
                <a:lnTo>
                  <a:pt x="2983946" y="119862"/>
                </a:lnTo>
                <a:lnTo>
                  <a:pt x="2984928" y="119742"/>
                </a:lnTo>
                <a:lnTo>
                  <a:pt x="2985909" y="119597"/>
                </a:lnTo>
                <a:lnTo>
                  <a:pt x="2986888" y="119427"/>
                </a:lnTo>
                <a:lnTo>
                  <a:pt x="2987864" y="119233"/>
                </a:lnTo>
                <a:lnTo>
                  <a:pt x="2988837" y="119012"/>
                </a:lnTo>
                <a:lnTo>
                  <a:pt x="2989806" y="118764"/>
                </a:lnTo>
                <a:lnTo>
                  <a:pt x="2990772" y="118489"/>
                </a:lnTo>
                <a:lnTo>
                  <a:pt x="2991734" y="118185"/>
                </a:lnTo>
                <a:lnTo>
                  <a:pt x="2992692" y="117853"/>
                </a:lnTo>
                <a:lnTo>
                  <a:pt x="2993644" y="117492"/>
                </a:lnTo>
                <a:lnTo>
                  <a:pt x="2994592" y="117100"/>
                </a:lnTo>
                <a:lnTo>
                  <a:pt x="2995534" y="116677"/>
                </a:lnTo>
                <a:lnTo>
                  <a:pt x="2996471" y="116224"/>
                </a:lnTo>
                <a:lnTo>
                  <a:pt x="2997402" y="115737"/>
                </a:lnTo>
                <a:lnTo>
                  <a:pt x="2998326" y="115219"/>
                </a:lnTo>
                <a:lnTo>
                  <a:pt x="2999243" y="114666"/>
                </a:lnTo>
                <a:lnTo>
                  <a:pt x="3000154" y="114080"/>
                </a:lnTo>
                <a:lnTo>
                  <a:pt x="3001057" y="113458"/>
                </a:lnTo>
                <a:lnTo>
                  <a:pt x="3001952" y="112801"/>
                </a:lnTo>
                <a:lnTo>
                  <a:pt x="3001996" y="113544"/>
                </a:lnTo>
                <a:lnTo>
                  <a:pt x="3002078" y="114225"/>
                </a:lnTo>
                <a:lnTo>
                  <a:pt x="3002197" y="114847"/>
                </a:lnTo>
                <a:lnTo>
                  <a:pt x="3002350" y="115412"/>
                </a:lnTo>
                <a:lnTo>
                  <a:pt x="3002535" y="115923"/>
                </a:lnTo>
                <a:lnTo>
                  <a:pt x="3002751" y="116383"/>
                </a:lnTo>
                <a:lnTo>
                  <a:pt x="3002996" y="116795"/>
                </a:lnTo>
                <a:lnTo>
                  <a:pt x="3003267" y="117161"/>
                </a:lnTo>
                <a:lnTo>
                  <a:pt x="3003563" y="117485"/>
                </a:lnTo>
                <a:lnTo>
                  <a:pt x="3003881" y="117767"/>
                </a:lnTo>
                <a:lnTo>
                  <a:pt x="3004221" y="118013"/>
                </a:lnTo>
                <a:lnTo>
                  <a:pt x="3004580" y="118223"/>
                </a:lnTo>
                <a:lnTo>
                  <a:pt x="3004956" y="118401"/>
                </a:lnTo>
                <a:lnTo>
                  <a:pt x="3005346" y="118549"/>
                </a:lnTo>
                <a:lnTo>
                  <a:pt x="3005751" y="118670"/>
                </a:lnTo>
                <a:lnTo>
                  <a:pt x="3006166" y="118768"/>
                </a:lnTo>
                <a:lnTo>
                  <a:pt x="3006591" y="118844"/>
                </a:lnTo>
                <a:lnTo>
                  <a:pt x="3007023" y="118900"/>
                </a:lnTo>
                <a:lnTo>
                  <a:pt x="3007461" y="118941"/>
                </a:lnTo>
                <a:lnTo>
                  <a:pt x="3007902" y="118969"/>
                </a:lnTo>
                <a:lnTo>
                  <a:pt x="3008345" y="118985"/>
                </a:lnTo>
                <a:lnTo>
                  <a:pt x="3008788" y="118994"/>
                </a:lnTo>
                <a:lnTo>
                  <a:pt x="3009229" y="118997"/>
                </a:lnTo>
                <a:lnTo>
                  <a:pt x="3009665" y="118997"/>
                </a:lnTo>
                <a:lnTo>
                  <a:pt x="3023739" y="118997"/>
                </a:lnTo>
                <a:lnTo>
                  <a:pt x="3024133" y="118997"/>
                </a:lnTo>
                <a:lnTo>
                  <a:pt x="3024543" y="118994"/>
                </a:lnTo>
                <a:lnTo>
                  <a:pt x="3024964" y="118986"/>
                </a:lnTo>
                <a:lnTo>
                  <a:pt x="3025396" y="118970"/>
                </a:lnTo>
                <a:lnTo>
                  <a:pt x="3025834" y="118943"/>
                </a:lnTo>
                <a:lnTo>
                  <a:pt x="3026276" y="118904"/>
                </a:lnTo>
                <a:lnTo>
                  <a:pt x="3026719" y="118849"/>
                </a:lnTo>
                <a:lnTo>
                  <a:pt x="3027160" y="118776"/>
                </a:lnTo>
                <a:lnTo>
                  <a:pt x="3027596" y="118682"/>
                </a:lnTo>
                <a:lnTo>
                  <a:pt x="3028025" y="118565"/>
                </a:lnTo>
                <a:lnTo>
                  <a:pt x="3028443" y="118422"/>
                </a:lnTo>
                <a:lnTo>
                  <a:pt x="3028848" y="118250"/>
                </a:lnTo>
                <a:lnTo>
                  <a:pt x="3029237" y="118048"/>
                </a:lnTo>
                <a:lnTo>
                  <a:pt x="3029608" y="117811"/>
                </a:lnTo>
                <a:lnTo>
                  <a:pt x="3029956" y="117538"/>
                </a:lnTo>
                <a:lnTo>
                  <a:pt x="3030280" y="117227"/>
                </a:lnTo>
                <a:lnTo>
                  <a:pt x="3030576" y="116874"/>
                </a:lnTo>
                <a:lnTo>
                  <a:pt x="3030842" y="116476"/>
                </a:lnTo>
                <a:lnTo>
                  <a:pt x="3031075" y="116033"/>
                </a:lnTo>
                <a:lnTo>
                  <a:pt x="3031272" y="115539"/>
                </a:lnTo>
                <a:lnTo>
                  <a:pt x="3031430" y="114994"/>
                </a:lnTo>
                <a:lnTo>
                  <a:pt x="3031547" y="114395"/>
                </a:lnTo>
                <a:lnTo>
                  <a:pt x="3031619" y="113738"/>
                </a:lnTo>
                <a:lnTo>
                  <a:pt x="3031643" y="113022"/>
                </a:lnTo>
                <a:lnTo>
                  <a:pt x="3031618" y="112329"/>
                </a:lnTo>
                <a:lnTo>
                  <a:pt x="3031543" y="111693"/>
                </a:lnTo>
                <a:lnTo>
                  <a:pt x="3031423" y="111113"/>
                </a:lnTo>
                <a:lnTo>
                  <a:pt x="3031260" y="110585"/>
                </a:lnTo>
                <a:lnTo>
                  <a:pt x="3031057" y="110108"/>
                </a:lnTo>
                <a:lnTo>
                  <a:pt x="3030818" y="109678"/>
                </a:lnTo>
                <a:close/>
                <a:moveTo>
                  <a:pt x="3629680" y="97937"/>
                </a:moveTo>
                <a:lnTo>
                  <a:pt x="3629680" y="97939"/>
                </a:lnTo>
                <a:lnTo>
                  <a:pt x="3629680" y="97936"/>
                </a:lnTo>
                <a:lnTo>
                  <a:pt x="3629680" y="97937"/>
                </a:lnTo>
                <a:close/>
                <a:moveTo>
                  <a:pt x="4135757" y="97937"/>
                </a:moveTo>
                <a:lnTo>
                  <a:pt x="4135757" y="97939"/>
                </a:lnTo>
                <a:lnTo>
                  <a:pt x="4135757" y="97936"/>
                </a:lnTo>
                <a:lnTo>
                  <a:pt x="4135757" y="97937"/>
                </a:lnTo>
                <a:close/>
                <a:moveTo>
                  <a:pt x="2313881" y="97937"/>
                </a:moveTo>
                <a:lnTo>
                  <a:pt x="2313881" y="97939"/>
                </a:lnTo>
                <a:lnTo>
                  <a:pt x="2313881" y="97936"/>
                </a:lnTo>
                <a:lnTo>
                  <a:pt x="2313881" y="97937"/>
                </a:lnTo>
                <a:close/>
                <a:moveTo>
                  <a:pt x="5421701" y="8305"/>
                </a:moveTo>
                <a:lnTo>
                  <a:pt x="5421442" y="7737"/>
                </a:lnTo>
                <a:lnTo>
                  <a:pt x="5421149" y="7190"/>
                </a:lnTo>
                <a:lnTo>
                  <a:pt x="5420822" y="6666"/>
                </a:lnTo>
                <a:lnTo>
                  <a:pt x="5420463" y="6166"/>
                </a:lnTo>
                <a:lnTo>
                  <a:pt x="5420073" y="5691"/>
                </a:lnTo>
                <a:lnTo>
                  <a:pt x="5419653" y="5244"/>
                </a:lnTo>
                <a:lnTo>
                  <a:pt x="5419206" y="4824"/>
                </a:lnTo>
                <a:lnTo>
                  <a:pt x="5418732" y="4434"/>
                </a:lnTo>
                <a:lnTo>
                  <a:pt x="5418232" y="4075"/>
                </a:lnTo>
                <a:lnTo>
                  <a:pt x="5417708" y="3748"/>
                </a:lnTo>
                <a:lnTo>
                  <a:pt x="5417161" y="3454"/>
                </a:lnTo>
                <a:lnTo>
                  <a:pt x="5416593" y="3195"/>
                </a:lnTo>
                <a:lnTo>
                  <a:pt x="5416005" y="2972"/>
                </a:lnTo>
                <a:lnTo>
                  <a:pt x="5415399" y="2787"/>
                </a:lnTo>
                <a:lnTo>
                  <a:pt x="5414774" y="2641"/>
                </a:lnTo>
                <a:lnTo>
                  <a:pt x="5414134" y="2534"/>
                </a:lnTo>
                <a:lnTo>
                  <a:pt x="5413479" y="2470"/>
                </a:lnTo>
                <a:lnTo>
                  <a:pt x="5412810" y="2448"/>
                </a:lnTo>
                <a:lnTo>
                  <a:pt x="5412141" y="2470"/>
                </a:lnTo>
                <a:lnTo>
                  <a:pt x="5411486" y="2534"/>
                </a:lnTo>
                <a:lnTo>
                  <a:pt x="5410845" y="2641"/>
                </a:lnTo>
                <a:lnTo>
                  <a:pt x="5410221" y="2787"/>
                </a:lnTo>
                <a:lnTo>
                  <a:pt x="5409614" y="2972"/>
                </a:lnTo>
                <a:lnTo>
                  <a:pt x="5409025" y="3195"/>
                </a:lnTo>
                <a:lnTo>
                  <a:pt x="5408457" y="3454"/>
                </a:lnTo>
                <a:lnTo>
                  <a:pt x="5407911" y="3748"/>
                </a:lnTo>
                <a:lnTo>
                  <a:pt x="5407387" y="4075"/>
                </a:lnTo>
                <a:lnTo>
                  <a:pt x="5406887" y="4434"/>
                </a:lnTo>
                <a:lnTo>
                  <a:pt x="5406412" y="4824"/>
                </a:lnTo>
                <a:lnTo>
                  <a:pt x="5405965" y="5244"/>
                </a:lnTo>
                <a:lnTo>
                  <a:pt x="5405545" y="5691"/>
                </a:lnTo>
                <a:lnTo>
                  <a:pt x="5405155" y="6166"/>
                </a:lnTo>
                <a:lnTo>
                  <a:pt x="5404796" y="6666"/>
                </a:lnTo>
                <a:lnTo>
                  <a:pt x="5404469" y="7190"/>
                </a:lnTo>
                <a:lnTo>
                  <a:pt x="5404176" y="7737"/>
                </a:lnTo>
                <a:lnTo>
                  <a:pt x="5403917" y="8305"/>
                </a:lnTo>
                <a:lnTo>
                  <a:pt x="5403694" y="8893"/>
                </a:lnTo>
                <a:lnTo>
                  <a:pt x="5403509" y="9500"/>
                </a:lnTo>
                <a:lnTo>
                  <a:pt x="5403363" y="10124"/>
                </a:lnTo>
                <a:lnTo>
                  <a:pt x="5403257" y="10765"/>
                </a:lnTo>
                <a:lnTo>
                  <a:pt x="5403192" y="11420"/>
                </a:lnTo>
                <a:lnTo>
                  <a:pt x="5403170" y="12089"/>
                </a:lnTo>
                <a:lnTo>
                  <a:pt x="5403192" y="12757"/>
                </a:lnTo>
                <a:lnTo>
                  <a:pt x="5403257" y="13412"/>
                </a:lnTo>
                <a:lnTo>
                  <a:pt x="5403363" y="14053"/>
                </a:lnTo>
                <a:lnTo>
                  <a:pt x="5403509" y="14677"/>
                </a:lnTo>
                <a:lnTo>
                  <a:pt x="5403694" y="15284"/>
                </a:lnTo>
                <a:lnTo>
                  <a:pt x="5403917" y="15872"/>
                </a:lnTo>
                <a:lnTo>
                  <a:pt x="5404176" y="16441"/>
                </a:lnTo>
                <a:lnTo>
                  <a:pt x="5404469" y="16987"/>
                </a:lnTo>
                <a:lnTo>
                  <a:pt x="5404796" y="17511"/>
                </a:lnTo>
                <a:lnTo>
                  <a:pt x="5405155" y="18011"/>
                </a:lnTo>
                <a:lnTo>
                  <a:pt x="5405545" y="18486"/>
                </a:lnTo>
                <a:lnTo>
                  <a:pt x="5405965" y="18933"/>
                </a:lnTo>
                <a:lnTo>
                  <a:pt x="5406412" y="19353"/>
                </a:lnTo>
                <a:lnTo>
                  <a:pt x="5406887" y="19743"/>
                </a:lnTo>
                <a:lnTo>
                  <a:pt x="5407387" y="20102"/>
                </a:lnTo>
                <a:lnTo>
                  <a:pt x="5407911" y="20430"/>
                </a:lnTo>
                <a:lnTo>
                  <a:pt x="5408457" y="20723"/>
                </a:lnTo>
                <a:lnTo>
                  <a:pt x="5409025" y="20982"/>
                </a:lnTo>
                <a:lnTo>
                  <a:pt x="5409614" y="21205"/>
                </a:lnTo>
                <a:lnTo>
                  <a:pt x="5410221" y="21390"/>
                </a:lnTo>
                <a:lnTo>
                  <a:pt x="5410845" y="21537"/>
                </a:lnTo>
                <a:lnTo>
                  <a:pt x="5411486" y="21643"/>
                </a:lnTo>
                <a:lnTo>
                  <a:pt x="5412141" y="21708"/>
                </a:lnTo>
                <a:lnTo>
                  <a:pt x="5412810" y="21729"/>
                </a:lnTo>
                <a:lnTo>
                  <a:pt x="5413479" y="21708"/>
                </a:lnTo>
                <a:lnTo>
                  <a:pt x="5414134" y="21643"/>
                </a:lnTo>
                <a:lnTo>
                  <a:pt x="5414774" y="21537"/>
                </a:lnTo>
                <a:lnTo>
                  <a:pt x="5415399" y="21390"/>
                </a:lnTo>
                <a:lnTo>
                  <a:pt x="5416005" y="21205"/>
                </a:lnTo>
                <a:lnTo>
                  <a:pt x="5416593" y="20982"/>
                </a:lnTo>
                <a:lnTo>
                  <a:pt x="5417161" y="20723"/>
                </a:lnTo>
                <a:lnTo>
                  <a:pt x="5417708" y="20430"/>
                </a:lnTo>
                <a:lnTo>
                  <a:pt x="5418232" y="20102"/>
                </a:lnTo>
                <a:lnTo>
                  <a:pt x="5418732" y="19743"/>
                </a:lnTo>
                <a:lnTo>
                  <a:pt x="5419206" y="19353"/>
                </a:lnTo>
                <a:lnTo>
                  <a:pt x="5419653" y="18933"/>
                </a:lnTo>
                <a:lnTo>
                  <a:pt x="5420073" y="18486"/>
                </a:lnTo>
                <a:lnTo>
                  <a:pt x="5420463" y="18011"/>
                </a:lnTo>
                <a:lnTo>
                  <a:pt x="5420822" y="17511"/>
                </a:lnTo>
                <a:lnTo>
                  <a:pt x="5421149" y="16987"/>
                </a:lnTo>
                <a:lnTo>
                  <a:pt x="5421442" y="16441"/>
                </a:lnTo>
                <a:lnTo>
                  <a:pt x="5421701" y="15872"/>
                </a:lnTo>
                <a:lnTo>
                  <a:pt x="5421923" y="15284"/>
                </a:lnTo>
                <a:lnTo>
                  <a:pt x="5422109" y="14677"/>
                </a:lnTo>
                <a:lnTo>
                  <a:pt x="5422255" y="14053"/>
                </a:lnTo>
                <a:lnTo>
                  <a:pt x="5422361" y="13412"/>
                </a:lnTo>
                <a:lnTo>
                  <a:pt x="5422426" y="12757"/>
                </a:lnTo>
                <a:lnTo>
                  <a:pt x="5422448" y="12089"/>
                </a:lnTo>
                <a:lnTo>
                  <a:pt x="5422426" y="11420"/>
                </a:lnTo>
                <a:lnTo>
                  <a:pt x="5422361" y="10765"/>
                </a:lnTo>
                <a:lnTo>
                  <a:pt x="5422255" y="10124"/>
                </a:lnTo>
                <a:lnTo>
                  <a:pt x="5422109" y="9500"/>
                </a:lnTo>
                <a:lnTo>
                  <a:pt x="5421923" y="8893"/>
                </a:lnTo>
                <a:lnTo>
                  <a:pt x="5421701" y="8305"/>
                </a:lnTo>
                <a:close/>
                <a:moveTo>
                  <a:pt x="6775822" y="109759"/>
                </a:moveTo>
                <a:lnTo>
                  <a:pt x="6775556" y="109362"/>
                </a:lnTo>
                <a:lnTo>
                  <a:pt x="6775260" y="109009"/>
                </a:lnTo>
                <a:lnTo>
                  <a:pt x="6774936" y="108697"/>
                </a:lnTo>
                <a:lnTo>
                  <a:pt x="6774588" y="108424"/>
                </a:lnTo>
                <a:lnTo>
                  <a:pt x="6774217" y="108188"/>
                </a:lnTo>
                <a:lnTo>
                  <a:pt x="6773828" y="107985"/>
                </a:lnTo>
                <a:lnTo>
                  <a:pt x="6773423" y="107813"/>
                </a:lnTo>
                <a:lnTo>
                  <a:pt x="6773005" y="107670"/>
                </a:lnTo>
                <a:lnTo>
                  <a:pt x="6772576" y="107553"/>
                </a:lnTo>
                <a:lnTo>
                  <a:pt x="6772140" y="107459"/>
                </a:lnTo>
                <a:lnTo>
                  <a:pt x="6771699" y="107386"/>
                </a:lnTo>
                <a:lnTo>
                  <a:pt x="6771256" y="107331"/>
                </a:lnTo>
                <a:lnTo>
                  <a:pt x="6770814" y="107292"/>
                </a:lnTo>
                <a:lnTo>
                  <a:pt x="6770376" y="107266"/>
                </a:lnTo>
                <a:lnTo>
                  <a:pt x="6769945" y="107250"/>
                </a:lnTo>
                <a:lnTo>
                  <a:pt x="6769523" y="107242"/>
                </a:lnTo>
                <a:lnTo>
                  <a:pt x="6769113" y="107239"/>
                </a:lnTo>
                <a:lnTo>
                  <a:pt x="6768719" y="107238"/>
                </a:lnTo>
                <a:lnTo>
                  <a:pt x="6760235" y="107238"/>
                </a:lnTo>
                <a:lnTo>
                  <a:pt x="6760235" y="62576"/>
                </a:lnTo>
                <a:lnTo>
                  <a:pt x="6760184" y="60203"/>
                </a:lnTo>
                <a:lnTo>
                  <a:pt x="6760033" y="57944"/>
                </a:lnTo>
                <a:lnTo>
                  <a:pt x="6759783" y="55800"/>
                </a:lnTo>
                <a:lnTo>
                  <a:pt x="6759436" y="53768"/>
                </a:lnTo>
                <a:lnTo>
                  <a:pt x="6758995" y="51847"/>
                </a:lnTo>
                <a:lnTo>
                  <a:pt x="6758461" y="50036"/>
                </a:lnTo>
                <a:lnTo>
                  <a:pt x="6757836" y="48334"/>
                </a:lnTo>
                <a:lnTo>
                  <a:pt x="6757122" y="46739"/>
                </a:lnTo>
                <a:lnTo>
                  <a:pt x="6756321" y="45251"/>
                </a:lnTo>
                <a:lnTo>
                  <a:pt x="6755435" y="43867"/>
                </a:lnTo>
                <a:lnTo>
                  <a:pt x="6754466" y="42588"/>
                </a:lnTo>
                <a:lnTo>
                  <a:pt x="6753415" y="41411"/>
                </a:lnTo>
                <a:lnTo>
                  <a:pt x="6752286" y="40335"/>
                </a:lnTo>
                <a:lnTo>
                  <a:pt x="6751079" y="39360"/>
                </a:lnTo>
                <a:lnTo>
                  <a:pt x="6749796" y="38483"/>
                </a:lnTo>
                <a:lnTo>
                  <a:pt x="6748440" y="37704"/>
                </a:lnTo>
                <a:lnTo>
                  <a:pt x="6747012" y="37021"/>
                </a:lnTo>
                <a:lnTo>
                  <a:pt x="6745515" y="36433"/>
                </a:lnTo>
                <a:lnTo>
                  <a:pt x="6743949" y="35939"/>
                </a:lnTo>
                <a:lnTo>
                  <a:pt x="6742318" y="35537"/>
                </a:lnTo>
                <a:lnTo>
                  <a:pt x="6740623" y="35227"/>
                </a:lnTo>
                <a:lnTo>
                  <a:pt x="6738866" y="35007"/>
                </a:lnTo>
                <a:lnTo>
                  <a:pt x="6737049" y="34876"/>
                </a:lnTo>
                <a:lnTo>
                  <a:pt x="6735174" y="34833"/>
                </a:lnTo>
                <a:lnTo>
                  <a:pt x="6733581" y="34867"/>
                </a:lnTo>
                <a:lnTo>
                  <a:pt x="6732033" y="34964"/>
                </a:lnTo>
                <a:lnTo>
                  <a:pt x="6730530" y="35122"/>
                </a:lnTo>
                <a:lnTo>
                  <a:pt x="6729072" y="35336"/>
                </a:lnTo>
                <a:lnTo>
                  <a:pt x="6727660" y="35601"/>
                </a:lnTo>
                <a:lnTo>
                  <a:pt x="6726293" y="35915"/>
                </a:lnTo>
                <a:lnTo>
                  <a:pt x="6724973" y="36272"/>
                </a:lnTo>
                <a:lnTo>
                  <a:pt x="6723699" y="36669"/>
                </a:lnTo>
                <a:lnTo>
                  <a:pt x="6722472" y="37101"/>
                </a:lnTo>
                <a:lnTo>
                  <a:pt x="6721292" y="37565"/>
                </a:lnTo>
                <a:lnTo>
                  <a:pt x="6720160" y="38056"/>
                </a:lnTo>
                <a:lnTo>
                  <a:pt x="6719075" y="38570"/>
                </a:lnTo>
                <a:lnTo>
                  <a:pt x="6718039" y="39103"/>
                </a:lnTo>
                <a:lnTo>
                  <a:pt x="6717051" y="39651"/>
                </a:lnTo>
                <a:lnTo>
                  <a:pt x="6716113" y="40210"/>
                </a:lnTo>
                <a:lnTo>
                  <a:pt x="6715223" y="40776"/>
                </a:lnTo>
                <a:lnTo>
                  <a:pt x="6714383" y="41344"/>
                </a:lnTo>
                <a:lnTo>
                  <a:pt x="6713592" y="41911"/>
                </a:lnTo>
                <a:lnTo>
                  <a:pt x="6712852" y="42473"/>
                </a:lnTo>
                <a:lnTo>
                  <a:pt x="6712163" y="43025"/>
                </a:lnTo>
                <a:lnTo>
                  <a:pt x="6711524" y="43563"/>
                </a:lnTo>
                <a:lnTo>
                  <a:pt x="6710936" y="44083"/>
                </a:lnTo>
                <a:lnTo>
                  <a:pt x="6710400" y="44581"/>
                </a:lnTo>
                <a:lnTo>
                  <a:pt x="6709916" y="45053"/>
                </a:lnTo>
                <a:lnTo>
                  <a:pt x="6709916" y="9035"/>
                </a:lnTo>
                <a:lnTo>
                  <a:pt x="6709910" y="8309"/>
                </a:lnTo>
                <a:lnTo>
                  <a:pt x="6709889" y="7624"/>
                </a:lnTo>
                <a:lnTo>
                  <a:pt x="6709853" y="6980"/>
                </a:lnTo>
                <a:lnTo>
                  <a:pt x="6709800" y="6375"/>
                </a:lnTo>
                <a:lnTo>
                  <a:pt x="6709727" y="5808"/>
                </a:lnTo>
                <a:lnTo>
                  <a:pt x="6709633" y="5279"/>
                </a:lnTo>
                <a:lnTo>
                  <a:pt x="6709516" y="4786"/>
                </a:lnTo>
                <a:lnTo>
                  <a:pt x="6709373" y="4330"/>
                </a:lnTo>
                <a:lnTo>
                  <a:pt x="6709204" y="3908"/>
                </a:lnTo>
                <a:lnTo>
                  <a:pt x="6709007" y="3520"/>
                </a:lnTo>
                <a:lnTo>
                  <a:pt x="6708779" y="3165"/>
                </a:lnTo>
                <a:lnTo>
                  <a:pt x="6708519" y="2842"/>
                </a:lnTo>
                <a:lnTo>
                  <a:pt x="6708224" y="2550"/>
                </a:lnTo>
                <a:lnTo>
                  <a:pt x="6707894" y="2288"/>
                </a:lnTo>
                <a:lnTo>
                  <a:pt x="6707525" y="2055"/>
                </a:lnTo>
                <a:lnTo>
                  <a:pt x="6707117" y="1851"/>
                </a:lnTo>
                <a:lnTo>
                  <a:pt x="6706668" y="1675"/>
                </a:lnTo>
                <a:lnTo>
                  <a:pt x="6706175" y="1525"/>
                </a:lnTo>
                <a:lnTo>
                  <a:pt x="6705637" y="1400"/>
                </a:lnTo>
                <a:lnTo>
                  <a:pt x="6705052" y="1300"/>
                </a:lnTo>
                <a:lnTo>
                  <a:pt x="6704419" y="1224"/>
                </a:lnTo>
                <a:lnTo>
                  <a:pt x="6703734" y="1171"/>
                </a:lnTo>
                <a:lnTo>
                  <a:pt x="6702997" y="1140"/>
                </a:lnTo>
                <a:lnTo>
                  <a:pt x="6702205" y="1130"/>
                </a:lnTo>
                <a:lnTo>
                  <a:pt x="6688132" y="1130"/>
                </a:lnTo>
                <a:lnTo>
                  <a:pt x="6687738" y="1130"/>
                </a:lnTo>
                <a:lnTo>
                  <a:pt x="6687328" y="1133"/>
                </a:lnTo>
                <a:lnTo>
                  <a:pt x="6686906" y="1141"/>
                </a:lnTo>
                <a:lnTo>
                  <a:pt x="6686475" y="1157"/>
                </a:lnTo>
                <a:lnTo>
                  <a:pt x="6686037" y="1184"/>
                </a:lnTo>
                <a:lnTo>
                  <a:pt x="6685595" y="1223"/>
                </a:lnTo>
                <a:lnTo>
                  <a:pt x="6685152" y="1278"/>
                </a:lnTo>
                <a:lnTo>
                  <a:pt x="6684711" y="1351"/>
                </a:lnTo>
                <a:lnTo>
                  <a:pt x="6684275" y="1445"/>
                </a:lnTo>
                <a:lnTo>
                  <a:pt x="6683846" y="1562"/>
                </a:lnTo>
                <a:lnTo>
                  <a:pt x="6683428" y="1705"/>
                </a:lnTo>
                <a:lnTo>
                  <a:pt x="6683023" y="1877"/>
                </a:lnTo>
                <a:lnTo>
                  <a:pt x="6682633" y="2080"/>
                </a:lnTo>
                <a:lnTo>
                  <a:pt x="6682263" y="2316"/>
                </a:lnTo>
                <a:lnTo>
                  <a:pt x="6681915" y="2589"/>
                </a:lnTo>
                <a:lnTo>
                  <a:pt x="6681591" y="2901"/>
                </a:lnTo>
                <a:lnTo>
                  <a:pt x="6681295" y="3254"/>
                </a:lnTo>
                <a:lnTo>
                  <a:pt x="6681029" y="3652"/>
                </a:lnTo>
                <a:lnTo>
                  <a:pt x="6680796" y="4096"/>
                </a:lnTo>
                <a:lnTo>
                  <a:pt x="6680599" y="4589"/>
                </a:lnTo>
                <a:lnTo>
                  <a:pt x="6680441" y="5135"/>
                </a:lnTo>
                <a:lnTo>
                  <a:pt x="6680324" y="5734"/>
                </a:lnTo>
                <a:lnTo>
                  <a:pt x="6680252" y="6391"/>
                </a:lnTo>
                <a:lnTo>
                  <a:pt x="6680227" y="7108"/>
                </a:lnTo>
                <a:lnTo>
                  <a:pt x="6680253" y="7801"/>
                </a:lnTo>
                <a:lnTo>
                  <a:pt x="6680328" y="8437"/>
                </a:lnTo>
                <a:lnTo>
                  <a:pt x="6680448" y="9017"/>
                </a:lnTo>
                <a:lnTo>
                  <a:pt x="6680611" y="9545"/>
                </a:lnTo>
                <a:lnTo>
                  <a:pt x="6680814" y="10022"/>
                </a:lnTo>
                <a:lnTo>
                  <a:pt x="6681053" y="10452"/>
                </a:lnTo>
                <a:lnTo>
                  <a:pt x="6681325" y="10836"/>
                </a:lnTo>
                <a:lnTo>
                  <a:pt x="6681627" y="11178"/>
                </a:lnTo>
                <a:lnTo>
                  <a:pt x="6681956" y="11480"/>
                </a:lnTo>
                <a:lnTo>
                  <a:pt x="6682308" y="11744"/>
                </a:lnTo>
                <a:lnTo>
                  <a:pt x="6682681" y="11973"/>
                </a:lnTo>
                <a:lnTo>
                  <a:pt x="6683071" y="12169"/>
                </a:lnTo>
                <a:lnTo>
                  <a:pt x="6683475" y="12335"/>
                </a:lnTo>
                <a:lnTo>
                  <a:pt x="6683890" y="12473"/>
                </a:lnTo>
                <a:lnTo>
                  <a:pt x="6684313" y="12587"/>
                </a:lnTo>
                <a:lnTo>
                  <a:pt x="6684740" y="12678"/>
                </a:lnTo>
                <a:lnTo>
                  <a:pt x="6685168" y="12748"/>
                </a:lnTo>
                <a:lnTo>
                  <a:pt x="6685595" y="12801"/>
                </a:lnTo>
                <a:lnTo>
                  <a:pt x="6686017" y="12839"/>
                </a:lnTo>
                <a:lnTo>
                  <a:pt x="6686430" y="12865"/>
                </a:lnTo>
                <a:lnTo>
                  <a:pt x="6686832" y="12880"/>
                </a:lnTo>
                <a:lnTo>
                  <a:pt x="6687219" y="12888"/>
                </a:lnTo>
                <a:lnTo>
                  <a:pt x="6687589" y="12891"/>
                </a:lnTo>
                <a:lnTo>
                  <a:pt x="6687938" y="12892"/>
                </a:lnTo>
                <a:lnTo>
                  <a:pt x="6696616" y="12892"/>
                </a:lnTo>
                <a:lnTo>
                  <a:pt x="6696616" y="107238"/>
                </a:lnTo>
                <a:lnTo>
                  <a:pt x="6688132" y="107238"/>
                </a:lnTo>
                <a:lnTo>
                  <a:pt x="6687738" y="107239"/>
                </a:lnTo>
                <a:lnTo>
                  <a:pt x="6687328" y="107242"/>
                </a:lnTo>
                <a:lnTo>
                  <a:pt x="6686906" y="107250"/>
                </a:lnTo>
                <a:lnTo>
                  <a:pt x="6686475" y="107266"/>
                </a:lnTo>
                <a:lnTo>
                  <a:pt x="6686037" y="107292"/>
                </a:lnTo>
                <a:lnTo>
                  <a:pt x="6685595" y="107331"/>
                </a:lnTo>
                <a:lnTo>
                  <a:pt x="6685152" y="107386"/>
                </a:lnTo>
                <a:lnTo>
                  <a:pt x="6684711" y="107459"/>
                </a:lnTo>
                <a:lnTo>
                  <a:pt x="6684275" y="107553"/>
                </a:lnTo>
                <a:lnTo>
                  <a:pt x="6683846" y="107670"/>
                </a:lnTo>
                <a:lnTo>
                  <a:pt x="6683428" y="107813"/>
                </a:lnTo>
                <a:lnTo>
                  <a:pt x="6683023" y="107985"/>
                </a:lnTo>
                <a:lnTo>
                  <a:pt x="6682633" y="108188"/>
                </a:lnTo>
                <a:lnTo>
                  <a:pt x="6682263" y="108424"/>
                </a:lnTo>
                <a:lnTo>
                  <a:pt x="6681915" y="108697"/>
                </a:lnTo>
                <a:lnTo>
                  <a:pt x="6681591" y="109009"/>
                </a:lnTo>
                <a:lnTo>
                  <a:pt x="6681295" y="109362"/>
                </a:lnTo>
                <a:lnTo>
                  <a:pt x="6681029" y="109759"/>
                </a:lnTo>
                <a:lnTo>
                  <a:pt x="6680796" y="110203"/>
                </a:lnTo>
                <a:lnTo>
                  <a:pt x="6680599" y="110696"/>
                </a:lnTo>
                <a:lnTo>
                  <a:pt x="6680441" y="111241"/>
                </a:lnTo>
                <a:lnTo>
                  <a:pt x="6680324" y="111841"/>
                </a:lnTo>
                <a:lnTo>
                  <a:pt x="6680252" y="112497"/>
                </a:lnTo>
                <a:lnTo>
                  <a:pt x="6680227" y="113213"/>
                </a:lnTo>
                <a:lnTo>
                  <a:pt x="6680253" y="113907"/>
                </a:lnTo>
                <a:lnTo>
                  <a:pt x="6680328" y="114542"/>
                </a:lnTo>
                <a:lnTo>
                  <a:pt x="6680448" y="115122"/>
                </a:lnTo>
                <a:lnTo>
                  <a:pt x="6680611" y="115650"/>
                </a:lnTo>
                <a:lnTo>
                  <a:pt x="6680814" y="116127"/>
                </a:lnTo>
                <a:lnTo>
                  <a:pt x="6681053" y="116557"/>
                </a:lnTo>
                <a:lnTo>
                  <a:pt x="6681325" y="116942"/>
                </a:lnTo>
                <a:lnTo>
                  <a:pt x="6681627" y="117283"/>
                </a:lnTo>
                <a:lnTo>
                  <a:pt x="6681956" y="117585"/>
                </a:lnTo>
                <a:lnTo>
                  <a:pt x="6682308" y="117849"/>
                </a:lnTo>
                <a:lnTo>
                  <a:pt x="6682681" y="118078"/>
                </a:lnTo>
                <a:lnTo>
                  <a:pt x="6683071" y="118274"/>
                </a:lnTo>
                <a:lnTo>
                  <a:pt x="6683475" y="118440"/>
                </a:lnTo>
                <a:lnTo>
                  <a:pt x="6683890" y="118579"/>
                </a:lnTo>
                <a:lnTo>
                  <a:pt x="6684313" y="118692"/>
                </a:lnTo>
                <a:lnTo>
                  <a:pt x="6684740" y="118783"/>
                </a:lnTo>
                <a:lnTo>
                  <a:pt x="6685168" y="118854"/>
                </a:lnTo>
                <a:lnTo>
                  <a:pt x="6685595" y="118907"/>
                </a:lnTo>
                <a:lnTo>
                  <a:pt x="6686017" y="118945"/>
                </a:lnTo>
                <a:lnTo>
                  <a:pt x="6686430" y="118970"/>
                </a:lnTo>
                <a:lnTo>
                  <a:pt x="6686832" y="118986"/>
                </a:lnTo>
                <a:lnTo>
                  <a:pt x="6687219" y="118994"/>
                </a:lnTo>
                <a:lnTo>
                  <a:pt x="6687589" y="118997"/>
                </a:lnTo>
                <a:lnTo>
                  <a:pt x="6687938" y="118997"/>
                </a:lnTo>
                <a:lnTo>
                  <a:pt x="6718594" y="118997"/>
                </a:lnTo>
                <a:lnTo>
                  <a:pt x="6718943" y="118997"/>
                </a:lnTo>
                <a:lnTo>
                  <a:pt x="6719312" y="118994"/>
                </a:lnTo>
                <a:lnTo>
                  <a:pt x="6719700" y="118986"/>
                </a:lnTo>
                <a:lnTo>
                  <a:pt x="6720102" y="118970"/>
                </a:lnTo>
                <a:lnTo>
                  <a:pt x="6720515" y="118945"/>
                </a:lnTo>
                <a:lnTo>
                  <a:pt x="6720937" y="118907"/>
                </a:lnTo>
                <a:lnTo>
                  <a:pt x="6721364" y="118854"/>
                </a:lnTo>
                <a:lnTo>
                  <a:pt x="6721792" y="118783"/>
                </a:lnTo>
                <a:lnTo>
                  <a:pt x="6722219" y="118692"/>
                </a:lnTo>
                <a:lnTo>
                  <a:pt x="6722642" y="118579"/>
                </a:lnTo>
                <a:lnTo>
                  <a:pt x="6723057" y="118440"/>
                </a:lnTo>
                <a:lnTo>
                  <a:pt x="6723461" y="118274"/>
                </a:lnTo>
                <a:lnTo>
                  <a:pt x="6723851" y="118078"/>
                </a:lnTo>
                <a:lnTo>
                  <a:pt x="6724224" y="117849"/>
                </a:lnTo>
                <a:lnTo>
                  <a:pt x="6724576" y="117585"/>
                </a:lnTo>
                <a:lnTo>
                  <a:pt x="6724905" y="117283"/>
                </a:lnTo>
                <a:lnTo>
                  <a:pt x="6725207" y="116942"/>
                </a:lnTo>
                <a:lnTo>
                  <a:pt x="6725479" y="116557"/>
                </a:lnTo>
                <a:lnTo>
                  <a:pt x="6725718" y="116127"/>
                </a:lnTo>
                <a:lnTo>
                  <a:pt x="6725921" y="115650"/>
                </a:lnTo>
                <a:lnTo>
                  <a:pt x="6726084" y="115122"/>
                </a:lnTo>
                <a:lnTo>
                  <a:pt x="6726204" y="114542"/>
                </a:lnTo>
                <a:lnTo>
                  <a:pt x="6726279" y="113907"/>
                </a:lnTo>
                <a:lnTo>
                  <a:pt x="6726304" y="113213"/>
                </a:lnTo>
                <a:lnTo>
                  <a:pt x="6726280" y="112497"/>
                </a:lnTo>
                <a:lnTo>
                  <a:pt x="6726208" y="111841"/>
                </a:lnTo>
                <a:lnTo>
                  <a:pt x="6726091" y="111241"/>
                </a:lnTo>
                <a:lnTo>
                  <a:pt x="6725933" y="110696"/>
                </a:lnTo>
                <a:lnTo>
                  <a:pt x="6725736" y="110203"/>
                </a:lnTo>
                <a:lnTo>
                  <a:pt x="6725503" y="109759"/>
                </a:lnTo>
                <a:lnTo>
                  <a:pt x="6725237" y="109362"/>
                </a:lnTo>
                <a:lnTo>
                  <a:pt x="6724941" y="109009"/>
                </a:lnTo>
                <a:lnTo>
                  <a:pt x="6724617" y="108697"/>
                </a:lnTo>
                <a:lnTo>
                  <a:pt x="6724269" y="108424"/>
                </a:lnTo>
                <a:lnTo>
                  <a:pt x="6723898" y="108188"/>
                </a:lnTo>
                <a:lnTo>
                  <a:pt x="6723509" y="107985"/>
                </a:lnTo>
                <a:lnTo>
                  <a:pt x="6723104" y="107813"/>
                </a:lnTo>
                <a:lnTo>
                  <a:pt x="6722686" y="107670"/>
                </a:lnTo>
                <a:lnTo>
                  <a:pt x="6722257" y="107553"/>
                </a:lnTo>
                <a:lnTo>
                  <a:pt x="6721821" y="107459"/>
                </a:lnTo>
                <a:lnTo>
                  <a:pt x="6721380" y="107386"/>
                </a:lnTo>
                <a:lnTo>
                  <a:pt x="6720937" y="107331"/>
                </a:lnTo>
                <a:lnTo>
                  <a:pt x="6720495" y="107292"/>
                </a:lnTo>
                <a:lnTo>
                  <a:pt x="6720057" y="107266"/>
                </a:lnTo>
                <a:lnTo>
                  <a:pt x="6719626" y="107250"/>
                </a:lnTo>
                <a:lnTo>
                  <a:pt x="6719204" y="107242"/>
                </a:lnTo>
                <a:lnTo>
                  <a:pt x="6718794" y="107239"/>
                </a:lnTo>
                <a:lnTo>
                  <a:pt x="6718400" y="107238"/>
                </a:lnTo>
                <a:lnTo>
                  <a:pt x="6709916" y="107238"/>
                </a:lnTo>
                <a:lnTo>
                  <a:pt x="6709916" y="73164"/>
                </a:lnTo>
                <a:lnTo>
                  <a:pt x="6709989" y="70819"/>
                </a:lnTo>
                <a:lnTo>
                  <a:pt x="6710202" y="68597"/>
                </a:lnTo>
                <a:lnTo>
                  <a:pt x="6710548" y="66495"/>
                </a:lnTo>
                <a:lnTo>
                  <a:pt x="6711018" y="64511"/>
                </a:lnTo>
                <a:lnTo>
                  <a:pt x="6711605" y="62644"/>
                </a:lnTo>
                <a:lnTo>
                  <a:pt x="6712299" y="60891"/>
                </a:lnTo>
                <a:lnTo>
                  <a:pt x="6713093" y="59250"/>
                </a:lnTo>
                <a:lnTo>
                  <a:pt x="6713979" y="57719"/>
                </a:lnTo>
                <a:lnTo>
                  <a:pt x="6714949" y="56297"/>
                </a:lnTo>
                <a:lnTo>
                  <a:pt x="6715994" y="54981"/>
                </a:lnTo>
                <a:lnTo>
                  <a:pt x="6717107" y="53769"/>
                </a:lnTo>
                <a:lnTo>
                  <a:pt x="6718279" y="52660"/>
                </a:lnTo>
                <a:lnTo>
                  <a:pt x="6719502" y="51651"/>
                </a:lnTo>
                <a:lnTo>
                  <a:pt x="6720769" y="50740"/>
                </a:lnTo>
                <a:lnTo>
                  <a:pt x="6722070" y="49925"/>
                </a:lnTo>
                <a:lnTo>
                  <a:pt x="6723398" y="49205"/>
                </a:lnTo>
                <a:lnTo>
                  <a:pt x="6724745" y="48577"/>
                </a:lnTo>
                <a:lnTo>
                  <a:pt x="6726103" y="48039"/>
                </a:lnTo>
                <a:lnTo>
                  <a:pt x="6727463" y="47590"/>
                </a:lnTo>
                <a:lnTo>
                  <a:pt x="6728818" y="47226"/>
                </a:lnTo>
                <a:lnTo>
                  <a:pt x="6730159" y="46947"/>
                </a:lnTo>
                <a:lnTo>
                  <a:pt x="6731478" y="46750"/>
                </a:lnTo>
                <a:lnTo>
                  <a:pt x="6732767" y="46634"/>
                </a:lnTo>
                <a:lnTo>
                  <a:pt x="6734018" y="46595"/>
                </a:lnTo>
                <a:lnTo>
                  <a:pt x="6735256" y="46623"/>
                </a:lnTo>
                <a:lnTo>
                  <a:pt x="6736418" y="46708"/>
                </a:lnTo>
                <a:lnTo>
                  <a:pt x="6737506" y="46849"/>
                </a:lnTo>
                <a:lnTo>
                  <a:pt x="6738522" y="47048"/>
                </a:lnTo>
                <a:lnTo>
                  <a:pt x="6739468" y="47304"/>
                </a:lnTo>
                <a:lnTo>
                  <a:pt x="6740346" y="47618"/>
                </a:lnTo>
                <a:lnTo>
                  <a:pt x="6741158" y="47990"/>
                </a:lnTo>
                <a:lnTo>
                  <a:pt x="6741907" y="48421"/>
                </a:lnTo>
                <a:lnTo>
                  <a:pt x="6742594" y="48910"/>
                </a:lnTo>
                <a:lnTo>
                  <a:pt x="6743221" y="49459"/>
                </a:lnTo>
                <a:lnTo>
                  <a:pt x="6743791" y="50067"/>
                </a:lnTo>
                <a:lnTo>
                  <a:pt x="6744306" y="50735"/>
                </a:lnTo>
                <a:lnTo>
                  <a:pt x="6744768" y="51463"/>
                </a:lnTo>
                <a:lnTo>
                  <a:pt x="6745178" y="52252"/>
                </a:lnTo>
                <a:lnTo>
                  <a:pt x="6745540" y="53101"/>
                </a:lnTo>
                <a:lnTo>
                  <a:pt x="6745854" y="54012"/>
                </a:lnTo>
                <a:lnTo>
                  <a:pt x="6746124" y="54984"/>
                </a:lnTo>
                <a:lnTo>
                  <a:pt x="6746351" y="56018"/>
                </a:lnTo>
                <a:lnTo>
                  <a:pt x="6746537" y="57114"/>
                </a:lnTo>
                <a:lnTo>
                  <a:pt x="6746685" y="58272"/>
                </a:lnTo>
                <a:lnTo>
                  <a:pt x="6746796" y="59494"/>
                </a:lnTo>
                <a:lnTo>
                  <a:pt x="6746873" y="60778"/>
                </a:lnTo>
                <a:lnTo>
                  <a:pt x="6746918" y="62126"/>
                </a:lnTo>
                <a:lnTo>
                  <a:pt x="6746932" y="63538"/>
                </a:lnTo>
                <a:lnTo>
                  <a:pt x="6746932" y="107238"/>
                </a:lnTo>
                <a:lnTo>
                  <a:pt x="6739416" y="107238"/>
                </a:lnTo>
                <a:lnTo>
                  <a:pt x="6739022" y="107239"/>
                </a:lnTo>
                <a:lnTo>
                  <a:pt x="6738612" y="107242"/>
                </a:lnTo>
                <a:lnTo>
                  <a:pt x="6738190" y="107250"/>
                </a:lnTo>
                <a:lnTo>
                  <a:pt x="6737759" y="107266"/>
                </a:lnTo>
                <a:lnTo>
                  <a:pt x="6737321" y="107292"/>
                </a:lnTo>
                <a:lnTo>
                  <a:pt x="6736879" y="107331"/>
                </a:lnTo>
                <a:lnTo>
                  <a:pt x="6736436" y="107386"/>
                </a:lnTo>
                <a:lnTo>
                  <a:pt x="6735995" y="107459"/>
                </a:lnTo>
                <a:lnTo>
                  <a:pt x="6735559" y="107553"/>
                </a:lnTo>
                <a:lnTo>
                  <a:pt x="6735130" y="107670"/>
                </a:lnTo>
                <a:lnTo>
                  <a:pt x="6734712" y="107813"/>
                </a:lnTo>
                <a:lnTo>
                  <a:pt x="6734306" y="107985"/>
                </a:lnTo>
                <a:lnTo>
                  <a:pt x="6733917" y="108188"/>
                </a:lnTo>
                <a:lnTo>
                  <a:pt x="6733547" y="108424"/>
                </a:lnTo>
                <a:lnTo>
                  <a:pt x="6733199" y="108697"/>
                </a:lnTo>
                <a:lnTo>
                  <a:pt x="6732875" y="109009"/>
                </a:lnTo>
                <a:lnTo>
                  <a:pt x="6732579" y="109362"/>
                </a:lnTo>
                <a:lnTo>
                  <a:pt x="6732313" y="109759"/>
                </a:lnTo>
                <a:lnTo>
                  <a:pt x="6732080" y="110203"/>
                </a:lnTo>
                <a:lnTo>
                  <a:pt x="6731883" y="110696"/>
                </a:lnTo>
                <a:lnTo>
                  <a:pt x="6731724" y="111241"/>
                </a:lnTo>
                <a:lnTo>
                  <a:pt x="6731608" y="111841"/>
                </a:lnTo>
                <a:lnTo>
                  <a:pt x="6731536" y="112497"/>
                </a:lnTo>
                <a:lnTo>
                  <a:pt x="6731511" y="113213"/>
                </a:lnTo>
                <a:lnTo>
                  <a:pt x="6731538" y="113907"/>
                </a:lnTo>
                <a:lnTo>
                  <a:pt x="6731615" y="114542"/>
                </a:lnTo>
                <a:lnTo>
                  <a:pt x="6731740" y="115122"/>
                </a:lnTo>
                <a:lnTo>
                  <a:pt x="6731909" y="115650"/>
                </a:lnTo>
                <a:lnTo>
                  <a:pt x="6732119" y="116127"/>
                </a:lnTo>
                <a:lnTo>
                  <a:pt x="6732367" y="116557"/>
                </a:lnTo>
                <a:lnTo>
                  <a:pt x="6732648" y="116942"/>
                </a:lnTo>
                <a:lnTo>
                  <a:pt x="6732961" y="117283"/>
                </a:lnTo>
                <a:lnTo>
                  <a:pt x="6733300" y="117585"/>
                </a:lnTo>
                <a:lnTo>
                  <a:pt x="6733664" y="117849"/>
                </a:lnTo>
                <a:lnTo>
                  <a:pt x="6734049" y="118078"/>
                </a:lnTo>
                <a:lnTo>
                  <a:pt x="6734451" y="118274"/>
                </a:lnTo>
                <a:lnTo>
                  <a:pt x="6734867" y="118440"/>
                </a:lnTo>
                <a:lnTo>
                  <a:pt x="6735294" y="118579"/>
                </a:lnTo>
                <a:lnTo>
                  <a:pt x="6735728" y="118692"/>
                </a:lnTo>
                <a:lnTo>
                  <a:pt x="6736166" y="118783"/>
                </a:lnTo>
                <a:lnTo>
                  <a:pt x="6736605" y="118854"/>
                </a:lnTo>
                <a:lnTo>
                  <a:pt x="6737042" y="118907"/>
                </a:lnTo>
                <a:lnTo>
                  <a:pt x="6737472" y="118945"/>
                </a:lnTo>
                <a:lnTo>
                  <a:pt x="6737893" y="118970"/>
                </a:lnTo>
                <a:lnTo>
                  <a:pt x="6738301" y="118986"/>
                </a:lnTo>
                <a:lnTo>
                  <a:pt x="6738693" y="118994"/>
                </a:lnTo>
                <a:lnTo>
                  <a:pt x="6739066" y="118997"/>
                </a:lnTo>
                <a:lnTo>
                  <a:pt x="6739416" y="118997"/>
                </a:lnTo>
                <a:lnTo>
                  <a:pt x="6768913" y="118997"/>
                </a:lnTo>
                <a:lnTo>
                  <a:pt x="6769262" y="118997"/>
                </a:lnTo>
                <a:lnTo>
                  <a:pt x="6769631" y="118994"/>
                </a:lnTo>
                <a:lnTo>
                  <a:pt x="6770019" y="118986"/>
                </a:lnTo>
                <a:lnTo>
                  <a:pt x="6770421" y="118970"/>
                </a:lnTo>
                <a:lnTo>
                  <a:pt x="6770834" y="118945"/>
                </a:lnTo>
                <a:lnTo>
                  <a:pt x="6771256" y="118907"/>
                </a:lnTo>
                <a:lnTo>
                  <a:pt x="6771683" y="118854"/>
                </a:lnTo>
                <a:lnTo>
                  <a:pt x="6772111" y="118783"/>
                </a:lnTo>
                <a:lnTo>
                  <a:pt x="6772538" y="118692"/>
                </a:lnTo>
                <a:lnTo>
                  <a:pt x="6772961" y="118579"/>
                </a:lnTo>
                <a:lnTo>
                  <a:pt x="6773376" y="118440"/>
                </a:lnTo>
                <a:lnTo>
                  <a:pt x="6773780" y="118274"/>
                </a:lnTo>
                <a:lnTo>
                  <a:pt x="6774170" y="118078"/>
                </a:lnTo>
                <a:lnTo>
                  <a:pt x="6774543" y="117849"/>
                </a:lnTo>
                <a:lnTo>
                  <a:pt x="6774895" y="117585"/>
                </a:lnTo>
                <a:lnTo>
                  <a:pt x="6775224" y="117283"/>
                </a:lnTo>
                <a:lnTo>
                  <a:pt x="6775526" y="116942"/>
                </a:lnTo>
                <a:lnTo>
                  <a:pt x="6775798" y="116557"/>
                </a:lnTo>
                <a:lnTo>
                  <a:pt x="6776037" y="116127"/>
                </a:lnTo>
                <a:lnTo>
                  <a:pt x="6776240" y="115650"/>
                </a:lnTo>
                <a:lnTo>
                  <a:pt x="6776403" y="115122"/>
                </a:lnTo>
                <a:lnTo>
                  <a:pt x="6776523" y="114542"/>
                </a:lnTo>
                <a:lnTo>
                  <a:pt x="6776598" y="113907"/>
                </a:lnTo>
                <a:lnTo>
                  <a:pt x="6776623" y="113213"/>
                </a:lnTo>
                <a:lnTo>
                  <a:pt x="6776599" y="112497"/>
                </a:lnTo>
                <a:lnTo>
                  <a:pt x="6776527" y="111841"/>
                </a:lnTo>
                <a:lnTo>
                  <a:pt x="6776410" y="111241"/>
                </a:lnTo>
                <a:lnTo>
                  <a:pt x="6776252" y="110696"/>
                </a:lnTo>
                <a:lnTo>
                  <a:pt x="6776055" y="110203"/>
                </a:lnTo>
                <a:lnTo>
                  <a:pt x="6775822" y="109759"/>
                </a:lnTo>
                <a:close/>
                <a:moveTo>
                  <a:pt x="6573365" y="109678"/>
                </a:moveTo>
                <a:lnTo>
                  <a:pt x="6573093" y="109294"/>
                </a:lnTo>
                <a:lnTo>
                  <a:pt x="6572791" y="108952"/>
                </a:lnTo>
                <a:lnTo>
                  <a:pt x="6572462" y="108650"/>
                </a:lnTo>
                <a:lnTo>
                  <a:pt x="6572110" y="108386"/>
                </a:lnTo>
                <a:lnTo>
                  <a:pt x="6571737" y="108157"/>
                </a:lnTo>
                <a:lnTo>
                  <a:pt x="6571347" y="107961"/>
                </a:lnTo>
                <a:lnTo>
                  <a:pt x="6570943" y="107795"/>
                </a:lnTo>
                <a:lnTo>
                  <a:pt x="6570528" y="107657"/>
                </a:lnTo>
                <a:lnTo>
                  <a:pt x="6570105" y="107543"/>
                </a:lnTo>
                <a:lnTo>
                  <a:pt x="6569678" y="107452"/>
                </a:lnTo>
                <a:lnTo>
                  <a:pt x="6569250" y="107382"/>
                </a:lnTo>
                <a:lnTo>
                  <a:pt x="6568823" y="107329"/>
                </a:lnTo>
                <a:lnTo>
                  <a:pt x="6568402" y="107290"/>
                </a:lnTo>
                <a:lnTo>
                  <a:pt x="6567988" y="107265"/>
                </a:lnTo>
                <a:lnTo>
                  <a:pt x="6567586" y="107249"/>
                </a:lnTo>
                <a:lnTo>
                  <a:pt x="6567199" y="107241"/>
                </a:lnTo>
                <a:lnTo>
                  <a:pt x="6566829" y="107239"/>
                </a:lnTo>
                <a:lnTo>
                  <a:pt x="6566480" y="107238"/>
                </a:lnTo>
                <a:lnTo>
                  <a:pt x="6557802" y="107238"/>
                </a:lnTo>
                <a:lnTo>
                  <a:pt x="6557802" y="9035"/>
                </a:lnTo>
                <a:lnTo>
                  <a:pt x="6557796" y="8309"/>
                </a:lnTo>
                <a:lnTo>
                  <a:pt x="6557776" y="7624"/>
                </a:lnTo>
                <a:lnTo>
                  <a:pt x="6557740" y="6980"/>
                </a:lnTo>
                <a:lnTo>
                  <a:pt x="6557686" y="6375"/>
                </a:lnTo>
                <a:lnTo>
                  <a:pt x="6557613" y="5808"/>
                </a:lnTo>
                <a:lnTo>
                  <a:pt x="6557519" y="5279"/>
                </a:lnTo>
                <a:lnTo>
                  <a:pt x="6557402" y="4786"/>
                </a:lnTo>
                <a:lnTo>
                  <a:pt x="6557260" y="4330"/>
                </a:lnTo>
                <a:lnTo>
                  <a:pt x="6557091" y="3908"/>
                </a:lnTo>
                <a:lnTo>
                  <a:pt x="6556893" y="3520"/>
                </a:lnTo>
                <a:lnTo>
                  <a:pt x="6556665" y="3165"/>
                </a:lnTo>
                <a:lnTo>
                  <a:pt x="6556405" y="2842"/>
                </a:lnTo>
                <a:lnTo>
                  <a:pt x="6556110" y="2550"/>
                </a:lnTo>
                <a:lnTo>
                  <a:pt x="6555780" y="2288"/>
                </a:lnTo>
                <a:lnTo>
                  <a:pt x="6555412" y="2055"/>
                </a:lnTo>
                <a:lnTo>
                  <a:pt x="6555004" y="1851"/>
                </a:lnTo>
                <a:lnTo>
                  <a:pt x="6554554" y="1675"/>
                </a:lnTo>
                <a:lnTo>
                  <a:pt x="6554062" y="1525"/>
                </a:lnTo>
                <a:lnTo>
                  <a:pt x="6553524" y="1400"/>
                </a:lnTo>
                <a:lnTo>
                  <a:pt x="6552939" y="1300"/>
                </a:lnTo>
                <a:lnTo>
                  <a:pt x="6552305" y="1224"/>
                </a:lnTo>
                <a:lnTo>
                  <a:pt x="6551620" y="1171"/>
                </a:lnTo>
                <a:lnTo>
                  <a:pt x="6550883" y="1140"/>
                </a:lnTo>
                <a:lnTo>
                  <a:pt x="6550092" y="1130"/>
                </a:lnTo>
                <a:lnTo>
                  <a:pt x="6536018" y="1130"/>
                </a:lnTo>
                <a:lnTo>
                  <a:pt x="6535624" y="1130"/>
                </a:lnTo>
                <a:lnTo>
                  <a:pt x="6535215" y="1133"/>
                </a:lnTo>
                <a:lnTo>
                  <a:pt x="6534793" y="1141"/>
                </a:lnTo>
                <a:lnTo>
                  <a:pt x="6534361" y="1157"/>
                </a:lnTo>
                <a:lnTo>
                  <a:pt x="6533923" y="1184"/>
                </a:lnTo>
                <a:lnTo>
                  <a:pt x="6533481" y="1223"/>
                </a:lnTo>
                <a:lnTo>
                  <a:pt x="6533038" y="1278"/>
                </a:lnTo>
                <a:lnTo>
                  <a:pt x="6532597" y="1351"/>
                </a:lnTo>
                <a:lnTo>
                  <a:pt x="6532161" y="1445"/>
                </a:lnTo>
                <a:lnTo>
                  <a:pt x="6531732" y="1562"/>
                </a:lnTo>
                <a:lnTo>
                  <a:pt x="6531314" y="1705"/>
                </a:lnTo>
                <a:lnTo>
                  <a:pt x="6530909" y="1877"/>
                </a:lnTo>
                <a:lnTo>
                  <a:pt x="6530520" y="2080"/>
                </a:lnTo>
                <a:lnTo>
                  <a:pt x="6530150" y="2316"/>
                </a:lnTo>
                <a:lnTo>
                  <a:pt x="6529801" y="2589"/>
                </a:lnTo>
                <a:lnTo>
                  <a:pt x="6529477" y="2901"/>
                </a:lnTo>
                <a:lnTo>
                  <a:pt x="6529181" y="3254"/>
                </a:lnTo>
                <a:lnTo>
                  <a:pt x="6528915" y="3652"/>
                </a:lnTo>
                <a:lnTo>
                  <a:pt x="6528682" y="4096"/>
                </a:lnTo>
                <a:lnTo>
                  <a:pt x="6528485" y="4589"/>
                </a:lnTo>
                <a:lnTo>
                  <a:pt x="6528327" y="5135"/>
                </a:lnTo>
                <a:lnTo>
                  <a:pt x="6528210" y="5734"/>
                </a:lnTo>
                <a:lnTo>
                  <a:pt x="6528138" y="6391"/>
                </a:lnTo>
                <a:lnTo>
                  <a:pt x="6528114" y="7108"/>
                </a:lnTo>
                <a:lnTo>
                  <a:pt x="6528139" y="7801"/>
                </a:lnTo>
                <a:lnTo>
                  <a:pt x="6528214" y="8437"/>
                </a:lnTo>
                <a:lnTo>
                  <a:pt x="6528334" y="9017"/>
                </a:lnTo>
                <a:lnTo>
                  <a:pt x="6528498" y="9545"/>
                </a:lnTo>
                <a:lnTo>
                  <a:pt x="6528700" y="10022"/>
                </a:lnTo>
                <a:lnTo>
                  <a:pt x="6528939" y="10452"/>
                </a:lnTo>
                <a:lnTo>
                  <a:pt x="6529211" y="10836"/>
                </a:lnTo>
                <a:lnTo>
                  <a:pt x="6529513" y="11178"/>
                </a:lnTo>
                <a:lnTo>
                  <a:pt x="6529842" y="11480"/>
                </a:lnTo>
                <a:lnTo>
                  <a:pt x="6530194" y="11744"/>
                </a:lnTo>
                <a:lnTo>
                  <a:pt x="6530567" y="11973"/>
                </a:lnTo>
                <a:lnTo>
                  <a:pt x="6530957" y="12169"/>
                </a:lnTo>
                <a:lnTo>
                  <a:pt x="6531361" y="12335"/>
                </a:lnTo>
                <a:lnTo>
                  <a:pt x="6531776" y="12473"/>
                </a:lnTo>
                <a:lnTo>
                  <a:pt x="6532199" y="12587"/>
                </a:lnTo>
                <a:lnTo>
                  <a:pt x="6532626" y="12678"/>
                </a:lnTo>
                <a:lnTo>
                  <a:pt x="6533055" y="12748"/>
                </a:lnTo>
                <a:lnTo>
                  <a:pt x="6533481" y="12801"/>
                </a:lnTo>
                <a:lnTo>
                  <a:pt x="6533903" y="12839"/>
                </a:lnTo>
                <a:lnTo>
                  <a:pt x="6534316" y="12865"/>
                </a:lnTo>
                <a:lnTo>
                  <a:pt x="6534718" y="12880"/>
                </a:lnTo>
                <a:lnTo>
                  <a:pt x="6535106" y="12888"/>
                </a:lnTo>
                <a:lnTo>
                  <a:pt x="6535475" y="12891"/>
                </a:lnTo>
                <a:lnTo>
                  <a:pt x="6535824" y="12892"/>
                </a:lnTo>
                <a:lnTo>
                  <a:pt x="6544499" y="12892"/>
                </a:lnTo>
                <a:lnTo>
                  <a:pt x="6544499" y="43512"/>
                </a:lnTo>
                <a:lnTo>
                  <a:pt x="6543696" y="42826"/>
                </a:lnTo>
                <a:lnTo>
                  <a:pt x="6542878" y="42166"/>
                </a:lnTo>
                <a:lnTo>
                  <a:pt x="6542044" y="41533"/>
                </a:lnTo>
                <a:lnTo>
                  <a:pt x="6541196" y="40927"/>
                </a:lnTo>
                <a:lnTo>
                  <a:pt x="6540334" y="40348"/>
                </a:lnTo>
                <a:lnTo>
                  <a:pt x="6539458" y="39796"/>
                </a:lnTo>
                <a:lnTo>
                  <a:pt x="6538569" y="39272"/>
                </a:lnTo>
                <a:lnTo>
                  <a:pt x="6537667" y="38776"/>
                </a:lnTo>
                <a:lnTo>
                  <a:pt x="6536754" y="38308"/>
                </a:lnTo>
                <a:lnTo>
                  <a:pt x="6535829" y="37868"/>
                </a:lnTo>
                <a:lnTo>
                  <a:pt x="6534893" y="37457"/>
                </a:lnTo>
                <a:lnTo>
                  <a:pt x="6533946" y="37075"/>
                </a:lnTo>
                <a:lnTo>
                  <a:pt x="6532989" y="36722"/>
                </a:lnTo>
                <a:lnTo>
                  <a:pt x="6532023" y="36398"/>
                </a:lnTo>
                <a:lnTo>
                  <a:pt x="6531047" y="36104"/>
                </a:lnTo>
                <a:lnTo>
                  <a:pt x="6530063" y="35840"/>
                </a:lnTo>
                <a:lnTo>
                  <a:pt x="6529071" y="35606"/>
                </a:lnTo>
                <a:lnTo>
                  <a:pt x="6528072" y="35403"/>
                </a:lnTo>
                <a:lnTo>
                  <a:pt x="6527065" y="35230"/>
                </a:lnTo>
                <a:lnTo>
                  <a:pt x="6526052" y="35088"/>
                </a:lnTo>
                <a:lnTo>
                  <a:pt x="6525033" y="34977"/>
                </a:lnTo>
                <a:lnTo>
                  <a:pt x="6524009" y="34897"/>
                </a:lnTo>
                <a:lnTo>
                  <a:pt x="6522979" y="34849"/>
                </a:lnTo>
                <a:lnTo>
                  <a:pt x="6521945" y="34833"/>
                </a:lnTo>
                <a:lnTo>
                  <a:pt x="6519332" y="34928"/>
                </a:lnTo>
                <a:lnTo>
                  <a:pt x="6516752" y="35207"/>
                </a:lnTo>
                <a:lnTo>
                  <a:pt x="6514213" y="35667"/>
                </a:lnTo>
                <a:lnTo>
                  <a:pt x="6511720" y="36302"/>
                </a:lnTo>
                <a:lnTo>
                  <a:pt x="6509281" y="37107"/>
                </a:lnTo>
                <a:lnTo>
                  <a:pt x="6506903" y="38076"/>
                </a:lnTo>
                <a:lnTo>
                  <a:pt x="6504593" y="39204"/>
                </a:lnTo>
                <a:lnTo>
                  <a:pt x="6502358" y="40485"/>
                </a:lnTo>
                <a:lnTo>
                  <a:pt x="6500204" y="41915"/>
                </a:lnTo>
                <a:lnTo>
                  <a:pt x="6498139" y="43488"/>
                </a:lnTo>
                <a:lnTo>
                  <a:pt x="6496170" y="45200"/>
                </a:lnTo>
                <a:lnTo>
                  <a:pt x="6494303" y="47043"/>
                </a:lnTo>
                <a:lnTo>
                  <a:pt x="6492545" y="49014"/>
                </a:lnTo>
                <a:lnTo>
                  <a:pt x="6490904" y="51108"/>
                </a:lnTo>
                <a:lnTo>
                  <a:pt x="6489386" y="53318"/>
                </a:lnTo>
                <a:lnTo>
                  <a:pt x="6487999" y="55639"/>
                </a:lnTo>
                <a:lnTo>
                  <a:pt x="6486748" y="58067"/>
                </a:lnTo>
                <a:lnTo>
                  <a:pt x="6485642" y="60596"/>
                </a:lnTo>
                <a:lnTo>
                  <a:pt x="6484687" y="63220"/>
                </a:lnTo>
                <a:lnTo>
                  <a:pt x="6483890" y="65935"/>
                </a:lnTo>
                <a:lnTo>
                  <a:pt x="6483258" y="68734"/>
                </a:lnTo>
                <a:lnTo>
                  <a:pt x="6482798" y="71614"/>
                </a:lnTo>
                <a:lnTo>
                  <a:pt x="6482517" y="74568"/>
                </a:lnTo>
                <a:lnTo>
                  <a:pt x="6482422" y="77592"/>
                </a:lnTo>
                <a:lnTo>
                  <a:pt x="6482512" y="80543"/>
                </a:lnTo>
                <a:lnTo>
                  <a:pt x="6482775" y="83435"/>
                </a:lnTo>
                <a:lnTo>
                  <a:pt x="6483208" y="86262"/>
                </a:lnTo>
                <a:lnTo>
                  <a:pt x="6483802" y="89018"/>
                </a:lnTo>
                <a:lnTo>
                  <a:pt x="6484552" y="91697"/>
                </a:lnTo>
                <a:lnTo>
                  <a:pt x="6485453" y="94292"/>
                </a:lnTo>
                <a:lnTo>
                  <a:pt x="6486496" y="96799"/>
                </a:lnTo>
                <a:lnTo>
                  <a:pt x="6487677" y="99212"/>
                </a:lnTo>
                <a:lnTo>
                  <a:pt x="6488990" y="101524"/>
                </a:lnTo>
                <a:lnTo>
                  <a:pt x="6490427" y="103729"/>
                </a:lnTo>
                <a:lnTo>
                  <a:pt x="6491983" y="105822"/>
                </a:lnTo>
                <a:lnTo>
                  <a:pt x="6493652" y="107797"/>
                </a:lnTo>
                <a:lnTo>
                  <a:pt x="6495427" y="109647"/>
                </a:lnTo>
                <a:lnTo>
                  <a:pt x="6497303" y="111368"/>
                </a:lnTo>
                <a:lnTo>
                  <a:pt x="6499272" y="112953"/>
                </a:lnTo>
                <a:lnTo>
                  <a:pt x="6501330" y="114396"/>
                </a:lnTo>
                <a:lnTo>
                  <a:pt x="6503469" y="115691"/>
                </a:lnTo>
                <a:lnTo>
                  <a:pt x="6505683" y="116832"/>
                </a:lnTo>
                <a:lnTo>
                  <a:pt x="6507967" y="117814"/>
                </a:lnTo>
                <a:lnTo>
                  <a:pt x="6510314" y="118631"/>
                </a:lnTo>
                <a:lnTo>
                  <a:pt x="6512718" y="119277"/>
                </a:lnTo>
                <a:lnTo>
                  <a:pt x="6515173" y="119745"/>
                </a:lnTo>
                <a:lnTo>
                  <a:pt x="6517672" y="120031"/>
                </a:lnTo>
                <a:lnTo>
                  <a:pt x="6520209" y="120127"/>
                </a:lnTo>
                <a:lnTo>
                  <a:pt x="6521545" y="120100"/>
                </a:lnTo>
                <a:lnTo>
                  <a:pt x="6522852" y="120021"/>
                </a:lnTo>
                <a:lnTo>
                  <a:pt x="6524131" y="119892"/>
                </a:lnTo>
                <a:lnTo>
                  <a:pt x="6525382" y="119716"/>
                </a:lnTo>
                <a:lnTo>
                  <a:pt x="6526605" y="119493"/>
                </a:lnTo>
                <a:lnTo>
                  <a:pt x="6527800" y="119226"/>
                </a:lnTo>
                <a:lnTo>
                  <a:pt x="6528967" y="118918"/>
                </a:lnTo>
                <a:lnTo>
                  <a:pt x="6530105" y="118571"/>
                </a:lnTo>
                <a:lnTo>
                  <a:pt x="6531216" y="118185"/>
                </a:lnTo>
                <a:lnTo>
                  <a:pt x="6532298" y="117765"/>
                </a:lnTo>
                <a:lnTo>
                  <a:pt x="6533353" y="117311"/>
                </a:lnTo>
                <a:lnTo>
                  <a:pt x="6534379" y="116826"/>
                </a:lnTo>
                <a:lnTo>
                  <a:pt x="6535377" y="116311"/>
                </a:lnTo>
                <a:lnTo>
                  <a:pt x="6536347" y="115770"/>
                </a:lnTo>
                <a:lnTo>
                  <a:pt x="6537288" y="115204"/>
                </a:lnTo>
                <a:lnTo>
                  <a:pt x="6538202" y="114615"/>
                </a:lnTo>
                <a:lnTo>
                  <a:pt x="6539088" y="114005"/>
                </a:lnTo>
                <a:lnTo>
                  <a:pt x="6539945" y="113376"/>
                </a:lnTo>
                <a:lnTo>
                  <a:pt x="6540774" y="112731"/>
                </a:lnTo>
                <a:lnTo>
                  <a:pt x="6541576" y="112072"/>
                </a:lnTo>
                <a:lnTo>
                  <a:pt x="6542349" y="111400"/>
                </a:lnTo>
                <a:lnTo>
                  <a:pt x="6543094" y="110717"/>
                </a:lnTo>
                <a:lnTo>
                  <a:pt x="6543811" y="110027"/>
                </a:lnTo>
                <a:lnTo>
                  <a:pt x="6544499" y="109330"/>
                </a:lnTo>
                <a:lnTo>
                  <a:pt x="6544500" y="110179"/>
                </a:lnTo>
                <a:lnTo>
                  <a:pt x="6544504" y="110984"/>
                </a:lnTo>
                <a:lnTo>
                  <a:pt x="6544514" y="111746"/>
                </a:lnTo>
                <a:lnTo>
                  <a:pt x="6544535" y="112466"/>
                </a:lnTo>
                <a:lnTo>
                  <a:pt x="6544569" y="113144"/>
                </a:lnTo>
                <a:lnTo>
                  <a:pt x="6544620" y="113781"/>
                </a:lnTo>
                <a:lnTo>
                  <a:pt x="6544691" y="114377"/>
                </a:lnTo>
                <a:lnTo>
                  <a:pt x="6544785" y="114934"/>
                </a:lnTo>
                <a:lnTo>
                  <a:pt x="6544906" y="115451"/>
                </a:lnTo>
                <a:lnTo>
                  <a:pt x="6545057" y="115931"/>
                </a:lnTo>
                <a:lnTo>
                  <a:pt x="6545242" y="116372"/>
                </a:lnTo>
                <a:lnTo>
                  <a:pt x="6545464" y="116777"/>
                </a:lnTo>
                <a:lnTo>
                  <a:pt x="6545725" y="117146"/>
                </a:lnTo>
                <a:lnTo>
                  <a:pt x="6546030" y="117478"/>
                </a:lnTo>
                <a:lnTo>
                  <a:pt x="6546383" y="117776"/>
                </a:lnTo>
                <a:lnTo>
                  <a:pt x="6546785" y="118040"/>
                </a:lnTo>
                <a:lnTo>
                  <a:pt x="6547241" y="118270"/>
                </a:lnTo>
                <a:lnTo>
                  <a:pt x="6547753" y="118467"/>
                </a:lnTo>
                <a:lnTo>
                  <a:pt x="6548327" y="118632"/>
                </a:lnTo>
                <a:lnTo>
                  <a:pt x="6548963" y="118765"/>
                </a:lnTo>
                <a:lnTo>
                  <a:pt x="6549667" y="118868"/>
                </a:lnTo>
                <a:lnTo>
                  <a:pt x="6550441" y="118940"/>
                </a:lnTo>
                <a:lnTo>
                  <a:pt x="6551288" y="118983"/>
                </a:lnTo>
                <a:lnTo>
                  <a:pt x="6552213" y="118997"/>
                </a:lnTo>
                <a:lnTo>
                  <a:pt x="6566286" y="118997"/>
                </a:lnTo>
                <a:lnTo>
                  <a:pt x="6566680" y="118997"/>
                </a:lnTo>
                <a:lnTo>
                  <a:pt x="6567090" y="118994"/>
                </a:lnTo>
                <a:lnTo>
                  <a:pt x="6567512" y="118986"/>
                </a:lnTo>
                <a:lnTo>
                  <a:pt x="6567943" y="118970"/>
                </a:lnTo>
                <a:lnTo>
                  <a:pt x="6568381" y="118943"/>
                </a:lnTo>
                <a:lnTo>
                  <a:pt x="6568823" y="118904"/>
                </a:lnTo>
                <a:lnTo>
                  <a:pt x="6569266" y="118849"/>
                </a:lnTo>
                <a:lnTo>
                  <a:pt x="6569707" y="118776"/>
                </a:lnTo>
                <a:lnTo>
                  <a:pt x="6570143" y="118682"/>
                </a:lnTo>
                <a:lnTo>
                  <a:pt x="6570572" y="118565"/>
                </a:lnTo>
                <a:lnTo>
                  <a:pt x="6570991" y="118422"/>
                </a:lnTo>
                <a:lnTo>
                  <a:pt x="6571396" y="118250"/>
                </a:lnTo>
                <a:lnTo>
                  <a:pt x="6571785" y="118048"/>
                </a:lnTo>
                <a:lnTo>
                  <a:pt x="6572155" y="117811"/>
                </a:lnTo>
                <a:lnTo>
                  <a:pt x="6572503" y="117538"/>
                </a:lnTo>
                <a:lnTo>
                  <a:pt x="6572827" y="117227"/>
                </a:lnTo>
                <a:lnTo>
                  <a:pt x="6573124" y="116874"/>
                </a:lnTo>
                <a:lnTo>
                  <a:pt x="6573390" y="116476"/>
                </a:lnTo>
                <a:lnTo>
                  <a:pt x="6573623" y="116033"/>
                </a:lnTo>
                <a:lnTo>
                  <a:pt x="6573820" y="115539"/>
                </a:lnTo>
                <a:lnTo>
                  <a:pt x="6573978" y="114994"/>
                </a:lnTo>
                <a:lnTo>
                  <a:pt x="6574094" y="114395"/>
                </a:lnTo>
                <a:lnTo>
                  <a:pt x="6574166" y="113738"/>
                </a:lnTo>
                <a:lnTo>
                  <a:pt x="6574191" y="113022"/>
                </a:lnTo>
                <a:lnTo>
                  <a:pt x="6574165" y="112329"/>
                </a:lnTo>
                <a:lnTo>
                  <a:pt x="6574091" y="111693"/>
                </a:lnTo>
                <a:lnTo>
                  <a:pt x="6573970" y="111113"/>
                </a:lnTo>
                <a:lnTo>
                  <a:pt x="6573807" y="110585"/>
                </a:lnTo>
                <a:lnTo>
                  <a:pt x="6573604" y="110108"/>
                </a:lnTo>
                <a:lnTo>
                  <a:pt x="6573365" y="109678"/>
                </a:lnTo>
                <a:close/>
                <a:moveTo>
                  <a:pt x="6542912" y="90334"/>
                </a:moveTo>
                <a:lnTo>
                  <a:pt x="6542348" y="91840"/>
                </a:lnTo>
                <a:lnTo>
                  <a:pt x="6541701" y="93336"/>
                </a:lnTo>
                <a:lnTo>
                  <a:pt x="6540972" y="94812"/>
                </a:lnTo>
                <a:lnTo>
                  <a:pt x="6540162" y="96259"/>
                </a:lnTo>
                <a:lnTo>
                  <a:pt x="6539274" y="97669"/>
                </a:lnTo>
                <a:lnTo>
                  <a:pt x="6538306" y="99031"/>
                </a:lnTo>
                <a:lnTo>
                  <a:pt x="6537262" y="100338"/>
                </a:lnTo>
                <a:lnTo>
                  <a:pt x="6536141" y="101578"/>
                </a:lnTo>
                <a:lnTo>
                  <a:pt x="6534945" y="102745"/>
                </a:lnTo>
                <a:lnTo>
                  <a:pt x="6533675" y="103827"/>
                </a:lnTo>
                <a:lnTo>
                  <a:pt x="6532332" y="104816"/>
                </a:lnTo>
                <a:lnTo>
                  <a:pt x="6530917" y="105703"/>
                </a:lnTo>
                <a:lnTo>
                  <a:pt x="6529432" y="106479"/>
                </a:lnTo>
                <a:lnTo>
                  <a:pt x="6527876" y="107135"/>
                </a:lnTo>
                <a:lnTo>
                  <a:pt x="6526252" y="107660"/>
                </a:lnTo>
                <a:lnTo>
                  <a:pt x="6524561" y="108047"/>
                </a:lnTo>
                <a:lnTo>
                  <a:pt x="6522803" y="108286"/>
                </a:lnTo>
                <a:lnTo>
                  <a:pt x="6520980" y="108368"/>
                </a:lnTo>
                <a:lnTo>
                  <a:pt x="6519281" y="108297"/>
                </a:lnTo>
                <a:lnTo>
                  <a:pt x="6517608" y="108089"/>
                </a:lnTo>
                <a:lnTo>
                  <a:pt x="6515965" y="107747"/>
                </a:lnTo>
                <a:lnTo>
                  <a:pt x="6514356" y="107277"/>
                </a:lnTo>
                <a:lnTo>
                  <a:pt x="6512787" y="106681"/>
                </a:lnTo>
                <a:lnTo>
                  <a:pt x="6511259" y="105965"/>
                </a:lnTo>
                <a:lnTo>
                  <a:pt x="6509779" y="105134"/>
                </a:lnTo>
                <a:lnTo>
                  <a:pt x="6508349" y="104191"/>
                </a:lnTo>
                <a:lnTo>
                  <a:pt x="6506974" y="103142"/>
                </a:lnTo>
                <a:lnTo>
                  <a:pt x="6505658" y="101990"/>
                </a:lnTo>
                <a:lnTo>
                  <a:pt x="6504405" y="100739"/>
                </a:lnTo>
                <a:lnTo>
                  <a:pt x="6503219" y="99396"/>
                </a:lnTo>
                <a:lnTo>
                  <a:pt x="6502105" y="97963"/>
                </a:lnTo>
                <a:lnTo>
                  <a:pt x="6501066" y="96445"/>
                </a:lnTo>
                <a:lnTo>
                  <a:pt x="6500107" y="94847"/>
                </a:lnTo>
                <a:lnTo>
                  <a:pt x="6499231" y="93172"/>
                </a:lnTo>
                <a:lnTo>
                  <a:pt x="6498442" y="91427"/>
                </a:lnTo>
                <a:lnTo>
                  <a:pt x="6497746" y="89614"/>
                </a:lnTo>
                <a:lnTo>
                  <a:pt x="6497146" y="87739"/>
                </a:lnTo>
                <a:lnTo>
                  <a:pt x="6496645" y="85805"/>
                </a:lnTo>
                <a:lnTo>
                  <a:pt x="6496249" y="83818"/>
                </a:lnTo>
                <a:lnTo>
                  <a:pt x="6495960" y="81781"/>
                </a:lnTo>
                <a:lnTo>
                  <a:pt x="6495784" y="79699"/>
                </a:lnTo>
                <a:lnTo>
                  <a:pt x="6495725" y="77577"/>
                </a:lnTo>
                <a:lnTo>
                  <a:pt x="6495794" y="75300"/>
                </a:lnTo>
                <a:lnTo>
                  <a:pt x="6495998" y="73087"/>
                </a:lnTo>
                <a:lnTo>
                  <a:pt x="6496331" y="70942"/>
                </a:lnTo>
                <a:lnTo>
                  <a:pt x="6496787" y="68868"/>
                </a:lnTo>
                <a:lnTo>
                  <a:pt x="6497360" y="66867"/>
                </a:lnTo>
                <a:lnTo>
                  <a:pt x="6498044" y="64943"/>
                </a:lnTo>
                <a:lnTo>
                  <a:pt x="6498834" y="63098"/>
                </a:lnTo>
                <a:lnTo>
                  <a:pt x="6499723" y="61335"/>
                </a:lnTo>
                <a:lnTo>
                  <a:pt x="6500706" y="59656"/>
                </a:lnTo>
                <a:lnTo>
                  <a:pt x="6501777" y="58066"/>
                </a:lnTo>
                <a:lnTo>
                  <a:pt x="6502930" y="56566"/>
                </a:lnTo>
                <a:lnTo>
                  <a:pt x="6504159" y="55159"/>
                </a:lnTo>
                <a:lnTo>
                  <a:pt x="6505458" y="53848"/>
                </a:lnTo>
                <a:lnTo>
                  <a:pt x="6506822" y="52637"/>
                </a:lnTo>
                <a:lnTo>
                  <a:pt x="6508244" y="51527"/>
                </a:lnTo>
                <a:lnTo>
                  <a:pt x="6509719" y="50522"/>
                </a:lnTo>
                <a:lnTo>
                  <a:pt x="6511241" y="49625"/>
                </a:lnTo>
                <a:lnTo>
                  <a:pt x="6512804" y="48838"/>
                </a:lnTo>
                <a:lnTo>
                  <a:pt x="6514402" y="48165"/>
                </a:lnTo>
                <a:lnTo>
                  <a:pt x="6516030" y="47607"/>
                </a:lnTo>
                <a:lnTo>
                  <a:pt x="6517681" y="47169"/>
                </a:lnTo>
                <a:lnTo>
                  <a:pt x="6519349" y="46852"/>
                </a:lnTo>
                <a:lnTo>
                  <a:pt x="6521029" y="46660"/>
                </a:lnTo>
                <a:lnTo>
                  <a:pt x="6522716" y="46595"/>
                </a:lnTo>
                <a:lnTo>
                  <a:pt x="6524242" y="46650"/>
                </a:lnTo>
                <a:lnTo>
                  <a:pt x="6525736" y="46813"/>
                </a:lnTo>
                <a:lnTo>
                  <a:pt x="6527194" y="47079"/>
                </a:lnTo>
                <a:lnTo>
                  <a:pt x="6528613" y="47442"/>
                </a:lnTo>
                <a:lnTo>
                  <a:pt x="6529991" y="47899"/>
                </a:lnTo>
                <a:lnTo>
                  <a:pt x="6531324" y="48444"/>
                </a:lnTo>
                <a:lnTo>
                  <a:pt x="6532611" y="49073"/>
                </a:lnTo>
                <a:lnTo>
                  <a:pt x="6533847" y="49781"/>
                </a:lnTo>
                <a:lnTo>
                  <a:pt x="6535030" y="50563"/>
                </a:lnTo>
                <a:lnTo>
                  <a:pt x="6536158" y="51414"/>
                </a:lnTo>
                <a:lnTo>
                  <a:pt x="6537227" y="52331"/>
                </a:lnTo>
                <a:lnTo>
                  <a:pt x="6538234" y="53306"/>
                </a:lnTo>
                <a:lnTo>
                  <a:pt x="6539178" y="54338"/>
                </a:lnTo>
                <a:lnTo>
                  <a:pt x="6540054" y="55419"/>
                </a:lnTo>
                <a:lnTo>
                  <a:pt x="6540860" y="56546"/>
                </a:lnTo>
                <a:lnTo>
                  <a:pt x="6541594" y="57714"/>
                </a:lnTo>
                <a:lnTo>
                  <a:pt x="6542251" y="58918"/>
                </a:lnTo>
                <a:lnTo>
                  <a:pt x="6542831" y="60153"/>
                </a:lnTo>
                <a:lnTo>
                  <a:pt x="6543329" y="61415"/>
                </a:lnTo>
                <a:lnTo>
                  <a:pt x="6543743" y="62699"/>
                </a:lnTo>
                <a:lnTo>
                  <a:pt x="6544069" y="64000"/>
                </a:lnTo>
                <a:lnTo>
                  <a:pt x="6544306" y="65313"/>
                </a:lnTo>
                <a:lnTo>
                  <a:pt x="6544451" y="66633"/>
                </a:lnTo>
                <a:lnTo>
                  <a:pt x="6544499" y="67957"/>
                </a:lnTo>
                <a:lnTo>
                  <a:pt x="6544499" y="81593"/>
                </a:lnTo>
                <a:lnTo>
                  <a:pt x="6544454" y="82969"/>
                </a:lnTo>
                <a:lnTo>
                  <a:pt x="6544320" y="84389"/>
                </a:lnTo>
                <a:lnTo>
                  <a:pt x="6544098" y="85845"/>
                </a:lnTo>
                <a:lnTo>
                  <a:pt x="6543788" y="87327"/>
                </a:lnTo>
                <a:lnTo>
                  <a:pt x="6543393" y="88827"/>
                </a:lnTo>
                <a:lnTo>
                  <a:pt x="6542912" y="90334"/>
                </a:lnTo>
                <a:close/>
                <a:moveTo>
                  <a:pt x="5347283" y="91634"/>
                </a:moveTo>
                <a:lnTo>
                  <a:pt x="5347201" y="91213"/>
                </a:lnTo>
                <a:lnTo>
                  <a:pt x="5347095" y="90801"/>
                </a:lnTo>
                <a:lnTo>
                  <a:pt x="5346962" y="90401"/>
                </a:lnTo>
                <a:lnTo>
                  <a:pt x="5346801" y="90015"/>
                </a:lnTo>
                <a:lnTo>
                  <a:pt x="5346607" y="89646"/>
                </a:lnTo>
                <a:lnTo>
                  <a:pt x="5346378" y="89294"/>
                </a:lnTo>
                <a:lnTo>
                  <a:pt x="5346111" y="88963"/>
                </a:lnTo>
                <a:lnTo>
                  <a:pt x="5345803" y="88653"/>
                </a:lnTo>
                <a:lnTo>
                  <a:pt x="5345451" y="88368"/>
                </a:lnTo>
                <a:lnTo>
                  <a:pt x="5345052" y="88108"/>
                </a:lnTo>
                <a:lnTo>
                  <a:pt x="5344604" y="87877"/>
                </a:lnTo>
                <a:lnTo>
                  <a:pt x="5344102" y="87676"/>
                </a:lnTo>
                <a:lnTo>
                  <a:pt x="5343545" y="87507"/>
                </a:lnTo>
                <a:lnTo>
                  <a:pt x="5342930" y="87372"/>
                </a:lnTo>
                <a:lnTo>
                  <a:pt x="5342253" y="87273"/>
                </a:lnTo>
                <a:lnTo>
                  <a:pt x="5341511" y="87212"/>
                </a:lnTo>
                <a:lnTo>
                  <a:pt x="5340702" y="87191"/>
                </a:lnTo>
                <a:lnTo>
                  <a:pt x="5339939" y="87212"/>
                </a:lnTo>
                <a:lnTo>
                  <a:pt x="5339237" y="87273"/>
                </a:lnTo>
                <a:lnTo>
                  <a:pt x="5338595" y="87372"/>
                </a:lnTo>
                <a:lnTo>
                  <a:pt x="5338008" y="87506"/>
                </a:lnTo>
                <a:lnTo>
                  <a:pt x="5337476" y="87674"/>
                </a:lnTo>
                <a:lnTo>
                  <a:pt x="5336995" y="87874"/>
                </a:lnTo>
                <a:lnTo>
                  <a:pt x="5336563" y="88104"/>
                </a:lnTo>
                <a:lnTo>
                  <a:pt x="5336176" y="88361"/>
                </a:lnTo>
                <a:lnTo>
                  <a:pt x="5335833" y="88643"/>
                </a:lnTo>
                <a:lnTo>
                  <a:pt x="5335532" y="88949"/>
                </a:lnTo>
                <a:lnTo>
                  <a:pt x="5335268" y="89276"/>
                </a:lnTo>
                <a:lnTo>
                  <a:pt x="5335040" y="89622"/>
                </a:lnTo>
                <a:lnTo>
                  <a:pt x="5334845" y="89985"/>
                </a:lnTo>
                <a:lnTo>
                  <a:pt x="5334681" y="90363"/>
                </a:lnTo>
                <a:lnTo>
                  <a:pt x="5334545" y="90753"/>
                </a:lnTo>
                <a:lnTo>
                  <a:pt x="5334434" y="91155"/>
                </a:lnTo>
                <a:lnTo>
                  <a:pt x="5334346" y="91565"/>
                </a:lnTo>
                <a:lnTo>
                  <a:pt x="5334278" y="91982"/>
                </a:lnTo>
                <a:lnTo>
                  <a:pt x="5334227" y="92404"/>
                </a:lnTo>
                <a:lnTo>
                  <a:pt x="5334192" y="92828"/>
                </a:lnTo>
                <a:lnTo>
                  <a:pt x="5334169" y="93252"/>
                </a:lnTo>
                <a:lnTo>
                  <a:pt x="5334155" y="93674"/>
                </a:lnTo>
                <a:lnTo>
                  <a:pt x="5334149" y="94093"/>
                </a:lnTo>
                <a:lnTo>
                  <a:pt x="5334148" y="94505"/>
                </a:lnTo>
                <a:lnTo>
                  <a:pt x="5334069" y="95946"/>
                </a:lnTo>
                <a:lnTo>
                  <a:pt x="5333885" y="97285"/>
                </a:lnTo>
                <a:lnTo>
                  <a:pt x="5333604" y="98528"/>
                </a:lnTo>
                <a:lnTo>
                  <a:pt x="5333233" y="99676"/>
                </a:lnTo>
                <a:lnTo>
                  <a:pt x="5332779" y="100735"/>
                </a:lnTo>
                <a:lnTo>
                  <a:pt x="5332251" y="101707"/>
                </a:lnTo>
                <a:lnTo>
                  <a:pt x="5331655" y="102595"/>
                </a:lnTo>
                <a:lnTo>
                  <a:pt x="5331000" y="103404"/>
                </a:lnTo>
                <a:lnTo>
                  <a:pt x="5330292" y="104137"/>
                </a:lnTo>
                <a:lnTo>
                  <a:pt x="5329540" y="104797"/>
                </a:lnTo>
                <a:lnTo>
                  <a:pt x="5328750" y="105387"/>
                </a:lnTo>
                <a:lnTo>
                  <a:pt x="5327931" y="105912"/>
                </a:lnTo>
                <a:lnTo>
                  <a:pt x="5327090" y="106375"/>
                </a:lnTo>
                <a:lnTo>
                  <a:pt x="5326234" y="106780"/>
                </a:lnTo>
                <a:lnTo>
                  <a:pt x="5325371" y="107129"/>
                </a:lnTo>
                <a:lnTo>
                  <a:pt x="5324509" y="107426"/>
                </a:lnTo>
                <a:lnTo>
                  <a:pt x="5323655" y="107676"/>
                </a:lnTo>
                <a:lnTo>
                  <a:pt x="5322816" y="107880"/>
                </a:lnTo>
                <a:lnTo>
                  <a:pt x="5322001" y="108044"/>
                </a:lnTo>
                <a:lnTo>
                  <a:pt x="5321216" y="108170"/>
                </a:lnTo>
                <a:lnTo>
                  <a:pt x="5320469" y="108262"/>
                </a:lnTo>
                <a:lnTo>
                  <a:pt x="5319768" y="108323"/>
                </a:lnTo>
                <a:lnTo>
                  <a:pt x="5319120" y="108357"/>
                </a:lnTo>
                <a:lnTo>
                  <a:pt x="5318533" y="108368"/>
                </a:lnTo>
                <a:lnTo>
                  <a:pt x="5316754" y="108317"/>
                </a:lnTo>
                <a:lnTo>
                  <a:pt x="5315123" y="108168"/>
                </a:lnTo>
                <a:lnTo>
                  <a:pt x="5313633" y="107928"/>
                </a:lnTo>
                <a:lnTo>
                  <a:pt x="5312279" y="107604"/>
                </a:lnTo>
                <a:lnTo>
                  <a:pt x="5311054" y="107202"/>
                </a:lnTo>
                <a:lnTo>
                  <a:pt x="5309951" y="106728"/>
                </a:lnTo>
                <a:lnTo>
                  <a:pt x="5308964" y="106190"/>
                </a:lnTo>
                <a:lnTo>
                  <a:pt x="5308087" y="105594"/>
                </a:lnTo>
                <a:lnTo>
                  <a:pt x="5307313" y="104946"/>
                </a:lnTo>
                <a:lnTo>
                  <a:pt x="5306635" y="104254"/>
                </a:lnTo>
                <a:lnTo>
                  <a:pt x="5306048" y="103523"/>
                </a:lnTo>
                <a:lnTo>
                  <a:pt x="5305544" y="102760"/>
                </a:lnTo>
                <a:lnTo>
                  <a:pt x="5305118" y="101973"/>
                </a:lnTo>
                <a:lnTo>
                  <a:pt x="5304763" y="101167"/>
                </a:lnTo>
                <a:lnTo>
                  <a:pt x="5304472" y="100349"/>
                </a:lnTo>
                <a:lnTo>
                  <a:pt x="5304239" y="99526"/>
                </a:lnTo>
                <a:lnTo>
                  <a:pt x="5304057" y="98704"/>
                </a:lnTo>
                <a:lnTo>
                  <a:pt x="5303921" y="97890"/>
                </a:lnTo>
                <a:lnTo>
                  <a:pt x="5303823" y="97091"/>
                </a:lnTo>
                <a:lnTo>
                  <a:pt x="5303758" y="96313"/>
                </a:lnTo>
                <a:lnTo>
                  <a:pt x="5303718" y="95562"/>
                </a:lnTo>
                <a:lnTo>
                  <a:pt x="5303697" y="94846"/>
                </a:lnTo>
                <a:lnTo>
                  <a:pt x="5303690" y="94171"/>
                </a:lnTo>
                <a:lnTo>
                  <a:pt x="5303689" y="93543"/>
                </a:lnTo>
                <a:lnTo>
                  <a:pt x="5303689" y="47725"/>
                </a:lnTo>
                <a:lnTo>
                  <a:pt x="5335304" y="47725"/>
                </a:lnTo>
                <a:lnTo>
                  <a:pt x="5335675" y="47724"/>
                </a:lnTo>
                <a:lnTo>
                  <a:pt x="5336063" y="47721"/>
                </a:lnTo>
                <a:lnTo>
                  <a:pt x="5336466" y="47714"/>
                </a:lnTo>
                <a:lnTo>
                  <a:pt x="5336880" y="47698"/>
                </a:lnTo>
                <a:lnTo>
                  <a:pt x="5337302" y="47673"/>
                </a:lnTo>
                <a:lnTo>
                  <a:pt x="5337729" y="47634"/>
                </a:lnTo>
                <a:lnTo>
                  <a:pt x="5338159" y="47581"/>
                </a:lnTo>
                <a:lnTo>
                  <a:pt x="5338589" y="47511"/>
                </a:lnTo>
                <a:lnTo>
                  <a:pt x="5339015" y="47420"/>
                </a:lnTo>
                <a:lnTo>
                  <a:pt x="5339435" y="47306"/>
                </a:lnTo>
                <a:lnTo>
                  <a:pt x="5339846" y="47168"/>
                </a:lnTo>
                <a:lnTo>
                  <a:pt x="5340245" y="47002"/>
                </a:lnTo>
                <a:lnTo>
                  <a:pt x="5340629" y="46806"/>
                </a:lnTo>
                <a:lnTo>
                  <a:pt x="5340995" y="46577"/>
                </a:lnTo>
                <a:lnTo>
                  <a:pt x="5341339" y="46313"/>
                </a:lnTo>
                <a:lnTo>
                  <a:pt x="5341660" y="46011"/>
                </a:lnTo>
                <a:lnTo>
                  <a:pt x="5341954" y="45669"/>
                </a:lnTo>
                <a:lnTo>
                  <a:pt x="5342219" y="45285"/>
                </a:lnTo>
                <a:lnTo>
                  <a:pt x="5342451" y="44855"/>
                </a:lnTo>
                <a:lnTo>
                  <a:pt x="5342647" y="44378"/>
                </a:lnTo>
                <a:lnTo>
                  <a:pt x="5342805" y="43850"/>
                </a:lnTo>
                <a:lnTo>
                  <a:pt x="5342921" y="43270"/>
                </a:lnTo>
                <a:lnTo>
                  <a:pt x="5342993" y="42634"/>
                </a:lnTo>
                <a:lnTo>
                  <a:pt x="5343017" y="41941"/>
                </a:lnTo>
                <a:lnTo>
                  <a:pt x="5342994" y="41224"/>
                </a:lnTo>
                <a:lnTo>
                  <a:pt x="5342925" y="40567"/>
                </a:lnTo>
                <a:lnTo>
                  <a:pt x="5342813" y="39968"/>
                </a:lnTo>
                <a:lnTo>
                  <a:pt x="5342660" y="39422"/>
                </a:lnTo>
                <a:lnTo>
                  <a:pt x="5342471" y="38929"/>
                </a:lnTo>
                <a:lnTo>
                  <a:pt x="5342246" y="38485"/>
                </a:lnTo>
                <a:lnTo>
                  <a:pt x="5341989" y="38087"/>
                </a:lnTo>
                <a:lnTo>
                  <a:pt x="5341703" y="37734"/>
                </a:lnTo>
                <a:lnTo>
                  <a:pt x="5341391" y="37422"/>
                </a:lnTo>
                <a:lnTo>
                  <a:pt x="5341054" y="37149"/>
                </a:lnTo>
                <a:lnTo>
                  <a:pt x="5340695" y="36913"/>
                </a:lnTo>
                <a:lnTo>
                  <a:pt x="5340318" y="36710"/>
                </a:lnTo>
                <a:lnTo>
                  <a:pt x="5339925" y="36538"/>
                </a:lnTo>
                <a:lnTo>
                  <a:pt x="5339518" y="36395"/>
                </a:lnTo>
                <a:lnTo>
                  <a:pt x="5339101" y="36278"/>
                </a:lnTo>
                <a:lnTo>
                  <a:pt x="5338675" y="36184"/>
                </a:lnTo>
                <a:lnTo>
                  <a:pt x="5338245" y="36111"/>
                </a:lnTo>
                <a:lnTo>
                  <a:pt x="5337811" y="36056"/>
                </a:lnTo>
                <a:lnTo>
                  <a:pt x="5337378" y="36017"/>
                </a:lnTo>
                <a:lnTo>
                  <a:pt x="5336947" y="35990"/>
                </a:lnTo>
                <a:lnTo>
                  <a:pt x="5336521" y="35974"/>
                </a:lnTo>
                <a:lnTo>
                  <a:pt x="5336104" y="35966"/>
                </a:lnTo>
                <a:lnTo>
                  <a:pt x="5335697" y="35963"/>
                </a:lnTo>
                <a:lnTo>
                  <a:pt x="5335304" y="35963"/>
                </a:lnTo>
                <a:lnTo>
                  <a:pt x="5303689" y="35963"/>
                </a:lnTo>
                <a:lnTo>
                  <a:pt x="5303689" y="20156"/>
                </a:lnTo>
                <a:lnTo>
                  <a:pt x="5303688" y="19695"/>
                </a:lnTo>
                <a:lnTo>
                  <a:pt x="5303685" y="19230"/>
                </a:lnTo>
                <a:lnTo>
                  <a:pt x="5303676" y="18763"/>
                </a:lnTo>
                <a:lnTo>
                  <a:pt x="5303658" y="18297"/>
                </a:lnTo>
                <a:lnTo>
                  <a:pt x="5303630" y="17833"/>
                </a:lnTo>
                <a:lnTo>
                  <a:pt x="5303586" y="17374"/>
                </a:lnTo>
                <a:lnTo>
                  <a:pt x="5303526" y="16921"/>
                </a:lnTo>
                <a:lnTo>
                  <a:pt x="5303446" y="16477"/>
                </a:lnTo>
                <a:lnTo>
                  <a:pt x="5303343" y="16043"/>
                </a:lnTo>
                <a:lnTo>
                  <a:pt x="5303215" y="15623"/>
                </a:lnTo>
                <a:lnTo>
                  <a:pt x="5303058" y="15217"/>
                </a:lnTo>
                <a:lnTo>
                  <a:pt x="5302869" y="14828"/>
                </a:lnTo>
                <a:lnTo>
                  <a:pt x="5302647" y="14459"/>
                </a:lnTo>
                <a:lnTo>
                  <a:pt x="5302387" y="14110"/>
                </a:lnTo>
                <a:lnTo>
                  <a:pt x="5302088" y="13785"/>
                </a:lnTo>
                <a:lnTo>
                  <a:pt x="5301746" y="13485"/>
                </a:lnTo>
                <a:lnTo>
                  <a:pt x="5301358" y="13213"/>
                </a:lnTo>
                <a:lnTo>
                  <a:pt x="5300923" y="12970"/>
                </a:lnTo>
                <a:lnTo>
                  <a:pt x="5300435" y="12759"/>
                </a:lnTo>
                <a:lnTo>
                  <a:pt x="5299894" y="12581"/>
                </a:lnTo>
                <a:lnTo>
                  <a:pt x="5299296" y="12440"/>
                </a:lnTo>
                <a:lnTo>
                  <a:pt x="5298638" y="12336"/>
                </a:lnTo>
                <a:lnTo>
                  <a:pt x="5297918" y="12272"/>
                </a:lnTo>
                <a:lnTo>
                  <a:pt x="5297132" y="12250"/>
                </a:lnTo>
                <a:lnTo>
                  <a:pt x="5296323" y="12271"/>
                </a:lnTo>
                <a:lnTo>
                  <a:pt x="5295582" y="12332"/>
                </a:lnTo>
                <a:lnTo>
                  <a:pt x="5294905" y="12432"/>
                </a:lnTo>
                <a:lnTo>
                  <a:pt x="5294290" y="12568"/>
                </a:lnTo>
                <a:lnTo>
                  <a:pt x="5293733" y="12739"/>
                </a:lnTo>
                <a:lnTo>
                  <a:pt x="5293232" y="12943"/>
                </a:lnTo>
                <a:lnTo>
                  <a:pt x="5292783" y="13178"/>
                </a:lnTo>
                <a:lnTo>
                  <a:pt x="5292385" y="13443"/>
                </a:lnTo>
                <a:lnTo>
                  <a:pt x="5292033" y="13735"/>
                </a:lnTo>
                <a:lnTo>
                  <a:pt x="5291725" y="14052"/>
                </a:lnTo>
                <a:lnTo>
                  <a:pt x="5291458" y="14393"/>
                </a:lnTo>
                <a:lnTo>
                  <a:pt x="5291229" y="14757"/>
                </a:lnTo>
                <a:lnTo>
                  <a:pt x="5291036" y="15140"/>
                </a:lnTo>
                <a:lnTo>
                  <a:pt x="5290874" y="15541"/>
                </a:lnTo>
                <a:lnTo>
                  <a:pt x="5290742" y="15959"/>
                </a:lnTo>
                <a:lnTo>
                  <a:pt x="5290636" y="16392"/>
                </a:lnTo>
                <a:lnTo>
                  <a:pt x="5290554" y="16837"/>
                </a:lnTo>
                <a:lnTo>
                  <a:pt x="5290492" y="17293"/>
                </a:lnTo>
                <a:lnTo>
                  <a:pt x="5290447" y="17758"/>
                </a:lnTo>
                <a:lnTo>
                  <a:pt x="5290417" y="18231"/>
                </a:lnTo>
                <a:lnTo>
                  <a:pt x="5290399" y="18708"/>
                </a:lnTo>
                <a:lnTo>
                  <a:pt x="5290390" y="19190"/>
                </a:lnTo>
                <a:lnTo>
                  <a:pt x="5290387" y="19673"/>
                </a:lnTo>
                <a:lnTo>
                  <a:pt x="5290386" y="20156"/>
                </a:lnTo>
                <a:lnTo>
                  <a:pt x="5290386" y="35963"/>
                </a:lnTo>
                <a:lnTo>
                  <a:pt x="5273612" y="35963"/>
                </a:lnTo>
                <a:lnTo>
                  <a:pt x="5273218" y="35963"/>
                </a:lnTo>
                <a:lnTo>
                  <a:pt x="5272808" y="35966"/>
                </a:lnTo>
                <a:lnTo>
                  <a:pt x="5272387" y="35974"/>
                </a:lnTo>
                <a:lnTo>
                  <a:pt x="5271955" y="35990"/>
                </a:lnTo>
                <a:lnTo>
                  <a:pt x="5271517" y="36017"/>
                </a:lnTo>
                <a:lnTo>
                  <a:pt x="5271075" y="36056"/>
                </a:lnTo>
                <a:lnTo>
                  <a:pt x="5270632" y="36111"/>
                </a:lnTo>
                <a:lnTo>
                  <a:pt x="5270191" y="36184"/>
                </a:lnTo>
                <a:lnTo>
                  <a:pt x="5269755" y="36278"/>
                </a:lnTo>
                <a:lnTo>
                  <a:pt x="5269326" y="36395"/>
                </a:lnTo>
                <a:lnTo>
                  <a:pt x="5268908" y="36538"/>
                </a:lnTo>
                <a:lnTo>
                  <a:pt x="5268503" y="36710"/>
                </a:lnTo>
                <a:lnTo>
                  <a:pt x="5268114" y="36913"/>
                </a:lnTo>
                <a:lnTo>
                  <a:pt x="5267743" y="37149"/>
                </a:lnTo>
                <a:lnTo>
                  <a:pt x="5267395" y="37422"/>
                </a:lnTo>
                <a:lnTo>
                  <a:pt x="5267071" y="37734"/>
                </a:lnTo>
                <a:lnTo>
                  <a:pt x="5266775" y="38087"/>
                </a:lnTo>
                <a:lnTo>
                  <a:pt x="5266509" y="38485"/>
                </a:lnTo>
                <a:lnTo>
                  <a:pt x="5266276" y="38929"/>
                </a:lnTo>
                <a:lnTo>
                  <a:pt x="5266079" y="39422"/>
                </a:lnTo>
                <a:lnTo>
                  <a:pt x="5265921" y="39968"/>
                </a:lnTo>
                <a:lnTo>
                  <a:pt x="5265804" y="40567"/>
                </a:lnTo>
                <a:lnTo>
                  <a:pt x="5265732" y="41224"/>
                </a:lnTo>
                <a:lnTo>
                  <a:pt x="5265708" y="41941"/>
                </a:lnTo>
                <a:lnTo>
                  <a:pt x="5265732" y="42634"/>
                </a:lnTo>
                <a:lnTo>
                  <a:pt x="5265804" y="43270"/>
                </a:lnTo>
                <a:lnTo>
                  <a:pt x="5265920" y="43850"/>
                </a:lnTo>
                <a:lnTo>
                  <a:pt x="5266078" y="44378"/>
                </a:lnTo>
                <a:lnTo>
                  <a:pt x="5266274" y="44855"/>
                </a:lnTo>
                <a:lnTo>
                  <a:pt x="5266506" y="45285"/>
                </a:lnTo>
                <a:lnTo>
                  <a:pt x="5266770" y="45669"/>
                </a:lnTo>
                <a:lnTo>
                  <a:pt x="5267064" y="46011"/>
                </a:lnTo>
                <a:lnTo>
                  <a:pt x="5267385" y="46313"/>
                </a:lnTo>
                <a:lnTo>
                  <a:pt x="5267729" y="46577"/>
                </a:lnTo>
                <a:lnTo>
                  <a:pt x="5268095" y="46806"/>
                </a:lnTo>
                <a:lnTo>
                  <a:pt x="5268478" y="47002"/>
                </a:lnTo>
                <a:lnTo>
                  <a:pt x="5268877" y="47168"/>
                </a:lnTo>
                <a:lnTo>
                  <a:pt x="5269288" y="47306"/>
                </a:lnTo>
                <a:lnTo>
                  <a:pt x="5269708" y="47420"/>
                </a:lnTo>
                <a:lnTo>
                  <a:pt x="5270134" y="47511"/>
                </a:lnTo>
                <a:lnTo>
                  <a:pt x="5270563" y="47581"/>
                </a:lnTo>
                <a:lnTo>
                  <a:pt x="5270993" y="47634"/>
                </a:lnTo>
                <a:lnTo>
                  <a:pt x="5271421" y="47673"/>
                </a:lnTo>
                <a:lnTo>
                  <a:pt x="5271843" y="47698"/>
                </a:lnTo>
                <a:lnTo>
                  <a:pt x="5272256" y="47714"/>
                </a:lnTo>
                <a:lnTo>
                  <a:pt x="5272659" y="47721"/>
                </a:lnTo>
                <a:lnTo>
                  <a:pt x="5273047" y="47724"/>
                </a:lnTo>
                <a:lnTo>
                  <a:pt x="5273418" y="47725"/>
                </a:lnTo>
                <a:lnTo>
                  <a:pt x="5290386" y="47725"/>
                </a:lnTo>
                <a:lnTo>
                  <a:pt x="5290386" y="94699"/>
                </a:lnTo>
                <a:lnTo>
                  <a:pt x="5290454" y="96951"/>
                </a:lnTo>
                <a:lnTo>
                  <a:pt x="5290652" y="99083"/>
                </a:lnTo>
                <a:lnTo>
                  <a:pt x="5290977" y="101100"/>
                </a:lnTo>
                <a:lnTo>
                  <a:pt x="5291422" y="103002"/>
                </a:lnTo>
                <a:lnTo>
                  <a:pt x="5291983" y="104792"/>
                </a:lnTo>
                <a:lnTo>
                  <a:pt x="5292654" y="106472"/>
                </a:lnTo>
                <a:lnTo>
                  <a:pt x="5293430" y="108043"/>
                </a:lnTo>
                <a:lnTo>
                  <a:pt x="5294306" y="109508"/>
                </a:lnTo>
                <a:lnTo>
                  <a:pt x="5295276" y="110869"/>
                </a:lnTo>
                <a:lnTo>
                  <a:pt x="5296335" y="112128"/>
                </a:lnTo>
                <a:lnTo>
                  <a:pt x="5297478" y="113286"/>
                </a:lnTo>
                <a:lnTo>
                  <a:pt x="5298700" y="114346"/>
                </a:lnTo>
                <a:lnTo>
                  <a:pt x="5299994" y="115310"/>
                </a:lnTo>
                <a:lnTo>
                  <a:pt x="5301357" y="116179"/>
                </a:lnTo>
                <a:lnTo>
                  <a:pt x="5302783" y="116956"/>
                </a:lnTo>
                <a:lnTo>
                  <a:pt x="5304266" y="117643"/>
                </a:lnTo>
                <a:lnTo>
                  <a:pt x="5305801" y="118241"/>
                </a:lnTo>
                <a:lnTo>
                  <a:pt x="5307384" y="118754"/>
                </a:lnTo>
                <a:lnTo>
                  <a:pt x="5309008" y="119182"/>
                </a:lnTo>
                <a:lnTo>
                  <a:pt x="5310668" y="119527"/>
                </a:lnTo>
                <a:lnTo>
                  <a:pt x="5312360" y="119793"/>
                </a:lnTo>
                <a:lnTo>
                  <a:pt x="5314077" y="119980"/>
                </a:lnTo>
                <a:lnTo>
                  <a:pt x="5315815" y="120090"/>
                </a:lnTo>
                <a:lnTo>
                  <a:pt x="5317568" y="120127"/>
                </a:lnTo>
                <a:lnTo>
                  <a:pt x="5319357" y="120084"/>
                </a:lnTo>
                <a:lnTo>
                  <a:pt x="5321153" y="119954"/>
                </a:lnTo>
                <a:lnTo>
                  <a:pt x="5322948" y="119737"/>
                </a:lnTo>
                <a:lnTo>
                  <a:pt x="5324736" y="119434"/>
                </a:lnTo>
                <a:lnTo>
                  <a:pt x="5326507" y="119042"/>
                </a:lnTo>
                <a:lnTo>
                  <a:pt x="5328256" y="118564"/>
                </a:lnTo>
                <a:lnTo>
                  <a:pt x="5329975" y="117997"/>
                </a:lnTo>
                <a:lnTo>
                  <a:pt x="5331657" y="117343"/>
                </a:lnTo>
                <a:lnTo>
                  <a:pt x="5333293" y="116600"/>
                </a:lnTo>
                <a:lnTo>
                  <a:pt x="5334877" y="115769"/>
                </a:lnTo>
                <a:lnTo>
                  <a:pt x="5336402" y="114849"/>
                </a:lnTo>
                <a:lnTo>
                  <a:pt x="5337860" y="113840"/>
                </a:lnTo>
                <a:lnTo>
                  <a:pt x="5339243" y="112741"/>
                </a:lnTo>
                <a:lnTo>
                  <a:pt x="5340545" y="111553"/>
                </a:lnTo>
                <a:lnTo>
                  <a:pt x="5341758" y="110276"/>
                </a:lnTo>
                <a:lnTo>
                  <a:pt x="5342874" y="108908"/>
                </a:lnTo>
                <a:lnTo>
                  <a:pt x="5343886" y="107450"/>
                </a:lnTo>
                <a:lnTo>
                  <a:pt x="5344788" y="105902"/>
                </a:lnTo>
                <a:lnTo>
                  <a:pt x="5345571" y="104263"/>
                </a:lnTo>
                <a:lnTo>
                  <a:pt x="5346228" y="102533"/>
                </a:lnTo>
                <a:lnTo>
                  <a:pt x="5346752" y="100712"/>
                </a:lnTo>
                <a:lnTo>
                  <a:pt x="5347135" y="98800"/>
                </a:lnTo>
                <a:lnTo>
                  <a:pt x="5347371" y="96796"/>
                </a:lnTo>
                <a:lnTo>
                  <a:pt x="5347451" y="94699"/>
                </a:lnTo>
                <a:lnTo>
                  <a:pt x="5347450" y="94264"/>
                </a:lnTo>
                <a:lnTo>
                  <a:pt x="5347447" y="93824"/>
                </a:lnTo>
                <a:lnTo>
                  <a:pt x="5347437" y="93382"/>
                </a:lnTo>
                <a:lnTo>
                  <a:pt x="5347419" y="92940"/>
                </a:lnTo>
                <a:lnTo>
                  <a:pt x="5347390" y="92500"/>
                </a:lnTo>
                <a:lnTo>
                  <a:pt x="5347345" y="92064"/>
                </a:lnTo>
                <a:lnTo>
                  <a:pt x="5347283" y="91634"/>
                </a:lnTo>
                <a:close/>
                <a:moveTo>
                  <a:pt x="5151475" y="42638"/>
                </a:moveTo>
                <a:lnTo>
                  <a:pt x="5151155" y="41975"/>
                </a:lnTo>
                <a:lnTo>
                  <a:pt x="5150771" y="41311"/>
                </a:lnTo>
                <a:lnTo>
                  <a:pt x="5150319" y="40651"/>
                </a:lnTo>
                <a:lnTo>
                  <a:pt x="5149794" y="40001"/>
                </a:lnTo>
                <a:lnTo>
                  <a:pt x="5149190" y="39365"/>
                </a:lnTo>
                <a:lnTo>
                  <a:pt x="5148503" y="38749"/>
                </a:lnTo>
                <a:lnTo>
                  <a:pt x="5147727" y="38159"/>
                </a:lnTo>
                <a:lnTo>
                  <a:pt x="5146859" y="37599"/>
                </a:lnTo>
                <a:lnTo>
                  <a:pt x="5145892" y="37076"/>
                </a:lnTo>
                <a:lnTo>
                  <a:pt x="5144822" y="36594"/>
                </a:lnTo>
                <a:lnTo>
                  <a:pt x="5143644" y="36159"/>
                </a:lnTo>
                <a:lnTo>
                  <a:pt x="5142353" y="35776"/>
                </a:lnTo>
                <a:lnTo>
                  <a:pt x="5140944" y="35451"/>
                </a:lnTo>
                <a:lnTo>
                  <a:pt x="5139413" y="35189"/>
                </a:lnTo>
                <a:lnTo>
                  <a:pt x="5137754" y="34995"/>
                </a:lnTo>
                <a:lnTo>
                  <a:pt x="5135962" y="34874"/>
                </a:lnTo>
                <a:lnTo>
                  <a:pt x="5134032" y="34833"/>
                </a:lnTo>
                <a:lnTo>
                  <a:pt x="5132790" y="34852"/>
                </a:lnTo>
                <a:lnTo>
                  <a:pt x="5131524" y="34908"/>
                </a:lnTo>
                <a:lnTo>
                  <a:pt x="5130235" y="35006"/>
                </a:lnTo>
                <a:lnTo>
                  <a:pt x="5128926" y="35146"/>
                </a:lnTo>
                <a:lnTo>
                  <a:pt x="5127598" y="35332"/>
                </a:lnTo>
                <a:lnTo>
                  <a:pt x="5126253" y="35565"/>
                </a:lnTo>
                <a:lnTo>
                  <a:pt x="5124893" y="35848"/>
                </a:lnTo>
                <a:lnTo>
                  <a:pt x="5123520" y="36183"/>
                </a:lnTo>
                <a:lnTo>
                  <a:pt x="5122136" y="36572"/>
                </a:lnTo>
                <a:lnTo>
                  <a:pt x="5120742" y="37018"/>
                </a:lnTo>
                <a:lnTo>
                  <a:pt x="5119340" y="37522"/>
                </a:lnTo>
                <a:lnTo>
                  <a:pt x="5117933" y="38087"/>
                </a:lnTo>
                <a:lnTo>
                  <a:pt x="5116521" y="38716"/>
                </a:lnTo>
                <a:lnTo>
                  <a:pt x="5115108" y="39410"/>
                </a:lnTo>
                <a:lnTo>
                  <a:pt x="5113694" y="40172"/>
                </a:lnTo>
                <a:lnTo>
                  <a:pt x="5112282" y="41004"/>
                </a:lnTo>
                <a:lnTo>
                  <a:pt x="5110872" y="41908"/>
                </a:lnTo>
                <a:lnTo>
                  <a:pt x="5109469" y="42887"/>
                </a:lnTo>
                <a:lnTo>
                  <a:pt x="5108072" y="43942"/>
                </a:lnTo>
                <a:lnTo>
                  <a:pt x="5106684" y="45077"/>
                </a:lnTo>
                <a:lnTo>
                  <a:pt x="5105307" y="46293"/>
                </a:lnTo>
                <a:lnTo>
                  <a:pt x="5103942" y="47593"/>
                </a:lnTo>
                <a:lnTo>
                  <a:pt x="5102592" y="48978"/>
                </a:lnTo>
                <a:lnTo>
                  <a:pt x="5101258" y="50452"/>
                </a:lnTo>
                <a:lnTo>
                  <a:pt x="5101258" y="43897"/>
                </a:lnTo>
                <a:lnTo>
                  <a:pt x="5101251" y="43168"/>
                </a:lnTo>
                <a:lnTo>
                  <a:pt x="5101231" y="42480"/>
                </a:lnTo>
                <a:lnTo>
                  <a:pt x="5101195" y="41832"/>
                </a:lnTo>
                <a:lnTo>
                  <a:pt x="5101142" y="41225"/>
                </a:lnTo>
                <a:lnTo>
                  <a:pt x="5101069" y="40656"/>
                </a:lnTo>
                <a:lnTo>
                  <a:pt x="5100974" y="40124"/>
                </a:lnTo>
                <a:lnTo>
                  <a:pt x="5100857" y="39630"/>
                </a:lnTo>
                <a:lnTo>
                  <a:pt x="5100715" y="39171"/>
                </a:lnTo>
                <a:lnTo>
                  <a:pt x="5100545" y="38748"/>
                </a:lnTo>
                <a:lnTo>
                  <a:pt x="5100348" y="38359"/>
                </a:lnTo>
                <a:lnTo>
                  <a:pt x="5100120" y="38002"/>
                </a:lnTo>
                <a:lnTo>
                  <a:pt x="5099859" y="37678"/>
                </a:lnTo>
                <a:lnTo>
                  <a:pt x="5099564" y="37386"/>
                </a:lnTo>
                <a:lnTo>
                  <a:pt x="5099234" y="37123"/>
                </a:lnTo>
                <a:lnTo>
                  <a:pt x="5098865" y="36890"/>
                </a:lnTo>
                <a:lnTo>
                  <a:pt x="5098457" y="36686"/>
                </a:lnTo>
                <a:lnTo>
                  <a:pt x="5098008" y="36509"/>
                </a:lnTo>
                <a:lnTo>
                  <a:pt x="5097515" y="36358"/>
                </a:lnTo>
                <a:lnTo>
                  <a:pt x="5096977" y="36233"/>
                </a:lnTo>
                <a:lnTo>
                  <a:pt x="5096392" y="36134"/>
                </a:lnTo>
                <a:lnTo>
                  <a:pt x="5095758" y="36057"/>
                </a:lnTo>
                <a:lnTo>
                  <a:pt x="5095073" y="36004"/>
                </a:lnTo>
                <a:lnTo>
                  <a:pt x="5094336" y="35973"/>
                </a:lnTo>
                <a:lnTo>
                  <a:pt x="5093545" y="35963"/>
                </a:lnTo>
                <a:lnTo>
                  <a:pt x="5072337" y="35963"/>
                </a:lnTo>
                <a:lnTo>
                  <a:pt x="5071966" y="35963"/>
                </a:lnTo>
                <a:lnTo>
                  <a:pt x="5071578" y="35966"/>
                </a:lnTo>
                <a:lnTo>
                  <a:pt x="5071176" y="35974"/>
                </a:lnTo>
                <a:lnTo>
                  <a:pt x="5070762" y="35990"/>
                </a:lnTo>
                <a:lnTo>
                  <a:pt x="5070340" y="36015"/>
                </a:lnTo>
                <a:lnTo>
                  <a:pt x="5069913" y="36053"/>
                </a:lnTo>
                <a:lnTo>
                  <a:pt x="5069483" y="36106"/>
                </a:lnTo>
                <a:lnTo>
                  <a:pt x="5069053" y="36177"/>
                </a:lnTo>
                <a:lnTo>
                  <a:pt x="5068627" y="36268"/>
                </a:lnTo>
                <a:lnTo>
                  <a:pt x="5068207" y="36381"/>
                </a:lnTo>
                <a:lnTo>
                  <a:pt x="5067796" y="36520"/>
                </a:lnTo>
                <a:lnTo>
                  <a:pt x="5067398" y="36686"/>
                </a:lnTo>
                <a:lnTo>
                  <a:pt x="5067014" y="36882"/>
                </a:lnTo>
                <a:lnTo>
                  <a:pt x="5066649" y="37111"/>
                </a:lnTo>
                <a:lnTo>
                  <a:pt x="5066304" y="37376"/>
                </a:lnTo>
                <a:lnTo>
                  <a:pt x="5065983" y="37677"/>
                </a:lnTo>
                <a:lnTo>
                  <a:pt x="5065689" y="38019"/>
                </a:lnTo>
                <a:lnTo>
                  <a:pt x="5065425" y="38404"/>
                </a:lnTo>
                <a:lnTo>
                  <a:pt x="5065193" y="38834"/>
                </a:lnTo>
                <a:lnTo>
                  <a:pt x="5064997" y="39312"/>
                </a:lnTo>
                <a:lnTo>
                  <a:pt x="5064840" y="39840"/>
                </a:lnTo>
                <a:lnTo>
                  <a:pt x="5064723" y="40420"/>
                </a:lnTo>
                <a:lnTo>
                  <a:pt x="5064652" y="41056"/>
                </a:lnTo>
                <a:lnTo>
                  <a:pt x="5064627" y="41750"/>
                </a:lnTo>
                <a:lnTo>
                  <a:pt x="5064651" y="42466"/>
                </a:lnTo>
                <a:lnTo>
                  <a:pt x="5064720" y="43122"/>
                </a:lnTo>
                <a:lnTo>
                  <a:pt x="5064832" y="43722"/>
                </a:lnTo>
                <a:lnTo>
                  <a:pt x="5064984" y="44267"/>
                </a:lnTo>
                <a:lnTo>
                  <a:pt x="5065174" y="44760"/>
                </a:lnTo>
                <a:lnTo>
                  <a:pt x="5065398" y="45204"/>
                </a:lnTo>
                <a:lnTo>
                  <a:pt x="5065655" y="45601"/>
                </a:lnTo>
                <a:lnTo>
                  <a:pt x="5065941" y="45954"/>
                </a:lnTo>
                <a:lnTo>
                  <a:pt x="5066254" y="46266"/>
                </a:lnTo>
                <a:lnTo>
                  <a:pt x="5066591" y="46539"/>
                </a:lnTo>
                <a:lnTo>
                  <a:pt x="5066949" y="46775"/>
                </a:lnTo>
                <a:lnTo>
                  <a:pt x="5067326" y="46978"/>
                </a:lnTo>
                <a:lnTo>
                  <a:pt x="5067719" y="47150"/>
                </a:lnTo>
                <a:lnTo>
                  <a:pt x="5068126" y="47293"/>
                </a:lnTo>
                <a:lnTo>
                  <a:pt x="5068543" y="47410"/>
                </a:lnTo>
                <a:lnTo>
                  <a:pt x="5068968" y="47504"/>
                </a:lnTo>
                <a:lnTo>
                  <a:pt x="5069399" y="47577"/>
                </a:lnTo>
                <a:lnTo>
                  <a:pt x="5069832" y="47631"/>
                </a:lnTo>
                <a:lnTo>
                  <a:pt x="5070265" y="47671"/>
                </a:lnTo>
                <a:lnTo>
                  <a:pt x="5070696" y="47697"/>
                </a:lnTo>
                <a:lnTo>
                  <a:pt x="5071121" y="47713"/>
                </a:lnTo>
                <a:lnTo>
                  <a:pt x="5071538" y="47721"/>
                </a:lnTo>
                <a:lnTo>
                  <a:pt x="5071944" y="47724"/>
                </a:lnTo>
                <a:lnTo>
                  <a:pt x="5072337" y="47725"/>
                </a:lnTo>
                <a:lnTo>
                  <a:pt x="5087955" y="47725"/>
                </a:lnTo>
                <a:lnTo>
                  <a:pt x="5087955" y="107238"/>
                </a:lnTo>
                <a:lnTo>
                  <a:pt x="5072337" y="107238"/>
                </a:lnTo>
                <a:lnTo>
                  <a:pt x="5071966" y="107239"/>
                </a:lnTo>
                <a:lnTo>
                  <a:pt x="5071578" y="107241"/>
                </a:lnTo>
                <a:lnTo>
                  <a:pt x="5071176" y="107249"/>
                </a:lnTo>
                <a:lnTo>
                  <a:pt x="5070762" y="107265"/>
                </a:lnTo>
                <a:lnTo>
                  <a:pt x="5070340" y="107290"/>
                </a:lnTo>
                <a:lnTo>
                  <a:pt x="5069913" y="107329"/>
                </a:lnTo>
                <a:lnTo>
                  <a:pt x="5069483" y="107382"/>
                </a:lnTo>
                <a:lnTo>
                  <a:pt x="5069053" y="107452"/>
                </a:lnTo>
                <a:lnTo>
                  <a:pt x="5068627" y="107543"/>
                </a:lnTo>
                <a:lnTo>
                  <a:pt x="5068207" y="107657"/>
                </a:lnTo>
                <a:lnTo>
                  <a:pt x="5067796" y="107795"/>
                </a:lnTo>
                <a:lnTo>
                  <a:pt x="5067398" y="107961"/>
                </a:lnTo>
                <a:lnTo>
                  <a:pt x="5067014" y="108157"/>
                </a:lnTo>
                <a:lnTo>
                  <a:pt x="5066649" y="108386"/>
                </a:lnTo>
                <a:lnTo>
                  <a:pt x="5066304" y="108650"/>
                </a:lnTo>
                <a:lnTo>
                  <a:pt x="5065983" y="108952"/>
                </a:lnTo>
                <a:lnTo>
                  <a:pt x="5065689" y="109294"/>
                </a:lnTo>
                <a:lnTo>
                  <a:pt x="5065425" y="109678"/>
                </a:lnTo>
                <a:lnTo>
                  <a:pt x="5065193" y="110108"/>
                </a:lnTo>
                <a:lnTo>
                  <a:pt x="5064997" y="110585"/>
                </a:lnTo>
                <a:lnTo>
                  <a:pt x="5064840" y="111113"/>
                </a:lnTo>
                <a:lnTo>
                  <a:pt x="5064723" y="111693"/>
                </a:lnTo>
                <a:lnTo>
                  <a:pt x="5064652" y="112329"/>
                </a:lnTo>
                <a:lnTo>
                  <a:pt x="5064627" y="113022"/>
                </a:lnTo>
                <a:lnTo>
                  <a:pt x="5064651" y="113738"/>
                </a:lnTo>
                <a:lnTo>
                  <a:pt x="5064720" y="114395"/>
                </a:lnTo>
                <a:lnTo>
                  <a:pt x="5064832" y="114994"/>
                </a:lnTo>
                <a:lnTo>
                  <a:pt x="5064984" y="115539"/>
                </a:lnTo>
                <a:lnTo>
                  <a:pt x="5065174" y="116033"/>
                </a:lnTo>
                <a:lnTo>
                  <a:pt x="5065398" y="116476"/>
                </a:lnTo>
                <a:lnTo>
                  <a:pt x="5065655" y="116874"/>
                </a:lnTo>
                <a:lnTo>
                  <a:pt x="5065941" y="117227"/>
                </a:lnTo>
                <a:lnTo>
                  <a:pt x="5066254" y="117538"/>
                </a:lnTo>
                <a:lnTo>
                  <a:pt x="5066591" y="117811"/>
                </a:lnTo>
                <a:lnTo>
                  <a:pt x="5066949" y="118048"/>
                </a:lnTo>
                <a:lnTo>
                  <a:pt x="5067326" y="118250"/>
                </a:lnTo>
                <a:lnTo>
                  <a:pt x="5067719" y="118422"/>
                </a:lnTo>
                <a:lnTo>
                  <a:pt x="5068126" y="118565"/>
                </a:lnTo>
                <a:lnTo>
                  <a:pt x="5068543" y="118682"/>
                </a:lnTo>
                <a:lnTo>
                  <a:pt x="5068968" y="118776"/>
                </a:lnTo>
                <a:lnTo>
                  <a:pt x="5069399" y="118849"/>
                </a:lnTo>
                <a:lnTo>
                  <a:pt x="5069832" y="118904"/>
                </a:lnTo>
                <a:lnTo>
                  <a:pt x="5070265" y="118943"/>
                </a:lnTo>
                <a:lnTo>
                  <a:pt x="5070696" y="118970"/>
                </a:lnTo>
                <a:lnTo>
                  <a:pt x="5071121" y="118986"/>
                </a:lnTo>
                <a:lnTo>
                  <a:pt x="5071538" y="118994"/>
                </a:lnTo>
                <a:lnTo>
                  <a:pt x="5071944" y="118997"/>
                </a:lnTo>
                <a:lnTo>
                  <a:pt x="5072337" y="118997"/>
                </a:lnTo>
                <a:lnTo>
                  <a:pt x="5122656" y="118997"/>
                </a:lnTo>
                <a:lnTo>
                  <a:pt x="5123028" y="118997"/>
                </a:lnTo>
                <a:lnTo>
                  <a:pt x="5123419" y="118994"/>
                </a:lnTo>
                <a:lnTo>
                  <a:pt x="5123826" y="118986"/>
                </a:lnTo>
                <a:lnTo>
                  <a:pt x="5124246" y="118970"/>
                </a:lnTo>
                <a:lnTo>
                  <a:pt x="5124675" y="118945"/>
                </a:lnTo>
                <a:lnTo>
                  <a:pt x="5125111" y="118907"/>
                </a:lnTo>
                <a:lnTo>
                  <a:pt x="5125551" y="118854"/>
                </a:lnTo>
                <a:lnTo>
                  <a:pt x="5125991" y="118783"/>
                </a:lnTo>
                <a:lnTo>
                  <a:pt x="5126428" y="118692"/>
                </a:lnTo>
                <a:lnTo>
                  <a:pt x="5126860" y="118579"/>
                </a:lnTo>
                <a:lnTo>
                  <a:pt x="5127282" y="118440"/>
                </a:lnTo>
                <a:lnTo>
                  <a:pt x="5127693" y="118274"/>
                </a:lnTo>
                <a:lnTo>
                  <a:pt x="5128089" y="118078"/>
                </a:lnTo>
                <a:lnTo>
                  <a:pt x="5128466" y="117849"/>
                </a:lnTo>
                <a:lnTo>
                  <a:pt x="5128822" y="117585"/>
                </a:lnTo>
                <a:lnTo>
                  <a:pt x="5129154" y="117283"/>
                </a:lnTo>
                <a:lnTo>
                  <a:pt x="5129459" y="116942"/>
                </a:lnTo>
                <a:lnTo>
                  <a:pt x="5129732" y="116557"/>
                </a:lnTo>
                <a:lnTo>
                  <a:pt x="5129973" y="116127"/>
                </a:lnTo>
                <a:lnTo>
                  <a:pt x="5130176" y="115650"/>
                </a:lnTo>
                <a:lnTo>
                  <a:pt x="5130340" y="115122"/>
                </a:lnTo>
                <a:lnTo>
                  <a:pt x="5130461" y="114542"/>
                </a:lnTo>
                <a:lnTo>
                  <a:pt x="5130535" y="113907"/>
                </a:lnTo>
                <a:lnTo>
                  <a:pt x="5130561" y="113213"/>
                </a:lnTo>
                <a:lnTo>
                  <a:pt x="5130535" y="112497"/>
                </a:lnTo>
                <a:lnTo>
                  <a:pt x="5130461" y="111841"/>
                </a:lnTo>
                <a:lnTo>
                  <a:pt x="5130340" y="111241"/>
                </a:lnTo>
                <a:lnTo>
                  <a:pt x="5130176" y="110696"/>
                </a:lnTo>
                <a:lnTo>
                  <a:pt x="5129973" y="110203"/>
                </a:lnTo>
                <a:lnTo>
                  <a:pt x="5129732" y="109759"/>
                </a:lnTo>
                <a:lnTo>
                  <a:pt x="5129459" y="109362"/>
                </a:lnTo>
                <a:lnTo>
                  <a:pt x="5129154" y="109009"/>
                </a:lnTo>
                <a:lnTo>
                  <a:pt x="5128822" y="108697"/>
                </a:lnTo>
                <a:lnTo>
                  <a:pt x="5128466" y="108424"/>
                </a:lnTo>
                <a:lnTo>
                  <a:pt x="5128089" y="108188"/>
                </a:lnTo>
                <a:lnTo>
                  <a:pt x="5127693" y="107985"/>
                </a:lnTo>
                <a:lnTo>
                  <a:pt x="5127282" y="107813"/>
                </a:lnTo>
                <a:lnTo>
                  <a:pt x="5126860" y="107670"/>
                </a:lnTo>
                <a:lnTo>
                  <a:pt x="5126428" y="107553"/>
                </a:lnTo>
                <a:lnTo>
                  <a:pt x="5125991" y="107459"/>
                </a:lnTo>
                <a:lnTo>
                  <a:pt x="5125551" y="107386"/>
                </a:lnTo>
                <a:lnTo>
                  <a:pt x="5125111" y="107331"/>
                </a:lnTo>
                <a:lnTo>
                  <a:pt x="5124675" y="107292"/>
                </a:lnTo>
                <a:lnTo>
                  <a:pt x="5124246" y="107266"/>
                </a:lnTo>
                <a:lnTo>
                  <a:pt x="5123826" y="107250"/>
                </a:lnTo>
                <a:lnTo>
                  <a:pt x="5123419" y="107242"/>
                </a:lnTo>
                <a:lnTo>
                  <a:pt x="5123028" y="107239"/>
                </a:lnTo>
                <a:lnTo>
                  <a:pt x="5122656" y="107238"/>
                </a:lnTo>
                <a:lnTo>
                  <a:pt x="5101258" y="107238"/>
                </a:lnTo>
                <a:lnTo>
                  <a:pt x="5101258" y="83164"/>
                </a:lnTo>
                <a:lnTo>
                  <a:pt x="5101317" y="80906"/>
                </a:lnTo>
                <a:lnTo>
                  <a:pt x="5101495" y="78651"/>
                </a:lnTo>
                <a:lnTo>
                  <a:pt x="5101792" y="76408"/>
                </a:lnTo>
                <a:lnTo>
                  <a:pt x="5102208" y="74185"/>
                </a:lnTo>
                <a:lnTo>
                  <a:pt x="5102744" y="71990"/>
                </a:lnTo>
                <a:lnTo>
                  <a:pt x="5103399" y="69832"/>
                </a:lnTo>
                <a:lnTo>
                  <a:pt x="5104175" y="67718"/>
                </a:lnTo>
                <a:lnTo>
                  <a:pt x="5105070" y="65657"/>
                </a:lnTo>
                <a:lnTo>
                  <a:pt x="5106086" y="63658"/>
                </a:lnTo>
                <a:lnTo>
                  <a:pt x="5107223" y="61727"/>
                </a:lnTo>
                <a:lnTo>
                  <a:pt x="5108481" y="59875"/>
                </a:lnTo>
                <a:lnTo>
                  <a:pt x="5109860" y="58108"/>
                </a:lnTo>
                <a:lnTo>
                  <a:pt x="5111361" y="56435"/>
                </a:lnTo>
                <a:lnTo>
                  <a:pt x="5112983" y="54864"/>
                </a:lnTo>
                <a:lnTo>
                  <a:pt x="5114728" y="53404"/>
                </a:lnTo>
                <a:lnTo>
                  <a:pt x="5116594" y="52063"/>
                </a:lnTo>
                <a:lnTo>
                  <a:pt x="5118583" y="50849"/>
                </a:lnTo>
                <a:lnTo>
                  <a:pt x="5120695" y="49770"/>
                </a:lnTo>
                <a:lnTo>
                  <a:pt x="5122930" y="48834"/>
                </a:lnTo>
                <a:lnTo>
                  <a:pt x="5125288" y="48050"/>
                </a:lnTo>
                <a:lnTo>
                  <a:pt x="5127770" y="47426"/>
                </a:lnTo>
                <a:lnTo>
                  <a:pt x="5130376" y="46970"/>
                </a:lnTo>
                <a:lnTo>
                  <a:pt x="5133105" y="46690"/>
                </a:lnTo>
                <a:lnTo>
                  <a:pt x="5135959" y="46595"/>
                </a:lnTo>
                <a:lnTo>
                  <a:pt x="5135999" y="47169"/>
                </a:lnTo>
                <a:lnTo>
                  <a:pt x="5136071" y="47734"/>
                </a:lnTo>
                <a:lnTo>
                  <a:pt x="5136173" y="48288"/>
                </a:lnTo>
                <a:lnTo>
                  <a:pt x="5136306" y="48830"/>
                </a:lnTo>
                <a:lnTo>
                  <a:pt x="5136468" y="49359"/>
                </a:lnTo>
                <a:lnTo>
                  <a:pt x="5136659" y="49873"/>
                </a:lnTo>
                <a:lnTo>
                  <a:pt x="5136877" y="50371"/>
                </a:lnTo>
                <a:lnTo>
                  <a:pt x="5137124" y="50852"/>
                </a:lnTo>
                <a:lnTo>
                  <a:pt x="5137397" y="51313"/>
                </a:lnTo>
                <a:lnTo>
                  <a:pt x="5137696" y="51755"/>
                </a:lnTo>
                <a:lnTo>
                  <a:pt x="5138020" y="52175"/>
                </a:lnTo>
                <a:lnTo>
                  <a:pt x="5138370" y="52573"/>
                </a:lnTo>
                <a:lnTo>
                  <a:pt x="5138743" y="52946"/>
                </a:lnTo>
                <a:lnTo>
                  <a:pt x="5139140" y="53294"/>
                </a:lnTo>
                <a:lnTo>
                  <a:pt x="5139560" y="53615"/>
                </a:lnTo>
                <a:lnTo>
                  <a:pt x="5140001" y="53908"/>
                </a:lnTo>
                <a:lnTo>
                  <a:pt x="5140464" y="54172"/>
                </a:lnTo>
                <a:lnTo>
                  <a:pt x="5140948" y="54405"/>
                </a:lnTo>
                <a:lnTo>
                  <a:pt x="5141452" y="54605"/>
                </a:lnTo>
                <a:lnTo>
                  <a:pt x="5141975" y="54773"/>
                </a:lnTo>
                <a:lnTo>
                  <a:pt x="5142517" y="54905"/>
                </a:lnTo>
                <a:lnTo>
                  <a:pt x="5143077" y="55001"/>
                </a:lnTo>
                <a:lnTo>
                  <a:pt x="5143655" y="55060"/>
                </a:lnTo>
                <a:lnTo>
                  <a:pt x="5144249" y="55080"/>
                </a:lnTo>
                <a:lnTo>
                  <a:pt x="5144777" y="55064"/>
                </a:lnTo>
                <a:lnTo>
                  <a:pt x="5145299" y="55016"/>
                </a:lnTo>
                <a:lnTo>
                  <a:pt x="5145815" y="54937"/>
                </a:lnTo>
                <a:lnTo>
                  <a:pt x="5146322" y="54827"/>
                </a:lnTo>
                <a:lnTo>
                  <a:pt x="5146819" y="54687"/>
                </a:lnTo>
                <a:lnTo>
                  <a:pt x="5147304" y="54516"/>
                </a:lnTo>
                <a:lnTo>
                  <a:pt x="5147776" y="54316"/>
                </a:lnTo>
                <a:lnTo>
                  <a:pt x="5148234" y="54087"/>
                </a:lnTo>
                <a:lnTo>
                  <a:pt x="5148676" y="53829"/>
                </a:lnTo>
                <a:lnTo>
                  <a:pt x="5149100" y="53542"/>
                </a:lnTo>
                <a:lnTo>
                  <a:pt x="5149505" y="53228"/>
                </a:lnTo>
                <a:lnTo>
                  <a:pt x="5149889" y="52886"/>
                </a:lnTo>
                <a:lnTo>
                  <a:pt x="5150251" y="52517"/>
                </a:lnTo>
                <a:lnTo>
                  <a:pt x="5150590" y="52121"/>
                </a:lnTo>
                <a:lnTo>
                  <a:pt x="5150904" y="51699"/>
                </a:lnTo>
                <a:lnTo>
                  <a:pt x="5151191" y="51252"/>
                </a:lnTo>
                <a:lnTo>
                  <a:pt x="5151449" y="50778"/>
                </a:lnTo>
                <a:lnTo>
                  <a:pt x="5151679" y="50280"/>
                </a:lnTo>
                <a:lnTo>
                  <a:pt x="5151877" y="49757"/>
                </a:lnTo>
                <a:lnTo>
                  <a:pt x="5152042" y="49210"/>
                </a:lnTo>
                <a:lnTo>
                  <a:pt x="5152174" y="48640"/>
                </a:lnTo>
                <a:lnTo>
                  <a:pt x="5152269" y="48046"/>
                </a:lnTo>
                <a:lnTo>
                  <a:pt x="5152328" y="47429"/>
                </a:lnTo>
                <a:lnTo>
                  <a:pt x="5152348" y="46789"/>
                </a:lnTo>
                <a:lnTo>
                  <a:pt x="5152335" y="46286"/>
                </a:lnTo>
                <a:lnTo>
                  <a:pt x="5152293" y="45744"/>
                </a:lnTo>
                <a:lnTo>
                  <a:pt x="5152217" y="45168"/>
                </a:lnTo>
                <a:lnTo>
                  <a:pt x="5152102" y="44564"/>
                </a:lnTo>
                <a:lnTo>
                  <a:pt x="5151943" y="43938"/>
                </a:lnTo>
                <a:lnTo>
                  <a:pt x="5151736" y="43294"/>
                </a:lnTo>
                <a:lnTo>
                  <a:pt x="5151475" y="42638"/>
                </a:lnTo>
                <a:close/>
                <a:moveTo>
                  <a:pt x="5662444" y="109759"/>
                </a:moveTo>
                <a:lnTo>
                  <a:pt x="5662178" y="109362"/>
                </a:lnTo>
                <a:lnTo>
                  <a:pt x="5661882" y="109009"/>
                </a:lnTo>
                <a:lnTo>
                  <a:pt x="5661558" y="108697"/>
                </a:lnTo>
                <a:lnTo>
                  <a:pt x="5661210" y="108424"/>
                </a:lnTo>
                <a:lnTo>
                  <a:pt x="5660839" y="108188"/>
                </a:lnTo>
                <a:lnTo>
                  <a:pt x="5660450" y="107985"/>
                </a:lnTo>
                <a:lnTo>
                  <a:pt x="5660045" y="107813"/>
                </a:lnTo>
                <a:lnTo>
                  <a:pt x="5659627" y="107670"/>
                </a:lnTo>
                <a:lnTo>
                  <a:pt x="5659198" y="107553"/>
                </a:lnTo>
                <a:lnTo>
                  <a:pt x="5658762" y="107459"/>
                </a:lnTo>
                <a:lnTo>
                  <a:pt x="5658321" y="107386"/>
                </a:lnTo>
                <a:lnTo>
                  <a:pt x="5657878" y="107331"/>
                </a:lnTo>
                <a:lnTo>
                  <a:pt x="5657436" y="107292"/>
                </a:lnTo>
                <a:lnTo>
                  <a:pt x="5656998" y="107266"/>
                </a:lnTo>
                <a:lnTo>
                  <a:pt x="5656567" y="107250"/>
                </a:lnTo>
                <a:lnTo>
                  <a:pt x="5656145" y="107242"/>
                </a:lnTo>
                <a:lnTo>
                  <a:pt x="5655735" y="107239"/>
                </a:lnTo>
                <a:lnTo>
                  <a:pt x="5655341" y="107238"/>
                </a:lnTo>
                <a:lnTo>
                  <a:pt x="5646857" y="107238"/>
                </a:lnTo>
                <a:lnTo>
                  <a:pt x="5646857" y="62576"/>
                </a:lnTo>
                <a:lnTo>
                  <a:pt x="5646806" y="60203"/>
                </a:lnTo>
                <a:lnTo>
                  <a:pt x="5646655" y="57944"/>
                </a:lnTo>
                <a:lnTo>
                  <a:pt x="5646405" y="55800"/>
                </a:lnTo>
                <a:lnTo>
                  <a:pt x="5646058" y="53768"/>
                </a:lnTo>
                <a:lnTo>
                  <a:pt x="5645617" y="51847"/>
                </a:lnTo>
                <a:lnTo>
                  <a:pt x="5645083" y="50036"/>
                </a:lnTo>
                <a:lnTo>
                  <a:pt x="5644458" y="48334"/>
                </a:lnTo>
                <a:lnTo>
                  <a:pt x="5643744" y="46739"/>
                </a:lnTo>
                <a:lnTo>
                  <a:pt x="5642943" y="45251"/>
                </a:lnTo>
                <a:lnTo>
                  <a:pt x="5642057" y="43867"/>
                </a:lnTo>
                <a:lnTo>
                  <a:pt x="5641088" y="42588"/>
                </a:lnTo>
                <a:lnTo>
                  <a:pt x="5640037" y="41411"/>
                </a:lnTo>
                <a:lnTo>
                  <a:pt x="5638908" y="40335"/>
                </a:lnTo>
                <a:lnTo>
                  <a:pt x="5637701" y="39360"/>
                </a:lnTo>
                <a:lnTo>
                  <a:pt x="5636418" y="38483"/>
                </a:lnTo>
                <a:lnTo>
                  <a:pt x="5635062" y="37704"/>
                </a:lnTo>
                <a:lnTo>
                  <a:pt x="5633634" y="37021"/>
                </a:lnTo>
                <a:lnTo>
                  <a:pt x="5632137" y="36433"/>
                </a:lnTo>
                <a:lnTo>
                  <a:pt x="5630571" y="35939"/>
                </a:lnTo>
                <a:lnTo>
                  <a:pt x="5628940" y="35537"/>
                </a:lnTo>
                <a:lnTo>
                  <a:pt x="5627245" y="35227"/>
                </a:lnTo>
                <a:lnTo>
                  <a:pt x="5625488" y="35007"/>
                </a:lnTo>
                <a:lnTo>
                  <a:pt x="5623671" y="34876"/>
                </a:lnTo>
                <a:lnTo>
                  <a:pt x="5621796" y="34833"/>
                </a:lnTo>
                <a:lnTo>
                  <a:pt x="5620203" y="34867"/>
                </a:lnTo>
                <a:lnTo>
                  <a:pt x="5618655" y="34964"/>
                </a:lnTo>
                <a:lnTo>
                  <a:pt x="5617152" y="35122"/>
                </a:lnTo>
                <a:lnTo>
                  <a:pt x="5615694" y="35336"/>
                </a:lnTo>
                <a:lnTo>
                  <a:pt x="5614282" y="35601"/>
                </a:lnTo>
                <a:lnTo>
                  <a:pt x="5612915" y="35915"/>
                </a:lnTo>
                <a:lnTo>
                  <a:pt x="5611595" y="36272"/>
                </a:lnTo>
                <a:lnTo>
                  <a:pt x="5610321" y="36669"/>
                </a:lnTo>
                <a:lnTo>
                  <a:pt x="5609094" y="37101"/>
                </a:lnTo>
                <a:lnTo>
                  <a:pt x="5607914" y="37565"/>
                </a:lnTo>
                <a:lnTo>
                  <a:pt x="5606782" y="38056"/>
                </a:lnTo>
                <a:lnTo>
                  <a:pt x="5605697" y="38570"/>
                </a:lnTo>
                <a:lnTo>
                  <a:pt x="5604661" y="39103"/>
                </a:lnTo>
                <a:lnTo>
                  <a:pt x="5603673" y="39651"/>
                </a:lnTo>
                <a:lnTo>
                  <a:pt x="5602735" y="40210"/>
                </a:lnTo>
                <a:lnTo>
                  <a:pt x="5601845" y="40776"/>
                </a:lnTo>
                <a:lnTo>
                  <a:pt x="5601005" y="41344"/>
                </a:lnTo>
                <a:lnTo>
                  <a:pt x="5600214" y="41911"/>
                </a:lnTo>
                <a:lnTo>
                  <a:pt x="5599474" y="42473"/>
                </a:lnTo>
                <a:lnTo>
                  <a:pt x="5598784" y="43025"/>
                </a:lnTo>
                <a:lnTo>
                  <a:pt x="5598146" y="43563"/>
                </a:lnTo>
                <a:lnTo>
                  <a:pt x="5597558" y="44083"/>
                </a:lnTo>
                <a:lnTo>
                  <a:pt x="5597022" y="44581"/>
                </a:lnTo>
                <a:lnTo>
                  <a:pt x="5596538" y="45053"/>
                </a:lnTo>
                <a:lnTo>
                  <a:pt x="5596537" y="44296"/>
                </a:lnTo>
                <a:lnTo>
                  <a:pt x="5596533" y="43573"/>
                </a:lnTo>
                <a:lnTo>
                  <a:pt x="5596523" y="42884"/>
                </a:lnTo>
                <a:lnTo>
                  <a:pt x="5596502" y="42229"/>
                </a:lnTo>
                <a:lnTo>
                  <a:pt x="5596468" y="41607"/>
                </a:lnTo>
                <a:lnTo>
                  <a:pt x="5596417" y="41019"/>
                </a:lnTo>
                <a:lnTo>
                  <a:pt x="5596347" y="40465"/>
                </a:lnTo>
                <a:lnTo>
                  <a:pt x="5596252" y="39943"/>
                </a:lnTo>
                <a:lnTo>
                  <a:pt x="5596131" y="39454"/>
                </a:lnTo>
                <a:lnTo>
                  <a:pt x="5595980" y="38999"/>
                </a:lnTo>
                <a:lnTo>
                  <a:pt x="5595795" y="38575"/>
                </a:lnTo>
                <a:lnTo>
                  <a:pt x="5595574" y="38185"/>
                </a:lnTo>
                <a:lnTo>
                  <a:pt x="5595312" y="37826"/>
                </a:lnTo>
                <a:lnTo>
                  <a:pt x="5595007" y="37500"/>
                </a:lnTo>
                <a:lnTo>
                  <a:pt x="5594655" y="37205"/>
                </a:lnTo>
                <a:lnTo>
                  <a:pt x="5594253" y="36943"/>
                </a:lnTo>
                <a:lnTo>
                  <a:pt x="5593798" y="36712"/>
                </a:lnTo>
                <a:lnTo>
                  <a:pt x="5593285" y="36512"/>
                </a:lnTo>
                <a:lnTo>
                  <a:pt x="5592712" y="36343"/>
                </a:lnTo>
                <a:lnTo>
                  <a:pt x="5592076" y="36206"/>
                </a:lnTo>
                <a:lnTo>
                  <a:pt x="5591372" y="36099"/>
                </a:lnTo>
                <a:lnTo>
                  <a:pt x="5590599" y="36023"/>
                </a:lnTo>
                <a:lnTo>
                  <a:pt x="5589752" y="35978"/>
                </a:lnTo>
                <a:lnTo>
                  <a:pt x="5588827" y="35963"/>
                </a:lnTo>
                <a:lnTo>
                  <a:pt x="5574754" y="35963"/>
                </a:lnTo>
                <a:lnTo>
                  <a:pt x="5574360" y="35963"/>
                </a:lnTo>
                <a:lnTo>
                  <a:pt x="5573950" y="35966"/>
                </a:lnTo>
                <a:lnTo>
                  <a:pt x="5573528" y="35974"/>
                </a:lnTo>
                <a:lnTo>
                  <a:pt x="5573097" y="35990"/>
                </a:lnTo>
                <a:lnTo>
                  <a:pt x="5572659" y="36017"/>
                </a:lnTo>
                <a:lnTo>
                  <a:pt x="5572217" y="36056"/>
                </a:lnTo>
                <a:lnTo>
                  <a:pt x="5571774" y="36111"/>
                </a:lnTo>
                <a:lnTo>
                  <a:pt x="5571333" y="36184"/>
                </a:lnTo>
                <a:lnTo>
                  <a:pt x="5570897" y="36278"/>
                </a:lnTo>
                <a:lnTo>
                  <a:pt x="5570468" y="36395"/>
                </a:lnTo>
                <a:lnTo>
                  <a:pt x="5570050" y="36538"/>
                </a:lnTo>
                <a:lnTo>
                  <a:pt x="5569645" y="36710"/>
                </a:lnTo>
                <a:lnTo>
                  <a:pt x="5569255" y="36913"/>
                </a:lnTo>
                <a:lnTo>
                  <a:pt x="5568885" y="37149"/>
                </a:lnTo>
                <a:lnTo>
                  <a:pt x="5568537" y="37422"/>
                </a:lnTo>
                <a:lnTo>
                  <a:pt x="5568213" y="37734"/>
                </a:lnTo>
                <a:lnTo>
                  <a:pt x="5567917" y="38087"/>
                </a:lnTo>
                <a:lnTo>
                  <a:pt x="5567651" y="38485"/>
                </a:lnTo>
                <a:lnTo>
                  <a:pt x="5567418" y="38929"/>
                </a:lnTo>
                <a:lnTo>
                  <a:pt x="5567221" y="39422"/>
                </a:lnTo>
                <a:lnTo>
                  <a:pt x="5567063" y="39968"/>
                </a:lnTo>
                <a:lnTo>
                  <a:pt x="5566946" y="40567"/>
                </a:lnTo>
                <a:lnTo>
                  <a:pt x="5566874" y="41224"/>
                </a:lnTo>
                <a:lnTo>
                  <a:pt x="5566849" y="41941"/>
                </a:lnTo>
                <a:lnTo>
                  <a:pt x="5566875" y="42634"/>
                </a:lnTo>
                <a:lnTo>
                  <a:pt x="5566950" y="43270"/>
                </a:lnTo>
                <a:lnTo>
                  <a:pt x="5567070" y="43850"/>
                </a:lnTo>
                <a:lnTo>
                  <a:pt x="5567233" y="44378"/>
                </a:lnTo>
                <a:lnTo>
                  <a:pt x="5567436" y="44855"/>
                </a:lnTo>
                <a:lnTo>
                  <a:pt x="5567675" y="45285"/>
                </a:lnTo>
                <a:lnTo>
                  <a:pt x="5567947" y="45669"/>
                </a:lnTo>
                <a:lnTo>
                  <a:pt x="5568249" y="46011"/>
                </a:lnTo>
                <a:lnTo>
                  <a:pt x="5568578" y="46313"/>
                </a:lnTo>
                <a:lnTo>
                  <a:pt x="5568930" y="46577"/>
                </a:lnTo>
                <a:lnTo>
                  <a:pt x="5569303" y="46806"/>
                </a:lnTo>
                <a:lnTo>
                  <a:pt x="5569693" y="47002"/>
                </a:lnTo>
                <a:lnTo>
                  <a:pt x="5570097" y="47168"/>
                </a:lnTo>
                <a:lnTo>
                  <a:pt x="5570512" y="47306"/>
                </a:lnTo>
                <a:lnTo>
                  <a:pt x="5570935" y="47420"/>
                </a:lnTo>
                <a:lnTo>
                  <a:pt x="5571362" y="47511"/>
                </a:lnTo>
                <a:lnTo>
                  <a:pt x="5571790" y="47581"/>
                </a:lnTo>
                <a:lnTo>
                  <a:pt x="5572217" y="47634"/>
                </a:lnTo>
                <a:lnTo>
                  <a:pt x="5572639" y="47673"/>
                </a:lnTo>
                <a:lnTo>
                  <a:pt x="5573052" y="47698"/>
                </a:lnTo>
                <a:lnTo>
                  <a:pt x="5573454" y="47714"/>
                </a:lnTo>
                <a:lnTo>
                  <a:pt x="5573841" y="47721"/>
                </a:lnTo>
                <a:lnTo>
                  <a:pt x="5574211" y="47724"/>
                </a:lnTo>
                <a:lnTo>
                  <a:pt x="5574560" y="47725"/>
                </a:lnTo>
                <a:lnTo>
                  <a:pt x="5583238" y="47725"/>
                </a:lnTo>
                <a:lnTo>
                  <a:pt x="5583238" y="107238"/>
                </a:lnTo>
                <a:lnTo>
                  <a:pt x="5574754" y="107238"/>
                </a:lnTo>
                <a:lnTo>
                  <a:pt x="5574360" y="107239"/>
                </a:lnTo>
                <a:lnTo>
                  <a:pt x="5573950" y="107242"/>
                </a:lnTo>
                <a:lnTo>
                  <a:pt x="5573528" y="107250"/>
                </a:lnTo>
                <a:lnTo>
                  <a:pt x="5573097" y="107266"/>
                </a:lnTo>
                <a:lnTo>
                  <a:pt x="5572659" y="107292"/>
                </a:lnTo>
                <a:lnTo>
                  <a:pt x="5572217" y="107331"/>
                </a:lnTo>
                <a:lnTo>
                  <a:pt x="5571774" y="107386"/>
                </a:lnTo>
                <a:lnTo>
                  <a:pt x="5571333" y="107459"/>
                </a:lnTo>
                <a:lnTo>
                  <a:pt x="5570897" y="107553"/>
                </a:lnTo>
                <a:lnTo>
                  <a:pt x="5570468" y="107670"/>
                </a:lnTo>
                <a:lnTo>
                  <a:pt x="5570050" y="107813"/>
                </a:lnTo>
                <a:lnTo>
                  <a:pt x="5569645" y="107985"/>
                </a:lnTo>
                <a:lnTo>
                  <a:pt x="5569255" y="108188"/>
                </a:lnTo>
                <a:lnTo>
                  <a:pt x="5568885" y="108424"/>
                </a:lnTo>
                <a:lnTo>
                  <a:pt x="5568537" y="108697"/>
                </a:lnTo>
                <a:lnTo>
                  <a:pt x="5568213" y="109009"/>
                </a:lnTo>
                <a:lnTo>
                  <a:pt x="5567917" y="109362"/>
                </a:lnTo>
                <a:lnTo>
                  <a:pt x="5567651" y="109759"/>
                </a:lnTo>
                <a:lnTo>
                  <a:pt x="5567418" y="110203"/>
                </a:lnTo>
                <a:lnTo>
                  <a:pt x="5567221" y="110696"/>
                </a:lnTo>
                <a:lnTo>
                  <a:pt x="5567063" y="111241"/>
                </a:lnTo>
                <a:lnTo>
                  <a:pt x="5566946" y="111841"/>
                </a:lnTo>
                <a:lnTo>
                  <a:pt x="5566874" y="112497"/>
                </a:lnTo>
                <a:lnTo>
                  <a:pt x="5566849" y="113213"/>
                </a:lnTo>
                <a:lnTo>
                  <a:pt x="5566875" y="113907"/>
                </a:lnTo>
                <a:lnTo>
                  <a:pt x="5566950" y="114542"/>
                </a:lnTo>
                <a:lnTo>
                  <a:pt x="5567070" y="115122"/>
                </a:lnTo>
                <a:lnTo>
                  <a:pt x="5567233" y="115650"/>
                </a:lnTo>
                <a:lnTo>
                  <a:pt x="5567436" y="116127"/>
                </a:lnTo>
                <a:lnTo>
                  <a:pt x="5567675" y="116557"/>
                </a:lnTo>
                <a:lnTo>
                  <a:pt x="5567947" y="116942"/>
                </a:lnTo>
                <a:lnTo>
                  <a:pt x="5568249" y="117283"/>
                </a:lnTo>
                <a:lnTo>
                  <a:pt x="5568578" y="117585"/>
                </a:lnTo>
                <a:lnTo>
                  <a:pt x="5568930" y="117849"/>
                </a:lnTo>
                <a:lnTo>
                  <a:pt x="5569303" y="118078"/>
                </a:lnTo>
                <a:lnTo>
                  <a:pt x="5569693" y="118274"/>
                </a:lnTo>
                <a:lnTo>
                  <a:pt x="5570097" y="118440"/>
                </a:lnTo>
                <a:lnTo>
                  <a:pt x="5570512" y="118579"/>
                </a:lnTo>
                <a:lnTo>
                  <a:pt x="5570935" y="118692"/>
                </a:lnTo>
                <a:lnTo>
                  <a:pt x="5571362" y="118783"/>
                </a:lnTo>
                <a:lnTo>
                  <a:pt x="5571790" y="118854"/>
                </a:lnTo>
                <a:lnTo>
                  <a:pt x="5572217" y="118907"/>
                </a:lnTo>
                <a:lnTo>
                  <a:pt x="5572639" y="118945"/>
                </a:lnTo>
                <a:lnTo>
                  <a:pt x="5573052" y="118970"/>
                </a:lnTo>
                <a:lnTo>
                  <a:pt x="5573454" y="118986"/>
                </a:lnTo>
                <a:lnTo>
                  <a:pt x="5573841" y="118994"/>
                </a:lnTo>
                <a:lnTo>
                  <a:pt x="5574211" y="118997"/>
                </a:lnTo>
                <a:lnTo>
                  <a:pt x="5574560" y="118997"/>
                </a:lnTo>
                <a:lnTo>
                  <a:pt x="5605216" y="118997"/>
                </a:lnTo>
                <a:lnTo>
                  <a:pt x="5605565" y="118997"/>
                </a:lnTo>
                <a:lnTo>
                  <a:pt x="5605934" y="118994"/>
                </a:lnTo>
                <a:lnTo>
                  <a:pt x="5606322" y="118986"/>
                </a:lnTo>
                <a:lnTo>
                  <a:pt x="5606724" y="118970"/>
                </a:lnTo>
                <a:lnTo>
                  <a:pt x="5607137" y="118945"/>
                </a:lnTo>
                <a:lnTo>
                  <a:pt x="5607559" y="118907"/>
                </a:lnTo>
                <a:lnTo>
                  <a:pt x="5607986" y="118854"/>
                </a:lnTo>
                <a:lnTo>
                  <a:pt x="5608414" y="118783"/>
                </a:lnTo>
                <a:lnTo>
                  <a:pt x="5608841" y="118692"/>
                </a:lnTo>
                <a:lnTo>
                  <a:pt x="5609264" y="118579"/>
                </a:lnTo>
                <a:lnTo>
                  <a:pt x="5609679" y="118440"/>
                </a:lnTo>
                <a:lnTo>
                  <a:pt x="5610083" y="118274"/>
                </a:lnTo>
                <a:lnTo>
                  <a:pt x="5610473" y="118078"/>
                </a:lnTo>
                <a:lnTo>
                  <a:pt x="5610846" y="117849"/>
                </a:lnTo>
                <a:lnTo>
                  <a:pt x="5611198" y="117585"/>
                </a:lnTo>
                <a:lnTo>
                  <a:pt x="5611527" y="117283"/>
                </a:lnTo>
                <a:lnTo>
                  <a:pt x="5611829" y="116942"/>
                </a:lnTo>
                <a:lnTo>
                  <a:pt x="5612101" y="116557"/>
                </a:lnTo>
                <a:lnTo>
                  <a:pt x="5612340" y="116127"/>
                </a:lnTo>
                <a:lnTo>
                  <a:pt x="5612543" y="115650"/>
                </a:lnTo>
                <a:lnTo>
                  <a:pt x="5612706" y="115122"/>
                </a:lnTo>
                <a:lnTo>
                  <a:pt x="5612826" y="114542"/>
                </a:lnTo>
                <a:lnTo>
                  <a:pt x="5612901" y="113907"/>
                </a:lnTo>
                <a:lnTo>
                  <a:pt x="5612926" y="113213"/>
                </a:lnTo>
                <a:lnTo>
                  <a:pt x="5612902" y="112497"/>
                </a:lnTo>
                <a:lnTo>
                  <a:pt x="5612830" y="111841"/>
                </a:lnTo>
                <a:lnTo>
                  <a:pt x="5612713" y="111241"/>
                </a:lnTo>
                <a:lnTo>
                  <a:pt x="5612555" y="110696"/>
                </a:lnTo>
                <a:lnTo>
                  <a:pt x="5612358" y="110203"/>
                </a:lnTo>
                <a:lnTo>
                  <a:pt x="5612125" y="109759"/>
                </a:lnTo>
                <a:lnTo>
                  <a:pt x="5611859" y="109362"/>
                </a:lnTo>
                <a:lnTo>
                  <a:pt x="5611563" y="109009"/>
                </a:lnTo>
                <a:lnTo>
                  <a:pt x="5611239" y="108697"/>
                </a:lnTo>
                <a:lnTo>
                  <a:pt x="5610891" y="108424"/>
                </a:lnTo>
                <a:lnTo>
                  <a:pt x="5610520" y="108188"/>
                </a:lnTo>
                <a:lnTo>
                  <a:pt x="5610131" y="107985"/>
                </a:lnTo>
                <a:lnTo>
                  <a:pt x="5609726" y="107813"/>
                </a:lnTo>
                <a:lnTo>
                  <a:pt x="5609308" y="107670"/>
                </a:lnTo>
                <a:lnTo>
                  <a:pt x="5608879" y="107553"/>
                </a:lnTo>
                <a:lnTo>
                  <a:pt x="5608443" y="107459"/>
                </a:lnTo>
                <a:lnTo>
                  <a:pt x="5608002" y="107386"/>
                </a:lnTo>
                <a:lnTo>
                  <a:pt x="5607559" y="107331"/>
                </a:lnTo>
                <a:lnTo>
                  <a:pt x="5607117" y="107292"/>
                </a:lnTo>
                <a:lnTo>
                  <a:pt x="5606679" y="107266"/>
                </a:lnTo>
                <a:lnTo>
                  <a:pt x="5606248" y="107250"/>
                </a:lnTo>
                <a:lnTo>
                  <a:pt x="5605826" y="107242"/>
                </a:lnTo>
                <a:lnTo>
                  <a:pt x="5605416" y="107239"/>
                </a:lnTo>
                <a:lnTo>
                  <a:pt x="5605022" y="107238"/>
                </a:lnTo>
                <a:lnTo>
                  <a:pt x="5596538" y="107238"/>
                </a:lnTo>
                <a:lnTo>
                  <a:pt x="5596538" y="73149"/>
                </a:lnTo>
                <a:lnTo>
                  <a:pt x="5596611" y="70806"/>
                </a:lnTo>
                <a:lnTo>
                  <a:pt x="5596824" y="68586"/>
                </a:lnTo>
                <a:lnTo>
                  <a:pt x="5597170" y="66485"/>
                </a:lnTo>
                <a:lnTo>
                  <a:pt x="5597640" y="64503"/>
                </a:lnTo>
                <a:lnTo>
                  <a:pt x="5598227" y="62636"/>
                </a:lnTo>
                <a:lnTo>
                  <a:pt x="5598921" y="60884"/>
                </a:lnTo>
                <a:lnTo>
                  <a:pt x="5599715" y="59245"/>
                </a:lnTo>
                <a:lnTo>
                  <a:pt x="5600601" y="57715"/>
                </a:lnTo>
                <a:lnTo>
                  <a:pt x="5601571" y="56293"/>
                </a:lnTo>
                <a:lnTo>
                  <a:pt x="5602616" y="54978"/>
                </a:lnTo>
                <a:lnTo>
                  <a:pt x="5603729" y="53767"/>
                </a:lnTo>
                <a:lnTo>
                  <a:pt x="5604901" y="52658"/>
                </a:lnTo>
                <a:lnTo>
                  <a:pt x="5606124" y="51649"/>
                </a:lnTo>
                <a:lnTo>
                  <a:pt x="5607391" y="50739"/>
                </a:lnTo>
                <a:lnTo>
                  <a:pt x="5608692" y="49925"/>
                </a:lnTo>
                <a:lnTo>
                  <a:pt x="5610020" y="49205"/>
                </a:lnTo>
                <a:lnTo>
                  <a:pt x="5611367" y="48577"/>
                </a:lnTo>
                <a:lnTo>
                  <a:pt x="5612725" y="48039"/>
                </a:lnTo>
                <a:lnTo>
                  <a:pt x="5614085" y="47589"/>
                </a:lnTo>
                <a:lnTo>
                  <a:pt x="5615440" y="47226"/>
                </a:lnTo>
                <a:lnTo>
                  <a:pt x="5616781" y="46947"/>
                </a:lnTo>
                <a:lnTo>
                  <a:pt x="5618100" y="46750"/>
                </a:lnTo>
                <a:lnTo>
                  <a:pt x="5619389" y="46634"/>
                </a:lnTo>
                <a:lnTo>
                  <a:pt x="5620640" y="46595"/>
                </a:lnTo>
                <a:lnTo>
                  <a:pt x="5621878" y="46623"/>
                </a:lnTo>
                <a:lnTo>
                  <a:pt x="5623040" y="46708"/>
                </a:lnTo>
                <a:lnTo>
                  <a:pt x="5624128" y="46849"/>
                </a:lnTo>
                <a:lnTo>
                  <a:pt x="5625144" y="47048"/>
                </a:lnTo>
                <a:lnTo>
                  <a:pt x="5626090" y="47304"/>
                </a:lnTo>
                <a:lnTo>
                  <a:pt x="5626968" y="47618"/>
                </a:lnTo>
                <a:lnTo>
                  <a:pt x="5627780" y="47990"/>
                </a:lnTo>
                <a:lnTo>
                  <a:pt x="5628529" y="48421"/>
                </a:lnTo>
                <a:lnTo>
                  <a:pt x="5629216" y="48910"/>
                </a:lnTo>
                <a:lnTo>
                  <a:pt x="5629843" y="49459"/>
                </a:lnTo>
                <a:lnTo>
                  <a:pt x="5630413" y="50067"/>
                </a:lnTo>
                <a:lnTo>
                  <a:pt x="5630928" y="50735"/>
                </a:lnTo>
                <a:lnTo>
                  <a:pt x="5631390" y="51463"/>
                </a:lnTo>
                <a:lnTo>
                  <a:pt x="5631800" y="52252"/>
                </a:lnTo>
                <a:lnTo>
                  <a:pt x="5632162" y="53101"/>
                </a:lnTo>
                <a:lnTo>
                  <a:pt x="5632476" y="54012"/>
                </a:lnTo>
                <a:lnTo>
                  <a:pt x="5632746" y="54984"/>
                </a:lnTo>
                <a:lnTo>
                  <a:pt x="5632973" y="56018"/>
                </a:lnTo>
                <a:lnTo>
                  <a:pt x="5633159" y="57114"/>
                </a:lnTo>
                <a:lnTo>
                  <a:pt x="5633307" y="58272"/>
                </a:lnTo>
                <a:lnTo>
                  <a:pt x="5633418" y="59494"/>
                </a:lnTo>
                <a:lnTo>
                  <a:pt x="5633495" y="60778"/>
                </a:lnTo>
                <a:lnTo>
                  <a:pt x="5633540" y="62126"/>
                </a:lnTo>
                <a:lnTo>
                  <a:pt x="5633554" y="63538"/>
                </a:lnTo>
                <a:lnTo>
                  <a:pt x="5633554" y="107238"/>
                </a:lnTo>
                <a:lnTo>
                  <a:pt x="5626038" y="107238"/>
                </a:lnTo>
                <a:lnTo>
                  <a:pt x="5625644" y="107239"/>
                </a:lnTo>
                <a:lnTo>
                  <a:pt x="5625234" y="107242"/>
                </a:lnTo>
                <a:lnTo>
                  <a:pt x="5624812" y="107250"/>
                </a:lnTo>
                <a:lnTo>
                  <a:pt x="5624381" y="107266"/>
                </a:lnTo>
                <a:lnTo>
                  <a:pt x="5623943" y="107292"/>
                </a:lnTo>
                <a:lnTo>
                  <a:pt x="5623501" y="107331"/>
                </a:lnTo>
                <a:lnTo>
                  <a:pt x="5623058" y="107386"/>
                </a:lnTo>
                <a:lnTo>
                  <a:pt x="5622617" y="107459"/>
                </a:lnTo>
                <a:lnTo>
                  <a:pt x="5622181" y="107553"/>
                </a:lnTo>
                <a:lnTo>
                  <a:pt x="5621752" y="107670"/>
                </a:lnTo>
                <a:lnTo>
                  <a:pt x="5621334" y="107813"/>
                </a:lnTo>
                <a:lnTo>
                  <a:pt x="5620928" y="107985"/>
                </a:lnTo>
                <a:lnTo>
                  <a:pt x="5620539" y="108188"/>
                </a:lnTo>
                <a:lnTo>
                  <a:pt x="5620169" y="108424"/>
                </a:lnTo>
                <a:lnTo>
                  <a:pt x="5619821" y="108697"/>
                </a:lnTo>
                <a:lnTo>
                  <a:pt x="5619497" y="109009"/>
                </a:lnTo>
                <a:lnTo>
                  <a:pt x="5619201" y="109362"/>
                </a:lnTo>
                <a:lnTo>
                  <a:pt x="5618935" y="109759"/>
                </a:lnTo>
                <a:lnTo>
                  <a:pt x="5618702" y="110203"/>
                </a:lnTo>
                <a:lnTo>
                  <a:pt x="5618505" y="110696"/>
                </a:lnTo>
                <a:lnTo>
                  <a:pt x="5618346" y="111241"/>
                </a:lnTo>
                <a:lnTo>
                  <a:pt x="5618230" y="111841"/>
                </a:lnTo>
                <a:lnTo>
                  <a:pt x="5618158" y="112497"/>
                </a:lnTo>
                <a:lnTo>
                  <a:pt x="5618133" y="113213"/>
                </a:lnTo>
                <a:lnTo>
                  <a:pt x="5618160" y="113907"/>
                </a:lnTo>
                <a:lnTo>
                  <a:pt x="5618237" y="114542"/>
                </a:lnTo>
                <a:lnTo>
                  <a:pt x="5618362" y="115122"/>
                </a:lnTo>
                <a:lnTo>
                  <a:pt x="5618531" y="115650"/>
                </a:lnTo>
                <a:lnTo>
                  <a:pt x="5618741" y="116127"/>
                </a:lnTo>
                <a:lnTo>
                  <a:pt x="5618989" y="116557"/>
                </a:lnTo>
                <a:lnTo>
                  <a:pt x="5619270" y="116942"/>
                </a:lnTo>
                <a:lnTo>
                  <a:pt x="5619583" y="117283"/>
                </a:lnTo>
                <a:lnTo>
                  <a:pt x="5619922" y="117585"/>
                </a:lnTo>
                <a:lnTo>
                  <a:pt x="5620286" y="117849"/>
                </a:lnTo>
                <a:lnTo>
                  <a:pt x="5620671" y="118078"/>
                </a:lnTo>
                <a:lnTo>
                  <a:pt x="5621073" y="118274"/>
                </a:lnTo>
                <a:lnTo>
                  <a:pt x="5621489" y="118440"/>
                </a:lnTo>
                <a:lnTo>
                  <a:pt x="5621916" y="118579"/>
                </a:lnTo>
                <a:lnTo>
                  <a:pt x="5622350" y="118692"/>
                </a:lnTo>
                <a:lnTo>
                  <a:pt x="5622788" y="118783"/>
                </a:lnTo>
                <a:lnTo>
                  <a:pt x="5623227" y="118854"/>
                </a:lnTo>
                <a:lnTo>
                  <a:pt x="5623664" y="118907"/>
                </a:lnTo>
                <a:lnTo>
                  <a:pt x="5624094" y="118945"/>
                </a:lnTo>
                <a:lnTo>
                  <a:pt x="5624515" y="118970"/>
                </a:lnTo>
                <a:lnTo>
                  <a:pt x="5624923" y="118986"/>
                </a:lnTo>
                <a:lnTo>
                  <a:pt x="5625315" y="118994"/>
                </a:lnTo>
                <a:lnTo>
                  <a:pt x="5625688" y="118997"/>
                </a:lnTo>
                <a:lnTo>
                  <a:pt x="5626038" y="118997"/>
                </a:lnTo>
                <a:lnTo>
                  <a:pt x="5655535" y="118997"/>
                </a:lnTo>
                <a:lnTo>
                  <a:pt x="5655884" y="118997"/>
                </a:lnTo>
                <a:lnTo>
                  <a:pt x="5656253" y="118994"/>
                </a:lnTo>
                <a:lnTo>
                  <a:pt x="5656641" y="118986"/>
                </a:lnTo>
                <a:lnTo>
                  <a:pt x="5657043" y="118970"/>
                </a:lnTo>
                <a:lnTo>
                  <a:pt x="5657456" y="118945"/>
                </a:lnTo>
                <a:lnTo>
                  <a:pt x="5657878" y="118907"/>
                </a:lnTo>
                <a:lnTo>
                  <a:pt x="5658304" y="118854"/>
                </a:lnTo>
                <a:lnTo>
                  <a:pt x="5658733" y="118783"/>
                </a:lnTo>
                <a:lnTo>
                  <a:pt x="5659160" y="118692"/>
                </a:lnTo>
                <a:lnTo>
                  <a:pt x="5659583" y="118579"/>
                </a:lnTo>
                <a:lnTo>
                  <a:pt x="5659998" y="118440"/>
                </a:lnTo>
                <a:lnTo>
                  <a:pt x="5660402" y="118274"/>
                </a:lnTo>
                <a:lnTo>
                  <a:pt x="5660792" y="118078"/>
                </a:lnTo>
                <a:lnTo>
                  <a:pt x="5661165" y="117849"/>
                </a:lnTo>
                <a:lnTo>
                  <a:pt x="5661517" y="117585"/>
                </a:lnTo>
                <a:lnTo>
                  <a:pt x="5661846" y="117283"/>
                </a:lnTo>
                <a:lnTo>
                  <a:pt x="5662148" y="116942"/>
                </a:lnTo>
                <a:lnTo>
                  <a:pt x="5662420" y="116557"/>
                </a:lnTo>
                <a:lnTo>
                  <a:pt x="5662659" y="116127"/>
                </a:lnTo>
                <a:lnTo>
                  <a:pt x="5662862" y="115650"/>
                </a:lnTo>
                <a:lnTo>
                  <a:pt x="5663025" y="115122"/>
                </a:lnTo>
                <a:lnTo>
                  <a:pt x="5663145" y="114542"/>
                </a:lnTo>
                <a:lnTo>
                  <a:pt x="5663220" y="113907"/>
                </a:lnTo>
                <a:lnTo>
                  <a:pt x="5663245" y="113213"/>
                </a:lnTo>
                <a:lnTo>
                  <a:pt x="5663221" y="112497"/>
                </a:lnTo>
                <a:lnTo>
                  <a:pt x="5663149" y="111841"/>
                </a:lnTo>
                <a:lnTo>
                  <a:pt x="5663032" y="111241"/>
                </a:lnTo>
                <a:lnTo>
                  <a:pt x="5662874" y="110696"/>
                </a:lnTo>
                <a:lnTo>
                  <a:pt x="5662677" y="110203"/>
                </a:lnTo>
                <a:lnTo>
                  <a:pt x="5662444" y="109759"/>
                </a:lnTo>
                <a:close/>
                <a:moveTo>
                  <a:pt x="5966924" y="109759"/>
                </a:moveTo>
                <a:lnTo>
                  <a:pt x="5966661" y="109362"/>
                </a:lnTo>
                <a:lnTo>
                  <a:pt x="5966359" y="109009"/>
                </a:lnTo>
                <a:lnTo>
                  <a:pt x="5966019" y="108697"/>
                </a:lnTo>
                <a:lnTo>
                  <a:pt x="5965641" y="108424"/>
                </a:lnTo>
                <a:lnTo>
                  <a:pt x="5965226" y="108188"/>
                </a:lnTo>
                <a:lnTo>
                  <a:pt x="5964774" y="107985"/>
                </a:lnTo>
                <a:lnTo>
                  <a:pt x="5964286" y="107813"/>
                </a:lnTo>
                <a:lnTo>
                  <a:pt x="5963763" y="107670"/>
                </a:lnTo>
                <a:lnTo>
                  <a:pt x="5963204" y="107553"/>
                </a:lnTo>
                <a:lnTo>
                  <a:pt x="5962611" y="107459"/>
                </a:lnTo>
                <a:lnTo>
                  <a:pt x="5961983" y="107386"/>
                </a:lnTo>
                <a:lnTo>
                  <a:pt x="5961322" y="107331"/>
                </a:lnTo>
                <a:lnTo>
                  <a:pt x="5960628" y="107292"/>
                </a:lnTo>
                <a:lnTo>
                  <a:pt x="5959901" y="107266"/>
                </a:lnTo>
                <a:lnTo>
                  <a:pt x="5959142" y="107250"/>
                </a:lnTo>
                <a:lnTo>
                  <a:pt x="5958352" y="107242"/>
                </a:lnTo>
                <a:lnTo>
                  <a:pt x="5957530" y="107239"/>
                </a:lnTo>
                <a:lnTo>
                  <a:pt x="5956678" y="107238"/>
                </a:lnTo>
                <a:lnTo>
                  <a:pt x="5956678" y="60649"/>
                </a:lnTo>
                <a:lnTo>
                  <a:pt x="5956677" y="60076"/>
                </a:lnTo>
                <a:lnTo>
                  <a:pt x="5956668" y="59332"/>
                </a:lnTo>
                <a:lnTo>
                  <a:pt x="5956644" y="58434"/>
                </a:lnTo>
                <a:lnTo>
                  <a:pt x="5956598" y="57399"/>
                </a:lnTo>
                <a:lnTo>
                  <a:pt x="5956523" y="56246"/>
                </a:lnTo>
                <a:lnTo>
                  <a:pt x="5956410" y="54991"/>
                </a:lnTo>
                <a:lnTo>
                  <a:pt x="5956252" y="53651"/>
                </a:lnTo>
                <a:lnTo>
                  <a:pt x="5956042" y="52244"/>
                </a:lnTo>
                <a:lnTo>
                  <a:pt x="5955773" y="50788"/>
                </a:lnTo>
                <a:lnTo>
                  <a:pt x="5955436" y="49300"/>
                </a:lnTo>
                <a:lnTo>
                  <a:pt x="5955026" y="47797"/>
                </a:lnTo>
                <a:lnTo>
                  <a:pt x="5954533" y="46297"/>
                </a:lnTo>
                <a:lnTo>
                  <a:pt x="5953951" y="44817"/>
                </a:lnTo>
                <a:lnTo>
                  <a:pt x="5953272" y="43374"/>
                </a:lnTo>
                <a:lnTo>
                  <a:pt x="5952488" y="41986"/>
                </a:lnTo>
                <a:lnTo>
                  <a:pt x="5951594" y="40670"/>
                </a:lnTo>
                <a:lnTo>
                  <a:pt x="5950579" y="39444"/>
                </a:lnTo>
                <a:lnTo>
                  <a:pt x="5949439" y="38325"/>
                </a:lnTo>
                <a:lnTo>
                  <a:pt x="5948164" y="37331"/>
                </a:lnTo>
                <a:lnTo>
                  <a:pt x="5946748" y="36478"/>
                </a:lnTo>
                <a:lnTo>
                  <a:pt x="5945182" y="35784"/>
                </a:lnTo>
                <a:lnTo>
                  <a:pt x="5943461" y="35267"/>
                </a:lnTo>
                <a:lnTo>
                  <a:pt x="5941575" y="34945"/>
                </a:lnTo>
                <a:lnTo>
                  <a:pt x="5939518" y="34833"/>
                </a:lnTo>
                <a:lnTo>
                  <a:pt x="5938785" y="34846"/>
                </a:lnTo>
                <a:lnTo>
                  <a:pt x="5938031" y="34887"/>
                </a:lnTo>
                <a:lnTo>
                  <a:pt x="5937259" y="34955"/>
                </a:lnTo>
                <a:lnTo>
                  <a:pt x="5936471" y="35054"/>
                </a:lnTo>
                <a:lnTo>
                  <a:pt x="5935669" y="35182"/>
                </a:lnTo>
                <a:lnTo>
                  <a:pt x="5934855" y="35342"/>
                </a:lnTo>
                <a:lnTo>
                  <a:pt x="5934031" y="35535"/>
                </a:lnTo>
                <a:lnTo>
                  <a:pt x="5933199" y="35761"/>
                </a:lnTo>
                <a:lnTo>
                  <a:pt x="5932361" y="36023"/>
                </a:lnTo>
                <a:lnTo>
                  <a:pt x="5931519" y="36320"/>
                </a:lnTo>
                <a:lnTo>
                  <a:pt x="5930675" y="36654"/>
                </a:lnTo>
                <a:lnTo>
                  <a:pt x="5929831" y="37026"/>
                </a:lnTo>
                <a:lnTo>
                  <a:pt x="5928989" y="37438"/>
                </a:lnTo>
                <a:lnTo>
                  <a:pt x="5928151" y="37889"/>
                </a:lnTo>
                <a:lnTo>
                  <a:pt x="5927318" y="38382"/>
                </a:lnTo>
                <a:lnTo>
                  <a:pt x="5926494" y="38918"/>
                </a:lnTo>
                <a:lnTo>
                  <a:pt x="5925680" y="39497"/>
                </a:lnTo>
                <a:lnTo>
                  <a:pt x="5924878" y="40120"/>
                </a:lnTo>
                <a:lnTo>
                  <a:pt x="5924091" y="40790"/>
                </a:lnTo>
                <a:lnTo>
                  <a:pt x="5923319" y="41506"/>
                </a:lnTo>
                <a:lnTo>
                  <a:pt x="5922565" y="42270"/>
                </a:lnTo>
                <a:lnTo>
                  <a:pt x="5921831" y="43082"/>
                </a:lnTo>
                <a:lnTo>
                  <a:pt x="5921120" y="43945"/>
                </a:lnTo>
                <a:lnTo>
                  <a:pt x="5920432" y="44859"/>
                </a:lnTo>
                <a:lnTo>
                  <a:pt x="5920058" y="44056"/>
                </a:lnTo>
                <a:lnTo>
                  <a:pt x="5919658" y="43285"/>
                </a:lnTo>
                <a:lnTo>
                  <a:pt x="5919233" y="42547"/>
                </a:lnTo>
                <a:lnTo>
                  <a:pt x="5918785" y="41841"/>
                </a:lnTo>
                <a:lnTo>
                  <a:pt x="5918312" y="41168"/>
                </a:lnTo>
                <a:lnTo>
                  <a:pt x="5917818" y="40527"/>
                </a:lnTo>
                <a:lnTo>
                  <a:pt x="5917301" y="39920"/>
                </a:lnTo>
                <a:lnTo>
                  <a:pt x="5916762" y="39347"/>
                </a:lnTo>
                <a:lnTo>
                  <a:pt x="5916203" y="38806"/>
                </a:lnTo>
                <a:lnTo>
                  <a:pt x="5915624" y="38300"/>
                </a:lnTo>
                <a:lnTo>
                  <a:pt x="5915025" y="37827"/>
                </a:lnTo>
                <a:lnTo>
                  <a:pt x="5914407" y="37388"/>
                </a:lnTo>
                <a:lnTo>
                  <a:pt x="5913772" y="36983"/>
                </a:lnTo>
                <a:lnTo>
                  <a:pt x="5913119" y="36613"/>
                </a:lnTo>
                <a:lnTo>
                  <a:pt x="5912449" y="36277"/>
                </a:lnTo>
                <a:lnTo>
                  <a:pt x="5911764" y="35976"/>
                </a:lnTo>
                <a:lnTo>
                  <a:pt x="5911062" y="35709"/>
                </a:lnTo>
                <a:lnTo>
                  <a:pt x="5910347" y="35478"/>
                </a:lnTo>
                <a:lnTo>
                  <a:pt x="5909617" y="35282"/>
                </a:lnTo>
                <a:lnTo>
                  <a:pt x="5908873" y="35121"/>
                </a:lnTo>
                <a:lnTo>
                  <a:pt x="5908117" y="34995"/>
                </a:lnTo>
                <a:lnTo>
                  <a:pt x="5907349" y="34905"/>
                </a:lnTo>
                <a:lnTo>
                  <a:pt x="5906569" y="34851"/>
                </a:lnTo>
                <a:lnTo>
                  <a:pt x="5905779" y="34833"/>
                </a:lnTo>
                <a:lnTo>
                  <a:pt x="5905010" y="34847"/>
                </a:lnTo>
                <a:lnTo>
                  <a:pt x="5904245" y="34889"/>
                </a:lnTo>
                <a:lnTo>
                  <a:pt x="5903485" y="34957"/>
                </a:lnTo>
                <a:lnTo>
                  <a:pt x="5902730" y="35053"/>
                </a:lnTo>
                <a:lnTo>
                  <a:pt x="5901981" y="35174"/>
                </a:lnTo>
                <a:lnTo>
                  <a:pt x="5901237" y="35321"/>
                </a:lnTo>
                <a:lnTo>
                  <a:pt x="5900499" y="35494"/>
                </a:lnTo>
                <a:lnTo>
                  <a:pt x="5899767" y="35690"/>
                </a:lnTo>
                <a:lnTo>
                  <a:pt x="5899042" y="35911"/>
                </a:lnTo>
                <a:lnTo>
                  <a:pt x="5898325" y="36156"/>
                </a:lnTo>
                <a:lnTo>
                  <a:pt x="5897614" y="36423"/>
                </a:lnTo>
                <a:lnTo>
                  <a:pt x="5896911" y="36714"/>
                </a:lnTo>
                <a:lnTo>
                  <a:pt x="5896216" y="37026"/>
                </a:lnTo>
                <a:lnTo>
                  <a:pt x="5895530" y="37360"/>
                </a:lnTo>
                <a:lnTo>
                  <a:pt x="5894852" y="37715"/>
                </a:lnTo>
                <a:lnTo>
                  <a:pt x="5894184" y="38091"/>
                </a:lnTo>
                <a:lnTo>
                  <a:pt x="5893524" y="38486"/>
                </a:lnTo>
                <a:lnTo>
                  <a:pt x="5892875" y="38902"/>
                </a:lnTo>
                <a:lnTo>
                  <a:pt x="5892235" y="39336"/>
                </a:lnTo>
                <a:lnTo>
                  <a:pt x="5891606" y="39789"/>
                </a:lnTo>
                <a:lnTo>
                  <a:pt x="5890987" y="40260"/>
                </a:lnTo>
                <a:lnTo>
                  <a:pt x="5890380" y="40748"/>
                </a:lnTo>
                <a:lnTo>
                  <a:pt x="5889784" y="41254"/>
                </a:lnTo>
                <a:lnTo>
                  <a:pt x="5889199" y="41776"/>
                </a:lnTo>
                <a:lnTo>
                  <a:pt x="5889133" y="41079"/>
                </a:lnTo>
                <a:lnTo>
                  <a:pt x="5889033" y="40441"/>
                </a:lnTo>
                <a:lnTo>
                  <a:pt x="5888900" y="39857"/>
                </a:lnTo>
                <a:lnTo>
                  <a:pt x="5888735" y="39327"/>
                </a:lnTo>
                <a:lnTo>
                  <a:pt x="5888541" y="38847"/>
                </a:lnTo>
                <a:lnTo>
                  <a:pt x="5888320" y="38415"/>
                </a:lnTo>
                <a:lnTo>
                  <a:pt x="5888072" y="38029"/>
                </a:lnTo>
                <a:lnTo>
                  <a:pt x="5887800" y="37685"/>
                </a:lnTo>
                <a:lnTo>
                  <a:pt x="5887505" y="37382"/>
                </a:lnTo>
                <a:lnTo>
                  <a:pt x="5887189" y="37117"/>
                </a:lnTo>
                <a:lnTo>
                  <a:pt x="5886853" y="36887"/>
                </a:lnTo>
                <a:lnTo>
                  <a:pt x="5886500" y="36689"/>
                </a:lnTo>
                <a:lnTo>
                  <a:pt x="5886131" y="36522"/>
                </a:lnTo>
                <a:lnTo>
                  <a:pt x="5885747" y="36383"/>
                </a:lnTo>
                <a:lnTo>
                  <a:pt x="5885350" y="36269"/>
                </a:lnTo>
                <a:lnTo>
                  <a:pt x="5884943" y="36178"/>
                </a:lnTo>
                <a:lnTo>
                  <a:pt x="5884526" y="36107"/>
                </a:lnTo>
                <a:lnTo>
                  <a:pt x="5884102" y="36054"/>
                </a:lnTo>
                <a:lnTo>
                  <a:pt x="5883671" y="36015"/>
                </a:lnTo>
                <a:lnTo>
                  <a:pt x="5883236" y="35990"/>
                </a:lnTo>
                <a:lnTo>
                  <a:pt x="5882798" y="35974"/>
                </a:lnTo>
                <a:lnTo>
                  <a:pt x="5882360" y="35966"/>
                </a:lnTo>
                <a:lnTo>
                  <a:pt x="5881922" y="35963"/>
                </a:lnTo>
                <a:lnTo>
                  <a:pt x="5881486" y="35963"/>
                </a:lnTo>
                <a:lnTo>
                  <a:pt x="5875317" y="35963"/>
                </a:lnTo>
                <a:lnTo>
                  <a:pt x="5874945" y="35963"/>
                </a:lnTo>
                <a:lnTo>
                  <a:pt x="5874554" y="35966"/>
                </a:lnTo>
                <a:lnTo>
                  <a:pt x="5874147" y="35974"/>
                </a:lnTo>
                <a:lnTo>
                  <a:pt x="5873728" y="35990"/>
                </a:lnTo>
                <a:lnTo>
                  <a:pt x="5873298" y="36015"/>
                </a:lnTo>
                <a:lnTo>
                  <a:pt x="5872862" y="36053"/>
                </a:lnTo>
                <a:lnTo>
                  <a:pt x="5872423" y="36106"/>
                </a:lnTo>
                <a:lnTo>
                  <a:pt x="5871983" y="36177"/>
                </a:lnTo>
                <a:lnTo>
                  <a:pt x="5871545" y="36268"/>
                </a:lnTo>
                <a:lnTo>
                  <a:pt x="5871114" y="36381"/>
                </a:lnTo>
                <a:lnTo>
                  <a:pt x="5870691" y="36520"/>
                </a:lnTo>
                <a:lnTo>
                  <a:pt x="5870281" y="36686"/>
                </a:lnTo>
                <a:lnTo>
                  <a:pt x="5869885" y="36882"/>
                </a:lnTo>
                <a:lnTo>
                  <a:pt x="5869507" y="37111"/>
                </a:lnTo>
                <a:lnTo>
                  <a:pt x="5869151" y="37376"/>
                </a:lnTo>
                <a:lnTo>
                  <a:pt x="5868819" y="37677"/>
                </a:lnTo>
                <a:lnTo>
                  <a:pt x="5868515" y="38019"/>
                </a:lnTo>
                <a:lnTo>
                  <a:pt x="5868241" y="38404"/>
                </a:lnTo>
                <a:lnTo>
                  <a:pt x="5868001" y="38834"/>
                </a:lnTo>
                <a:lnTo>
                  <a:pt x="5867797" y="39312"/>
                </a:lnTo>
                <a:lnTo>
                  <a:pt x="5867634" y="39840"/>
                </a:lnTo>
                <a:lnTo>
                  <a:pt x="5867513" y="40420"/>
                </a:lnTo>
                <a:lnTo>
                  <a:pt x="5867438" y="41056"/>
                </a:lnTo>
                <a:lnTo>
                  <a:pt x="5867413" y="41750"/>
                </a:lnTo>
                <a:lnTo>
                  <a:pt x="5867434" y="42466"/>
                </a:lnTo>
                <a:lnTo>
                  <a:pt x="5867496" y="43122"/>
                </a:lnTo>
                <a:lnTo>
                  <a:pt x="5867600" y="43722"/>
                </a:lnTo>
                <a:lnTo>
                  <a:pt x="5867745" y="44267"/>
                </a:lnTo>
                <a:lnTo>
                  <a:pt x="5867930" y="44760"/>
                </a:lnTo>
                <a:lnTo>
                  <a:pt x="5868154" y="45204"/>
                </a:lnTo>
                <a:lnTo>
                  <a:pt x="5868418" y="45601"/>
                </a:lnTo>
                <a:lnTo>
                  <a:pt x="5868720" y="45954"/>
                </a:lnTo>
                <a:lnTo>
                  <a:pt x="5869060" y="46266"/>
                </a:lnTo>
                <a:lnTo>
                  <a:pt x="5869438" y="46539"/>
                </a:lnTo>
                <a:lnTo>
                  <a:pt x="5869854" y="46775"/>
                </a:lnTo>
                <a:lnTo>
                  <a:pt x="5870306" y="46978"/>
                </a:lnTo>
                <a:lnTo>
                  <a:pt x="5870794" y="47150"/>
                </a:lnTo>
                <a:lnTo>
                  <a:pt x="5871317" y="47293"/>
                </a:lnTo>
                <a:lnTo>
                  <a:pt x="5871876" y="47410"/>
                </a:lnTo>
                <a:lnTo>
                  <a:pt x="5872469" y="47504"/>
                </a:lnTo>
                <a:lnTo>
                  <a:pt x="5873097" y="47577"/>
                </a:lnTo>
                <a:lnTo>
                  <a:pt x="5873758" y="47631"/>
                </a:lnTo>
                <a:lnTo>
                  <a:pt x="5874452" y="47671"/>
                </a:lnTo>
                <a:lnTo>
                  <a:pt x="5875179" y="47697"/>
                </a:lnTo>
                <a:lnTo>
                  <a:pt x="5875938" y="47713"/>
                </a:lnTo>
                <a:lnTo>
                  <a:pt x="5876729" y="47721"/>
                </a:lnTo>
                <a:lnTo>
                  <a:pt x="5877551" y="47724"/>
                </a:lnTo>
                <a:lnTo>
                  <a:pt x="5878403" y="47725"/>
                </a:lnTo>
                <a:lnTo>
                  <a:pt x="5878403" y="107238"/>
                </a:lnTo>
                <a:lnTo>
                  <a:pt x="5877551" y="107239"/>
                </a:lnTo>
                <a:lnTo>
                  <a:pt x="5876729" y="107242"/>
                </a:lnTo>
                <a:lnTo>
                  <a:pt x="5875938" y="107250"/>
                </a:lnTo>
                <a:lnTo>
                  <a:pt x="5875179" y="107266"/>
                </a:lnTo>
                <a:lnTo>
                  <a:pt x="5874452" y="107292"/>
                </a:lnTo>
                <a:lnTo>
                  <a:pt x="5873758" y="107331"/>
                </a:lnTo>
                <a:lnTo>
                  <a:pt x="5873097" y="107386"/>
                </a:lnTo>
                <a:lnTo>
                  <a:pt x="5872469" y="107459"/>
                </a:lnTo>
                <a:lnTo>
                  <a:pt x="5871876" y="107553"/>
                </a:lnTo>
                <a:lnTo>
                  <a:pt x="5871317" y="107670"/>
                </a:lnTo>
                <a:lnTo>
                  <a:pt x="5870794" y="107813"/>
                </a:lnTo>
                <a:lnTo>
                  <a:pt x="5870306" y="107985"/>
                </a:lnTo>
                <a:lnTo>
                  <a:pt x="5869854" y="108188"/>
                </a:lnTo>
                <a:lnTo>
                  <a:pt x="5869438" y="108424"/>
                </a:lnTo>
                <a:lnTo>
                  <a:pt x="5869060" y="108697"/>
                </a:lnTo>
                <a:lnTo>
                  <a:pt x="5868720" y="109009"/>
                </a:lnTo>
                <a:lnTo>
                  <a:pt x="5868418" y="109362"/>
                </a:lnTo>
                <a:lnTo>
                  <a:pt x="5868154" y="109759"/>
                </a:lnTo>
                <a:lnTo>
                  <a:pt x="5867930" y="110203"/>
                </a:lnTo>
                <a:lnTo>
                  <a:pt x="5867745" y="110696"/>
                </a:lnTo>
                <a:lnTo>
                  <a:pt x="5867600" y="111241"/>
                </a:lnTo>
                <a:lnTo>
                  <a:pt x="5867496" y="111841"/>
                </a:lnTo>
                <a:lnTo>
                  <a:pt x="5867434" y="112497"/>
                </a:lnTo>
                <a:lnTo>
                  <a:pt x="5867413" y="113213"/>
                </a:lnTo>
                <a:lnTo>
                  <a:pt x="5867439" y="113907"/>
                </a:lnTo>
                <a:lnTo>
                  <a:pt x="5867517" y="114542"/>
                </a:lnTo>
                <a:lnTo>
                  <a:pt x="5867642" y="115122"/>
                </a:lnTo>
                <a:lnTo>
                  <a:pt x="5867811" y="115650"/>
                </a:lnTo>
                <a:lnTo>
                  <a:pt x="5868021" y="116127"/>
                </a:lnTo>
                <a:lnTo>
                  <a:pt x="5868268" y="116557"/>
                </a:lnTo>
                <a:lnTo>
                  <a:pt x="5868550" y="116942"/>
                </a:lnTo>
                <a:lnTo>
                  <a:pt x="5868863" y="117283"/>
                </a:lnTo>
                <a:lnTo>
                  <a:pt x="5869202" y="117585"/>
                </a:lnTo>
                <a:lnTo>
                  <a:pt x="5869566" y="117849"/>
                </a:lnTo>
                <a:lnTo>
                  <a:pt x="5869951" y="118078"/>
                </a:lnTo>
                <a:lnTo>
                  <a:pt x="5870353" y="118274"/>
                </a:lnTo>
                <a:lnTo>
                  <a:pt x="5870770" y="118440"/>
                </a:lnTo>
                <a:lnTo>
                  <a:pt x="5871196" y="118579"/>
                </a:lnTo>
                <a:lnTo>
                  <a:pt x="5871631" y="118692"/>
                </a:lnTo>
                <a:lnTo>
                  <a:pt x="5872069" y="118783"/>
                </a:lnTo>
                <a:lnTo>
                  <a:pt x="5872508" y="118854"/>
                </a:lnTo>
                <a:lnTo>
                  <a:pt x="5872944" y="118907"/>
                </a:lnTo>
                <a:lnTo>
                  <a:pt x="5873374" y="118945"/>
                </a:lnTo>
                <a:lnTo>
                  <a:pt x="5873795" y="118970"/>
                </a:lnTo>
                <a:lnTo>
                  <a:pt x="5874203" y="118986"/>
                </a:lnTo>
                <a:lnTo>
                  <a:pt x="5874595" y="118994"/>
                </a:lnTo>
                <a:lnTo>
                  <a:pt x="5874967" y="118997"/>
                </a:lnTo>
                <a:lnTo>
                  <a:pt x="5875317" y="118997"/>
                </a:lnTo>
                <a:lnTo>
                  <a:pt x="5892285" y="118997"/>
                </a:lnTo>
                <a:lnTo>
                  <a:pt x="5892657" y="118997"/>
                </a:lnTo>
                <a:lnTo>
                  <a:pt x="5893048" y="118994"/>
                </a:lnTo>
                <a:lnTo>
                  <a:pt x="5893455" y="118986"/>
                </a:lnTo>
                <a:lnTo>
                  <a:pt x="5893875" y="118970"/>
                </a:lnTo>
                <a:lnTo>
                  <a:pt x="5894304" y="118945"/>
                </a:lnTo>
                <a:lnTo>
                  <a:pt x="5894740" y="118907"/>
                </a:lnTo>
                <a:lnTo>
                  <a:pt x="5895179" y="118854"/>
                </a:lnTo>
                <a:lnTo>
                  <a:pt x="5895619" y="118783"/>
                </a:lnTo>
                <a:lnTo>
                  <a:pt x="5896056" y="118692"/>
                </a:lnTo>
                <a:lnTo>
                  <a:pt x="5896488" y="118579"/>
                </a:lnTo>
                <a:lnTo>
                  <a:pt x="5896910" y="118440"/>
                </a:lnTo>
                <a:lnTo>
                  <a:pt x="5897321" y="118274"/>
                </a:lnTo>
                <a:lnTo>
                  <a:pt x="5897716" y="118078"/>
                </a:lnTo>
                <a:lnTo>
                  <a:pt x="5898093" y="117849"/>
                </a:lnTo>
                <a:lnTo>
                  <a:pt x="5898449" y="117585"/>
                </a:lnTo>
                <a:lnTo>
                  <a:pt x="5898781" y="117283"/>
                </a:lnTo>
                <a:lnTo>
                  <a:pt x="5899085" y="116942"/>
                </a:lnTo>
                <a:lnTo>
                  <a:pt x="5899359" y="116557"/>
                </a:lnTo>
                <a:lnTo>
                  <a:pt x="5899599" y="116127"/>
                </a:lnTo>
                <a:lnTo>
                  <a:pt x="5899802" y="115650"/>
                </a:lnTo>
                <a:lnTo>
                  <a:pt x="5899966" y="115122"/>
                </a:lnTo>
                <a:lnTo>
                  <a:pt x="5900087" y="114542"/>
                </a:lnTo>
                <a:lnTo>
                  <a:pt x="5900161" y="113907"/>
                </a:lnTo>
                <a:lnTo>
                  <a:pt x="5900187" y="113213"/>
                </a:lnTo>
                <a:lnTo>
                  <a:pt x="5900166" y="112497"/>
                </a:lnTo>
                <a:lnTo>
                  <a:pt x="5900103" y="111841"/>
                </a:lnTo>
                <a:lnTo>
                  <a:pt x="5899999" y="111241"/>
                </a:lnTo>
                <a:lnTo>
                  <a:pt x="5899855" y="110696"/>
                </a:lnTo>
                <a:lnTo>
                  <a:pt x="5899670" y="110203"/>
                </a:lnTo>
                <a:lnTo>
                  <a:pt x="5899446" y="109759"/>
                </a:lnTo>
                <a:lnTo>
                  <a:pt x="5899183" y="109362"/>
                </a:lnTo>
                <a:lnTo>
                  <a:pt x="5898880" y="109009"/>
                </a:lnTo>
                <a:lnTo>
                  <a:pt x="5898540" y="108697"/>
                </a:lnTo>
                <a:lnTo>
                  <a:pt x="5898162" y="108424"/>
                </a:lnTo>
                <a:lnTo>
                  <a:pt x="5897747" y="108188"/>
                </a:lnTo>
                <a:lnTo>
                  <a:pt x="5897296" y="107985"/>
                </a:lnTo>
                <a:lnTo>
                  <a:pt x="5896808" y="107813"/>
                </a:lnTo>
                <a:lnTo>
                  <a:pt x="5896284" y="107670"/>
                </a:lnTo>
                <a:lnTo>
                  <a:pt x="5895726" y="107553"/>
                </a:lnTo>
                <a:lnTo>
                  <a:pt x="5895132" y="107459"/>
                </a:lnTo>
                <a:lnTo>
                  <a:pt x="5894505" y="107386"/>
                </a:lnTo>
                <a:lnTo>
                  <a:pt x="5893844" y="107331"/>
                </a:lnTo>
                <a:lnTo>
                  <a:pt x="5893150" y="107292"/>
                </a:lnTo>
                <a:lnTo>
                  <a:pt x="5892423" y="107266"/>
                </a:lnTo>
                <a:lnTo>
                  <a:pt x="5891664" y="107250"/>
                </a:lnTo>
                <a:lnTo>
                  <a:pt x="5890873" y="107242"/>
                </a:lnTo>
                <a:lnTo>
                  <a:pt x="5890052" y="107239"/>
                </a:lnTo>
                <a:lnTo>
                  <a:pt x="5889199" y="107238"/>
                </a:lnTo>
                <a:lnTo>
                  <a:pt x="5889199" y="72764"/>
                </a:lnTo>
                <a:lnTo>
                  <a:pt x="5889240" y="70666"/>
                </a:lnTo>
                <a:lnTo>
                  <a:pt x="5889360" y="68653"/>
                </a:lnTo>
                <a:lnTo>
                  <a:pt x="5889555" y="66724"/>
                </a:lnTo>
                <a:lnTo>
                  <a:pt x="5889822" y="64881"/>
                </a:lnTo>
                <a:lnTo>
                  <a:pt x="5890157" y="63124"/>
                </a:lnTo>
                <a:lnTo>
                  <a:pt x="5890558" y="61453"/>
                </a:lnTo>
                <a:lnTo>
                  <a:pt x="5891021" y="59868"/>
                </a:lnTo>
                <a:lnTo>
                  <a:pt x="5891542" y="58371"/>
                </a:lnTo>
                <a:lnTo>
                  <a:pt x="5892117" y="56961"/>
                </a:lnTo>
                <a:lnTo>
                  <a:pt x="5892745" y="55639"/>
                </a:lnTo>
                <a:lnTo>
                  <a:pt x="5893420" y="54405"/>
                </a:lnTo>
                <a:lnTo>
                  <a:pt x="5894140" y="53260"/>
                </a:lnTo>
                <a:lnTo>
                  <a:pt x="5894901" y="52204"/>
                </a:lnTo>
                <a:lnTo>
                  <a:pt x="5895700" y="51238"/>
                </a:lnTo>
                <a:lnTo>
                  <a:pt x="5896533" y="50361"/>
                </a:lnTo>
                <a:lnTo>
                  <a:pt x="5897397" y="49575"/>
                </a:lnTo>
                <a:lnTo>
                  <a:pt x="5898288" y="48880"/>
                </a:lnTo>
                <a:lnTo>
                  <a:pt x="5899204" y="48277"/>
                </a:lnTo>
                <a:lnTo>
                  <a:pt x="5900140" y="47765"/>
                </a:lnTo>
                <a:lnTo>
                  <a:pt x="5901093" y="47345"/>
                </a:lnTo>
                <a:lnTo>
                  <a:pt x="5902060" y="47017"/>
                </a:lnTo>
                <a:lnTo>
                  <a:pt x="5903037" y="46783"/>
                </a:lnTo>
                <a:lnTo>
                  <a:pt x="5904021" y="46642"/>
                </a:lnTo>
                <a:lnTo>
                  <a:pt x="5905008" y="46595"/>
                </a:lnTo>
                <a:lnTo>
                  <a:pt x="5905554" y="46613"/>
                </a:lnTo>
                <a:lnTo>
                  <a:pt x="5906080" y="46667"/>
                </a:lnTo>
                <a:lnTo>
                  <a:pt x="5906588" y="46760"/>
                </a:lnTo>
                <a:lnTo>
                  <a:pt x="5907076" y="46896"/>
                </a:lnTo>
                <a:lnTo>
                  <a:pt x="5907545" y="47075"/>
                </a:lnTo>
                <a:lnTo>
                  <a:pt x="5907993" y="47302"/>
                </a:lnTo>
                <a:lnTo>
                  <a:pt x="5908421" y="47579"/>
                </a:lnTo>
                <a:lnTo>
                  <a:pt x="5908828" y="47907"/>
                </a:lnTo>
                <a:lnTo>
                  <a:pt x="5909214" y="48291"/>
                </a:lnTo>
                <a:lnTo>
                  <a:pt x="5909578" y="48732"/>
                </a:lnTo>
                <a:lnTo>
                  <a:pt x="5909919" y="49233"/>
                </a:lnTo>
                <a:lnTo>
                  <a:pt x="5910238" y="49796"/>
                </a:lnTo>
                <a:lnTo>
                  <a:pt x="5910534" y="50425"/>
                </a:lnTo>
                <a:lnTo>
                  <a:pt x="5910806" y="51121"/>
                </a:lnTo>
                <a:lnTo>
                  <a:pt x="5911054" y="51888"/>
                </a:lnTo>
                <a:lnTo>
                  <a:pt x="5911278" y="52728"/>
                </a:lnTo>
                <a:lnTo>
                  <a:pt x="5911477" y="53643"/>
                </a:lnTo>
                <a:lnTo>
                  <a:pt x="5911651" y="54636"/>
                </a:lnTo>
                <a:lnTo>
                  <a:pt x="5911799" y="55711"/>
                </a:lnTo>
                <a:lnTo>
                  <a:pt x="5911922" y="56868"/>
                </a:lnTo>
                <a:lnTo>
                  <a:pt x="5912018" y="58111"/>
                </a:lnTo>
                <a:lnTo>
                  <a:pt x="5912087" y="59443"/>
                </a:lnTo>
                <a:lnTo>
                  <a:pt x="5912128" y="60865"/>
                </a:lnTo>
                <a:lnTo>
                  <a:pt x="5912142" y="62382"/>
                </a:lnTo>
                <a:lnTo>
                  <a:pt x="5912142" y="107238"/>
                </a:lnTo>
                <a:lnTo>
                  <a:pt x="5911679" y="107239"/>
                </a:lnTo>
                <a:lnTo>
                  <a:pt x="5911206" y="107242"/>
                </a:lnTo>
                <a:lnTo>
                  <a:pt x="5910726" y="107250"/>
                </a:lnTo>
                <a:lnTo>
                  <a:pt x="5910242" y="107266"/>
                </a:lnTo>
                <a:lnTo>
                  <a:pt x="5909756" y="107292"/>
                </a:lnTo>
                <a:lnTo>
                  <a:pt x="5909272" y="107331"/>
                </a:lnTo>
                <a:lnTo>
                  <a:pt x="5908790" y="107386"/>
                </a:lnTo>
                <a:lnTo>
                  <a:pt x="5908315" y="107459"/>
                </a:lnTo>
                <a:lnTo>
                  <a:pt x="5907848" y="107553"/>
                </a:lnTo>
                <a:lnTo>
                  <a:pt x="5907393" y="107670"/>
                </a:lnTo>
                <a:lnTo>
                  <a:pt x="5906952" y="107813"/>
                </a:lnTo>
                <a:lnTo>
                  <a:pt x="5906527" y="107985"/>
                </a:lnTo>
                <a:lnTo>
                  <a:pt x="5906121" y="108188"/>
                </a:lnTo>
                <a:lnTo>
                  <a:pt x="5905737" y="108424"/>
                </a:lnTo>
                <a:lnTo>
                  <a:pt x="5905377" y="108697"/>
                </a:lnTo>
                <a:lnTo>
                  <a:pt x="5905044" y="109009"/>
                </a:lnTo>
                <a:lnTo>
                  <a:pt x="5904740" y="109362"/>
                </a:lnTo>
                <a:lnTo>
                  <a:pt x="5904469" y="109759"/>
                </a:lnTo>
                <a:lnTo>
                  <a:pt x="5904232" y="110203"/>
                </a:lnTo>
                <a:lnTo>
                  <a:pt x="5904032" y="110696"/>
                </a:lnTo>
                <a:lnTo>
                  <a:pt x="5903873" y="111241"/>
                </a:lnTo>
                <a:lnTo>
                  <a:pt x="5903755" y="111841"/>
                </a:lnTo>
                <a:lnTo>
                  <a:pt x="5903683" y="112497"/>
                </a:lnTo>
                <a:lnTo>
                  <a:pt x="5903658" y="113213"/>
                </a:lnTo>
                <a:lnTo>
                  <a:pt x="5903685" y="113907"/>
                </a:lnTo>
                <a:lnTo>
                  <a:pt x="5903762" y="114542"/>
                </a:lnTo>
                <a:lnTo>
                  <a:pt x="5903887" y="115122"/>
                </a:lnTo>
                <a:lnTo>
                  <a:pt x="5904056" y="115650"/>
                </a:lnTo>
                <a:lnTo>
                  <a:pt x="5904266" y="116127"/>
                </a:lnTo>
                <a:lnTo>
                  <a:pt x="5904514" y="116557"/>
                </a:lnTo>
                <a:lnTo>
                  <a:pt x="5904796" y="116942"/>
                </a:lnTo>
                <a:lnTo>
                  <a:pt x="5905108" y="117283"/>
                </a:lnTo>
                <a:lnTo>
                  <a:pt x="5905448" y="117585"/>
                </a:lnTo>
                <a:lnTo>
                  <a:pt x="5905812" y="117849"/>
                </a:lnTo>
                <a:lnTo>
                  <a:pt x="5906197" y="118078"/>
                </a:lnTo>
                <a:lnTo>
                  <a:pt x="5906599" y="118274"/>
                </a:lnTo>
                <a:lnTo>
                  <a:pt x="5907015" y="118440"/>
                </a:lnTo>
                <a:lnTo>
                  <a:pt x="5907442" y="118579"/>
                </a:lnTo>
                <a:lnTo>
                  <a:pt x="5907876" y="118692"/>
                </a:lnTo>
                <a:lnTo>
                  <a:pt x="5908315" y="118783"/>
                </a:lnTo>
                <a:lnTo>
                  <a:pt x="5908753" y="118854"/>
                </a:lnTo>
                <a:lnTo>
                  <a:pt x="5909190" y="118907"/>
                </a:lnTo>
                <a:lnTo>
                  <a:pt x="5909620" y="118945"/>
                </a:lnTo>
                <a:lnTo>
                  <a:pt x="5910041" y="118970"/>
                </a:lnTo>
                <a:lnTo>
                  <a:pt x="5910449" y="118986"/>
                </a:lnTo>
                <a:lnTo>
                  <a:pt x="5910841" y="118994"/>
                </a:lnTo>
                <a:lnTo>
                  <a:pt x="5911213" y="118997"/>
                </a:lnTo>
                <a:lnTo>
                  <a:pt x="5911563" y="118997"/>
                </a:lnTo>
                <a:lnTo>
                  <a:pt x="5926022" y="118997"/>
                </a:lnTo>
                <a:lnTo>
                  <a:pt x="5926394" y="118997"/>
                </a:lnTo>
                <a:lnTo>
                  <a:pt x="5926785" y="118994"/>
                </a:lnTo>
                <a:lnTo>
                  <a:pt x="5927191" y="118986"/>
                </a:lnTo>
                <a:lnTo>
                  <a:pt x="5927611" y="118970"/>
                </a:lnTo>
                <a:lnTo>
                  <a:pt x="5928041" y="118945"/>
                </a:lnTo>
                <a:lnTo>
                  <a:pt x="5928477" y="118907"/>
                </a:lnTo>
                <a:lnTo>
                  <a:pt x="5928916" y="118854"/>
                </a:lnTo>
                <a:lnTo>
                  <a:pt x="5929356" y="118783"/>
                </a:lnTo>
                <a:lnTo>
                  <a:pt x="5929793" y="118692"/>
                </a:lnTo>
                <a:lnTo>
                  <a:pt x="5930225" y="118579"/>
                </a:lnTo>
                <a:lnTo>
                  <a:pt x="5930648" y="118440"/>
                </a:lnTo>
                <a:lnTo>
                  <a:pt x="5931058" y="118274"/>
                </a:lnTo>
                <a:lnTo>
                  <a:pt x="5931454" y="118078"/>
                </a:lnTo>
                <a:lnTo>
                  <a:pt x="5931831" y="117849"/>
                </a:lnTo>
                <a:lnTo>
                  <a:pt x="5932188" y="117585"/>
                </a:lnTo>
                <a:lnTo>
                  <a:pt x="5932519" y="117283"/>
                </a:lnTo>
                <a:lnTo>
                  <a:pt x="5932824" y="116942"/>
                </a:lnTo>
                <a:lnTo>
                  <a:pt x="5933098" y="116557"/>
                </a:lnTo>
                <a:lnTo>
                  <a:pt x="5933338" y="116127"/>
                </a:lnTo>
                <a:lnTo>
                  <a:pt x="5933541" y="115650"/>
                </a:lnTo>
                <a:lnTo>
                  <a:pt x="5933705" y="115122"/>
                </a:lnTo>
                <a:lnTo>
                  <a:pt x="5933826" y="114542"/>
                </a:lnTo>
                <a:lnTo>
                  <a:pt x="5933901" y="113907"/>
                </a:lnTo>
                <a:lnTo>
                  <a:pt x="5933926" y="113213"/>
                </a:lnTo>
                <a:lnTo>
                  <a:pt x="5933905" y="112497"/>
                </a:lnTo>
                <a:lnTo>
                  <a:pt x="5933842" y="111841"/>
                </a:lnTo>
                <a:lnTo>
                  <a:pt x="5933739" y="111241"/>
                </a:lnTo>
                <a:lnTo>
                  <a:pt x="5933594" y="110696"/>
                </a:lnTo>
                <a:lnTo>
                  <a:pt x="5933409" y="110203"/>
                </a:lnTo>
                <a:lnTo>
                  <a:pt x="5933185" y="109759"/>
                </a:lnTo>
                <a:lnTo>
                  <a:pt x="5932922" y="109362"/>
                </a:lnTo>
                <a:lnTo>
                  <a:pt x="5932620" y="109009"/>
                </a:lnTo>
                <a:lnTo>
                  <a:pt x="5932279" y="108697"/>
                </a:lnTo>
                <a:lnTo>
                  <a:pt x="5931901" y="108424"/>
                </a:lnTo>
                <a:lnTo>
                  <a:pt x="5931486" y="108188"/>
                </a:lnTo>
                <a:lnTo>
                  <a:pt x="5931035" y="107985"/>
                </a:lnTo>
                <a:lnTo>
                  <a:pt x="5930547" y="107813"/>
                </a:lnTo>
                <a:lnTo>
                  <a:pt x="5930023" y="107670"/>
                </a:lnTo>
                <a:lnTo>
                  <a:pt x="5929465" y="107553"/>
                </a:lnTo>
                <a:lnTo>
                  <a:pt x="5928871" y="107459"/>
                </a:lnTo>
                <a:lnTo>
                  <a:pt x="5928244" y="107386"/>
                </a:lnTo>
                <a:lnTo>
                  <a:pt x="5927583" y="107331"/>
                </a:lnTo>
                <a:lnTo>
                  <a:pt x="5926889" y="107292"/>
                </a:lnTo>
                <a:lnTo>
                  <a:pt x="5926162" y="107266"/>
                </a:lnTo>
                <a:lnTo>
                  <a:pt x="5925403" y="107250"/>
                </a:lnTo>
                <a:lnTo>
                  <a:pt x="5924613" y="107242"/>
                </a:lnTo>
                <a:lnTo>
                  <a:pt x="5923791" y="107239"/>
                </a:lnTo>
                <a:lnTo>
                  <a:pt x="5922939" y="107238"/>
                </a:lnTo>
                <a:lnTo>
                  <a:pt x="5922939" y="72779"/>
                </a:lnTo>
                <a:lnTo>
                  <a:pt x="5922979" y="70679"/>
                </a:lnTo>
                <a:lnTo>
                  <a:pt x="5923099" y="68664"/>
                </a:lnTo>
                <a:lnTo>
                  <a:pt x="5923294" y="66734"/>
                </a:lnTo>
                <a:lnTo>
                  <a:pt x="5923561" y="64890"/>
                </a:lnTo>
                <a:lnTo>
                  <a:pt x="5923896" y="63131"/>
                </a:lnTo>
                <a:lnTo>
                  <a:pt x="5924297" y="61459"/>
                </a:lnTo>
                <a:lnTo>
                  <a:pt x="5924760" y="59874"/>
                </a:lnTo>
                <a:lnTo>
                  <a:pt x="5925281" y="58375"/>
                </a:lnTo>
                <a:lnTo>
                  <a:pt x="5925856" y="56964"/>
                </a:lnTo>
                <a:lnTo>
                  <a:pt x="5926484" y="55642"/>
                </a:lnTo>
                <a:lnTo>
                  <a:pt x="5927159" y="54407"/>
                </a:lnTo>
                <a:lnTo>
                  <a:pt x="5927879" y="53262"/>
                </a:lnTo>
                <a:lnTo>
                  <a:pt x="5928640" y="52205"/>
                </a:lnTo>
                <a:lnTo>
                  <a:pt x="5929439" y="51239"/>
                </a:lnTo>
                <a:lnTo>
                  <a:pt x="5930272" y="50362"/>
                </a:lnTo>
                <a:lnTo>
                  <a:pt x="5931136" y="49576"/>
                </a:lnTo>
                <a:lnTo>
                  <a:pt x="5932027" y="48881"/>
                </a:lnTo>
                <a:lnTo>
                  <a:pt x="5932943" y="48277"/>
                </a:lnTo>
                <a:lnTo>
                  <a:pt x="5933879" y="47765"/>
                </a:lnTo>
                <a:lnTo>
                  <a:pt x="5934832" y="47345"/>
                </a:lnTo>
                <a:lnTo>
                  <a:pt x="5935799" y="47017"/>
                </a:lnTo>
                <a:lnTo>
                  <a:pt x="5936776" y="46783"/>
                </a:lnTo>
                <a:lnTo>
                  <a:pt x="5937760" y="46642"/>
                </a:lnTo>
                <a:lnTo>
                  <a:pt x="5938748" y="46595"/>
                </a:lnTo>
                <a:lnTo>
                  <a:pt x="5939293" y="46613"/>
                </a:lnTo>
                <a:lnTo>
                  <a:pt x="5939819" y="46667"/>
                </a:lnTo>
                <a:lnTo>
                  <a:pt x="5940327" y="46760"/>
                </a:lnTo>
                <a:lnTo>
                  <a:pt x="5940815" y="46896"/>
                </a:lnTo>
                <a:lnTo>
                  <a:pt x="5941284" y="47075"/>
                </a:lnTo>
                <a:lnTo>
                  <a:pt x="5941733" y="47302"/>
                </a:lnTo>
                <a:lnTo>
                  <a:pt x="5942161" y="47579"/>
                </a:lnTo>
                <a:lnTo>
                  <a:pt x="5942568" y="47907"/>
                </a:lnTo>
                <a:lnTo>
                  <a:pt x="5942953" y="48291"/>
                </a:lnTo>
                <a:lnTo>
                  <a:pt x="5943317" y="48732"/>
                </a:lnTo>
                <a:lnTo>
                  <a:pt x="5943658" y="49233"/>
                </a:lnTo>
                <a:lnTo>
                  <a:pt x="5943977" y="49796"/>
                </a:lnTo>
                <a:lnTo>
                  <a:pt x="5944273" y="50425"/>
                </a:lnTo>
                <a:lnTo>
                  <a:pt x="5944545" y="51121"/>
                </a:lnTo>
                <a:lnTo>
                  <a:pt x="5944793" y="51888"/>
                </a:lnTo>
                <a:lnTo>
                  <a:pt x="5945017" y="52728"/>
                </a:lnTo>
                <a:lnTo>
                  <a:pt x="5945216" y="53643"/>
                </a:lnTo>
                <a:lnTo>
                  <a:pt x="5945390" y="54636"/>
                </a:lnTo>
                <a:lnTo>
                  <a:pt x="5945539" y="55711"/>
                </a:lnTo>
                <a:lnTo>
                  <a:pt x="5945661" y="56868"/>
                </a:lnTo>
                <a:lnTo>
                  <a:pt x="5945757" y="58111"/>
                </a:lnTo>
                <a:lnTo>
                  <a:pt x="5945826" y="59443"/>
                </a:lnTo>
                <a:lnTo>
                  <a:pt x="5945867" y="60865"/>
                </a:lnTo>
                <a:lnTo>
                  <a:pt x="5945881" y="62382"/>
                </a:lnTo>
                <a:lnTo>
                  <a:pt x="5945881" y="107238"/>
                </a:lnTo>
                <a:lnTo>
                  <a:pt x="5945418" y="107239"/>
                </a:lnTo>
                <a:lnTo>
                  <a:pt x="5944945" y="107242"/>
                </a:lnTo>
                <a:lnTo>
                  <a:pt x="5944465" y="107250"/>
                </a:lnTo>
                <a:lnTo>
                  <a:pt x="5943980" y="107266"/>
                </a:lnTo>
                <a:lnTo>
                  <a:pt x="5943494" y="107292"/>
                </a:lnTo>
                <a:lnTo>
                  <a:pt x="5943009" y="107331"/>
                </a:lnTo>
                <a:lnTo>
                  <a:pt x="5942528" y="107386"/>
                </a:lnTo>
                <a:lnTo>
                  <a:pt x="5942053" y="107459"/>
                </a:lnTo>
                <a:lnTo>
                  <a:pt x="5941586" y="107553"/>
                </a:lnTo>
                <a:lnTo>
                  <a:pt x="5941131" y="107670"/>
                </a:lnTo>
                <a:lnTo>
                  <a:pt x="5940690" y="107813"/>
                </a:lnTo>
                <a:lnTo>
                  <a:pt x="5940265" y="107985"/>
                </a:lnTo>
                <a:lnTo>
                  <a:pt x="5939859" y="108188"/>
                </a:lnTo>
                <a:lnTo>
                  <a:pt x="5939475" y="108424"/>
                </a:lnTo>
                <a:lnTo>
                  <a:pt x="5939115" y="108697"/>
                </a:lnTo>
                <a:lnTo>
                  <a:pt x="5938782" y="109009"/>
                </a:lnTo>
                <a:lnTo>
                  <a:pt x="5938479" y="109362"/>
                </a:lnTo>
                <a:lnTo>
                  <a:pt x="5938208" y="109759"/>
                </a:lnTo>
                <a:lnTo>
                  <a:pt x="5937971" y="110203"/>
                </a:lnTo>
                <a:lnTo>
                  <a:pt x="5937771" y="110696"/>
                </a:lnTo>
                <a:lnTo>
                  <a:pt x="5937612" y="111241"/>
                </a:lnTo>
                <a:lnTo>
                  <a:pt x="5937494" y="111841"/>
                </a:lnTo>
                <a:lnTo>
                  <a:pt x="5937422" y="112497"/>
                </a:lnTo>
                <a:lnTo>
                  <a:pt x="5937397" y="113213"/>
                </a:lnTo>
                <a:lnTo>
                  <a:pt x="5937424" y="113907"/>
                </a:lnTo>
                <a:lnTo>
                  <a:pt x="5937501" y="114542"/>
                </a:lnTo>
                <a:lnTo>
                  <a:pt x="5937626" y="115122"/>
                </a:lnTo>
                <a:lnTo>
                  <a:pt x="5937795" y="115650"/>
                </a:lnTo>
                <a:lnTo>
                  <a:pt x="5938005" y="116127"/>
                </a:lnTo>
                <a:lnTo>
                  <a:pt x="5938253" y="116557"/>
                </a:lnTo>
                <a:lnTo>
                  <a:pt x="5938534" y="116942"/>
                </a:lnTo>
                <a:lnTo>
                  <a:pt x="5938847" y="117283"/>
                </a:lnTo>
                <a:lnTo>
                  <a:pt x="5939186" y="117585"/>
                </a:lnTo>
                <a:lnTo>
                  <a:pt x="5939550" y="117849"/>
                </a:lnTo>
                <a:lnTo>
                  <a:pt x="5939935" y="118078"/>
                </a:lnTo>
                <a:lnTo>
                  <a:pt x="5940337" y="118274"/>
                </a:lnTo>
                <a:lnTo>
                  <a:pt x="5940753" y="118440"/>
                </a:lnTo>
                <a:lnTo>
                  <a:pt x="5941180" y="118579"/>
                </a:lnTo>
                <a:lnTo>
                  <a:pt x="5941614" y="118692"/>
                </a:lnTo>
                <a:lnTo>
                  <a:pt x="5942052" y="118783"/>
                </a:lnTo>
                <a:lnTo>
                  <a:pt x="5942491" y="118854"/>
                </a:lnTo>
                <a:lnTo>
                  <a:pt x="5942928" y="118907"/>
                </a:lnTo>
                <a:lnTo>
                  <a:pt x="5943358" y="118945"/>
                </a:lnTo>
                <a:lnTo>
                  <a:pt x="5943779" y="118970"/>
                </a:lnTo>
                <a:lnTo>
                  <a:pt x="5944187" y="118986"/>
                </a:lnTo>
                <a:lnTo>
                  <a:pt x="5944579" y="118994"/>
                </a:lnTo>
                <a:lnTo>
                  <a:pt x="5944952" y="118997"/>
                </a:lnTo>
                <a:lnTo>
                  <a:pt x="5945302" y="118997"/>
                </a:lnTo>
                <a:lnTo>
                  <a:pt x="5959761" y="118997"/>
                </a:lnTo>
                <a:lnTo>
                  <a:pt x="5960133" y="118997"/>
                </a:lnTo>
                <a:lnTo>
                  <a:pt x="5960524" y="118994"/>
                </a:lnTo>
                <a:lnTo>
                  <a:pt x="5960931" y="118986"/>
                </a:lnTo>
                <a:lnTo>
                  <a:pt x="5961350" y="118970"/>
                </a:lnTo>
                <a:lnTo>
                  <a:pt x="5961780" y="118945"/>
                </a:lnTo>
                <a:lnTo>
                  <a:pt x="5962216" y="118907"/>
                </a:lnTo>
                <a:lnTo>
                  <a:pt x="5962655" y="118854"/>
                </a:lnTo>
                <a:lnTo>
                  <a:pt x="5963095" y="118783"/>
                </a:lnTo>
                <a:lnTo>
                  <a:pt x="5963533" y="118692"/>
                </a:lnTo>
                <a:lnTo>
                  <a:pt x="5963964" y="118579"/>
                </a:lnTo>
                <a:lnTo>
                  <a:pt x="5964387" y="118440"/>
                </a:lnTo>
                <a:lnTo>
                  <a:pt x="5964797" y="118274"/>
                </a:lnTo>
                <a:lnTo>
                  <a:pt x="5965193" y="118078"/>
                </a:lnTo>
                <a:lnTo>
                  <a:pt x="5965571" y="117849"/>
                </a:lnTo>
                <a:lnTo>
                  <a:pt x="5965927" y="117585"/>
                </a:lnTo>
                <a:lnTo>
                  <a:pt x="5966259" y="117283"/>
                </a:lnTo>
                <a:lnTo>
                  <a:pt x="5966563" y="116942"/>
                </a:lnTo>
                <a:lnTo>
                  <a:pt x="5966837" y="116557"/>
                </a:lnTo>
                <a:lnTo>
                  <a:pt x="5967077" y="116127"/>
                </a:lnTo>
                <a:lnTo>
                  <a:pt x="5967281" y="115650"/>
                </a:lnTo>
                <a:lnTo>
                  <a:pt x="5967444" y="115122"/>
                </a:lnTo>
                <a:lnTo>
                  <a:pt x="5967565" y="114542"/>
                </a:lnTo>
                <a:lnTo>
                  <a:pt x="5967640" y="113907"/>
                </a:lnTo>
                <a:lnTo>
                  <a:pt x="5967665" y="113213"/>
                </a:lnTo>
                <a:lnTo>
                  <a:pt x="5967644" y="112497"/>
                </a:lnTo>
                <a:lnTo>
                  <a:pt x="5967582" y="111841"/>
                </a:lnTo>
                <a:lnTo>
                  <a:pt x="5967478" y="111241"/>
                </a:lnTo>
                <a:lnTo>
                  <a:pt x="5967333" y="110696"/>
                </a:lnTo>
                <a:lnTo>
                  <a:pt x="5967149" y="110203"/>
                </a:lnTo>
                <a:lnTo>
                  <a:pt x="5966924" y="109759"/>
                </a:lnTo>
                <a:close/>
                <a:moveTo>
                  <a:pt x="6973625" y="43294"/>
                </a:moveTo>
                <a:lnTo>
                  <a:pt x="6973364" y="42638"/>
                </a:lnTo>
                <a:lnTo>
                  <a:pt x="6973044" y="41975"/>
                </a:lnTo>
                <a:lnTo>
                  <a:pt x="6972660" y="41311"/>
                </a:lnTo>
                <a:lnTo>
                  <a:pt x="6972208" y="40651"/>
                </a:lnTo>
                <a:lnTo>
                  <a:pt x="6971683" y="40001"/>
                </a:lnTo>
                <a:lnTo>
                  <a:pt x="6971079" y="39365"/>
                </a:lnTo>
                <a:lnTo>
                  <a:pt x="6970392" y="38749"/>
                </a:lnTo>
                <a:lnTo>
                  <a:pt x="6969616" y="38159"/>
                </a:lnTo>
                <a:lnTo>
                  <a:pt x="6968748" y="37599"/>
                </a:lnTo>
                <a:lnTo>
                  <a:pt x="6967781" y="37076"/>
                </a:lnTo>
                <a:lnTo>
                  <a:pt x="6966711" y="36594"/>
                </a:lnTo>
                <a:lnTo>
                  <a:pt x="6965533" y="36159"/>
                </a:lnTo>
                <a:lnTo>
                  <a:pt x="6964242" y="35776"/>
                </a:lnTo>
                <a:lnTo>
                  <a:pt x="6962834" y="35451"/>
                </a:lnTo>
                <a:lnTo>
                  <a:pt x="6961302" y="35189"/>
                </a:lnTo>
                <a:lnTo>
                  <a:pt x="6959643" y="34995"/>
                </a:lnTo>
                <a:lnTo>
                  <a:pt x="6957851" y="34874"/>
                </a:lnTo>
                <a:lnTo>
                  <a:pt x="6955921" y="34833"/>
                </a:lnTo>
                <a:lnTo>
                  <a:pt x="6954679" y="34852"/>
                </a:lnTo>
                <a:lnTo>
                  <a:pt x="6953413" y="34908"/>
                </a:lnTo>
                <a:lnTo>
                  <a:pt x="6952124" y="35006"/>
                </a:lnTo>
                <a:lnTo>
                  <a:pt x="6950815" y="35146"/>
                </a:lnTo>
                <a:lnTo>
                  <a:pt x="6949487" y="35332"/>
                </a:lnTo>
                <a:lnTo>
                  <a:pt x="6948142" y="35565"/>
                </a:lnTo>
                <a:lnTo>
                  <a:pt x="6946782" y="35848"/>
                </a:lnTo>
                <a:lnTo>
                  <a:pt x="6945409" y="36183"/>
                </a:lnTo>
                <a:lnTo>
                  <a:pt x="6944025" y="36572"/>
                </a:lnTo>
                <a:lnTo>
                  <a:pt x="6942631" y="37018"/>
                </a:lnTo>
                <a:lnTo>
                  <a:pt x="6941229" y="37522"/>
                </a:lnTo>
                <a:lnTo>
                  <a:pt x="6939822" y="38087"/>
                </a:lnTo>
                <a:lnTo>
                  <a:pt x="6938411" y="38716"/>
                </a:lnTo>
                <a:lnTo>
                  <a:pt x="6936997" y="39410"/>
                </a:lnTo>
                <a:lnTo>
                  <a:pt x="6935583" y="40172"/>
                </a:lnTo>
                <a:lnTo>
                  <a:pt x="6934171" y="41004"/>
                </a:lnTo>
                <a:lnTo>
                  <a:pt x="6932762" y="41908"/>
                </a:lnTo>
                <a:lnTo>
                  <a:pt x="6931358" y="42887"/>
                </a:lnTo>
                <a:lnTo>
                  <a:pt x="6929961" y="43942"/>
                </a:lnTo>
                <a:lnTo>
                  <a:pt x="6928573" y="45077"/>
                </a:lnTo>
                <a:lnTo>
                  <a:pt x="6927196" y="46293"/>
                </a:lnTo>
                <a:lnTo>
                  <a:pt x="6925831" y="47593"/>
                </a:lnTo>
                <a:lnTo>
                  <a:pt x="6924481" y="48978"/>
                </a:lnTo>
                <a:lnTo>
                  <a:pt x="6923147" y="50452"/>
                </a:lnTo>
                <a:lnTo>
                  <a:pt x="6923147" y="43897"/>
                </a:lnTo>
                <a:lnTo>
                  <a:pt x="6923141" y="43168"/>
                </a:lnTo>
                <a:lnTo>
                  <a:pt x="6923120" y="42480"/>
                </a:lnTo>
                <a:lnTo>
                  <a:pt x="6923084" y="41832"/>
                </a:lnTo>
                <a:lnTo>
                  <a:pt x="6923031" y="41225"/>
                </a:lnTo>
                <a:lnTo>
                  <a:pt x="6922958" y="40656"/>
                </a:lnTo>
                <a:lnTo>
                  <a:pt x="6922863" y="40124"/>
                </a:lnTo>
                <a:lnTo>
                  <a:pt x="6922746" y="39630"/>
                </a:lnTo>
                <a:lnTo>
                  <a:pt x="6922604" y="39171"/>
                </a:lnTo>
                <a:lnTo>
                  <a:pt x="6922435" y="38748"/>
                </a:lnTo>
                <a:lnTo>
                  <a:pt x="6922237" y="38359"/>
                </a:lnTo>
                <a:lnTo>
                  <a:pt x="6922009" y="38002"/>
                </a:lnTo>
                <a:lnTo>
                  <a:pt x="6921748" y="37678"/>
                </a:lnTo>
                <a:lnTo>
                  <a:pt x="6921454" y="37386"/>
                </a:lnTo>
                <a:lnTo>
                  <a:pt x="6921123" y="37123"/>
                </a:lnTo>
                <a:lnTo>
                  <a:pt x="6920754" y="36890"/>
                </a:lnTo>
                <a:lnTo>
                  <a:pt x="6920346" y="36686"/>
                </a:lnTo>
                <a:lnTo>
                  <a:pt x="6919897" y="36509"/>
                </a:lnTo>
                <a:lnTo>
                  <a:pt x="6919404" y="36358"/>
                </a:lnTo>
                <a:lnTo>
                  <a:pt x="6918866" y="36233"/>
                </a:lnTo>
                <a:lnTo>
                  <a:pt x="6918281" y="36134"/>
                </a:lnTo>
                <a:lnTo>
                  <a:pt x="6917647" y="36057"/>
                </a:lnTo>
                <a:lnTo>
                  <a:pt x="6916962" y="36004"/>
                </a:lnTo>
                <a:lnTo>
                  <a:pt x="6916225" y="35973"/>
                </a:lnTo>
                <a:lnTo>
                  <a:pt x="6915434" y="35963"/>
                </a:lnTo>
                <a:lnTo>
                  <a:pt x="6894226" y="35963"/>
                </a:lnTo>
                <a:lnTo>
                  <a:pt x="6893855" y="35963"/>
                </a:lnTo>
                <a:lnTo>
                  <a:pt x="6893467" y="35966"/>
                </a:lnTo>
                <a:lnTo>
                  <a:pt x="6893065" y="35974"/>
                </a:lnTo>
                <a:lnTo>
                  <a:pt x="6892651" y="35990"/>
                </a:lnTo>
                <a:lnTo>
                  <a:pt x="6892229" y="36015"/>
                </a:lnTo>
                <a:lnTo>
                  <a:pt x="6891802" y="36053"/>
                </a:lnTo>
                <a:lnTo>
                  <a:pt x="6891372" y="36106"/>
                </a:lnTo>
                <a:lnTo>
                  <a:pt x="6890942" y="36177"/>
                </a:lnTo>
                <a:lnTo>
                  <a:pt x="6890516" y="36268"/>
                </a:lnTo>
                <a:lnTo>
                  <a:pt x="6890096" y="36381"/>
                </a:lnTo>
                <a:lnTo>
                  <a:pt x="6889685" y="36520"/>
                </a:lnTo>
                <a:lnTo>
                  <a:pt x="6889287" y="36686"/>
                </a:lnTo>
                <a:lnTo>
                  <a:pt x="6888903" y="36882"/>
                </a:lnTo>
                <a:lnTo>
                  <a:pt x="6888538" y="37111"/>
                </a:lnTo>
                <a:lnTo>
                  <a:pt x="6888193" y="37376"/>
                </a:lnTo>
                <a:lnTo>
                  <a:pt x="6887872" y="37677"/>
                </a:lnTo>
                <a:lnTo>
                  <a:pt x="6887578" y="38019"/>
                </a:lnTo>
                <a:lnTo>
                  <a:pt x="6887314" y="38404"/>
                </a:lnTo>
                <a:lnTo>
                  <a:pt x="6887082" y="38834"/>
                </a:lnTo>
                <a:lnTo>
                  <a:pt x="6886886" y="39312"/>
                </a:lnTo>
                <a:lnTo>
                  <a:pt x="6886729" y="39840"/>
                </a:lnTo>
                <a:lnTo>
                  <a:pt x="6886613" y="40420"/>
                </a:lnTo>
                <a:lnTo>
                  <a:pt x="6886541" y="41056"/>
                </a:lnTo>
                <a:lnTo>
                  <a:pt x="6886516" y="41750"/>
                </a:lnTo>
                <a:lnTo>
                  <a:pt x="6886540" y="42466"/>
                </a:lnTo>
                <a:lnTo>
                  <a:pt x="6886609" y="43122"/>
                </a:lnTo>
                <a:lnTo>
                  <a:pt x="6886721" y="43722"/>
                </a:lnTo>
                <a:lnTo>
                  <a:pt x="6886873" y="44267"/>
                </a:lnTo>
                <a:lnTo>
                  <a:pt x="6887063" y="44760"/>
                </a:lnTo>
                <a:lnTo>
                  <a:pt x="6887287" y="45204"/>
                </a:lnTo>
                <a:lnTo>
                  <a:pt x="6887544" y="45601"/>
                </a:lnTo>
                <a:lnTo>
                  <a:pt x="6887830" y="45954"/>
                </a:lnTo>
                <a:lnTo>
                  <a:pt x="6888143" y="46266"/>
                </a:lnTo>
                <a:lnTo>
                  <a:pt x="6888480" y="46539"/>
                </a:lnTo>
                <a:lnTo>
                  <a:pt x="6888838" y="46775"/>
                </a:lnTo>
                <a:lnTo>
                  <a:pt x="6889215" y="46978"/>
                </a:lnTo>
                <a:lnTo>
                  <a:pt x="6889608" y="47150"/>
                </a:lnTo>
                <a:lnTo>
                  <a:pt x="6890015" y="47293"/>
                </a:lnTo>
                <a:lnTo>
                  <a:pt x="6890432" y="47410"/>
                </a:lnTo>
                <a:lnTo>
                  <a:pt x="6890857" y="47504"/>
                </a:lnTo>
                <a:lnTo>
                  <a:pt x="6891288" y="47577"/>
                </a:lnTo>
                <a:lnTo>
                  <a:pt x="6891721" y="47631"/>
                </a:lnTo>
                <a:lnTo>
                  <a:pt x="6892154" y="47671"/>
                </a:lnTo>
                <a:lnTo>
                  <a:pt x="6892585" y="47697"/>
                </a:lnTo>
                <a:lnTo>
                  <a:pt x="6893010" y="47713"/>
                </a:lnTo>
                <a:lnTo>
                  <a:pt x="6893427" y="47721"/>
                </a:lnTo>
                <a:lnTo>
                  <a:pt x="6893833" y="47724"/>
                </a:lnTo>
                <a:lnTo>
                  <a:pt x="6894226" y="47725"/>
                </a:lnTo>
                <a:lnTo>
                  <a:pt x="6909844" y="47725"/>
                </a:lnTo>
                <a:lnTo>
                  <a:pt x="6909844" y="107238"/>
                </a:lnTo>
                <a:lnTo>
                  <a:pt x="6894226" y="107238"/>
                </a:lnTo>
                <a:lnTo>
                  <a:pt x="6893855" y="107239"/>
                </a:lnTo>
                <a:lnTo>
                  <a:pt x="6893467" y="107241"/>
                </a:lnTo>
                <a:lnTo>
                  <a:pt x="6893065" y="107249"/>
                </a:lnTo>
                <a:lnTo>
                  <a:pt x="6892651" y="107265"/>
                </a:lnTo>
                <a:lnTo>
                  <a:pt x="6892229" y="107290"/>
                </a:lnTo>
                <a:lnTo>
                  <a:pt x="6891802" y="107329"/>
                </a:lnTo>
                <a:lnTo>
                  <a:pt x="6891372" y="107382"/>
                </a:lnTo>
                <a:lnTo>
                  <a:pt x="6890942" y="107452"/>
                </a:lnTo>
                <a:lnTo>
                  <a:pt x="6890516" y="107543"/>
                </a:lnTo>
                <a:lnTo>
                  <a:pt x="6890096" y="107657"/>
                </a:lnTo>
                <a:lnTo>
                  <a:pt x="6889685" y="107795"/>
                </a:lnTo>
                <a:lnTo>
                  <a:pt x="6889287" y="107961"/>
                </a:lnTo>
                <a:lnTo>
                  <a:pt x="6888903" y="108157"/>
                </a:lnTo>
                <a:lnTo>
                  <a:pt x="6888538" y="108386"/>
                </a:lnTo>
                <a:lnTo>
                  <a:pt x="6888193" y="108650"/>
                </a:lnTo>
                <a:lnTo>
                  <a:pt x="6887872" y="108952"/>
                </a:lnTo>
                <a:lnTo>
                  <a:pt x="6887578" y="109294"/>
                </a:lnTo>
                <a:lnTo>
                  <a:pt x="6887314" y="109678"/>
                </a:lnTo>
                <a:lnTo>
                  <a:pt x="6887082" y="110108"/>
                </a:lnTo>
                <a:lnTo>
                  <a:pt x="6886886" y="110585"/>
                </a:lnTo>
                <a:lnTo>
                  <a:pt x="6886729" y="111113"/>
                </a:lnTo>
                <a:lnTo>
                  <a:pt x="6886613" y="111693"/>
                </a:lnTo>
                <a:lnTo>
                  <a:pt x="6886541" y="112329"/>
                </a:lnTo>
                <a:lnTo>
                  <a:pt x="6886516" y="113022"/>
                </a:lnTo>
                <a:lnTo>
                  <a:pt x="6886540" y="113738"/>
                </a:lnTo>
                <a:lnTo>
                  <a:pt x="6886609" y="114395"/>
                </a:lnTo>
                <a:lnTo>
                  <a:pt x="6886721" y="114994"/>
                </a:lnTo>
                <a:lnTo>
                  <a:pt x="6886873" y="115539"/>
                </a:lnTo>
                <a:lnTo>
                  <a:pt x="6887063" y="116033"/>
                </a:lnTo>
                <a:lnTo>
                  <a:pt x="6887287" y="116476"/>
                </a:lnTo>
                <a:lnTo>
                  <a:pt x="6887544" y="116874"/>
                </a:lnTo>
                <a:lnTo>
                  <a:pt x="6887830" y="117227"/>
                </a:lnTo>
                <a:lnTo>
                  <a:pt x="6888143" y="117538"/>
                </a:lnTo>
                <a:lnTo>
                  <a:pt x="6888480" y="117811"/>
                </a:lnTo>
                <a:lnTo>
                  <a:pt x="6888838" y="118048"/>
                </a:lnTo>
                <a:lnTo>
                  <a:pt x="6889215" y="118250"/>
                </a:lnTo>
                <a:lnTo>
                  <a:pt x="6889608" y="118422"/>
                </a:lnTo>
                <a:lnTo>
                  <a:pt x="6890015" y="118565"/>
                </a:lnTo>
                <a:lnTo>
                  <a:pt x="6890432" y="118682"/>
                </a:lnTo>
                <a:lnTo>
                  <a:pt x="6890857" y="118776"/>
                </a:lnTo>
                <a:lnTo>
                  <a:pt x="6891288" y="118849"/>
                </a:lnTo>
                <a:lnTo>
                  <a:pt x="6891721" y="118904"/>
                </a:lnTo>
                <a:lnTo>
                  <a:pt x="6892154" y="118943"/>
                </a:lnTo>
                <a:lnTo>
                  <a:pt x="6892585" y="118970"/>
                </a:lnTo>
                <a:lnTo>
                  <a:pt x="6893010" y="118986"/>
                </a:lnTo>
                <a:lnTo>
                  <a:pt x="6893427" y="118994"/>
                </a:lnTo>
                <a:lnTo>
                  <a:pt x="6893833" y="118997"/>
                </a:lnTo>
                <a:lnTo>
                  <a:pt x="6894226" y="118997"/>
                </a:lnTo>
                <a:lnTo>
                  <a:pt x="6944545" y="118997"/>
                </a:lnTo>
                <a:lnTo>
                  <a:pt x="6944917" y="118997"/>
                </a:lnTo>
                <a:lnTo>
                  <a:pt x="6945308" y="118994"/>
                </a:lnTo>
                <a:lnTo>
                  <a:pt x="6945715" y="118986"/>
                </a:lnTo>
                <a:lnTo>
                  <a:pt x="6946135" y="118970"/>
                </a:lnTo>
                <a:lnTo>
                  <a:pt x="6946564" y="118945"/>
                </a:lnTo>
                <a:lnTo>
                  <a:pt x="6947000" y="118907"/>
                </a:lnTo>
                <a:lnTo>
                  <a:pt x="6947440" y="118854"/>
                </a:lnTo>
                <a:lnTo>
                  <a:pt x="6947880" y="118783"/>
                </a:lnTo>
                <a:lnTo>
                  <a:pt x="6948317" y="118692"/>
                </a:lnTo>
                <a:lnTo>
                  <a:pt x="6948749" y="118579"/>
                </a:lnTo>
                <a:lnTo>
                  <a:pt x="6949171" y="118440"/>
                </a:lnTo>
                <a:lnTo>
                  <a:pt x="6949582" y="118274"/>
                </a:lnTo>
                <a:lnTo>
                  <a:pt x="6949978" y="118078"/>
                </a:lnTo>
                <a:lnTo>
                  <a:pt x="6950355" y="117849"/>
                </a:lnTo>
                <a:lnTo>
                  <a:pt x="6950711" y="117585"/>
                </a:lnTo>
                <a:lnTo>
                  <a:pt x="6951043" y="117283"/>
                </a:lnTo>
                <a:lnTo>
                  <a:pt x="6951348" y="116942"/>
                </a:lnTo>
                <a:lnTo>
                  <a:pt x="6951622" y="116557"/>
                </a:lnTo>
                <a:lnTo>
                  <a:pt x="6951862" y="116127"/>
                </a:lnTo>
                <a:lnTo>
                  <a:pt x="6952065" y="115650"/>
                </a:lnTo>
                <a:lnTo>
                  <a:pt x="6952229" y="115122"/>
                </a:lnTo>
                <a:lnTo>
                  <a:pt x="6952350" y="114542"/>
                </a:lnTo>
                <a:lnTo>
                  <a:pt x="6952424" y="113907"/>
                </a:lnTo>
                <a:lnTo>
                  <a:pt x="6952450" y="113213"/>
                </a:lnTo>
                <a:lnTo>
                  <a:pt x="6952424" y="112497"/>
                </a:lnTo>
                <a:lnTo>
                  <a:pt x="6952350" y="111841"/>
                </a:lnTo>
                <a:lnTo>
                  <a:pt x="6952229" y="111241"/>
                </a:lnTo>
                <a:lnTo>
                  <a:pt x="6952065" y="110696"/>
                </a:lnTo>
                <a:lnTo>
                  <a:pt x="6951862" y="110203"/>
                </a:lnTo>
                <a:lnTo>
                  <a:pt x="6951622" y="109759"/>
                </a:lnTo>
                <a:lnTo>
                  <a:pt x="6951348" y="109362"/>
                </a:lnTo>
                <a:lnTo>
                  <a:pt x="6951043" y="109009"/>
                </a:lnTo>
                <a:lnTo>
                  <a:pt x="6950711" y="108697"/>
                </a:lnTo>
                <a:lnTo>
                  <a:pt x="6950355" y="108424"/>
                </a:lnTo>
                <a:lnTo>
                  <a:pt x="6949978" y="108188"/>
                </a:lnTo>
                <a:lnTo>
                  <a:pt x="6949582" y="107985"/>
                </a:lnTo>
                <a:lnTo>
                  <a:pt x="6949171" y="107813"/>
                </a:lnTo>
                <a:lnTo>
                  <a:pt x="6948749" y="107670"/>
                </a:lnTo>
                <a:lnTo>
                  <a:pt x="6948317" y="107553"/>
                </a:lnTo>
                <a:lnTo>
                  <a:pt x="6947880" y="107459"/>
                </a:lnTo>
                <a:lnTo>
                  <a:pt x="6947440" y="107386"/>
                </a:lnTo>
                <a:lnTo>
                  <a:pt x="6947000" y="107331"/>
                </a:lnTo>
                <a:lnTo>
                  <a:pt x="6946564" y="107292"/>
                </a:lnTo>
                <a:lnTo>
                  <a:pt x="6946135" y="107266"/>
                </a:lnTo>
                <a:lnTo>
                  <a:pt x="6945715" y="107250"/>
                </a:lnTo>
                <a:lnTo>
                  <a:pt x="6945308" y="107242"/>
                </a:lnTo>
                <a:lnTo>
                  <a:pt x="6944917" y="107239"/>
                </a:lnTo>
                <a:lnTo>
                  <a:pt x="6944545" y="107238"/>
                </a:lnTo>
                <a:lnTo>
                  <a:pt x="6923147" y="107238"/>
                </a:lnTo>
                <a:lnTo>
                  <a:pt x="6923147" y="83164"/>
                </a:lnTo>
                <a:lnTo>
                  <a:pt x="6923206" y="80906"/>
                </a:lnTo>
                <a:lnTo>
                  <a:pt x="6923384" y="78651"/>
                </a:lnTo>
                <a:lnTo>
                  <a:pt x="6923681" y="76408"/>
                </a:lnTo>
                <a:lnTo>
                  <a:pt x="6924097" y="74185"/>
                </a:lnTo>
                <a:lnTo>
                  <a:pt x="6924633" y="71990"/>
                </a:lnTo>
                <a:lnTo>
                  <a:pt x="6925288" y="69832"/>
                </a:lnTo>
                <a:lnTo>
                  <a:pt x="6926064" y="67718"/>
                </a:lnTo>
                <a:lnTo>
                  <a:pt x="6926960" y="65657"/>
                </a:lnTo>
                <a:lnTo>
                  <a:pt x="6927976" y="63658"/>
                </a:lnTo>
                <a:lnTo>
                  <a:pt x="6929112" y="61727"/>
                </a:lnTo>
                <a:lnTo>
                  <a:pt x="6930370" y="59875"/>
                </a:lnTo>
                <a:lnTo>
                  <a:pt x="6931749" y="58108"/>
                </a:lnTo>
                <a:lnTo>
                  <a:pt x="6933250" y="56435"/>
                </a:lnTo>
                <a:lnTo>
                  <a:pt x="6934872" y="54864"/>
                </a:lnTo>
                <a:lnTo>
                  <a:pt x="6936617" y="53404"/>
                </a:lnTo>
                <a:lnTo>
                  <a:pt x="6938483" y="52063"/>
                </a:lnTo>
                <a:lnTo>
                  <a:pt x="6940473" y="50849"/>
                </a:lnTo>
                <a:lnTo>
                  <a:pt x="6942584" y="49770"/>
                </a:lnTo>
                <a:lnTo>
                  <a:pt x="6944819" y="48834"/>
                </a:lnTo>
                <a:lnTo>
                  <a:pt x="6947178" y="48050"/>
                </a:lnTo>
                <a:lnTo>
                  <a:pt x="6949659" y="47426"/>
                </a:lnTo>
                <a:lnTo>
                  <a:pt x="6952265" y="46970"/>
                </a:lnTo>
                <a:lnTo>
                  <a:pt x="6954994" y="46690"/>
                </a:lnTo>
                <a:lnTo>
                  <a:pt x="6957848" y="46595"/>
                </a:lnTo>
                <a:lnTo>
                  <a:pt x="6957888" y="47169"/>
                </a:lnTo>
                <a:lnTo>
                  <a:pt x="6957960" y="47734"/>
                </a:lnTo>
                <a:lnTo>
                  <a:pt x="6958062" y="48288"/>
                </a:lnTo>
                <a:lnTo>
                  <a:pt x="6958195" y="48830"/>
                </a:lnTo>
                <a:lnTo>
                  <a:pt x="6958357" y="49359"/>
                </a:lnTo>
                <a:lnTo>
                  <a:pt x="6958548" y="49873"/>
                </a:lnTo>
                <a:lnTo>
                  <a:pt x="6958767" y="50371"/>
                </a:lnTo>
                <a:lnTo>
                  <a:pt x="6959013" y="50852"/>
                </a:lnTo>
                <a:lnTo>
                  <a:pt x="6959286" y="51313"/>
                </a:lnTo>
                <a:lnTo>
                  <a:pt x="6959585" y="51755"/>
                </a:lnTo>
                <a:lnTo>
                  <a:pt x="6959910" y="52175"/>
                </a:lnTo>
                <a:lnTo>
                  <a:pt x="6960259" y="52573"/>
                </a:lnTo>
                <a:lnTo>
                  <a:pt x="6960632" y="52946"/>
                </a:lnTo>
                <a:lnTo>
                  <a:pt x="6961029" y="53294"/>
                </a:lnTo>
                <a:lnTo>
                  <a:pt x="6961449" y="53615"/>
                </a:lnTo>
                <a:lnTo>
                  <a:pt x="6961890" y="53908"/>
                </a:lnTo>
                <a:lnTo>
                  <a:pt x="6962353" y="54172"/>
                </a:lnTo>
                <a:lnTo>
                  <a:pt x="6962837" y="54405"/>
                </a:lnTo>
                <a:lnTo>
                  <a:pt x="6963341" y="54605"/>
                </a:lnTo>
                <a:lnTo>
                  <a:pt x="6963864" y="54773"/>
                </a:lnTo>
                <a:lnTo>
                  <a:pt x="6964406" y="54905"/>
                </a:lnTo>
                <a:lnTo>
                  <a:pt x="6964966" y="55001"/>
                </a:lnTo>
                <a:lnTo>
                  <a:pt x="6965544" y="55060"/>
                </a:lnTo>
                <a:lnTo>
                  <a:pt x="6966138" y="55080"/>
                </a:lnTo>
                <a:lnTo>
                  <a:pt x="6966666" y="55064"/>
                </a:lnTo>
                <a:lnTo>
                  <a:pt x="6967188" y="55016"/>
                </a:lnTo>
                <a:lnTo>
                  <a:pt x="6967704" y="54937"/>
                </a:lnTo>
                <a:lnTo>
                  <a:pt x="6968211" y="54827"/>
                </a:lnTo>
                <a:lnTo>
                  <a:pt x="6968708" y="54687"/>
                </a:lnTo>
                <a:lnTo>
                  <a:pt x="6969193" y="54516"/>
                </a:lnTo>
                <a:lnTo>
                  <a:pt x="6969665" y="54316"/>
                </a:lnTo>
                <a:lnTo>
                  <a:pt x="6970123" y="54087"/>
                </a:lnTo>
                <a:lnTo>
                  <a:pt x="6970565" y="53829"/>
                </a:lnTo>
                <a:lnTo>
                  <a:pt x="6970989" y="53542"/>
                </a:lnTo>
                <a:lnTo>
                  <a:pt x="6971394" y="53228"/>
                </a:lnTo>
                <a:lnTo>
                  <a:pt x="6971778" y="52886"/>
                </a:lnTo>
                <a:lnTo>
                  <a:pt x="6972140" y="52517"/>
                </a:lnTo>
                <a:lnTo>
                  <a:pt x="6972479" y="52121"/>
                </a:lnTo>
                <a:lnTo>
                  <a:pt x="6972793" y="51699"/>
                </a:lnTo>
                <a:lnTo>
                  <a:pt x="6973080" y="51252"/>
                </a:lnTo>
                <a:lnTo>
                  <a:pt x="6973339" y="50778"/>
                </a:lnTo>
                <a:lnTo>
                  <a:pt x="6973568" y="50280"/>
                </a:lnTo>
                <a:lnTo>
                  <a:pt x="6973766" y="49757"/>
                </a:lnTo>
                <a:lnTo>
                  <a:pt x="6973931" y="49210"/>
                </a:lnTo>
                <a:lnTo>
                  <a:pt x="6974063" y="48640"/>
                </a:lnTo>
                <a:lnTo>
                  <a:pt x="6974158" y="48046"/>
                </a:lnTo>
                <a:lnTo>
                  <a:pt x="6974217" y="47429"/>
                </a:lnTo>
                <a:lnTo>
                  <a:pt x="6974237" y="46789"/>
                </a:lnTo>
                <a:lnTo>
                  <a:pt x="6974224" y="46286"/>
                </a:lnTo>
                <a:lnTo>
                  <a:pt x="6974182" y="45744"/>
                </a:lnTo>
                <a:lnTo>
                  <a:pt x="6974106" y="45168"/>
                </a:lnTo>
                <a:lnTo>
                  <a:pt x="6973991" y="44564"/>
                </a:lnTo>
                <a:lnTo>
                  <a:pt x="6973832" y="43938"/>
                </a:lnTo>
                <a:lnTo>
                  <a:pt x="6973625" y="43294"/>
                </a:lnTo>
                <a:close/>
                <a:moveTo>
                  <a:pt x="6472174" y="109759"/>
                </a:moveTo>
                <a:lnTo>
                  <a:pt x="6471908" y="109362"/>
                </a:lnTo>
                <a:lnTo>
                  <a:pt x="6471611" y="109009"/>
                </a:lnTo>
                <a:lnTo>
                  <a:pt x="6471288" y="108697"/>
                </a:lnTo>
                <a:lnTo>
                  <a:pt x="6470939" y="108424"/>
                </a:lnTo>
                <a:lnTo>
                  <a:pt x="6470569" y="108188"/>
                </a:lnTo>
                <a:lnTo>
                  <a:pt x="6470180" y="107985"/>
                </a:lnTo>
                <a:lnTo>
                  <a:pt x="6469775" y="107813"/>
                </a:lnTo>
                <a:lnTo>
                  <a:pt x="6469356" y="107670"/>
                </a:lnTo>
                <a:lnTo>
                  <a:pt x="6468928" y="107553"/>
                </a:lnTo>
                <a:lnTo>
                  <a:pt x="6468491" y="107459"/>
                </a:lnTo>
                <a:lnTo>
                  <a:pt x="6468050" y="107386"/>
                </a:lnTo>
                <a:lnTo>
                  <a:pt x="6467607" y="107331"/>
                </a:lnTo>
                <a:lnTo>
                  <a:pt x="6467165" y="107292"/>
                </a:lnTo>
                <a:lnTo>
                  <a:pt x="6466727" y="107266"/>
                </a:lnTo>
                <a:lnTo>
                  <a:pt x="6466296" y="107250"/>
                </a:lnTo>
                <a:lnTo>
                  <a:pt x="6465874" y="107242"/>
                </a:lnTo>
                <a:lnTo>
                  <a:pt x="6465465" y="107239"/>
                </a:lnTo>
                <a:lnTo>
                  <a:pt x="6465070" y="107238"/>
                </a:lnTo>
                <a:lnTo>
                  <a:pt x="6456586" y="107238"/>
                </a:lnTo>
                <a:lnTo>
                  <a:pt x="6456586" y="62576"/>
                </a:lnTo>
                <a:lnTo>
                  <a:pt x="6456535" y="60203"/>
                </a:lnTo>
                <a:lnTo>
                  <a:pt x="6456384" y="57944"/>
                </a:lnTo>
                <a:lnTo>
                  <a:pt x="6456134" y="55800"/>
                </a:lnTo>
                <a:lnTo>
                  <a:pt x="6455788" y="53768"/>
                </a:lnTo>
                <a:lnTo>
                  <a:pt x="6455346" y="51847"/>
                </a:lnTo>
                <a:lnTo>
                  <a:pt x="6454812" y="50036"/>
                </a:lnTo>
                <a:lnTo>
                  <a:pt x="6454187" y="48334"/>
                </a:lnTo>
                <a:lnTo>
                  <a:pt x="6453473" y="46739"/>
                </a:lnTo>
                <a:lnTo>
                  <a:pt x="6452672" y="45251"/>
                </a:lnTo>
                <a:lnTo>
                  <a:pt x="6451786" y="43867"/>
                </a:lnTo>
                <a:lnTo>
                  <a:pt x="6450817" y="42588"/>
                </a:lnTo>
                <a:lnTo>
                  <a:pt x="6449767" y="41411"/>
                </a:lnTo>
                <a:lnTo>
                  <a:pt x="6448637" y="40335"/>
                </a:lnTo>
                <a:lnTo>
                  <a:pt x="6447430" y="39360"/>
                </a:lnTo>
                <a:lnTo>
                  <a:pt x="6446147" y="38483"/>
                </a:lnTo>
                <a:lnTo>
                  <a:pt x="6444791" y="37704"/>
                </a:lnTo>
                <a:lnTo>
                  <a:pt x="6443364" y="37021"/>
                </a:lnTo>
                <a:lnTo>
                  <a:pt x="6441866" y="36433"/>
                </a:lnTo>
                <a:lnTo>
                  <a:pt x="6440301" y="35939"/>
                </a:lnTo>
                <a:lnTo>
                  <a:pt x="6438670" y="35537"/>
                </a:lnTo>
                <a:lnTo>
                  <a:pt x="6436975" y="35227"/>
                </a:lnTo>
                <a:lnTo>
                  <a:pt x="6435218" y="35007"/>
                </a:lnTo>
                <a:lnTo>
                  <a:pt x="6433401" y="34876"/>
                </a:lnTo>
                <a:lnTo>
                  <a:pt x="6431525" y="34833"/>
                </a:lnTo>
                <a:lnTo>
                  <a:pt x="6429933" y="34867"/>
                </a:lnTo>
                <a:lnTo>
                  <a:pt x="6428385" y="34964"/>
                </a:lnTo>
                <a:lnTo>
                  <a:pt x="6426882" y="35122"/>
                </a:lnTo>
                <a:lnTo>
                  <a:pt x="6425424" y="35336"/>
                </a:lnTo>
                <a:lnTo>
                  <a:pt x="6424011" y="35601"/>
                </a:lnTo>
                <a:lnTo>
                  <a:pt x="6422645" y="35915"/>
                </a:lnTo>
                <a:lnTo>
                  <a:pt x="6421324" y="36272"/>
                </a:lnTo>
                <a:lnTo>
                  <a:pt x="6420051" y="36669"/>
                </a:lnTo>
                <a:lnTo>
                  <a:pt x="6418823" y="37101"/>
                </a:lnTo>
                <a:lnTo>
                  <a:pt x="6417644" y="37565"/>
                </a:lnTo>
                <a:lnTo>
                  <a:pt x="6416511" y="38056"/>
                </a:lnTo>
                <a:lnTo>
                  <a:pt x="6415427" y="38570"/>
                </a:lnTo>
                <a:lnTo>
                  <a:pt x="6414391" y="39103"/>
                </a:lnTo>
                <a:lnTo>
                  <a:pt x="6413403" y="39651"/>
                </a:lnTo>
                <a:lnTo>
                  <a:pt x="6412464" y="40210"/>
                </a:lnTo>
                <a:lnTo>
                  <a:pt x="6411574" y="40776"/>
                </a:lnTo>
                <a:lnTo>
                  <a:pt x="6410734" y="41344"/>
                </a:lnTo>
                <a:lnTo>
                  <a:pt x="6409944" y="41911"/>
                </a:lnTo>
                <a:lnTo>
                  <a:pt x="6409204" y="42473"/>
                </a:lnTo>
                <a:lnTo>
                  <a:pt x="6408514" y="43025"/>
                </a:lnTo>
                <a:lnTo>
                  <a:pt x="6407875" y="43563"/>
                </a:lnTo>
                <a:lnTo>
                  <a:pt x="6407288" y="44083"/>
                </a:lnTo>
                <a:lnTo>
                  <a:pt x="6406752" y="44581"/>
                </a:lnTo>
                <a:lnTo>
                  <a:pt x="6406267" y="45053"/>
                </a:lnTo>
                <a:lnTo>
                  <a:pt x="6406267" y="44296"/>
                </a:lnTo>
                <a:lnTo>
                  <a:pt x="6406263" y="43573"/>
                </a:lnTo>
                <a:lnTo>
                  <a:pt x="6406252" y="42884"/>
                </a:lnTo>
                <a:lnTo>
                  <a:pt x="6406232" y="42229"/>
                </a:lnTo>
                <a:lnTo>
                  <a:pt x="6406198" y="41607"/>
                </a:lnTo>
                <a:lnTo>
                  <a:pt x="6406147" y="41019"/>
                </a:lnTo>
                <a:lnTo>
                  <a:pt x="6406076" y="40465"/>
                </a:lnTo>
                <a:lnTo>
                  <a:pt x="6405982" y="39943"/>
                </a:lnTo>
                <a:lnTo>
                  <a:pt x="6405861" y="39454"/>
                </a:lnTo>
                <a:lnTo>
                  <a:pt x="6405710" y="38999"/>
                </a:lnTo>
                <a:lnTo>
                  <a:pt x="6405525" y="38575"/>
                </a:lnTo>
                <a:lnTo>
                  <a:pt x="6405304" y="38185"/>
                </a:lnTo>
                <a:lnTo>
                  <a:pt x="6405042" y="37826"/>
                </a:lnTo>
                <a:lnTo>
                  <a:pt x="6404737" y="37500"/>
                </a:lnTo>
                <a:lnTo>
                  <a:pt x="6404385" y="37205"/>
                </a:lnTo>
                <a:lnTo>
                  <a:pt x="6403983" y="36943"/>
                </a:lnTo>
                <a:lnTo>
                  <a:pt x="6403527" y="36712"/>
                </a:lnTo>
                <a:lnTo>
                  <a:pt x="6403015" y="36512"/>
                </a:lnTo>
                <a:lnTo>
                  <a:pt x="6402442" y="36343"/>
                </a:lnTo>
                <a:lnTo>
                  <a:pt x="6401805" y="36206"/>
                </a:lnTo>
                <a:lnTo>
                  <a:pt x="6401102" y="36099"/>
                </a:lnTo>
                <a:lnTo>
                  <a:pt x="6400328" y="36023"/>
                </a:lnTo>
                <a:lnTo>
                  <a:pt x="6399481" y="35978"/>
                </a:lnTo>
                <a:lnTo>
                  <a:pt x="6398557" y="35963"/>
                </a:lnTo>
                <a:lnTo>
                  <a:pt x="6384484" y="35963"/>
                </a:lnTo>
                <a:lnTo>
                  <a:pt x="6384089" y="35963"/>
                </a:lnTo>
                <a:lnTo>
                  <a:pt x="6383680" y="35966"/>
                </a:lnTo>
                <a:lnTo>
                  <a:pt x="6383258" y="35974"/>
                </a:lnTo>
                <a:lnTo>
                  <a:pt x="6382826" y="35990"/>
                </a:lnTo>
                <a:lnTo>
                  <a:pt x="6382388" y="36017"/>
                </a:lnTo>
                <a:lnTo>
                  <a:pt x="6381947" y="36056"/>
                </a:lnTo>
                <a:lnTo>
                  <a:pt x="6381504" y="36111"/>
                </a:lnTo>
                <a:lnTo>
                  <a:pt x="6381063" y="36184"/>
                </a:lnTo>
                <a:lnTo>
                  <a:pt x="6380626" y="36278"/>
                </a:lnTo>
                <a:lnTo>
                  <a:pt x="6380198" y="36395"/>
                </a:lnTo>
                <a:lnTo>
                  <a:pt x="6379779" y="36538"/>
                </a:lnTo>
                <a:lnTo>
                  <a:pt x="6379374" y="36710"/>
                </a:lnTo>
                <a:lnTo>
                  <a:pt x="6378985" y="36913"/>
                </a:lnTo>
                <a:lnTo>
                  <a:pt x="6378615" y="37149"/>
                </a:lnTo>
                <a:lnTo>
                  <a:pt x="6378266" y="37422"/>
                </a:lnTo>
                <a:lnTo>
                  <a:pt x="6377943" y="37734"/>
                </a:lnTo>
                <a:lnTo>
                  <a:pt x="6377646" y="38087"/>
                </a:lnTo>
                <a:lnTo>
                  <a:pt x="6377380" y="38485"/>
                </a:lnTo>
                <a:lnTo>
                  <a:pt x="6377147" y="38929"/>
                </a:lnTo>
                <a:lnTo>
                  <a:pt x="6376950" y="39422"/>
                </a:lnTo>
                <a:lnTo>
                  <a:pt x="6376792" y="39968"/>
                </a:lnTo>
                <a:lnTo>
                  <a:pt x="6376676" y="40567"/>
                </a:lnTo>
                <a:lnTo>
                  <a:pt x="6376604" y="41224"/>
                </a:lnTo>
                <a:lnTo>
                  <a:pt x="6376579" y="41941"/>
                </a:lnTo>
                <a:lnTo>
                  <a:pt x="6376605" y="42634"/>
                </a:lnTo>
                <a:lnTo>
                  <a:pt x="6376679" y="43270"/>
                </a:lnTo>
                <a:lnTo>
                  <a:pt x="6376800" y="43850"/>
                </a:lnTo>
                <a:lnTo>
                  <a:pt x="6376963" y="44378"/>
                </a:lnTo>
                <a:lnTo>
                  <a:pt x="6377165" y="44855"/>
                </a:lnTo>
                <a:lnTo>
                  <a:pt x="6377404" y="45285"/>
                </a:lnTo>
                <a:lnTo>
                  <a:pt x="6377676" y="45669"/>
                </a:lnTo>
                <a:lnTo>
                  <a:pt x="6377978" y="46011"/>
                </a:lnTo>
                <a:lnTo>
                  <a:pt x="6378307" y="46313"/>
                </a:lnTo>
                <a:lnTo>
                  <a:pt x="6378660" y="46577"/>
                </a:lnTo>
                <a:lnTo>
                  <a:pt x="6379033" y="46806"/>
                </a:lnTo>
                <a:lnTo>
                  <a:pt x="6379423" y="47002"/>
                </a:lnTo>
                <a:lnTo>
                  <a:pt x="6379827" y="47168"/>
                </a:lnTo>
                <a:lnTo>
                  <a:pt x="6380242" y="47306"/>
                </a:lnTo>
                <a:lnTo>
                  <a:pt x="6380664" y="47420"/>
                </a:lnTo>
                <a:lnTo>
                  <a:pt x="6381091" y="47511"/>
                </a:lnTo>
                <a:lnTo>
                  <a:pt x="6381520" y="47581"/>
                </a:lnTo>
                <a:lnTo>
                  <a:pt x="6381947" y="47634"/>
                </a:lnTo>
                <a:lnTo>
                  <a:pt x="6382368" y="47673"/>
                </a:lnTo>
                <a:lnTo>
                  <a:pt x="6382782" y="47698"/>
                </a:lnTo>
                <a:lnTo>
                  <a:pt x="6383184" y="47714"/>
                </a:lnTo>
                <a:lnTo>
                  <a:pt x="6383571" y="47721"/>
                </a:lnTo>
                <a:lnTo>
                  <a:pt x="6383941" y="47724"/>
                </a:lnTo>
                <a:lnTo>
                  <a:pt x="6384289" y="47725"/>
                </a:lnTo>
                <a:lnTo>
                  <a:pt x="6392968" y="47725"/>
                </a:lnTo>
                <a:lnTo>
                  <a:pt x="6392968" y="107238"/>
                </a:lnTo>
                <a:lnTo>
                  <a:pt x="6384484" y="107238"/>
                </a:lnTo>
                <a:lnTo>
                  <a:pt x="6384089" y="107239"/>
                </a:lnTo>
                <a:lnTo>
                  <a:pt x="6383680" y="107242"/>
                </a:lnTo>
                <a:lnTo>
                  <a:pt x="6383258" y="107250"/>
                </a:lnTo>
                <a:lnTo>
                  <a:pt x="6382826" y="107266"/>
                </a:lnTo>
                <a:lnTo>
                  <a:pt x="6382388" y="107292"/>
                </a:lnTo>
                <a:lnTo>
                  <a:pt x="6381947" y="107331"/>
                </a:lnTo>
                <a:lnTo>
                  <a:pt x="6381504" y="107386"/>
                </a:lnTo>
                <a:lnTo>
                  <a:pt x="6381063" y="107459"/>
                </a:lnTo>
                <a:lnTo>
                  <a:pt x="6380626" y="107553"/>
                </a:lnTo>
                <a:lnTo>
                  <a:pt x="6380198" y="107670"/>
                </a:lnTo>
                <a:lnTo>
                  <a:pt x="6379779" y="107813"/>
                </a:lnTo>
                <a:lnTo>
                  <a:pt x="6379374" y="107985"/>
                </a:lnTo>
                <a:lnTo>
                  <a:pt x="6378985" y="108188"/>
                </a:lnTo>
                <a:lnTo>
                  <a:pt x="6378615" y="108424"/>
                </a:lnTo>
                <a:lnTo>
                  <a:pt x="6378266" y="108697"/>
                </a:lnTo>
                <a:lnTo>
                  <a:pt x="6377943" y="109009"/>
                </a:lnTo>
                <a:lnTo>
                  <a:pt x="6377646" y="109362"/>
                </a:lnTo>
                <a:lnTo>
                  <a:pt x="6377380" y="109759"/>
                </a:lnTo>
                <a:lnTo>
                  <a:pt x="6377147" y="110203"/>
                </a:lnTo>
                <a:lnTo>
                  <a:pt x="6376950" y="110696"/>
                </a:lnTo>
                <a:lnTo>
                  <a:pt x="6376792" y="111241"/>
                </a:lnTo>
                <a:lnTo>
                  <a:pt x="6376676" y="111841"/>
                </a:lnTo>
                <a:lnTo>
                  <a:pt x="6376604" y="112497"/>
                </a:lnTo>
                <a:lnTo>
                  <a:pt x="6376579" y="113213"/>
                </a:lnTo>
                <a:lnTo>
                  <a:pt x="6376605" y="113907"/>
                </a:lnTo>
                <a:lnTo>
                  <a:pt x="6376679" y="114542"/>
                </a:lnTo>
                <a:lnTo>
                  <a:pt x="6376800" y="115122"/>
                </a:lnTo>
                <a:lnTo>
                  <a:pt x="6376963" y="115650"/>
                </a:lnTo>
                <a:lnTo>
                  <a:pt x="6377165" y="116127"/>
                </a:lnTo>
                <a:lnTo>
                  <a:pt x="6377404" y="116557"/>
                </a:lnTo>
                <a:lnTo>
                  <a:pt x="6377676" y="116942"/>
                </a:lnTo>
                <a:lnTo>
                  <a:pt x="6377978" y="117283"/>
                </a:lnTo>
                <a:lnTo>
                  <a:pt x="6378307" y="117585"/>
                </a:lnTo>
                <a:lnTo>
                  <a:pt x="6378660" y="117849"/>
                </a:lnTo>
                <a:lnTo>
                  <a:pt x="6379033" y="118078"/>
                </a:lnTo>
                <a:lnTo>
                  <a:pt x="6379423" y="118274"/>
                </a:lnTo>
                <a:lnTo>
                  <a:pt x="6379827" y="118440"/>
                </a:lnTo>
                <a:lnTo>
                  <a:pt x="6380242" y="118579"/>
                </a:lnTo>
                <a:lnTo>
                  <a:pt x="6380664" y="118692"/>
                </a:lnTo>
                <a:lnTo>
                  <a:pt x="6381091" y="118783"/>
                </a:lnTo>
                <a:lnTo>
                  <a:pt x="6381520" y="118854"/>
                </a:lnTo>
                <a:lnTo>
                  <a:pt x="6381947" y="118907"/>
                </a:lnTo>
                <a:lnTo>
                  <a:pt x="6382368" y="118945"/>
                </a:lnTo>
                <a:lnTo>
                  <a:pt x="6382782" y="118970"/>
                </a:lnTo>
                <a:lnTo>
                  <a:pt x="6383184" y="118986"/>
                </a:lnTo>
                <a:lnTo>
                  <a:pt x="6383571" y="118994"/>
                </a:lnTo>
                <a:lnTo>
                  <a:pt x="6383941" y="118997"/>
                </a:lnTo>
                <a:lnTo>
                  <a:pt x="6384289" y="118997"/>
                </a:lnTo>
                <a:lnTo>
                  <a:pt x="6414946" y="118997"/>
                </a:lnTo>
                <a:lnTo>
                  <a:pt x="6415294" y="118997"/>
                </a:lnTo>
                <a:lnTo>
                  <a:pt x="6415664" y="118994"/>
                </a:lnTo>
                <a:lnTo>
                  <a:pt x="6416051" y="118986"/>
                </a:lnTo>
                <a:lnTo>
                  <a:pt x="6416453" y="118970"/>
                </a:lnTo>
                <a:lnTo>
                  <a:pt x="6416867" y="118945"/>
                </a:lnTo>
                <a:lnTo>
                  <a:pt x="6417288" y="118907"/>
                </a:lnTo>
                <a:lnTo>
                  <a:pt x="6417715" y="118854"/>
                </a:lnTo>
                <a:lnTo>
                  <a:pt x="6418143" y="118783"/>
                </a:lnTo>
                <a:lnTo>
                  <a:pt x="6418571" y="118692"/>
                </a:lnTo>
                <a:lnTo>
                  <a:pt x="6418993" y="118579"/>
                </a:lnTo>
                <a:lnTo>
                  <a:pt x="6419408" y="118440"/>
                </a:lnTo>
                <a:lnTo>
                  <a:pt x="6419812" y="118274"/>
                </a:lnTo>
                <a:lnTo>
                  <a:pt x="6420202" y="118078"/>
                </a:lnTo>
                <a:lnTo>
                  <a:pt x="6420575" y="117849"/>
                </a:lnTo>
                <a:lnTo>
                  <a:pt x="6420928" y="117585"/>
                </a:lnTo>
                <a:lnTo>
                  <a:pt x="6421256" y="117283"/>
                </a:lnTo>
                <a:lnTo>
                  <a:pt x="6421558" y="116942"/>
                </a:lnTo>
                <a:lnTo>
                  <a:pt x="6421831" y="116557"/>
                </a:lnTo>
                <a:lnTo>
                  <a:pt x="6422069" y="116127"/>
                </a:lnTo>
                <a:lnTo>
                  <a:pt x="6422272" y="115650"/>
                </a:lnTo>
                <a:lnTo>
                  <a:pt x="6422435" y="115122"/>
                </a:lnTo>
                <a:lnTo>
                  <a:pt x="6422556" y="114542"/>
                </a:lnTo>
                <a:lnTo>
                  <a:pt x="6422630" y="113907"/>
                </a:lnTo>
                <a:lnTo>
                  <a:pt x="6422656" y="113213"/>
                </a:lnTo>
                <a:lnTo>
                  <a:pt x="6422631" y="112497"/>
                </a:lnTo>
                <a:lnTo>
                  <a:pt x="6422559" y="111841"/>
                </a:lnTo>
                <a:lnTo>
                  <a:pt x="6422443" y="111241"/>
                </a:lnTo>
                <a:lnTo>
                  <a:pt x="6422285" y="110696"/>
                </a:lnTo>
                <a:lnTo>
                  <a:pt x="6422088" y="110203"/>
                </a:lnTo>
                <a:lnTo>
                  <a:pt x="6421855" y="109759"/>
                </a:lnTo>
                <a:lnTo>
                  <a:pt x="6421589" y="109362"/>
                </a:lnTo>
                <a:lnTo>
                  <a:pt x="6421292" y="109009"/>
                </a:lnTo>
                <a:lnTo>
                  <a:pt x="6420969" y="108697"/>
                </a:lnTo>
                <a:lnTo>
                  <a:pt x="6420620" y="108424"/>
                </a:lnTo>
                <a:lnTo>
                  <a:pt x="6420250" y="108188"/>
                </a:lnTo>
                <a:lnTo>
                  <a:pt x="6419861" y="107985"/>
                </a:lnTo>
                <a:lnTo>
                  <a:pt x="6419456" y="107813"/>
                </a:lnTo>
                <a:lnTo>
                  <a:pt x="6419037" y="107670"/>
                </a:lnTo>
                <a:lnTo>
                  <a:pt x="6418609" y="107553"/>
                </a:lnTo>
                <a:lnTo>
                  <a:pt x="6418172" y="107459"/>
                </a:lnTo>
                <a:lnTo>
                  <a:pt x="6417731" y="107386"/>
                </a:lnTo>
                <a:lnTo>
                  <a:pt x="6417288" y="107331"/>
                </a:lnTo>
                <a:lnTo>
                  <a:pt x="6416846" y="107292"/>
                </a:lnTo>
                <a:lnTo>
                  <a:pt x="6416408" y="107266"/>
                </a:lnTo>
                <a:lnTo>
                  <a:pt x="6415977" y="107250"/>
                </a:lnTo>
                <a:lnTo>
                  <a:pt x="6415555" y="107242"/>
                </a:lnTo>
                <a:lnTo>
                  <a:pt x="6415146" y="107239"/>
                </a:lnTo>
                <a:lnTo>
                  <a:pt x="6414751" y="107238"/>
                </a:lnTo>
                <a:lnTo>
                  <a:pt x="6406267" y="107238"/>
                </a:lnTo>
                <a:lnTo>
                  <a:pt x="6406267" y="73149"/>
                </a:lnTo>
                <a:lnTo>
                  <a:pt x="6406340" y="70806"/>
                </a:lnTo>
                <a:lnTo>
                  <a:pt x="6406554" y="68586"/>
                </a:lnTo>
                <a:lnTo>
                  <a:pt x="6406900" y="66485"/>
                </a:lnTo>
                <a:lnTo>
                  <a:pt x="6407370" y="64503"/>
                </a:lnTo>
                <a:lnTo>
                  <a:pt x="6407956" y="62636"/>
                </a:lnTo>
                <a:lnTo>
                  <a:pt x="6408650" y="60884"/>
                </a:lnTo>
                <a:lnTo>
                  <a:pt x="6409445" y="59245"/>
                </a:lnTo>
                <a:lnTo>
                  <a:pt x="6410331" y="57715"/>
                </a:lnTo>
                <a:lnTo>
                  <a:pt x="6411300" y="56293"/>
                </a:lnTo>
                <a:lnTo>
                  <a:pt x="6412346" y="54978"/>
                </a:lnTo>
                <a:lnTo>
                  <a:pt x="6413458" y="53767"/>
                </a:lnTo>
                <a:lnTo>
                  <a:pt x="6414630" y="52658"/>
                </a:lnTo>
                <a:lnTo>
                  <a:pt x="6415854" y="51649"/>
                </a:lnTo>
                <a:lnTo>
                  <a:pt x="6417120" y="50739"/>
                </a:lnTo>
                <a:lnTo>
                  <a:pt x="6418422" y="49925"/>
                </a:lnTo>
                <a:lnTo>
                  <a:pt x="6419750" y="49205"/>
                </a:lnTo>
                <a:lnTo>
                  <a:pt x="6421097" y="48577"/>
                </a:lnTo>
                <a:lnTo>
                  <a:pt x="6422454" y="48039"/>
                </a:lnTo>
                <a:lnTo>
                  <a:pt x="6423815" y="47589"/>
                </a:lnTo>
                <a:lnTo>
                  <a:pt x="6425169" y="47226"/>
                </a:lnTo>
                <a:lnTo>
                  <a:pt x="6426510" y="46947"/>
                </a:lnTo>
                <a:lnTo>
                  <a:pt x="6427829" y="46750"/>
                </a:lnTo>
                <a:lnTo>
                  <a:pt x="6429118" y="46634"/>
                </a:lnTo>
                <a:lnTo>
                  <a:pt x="6430369" y="46595"/>
                </a:lnTo>
                <a:lnTo>
                  <a:pt x="6431608" y="46623"/>
                </a:lnTo>
                <a:lnTo>
                  <a:pt x="6432770" y="46708"/>
                </a:lnTo>
                <a:lnTo>
                  <a:pt x="6433858" y="46849"/>
                </a:lnTo>
                <a:lnTo>
                  <a:pt x="6434873" y="47048"/>
                </a:lnTo>
                <a:lnTo>
                  <a:pt x="6435819" y="47304"/>
                </a:lnTo>
                <a:lnTo>
                  <a:pt x="6436697" y="47618"/>
                </a:lnTo>
                <a:lnTo>
                  <a:pt x="6437510" y="47990"/>
                </a:lnTo>
                <a:lnTo>
                  <a:pt x="6438258" y="48421"/>
                </a:lnTo>
                <a:lnTo>
                  <a:pt x="6438945" y="48910"/>
                </a:lnTo>
                <a:lnTo>
                  <a:pt x="6439573" y="49459"/>
                </a:lnTo>
                <a:lnTo>
                  <a:pt x="6440143" y="50067"/>
                </a:lnTo>
                <a:lnTo>
                  <a:pt x="6440658" y="50735"/>
                </a:lnTo>
                <a:lnTo>
                  <a:pt x="6441119" y="51463"/>
                </a:lnTo>
                <a:lnTo>
                  <a:pt x="6441530" y="52252"/>
                </a:lnTo>
                <a:lnTo>
                  <a:pt x="6441891" y="53101"/>
                </a:lnTo>
                <a:lnTo>
                  <a:pt x="6442206" y="54012"/>
                </a:lnTo>
                <a:lnTo>
                  <a:pt x="6442476" y="54984"/>
                </a:lnTo>
                <a:lnTo>
                  <a:pt x="6442703" y="56018"/>
                </a:lnTo>
                <a:lnTo>
                  <a:pt x="6442889" y="57114"/>
                </a:lnTo>
                <a:lnTo>
                  <a:pt x="6443037" y="58272"/>
                </a:lnTo>
                <a:lnTo>
                  <a:pt x="6443148" y="59494"/>
                </a:lnTo>
                <a:lnTo>
                  <a:pt x="6443225" y="60778"/>
                </a:lnTo>
                <a:lnTo>
                  <a:pt x="6443269" y="62126"/>
                </a:lnTo>
                <a:lnTo>
                  <a:pt x="6443284" y="63538"/>
                </a:lnTo>
                <a:lnTo>
                  <a:pt x="6443284" y="107238"/>
                </a:lnTo>
                <a:lnTo>
                  <a:pt x="6435767" y="107238"/>
                </a:lnTo>
                <a:lnTo>
                  <a:pt x="6435373" y="107239"/>
                </a:lnTo>
                <a:lnTo>
                  <a:pt x="6434964" y="107242"/>
                </a:lnTo>
                <a:lnTo>
                  <a:pt x="6434542" y="107250"/>
                </a:lnTo>
                <a:lnTo>
                  <a:pt x="6434110" y="107266"/>
                </a:lnTo>
                <a:lnTo>
                  <a:pt x="6433672" y="107292"/>
                </a:lnTo>
                <a:lnTo>
                  <a:pt x="6433230" y="107331"/>
                </a:lnTo>
                <a:lnTo>
                  <a:pt x="6432788" y="107386"/>
                </a:lnTo>
                <a:lnTo>
                  <a:pt x="6432347" y="107459"/>
                </a:lnTo>
                <a:lnTo>
                  <a:pt x="6431910" y="107553"/>
                </a:lnTo>
                <a:lnTo>
                  <a:pt x="6431481" y="107670"/>
                </a:lnTo>
                <a:lnTo>
                  <a:pt x="6431063" y="107813"/>
                </a:lnTo>
                <a:lnTo>
                  <a:pt x="6430658" y="107985"/>
                </a:lnTo>
                <a:lnTo>
                  <a:pt x="6430269" y="108188"/>
                </a:lnTo>
                <a:lnTo>
                  <a:pt x="6429899" y="108424"/>
                </a:lnTo>
                <a:lnTo>
                  <a:pt x="6429550" y="108697"/>
                </a:lnTo>
                <a:lnTo>
                  <a:pt x="6429226" y="109009"/>
                </a:lnTo>
                <a:lnTo>
                  <a:pt x="6428930" y="109362"/>
                </a:lnTo>
                <a:lnTo>
                  <a:pt x="6428664" y="109759"/>
                </a:lnTo>
                <a:lnTo>
                  <a:pt x="6428431" y="110203"/>
                </a:lnTo>
                <a:lnTo>
                  <a:pt x="6428234" y="110696"/>
                </a:lnTo>
                <a:lnTo>
                  <a:pt x="6428076" y="111241"/>
                </a:lnTo>
                <a:lnTo>
                  <a:pt x="6427959" y="111841"/>
                </a:lnTo>
                <a:lnTo>
                  <a:pt x="6427887" y="112497"/>
                </a:lnTo>
                <a:lnTo>
                  <a:pt x="6427863" y="113213"/>
                </a:lnTo>
                <a:lnTo>
                  <a:pt x="6427889" y="113907"/>
                </a:lnTo>
                <a:lnTo>
                  <a:pt x="6427967" y="114542"/>
                </a:lnTo>
                <a:lnTo>
                  <a:pt x="6428092" y="115122"/>
                </a:lnTo>
                <a:lnTo>
                  <a:pt x="6428261" y="115650"/>
                </a:lnTo>
                <a:lnTo>
                  <a:pt x="6428471" y="116127"/>
                </a:lnTo>
                <a:lnTo>
                  <a:pt x="6428718" y="116557"/>
                </a:lnTo>
                <a:lnTo>
                  <a:pt x="6429000" y="116942"/>
                </a:lnTo>
                <a:lnTo>
                  <a:pt x="6429312" y="117283"/>
                </a:lnTo>
                <a:lnTo>
                  <a:pt x="6429652" y="117585"/>
                </a:lnTo>
                <a:lnTo>
                  <a:pt x="6430016" y="117849"/>
                </a:lnTo>
                <a:lnTo>
                  <a:pt x="6430400" y="118078"/>
                </a:lnTo>
                <a:lnTo>
                  <a:pt x="6430802" y="118274"/>
                </a:lnTo>
                <a:lnTo>
                  <a:pt x="6431219" y="118440"/>
                </a:lnTo>
                <a:lnTo>
                  <a:pt x="6431645" y="118579"/>
                </a:lnTo>
                <a:lnTo>
                  <a:pt x="6432080" y="118692"/>
                </a:lnTo>
                <a:lnTo>
                  <a:pt x="6432518" y="118783"/>
                </a:lnTo>
                <a:lnTo>
                  <a:pt x="6432957" y="118854"/>
                </a:lnTo>
                <a:lnTo>
                  <a:pt x="6433393" y="118907"/>
                </a:lnTo>
                <a:lnTo>
                  <a:pt x="6433823" y="118945"/>
                </a:lnTo>
                <a:lnTo>
                  <a:pt x="6434244" y="118970"/>
                </a:lnTo>
                <a:lnTo>
                  <a:pt x="6434652" y="118986"/>
                </a:lnTo>
                <a:lnTo>
                  <a:pt x="6435045" y="118994"/>
                </a:lnTo>
                <a:lnTo>
                  <a:pt x="6435417" y="118997"/>
                </a:lnTo>
                <a:lnTo>
                  <a:pt x="6435767" y="118997"/>
                </a:lnTo>
                <a:lnTo>
                  <a:pt x="6465265" y="118997"/>
                </a:lnTo>
                <a:lnTo>
                  <a:pt x="6465613" y="118997"/>
                </a:lnTo>
                <a:lnTo>
                  <a:pt x="6465983" y="118994"/>
                </a:lnTo>
                <a:lnTo>
                  <a:pt x="6466370" y="118986"/>
                </a:lnTo>
                <a:lnTo>
                  <a:pt x="6466772" y="118970"/>
                </a:lnTo>
                <a:lnTo>
                  <a:pt x="6467186" y="118945"/>
                </a:lnTo>
                <a:lnTo>
                  <a:pt x="6467607" y="118907"/>
                </a:lnTo>
                <a:lnTo>
                  <a:pt x="6468034" y="118854"/>
                </a:lnTo>
                <a:lnTo>
                  <a:pt x="6468462" y="118783"/>
                </a:lnTo>
                <a:lnTo>
                  <a:pt x="6468890" y="118692"/>
                </a:lnTo>
                <a:lnTo>
                  <a:pt x="6469312" y="118579"/>
                </a:lnTo>
                <a:lnTo>
                  <a:pt x="6469727" y="118440"/>
                </a:lnTo>
                <a:lnTo>
                  <a:pt x="6470131" y="118274"/>
                </a:lnTo>
                <a:lnTo>
                  <a:pt x="6470521" y="118078"/>
                </a:lnTo>
                <a:lnTo>
                  <a:pt x="6470894" y="117849"/>
                </a:lnTo>
                <a:lnTo>
                  <a:pt x="6471247" y="117585"/>
                </a:lnTo>
                <a:lnTo>
                  <a:pt x="6471575" y="117283"/>
                </a:lnTo>
                <a:lnTo>
                  <a:pt x="6471877" y="116942"/>
                </a:lnTo>
                <a:lnTo>
                  <a:pt x="6472150" y="116557"/>
                </a:lnTo>
                <a:lnTo>
                  <a:pt x="6472388" y="116127"/>
                </a:lnTo>
                <a:lnTo>
                  <a:pt x="6472591" y="115650"/>
                </a:lnTo>
                <a:lnTo>
                  <a:pt x="6472754" y="115122"/>
                </a:lnTo>
                <a:lnTo>
                  <a:pt x="6472875" y="114542"/>
                </a:lnTo>
                <a:lnTo>
                  <a:pt x="6472949" y="113907"/>
                </a:lnTo>
                <a:lnTo>
                  <a:pt x="6472975" y="113213"/>
                </a:lnTo>
                <a:lnTo>
                  <a:pt x="6472950" y="112497"/>
                </a:lnTo>
                <a:lnTo>
                  <a:pt x="6472878" y="111841"/>
                </a:lnTo>
                <a:lnTo>
                  <a:pt x="6472762" y="111241"/>
                </a:lnTo>
                <a:lnTo>
                  <a:pt x="6472604" y="110696"/>
                </a:lnTo>
                <a:lnTo>
                  <a:pt x="6472407" y="110203"/>
                </a:lnTo>
                <a:lnTo>
                  <a:pt x="6472174" y="109759"/>
                </a:lnTo>
                <a:close/>
                <a:moveTo>
                  <a:pt x="5258934" y="109678"/>
                </a:moveTo>
                <a:lnTo>
                  <a:pt x="5258670" y="109294"/>
                </a:lnTo>
                <a:lnTo>
                  <a:pt x="5258375" y="108952"/>
                </a:lnTo>
                <a:lnTo>
                  <a:pt x="5258054" y="108650"/>
                </a:lnTo>
                <a:lnTo>
                  <a:pt x="5257710" y="108386"/>
                </a:lnTo>
                <a:lnTo>
                  <a:pt x="5257344" y="108157"/>
                </a:lnTo>
                <a:lnTo>
                  <a:pt x="5256960" y="107961"/>
                </a:lnTo>
                <a:lnTo>
                  <a:pt x="5256562" y="107795"/>
                </a:lnTo>
                <a:lnTo>
                  <a:pt x="5256151" y="107657"/>
                </a:lnTo>
                <a:lnTo>
                  <a:pt x="5255731" y="107543"/>
                </a:lnTo>
                <a:lnTo>
                  <a:pt x="5255304" y="107452"/>
                </a:lnTo>
                <a:lnTo>
                  <a:pt x="5254875" y="107382"/>
                </a:lnTo>
                <a:lnTo>
                  <a:pt x="5254444" y="107329"/>
                </a:lnTo>
                <a:lnTo>
                  <a:pt x="5254017" y="107290"/>
                </a:lnTo>
                <a:lnTo>
                  <a:pt x="5253595" y="107265"/>
                </a:lnTo>
                <a:lnTo>
                  <a:pt x="5253181" y="107249"/>
                </a:lnTo>
                <a:lnTo>
                  <a:pt x="5252778" y="107241"/>
                </a:lnTo>
                <a:lnTo>
                  <a:pt x="5252390" y="107239"/>
                </a:lnTo>
                <a:lnTo>
                  <a:pt x="5252019" y="107238"/>
                </a:lnTo>
                <a:lnTo>
                  <a:pt x="5251039" y="107233"/>
                </a:lnTo>
                <a:lnTo>
                  <a:pt x="5250120" y="107219"/>
                </a:lnTo>
                <a:lnTo>
                  <a:pt x="5249261" y="107196"/>
                </a:lnTo>
                <a:lnTo>
                  <a:pt x="5248458" y="107164"/>
                </a:lnTo>
                <a:lnTo>
                  <a:pt x="5247710" y="107125"/>
                </a:lnTo>
                <a:lnTo>
                  <a:pt x="5247013" y="107078"/>
                </a:lnTo>
                <a:lnTo>
                  <a:pt x="5246366" y="107025"/>
                </a:lnTo>
                <a:lnTo>
                  <a:pt x="5245765" y="106966"/>
                </a:lnTo>
                <a:lnTo>
                  <a:pt x="5245208" y="106902"/>
                </a:lnTo>
                <a:lnTo>
                  <a:pt x="5244693" y="106833"/>
                </a:lnTo>
                <a:lnTo>
                  <a:pt x="5244217" y="106760"/>
                </a:lnTo>
                <a:lnTo>
                  <a:pt x="5243778" y="106683"/>
                </a:lnTo>
                <a:lnTo>
                  <a:pt x="5243373" y="106603"/>
                </a:lnTo>
                <a:lnTo>
                  <a:pt x="5242999" y="106521"/>
                </a:lnTo>
                <a:lnTo>
                  <a:pt x="5242655" y="106437"/>
                </a:lnTo>
                <a:lnTo>
                  <a:pt x="5242337" y="106352"/>
                </a:lnTo>
                <a:lnTo>
                  <a:pt x="5242043" y="106266"/>
                </a:lnTo>
                <a:lnTo>
                  <a:pt x="5241771" y="106179"/>
                </a:lnTo>
                <a:lnTo>
                  <a:pt x="5241518" y="106094"/>
                </a:lnTo>
                <a:lnTo>
                  <a:pt x="5241282" y="106009"/>
                </a:lnTo>
                <a:lnTo>
                  <a:pt x="5241060" y="105926"/>
                </a:lnTo>
                <a:lnTo>
                  <a:pt x="5240849" y="105846"/>
                </a:lnTo>
                <a:lnTo>
                  <a:pt x="5240647" y="105768"/>
                </a:lnTo>
                <a:lnTo>
                  <a:pt x="5240452" y="105694"/>
                </a:lnTo>
                <a:lnTo>
                  <a:pt x="5240452" y="63991"/>
                </a:lnTo>
                <a:lnTo>
                  <a:pt x="5240397" y="62266"/>
                </a:lnTo>
                <a:lnTo>
                  <a:pt x="5240231" y="60523"/>
                </a:lnTo>
                <a:lnTo>
                  <a:pt x="5239951" y="58770"/>
                </a:lnTo>
                <a:lnTo>
                  <a:pt x="5239552" y="57016"/>
                </a:lnTo>
                <a:lnTo>
                  <a:pt x="5239034" y="55268"/>
                </a:lnTo>
                <a:lnTo>
                  <a:pt x="5238392" y="53535"/>
                </a:lnTo>
                <a:lnTo>
                  <a:pt x="5237623" y="51824"/>
                </a:lnTo>
                <a:lnTo>
                  <a:pt x="5236725" y="50144"/>
                </a:lnTo>
                <a:lnTo>
                  <a:pt x="5235694" y="48504"/>
                </a:lnTo>
                <a:lnTo>
                  <a:pt x="5234528" y="46910"/>
                </a:lnTo>
                <a:lnTo>
                  <a:pt x="5233223" y="45371"/>
                </a:lnTo>
                <a:lnTo>
                  <a:pt x="5231777" y="43895"/>
                </a:lnTo>
                <a:lnTo>
                  <a:pt x="5230185" y="42491"/>
                </a:lnTo>
                <a:lnTo>
                  <a:pt x="5228447" y="41167"/>
                </a:lnTo>
                <a:lnTo>
                  <a:pt x="5226558" y="39930"/>
                </a:lnTo>
                <a:lnTo>
                  <a:pt x="5224515" y="38789"/>
                </a:lnTo>
                <a:lnTo>
                  <a:pt x="5222315" y="37751"/>
                </a:lnTo>
                <a:lnTo>
                  <a:pt x="5219956" y="36826"/>
                </a:lnTo>
                <a:lnTo>
                  <a:pt x="5217434" y="36021"/>
                </a:lnTo>
                <a:lnTo>
                  <a:pt x="5214747" y="35344"/>
                </a:lnTo>
                <a:lnTo>
                  <a:pt x="5211891" y="34803"/>
                </a:lnTo>
                <a:lnTo>
                  <a:pt x="5208863" y="34407"/>
                </a:lnTo>
                <a:lnTo>
                  <a:pt x="5205660" y="34163"/>
                </a:lnTo>
                <a:lnTo>
                  <a:pt x="5202280" y="34080"/>
                </a:lnTo>
                <a:lnTo>
                  <a:pt x="5201187" y="34081"/>
                </a:lnTo>
                <a:lnTo>
                  <a:pt x="5199988" y="34088"/>
                </a:lnTo>
                <a:lnTo>
                  <a:pt x="5198698" y="34107"/>
                </a:lnTo>
                <a:lnTo>
                  <a:pt x="5197331" y="34145"/>
                </a:lnTo>
                <a:lnTo>
                  <a:pt x="5195898" y="34207"/>
                </a:lnTo>
                <a:lnTo>
                  <a:pt x="5194414" y="34300"/>
                </a:lnTo>
                <a:lnTo>
                  <a:pt x="5192893" y="34429"/>
                </a:lnTo>
                <a:lnTo>
                  <a:pt x="5191348" y="34601"/>
                </a:lnTo>
                <a:lnTo>
                  <a:pt x="5189791" y="34822"/>
                </a:lnTo>
                <a:lnTo>
                  <a:pt x="5188238" y="35098"/>
                </a:lnTo>
                <a:lnTo>
                  <a:pt x="5186701" y="35436"/>
                </a:lnTo>
                <a:lnTo>
                  <a:pt x="5185193" y="35840"/>
                </a:lnTo>
                <a:lnTo>
                  <a:pt x="5183729" y="36318"/>
                </a:lnTo>
                <a:lnTo>
                  <a:pt x="5182321" y="36875"/>
                </a:lnTo>
                <a:lnTo>
                  <a:pt x="5180984" y="37517"/>
                </a:lnTo>
                <a:lnTo>
                  <a:pt x="5179730" y="38252"/>
                </a:lnTo>
                <a:lnTo>
                  <a:pt x="5178573" y="39084"/>
                </a:lnTo>
                <a:lnTo>
                  <a:pt x="5177526" y="40020"/>
                </a:lnTo>
                <a:lnTo>
                  <a:pt x="5176604" y="41066"/>
                </a:lnTo>
                <a:lnTo>
                  <a:pt x="5175819" y="42228"/>
                </a:lnTo>
                <a:lnTo>
                  <a:pt x="5175185" y="43513"/>
                </a:lnTo>
                <a:lnTo>
                  <a:pt x="5174716" y="44925"/>
                </a:lnTo>
                <a:lnTo>
                  <a:pt x="5174424" y="46472"/>
                </a:lnTo>
                <a:lnTo>
                  <a:pt x="5174324" y="48160"/>
                </a:lnTo>
                <a:lnTo>
                  <a:pt x="5174345" y="48870"/>
                </a:lnTo>
                <a:lnTo>
                  <a:pt x="5174406" y="49552"/>
                </a:lnTo>
                <a:lnTo>
                  <a:pt x="5174507" y="50205"/>
                </a:lnTo>
                <a:lnTo>
                  <a:pt x="5174646" y="50830"/>
                </a:lnTo>
                <a:lnTo>
                  <a:pt x="5174820" y="51425"/>
                </a:lnTo>
                <a:lnTo>
                  <a:pt x="5175029" y="51992"/>
                </a:lnTo>
                <a:lnTo>
                  <a:pt x="5175272" y="52529"/>
                </a:lnTo>
                <a:lnTo>
                  <a:pt x="5175546" y="53037"/>
                </a:lnTo>
                <a:lnTo>
                  <a:pt x="5175850" y="53516"/>
                </a:lnTo>
                <a:lnTo>
                  <a:pt x="5176182" y="53965"/>
                </a:lnTo>
                <a:lnTo>
                  <a:pt x="5176542" y="54384"/>
                </a:lnTo>
                <a:lnTo>
                  <a:pt x="5176928" y="54773"/>
                </a:lnTo>
                <a:lnTo>
                  <a:pt x="5177337" y="55132"/>
                </a:lnTo>
                <a:lnTo>
                  <a:pt x="5177769" y="55461"/>
                </a:lnTo>
                <a:lnTo>
                  <a:pt x="5178222" y="55759"/>
                </a:lnTo>
                <a:lnTo>
                  <a:pt x="5178695" y="56027"/>
                </a:lnTo>
                <a:lnTo>
                  <a:pt x="5179186" y="56263"/>
                </a:lnTo>
                <a:lnTo>
                  <a:pt x="5179693" y="56469"/>
                </a:lnTo>
                <a:lnTo>
                  <a:pt x="5180215" y="56643"/>
                </a:lnTo>
                <a:lnTo>
                  <a:pt x="5180751" y="56786"/>
                </a:lnTo>
                <a:lnTo>
                  <a:pt x="5181299" y="56898"/>
                </a:lnTo>
                <a:lnTo>
                  <a:pt x="5181857" y="56978"/>
                </a:lnTo>
                <a:lnTo>
                  <a:pt x="5182425" y="57026"/>
                </a:lnTo>
                <a:lnTo>
                  <a:pt x="5182999" y="57042"/>
                </a:lnTo>
                <a:lnTo>
                  <a:pt x="5183373" y="57033"/>
                </a:lnTo>
                <a:lnTo>
                  <a:pt x="5183770" y="57004"/>
                </a:lnTo>
                <a:lnTo>
                  <a:pt x="5184186" y="56953"/>
                </a:lnTo>
                <a:lnTo>
                  <a:pt x="5184618" y="56880"/>
                </a:lnTo>
                <a:lnTo>
                  <a:pt x="5185063" y="56783"/>
                </a:lnTo>
                <a:lnTo>
                  <a:pt x="5185518" y="56659"/>
                </a:lnTo>
                <a:lnTo>
                  <a:pt x="5185978" y="56507"/>
                </a:lnTo>
                <a:lnTo>
                  <a:pt x="5186441" y="56327"/>
                </a:lnTo>
                <a:lnTo>
                  <a:pt x="5186903" y="56115"/>
                </a:lnTo>
                <a:lnTo>
                  <a:pt x="5187362" y="55871"/>
                </a:lnTo>
                <a:lnTo>
                  <a:pt x="5187813" y="55593"/>
                </a:lnTo>
                <a:lnTo>
                  <a:pt x="5188253" y="55280"/>
                </a:lnTo>
                <a:lnTo>
                  <a:pt x="5188679" y="54929"/>
                </a:lnTo>
                <a:lnTo>
                  <a:pt x="5189088" y="54540"/>
                </a:lnTo>
                <a:lnTo>
                  <a:pt x="5189476" y="54110"/>
                </a:lnTo>
                <a:lnTo>
                  <a:pt x="5189840" y="53638"/>
                </a:lnTo>
                <a:lnTo>
                  <a:pt x="5190177" y="53122"/>
                </a:lnTo>
                <a:lnTo>
                  <a:pt x="5190483" y="52562"/>
                </a:lnTo>
                <a:lnTo>
                  <a:pt x="5190754" y="51954"/>
                </a:lnTo>
                <a:lnTo>
                  <a:pt x="5190988" y="51298"/>
                </a:lnTo>
                <a:lnTo>
                  <a:pt x="5191182" y="50593"/>
                </a:lnTo>
                <a:lnTo>
                  <a:pt x="5191331" y="49836"/>
                </a:lnTo>
                <a:lnTo>
                  <a:pt x="5191433" y="49025"/>
                </a:lnTo>
                <a:lnTo>
                  <a:pt x="5191483" y="48160"/>
                </a:lnTo>
                <a:lnTo>
                  <a:pt x="5191485" y="47974"/>
                </a:lnTo>
                <a:lnTo>
                  <a:pt x="5191489" y="47801"/>
                </a:lnTo>
                <a:lnTo>
                  <a:pt x="5191499" y="47641"/>
                </a:lnTo>
                <a:lnTo>
                  <a:pt x="5191515" y="47493"/>
                </a:lnTo>
                <a:lnTo>
                  <a:pt x="5191540" y="47357"/>
                </a:lnTo>
                <a:lnTo>
                  <a:pt x="5191574" y="47231"/>
                </a:lnTo>
                <a:lnTo>
                  <a:pt x="5191618" y="47115"/>
                </a:lnTo>
                <a:lnTo>
                  <a:pt x="5191676" y="47009"/>
                </a:lnTo>
                <a:lnTo>
                  <a:pt x="5191747" y="46911"/>
                </a:lnTo>
                <a:lnTo>
                  <a:pt x="5191834" y="46821"/>
                </a:lnTo>
                <a:lnTo>
                  <a:pt x="5191938" y="46739"/>
                </a:lnTo>
                <a:lnTo>
                  <a:pt x="5192061" y="46663"/>
                </a:lnTo>
                <a:lnTo>
                  <a:pt x="5192204" y="46594"/>
                </a:lnTo>
                <a:lnTo>
                  <a:pt x="5192368" y="46530"/>
                </a:lnTo>
                <a:lnTo>
                  <a:pt x="5192556" y="46470"/>
                </a:lnTo>
                <a:lnTo>
                  <a:pt x="5192768" y="46415"/>
                </a:lnTo>
                <a:lnTo>
                  <a:pt x="5193006" y="46363"/>
                </a:lnTo>
                <a:lnTo>
                  <a:pt x="5193272" y="46313"/>
                </a:lnTo>
                <a:lnTo>
                  <a:pt x="5193567" y="46266"/>
                </a:lnTo>
                <a:lnTo>
                  <a:pt x="5193892" y="46220"/>
                </a:lnTo>
                <a:lnTo>
                  <a:pt x="5194250" y="46175"/>
                </a:lnTo>
                <a:lnTo>
                  <a:pt x="5194642" y="46129"/>
                </a:lnTo>
                <a:lnTo>
                  <a:pt x="5195068" y="46083"/>
                </a:lnTo>
                <a:lnTo>
                  <a:pt x="5195531" y="46036"/>
                </a:lnTo>
                <a:lnTo>
                  <a:pt x="5195868" y="46013"/>
                </a:lnTo>
                <a:lnTo>
                  <a:pt x="5196202" y="45992"/>
                </a:lnTo>
                <a:lnTo>
                  <a:pt x="5196534" y="45972"/>
                </a:lnTo>
                <a:lnTo>
                  <a:pt x="5196863" y="45954"/>
                </a:lnTo>
                <a:lnTo>
                  <a:pt x="5197189" y="45938"/>
                </a:lnTo>
                <a:lnTo>
                  <a:pt x="5197511" y="45924"/>
                </a:lnTo>
                <a:lnTo>
                  <a:pt x="5197830" y="45911"/>
                </a:lnTo>
                <a:lnTo>
                  <a:pt x="5198146" y="45899"/>
                </a:lnTo>
                <a:lnTo>
                  <a:pt x="5198457" y="45889"/>
                </a:lnTo>
                <a:lnTo>
                  <a:pt x="5198764" y="45880"/>
                </a:lnTo>
                <a:lnTo>
                  <a:pt x="5199067" y="45873"/>
                </a:lnTo>
                <a:lnTo>
                  <a:pt x="5199364" y="45866"/>
                </a:lnTo>
                <a:lnTo>
                  <a:pt x="5199657" y="45861"/>
                </a:lnTo>
                <a:lnTo>
                  <a:pt x="5199945" y="45856"/>
                </a:lnTo>
                <a:lnTo>
                  <a:pt x="5200227" y="45852"/>
                </a:lnTo>
                <a:lnTo>
                  <a:pt x="5200503" y="45849"/>
                </a:lnTo>
                <a:lnTo>
                  <a:pt x="5200773" y="45847"/>
                </a:lnTo>
                <a:lnTo>
                  <a:pt x="5201037" y="45845"/>
                </a:lnTo>
                <a:lnTo>
                  <a:pt x="5201294" y="45844"/>
                </a:lnTo>
                <a:lnTo>
                  <a:pt x="5201545" y="45843"/>
                </a:lnTo>
                <a:lnTo>
                  <a:pt x="5201788" y="45842"/>
                </a:lnTo>
                <a:lnTo>
                  <a:pt x="5202024" y="45842"/>
                </a:lnTo>
                <a:lnTo>
                  <a:pt x="5202253" y="45842"/>
                </a:lnTo>
                <a:lnTo>
                  <a:pt x="5202474" y="45842"/>
                </a:lnTo>
                <a:lnTo>
                  <a:pt x="5204281" y="45873"/>
                </a:lnTo>
                <a:lnTo>
                  <a:pt x="5206037" y="45968"/>
                </a:lnTo>
                <a:lnTo>
                  <a:pt x="5207740" y="46126"/>
                </a:lnTo>
                <a:lnTo>
                  <a:pt x="5209389" y="46349"/>
                </a:lnTo>
                <a:lnTo>
                  <a:pt x="5210979" y="46637"/>
                </a:lnTo>
                <a:lnTo>
                  <a:pt x="5212510" y="46992"/>
                </a:lnTo>
                <a:lnTo>
                  <a:pt x="5213978" y="47413"/>
                </a:lnTo>
                <a:lnTo>
                  <a:pt x="5215382" y="47902"/>
                </a:lnTo>
                <a:lnTo>
                  <a:pt x="5216719" y="48459"/>
                </a:lnTo>
                <a:lnTo>
                  <a:pt x="5217987" y="49085"/>
                </a:lnTo>
                <a:lnTo>
                  <a:pt x="5219183" y="49782"/>
                </a:lnTo>
                <a:lnTo>
                  <a:pt x="5220305" y="50549"/>
                </a:lnTo>
                <a:lnTo>
                  <a:pt x="5221351" y="51387"/>
                </a:lnTo>
                <a:lnTo>
                  <a:pt x="5222319" y="52298"/>
                </a:lnTo>
                <a:lnTo>
                  <a:pt x="5223205" y="53281"/>
                </a:lnTo>
                <a:lnTo>
                  <a:pt x="5224008" y="54338"/>
                </a:lnTo>
                <a:lnTo>
                  <a:pt x="5224725" y="55469"/>
                </a:lnTo>
                <a:lnTo>
                  <a:pt x="5225354" y="56676"/>
                </a:lnTo>
                <a:lnTo>
                  <a:pt x="5225893" y="57958"/>
                </a:lnTo>
                <a:lnTo>
                  <a:pt x="5226339" y="59318"/>
                </a:lnTo>
                <a:lnTo>
                  <a:pt x="5226690" y="60754"/>
                </a:lnTo>
                <a:lnTo>
                  <a:pt x="5226944" y="62269"/>
                </a:lnTo>
                <a:lnTo>
                  <a:pt x="5227098" y="63862"/>
                </a:lnTo>
                <a:lnTo>
                  <a:pt x="5227149" y="65536"/>
                </a:lnTo>
                <a:lnTo>
                  <a:pt x="5222939" y="65655"/>
                </a:lnTo>
                <a:lnTo>
                  <a:pt x="5218843" y="65869"/>
                </a:lnTo>
                <a:lnTo>
                  <a:pt x="5214867" y="66178"/>
                </a:lnTo>
                <a:lnTo>
                  <a:pt x="5211016" y="66581"/>
                </a:lnTo>
                <a:lnTo>
                  <a:pt x="5207298" y="67077"/>
                </a:lnTo>
                <a:lnTo>
                  <a:pt x="5203716" y="67668"/>
                </a:lnTo>
                <a:lnTo>
                  <a:pt x="5200278" y="68353"/>
                </a:lnTo>
                <a:lnTo>
                  <a:pt x="5196988" y="69132"/>
                </a:lnTo>
                <a:lnTo>
                  <a:pt x="5193853" y="70005"/>
                </a:lnTo>
                <a:lnTo>
                  <a:pt x="5190878" y="70972"/>
                </a:lnTo>
                <a:lnTo>
                  <a:pt x="5188070" y="72032"/>
                </a:lnTo>
                <a:lnTo>
                  <a:pt x="5185434" y="73186"/>
                </a:lnTo>
                <a:lnTo>
                  <a:pt x="5182975" y="74433"/>
                </a:lnTo>
                <a:lnTo>
                  <a:pt x="5180700" y="75774"/>
                </a:lnTo>
                <a:lnTo>
                  <a:pt x="5178614" y="77208"/>
                </a:lnTo>
                <a:lnTo>
                  <a:pt x="5176723" y="78735"/>
                </a:lnTo>
                <a:lnTo>
                  <a:pt x="5175033" y="80356"/>
                </a:lnTo>
                <a:lnTo>
                  <a:pt x="5173550" y="82070"/>
                </a:lnTo>
                <a:lnTo>
                  <a:pt x="5172279" y="83876"/>
                </a:lnTo>
                <a:lnTo>
                  <a:pt x="5171226" y="85776"/>
                </a:lnTo>
                <a:lnTo>
                  <a:pt x="5170397" y="87769"/>
                </a:lnTo>
                <a:lnTo>
                  <a:pt x="5169798" y="89854"/>
                </a:lnTo>
                <a:lnTo>
                  <a:pt x="5169434" y="92032"/>
                </a:lnTo>
                <a:lnTo>
                  <a:pt x="5169311" y="94302"/>
                </a:lnTo>
                <a:lnTo>
                  <a:pt x="5169374" y="95959"/>
                </a:lnTo>
                <a:lnTo>
                  <a:pt x="5169562" y="97603"/>
                </a:lnTo>
                <a:lnTo>
                  <a:pt x="5169872" y="99229"/>
                </a:lnTo>
                <a:lnTo>
                  <a:pt x="5170302" y="100831"/>
                </a:lnTo>
                <a:lnTo>
                  <a:pt x="5170851" y="102406"/>
                </a:lnTo>
                <a:lnTo>
                  <a:pt x="5171517" y="103946"/>
                </a:lnTo>
                <a:lnTo>
                  <a:pt x="5172296" y="105448"/>
                </a:lnTo>
                <a:lnTo>
                  <a:pt x="5173189" y="106906"/>
                </a:lnTo>
                <a:lnTo>
                  <a:pt x="5174192" y="108316"/>
                </a:lnTo>
                <a:lnTo>
                  <a:pt x="5175303" y="109671"/>
                </a:lnTo>
                <a:lnTo>
                  <a:pt x="5176521" y="110968"/>
                </a:lnTo>
                <a:lnTo>
                  <a:pt x="5177843" y="112200"/>
                </a:lnTo>
                <a:lnTo>
                  <a:pt x="5179267" y="113363"/>
                </a:lnTo>
                <a:lnTo>
                  <a:pt x="5180792" y="114452"/>
                </a:lnTo>
                <a:lnTo>
                  <a:pt x="5182416" y="115461"/>
                </a:lnTo>
                <a:lnTo>
                  <a:pt x="5184136" y="116386"/>
                </a:lnTo>
                <a:lnTo>
                  <a:pt x="5185950" y="117221"/>
                </a:lnTo>
                <a:lnTo>
                  <a:pt x="5187856" y="117961"/>
                </a:lnTo>
                <a:lnTo>
                  <a:pt x="5189853" y="118602"/>
                </a:lnTo>
                <a:lnTo>
                  <a:pt x="5191939" y="119137"/>
                </a:lnTo>
                <a:lnTo>
                  <a:pt x="5194110" y="119563"/>
                </a:lnTo>
                <a:lnTo>
                  <a:pt x="5196367" y="119873"/>
                </a:lnTo>
                <a:lnTo>
                  <a:pt x="5198705" y="120063"/>
                </a:lnTo>
                <a:lnTo>
                  <a:pt x="5201124" y="120127"/>
                </a:lnTo>
                <a:lnTo>
                  <a:pt x="5202040" y="120120"/>
                </a:lnTo>
                <a:lnTo>
                  <a:pt x="5203003" y="120097"/>
                </a:lnTo>
                <a:lnTo>
                  <a:pt x="5204010" y="120057"/>
                </a:lnTo>
                <a:lnTo>
                  <a:pt x="5205056" y="119999"/>
                </a:lnTo>
                <a:lnTo>
                  <a:pt x="5206140" y="119922"/>
                </a:lnTo>
                <a:lnTo>
                  <a:pt x="5207257" y="119823"/>
                </a:lnTo>
                <a:lnTo>
                  <a:pt x="5208404" y="119702"/>
                </a:lnTo>
                <a:lnTo>
                  <a:pt x="5209578" y="119556"/>
                </a:lnTo>
                <a:lnTo>
                  <a:pt x="5210775" y="119385"/>
                </a:lnTo>
                <a:lnTo>
                  <a:pt x="5211993" y="119188"/>
                </a:lnTo>
                <a:lnTo>
                  <a:pt x="5213227" y="118962"/>
                </a:lnTo>
                <a:lnTo>
                  <a:pt x="5214474" y="118706"/>
                </a:lnTo>
                <a:lnTo>
                  <a:pt x="5215732" y="118419"/>
                </a:lnTo>
                <a:lnTo>
                  <a:pt x="5216996" y="118100"/>
                </a:lnTo>
                <a:lnTo>
                  <a:pt x="5218264" y="117746"/>
                </a:lnTo>
                <a:lnTo>
                  <a:pt x="5219531" y="117358"/>
                </a:lnTo>
                <a:lnTo>
                  <a:pt x="5220796" y="116932"/>
                </a:lnTo>
                <a:lnTo>
                  <a:pt x="5222053" y="116468"/>
                </a:lnTo>
                <a:lnTo>
                  <a:pt x="5223301" y="115964"/>
                </a:lnTo>
                <a:lnTo>
                  <a:pt x="5224535" y="115420"/>
                </a:lnTo>
                <a:lnTo>
                  <a:pt x="5225752" y="114833"/>
                </a:lnTo>
                <a:lnTo>
                  <a:pt x="5226950" y="114201"/>
                </a:lnTo>
                <a:lnTo>
                  <a:pt x="5228123" y="113525"/>
                </a:lnTo>
                <a:lnTo>
                  <a:pt x="5229271" y="112801"/>
                </a:lnTo>
                <a:lnTo>
                  <a:pt x="5229826" y="113522"/>
                </a:lnTo>
                <a:lnTo>
                  <a:pt x="5230431" y="114185"/>
                </a:lnTo>
                <a:lnTo>
                  <a:pt x="5231083" y="114792"/>
                </a:lnTo>
                <a:lnTo>
                  <a:pt x="5231777" y="115345"/>
                </a:lnTo>
                <a:lnTo>
                  <a:pt x="5232512" y="115848"/>
                </a:lnTo>
                <a:lnTo>
                  <a:pt x="5233283" y="116303"/>
                </a:lnTo>
                <a:lnTo>
                  <a:pt x="5234089" y="116711"/>
                </a:lnTo>
                <a:lnTo>
                  <a:pt x="5234926" y="117076"/>
                </a:lnTo>
                <a:lnTo>
                  <a:pt x="5235791" y="117401"/>
                </a:lnTo>
                <a:lnTo>
                  <a:pt x="5236682" y="117686"/>
                </a:lnTo>
                <a:lnTo>
                  <a:pt x="5237594" y="117935"/>
                </a:lnTo>
                <a:lnTo>
                  <a:pt x="5238525" y="118151"/>
                </a:lnTo>
                <a:lnTo>
                  <a:pt x="5239473" y="118335"/>
                </a:lnTo>
                <a:lnTo>
                  <a:pt x="5240433" y="118491"/>
                </a:lnTo>
                <a:lnTo>
                  <a:pt x="5241404" y="118620"/>
                </a:lnTo>
                <a:lnTo>
                  <a:pt x="5242381" y="118725"/>
                </a:lnTo>
                <a:lnTo>
                  <a:pt x="5243363" y="118809"/>
                </a:lnTo>
                <a:lnTo>
                  <a:pt x="5244345" y="118874"/>
                </a:lnTo>
                <a:lnTo>
                  <a:pt x="5245326" y="118921"/>
                </a:lnTo>
                <a:lnTo>
                  <a:pt x="5246301" y="118955"/>
                </a:lnTo>
                <a:lnTo>
                  <a:pt x="5247269" y="118977"/>
                </a:lnTo>
                <a:lnTo>
                  <a:pt x="5248225" y="118990"/>
                </a:lnTo>
                <a:lnTo>
                  <a:pt x="5249167" y="118996"/>
                </a:lnTo>
                <a:lnTo>
                  <a:pt x="5250092" y="118997"/>
                </a:lnTo>
                <a:lnTo>
                  <a:pt x="5250761" y="118997"/>
                </a:lnTo>
                <a:lnTo>
                  <a:pt x="5251416" y="118994"/>
                </a:lnTo>
                <a:lnTo>
                  <a:pt x="5252056" y="118986"/>
                </a:lnTo>
                <a:lnTo>
                  <a:pt x="5252681" y="118970"/>
                </a:lnTo>
                <a:lnTo>
                  <a:pt x="5253288" y="118943"/>
                </a:lnTo>
                <a:lnTo>
                  <a:pt x="5253876" y="118904"/>
                </a:lnTo>
                <a:lnTo>
                  <a:pt x="5254444" y="118849"/>
                </a:lnTo>
                <a:lnTo>
                  <a:pt x="5254991" y="118776"/>
                </a:lnTo>
                <a:lnTo>
                  <a:pt x="5255515" y="118682"/>
                </a:lnTo>
                <a:lnTo>
                  <a:pt x="5256015" y="118565"/>
                </a:lnTo>
                <a:lnTo>
                  <a:pt x="5256489" y="118422"/>
                </a:lnTo>
                <a:lnTo>
                  <a:pt x="5256937" y="118250"/>
                </a:lnTo>
                <a:lnTo>
                  <a:pt x="5257356" y="118048"/>
                </a:lnTo>
                <a:lnTo>
                  <a:pt x="5257746" y="117811"/>
                </a:lnTo>
                <a:lnTo>
                  <a:pt x="5258106" y="117538"/>
                </a:lnTo>
                <a:lnTo>
                  <a:pt x="5258433" y="117227"/>
                </a:lnTo>
                <a:lnTo>
                  <a:pt x="5258727" y="116874"/>
                </a:lnTo>
                <a:lnTo>
                  <a:pt x="5258985" y="116476"/>
                </a:lnTo>
                <a:lnTo>
                  <a:pt x="5259208" y="116033"/>
                </a:lnTo>
                <a:lnTo>
                  <a:pt x="5259393" y="115539"/>
                </a:lnTo>
                <a:lnTo>
                  <a:pt x="5259540" y="114994"/>
                </a:lnTo>
                <a:lnTo>
                  <a:pt x="5259646" y="114395"/>
                </a:lnTo>
                <a:lnTo>
                  <a:pt x="5259711" y="113738"/>
                </a:lnTo>
                <a:lnTo>
                  <a:pt x="5259733" y="113022"/>
                </a:lnTo>
                <a:lnTo>
                  <a:pt x="5259708" y="112329"/>
                </a:lnTo>
                <a:lnTo>
                  <a:pt x="5259636" y="111693"/>
                </a:lnTo>
                <a:lnTo>
                  <a:pt x="5259520" y="111113"/>
                </a:lnTo>
                <a:lnTo>
                  <a:pt x="5259362" y="110585"/>
                </a:lnTo>
                <a:lnTo>
                  <a:pt x="5259166" y="110108"/>
                </a:lnTo>
                <a:lnTo>
                  <a:pt x="5258934" y="109678"/>
                </a:lnTo>
                <a:close/>
                <a:moveTo>
                  <a:pt x="5227032" y="96414"/>
                </a:moveTo>
                <a:lnTo>
                  <a:pt x="5226963" y="96940"/>
                </a:lnTo>
                <a:lnTo>
                  <a:pt x="5226871" y="97462"/>
                </a:lnTo>
                <a:lnTo>
                  <a:pt x="5226753" y="97979"/>
                </a:lnTo>
                <a:lnTo>
                  <a:pt x="5226606" y="98491"/>
                </a:lnTo>
                <a:lnTo>
                  <a:pt x="5226426" y="98999"/>
                </a:lnTo>
                <a:lnTo>
                  <a:pt x="5226210" y="99501"/>
                </a:lnTo>
                <a:lnTo>
                  <a:pt x="5225954" y="99999"/>
                </a:lnTo>
                <a:lnTo>
                  <a:pt x="5225657" y="100491"/>
                </a:lnTo>
                <a:lnTo>
                  <a:pt x="5225314" y="100978"/>
                </a:lnTo>
                <a:lnTo>
                  <a:pt x="5224922" y="101460"/>
                </a:lnTo>
                <a:lnTo>
                  <a:pt x="5224477" y="101937"/>
                </a:lnTo>
                <a:lnTo>
                  <a:pt x="5223977" y="102408"/>
                </a:lnTo>
                <a:lnTo>
                  <a:pt x="5223419" y="102874"/>
                </a:lnTo>
                <a:lnTo>
                  <a:pt x="5222798" y="103334"/>
                </a:lnTo>
                <a:lnTo>
                  <a:pt x="5222112" y="103788"/>
                </a:lnTo>
                <a:lnTo>
                  <a:pt x="5221358" y="104237"/>
                </a:lnTo>
                <a:lnTo>
                  <a:pt x="5220532" y="104680"/>
                </a:lnTo>
                <a:lnTo>
                  <a:pt x="5219630" y="105117"/>
                </a:lnTo>
                <a:lnTo>
                  <a:pt x="5218754" y="105507"/>
                </a:lnTo>
                <a:lnTo>
                  <a:pt x="5217864" y="105864"/>
                </a:lnTo>
                <a:lnTo>
                  <a:pt x="5216964" y="106190"/>
                </a:lnTo>
                <a:lnTo>
                  <a:pt x="5216057" y="106487"/>
                </a:lnTo>
                <a:lnTo>
                  <a:pt x="5215147" y="106755"/>
                </a:lnTo>
                <a:lnTo>
                  <a:pt x="5214239" y="106996"/>
                </a:lnTo>
                <a:lnTo>
                  <a:pt x="5213335" y="107213"/>
                </a:lnTo>
                <a:lnTo>
                  <a:pt x="5212441" y="107405"/>
                </a:lnTo>
                <a:lnTo>
                  <a:pt x="5211559" y="107574"/>
                </a:lnTo>
                <a:lnTo>
                  <a:pt x="5210693" y="107723"/>
                </a:lnTo>
                <a:lnTo>
                  <a:pt x="5209848" y="107851"/>
                </a:lnTo>
                <a:lnTo>
                  <a:pt x="5209028" y="107961"/>
                </a:lnTo>
                <a:lnTo>
                  <a:pt x="5208235" y="108055"/>
                </a:lnTo>
                <a:lnTo>
                  <a:pt x="5207475" y="108133"/>
                </a:lnTo>
                <a:lnTo>
                  <a:pt x="5206750" y="108196"/>
                </a:lnTo>
                <a:lnTo>
                  <a:pt x="5206065" y="108247"/>
                </a:lnTo>
                <a:lnTo>
                  <a:pt x="5205423" y="108287"/>
                </a:lnTo>
                <a:lnTo>
                  <a:pt x="5204829" y="108317"/>
                </a:lnTo>
                <a:lnTo>
                  <a:pt x="5204286" y="108338"/>
                </a:lnTo>
                <a:lnTo>
                  <a:pt x="5203798" y="108353"/>
                </a:lnTo>
                <a:lnTo>
                  <a:pt x="5203369" y="108362"/>
                </a:lnTo>
                <a:lnTo>
                  <a:pt x="5203003" y="108366"/>
                </a:lnTo>
                <a:lnTo>
                  <a:pt x="5202703" y="108368"/>
                </a:lnTo>
                <a:lnTo>
                  <a:pt x="5202474" y="108368"/>
                </a:lnTo>
                <a:lnTo>
                  <a:pt x="5201001" y="108334"/>
                </a:lnTo>
                <a:lnTo>
                  <a:pt x="5199572" y="108235"/>
                </a:lnTo>
                <a:lnTo>
                  <a:pt x="5198188" y="108072"/>
                </a:lnTo>
                <a:lnTo>
                  <a:pt x="5196852" y="107848"/>
                </a:lnTo>
                <a:lnTo>
                  <a:pt x="5195564" y="107565"/>
                </a:lnTo>
                <a:lnTo>
                  <a:pt x="5194327" y="107226"/>
                </a:lnTo>
                <a:lnTo>
                  <a:pt x="5193142" y="106834"/>
                </a:lnTo>
                <a:lnTo>
                  <a:pt x="5192012" y="106390"/>
                </a:lnTo>
                <a:lnTo>
                  <a:pt x="5190936" y="105897"/>
                </a:lnTo>
                <a:lnTo>
                  <a:pt x="5189918" y="105358"/>
                </a:lnTo>
                <a:lnTo>
                  <a:pt x="5188959" y="104775"/>
                </a:lnTo>
                <a:lnTo>
                  <a:pt x="5188061" y="104151"/>
                </a:lnTo>
                <a:lnTo>
                  <a:pt x="5187224" y="103487"/>
                </a:lnTo>
                <a:lnTo>
                  <a:pt x="5186452" y="102786"/>
                </a:lnTo>
                <a:lnTo>
                  <a:pt x="5185746" y="102051"/>
                </a:lnTo>
                <a:lnTo>
                  <a:pt x="5185106" y="101284"/>
                </a:lnTo>
                <a:lnTo>
                  <a:pt x="5184536" y="100488"/>
                </a:lnTo>
                <a:lnTo>
                  <a:pt x="5184036" y="99665"/>
                </a:lnTo>
                <a:lnTo>
                  <a:pt x="5183608" y="98817"/>
                </a:lnTo>
                <a:lnTo>
                  <a:pt x="5183255" y="97947"/>
                </a:lnTo>
                <a:lnTo>
                  <a:pt x="5182977" y="97057"/>
                </a:lnTo>
                <a:lnTo>
                  <a:pt x="5182776" y="96150"/>
                </a:lnTo>
                <a:lnTo>
                  <a:pt x="5182655" y="95228"/>
                </a:lnTo>
                <a:lnTo>
                  <a:pt x="5182614" y="94293"/>
                </a:lnTo>
                <a:lnTo>
                  <a:pt x="5182700" y="93125"/>
                </a:lnTo>
                <a:lnTo>
                  <a:pt x="5182956" y="91982"/>
                </a:lnTo>
                <a:lnTo>
                  <a:pt x="5183381" y="90866"/>
                </a:lnTo>
                <a:lnTo>
                  <a:pt x="5183972" y="89780"/>
                </a:lnTo>
                <a:lnTo>
                  <a:pt x="5184726" y="88726"/>
                </a:lnTo>
                <a:lnTo>
                  <a:pt x="5185641" y="87704"/>
                </a:lnTo>
                <a:lnTo>
                  <a:pt x="5186716" y="86717"/>
                </a:lnTo>
                <a:lnTo>
                  <a:pt x="5187948" y="85766"/>
                </a:lnTo>
                <a:lnTo>
                  <a:pt x="5189334" y="84854"/>
                </a:lnTo>
                <a:lnTo>
                  <a:pt x="5190873" y="83981"/>
                </a:lnTo>
                <a:lnTo>
                  <a:pt x="5192562" y="83150"/>
                </a:lnTo>
                <a:lnTo>
                  <a:pt x="5194398" y="82363"/>
                </a:lnTo>
                <a:lnTo>
                  <a:pt x="5196381" y="81620"/>
                </a:lnTo>
                <a:lnTo>
                  <a:pt x="5198506" y="80925"/>
                </a:lnTo>
                <a:lnTo>
                  <a:pt x="5200773" y="80278"/>
                </a:lnTo>
                <a:lnTo>
                  <a:pt x="5203179" y="79682"/>
                </a:lnTo>
                <a:lnTo>
                  <a:pt x="5205721" y="79138"/>
                </a:lnTo>
                <a:lnTo>
                  <a:pt x="5208397" y="78648"/>
                </a:lnTo>
                <a:lnTo>
                  <a:pt x="5211205" y="78214"/>
                </a:lnTo>
                <a:lnTo>
                  <a:pt x="5214144" y="77837"/>
                </a:lnTo>
                <a:lnTo>
                  <a:pt x="5217210" y="77519"/>
                </a:lnTo>
                <a:lnTo>
                  <a:pt x="5220401" y="77262"/>
                </a:lnTo>
                <a:lnTo>
                  <a:pt x="5223715" y="77068"/>
                </a:lnTo>
                <a:lnTo>
                  <a:pt x="5227149" y="76939"/>
                </a:lnTo>
                <a:lnTo>
                  <a:pt x="5227149" y="93164"/>
                </a:lnTo>
                <a:lnTo>
                  <a:pt x="5227149" y="93716"/>
                </a:lnTo>
                <a:lnTo>
                  <a:pt x="5227145" y="94264"/>
                </a:lnTo>
                <a:lnTo>
                  <a:pt x="5227135" y="94808"/>
                </a:lnTo>
                <a:lnTo>
                  <a:pt x="5227115" y="95347"/>
                </a:lnTo>
                <a:lnTo>
                  <a:pt x="5227081" y="95883"/>
                </a:lnTo>
                <a:lnTo>
                  <a:pt x="5227032" y="96414"/>
                </a:lnTo>
                <a:close/>
                <a:moveTo>
                  <a:pt x="5550216" y="60369"/>
                </a:moveTo>
                <a:lnTo>
                  <a:pt x="5549133" y="57823"/>
                </a:lnTo>
                <a:lnTo>
                  <a:pt x="5547906" y="55372"/>
                </a:lnTo>
                <a:lnTo>
                  <a:pt x="5546543" y="53023"/>
                </a:lnTo>
                <a:lnTo>
                  <a:pt x="5545048" y="50781"/>
                </a:lnTo>
                <a:lnTo>
                  <a:pt x="5543429" y="48652"/>
                </a:lnTo>
                <a:lnTo>
                  <a:pt x="5541691" y="46643"/>
                </a:lnTo>
                <a:lnTo>
                  <a:pt x="5539840" y="44760"/>
                </a:lnTo>
                <a:lnTo>
                  <a:pt x="5537883" y="43008"/>
                </a:lnTo>
                <a:lnTo>
                  <a:pt x="5535826" y="41394"/>
                </a:lnTo>
                <a:lnTo>
                  <a:pt x="5533675" y="39924"/>
                </a:lnTo>
                <a:lnTo>
                  <a:pt x="5531437" y="38604"/>
                </a:lnTo>
                <a:lnTo>
                  <a:pt x="5529117" y="37441"/>
                </a:lnTo>
                <a:lnTo>
                  <a:pt x="5526721" y="36439"/>
                </a:lnTo>
                <a:lnTo>
                  <a:pt x="5524257" y="35606"/>
                </a:lnTo>
                <a:lnTo>
                  <a:pt x="5521730" y="34948"/>
                </a:lnTo>
                <a:lnTo>
                  <a:pt x="5519146" y="34470"/>
                </a:lnTo>
                <a:lnTo>
                  <a:pt x="5516511" y="34178"/>
                </a:lnTo>
                <a:lnTo>
                  <a:pt x="5513832" y="34080"/>
                </a:lnTo>
                <a:lnTo>
                  <a:pt x="5511153" y="34178"/>
                </a:lnTo>
                <a:lnTo>
                  <a:pt x="5508518" y="34470"/>
                </a:lnTo>
                <a:lnTo>
                  <a:pt x="5505934" y="34948"/>
                </a:lnTo>
                <a:lnTo>
                  <a:pt x="5503407" y="35606"/>
                </a:lnTo>
                <a:lnTo>
                  <a:pt x="5500942" y="36439"/>
                </a:lnTo>
                <a:lnTo>
                  <a:pt x="5498547" y="37441"/>
                </a:lnTo>
                <a:lnTo>
                  <a:pt x="5496227" y="38604"/>
                </a:lnTo>
                <a:lnTo>
                  <a:pt x="5493989" y="39924"/>
                </a:lnTo>
                <a:lnTo>
                  <a:pt x="5491838" y="41394"/>
                </a:lnTo>
                <a:lnTo>
                  <a:pt x="5489781" y="43008"/>
                </a:lnTo>
                <a:lnTo>
                  <a:pt x="5487824" y="44760"/>
                </a:lnTo>
                <a:lnTo>
                  <a:pt x="5485973" y="46643"/>
                </a:lnTo>
                <a:lnTo>
                  <a:pt x="5484235" y="48652"/>
                </a:lnTo>
                <a:lnTo>
                  <a:pt x="5482616" y="50781"/>
                </a:lnTo>
                <a:lnTo>
                  <a:pt x="5481121" y="53023"/>
                </a:lnTo>
                <a:lnTo>
                  <a:pt x="5479758" y="55372"/>
                </a:lnTo>
                <a:lnTo>
                  <a:pt x="5478531" y="57823"/>
                </a:lnTo>
                <a:lnTo>
                  <a:pt x="5477448" y="60369"/>
                </a:lnTo>
                <a:lnTo>
                  <a:pt x="5476515" y="63003"/>
                </a:lnTo>
                <a:lnTo>
                  <a:pt x="5475737" y="65721"/>
                </a:lnTo>
                <a:lnTo>
                  <a:pt x="5475122" y="68515"/>
                </a:lnTo>
                <a:lnTo>
                  <a:pt x="5474675" y="71380"/>
                </a:lnTo>
                <a:lnTo>
                  <a:pt x="5474402" y="74310"/>
                </a:lnTo>
                <a:lnTo>
                  <a:pt x="5474309" y="77298"/>
                </a:lnTo>
                <a:lnTo>
                  <a:pt x="5474404" y="80328"/>
                </a:lnTo>
                <a:lnTo>
                  <a:pt x="5474682" y="83289"/>
                </a:lnTo>
                <a:lnTo>
                  <a:pt x="5475138" y="86175"/>
                </a:lnTo>
                <a:lnTo>
                  <a:pt x="5475764" y="88980"/>
                </a:lnTo>
                <a:lnTo>
                  <a:pt x="5476555" y="91700"/>
                </a:lnTo>
                <a:lnTo>
                  <a:pt x="5477502" y="94330"/>
                </a:lnTo>
                <a:lnTo>
                  <a:pt x="5478601" y="96863"/>
                </a:lnTo>
                <a:lnTo>
                  <a:pt x="5479843" y="99295"/>
                </a:lnTo>
                <a:lnTo>
                  <a:pt x="5481223" y="101620"/>
                </a:lnTo>
                <a:lnTo>
                  <a:pt x="5482733" y="103833"/>
                </a:lnTo>
                <a:lnTo>
                  <a:pt x="5484367" y="105930"/>
                </a:lnTo>
                <a:lnTo>
                  <a:pt x="5486118" y="107903"/>
                </a:lnTo>
                <a:lnTo>
                  <a:pt x="5487979" y="109750"/>
                </a:lnTo>
                <a:lnTo>
                  <a:pt x="5489945" y="111463"/>
                </a:lnTo>
                <a:lnTo>
                  <a:pt x="5492007" y="113038"/>
                </a:lnTo>
                <a:lnTo>
                  <a:pt x="5494160" y="114470"/>
                </a:lnTo>
                <a:lnTo>
                  <a:pt x="5496396" y="115753"/>
                </a:lnTo>
                <a:lnTo>
                  <a:pt x="5498710" y="116882"/>
                </a:lnTo>
                <a:lnTo>
                  <a:pt x="5501093" y="117851"/>
                </a:lnTo>
                <a:lnTo>
                  <a:pt x="5503541" y="118656"/>
                </a:lnTo>
                <a:lnTo>
                  <a:pt x="5506045" y="119292"/>
                </a:lnTo>
                <a:lnTo>
                  <a:pt x="5508599" y="119752"/>
                </a:lnTo>
                <a:lnTo>
                  <a:pt x="5511197" y="120032"/>
                </a:lnTo>
                <a:lnTo>
                  <a:pt x="5513832" y="120127"/>
                </a:lnTo>
                <a:lnTo>
                  <a:pt x="5516467" y="120031"/>
                </a:lnTo>
                <a:lnTo>
                  <a:pt x="5519065" y="119749"/>
                </a:lnTo>
                <a:lnTo>
                  <a:pt x="5521619" y="119284"/>
                </a:lnTo>
                <a:lnTo>
                  <a:pt x="5524123" y="118643"/>
                </a:lnTo>
                <a:lnTo>
                  <a:pt x="5526570" y="117831"/>
                </a:lnTo>
                <a:lnTo>
                  <a:pt x="5528954" y="116854"/>
                </a:lnTo>
                <a:lnTo>
                  <a:pt x="5531268" y="115717"/>
                </a:lnTo>
                <a:lnTo>
                  <a:pt x="5533504" y="114426"/>
                </a:lnTo>
                <a:lnTo>
                  <a:pt x="5535657" y="112987"/>
                </a:lnTo>
                <a:lnTo>
                  <a:pt x="5537719" y="111404"/>
                </a:lnTo>
                <a:lnTo>
                  <a:pt x="5539684" y="109683"/>
                </a:lnTo>
                <a:lnTo>
                  <a:pt x="5541546" y="107831"/>
                </a:lnTo>
                <a:lnTo>
                  <a:pt x="5543297" y="105851"/>
                </a:lnTo>
                <a:lnTo>
                  <a:pt x="5544931" y="103751"/>
                </a:lnTo>
                <a:lnTo>
                  <a:pt x="5546441" y="101535"/>
                </a:lnTo>
                <a:lnTo>
                  <a:pt x="5547821" y="99208"/>
                </a:lnTo>
                <a:lnTo>
                  <a:pt x="5549063" y="96778"/>
                </a:lnTo>
                <a:lnTo>
                  <a:pt x="5550162" y="94248"/>
                </a:lnTo>
                <a:lnTo>
                  <a:pt x="5551109" y="91624"/>
                </a:lnTo>
                <a:lnTo>
                  <a:pt x="5551900" y="88913"/>
                </a:lnTo>
                <a:lnTo>
                  <a:pt x="5552526" y="86119"/>
                </a:lnTo>
                <a:lnTo>
                  <a:pt x="5552982" y="83248"/>
                </a:lnTo>
                <a:lnTo>
                  <a:pt x="5553260" y="80306"/>
                </a:lnTo>
                <a:lnTo>
                  <a:pt x="5553355" y="77298"/>
                </a:lnTo>
                <a:lnTo>
                  <a:pt x="5553262" y="74310"/>
                </a:lnTo>
                <a:lnTo>
                  <a:pt x="5552989" y="71380"/>
                </a:lnTo>
                <a:lnTo>
                  <a:pt x="5552542" y="68515"/>
                </a:lnTo>
                <a:lnTo>
                  <a:pt x="5551927" y="65721"/>
                </a:lnTo>
                <a:lnTo>
                  <a:pt x="5551149" y="63003"/>
                </a:lnTo>
                <a:lnTo>
                  <a:pt x="5550216" y="60369"/>
                </a:lnTo>
                <a:close/>
                <a:moveTo>
                  <a:pt x="5537961" y="88584"/>
                </a:moveTo>
                <a:lnTo>
                  <a:pt x="5537241" y="90491"/>
                </a:lnTo>
                <a:lnTo>
                  <a:pt x="5536425" y="92329"/>
                </a:lnTo>
                <a:lnTo>
                  <a:pt x="5535518" y="94092"/>
                </a:lnTo>
                <a:lnTo>
                  <a:pt x="5534524" y="95776"/>
                </a:lnTo>
                <a:lnTo>
                  <a:pt x="5533447" y="97376"/>
                </a:lnTo>
                <a:lnTo>
                  <a:pt x="5532292" y="98887"/>
                </a:lnTo>
                <a:lnTo>
                  <a:pt x="5531063" y="100305"/>
                </a:lnTo>
                <a:lnTo>
                  <a:pt x="5529763" y="101625"/>
                </a:lnTo>
                <a:lnTo>
                  <a:pt x="5528398" y="102842"/>
                </a:lnTo>
                <a:lnTo>
                  <a:pt x="5526971" y="103951"/>
                </a:lnTo>
                <a:lnTo>
                  <a:pt x="5525486" y="104947"/>
                </a:lnTo>
                <a:lnTo>
                  <a:pt x="5523948" y="105826"/>
                </a:lnTo>
                <a:lnTo>
                  <a:pt x="5522361" y="106583"/>
                </a:lnTo>
                <a:lnTo>
                  <a:pt x="5520728" y="107213"/>
                </a:lnTo>
                <a:lnTo>
                  <a:pt x="5519055" y="107711"/>
                </a:lnTo>
                <a:lnTo>
                  <a:pt x="5517345" y="108073"/>
                </a:lnTo>
                <a:lnTo>
                  <a:pt x="5515603" y="108293"/>
                </a:lnTo>
                <a:lnTo>
                  <a:pt x="5513832" y="108368"/>
                </a:lnTo>
                <a:lnTo>
                  <a:pt x="5512061" y="108293"/>
                </a:lnTo>
                <a:lnTo>
                  <a:pt x="5510319" y="108073"/>
                </a:lnTo>
                <a:lnTo>
                  <a:pt x="5508609" y="107711"/>
                </a:lnTo>
                <a:lnTo>
                  <a:pt x="5506936" y="107213"/>
                </a:lnTo>
                <a:lnTo>
                  <a:pt x="5505303" y="106583"/>
                </a:lnTo>
                <a:lnTo>
                  <a:pt x="5503716" y="105826"/>
                </a:lnTo>
                <a:lnTo>
                  <a:pt x="5502178" y="104947"/>
                </a:lnTo>
                <a:lnTo>
                  <a:pt x="5500693" y="103951"/>
                </a:lnTo>
                <a:lnTo>
                  <a:pt x="5499266" y="102842"/>
                </a:lnTo>
                <a:lnTo>
                  <a:pt x="5497900" y="101625"/>
                </a:lnTo>
                <a:lnTo>
                  <a:pt x="5496601" y="100305"/>
                </a:lnTo>
                <a:lnTo>
                  <a:pt x="5495372" y="98887"/>
                </a:lnTo>
                <a:lnTo>
                  <a:pt x="5494217" y="97376"/>
                </a:lnTo>
                <a:lnTo>
                  <a:pt x="5493140" y="95776"/>
                </a:lnTo>
                <a:lnTo>
                  <a:pt x="5492146" y="94092"/>
                </a:lnTo>
                <a:lnTo>
                  <a:pt x="5491239" y="92329"/>
                </a:lnTo>
                <a:lnTo>
                  <a:pt x="5490423" y="90491"/>
                </a:lnTo>
                <a:lnTo>
                  <a:pt x="5489702" y="88584"/>
                </a:lnTo>
                <a:lnTo>
                  <a:pt x="5489081" y="86612"/>
                </a:lnTo>
                <a:lnTo>
                  <a:pt x="5488563" y="84580"/>
                </a:lnTo>
                <a:lnTo>
                  <a:pt x="5488153" y="82493"/>
                </a:lnTo>
                <a:lnTo>
                  <a:pt x="5487855" y="80355"/>
                </a:lnTo>
                <a:lnTo>
                  <a:pt x="5487674" y="78172"/>
                </a:lnTo>
                <a:lnTo>
                  <a:pt x="5487612" y="75947"/>
                </a:lnTo>
                <a:lnTo>
                  <a:pt x="5487676" y="73779"/>
                </a:lnTo>
                <a:lnTo>
                  <a:pt x="5487866" y="71666"/>
                </a:lnTo>
                <a:lnTo>
                  <a:pt x="5488177" y="69612"/>
                </a:lnTo>
                <a:lnTo>
                  <a:pt x="5488604" y="67620"/>
                </a:lnTo>
                <a:lnTo>
                  <a:pt x="5489141" y="65693"/>
                </a:lnTo>
                <a:lnTo>
                  <a:pt x="5489784" y="63835"/>
                </a:lnTo>
                <a:lnTo>
                  <a:pt x="5490528" y="62049"/>
                </a:lnTo>
                <a:lnTo>
                  <a:pt x="5491368" y="60337"/>
                </a:lnTo>
                <a:lnTo>
                  <a:pt x="5492299" y="58705"/>
                </a:lnTo>
                <a:lnTo>
                  <a:pt x="5493316" y="57154"/>
                </a:lnTo>
                <a:lnTo>
                  <a:pt x="5494414" y="55687"/>
                </a:lnTo>
                <a:lnTo>
                  <a:pt x="5495589" y="54309"/>
                </a:lnTo>
                <a:lnTo>
                  <a:pt x="5496835" y="53023"/>
                </a:lnTo>
                <a:lnTo>
                  <a:pt x="5498147" y="51831"/>
                </a:lnTo>
                <a:lnTo>
                  <a:pt x="5499521" y="50737"/>
                </a:lnTo>
                <a:lnTo>
                  <a:pt x="5500951" y="49745"/>
                </a:lnTo>
                <a:lnTo>
                  <a:pt x="5502432" y="48857"/>
                </a:lnTo>
                <a:lnTo>
                  <a:pt x="5503960" y="48076"/>
                </a:lnTo>
                <a:lnTo>
                  <a:pt x="5505530" y="47407"/>
                </a:lnTo>
                <a:lnTo>
                  <a:pt x="5507137" y="46852"/>
                </a:lnTo>
                <a:lnTo>
                  <a:pt x="5508775" y="46415"/>
                </a:lnTo>
                <a:lnTo>
                  <a:pt x="5510441" y="46099"/>
                </a:lnTo>
                <a:lnTo>
                  <a:pt x="5512128" y="45907"/>
                </a:lnTo>
                <a:lnTo>
                  <a:pt x="5513832" y="45842"/>
                </a:lnTo>
                <a:lnTo>
                  <a:pt x="5515558" y="45907"/>
                </a:lnTo>
                <a:lnTo>
                  <a:pt x="5517264" y="46099"/>
                </a:lnTo>
                <a:lnTo>
                  <a:pt x="5518944" y="46415"/>
                </a:lnTo>
                <a:lnTo>
                  <a:pt x="5520594" y="46852"/>
                </a:lnTo>
                <a:lnTo>
                  <a:pt x="5522210" y="47407"/>
                </a:lnTo>
                <a:lnTo>
                  <a:pt x="5523785" y="48076"/>
                </a:lnTo>
                <a:lnTo>
                  <a:pt x="5525317" y="48857"/>
                </a:lnTo>
                <a:lnTo>
                  <a:pt x="5526800" y="49745"/>
                </a:lnTo>
                <a:lnTo>
                  <a:pt x="5528229" y="50737"/>
                </a:lnTo>
                <a:lnTo>
                  <a:pt x="5529600" y="51831"/>
                </a:lnTo>
                <a:lnTo>
                  <a:pt x="5530907" y="53023"/>
                </a:lnTo>
                <a:lnTo>
                  <a:pt x="5532148" y="54309"/>
                </a:lnTo>
                <a:lnTo>
                  <a:pt x="5533316" y="55687"/>
                </a:lnTo>
                <a:lnTo>
                  <a:pt x="5534407" y="57154"/>
                </a:lnTo>
                <a:lnTo>
                  <a:pt x="5535416" y="58705"/>
                </a:lnTo>
                <a:lnTo>
                  <a:pt x="5536339" y="60337"/>
                </a:lnTo>
                <a:lnTo>
                  <a:pt x="5537171" y="62049"/>
                </a:lnTo>
                <a:lnTo>
                  <a:pt x="5537907" y="63835"/>
                </a:lnTo>
                <a:lnTo>
                  <a:pt x="5538543" y="65693"/>
                </a:lnTo>
                <a:lnTo>
                  <a:pt x="5539074" y="67620"/>
                </a:lnTo>
                <a:lnTo>
                  <a:pt x="5539495" y="69612"/>
                </a:lnTo>
                <a:lnTo>
                  <a:pt x="5539801" y="71666"/>
                </a:lnTo>
                <a:lnTo>
                  <a:pt x="5539988" y="73779"/>
                </a:lnTo>
                <a:lnTo>
                  <a:pt x="5540052" y="75947"/>
                </a:lnTo>
                <a:lnTo>
                  <a:pt x="5539990" y="78172"/>
                </a:lnTo>
                <a:lnTo>
                  <a:pt x="5539809" y="80355"/>
                </a:lnTo>
                <a:lnTo>
                  <a:pt x="5539511" y="82493"/>
                </a:lnTo>
                <a:lnTo>
                  <a:pt x="5539101" y="84580"/>
                </a:lnTo>
                <a:lnTo>
                  <a:pt x="5538583" y="86612"/>
                </a:lnTo>
                <a:lnTo>
                  <a:pt x="5537961" y="88584"/>
                </a:lnTo>
                <a:close/>
                <a:moveTo>
                  <a:pt x="7070126" y="94811"/>
                </a:moveTo>
                <a:lnTo>
                  <a:pt x="7069840" y="94451"/>
                </a:lnTo>
                <a:lnTo>
                  <a:pt x="7069526" y="94131"/>
                </a:lnTo>
                <a:lnTo>
                  <a:pt x="7069188" y="93849"/>
                </a:lnTo>
                <a:lnTo>
                  <a:pt x="7068831" y="93602"/>
                </a:lnTo>
                <a:lnTo>
                  <a:pt x="7068460" y="93388"/>
                </a:lnTo>
                <a:lnTo>
                  <a:pt x="7068078" y="93205"/>
                </a:lnTo>
                <a:lnTo>
                  <a:pt x="7067691" y="93049"/>
                </a:lnTo>
                <a:lnTo>
                  <a:pt x="7067301" y="92920"/>
                </a:lnTo>
                <a:lnTo>
                  <a:pt x="7066914" y="92814"/>
                </a:lnTo>
                <a:lnTo>
                  <a:pt x="7066535" y="92729"/>
                </a:lnTo>
                <a:lnTo>
                  <a:pt x="7066166" y="92662"/>
                </a:lnTo>
                <a:lnTo>
                  <a:pt x="7065814" y="92613"/>
                </a:lnTo>
                <a:lnTo>
                  <a:pt x="7065481" y="92577"/>
                </a:lnTo>
                <a:lnTo>
                  <a:pt x="7065173" y="92553"/>
                </a:lnTo>
                <a:lnTo>
                  <a:pt x="7064894" y="92539"/>
                </a:lnTo>
                <a:lnTo>
                  <a:pt x="7064648" y="92531"/>
                </a:lnTo>
                <a:lnTo>
                  <a:pt x="7064439" y="92529"/>
                </a:lnTo>
                <a:lnTo>
                  <a:pt x="7064272" y="92528"/>
                </a:lnTo>
                <a:lnTo>
                  <a:pt x="7063848" y="92531"/>
                </a:lnTo>
                <a:lnTo>
                  <a:pt x="7063443" y="92542"/>
                </a:lnTo>
                <a:lnTo>
                  <a:pt x="7063057" y="92560"/>
                </a:lnTo>
                <a:lnTo>
                  <a:pt x="7062689" y="92588"/>
                </a:lnTo>
                <a:lnTo>
                  <a:pt x="7062338" y="92626"/>
                </a:lnTo>
                <a:lnTo>
                  <a:pt x="7062003" y="92676"/>
                </a:lnTo>
                <a:lnTo>
                  <a:pt x="7061684" y="92738"/>
                </a:lnTo>
                <a:lnTo>
                  <a:pt x="7061380" y="92814"/>
                </a:lnTo>
                <a:lnTo>
                  <a:pt x="7061089" y="92905"/>
                </a:lnTo>
                <a:lnTo>
                  <a:pt x="7060812" y="93012"/>
                </a:lnTo>
                <a:lnTo>
                  <a:pt x="7060548" y="93135"/>
                </a:lnTo>
                <a:lnTo>
                  <a:pt x="7060295" y="93277"/>
                </a:lnTo>
                <a:lnTo>
                  <a:pt x="7060053" y="93438"/>
                </a:lnTo>
                <a:lnTo>
                  <a:pt x="7059822" y="93619"/>
                </a:lnTo>
                <a:lnTo>
                  <a:pt x="7059600" y="93821"/>
                </a:lnTo>
                <a:lnTo>
                  <a:pt x="7059387" y="94045"/>
                </a:lnTo>
                <a:lnTo>
                  <a:pt x="7059182" y="94294"/>
                </a:lnTo>
                <a:lnTo>
                  <a:pt x="7058985" y="94566"/>
                </a:lnTo>
                <a:lnTo>
                  <a:pt x="7058793" y="94865"/>
                </a:lnTo>
                <a:lnTo>
                  <a:pt x="7058608" y="95190"/>
                </a:lnTo>
                <a:lnTo>
                  <a:pt x="7058428" y="95543"/>
                </a:lnTo>
                <a:lnTo>
                  <a:pt x="7058251" y="95924"/>
                </a:lnTo>
                <a:lnTo>
                  <a:pt x="7058079" y="96336"/>
                </a:lnTo>
                <a:lnTo>
                  <a:pt x="7057909" y="96779"/>
                </a:lnTo>
                <a:lnTo>
                  <a:pt x="7057347" y="97967"/>
                </a:lnTo>
                <a:lnTo>
                  <a:pt x="7056726" y="99073"/>
                </a:lnTo>
                <a:lnTo>
                  <a:pt x="7056051" y="100100"/>
                </a:lnTo>
                <a:lnTo>
                  <a:pt x="7055326" y="101051"/>
                </a:lnTo>
                <a:lnTo>
                  <a:pt x="7054556" y="101929"/>
                </a:lnTo>
                <a:lnTo>
                  <a:pt x="7053745" y="102736"/>
                </a:lnTo>
                <a:lnTo>
                  <a:pt x="7052900" y="103476"/>
                </a:lnTo>
                <a:lnTo>
                  <a:pt x="7052025" y="104150"/>
                </a:lnTo>
                <a:lnTo>
                  <a:pt x="7051124" y="104763"/>
                </a:lnTo>
                <a:lnTo>
                  <a:pt x="7050202" y="105315"/>
                </a:lnTo>
                <a:lnTo>
                  <a:pt x="7049265" y="105811"/>
                </a:lnTo>
                <a:lnTo>
                  <a:pt x="7048317" y="106253"/>
                </a:lnTo>
                <a:lnTo>
                  <a:pt x="7047363" y="106644"/>
                </a:lnTo>
                <a:lnTo>
                  <a:pt x="7046407" y="106986"/>
                </a:lnTo>
                <a:lnTo>
                  <a:pt x="7045456" y="107282"/>
                </a:lnTo>
                <a:lnTo>
                  <a:pt x="7044513" y="107536"/>
                </a:lnTo>
                <a:lnTo>
                  <a:pt x="7043583" y="107749"/>
                </a:lnTo>
                <a:lnTo>
                  <a:pt x="7042672" y="107925"/>
                </a:lnTo>
                <a:lnTo>
                  <a:pt x="7041783" y="108067"/>
                </a:lnTo>
                <a:lnTo>
                  <a:pt x="7040923" y="108176"/>
                </a:lnTo>
                <a:lnTo>
                  <a:pt x="7040095" y="108256"/>
                </a:lnTo>
                <a:lnTo>
                  <a:pt x="7039305" y="108310"/>
                </a:lnTo>
                <a:lnTo>
                  <a:pt x="7038558" y="108341"/>
                </a:lnTo>
                <a:lnTo>
                  <a:pt x="7037858" y="108350"/>
                </a:lnTo>
                <a:lnTo>
                  <a:pt x="7036051" y="108300"/>
                </a:lnTo>
                <a:lnTo>
                  <a:pt x="7034250" y="108151"/>
                </a:lnTo>
                <a:lnTo>
                  <a:pt x="7032458" y="107903"/>
                </a:lnTo>
                <a:lnTo>
                  <a:pt x="7030681" y="107559"/>
                </a:lnTo>
                <a:lnTo>
                  <a:pt x="7028924" y="107119"/>
                </a:lnTo>
                <a:lnTo>
                  <a:pt x="7027191" y="106584"/>
                </a:lnTo>
                <a:lnTo>
                  <a:pt x="7025489" y="105956"/>
                </a:lnTo>
                <a:lnTo>
                  <a:pt x="7023820" y="105235"/>
                </a:lnTo>
                <a:lnTo>
                  <a:pt x="7022191" y="104424"/>
                </a:lnTo>
                <a:lnTo>
                  <a:pt x="7020607" y="103522"/>
                </a:lnTo>
                <a:lnTo>
                  <a:pt x="7019072" y="102531"/>
                </a:lnTo>
                <a:lnTo>
                  <a:pt x="7017591" y="101453"/>
                </a:lnTo>
                <a:lnTo>
                  <a:pt x="7016170" y="100288"/>
                </a:lnTo>
                <a:lnTo>
                  <a:pt x="7014812" y="99038"/>
                </a:lnTo>
                <a:lnTo>
                  <a:pt x="7013524" y="97703"/>
                </a:lnTo>
                <a:lnTo>
                  <a:pt x="7012310" y="96285"/>
                </a:lnTo>
                <a:lnTo>
                  <a:pt x="7011175" y="94786"/>
                </a:lnTo>
                <a:lnTo>
                  <a:pt x="7010123" y="93206"/>
                </a:lnTo>
                <a:lnTo>
                  <a:pt x="7009161" y="91546"/>
                </a:lnTo>
                <a:lnTo>
                  <a:pt x="7008292" y="89808"/>
                </a:lnTo>
                <a:lnTo>
                  <a:pt x="7007522" y="87992"/>
                </a:lnTo>
                <a:lnTo>
                  <a:pt x="7006856" y="86100"/>
                </a:lnTo>
                <a:lnTo>
                  <a:pt x="7006298" y="84134"/>
                </a:lnTo>
                <a:lnTo>
                  <a:pt x="7005854" y="82093"/>
                </a:lnTo>
                <a:lnTo>
                  <a:pt x="7063307" y="82093"/>
                </a:lnTo>
                <a:lnTo>
                  <a:pt x="7063811" y="82093"/>
                </a:lnTo>
                <a:lnTo>
                  <a:pt x="7064309" y="82089"/>
                </a:lnTo>
                <a:lnTo>
                  <a:pt x="7064801" y="82079"/>
                </a:lnTo>
                <a:lnTo>
                  <a:pt x="7065284" y="82060"/>
                </a:lnTo>
                <a:lnTo>
                  <a:pt x="7065757" y="82029"/>
                </a:lnTo>
                <a:lnTo>
                  <a:pt x="7066220" y="81982"/>
                </a:lnTo>
                <a:lnTo>
                  <a:pt x="7066669" y="81916"/>
                </a:lnTo>
                <a:lnTo>
                  <a:pt x="7067105" y="81829"/>
                </a:lnTo>
                <a:lnTo>
                  <a:pt x="7067526" y="81717"/>
                </a:lnTo>
                <a:lnTo>
                  <a:pt x="7067929" y="81577"/>
                </a:lnTo>
                <a:lnTo>
                  <a:pt x="7068315" y="81406"/>
                </a:lnTo>
                <a:lnTo>
                  <a:pt x="7068680" y="81202"/>
                </a:lnTo>
                <a:lnTo>
                  <a:pt x="7069025" y="80960"/>
                </a:lnTo>
                <a:lnTo>
                  <a:pt x="7069347" y="80677"/>
                </a:lnTo>
                <a:lnTo>
                  <a:pt x="7069645" y="80352"/>
                </a:lnTo>
                <a:lnTo>
                  <a:pt x="7069918" y="79980"/>
                </a:lnTo>
                <a:lnTo>
                  <a:pt x="7070164" y="79559"/>
                </a:lnTo>
                <a:lnTo>
                  <a:pt x="7070382" y="79084"/>
                </a:lnTo>
                <a:lnTo>
                  <a:pt x="7070570" y="78555"/>
                </a:lnTo>
                <a:lnTo>
                  <a:pt x="7070727" y="77966"/>
                </a:lnTo>
                <a:lnTo>
                  <a:pt x="7070852" y="77316"/>
                </a:lnTo>
                <a:lnTo>
                  <a:pt x="7070943" y="76600"/>
                </a:lnTo>
                <a:lnTo>
                  <a:pt x="7070999" y="75816"/>
                </a:lnTo>
                <a:lnTo>
                  <a:pt x="7071017" y="74962"/>
                </a:lnTo>
                <a:lnTo>
                  <a:pt x="7070953" y="72231"/>
                </a:lnTo>
                <a:lnTo>
                  <a:pt x="7070760" y="69539"/>
                </a:lnTo>
                <a:lnTo>
                  <a:pt x="7070438" y="66893"/>
                </a:lnTo>
                <a:lnTo>
                  <a:pt x="7069988" y="64300"/>
                </a:lnTo>
                <a:lnTo>
                  <a:pt x="7069407" y="61766"/>
                </a:lnTo>
                <a:lnTo>
                  <a:pt x="7068698" y="59299"/>
                </a:lnTo>
                <a:lnTo>
                  <a:pt x="7067859" y="56905"/>
                </a:lnTo>
                <a:lnTo>
                  <a:pt x="7066890" y="54591"/>
                </a:lnTo>
                <a:lnTo>
                  <a:pt x="7065792" y="52365"/>
                </a:lnTo>
                <a:lnTo>
                  <a:pt x="7064563" y="50232"/>
                </a:lnTo>
                <a:lnTo>
                  <a:pt x="7063205" y="48200"/>
                </a:lnTo>
                <a:lnTo>
                  <a:pt x="7061716" y="46276"/>
                </a:lnTo>
                <a:lnTo>
                  <a:pt x="7060096" y="44467"/>
                </a:lnTo>
                <a:lnTo>
                  <a:pt x="7058346" y="42778"/>
                </a:lnTo>
                <a:lnTo>
                  <a:pt x="7056464" y="41218"/>
                </a:lnTo>
                <a:lnTo>
                  <a:pt x="7054452" y="39793"/>
                </a:lnTo>
                <a:lnTo>
                  <a:pt x="7052309" y="38510"/>
                </a:lnTo>
                <a:lnTo>
                  <a:pt x="7050034" y="37376"/>
                </a:lnTo>
                <a:lnTo>
                  <a:pt x="7047627" y="36397"/>
                </a:lnTo>
                <a:lnTo>
                  <a:pt x="7045089" y="35581"/>
                </a:lnTo>
                <a:lnTo>
                  <a:pt x="7042419" y="34935"/>
                </a:lnTo>
                <a:lnTo>
                  <a:pt x="7039617" y="34464"/>
                </a:lnTo>
                <a:lnTo>
                  <a:pt x="7036683" y="34177"/>
                </a:lnTo>
                <a:lnTo>
                  <a:pt x="7033616" y="34080"/>
                </a:lnTo>
                <a:lnTo>
                  <a:pt x="7030772" y="34179"/>
                </a:lnTo>
                <a:lnTo>
                  <a:pt x="7027981" y="34473"/>
                </a:lnTo>
                <a:lnTo>
                  <a:pt x="7025248" y="34955"/>
                </a:lnTo>
                <a:lnTo>
                  <a:pt x="7022579" y="35618"/>
                </a:lnTo>
                <a:lnTo>
                  <a:pt x="7019981" y="36457"/>
                </a:lnTo>
                <a:lnTo>
                  <a:pt x="7017460" y="37464"/>
                </a:lnTo>
                <a:lnTo>
                  <a:pt x="7015022" y="38633"/>
                </a:lnTo>
                <a:lnTo>
                  <a:pt x="7012673" y="39958"/>
                </a:lnTo>
                <a:lnTo>
                  <a:pt x="7010419" y="41432"/>
                </a:lnTo>
                <a:lnTo>
                  <a:pt x="7008266" y="43050"/>
                </a:lnTo>
                <a:lnTo>
                  <a:pt x="7006220" y="44803"/>
                </a:lnTo>
                <a:lnTo>
                  <a:pt x="7004287" y="46687"/>
                </a:lnTo>
                <a:lnTo>
                  <a:pt x="7002475" y="48694"/>
                </a:lnTo>
                <a:lnTo>
                  <a:pt x="7000787" y="50818"/>
                </a:lnTo>
                <a:lnTo>
                  <a:pt x="6999232" y="53053"/>
                </a:lnTo>
                <a:lnTo>
                  <a:pt x="6997814" y="55392"/>
                </a:lnTo>
                <a:lnTo>
                  <a:pt x="6996540" y="57829"/>
                </a:lnTo>
                <a:lnTo>
                  <a:pt x="6995416" y="60357"/>
                </a:lnTo>
                <a:lnTo>
                  <a:pt x="6994449" y="62971"/>
                </a:lnTo>
                <a:lnTo>
                  <a:pt x="6993643" y="65662"/>
                </a:lnTo>
                <a:lnTo>
                  <a:pt x="6993006" y="68425"/>
                </a:lnTo>
                <a:lnTo>
                  <a:pt x="6992544" y="71254"/>
                </a:lnTo>
                <a:lnTo>
                  <a:pt x="6992262" y="74142"/>
                </a:lnTo>
                <a:lnTo>
                  <a:pt x="6992166" y="77083"/>
                </a:lnTo>
                <a:lnTo>
                  <a:pt x="6992267" y="80005"/>
                </a:lnTo>
                <a:lnTo>
                  <a:pt x="6992564" y="82878"/>
                </a:lnTo>
                <a:lnTo>
                  <a:pt x="6993051" y="85696"/>
                </a:lnTo>
                <a:lnTo>
                  <a:pt x="6993724" y="88451"/>
                </a:lnTo>
                <a:lnTo>
                  <a:pt x="6994574" y="91136"/>
                </a:lnTo>
                <a:lnTo>
                  <a:pt x="6995597" y="93746"/>
                </a:lnTo>
                <a:lnTo>
                  <a:pt x="6996786" y="96274"/>
                </a:lnTo>
                <a:lnTo>
                  <a:pt x="6998136" y="98712"/>
                </a:lnTo>
                <a:lnTo>
                  <a:pt x="6999639" y="101054"/>
                </a:lnTo>
                <a:lnTo>
                  <a:pt x="7001290" y="103294"/>
                </a:lnTo>
                <a:lnTo>
                  <a:pt x="7003082" y="105424"/>
                </a:lnTo>
                <a:lnTo>
                  <a:pt x="7005011" y="107439"/>
                </a:lnTo>
                <a:lnTo>
                  <a:pt x="7007069" y="109330"/>
                </a:lnTo>
                <a:lnTo>
                  <a:pt x="7009250" y="111092"/>
                </a:lnTo>
                <a:lnTo>
                  <a:pt x="7011549" y="112719"/>
                </a:lnTo>
                <a:lnTo>
                  <a:pt x="7013958" y="114202"/>
                </a:lnTo>
                <a:lnTo>
                  <a:pt x="7016473" y="115536"/>
                </a:lnTo>
                <a:lnTo>
                  <a:pt x="7019087" y="116714"/>
                </a:lnTo>
                <a:lnTo>
                  <a:pt x="7021794" y="117729"/>
                </a:lnTo>
                <a:lnTo>
                  <a:pt x="7024588" y="118574"/>
                </a:lnTo>
                <a:lnTo>
                  <a:pt x="7027462" y="119244"/>
                </a:lnTo>
                <a:lnTo>
                  <a:pt x="7030411" y="119730"/>
                </a:lnTo>
                <a:lnTo>
                  <a:pt x="7033428" y="120027"/>
                </a:lnTo>
                <a:lnTo>
                  <a:pt x="7036508" y="120127"/>
                </a:lnTo>
                <a:lnTo>
                  <a:pt x="7039604" y="120039"/>
                </a:lnTo>
                <a:lnTo>
                  <a:pt x="7042533" y="119783"/>
                </a:lnTo>
                <a:lnTo>
                  <a:pt x="7045297" y="119372"/>
                </a:lnTo>
                <a:lnTo>
                  <a:pt x="7047900" y="118819"/>
                </a:lnTo>
                <a:lnTo>
                  <a:pt x="7050346" y="118137"/>
                </a:lnTo>
                <a:lnTo>
                  <a:pt x="7052636" y="117339"/>
                </a:lnTo>
                <a:lnTo>
                  <a:pt x="7054775" y="116438"/>
                </a:lnTo>
                <a:lnTo>
                  <a:pt x="7056765" y="115447"/>
                </a:lnTo>
                <a:lnTo>
                  <a:pt x="7058610" y="114379"/>
                </a:lnTo>
                <a:lnTo>
                  <a:pt x="7060313" y="113247"/>
                </a:lnTo>
                <a:lnTo>
                  <a:pt x="7061878" y="112064"/>
                </a:lnTo>
                <a:lnTo>
                  <a:pt x="7063306" y="110843"/>
                </a:lnTo>
                <a:lnTo>
                  <a:pt x="7064602" y="109596"/>
                </a:lnTo>
                <a:lnTo>
                  <a:pt x="7065768" y="108338"/>
                </a:lnTo>
                <a:lnTo>
                  <a:pt x="7066809" y="107080"/>
                </a:lnTo>
                <a:lnTo>
                  <a:pt x="7067726" y="105836"/>
                </a:lnTo>
                <a:lnTo>
                  <a:pt x="7068523" y="104619"/>
                </a:lnTo>
                <a:lnTo>
                  <a:pt x="7069204" y="103441"/>
                </a:lnTo>
                <a:lnTo>
                  <a:pt x="7069771" y="102316"/>
                </a:lnTo>
                <a:lnTo>
                  <a:pt x="7070228" y="101257"/>
                </a:lnTo>
                <a:lnTo>
                  <a:pt x="7070578" y="100276"/>
                </a:lnTo>
                <a:lnTo>
                  <a:pt x="7070824" y="99387"/>
                </a:lnTo>
                <a:lnTo>
                  <a:pt x="7070970" y="98603"/>
                </a:lnTo>
                <a:lnTo>
                  <a:pt x="7071017" y="97937"/>
                </a:lnTo>
                <a:lnTo>
                  <a:pt x="7070989" y="97290"/>
                </a:lnTo>
                <a:lnTo>
                  <a:pt x="7070907" y="96696"/>
                </a:lnTo>
                <a:lnTo>
                  <a:pt x="7070775" y="96153"/>
                </a:lnTo>
                <a:lnTo>
                  <a:pt x="7070598" y="95659"/>
                </a:lnTo>
                <a:lnTo>
                  <a:pt x="7070380" y="95213"/>
                </a:lnTo>
                <a:lnTo>
                  <a:pt x="7070126" y="94811"/>
                </a:lnTo>
                <a:close/>
                <a:moveTo>
                  <a:pt x="7008805" y="62243"/>
                </a:moveTo>
                <a:lnTo>
                  <a:pt x="7009596" y="60730"/>
                </a:lnTo>
                <a:lnTo>
                  <a:pt x="7010461" y="59270"/>
                </a:lnTo>
                <a:lnTo>
                  <a:pt x="7011396" y="57869"/>
                </a:lnTo>
                <a:lnTo>
                  <a:pt x="7012398" y="56529"/>
                </a:lnTo>
                <a:lnTo>
                  <a:pt x="7013466" y="55253"/>
                </a:lnTo>
                <a:lnTo>
                  <a:pt x="7014595" y="54043"/>
                </a:lnTo>
                <a:lnTo>
                  <a:pt x="7015783" y="52905"/>
                </a:lnTo>
                <a:lnTo>
                  <a:pt x="7017028" y="51839"/>
                </a:lnTo>
                <a:lnTo>
                  <a:pt x="7018326" y="50850"/>
                </a:lnTo>
                <a:lnTo>
                  <a:pt x="7019675" y="49940"/>
                </a:lnTo>
                <a:lnTo>
                  <a:pt x="7021071" y="49113"/>
                </a:lnTo>
                <a:lnTo>
                  <a:pt x="7022512" y="48372"/>
                </a:lnTo>
                <a:lnTo>
                  <a:pt x="7023995" y="47719"/>
                </a:lnTo>
                <a:lnTo>
                  <a:pt x="7025517" y="47158"/>
                </a:lnTo>
                <a:lnTo>
                  <a:pt x="7027076" y="46693"/>
                </a:lnTo>
                <a:lnTo>
                  <a:pt x="7028668" y="46325"/>
                </a:lnTo>
                <a:lnTo>
                  <a:pt x="7030290" y="46059"/>
                </a:lnTo>
                <a:lnTo>
                  <a:pt x="7031941" y="45897"/>
                </a:lnTo>
                <a:lnTo>
                  <a:pt x="7033616" y="45842"/>
                </a:lnTo>
                <a:lnTo>
                  <a:pt x="7034878" y="45868"/>
                </a:lnTo>
                <a:lnTo>
                  <a:pt x="7036155" y="45948"/>
                </a:lnTo>
                <a:lnTo>
                  <a:pt x="7037442" y="46088"/>
                </a:lnTo>
                <a:lnTo>
                  <a:pt x="7038733" y="46291"/>
                </a:lnTo>
                <a:lnTo>
                  <a:pt x="7040023" y="46562"/>
                </a:lnTo>
                <a:lnTo>
                  <a:pt x="7041306" y="46906"/>
                </a:lnTo>
                <a:lnTo>
                  <a:pt x="7042579" y="47326"/>
                </a:lnTo>
                <a:lnTo>
                  <a:pt x="7043834" y="47828"/>
                </a:lnTo>
                <a:lnTo>
                  <a:pt x="7045067" y="48415"/>
                </a:lnTo>
                <a:lnTo>
                  <a:pt x="7046273" y="49092"/>
                </a:lnTo>
                <a:lnTo>
                  <a:pt x="7047446" y="49865"/>
                </a:lnTo>
                <a:lnTo>
                  <a:pt x="7048581" y="50736"/>
                </a:lnTo>
                <a:lnTo>
                  <a:pt x="7049673" y="51710"/>
                </a:lnTo>
                <a:lnTo>
                  <a:pt x="7050717" y="52792"/>
                </a:lnTo>
                <a:lnTo>
                  <a:pt x="7051707" y="53987"/>
                </a:lnTo>
                <a:lnTo>
                  <a:pt x="7052638" y="55299"/>
                </a:lnTo>
                <a:lnTo>
                  <a:pt x="7053505" y="56731"/>
                </a:lnTo>
                <a:lnTo>
                  <a:pt x="7054302" y="58289"/>
                </a:lnTo>
                <a:lnTo>
                  <a:pt x="7055024" y="59978"/>
                </a:lnTo>
                <a:lnTo>
                  <a:pt x="7055666" y="61800"/>
                </a:lnTo>
                <a:lnTo>
                  <a:pt x="7056223" y="63762"/>
                </a:lnTo>
                <a:lnTo>
                  <a:pt x="7056690" y="65867"/>
                </a:lnTo>
                <a:lnTo>
                  <a:pt x="7057060" y="68120"/>
                </a:lnTo>
                <a:lnTo>
                  <a:pt x="7057329" y="70525"/>
                </a:lnTo>
                <a:lnTo>
                  <a:pt x="7006048" y="70525"/>
                </a:lnTo>
                <a:lnTo>
                  <a:pt x="7006430" y="68784"/>
                </a:lnTo>
                <a:lnTo>
                  <a:pt x="7006900" y="67082"/>
                </a:lnTo>
                <a:lnTo>
                  <a:pt x="7007454" y="65423"/>
                </a:lnTo>
                <a:lnTo>
                  <a:pt x="7008090" y="63809"/>
                </a:lnTo>
                <a:lnTo>
                  <a:pt x="7008805" y="62243"/>
                </a:lnTo>
                <a:close/>
                <a:moveTo>
                  <a:pt x="6068398" y="109294"/>
                </a:moveTo>
                <a:lnTo>
                  <a:pt x="6068103" y="108952"/>
                </a:lnTo>
                <a:lnTo>
                  <a:pt x="6067783" y="108650"/>
                </a:lnTo>
                <a:lnTo>
                  <a:pt x="6067438" y="108386"/>
                </a:lnTo>
                <a:lnTo>
                  <a:pt x="6067072" y="108157"/>
                </a:lnTo>
                <a:lnTo>
                  <a:pt x="6066688" y="107961"/>
                </a:lnTo>
                <a:lnTo>
                  <a:pt x="6066290" y="107795"/>
                </a:lnTo>
                <a:lnTo>
                  <a:pt x="6065879" y="107657"/>
                </a:lnTo>
                <a:lnTo>
                  <a:pt x="6065459" y="107543"/>
                </a:lnTo>
                <a:lnTo>
                  <a:pt x="6065032" y="107452"/>
                </a:lnTo>
                <a:lnTo>
                  <a:pt x="6064603" y="107382"/>
                </a:lnTo>
                <a:lnTo>
                  <a:pt x="6064172" y="107329"/>
                </a:lnTo>
                <a:lnTo>
                  <a:pt x="6063745" y="107290"/>
                </a:lnTo>
                <a:lnTo>
                  <a:pt x="6063323" y="107265"/>
                </a:lnTo>
                <a:lnTo>
                  <a:pt x="6062909" y="107249"/>
                </a:lnTo>
                <a:lnTo>
                  <a:pt x="6062507" y="107241"/>
                </a:lnTo>
                <a:lnTo>
                  <a:pt x="6062118" y="107239"/>
                </a:lnTo>
                <a:lnTo>
                  <a:pt x="6061747" y="107238"/>
                </a:lnTo>
                <a:lnTo>
                  <a:pt x="6060767" y="107233"/>
                </a:lnTo>
                <a:lnTo>
                  <a:pt x="6059848" y="107219"/>
                </a:lnTo>
                <a:lnTo>
                  <a:pt x="6058989" y="107196"/>
                </a:lnTo>
                <a:lnTo>
                  <a:pt x="6058186" y="107164"/>
                </a:lnTo>
                <a:lnTo>
                  <a:pt x="6057438" y="107125"/>
                </a:lnTo>
                <a:lnTo>
                  <a:pt x="6056741" y="107078"/>
                </a:lnTo>
                <a:lnTo>
                  <a:pt x="6056094" y="107025"/>
                </a:lnTo>
                <a:lnTo>
                  <a:pt x="6055493" y="106966"/>
                </a:lnTo>
                <a:lnTo>
                  <a:pt x="6054936" y="106902"/>
                </a:lnTo>
                <a:lnTo>
                  <a:pt x="6054421" y="106833"/>
                </a:lnTo>
                <a:lnTo>
                  <a:pt x="6053945" y="106760"/>
                </a:lnTo>
                <a:lnTo>
                  <a:pt x="6053506" y="106683"/>
                </a:lnTo>
                <a:lnTo>
                  <a:pt x="6053101" y="106603"/>
                </a:lnTo>
                <a:lnTo>
                  <a:pt x="6052727" y="106521"/>
                </a:lnTo>
                <a:lnTo>
                  <a:pt x="6052383" y="106437"/>
                </a:lnTo>
                <a:lnTo>
                  <a:pt x="6052065" y="106352"/>
                </a:lnTo>
                <a:lnTo>
                  <a:pt x="6051771" y="106266"/>
                </a:lnTo>
                <a:lnTo>
                  <a:pt x="6051499" y="106179"/>
                </a:lnTo>
                <a:lnTo>
                  <a:pt x="6051246" y="106094"/>
                </a:lnTo>
                <a:lnTo>
                  <a:pt x="6051010" y="106009"/>
                </a:lnTo>
                <a:lnTo>
                  <a:pt x="6050788" y="105926"/>
                </a:lnTo>
                <a:lnTo>
                  <a:pt x="6050577" y="105846"/>
                </a:lnTo>
                <a:lnTo>
                  <a:pt x="6050375" y="105768"/>
                </a:lnTo>
                <a:lnTo>
                  <a:pt x="6050180" y="105694"/>
                </a:lnTo>
                <a:lnTo>
                  <a:pt x="6050180" y="63991"/>
                </a:lnTo>
                <a:lnTo>
                  <a:pt x="6050126" y="62266"/>
                </a:lnTo>
                <a:lnTo>
                  <a:pt x="6049959" y="60523"/>
                </a:lnTo>
                <a:lnTo>
                  <a:pt x="6049679" y="58770"/>
                </a:lnTo>
                <a:lnTo>
                  <a:pt x="6049281" y="57016"/>
                </a:lnTo>
                <a:lnTo>
                  <a:pt x="6048762" y="55268"/>
                </a:lnTo>
                <a:lnTo>
                  <a:pt x="6048120" y="53535"/>
                </a:lnTo>
                <a:lnTo>
                  <a:pt x="6047351" y="51824"/>
                </a:lnTo>
                <a:lnTo>
                  <a:pt x="6046453" y="50144"/>
                </a:lnTo>
                <a:lnTo>
                  <a:pt x="6045422" y="48504"/>
                </a:lnTo>
                <a:lnTo>
                  <a:pt x="6044256" y="46910"/>
                </a:lnTo>
                <a:lnTo>
                  <a:pt x="6042951" y="45371"/>
                </a:lnTo>
                <a:lnTo>
                  <a:pt x="6041505" y="43895"/>
                </a:lnTo>
                <a:lnTo>
                  <a:pt x="6039914" y="42491"/>
                </a:lnTo>
                <a:lnTo>
                  <a:pt x="6038175" y="41167"/>
                </a:lnTo>
                <a:lnTo>
                  <a:pt x="6036286" y="39930"/>
                </a:lnTo>
                <a:lnTo>
                  <a:pt x="6034243" y="38789"/>
                </a:lnTo>
                <a:lnTo>
                  <a:pt x="6032043" y="37751"/>
                </a:lnTo>
                <a:lnTo>
                  <a:pt x="6029684" y="36826"/>
                </a:lnTo>
                <a:lnTo>
                  <a:pt x="6027162" y="36021"/>
                </a:lnTo>
                <a:lnTo>
                  <a:pt x="6024475" y="35344"/>
                </a:lnTo>
                <a:lnTo>
                  <a:pt x="6021619" y="34803"/>
                </a:lnTo>
                <a:lnTo>
                  <a:pt x="6018591" y="34407"/>
                </a:lnTo>
                <a:lnTo>
                  <a:pt x="6015388" y="34163"/>
                </a:lnTo>
                <a:lnTo>
                  <a:pt x="6012008" y="34080"/>
                </a:lnTo>
                <a:lnTo>
                  <a:pt x="6010915" y="34081"/>
                </a:lnTo>
                <a:lnTo>
                  <a:pt x="6009716" y="34088"/>
                </a:lnTo>
                <a:lnTo>
                  <a:pt x="6008426" y="34107"/>
                </a:lnTo>
                <a:lnTo>
                  <a:pt x="6007059" y="34145"/>
                </a:lnTo>
                <a:lnTo>
                  <a:pt x="6005626" y="34207"/>
                </a:lnTo>
                <a:lnTo>
                  <a:pt x="6004142" y="34300"/>
                </a:lnTo>
                <a:lnTo>
                  <a:pt x="6002621" y="34429"/>
                </a:lnTo>
                <a:lnTo>
                  <a:pt x="6001076" y="34601"/>
                </a:lnTo>
                <a:lnTo>
                  <a:pt x="5999519" y="34822"/>
                </a:lnTo>
                <a:lnTo>
                  <a:pt x="5997966" y="35098"/>
                </a:lnTo>
                <a:lnTo>
                  <a:pt x="5996429" y="35436"/>
                </a:lnTo>
                <a:lnTo>
                  <a:pt x="5994921" y="35840"/>
                </a:lnTo>
                <a:lnTo>
                  <a:pt x="5993457" y="36318"/>
                </a:lnTo>
                <a:lnTo>
                  <a:pt x="5992049" y="36875"/>
                </a:lnTo>
                <a:lnTo>
                  <a:pt x="5990712" y="37517"/>
                </a:lnTo>
                <a:lnTo>
                  <a:pt x="5989458" y="38252"/>
                </a:lnTo>
                <a:lnTo>
                  <a:pt x="5988301" y="39084"/>
                </a:lnTo>
                <a:lnTo>
                  <a:pt x="5987254" y="40020"/>
                </a:lnTo>
                <a:lnTo>
                  <a:pt x="5986332" y="41066"/>
                </a:lnTo>
                <a:lnTo>
                  <a:pt x="5985547" y="42228"/>
                </a:lnTo>
                <a:lnTo>
                  <a:pt x="5984913" y="43513"/>
                </a:lnTo>
                <a:lnTo>
                  <a:pt x="5984444" y="44925"/>
                </a:lnTo>
                <a:lnTo>
                  <a:pt x="5984152" y="46472"/>
                </a:lnTo>
                <a:lnTo>
                  <a:pt x="5984052" y="48160"/>
                </a:lnTo>
                <a:lnTo>
                  <a:pt x="5984073" y="48870"/>
                </a:lnTo>
                <a:lnTo>
                  <a:pt x="5984135" y="49552"/>
                </a:lnTo>
                <a:lnTo>
                  <a:pt x="5984235" y="50205"/>
                </a:lnTo>
                <a:lnTo>
                  <a:pt x="5984374" y="50830"/>
                </a:lnTo>
                <a:lnTo>
                  <a:pt x="5984548" y="51425"/>
                </a:lnTo>
                <a:lnTo>
                  <a:pt x="5984757" y="51992"/>
                </a:lnTo>
                <a:lnTo>
                  <a:pt x="5985000" y="52529"/>
                </a:lnTo>
                <a:lnTo>
                  <a:pt x="5985274" y="53037"/>
                </a:lnTo>
                <a:lnTo>
                  <a:pt x="5985578" y="53516"/>
                </a:lnTo>
                <a:lnTo>
                  <a:pt x="5985910" y="53965"/>
                </a:lnTo>
                <a:lnTo>
                  <a:pt x="5986270" y="54384"/>
                </a:lnTo>
                <a:lnTo>
                  <a:pt x="5986656" y="54773"/>
                </a:lnTo>
                <a:lnTo>
                  <a:pt x="5987065" y="55132"/>
                </a:lnTo>
                <a:lnTo>
                  <a:pt x="5987497" y="55461"/>
                </a:lnTo>
                <a:lnTo>
                  <a:pt x="5987950" y="55759"/>
                </a:lnTo>
                <a:lnTo>
                  <a:pt x="5988423" y="56027"/>
                </a:lnTo>
                <a:lnTo>
                  <a:pt x="5988914" y="56263"/>
                </a:lnTo>
                <a:lnTo>
                  <a:pt x="5989421" y="56469"/>
                </a:lnTo>
                <a:lnTo>
                  <a:pt x="5989943" y="56643"/>
                </a:lnTo>
                <a:lnTo>
                  <a:pt x="5990479" y="56786"/>
                </a:lnTo>
                <a:lnTo>
                  <a:pt x="5991027" y="56898"/>
                </a:lnTo>
                <a:lnTo>
                  <a:pt x="5991585" y="56978"/>
                </a:lnTo>
                <a:lnTo>
                  <a:pt x="5992153" y="57026"/>
                </a:lnTo>
                <a:lnTo>
                  <a:pt x="5992727" y="57042"/>
                </a:lnTo>
                <a:lnTo>
                  <a:pt x="5993101" y="57033"/>
                </a:lnTo>
                <a:lnTo>
                  <a:pt x="5993498" y="57004"/>
                </a:lnTo>
                <a:lnTo>
                  <a:pt x="5993914" y="56953"/>
                </a:lnTo>
                <a:lnTo>
                  <a:pt x="5994346" y="56880"/>
                </a:lnTo>
                <a:lnTo>
                  <a:pt x="5994791" y="56783"/>
                </a:lnTo>
                <a:lnTo>
                  <a:pt x="5995246" y="56659"/>
                </a:lnTo>
                <a:lnTo>
                  <a:pt x="5995706" y="56507"/>
                </a:lnTo>
                <a:lnTo>
                  <a:pt x="5996169" y="56327"/>
                </a:lnTo>
                <a:lnTo>
                  <a:pt x="5996631" y="56115"/>
                </a:lnTo>
                <a:lnTo>
                  <a:pt x="5997090" y="55871"/>
                </a:lnTo>
                <a:lnTo>
                  <a:pt x="5997541" y="55593"/>
                </a:lnTo>
                <a:lnTo>
                  <a:pt x="5997981" y="55280"/>
                </a:lnTo>
                <a:lnTo>
                  <a:pt x="5998407" y="54929"/>
                </a:lnTo>
                <a:lnTo>
                  <a:pt x="5998816" y="54540"/>
                </a:lnTo>
                <a:lnTo>
                  <a:pt x="5999204" y="54110"/>
                </a:lnTo>
                <a:lnTo>
                  <a:pt x="5999568" y="53638"/>
                </a:lnTo>
                <a:lnTo>
                  <a:pt x="5999905" y="53122"/>
                </a:lnTo>
                <a:lnTo>
                  <a:pt x="6000211" y="52562"/>
                </a:lnTo>
                <a:lnTo>
                  <a:pt x="6000482" y="51954"/>
                </a:lnTo>
                <a:lnTo>
                  <a:pt x="6000716" y="51298"/>
                </a:lnTo>
                <a:lnTo>
                  <a:pt x="6000910" y="50593"/>
                </a:lnTo>
                <a:lnTo>
                  <a:pt x="6001059" y="49836"/>
                </a:lnTo>
                <a:lnTo>
                  <a:pt x="6001161" y="49025"/>
                </a:lnTo>
                <a:lnTo>
                  <a:pt x="6001212" y="48160"/>
                </a:lnTo>
                <a:lnTo>
                  <a:pt x="6001213" y="47974"/>
                </a:lnTo>
                <a:lnTo>
                  <a:pt x="6001218" y="47801"/>
                </a:lnTo>
                <a:lnTo>
                  <a:pt x="6001227" y="47641"/>
                </a:lnTo>
                <a:lnTo>
                  <a:pt x="6001244" y="47493"/>
                </a:lnTo>
                <a:lnTo>
                  <a:pt x="6001268" y="47357"/>
                </a:lnTo>
                <a:lnTo>
                  <a:pt x="6001302" y="47231"/>
                </a:lnTo>
                <a:lnTo>
                  <a:pt x="6001347" y="47115"/>
                </a:lnTo>
                <a:lnTo>
                  <a:pt x="6001404" y="47009"/>
                </a:lnTo>
                <a:lnTo>
                  <a:pt x="6001475" y="46911"/>
                </a:lnTo>
                <a:lnTo>
                  <a:pt x="6001562" y="46821"/>
                </a:lnTo>
                <a:lnTo>
                  <a:pt x="6001667" y="46739"/>
                </a:lnTo>
                <a:lnTo>
                  <a:pt x="6001789" y="46663"/>
                </a:lnTo>
                <a:lnTo>
                  <a:pt x="6001932" y="46594"/>
                </a:lnTo>
                <a:lnTo>
                  <a:pt x="6002096" y="46530"/>
                </a:lnTo>
                <a:lnTo>
                  <a:pt x="6002284" y="46470"/>
                </a:lnTo>
                <a:lnTo>
                  <a:pt x="6002496" y="46415"/>
                </a:lnTo>
                <a:lnTo>
                  <a:pt x="6002734" y="46363"/>
                </a:lnTo>
                <a:lnTo>
                  <a:pt x="6003000" y="46313"/>
                </a:lnTo>
                <a:lnTo>
                  <a:pt x="6003295" y="46266"/>
                </a:lnTo>
                <a:lnTo>
                  <a:pt x="6003620" y="46220"/>
                </a:lnTo>
                <a:lnTo>
                  <a:pt x="6003978" y="46175"/>
                </a:lnTo>
                <a:lnTo>
                  <a:pt x="6004370" y="46129"/>
                </a:lnTo>
                <a:lnTo>
                  <a:pt x="6004796" y="46083"/>
                </a:lnTo>
                <a:lnTo>
                  <a:pt x="6005259" y="46036"/>
                </a:lnTo>
                <a:lnTo>
                  <a:pt x="6005596" y="46013"/>
                </a:lnTo>
                <a:lnTo>
                  <a:pt x="6005930" y="45992"/>
                </a:lnTo>
                <a:lnTo>
                  <a:pt x="6006262" y="45972"/>
                </a:lnTo>
                <a:lnTo>
                  <a:pt x="6006591" y="45954"/>
                </a:lnTo>
                <a:lnTo>
                  <a:pt x="6006917" y="45938"/>
                </a:lnTo>
                <a:lnTo>
                  <a:pt x="6007239" y="45924"/>
                </a:lnTo>
                <a:lnTo>
                  <a:pt x="6007559" y="45911"/>
                </a:lnTo>
                <a:lnTo>
                  <a:pt x="6007874" y="45899"/>
                </a:lnTo>
                <a:lnTo>
                  <a:pt x="6008185" y="45889"/>
                </a:lnTo>
                <a:lnTo>
                  <a:pt x="6008492" y="45880"/>
                </a:lnTo>
                <a:lnTo>
                  <a:pt x="6008795" y="45873"/>
                </a:lnTo>
                <a:lnTo>
                  <a:pt x="6009093" y="45866"/>
                </a:lnTo>
                <a:lnTo>
                  <a:pt x="6009385" y="45861"/>
                </a:lnTo>
                <a:lnTo>
                  <a:pt x="6009673" y="45856"/>
                </a:lnTo>
                <a:lnTo>
                  <a:pt x="6009955" y="45852"/>
                </a:lnTo>
                <a:lnTo>
                  <a:pt x="6010231" y="45849"/>
                </a:lnTo>
                <a:lnTo>
                  <a:pt x="6010501" y="45847"/>
                </a:lnTo>
                <a:lnTo>
                  <a:pt x="6010765" y="45845"/>
                </a:lnTo>
                <a:lnTo>
                  <a:pt x="6011022" y="45844"/>
                </a:lnTo>
                <a:lnTo>
                  <a:pt x="6011273" y="45843"/>
                </a:lnTo>
                <a:lnTo>
                  <a:pt x="6011516" y="45842"/>
                </a:lnTo>
                <a:lnTo>
                  <a:pt x="6011752" y="45842"/>
                </a:lnTo>
                <a:lnTo>
                  <a:pt x="6011981" y="45842"/>
                </a:lnTo>
                <a:lnTo>
                  <a:pt x="6012202" y="45842"/>
                </a:lnTo>
                <a:lnTo>
                  <a:pt x="6014009" y="45873"/>
                </a:lnTo>
                <a:lnTo>
                  <a:pt x="6015765" y="45968"/>
                </a:lnTo>
                <a:lnTo>
                  <a:pt x="6017468" y="46126"/>
                </a:lnTo>
                <a:lnTo>
                  <a:pt x="6019117" y="46349"/>
                </a:lnTo>
                <a:lnTo>
                  <a:pt x="6020707" y="46637"/>
                </a:lnTo>
                <a:lnTo>
                  <a:pt x="6022238" y="46992"/>
                </a:lnTo>
                <a:lnTo>
                  <a:pt x="6023707" y="47413"/>
                </a:lnTo>
                <a:lnTo>
                  <a:pt x="6025110" y="47902"/>
                </a:lnTo>
                <a:lnTo>
                  <a:pt x="6026447" y="48459"/>
                </a:lnTo>
                <a:lnTo>
                  <a:pt x="6027715" y="49085"/>
                </a:lnTo>
                <a:lnTo>
                  <a:pt x="6028911" y="49782"/>
                </a:lnTo>
                <a:lnTo>
                  <a:pt x="6030034" y="50549"/>
                </a:lnTo>
                <a:lnTo>
                  <a:pt x="6031079" y="51387"/>
                </a:lnTo>
                <a:lnTo>
                  <a:pt x="6032047" y="52298"/>
                </a:lnTo>
                <a:lnTo>
                  <a:pt x="6032933" y="53281"/>
                </a:lnTo>
                <a:lnTo>
                  <a:pt x="6033736" y="54338"/>
                </a:lnTo>
                <a:lnTo>
                  <a:pt x="6034453" y="55469"/>
                </a:lnTo>
                <a:lnTo>
                  <a:pt x="6035082" y="56676"/>
                </a:lnTo>
                <a:lnTo>
                  <a:pt x="6035621" y="57958"/>
                </a:lnTo>
                <a:lnTo>
                  <a:pt x="6036067" y="59318"/>
                </a:lnTo>
                <a:lnTo>
                  <a:pt x="6036418" y="60754"/>
                </a:lnTo>
                <a:lnTo>
                  <a:pt x="6036672" y="62269"/>
                </a:lnTo>
                <a:lnTo>
                  <a:pt x="6036826" y="63862"/>
                </a:lnTo>
                <a:lnTo>
                  <a:pt x="6036878" y="65536"/>
                </a:lnTo>
                <a:lnTo>
                  <a:pt x="6032667" y="65655"/>
                </a:lnTo>
                <a:lnTo>
                  <a:pt x="6028571" y="65869"/>
                </a:lnTo>
                <a:lnTo>
                  <a:pt x="6024595" y="66178"/>
                </a:lnTo>
                <a:lnTo>
                  <a:pt x="6020744" y="66581"/>
                </a:lnTo>
                <a:lnTo>
                  <a:pt x="6017026" y="67077"/>
                </a:lnTo>
                <a:lnTo>
                  <a:pt x="6013444" y="67668"/>
                </a:lnTo>
                <a:lnTo>
                  <a:pt x="6010006" y="68353"/>
                </a:lnTo>
                <a:lnTo>
                  <a:pt x="6006716" y="69132"/>
                </a:lnTo>
                <a:lnTo>
                  <a:pt x="6003581" y="70005"/>
                </a:lnTo>
                <a:lnTo>
                  <a:pt x="6000607" y="70972"/>
                </a:lnTo>
                <a:lnTo>
                  <a:pt x="5997798" y="72032"/>
                </a:lnTo>
                <a:lnTo>
                  <a:pt x="5995162" y="73186"/>
                </a:lnTo>
                <a:lnTo>
                  <a:pt x="5992703" y="74433"/>
                </a:lnTo>
                <a:lnTo>
                  <a:pt x="5990428" y="75774"/>
                </a:lnTo>
                <a:lnTo>
                  <a:pt x="5988342" y="77208"/>
                </a:lnTo>
                <a:lnTo>
                  <a:pt x="5986451" y="78735"/>
                </a:lnTo>
                <a:lnTo>
                  <a:pt x="5984761" y="80356"/>
                </a:lnTo>
                <a:lnTo>
                  <a:pt x="5983278" y="82070"/>
                </a:lnTo>
                <a:lnTo>
                  <a:pt x="5982007" y="83876"/>
                </a:lnTo>
                <a:lnTo>
                  <a:pt x="5980954" y="85776"/>
                </a:lnTo>
                <a:lnTo>
                  <a:pt x="5980125" y="87769"/>
                </a:lnTo>
                <a:lnTo>
                  <a:pt x="5979526" y="89854"/>
                </a:lnTo>
                <a:lnTo>
                  <a:pt x="5979162" y="92032"/>
                </a:lnTo>
                <a:lnTo>
                  <a:pt x="5979039" y="94302"/>
                </a:lnTo>
                <a:lnTo>
                  <a:pt x="5979102" y="95959"/>
                </a:lnTo>
                <a:lnTo>
                  <a:pt x="5979290" y="97603"/>
                </a:lnTo>
                <a:lnTo>
                  <a:pt x="5979600" y="99229"/>
                </a:lnTo>
                <a:lnTo>
                  <a:pt x="5980030" y="100831"/>
                </a:lnTo>
                <a:lnTo>
                  <a:pt x="5980579" y="102406"/>
                </a:lnTo>
                <a:lnTo>
                  <a:pt x="5981245" y="103946"/>
                </a:lnTo>
                <a:lnTo>
                  <a:pt x="5982024" y="105448"/>
                </a:lnTo>
                <a:lnTo>
                  <a:pt x="5982917" y="106906"/>
                </a:lnTo>
                <a:lnTo>
                  <a:pt x="5983920" y="108316"/>
                </a:lnTo>
                <a:lnTo>
                  <a:pt x="5985031" y="109671"/>
                </a:lnTo>
                <a:lnTo>
                  <a:pt x="5986249" y="110968"/>
                </a:lnTo>
                <a:lnTo>
                  <a:pt x="5987571" y="112200"/>
                </a:lnTo>
                <a:lnTo>
                  <a:pt x="5988995" y="113363"/>
                </a:lnTo>
                <a:lnTo>
                  <a:pt x="5990520" y="114452"/>
                </a:lnTo>
                <a:lnTo>
                  <a:pt x="5992144" y="115461"/>
                </a:lnTo>
                <a:lnTo>
                  <a:pt x="5993864" y="116386"/>
                </a:lnTo>
                <a:lnTo>
                  <a:pt x="5995678" y="117221"/>
                </a:lnTo>
                <a:lnTo>
                  <a:pt x="5997585" y="117961"/>
                </a:lnTo>
                <a:lnTo>
                  <a:pt x="5999582" y="118602"/>
                </a:lnTo>
                <a:lnTo>
                  <a:pt x="6001667" y="119137"/>
                </a:lnTo>
                <a:lnTo>
                  <a:pt x="6003839" y="119563"/>
                </a:lnTo>
                <a:lnTo>
                  <a:pt x="6006095" y="119873"/>
                </a:lnTo>
                <a:lnTo>
                  <a:pt x="6008433" y="120063"/>
                </a:lnTo>
                <a:lnTo>
                  <a:pt x="6010852" y="120127"/>
                </a:lnTo>
                <a:lnTo>
                  <a:pt x="6011768" y="120120"/>
                </a:lnTo>
                <a:lnTo>
                  <a:pt x="6012731" y="120097"/>
                </a:lnTo>
                <a:lnTo>
                  <a:pt x="6013738" y="120057"/>
                </a:lnTo>
                <a:lnTo>
                  <a:pt x="6014784" y="119999"/>
                </a:lnTo>
                <a:lnTo>
                  <a:pt x="6015868" y="119922"/>
                </a:lnTo>
                <a:lnTo>
                  <a:pt x="6016985" y="119823"/>
                </a:lnTo>
                <a:lnTo>
                  <a:pt x="6018132" y="119702"/>
                </a:lnTo>
                <a:lnTo>
                  <a:pt x="6019306" y="119556"/>
                </a:lnTo>
                <a:lnTo>
                  <a:pt x="6020503" y="119385"/>
                </a:lnTo>
                <a:lnTo>
                  <a:pt x="6021721" y="119188"/>
                </a:lnTo>
                <a:lnTo>
                  <a:pt x="6022955" y="118962"/>
                </a:lnTo>
                <a:lnTo>
                  <a:pt x="6024203" y="118706"/>
                </a:lnTo>
                <a:lnTo>
                  <a:pt x="6025460" y="118419"/>
                </a:lnTo>
                <a:lnTo>
                  <a:pt x="6026724" y="118100"/>
                </a:lnTo>
                <a:lnTo>
                  <a:pt x="6027992" y="117746"/>
                </a:lnTo>
                <a:lnTo>
                  <a:pt x="6029260" y="117358"/>
                </a:lnTo>
                <a:lnTo>
                  <a:pt x="6030524" y="116932"/>
                </a:lnTo>
                <a:lnTo>
                  <a:pt x="6031781" y="116468"/>
                </a:lnTo>
                <a:lnTo>
                  <a:pt x="6033029" y="115964"/>
                </a:lnTo>
                <a:lnTo>
                  <a:pt x="6034263" y="115420"/>
                </a:lnTo>
                <a:lnTo>
                  <a:pt x="6035480" y="114833"/>
                </a:lnTo>
                <a:lnTo>
                  <a:pt x="6036678" y="114201"/>
                </a:lnTo>
                <a:lnTo>
                  <a:pt x="6037851" y="113525"/>
                </a:lnTo>
                <a:lnTo>
                  <a:pt x="6038999" y="112801"/>
                </a:lnTo>
                <a:lnTo>
                  <a:pt x="6039554" y="113522"/>
                </a:lnTo>
                <a:lnTo>
                  <a:pt x="6040159" y="114185"/>
                </a:lnTo>
                <a:lnTo>
                  <a:pt x="6040811" y="114792"/>
                </a:lnTo>
                <a:lnTo>
                  <a:pt x="6041505" y="115345"/>
                </a:lnTo>
                <a:lnTo>
                  <a:pt x="6042240" y="115848"/>
                </a:lnTo>
                <a:lnTo>
                  <a:pt x="6043012" y="116303"/>
                </a:lnTo>
                <a:lnTo>
                  <a:pt x="6043817" y="116711"/>
                </a:lnTo>
                <a:lnTo>
                  <a:pt x="6044654" y="117076"/>
                </a:lnTo>
                <a:lnTo>
                  <a:pt x="6045520" y="117401"/>
                </a:lnTo>
                <a:lnTo>
                  <a:pt x="6046410" y="117686"/>
                </a:lnTo>
                <a:lnTo>
                  <a:pt x="6047322" y="117935"/>
                </a:lnTo>
                <a:lnTo>
                  <a:pt x="6048253" y="118151"/>
                </a:lnTo>
                <a:lnTo>
                  <a:pt x="6049201" y="118335"/>
                </a:lnTo>
                <a:lnTo>
                  <a:pt x="6050161" y="118491"/>
                </a:lnTo>
                <a:lnTo>
                  <a:pt x="6051132" y="118620"/>
                </a:lnTo>
                <a:lnTo>
                  <a:pt x="6052109" y="118725"/>
                </a:lnTo>
                <a:lnTo>
                  <a:pt x="6053091" y="118809"/>
                </a:lnTo>
                <a:lnTo>
                  <a:pt x="6054073" y="118874"/>
                </a:lnTo>
                <a:lnTo>
                  <a:pt x="6055054" y="118921"/>
                </a:lnTo>
                <a:lnTo>
                  <a:pt x="6056029" y="118955"/>
                </a:lnTo>
                <a:lnTo>
                  <a:pt x="6056997" y="118977"/>
                </a:lnTo>
                <a:lnTo>
                  <a:pt x="6057953" y="118990"/>
                </a:lnTo>
                <a:lnTo>
                  <a:pt x="6058895" y="118996"/>
                </a:lnTo>
                <a:lnTo>
                  <a:pt x="6059820" y="118997"/>
                </a:lnTo>
                <a:lnTo>
                  <a:pt x="6060489" y="118997"/>
                </a:lnTo>
                <a:lnTo>
                  <a:pt x="6061144" y="118994"/>
                </a:lnTo>
                <a:lnTo>
                  <a:pt x="6061785" y="118986"/>
                </a:lnTo>
                <a:lnTo>
                  <a:pt x="6062409" y="118970"/>
                </a:lnTo>
                <a:lnTo>
                  <a:pt x="6063016" y="118943"/>
                </a:lnTo>
                <a:lnTo>
                  <a:pt x="6063604" y="118904"/>
                </a:lnTo>
                <a:lnTo>
                  <a:pt x="6064172" y="118849"/>
                </a:lnTo>
                <a:lnTo>
                  <a:pt x="6064719" y="118776"/>
                </a:lnTo>
                <a:lnTo>
                  <a:pt x="6065243" y="118682"/>
                </a:lnTo>
                <a:lnTo>
                  <a:pt x="6065743" y="118565"/>
                </a:lnTo>
                <a:lnTo>
                  <a:pt x="6066217" y="118422"/>
                </a:lnTo>
                <a:lnTo>
                  <a:pt x="6066665" y="118250"/>
                </a:lnTo>
                <a:lnTo>
                  <a:pt x="6067084" y="118048"/>
                </a:lnTo>
                <a:lnTo>
                  <a:pt x="6067474" y="117811"/>
                </a:lnTo>
                <a:lnTo>
                  <a:pt x="6067834" y="117538"/>
                </a:lnTo>
                <a:lnTo>
                  <a:pt x="6068161" y="117227"/>
                </a:lnTo>
                <a:lnTo>
                  <a:pt x="6068455" y="116874"/>
                </a:lnTo>
                <a:lnTo>
                  <a:pt x="6068713" y="116476"/>
                </a:lnTo>
                <a:lnTo>
                  <a:pt x="6068936" y="116033"/>
                </a:lnTo>
                <a:lnTo>
                  <a:pt x="6069121" y="115539"/>
                </a:lnTo>
                <a:lnTo>
                  <a:pt x="6069268" y="114994"/>
                </a:lnTo>
                <a:lnTo>
                  <a:pt x="6069374" y="114395"/>
                </a:lnTo>
                <a:lnTo>
                  <a:pt x="6069439" y="113738"/>
                </a:lnTo>
                <a:lnTo>
                  <a:pt x="6069461" y="113022"/>
                </a:lnTo>
                <a:lnTo>
                  <a:pt x="6069436" y="112329"/>
                </a:lnTo>
                <a:lnTo>
                  <a:pt x="6069364" y="111693"/>
                </a:lnTo>
                <a:lnTo>
                  <a:pt x="6069248" y="111113"/>
                </a:lnTo>
                <a:lnTo>
                  <a:pt x="6069090" y="110585"/>
                </a:lnTo>
                <a:lnTo>
                  <a:pt x="6068894" y="110108"/>
                </a:lnTo>
                <a:lnTo>
                  <a:pt x="6068662" y="109678"/>
                </a:lnTo>
                <a:lnTo>
                  <a:pt x="6068398" y="109294"/>
                </a:lnTo>
                <a:close/>
                <a:moveTo>
                  <a:pt x="6036691" y="96940"/>
                </a:moveTo>
                <a:lnTo>
                  <a:pt x="6036599" y="97462"/>
                </a:lnTo>
                <a:lnTo>
                  <a:pt x="6036481" y="97979"/>
                </a:lnTo>
                <a:lnTo>
                  <a:pt x="6036334" y="98491"/>
                </a:lnTo>
                <a:lnTo>
                  <a:pt x="6036154" y="98999"/>
                </a:lnTo>
                <a:lnTo>
                  <a:pt x="6035938" y="99501"/>
                </a:lnTo>
                <a:lnTo>
                  <a:pt x="6035683" y="99999"/>
                </a:lnTo>
                <a:lnTo>
                  <a:pt x="6035385" y="100491"/>
                </a:lnTo>
                <a:lnTo>
                  <a:pt x="6035042" y="100978"/>
                </a:lnTo>
                <a:lnTo>
                  <a:pt x="6034650" y="101460"/>
                </a:lnTo>
                <a:lnTo>
                  <a:pt x="6034205" y="101937"/>
                </a:lnTo>
                <a:lnTo>
                  <a:pt x="6033705" y="102408"/>
                </a:lnTo>
                <a:lnTo>
                  <a:pt x="6033147" y="102874"/>
                </a:lnTo>
                <a:lnTo>
                  <a:pt x="6032526" y="103334"/>
                </a:lnTo>
                <a:lnTo>
                  <a:pt x="6031840" y="103788"/>
                </a:lnTo>
                <a:lnTo>
                  <a:pt x="6031086" y="104237"/>
                </a:lnTo>
                <a:lnTo>
                  <a:pt x="6030260" y="104680"/>
                </a:lnTo>
                <a:lnTo>
                  <a:pt x="6029358" y="105117"/>
                </a:lnTo>
                <a:lnTo>
                  <a:pt x="6028483" y="105507"/>
                </a:lnTo>
                <a:lnTo>
                  <a:pt x="6027592" y="105864"/>
                </a:lnTo>
                <a:lnTo>
                  <a:pt x="6026692" y="106190"/>
                </a:lnTo>
                <a:lnTo>
                  <a:pt x="6025785" y="106487"/>
                </a:lnTo>
                <a:lnTo>
                  <a:pt x="6024875" y="106755"/>
                </a:lnTo>
                <a:lnTo>
                  <a:pt x="6023967" y="106996"/>
                </a:lnTo>
                <a:lnTo>
                  <a:pt x="6023063" y="107213"/>
                </a:lnTo>
                <a:lnTo>
                  <a:pt x="6022169" y="107405"/>
                </a:lnTo>
                <a:lnTo>
                  <a:pt x="6021287" y="107574"/>
                </a:lnTo>
                <a:lnTo>
                  <a:pt x="6020421" y="107723"/>
                </a:lnTo>
                <a:lnTo>
                  <a:pt x="6019577" y="107851"/>
                </a:lnTo>
                <a:lnTo>
                  <a:pt x="6018756" y="107961"/>
                </a:lnTo>
                <a:lnTo>
                  <a:pt x="6017963" y="108055"/>
                </a:lnTo>
                <a:lnTo>
                  <a:pt x="6017203" y="108133"/>
                </a:lnTo>
                <a:lnTo>
                  <a:pt x="6016478" y="108196"/>
                </a:lnTo>
                <a:lnTo>
                  <a:pt x="6015793" y="108247"/>
                </a:lnTo>
                <a:lnTo>
                  <a:pt x="6015151" y="108287"/>
                </a:lnTo>
                <a:lnTo>
                  <a:pt x="6014557" y="108317"/>
                </a:lnTo>
                <a:lnTo>
                  <a:pt x="6014014" y="108338"/>
                </a:lnTo>
                <a:lnTo>
                  <a:pt x="6013526" y="108353"/>
                </a:lnTo>
                <a:lnTo>
                  <a:pt x="6013097" y="108362"/>
                </a:lnTo>
                <a:lnTo>
                  <a:pt x="6012731" y="108366"/>
                </a:lnTo>
                <a:lnTo>
                  <a:pt x="6012431" y="108368"/>
                </a:lnTo>
                <a:lnTo>
                  <a:pt x="6012202" y="108368"/>
                </a:lnTo>
                <a:lnTo>
                  <a:pt x="6010729" y="108334"/>
                </a:lnTo>
                <a:lnTo>
                  <a:pt x="6009300" y="108235"/>
                </a:lnTo>
                <a:lnTo>
                  <a:pt x="6007916" y="108072"/>
                </a:lnTo>
                <a:lnTo>
                  <a:pt x="6006580" y="107848"/>
                </a:lnTo>
                <a:lnTo>
                  <a:pt x="6005292" y="107565"/>
                </a:lnTo>
                <a:lnTo>
                  <a:pt x="6004055" y="107226"/>
                </a:lnTo>
                <a:lnTo>
                  <a:pt x="6002870" y="106834"/>
                </a:lnTo>
                <a:lnTo>
                  <a:pt x="6001740" y="106390"/>
                </a:lnTo>
                <a:lnTo>
                  <a:pt x="6000664" y="105897"/>
                </a:lnTo>
                <a:lnTo>
                  <a:pt x="5999646" y="105358"/>
                </a:lnTo>
                <a:lnTo>
                  <a:pt x="5998687" y="104775"/>
                </a:lnTo>
                <a:lnTo>
                  <a:pt x="5997789" y="104151"/>
                </a:lnTo>
                <a:lnTo>
                  <a:pt x="5996953" y="103487"/>
                </a:lnTo>
                <a:lnTo>
                  <a:pt x="5996180" y="102786"/>
                </a:lnTo>
                <a:lnTo>
                  <a:pt x="5995474" y="102051"/>
                </a:lnTo>
                <a:lnTo>
                  <a:pt x="5994834" y="101284"/>
                </a:lnTo>
                <a:lnTo>
                  <a:pt x="5994264" y="100488"/>
                </a:lnTo>
                <a:lnTo>
                  <a:pt x="5993764" y="99665"/>
                </a:lnTo>
                <a:lnTo>
                  <a:pt x="5993336" y="98817"/>
                </a:lnTo>
                <a:lnTo>
                  <a:pt x="5992983" y="97947"/>
                </a:lnTo>
                <a:lnTo>
                  <a:pt x="5992705" y="97057"/>
                </a:lnTo>
                <a:lnTo>
                  <a:pt x="5992505" y="96150"/>
                </a:lnTo>
                <a:lnTo>
                  <a:pt x="5992383" y="95228"/>
                </a:lnTo>
                <a:lnTo>
                  <a:pt x="5992342" y="94293"/>
                </a:lnTo>
                <a:lnTo>
                  <a:pt x="5992428" y="93125"/>
                </a:lnTo>
                <a:lnTo>
                  <a:pt x="5992684" y="91982"/>
                </a:lnTo>
                <a:lnTo>
                  <a:pt x="5993109" y="90866"/>
                </a:lnTo>
                <a:lnTo>
                  <a:pt x="5993700" y="89780"/>
                </a:lnTo>
                <a:lnTo>
                  <a:pt x="5994454" y="88726"/>
                </a:lnTo>
                <a:lnTo>
                  <a:pt x="5995369" y="87704"/>
                </a:lnTo>
                <a:lnTo>
                  <a:pt x="5996444" y="86717"/>
                </a:lnTo>
                <a:lnTo>
                  <a:pt x="5997676" y="85766"/>
                </a:lnTo>
                <a:lnTo>
                  <a:pt x="5999062" y="84854"/>
                </a:lnTo>
                <a:lnTo>
                  <a:pt x="6000601" y="83981"/>
                </a:lnTo>
                <a:lnTo>
                  <a:pt x="6002290" y="83150"/>
                </a:lnTo>
                <a:lnTo>
                  <a:pt x="6004126" y="82363"/>
                </a:lnTo>
                <a:lnTo>
                  <a:pt x="6006109" y="81620"/>
                </a:lnTo>
                <a:lnTo>
                  <a:pt x="6008234" y="80925"/>
                </a:lnTo>
                <a:lnTo>
                  <a:pt x="6010501" y="80278"/>
                </a:lnTo>
                <a:lnTo>
                  <a:pt x="6012907" y="79682"/>
                </a:lnTo>
                <a:lnTo>
                  <a:pt x="6015449" y="79138"/>
                </a:lnTo>
                <a:lnTo>
                  <a:pt x="6018125" y="78648"/>
                </a:lnTo>
                <a:lnTo>
                  <a:pt x="6020934" y="78214"/>
                </a:lnTo>
                <a:lnTo>
                  <a:pt x="6023872" y="77837"/>
                </a:lnTo>
                <a:lnTo>
                  <a:pt x="6026938" y="77519"/>
                </a:lnTo>
                <a:lnTo>
                  <a:pt x="6030129" y="77262"/>
                </a:lnTo>
                <a:lnTo>
                  <a:pt x="6033443" y="77068"/>
                </a:lnTo>
                <a:lnTo>
                  <a:pt x="6036878" y="76939"/>
                </a:lnTo>
                <a:lnTo>
                  <a:pt x="6036878" y="93164"/>
                </a:lnTo>
                <a:lnTo>
                  <a:pt x="6036877" y="93716"/>
                </a:lnTo>
                <a:lnTo>
                  <a:pt x="6036873" y="94264"/>
                </a:lnTo>
                <a:lnTo>
                  <a:pt x="6036863" y="94808"/>
                </a:lnTo>
                <a:lnTo>
                  <a:pt x="6036843" y="95347"/>
                </a:lnTo>
                <a:lnTo>
                  <a:pt x="6036810" y="95883"/>
                </a:lnTo>
                <a:lnTo>
                  <a:pt x="6036760" y="96414"/>
                </a:lnTo>
                <a:lnTo>
                  <a:pt x="6036691" y="96940"/>
                </a:lnTo>
                <a:close/>
                <a:moveTo>
                  <a:pt x="6361327" y="94451"/>
                </a:moveTo>
                <a:lnTo>
                  <a:pt x="6361012" y="94131"/>
                </a:lnTo>
                <a:lnTo>
                  <a:pt x="6360675" y="93849"/>
                </a:lnTo>
                <a:lnTo>
                  <a:pt x="6360318" y="93602"/>
                </a:lnTo>
                <a:lnTo>
                  <a:pt x="6359947" y="93388"/>
                </a:lnTo>
                <a:lnTo>
                  <a:pt x="6359565" y="93205"/>
                </a:lnTo>
                <a:lnTo>
                  <a:pt x="6359177" y="93049"/>
                </a:lnTo>
                <a:lnTo>
                  <a:pt x="6358788" y="92920"/>
                </a:lnTo>
                <a:lnTo>
                  <a:pt x="6358401" y="92814"/>
                </a:lnTo>
                <a:lnTo>
                  <a:pt x="6358022" y="92729"/>
                </a:lnTo>
                <a:lnTo>
                  <a:pt x="6357653" y="92662"/>
                </a:lnTo>
                <a:lnTo>
                  <a:pt x="6357301" y="92613"/>
                </a:lnTo>
                <a:lnTo>
                  <a:pt x="6356968" y="92577"/>
                </a:lnTo>
                <a:lnTo>
                  <a:pt x="6356660" y="92553"/>
                </a:lnTo>
                <a:lnTo>
                  <a:pt x="6356381" y="92539"/>
                </a:lnTo>
                <a:lnTo>
                  <a:pt x="6356134" y="92531"/>
                </a:lnTo>
                <a:lnTo>
                  <a:pt x="6355926" y="92529"/>
                </a:lnTo>
                <a:lnTo>
                  <a:pt x="6355759" y="92528"/>
                </a:lnTo>
                <a:lnTo>
                  <a:pt x="6355335" y="92531"/>
                </a:lnTo>
                <a:lnTo>
                  <a:pt x="6354930" y="92542"/>
                </a:lnTo>
                <a:lnTo>
                  <a:pt x="6354544" y="92560"/>
                </a:lnTo>
                <a:lnTo>
                  <a:pt x="6354176" y="92588"/>
                </a:lnTo>
                <a:lnTo>
                  <a:pt x="6353825" y="92626"/>
                </a:lnTo>
                <a:lnTo>
                  <a:pt x="6353490" y="92676"/>
                </a:lnTo>
                <a:lnTo>
                  <a:pt x="6353171" y="92738"/>
                </a:lnTo>
                <a:lnTo>
                  <a:pt x="6352866" y="92814"/>
                </a:lnTo>
                <a:lnTo>
                  <a:pt x="6352576" y="92905"/>
                </a:lnTo>
                <a:lnTo>
                  <a:pt x="6352299" y="93012"/>
                </a:lnTo>
                <a:lnTo>
                  <a:pt x="6352035" y="93135"/>
                </a:lnTo>
                <a:lnTo>
                  <a:pt x="6351782" y="93277"/>
                </a:lnTo>
                <a:lnTo>
                  <a:pt x="6351540" y="93438"/>
                </a:lnTo>
                <a:lnTo>
                  <a:pt x="6351309" y="93619"/>
                </a:lnTo>
                <a:lnTo>
                  <a:pt x="6351087" y="93821"/>
                </a:lnTo>
                <a:lnTo>
                  <a:pt x="6350874" y="94045"/>
                </a:lnTo>
                <a:lnTo>
                  <a:pt x="6350669" y="94294"/>
                </a:lnTo>
                <a:lnTo>
                  <a:pt x="6350472" y="94566"/>
                </a:lnTo>
                <a:lnTo>
                  <a:pt x="6350280" y="94865"/>
                </a:lnTo>
                <a:lnTo>
                  <a:pt x="6350095" y="95190"/>
                </a:lnTo>
                <a:lnTo>
                  <a:pt x="6349915" y="95543"/>
                </a:lnTo>
                <a:lnTo>
                  <a:pt x="6349738" y="95924"/>
                </a:lnTo>
                <a:lnTo>
                  <a:pt x="6349566" y="96336"/>
                </a:lnTo>
                <a:lnTo>
                  <a:pt x="6349396" y="96779"/>
                </a:lnTo>
                <a:lnTo>
                  <a:pt x="6348834" y="97967"/>
                </a:lnTo>
                <a:lnTo>
                  <a:pt x="6348213" y="99073"/>
                </a:lnTo>
                <a:lnTo>
                  <a:pt x="6347538" y="100100"/>
                </a:lnTo>
                <a:lnTo>
                  <a:pt x="6346812" y="101051"/>
                </a:lnTo>
                <a:lnTo>
                  <a:pt x="6346042" y="101929"/>
                </a:lnTo>
                <a:lnTo>
                  <a:pt x="6345232" y="102736"/>
                </a:lnTo>
                <a:lnTo>
                  <a:pt x="6344387" y="103476"/>
                </a:lnTo>
                <a:lnTo>
                  <a:pt x="6343512" y="104150"/>
                </a:lnTo>
                <a:lnTo>
                  <a:pt x="6342611" y="104763"/>
                </a:lnTo>
                <a:lnTo>
                  <a:pt x="6341689" y="105315"/>
                </a:lnTo>
                <a:lnTo>
                  <a:pt x="6340752" y="105811"/>
                </a:lnTo>
                <a:lnTo>
                  <a:pt x="6339804" y="106253"/>
                </a:lnTo>
                <a:lnTo>
                  <a:pt x="6338850" y="106644"/>
                </a:lnTo>
                <a:lnTo>
                  <a:pt x="6337894" y="106986"/>
                </a:lnTo>
                <a:lnTo>
                  <a:pt x="6336943" y="107282"/>
                </a:lnTo>
                <a:lnTo>
                  <a:pt x="6336000" y="107536"/>
                </a:lnTo>
                <a:lnTo>
                  <a:pt x="6335070" y="107749"/>
                </a:lnTo>
                <a:lnTo>
                  <a:pt x="6334158" y="107925"/>
                </a:lnTo>
                <a:lnTo>
                  <a:pt x="6333270" y="108067"/>
                </a:lnTo>
                <a:lnTo>
                  <a:pt x="6332410" y="108176"/>
                </a:lnTo>
                <a:lnTo>
                  <a:pt x="6331582" y="108256"/>
                </a:lnTo>
                <a:lnTo>
                  <a:pt x="6330792" y="108310"/>
                </a:lnTo>
                <a:lnTo>
                  <a:pt x="6330045" y="108341"/>
                </a:lnTo>
                <a:lnTo>
                  <a:pt x="6329345" y="108350"/>
                </a:lnTo>
                <a:lnTo>
                  <a:pt x="6327538" y="108300"/>
                </a:lnTo>
                <a:lnTo>
                  <a:pt x="6325737" y="108151"/>
                </a:lnTo>
                <a:lnTo>
                  <a:pt x="6323945" y="107903"/>
                </a:lnTo>
                <a:lnTo>
                  <a:pt x="6322168" y="107559"/>
                </a:lnTo>
                <a:lnTo>
                  <a:pt x="6320411" y="107119"/>
                </a:lnTo>
                <a:lnTo>
                  <a:pt x="6318678" y="106584"/>
                </a:lnTo>
                <a:lnTo>
                  <a:pt x="6316975" y="105956"/>
                </a:lnTo>
                <a:lnTo>
                  <a:pt x="6315307" y="105235"/>
                </a:lnTo>
                <a:lnTo>
                  <a:pt x="6313678" y="104424"/>
                </a:lnTo>
                <a:lnTo>
                  <a:pt x="6312094" y="103522"/>
                </a:lnTo>
                <a:lnTo>
                  <a:pt x="6310559" y="102531"/>
                </a:lnTo>
                <a:lnTo>
                  <a:pt x="6309078" y="101453"/>
                </a:lnTo>
                <a:lnTo>
                  <a:pt x="6307657" y="100288"/>
                </a:lnTo>
                <a:lnTo>
                  <a:pt x="6306299" y="99038"/>
                </a:lnTo>
                <a:lnTo>
                  <a:pt x="6305011" y="97703"/>
                </a:lnTo>
                <a:lnTo>
                  <a:pt x="6303797" y="96285"/>
                </a:lnTo>
                <a:lnTo>
                  <a:pt x="6302662" y="94786"/>
                </a:lnTo>
                <a:lnTo>
                  <a:pt x="6301610" y="93206"/>
                </a:lnTo>
                <a:lnTo>
                  <a:pt x="6300648" y="91546"/>
                </a:lnTo>
                <a:lnTo>
                  <a:pt x="6299779" y="89808"/>
                </a:lnTo>
                <a:lnTo>
                  <a:pt x="6299009" y="87992"/>
                </a:lnTo>
                <a:lnTo>
                  <a:pt x="6298343" y="86100"/>
                </a:lnTo>
                <a:lnTo>
                  <a:pt x="6297785" y="84134"/>
                </a:lnTo>
                <a:lnTo>
                  <a:pt x="6297341" y="82093"/>
                </a:lnTo>
                <a:lnTo>
                  <a:pt x="6354794" y="82093"/>
                </a:lnTo>
                <a:lnTo>
                  <a:pt x="6355298" y="82093"/>
                </a:lnTo>
                <a:lnTo>
                  <a:pt x="6355796" y="82089"/>
                </a:lnTo>
                <a:lnTo>
                  <a:pt x="6356287" y="82079"/>
                </a:lnTo>
                <a:lnTo>
                  <a:pt x="6356771" y="82060"/>
                </a:lnTo>
                <a:lnTo>
                  <a:pt x="6357244" y="82029"/>
                </a:lnTo>
                <a:lnTo>
                  <a:pt x="6357706" y="81982"/>
                </a:lnTo>
                <a:lnTo>
                  <a:pt x="6358156" y="81916"/>
                </a:lnTo>
                <a:lnTo>
                  <a:pt x="6358592" y="81829"/>
                </a:lnTo>
                <a:lnTo>
                  <a:pt x="6359012" y="81717"/>
                </a:lnTo>
                <a:lnTo>
                  <a:pt x="6359416" y="81577"/>
                </a:lnTo>
                <a:lnTo>
                  <a:pt x="6359801" y="81406"/>
                </a:lnTo>
                <a:lnTo>
                  <a:pt x="6360167" y="81202"/>
                </a:lnTo>
                <a:lnTo>
                  <a:pt x="6360512" y="80960"/>
                </a:lnTo>
                <a:lnTo>
                  <a:pt x="6360834" y="80677"/>
                </a:lnTo>
                <a:lnTo>
                  <a:pt x="6361132" y="80352"/>
                </a:lnTo>
                <a:lnTo>
                  <a:pt x="6361405" y="79980"/>
                </a:lnTo>
                <a:lnTo>
                  <a:pt x="6361651" y="79559"/>
                </a:lnTo>
                <a:lnTo>
                  <a:pt x="6361869" y="79084"/>
                </a:lnTo>
                <a:lnTo>
                  <a:pt x="6362057" y="78555"/>
                </a:lnTo>
                <a:lnTo>
                  <a:pt x="6362214" y="77966"/>
                </a:lnTo>
                <a:lnTo>
                  <a:pt x="6362339" y="77316"/>
                </a:lnTo>
                <a:lnTo>
                  <a:pt x="6362430" y="76600"/>
                </a:lnTo>
                <a:lnTo>
                  <a:pt x="6362485" y="75816"/>
                </a:lnTo>
                <a:lnTo>
                  <a:pt x="6362504" y="74962"/>
                </a:lnTo>
                <a:lnTo>
                  <a:pt x="6362440" y="72231"/>
                </a:lnTo>
                <a:lnTo>
                  <a:pt x="6362247" y="69539"/>
                </a:lnTo>
                <a:lnTo>
                  <a:pt x="6361925" y="66893"/>
                </a:lnTo>
                <a:lnTo>
                  <a:pt x="6361474" y="64300"/>
                </a:lnTo>
                <a:lnTo>
                  <a:pt x="6360894" y="61766"/>
                </a:lnTo>
                <a:lnTo>
                  <a:pt x="6360185" y="59299"/>
                </a:lnTo>
                <a:lnTo>
                  <a:pt x="6359346" y="56905"/>
                </a:lnTo>
                <a:lnTo>
                  <a:pt x="6358377" y="54591"/>
                </a:lnTo>
                <a:lnTo>
                  <a:pt x="6357279" y="52365"/>
                </a:lnTo>
                <a:lnTo>
                  <a:pt x="6356050" y="50232"/>
                </a:lnTo>
                <a:lnTo>
                  <a:pt x="6354692" y="48200"/>
                </a:lnTo>
                <a:lnTo>
                  <a:pt x="6353202" y="46276"/>
                </a:lnTo>
                <a:lnTo>
                  <a:pt x="6351583" y="44467"/>
                </a:lnTo>
                <a:lnTo>
                  <a:pt x="6349832" y="42778"/>
                </a:lnTo>
                <a:lnTo>
                  <a:pt x="6347951" y="41218"/>
                </a:lnTo>
                <a:lnTo>
                  <a:pt x="6345939" y="39793"/>
                </a:lnTo>
                <a:lnTo>
                  <a:pt x="6343795" y="38510"/>
                </a:lnTo>
                <a:lnTo>
                  <a:pt x="6341520" y="37376"/>
                </a:lnTo>
                <a:lnTo>
                  <a:pt x="6339114" y="36397"/>
                </a:lnTo>
                <a:lnTo>
                  <a:pt x="6336576" y="35581"/>
                </a:lnTo>
                <a:lnTo>
                  <a:pt x="6333906" y="34935"/>
                </a:lnTo>
                <a:lnTo>
                  <a:pt x="6331104" y="34464"/>
                </a:lnTo>
                <a:lnTo>
                  <a:pt x="6328169" y="34177"/>
                </a:lnTo>
                <a:lnTo>
                  <a:pt x="6325103" y="34080"/>
                </a:lnTo>
                <a:lnTo>
                  <a:pt x="6322259" y="34179"/>
                </a:lnTo>
                <a:lnTo>
                  <a:pt x="6319467" y="34473"/>
                </a:lnTo>
                <a:lnTo>
                  <a:pt x="6316734" y="34955"/>
                </a:lnTo>
                <a:lnTo>
                  <a:pt x="6314066" y="35618"/>
                </a:lnTo>
                <a:lnTo>
                  <a:pt x="6311468" y="36457"/>
                </a:lnTo>
                <a:lnTo>
                  <a:pt x="6308947" y="37464"/>
                </a:lnTo>
                <a:lnTo>
                  <a:pt x="6306509" y="38633"/>
                </a:lnTo>
                <a:lnTo>
                  <a:pt x="6304160" y="39958"/>
                </a:lnTo>
                <a:lnTo>
                  <a:pt x="6301905" y="41432"/>
                </a:lnTo>
                <a:lnTo>
                  <a:pt x="6299752" y="43050"/>
                </a:lnTo>
                <a:lnTo>
                  <a:pt x="6297707" y="44803"/>
                </a:lnTo>
                <a:lnTo>
                  <a:pt x="6295774" y="46687"/>
                </a:lnTo>
                <a:lnTo>
                  <a:pt x="6293961" y="48694"/>
                </a:lnTo>
                <a:lnTo>
                  <a:pt x="6292274" y="50818"/>
                </a:lnTo>
                <a:lnTo>
                  <a:pt x="6290719" y="53053"/>
                </a:lnTo>
                <a:lnTo>
                  <a:pt x="6289301" y="55392"/>
                </a:lnTo>
                <a:lnTo>
                  <a:pt x="6288027" y="57829"/>
                </a:lnTo>
                <a:lnTo>
                  <a:pt x="6286903" y="60357"/>
                </a:lnTo>
                <a:lnTo>
                  <a:pt x="6285936" y="62971"/>
                </a:lnTo>
                <a:lnTo>
                  <a:pt x="6285130" y="65662"/>
                </a:lnTo>
                <a:lnTo>
                  <a:pt x="6284493" y="68425"/>
                </a:lnTo>
                <a:lnTo>
                  <a:pt x="6284031" y="71254"/>
                </a:lnTo>
                <a:lnTo>
                  <a:pt x="6283748" y="74142"/>
                </a:lnTo>
                <a:lnTo>
                  <a:pt x="6283653" y="77083"/>
                </a:lnTo>
                <a:lnTo>
                  <a:pt x="6283753" y="80005"/>
                </a:lnTo>
                <a:lnTo>
                  <a:pt x="6284051" y="82878"/>
                </a:lnTo>
                <a:lnTo>
                  <a:pt x="6284538" y="85696"/>
                </a:lnTo>
                <a:lnTo>
                  <a:pt x="6285211" y="88451"/>
                </a:lnTo>
                <a:lnTo>
                  <a:pt x="6286061" y="91136"/>
                </a:lnTo>
                <a:lnTo>
                  <a:pt x="6287084" y="93746"/>
                </a:lnTo>
                <a:lnTo>
                  <a:pt x="6288273" y="96274"/>
                </a:lnTo>
                <a:lnTo>
                  <a:pt x="6289622" y="98712"/>
                </a:lnTo>
                <a:lnTo>
                  <a:pt x="6291126" y="101054"/>
                </a:lnTo>
                <a:lnTo>
                  <a:pt x="6292776" y="103294"/>
                </a:lnTo>
                <a:lnTo>
                  <a:pt x="6294569" y="105424"/>
                </a:lnTo>
                <a:lnTo>
                  <a:pt x="6296498" y="107439"/>
                </a:lnTo>
                <a:lnTo>
                  <a:pt x="6298556" y="109330"/>
                </a:lnTo>
                <a:lnTo>
                  <a:pt x="6300737" y="111092"/>
                </a:lnTo>
                <a:lnTo>
                  <a:pt x="6303035" y="112719"/>
                </a:lnTo>
                <a:lnTo>
                  <a:pt x="6305445" y="114202"/>
                </a:lnTo>
                <a:lnTo>
                  <a:pt x="6307960" y="115536"/>
                </a:lnTo>
                <a:lnTo>
                  <a:pt x="6310574" y="116714"/>
                </a:lnTo>
                <a:lnTo>
                  <a:pt x="6313281" y="117729"/>
                </a:lnTo>
                <a:lnTo>
                  <a:pt x="6316075" y="118574"/>
                </a:lnTo>
                <a:lnTo>
                  <a:pt x="6318949" y="119244"/>
                </a:lnTo>
                <a:lnTo>
                  <a:pt x="6321898" y="119730"/>
                </a:lnTo>
                <a:lnTo>
                  <a:pt x="6324915" y="120027"/>
                </a:lnTo>
                <a:lnTo>
                  <a:pt x="6327994" y="120127"/>
                </a:lnTo>
                <a:lnTo>
                  <a:pt x="6331091" y="120039"/>
                </a:lnTo>
                <a:lnTo>
                  <a:pt x="6334020" y="119783"/>
                </a:lnTo>
                <a:lnTo>
                  <a:pt x="6336784" y="119372"/>
                </a:lnTo>
                <a:lnTo>
                  <a:pt x="6339387" y="118819"/>
                </a:lnTo>
                <a:lnTo>
                  <a:pt x="6341833" y="118137"/>
                </a:lnTo>
                <a:lnTo>
                  <a:pt x="6344123" y="117339"/>
                </a:lnTo>
                <a:lnTo>
                  <a:pt x="6346262" y="116438"/>
                </a:lnTo>
                <a:lnTo>
                  <a:pt x="6348252" y="115447"/>
                </a:lnTo>
                <a:lnTo>
                  <a:pt x="6350097" y="114379"/>
                </a:lnTo>
                <a:lnTo>
                  <a:pt x="6351800" y="113247"/>
                </a:lnTo>
                <a:lnTo>
                  <a:pt x="6353364" y="112064"/>
                </a:lnTo>
                <a:lnTo>
                  <a:pt x="6354793" y="110843"/>
                </a:lnTo>
                <a:lnTo>
                  <a:pt x="6356089" y="109596"/>
                </a:lnTo>
                <a:lnTo>
                  <a:pt x="6357255" y="108338"/>
                </a:lnTo>
                <a:lnTo>
                  <a:pt x="6358295" y="107080"/>
                </a:lnTo>
                <a:lnTo>
                  <a:pt x="6359213" y="105836"/>
                </a:lnTo>
                <a:lnTo>
                  <a:pt x="6360010" y="104619"/>
                </a:lnTo>
                <a:lnTo>
                  <a:pt x="6360691" y="103441"/>
                </a:lnTo>
                <a:lnTo>
                  <a:pt x="6361258" y="102316"/>
                </a:lnTo>
                <a:lnTo>
                  <a:pt x="6361715" y="101257"/>
                </a:lnTo>
                <a:lnTo>
                  <a:pt x="6362065" y="100276"/>
                </a:lnTo>
                <a:lnTo>
                  <a:pt x="6362311" y="99387"/>
                </a:lnTo>
                <a:lnTo>
                  <a:pt x="6362457" y="98603"/>
                </a:lnTo>
                <a:lnTo>
                  <a:pt x="6362504" y="97937"/>
                </a:lnTo>
                <a:lnTo>
                  <a:pt x="6362476" y="97290"/>
                </a:lnTo>
                <a:lnTo>
                  <a:pt x="6362394" y="96696"/>
                </a:lnTo>
                <a:lnTo>
                  <a:pt x="6362262" y="96153"/>
                </a:lnTo>
                <a:lnTo>
                  <a:pt x="6362085" y="95659"/>
                </a:lnTo>
                <a:lnTo>
                  <a:pt x="6361867" y="95213"/>
                </a:lnTo>
                <a:lnTo>
                  <a:pt x="6361613" y="94811"/>
                </a:lnTo>
                <a:lnTo>
                  <a:pt x="6361327" y="94451"/>
                </a:lnTo>
                <a:close/>
                <a:moveTo>
                  <a:pt x="6301083" y="60730"/>
                </a:moveTo>
                <a:lnTo>
                  <a:pt x="6301948" y="59270"/>
                </a:lnTo>
                <a:lnTo>
                  <a:pt x="6302883" y="57869"/>
                </a:lnTo>
                <a:lnTo>
                  <a:pt x="6303885" y="56529"/>
                </a:lnTo>
                <a:lnTo>
                  <a:pt x="6304953" y="55253"/>
                </a:lnTo>
                <a:lnTo>
                  <a:pt x="6306082" y="54043"/>
                </a:lnTo>
                <a:lnTo>
                  <a:pt x="6307270" y="52905"/>
                </a:lnTo>
                <a:lnTo>
                  <a:pt x="6308515" y="51839"/>
                </a:lnTo>
                <a:lnTo>
                  <a:pt x="6309813" y="50850"/>
                </a:lnTo>
                <a:lnTo>
                  <a:pt x="6311162" y="49940"/>
                </a:lnTo>
                <a:lnTo>
                  <a:pt x="6312558" y="49113"/>
                </a:lnTo>
                <a:lnTo>
                  <a:pt x="6313999" y="48372"/>
                </a:lnTo>
                <a:lnTo>
                  <a:pt x="6315482" y="47719"/>
                </a:lnTo>
                <a:lnTo>
                  <a:pt x="6317004" y="47158"/>
                </a:lnTo>
                <a:lnTo>
                  <a:pt x="6318563" y="46693"/>
                </a:lnTo>
                <a:lnTo>
                  <a:pt x="6320155" y="46325"/>
                </a:lnTo>
                <a:lnTo>
                  <a:pt x="6321777" y="46059"/>
                </a:lnTo>
                <a:lnTo>
                  <a:pt x="6323427" y="45897"/>
                </a:lnTo>
                <a:lnTo>
                  <a:pt x="6325103" y="45842"/>
                </a:lnTo>
                <a:lnTo>
                  <a:pt x="6326365" y="45868"/>
                </a:lnTo>
                <a:lnTo>
                  <a:pt x="6327642" y="45948"/>
                </a:lnTo>
                <a:lnTo>
                  <a:pt x="6328929" y="46088"/>
                </a:lnTo>
                <a:lnTo>
                  <a:pt x="6330220" y="46291"/>
                </a:lnTo>
                <a:lnTo>
                  <a:pt x="6331510" y="46562"/>
                </a:lnTo>
                <a:lnTo>
                  <a:pt x="6332793" y="46906"/>
                </a:lnTo>
                <a:lnTo>
                  <a:pt x="6334065" y="47326"/>
                </a:lnTo>
                <a:lnTo>
                  <a:pt x="6335321" y="47828"/>
                </a:lnTo>
                <a:lnTo>
                  <a:pt x="6336554" y="48415"/>
                </a:lnTo>
                <a:lnTo>
                  <a:pt x="6337760" y="49092"/>
                </a:lnTo>
                <a:lnTo>
                  <a:pt x="6338933" y="49865"/>
                </a:lnTo>
                <a:lnTo>
                  <a:pt x="6340068" y="50736"/>
                </a:lnTo>
                <a:lnTo>
                  <a:pt x="6341160" y="51710"/>
                </a:lnTo>
                <a:lnTo>
                  <a:pt x="6342204" y="52792"/>
                </a:lnTo>
                <a:lnTo>
                  <a:pt x="6343194" y="53987"/>
                </a:lnTo>
                <a:lnTo>
                  <a:pt x="6344125" y="55299"/>
                </a:lnTo>
                <a:lnTo>
                  <a:pt x="6344991" y="56731"/>
                </a:lnTo>
                <a:lnTo>
                  <a:pt x="6345789" y="58289"/>
                </a:lnTo>
                <a:lnTo>
                  <a:pt x="6346511" y="59978"/>
                </a:lnTo>
                <a:lnTo>
                  <a:pt x="6347153" y="61800"/>
                </a:lnTo>
                <a:lnTo>
                  <a:pt x="6347710" y="63762"/>
                </a:lnTo>
                <a:lnTo>
                  <a:pt x="6348177" y="65867"/>
                </a:lnTo>
                <a:lnTo>
                  <a:pt x="6348547" y="68120"/>
                </a:lnTo>
                <a:lnTo>
                  <a:pt x="6348816" y="70525"/>
                </a:lnTo>
                <a:lnTo>
                  <a:pt x="6297535" y="70525"/>
                </a:lnTo>
                <a:lnTo>
                  <a:pt x="6297917" y="68784"/>
                </a:lnTo>
                <a:lnTo>
                  <a:pt x="6298387" y="67082"/>
                </a:lnTo>
                <a:lnTo>
                  <a:pt x="6298941" y="65423"/>
                </a:lnTo>
                <a:lnTo>
                  <a:pt x="6299577" y="63809"/>
                </a:lnTo>
                <a:lnTo>
                  <a:pt x="6300292" y="62243"/>
                </a:lnTo>
                <a:lnTo>
                  <a:pt x="6301083" y="60730"/>
                </a:lnTo>
                <a:close/>
                <a:moveTo>
                  <a:pt x="6867693" y="94811"/>
                </a:moveTo>
                <a:lnTo>
                  <a:pt x="6867407" y="94451"/>
                </a:lnTo>
                <a:lnTo>
                  <a:pt x="6867093" y="94131"/>
                </a:lnTo>
                <a:lnTo>
                  <a:pt x="6866755" y="93849"/>
                </a:lnTo>
                <a:lnTo>
                  <a:pt x="6866399" y="93602"/>
                </a:lnTo>
                <a:lnTo>
                  <a:pt x="6866027" y="93388"/>
                </a:lnTo>
                <a:lnTo>
                  <a:pt x="6865646" y="93205"/>
                </a:lnTo>
                <a:lnTo>
                  <a:pt x="6865258" y="93049"/>
                </a:lnTo>
                <a:lnTo>
                  <a:pt x="6864868" y="92920"/>
                </a:lnTo>
                <a:lnTo>
                  <a:pt x="6864482" y="92814"/>
                </a:lnTo>
                <a:lnTo>
                  <a:pt x="6864102" y="92729"/>
                </a:lnTo>
                <a:lnTo>
                  <a:pt x="6863734" y="92662"/>
                </a:lnTo>
                <a:lnTo>
                  <a:pt x="6863381" y="92613"/>
                </a:lnTo>
                <a:lnTo>
                  <a:pt x="6863048" y="92577"/>
                </a:lnTo>
                <a:lnTo>
                  <a:pt x="6862740" y="92553"/>
                </a:lnTo>
                <a:lnTo>
                  <a:pt x="6862461" y="92539"/>
                </a:lnTo>
                <a:lnTo>
                  <a:pt x="6862215" y="92531"/>
                </a:lnTo>
                <a:lnTo>
                  <a:pt x="6862006" y="92529"/>
                </a:lnTo>
                <a:lnTo>
                  <a:pt x="6861839" y="92528"/>
                </a:lnTo>
                <a:lnTo>
                  <a:pt x="6861415" y="92531"/>
                </a:lnTo>
                <a:lnTo>
                  <a:pt x="6861011" y="92542"/>
                </a:lnTo>
                <a:lnTo>
                  <a:pt x="6860625" y="92560"/>
                </a:lnTo>
                <a:lnTo>
                  <a:pt x="6860256" y="92588"/>
                </a:lnTo>
                <a:lnTo>
                  <a:pt x="6859905" y="92626"/>
                </a:lnTo>
                <a:lnTo>
                  <a:pt x="6859570" y="92676"/>
                </a:lnTo>
                <a:lnTo>
                  <a:pt x="6859251" y="92738"/>
                </a:lnTo>
                <a:lnTo>
                  <a:pt x="6858947" y="92814"/>
                </a:lnTo>
                <a:lnTo>
                  <a:pt x="6858656" y="92905"/>
                </a:lnTo>
                <a:lnTo>
                  <a:pt x="6858379" y="93012"/>
                </a:lnTo>
                <a:lnTo>
                  <a:pt x="6858115" y="93135"/>
                </a:lnTo>
                <a:lnTo>
                  <a:pt x="6857862" y="93277"/>
                </a:lnTo>
                <a:lnTo>
                  <a:pt x="6857621" y="93438"/>
                </a:lnTo>
                <a:lnTo>
                  <a:pt x="6857389" y="93619"/>
                </a:lnTo>
                <a:lnTo>
                  <a:pt x="6857168" y="93821"/>
                </a:lnTo>
                <a:lnTo>
                  <a:pt x="6856955" y="94045"/>
                </a:lnTo>
                <a:lnTo>
                  <a:pt x="6856750" y="94294"/>
                </a:lnTo>
                <a:lnTo>
                  <a:pt x="6856552" y="94566"/>
                </a:lnTo>
                <a:lnTo>
                  <a:pt x="6856361" y="94865"/>
                </a:lnTo>
                <a:lnTo>
                  <a:pt x="6856175" y="95190"/>
                </a:lnTo>
                <a:lnTo>
                  <a:pt x="6855995" y="95543"/>
                </a:lnTo>
                <a:lnTo>
                  <a:pt x="6855819" y="95924"/>
                </a:lnTo>
                <a:lnTo>
                  <a:pt x="6855646" y="96336"/>
                </a:lnTo>
                <a:lnTo>
                  <a:pt x="6855476" y="96779"/>
                </a:lnTo>
                <a:lnTo>
                  <a:pt x="6854915" y="97967"/>
                </a:lnTo>
                <a:lnTo>
                  <a:pt x="6854294" y="99073"/>
                </a:lnTo>
                <a:lnTo>
                  <a:pt x="6853618" y="100100"/>
                </a:lnTo>
                <a:lnTo>
                  <a:pt x="6852893" y="101051"/>
                </a:lnTo>
                <a:lnTo>
                  <a:pt x="6852123" y="101929"/>
                </a:lnTo>
                <a:lnTo>
                  <a:pt x="6851313" y="102736"/>
                </a:lnTo>
                <a:lnTo>
                  <a:pt x="6850467" y="103476"/>
                </a:lnTo>
                <a:lnTo>
                  <a:pt x="6849592" y="104150"/>
                </a:lnTo>
                <a:lnTo>
                  <a:pt x="6848691" y="104763"/>
                </a:lnTo>
                <a:lnTo>
                  <a:pt x="6847770" y="105315"/>
                </a:lnTo>
                <a:lnTo>
                  <a:pt x="6846832" y="105811"/>
                </a:lnTo>
                <a:lnTo>
                  <a:pt x="6845884" y="106253"/>
                </a:lnTo>
                <a:lnTo>
                  <a:pt x="6844930" y="106644"/>
                </a:lnTo>
                <a:lnTo>
                  <a:pt x="6843975" y="106986"/>
                </a:lnTo>
                <a:lnTo>
                  <a:pt x="6843023" y="107282"/>
                </a:lnTo>
                <a:lnTo>
                  <a:pt x="6842080" y="107536"/>
                </a:lnTo>
                <a:lnTo>
                  <a:pt x="6841150" y="107749"/>
                </a:lnTo>
                <a:lnTo>
                  <a:pt x="6840239" y="107925"/>
                </a:lnTo>
                <a:lnTo>
                  <a:pt x="6839351" y="108067"/>
                </a:lnTo>
                <a:lnTo>
                  <a:pt x="6838490" y="108176"/>
                </a:lnTo>
                <a:lnTo>
                  <a:pt x="6837663" y="108256"/>
                </a:lnTo>
                <a:lnTo>
                  <a:pt x="6836873" y="108310"/>
                </a:lnTo>
                <a:lnTo>
                  <a:pt x="6836125" y="108341"/>
                </a:lnTo>
                <a:lnTo>
                  <a:pt x="6835425" y="108350"/>
                </a:lnTo>
                <a:lnTo>
                  <a:pt x="6833619" y="108300"/>
                </a:lnTo>
                <a:lnTo>
                  <a:pt x="6831817" y="108151"/>
                </a:lnTo>
                <a:lnTo>
                  <a:pt x="6830025" y="107903"/>
                </a:lnTo>
                <a:lnTo>
                  <a:pt x="6828248" y="107559"/>
                </a:lnTo>
                <a:lnTo>
                  <a:pt x="6826491" y="107119"/>
                </a:lnTo>
                <a:lnTo>
                  <a:pt x="6824759" y="106584"/>
                </a:lnTo>
                <a:lnTo>
                  <a:pt x="6823056" y="105956"/>
                </a:lnTo>
                <a:lnTo>
                  <a:pt x="6821387" y="105235"/>
                </a:lnTo>
                <a:lnTo>
                  <a:pt x="6819759" y="104424"/>
                </a:lnTo>
                <a:lnTo>
                  <a:pt x="6818174" y="103522"/>
                </a:lnTo>
                <a:lnTo>
                  <a:pt x="6816639" y="102531"/>
                </a:lnTo>
                <a:lnTo>
                  <a:pt x="6815158" y="101453"/>
                </a:lnTo>
                <a:lnTo>
                  <a:pt x="6813737" y="100288"/>
                </a:lnTo>
                <a:lnTo>
                  <a:pt x="6812380" y="99038"/>
                </a:lnTo>
                <a:lnTo>
                  <a:pt x="6811091" y="97703"/>
                </a:lnTo>
                <a:lnTo>
                  <a:pt x="6809877" y="96285"/>
                </a:lnTo>
                <a:lnTo>
                  <a:pt x="6808742" y="94786"/>
                </a:lnTo>
                <a:lnTo>
                  <a:pt x="6807691" y="93206"/>
                </a:lnTo>
                <a:lnTo>
                  <a:pt x="6806728" y="91546"/>
                </a:lnTo>
                <a:lnTo>
                  <a:pt x="6805860" y="89808"/>
                </a:lnTo>
                <a:lnTo>
                  <a:pt x="6805090" y="87992"/>
                </a:lnTo>
                <a:lnTo>
                  <a:pt x="6804423" y="86100"/>
                </a:lnTo>
                <a:lnTo>
                  <a:pt x="6803866" y="84134"/>
                </a:lnTo>
                <a:lnTo>
                  <a:pt x="6803422" y="82093"/>
                </a:lnTo>
                <a:lnTo>
                  <a:pt x="6860874" y="82093"/>
                </a:lnTo>
                <a:lnTo>
                  <a:pt x="6861378" y="82093"/>
                </a:lnTo>
                <a:lnTo>
                  <a:pt x="6861876" y="82089"/>
                </a:lnTo>
                <a:lnTo>
                  <a:pt x="6862368" y="82079"/>
                </a:lnTo>
                <a:lnTo>
                  <a:pt x="6862851" y="82060"/>
                </a:lnTo>
                <a:lnTo>
                  <a:pt x="6863324" y="82029"/>
                </a:lnTo>
                <a:lnTo>
                  <a:pt x="6863787" y="81982"/>
                </a:lnTo>
                <a:lnTo>
                  <a:pt x="6864237" y="81916"/>
                </a:lnTo>
                <a:lnTo>
                  <a:pt x="6864672" y="81829"/>
                </a:lnTo>
                <a:lnTo>
                  <a:pt x="6865093" y="81717"/>
                </a:lnTo>
                <a:lnTo>
                  <a:pt x="6865496" y="81577"/>
                </a:lnTo>
                <a:lnTo>
                  <a:pt x="6865882" y="81406"/>
                </a:lnTo>
                <a:lnTo>
                  <a:pt x="6866247" y="81202"/>
                </a:lnTo>
                <a:lnTo>
                  <a:pt x="6866592" y="80960"/>
                </a:lnTo>
                <a:lnTo>
                  <a:pt x="6866914" y="80677"/>
                </a:lnTo>
                <a:lnTo>
                  <a:pt x="6867212" y="80352"/>
                </a:lnTo>
                <a:lnTo>
                  <a:pt x="6867485" y="79980"/>
                </a:lnTo>
                <a:lnTo>
                  <a:pt x="6867731" y="79559"/>
                </a:lnTo>
                <a:lnTo>
                  <a:pt x="6867949" y="79084"/>
                </a:lnTo>
                <a:lnTo>
                  <a:pt x="6868137" y="78555"/>
                </a:lnTo>
                <a:lnTo>
                  <a:pt x="6868295" y="77966"/>
                </a:lnTo>
                <a:lnTo>
                  <a:pt x="6868419" y="77316"/>
                </a:lnTo>
                <a:lnTo>
                  <a:pt x="6868510" y="76600"/>
                </a:lnTo>
                <a:lnTo>
                  <a:pt x="6868566" y="75816"/>
                </a:lnTo>
                <a:lnTo>
                  <a:pt x="6868585" y="74962"/>
                </a:lnTo>
                <a:lnTo>
                  <a:pt x="6868520" y="72231"/>
                </a:lnTo>
                <a:lnTo>
                  <a:pt x="6868327" y="69539"/>
                </a:lnTo>
                <a:lnTo>
                  <a:pt x="6868006" y="66893"/>
                </a:lnTo>
                <a:lnTo>
                  <a:pt x="6867555" y="64300"/>
                </a:lnTo>
                <a:lnTo>
                  <a:pt x="6866975" y="61766"/>
                </a:lnTo>
                <a:lnTo>
                  <a:pt x="6866265" y="59299"/>
                </a:lnTo>
                <a:lnTo>
                  <a:pt x="6865426" y="56905"/>
                </a:lnTo>
                <a:lnTo>
                  <a:pt x="6864458" y="54591"/>
                </a:lnTo>
                <a:lnTo>
                  <a:pt x="6863359" y="52365"/>
                </a:lnTo>
                <a:lnTo>
                  <a:pt x="6862131" y="50232"/>
                </a:lnTo>
                <a:lnTo>
                  <a:pt x="6860772" y="48200"/>
                </a:lnTo>
                <a:lnTo>
                  <a:pt x="6859283" y="46276"/>
                </a:lnTo>
                <a:lnTo>
                  <a:pt x="6857663" y="44467"/>
                </a:lnTo>
                <a:lnTo>
                  <a:pt x="6855913" y="42778"/>
                </a:lnTo>
                <a:lnTo>
                  <a:pt x="6854032" y="41218"/>
                </a:lnTo>
                <a:lnTo>
                  <a:pt x="6852019" y="39793"/>
                </a:lnTo>
                <a:lnTo>
                  <a:pt x="6849876" y="38510"/>
                </a:lnTo>
                <a:lnTo>
                  <a:pt x="6847601" y="37376"/>
                </a:lnTo>
                <a:lnTo>
                  <a:pt x="6845194" y="36397"/>
                </a:lnTo>
                <a:lnTo>
                  <a:pt x="6842656" y="35581"/>
                </a:lnTo>
                <a:lnTo>
                  <a:pt x="6839986" y="34935"/>
                </a:lnTo>
                <a:lnTo>
                  <a:pt x="6837184" y="34464"/>
                </a:lnTo>
                <a:lnTo>
                  <a:pt x="6834250" y="34177"/>
                </a:lnTo>
                <a:lnTo>
                  <a:pt x="6831183" y="34080"/>
                </a:lnTo>
                <a:lnTo>
                  <a:pt x="6828339" y="34179"/>
                </a:lnTo>
                <a:lnTo>
                  <a:pt x="6825548" y="34473"/>
                </a:lnTo>
                <a:lnTo>
                  <a:pt x="6822815" y="34955"/>
                </a:lnTo>
                <a:lnTo>
                  <a:pt x="6820146" y="35618"/>
                </a:lnTo>
                <a:lnTo>
                  <a:pt x="6817549" y="36457"/>
                </a:lnTo>
                <a:lnTo>
                  <a:pt x="6815028" y="37464"/>
                </a:lnTo>
                <a:lnTo>
                  <a:pt x="6812589" y="38633"/>
                </a:lnTo>
                <a:lnTo>
                  <a:pt x="6810240" y="39958"/>
                </a:lnTo>
                <a:lnTo>
                  <a:pt x="6807986" y="41432"/>
                </a:lnTo>
                <a:lnTo>
                  <a:pt x="6805833" y="43050"/>
                </a:lnTo>
                <a:lnTo>
                  <a:pt x="6803787" y="44803"/>
                </a:lnTo>
                <a:lnTo>
                  <a:pt x="6801855" y="46687"/>
                </a:lnTo>
                <a:lnTo>
                  <a:pt x="6800042" y="48694"/>
                </a:lnTo>
                <a:lnTo>
                  <a:pt x="6798355" y="50818"/>
                </a:lnTo>
                <a:lnTo>
                  <a:pt x="6796799" y="53053"/>
                </a:lnTo>
                <a:lnTo>
                  <a:pt x="6795381" y="55392"/>
                </a:lnTo>
                <a:lnTo>
                  <a:pt x="6794107" y="57829"/>
                </a:lnTo>
                <a:lnTo>
                  <a:pt x="6792984" y="60357"/>
                </a:lnTo>
                <a:lnTo>
                  <a:pt x="6792016" y="62971"/>
                </a:lnTo>
                <a:lnTo>
                  <a:pt x="6791211" y="65662"/>
                </a:lnTo>
                <a:lnTo>
                  <a:pt x="6790574" y="68425"/>
                </a:lnTo>
                <a:lnTo>
                  <a:pt x="6790111" y="71254"/>
                </a:lnTo>
                <a:lnTo>
                  <a:pt x="6789829" y="74142"/>
                </a:lnTo>
                <a:lnTo>
                  <a:pt x="6789733" y="77083"/>
                </a:lnTo>
                <a:lnTo>
                  <a:pt x="6789834" y="80005"/>
                </a:lnTo>
                <a:lnTo>
                  <a:pt x="6790131" y="82878"/>
                </a:lnTo>
                <a:lnTo>
                  <a:pt x="6790619" y="85696"/>
                </a:lnTo>
                <a:lnTo>
                  <a:pt x="6791291" y="88451"/>
                </a:lnTo>
                <a:lnTo>
                  <a:pt x="6792142" y="91136"/>
                </a:lnTo>
                <a:lnTo>
                  <a:pt x="6793165" y="93746"/>
                </a:lnTo>
                <a:lnTo>
                  <a:pt x="6794354" y="96274"/>
                </a:lnTo>
                <a:lnTo>
                  <a:pt x="6795703" y="98712"/>
                </a:lnTo>
                <a:lnTo>
                  <a:pt x="6797206" y="101054"/>
                </a:lnTo>
                <a:lnTo>
                  <a:pt x="6798857" y="103294"/>
                </a:lnTo>
                <a:lnTo>
                  <a:pt x="6800650" y="105424"/>
                </a:lnTo>
                <a:lnTo>
                  <a:pt x="6802578" y="107439"/>
                </a:lnTo>
                <a:lnTo>
                  <a:pt x="6804636" y="109330"/>
                </a:lnTo>
                <a:lnTo>
                  <a:pt x="6806817" y="111092"/>
                </a:lnTo>
                <a:lnTo>
                  <a:pt x="6809116" y="112719"/>
                </a:lnTo>
                <a:lnTo>
                  <a:pt x="6811526" y="114202"/>
                </a:lnTo>
                <a:lnTo>
                  <a:pt x="6814041" y="115536"/>
                </a:lnTo>
                <a:lnTo>
                  <a:pt x="6816655" y="116714"/>
                </a:lnTo>
                <a:lnTo>
                  <a:pt x="6819361" y="117729"/>
                </a:lnTo>
                <a:lnTo>
                  <a:pt x="6822155" y="118574"/>
                </a:lnTo>
                <a:lnTo>
                  <a:pt x="6825029" y="119244"/>
                </a:lnTo>
                <a:lnTo>
                  <a:pt x="6827978" y="119730"/>
                </a:lnTo>
                <a:lnTo>
                  <a:pt x="6830995" y="120027"/>
                </a:lnTo>
                <a:lnTo>
                  <a:pt x="6834075" y="120127"/>
                </a:lnTo>
                <a:lnTo>
                  <a:pt x="6837171" y="120039"/>
                </a:lnTo>
                <a:lnTo>
                  <a:pt x="6840100" y="119783"/>
                </a:lnTo>
                <a:lnTo>
                  <a:pt x="6842864" y="119372"/>
                </a:lnTo>
                <a:lnTo>
                  <a:pt x="6845468" y="118819"/>
                </a:lnTo>
                <a:lnTo>
                  <a:pt x="6847913" y="118137"/>
                </a:lnTo>
                <a:lnTo>
                  <a:pt x="6850203" y="117339"/>
                </a:lnTo>
                <a:lnTo>
                  <a:pt x="6852342" y="116438"/>
                </a:lnTo>
                <a:lnTo>
                  <a:pt x="6854333" y="115447"/>
                </a:lnTo>
                <a:lnTo>
                  <a:pt x="6856178" y="114379"/>
                </a:lnTo>
                <a:lnTo>
                  <a:pt x="6857881" y="113247"/>
                </a:lnTo>
                <a:lnTo>
                  <a:pt x="6859445" y="112064"/>
                </a:lnTo>
                <a:lnTo>
                  <a:pt x="6860873" y="110843"/>
                </a:lnTo>
                <a:lnTo>
                  <a:pt x="6862169" y="109596"/>
                </a:lnTo>
                <a:lnTo>
                  <a:pt x="6863336" y="108338"/>
                </a:lnTo>
                <a:lnTo>
                  <a:pt x="6864376" y="107080"/>
                </a:lnTo>
                <a:lnTo>
                  <a:pt x="6865293" y="105836"/>
                </a:lnTo>
                <a:lnTo>
                  <a:pt x="6866091" y="104619"/>
                </a:lnTo>
                <a:lnTo>
                  <a:pt x="6866771" y="103441"/>
                </a:lnTo>
                <a:lnTo>
                  <a:pt x="6867339" y="102316"/>
                </a:lnTo>
                <a:lnTo>
                  <a:pt x="6867796" y="101257"/>
                </a:lnTo>
                <a:lnTo>
                  <a:pt x="6868146" y="100276"/>
                </a:lnTo>
                <a:lnTo>
                  <a:pt x="6868392" y="99387"/>
                </a:lnTo>
                <a:lnTo>
                  <a:pt x="6868537" y="98603"/>
                </a:lnTo>
                <a:lnTo>
                  <a:pt x="6868585" y="97937"/>
                </a:lnTo>
                <a:lnTo>
                  <a:pt x="6868556" y="97290"/>
                </a:lnTo>
                <a:lnTo>
                  <a:pt x="6868474" y="96696"/>
                </a:lnTo>
                <a:lnTo>
                  <a:pt x="6868342" y="96153"/>
                </a:lnTo>
                <a:lnTo>
                  <a:pt x="6868165" y="95659"/>
                </a:lnTo>
                <a:lnTo>
                  <a:pt x="6867948" y="95213"/>
                </a:lnTo>
                <a:lnTo>
                  <a:pt x="6867693" y="94811"/>
                </a:lnTo>
                <a:close/>
                <a:moveTo>
                  <a:pt x="6806372" y="62243"/>
                </a:moveTo>
                <a:lnTo>
                  <a:pt x="6807164" y="60730"/>
                </a:lnTo>
                <a:lnTo>
                  <a:pt x="6808028" y="59270"/>
                </a:lnTo>
                <a:lnTo>
                  <a:pt x="6808963" y="57869"/>
                </a:lnTo>
                <a:lnTo>
                  <a:pt x="6809966" y="56529"/>
                </a:lnTo>
                <a:lnTo>
                  <a:pt x="6811033" y="55253"/>
                </a:lnTo>
                <a:lnTo>
                  <a:pt x="6812162" y="54043"/>
                </a:lnTo>
                <a:lnTo>
                  <a:pt x="6813351" y="52905"/>
                </a:lnTo>
                <a:lnTo>
                  <a:pt x="6814595" y="51839"/>
                </a:lnTo>
                <a:lnTo>
                  <a:pt x="6815893" y="50850"/>
                </a:lnTo>
                <a:lnTo>
                  <a:pt x="6817242" y="49940"/>
                </a:lnTo>
                <a:lnTo>
                  <a:pt x="6818638" y="49113"/>
                </a:lnTo>
                <a:lnTo>
                  <a:pt x="6820079" y="48372"/>
                </a:lnTo>
                <a:lnTo>
                  <a:pt x="6821562" y="47719"/>
                </a:lnTo>
                <a:lnTo>
                  <a:pt x="6823084" y="47158"/>
                </a:lnTo>
                <a:lnTo>
                  <a:pt x="6824643" y="46693"/>
                </a:lnTo>
                <a:lnTo>
                  <a:pt x="6826235" y="46325"/>
                </a:lnTo>
                <a:lnTo>
                  <a:pt x="6827857" y="46059"/>
                </a:lnTo>
                <a:lnTo>
                  <a:pt x="6829508" y="45897"/>
                </a:lnTo>
                <a:lnTo>
                  <a:pt x="6831183" y="45842"/>
                </a:lnTo>
                <a:lnTo>
                  <a:pt x="6832445" y="45868"/>
                </a:lnTo>
                <a:lnTo>
                  <a:pt x="6833723" y="45948"/>
                </a:lnTo>
                <a:lnTo>
                  <a:pt x="6835009" y="46088"/>
                </a:lnTo>
                <a:lnTo>
                  <a:pt x="6836300" y="46291"/>
                </a:lnTo>
                <a:lnTo>
                  <a:pt x="6837590" y="46562"/>
                </a:lnTo>
                <a:lnTo>
                  <a:pt x="6838874" y="46906"/>
                </a:lnTo>
                <a:lnTo>
                  <a:pt x="6840146" y="47326"/>
                </a:lnTo>
                <a:lnTo>
                  <a:pt x="6841401" y="47828"/>
                </a:lnTo>
                <a:lnTo>
                  <a:pt x="6842634" y="48415"/>
                </a:lnTo>
                <a:lnTo>
                  <a:pt x="6843840" y="49092"/>
                </a:lnTo>
                <a:lnTo>
                  <a:pt x="6845013" y="49865"/>
                </a:lnTo>
                <a:lnTo>
                  <a:pt x="6846149" y="50736"/>
                </a:lnTo>
                <a:lnTo>
                  <a:pt x="6847241" y="51710"/>
                </a:lnTo>
                <a:lnTo>
                  <a:pt x="6848284" y="52792"/>
                </a:lnTo>
                <a:lnTo>
                  <a:pt x="6849274" y="53987"/>
                </a:lnTo>
                <a:lnTo>
                  <a:pt x="6850205" y="55299"/>
                </a:lnTo>
                <a:lnTo>
                  <a:pt x="6851072" y="56731"/>
                </a:lnTo>
                <a:lnTo>
                  <a:pt x="6851869" y="58289"/>
                </a:lnTo>
                <a:lnTo>
                  <a:pt x="6852591" y="59978"/>
                </a:lnTo>
                <a:lnTo>
                  <a:pt x="6853234" y="61800"/>
                </a:lnTo>
                <a:lnTo>
                  <a:pt x="6853791" y="63762"/>
                </a:lnTo>
                <a:lnTo>
                  <a:pt x="6854257" y="65867"/>
                </a:lnTo>
                <a:lnTo>
                  <a:pt x="6854627" y="68120"/>
                </a:lnTo>
                <a:lnTo>
                  <a:pt x="6854897" y="70525"/>
                </a:lnTo>
                <a:lnTo>
                  <a:pt x="6803616" y="70525"/>
                </a:lnTo>
                <a:lnTo>
                  <a:pt x="6803998" y="68784"/>
                </a:lnTo>
                <a:lnTo>
                  <a:pt x="6804467" y="67082"/>
                </a:lnTo>
                <a:lnTo>
                  <a:pt x="6805021" y="65423"/>
                </a:lnTo>
                <a:lnTo>
                  <a:pt x="6805657" y="63809"/>
                </a:lnTo>
                <a:lnTo>
                  <a:pt x="6806372" y="62243"/>
                </a:lnTo>
                <a:close/>
                <a:moveTo>
                  <a:pt x="5448996" y="109759"/>
                </a:moveTo>
                <a:lnTo>
                  <a:pt x="5448722" y="109362"/>
                </a:lnTo>
                <a:lnTo>
                  <a:pt x="5448418" y="109009"/>
                </a:lnTo>
                <a:lnTo>
                  <a:pt x="5448086" y="108697"/>
                </a:lnTo>
                <a:lnTo>
                  <a:pt x="5447730" y="108424"/>
                </a:lnTo>
                <a:lnTo>
                  <a:pt x="5447352" y="108188"/>
                </a:lnTo>
                <a:lnTo>
                  <a:pt x="5446957" y="107985"/>
                </a:lnTo>
                <a:lnTo>
                  <a:pt x="5446546" y="107813"/>
                </a:lnTo>
                <a:lnTo>
                  <a:pt x="5446124" y="107670"/>
                </a:lnTo>
                <a:lnTo>
                  <a:pt x="5445692" y="107553"/>
                </a:lnTo>
                <a:lnTo>
                  <a:pt x="5445255" y="107459"/>
                </a:lnTo>
                <a:lnTo>
                  <a:pt x="5444815" y="107386"/>
                </a:lnTo>
                <a:lnTo>
                  <a:pt x="5444375" y="107331"/>
                </a:lnTo>
                <a:lnTo>
                  <a:pt x="5443939" y="107292"/>
                </a:lnTo>
                <a:lnTo>
                  <a:pt x="5443510" y="107266"/>
                </a:lnTo>
                <a:lnTo>
                  <a:pt x="5443090" y="107250"/>
                </a:lnTo>
                <a:lnTo>
                  <a:pt x="5442683" y="107242"/>
                </a:lnTo>
                <a:lnTo>
                  <a:pt x="5442291" y="107239"/>
                </a:lnTo>
                <a:lnTo>
                  <a:pt x="5441919" y="107238"/>
                </a:lnTo>
                <a:lnTo>
                  <a:pt x="5421677" y="107238"/>
                </a:lnTo>
                <a:lnTo>
                  <a:pt x="5421677" y="43868"/>
                </a:lnTo>
                <a:lnTo>
                  <a:pt x="5421670" y="43142"/>
                </a:lnTo>
                <a:lnTo>
                  <a:pt x="5421650" y="42457"/>
                </a:lnTo>
                <a:lnTo>
                  <a:pt x="5421614" y="41813"/>
                </a:lnTo>
                <a:lnTo>
                  <a:pt x="5421561" y="41208"/>
                </a:lnTo>
                <a:lnTo>
                  <a:pt x="5421488" y="40641"/>
                </a:lnTo>
                <a:lnTo>
                  <a:pt x="5421394" y="40112"/>
                </a:lnTo>
                <a:lnTo>
                  <a:pt x="5421277" y="39619"/>
                </a:lnTo>
                <a:lnTo>
                  <a:pt x="5421134" y="39163"/>
                </a:lnTo>
                <a:lnTo>
                  <a:pt x="5420965" y="38741"/>
                </a:lnTo>
                <a:lnTo>
                  <a:pt x="5420768" y="38353"/>
                </a:lnTo>
                <a:lnTo>
                  <a:pt x="5420540" y="37998"/>
                </a:lnTo>
                <a:lnTo>
                  <a:pt x="5420279" y="37675"/>
                </a:lnTo>
                <a:lnTo>
                  <a:pt x="5419985" y="37383"/>
                </a:lnTo>
                <a:lnTo>
                  <a:pt x="5419655" y="37121"/>
                </a:lnTo>
                <a:lnTo>
                  <a:pt x="5419286" y="36889"/>
                </a:lnTo>
                <a:lnTo>
                  <a:pt x="5418878" y="36684"/>
                </a:lnTo>
                <a:lnTo>
                  <a:pt x="5418429" y="36508"/>
                </a:lnTo>
                <a:lnTo>
                  <a:pt x="5417936" y="36358"/>
                </a:lnTo>
                <a:lnTo>
                  <a:pt x="5417398" y="36233"/>
                </a:lnTo>
                <a:lnTo>
                  <a:pt x="5416813" y="36133"/>
                </a:lnTo>
                <a:lnTo>
                  <a:pt x="5416180" y="36057"/>
                </a:lnTo>
                <a:lnTo>
                  <a:pt x="5415495" y="36004"/>
                </a:lnTo>
                <a:lnTo>
                  <a:pt x="5414758" y="35973"/>
                </a:lnTo>
                <a:lnTo>
                  <a:pt x="5413966" y="35963"/>
                </a:lnTo>
                <a:lnTo>
                  <a:pt x="5386590" y="35963"/>
                </a:lnTo>
                <a:lnTo>
                  <a:pt x="5386218" y="35963"/>
                </a:lnTo>
                <a:lnTo>
                  <a:pt x="5385827" y="35966"/>
                </a:lnTo>
                <a:lnTo>
                  <a:pt x="5385420" y="35974"/>
                </a:lnTo>
                <a:lnTo>
                  <a:pt x="5385001" y="35990"/>
                </a:lnTo>
                <a:lnTo>
                  <a:pt x="5384571" y="36015"/>
                </a:lnTo>
                <a:lnTo>
                  <a:pt x="5384135" y="36053"/>
                </a:lnTo>
                <a:lnTo>
                  <a:pt x="5383696" y="36106"/>
                </a:lnTo>
                <a:lnTo>
                  <a:pt x="5383256" y="36177"/>
                </a:lnTo>
                <a:lnTo>
                  <a:pt x="5382818" y="36268"/>
                </a:lnTo>
                <a:lnTo>
                  <a:pt x="5382387" y="36381"/>
                </a:lnTo>
                <a:lnTo>
                  <a:pt x="5381964" y="36520"/>
                </a:lnTo>
                <a:lnTo>
                  <a:pt x="5381554" y="36686"/>
                </a:lnTo>
                <a:lnTo>
                  <a:pt x="5381158" y="36882"/>
                </a:lnTo>
                <a:lnTo>
                  <a:pt x="5380781" y="37111"/>
                </a:lnTo>
                <a:lnTo>
                  <a:pt x="5380424" y="37376"/>
                </a:lnTo>
                <a:lnTo>
                  <a:pt x="5380092" y="37677"/>
                </a:lnTo>
                <a:lnTo>
                  <a:pt x="5379788" y="38019"/>
                </a:lnTo>
                <a:lnTo>
                  <a:pt x="5379514" y="38404"/>
                </a:lnTo>
                <a:lnTo>
                  <a:pt x="5379274" y="38834"/>
                </a:lnTo>
                <a:lnTo>
                  <a:pt x="5379070" y="39312"/>
                </a:lnTo>
                <a:lnTo>
                  <a:pt x="5378907" y="39840"/>
                </a:lnTo>
                <a:lnTo>
                  <a:pt x="5378786" y="40420"/>
                </a:lnTo>
                <a:lnTo>
                  <a:pt x="5378711" y="41056"/>
                </a:lnTo>
                <a:lnTo>
                  <a:pt x="5378686" y="41750"/>
                </a:lnTo>
                <a:lnTo>
                  <a:pt x="5378711" y="42466"/>
                </a:lnTo>
                <a:lnTo>
                  <a:pt x="5378786" y="43122"/>
                </a:lnTo>
                <a:lnTo>
                  <a:pt x="5378907" y="43722"/>
                </a:lnTo>
                <a:lnTo>
                  <a:pt x="5379070" y="44267"/>
                </a:lnTo>
                <a:lnTo>
                  <a:pt x="5379274" y="44760"/>
                </a:lnTo>
                <a:lnTo>
                  <a:pt x="5379514" y="45204"/>
                </a:lnTo>
                <a:lnTo>
                  <a:pt x="5379788" y="45601"/>
                </a:lnTo>
                <a:lnTo>
                  <a:pt x="5380092" y="45954"/>
                </a:lnTo>
                <a:lnTo>
                  <a:pt x="5380424" y="46266"/>
                </a:lnTo>
                <a:lnTo>
                  <a:pt x="5380781" y="46539"/>
                </a:lnTo>
                <a:lnTo>
                  <a:pt x="5381158" y="46775"/>
                </a:lnTo>
                <a:lnTo>
                  <a:pt x="5381554" y="46978"/>
                </a:lnTo>
                <a:lnTo>
                  <a:pt x="5381964" y="47150"/>
                </a:lnTo>
                <a:lnTo>
                  <a:pt x="5382387" y="47293"/>
                </a:lnTo>
                <a:lnTo>
                  <a:pt x="5382818" y="47410"/>
                </a:lnTo>
                <a:lnTo>
                  <a:pt x="5383256" y="47504"/>
                </a:lnTo>
                <a:lnTo>
                  <a:pt x="5383696" y="47577"/>
                </a:lnTo>
                <a:lnTo>
                  <a:pt x="5384135" y="47631"/>
                </a:lnTo>
                <a:lnTo>
                  <a:pt x="5384571" y="47671"/>
                </a:lnTo>
                <a:lnTo>
                  <a:pt x="5385001" y="47697"/>
                </a:lnTo>
                <a:lnTo>
                  <a:pt x="5385420" y="47713"/>
                </a:lnTo>
                <a:lnTo>
                  <a:pt x="5385827" y="47721"/>
                </a:lnTo>
                <a:lnTo>
                  <a:pt x="5386218" y="47724"/>
                </a:lnTo>
                <a:lnTo>
                  <a:pt x="5386590" y="47725"/>
                </a:lnTo>
                <a:lnTo>
                  <a:pt x="5408374" y="47725"/>
                </a:lnTo>
                <a:lnTo>
                  <a:pt x="5408374" y="107238"/>
                </a:lnTo>
                <a:lnTo>
                  <a:pt x="5385046" y="107238"/>
                </a:lnTo>
                <a:lnTo>
                  <a:pt x="5384652" y="107239"/>
                </a:lnTo>
                <a:lnTo>
                  <a:pt x="5384243" y="107242"/>
                </a:lnTo>
                <a:lnTo>
                  <a:pt x="5383821" y="107250"/>
                </a:lnTo>
                <a:lnTo>
                  <a:pt x="5383390" y="107266"/>
                </a:lnTo>
                <a:lnTo>
                  <a:pt x="5382952" y="107292"/>
                </a:lnTo>
                <a:lnTo>
                  <a:pt x="5382510" y="107331"/>
                </a:lnTo>
                <a:lnTo>
                  <a:pt x="5382067" y="107386"/>
                </a:lnTo>
                <a:lnTo>
                  <a:pt x="5381626" y="107459"/>
                </a:lnTo>
                <a:lnTo>
                  <a:pt x="5381190" y="107553"/>
                </a:lnTo>
                <a:lnTo>
                  <a:pt x="5380761" y="107670"/>
                </a:lnTo>
                <a:lnTo>
                  <a:pt x="5380343" y="107813"/>
                </a:lnTo>
                <a:lnTo>
                  <a:pt x="5379937" y="107985"/>
                </a:lnTo>
                <a:lnTo>
                  <a:pt x="5379548" y="108188"/>
                </a:lnTo>
                <a:lnTo>
                  <a:pt x="5379178" y="108424"/>
                </a:lnTo>
                <a:lnTo>
                  <a:pt x="5378829" y="108697"/>
                </a:lnTo>
                <a:lnTo>
                  <a:pt x="5378506" y="109009"/>
                </a:lnTo>
                <a:lnTo>
                  <a:pt x="5378209" y="109362"/>
                </a:lnTo>
                <a:lnTo>
                  <a:pt x="5377943" y="109759"/>
                </a:lnTo>
                <a:lnTo>
                  <a:pt x="5377710" y="110203"/>
                </a:lnTo>
                <a:lnTo>
                  <a:pt x="5377513" y="110696"/>
                </a:lnTo>
                <a:lnTo>
                  <a:pt x="5377355" y="111241"/>
                </a:lnTo>
                <a:lnTo>
                  <a:pt x="5377238" y="111841"/>
                </a:lnTo>
                <a:lnTo>
                  <a:pt x="5377166" y="112497"/>
                </a:lnTo>
                <a:lnTo>
                  <a:pt x="5377141" y="113213"/>
                </a:lnTo>
                <a:lnTo>
                  <a:pt x="5377167" y="113907"/>
                </a:lnTo>
                <a:lnTo>
                  <a:pt x="5377242" y="114542"/>
                </a:lnTo>
                <a:lnTo>
                  <a:pt x="5377362" y="115122"/>
                </a:lnTo>
                <a:lnTo>
                  <a:pt x="5377526" y="115650"/>
                </a:lnTo>
                <a:lnTo>
                  <a:pt x="5377730" y="116127"/>
                </a:lnTo>
                <a:lnTo>
                  <a:pt x="5377970" y="116557"/>
                </a:lnTo>
                <a:lnTo>
                  <a:pt x="5378244" y="116942"/>
                </a:lnTo>
                <a:lnTo>
                  <a:pt x="5378548" y="117283"/>
                </a:lnTo>
                <a:lnTo>
                  <a:pt x="5378880" y="117585"/>
                </a:lnTo>
                <a:lnTo>
                  <a:pt x="5379236" y="117849"/>
                </a:lnTo>
                <a:lnTo>
                  <a:pt x="5379614" y="118078"/>
                </a:lnTo>
                <a:lnTo>
                  <a:pt x="5380009" y="118274"/>
                </a:lnTo>
                <a:lnTo>
                  <a:pt x="5380420" y="118440"/>
                </a:lnTo>
                <a:lnTo>
                  <a:pt x="5380843" y="118579"/>
                </a:lnTo>
                <a:lnTo>
                  <a:pt x="5381274" y="118692"/>
                </a:lnTo>
                <a:lnTo>
                  <a:pt x="5381711" y="118783"/>
                </a:lnTo>
                <a:lnTo>
                  <a:pt x="5382151" y="118854"/>
                </a:lnTo>
                <a:lnTo>
                  <a:pt x="5382591" y="118907"/>
                </a:lnTo>
                <a:lnTo>
                  <a:pt x="5383027" y="118945"/>
                </a:lnTo>
                <a:lnTo>
                  <a:pt x="5383456" y="118970"/>
                </a:lnTo>
                <a:lnTo>
                  <a:pt x="5383876" y="118986"/>
                </a:lnTo>
                <a:lnTo>
                  <a:pt x="5384283" y="118994"/>
                </a:lnTo>
                <a:lnTo>
                  <a:pt x="5384674" y="118997"/>
                </a:lnTo>
                <a:lnTo>
                  <a:pt x="5385046" y="118997"/>
                </a:lnTo>
                <a:lnTo>
                  <a:pt x="5441919" y="118997"/>
                </a:lnTo>
                <a:lnTo>
                  <a:pt x="5442291" y="118997"/>
                </a:lnTo>
                <a:lnTo>
                  <a:pt x="5442683" y="118994"/>
                </a:lnTo>
                <a:lnTo>
                  <a:pt x="5443090" y="118986"/>
                </a:lnTo>
                <a:lnTo>
                  <a:pt x="5443510" y="118970"/>
                </a:lnTo>
                <a:lnTo>
                  <a:pt x="5443939" y="118945"/>
                </a:lnTo>
                <a:lnTo>
                  <a:pt x="5444375" y="118907"/>
                </a:lnTo>
                <a:lnTo>
                  <a:pt x="5444815" y="118854"/>
                </a:lnTo>
                <a:lnTo>
                  <a:pt x="5445255" y="118783"/>
                </a:lnTo>
                <a:lnTo>
                  <a:pt x="5445692" y="118692"/>
                </a:lnTo>
                <a:lnTo>
                  <a:pt x="5446124" y="118579"/>
                </a:lnTo>
                <a:lnTo>
                  <a:pt x="5446546" y="118440"/>
                </a:lnTo>
                <a:lnTo>
                  <a:pt x="5446957" y="118274"/>
                </a:lnTo>
                <a:lnTo>
                  <a:pt x="5447352" y="118078"/>
                </a:lnTo>
                <a:lnTo>
                  <a:pt x="5447730" y="117849"/>
                </a:lnTo>
                <a:lnTo>
                  <a:pt x="5448086" y="117585"/>
                </a:lnTo>
                <a:lnTo>
                  <a:pt x="5448418" y="117283"/>
                </a:lnTo>
                <a:lnTo>
                  <a:pt x="5448722" y="116942"/>
                </a:lnTo>
                <a:lnTo>
                  <a:pt x="5448996" y="116557"/>
                </a:lnTo>
                <a:lnTo>
                  <a:pt x="5449236" y="116127"/>
                </a:lnTo>
                <a:lnTo>
                  <a:pt x="5449439" y="115650"/>
                </a:lnTo>
                <a:lnTo>
                  <a:pt x="5449603" y="115122"/>
                </a:lnTo>
                <a:lnTo>
                  <a:pt x="5449723" y="114542"/>
                </a:lnTo>
                <a:lnTo>
                  <a:pt x="5449798" y="113907"/>
                </a:lnTo>
                <a:lnTo>
                  <a:pt x="5449824" y="113213"/>
                </a:lnTo>
                <a:lnTo>
                  <a:pt x="5449798" y="112497"/>
                </a:lnTo>
                <a:lnTo>
                  <a:pt x="5449723" y="111841"/>
                </a:lnTo>
                <a:lnTo>
                  <a:pt x="5449603" y="111241"/>
                </a:lnTo>
                <a:lnTo>
                  <a:pt x="5449439" y="110696"/>
                </a:lnTo>
                <a:lnTo>
                  <a:pt x="5449236" y="110203"/>
                </a:lnTo>
                <a:lnTo>
                  <a:pt x="5448996" y="109759"/>
                </a:lnTo>
                <a:close/>
                <a:moveTo>
                  <a:pt x="6165411" y="109759"/>
                </a:moveTo>
                <a:lnTo>
                  <a:pt x="6165138" y="109362"/>
                </a:lnTo>
                <a:lnTo>
                  <a:pt x="6164833" y="109009"/>
                </a:lnTo>
                <a:lnTo>
                  <a:pt x="6164501" y="108697"/>
                </a:lnTo>
                <a:lnTo>
                  <a:pt x="6164145" y="108424"/>
                </a:lnTo>
                <a:lnTo>
                  <a:pt x="6163768" y="108188"/>
                </a:lnTo>
                <a:lnTo>
                  <a:pt x="6163372" y="107985"/>
                </a:lnTo>
                <a:lnTo>
                  <a:pt x="6162961" y="107813"/>
                </a:lnTo>
                <a:lnTo>
                  <a:pt x="6162539" y="107670"/>
                </a:lnTo>
                <a:lnTo>
                  <a:pt x="6162107" y="107553"/>
                </a:lnTo>
                <a:lnTo>
                  <a:pt x="6161670" y="107459"/>
                </a:lnTo>
                <a:lnTo>
                  <a:pt x="6161230" y="107386"/>
                </a:lnTo>
                <a:lnTo>
                  <a:pt x="6160790" y="107331"/>
                </a:lnTo>
                <a:lnTo>
                  <a:pt x="6160354" y="107292"/>
                </a:lnTo>
                <a:lnTo>
                  <a:pt x="6159925" y="107266"/>
                </a:lnTo>
                <a:lnTo>
                  <a:pt x="6159505" y="107250"/>
                </a:lnTo>
                <a:lnTo>
                  <a:pt x="6159098" y="107242"/>
                </a:lnTo>
                <a:lnTo>
                  <a:pt x="6158707" y="107239"/>
                </a:lnTo>
                <a:lnTo>
                  <a:pt x="6158335" y="107238"/>
                </a:lnTo>
                <a:lnTo>
                  <a:pt x="6150625" y="107238"/>
                </a:lnTo>
                <a:lnTo>
                  <a:pt x="6125946" y="76230"/>
                </a:lnTo>
                <a:lnTo>
                  <a:pt x="6147924" y="47725"/>
                </a:lnTo>
                <a:lnTo>
                  <a:pt x="6155638" y="47725"/>
                </a:lnTo>
                <a:lnTo>
                  <a:pt x="6155987" y="47724"/>
                </a:lnTo>
                <a:lnTo>
                  <a:pt x="6156360" y="47721"/>
                </a:lnTo>
                <a:lnTo>
                  <a:pt x="6156752" y="47714"/>
                </a:lnTo>
                <a:lnTo>
                  <a:pt x="6157160" y="47698"/>
                </a:lnTo>
                <a:lnTo>
                  <a:pt x="6157581" y="47673"/>
                </a:lnTo>
                <a:lnTo>
                  <a:pt x="6158011" y="47634"/>
                </a:lnTo>
                <a:lnTo>
                  <a:pt x="6158447" y="47581"/>
                </a:lnTo>
                <a:lnTo>
                  <a:pt x="6158886" y="47511"/>
                </a:lnTo>
                <a:lnTo>
                  <a:pt x="6159324" y="47420"/>
                </a:lnTo>
                <a:lnTo>
                  <a:pt x="6159759" y="47306"/>
                </a:lnTo>
                <a:lnTo>
                  <a:pt x="6160185" y="47168"/>
                </a:lnTo>
                <a:lnTo>
                  <a:pt x="6160602" y="47002"/>
                </a:lnTo>
                <a:lnTo>
                  <a:pt x="6161004" y="46806"/>
                </a:lnTo>
                <a:lnTo>
                  <a:pt x="6161389" y="46577"/>
                </a:lnTo>
                <a:lnTo>
                  <a:pt x="6161753" y="46313"/>
                </a:lnTo>
                <a:lnTo>
                  <a:pt x="6162092" y="46011"/>
                </a:lnTo>
                <a:lnTo>
                  <a:pt x="6162405" y="45669"/>
                </a:lnTo>
                <a:lnTo>
                  <a:pt x="6162687" y="45285"/>
                </a:lnTo>
                <a:lnTo>
                  <a:pt x="6162934" y="44855"/>
                </a:lnTo>
                <a:lnTo>
                  <a:pt x="6163144" y="44378"/>
                </a:lnTo>
                <a:lnTo>
                  <a:pt x="6163313" y="43850"/>
                </a:lnTo>
                <a:lnTo>
                  <a:pt x="6163438" y="43270"/>
                </a:lnTo>
                <a:lnTo>
                  <a:pt x="6163516" y="42634"/>
                </a:lnTo>
                <a:lnTo>
                  <a:pt x="6163542" y="41941"/>
                </a:lnTo>
                <a:lnTo>
                  <a:pt x="6163517" y="41224"/>
                </a:lnTo>
                <a:lnTo>
                  <a:pt x="6163442" y="40567"/>
                </a:lnTo>
                <a:lnTo>
                  <a:pt x="6163321" y="39968"/>
                </a:lnTo>
                <a:lnTo>
                  <a:pt x="6163158" y="39422"/>
                </a:lnTo>
                <a:lnTo>
                  <a:pt x="6162954" y="38929"/>
                </a:lnTo>
                <a:lnTo>
                  <a:pt x="6162714" y="38485"/>
                </a:lnTo>
                <a:lnTo>
                  <a:pt x="6162440" y="38087"/>
                </a:lnTo>
                <a:lnTo>
                  <a:pt x="6162136" y="37734"/>
                </a:lnTo>
                <a:lnTo>
                  <a:pt x="6161804" y="37422"/>
                </a:lnTo>
                <a:lnTo>
                  <a:pt x="6161448" y="37149"/>
                </a:lnTo>
                <a:lnTo>
                  <a:pt x="6161070" y="36913"/>
                </a:lnTo>
                <a:lnTo>
                  <a:pt x="6160674" y="36710"/>
                </a:lnTo>
                <a:lnTo>
                  <a:pt x="6160264" y="36538"/>
                </a:lnTo>
                <a:lnTo>
                  <a:pt x="6159841" y="36395"/>
                </a:lnTo>
                <a:lnTo>
                  <a:pt x="6159410" y="36278"/>
                </a:lnTo>
                <a:lnTo>
                  <a:pt x="6158972" y="36184"/>
                </a:lnTo>
                <a:lnTo>
                  <a:pt x="6158532" y="36111"/>
                </a:lnTo>
                <a:lnTo>
                  <a:pt x="6158093" y="36056"/>
                </a:lnTo>
                <a:lnTo>
                  <a:pt x="6157657" y="36017"/>
                </a:lnTo>
                <a:lnTo>
                  <a:pt x="6157227" y="35990"/>
                </a:lnTo>
                <a:lnTo>
                  <a:pt x="6156808" y="35974"/>
                </a:lnTo>
                <a:lnTo>
                  <a:pt x="6156401" y="35966"/>
                </a:lnTo>
                <a:lnTo>
                  <a:pt x="6156010" y="35963"/>
                </a:lnTo>
                <a:lnTo>
                  <a:pt x="6155638" y="35963"/>
                </a:lnTo>
                <a:lnTo>
                  <a:pt x="6133080" y="35963"/>
                </a:lnTo>
                <a:lnTo>
                  <a:pt x="6132709" y="35963"/>
                </a:lnTo>
                <a:lnTo>
                  <a:pt x="6132321" y="35966"/>
                </a:lnTo>
                <a:lnTo>
                  <a:pt x="6131919" y="35974"/>
                </a:lnTo>
                <a:lnTo>
                  <a:pt x="6131505" y="35990"/>
                </a:lnTo>
                <a:lnTo>
                  <a:pt x="6131083" y="36015"/>
                </a:lnTo>
                <a:lnTo>
                  <a:pt x="6130656" y="36053"/>
                </a:lnTo>
                <a:lnTo>
                  <a:pt x="6130226" y="36106"/>
                </a:lnTo>
                <a:lnTo>
                  <a:pt x="6129796" y="36177"/>
                </a:lnTo>
                <a:lnTo>
                  <a:pt x="6129370" y="36268"/>
                </a:lnTo>
                <a:lnTo>
                  <a:pt x="6128950" y="36381"/>
                </a:lnTo>
                <a:lnTo>
                  <a:pt x="6128539" y="36520"/>
                </a:lnTo>
                <a:lnTo>
                  <a:pt x="6128141" y="36686"/>
                </a:lnTo>
                <a:lnTo>
                  <a:pt x="6127757" y="36882"/>
                </a:lnTo>
                <a:lnTo>
                  <a:pt x="6127392" y="37111"/>
                </a:lnTo>
                <a:lnTo>
                  <a:pt x="6127047" y="37376"/>
                </a:lnTo>
                <a:lnTo>
                  <a:pt x="6126726" y="37677"/>
                </a:lnTo>
                <a:lnTo>
                  <a:pt x="6126432" y="38019"/>
                </a:lnTo>
                <a:lnTo>
                  <a:pt x="6126168" y="38404"/>
                </a:lnTo>
                <a:lnTo>
                  <a:pt x="6125936" y="38834"/>
                </a:lnTo>
                <a:lnTo>
                  <a:pt x="6125740" y="39312"/>
                </a:lnTo>
                <a:lnTo>
                  <a:pt x="6125583" y="39840"/>
                </a:lnTo>
                <a:lnTo>
                  <a:pt x="6125466" y="40420"/>
                </a:lnTo>
                <a:lnTo>
                  <a:pt x="6125395" y="41056"/>
                </a:lnTo>
                <a:lnTo>
                  <a:pt x="6125370" y="41750"/>
                </a:lnTo>
                <a:lnTo>
                  <a:pt x="6125392" y="42466"/>
                </a:lnTo>
                <a:lnTo>
                  <a:pt x="6125456" y="43122"/>
                </a:lnTo>
                <a:lnTo>
                  <a:pt x="6125562" y="43722"/>
                </a:lnTo>
                <a:lnTo>
                  <a:pt x="6125708" y="44267"/>
                </a:lnTo>
                <a:lnTo>
                  <a:pt x="6125893" y="44760"/>
                </a:lnTo>
                <a:lnTo>
                  <a:pt x="6126114" y="45204"/>
                </a:lnTo>
                <a:lnTo>
                  <a:pt x="6126371" y="45601"/>
                </a:lnTo>
                <a:lnTo>
                  <a:pt x="6126662" y="45954"/>
                </a:lnTo>
                <a:lnTo>
                  <a:pt x="6126987" y="46266"/>
                </a:lnTo>
                <a:lnTo>
                  <a:pt x="6127342" y="46539"/>
                </a:lnTo>
                <a:lnTo>
                  <a:pt x="6127727" y="46775"/>
                </a:lnTo>
                <a:lnTo>
                  <a:pt x="6128141" y="46978"/>
                </a:lnTo>
                <a:lnTo>
                  <a:pt x="6128582" y="47150"/>
                </a:lnTo>
                <a:lnTo>
                  <a:pt x="6129049" y="47293"/>
                </a:lnTo>
                <a:lnTo>
                  <a:pt x="6129540" y="47410"/>
                </a:lnTo>
                <a:lnTo>
                  <a:pt x="6130054" y="47504"/>
                </a:lnTo>
                <a:lnTo>
                  <a:pt x="6130589" y="47577"/>
                </a:lnTo>
                <a:lnTo>
                  <a:pt x="6131145" y="47631"/>
                </a:lnTo>
                <a:lnTo>
                  <a:pt x="6131718" y="47671"/>
                </a:lnTo>
                <a:lnTo>
                  <a:pt x="6132309" y="47697"/>
                </a:lnTo>
                <a:lnTo>
                  <a:pt x="6132916" y="47713"/>
                </a:lnTo>
                <a:lnTo>
                  <a:pt x="6133537" y="47721"/>
                </a:lnTo>
                <a:lnTo>
                  <a:pt x="6134171" y="47724"/>
                </a:lnTo>
                <a:lnTo>
                  <a:pt x="6134816" y="47725"/>
                </a:lnTo>
                <a:lnTo>
                  <a:pt x="6120548" y="67177"/>
                </a:lnTo>
                <a:lnTo>
                  <a:pt x="6105898" y="47725"/>
                </a:lnTo>
                <a:lnTo>
                  <a:pt x="6106521" y="47724"/>
                </a:lnTo>
                <a:lnTo>
                  <a:pt x="6107133" y="47721"/>
                </a:lnTo>
                <a:lnTo>
                  <a:pt x="6107735" y="47713"/>
                </a:lnTo>
                <a:lnTo>
                  <a:pt x="6108324" y="47697"/>
                </a:lnTo>
                <a:lnTo>
                  <a:pt x="6108899" y="47671"/>
                </a:lnTo>
                <a:lnTo>
                  <a:pt x="6109459" y="47631"/>
                </a:lnTo>
                <a:lnTo>
                  <a:pt x="6110001" y="47577"/>
                </a:lnTo>
                <a:lnTo>
                  <a:pt x="6110525" y="47504"/>
                </a:lnTo>
                <a:lnTo>
                  <a:pt x="6111029" y="47410"/>
                </a:lnTo>
                <a:lnTo>
                  <a:pt x="6111511" y="47293"/>
                </a:lnTo>
                <a:lnTo>
                  <a:pt x="6111970" y="47150"/>
                </a:lnTo>
                <a:lnTo>
                  <a:pt x="6112404" y="46978"/>
                </a:lnTo>
                <a:lnTo>
                  <a:pt x="6112812" y="46775"/>
                </a:lnTo>
                <a:lnTo>
                  <a:pt x="6113193" y="46539"/>
                </a:lnTo>
                <a:lnTo>
                  <a:pt x="6113545" y="46266"/>
                </a:lnTo>
                <a:lnTo>
                  <a:pt x="6113865" y="45954"/>
                </a:lnTo>
                <a:lnTo>
                  <a:pt x="6114154" y="45601"/>
                </a:lnTo>
                <a:lnTo>
                  <a:pt x="6114409" y="45204"/>
                </a:lnTo>
                <a:lnTo>
                  <a:pt x="6114630" y="44760"/>
                </a:lnTo>
                <a:lnTo>
                  <a:pt x="6114813" y="44267"/>
                </a:lnTo>
                <a:lnTo>
                  <a:pt x="6114958" y="43722"/>
                </a:lnTo>
                <a:lnTo>
                  <a:pt x="6115064" y="43122"/>
                </a:lnTo>
                <a:lnTo>
                  <a:pt x="6115128" y="42466"/>
                </a:lnTo>
                <a:lnTo>
                  <a:pt x="6115150" y="41750"/>
                </a:lnTo>
                <a:lnTo>
                  <a:pt x="6115126" y="41056"/>
                </a:lnTo>
                <a:lnTo>
                  <a:pt x="6115054" y="40420"/>
                </a:lnTo>
                <a:lnTo>
                  <a:pt x="6114937" y="39840"/>
                </a:lnTo>
                <a:lnTo>
                  <a:pt x="6114780" y="39312"/>
                </a:lnTo>
                <a:lnTo>
                  <a:pt x="6114584" y="38834"/>
                </a:lnTo>
                <a:lnTo>
                  <a:pt x="6114352" y="38404"/>
                </a:lnTo>
                <a:lnTo>
                  <a:pt x="6114088" y="38019"/>
                </a:lnTo>
                <a:lnTo>
                  <a:pt x="6113794" y="37677"/>
                </a:lnTo>
                <a:lnTo>
                  <a:pt x="6113473" y="37376"/>
                </a:lnTo>
                <a:lnTo>
                  <a:pt x="6113128" y="37111"/>
                </a:lnTo>
                <a:lnTo>
                  <a:pt x="6112763" y="36882"/>
                </a:lnTo>
                <a:lnTo>
                  <a:pt x="6112379" y="36686"/>
                </a:lnTo>
                <a:lnTo>
                  <a:pt x="6111981" y="36520"/>
                </a:lnTo>
                <a:lnTo>
                  <a:pt x="6111570" y="36381"/>
                </a:lnTo>
                <a:lnTo>
                  <a:pt x="6111150" y="36268"/>
                </a:lnTo>
                <a:lnTo>
                  <a:pt x="6110724" y="36177"/>
                </a:lnTo>
                <a:lnTo>
                  <a:pt x="6110294" y="36106"/>
                </a:lnTo>
                <a:lnTo>
                  <a:pt x="6109865" y="36053"/>
                </a:lnTo>
                <a:lnTo>
                  <a:pt x="6109437" y="36015"/>
                </a:lnTo>
                <a:lnTo>
                  <a:pt x="6109015" y="35990"/>
                </a:lnTo>
                <a:lnTo>
                  <a:pt x="6108601" y="35974"/>
                </a:lnTo>
                <a:lnTo>
                  <a:pt x="6108199" y="35966"/>
                </a:lnTo>
                <a:lnTo>
                  <a:pt x="6107811" y="35963"/>
                </a:lnTo>
                <a:lnTo>
                  <a:pt x="6107440" y="35963"/>
                </a:lnTo>
                <a:lnTo>
                  <a:pt x="6084882" y="35963"/>
                </a:lnTo>
                <a:lnTo>
                  <a:pt x="6084510" y="35963"/>
                </a:lnTo>
                <a:lnTo>
                  <a:pt x="6084119" y="35966"/>
                </a:lnTo>
                <a:lnTo>
                  <a:pt x="6083712" y="35974"/>
                </a:lnTo>
                <a:lnTo>
                  <a:pt x="6083293" y="35990"/>
                </a:lnTo>
                <a:lnTo>
                  <a:pt x="6082863" y="36017"/>
                </a:lnTo>
                <a:lnTo>
                  <a:pt x="6082427" y="36056"/>
                </a:lnTo>
                <a:lnTo>
                  <a:pt x="6081988" y="36111"/>
                </a:lnTo>
                <a:lnTo>
                  <a:pt x="6081548" y="36184"/>
                </a:lnTo>
                <a:lnTo>
                  <a:pt x="6081110" y="36278"/>
                </a:lnTo>
                <a:lnTo>
                  <a:pt x="6080679" y="36395"/>
                </a:lnTo>
                <a:lnTo>
                  <a:pt x="6080256" y="36538"/>
                </a:lnTo>
                <a:lnTo>
                  <a:pt x="6079846" y="36710"/>
                </a:lnTo>
                <a:lnTo>
                  <a:pt x="6079450" y="36913"/>
                </a:lnTo>
                <a:lnTo>
                  <a:pt x="6079073" y="37149"/>
                </a:lnTo>
                <a:lnTo>
                  <a:pt x="6078716" y="37422"/>
                </a:lnTo>
                <a:lnTo>
                  <a:pt x="6078384" y="37734"/>
                </a:lnTo>
                <a:lnTo>
                  <a:pt x="6078080" y="38087"/>
                </a:lnTo>
                <a:lnTo>
                  <a:pt x="6077806" y="38485"/>
                </a:lnTo>
                <a:lnTo>
                  <a:pt x="6077566" y="38929"/>
                </a:lnTo>
                <a:lnTo>
                  <a:pt x="6077362" y="39422"/>
                </a:lnTo>
                <a:lnTo>
                  <a:pt x="6077199" y="39968"/>
                </a:lnTo>
                <a:lnTo>
                  <a:pt x="6077078" y="40567"/>
                </a:lnTo>
                <a:lnTo>
                  <a:pt x="6077003" y="41224"/>
                </a:lnTo>
                <a:lnTo>
                  <a:pt x="6076978" y="41941"/>
                </a:lnTo>
                <a:lnTo>
                  <a:pt x="6077004" y="42634"/>
                </a:lnTo>
                <a:lnTo>
                  <a:pt x="6077082" y="43270"/>
                </a:lnTo>
                <a:lnTo>
                  <a:pt x="6077207" y="43850"/>
                </a:lnTo>
                <a:lnTo>
                  <a:pt x="6077376" y="44378"/>
                </a:lnTo>
                <a:lnTo>
                  <a:pt x="6077586" y="44855"/>
                </a:lnTo>
                <a:lnTo>
                  <a:pt x="6077833" y="45285"/>
                </a:lnTo>
                <a:lnTo>
                  <a:pt x="6078115" y="45669"/>
                </a:lnTo>
                <a:lnTo>
                  <a:pt x="6078428" y="46011"/>
                </a:lnTo>
                <a:lnTo>
                  <a:pt x="6078768" y="46313"/>
                </a:lnTo>
                <a:lnTo>
                  <a:pt x="6079132" y="46577"/>
                </a:lnTo>
                <a:lnTo>
                  <a:pt x="6079516" y="46806"/>
                </a:lnTo>
                <a:lnTo>
                  <a:pt x="6079918" y="47002"/>
                </a:lnTo>
                <a:lnTo>
                  <a:pt x="6080335" y="47168"/>
                </a:lnTo>
                <a:lnTo>
                  <a:pt x="6080762" y="47306"/>
                </a:lnTo>
                <a:lnTo>
                  <a:pt x="6081196" y="47420"/>
                </a:lnTo>
                <a:lnTo>
                  <a:pt x="6081634" y="47511"/>
                </a:lnTo>
                <a:lnTo>
                  <a:pt x="6082073" y="47581"/>
                </a:lnTo>
                <a:lnTo>
                  <a:pt x="6082509" y="47634"/>
                </a:lnTo>
                <a:lnTo>
                  <a:pt x="6082939" y="47673"/>
                </a:lnTo>
                <a:lnTo>
                  <a:pt x="6083360" y="47698"/>
                </a:lnTo>
                <a:lnTo>
                  <a:pt x="6083768" y="47714"/>
                </a:lnTo>
                <a:lnTo>
                  <a:pt x="6084160" y="47721"/>
                </a:lnTo>
                <a:lnTo>
                  <a:pt x="6084533" y="47724"/>
                </a:lnTo>
                <a:lnTo>
                  <a:pt x="6084882" y="47725"/>
                </a:lnTo>
                <a:lnTo>
                  <a:pt x="6092596" y="47725"/>
                </a:lnTo>
                <a:lnTo>
                  <a:pt x="6115344" y="76230"/>
                </a:lnTo>
                <a:lnTo>
                  <a:pt x="6091437" y="107238"/>
                </a:lnTo>
                <a:lnTo>
                  <a:pt x="6083726" y="107238"/>
                </a:lnTo>
                <a:lnTo>
                  <a:pt x="6083354" y="107239"/>
                </a:lnTo>
                <a:lnTo>
                  <a:pt x="6082963" y="107242"/>
                </a:lnTo>
                <a:lnTo>
                  <a:pt x="6082556" y="107250"/>
                </a:lnTo>
                <a:lnTo>
                  <a:pt x="6082137" y="107266"/>
                </a:lnTo>
                <a:lnTo>
                  <a:pt x="6081707" y="107292"/>
                </a:lnTo>
                <a:lnTo>
                  <a:pt x="6081271" y="107331"/>
                </a:lnTo>
                <a:lnTo>
                  <a:pt x="6080832" y="107386"/>
                </a:lnTo>
                <a:lnTo>
                  <a:pt x="6080392" y="107459"/>
                </a:lnTo>
                <a:lnTo>
                  <a:pt x="6079954" y="107553"/>
                </a:lnTo>
                <a:lnTo>
                  <a:pt x="6079523" y="107670"/>
                </a:lnTo>
                <a:lnTo>
                  <a:pt x="6079100" y="107813"/>
                </a:lnTo>
                <a:lnTo>
                  <a:pt x="6078689" y="107985"/>
                </a:lnTo>
                <a:lnTo>
                  <a:pt x="6078294" y="108188"/>
                </a:lnTo>
                <a:lnTo>
                  <a:pt x="6077916" y="108424"/>
                </a:lnTo>
                <a:lnTo>
                  <a:pt x="6077560" y="108697"/>
                </a:lnTo>
                <a:lnTo>
                  <a:pt x="6077228" y="109009"/>
                </a:lnTo>
                <a:lnTo>
                  <a:pt x="6076924" y="109362"/>
                </a:lnTo>
                <a:lnTo>
                  <a:pt x="6076650" y="109759"/>
                </a:lnTo>
                <a:lnTo>
                  <a:pt x="6076410" y="110203"/>
                </a:lnTo>
                <a:lnTo>
                  <a:pt x="6076206" y="110696"/>
                </a:lnTo>
                <a:lnTo>
                  <a:pt x="6076043" y="111241"/>
                </a:lnTo>
                <a:lnTo>
                  <a:pt x="6075922" y="111841"/>
                </a:lnTo>
                <a:lnTo>
                  <a:pt x="6075847" y="112497"/>
                </a:lnTo>
                <a:lnTo>
                  <a:pt x="6075822" y="113213"/>
                </a:lnTo>
                <a:lnTo>
                  <a:pt x="6075848" y="113907"/>
                </a:lnTo>
                <a:lnTo>
                  <a:pt x="6075926" y="114542"/>
                </a:lnTo>
                <a:lnTo>
                  <a:pt x="6076051" y="115122"/>
                </a:lnTo>
                <a:lnTo>
                  <a:pt x="6076220" y="115650"/>
                </a:lnTo>
                <a:lnTo>
                  <a:pt x="6076430" y="116127"/>
                </a:lnTo>
                <a:lnTo>
                  <a:pt x="6076677" y="116557"/>
                </a:lnTo>
                <a:lnTo>
                  <a:pt x="6076959" y="116942"/>
                </a:lnTo>
                <a:lnTo>
                  <a:pt x="6077271" y="117283"/>
                </a:lnTo>
                <a:lnTo>
                  <a:pt x="6077611" y="117585"/>
                </a:lnTo>
                <a:lnTo>
                  <a:pt x="6077975" y="117849"/>
                </a:lnTo>
                <a:lnTo>
                  <a:pt x="6078359" y="118078"/>
                </a:lnTo>
                <a:lnTo>
                  <a:pt x="6078761" y="118274"/>
                </a:lnTo>
                <a:lnTo>
                  <a:pt x="6079177" y="118440"/>
                </a:lnTo>
                <a:lnTo>
                  <a:pt x="6079604" y="118579"/>
                </a:lnTo>
                <a:lnTo>
                  <a:pt x="6080038" y="118692"/>
                </a:lnTo>
                <a:lnTo>
                  <a:pt x="6080477" y="118783"/>
                </a:lnTo>
                <a:lnTo>
                  <a:pt x="6080916" y="118854"/>
                </a:lnTo>
                <a:lnTo>
                  <a:pt x="6081352" y="118907"/>
                </a:lnTo>
                <a:lnTo>
                  <a:pt x="6081782" y="118945"/>
                </a:lnTo>
                <a:lnTo>
                  <a:pt x="6082203" y="118970"/>
                </a:lnTo>
                <a:lnTo>
                  <a:pt x="6082611" y="118986"/>
                </a:lnTo>
                <a:lnTo>
                  <a:pt x="6083003" y="118994"/>
                </a:lnTo>
                <a:lnTo>
                  <a:pt x="6083376" y="118997"/>
                </a:lnTo>
                <a:lnTo>
                  <a:pt x="6083726" y="118997"/>
                </a:lnTo>
                <a:lnTo>
                  <a:pt x="6106284" y="118997"/>
                </a:lnTo>
                <a:lnTo>
                  <a:pt x="6106655" y="118997"/>
                </a:lnTo>
                <a:lnTo>
                  <a:pt x="6107043" y="118994"/>
                </a:lnTo>
                <a:lnTo>
                  <a:pt x="6107445" y="118986"/>
                </a:lnTo>
                <a:lnTo>
                  <a:pt x="6107859" y="118970"/>
                </a:lnTo>
                <a:lnTo>
                  <a:pt x="6108281" y="118945"/>
                </a:lnTo>
                <a:lnTo>
                  <a:pt x="6108708" y="118907"/>
                </a:lnTo>
                <a:lnTo>
                  <a:pt x="6109138" y="118854"/>
                </a:lnTo>
                <a:lnTo>
                  <a:pt x="6109568" y="118783"/>
                </a:lnTo>
                <a:lnTo>
                  <a:pt x="6109994" y="118692"/>
                </a:lnTo>
                <a:lnTo>
                  <a:pt x="6110414" y="118579"/>
                </a:lnTo>
                <a:lnTo>
                  <a:pt x="6110825" y="118440"/>
                </a:lnTo>
                <a:lnTo>
                  <a:pt x="6111223" y="118274"/>
                </a:lnTo>
                <a:lnTo>
                  <a:pt x="6111607" y="118078"/>
                </a:lnTo>
                <a:lnTo>
                  <a:pt x="6111972" y="117849"/>
                </a:lnTo>
                <a:lnTo>
                  <a:pt x="6112317" y="117585"/>
                </a:lnTo>
                <a:lnTo>
                  <a:pt x="6112638" y="117283"/>
                </a:lnTo>
                <a:lnTo>
                  <a:pt x="6112932" y="116942"/>
                </a:lnTo>
                <a:lnTo>
                  <a:pt x="6113196" y="116557"/>
                </a:lnTo>
                <a:lnTo>
                  <a:pt x="6113428" y="116127"/>
                </a:lnTo>
                <a:lnTo>
                  <a:pt x="6113624" y="115650"/>
                </a:lnTo>
                <a:lnTo>
                  <a:pt x="6113781" y="115122"/>
                </a:lnTo>
                <a:lnTo>
                  <a:pt x="6113898" y="114542"/>
                </a:lnTo>
                <a:lnTo>
                  <a:pt x="6113969" y="113907"/>
                </a:lnTo>
                <a:lnTo>
                  <a:pt x="6113994" y="113213"/>
                </a:lnTo>
                <a:lnTo>
                  <a:pt x="6113973" y="112497"/>
                </a:lnTo>
                <a:lnTo>
                  <a:pt x="6113911" y="111841"/>
                </a:lnTo>
                <a:lnTo>
                  <a:pt x="6113808" y="111241"/>
                </a:lnTo>
                <a:lnTo>
                  <a:pt x="6113667" y="110696"/>
                </a:lnTo>
                <a:lnTo>
                  <a:pt x="6113486" y="110203"/>
                </a:lnTo>
                <a:lnTo>
                  <a:pt x="6113268" y="109759"/>
                </a:lnTo>
                <a:lnTo>
                  <a:pt x="6113014" y="109362"/>
                </a:lnTo>
                <a:lnTo>
                  <a:pt x="6112723" y="109009"/>
                </a:lnTo>
                <a:lnTo>
                  <a:pt x="6112398" y="108697"/>
                </a:lnTo>
                <a:lnTo>
                  <a:pt x="6112039" y="108424"/>
                </a:lnTo>
                <a:lnTo>
                  <a:pt x="6111647" y="108188"/>
                </a:lnTo>
                <a:lnTo>
                  <a:pt x="6111223" y="107985"/>
                </a:lnTo>
                <a:lnTo>
                  <a:pt x="6110768" y="107813"/>
                </a:lnTo>
                <a:lnTo>
                  <a:pt x="6110282" y="107670"/>
                </a:lnTo>
                <a:lnTo>
                  <a:pt x="6109768" y="107553"/>
                </a:lnTo>
                <a:lnTo>
                  <a:pt x="6109224" y="107459"/>
                </a:lnTo>
                <a:lnTo>
                  <a:pt x="6108654" y="107386"/>
                </a:lnTo>
                <a:lnTo>
                  <a:pt x="6108057" y="107331"/>
                </a:lnTo>
                <a:lnTo>
                  <a:pt x="6107434" y="107292"/>
                </a:lnTo>
                <a:lnTo>
                  <a:pt x="6106787" y="107266"/>
                </a:lnTo>
                <a:lnTo>
                  <a:pt x="6106116" y="107250"/>
                </a:lnTo>
                <a:lnTo>
                  <a:pt x="6105421" y="107242"/>
                </a:lnTo>
                <a:lnTo>
                  <a:pt x="6104706" y="107239"/>
                </a:lnTo>
                <a:lnTo>
                  <a:pt x="6103969" y="107238"/>
                </a:lnTo>
                <a:lnTo>
                  <a:pt x="6120548" y="83523"/>
                </a:lnTo>
                <a:lnTo>
                  <a:pt x="6137708" y="107238"/>
                </a:lnTo>
                <a:lnTo>
                  <a:pt x="6137039" y="107239"/>
                </a:lnTo>
                <a:lnTo>
                  <a:pt x="6136384" y="107242"/>
                </a:lnTo>
                <a:lnTo>
                  <a:pt x="6135744" y="107250"/>
                </a:lnTo>
                <a:lnTo>
                  <a:pt x="6135119" y="107266"/>
                </a:lnTo>
                <a:lnTo>
                  <a:pt x="6134512" y="107292"/>
                </a:lnTo>
                <a:lnTo>
                  <a:pt x="6133924" y="107331"/>
                </a:lnTo>
                <a:lnTo>
                  <a:pt x="6133356" y="107386"/>
                </a:lnTo>
                <a:lnTo>
                  <a:pt x="6132809" y="107459"/>
                </a:lnTo>
                <a:lnTo>
                  <a:pt x="6132285" y="107553"/>
                </a:lnTo>
                <a:lnTo>
                  <a:pt x="6131785" y="107670"/>
                </a:lnTo>
                <a:lnTo>
                  <a:pt x="6131311" y="107813"/>
                </a:lnTo>
                <a:lnTo>
                  <a:pt x="6130863" y="107985"/>
                </a:lnTo>
                <a:lnTo>
                  <a:pt x="6130444" y="108188"/>
                </a:lnTo>
                <a:lnTo>
                  <a:pt x="6130054" y="108424"/>
                </a:lnTo>
                <a:lnTo>
                  <a:pt x="6129694" y="108697"/>
                </a:lnTo>
                <a:lnTo>
                  <a:pt x="6129367" y="109009"/>
                </a:lnTo>
                <a:lnTo>
                  <a:pt x="6129074" y="109362"/>
                </a:lnTo>
                <a:lnTo>
                  <a:pt x="6128815" y="109759"/>
                </a:lnTo>
                <a:lnTo>
                  <a:pt x="6128592" y="110203"/>
                </a:lnTo>
                <a:lnTo>
                  <a:pt x="6128407" y="110696"/>
                </a:lnTo>
                <a:lnTo>
                  <a:pt x="6128260" y="111241"/>
                </a:lnTo>
                <a:lnTo>
                  <a:pt x="6128154" y="111841"/>
                </a:lnTo>
                <a:lnTo>
                  <a:pt x="6128089" y="112497"/>
                </a:lnTo>
                <a:lnTo>
                  <a:pt x="6128067" y="113213"/>
                </a:lnTo>
                <a:lnTo>
                  <a:pt x="6128092" y="113907"/>
                </a:lnTo>
                <a:lnTo>
                  <a:pt x="6128164" y="114542"/>
                </a:lnTo>
                <a:lnTo>
                  <a:pt x="6128280" y="115122"/>
                </a:lnTo>
                <a:lnTo>
                  <a:pt x="6128438" y="115650"/>
                </a:lnTo>
                <a:lnTo>
                  <a:pt x="6128634" y="116127"/>
                </a:lnTo>
                <a:lnTo>
                  <a:pt x="6128866" y="116557"/>
                </a:lnTo>
                <a:lnTo>
                  <a:pt x="6129130" y="116942"/>
                </a:lnTo>
                <a:lnTo>
                  <a:pt x="6129425" y="117283"/>
                </a:lnTo>
                <a:lnTo>
                  <a:pt x="6129746" y="117585"/>
                </a:lnTo>
                <a:lnTo>
                  <a:pt x="6130090" y="117849"/>
                </a:lnTo>
                <a:lnTo>
                  <a:pt x="6130456" y="118078"/>
                </a:lnTo>
                <a:lnTo>
                  <a:pt x="6130840" y="118274"/>
                </a:lnTo>
                <a:lnTo>
                  <a:pt x="6131239" y="118440"/>
                </a:lnTo>
                <a:lnTo>
                  <a:pt x="6131649" y="118579"/>
                </a:lnTo>
                <a:lnTo>
                  <a:pt x="6132069" y="118692"/>
                </a:lnTo>
                <a:lnTo>
                  <a:pt x="6132496" y="118783"/>
                </a:lnTo>
                <a:lnTo>
                  <a:pt x="6132926" y="118854"/>
                </a:lnTo>
                <a:lnTo>
                  <a:pt x="6133356" y="118907"/>
                </a:lnTo>
                <a:lnTo>
                  <a:pt x="6133783" y="118945"/>
                </a:lnTo>
                <a:lnTo>
                  <a:pt x="6134205" y="118970"/>
                </a:lnTo>
                <a:lnTo>
                  <a:pt x="6134619" y="118986"/>
                </a:lnTo>
                <a:lnTo>
                  <a:pt x="6135022" y="118994"/>
                </a:lnTo>
                <a:lnTo>
                  <a:pt x="6135410" y="118997"/>
                </a:lnTo>
                <a:lnTo>
                  <a:pt x="6135781" y="118997"/>
                </a:lnTo>
                <a:lnTo>
                  <a:pt x="6158335" y="118997"/>
                </a:lnTo>
                <a:lnTo>
                  <a:pt x="6158685" y="118997"/>
                </a:lnTo>
                <a:lnTo>
                  <a:pt x="6159058" y="118994"/>
                </a:lnTo>
                <a:lnTo>
                  <a:pt x="6159450" y="118986"/>
                </a:lnTo>
                <a:lnTo>
                  <a:pt x="6159859" y="118970"/>
                </a:lnTo>
                <a:lnTo>
                  <a:pt x="6160280" y="118945"/>
                </a:lnTo>
                <a:lnTo>
                  <a:pt x="6160710" y="118907"/>
                </a:lnTo>
                <a:lnTo>
                  <a:pt x="6161146" y="118854"/>
                </a:lnTo>
                <a:lnTo>
                  <a:pt x="6161585" y="118783"/>
                </a:lnTo>
                <a:lnTo>
                  <a:pt x="6162023" y="118692"/>
                </a:lnTo>
                <a:lnTo>
                  <a:pt x="6162457" y="118579"/>
                </a:lnTo>
                <a:lnTo>
                  <a:pt x="6162884" y="118440"/>
                </a:lnTo>
                <a:lnTo>
                  <a:pt x="6163300" y="118274"/>
                </a:lnTo>
                <a:lnTo>
                  <a:pt x="6163702" y="118078"/>
                </a:lnTo>
                <a:lnTo>
                  <a:pt x="6164087" y="117849"/>
                </a:lnTo>
                <a:lnTo>
                  <a:pt x="6164451" y="117585"/>
                </a:lnTo>
                <a:lnTo>
                  <a:pt x="6164791" y="117283"/>
                </a:lnTo>
                <a:lnTo>
                  <a:pt x="6165103" y="116942"/>
                </a:lnTo>
                <a:lnTo>
                  <a:pt x="6165385" y="116557"/>
                </a:lnTo>
                <a:lnTo>
                  <a:pt x="6165632" y="116127"/>
                </a:lnTo>
                <a:lnTo>
                  <a:pt x="6165842" y="115650"/>
                </a:lnTo>
                <a:lnTo>
                  <a:pt x="6166011" y="115122"/>
                </a:lnTo>
                <a:lnTo>
                  <a:pt x="6166136" y="114542"/>
                </a:lnTo>
                <a:lnTo>
                  <a:pt x="6166213" y="113907"/>
                </a:lnTo>
                <a:lnTo>
                  <a:pt x="6166240" y="113213"/>
                </a:lnTo>
                <a:lnTo>
                  <a:pt x="6166214" y="112497"/>
                </a:lnTo>
                <a:lnTo>
                  <a:pt x="6166140" y="111841"/>
                </a:lnTo>
                <a:lnTo>
                  <a:pt x="6166019" y="111241"/>
                </a:lnTo>
                <a:lnTo>
                  <a:pt x="6165855" y="110696"/>
                </a:lnTo>
                <a:lnTo>
                  <a:pt x="6165652" y="110203"/>
                </a:lnTo>
                <a:lnTo>
                  <a:pt x="6165411" y="109759"/>
                </a:lnTo>
                <a:close/>
                <a:moveTo>
                  <a:pt x="7071017" y="97939"/>
                </a:moveTo>
                <a:lnTo>
                  <a:pt x="7071017" y="97936"/>
                </a:lnTo>
                <a:lnTo>
                  <a:pt x="7071017" y="97937"/>
                </a:lnTo>
                <a:lnTo>
                  <a:pt x="7071017" y="97939"/>
                </a:lnTo>
                <a:close/>
                <a:moveTo>
                  <a:pt x="6362504" y="97939"/>
                </a:moveTo>
                <a:lnTo>
                  <a:pt x="6362504" y="97936"/>
                </a:lnTo>
                <a:lnTo>
                  <a:pt x="6362504" y="97937"/>
                </a:lnTo>
                <a:lnTo>
                  <a:pt x="6362504" y="97939"/>
                </a:lnTo>
                <a:close/>
                <a:moveTo>
                  <a:pt x="6868585" y="97937"/>
                </a:moveTo>
                <a:lnTo>
                  <a:pt x="6868585" y="97939"/>
                </a:lnTo>
                <a:lnTo>
                  <a:pt x="6868585" y="97936"/>
                </a:lnTo>
                <a:lnTo>
                  <a:pt x="6868585" y="97937"/>
                </a:lnTo>
                <a:close/>
                <a:moveTo>
                  <a:pt x="5046696" y="97937"/>
                </a:moveTo>
                <a:lnTo>
                  <a:pt x="5046696" y="97939"/>
                </a:lnTo>
                <a:lnTo>
                  <a:pt x="5046696" y="97936"/>
                </a:lnTo>
                <a:lnTo>
                  <a:pt x="5046696" y="97937"/>
                </a:lnTo>
                <a:close/>
                <a:moveTo>
                  <a:pt x="5731151" y="106203"/>
                </a:moveTo>
                <a:lnTo>
                  <a:pt x="5730702" y="105050"/>
                </a:lnTo>
                <a:lnTo>
                  <a:pt x="5730195" y="103952"/>
                </a:lnTo>
                <a:lnTo>
                  <a:pt x="5729632" y="102909"/>
                </a:lnTo>
                <a:lnTo>
                  <a:pt x="5729016" y="101922"/>
                </a:lnTo>
                <a:lnTo>
                  <a:pt x="5728351" y="100995"/>
                </a:lnTo>
                <a:lnTo>
                  <a:pt x="5727639" y="100127"/>
                </a:lnTo>
                <a:lnTo>
                  <a:pt x="5726882" y="99320"/>
                </a:lnTo>
                <a:lnTo>
                  <a:pt x="5726084" y="98576"/>
                </a:lnTo>
                <a:lnTo>
                  <a:pt x="5725248" y="97896"/>
                </a:lnTo>
                <a:lnTo>
                  <a:pt x="5724376" y="97282"/>
                </a:lnTo>
                <a:lnTo>
                  <a:pt x="5723471" y="96734"/>
                </a:lnTo>
                <a:lnTo>
                  <a:pt x="5722536" y="96255"/>
                </a:lnTo>
                <a:lnTo>
                  <a:pt x="5721574" y="95846"/>
                </a:lnTo>
                <a:lnTo>
                  <a:pt x="5720588" y="95508"/>
                </a:lnTo>
                <a:lnTo>
                  <a:pt x="5719581" y="95243"/>
                </a:lnTo>
                <a:lnTo>
                  <a:pt x="5718554" y="95051"/>
                </a:lnTo>
                <a:lnTo>
                  <a:pt x="5717513" y="94935"/>
                </a:lnTo>
                <a:lnTo>
                  <a:pt x="5716458" y="94897"/>
                </a:lnTo>
                <a:lnTo>
                  <a:pt x="5715511" y="94926"/>
                </a:lnTo>
                <a:lnTo>
                  <a:pt x="5714599" y="95014"/>
                </a:lnTo>
                <a:lnTo>
                  <a:pt x="5713721" y="95157"/>
                </a:lnTo>
                <a:lnTo>
                  <a:pt x="5712880" y="95354"/>
                </a:lnTo>
                <a:lnTo>
                  <a:pt x="5712075" y="95601"/>
                </a:lnTo>
                <a:lnTo>
                  <a:pt x="5711306" y="95897"/>
                </a:lnTo>
                <a:lnTo>
                  <a:pt x="5710575" y="96239"/>
                </a:lnTo>
                <a:lnTo>
                  <a:pt x="5709881" y="96625"/>
                </a:lnTo>
                <a:lnTo>
                  <a:pt x="5709225" y="97053"/>
                </a:lnTo>
                <a:lnTo>
                  <a:pt x="5708608" y="97520"/>
                </a:lnTo>
                <a:lnTo>
                  <a:pt x="5708030" y="98023"/>
                </a:lnTo>
                <a:lnTo>
                  <a:pt x="5707492" y="98561"/>
                </a:lnTo>
                <a:lnTo>
                  <a:pt x="5706994" y="99131"/>
                </a:lnTo>
                <a:lnTo>
                  <a:pt x="5706537" y="99731"/>
                </a:lnTo>
                <a:lnTo>
                  <a:pt x="5706121" y="100359"/>
                </a:lnTo>
                <a:lnTo>
                  <a:pt x="5705746" y="101011"/>
                </a:lnTo>
                <a:lnTo>
                  <a:pt x="5705414" y="101686"/>
                </a:lnTo>
                <a:lnTo>
                  <a:pt x="5705125" y="102382"/>
                </a:lnTo>
                <a:lnTo>
                  <a:pt x="5704878" y="103096"/>
                </a:lnTo>
                <a:lnTo>
                  <a:pt x="5704676" y="103825"/>
                </a:lnTo>
                <a:lnTo>
                  <a:pt x="5704517" y="104568"/>
                </a:lnTo>
                <a:lnTo>
                  <a:pt x="5704403" y="105321"/>
                </a:lnTo>
                <a:lnTo>
                  <a:pt x="5704334" y="106084"/>
                </a:lnTo>
                <a:lnTo>
                  <a:pt x="5704311" y="106853"/>
                </a:lnTo>
                <a:lnTo>
                  <a:pt x="5704340" y="107755"/>
                </a:lnTo>
                <a:lnTo>
                  <a:pt x="5704425" y="108631"/>
                </a:lnTo>
                <a:lnTo>
                  <a:pt x="5704564" y="109478"/>
                </a:lnTo>
                <a:lnTo>
                  <a:pt x="5704755" y="110296"/>
                </a:lnTo>
                <a:lnTo>
                  <a:pt x="5704996" y="111084"/>
                </a:lnTo>
                <a:lnTo>
                  <a:pt x="5705284" y="111841"/>
                </a:lnTo>
                <a:lnTo>
                  <a:pt x="5705618" y="112566"/>
                </a:lnTo>
                <a:lnTo>
                  <a:pt x="5705996" y="113257"/>
                </a:lnTo>
                <a:lnTo>
                  <a:pt x="5706415" y="113915"/>
                </a:lnTo>
                <a:lnTo>
                  <a:pt x="5706874" y="114537"/>
                </a:lnTo>
                <a:lnTo>
                  <a:pt x="5707370" y="115123"/>
                </a:lnTo>
                <a:lnTo>
                  <a:pt x="5707901" y="115672"/>
                </a:lnTo>
                <a:lnTo>
                  <a:pt x="5708466" y="116183"/>
                </a:lnTo>
                <a:lnTo>
                  <a:pt x="5709061" y="116655"/>
                </a:lnTo>
                <a:lnTo>
                  <a:pt x="5709686" y="117086"/>
                </a:lnTo>
                <a:lnTo>
                  <a:pt x="5710337" y="117477"/>
                </a:lnTo>
                <a:lnTo>
                  <a:pt x="5711013" y="117825"/>
                </a:lnTo>
                <a:lnTo>
                  <a:pt x="5711712" y="118130"/>
                </a:lnTo>
                <a:lnTo>
                  <a:pt x="5712431" y="118391"/>
                </a:lnTo>
                <a:lnTo>
                  <a:pt x="5713169" y="118606"/>
                </a:lnTo>
                <a:lnTo>
                  <a:pt x="5713923" y="118776"/>
                </a:lnTo>
                <a:lnTo>
                  <a:pt x="5714692" y="118898"/>
                </a:lnTo>
                <a:lnTo>
                  <a:pt x="5715473" y="118972"/>
                </a:lnTo>
                <a:lnTo>
                  <a:pt x="5716264" y="118997"/>
                </a:lnTo>
                <a:lnTo>
                  <a:pt x="5716409" y="118996"/>
                </a:lnTo>
                <a:lnTo>
                  <a:pt x="5716557" y="118993"/>
                </a:lnTo>
                <a:lnTo>
                  <a:pt x="5716706" y="118988"/>
                </a:lnTo>
                <a:lnTo>
                  <a:pt x="5716857" y="118981"/>
                </a:lnTo>
                <a:lnTo>
                  <a:pt x="5717010" y="118972"/>
                </a:lnTo>
                <a:lnTo>
                  <a:pt x="5717164" y="118961"/>
                </a:lnTo>
                <a:lnTo>
                  <a:pt x="5717320" y="118948"/>
                </a:lnTo>
                <a:lnTo>
                  <a:pt x="5717477" y="118933"/>
                </a:lnTo>
                <a:lnTo>
                  <a:pt x="5717636" y="118916"/>
                </a:lnTo>
                <a:lnTo>
                  <a:pt x="5717796" y="118897"/>
                </a:lnTo>
                <a:lnTo>
                  <a:pt x="5717957" y="118876"/>
                </a:lnTo>
                <a:lnTo>
                  <a:pt x="5718119" y="118853"/>
                </a:lnTo>
                <a:lnTo>
                  <a:pt x="5718283" y="118828"/>
                </a:lnTo>
                <a:lnTo>
                  <a:pt x="5718447" y="118801"/>
                </a:lnTo>
                <a:lnTo>
                  <a:pt x="5718612" y="118772"/>
                </a:lnTo>
                <a:lnTo>
                  <a:pt x="5718777" y="118741"/>
                </a:lnTo>
                <a:lnTo>
                  <a:pt x="5718944" y="118708"/>
                </a:lnTo>
                <a:lnTo>
                  <a:pt x="5719111" y="118673"/>
                </a:lnTo>
                <a:lnTo>
                  <a:pt x="5719278" y="118636"/>
                </a:lnTo>
                <a:lnTo>
                  <a:pt x="5719446" y="118597"/>
                </a:lnTo>
                <a:lnTo>
                  <a:pt x="5719615" y="118556"/>
                </a:lnTo>
                <a:lnTo>
                  <a:pt x="5719783" y="118513"/>
                </a:lnTo>
                <a:lnTo>
                  <a:pt x="5719952" y="118468"/>
                </a:lnTo>
                <a:lnTo>
                  <a:pt x="5720120" y="118421"/>
                </a:lnTo>
                <a:lnTo>
                  <a:pt x="5719728" y="119869"/>
                </a:lnTo>
                <a:lnTo>
                  <a:pt x="5719276" y="121228"/>
                </a:lnTo>
                <a:lnTo>
                  <a:pt x="5718772" y="122500"/>
                </a:lnTo>
                <a:lnTo>
                  <a:pt x="5718220" y="123689"/>
                </a:lnTo>
                <a:lnTo>
                  <a:pt x="5717626" y="124796"/>
                </a:lnTo>
                <a:lnTo>
                  <a:pt x="5716996" y="125825"/>
                </a:lnTo>
                <a:lnTo>
                  <a:pt x="5716336" y="126779"/>
                </a:lnTo>
                <a:lnTo>
                  <a:pt x="5715650" y="127661"/>
                </a:lnTo>
                <a:lnTo>
                  <a:pt x="5714945" y="128473"/>
                </a:lnTo>
                <a:lnTo>
                  <a:pt x="5714226" y="129218"/>
                </a:lnTo>
                <a:lnTo>
                  <a:pt x="5713499" y="129899"/>
                </a:lnTo>
                <a:lnTo>
                  <a:pt x="5712769" y="130519"/>
                </a:lnTo>
                <a:lnTo>
                  <a:pt x="5712043" y="131081"/>
                </a:lnTo>
                <a:lnTo>
                  <a:pt x="5711325" y="131587"/>
                </a:lnTo>
                <a:lnTo>
                  <a:pt x="5710621" y="132041"/>
                </a:lnTo>
                <a:lnTo>
                  <a:pt x="5709937" y="132446"/>
                </a:lnTo>
                <a:lnTo>
                  <a:pt x="5709278" y="132803"/>
                </a:lnTo>
                <a:lnTo>
                  <a:pt x="5708651" y="133116"/>
                </a:lnTo>
                <a:lnTo>
                  <a:pt x="5708060" y="133388"/>
                </a:lnTo>
                <a:lnTo>
                  <a:pt x="5707512" y="133622"/>
                </a:lnTo>
                <a:lnTo>
                  <a:pt x="5707011" y="133820"/>
                </a:lnTo>
                <a:lnTo>
                  <a:pt x="5706564" y="133986"/>
                </a:lnTo>
                <a:lnTo>
                  <a:pt x="5706176" y="134122"/>
                </a:lnTo>
                <a:lnTo>
                  <a:pt x="5705853" y="134231"/>
                </a:lnTo>
                <a:lnTo>
                  <a:pt x="5705604" y="134305"/>
                </a:lnTo>
                <a:lnTo>
                  <a:pt x="5705342" y="134385"/>
                </a:lnTo>
                <a:lnTo>
                  <a:pt x="5705068" y="134470"/>
                </a:lnTo>
                <a:lnTo>
                  <a:pt x="5704784" y="134563"/>
                </a:lnTo>
                <a:lnTo>
                  <a:pt x="5704493" y="134664"/>
                </a:lnTo>
                <a:lnTo>
                  <a:pt x="5704197" y="134775"/>
                </a:lnTo>
                <a:lnTo>
                  <a:pt x="5703897" y="134897"/>
                </a:lnTo>
                <a:lnTo>
                  <a:pt x="5703597" y="135030"/>
                </a:lnTo>
                <a:lnTo>
                  <a:pt x="5703298" y="135175"/>
                </a:lnTo>
                <a:lnTo>
                  <a:pt x="5703003" y="135335"/>
                </a:lnTo>
                <a:lnTo>
                  <a:pt x="5702713" y="135509"/>
                </a:lnTo>
                <a:lnTo>
                  <a:pt x="5702431" y="135700"/>
                </a:lnTo>
                <a:lnTo>
                  <a:pt x="5702159" y="135908"/>
                </a:lnTo>
                <a:lnTo>
                  <a:pt x="5701900" y="136133"/>
                </a:lnTo>
                <a:lnTo>
                  <a:pt x="5701655" y="136378"/>
                </a:lnTo>
                <a:lnTo>
                  <a:pt x="5701426" y="136644"/>
                </a:lnTo>
                <a:lnTo>
                  <a:pt x="5701216" y="136930"/>
                </a:lnTo>
                <a:lnTo>
                  <a:pt x="5701027" y="137240"/>
                </a:lnTo>
                <a:lnTo>
                  <a:pt x="5700861" y="137573"/>
                </a:lnTo>
                <a:lnTo>
                  <a:pt x="5700721" y="137930"/>
                </a:lnTo>
                <a:lnTo>
                  <a:pt x="5700608" y="138314"/>
                </a:lnTo>
                <a:lnTo>
                  <a:pt x="5700524" y="138724"/>
                </a:lnTo>
                <a:lnTo>
                  <a:pt x="5700472" y="139162"/>
                </a:lnTo>
                <a:lnTo>
                  <a:pt x="5700455" y="139629"/>
                </a:lnTo>
                <a:lnTo>
                  <a:pt x="5700470" y="139993"/>
                </a:lnTo>
                <a:lnTo>
                  <a:pt x="5700514" y="140358"/>
                </a:lnTo>
                <a:lnTo>
                  <a:pt x="5700585" y="140725"/>
                </a:lnTo>
                <a:lnTo>
                  <a:pt x="5700684" y="141090"/>
                </a:lnTo>
                <a:lnTo>
                  <a:pt x="5700809" y="141454"/>
                </a:lnTo>
                <a:lnTo>
                  <a:pt x="5700958" y="141813"/>
                </a:lnTo>
                <a:lnTo>
                  <a:pt x="5701131" y="142167"/>
                </a:lnTo>
                <a:lnTo>
                  <a:pt x="5701326" y="142514"/>
                </a:lnTo>
                <a:lnTo>
                  <a:pt x="5701543" y="142852"/>
                </a:lnTo>
                <a:lnTo>
                  <a:pt x="5701780" y="143180"/>
                </a:lnTo>
                <a:lnTo>
                  <a:pt x="5702036" y="143496"/>
                </a:lnTo>
                <a:lnTo>
                  <a:pt x="5702310" y="143798"/>
                </a:lnTo>
                <a:lnTo>
                  <a:pt x="5702602" y="144086"/>
                </a:lnTo>
                <a:lnTo>
                  <a:pt x="5702909" y="144357"/>
                </a:lnTo>
                <a:lnTo>
                  <a:pt x="5703232" y="144609"/>
                </a:lnTo>
                <a:lnTo>
                  <a:pt x="5703568" y="144842"/>
                </a:lnTo>
                <a:lnTo>
                  <a:pt x="5703917" y="145053"/>
                </a:lnTo>
                <a:lnTo>
                  <a:pt x="5704277" y="145241"/>
                </a:lnTo>
                <a:lnTo>
                  <a:pt x="5704648" y="145405"/>
                </a:lnTo>
                <a:lnTo>
                  <a:pt x="5705029" y="145543"/>
                </a:lnTo>
                <a:lnTo>
                  <a:pt x="5705418" y="145652"/>
                </a:lnTo>
                <a:lnTo>
                  <a:pt x="5705814" y="145733"/>
                </a:lnTo>
                <a:lnTo>
                  <a:pt x="5706216" y="145782"/>
                </a:lnTo>
                <a:lnTo>
                  <a:pt x="5706624" y="145799"/>
                </a:lnTo>
                <a:lnTo>
                  <a:pt x="5707463" y="145744"/>
                </a:lnTo>
                <a:lnTo>
                  <a:pt x="5708428" y="145582"/>
                </a:lnTo>
                <a:lnTo>
                  <a:pt x="5709505" y="145310"/>
                </a:lnTo>
                <a:lnTo>
                  <a:pt x="5710679" y="144929"/>
                </a:lnTo>
                <a:lnTo>
                  <a:pt x="5711937" y="144440"/>
                </a:lnTo>
                <a:lnTo>
                  <a:pt x="5713263" y="143840"/>
                </a:lnTo>
                <a:lnTo>
                  <a:pt x="5714643" y="143132"/>
                </a:lnTo>
                <a:lnTo>
                  <a:pt x="5716063" y="142314"/>
                </a:lnTo>
                <a:lnTo>
                  <a:pt x="5717509" y="141386"/>
                </a:lnTo>
                <a:lnTo>
                  <a:pt x="5718965" y="140348"/>
                </a:lnTo>
                <a:lnTo>
                  <a:pt x="5720419" y="139200"/>
                </a:lnTo>
                <a:lnTo>
                  <a:pt x="5721854" y="137942"/>
                </a:lnTo>
                <a:lnTo>
                  <a:pt x="5723258" y="136573"/>
                </a:lnTo>
                <a:lnTo>
                  <a:pt x="5724615" y="135094"/>
                </a:lnTo>
                <a:lnTo>
                  <a:pt x="5725911" y="133503"/>
                </a:lnTo>
                <a:lnTo>
                  <a:pt x="5727131" y="131802"/>
                </a:lnTo>
                <a:lnTo>
                  <a:pt x="5728262" y="129990"/>
                </a:lnTo>
                <a:lnTo>
                  <a:pt x="5729289" y="128066"/>
                </a:lnTo>
                <a:lnTo>
                  <a:pt x="5730198" y="126031"/>
                </a:lnTo>
                <a:lnTo>
                  <a:pt x="5730973" y="123885"/>
                </a:lnTo>
                <a:lnTo>
                  <a:pt x="5731601" y="121626"/>
                </a:lnTo>
                <a:lnTo>
                  <a:pt x="5732068" y="119256"/>
                </a:lnTo>
                <a:lnTo>
                  <a:pt x="5732358" y="116773"/>
                </a:lnTo>
                <a:lnTo>
                  <a:pt x="5732458" y="114178"/>
                </a:lnTo>
                <a:lnTo>
                  <a:pt x="5732420" y="112730"/>
                </a:lnTo>
                <a:lnTo>
                  <a:pt x="5732305" y="111328"/>
                </a:lnTo>
                <a:lnTo>
                  <a:pt x="5732119" y="109973"/>
                </a:lnTo>
                <a:lnTo>
                  <a:pt x="5731862" y="108666"/>
                </a:lnTo>
                <a:lnTo>
                  <a:pt x="5731539" y="107409"/>
                </a:lnTo>
                <a:lnTo>
                  <a:pt x="5731151" y="106203"/>
                </a:lnTo>
                <a:close/>
                <a:moveTo>
                  <a:pt x="6665479" y="140098"/>
                </a:moveTo>
                <a:lnTo>
                  <a:pt x="6665089" y="139699"/>
                </a:lnTo>
                <a:lnTo>
                  <a:pt x="6664667" y="139347"/>
                </a:lnTo>
                <a:lnTo>
                  <a:pt x="6664219" y="139039"/>
                </a:lnTo>
                <a:lnTo>
                  <a:pt x="6663749" y="138772"/>
                </a:lnTo>
                <a:lnTo>
                  <a:pt x="6663261" y="138543"/>
                </a:lnTo>
                <a:lnTo>
                  <a:pt x="6662762" y="138349"/>
                </a:lnTo>
                <a:lnTo>
                  <a:pt x="6662256" y="138188"/>
                </a:lnTo>
                <a:lnTo>
                  <a:pt x="6661747" y="138055"/>
                </a:lnTo>
                <a:lnTo>
                  <a:pt x="6661241" y="137949"/>
                </a:lnTo>
                <a:lnTo>
                  <a:pt x="6660742" y="137867"/>
                </a:lnTo>
                <a:lnTo>
                  <a:pt x="6660255" y="137805"/>
                </a:lnTo>
                <a:lnTo>
                  <a:pt x="6659786" y="137760"/>
                </a:lnTo>
                <a:lnTo>
                  <a:pt x="6659338" y="137731"/>
                </a:lnTo>
                <a:lnTo>
                  <a:pt x="6658917" y="137713"/>
                </a:lnTo>
                <a:lnTo>
                  <a:pt x="6658528" y="137703"/>
                </a:lnTo>
                <a:lnTo>
                  <a:pt x="6658175" y="137700"/>
                </a:lnTo>
                <a:lnTo>
                  <a:pt x="6657863" y="137699"/>
                </a:lnTo>
                <a:lnTo>
                  <a:pt x="6596556" y="137699"/>
                </a:lnTo>
                <a:lnTo>
                  <a:pt x="6596245" y="137700"/>
                </a:lnTo>
                <a:lnTo>
                  <a:pt x="6595892" y="137703"/>
                </a:lnTo>
                <a:lnTo>
                  <a:pt x="6595502" y="137713"/>
                </a:lnTo>
                <a:lnTo>
                  <a:pt x="6595081" y="137731"/>
                </a:lnTo>
                <a:lnTo>
                  <a:pt x="6594634" y="137760"/>
                </a:lnTo>
                <a:lnTo>
                  <a:pt x="6594164" y="137805"/>
                </a:lnTo>
                <a:lnTo>
                  <a:pt x="6593677" y="137867"/>
                </a:lnTo>
                <a:lnTo>
                  <a:pt x="6593178" y="137949"/>
                </a:lnTo>
                <a:lnTo>
                  <a:pt x="6592672" y="138055"/>
                </a:lnTo>
                <a:lnTo>
                  <a:pt x="6592163" y="138188"/>
                </a:lnTo>
                <a:lnTo>
                  <a:pt x="6591657" y="138349"/>
                </a:lnTo>
                <a:lnTo>
                  <a:pt x="6591158" y="138543"/>
                </a:lnTo>
                <a:lnTo>
                  <a:pt x="6590671" y="138772"/>
                </a:lnTo>
                <a:lnTo>
                  <a:pt x="6590201" y="139039"/>
                </a:lnTo>
                <a:lnTo>
                  <a:pt x="6589752" y="139347"/>
                </a:lnTo>
                <a:lnTo>
                  <a:pt x="6589330" y="139699"/>
                </a:lnTo>
                <a:lnTo>
                  <a:pt x="6588940" y="140098"/>
                </a:lnTo>
                <a:lnTo>
                  <a:pt x="6588586" y="140547"/>
                </a:lnTo>
                <a:lnTo>
                  <a:pt x="6588273" y="141048"/>
                </a:lnTo>
                <a:lnTo>
                  <a:pt x="6588006" y="141605"/>
                </a:lnTo>
                <a:lnTo>
                  <a:pt x="6587790" y="142221"/>
                </a:lnTo>
                <a:lnTo>
                  <a:pt x="6587630" y="142898"/>
                </a:lnTo>
                <a:lnTo>
                  <a:pt x="6587530" y="143639"/>
                </a:lnTo>
                <a:lnTo>
                  <a:pt x="6587496" y="144448"/>
                </a:lnTo>
                <a:lnTo>
                  <a:pt x="6587530" y="145257"/>
                </a:lnTo>
                <a:lnTo>
                  <a:pt x="6587630" y="145998"/>
                </a:lnTo>
                <a:lnTo>
                  <a:pt x="6587790" y="146675"/>
                </a:lnTo>
                <a:lnTo>
                  <a:pt x="6588006" y="147290"/>
                </a:lnTo>
                <a:lnTo>
                  <a:pt x="6588273" y="147847"/>
                </a:lnTo>
                <a:lnTo>
                  <a:pt x="6588586" y="148348"/>
                </a:lnTo>
                <a:lnTo>
                  <a:pt x="6588940" y="148797"/>
                </a:lnTo>
                <a:lnTo>
                  <a:pt x="6589330" y="149195"/>
                </a:lnTo>
                <a:lnTo>
                  <a:pt x="6589752" y="149547"/>
                </a:lnTo>
                <a:lnTo>
                  <a:pt x="6590201" y="149855"/>
                </a:lnTo>
                <a:lnTo>
                  <a:pt x="6590671" y="150122"/>
                </a:lnTo>
                <a:lnTo>
                  <a:pt x="6591158" y="150351"/>
                </a:lnTo>
                <a:lnTo>
                  <a:pt x="6591657" y="150545"/>
                </a:lnTo>
                <a:lnTo>
                  <a:pt x="6592163" y="150706"/>
                </a:lnTo>
                <a:lnTo>
                  <a:pt x="6592672" y="150839"/>
                </a:lnTo>
                <a:lnTo>
                  <a:pt x="6593178" y="150944"/>
                </a:lnTo>
                <a:lnTo>
                  <a:pt x="6593677" y="151027"/>
                </a:lnTo>
                <a:lnTo>
                  <a:pt x="6594164" y="151089"/>
                </a:lnTo>
                <a:lnTo>
                  <a:pt x="6594634" y="151133"/>
                </a:lnTo>
                <a:lnTo>
                  <a:pt x="6595081" y="151163"/>
                </a:lnTo>
                <a:lnTo>
                  <a:pt x="6595502" y="151181"/>
                </a:lnTo>
                <a:lnTo>
                  <a:pt x="6595892" y="151190"/>
                </a:lnTo>
                <a:lnTo>
                  <a:pt x="6596245" y="151194"/>
                </a:lnTo>
                <a:lnTo>
                  <a:pt x="6596556" y="151194"/>
                </a:lnTo>
                <a:lnTo>
                  <a:pt x="6657863" y="151194"/>
                </a:lnTo>
                <a:lnTo>
                  <a:pt x="6658175" y="151194"/>
                </a:lnTo>
                <a:lnTo>
                  <a:pt x="6658528" y="151190"/>
                </a:lnTo>
                <a:lnTo>
                  <a:pt x="6658917" y="151181"/>
                </a:lnTo>
                <a:lnTo>
                  <a:pt x="6659338" y="151163"/>
                </a:lnTo>
                <a:lnTo>
                  <a:pt x="6659786" y="151133"/>
                </a:lnTo>
                <a:lnTo>
                  <a:pt x="6660255" y="151089"/>
                </a:lnTo>
                <a:lnTo>
                  <a:pt x="6660742" y="151027"/>
                </a:lnTo>
                <a:lnTo>
                  <a:pt x="6661241" y="150944"/>
                </a:lnTo>
                <a:lnTo>
                  <a:pt x="6661747" y="150839"/>
                </a:lnTo>
                <a:lnTo>
                  <a:pt x="6662256" y="150706"/>
                </a:lnTo>
                <a:lnTo>
                  <a:pt x="6662762" y="150545"/>
                </a:lnTo>
                <a:lnTo>
                  <a:pt x="6663261" y="150351"/>
                </a:lnTo>
                <a:lnTo>
                  <a:pt x="6663749" y="150122"/>
                </a:lnTo>
                <a:lnTo>
                  <a:pt x="6664219" y="149855"/>
                </a:lnTo>
                <a:lnTo>
                  <a:pt x="6664667" y="149547"/>
                </a:lnTo>
                <a:lnTo>
                  <a:pt x="6665089" y="149195"/>
                </a:lnTo>
                <a:lnTo>
                  <a:pt x="6665479" y="148797"/>
                </a:lnTo>
                <a:lnTo>
                  <a:pt x="6665833" y="148348"/>
                </a:lnTo>
                <a:lnTo>
                  <a:pt x="6666146" y="147847"/>
                </a:lnTo>
                <a:lnTo>
                  <a:pt x="6666413" y="147290"/>
                </a:lnTo>
                <a:lnTo>
                  <a:pt x="6666629" y="146675"/>
                </a:lnTo>
                <a:lnTo>
                  <a:pt x="6666790" y="145998"/>
                </a:lnTo>
                <a:lnTo>
                  <a:pt x="6666889" y="145257"/>
                </a:lnTo>
                <a:lnTo>
                  <a:pt x="6666924" y="144448"/>
                </a:lnTo>
                <a:lnTo>
                  <a:pt x="6666889" y="143639"/>
                </a:lnTo>
                <a:lnTo>
                  <a:pt x="6666790" y="142898"/>
                </a:lnTo>
                <a:lnTo>
                  <a:pt x="6666629" y="142221"/>
                </a:lnTo>
                <a:lnTo>
                  <a:pt x="6666413" y="141605"/>
                </a:lnTo>
                <a:lnTo>
                  <a:pt x="6666146" y="141048"/>
                </a:lnTo>
                <a:lnTo>
                  <a:pt x="6665833" y="140547"/>
                </a:lnTo>
                <a:lnTo>
                  <a:pt x="6665479" y="140098"/>
                </a:lnTo>
                <a:close/>
                <a:moveTo>
                  <a:pt x="6260615" y="140098"/>
                </a:moveTo>
                <a:lnTo>
                  <a:pt x="6260224" y="139699"/>
                </a:lnTo>
                <a:lnTo>
                  <a:pt x="6259803" y="139347"/>
                </a:lnTo>
                <a:lnTo>
                  <a:pt x="6259354" y="139039"/>
                </a:lnTo>
                <a:lnTo>
                  <a:pt x="6258884" y="138772"/>
                </a:lnTo>
                <a:lnTo>
                  <a:pt x="6258397" y="138543"/>
                </a:lnTo>
                <a:lnTo>
                  <a:pt x="6257898" y="138349"/>
                </a:lnTo>
                <a:lnTo>
                  <a:pt x="6257391" y="138188"/>
                </a:lnTo>
                <a:lnTo>
                  <a:pt x="6256883" y="138055"/>
                </a:lnTo>
                <a:lnTo>
                  <a:pt x="6256376" y="137949"/>
                </a:lnTo>
                <a:lnTo>
                  <a:pt x="6255877" y="137867"/>
                </a:lnTo>
                <a:lnTo>
                  <a:pt x="6255391" y="137805"/>
                </a:lnTo>
                <a:lnTo>
                  <a:pt x="6254921" y="137760"/>
                </a:lnTo>
                <a:lnTo>
                  <a:pt x="6254473" y="137731"/>
                </a:lnTo>
                <a:lnTo>
                  <a:pt x="6254052" y="137713"/>
                </a:lnTo>
                <a:lnTo>
                  <a:pt x="6253663" y="137703"/>
                </a:lnTo>
                <a:lnTo>
                  <a:pt x="6253310" y="137700"/>
                </a:lnTo>
                <a:lnTo>
                  <a:pt x="6252998" y="137699"/>
                </a:lnTo>
                <a:lnTo>
                  <a:pt x="6191692" y="137699"/>
                </a:lnTo>
                <a:lnTo>
                  <a:pt x="6191380" y="137700"/>
                </a:lnTo>
                <a:lnTo>
                  <a:pt x="6191027" y="137703"/>
                </a:lnTo>
                <a:lnTo>
                  <a:pt x="6190638" y="137713"/>
                </a:lnTo>
                <a:lnTo>
                  <a:pt x="6190217" y="137731"/>
                </a:lnTo>
                <a:lnTo>
                  <a:pt x="6189769" y="137760"/>
                </a:lnTo>
                <a:lnTo>
                  <a:pt x="6189299" y="137805"/>
                </a:lnTo>
                <a:lnTo>
                  <a:pt x="6188813" y="137867"/>
                </a:lnTo>
                <a:lnTo>
                  <a:pt x="6188314" y="137949"/>
                </a:lnTo>
                <a:lnTo>
                  <a:pt x="6187808" y="138055"/>
                </a:lnTo>
                <a:lnTo>
                  <a:pt x="6187299" y="138188"/>
                </a:lnTo>
                <a:lnTo>
                  <a:pt x="6186792" y="138349"/>
                </a:lnTo>
                <a:lnTo>
                  <a:pt x="6186293" y="138543"/>
                </a:lnTo>
                <a:lnTo>
                  <a:pt x="6185806" y="138772"/>
                </a:lnTo>
                <a:lnTo>
                  <a:pt x="6185336" y="139039"/>
                </a:lnTo>
                <a:lnTo>
                  <a:pt x="6184888" y="139347"/>
                </a:lnTo>
                <a:lnTo>
                  <a:pt x="6184466" y="139699"/>
                </a:lnTo>
                <a:lnTo>
                  <a:pt x="6184075" y="140098"/>
                </a:lnTo>
                <a:lnTo>
                  <a:pt x="6183721" y="140547"/>
                </a:lnTo>
                <a:lnTo>
                  <a:pt x="6183408" y="141048"/>
                </a:lnTo>
                <a:lnTo>
                  <a:pt x="6183142" y="141605"/>
                </a:lnTo>
                <a:lnTo>
                  <a:pt x="6182926" y="142221"/>
                </a:lnTo>
                <a:lnTo>
                  <a:pt x="6182765" y="142898"/>
                </a:lnTo>
                <a:lnTo>
                  <a:pt x="6182665" y="143639"/>
                </a:lnTo>
                <a:lnTo>
                  <a:pt x="6182631" y="144448"/>
                </a:lnTo>
                <a:lnTo>
                  <a:pt x="6182665" y="145257"/>
                </a:lnTo>
                <a:lnTo>
                  <a:pt x="6182765" y="145998"/>
                </a:lnTo>
                <a:lnTo>
                  <a:pt x="6182926" y="146675"/>
                </a:lnTo>
                <a:lnTo>
                  <a:pt x="6183142" y="147290"/>
                </a:lnTo>
                <a:lnTo>
                  <a:pt x="6183408" y="147847"/>
                </a:lnTo>
                <a:lnTo>
                  <a:pt x="6183721" y="148348"/>
                </a:lnTo>
                <a:lnTo>
                  <a:pt x="6184075" y="148797"/>
                </a:lnTo>
                <a:lnTo>
                  <a:pt x="6184466" y="149195"/>
                </a:lnTo>
                <a:lnTo>
                  <a:pt x="6184888" y="149547"/>
                </a:lnTo>
                <a:lnTo>
                  <a:pt x="6185336" y="149855"/>
                </a:lnTo>
                <a:lnTo>
                  <a:pt x="6185806" y="150122"/>
                </a:lnTo>
                <a:lnTo>
                  <a:pt x="6186293" y="150351"/>
                </a:lnTo>
                <a:lnTo>
                  <a:pt x="6186792" y="150545"/>
                </a:lnTo>
                <a:lnTo>
                  <a:pt x="6187299" y="150706"/>
                </a:lnTo>
                <a:lnTo>
                  <a:pt x="6187808" y="150839"/>
                </a:lnTo>
                <a:lnTo>
                  <a:pt x="6188314" y="150944"/>
                </a:lnTo>
                <a:lnTo>
                  <a:pt x="6188813" y="151027"/>
                </a:lnTo>
                <a:lnTo>
                  <a:pt x="6189299" y="151089"/>
                </a:lnTo>
                <a:lnTo>
                  <a:pt x="6189769" y="151133"/>
                </a:lnTo>
                <a:lnTo>
                  <a:pt x="6190217" y="151163"/>
                </a:lnTo>
                <a:lnTo>
                  <a:pt x="6190638" y="151181"/>
                </a:lnTo>
                <a:lnTo>
                  <a:pt x="6191027" y="151190"/>
                </a:lnTo>
                <a:lnTo>
                  <a:pt x="6191380" y="151194"/>
                </a:lnTo>
                <a:lnTo>
                  <a:pt x="6191692" y="151194"/>
                </a:lnTo>
                <a:lnTo>
                  <a:pt x="6252998" y="151194"/>
                </a:lnTo>
                <a:lnTo>
                  <a:pt x="6253310" y="151194"/>
                </a:lnTo>
                <a:lnTo>
                  <a:pt x="6253663" y="151190"/>
                </a:lnTo>
                <a:lnTo>
                  <a:pt x="6254052" y="151181"/>
                </a:lnTo>
                <a:lnTo>
                  <a:pt x="6254473" y="151163"/>
                </a:lnTo>
                <a:lnTo>
                  <a:pt x="6254921" y="151133"/>
                </a:lnTo>
                <a:lnTo>
                  <a:pt x="6255391" y="151089"/>
                </a:lnTo>
                <a:lnTo>
                  <a:pt x="6255877" y="151027"/>
                </a:lnTo>
                <a:lnTo>
                  <a:pt x="6256376" y="150944"/>
                </a:lnTo>
                <a:lnTo>
                  <a:pt x="6256883" y="150839"/>
                </a:lnTo>
                <a:lnTo>
                  <a:pt x="6257391" y="150706"/>
                </a:lnTo>
                <a:lnTo>
                  <a:pt x="6257898" y="150545"/>
                </a:lnTo>
                <a:lnTo>
                  <a:pt x="6258397" y="150351"/>
                </a:lnTo>
                <a:lnTo>
                  <a:pt x="6258884" y="150122"/>
                </a:lnTo>
                <a:lnTo>
                  <a:pt x="6259354" y="149855"/>
                </a:lnTo>
                <a:lnTo>
                  <a:pt x="6259803" y="149547"/>
                </a:lnTo>
                <a:lnTo>
                  <a:pt x="6260224" y="149195"/>
                </a:lnTo>
                <a:lnTo>
                  <a:pt x="6260615" y="148797"/>
                </a:lnTo>
                <a:lnTo>
                  <a:pt x="6260969" y="148348"/>
                </a:lnTo>
                <a:lnTo>
                  <a:pt x="6261282" y="147847"/>
                </a:lnTo>
                <a:lnTo>
                  <a:pt x="6261549" y="147290"/>
                </a:lnTo>
                <a:lnTo>
                  <a:pt x="6261765" y="146675"/>
                </a:lnTo>
                <a:lnTo>
                  <a:pt x="6261925" y="145998"/>
                </a:lnTo>
                <a:lnTo>
                  <a:pt x="6262025" y="145257"/>
                </a:lnTo>
                <a:lnTo>
                  <a:pt x="6262059" y="144448"/>
                </a:lnTo>
                <a:lnTo>
                  <a:pt x="6262025" y="143639"/>
                </a:lnTo>
                <a:lnTo>
                  <a:pt x="6261925" y="142898"/>
                </a:lnTo>
                <a:lnTo>
                  <a:pt x="6261765" y="142221"/>
                </a:lnTo>
                <a:lnTo>
                  <a:pt x="6261549" y="141605"/>
                </a:lnTo>
                <a:lnTo>
                  <a:pt x="6261282" y="141048"/>
                </a:lnTo>
                <a:lnTo>
                  <a:pt x="6260969" y="140547"/>
                </a:lnTo>
                <a:lnTo>
                  <a:pt x="6260615" y="140098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isthemaximumproductofanysublistendingatthelastelementofxs,">
            <a:extLst xmlns:a="http://schemas.openxmlformats.org/drawingml/2006/main">
              <a:ext uri="{FF2B5EF4-FFF2-40B4-BE49-F238E27FC236}">
                <a16:creationId xmlns:a16="http://schemas.microsoft.com/office/drawing/2014/main" id="{DF632973-4654-48D3-BC21-512982DE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7376" y="3590132"/>
            <a:ext cx="7136761" cy="163142"/>
          </a:xfrm>
          <a:custGeom xmlns:a="http://schemas.openxmlformats.org/drawingml/2006/main">
            <a:pathLst>
              <a:path w="7136761" h="163142">
                <a:moveTo>
                  <a:pt x="44560" y="8305"/>
                </a:moveTo>
                <a:lnTo>
                  <a:pt x="44301" y="7737"/>
                </a:lnTo>
                <a:lnTo>
                  <a:pt x="44007" y="7190"/>
                </a:lnTo>
                <a:lnTo>
                  <a:pt x="43680" y="6666"/>
                </a:lnTo>
                <a:lnTo>
                  <a:pt x="43321" y="6166"/>
                </a:lnTo>
                <a:lnTo>
                  <a:pt x="42931" y="5691"/>
                </a:lnTo>
                <a:lnTo>
                  <a:pt x="42512" y="5244"/>
                </a:lnTo>
                <a:lnTo>
                  <a:pt x="42064" y="4824"/>
                </a:lnTo>
                <a:lnTo>
                  <a:pt x="41590" y="4434"/>
                </a:lnTo>
                <a:lnTo>
                  <a:pt x="41090" y="4075"/>
                </a:lnTo>
                <a:lnTo>
                  <a:pt x="40567" y="3748"/>
                </a:lnTo>
                <a:lnTo>
                  <a:pt x="40020" y="3454"/>
                </a:lnTo>
                <a:lnTo>
                  <a:pt x="39452" y="3195"/>
                </a:lnTo>
                <a:lnTo>
                  <a:pt x="38864" y="2972"/>
                </a:lnTo>
                <a:lnTo>
                  <a:pt x="38257" y="2787"/>
                </a:lnTo>
                <a:lnTo>
                  <a:pt x="37633" y="2641"/>
                </a:lnTo>
                <a:lnTo>
                  <a:pt x="36993" y="2534"/>
                </a:lnTo>
                <a:lnTo>
                  <a:pt x="36337" y="2470"/>
                </a:lnTo>
                <a:lnTo>
                  <a:pt x="35669" y="2448"/>
                </a:lnTo>
                <a:lnTo>
                  <a:pt x="35000" y="2470"/>
                </a:lnTo>
                <a:lnTo>
                  <a:pt x="34345" y="2534"/>
                </a:lnTo>
                <a:lnTo>
                  <a:pt x="33704" y="2641"/>
                </a:lnTo>
                <a:lnTo>
                  <a:pt x="33080" y="2787"/>
                </a:lnTo>
                <a:lnTo>
                  <a:pt x="32472" y="2972"/>
                </a:lnTo>
                <a:lnTo>
                  <a:pt x="31884" y="3195"/>
                </a:lnTo>
                <a:lnTo>
                  <a:pt x="31316" y="3454"/>
                </a:lnTo>
                <a:lnTo>
                  <a:pt x="30769" y="3748"/>
                </a:lnTo>
                <a:lnTo>
                  <a:pt x="30245" y="4075"/>
                </a:lnTo>
                <a:lnTo>
                  <a:pt x="29745" y="4434"/>
                </a:lnTo>
                <a:lnTo>
                  <a:pt x="29271" y="4824"/>
                </a:lnTo>
                <a:lnTo>
                  <a:pt x="28823" y="5244"/>
                </a:lnTo>
                <a:lnTo>
                  <a:pt x="28404" y="5691"/>
                </a:lnTo>
                <a:lnTo>
                  <a:pt x="28014" y="6166"/>
                </a:lnTo>
                <a:lnTo>
                  <a:pt x="27655" y="6666"/>
                </a:lnTo>
                <a:lnTo>
                  <a:pt x="27328" y="7190"/>
                </a:lnTo>
                <a:lnTo>
                  <a:pt x="27034" y="7737"/>
                </a:lnTo>
                <a:lnTo>
                  <a:pt x="26776" y="8305"/>
                </a:lnTo>
                <a:lnTo>
                  <a:pt x="26553" y="8893"/>
                </a:lnTo>
                <a:lnTo>
                  <a:pt x="26368" y="9500"/>
                </a:lnTo>
                <a:lnTo>
                  <a:pt x="26221" y="10124"/>
                </a:lnTo>
                <a:lnTo>
                  <a:pt x="26115" y="10765"/>
                </a:lnTo>
                <a:lnTo>
                  <a:pt x="26051" y="11420"/>
                </a:lnTo>
                <a:lnTo>
                  <a:pt x="26029" y="12089"/>
                </a:lnTo>
                <a:lnTo>
                  <a:pt x="26051" y="12757"/>
                </a:lnTo>
                <a:lnTo>
                  <a:pt x="26115" y="13412"/>
                </a:lnTo>
                <a:lnTo>
                  <a:pt x="26221" y="14053"/>
                </a:lnTo>
                <a:lnTo>
                  <a:pt x="26368" y="14677"/>
                </a:lnTo>
                <a:lnTo>
                  <a:pt x="26553" y="15284"/>
                </a:lnTo>
                <a:lnTo>
                  <a:pt x="26776" y="15872"/>
                </a:lnTo>
                <a:lnTo>
                  <a:pt x="27034" y="16441"/>
                </a:lnTo>
                <a:lnTo>
                  <a:pt x="27328" y="16987"/>
                </a:lnTo>
                <a:lnTo>
                  <a:pt x="27655" y="17511"/>
                </a:lnTo>
                <a:lnTo>
                  <a:pt x="28014" y="18011"/>
                </a:lnTo>
                <a:lnTo>
                  <a:pt x="28404" y="18486"/>
                </a:lnTo>
                <a:lnTo>
                  <a:pt x="28823" y="18933"/>
                </a:lnTo>
                <a:lnTo>
                  <a:pt x="29271" y="19353"/>
                </a:lnTo>
                <a:lnTo>
                  <a:pt x="29745" y="19743"/>
                </a:lnTo>
                <a:lnTo>
                  <a:pt x="30245" y="20102"/>
                </a:lnTo>
                <a:lnTo>
                  <a:pt x="30769" y="20430"/>
                </a:lnTo>
                <a:lnTo>
                  <a:pt x="31316" y="20723"/>
                </a:lnTo>
                <a:lnTo>
                  <a:pt x="31884" y="20982"/>
                </a:lnTo>
                <a:lnTo>
                  <a:pt x="32472" y="21205"/>
                </a:lnTo>
                <a:lnTo>
                  <a:pt x="33080" y="21390"/>
                </a:lnTo>
                <a:lnTo>
                  <a:pt x="33704" y="21537"/>
                </a:lnTo>
                <a:lnTo>
                  <a:pt x="34345" y="21643"/>
                </a:lnTo>
                <a:lnTo>
                  <a:pt x="35000" y="21708"/>
                </a:lnTo>
                <a:lnTo>
                  <a:pt x="35669" y="21729"/>
                </a:lnTo>
                <a:lnTo>
                  <a:pt x="36337" y="21708"/>
                </a:lnTo>
                <a:lnTo>
                  <a:pt x="36993" y="21643"/>
                </a:lnTo>
                <a:lnTo>
                  <a:pt x="37633" y="21537"/>
                </a:lnTo>
                <a:lnTo>
                  <a:pt x="38257" y="21390"/>
                </a:lnTo>
                <a:lnTo>
                  <a:pt x="38864" y="21205"/>
                </a:lnTo>
                <a:lnTo>
                  <a:pt x="39452" y="20982"/>
                </a:lnTo>
                <a:lnTo>
                  <a:pt x="40020" y="20723"/>
                </a:lnTo>
                <a:lnTo>
                  <a:pt x="40567" y="20430"/>
                </a:lnTo>
                <a:lnTo>
                  <a:pt x="41090" y="20102"/>
                </a:lnTo>
                <a:lnTo>
                  <a:pt x="41590" y="19743"/>
                </a:lnTo>
                <a:lnTo>
                  <a:pt x="42064" y="19353"/>
                </a:lnTo>
                <a:lnTo>
                  <a:pt x="42512" y="18933"/>
                </a:lnTo>
                <a:lnTo>
                  <a:pt x="42931" y="18486"/>
                </a:lnTo>
                <a:lnTo>
                  <a:pt x="43321" y="18011"/>
                </a:lnTo>
                <a:lnTo>
                  <a:pt x="43680" y="17511"/>
                </a:lnTo>
                <a:lnTo>
                  <a:pt x="44007" y="16987"/>
                </a:lnTo>
                <a:lnTo>
                  <a:pt x="44301" y="16441"/>
                </a:lnTo>
                <a:lnTo>
                  <a:pt x="44560" y="15872"/>
                </a:lnTo>
                <a:lnTo>
                  <a:pt x="44782" y="15284"/>
                </a:lnTo>
                <a:lnTo>
                  <a:pt x="44967" y="14677"/>
                </a:lnTo>
                <a:lnTo>
                  <a:pt x="45114" y="14053"/>
                </a:lnTo>
                <a:lnTo>
                  <a:pt x="45220" y="13412"/>
                </a:lnTo>
                <a:lnTo>
                  <a:pt x="45284" y="12757"/>
                </a:lnTo>
                <a:lnTo>
                  <a:pt x="45306" y="12089"/>
                </a:lnTo>
                <a:lnTo>
                  <a:pt x="45284" y="11420"/>
                </a:lnTo>
                <a:lnTo>
                  <a:pt x="45220" y="10765"/>
                </a:lnTo>
                <a:lnTo>
                  <a:pt x="45114" y="10124"/>
                </a:lnTo>
                <a:lnTo>
                  <a:pt x="44967" y="9500"/>
                </a:lnTo>
                <a:lnTo>
                  <a:pt x="44782" y="8893"/>
                </a:lnTo>
                <a:lnTo>
                  <a:pt x="44560" y="8305"/>
                </a:lnTo>
                <a:close/>
                <a:moveTo>
                  <a:pt x="1056714" y="8305"/>
                </a:moveTo>
                <a:lnTo>
                  <a:pt x="1056455" y="7737"/>
                </a:lnTo>
                <a:lnTo>
                  <a:pt x="1056162" y="7190"/>
                </a:lnTo>
                <a:lnTo>
                  <a:pt x="1055835" y="6666"/>
                </a:lnTo>
                <a:lnTo>
                  <a:pt x="1055476" y="6166"/>
                </a:lnTo>
                <a:lnTo>
                  <a:pt x="1055086" y="5691"/>
                </a:lnTo>
                <a:lnTo>
                  <a:pt x="1054666" y="5244"/>
                </a:lnTo>
                <a:lnTo>
                  <a:pt x="1054219" y="4824"/>
                </a:lnTo>
                <a:lnTo>
                  <a:pt x="1053745" y="4434"/>
                </a:lnTo>
                <a:lnTo>
                  <a:pt x="1053245" y="4075"/>
                </a:lnTo>
                <a:lnTo>
                  <a:pt x="1052721" y="3748"/>
                </a:lnTo>
                <a:lnTo>
                  <a:pt x="1052175" y="3454"/>
                </a:lnTo>
                <a:lnTo>
                  <a:pt x="1051607" y="3195"/>
                </a:lnTo>
                <a:lnTo>
                  <a:pt x="1051019" y="2972"/>
                </a:lnTo>
                <a:lnTo>
                  <a:pt x="1050412" y="2787"/>
                </a:lnTo>
                <a:lnTo>
                  <a:pt x="1049787" y="2641"/>
                </a:lnTo>
                <a:lnTo>
                  <a:pt x="1049147" y="2534"/>
                </a:lnTo>
                <a:lnTo>
                  <a:pt x="1048492" y="2470"/>
                </a:lnTo>
                <a:lnTo>
                  <a:pt x="1047823" y="2448"/>
                </a:lnTo>
                <a:lnTo>
                  <a:pt x="1047155" y="2470"/>
                </a:lnTo>
                <a:lnTo>
                  <a:pt x="1046499" y="2534"/>
                </a:lnTo>
                <a:lnTo>
                  <a:pt x="1045859" y="2641"/>
                </a:lnTo>
                <a:lnTo>
                  <a:pt x="1045234" y="2787"/>
                </a:lnTo>
                <a:lnTo>
                  <a:pt x="1044627" y="2972"/>
                </a:lnTo>
                <a:lnTo>
                  <a:pt x="1044039" y="3195"/>
                </a:lnTo>
                <a:lnTo>
                  <a:pt x="1043470" y="3454"/>
                </a:lnTo>
                <a:lnTo>
                  <a:pt x="1042924" y="3748"/>
                </a:lnTo>
                <a:lnTo>
                  <a:pt x="1042400" y="4075"/>
                </a:lnTo>
                <a:lnTo>
                  <a:pt x="1041900" y="4434"/>
                </a:lnTo>
                <a:lnTo>
                  <a:pt x="1041426" y="4824"/>
                </a:lnTo>
                <a:lnTo>
                  <a:pt x="1040978" y="5244"/>
                </a:lnTo>
                <a:lnTo>
                  <a:pt x="1040559" y="5691"/>
                </a:lnTo>
                <a:lnTo>
                  <a:pt x="1040169" y="6166"/>
                </a:lnTo>
                <a:lnTo>
                  <a:pt x="1039809" y="6666"/>
                </a:lnTo>
                <a:lnTo>
                  <a:pt x="1039482" y="7190"/>
                </a:lnTo>
                <a:lnTo>
                  <a:pt x="1039189" y="7737"/>
                </a:lnTo>
                <a:lnTo>
                  <a:pt x="1038930" y="8305"/>
                </a:lnTo>
                <a:lnTo>
                  <a:pt x="1038707" y="8893"/>
                </a:lnTo>
                <a:lnTo>
                  <a:pt x="1038522" y="9500"/>
                </a:lnTo>
                <a:lnTo>
                  <a:pt x="1038376" y="10124"/>
                </a:lnTo>
                <a:lnTo>
                  <a:pt x="1038270" y="10765"/>
                </a:lnTo>
                <a:lnTo>
                  <a:pt x="1038205" y="11420"/>
                </a:lnTo>
                <a:lnTo>
                  <a:pt x="1038183" y="12089"/>
                </a:lnTo>
                <a:lnTo>
                  <a:pt x="1038205" y="12757"/>
                </a:lnTo>
                <a:lnTo>
                  <a:pt x="1038270" y="13412"/>
                </a:lnTo>
                <a:lnTo>
                  <a:pt x="1038376" y="14053"/>
                </a:lnTo>
                <a:lnTo>
                  <a:pt x="1038522" y="14677"/>
                </a:lnTo>
                <a:lnTo>
                  <a:pt x="1038707" y="15284"/>
                </a:lnTo>
                <a:lnTo>
                  <a:pt x="1038930" y="15872"/>
                </a:lnTo>
                <a:lnTo>
                  <a:pt x="1039189" y="16441"/>
                </a:lnTo>
                <a:lnTo>
                  <a:pt x="1039482" y="16987"/>
                </a:lnTo>
                <a:lnTo>
                  <a:pt x="1039809" y="17511"/>
                </a:lnTo>
                <a:lnTo>
                  <a:pt x="1040169" y="18011"/>
                </a:lnTo>
                <a:lnTo>
                  <a:pt x="1040559" y="18486"/>
                </a:lnTo>
                <a:lnTo>
                  <a:pt x="1040978" y="18933"/>
                </a:lnTo>
                <a:lnTo>
                  <a:pt x="1041426" y="19353"/>
                </a:lnTo>
                <a:lnTo>
                  <a:pt x="1041900" y="19743"/>
                </a:lnTo>
                <a:lnTo>
                  <a:pt x="1042400" y="20102"/>
                </a:lnTo>
                <a:lnTo>
                  <a:pt x="1042924" y="20430"/>
                </a:lnTo>
                <a:lnTo>
                  <a:pt x="1043470" y="20723"/>
                </a:lnTo>
                <a:lnTo>
                  <a:pt x="1044039" y="20982"/>
                </a:lnTo>
                <a:lnTo>
                  <a:pt x="1044627" y="21205"/>
                </a:lnTo>
                <a:lnTo>
                  <a:pt x="1045234" y="21390"/>
                </a:lnTo>
                <a:lnTo>
                  <a:pt x="1045859" y="21537"/>
                </a:lnTo>
                <a:lnTo>
                  <a:pt x="1046499" y="21643"/>
                </a:lnTo>
                <a:lnTo>
                  <a:pt x="1047155" y="21708"/>
                </a:lnTo>
                <a:lnTo>
                  <a:pt x="1047823" y="21729"/>
                </a:lnTo>
                <a:lnTo>
                  <a:pt x="1048492" y="21708"/>
                </a:lnTo>
                <a:lnTo>
                  <a:pt x="1049147" y="21643"/>
                </a:lnTo>
                <a:lnTo>
                  <a:pt x="1049787" y="21537"/>
                </a:lnTo>
                <a:lnTo>
                  <a:pt x="1050412" y="21390"/>
                </a:lnTo>
                <a:lnTo>
                  <a:pt x="1051019" y="21205"/>
                </a:lnTo>
                <a:lnTo>
                  <a:pt x="1051607" y="20982"/>
                </a:lnTo>
                <a:lnTo>
                  <a:pt x="1052175" y="20723"/>
                </a:lnTo>
                <a:lnTo>
                  <a:pt x="1052721" y="20430"/>
                </a:lnTo>
                <a:lnTo>
                  <a:pt x="1053245" y="20102"/>
                </a:lnTo>
                <a:lnTo>
                  <a:pt x="1053745" y="19743"/>
                </a:lnTo>
                <a:lnTo>
                  <a:pt x="1054219" y="19353"/>
                </a:lnTo>
                <a:lnTo>
                  <a:pt x="1054666" y="18933"/>
                </a:lnTo>
                <a:lnTo>
                  <a:pt x="1055086" y="18486"/>
                </a:lnTo>
                <a:lnTo>
                  <a:pt x="1055476" y="18011"/>
                </a:lnTo>
                <a:lnTo>
                  <a:pt x="1055835" y="17511"/>
                </a:lnTo>
                <a:lnTo>
                  <a:pt x="1056162" y="16987"/>
                </a:lnTo>
                <a:lnTo>
                  <a:pt x="1056455" y="16441"/>
                </a:lnTo>
                <a:lnTo>
                  <a:pt x="1056714" y="15872"/>
                </a:lnTo>
                <a:lnTo>
                  <a:pt x="1056937" y="15284"/>
                </a:lnTo>
                <a:lnTo>
                  <a:pt x="1057122" y="14677"/>
                </a:lnTo>
                <a:lnTo>
                  <a:pt x="1057268" y="14053"/>
                </a:lnTo>
                <a:lnTo>
                  <a:pt x="1057374" y="13412"/>
                </a:lnTo>
                <a:lnTo>
                  <a:pt x="1057439" y="12757"/>
                </a:lnTo>
                <a:lnTo>
                  <a:pt x="1057461" y="12089"/>
                </a:lnTo>
                <a:lnTo>
                  <a:pt x="1057439" y="11420"/>
                </a:lnTo>
                <a:lnTo>
                  <a:pt x="1057374" y="10765"/>
                </a:lnTo>
                <a:lnTo>
                  <a:pt x="1057268" y="10124"/>
                </a:lnTo>
                <a:lnTo>
                  <a:pt x="1057122" y="9500"/>
                </a:lnTo>
                <a:lnTo>
                  <a:pt x="1056937" y="8893"/>
                </a:lnTo>
                <a:lnTo>
                  <a:pt x="1056714" y="8305"/>
                </a:lnTo>
                <a:close/>
                <a:moveTo>
                  <a:pt x="487733" y="109759"/>
                </a:moveTo>
                <a:lnTo>
                  <a:pt x="487467" y="109362"/>
                </a:lnTo>
                <a:lnTo>
                  <a:pt x="487171" y="109009"/>
                </a:lnTo>
                <a:lnTo>
                  <a:pt x="486847" y="108697"/>
                </a:lnTo>
                <a:lnTo>
                  <a:pt x="486498" y="108424"/>
                </a:lnTo>
                <a:lnTo>
                  <a:pt x="486128" y="108188"/>
                </a:lnTo>
                <a:lnTo>
                  <a:pt x="485739" y="107985"/>
                </a:lnTo>
                <a:lnTo>
                  <a:pt x="485334" y="107813"/>
                </a:lnTo>
                <a:lnTo>
                  <a:pt x="484916" y="107670"/>
                </a:lnTo>
                <a:lnTo>
                  <a:pt x="484487" y="107553"/>
                </a:lnTo>
                <a:lnTo>
                  <a:pt x="484051" y="107459"/>
                </a:lnTo>
                <a:lnTo>
                  <a:pt x="483610" y="107386"/>
                </a:lnTo>
                <a:lnTo>
                  <a:pt x="483167" y="107331"/>
                </a:lnTo>
                <a:lnTo>
                  <a:pt x="482725" y="107292"/>
                </a:lnTo>
                <a:lnTo>
                  <a:pt x="482287" y="107266"/>
                </a:lnTo>
                <a:lnTo>
                  <a:pt x="481855" y="107250"/>
                </a:lnTo>
                <a:lnTo>
                  <a:pt x="481434" y="107242"/>
                </a:lnTo>
                <a:lnTo>
                  <a:pt x="481024" y="107239"/>
                </a:lnTo>
                <a:lnTo>
                  <a:pt x="480630" y="107238"/>
                </a:lnTo>
                <a:lnTo>
                  <a:pt x="472146" y="107238"/>
                </a:lnTo>
                <a:lnTo>
                  <a:pt x="472146" y="62576"/>
                </a:lnTo>
                <a:lnTo>
                  <a:pt x="472095" y="60203"/>
                </a:lnTo>
                <a:lnTo>
                  <a:pt x="471943" y="57944"/>
                </a:lnTo>
                <a:lnTo>
                  <a:pt x="471693" y="55800"/>
                </a:lnTo>
                <a:lnTo>
                  <a:pt x="471347" y="53768"/>
                </a:lnTo>
                <a:lnTo>
                  <a:pt x="470906" y="51847"/>
                </a:lnTo>
                <a:lnTo>
                  <a:pt x="470372" y="50036"/>
                </a:lnTo>
                <a:lnTo>
                  <a:pt x="469747" y="48334"/>
                </a:lnTo>
                <a:lnTo>
                  <a:pt x="469033" y="46739"/>
                </a:lnTo>
                <a:lnTo>
                  <a:pt x="468232" y="45251"/>
                </a:lnTo>
                <a:lnTo>
                  <a:pt x="467346" y="43867"/>
                </a:lnTo>
                <a:lnTo>
                  <a:pt x="466377" y="42588"/>
                </a:lnTo>
                <a:lnTo>
                  <a:pt x="465326" y="41411"/>
                </a:lnTo>
                <a:lnTo>
                  <a:pt x="464197" y="40335"/>
                </a:lnTo>
                <a:lnTo>
                  <a:pt x="462989" y="39360"/>
                </a:lnTo>
                <a:lnTo>
                  <a:pt x="461707" y="38483"/>
                </a:lnTo>
                <a:lnTo>
                  <a:pt x="460351" y="37704"/>
                </a:lnTo>
                <a:lnTo>
                  <a:pt x="458923" y="37021"/>
                </a:lnTo>
                <a:lnTo>
                  <a:pt x="457425" y="36433"/>
                </a:lnTo>
                <a:lnTo>
                  <a:pt x="455860" y="35939"/>
                </a:lnTo>
                <a:lnTo>
                  <a:pt x="454229" y="35537"/>
                </a:lnTo>
                <a:lnTo>
                  <a:pt x="452534" y="35227"/>
                </a:lnTo>
                <a:lnTo>
                  <a:pt x="450777" y="35007"/>
                </a:lnTo>
                <a:lnTo>
                  <a:pt x="448960" y="34876"/>
                </a:lnTo>
                <a:lnTo>
                  <a:pt x="447085" y="34833"/>
                </a:lnTo>
                <a:lnTo>
                  <a:pt x="445492" y="34867"/>
                </a:lnTo>
                <a:lnTo>
                  <a:pt x="443944" y="34964"/>
                </a:lnTo>
                <a:lnTo>
                  <a:pt x="442441" y="35122"/>
                </a:lnTo>
                <a:lnTo>
                  <a:pt x="440983" y="35336"/>
                </a:lnTo>
                <a:lnTo>
                  <a:pt x="439571" y="35601"/>
                </a:lnTo>
                <a:lnTo>
                  <a:pt x="438204" y="35915"/>
                </a:lnTo>
                <a:lnTo>
                  <a:pt x="436884" y="36272"/>
                </a:lnTo>
                <a:lnTo>
                  <a:pt x="435610" y="36669"/>
                </a:lnTo>
                <a:lnTo>
                  <a:pt x="434383" y="37101"/>
                </a:lnTo>
                <a:lnTo>
                  <a:pt x="433203" y="37565"/>
                </a:lnTo>
                <a:lnTo>
                  <a:pt x="432071" y="38056"/>
                </a:lnTo>
                <a:lnTo>
                  <a:pt x="430986" y="38570"/>
                </a:lnTo>
                <a:lnTo>
                  <a:pt x="429950" y="39103"/>
                </a:lnTo>
                <a:lnTo>
                  <a:pt x="428962" y="39651"/>
                </a:lnTo>
                <a:lnTo>
                  <a:pt x="428023" y="40210"/>
                </a:lnTo>
                <a:lnTo>
                  <a:pt x="427134" y="40776"/>
                </a:lnTo>
                <a:lnTo>
                  <a:pt x="426293" y="41344"/>
                </a:lnTo>
                <a:lnTo>
                  <a:pt x="425503" y="41911"/>
                </a:lnTo>
                <a:lnTo>
                  <a:pt x="424763" y="42473"/>
                </a:lnTo>
                <a:lnTo>
                  <a:pt x="424073" y="43025"/>
                </a:lnTo>
                <a:lnTo>
                  <a:pt x="423435" y="43563"/>
                </a:lnTo>
                <a:lnTo>
                  <a:pt x="422847" y="44083"/>
                </a:lnTo>
                <a:lnTo>
                  <a:pt x="422311" y="44581"/>
                </a:lnTo>
                <a:lnTo>
                  <a:pt x="421827" y="45053"/>
                </a:lnTo>
                <a:lnTo>
                  <a:pt x="421827" y="9035"/>
                </a:lnTo>
                <a:lnTo>
                  <a:pt x="421820" y="8309"/>
                </a:lnTo>
                <a:lnTo>
                  <a:pt x="421800" y="7624"/>
                </a:lnTo>
                <a:lnTo>
                  <a:pt x="421764" y="6980"/>
                </a:lnTo>
                <a:lnTo>
                  <a:pt x="421711" y="6375"/>
                </a:lnTo>
                <a:lnTo>
                  <a:pt x="421638" y="5808"/>
                </a:lnTo>
                <a:lnTo>
                  <a:pt x="421544" y="5279"/>
                </a:lnTo>
                <a:lnTo>
                  <a:pt x="421426" y="4786"/>
                </a:lnTo>
                <a:lnTo>
                  <a:pt x="421284" y="4330"/>
                </a:lnTo>
                <a:lnTo>
                  <a:pt x="421115" y="3908"/>
                </a:lnTo>
                <a:lnTo>
                  <a:pt x="420918" y="3520"/>
                </a:lnTo>
                <a:lnTo>
                  <a:pt x="420690" y="3165"/>
                </a:lnTo>
                <a:lnTo>
                  <a:pt x="420429" y="2842"/>
                </a:lnTo>
                <a:lnTo>
                  <a:pt x="420135" y="2550"/>
                </a:lnTo>
                <a:lnTo>
                  <a:pt x="419804" y="2288"/>
                </a:lnTo>
                <a:lnTo>
                  <a:pt x="419436" y="2055"/>
                </a:lnTo>
                <a:lnTo>
                  <a:pt x="419028" y="1851"/>
                </a:lnTo>
                <a:lnTo>
                  <a:pt x="418579" y="1675"/>
                </a:lnTo>
                <a:lnTo>
                  <a:pt x="418086" y="1525"/>
                </a:lnTo>
                <a:lnTo>
                  <a:pt x="417548" y="1400"/>
                </a:lnTo>
                <a:lnTo>
                  <a:pt x="416963" y="1300"/>
                </a:lnTo>
                <a:lnTo>
                  <a:pt x="416329" y="1224"/>
                </a:lnTo>
                <a:lnTo>
                  <a:pt x="415645" y="1171"/>
                </a:lnTo>
                <a:lnTo>
                  <a:pt x="414908" y="1140"/>
                </a:lnTo>
                <a:lnTo>
                  <a:pt x="414116" y="1130"/>
                </a:lnTo>
                <a:lnTo>
                  <a:pt x="400043" y="1130"/>
                </a:lnTo>
                <a:lnTo>
                  <a:pt x="399649" y="1130"/>
                </a:lnTo>
                <a:lnTo>
                  <a:pt x="399239" y="1133"/>
                </a:lnTo>
                <a:lnTo>
                  <a:pt x="398817" y="1141"/>
                </a:lnTo>
                <a:lnTo>
                  <a:pt x="398386" y="1157"/>
                </a:lnTo>
                <a:lnTo>
                  <a:pt x="397948" y="1184"/>
                </a:lnTo>
                <a:lnTo>
                  <a:pt x="397506" y="1223"/>
                </a:lnTo>
                <a:lnTo>
                  <a:pt x="397063" y="1278"/>
                </a:lnTo>
                <a:lnTo>
                  <a:pt x="396622" y="1351"/>
                </a:lnTo>
                <a:lnTo>
                  <a:pt x="396186" y="1445"/>
                </a:lnTo>
                <a:lnTo>
                  <a:pt x="395757" y="1562"/>
                </a:lnTo>
                <a:lnTo>
                  <a:pt x="395339" y="1705"/>
                </a:lnTo>
                <a:lnTo>
                  <a:pt x="394933" y="1877"/>
                </a:lnTo>
                <a:lnTo>
                  <a:pt x="394544" y="2080"/>
                </a:lnTo>
                <a:lnTo>
                  <a:pt x="394174" y="2316"/>
                </a:lnTo>
                <a:lnTo>
                  <a:pt x="393826" y="2589"/>
                </a:lnTo>
                <a:lnTo>
                  <a:pt x="393502" y="2901"/>
                </a:lnTo>
                <a:lnTo>
                  <a:pt x="393205" y="3254"/>
                </a:lnTo>
                <a:lnTo>
                  <a:pt x="392939" y="3652"/>
                </a:lnTo>
                <a:lnTo>
                  <a:pt x="392706" y="4096"/>
                </a:lnTo>
                <a:lnTo>
                  <a:pt x="392510" y="4589"/>
                </a:lnTo>
                <a:lnTo>
                  <a:pt x="392351" y="5135"/>
                </a:lnTo>
                <a:lnTo>
                  <a:pt x="392235" y="5734"/>
                </a:lnTo>
                <a:lnTo>
                  <a:pt x="392163" y="6391"/>
                </a:lnTo>
                <a:lnTo>
                  <a:pt x="392138" y="7108"/>
                </a:lnTo>
                <a:lnTo>
                  <a:pt x="392164" y="7801"/>
                </a:lnTo>
                <a:lnTo>
                  <a:pt x="392238" y="8437"/>
                </a:lnTo>
                <a:lnTo>
                  <a:pt x="392359" y="9017"/>
                </a:lnTo>
                <a:lnTo>
                  <a:pt x="392522" y="9545"/>
                </a:lnTo>
                <a:lnTo>
                  <a:pt x="392725" y="10022"/>
                </a:lnTo>
                <a:lnTo>
                  <a:pt x="392964" y="10452"/>
                </a:lnTo>
                <a:lnTo>
                  <a:pt x="393236" y="10836"/>
                </a:lnTo>
                <a:lnTo>
                  <a:pt x="393538" y="11178"/>
                </a:lnTo>
                <a:lnTo>
                  <a:pt x="393867" y="11480"/>
                </a:lnTo>
                <a:lnTo>
                  <a:pt x="394219" y="11744"/>
                </a:lnTo>
                <a:lnTo>
                  <a:pt x="394592" y="11973"/>
                </a:lnTo>
                <a:lnTo>
                  <a:pt x="394982" y="12169"/>
                </a:lnTo>
                <a:lnTo>
                  <a:pt x="395386" y="12335"/>
                </a:lnTo>
                <a:lnTo>
                  <a:pt x="395801" y="12473"/>
                </a:lnTo>
                <a:lnTo>
                  <a:pt x="396224" y="12587"/>
                </a:lnTo>
                <a:lnTo>
                  <a:pt x="396651" y="12678"/>
                </a:lnTo>
                <a:lnTo>
                  <a:pt x="397079" y="12748"/>
                </a:lnTo>
                <a:lnTo>
                  <a:pt x="397506" y="12801"/>
                </a:lnTo>
                <a:lnTo>
                  <a:pt x="397927" y="12839"/>
                </a:lnTo>
                <a:lnTo>
                  <a:pt x="398341" y="12865"/>
                </a:lnTo>
                <a:lnTo>
                  <a:pt x="398743" y="12880"/>
                </a:lnTo>
                <a:lnTo>
                  <a:pt x="399130" y="12888"/>
                </a:lnTo>
                <a:lnTo>
                  <a:pt x="399500" y="12891"/>
                </a:lnTo>
                <a:lnTo>
                  <a:pt x="399849" y="12892"/>
                </a:lnTo>
                <a:lnTo>
                  <a:pt x="408527" y="12892"/>
                </a:lnTo>
                <a:lnTo>
                  <a:pt x="408527" y="107238"/>
                </a:lnTo>
                <a:lnTo>
                  <a:pt x="400043" y="107238"/>
                </a:lnTo>
                <a:lnTo>
                  <a:pt x="399649" y="107239"/>
                </a:lnTo>
                <a:lnTo>
                  <a:pt x="399239" y="107242"/>
                </a:lnTo>
                <a:lnTo>
                  <a:pt x="398817" y="107250"/>
                </a:lnTo>
                <a:lnTo>
                  <a:pt x="398386" y="107266"/>
                </a:lnTo>
                <a:lnTo>
                  <a:pt x="397948" y="107292"/>
                </a:lnTo>
                <a:lnTo>
                  <a:pt x="397506" y="107331"/>
                </a:lnTo>
                <a:lnTo>
                  <a:pt x="397063" y="107386"/>
                </a:lnTo>
                <a:lnTo>
                  <a:pt x="396622" y="107459"/>
                </a:lnTo>
                <a:lnTo>
                  <a:pt x="396186" y="107553"/>
                </a:lnTo>
                <a:lnTo>
                  <a:pt x="395757" y="107670"/>
                </a:lnTo>
                <a:lnTo>
                  <a:pt x="395339" y="107813"/>
                </a:lnTo>
                <a:lnTo>
                  <a:pt x="394933" y="107985"/>
                </a:lnTo>
                <a:lnTo>
                  <a:pt x="394544" y="108188"/>
                </a:lnTo>
                <a:lnTo>
                  <a:pt x="394174" y="108424"/>
                </a:lnTo>
                <a:lnTo>
                  <a:pt x="393826" y="108697"/>
                </a:lnTo>
                <a:lnTo>
                  <a:pt x="393502" y="109009"/>
                </a:lnTo>
                <a:lnTo>
                  <a:pt x="393205" y="109362"/>
                </a:lnTo>
                <a:lnTo>
                  <a:pt x="392939" y="109759"/>
                </a:lnTo>
                <a:lnTo>
                  <a:pt x="392706" y="110203"/>
                </a:lnTo>
                <a:lnTo>
                  <a:pt x="392510" y="110696"/>
                </a:lnTo>
                <a:lnTo>
                  <a:pt x="392351" y="111241"/>
                </a:lnTo>
                <a:lnTo>
                  <a:pt x="392235" y="111841"/>
                </a:lnTo>
                <a:lnTo>
                  <a:pt x="392163" y="112497"/>
                </a:lnTo>
                <a:lnTo>
                  <a:pt x="392138" y="113213"/>
                </a:lnTo>
                <a:lnTo>
                  <a:pt x="392164" y="113907"/>
                </a:lnTo>
                <a:lnTo>
                  <a:pt x="392238" y="114542"/>
                </a:lnTo>
                <a:lnTo>
                  <a:pt x="392359" y="115122"/>
                </a:lnTo>
                <a:lnTo>
                  <a:pt x="392522" y="115650"/>
                </a:lnTo>
                <a:lnTo>
                  <a:pt x="392725" y="116127"/>
                </a:lnTo>
                <a:lnTo>
                  <a:pt x="392964" y="116557"/>
                </a:lnTo>
                <a:lnTo>
                  <a:pt x="393236" y="116942"/>
                </a:lnTo>
                <a:lnTo>
                  <a:pt x="393538" y="117283"/>
                </a:lnTo>
                <a:lnTo>
                  <a:pt x="393867" y="117585"/>
                </a:lnTo>
                <a:lnTo>
                  <a:pt x="394219" y="117849"/>
                </a:lnTo>
                <a:lnTo>
                  <a:pt x="394592" y="118078"/>
                </a:lnTo>
                <a:lnTo>
                  <a:pt x="394982" y="118274"/>
                </a:lnTo>
                <a:lnTo>
                  <a:pt x="395386" y="118440"/>
                </a:lnTo>
                <a:lnTo>
                  <a:pt x="395801" y="118579"/>
                </a:lnTo>
                <a:lnTo>
                  <a:pt x="396224" y="118692"/>
                </a:lnTo>
                <a:lnTo>
                  <a:pt x="396651" y="118783"/>
                </a:lnTo>
                <a:lnTo>
                  <a:pt x="397079" y="118854"/>
                </a:lnTo>
                <a:lnTo>
                  <a:pt x="397506" y="118907"/>
                </a:lnTo>
                <a:lnTo>
                  <a:pt x="397927" y="118945"/>
                </a:lnTo>
                <a:lnTo>
                  <a:pt x="398341" y="118970"/>
                </a:lnTo>
                <a:lnTo>
                  <a:pt x="398743" y="118986"/>
                </a:lnTo>
                <a:lnTo>
                  <a:pt x="399130" y="118994"/>
                </a:lnTo>
                <a:lnTo>
                  <a:pt x="399500" y="118997"/>
                </a:lnTo>
                <a:lnTo>
                  <a:pt x="399849" y="118997"/>
                </a:lnTo>
                <a:lnTo>
                  <a:pt x="430505" y="118997"/>
                </a:lnTo>
                <a:lnTo>
                  <a:pt x="430854" y="118997"/>
                </a:lnTo>
                <a:lnTo>
                  <a:pt x="431223" y="118994"/>
                </a:lnTo>
                <a:lnTo>
                  <a:pt x="431611" y="118986"/>
                </a:lnTo>
                <a:lnTo>
                  <a:pt x="432013" y="118970"/>
                </a:lnTo>
                <a:lnTo>
                  <a:pt x="432426" y="118945"/>
                </a:lnTo>
                <a:lnTo>
                  <a:pt x="432848" y="118907"/>
                </a:lnTo>
                <a:lnTo>
                  <a:pt x="433274" y="118854"/>
                </a:lnTo>
                <a:lnTo>
                  <a:pt x="433703" y="118783"/>
                </a:lnTo>
                <a:lnTo>
                  <a:pt x="434130" y="118692"/>
                </a:lnTo>
                <a:lnTo>
                  <a:pt x="434553" y="118579"/>
                </a:lnTo>
                <a:lnTo>
                  <a:pt x="434968" y="118440"/>
                </a:lnTo>
                <a:lnTo>
                  <a:pt x="435372" y="118274"/>
                </a:lnTo>
                <a:lnTo>
                  <a:pt x="435762" y="118078"/>
                </a:lnTo>
                <a:lnTo>
                  <a:pt x="436135" y="117849"/>
                </a:lnTo>
                <a:lnTo>
                  <a:pt x="436487" y="117585"/>
                </a:lnTo>
                <a:lnTo>
                  <a:pt x="436816" y="117283"/>
                </a:lnTo>
                <a:lnTo>
                  <a:pt x="437118" y="116942"/>
                </a:lnTo>
                <a:lnTo>
                  <a:pt x="437390" y="116557"/>
                </a:lnTo>
                <a:lnTo>
                  <a:pt x="437629" y="116127"/>
                </a:lnTo>
                <a:lnTo>
                  <a:pt x="437831" y="115650"/>
                </a:lnTo>
                <a:lnTo>
                  <a:pt x="437995" y="115122"/>
                </a:lnTo>
                <a:lnTo>
                  <a:pt x="438115" y="114542"/>
                </a:lnTo>
                <a:lnTo>
                  <a:pt x="438190" y="113907"/>
                </a:lnTo>
                <a:lnTo>
                  <a:pt x="438215" y="113213"/>
                </a:lnTo>
                <a:lnTo>
                  <a:pt x="438191" y="112497"/>
                </a:lnTo>
                <a:lnTo>
                  <a:pt x="438119" y="111841"/>
                </a:lnTo>
                <a:lnTo>
                  <a:pt x="438002" y="111241"/>
                </a:lnTo>
                <a:lnTo>
                  <a:pt x="437844" y="110696"/>
                </a:lnTo>
                <a:lnTo>
                  <a:pt x="437647" y="110203"/>
                </a:lnTo>
                <a:lnTo>
                  <a:pt x="437414" y="109759"/>
                </a:lnTo>
                <a:lnTo>
                  <a:pt x="437148" y="109362"/>
                </a:lnTo>
                <a:lnTo>
                  <a:pt x="436852" y="109009"/>
                </a:lnTo>
                <a:lnTo>
                  <a:pt x="436528" y="108697"/>
                </a:lnTo>
                <a:lnTo>
                  <a:pt x="436179" y="108424"/>
                </a:lnTo>
                <a:lnTo>
                  <a:pt x="435809" y="108188"/>
                </a:lnTo>
                <a:lnTo>
                  <a:pt x="435420" y="107985"/>
                </a:lnTo>
                <a:lnTo>
                  <a:pt x="435015" y="107813"/>
                </a:lnTo>
                <a:lnTo>
                  <a:pt x="434597" y="107670"/>
                </a:lnTo>
                <a:lnTo>
                  <a:pt x="434168" y="107553"/>
                </a:lnTo>
                <a:lnTo>
                  <a:pt x="433732" y="107459"/>
                </a:lnTo>
                <a:lnTo>
                  <a:pt x="433291" y="107386"/>
                </a:lnTo>
                <a:lnTo>
                  <a:pt x="432848" y="107331"/>
                </a:lnTo>
                <a:lnTo>
                  <a:pt x="432406" y="107292"/>
                </a:lnTo>
                <a:lnTo>
                  <a:pt x="431968" y="107266"/>
                </a:lnTo>
                <a:lnTo>
                  <a:pt x="431536" y="107250"/>
                </a:lnTo>
                <a:lnTo>
                  <a:pt x="431115" y="107242"/>
                </a:lnTo>
                <a:lnTo>
                  <a:pt x="430705" y="107239"/>
                </a:lnTo>
                <a:lnTo>
                  <a:pt x="430311" y="107238"/>
                </a:lnTo>
                <a:lnTo>
                  <a:pt x="421827" y="107238"/>
                </a:lnTo>
                <a:lnTo>
                  <a:pt x="421827" y="73164"/>
                </a:lnTo>
                <a:lnTo>
                  <a:pt x="421900" y="70819"/>
                </a:lnTo>
                <a:lnTo>
                  <a:pt x="422113" y="68597"/>
                </a:lnTo>
                <a:lnTo>
                  <a:pt x="422459" y="66495"/>
                </a:lnTo>
                <a:lnTo>
                  <a:pt x="422929" y="64511"/>
                </a:lnTo>
                <a:lnTo>
                  <a:pt x="423515" y="62644"/>
                </a:lnTo>
                <a:lnTo>
                  <a:pt x="424210" y="60891"/>
                </a:lnTo>
                <a:lnTo>
                  <a:pt x="425004" y="59250"/>
                </a:lnTo>
                <a:lnTo>
                  <a:pt x="425890" y="57719"/>
                </a:lnTo>
                <a:lnTo>
                  <a:pt x="426860" y="56297"/>
                </a:lnTo>
                <a:lnTo>
                  <a:pt x="427905" y="54981"/>
                </a:lnTo>
                <a:lnTo>
                  <a:pt x="429018" y="53769"/>
                </a:lnTo>
                <a:lnTo>
                  <a:pt x="430190" y="52660"/>
                </a:lnTo>
                <a:lnTo>
                  <a:pt x="431413" y="51651"/>
                </a:lnTo>
                <a:lnTo>
                  <a:pt x="432679" y="50740"/>
                </a:lnTo>
                <a:lnTo>
                  <a:pt x="433981" y="49925"/>
                </a:lnTo>
                <a:lnTo>
                  <a:pt x="435309" y="49205"/>
                </a:lnTo>
                <a:lnTo>
                  <a:pt x="436656" y="48577"/>
                </a:lnTo>
                <a:lnTo>
                  <a:pt x="438014" y="48039"/>
                </a:lnTo>
                <a:lnTo>
                  <a:pt x="439374" y="47590"/>
                </a:lnTo>
                <a:lnTo>
                  <a:pt x="440729" y="47226"/>
                </a:lnTo>
                <a:lnTo>
                  <a:pt x="442069" y="46947"/>
                </a:lnTo>
                <a:lnTo>
                  <a:pt x="443388" y="46750"/>
                </a:lnTo>
                <a:lnTo>
                  <a:pt x="444678" y="46634"/>
                </a:lnTo>
                <a:lnTo>
                  <a:pt x="445929" y="46595"/>
                </a:lnTo>
                <a:lnTo>
                  <a:pt x="447167" y="46623"/>
                </a:lnTo>
                <a:lnTo>
                  <a:pt x="448329" y="46708"/>
                </a:lnTo>
                <a:lnTo>
                  <a:pt x="449417" y="46849"/>
                </a:lnTo>
                <a:lnTo>
                  <a:pt x="450433" y="47048"/>
                </a:lnTo>
                <a:lnTo>
                  <a:pt x="451379" y="47304"/>
                </a:lnTo>
                <a:lnTo>
                  <a:pt x="452257" y="47618"/>
                </a:lnTo>
                <a:lnTo>
                  <a:pt x="453069" y="47990"/>
                </a:lnTo>
                <a:lnTo>
                  <a:pt x="453818" y="48421"/>
                </a:lnTo>
                <a:lnTo>
                  <a:pt x="454505" y="48910"/>
                </a:lnTo>
                <a:lnTo>
                  <a:pt x="455132" y="49459"/>
                </a:lnTo>
                <a:lnTo>
                  <a:pt x="455702" y="50067"/>
                </a:lnTo>
                <a:lnTo>
                  <a:pt x="456217" y="50735"/>
                </a:lnTo>
                <a:lnTo>
                  <a:pt x="456679" y="51463"/>
                </a:lnTo>
                <a:lnTo>
                  <a:pt x="457089" y="52252"/>
                </a:lnTo>
                <a:lnTo>
                  <a:pt x="457451" y="53101"/>
                </a:lnTo>
                <a:lnTo>
                  <a:pt x="457765" y="54012"/>
                </a:lnTo>
                <a:lnTo>
                  <a:pt x="458035" y="54984"/>
                </a:lnTo>
                <a:lnTo>
                  <a:pt x="458262" y="56018"/>
                </a:lnTo>
                <a:lnTo>
                  <a:pt x="458448" y="57114"/>
                </a:lnTo>
                <a:lnTo>
                  <a:pt x="458596" y="58272"/>
                </a:lnTo>
                <a:lnTo>
                  <a:pt x="458707" y="59494"/>
                </a:lnTo>
                <a:lnTo>
                  <a:pt x="458784" y="60778"/>
                </a:lnTo>
                <a:lnTo>
                  <a:pt x="458829" y="62126"/>
                </a:lnTo>
                <a:lnTo>
                  <a:pt x="458843" y="63538"/>
                </a:lnTo>
                <a:lnTo>
                  <a:pt x="458843" y="107238"/>
                </a:lnTo>
                <a:lnTo>
                  <a:pt x="451327" y="107238"/>
                </a:lnTo>
                <a:lnTo>
                  <a:pt x="450932" y="107239"/>
                </a:lnTo>
                <a:lnTo>
                  <a:pt x="450523" y="107242"/>
                </a:lnTo>
                <a:lnTo>
                  <a:pt x="450101" y="107250"/>
                </a:lnTo>
                <a:lnTo>
                  <a:pt x="449670" y="107266"/>
                </a:lnTo>
                <a:lnTo>
                  <a:pt x="449232" y="107292"/>
                </a:lnTo>
                <a:lnTo>
                  <a:pt x="448790" y="107331"/>
                </a:lnTo>
                <a:lnTo>
                  <a:pt x="448347" y="107386"/>
                </a:lnTo>
                <a:lnTo>
                  <a:pt x="447906" y="107459"/>
                </a:lnTo>
                <a:lnTo>
                  <a:pt x="447470" y="107553"/>
                </a:lnTo>
                <a:lnTo>
                  <a:pt x="447041" y="107670"/>
                </a:lnTo>
                <a:lnTo>
                  <a:pt x="446622" y="107813"/>
                </a:lnTo>
                <a:lnTo>
                  <a:pt x="446217" y="107985"/>
                </a:lnTo>
                <a:lnTo>
                  <a:pt x="445828" y="108188"/>
                </a:lnTo>
                <a:lnTo>
                  <a:pt x="445458" y="108424"/>
                </a:lnTo>
                <a:lnTo>
                  <a:pt x="445110" y="108697"/>
                </a:lnTo>
                <a:lnTo>
                  <a:pt x="444786" y="109009"/>
                </a:lnTo>
                <a:lnTo>
                  <a:pt x="444489" y="109362"/>
                </a:lnTo>
                <a:lnTo>
                  <a:pt x="444223" y="109759"/>
                </a:lnTo>
                <a:lnTo>
                  <a:pt x="443990" y="110203"/>
                </a:lnTo>
                <a:lnTo>
                  <a:pt x="443793" y="110696"/>
                </a:lnTo>
                <a:lnTo>
                  <a:pt x="443635" y="111241"/>
                </a:lnTo>
                <a:lnTo>
                  <a:pt x="443519" y="111841"/>
                </a:lnTo>
                <a:lnTo>
                  <a:pt x="443447" y="112497"/>
                </a:lnTo>
                <a:lnTo>
                  <a:pt x="443422" y="113213"/>
                </a:lnTo>
                <a:lnTo>
                  <a:pt x="443449" y="113907"/>
                </a:lnTo>
                <a:lnTo>
                  <a:pt x="443526" y="114542"/>
                </a:lnTo>
                <a:lnTo>
                  <a:pt x="443651" y="115122"/>
                </a:lnTo>
                <a:lnTo>
                  <a:pt x="443820" y="115650"/>
                </a:lnTo>
                <a:lnTo>
                  <a:pt x="444030" y="116127"/>
                </a:lnTo>
                <a:lnTo>
                  <a:pt x="444278" y="116557"/>
                </a:lnTo>
                <a:lnTo>
                  <a:pt x="444559" y="116942"/>
                </a:lnTo>
                <a:lnTo>
                  <a:pt x="444871" y="117283"/>
                </a:lnTo>
                <a:lnTo>
                  <a:pt x="445211" y="117585"/>
                </a:lnTo>
                <a:lnTo>
                  <a:pt x="445575" y="117849"/>
                </a:lnTo>
                <a:lnTo>
                  <a:pt x="445960" y="118078"/>
                </a:lnTo>
                <a:lnTo>
                  <a:pt x="446362" y="118274"/>
                </a:lnTo>
                <a:lnTo>
                  <a:pt x="446778" y="118440"/>
                </a:lnTo>
                <a:lnTo>
                  <a:pt x="447205" y="118579"/>
                </a:lnTo>
                <a:lnTo>
                  <a:pt x="447639" y="118692"/>
                </a:lnTo>
                <a:lnTo>
                  <a:pt x="448077" y="118783"/>
                </a:lnTo>
                <a:lnTo>
                  <a:pt x="448516" y="118854"/>
                </a:lnTo>
                <a:lnTo>
                  <a:pt x="448952" y="118907"/>
                </a:lnTo>
                <a:lnTo>
                  <a:pt x="449383" y="118945"/>
                </a:lnTo>
                <a:lnTo>
                  <a:pt x="449804" y="118970"/>
                </a:lnTo>
                <a:lnTo>
                  <a:pt x="450212" y="118986"/>
                </a:lnTo>
                <a:lnTo>
                  <a:pt x="450604" y="118994"/>
                </a:lnTo>
                <a:lnTo>
                  <a:pt x="450977" y="118997"/>
                </a:lnTo>
                <a:lnTo>
                  <a:pt x="451327" y="118997"/>
                </a:lnTo>
                <a:lnTo>
                  <a:pt x="480824" y="118997"/>
                </a:lnTo>
                <a:lnTo>
                  <a:pt x="481173" y="118997"/>
                </a:lnTo>
                <a:lnTo>
                  <a:pt x="481542" y="118994"/>
                </a:lnTo>
                <a:lnTo>
                  <a:pt x="481930" y="118986"/>
                </a:lnTo>
                <a:lnTo>
                  <a:pt x="482332" y="118970"/>
                </a:lnTo>
                <a:lnTo>
                  <a:pt x="482745" y="118945"/>
                </a:lnTo>
                <a:lnTo>
                  <a:pt x="483167" y="118907"/>
                </a:lnTo>
                <a:lnTo>
                  <a:pt x="483593" y="118854"/>
                </a:lnTo>
                <a:lnTo>
                  <a:pt x="484022" y="118783"/>
                </a:lnTo>
                <a:lnTo>
                  <a:pt x="484449" y="118692"/>
                </a:lnTo>
                <a:lnTo>
                  <a:pt x="484872" y="118579"/>
                </a:lnTo>
                <a:lnTo>
                  <a:pt x="485287" y="118440"/>
                </a:lnTo>
                <a:lnTo>
                  <a:pt x="485691" y="118274"/>
                </a:lnTo>
                <a:lnTo>
                  <a:pt x="486081" y="118078"/>
                </a:lnTo>
                <a:lnTo>
                  <a:pt x="486454" y="117849"/>
                </a:lnTo>
                <a:lnTo>
                  <a:pt x="486806" y="117585"/>
                </a:lnTo>
                <a:lnTo>
                  <a:pt x="487135" y="117283"/>
                </a:lnTo>
                <a:lnTo>
                  <a:pt x="487437" y="116942"/>
                </a:lnTo>
                <a:lnTo>
                  <a:pt x="487709" y="116557"/>
                </a:lnTo>
                <a:lnTo>
                  <a:pt x="487948" y="116127"/>
                </a:lnTo>
                <a:lnTo>
                  <a:pt x="488150" y="115650"/>
                </a:lnTo>
                <a:lnTo>
                  <a:pt x="488314" y="115122"/>
                </a:lnTo>
                <a:lnTo>
                  <a:pt x="488434" y="114542"/>
                </a:lnTo>
                <a:lnTo>
                  <a:pt x="488509" y="113907"/>
                </a:lnTo>
                <a:lnTo>
                  <a:pt x="488534" y="113213"/>
                </a:lnTo>
                <a:lnTo>
                  <a:pt x="488510" y="112497"/>
                </a:lnTo>
                <a:lnTo>
                  <a:pt x="488438" y="111841"/>
                </a:lnTo>
                <a:lnTo>
                  <a:pt x="488321" y="111241"/>
                </a:lnTo>
                <a:lnTo>
                  <a:pt x="488163" y="110696"/>
                </a:lnTo>
                <a:lnTo>
                  <a:pt x="487966" y="110203"/>
                </a:lnTo>
                <a:lnTo>
                  <a:pt x="487733" y="109759"/>
                </a:lnTo>
                <a:close/>
                <a:moveTo>
                  <a:pt x="1904725" y="109678"/>
                </a:moveTo>
                <a:lnTo>
                  <a:pt x="1904453" y="109294"/>
                </a:lnTo>
                <a:lnTo>
                  <a:pt x="1904151" y="108952"/>
                </a:lnTo>
                <a:lnTo>
                  <a:pt x="1903822" y="108650"/>
                </a:lnTo>
                <a:lnTo>
                  <a:pt x="1903470" y="108386"/>
                </a:lnTo>
                <a:lnTo>
                  <a:pt x="1903097" y="108157"/>
                </a:lnTo>
                <a:lnTo>
                  <a:pt x="1902707" y="107961"/>
                </a:lnTo>
                <a:lnTo>
                  <a:pt x="1902303" y="107795"/>
                </a:lnTo>
                <a:lnTo>
                  <a:pt x="1901888" y="107657"/>
                </a:lnTo>
                <a:lnTo>
                  <a:pt x="1901465" y="107543"/>
                </a:lnTo>
                <a:lnTo>
                  <a:pt x="1901038" y="107452"/>
                </a:lnTo>
                <a:lnTo>
                  <a:pt x="1900610" y="107382"/>
                </a:lnTo>
                <a:lnTo>
                  <a:pt x="1900183" y="107329"/>
                </a:lnTo>
                <a:lnTo>
                  <a:pt x="1899761" y="107290"/>
                </a:lnTo>
                <a:lnTo>
                  <a:pt x="1899348" y="107265"/>
                </a:lnTo>
                <a:lnTo>
                  <a:pt x="1898946" y="107249"/>
                </a:lnTo>
                <a:lnTo>
                  <a:pt x="1898559" y="107241"/>
                </a:lnTo>
                <a:lnTo>
                  <a:pt x="1898189" y="107239"/>
                </a:lnTo>
                <a:lnTo>
                  <a:pt x="1897840" y="107238"/>
                </a:lnTo>
                <a:lnTo>
                  <a:pt x="1889162" y="107238"/>
                </a:lnTo>
                <a:lnTo>
                  <a:pt x="1889162" y="9035"/>
                </a:lnTo>
                <a:lnTo>
                  <a:pt x="1889156" y="8309"/>
                </a:lnTo>
                <a:lnTo>
                  <a:pt x="1889135" y="7624"/>
                </a:lnTo>
                <a:lnTo>
                  <a:pt x="1889099" y="6980"/>
                </a:lnTo>
                <a:lnTo>
                  <a:pt x="1889046" y="6375"/>
                </a:lnTo>
                <a:lnTo>
                  <a:pt x="1888973" y="5808"/>
                </a:lnTo>
                <a:lnTo>
                  <a:pt x="1888879" y="5279"/>
                </a:lnTo>
                <a:lnTo>
                  <a:pt x="1888762" y="4786"/>
                </a:lnTo>
                <a:lnTo>
                  <a:pt x="1888619" y="4330"/>
                </a:lnTo>
                <a:lnTo>
                  <a:pt x="1888450" y="3908"/>
                </a:lnTo>
                <a:lnTo>
                  <a:pt x="1888253" y="3520"/>
                </a:lnTo>
                <a:lnTo>
                  <a:pt x="1888025" y="3165"/>
                </a:lnTo>
                <a:lnTo>
                  <a:pt x="1887765" y="2842"/>
                </a:lnTo>
                <a:lnTo>
                  <a:pt x="1887470" y="2550"/>
                </a:lnTo>
                <a:lnTo>
                  <a:pt x="1887140" y="2288"/>
                </a:lnTo>
                <a:lnTo>
                  <a:pt x="1886771" y="2055"/>
                </a:lnTo>
                <a:lnTo>
                  <a:pt x="1886364" y="1851"/>
                </a:lnTo>
                <a:lnTo>
                  <a:pt x="1885914" y="1675"/>
                </a:lnTo>
                <a:lnTo>
                  <a:pt x="1885421" y="1525"/>
                </a:lnTo>
                <a:lnTo>
                  <a:pt x="1884883" y="1400"/>
                </a:lnTo>
                <a:lnTo>
                  <a:pt x="1884298" y="1300"/>
                </a:lnTo>
                <a:lnTo>
                  <a:pt x="1883665" y="1224"/>
                </a:lnTo>
                <a:lnTo>
                  <a:pt x="1882980" y="1171"/>
                </a:lnTo>
                <a:lnTo>
                  <a:pt x="1882243" y="1140"/>
                </a:lnTo>
                <a:lnTo>
                  <a:pt x="1881452" y="1130"/>
                </a:lnTo>
                <a:lnTo>
                  <a:pt x="1867378" y="1130"/>
                </a:lnTo>
                <a:lnTo>
                  <a:pt x="1866984" y="1130"/>
                </a:lnTo>
                <a:lnTo>
                  <a:pt x="1866574" y="1133"/>
                </a:lnTo>
                <a:lnTo>
                  <a:pt x="1866152" y="1141"/>
                </a:lnTo>
                <a:lnTo>
                  <a:pt x="1865721" y="1157"/>
                </a:lnTo>
                <a:lnTo>
                  <a:pt x="1865283" y="1184"/>
                </a:lnTo>
                <a:lnTo>
                  <a:pt x="1864841" y="1223"/>
                </a:lnTo>
                <a:lnTo>
                  <a:pt x="1864398" y="1278"/>
                </a:lnTo>
                <a:lnTo>
                  <a:pt x="1863957" y="1351"/>
                </a:lnTo>
                <a:lnTo>
                  <a:pt x="1863521" y="1445"/>
                </a:lnTo>
                <a:lnTo>
                  <a:pt x="1863092" y="1562"/>
                </a:lnTo>
                <a:lnTo>
                  <a:pt x="1862674" y="1705"/>
                </a:lnTo>
                <a:lnTo>
                  <a:pt x="1862269" y="1877"/>
                </a:lnTo>
                <a:lnTo>
                  <a:pt x="1861880" y="2080"/>
                </a:lnTo>
                <a:lnTo>
                  <a:pt x="1861509" y="2316"/>
                </a:lnTo>
                <a:lnTo>
                  <a:pt x="1861161" y="2589"/>
                </a:lnTo>
                <a:lnTo>
                  <a:pt x="1860837" y="2901"/>
                </a:lnTo>
                <a:lnTo>
                  <a:pt x="1860541" y="3254"/>
                </a:lnTo>
                <a:lnTo>
                  <a:pt x="1860275" y="3652"/>
                </a:lnTo>
                <a:lnTo>
                  <a:pt x="1860042" y="4096"/>
                </a:lnTo>
                <a:lnTo>
                  <a:pt x="1859845" y="4589"/>
                </a:lnTo>
                <a:lnTo>
                  <a:pt x="1859687" y="5135"/>
                </a:lnTo>
                <a:lnTo>
                  <a:pt x="1859570" y="5734"/>
                </a:lnTo>
                <a:lnTo>
                  <a:pt x="1859498" y="6391"/>
                </a:lnTo>
                <a:lnTo>
                  <a:pt x="1859474" y="7108"/>
                </a:lnTo>
                <a:lnTo>
                  <a:pt x="1859499" y="7801"/>
                </a:lnTo>
                <a:lnTo>
                  <a:pt x="1859574" y="8437"/>
                </a:lnTo>
                <a:lnTo>
                  <a:pt x="1859694" y="9017"/>
                </a:lnTo>
                <a:lnTo>
                  <a:pt x="1859857" y="9545"/>
                </a:lnTo>
                <a:lnTo>
                  <a:pt x="1860060" y="10022"/>
                </a:lnTo>
                <a:lnTo>
                  <a:pt x="1860299" y="10452"/>
                </a:lnTo>
                <a:lnTo>
                  <a:pt x="1860571" y="10836"/>
                </a:lnTo>
                <a:lnTo>
                  <a:pt x="1860873" y="11178"/>
                </a:lnTo>
                <a:lnTo>
                  <a:pt x="1861202" y="11480"/>
                </a:lnTo>
                <a:lnTo>
                  <a:pt x="1861554" y="11744"/>
                </a:lnTo>
                <a:lnTo>
                  <a:pt x="1861927" y="11973"/>
                </a:lnTo>
                <a:lnTo>
                  <a:pt x="1862317" y="12169"/>
                </a:lnTo>
                <a:lnTo>
                  <a:pt x="1862721" y="12335"/>
                </a:lnTo>
                <a:lnTo>
                  <a:pt x="1863136" y="12473"/>
                </a:lnTo>
                <a:lnTo>
                  <a:pt x="1863559" y="12587"/>
                </a:lnTo>
                <a:lnTo>
                  <a:pt x="1863986" y="12678"/>
                </a:lnTo>
                <a:lnTo>
                  <a:pt x="1864414" y="12748"/>
                </a:lnTo>
                <a:lnTo>
                  <a:pt x="1864841" y="12801"/>
                </a:lnTo>
                <a:lnTo>
                  <a:pt x="1865263" y="12839"/>
                </a:lnTo>
                <a:lnTo>
                  <a:pt x="1865676" y="12865"/>
                </a:lnTo>
                <a:lnTo>
                  <a:pt x="1866078" y="12880"/>
                </a:lnTo>
                <a:lnTo>
                  <a:pt x="1866466" y="12888"/>
                </a:lnTo>
                <a:lnTo>
                  <a:pt x="1866835" y="12891"/>
                </a:lnTo>
                <a:lnTo>
                  <a:pt x="1867184" y="12892"/>
                </a:lnTo>
                <a:lnTo>
                  <a:pt x="1875859" y="12892"/>
                </a:lnTo>
                <a:lnTo>
                  <a:pt x="1875859" y="43512"/>
                </a:lnTo>
                <a:lnTo>
                  <a:pt x="1875056" y="42826"/>
                </a:lnTo>
                <a:lnTo>
                  <a:pt x="1874238" y="42166"/>
                </a:lnTo>
                <a:lnTo>
                  <a:pt x="1873404" y="41533"/>
                </a:lnTo>
                <a:lnTo>
                  <a:pt x="1872556" y="40927"/>
                </a:lnTo>
                <a:lnTo>
                  <a:pt x="1871694" y="40348"/>
                </a:lnTo>
                <a:lnTo>
                  <a:pt x="1870818" y="39796"/>
                </a:lnTo>
                <a:lnTo>
                  <a:pt x="1869929" y="39272"/>
                </a:lnTo>
                <a:lnTo>
                  <a:pt x="1869027" y="38776"/>
                </a:lnTo>
                <a:lnTo>
                  <a:pt x="1868114" y="38308"/>
                </a:lnTo>
                <a:lnTo>
                  <a:pt x="1867189" y="37868"/>
                </a:lnTo>
                <a:lnTo>
                  <a:pt x="1866252" y="37457"/>
                </a:lnTo>
                <a:lnTo>
                  <a:pt x="1865306" y="37075"/>
                </a:lnTo>
                <a:lnTo>
                  <a:pt x="1864349" y="36722"/>
                </a:lnTo>
                <a:lnTo>
                  <a:pt x="1863382" y="36398"/>
                </a:lnTo>
                <a:lnTo>
                  <a:pt x="1862407" y="36104"/>
                </a:lnTo>
                <a:lnTo>
                  <a:pt x="1861423" y="35840"/>
                </a:lnTo>
                <a:lnTo>
                  <a:pt x="1860431" y="35606"/>
                </a:lnTo>
                <a:lnTo>
                  <a:pt x="1859432" y="35403"/>
                </a:lnTo>
                <a:lnTo>
                  <a:pt x="1858425" y="35230"/>
                </a:lnTo>
                <a:lnTo>
                  <a:pt x="1857412" y="35088"/>
                </a:lnTo>
                <a:lnTo>
                  <a:pt x="1856393" y="34977"/>
                </a:lnTo>
                <a:lnTo>
                  <a:pt x="1855368" y="34897"/>
                </a:lnTo>
                <a:lnTo>
                  <a:pt x="1854339" y="34849"/>
                </a:lnTo>
                <a:lnTo>
                  <a:pt x="1853305" y="34833"/>
                </a:lnTo>
                <a:lnTo>
                  <a:pt x="1850692" y="34928"/>
                </a:lnTo>
                <a:lnTo>
                  <a:pt x="1848112" y="35207"/>
                </a:lnTo>
                <a:lnTo>
                  <a:pt x="1845573" y="35667"/>
                </a:lnTo>
                <a:lnTo>
                  <a:pt x="1843080" y="36302"/>
                </a:lnTo>
                <a:lnTo>
                  <a:pt x="1840641" y="37107"/>
                </a:lnTo>
                <a:lnTo>
                  <a:pt x="1838263" y="38076"/>
                </a:lnTo>
                <a:lnTo>
                  <a:pt x="1835953" y="39204"/>
                </a:lnTo>
                <a:lnTo>
                  <a:pt x="1833718" y="40485"/>
                </a:lnTo>
                <a:lnTo>
                  <a:pt x="1831564" y="41915"/>
                </a:lnTo>
                <a:lnTo>
                  <a:pt x="1829499" y="43488"/>
                </a:lnTo>
                <a:lnTo>
                  <a:pt x="1827529" y="45200"/>
                </a:lnTo>
                <a:lnTo>
                  <a:pt x="1825662" y="47043"/>
                </a:lnTo>
                <a:lnTo>
                  <a:pt x="1823905" y="49014"/>
                </a:lnTo>
                <a:lnTo>
                  <a:pt x="1822264" y="51108"/>
                </a:lnTo>
                <a:lnTo>
                  <a:pt x="1820746" y="53318"/>
                </a:lnTo>
                <a:lnTo>
                  <a:pt x="1819358" y="55639"/>
                </a:lnTo>
                <a:lnTo>
                  <a:pt x="1818108" y="58067"/>
                </a:lnTo>
                <a:lnTo>
                  <a:pt x="1817002" y="60596"/>
                </a:lnTo>
                <a:lnTo>
                  <a:pt x="1816047" y="63220"/>
                </a:lnTo>
                <a:lnTo>
                  <a:pt x="1815250" y="65935"/>
                </a:lnTo>
                <a:lnTo>
                  <a:pt x="1814618" y="68734"/>
                </a:lnTo>
                <a:lnTo>
                  <a:pt x="1814158" y="71614"/>
                </a:lnTo>
                <a:lnTo>
                  <a:pt x="1813877" y="74568"/>
                </a:lnTo>
                <a:lnTo>
                  <a:pt x="1813782" y="77592"/>
                </a:lnTo>
                <a:lnTo>
                  <a:pt x="1813871" y="80543"/>
                </a:lnTo>
                <a:lnTo>
                  <a:pt x="1814135" y="83435"/>
                </a:lnTo>
                <a:lnTo>
                  <a:pt x="1814567" y="86262"/>
                </a:lnTo>
                <a:lnTo>
                  <a:pt x="1815162" y="89018"/>
                </a:lnTo>
                <a:lnTo>
                  <a:pt x="1815912" y="91697"/>
                </a:lnTo>
                <a:lnTo>
                  <a:pt x="1816812" y="94292"/>
                </a:lnTo>
                <a:lnTo>
                  <a:pt x="1817856" y="96799"/>
                </a:lnTo>
                <a:lnTo>
                  <a:pt x="1819037" y="99212"/>
                </a:lnTo>
                <a:lnTo>
                  <a:pt x="1820349" y="101524"/>
                </a:lnTo>
                <a:lnTo>
                  <a:pt x="1821787" y="103729"/>
                </a:lnTo>
                <a:lnTo>
                  <a:pt x="1823343" y="105822"/>
                </a:lnTo>
                <a:lnTo>
                  <a:pt x="1825012" y="107797"/>
                </a:lnTo>
                <a:lnTo>
                  <a:pt x="1826787" y="109647"/>
                </a:lnTo>
                <a:lnTo>
                  <a:pt x="1828663" y="111368"/>
                </a:lnTo>
                <a:lnTo>
                  <a:pt x="1830632" y="112953"/>
                </a:lnTo>
                <a:lnTo>
                  <a:pt x="1832689" y="114396"/>
                </a:lnTo>
                <a:lnTo>
                  <a:pt x="1834829" y="115691"/>
                </a:lnTo>
                <a:lnTo>
                  <a:pt x="1837043" y="116832"/>
                </a:lnTo>
                <a:lnTo>
                  <a:pt x="1839327" y="117814"/>
                </a:lnTo>
                <a:lnTo>
                  <a:pt x="1841674" y="118631"/>
                </a:lnTo>
                <a:lnTo>
                  <a:pt x="1844078" y="119277"/>
                </a:lnTo>
                <a:lnTo>
                  <a:pt x="1846532" y="119745"/>
                </a:lnTo>
                <a:lnTo>
                  <a:pt x="1849032" y="120031"/>
                </a:lnTo>
                <a:lnTo>
                  <a:pt x="1851569" y="120127"/>
                </a:lnTo>
                <a:lnTo>
                  <a:pt x="1852904" y="120100"/>
                </a:lnTo>
                <a:lnTo>
                  <a:pt x="1854212" y="120021"/>
                </a:lnTo>
                <a:lnTo>
                  <a:pt x="1855491" y="119892"/>
                </a:lnTo>
                <a:lnTo>
                  <a:pt x="1856742" y="119716"/>
                </a:lnTo>
                <a:lnTo>
                  <a:pt x="1857965" y="119493"/>
                </a:lnTo>
                <a:lnTo>
                  <a:pt x="1859160" y="119226"/>
                </a:lnTo>
                <a:lnTo>
                  <a:pt x="1860327" y="118918"/>
                </a:lnTo>
                <a:lnTo>
                  <a:pt x="1861465" y="118571"/>
                </a:lnTo>
                <a:lnTo>
                  <a:pt x="1862576" y="118185"/>
                </a:lnTo>
                <a:lnTo>
                  <a:pt x="1863658" y="117765"/>
                </a:lnTo>
                <a:lnTo>
                  <a:pt x="1864712" y="117311"/>
                </a:lnTo>
                <a:lnTo>
                  <a:pt x="1865738" y="116826"/>
                </a:lnTo>
                <a:lnTo>
                  <a:pt x="1866736" y="116311"/>
                </a:lnTo>
                <a:lnTo>
                  <a:pt x="1867706" y="115770"/>
                </a:lnTo>
                <a:lnTo>
                  <a:pt x="1868648" y="115204"/>
                </a:lnTo>
                <a:lnTo>
                  <a:pt x="1869562" y="114615"/>
                </a:lnTo>
                <a:lnTo>
                  <a:pt x="1870447" y="114005"/>
                </a:lnTo>
                <a:lnTo>
                  <a:pt x="1871305" y="113376"/>
                </a:lnTo>
                <a:lnTo>
                  <a:pt x="1872134" y="112731"/>
                </a:lnTo>
                <a:lnTo>
                  <a:pt x="1872935" y="112072"/>
                </a:lnTo>
                <a:lnTo>
                  <a:pt x="1873708" y="111400"/>
                </a:lnTo>
                <a:lnTo>
                  <a:pt x="1874453" y="110717"/>
                </a:lnTo>
                <a:lnTo>
                  <a:pt x="1875170" y="110027"/>
                </a:lnTo>
                <a:lnTo>
                  <a:pt x="1875859" y="109330"/>
                </a:lnTo>
                <a:lnTo>
                  <a:pt x="1875860" y="110179"/>
                </a:lnTo>
                <a:lnTo>
                  <a:pt x="1875864" y="110984"/>
                </a:lnTo>
                <a:lnTo>
                  <a:pt x="1875874" y="111746"/>
                </a:lnTo>
                <a:lnTo>
                  <a:pt x="1875895" y="112466"/>
                </a:lnTo>
                <a:lnTo>
                  <a:pt x="1875929" y="113144"/>
                </a:lnTo>
                <a:lnTo>
                  <a:pt x="1875980" y="113781"/>
                </a:lnTo>
                <a:lnTo>
                  <a:pt x="1876051" y="114377"/>
                </a:lnTo>
                <a:lnTo>
                  <a:pt x="1876145" y="114934"/>
                </a:lnTo>
                <a:lnTo>
                  <a:pt x="1876266" y="115451"/>
                </a:lnTo>
                <a:lnTo>
                  <a:pt x="1876417" y="115931"/>
                </a:lnTo>
                <a:lnTo>
                  <a:pt x="1876602" y="116372"/>
                </a:lnTo>
                <a:lnTo>
                  <a:pt x="1876823" y="116777"/>
                </a:lnTo>
                <a:lnTo>
                  <a:pt x="1877085" y="117146"/>
                </a:lnTo>
                <a:lnTo>
                  <a:pt x="1877390" y="117478"/>
                </a:lnTo>
                <a:lnTo>
                  <a:pt x="1877742" y="117776"/>
                </a:lnTo>
                <a:lnTo>
                  <a:pt x="1878145" y="118040"/>
                </a:lnTo>
                <a:lnTo>
                  <a:pt x="1878600" y="118270"/>
                </a:lnTo>
                <a:lnTo>
                  <a:pt x="1879113" y="118467"/>
                </a:lnTo>
                <a:lnTo>
                  <a:pt x="1879686" y="118632"/>
                </a:lnTo>
                <a:lnTo>
                  <a:pt x="1880323" y="118765"/>
                </a:lnTo>
                <a:lnTo>
                  <a:pt x="1881027" y="118868"/>
                </a:lnTo>
                <a:lnTo>
                  <a:pt x="1881800" y="118940"/>
                </a:lnTo>
                <a:lnTo>
                  <a:pt x="1882648" y="118983"/>
                </a:lnTo>
                <a:lnTo>
                  <a:pt x="1883573" y="118997"/>
                </a:lnTo>
                <a:lnTo>
                  <a:pt x="1897646" y="118997"/>
                </a:lnTo>
                <a:lnTo>
                  <a:pt x="1898040" y="118997"/>
                </a:lnTo>
                <a:lnTo>
                  <a:pt x="1898450" y="118994"/>
                </a:lnTo>
                <a:lnTo>
                  <a:pt x="1898872" y="118986"/>
                </a:lnTo>
                <a:lnTo>
                  <a:pt x="1899303" y="118970"/>
                </a:lnTo>
                <a:lnTo>
                  <a:pt x="1899741" y="118943"/>
                </a:lnTo>
                <a:lnTo>
                  <a:pt x="1900183" y="118904"/>
                </a:lnTo>
                <a:lnTo>
                  <a:pt x="1900626" y="118849"/>
                </a:lnTo>
                <a:lnTo>
                  <a:pt x="1901067" y="118776"/>
                </a:lnTo>
                <a:lnTo>
                  <a:pt x="1901503" y="118682"/>
                </a:lnTo>
                <a:lnTo>
                  <a:pt x="1901932" y="118565"/>
                </a:lnTo>
                <a:lnTo>
                  <a:pt x="1902350" y="118422"/>
                </a:lnTo>
                <a:lnTo>
                  <a:pt x="1902755" y="118250"/>
                </a:lnTo>
                <a:lnTo>
                  <a:pt x="1903145" y="118048"/>
                </a:lnTo>
                <a:lnTo>
                  <a:pt x="1903515" y="117811"/>
                </a:lnTo>
                <a:lnTo>
                  <a:pt x="1903863" y="117538"/>
                </a:lnTo>
                <a:lnTo>
                  <a:pt x="1904187" y="117227"/>
                </a:lnTo>
                <a:lnTo>
                  <a:pt x="1904483" y="116874"/>
                </a:lnTo>
                <a:lnTo>
                  <a:pt x="1904749" y="116476"/>
                </a:lnTo>
                <a:lnTo>
                  <a:pt x="1904982" y="116033"/>
                </a:lnTo>
                <a:lnTo>
                  <a:pt x="1905179" y="115539"/>
                </a:lnTo>
                <a:lnTo>
                  <a:pt x="1905337" y="114994"/>
                </a:lnTo>
                <a:lnTo>
                  <a:pt x="1905454" y="114395"/>
                </a:lnTo>
                <a:lnTo>
                  <a:pt x="1905526" y="113738"/>
                </a:lnTo>
                <a:lnTo>
                  <a:pt x="1905551" y="113022"/>
                </a:lnTo>
                <a:lnTo>
                  <a:pt x="1905525" y="112329"/>
                </a:lnTo>
                <a:lnTo>
                  <a:pt x="1905450" y="111693"/>
                </a:lnTo>
                <a:lnTo>
                  <a:pt x="1905330" y="111113"/>
                </a:lnTo>
                <a:lnTo>
                  <a:pt x="1905167" y="110585"/>
                </a:lnTo>
                <a:lnTo>
                  <a:pt x="1904964" y="110108"/>
                </a:lnTo>
                <a:lnTo>
                  <a:pt x="1904725" y="109678"/>
                </a:lnTo>
                <a:close/>
                <a:moveTo>
                  <a:pt x="1874272" y="90334"/>
                </a:moveTo>
                <a:lnTo>
                  <a:pt x="1873707" y="91840"/>
                </a:lnTo>
                <a:lnTo>
                  <a:pt x="1873060" y="93336"/>
                </a:lnTo>
                <a:lnTo>
                  <a:pt x="1872331" y="94812"/>
                </a:lnTo>
                <a:lnTo>
                  <a:pt x="1871522" y="96259"/>
                </a:lnTo>
                <a:lnTo>
                  <a:pt x="1870633" y="97669"/>
                </a:lnTo>
                <a:lnTo>
                  <a:pt x="1869666" y="99031"/>
                </a:lnTo>
                <a:lnTo>
                  <a:pt x="1868621" y="100338"/>
                </a:lnTo>
                <a:lnTo>
                  <a:pt x="1867501" y="101578"/>
                </a:lnTo>
                <a:lnTo>
                  <a:pt x="1866305" y="102745"/>
                </a:lnTo>
                <a:lnTo>
                  <a:pt x="1865035" y="103827"/>
                </a:lnTo>
                <a:lnTo>
                  <a:pt x="1863692" y="104816"/>
                </a:lnTo>
                <a:lnTo>
                  <a:pt x="1862277" y="105703"/>
                </a:lnTo>
                <a:lnTo>
                  <a:pt x="1860791" y="106479"/>
                </a:lnTo>
                <a:lnTo>
                  <a:pt x="1859236" y="107135"/>
                </a:lnTo>
                <a:lnTo>
                  <a:pt x="1857612" y="107660"/>
                </a:lnTo>
                <a:lnTo>
                  <a:pt x="1855921" y="108047"/>
                </a:lnTo>
                <a:lnTo>
                  <a:pt x="1854163" y="108286"/>
                </a:lnTo>
                <a:lnTo>
                  <a:pt x="1852340" y="108368"/>
                </a:lnTo>
                <a:lnTo>
                  <a:pt x="1850640" y="108297"/>
                </a:lnTo>
                <a:lnTo>
                  <a:pt x="1848967" y="108089"/>
                </a:lnTo>
                <a:lnTo>
                  <a:pt x="1847325" y="107747"/>
                </a:lnTo>
                <a:lnTo>
                  <a:pt x="1845716" y="107277"/>
                </a:lnTo>
                <a:lnTo>
                  <a:pt x="1844146" y="106681"/>
                </a:lnTo>
                <a:lnTo>
                  <a:pt x="1842619" y="105965"/>
                </a:lnTo>
                <a:lnTo>
                  <a:pt x="1841138" y="105134"/>
                </a:lnTo>
                <a:lnTo>
                  <a:pt x="1839709" y="104191"/>
                </a:lnTo>
                <a:lnTo>
                  <a:pt x="1838334" y="103142"/>
                </a:lnTo>
                <a:lnTo>
                  <a:pt x="1837018" y="101990"/>
                </a:lnTo>
                <a:lnTo>
                  <a:pt x="1835765" y="100739"/>
                </a:lnTo>
                <a:lnTo>
                  <a:pt x="1834579" y="99396"/>
                </a:lnTo>
                <a:lnTo>
                  <a:pt x="1833465" y="97963"/>
                </a:lnTo>
                <a:lnTo>
                  <a:pt x="1832426" y="96445"/>
                </a:lnTo>
                <a:lnTo>
                  <a:pt x="1831466" y="94847"/>
                </a:lnTo>
                <a:lnTo>
                  <a:pt x="1830590" y="93172"/>
                </a:lnTo>
                <a:lnTo>
                  <a:pt x="1829802" y="91427"/>
                </a:lnTo>
                <a:lnTo>
                  <a:pt x="1829106" y="89614"/>
                </a:lnTo>
                <a:lnTo>
                  <a:pt x="1828505" y="87739"/>
                </a:lnTo>
                <a:lnTo>
                  <a:pt x="1828005" y="85805"/>
                </a:lnTo>
                <a:lnTo>
                  <a:pt x="1827608" y="83818"/>
                </a:lnTo>
                <a:lnTo>
                  <a:pt x="1827320" y="81781"/>
                </a:lnTo>
                <a:lnTo>
                  <a:pt x="1827144" y="79699"/>
                </a:lnTo>
                <a:lnTo>
                  <a:pt x="1827085" y="77577"/>
                </a:lnTo>
                <a:lnTo>
                  <a:pt x="1827154" y="75300"/>
                </a:lnTo>
                <a:lnTo>
                  <a:pt x="1827358" y="73087"/>
                </a:lnTo>
                <a:lnTo>
                  <a:pt x="1827691" y="70942"/>
                </a:lnTo>
                <a:lnTo>
                  <a:pt x="1828147" y="68868"/>
                </a:lnTo>
                <a:lnTo>
                  <a:pt x="1828720" y="66867"/>
                </a:lnTo>
                <a:lnTo>
                  <a:pt x="1829404" y="64943"/>
                </a:lnTo>
                <a:lnTo>
                  <a:pt x="1830194" y="63098"/>
                </a:lnTo>
                <a:lnTo>
                  <a:pt x="1831083" y="61335"/>
                </a:lnTo>
                <a:lnTo>
                  <a:pt x="1832066" y="59656"/>
                </a:lnTo>
                <a:lnTo>
                  <a:pt x="1833137" y="58066"/>
                </a:lnTo>
                <a:lnTo>
                  <a:pt x="1834290" y="56566"/>
                </a:lnTo>
                <a:lnTo>
                  <a:pt x="1835519" y="55159"/>
                </a:lnTo>
                <a:lnTo>
                  <a:pt x="1836818" y="53848"/>
                </a:lnTo>
                <a:lnTo>
                  <a:pt x="1838182" y="52637"/>
                </a:lnTo>
                <a:lnTo>
                  <a:pt x="1839604" y="51527"/>
                </a:lnTo>
                <a:lnTo>
                  <a:pt x="1841079" y="50522"/>
                </a:lnTo>
                <a:lnTo>
                  <a:pt x="1842601" y="49625"/>
                </a:lnTo>
                <a:lnTo>
                  <a:pt x="1844164" y="48838"/>
                </a:lnTo>
                <a:lnTo>
                  <a:pt x="1845762" y="48165"/>
                </a:lnTo>
                <a:lnTo>
                  <a:pt x="1847390" y="47607"/>
                </a:lnTo>
                <a:lnTo>
                  <a:pt x="1849041" y="47169"/>
                </a:lnTo>
                <a:lnTo>
                  <a:pt x="1850709" y="46852"/>
                </a:lnTo>
                <a:lnTo>
                  <a:pt x="1852389" y="46660"/>
                </a:lnTo>
                <a:lnTo>
                  <a:pt x="1854075" y="46595"/>
                </a:lnTo>
                <a:lnTo>
                  <a:pt x="1855602" y="46650"/>
                </a:lnTo>
                <a:lnTo>
                  <a:pt x="1857096" y="46813"/>
                </a:lnTo>
                <a:lnTo>
                  <a:pt x="1858554" y="47079"/>
                </a:lnTo>
                <a:lnTo>
                  <a:pt x="1859973" y="47442"/>
                </a:lnTo>
                <a:lnTo>
                  <a:pt x="1861351" y="47899"/>
                </a:lnTo>
                <a:lnTo>
                  <a:pt x="1862684" y="48444"/>
                </a:lnTo>
                <a:lnTo>
                  <a:pt x="1863970" y="49073"/>
                </a:lnTo>
                <a:lnTo>
                  <a:pt x="1865207" y="49781"/>
                </a:lnTo>
                <a:lnTo>
                  <a:pt x="1866390" y="50563"/>
                </a:lnTo>
                <a:lnTo>
                  <a:pt x="1867517" y="51414"/>
                </a:lnTo>
                <a:lnTo>
                  <a:pt x="1868586" y="52331"/>
                </a:lnTo>
                <a:lnTo>
                  <a:pt x="1869594" y="53306"/>
                </a:lnTo>
                <a:lnTo>
                  <a:pt x="1870537" y="54338"/>
                </a:lnTo>
                <a:lnTo>
                  <a:pt x="1871414" y="55419"/>
                </a:lnTo>
                <a:lnTo>
                  <a:pt x="1872220" y="56546"/>
                </a:lnTo>
                <a:lnTo>
                  <a:pt x="1872953" y="57714"/>
                </a:lnTo>
                <a:lnTo>
                  <a:pt x="1873611" y="58918"/>
                </a:lnTo>
                <a:lnTo>
                  <a:pt x="1874190" y="60153"/>
                </a:lnTo>
                <a:lnTo>
                  <a:pt x="1874689" y="61415"/>
                </a:lnTo>
                <a:lnTo>
                  <a:pt x="1875102" y="62699"/>
                </a:lnTo>
                <a:lnTo>
                  <a:pt x="1875429" y="64000"/>
                </a:lnTo>
                <a:lnTo>
                  <a:pt x="1875666" y="65313"/>
                </a:lnTo>
                <a:lnTo>
                  <a:pt x="1875810" y="66633"/>
                </a:lnTo>
                <a:lnTo>
                  <a:pt x="1875859" y="67957"/>
                </a:lnTo>
                <a:lnTo>
                  <a:pt x="1875859" y="81593"/>
                </a:lnTo>
                <a:lnTo>
                  <a:pt x="1875814" y="82969"/>
                </a:lnTo>
                <a:lnTo>
                  <a:pt x="1875680" y="84389"/>
                </a:lnTo>
                <a:lnTo>
                  <a:pt x="1875457" y="85845"/>
                </a:lnTo>
                <a:lnTo>
                  <a:pt x="1875148" y="87327"/>
                </a:lnTo>
                <a:lnTo>
                  <a:pt x="1874752" y="88827"/>
                </a:lnTo>
                <a:lnTo>
                  <a:pt x="1874272" y="90334"/>
                </a:lnTo>
                <a:close/>
                <a:moveTo>
                  <a:pt x="2196944" y="92064"/>
                </a:moveTo>
                <a:lnTo>
                  <a:pt x="2196882" y="91634"/>
                </a:lnTo>
                <a:lnTo>
                  <a:pt x="2196800" y="91213"/>
                </a:lnTo>
                <a:lnTo>
                  <a:pt x="2196694" y="90801"/>
                </a:lnTo>
                <a:lnTo>
                  <a:pt x="2196562" y="90401"/>
                </a:lnTo>
                <a:lnTo>
                  <a:pt x="2196400" y="90015"/>
                </a:lnTo>
                <a:lnTo>
                  <a:pt x="2196206" y="89646"/>
                </a:lnTo>
                <a:lnTo>
                  <a:pt x="2195977" y="89294"/>
                </a:lnTo>
                <a:lnTo>
                  <a:pt x="2195710" y="88963"/>
                </a:lnTo>
                <a:lnTo>
                  <a:pt x="2195402" y="88653"/>
                </a:lnTo>
                <a:lnTo>
                  <a:pt x="2195050" y="88368"/>
                </a:lnTo>
                <a:lnTo>
                  <a:pt x="2194652" y="88108"/>
                </a:lnTo>
                <a:lnTo>
                  <a:pt x="2194203" y="87877"/>
                </a:lnTo>
                <a:lnTo>
                  <a:pt x="2193702" y="87676"/>
                </a:lnTo>
                <a:lnTo>
                  <a:pt x="2193145" y="87507"/>
                </a:lnTo>
                <a:lnTo>
                  <a:pt x="2192529" y="87372"/>
                </a:lnTo>
                <a:lnTo>
                  <a:pt x="2191852" y="87273"/>
                </a:lnTo>
                <a:lnTo>
                  <a:pt x="2191110" y="87212"/>
                </a:lnTo>
                <a:lnTo>
                  <a:pt x="2190301" y="87191"/>
                </a:lnTo>
                <a:lnTo>
                  <a:pt x="2189538" y="87212"/>
                </a:lnTo>
                <a:lnTo>
                  <a:pt x="2188836" y="87273"/>
                </a:lnTo>
                <a:lnTo>
                  <a:pt x="2188194" y="87372"/>
                </a:lnTo>
                <a:lnTo>
                  <a:pt x="2187608" y="87506"/>
                </a:lnTo>
                <a:lnTo>
                  <a:pt x="2187075" y="87674"/>
                </a:lnTo>
                <a:lnTo>
                  <a:pt x="2186594" y="87874"/>
                </a:lnTo>
                <a:lnTo>
                  <a:pt x="2186162" y="88104"/>
                </a:lnTo>
                <a:lnTo>
                  <a:pt x="2185775" y="88361"/>
                </a:lnTo>
                <a:lnTo>
                  <a:pt x="2185433" y="88643"/>
                </a:lnTo>
                <a:lnTo>
                  <a:pt x="2185131" y="88949"/>
                </a:lnTo>
                <a:lnTo>
                  <a:pt x="2184867" y="89276"/>
                </a:lnTo>
                <a:lnTo>
                  <a:pt x="2184639" y="89622"/>
                </a:lnTo>
                <a:lnTo>
                  <a:pt x="2184445" y="89985"/>
                </a:lnTo>
                <a:lnTo>
                  <a:pt x="2184280" y="90363"/>
                </a:lnTo>
                <a:lnTo>
                  <a:pt x="2184144" y="90753"/>
                </a:lnTo>
                <a:lnTo>
                  <a:pt x="2184033" y="91155"/>
                </a:lnTo>
                <a:lnTo>
                  <a:pt x="2183945" y="91565"/>
                </a:lnTo>
                <a:lnTo>
                  <a:pt x="2183877" y="91982"/>
                </a:lnTo>
                <a:lnTo>
                  <a:pt x="2183826" y="92404"/>
                </a:lnTo>
                <a:lnTo>
                  <a:pt x="2183791" y="92828"/>
                </a:lnTo>
                <a:lnTo>
                  <a:pt x="2183768" y="93252"/>
                </a:lnTo>
                <a:lnTo>
                  <a:pt x="2183755" y="93674"/>
                </a:lnTo>
                <a:lnTo>
                  <a:pt x="2183749" y="94093"/>
                </a:lnTo>
                <a:lnTo>
                  <a:pt x="2183747" y="94505"/>
                </a:lnTo>
                <a:lnTo>
                  <a:pt x="2183668" y="95946"/>
                </a:lnTo>
                <a:lnTo>
                  <a:pt x="2183484" y="97285"/>
                </a:lnTo>
                <a:lnTo>
                  <a:pt x="2183203" y="98528"/>
                </a:lnTo>
                <a:lnTo>
                  <a:pt x="2182832" y="99676"/>
                </a:lnTo>
                <a:lnTo>
                  <a:pt x="2182378" y="100735"/>
                </a:lnTo>
                <a:lnTo>
                  <a:pt x="2181850" y="101707"/>
                </a:lnTo>
                <a:lnTo>
                  <a:pt x="2181254" y="102595"/>
                </a:lnTo>
                <a:lnTo>
                  <a:pt x="2180599" y="103404"/>
                </a:lnTo>
                <a:lnTo>
                  <a:pt x="2179891" y="104137"/>
                </a:lnTo>
                <a:lnTo>
                  <a:pt x="2179139" y="104797"/>
                </a:lnTo>
                <a:lnTo>
                  <a:pt x="2178350" y="105387"/>
                </a:lnTo>
                <a:lnTo>
                  <a:pt x="2177530" y="105912"/>
                </a:lnTo>
                <a:lnTo>
                  <a:pt x="2176689" y="106375"/>
                </a:lnTo>
                <a:lnTo>
                  <a:pt x="2175834" y="106780"/>
                </a:lnTo>
                <a:lnTo>
                  <a:pt x="2174971" y="107129"/>
                </a:lnTo>
                <a:lnTo>
                  <a:pt x="2174108" y="107426"/>
                </a:lnTo>
                <a:lnTo>
                  <a:pt x="2173254" y="107676"/>
                </a:lnTo>
                <a:lnTo>
                  <a:pt x="2172415" y="107880"/>
                </a:lnTo>
                <a:lnTo>
                  <a:pt x="2171600" y="108044"/>
                </a:lnTo>
                <a:lnTo>
                  <a:pt x="2170815" y="108170"/>
                </a:lnTo>
                <a:lnTo>
                  <a:pt x="2170068" y="108262"/>
                </a:lnTo>
                <a:lnTo>
                  <a:pt x="2169367" y="108323"/>
                </a:lnTo>
                <a:lnTo>
                  <a:pt x="2168719" y="108357"/>
                </a:lnTo>
                <a:lnTo>
                  <a:pt x="2168132" y="108368"/>
                </a:lnTo>
                <a:lnTo>
                  <a:pt x="2166353" y="108317"/>
                </a:lnTo>
                <a:lnTo>
                  <a:pt x="2164722" y="108168"/>
                </a:lnTo>
                <a:lnTo>
                  <a:pt x="2163233" y="107928"/>
                </a:lnTo>
                <a:lnTo>
                  <a:pt x="2161878" y="107604"/>
                </a:lnTo>
                <a:lnTo>
                  <a:pt x="2160653" y="107202"/>
                </a:lnTo>
                <a:lnTo>
                  <a:pt x="2159550" y="106728"/>
                </a:lnTo>
                <a:lnTo>
                  <a:pt x="2158564" y="106190"/>
                </a:lnTo>
                <a:lnTo>
                  <a:pt x="2157686" y="105594"/>
                </a:lnTo>
                <a:lnTo>
                  <a:pt x="2156912" y="104946"/>
                </a:lnTo>
                <a:lnTo>
                  <a:pt x="2156235" y="104254"/>
                </a:lnTo>
                <a:lnTo>
                  <a:pt x="2155647" y="103523"/>
                </a:lnTo>
                <a:lnTo>
                  <a:pt x="2155144" y="102760"/>
                </a:lnTo>
                <a:lnTo>
                  <a:pt x="2154717" y="101973"/>
                </a:lnTo>
                <a:lnTo>
                  <a:pt x="2154362" y="101167"/>
                </a:lnTo>
                <a:lnTo>
                  <a:pt x="2154071" y="100349"/>
                </a:lnTo>
                <a:lnTo>
                  <a:pt x="2153838" y="99526"/>
                </a:lnTo>
                <a:lnTo>
                  <a:pt x="2153656" y="98704"/>
                </a:lnTo>
                <a:lnTo>
                  <a:pt x="2153520" y="97890"/>
                </a:lnTo>
                <a:lnTo>
                  <a:pt x="2153422" y="97091"/>
                </a:lnTo>
                <a:lnTo>
                  <a:pt x="2153357" y="96313"/>
                </a:lnTo>
                <a:lnTo>
                  <a:pt x="2153317" y="95562"/>
                </a:lnTo>
                <a:lnTo>
                  <a:pt x="2153297" y="94846"/>
                </a:lnTo>
                <a:lnTo>
                  <a:pt x="2153289" y="94171"/>
                </a:lnTo>
                <a:lnTo>
                  <a:pt x="2153288" y="93543"/>
                </a:lnTo>
                <a:lnTo>
                  <a:pt x="2153288" y="47725"/>
                </a:lnTo>
                <a:lnTo>
                  <a:pt x="2184903" y="47725"/>
                </a:lnTo>
                <a:lnTo>
                  <a:pt x="2185274" y="47724"/>
                </a:lnTo>
                <a:lnTo>
                  <a:pt x="2185663" y="47721"/>
                </a:lnTo>
                <a:lnTo>
                  <a:pt x="2186065" y="47714"/>
                </a:lnTo>
                <a:lnTo>
                  <a:pt x="2186479" y="47698"/>
                </a:lnTo>
                <a:lnTo>
                  <a:pt x="2186901" y="47673"/>
                </a:lnTo>
                <a:lnTo>
                  <a:pt x="2187328" y="47634"/>
                </a:lnTo>
                <a:lnTo>
                  <a:pt x="2187759" y="47581"/>
                </a:lnTo>
                <a:lnTo>
                  <a:pt x="2188188" y="47511"/>
                </a:lnTo>
                <a:lnTo>
                  <a:pt x="2188615" y="47420"/>
                </a:lnTo>
                <a:lnTo>
                  <a:pt x="2189035" y="47306"/>
                </a:lnTo>
                <a:lnTo>
                  <a:pt x="2189446" y="47168"/>
                </a:lnTo>
                <a:lnTo>
                  <a:pt x="2189844" y="47002"/>
                </a:lnTo>
                <a:lnTo>
                  <a:pt x="2190228" y="46806"/>
                </a:lnTo>
                <a:lnTo>
                  <a:pt x="2190594" y="46577"/>
                </a:lnTo>
                <a:lnTo>
                  <a:pt x="2190939" y="46313"/>
                </a:lnTo>
                <a:lnTo>
                  <a:pt x="2191260" y="46011"/>
                </a:lnTo>
                <a:lnTo>
                  <a:pt x="2191554" y="45669"/>
                </a:lnTo>
                <a:lnTo>
                  <a:pt x="2191818" y="45285"/>
                </a:lnTo>
                <a:lnTo>
                  <a:pt x="2192050" y="44855"/>
                </a:lnTo>
                <a:lnTo>
                  <a:pt x="2192246" y="44378"/>
                </a:lnTo>
                <a:lnTo>
                  <a:pt x="2192404" y="43850"/>
                </a:lnTo>
                <a:lnTo>
                  <a:pt x="2192520" y="43270"/>
                </a:lnTo>
                <a:lnTo>
                  <a:pt x="2192592" y="42634"/>
                </a:lnTo>
                <a:lnTo>
                  <a:pt x="2192617" y="41941"/>
                </a:lnTo>
                <a:lnTo>
                  <a:pt x="2192593" y="41224"/>
                </a:lnTo>
                <a:lnTo>
                  <a:pt x="2192524" y="40567"/>
                </a:lnTo>
                <a:lnTo>
                  <a:pt x="2192412" y="39968"/>
                </a:lnTo>
                <a:lnTo>
                  <a:pt x="2192260" y="39422"/>
                </a:lnTo>
                <a:lnTo>
                  <a:pt x="2192070" y="38929"/>
                </a:lnTo>
                <a:lnTo>
                  <a:pt x="2191845" y="38485"/>
                </a:lnTo>
                <a:lnTo>
                  <a:pt x="2191589" y="38087"/>
                </a:lnTo>
                <a:lnTo>
                  <a:pt x="2191303" y="37734"/>
                </a:lnTo>
                <a:lnTo>
                  <a:pt x="2190990" y="37422"/>
                </a:lnTo>
                <a:lnTo>
                  <a:pt x="2190653" y="37149"/>
                </a:lnTo>
                <a:lnTo>
                  <a:pt x="2190294" y="36913"/>
                </a:lnTo>
                <a:lnTo>
                  <a:pt x="2189917" y="36710"/>
                </a:lnTo>
                <a:lnTo>
                  <a:pt x="2189524" y="36538"/>
                </a:lnTo>
                <a:lnTo>
                  <a:pt x="2189117" y="36395"/>
                </a:lnTo>
                <a:lnTo>
                  <a:pt x="2188700" y="36278"/>
                </a:lnTo>
                <a:lnTo>
                  <a:pt x="2188275" y="36184"/>
                </a:lnTo>
                <a:lnTo>
                  <a:pt x="2187844" y="36111"/>
                </a:lnTo>
                <a:lnTo>
                  <a:pt x="2187410" y="36056"/>
                </a:lnTo>
                <a:lnTo>
                  <a:pt x="2186977" y="36017"/>
                </a:lnTo>
                <a:lnTo>
                  <a:pt x="2186546" y="35990"/>
                </a:lnTo>
                <a:lnTo>
                  <a:pt x="2186121" y="35974"/>
                </a:lnTo>
                <a:lnTo>
                  <a:pt x="2185703" y="35966"/>
                </a:lnTo>
                <a:lnTo>
                  <a:pt x="2185297" y="35963"/>
                </a:lnTo>
                <a:lnTo>
                  <a:pt x="2184903" y="35963"/>
                </a:lnTo>
                <a:lnTo>
                  <a:pt x="2153288" y="35963"/>
                </a:lnTo>
                <a:lnTo>
                  <a:pt x="2153288" y="20156"/>
                </a:lnTo>
                <a:lnTo>
                  <a:pt x="2153288" y="19695"/>
                </a:lnTo>
                <a:lnTo>
                  <a:pt x="2153284" y="19230"/>
                </a:lnTo>
                <a:lnTo>
                  <a:pt x="2153275" y="18763"/>
                </a:lnTo>
                <a:lnTo>
                  <a:pt x="2153258" y="18297"/>
                </a:lnTo>
                <a:lnTo>
                  <a:pt x="2153229" y="17833"/>
                </a:lnTo>
                <a:lnTo>
                  <a:pt x="2153186" y="17374"/>
                </a:lnTo>
                <a:lnTo>
                  <a:pt x="2153125" y="16921"/>
                </a:lnTo>
                <a:lnTo>
                  <a:pt x="2153045" y="16477"/>
                </a:lnTo>
                <a:lnTo>
                  <a:pt x="2152942" y="16043"/>
                </a:lnTo>
                <a:lnTo>
                  <a:pt x="2152814" y="15623"/>
                </a:lnTo>
                <a:lnTo>
                  <a:pt x="2152657" y="15217"/>
                </a:lnTo>
                <a:lnTo>
                  <a:pt x="2152468" y="14828"/>
                </a:lnTo>
                <a:lnTo>
                  <a:pt x="2152246" y="14459"/>
                </a:lnTo>
                <a:lnTo>
                  <a:pt x="2151987" y="14110"/>
                </a:lnTo>
                <a:lnTo>
                  <a:pt x="2151687" y="13785"/>
                </a:lnTo>
                <a:lnTo>
                  <a:pt x="2151345" y="13485"/>
                </a:lnTo>
                <a:lnTo>
                  <a:pt x="2150958" y="13213"/>
                </a:lnTo>
                <a:lnTo>
                  <a:pt x="2150522" y="12970"/>
                </a:lnTo>
                <a:lnTo>
                  <a:pt x="2150035" y="12759"/>
                </a:lnTo>
                <a:lnTo>
                  <a:pt x="2149493" y="12581"/>
                </a:lnTo>
                <a:lnTo>
                  <a:pt x="2148895" y="12440"/>
                </a:lnTo>
                <a:lnTo>
                  <a:pt x="2148237" y="12336"/>
                </a:lnTo>
                <a:lnTo>
                  <a:pt x="2147517" y="12272"/>
                </a:lnTo>
                <a:lnTo>
                  <a:pt x="2146731" y="12250"/>
                </a:lnTo>
                <a:lnTo>
                  <a:pt x="2145922" y="12271"/>
                </a:lnTo>
                <a:lnTo>
                  <a:pt x="2145181" y="12332"/>
                </a:lnTo>
                <a:lnTo>
                  <a:pt x="2144504" y="12432"/>
                </a:lnTo>
                <a:lnTo>
                  <a:pt x="2143889" y="12568"/>
                </a:lnTo>
                <a:lnTo>
                  <a:pt x="2143332" y="12739"/>
                </a:lnTo>
                <a:lnTo>
                  <a:pt x="2142831" y="12943"/>
                </a:lnTo>
                <a:lnTo>
                  <a:pt x="2142383" y="13178"/>
                </a:lnTo>
                <a:lnTo>
                  <a:pt x="2141984" y="13443"/>
                </a:lnTo>
                <a:lnTo>
                  <a:pt x="2141632" y="13735"/>
                </a:lnTo>
                <a:lnTo>
                  <a:pt x="2141324" y="14052"/>
                </a:lnTo>
                <a:lnTo>
                  <a:pt x="2141057" y="14393"/>
                </a:lnTo>
                <a:lnTo>
                  <a:pt x="2140829" y="14757"/>
                </a:lnTo>
                <a:lnTo>
                  <a:pt x="2140635" y="15140"/>
                </a:lnTo>
                <a:lnTo>
                  <a:pt x="2140473" y="15541"/>
                </a:lnTo>
                <a:lnTo>
                  <a:pt x="2140341" y="15959"/>
                </a:lnTo>
                <a:lnTo>
                  <a:pt x="2140235" y="16392"/>
                </a:lnTo>
                <a:lnTo>
                  <a:pt x="2140153" y="16837"/>
                </a:lnTo>
                <a:lnTo>
                  <a:pt x="2140091" y="17293"/>
                </a:lnTo>
                <a:lnTo>
                  <a:pt x="2140046" y="17758"/>
                </a:lnTo>
                <a:lnTo>
                  <a:pt x="2140017" y="18231"/>
                </a:lnTo>
                <a:lnTo>
                  <a:pt x="2139999" y="18708"/>
                </a:lnTo>
                <a:lnTo>
                  <a:pt x="2139989" y="19190"/>
                </a:lnTo>
                <a:lnTo>
                  <a:pt x="2139986" y="19673"/>
                </a:lnTo>
                <a:lnTo>
                  <a:pt x="2139985" y="20156"/>
                </a:lnTo>
                <a:lnTo>
                  <a:pt x="2139985" y="35963"/>
                </a:lnTo>
                <a:lnTo>
                  <a:pt x="2123211" y="35963"/>
                </a:lnTo>
                <a:lnTo>
                  <a:pt x="2122817" y="35963"/>
                </a:lnTo>
                <a:lnTo>
                  <a:pt x="2122408" y="35966"/>
                </a:lnTo>
                <a:lnTo>
                  <a:pt x="2121986" y="35974"/>
                </a:lnTo>
                <a:lnTo>
                  <a:pt x="2121554" y="35990"/>
                </a:lnTo>
                <a:lnTo>
                  <a:pt x="2121116" y="36017"/>
                </a:lnTo>
                <a:lnTo>
                  <a:pt x="2120674" y="36056"/>
                </a:lnTo>
                <a:lnTo>
                  <a:pt x="2120232" y="36111"/>
                </a:lnTo>
                <a:lnTo>
                  <a:pt x="2119791" y="36184"/>
                </a:lnTo>
                <a:lnTo>
                  <a:pt x="2119354" y="36278"/>
                </a:lnTo>
                <a:lnTo>
                  <a:pt x="2118925" y="36395"/>
                </a:lnTo>
                <a:lnTo>
                  <a:pt x="2118507" y="36538"/>
                </a:lnTo>
                <a:lnTo>
                  <a:pt x="2118102" y="36710"/>
                </a:lnTo>
                <a:lnTo>
                  <a:pt x="2117713" y="36913"/>
                </a:lnTo>
                <a:lnTo>
                  <a:pt x="2117343" y="37149"/>
                </a:lnTo>
                <a:lnTo>
                  <a:pt x="2116994" y="37422"/>
                </a:lnTo>
                <a:lnTo>
                  <a:pt x="2116670" y="37734"/>
                </a:lnTo>
                <a:lnTo>
                  <a:pt x="2116374" y="38087"/>
                </a:lnTo>
                <a:lnTo>
                  <a:pt x="2116108" y="38485"/>
                </a:lnTo>
                <a:lnTo>
                  <a:pt x="2115875" y="38929"/>
                </a:lnTo>
                <a:lnTo>
                  <a:pt x="2115678" y="39422"/>
                </a:lnTo>
                <a:lnTo>
                  <a:pt x="2115520" y="39968"/>
                </a:lnTo>
                <a:lnTo>
                  <a:pt x="2115403" y="40567"/>
                </a:lnTo>
                <a:lnTo>
                  <a:pt x="2115332" y="41224"/>
                </a:lnTo>
                <a:lnTo>
                  <a:pt x="2115307" y="41941"/>
                </a:lnTo>
                <a:lnTo>
                  <a:pt x="2115331" y="42634"/>
                </a:lnTo>
                <a:lnTo>
                  <a:pt x="2115403" y="43270"/>
                </a:lnTo>
                <a:lnTo>
                  <a:pt x="2115520" y="43850"/>
                </a:lnTo>
                <a:lnTo>
                  <a:pt x="2115677" y="44378"/>
                </a:lnTo>
                <a:lnTo>
                  <a:pt x="2115873" y="44855"/>
                </a:lnTo>
                <a:lnTo>
                  <a:pt x="2116105" y="45285"/>
                </a:lnTo>
                <a:lnTo>
                  <a:pt x="2116369" y="45669"/>
                </a:lnTo>
                <a:lnTo>
                  <a:pt x="2116663" y="46011"/>
                </a:lnTo>
                <a:lnTo>
                  <a:pt x="2116984" y="46313"/>
                </a:lnTo>
                <a:lnTo>
                  <a:pt x="2117329" y="46577"/>
                </a:lnTo>
                <a:lnTo>
                  <a:pt x="2117694" y="46806"/>
                </a:lnTo>
                <a:lnTo>
                  <a:pt x="2118078" y="47002"/>
                </a:lnTo>
                <a:lnTo>
                  <a:pt x="2118476" y="47168"/>
                </a:lnTo>
                <a:lnTo>
                  <a:pt x="2118887" y="47306"/>
                </a:lnTo>
                <a:lnTo>
                  <a:pt x="2119307" y="47420"/>
                </a:lnTo>
                <a:lnTo>
                  <a:pt x="2119733" y="47511"/>
                </a:lnTo>
                <a:lnTo>
                  <a:pt x="2120163" y="47581"/>
                </a:lnTo>
                <a:lnTo>
                  <a:pt x="2120593" y="47634"/>
                </a:lnTo>
                <a:lnTo>
                  <a:pt x="2121020" y="47673"/>
                </a:lnTo>
                <a:lnTo>
                  <a:pt x="2121442" y="47698"/>
                </a:lnTo>
                <a:lnTo>
                  <a:pt x="2121856" y="47714"/>
                </a:lnTo>
                <a:lnTo>
                  <a:pt x="2122258" y="47721"/>
                </a:lnTo>
                <a:lnTo>
                  <a:pt x="2122646" y="47724"/>
                </a:lnTo>
                <a:lnTo>
                  <a:pt x="2123017" y="47725"/>
                </a:lnTo>
                <a:lnTo>
                  <a:pt x="2139985" y="47725"/>
                </a:lnTo>
                <a:lnTo>
                  <a:pt x="2139985" y="94699"/>
                </a:lnTo>
                <a:lnTo>
                  <a:pt x="2140053" y="96951"/>
                </a:lnTo>
                <a:lnTo>
                  <a:pt x="2140251" y="99083"/>
                </a:lnTo>
                <a:lnTo>
                  <a:pt x="2140576" y="101100"/>
                </a:lnTo>
                <a:lnTo>
                  <a:pt x="2141022" y="103002"/>
                </a:lnTo>
                <a:lnTo>
                  <a:pt x="2141582" y="104792"/>
                </a:lnTo>
                <a:lnTo>
                  <a:pt x="2142254" y="106472"/>
                </a:lnTo>
                <a:lnTo>
                  <a:pt x="2143030" y="108043"/>
                </a:lnTo>
                <a:lnTo>
                  <a:pt x="2143905" y="109508"/>
                </a:lnTo>
                <a:lnTo>
                  <a:pt x="2144875" y="110869"/>
                </a:lnTo>
                <a:lnTo>
                  <a:pt x="2145934" y="112128"/>
                </a:lnTo>
                <a:lnTo>
                  <a:pt x="2147077" y="113286"/>
                </a:lnTo>
                <a:lnTo>
                  <a:pt x="2148299" y="114346"/>
                </a:lnTo>
                <a:lnTo>
                  <a:pt x="2149594" y="115310"/>
                </a:lnTo>
                <a:lnTo>
                  <a:pt x="2150957" y="116179"/>
                </a:lnTo>
                <a:lnTo>
                  <a:pt x="2152382" y="116956"/>
                </a:lnTo>
                <a:lnTo>
                  <a:pt x="2153865" y="117643"/>
                </a:lnTo>
                <a:lnTo>
                  <a:pt x="2155401" y="118241"/>
                </a:lnTo>
                <a:lnTo>
                  <a:pt x="2156983" y="118754"/>
                </a:lnTo>
                <a:lnTo>
                  <a:pt x="2158607" y="119182"/>
                </a:lnTo>
                <a:lnTo>
                  <a:pt x="2160267" y="119527"/>
                </a:lnTo>
                <a:lnTo>
                  <a:pt x="2161959" y="119793"/>
                </a:lnTo>
                <a:lnTo>
                  <a:pt x="2163676" y="119980"/>
                </a:lnTo>
                <a:lnTo>
                  <a:pt x="2165414" y="120090"/>
                </a:lnTo>
                <a:lnTo>
                  <a:pt x="2167167" y="120127"/>
                </a:lnTo>
                <a:lnTo>
                  <a:pt x="2168957" y="120084"/>
                </a:lnTo>
                <a:lnTo>
                  <a:pt x="2170753" y="119954"/>
                </a:lnTo>
                <a:lnTo>
                  <a:pt x="2172548" y="119737"/>
                </a:lnTo>
                <a:lnTo>
                  <a:pt x="2174335" y="119434"/>
                </a:lnTo>
                <a:lnTo>
                  <a:pt x="2176107" y="119042"/>
                </a:lnTo>
                <a:lnTo>
                  <a:pt x="2177856" y="118564"/>
                </a:lnTo>
                <a:lnTo>
                  <a:pt x="2179575" y="117997"/>
                </a:lnTo>
                <a:lnTo>
                  <a:pt x="2181256" y="117343"/>
                </a:lnTo>
                <a:lnTo>
                  <a:pt x="2182892" y="116600"/>
                </a:lnTo>
                <a:lnTo>
                  <a:pt x="2184477" y="115769"/>
                </a:lnTo>
                <a:lnTo>
                  <a:pt x="2186001" y="114849"/>
                </a:lnTo>
                <a:lnTo>
                  <a:pt x="2187459" y="113840"/>
                </a:lnTo>
                <a:lnTo>
                  <a:pt x="2188842" y="112741"/>
                </a:lnTo>
                <a:lnTo>
                  <a:pt x="2190144" y="111553"/>
                </a:lnTo>
                <a:lnTo>
                  <a:pt x="2191357" y="110276"/>
                </a:lnTo>
                <a:lnTo>
                  <a:pt x="2192473" y="108908"/>
                </a:lnTo>
                <a:lnTo>
                  <a:pt x="2193486" y="107450"/>
                </a:lnTo>
                <a:lnTo>
                  <a:pt x="2194387" y="105902"/>
                </a:lnTo>
                <a:lnTo>
                  <a:pt x="2195170" y="104263"/>
                </a:lnTo>
                <a:lnTo>
                  <a:pt x="2195827" y="102533"/>
                </a:lnTo>
                <a:lnTo>
                  <a:pt x="2196351" y="100712"/>
                </a:lnTo>
                <a:lnTo>
                  <a:pt x="2196734" y="98800"/>
                </a:lnTo>
                <a:lnTo>
                  <a:pt x="2196970" y="96796"/>
                </a:lnTo>
                <a:lnTo>
                  <a:pt x="2197050" y="94699"/>
                </a:lnTo>
                <a:lnTo>
                  <a:pt x="2197049" y="94264"/>
                </a:lnTo>
                <a:lnTo>
                  <a:pt x="2197046" y="93824"/>
                </a:lnTo>
                <a:lnTo>
                  <a:pt x="2197037" y="93382"/>
                </a:lnTo>
                <a:lnTo>
                  <a:pt x="2197019" y="92940"/>
                </a:lnTo>
                <a:lnTo>
                  <a:pt x="2196989" y="92500"/>
                </a:lnTo>
                <a:lnTo>
                  <a:pt x="2196944" y="92064"/>
                </a:lnTo>
                <a:close/>
                <a:moveTo>
                  <a:pt x="375068" y="92064"/>
                </a:moveTo>
                <a:lnTo>
                  <a:pt x="375006" y="91634"/>
                </a:lnTo>
                <a:lnTo>
                  <a:pt x="374923" y="91213"/>
                </a:lnTo>
                <a:lnTo>
                  <a:pt x="374817" y="90801"/>
                </a:lnTo>
                <a:lnTo>
                  <a:pt x="374685" y="90401"/>
                </a:lnTo>
                <a:lnTo>
                  <a:pt x="374523" y="90015"/>
                </a:lnTo>
                <a:lnTo>
                  <a:pt x="374329" y="89646"/>
                </a:lnTo>
                <a:lnTo>
                  <a:pt x="374101" y="89294"/>
                </a:lnTo>
                <a:lnTo>
                  <a:pt x="373834" y="88963"/>
                </a:lnTo>
                <a:lnTo>
                  <a:pt x="373525" y="88653"/>
                </a:lnTo>
                <a:lnTo>
                  <a:pt x="373174" y="88368"/>
                </a:lnTo>
                <a:lnTo>
                  <a:pt x="372775" y="88108"/>
                </a:lnTo>
                <a:lnTo>
                  <a:pt x="372326" y="87877"/>
                </a:lnTo>
                <a:lnTo>
                  <a:pt x="371825" y="87676"/>
                </a:lnTo>
                <a:lnTo>
                  <a:pt x="371268" y="87507"/>
                </a:lnTo>
                <a:lnTo>
                  <a:pt x="370652" y="87372"/>
                </a:lnTo>
                <a:lnTo>
                  <a:pt x="369975" y="87273"/>
                </a:lnTo>
                <a:lnTo>
                  <a:pt x="369234" y="87212"/>
                </a:lnTo>
                <a:lnTo>
                  <a:pt x="368425" y="87191"/>
                </a:lnTo>
                <a:lnTo>
                  <a:pt x="367661" y="87212"/>
                </a:lnTo>
                <a:lnTo>
                  <a:pt x="366960" y="87273"/>
                </a:lnTo>
                <a:lnTo>
                  <a:pt x="366317" y="87372"/>
                </a:lnTo>
                <a:lnTo>
                  <a:pt x="365731" y="87506"/>
                </a:lnTo>
                <a:lnTo>
                  <a:pt x="365198" y="87674"/>
                </a:lnTo>
                <a:lnTo>
                  <a:pt x="364717" y="87874"/>
                </a:lnTo>
                <a:lnTo>
                  <a:pt x="364285" y="88104"/>
                </a:lnTo>
                <a:lnTo>
                  <a:pt x="363899" y="88361"/>
                </a:lnTo>
                <a:lnTo>
                  <a:pt x="363556" y="88643"/>
                </a:lnTo>
                <a:lnTo>
                  <a:pt x="363254" y="88949"/>
                </a:lnTo>
                <a:lnTo>
                  <a:pt x="362990" y="89276"/>
                </a:lnTo>
                <a:lnTo>
                  <a:pt x="362762" y="89622"/>
                </a:lnTo>
                <a:lnTo>
                  <a:pt x="362568" y="89985"/>
                </a:lnTo>
                <a:lnTo>
                  <a:pt x="362403" y="90363"/>
                </a:lnTo>
                <a:lnTo>
                  <a:pt x="362267" y="90753"/>
                </a:lnTo>
                <a:lnTo>
                  <a:pt x="362156" y="91155"/>
                </a:lnTo>
                <a:lnTo>
                  <a:pt x="362068" y="91565"/>
                </a:lnTo>
                <a:lnTo>
                  <a:pt x="362000" y="91982"/>
                </a:lnTo>
                <a:lnTo>
                  <a:pt x="361950" y="92404"/>
                </a:lnTo>
                <a:lnTo>
                  <a:pt x="361914" y="92828"/>
                </a:lnTo>
                <a:lnTo>
                  <a:pt x="361891" y="93252"/>
                </a:lnTo>
                <a:lnTo>
                  <a:pt x="361878" y="93674"/>
                </a:lnTo>
                <a:lnTo>
                  <a:pt x="361872" y="94093"/>
                </a:lnTo>
                <a:lnTo>
                  <a:pt x="361870" y="94505"/>
                </a:lnTo>
                <a:lnTo>
                  <a:pt x="361791" y="95946"/>
                </a:lnTo>
                <a:lnTo>
                  <a:pt x="361608" y="97285"/>
                </a:lnTo>
                <a:lnTo>
                  <a:pt x="361326" y="98528"/>
                </a:lnTo>
                <a:lnTo>
                  <a:pt x="360955" y="99676"/>
                </a:lnTo>
                <a:lnTo>
                  <a:pt x="360502" y="100735"/>
                </a:lnTo>
                <a:lnTo>
                  <a:pt x="359973" y="101707"/>
                </a:lnTo>
                <a:lnTo>
                  <a:pt x="359378" y="102595"/>
                </a:lnTo>
                <a:lnTo>
                  <a:pt x="358722" y="103404"/>
                </a:lnTo>
                <a:lnTo>
                  <a:pt x="358015" y="104137"/>
                </a:lnTo>
                <a:lnTo>
                  <a:pt x="357262" y="104797"/>
                </a:lnTo>
                <a:lnTo>
                  <a:pt x="356473" y="105387"/>
                </a:lnTo>
                <a:lnTo>
                  <a:pt x="355654" y="105912"/>
                </a:lnTo>
                <a:lnTo>
                  <a:pt x="354812" y="106375"/>
                </a:lnTo>
                <a:lnTo>
                  <a:pt x="353957" y="106780"/>
                </a:lnTo>
                <a:lnTo>
                  <a:pt x="353094" y="107129"/>
                </a:lnTo>
                <a:lnTo>
                  <a:pt x="352232" y="107426"/>
                </a:lnTo>
                <a:lnTo>
                  <a:pt x="351377" y="107676"/>
                </a:lnTo>
                <a:lnTo>
                  <a:pt x="350539" y="107880"/>
                </a:lnTo>
                <a:lnTo>
                  <a:pt x="349723" y="108044"/>
                </a:lnTo>
                <a:lnTo>
                  <a:pt x="348938" y="108170"/>
                </a:lnTo>
                <a:lnTo>
                  <a:pt x="348191" y="108262"/>
                </a:lnTo>
                <a:lnTo>
                  <a:pt x="347490" y="108323"/>
                </a:lnTo>
                <a:lnTo>
                  <a:pt x="346842" y="108357"/>
                </a:lnTo>
                <a:lnTo>
                  <a:pt x="346255" y="108368"/>
                </a:lnTo>
                <a:lnTo>
                  <a:pt x="344476" y="108317"/>
                </a:lnTo>
                <a:lnTo>
                  <a:pt x="342845" y="108168"/>
                </a:lnTo>
                <a:lnTo>
                  <a:pt x="341356" y="107928"/>
                </a:lnTo>
                <a:lnTo>
                  <a:pt x="340002" y="107604"/>
                </a:lnTo>
                <a:lnTo>
                  <a:pt x="338776" y="107202"/>
                </a:lnTo>
                <a:lnTo>
                  <a:pt x="337674" y="106728"/>
                </a:lnTo>
                <a:lnTo>
                  <a:pt x="336687" y="106190"/>
                </a:lnTo>
                <a:lnTo>
                  <a:pt x="335810" y="105594"/>
                </a:lnTo>
                <a:lnTo>
                  <a:pt x="335035" y="104946"/>
                </a:lnTo>
                <a:lnTo>
                  <a:pt x="334358" y="104254"/>
                </a:lnTo>
                <a:lnTo>
                  <a:pt x="333770" y="103523"/>
                </a:lnTo>
                <a:lnTo>
                  <a:pt x="333267" y="102760"/>
                </a:lnTo>
                <a:lnTo>
                  <a:pt x="332840" y="101973"/>
                </a:lnTo>
                <a:lnTo>
                  <a:pt x="332485" y="101167"/>
                </a:lnTo>
                <a:lnTo>
                  <a:pt x="332194" y="100349"/>
                </a:lnTo>
                <a:lnTo>
                  <a:pt x="331961" y="99526"/>
                </a:lnTo>
                <a:lnTo>
                  <a:pt x="331780" y="98704"/>
                </a:lnTo>
                <a:lnTo>
                  <a:pt x="331643" y="97890"/>
                </a:lnTo>
                <a:lnTo>
                  <a:pt x="331545" y="97091"/>
                </a:lnTo>
                <a:lnTo>
                  <a:pt x="331480" y="96313"/>
                </a:lnTo>
                <a:lnTo>
                  <a:pt x="331440" y="95562"/>
                </a:lnTo>
                <a:lnTo>
                  <a:pt x="331420" y="94846"/>
                </a:lnTo>
                <a:lnTo>
                  <a:pt x="331412" y="94171"/>
                </a:lnTo>
                <a:lnTo>
                  <a:pt x="331411" y="93543"/>
                </a:lnTo>
                <a:lnTo>
                  <a:pt x="331411" y="47725"/>
                </a:lnTo>
                <a:lnTo>
                  <a:pt x="363026" y="47725"/>
                </a:lnTo>
                <a:lnTo>
                  <a:pt x="363397" y="47724"/>
                </a:lnTo>
                <a:lnTo>
                  <a:pt x="363786" y="47721"/>
                </a:lnTo>
                <a:lnTo>
                  <a:pt x="364188" y="47714"/>
                </a:lnTo>
                <a:lnTo>
                  <a:pt x="364602" y="47698"/>
                </a:lnTo>
                <a:lnTo>
                  <a:pt x="365024" y="47673"/>
                </a:lnTo>
                <a:lnTo>
                  <a:pt x="365452" y="47634"/>
                </a:lnTo>
                <a:lnTo>
                  <a:pt x="365882" y="47581"/>
                </a:lnTo>
                <a:lnTo>
                  <a:pt x="366311" y="47511"/>
                </a:lnTo>
                <a:lnTo>
                  <a:pt x="366738" y="47420"/>
                </a:lnTo>
                <a:lnTo>
                  <a:pt x="367158" y="47306"/>
                </a:lnTo>
                <a:lnTo>
                  <a:pt x="367569" y="47168"/>
                </a:lnTo>
                <a:lnTo>
                  <a:pt x="367968" y="47002"/>
                </a:lnTo>
                <a:lnTo>
                  <a:pt x="368351" y="46806"/>
                </a:lnTo>
                <a:lnTo>
                  <a:pt x="368717" y="46577"/>
                </a:lnTo>
                <a:lnTo>
                  <a:pt x="369062" y="46313"/>
                </a:lnTo>
                <a:lnTo>
                  <a:pt x="369383" y="46011"/>
                </a:lnTo>
                <a:lnTo>
                  <a:pt x="369677" y="45669"/>
                </a:lnTo>
                <a:lnTo>
                  <a:pt x="369941" y="45285"/>
                </a:lnTo>
                <a:lnTo>
                  <a:pt x="370173" y="44855"/>
                </a:lnTo>
                <a:lnTo>
                  <a:pt x="370369" y="44378"/>
                </a:lnTo>
                <a:lnTo>
                  <a:pt x="370527" y="43850"/>
                </a:lnTo>
                <a:lnTo>
                  <a:pt x="370643" y="43270"/>
                </a:lnTo>
                <a:lnTo>
                  <a:pt x="370715" y="42634"/>
                </a:lnTo>
                <a:lnTo>
                  <a:pt x="370740" y="41941"/>
                </a:lnTo>
                <a:lnTo>
                  <a:pt x="370716" y="41224"/>
                </a:lnTo>
                <a:lnTo>
                  <a:pt x="370647" y="40567"/>
                </a:lnTo>
                <a:lnTo>
                  <a:pt x="370535" y="39968"/>
                </a:lnTo>
                <a:lnTo>
                  <a:pt x="370383" y="39422"/>
                </a:lnTo>
                <a:lnTo>
                  <a:pt x="370193" y="38929"/>
                </a:lnTo>
                <a:lnTo>
                  <a:pt x="369969" y="38485"/>
                </a:lnTo>
                <a:lnTo>
                  <a:pt x="369712" y="38087"/>
                </a:lnTo>
                <a:lnTo>
                  <a:pt x="369426" y="37734"/>
                </a:lnTo>
                <a:lnTo>
                  <a:pt x="369113" y="37422"/>
                </a:lnTo>
                <a:lnTo>
                  <a:pt x="368776" y="37149"/>
                </a:lnTo>
                <a:lnTo>
                  <a:pt x="368418" y="36913"/>
                </a:lnTo>
                <a:lnTo>
                  <a:pt x="368040" y="36710"/>
                </a:lnTo>
                <a:lnTo>
                  <a:pt x="367647" y="36538"/>
                </a:lnTo>
                <a:lnTo>
                  <a:pt x="367240" y="36395"/>
                </a:lnTo>
                <a:lnTo>
                  <a:pt x="366823" y="36278"/>
                </a:lnTo>
                <a:lnTo>
                  <a:pt x="366398" y="36184"/>
                </a:lnTo>
                <a:lnTo>
                  <a:pt x="365967" y="36111"/>
                </a:lnTo>
                <a:lnTo>
                  <a:pt x="365534" y="36056"/>
                </a:lnTo>
                <a:lnTo>
                  <a:pt x="365100" y="36017"/>
                </a:lnTo>
                <a:lnTo>
                  <a:pt x="364669" y="35990"/>
                </a:lnTo>
                <a:lnTo>
                  <a:pt x="364244" y="35974"/>
                </a:lnTo>
                <a:lnTo>
                  <a:pt x="363826" y="35966"/>
                </a:lnTo>
                <a:lnTo>
                  <a:pt x="363420" y="35963"/>
                </a:lnTo>
                <a:lnTo>
                  <a:pt x="363026" y="35963"/>
                </a:lnTo>
                <a:lnTo>
                  <a:pt x="331411" y="35963"/>
                </a:lnTo>
                <a:lnTo>
                  <a:pt x="331411" y="20156"/>
                </a:lnTo>
                <a:lnTo>
                  <a:pt x="331411" y="19695"/>
                </a:lnTo>
                <a:lnTo>
                  <a:pt x="331407" y="19230"/>
                </a:lnTo>
                <a:lnTo>
                  <a:pt x="331398" y="18763"/>
                </a:lnTo>
                <a:lnTo>
                  <a:pt x="331381" y="18297"/>
                </a:lnTo>
                <a:lnTo>
                  <a:pt x="331352" y="17833"/>
                </a:lnTo>
                <a:lnTo>
                  <a:pt x="331309" y="17374"/>
                </a:lnTo>
                <a:lnTo>
                  <a:pt x="331249" y="16921"/>
                </a:lnTo>
                <a:lnTo>
                  <a:pt x="331168" y="16477"/>
                </a:lnTo>
                <a:lnTo>
                  <a:pt x="331065" y="16043"/>
                </a:lnTo>
                <a:lnTo>
                  <a:pt x="330937" y="15623"/>
                </a:lnTo>
                <a:lnTo>
                  <a:pt x="330780" y="15217"/>
                </a:lnTo>
                <a:lnTo>
                  <a:pt x="330592" y="14828"/>
                </a:lnTo>
                <a:lnTo>
                  <a:pt x="330369" y="14459"/>
                </a:lnTo>
                <a:lnTo>
                  <a:pt x="330110" y="14110"/>
                </a:lnTo>
                <a:lnTo>
                  <a:pt x="329810" y="13785"/>
                </a:lnTo>
                <a:lnTo>
                  <a:pt x="329468" y="13485"/>
                </a:lnTo>
                <a:lnTo>
                  <a:pt x="329081" y="13213"/>
                </a:lnTo>
                <a:lnTo>
                  <a:pt x="328645" y="12970"/>
                </a:lnTo>
                <a:lnTo>
                  <a:pt x="328158" y="12759"/>
                </a:lnTo>
                <a:lnTo>
                  <a:pt x="327617" y="12581"/>
                </a:lnTo>
                <a:lnTo>
                  <a:pt x="327018" y="12440"/>
                </a:lnTo>
                <a:lnTo>
                  <a:pt x="326361" y="12336"/>
                </a:lnTo>
                <a:lnTo>
                  <a:pt x="325640" y="12272"/>
                </a:lnTo>
                <a:lnTo>
                  <a:pt x="324854" y="12250"/>
                </a:lnTo>
                <a:lnTo>
                  <a:pt x="324045" y="12271"/>
                </a:lnTo>
                <a:lnTo>
                  <a:pt x="323304" y="12332"/>
                </a:lnTo>
                <a:lnTo>
                  <a:pt x="322628" y="12432"/>
                </a:lnTo>
                <a:lnTo>
                  <a:pt x="322012" y="12568"/>
                </a:lnTo>
                <a:lnTo>
                  <a:pt x="321455" y="12739"/>
                </a:lnTo>
                <a:lnTo>
                  <a:pt x="320954" y="12943"/>
                </a:lnTo>
                <a:lnTo>
                  <a:pt x="320506" y="13178"/>
                </a:lnTo>
                <a:lnTo>
                  <a:pt x="320107" y="13443"/>
                </a:lnTo>
                <a:lnTo>
                  <a:pt x="319755" y="13735"/>
                </a:lnTo>
                <a:lnTo>
                  <a:pt x="319448" y="14052"/>
                </a:lnTo>
                <a:lnTo>
                  <a:pt x="319181" y="14393"/>
                </a:lnTo>
                <a:lnTo>
                  <a:pt x="318952" y="14757"/>
                </a:lnTo>
                <a:lnTo>
                  <a:pt x="318758" y="15140"/>
                </a:lnTo>
                <a:lnTo>
                  <a:pt x="318597" y="15541"/>
                </a:lnTo>
                <a:lnTo>
                  <a:pt x="318464" y="15959"/>
                </a:lnTo>
                <a:lnTo>
                  <a:pt x="318358" y="16392"/>
                </a:lnTo>
                <a:lnTo>
                  <a:pt x="318276" y="16837"/>
                </a:lnTo>
                <a:lnTo>
                  <a:pt x="318214" y="17293"/>
                </a:lnTo>
                <a:lnTo>
                  <a:pt x="318170" y="17758"/>
                </a:lnTo>
                <a:lnTo>
                  <a:pt x="318140" y="18231"/>
                </a:lnTo>
                <a:lnTo>
                  <a:pt x="318122" y="18708"/>
                </a:lnTo>
                <a:lnTo>
                  <a:pt x="318112" y="19190"/>
                </a:lnTo>
                <a:lnTo>
                  <a:pt x="318109" y="19673"/>
                </a:lnTo>
                <a:lnTo>
                  <a:pt x="318109" y="20156"/>
                </a:lnTo>
                <a:lnTo>
                  <a:pt x="318109" y="35963"/>
                </a:lnTo>
                <a:lnTo>
                  <a:pt x="301335" y="35963"/>
                </a:lnTo>
                <a:lnTo>
                  <a:pt x="300940" y="35963"/>
                </a:lnTo>
                <a:lnTo>
                  <a:pt x="300531" y="35966"/>
                </a:lnTo>
                <a:lnTo>
                  <a:pt x="300109" y="35974"/>
                </a:lnTo>
                <a:lnTo>
                  <a:pt x="299678" y="35990"/>
                </a:lnTo>
                <a:lnTo>
                  <a:pt x="299240" y="36017"/>
                </a:lnTo>
                <a:lnTo>
                  <a:pt x="298798" y="36056"/>
                </a:lnTo>
                <a:lnTo>
                  <a:pt x="298355" y="36111"/>
                </a:lnTo>
                <a:lnTo>
                  <a:pt x="297914" y="36184"/>
                </a:lnTo>
                <a:lnTo>
                  <a:pt x="297477" y="36278"/>
                </a:lnTo>
                <a:lnTo>
                  <a:pt x="297049" y="36395"/>
                </a:lnTo>
                <a:lnTo>
                  <a:pt x="296630" y="36538"/>
                </a:lnTo>
                <a:lnTo>
                  <a:pt x="296225" y="36710"/>
                </a:lnTo>
                <a:lnTo>
                  <a:pt x="295836" y="36913"/>
                </a:lnTo>
                <a:lnTo>
                  <a:pt x="295466" y="37149"/>
                </a:lnTo>
                <a:lnTo>
                  <a:pt x="295117" y="37422"/>
                </a:lnTo>
                <a:lnTo>
                  <a:pt x="294794" y="37734"/>
                </a:lnTo>
                <a:lnTo>
                  <a:pt x="294497" y="38087"/>
                </a:lnTo>
                <a:lnTo>
                  <a:pt x="294231" y="38485"/>
                </a:lnTo>
                <a:lnTo>
                  <a:pt x="293998" y="38929"/>
                </a:lnTo>
                <a:lnTo>
                  <a:pt x="293801" y="39422"/>
                </a:lnTo>
                <a:lnTo>
                  <a:pt x="293643" y="39968"/>
                </a:lnTo>
                <a:lnTo>
                  <a:pt x="293527" y="40567"/>
                </a:lnTo>
                <a:lnTo>
                  <a:pt x="293455" y="41224"/>
                </a:lnTo>
                <a:lnTo>
                  <a:pt x="293430" y="41941"/>
                </a:lnTo>
                <a:lnTo>
                  <a:pt x="293455" y="42634"/>
                </a:lnTo>
                <a:lnTo>
                  <a:pt x="293527" y="43270"/>
                </a:lnTo>
                <a:lnTo>
                  <a:pt x="293643" y="43850"/>
                </a:lnTo>
                <a:lnTo>
                  <a:pt x="293800" y="44378"/>
                </a:lnTo>
                <a:lnTo>
                  <a:pt x="293996" y="44855"/>
                </a:lnTo>
                <a:lnTo>
                  <a:pt x="294228" y="45285"/>
                </a:lnTo>
                <a:lnTo>
                  <a:pt x="294492" y="45669"/>
                </a:lnTo>
                <a:lnTo>
                  <a:pt x="294786" y="46011"/>
                </a:lnTo>
                <a:lnTo>
                  <a:pt x="295107" y="46313"/>
                </a:lnTo>
                <a:lnTo>
                  <a:pt x="295452" y="46577"/>
                </a:lnTo>
                <a:lnTo>
                  <a:pt x="295817" y="46806"/>
                </a:lnTo>
                <a:lnTo>
                  <a:pt x="296201" y="47002"/>
                </a:lnTo>
                <a:lnTo>
                  <a:pt x="296599" y="47168"/>
                </a:lnTo>
                <a:lnTo>
                  <a:pt x="297010" y="47306"/>
                </a:lnTo>
                <a:lnTo>
                  <a:pt x="297430" y="47420"/>
                </a:lnTo>
                <a:lnTo>
                  <a:pt x="297856" y="47511"/>
                </a:lnTo>
                <a:lnTo>
                  <a:pt x="298286" y="47581"/>
                </a:lnTo>
                <a:lnTo>
                  <a:pt x="298716" y="47634"/>
                </a:lnTo>
                <a:lnTo>
                  <a:pt x="299143" y="47673"/>
                </a:lnTo>
                <a:lnTo>
                  <a:pt x="299565" y="47698"/>
                </a:lnTo>
                <a:lnTo>
                  <a:pt x="299979" y="47714"/>
                </a:lnTo>
                <a:lnTo>
                  <a:pt x="300381" y="47721"/>
                </a:lnTo>
                <a:lnTo>
                  <a:pt x="300769" y="47724"/>
                </a:lnTo>
                <a:lnTo>
                  <a:pt x="301140" y="47725"/>
                </a:lnTo>
                <a:lnTo>
                  <a:pt x="318109" y="47725"/>
                </a:lnTo>
                <a:lnTo>
                  <a:pt x="318109" y="94699"/>
                </a:lnTo>
                <a:lnTo>
                  <a:pt x="318176" y="96951"/>
                </a:lnTo>
                <a:lnTo>
                  <a:pt x="318375" y="99083"/>
                </a:lnTo>
                <a:lnTo>
                  <a:pt x="318699" y="101100"/>
                </a:lnTo>
                <a:lnTo>
                  <a:pt x="319145" y="103002"/>
                </a:lnTo>
                <a:lnTo>
                  <a:pt x="319706" y="104792"/>
                </a:lnTo>
                <a:lnTo>
                  <a:pt x="320377" y="106472"/>
                </a:lnTo>
                <a:lnTo>
                  <a:pt x="321153" y="108043"/>
                </a:lnTo>
                <a:lnTo>
                  <a:pt x="322028" y="109508"/>
                </a:lnTo>
                <a:lnTo>
                  <a:pt x="322998" y="110869"/>
                </a:lnTo>
                <a:lnTo>
                  <a:pt x="324057" y="112128"/>
                </a:lnTo>
                <a:lnTo>
                  <a:pt x="325200" y="113286"/>
                </a:lnTo>
                <a:lnTo>
                  <a:pt x="326422" y="114346"/>
                </a:lnTo>
                <a:lnTo>
                  <a:pt x="327717" y="115310"/>
                </a:lnTo>
                <a:lnTo>
                  <a:pt x="329080" y="116179"/>
                </a:lnTo>
                <a:lnTo>
                  <a:pt x="330505" y="116956"/>
                </a:lnTo>
                <a:lnTo>
                  <a:pt x="331988" y="117643"/>
                </a:lnTo>
                <a:lnTo>
                  <a:pt x="333524" y="118241"/>
                </a:lnTo>
                <a:lnTo>
                  <a:pt x="335106" y="118754"/>
                </a:lnTo>
                <a:lnTo>
                  <a:pt x="336730" y="119182"/>
                </a:lnTo>
                <a:lnTo>
                  <a:pt x="338390" y="119527"/>
                </a:lnTo>
                <a:lnTo>
                  <a:pt x="340082" y="119793"/>
                </a:lnTo>
                <a:lnTo>
                  <a:pt x="341799" y="119980"/>
                </a:lnTo>
                <a:lnTo>
                  <a:pt x="343537" y="120090"/>
                </a:lnTo>
                <a:lnTo>
                  <a:pt x="345291" y="120127"/>
                </a:lnTo>
                <a:lnTo>
                  <a:pt x="347080" y="120084"/>
                </a:lnTo>
                <a:lnTo>
                  <a:pt x="348876" y="119954"/>
                </a:lnTo>
                <a:lnTo>
                  <a:pt x="350671" y="119737"/>
                </a:lnTo>
                <a:lnTo>
                  <a:pt x="352458" y="119434"/>
                </a:lnTo>
                <a:lnTo>
                  <a:pt x="354230" y="119042"/>
                </a:lnTo>
                <a:lnTo>
                  <a:pt x="355979" y="118564"/>
                </a:lnTo>
                <a:lnTo>
                  <a:pt x="357698" y="117997"/>
                </a:lnTo>
                <a:lnTo>
                  <a:pt x="359379" y="117343"/>
                </a:lnTo>
                <a:lnTo>
                  <a:pt x="361015" y="116600"/>
                </a:lnTo>
                <a:lnTo>
                  <a:pt x="362600" y="115769"/>
                </a:lnTo>
                <a:lnTo>
                  <a:pt x="364124" y="114849"/>
                </a:lnTo>
                <a:lnTo>
                  <a:pt x="365582" y="113840"/>
                </a:lnTo>
                <a:lnTo>
                  <a:pt x="366966" y="112741"/>
                </a:lnTo>
                <a:lnTo>
                  <a:pt x="368267" y="111553"/>
                </a:lnTo>
                <a:lnTo>
                  <a:pt x="369480" y="110276"/>
                </a:lnTo>
                <a:lnTo>
                  <a:pt x="370596" y="108908"/>
                </a:lnTo>
                <a:lnTo>
                  <a:pt x="371609" y="107450"/>
                </a:lnTo>
                <a:lnTo>
                  <a:pt x="372510" y="105902"/>
                </a:lnTo>
                <a:lnTo>
                  <a:pt x="373293" y="104263"/>
                </a:lnTo>
                <a:lnTo>
                  <a:pt x="373950" y="102533"/>
                </a:lnTo>
                <a:lnTo>
                  <a:pt x="374474" y="100712"/>
                </a:lnTo>
                <a:lnTo>
                  <a:pt x="374858" y="98800"/>
                </a:lnTo>
                <a:lnTo>
                  <a:pt x="375093" y="96796"/>
                </a:lnTo>
                <a:lnTo>
                  <a:pt x="375173" y="94699"/>
                </a:lnTo>
                <a:lnTo>
                  <a:pt x="375173" y="94264"/>
                </a:lnTo>
                <a:lnTo>
                  <a:pt x="375169" y="93824"/>
                </a:lnTo>
                <a:lnTo>
                  <a:pt x="375160" y="93382"/>
                </a:lnTo>
                <a:lnTo>
                  <a:pt x="375142" y="92940"/>
                </a:lnTo>
                <a:lnTo>
                  <a:pt x="375112" y="92500"/>
                </a:lnTo>
                <a:lnTo>
                  <a:pt x="375068" y="92064"/>
                </a:lnTo>
                <a:close/>
                <a:moveTo>
                  <a:pt x="792210" y="109759"/>
                </a:moveTo>
                <a:lnTo>
                  <a:pt x="791947" y="109362"/>
                </a:lnTo>
                <a:lnTo>
                  <a:pt x="791645" y="109009"/>
                </a:lnTo>
                <a:lnTo>
                  <a:pt x="791305" y="108697"/>
                </a:lnTo>
                <a:lnTo>
                  <a:pt x="790927" y="108424"/>
                </a:lnTo>
                <a:lnTo>
                  <a:pt x="790512" y="108188"/>
                </a:lnTo>
                <a:lnTo>
                  <a:pt x="790060" y="107985"/>
                </a:lnTo>
                <a:lnTo>
                  <a:pt x="789572" y="107813"/>
                </a:lnTo>
                <a:lnTo>
                  <a:pt x="789049" y="107670"/>
                </a:lnTo>
                <a:lnTo>
                  <a:pt x="788490" y="107553"/>
                </a:lnTo>
                <a:lnTo>
                  <a:pt x="787897" y="107459"/>
                </a:lnTo>
                <a:lnTo>
                  <a:pt x="787269" y="107386"/>
                </a:lnTo>
                <a:lnTo>
                  <a:pt x="786608" y="107331"/>
                </a:lnTo>
                <a:lnTo>
                  <a:pt x="785914" y="107292"/>
                </a:lnTo>
                <a:lnTo>
                  <a:pt x="785187" y="107266"/>
                </a:lnTo>
                <a:lnTo>
                  <a:pt x="784428" y="107250"/>
                </a:lnTo>
                <a:lnTo>
                  <a:pt x="783638" y="107242"/>
                </a:lnTo>
                <a:lnTo>
                  <a:pt x="782816" y="107239"/>
                </a:lnTo>
                <a:lnTo>
                  <a:pt x="781964" y="107238"/>
                </a:lnTo>
                <a:lnTo>
                  <a:pt x="781964" y="60649"/>
                </a:lnTo>
                <a:lnTo>
                  <a:pt x="781962" y="60076"/>
                </a:lnTo>
                <a:lnTo>
                  <a:pt x="781954" y="59332"/>
                </a:lnTo>
                <a:lnTo>
                  <a:pt x="781930" y="58434"/>
                </a:lnTo>
                <a:lnTo>
                  <a:pt x="781884" y="57399"/>
                </a:lnTo>
                <a:lnTo>
                  <a:pt x="781809" y="56246"/>
                </a:lnTo>
                <a:lnTo>
                  <a:pt x="781696" y="54991"/>
                </a:lnTo>
                <a:lnTo>
                  <a:pt x="781538" y="53651"/>
                </a:lnTo>
                <a:lnTo>
                  <a:pt x="781328" y="52244"/>
                </a:lnTo>
                <a:lnTo>
                  <a:pt x="781059" y="50788"/>
                </a:lnTo>
                <a:lnTo>
                  <a:pt x="780722" y="49300"/>
                </a:lnTo>
                <a:lnTo>
                  <a:pt x="780312" y="47797"/>
                </a:lnTo>
                <a:lnTo>
                  <a:pt x="779819" y="46297"/>
                </a:lnTo>
                <a:lnTo>
                  <a:pt x="779237" y="44817"/>
                </a:lnTo>
                <a:lnTo>
                  <a:pt x="778558" y="43374"/>
                </a:lnTo>
                <a:lnTo>
                  <a:pt x="777774" y="41986"/>
                </a:lnTo>
                <a:lnTo>
                  <a:pt x="776879" y="40670"/>
                </a:lnTo>
                <a:lnTo>
                  <a:pt x="775865" y="39444"/>
                </a:lnTo>
                <a:lnTo>
                  <a:pt x="774725" y="38325"/>
                </a:lnTo>
                <a:lnTo>
                  <a:pt x="773450" y="37331"/>
                </a:lnTo>
                <a:lnTo>
                  <a:pt x="772034" y="36478"/>
                </a:lnTo>
                <a:lnTo>
                  <a:pt x="770468" y="35784"/>
                </a:lnTo>
                <a:lnTo>
                  <a:pt x="768747" y="35267"/>
                </a:lnTo>
                <a:lnTo>
                  <a:pt x="766861" y="34945"/>
                </a:lnTo>
                <a:lnTo>
                  <a:pt x="764804" y="34833"/>
                </a:lnTo>
                <a:lnTo>
                  <a:pt x="764071" y="34846"/>
                </a:lnTo>
                <a:lnTo>
                  <a:pt x="763317" y="34887"/>
                </a:lnTo>
                <a:lnTo>
                  <a:pt x="762545" y="34955"/>
                </a:lnTo>
                <a:lnTo>
                  <a:pt x="761757" y="35054"/>
                </a:lnTo>
                <a:lnTo>
                  <a:pt x="760955" y="35182"/>
                </a:lnTo>
                <a:lnTo>
                  <a:pt x="760141" y="35342"/>
                </a:lnTo>
                <a:lnTo>
                  <a:pt x="759317" y="35535"/>
                </a:lnTo>
                <a:lnTo>
                  <a:pt x="758485" y="35761"/>
                </a:lnTo>
                <a:lnTo>
                  <a:pt x="757647" y="36023"/>
                </a:lnTo>
                <a:lnTo>
                  <a:pt x="756805" y="36320"/>
                </a:lnTo>
                <a:lnTo>
                  <a:pt x="755961" y="36654"/>
                </a:lnTo>
                <a:lnTo>
                  <a:pt x="755117" y="37026"/>
                </a:lnTo>
                <a:lnTo>
                  <a:pt x="754275" y="37438"/>
                </a:lnTo>
                <a:lnTo>
                  <a:pt x="753437" y="37889"/>
                </a:lnTo>
                <a:lnTo>
                  <a:pt x="752604" y="38382"/>
                </a:lnTo>
                <a:lnTo>
                  <a:pt x="751780" y="38918"/>
                </a:lnTo>
                <a:lnTo>
                  <a:pt x="750966" y="39497"/>
                </a:lnTo>
                <a:lnTo>
                  <a:pt x="750164" y="40120"/>
                </a:lnTo>
                <a:lnTo>
                  <a:pt x="749377" y="40790"/>
                </a:lnTo>
                <a:lnTo>
                  <a:pt x="748605" y="41506"/>
                </a:lnTo>
                <a:lnTo>
                  <a:pt x="747851" y="42270"/>
                </a:lnTo>
                <a:lnTo>
                  <a:pt x="747117" y="43082"/>
                </a:lnTo>
                <a:lnTo>
                  <a:pt x="746406" y="43945"/>
                </a:lnTo>
                <a:lnTo>
                  <a:pt x="745718" y="44859"/>
                </a:lnTo>
                <a:lnTo>
                  <a:pt x="745344" y="44056"/>
                </a:lnTo>
                <a:lnTo>
                  <a:pt x="744944" y="43285"/>
                </a:lnTo>
                <a:lnTo>
                  <a:pt x="744519" y="42547"/>
                </a:lnTo>
                <a:lnTo>
                  <a:pt x="744071" y="41841"/>
                </a:lnTo>
                <a:lnTo>
                  <a:pt x="743598" y="41168"/>
                </a:lnTo>
                <a:lnTo>
                  <a:pt x="743103" y="40527"/>
                </a:lnTo>
                <a:lnTo>
                  <a:pt x="742586" y="39920"/>
                </a:lnTo>
                <a:lnTo>
                  <a:pt x="742048" y="39347"/>
                </a:lnTo>
                <a:lnTo>
                  <a:pt x="741489" y="38806"/>
                </a:lnTo>
                <a:lnTo>
                  <a:pt x="740910" y="38300"/>
                </a:lnTo>
                <a:lnTo>
                  <a:pt x="740311" y="37827"/>
                </a:lnTo>
                <a:lnTo>
                  <a:pt x="739693" y="37388"/>
                </a:lnTo>
                <a:lnTo>
                  <a:pt x="739058" y="36983"/>
                </a:lnTo>
                <a:lnTo>
                  <a:pt x="738405" y="36613"/>
                </a:lnTo>
                <a:lnTo>
                  <a:pt x="737735" y="36277"/>
                </a:lnTo>
                <a:lnTo>
                  <a:pt x="737050" y="35976"/>
                </a:lnTo>
                <a:lnTo>
                  <a:pt x="736348" y="35709"/>
                </a:lnTo>
                <a:lnTo>
                  <a:pt x="735632" y="35478"/>
                </a:lnTo>
                <a:lnTo>
                  <a:pt x="734903" y="35282"/>
                </a:lnTo>
                <a:lnTo>
                  <a:pt x="734159" y="35121"/>
                </a:lnTo>
                <a:lnTo>
                  <a:pt x="733403" y="34995"/>
                </a:lnTo>
                <a:lnTo>
                  <a:pt x="732635" y="34905"/>
                </a:lnTo>
                <a:lnTo>
                  <a:pt x="731855" y="34851"/>
                </a:lnTo>
                <a:lnTo>
                  <a:pt x="731065" y="34833"/>
                </a:lnTo>
                <a:lnTo>
                  <a:pt x="730296" y="34847"/>
                </a:lnTo>
                <a:lnTo>
                  <a:pt x="729531" y="34889"/>
                </a:lnTo>
                <a:lnTo>
                  <a:pt x="728771" y="34957"/>
                </a:lnTo>
                <a:lnTo>
                  <a:pt x="728016" y="35053"/>
                </a:lnTo>
                <a:lnTo>
                  <a:pt x="727267" y="35174"/>
                </a:lnTo>
                <a:lnTo>
                  <a:pt x="726523" y="35321"/>
                </a:lnTo>
                <a:lnTo>
                  <a:pt x="725785" y="35494"/>
                </a:lnTo>
                <a:lnTo>
                  <a:pt x="725053" y="35690"/>
                </a:lnTo>
                <a:lnTo>
                  <a:pt x="724328" y="35911"/>
                </a:lnTo>
                <a:lnTo>
                  <a:pt x="723611" y="36156"/>
                </a:lnTo>
                <a:lnTo>
                  <a:pt x="722900" y="36423"/>
                </a:lnTo>
                <a:lnTo>
                  <a:pt x="722197" y="36714"/>
                </a:lnTo>
                <a:lnTo>
                  <a:pt x="721502" y="37026"/>
                </a:lnTo>
                <a:lnTo>
                  <a:pt x="720816" y="37360"/>
                </a:lnTo>
                <a:lnTo>
                  <a:pt x="720138" y="37715"/>
                </a:lnTo>
                <a:lnTo>
                  <a:pt x="719470" y="38091"/>
                </a:lnTo>
                <a:lnTo>
                  <a:pt x="718810" y="38486"/>
                </a:lnTo>
                <a:lnTo>
                  <a:pt x="718161" y="38902"/>
                </a:lnTo>
                <a:lnTo>
                  <a:pt x="717521" y="39336"/>
                </a:lnTo>
                <a:lnTo>
                  <a:pt x="716892" y="39789"/>
                </a:lnTo>
                <a:lnTo>
                  <a:pt x="716273" y="40260"/>
                </a:lnTo>
                <a:lnTo>
                  <a:pt x="715666" y="40748"/>
                </a:lnTo>
                <a:lnTo>
                  <a:pt x="715070" y="41254"/>
                </a:lnTo>
                <a:lnTo>
                  <a:pt x="714485" y="41776"/>
                </a:lnTo>
                <a:lnTo>
                  <a:pt x="714419" y="41079"/>
                </a:lnTo>
                <a:lnTo>
                  <a:pt x="714319" y="40441"/>
                </a:lnTo>
                <a:lnTo>
                  <a:pt x="714186" y="39857"/>
                </a:lnTo>
                <a:lnTo>
                  <a:pt x="714021" y="39327"/>
                </a:lnTo>
                <a:lnTo>
                  <a:pt x="713827" y="38847"/>
                </a:lnTo>
                <a:lnTo>
                  <a:pt x="713606" y="38415"/>
                </a:lnTo>
                <a:lnTo>
                  <a:pt x="713358" y="38029"/>
                </a:lnTo>
                <a:lnTo>
                  <a:pt x="713086" y="37685"/>
                </a:lnTo>
                <a:lnTo>
                  <a:pt x="712791" y="37382"/>
                </a:lnTo>
                <a:lnTo>
                  <a:pt x="712475" y="37117"/>
                </a:lnTo>
                <a:lnTo>
                  <a:pt x="712139" y="36887"/>
                </a:lnTo>
                <a:lnTo>
                  <a:pt x="711786" y="36689"/>
                </a:lnTo>
                <a:lnTo>
                  <a:pt x="711417" y="36522"/>
                </a:lnTo>
                <a:lnTo>
                  <a:pt x="711033" y="36383"/>
                </a:lnTo>
                <a:lnTo>
                  <a:pt x="710636" y="36269"/>
                </a:lnTo>
                <a:lnTo>
                  <a:pt x="710229" y="36178"/>
                </a:lnTo>
                <a:lnTo>
                  <a:pt x="709812" y="36107"/>
                </a:lnTo>
                <a:lnTo>
                  <a:pt x="709388" y="36054"/>
                </a:lnTo>
                <a:lnTo>
                  <a:pt x="708957" y="36015"/>
                </a:lnTo>
                <a:lnTo>
                  <a:pt x="708522" y="35990"/>
                </a:lnTo>
                <a:lnTo>
                  <a:pt x="708084" y="35974"/>
                </a:lnTo>
                <a:lnTo>
                  <a:pt x="707646" y="35966"/>
                </a:lnTo>
                <a:lnTo>
                  <a:pt x="707208" y="35963"/>
                </a:lnTo>
                <a:lnTo>
                  <a:pt x="706772" y="35963"/>
                </a:lnTo>
                <a:lnTo>
                  <a:pt x="700603" y="35963"/>
                </a:lnTo>
                <a:lnTo>
                  <a:pt x="700231" y="35963"/>
                </a:lnTo>
                <a:lnTo>
                  <a:pt x="699840" y="35966"/>
                </a:lnTo>
                <a:lnTo>
                  <a:pt x="699433" y="35974"/>
                </a:lnTo>
                <a:lnTo>
                  <a:pt x="699014" y="35990"/>
                </a:lnTo>
                <a:lnTo>
                  <a:pt x="698584" y="36015"/>
                </a:lnTo>
                <a:lnTo>
                  <a:pt x="698148" y="36053"/>
                </a:lnTo>
                <a:lnTo>
                  <a:pt x="697709" y="36106"/>
                </a:lnTo>
                <a:lnTo>
                  <a:pt x="697269" y="36177"/>
                </a:lnTo>
                <a:lnTo>
                  <a:pt x="696831" y="36268"/>
                </a:lnTo>
                <a:lnTo>
                  <a:pt x="696400" y="36381"/>
                </a:lnTo>
                <a:lnTo>
                  <a:pt x="695977" y="36520"/>
                </a:lnTo>
                <a:lnTo>
                  <a:pt x="695566" y="36686"/>
                </a:lnTo>
                <a:lnTo>
                  <a:pt x="695171" y="36882"/>
                </a:lnTo>
                <a:lnTo>
                  <a:pt x="694793" y="37111"/>
                </a:lnTo>
                <a:lnTo>
                  <a:pt x="694437" y="37376"/>
                </a:lnTo>
                <a:lnTo>
                  <a:pt x="694105" y="37677"/>
                </a:lnTo>
                <a:lnTo>
                  <a:pt x="693801" y="38019"/>
                </a:lnTo>
                <a:lnTo>
                  <a:pt x="693527" y="38404"/>
                </a:lnTo>
                <a:lnTo>
                  <a:pt x="693287" y="38834"/>
                </a:lnTo>
                <a:lnTo>
                  <a:pt x="693083" y="39312"/>
                </a:lnTo>
                <a:lnTo>
                  <a:pt x="692920" y="39840"/>
                </a:lnTo>
                <a:lnTo>
                  <a:pt x="692799" y="40420"/>
                </a:lnTo>
                <a:lnTo>
                  <a:pt x="692724" y="41056"/>
                </a:lnTo>
                <a:lnTo>
                  <a:pt x="692699" y="41750"/>
                </a:lnTo>
                <a:lnTo>
                  <a:pt x="692720" y="42466"/>
                </a:lnTo>
                <a:lnTo>
                  <a:pt x="692782" y="43122"/>
                </a:lnTo>
                <a:lnTo>
                  <a:pt x="692886" y="43722"/>
                </a:lnTo>
                <a:lnTo>
                  <a:pt x="693031" y="44267"/>
                </a:lnTo>
                <a:lnTo>
                  <a:pt x="693216" y="44760"/>
                </a:lnTo>
                <a:lnTo>
                  <a:pt x="693440" y="45204"/>
                </a:lnTo>
                <a:lnTo>
                  <a:pt x="693704" y="45601"/>
                </a:lnTo>
                <a:lnTo>
                  <a:pt x="694006" y="45954"/>
                </a:lnTo>
                <a:lnTo>
                  <a:pt x="694346" y="46266"/>
                </a:lnTo>
                <a:lnTo>
                  <a:pt x="694724" y="46539"/>
                </a:lnTo>
                <a:lnTo>
                  <a:pt x="695140" y="46775"/>
                </a:lnTo>
                <a:lnTo>
                  <a:pt x="695591" y="46978"/>
                </a:lnTo>
                <a:lnTo>
                  <a:pt x="696080" y="47150"/>
                </a:lnTo>
                <a:lnTo>
                  <a:pt x="696603" y="47293"/>
                </a:lnTo>
                <a:lnTo>
                  <a:pt x="697162" y="47410"/>
                </a:lnTo>
                <a:lnTo>
                  <a:pt x="697755" y="47504"/>
                </a:lnTo>
                <a:lnTo>
                  <a:pt x="698383" y="47577"/>
                </a:lnTo>
                <a:lnTo>
                  <a:pt x="699044" y="47631"/>
                </a:lnTo>
                <a:lnTo>
                  <a:pt x="699738" y="47671"/>
                </a:lnTo>
                <a:lnTo>
                  <a:pt x="700465" y="47697"/>
                </a:lnTo>
                <a:lnTo>
                  <a:pt x="701224" y="47713"/>
                </a:lnTo>
                <a:lnTo>
                  <a:pt x="702015" y="47721"/>
                </a:lnTo>
                <a:lnTo>
                  <a:pt x="702837" y="47724"/>
                </a:lnTo>
                <a:lnTo>
                  <a:pt x="703689" y="47725"/>
                </a:lnTo>
                <a:lnTo>
                  <a:pt x="703689" y="107238"/>
                </a:lnTo>
                <a:lnTo>
                  <a:pt x="702837" y="107239"/>
                </a:lnTo>
                <a:lnTo>
                  <a:pt x="702015" y="107242"/>
                </a:lnTo>
                <a:lnTo>
                  <a:pt x="701224" y="107250"/>
                </a:lnTo>
                <a:lnTo>
                  <a:pt x="700465" y="107266"/>
                </a:lnTo>
                <a:lnTo>
                  <a:pt x="699738" y="107292"/>
                </a:lnTo>
                <a:lnTo>
                  <a:pt x="699044" y="107331"/>
                </a:lnTo>
                <a:lnTo>
                  <a:pt x="698383" y="107386"/>
                </a:lnTo>
                <a:lnTo>
                  <a:pt x="697755" y="107459"/>
                </a:lnTo>
                <a:lnTo>
                  <a:pt x="697162" y="107553"/>
                </a:lnTo>
                <a:lnTo>
                  <a:pt x="696603" y="107670"/>
                </a:lnTo>
                <a:lnTo>
                  <a:pt x="696080" y="107813"/>
                </a:lnTo>
                <a:lnTo>
                  <a:pt x="695591" y="107985"/>
                </a:lnTo>
                <a:lnTo>
                  <a:pt x="695140" y="108188"/>
                </a:lnTo>
                <a:lnTo>
                  <a:pt x="694724" y="108424"/>
                </a:lnTo>
                <a:lnTo>
                  <a:pt x="694346" y="108697"/>
                </a:lnTo>
                <a:lnTo>
                  <a:pt x="694006" y="109009"/>
                </a:lnTo>
                <a:lnTo>
                  <a:pt x="693704" y="109362"/>
                </a:lnTo>
                <a:lnTo>
                  <a:pt x="693440" y="109759"/>
                </a:lnTo>
                <a:lnTo>
                  <a:pt x="693216" y="110203"/>
                </a:lnTo>
                <a:lnTo>
                  <a:pt x="693031" y="110696"/>
                </a:lnTo>
                <a:lnTo>
                  <a:pt x="692886" y="111241"/>
                </a:lnTo>
                <a:lnTo>
                  <a:pt x="692782" y="111841"/>
                </a:lnTo>
                <a:lnTo>
                  <a:pt x="692720" y="112497"/>
                </a:lnTo>
                <a:lnTo>
                  <a:pt x="692699" y="113213"/>
                </a:lnTo>
                <a:lnTo>
                  <a:pt x="692725" y="113907"/>
                </a:lnTo>
                <a:lnTo>
                  <a:pt x="692803" y="114542"/>
                </a:lnTo>
                <a:lnTo>
                  <a:pt x="692928" y="115122"/>
                </a:lnTo>
                <a:lnTo>
                  <a:pt x="693097" y="115650"/>
                </a:lnTo>
                <a:lnTo>
                  <a:pt x="693307" y="116127"/>
                </a:lnTo>
                <a:lnTo>
                  <a:pt x="693554" y="116557"/>
                </a:lnTo>
                <a:lnTo>
                  <a:pt x="693836" y="116942"/>
                </a:lnTo>
                <a:lnTo>
                  <a:pt x="694148" y="117283"/>
                </a:lnTo>
                <a:lnTo>
                  <a:pt x="694488" y="117585"/>
                </a:lnTo>
                <a:lnTo>
                  <a:pt x="694852" y="117849"/>
                </a:lnTo>
                <a:lnTo>
                  <a:pt x="695237" y="118078"/>
                </a:lnTo>
                <a:lnTo>
                  <a:pt x="695639" y="118274"/>
                </a:lnTo>
                <a:lnTo>
                  <a:pt x="696055" y="118440"/>
                </a:lnTo>
                <a:lnTo>
                  <a:pt x="696482" y="118579"/>
                </a:lnTo>
                <a:lnTo>
                  <a:pt x="696917" y="118692"/>
                </a:lnTo>
                <a:lnTo>
                  <a:pt x="697355" y="118783"/>
                </a:lnTo>
                <a:lnTo>
                  <a:pt x="697794" y="118854"/>
                </a:lnTo>
                <a:lnTo>
                  <a:pt x="698230" y="118907"/>
                </a:lnTo>
                <a:lnTo>
                  <a:pt x="698660" y="118945"/>
                </a:lnTo>
                <a:lnTo>
                  <a:pt x="699081" y="118970"/>
                </a:lnTo>
                <a:lnTo>
                  <a:pt x="699489" y="118986"/>
                </a:lnTo>
                <a:lnTo>
                  <a:pt x="699881" y="118994"/>
                </a:lnTo>
                <a:lnTo>
                  <a:pt x="700253" y="118997"/>
                </a:lnTo>
                <a:lnTo>
                  <a:pt x="700603" y="118997"/>
                </a:lnTo>
                <a:lnTo>
                  <a:pt x="717571" y="118997"/>
                </a:lnTo>
                <a:lnTo>
                  <a:pt x="717943" y="118997"/>
                </a:lnTo>
                <a:lnTo>
                  <a:pt x="718334" y="118994"/>
                </a:lnTo>
                <a:lnTo>
                  <a:pt x="718741" y="118986"/>
                </a:lnTo>
                <a:lnTo>
                  <a:pt x="719161" y="118970"/>
                </a:lnTo>
                <a:lnTo>
                  <a:pt x="719590" y="118945"/>
                </a:lnTo>
                <a:lnTo>
                  <a:pt x="720026" y="118907"/>
                </a:lnTo>
                <a:lnTo>
                  <a:pt x="720465" y="118854"/>
                </a:lnTo>
                <a:lnTo>
                  <a:pt x="720905" y="118783"/>
                </a:lnTo>
                <a:lnTo>
                  <a:pt x="721342" y="118692"/>
                </a:lnTo>
                <a:lnTo>
                  <a:pt x="721774" y="118579"/>
                </a:lnTo>
                <a:lnTo>
                  <a:pt x="722196" y="118440"/>
                </a:lnTo>
                <a:lnTo>
                  <a:pt x="722607" y="118274"/>
                </a:lnTo>
                <a:lnTo>
                  <a:pt x="723002" y="118078"/>
                </a:lnTo>
                <a:lnTo>
                  <a:pt x="723379" y="117849"/>
                </a:lnTo>
                <a:lnTo>
                  <a:pt x="723735" y="117585"/>
                </a:lnTo>
                <a:lnTo>
                  <a:pt x="724067" y="117283"/>
                </a:lnTo>
                <a:lnTo>
                  <a:pt x="724371" y="116942"/>
                </a:lnTo>
                <a:lnTo>
                  <a:pt x="724645" y="116557"/>
                </a:lnTo>
                <a:lnTo>
                  <a:pt x="724885" y="116127"/>
                </a:lnTo>
                <a:lnTo>
                  <a:pt x="725088" y="115650"/>
                </a:lnTo>
                <a:lnTo>
                  <a:pt x="725252" y="115122"/>
                </a:lnTo>
                <a:lnTo>
                  <a:pt x="725373" y="114542"/>
                </a:lnTo>
                <a:lnTo>
                  <a:pt x="725447" y="113907"/>
                </a:lnTo>
                <a:lnTo>
                  <a:pt x="725473" y="113213"/>
                </a:lnTo>
                <a:lnTo>
                  <a:pt x="725452" y="112497"/>
                </a:lnTo>
                <a:lnTo>
                  <a:pt x="725389" y="111841"/>
                </a:lnTo>
                <a:lnTo>
                  <a:pt x="725285" y="111241"/>
                </a:lnTo>
                <a:lnTo>
                  <a:pt x="725141" y="110696"/>
                </a:lnTo>
                <a:lnTo>
                  <a:pt x="724956" y="110203"/>
                </a:lnTo>
                <a:lnTo>
                  <a:pt x="724732" y="109759"/>
                </a:lnTo>
                <a:lnTo>
                  <a:pt x="724469" y="109362"/>
                </a:lnTo>
                <a:lnTo>
                  <a:pt x="724166" y="109009"/>
                </a:lnTo>
                <a:lnTo>
                  <a:pt x="723826" y="108697"/>
                </a:lnTo>
                <a:lnTo>
                  <a:pt x="723448" y="108424"/>
                </a:lnTo>
                <a:lnTo>
                  <a:pt x="723033" y="108188"/>
                </a:lnTo>
                <a:lnTo>
                  <a:pt x="722581" y="107985"/>
                </a:lnTo>
                <a:lnTo>
                  <a:pt x="722094" y="107813"/>
                </a:lnTo>
                <a:lnTo>
                  <a:pt x="721570" y="107670"/>
                </a:lnTo>
                <a:lnTo>
                  <a:pt x="721012" y="107553"/>
                </a:lnTo>
                <a:lnTo>
                  <a:pt x="720418" y="107459"/>
                </a:lnTo>
                <a:lnTo>
                  <a:pt x="719791" y="107386"/>
                </a:lnTo>
                <a:lnTo>
                  <a:pt x="719130" y="107331"/>
                </a:lnTo>
                <a:lnTo>
                  <a:pt x="718436" y="107292"/>
                </a:lnTo>
                <a:lnTo>
                  <a:pt x="717709" y="107266"/>
                </a:lnTo>
                <a:lnTo>
                  <a:pt x="716950" y="107250"/>
                </a:lnTo>
                <a:lnTo>
                  <a:pt x="716159" y="107242"/>
                </a:lnTo>
                <a:lnTo>
                  <a:pt x="715338" y="107239"/>
                </a:lnTo>
                <a:lnTo>
                  <a:pt x="714485" y="107238"/>
                </a:lnTo>
                <a:lnTo>
                  <a:pt x="714485" y="72764"/>
                </a:lnTo>
                <a:lnTo>
                  <a:pt x="714526" y="70666"/>
                </a:lnTo>
                <a:lnTo>
                  <a:pt x="714645" y="68653"/>
                </a:lnTo>
                <a:lnTo>
                  <a:pt x="714840" y="66724"/>
                </a:lnTo>
                <a:lnTo>
                  <a:pt x="715107" y="64881"/>
                </a:lnTo>
                <a:lnTo>
                  <a:pt x="715443" y="63124"/>
                </a:lnTo>
                <a:lnTo>
                  <a:pt x="715844" y="61453"/>
                </a:lnTo>
                <a:lnTo>
                  <a:pt x="716307" y="59868"/>
                </a:lnTo>
                <a:lnTo>
                  <a:pt x="716827" y="58371"/>
                </a:lnTo>
                <a:lnTo>
                  <a:pt x="717403" y="56961"/>
                </a:lnTo>
                <a:lnTo>
                  <a:pt x="718031" y="55639"/>
                </a:lnTo>
                <a:lnTo>
                  <a:pt x="718706" y="54405"/>
                </a:lnTo>
                <a:lnTo>
                  <a:pt x="719426" y="53260"/>
                </a:lnTo>
                <a:lnTo>
                  <a:pt x="720187" y="52204"/>
                </a:lnTo>
                <a:lnTo>
                  <a:pt x="720986" y="51238"/>
                </a:lnTo>
                <a:lnTo>
                  <a:pt x="721819" y="50361"/>
                </a:lnTo>
                <a:lnTo>
                  <a:pt x="722683" y="49575"/>
                </a:lnTo>
                <a:lnTo>
                  <a:pt x="723574" y="48880"/>
                </a:lnTo>
                <a:lnTo>
                  <a:pt x="724490" y="48277"/>
                </a:lnTo>
                <a:lnTo>
                  <a:pt x="725426" y="47765"/>
                </a:lnTo>
                <a:lnTo>
                  <a:pt x="726379" y="47345"/>
                </a:lnTo>
                <a:lnTo>
                  <a:pt x="727346" y="47017"/>
                </a:lnTo>
                <a:lnTo>
                  <a:pt x="728323" y="46783"/>
                </a:lnTo>
                <a:lnTo>
                  <a:pt x="729307" y="46642"/>
                </a:lnTo>
                <a:lnTo>
                  <a:pt x="730294" y="46595"/>
                </a:lnTo>
                <a:lnTo>
                  <a:pt x="730840" y="46613"/>
                </a:lnTo>
                <a:lnTo>
                  <a:pt x="731366" y="46667"/>
                </a:lnTo>
                <a:lnTo>
                  <a:pt x="731874" y="46760"/>
                </a:lnTo>
                <a:lnTo>
                  <a:pt x="732362" y="46896"/>
                </a:lnTo>
                <a:lnTo>
                  <a:pt x="732831" y="47075"/>
                </a:lnTo>
                <a:lnTo>
                  <a:pt x="733279" y="47302"/>
                </a:lnTo>
                <a:lnTo>
                  <a:pt x="733707" y="47579"/>
                </a:lnTo>
                <a:lnTo>
                  <a:pt x="734114" y="47907"/>
                </a:lnTo>
                <a:lnTo>
                  <a:pt x="734500" y="48291"/>
                </a:lnTo>
                <a:lnTo>
                  <a:pt x="734864" y="48732"/>
                </a:lnTo>
                <a:lnTo>
                  <a:pt x="735205" y="49233"/>
                </a:lnTo>
                <a:lnTo>
                  <a:pt x="735524" y="49796"/>
                </a:lnTo>
                <a:lnTo>
                  <a:pt x="735820" y="50425"/>
                </a:lnTo>
                <a:lnTo>
                  <a:pt x="736092" y="51121"/>
                </a:lnTo>
                <a:lnTo>
                  <a:pt x="736340" y="51888"/>
                </a:lnTo>
                <a:lnTo>
                  <a:pt x="736564" y="52728"/>
                </a:lnTo>
                <a:lnTo>
                  <a:pt x="736763" y="53643"/>
                </a:lnTo>
                <a:lnTo>
                  <a:pt x="736937" y="54636"/>
                </a:lnTo>
                <a:lnTo>
                  <a:pt x="737085" y="55711"/>
                </a:lnTo>
                <a:lnTo>
                  <a:pt x="737208" y="56868"/>
                </a:lnTo>
                <a:lnTo>
                  <a:pt x="737304" y="58111"/>
                </a:lnTo>
                <a:lnTo>
                  <a:pt x="737373" y="59443"/>
                </a:lnTo>
                <a:lnTo>
                  <a:pt x="737414" y="60865"/>
                </a:lnTo>
                <a:lnTo>
                  <a:pt x="737428" y="62382"/>
                </a:lnTo>
                <a:lnTo>
                  <a:pt x="737428" y="107238"/>
                </a:lnTo>
                <a:lnTo>
                  <a:pt x="736965" y="107239"/>
                </a:lnTo>
                <a:lnTo>
                  <a:pt x="736492" y="107242"/>
                </a:lnTo>
                <a:lnTo>
                  <a:pt x="736012" y="107250"/>
                </a:lnTo>
                <a:lnTo>
                  <a:pt x="735528" y="107266"/>
                </a:lnTo>
                <a:lnTo>
                  <a:pt x="735042" y="107292"/>
                </a:lnTo>
                <a:lnTo>
                  <a:pt x="734557" y="107331"/>
                </a:lnTo>
                <a:lnTo>
                  <a:pt x="734076" y="107386"/>
                </a:lnTo>
                <a:lnTo>
                  <a:pt x="733601" y="107459"/>
                </a:lnTo>
                <a:lnTo>
                  <a:pt x="733134" y="107553"/>
                </a:lnTo>
                <a:lnTo>
                  <a:pt x="732679" y="107670"/>
                </a:lnTo>
                <a:lnTo>
                  <a:pt x="732238" y="107813"/>
                </a:lnTo>
                <a:lnTo>
                  <a:pt x="731813" y="107985"/>
                </a:lnTo>
                <a:lnTo>
                  <a:pt x="731407" y="108188"/>
                </a:lnTo>
                <a:lnTo>
                  <a:pt x="731023" y="108424"/>
                </a:lnTo>
                <a:lnTo>
                  <a:pt x="730663" y="108697"/>
                </a:lnTo>
                <a:lnTo>
                  <a:pt x="730330" y="109009"/>
                </a:lnTo>
                <a:lnTo>
                  <a:pt x="730026" y="109362"/>
                </a:lnTo>
                <a:lnTo>
                  <a:pt x="729755" y="109759"/>
                </a:lnTo>
                <a:lnTo>
                  <a:pt x="729518" y="110203"/>
                </a:lnTo>
                <a:lnTo>
                  <a:pt x="729318" y="110696"/>
                </a:lnTo>
                <a:lnTo>
                  <a:pt x="729159" y="111241"/>
                </a:lnTo>
                <a:lnTo>
                  <a:pt x="729041" y="111841"/>
                </a:lnTo>
                <a:lnTo>
                  <a:pt x="728969" y="112497"/>
                </a:lnTo>
                <a:lnTo>
                  <a:pt x="728944" y="113213"/>
                </a:lnTo>
                <a:lnTo>
                  <a:pt x="728971" y="113907"/>
                </a:lnTo>
                <a:lnTo>
                  <a:pt x="729048" y="114542"/>
                </a:lnTo>
                <a:lnTo>
                  <a:pt x="729173" y="115122"/>
                </a:lnTo>
                <a:lnTo>
                  <a:pt x="729342" y="115650"/>
                </a:lnTo>
                <a:lnTo>
                  <a:pt x="729552" y="116127"/>
                </a:lnTo>
                <a:lnTo>
                  <a:pt x="729800" y="116557"/>
                </a:lnTo>
                <a:lnTo>
                  <a:pt x="730082" y="116942"/>
                </a:lnTo>
                <a:lnTo>
                  <a:pt x="730394" y="117283"/>
                </a:lnTo>
                <a:lnTo>
                  <a:pt x="730734" y="117585"/>
                </a:lnTo>
                <a:lnTo>
                  <a:pt x="731098" y="117849"/>
                </a:lnTo>
                <a:lnTo>
                  <a:pt x="731483" y="118078"/>
                </a:lnTo>
                <a:lnTo>
                  <a:pt x="731885" y="118274"/>
                </a:lnTo>
                <a:lnTo>
                  <a:pt x="732301" y="118440"/>
                </a:lnTo>
                <a:lnTo>
                  <a:pt x="732728" y="118579"/>
                </a:lnTo>
                <a:lnTo>
                  <a:pt x="733162" y="118692"/>
                </a:lnTo>
                <a:lnTo>
                  <a:pt x="733600" y="118783"/>
                </a:lnTo>
                <a:lnTo>
                  <a:pt x="734039" y="118854"/>
                </a:lnTo>
                <a:lnTo>
                  <a:pt x="734476" y="118907"/>
                </a:lnTo>
                <a:lnTo>
                  <a:pt x="734906" y="118945"/>
                </a:lnTo>
                <a:lnTo>
                  <a:pt x="735327" y="118970"/>
                </a:lnTo>
                <a:lnTo>
                  <a:pt x="735735" y="118986"/>
                </a:lnTo>
                <a:lnTo>
                  <a:pt x="736127" y="118994"/>
                </a:lnTo>
                <a:lnTo>
                  <a:pt x="736499" y="118997"/>
                </a:lnTo>
                <a:lnTo>
                  <a:pt x="736849" y="118997"/>
                </a:lnTo>
                <a:lnTo>
                  <a:pt x="751308" y="118997"/>
                </a:lnTo>
                <a:lnTo>
                  <a:pt x="751680" y="118997"/>
                </a:lnTo>
                <a:lnTo>
                  <a:pt x="752071" y="118994"/>
                </a:lnTo>
                <a:lnTo>
                  <a:pt x="752477" y="118986"/>
                </a:lnTo>
                <a:lnTo>
                  <a:pt x="752897" y="118970"/>
                </a:lnTo>
                <a:lnTo>
                  <a:pt x="753327" y="118945"/>
                </a:lnTo>
                <a:lnTo>
                  <a:pt x="753763" y="118907"/>
                </a:lnTo>
                <a:lnTo>
                  <a:pt x="754202" y="118854"/>
                </a:lnTo>
                <a:lnTo>
                  <a:pt x="754642" y="118783"/>
                </a:lnTo>
                <a:lnTo>
                  <a:pt x="755079" y="118692"/>
                </a:lnTo>
                <a:lnTo>
                  <a:pt x="755511" y="118579"/>
                </a:lnTo>
                <a:lnTo>
                  <a:pt x="755934" y="118440"/>
                </a:lnTo>
                <a:lnTo>
                  <a:pt x="756344" y="118274"/>
                </a:lnTo>
                <a:lnTo>
                  <a:pt x="756740" y="118078"/>
                </a:lnTo>
                <a:lnTo>
                  <a:pt x="757117" y="117849"/>
                </a:lnTo>
                <a:lnTo>
                  <a:pt x="757473" y="117585"/>
                </a:lnTo>
                <a:lnTo>
                  <a:pt x="757805" y="117283"/>
                </a:lnTo>
                <a:lnTo>
                  <a:pt x="758110" y="116942"/>
                </a:lnTo>
                <a:lnTo>
                  <a:pt x="758384" y="116557"/>
                </a:lnTo>
                <a:lnTo>
                  <a:pt x="758624" y="116127"/>
                </a:lnTo>
                <a:lnTo>
                  <a:pt x="758827" y="115650"/>
                </a:lnTo>
                <a:lnTo>
                  <a:pt x="758991" y="115122"/>
                </a:lnTo>
                <a:lnTo>
                  <a:pt x="759112" y="114542"/>
                </a:lnTo>
                <a:lnTo>
                  <a:pt x="759186" y="113907"/>
                </a:lnTo>
                <a:lnTo>
                  <a:pt x="759212" y="113213"/>
                </a:lnTo>
                <a:lnTo>
                  <a:pt x="759191" y="112497"/>
                </a:lnTo>
                <a:lnTo>
                  <a:pt x="759128" y="111841"/>
                </a:lnTo>
                <a:lnTo>
                  <a:pt x="759025" y="111241"/>
                </a:lnTo>
                <a:lnTo>
                  <a:pt x="758880" y="110696"/>
                </a:lnTo>
                <a:lnTo>
                  <a:pt x="758695" y="110203"/>
                </a:lnTo>
                <a:lnTo>
                  <a:pt x="758471" y="109759"/>
                </a:lnTo>
                <a:lnTo>
                  <a:pt x="758208" y="109362"/>
                </a:lnTo>
                <a:lnTo>
                  <a:pt x="757906" y="109009"/>
                </a:lnTo>
                <a:lnTo>
                  <a:pt x="757565" y="108697"/>
                </a:lnTo>
                <a:lnTo>
                  <a:pt x="757187" y="108424"/>
                </a:lnTo>
                <a:lnTo>
                  <a:pt x="756772" y="108188"/>
                </a:lnTo>
                <a:lnTo>
                  <a:pt x="756321" y="107985"/>
                </a:lnTo>
                <a:lnTo>
                  <a:pt x="755833" y="107813"/>
                </a:lnTo>
                <a:lnTo>
                  <a:pt x="755309" y="107670"/>
                </a:lnTo>
                <a:lnTo>
                  <a:pt x="754751" y="107553"/>
                </a:lnTo>
                <a:lnTo>
                  <a:pt x="754157" y="107459"/>
                </a:lnTo>
                <a:lnTo>
                  <a:pt x="753530" y="107386"/>
                </a:lnTo>
                <a:lnTo>
                  <a:pt x="752869" y="107331"/>
                </a:lnTo>
                <a:lnTo>
                  <a:pt x="752175" y="107292"/>
                </a:lnTo>
                <a:lnTo>
                  <a:pt x="751448" y="107266"/>
                </a:lnTo>
                <a:lnTo>
                  <a:pt x="750689" y="107250"/>
                </a:lnTo>
                <a:lnTo>
                  <a:pt x="749899" y="107242"/>
                </a:lnTo>
                <a:lnTo>
                  <a:pt x="749077" y="107239"/>
                </a:lnTo>
                <a:lnTo>
                  <a:pt x="748225" y="107238"/>
                </a:lnTo>
                <a:lnTo>
                  <a:pt x="748225" y="72779"/>
                </a:lnTo>
                <a:lnTo>
                  <a:pt x="748265" y="70679"/>
                </a:lnTo>
                <a:lnTo>
                  <a:pt x="748385" y="68664"/>
                </a:lnTo>
                <a:lnTo>
                  <a:pt x="748580" y="66734"/>
                </a:lnTo>
                <a:lnTo>
                  <a:pt x="748847" y="64890"/>
                </a:lnTo>
                <a:lnTo>
                  <a:pt x="749182" y="63131"/>
                </a:lnTo>
                <a:lnTo>
                  <a:pt x="749583" y="61459"/>
                </a:lnTo>
                <a:lnTo>
                  <a:pt x="750046" y="59874"/>
                </a:lnTo>
                <a:lnTo>
                  <a:pt x="750567" y="58375"/>
                </a:lnTo>
                <a:lnTo>
                  <a:pt x="751142" y="56964"/>
                </a:lnTo>
                <a:lnTo>
                  <a:pt x="751770" y="55642"/>
                </a:lnTo>
                <a:lnTo>
                  <a:pt x="752445" y="54407"/>
                </a:lnTo>
                <a:lnTo>
                  <a:pt x="753165" y="53262"/>
                </a:lnTo>
                <a:lnTo>
                  <a:pt x="753926" y="52205"/>
                </a:lnTo>
                <a:lnTo>
                  <a:pt x="754725" y="51239"/>
                </a:lnTo>
                <a:lnTo>
                  <a:pt x="755558" y="50362"/>
                </a:lnTo>
                <a:lnTo>
                  <a:pt x="756422" y="49576"/>
                </a:lnTo>
                <a:lnTo>
                  <a:pt x="757313" y="48881"/>
                </a:lnTo>
                <a:lnTo>
                  <a:pt x="758229" y="48277"/>
                </a:lnTo>
                <a:lnTo>
                  <a:pt x="759165" y="47765"/>
                </a:lnTo>
                <a:lnTo>
                  <a:pt x="760118" y="47345"/>
                </a:lnTo>
                <a:lnTo>
                  <a:pt x="761085" y="47017"/>
                </a:lnTo>
                <a:lnTo>
                  <a:pt x="762062" y="46783"/>
                </a:lnTo>
                <a:lnTo>
                  <a:pt x="763046" y="46642"/>
                </a:lnTo>
                <a:lnTo>
                  <a:pt x="764034" y="46595"/>
                </a:lnTo>
                <a:lnTo>
                  <a:pt x="764579" y="46613"/>
                </a:lnTo>
                <a:lnTo>
                  <a:pt x="765105" y="46667"/>
                </a:lnTo>
                <a:lnTo>
                  <a:pt x="765613" y="46760"/>
                </a:lnTo>
                <a:lnTo>
                  <a:pt x="766101" y="46896"/>
                </a:lnTo>
                <a:lnTo>
                  <a:pt x="766570" y="47075"/>
                </a:lnTo>
                <a:lnTo>
                  <a:pt x="767019" y="47302"/>
                </a:lnTo>
                <a:lnTo>
                  <a:pt x="767447" y="47579"/>
                </a:lnTo>
                <a:lnTo>
                  <a:pt x="767853" y="47907"/>
                </a:lnTo>
                <a:lnTo>
                  <a:pt x="768239" y="48291"/>
                </a:lnTo>
                <a:lnTo>
                  <a:pt x="768603" y="48732"/>
                </a:lnTo>
                <a:lnTo>
                  <a:pt x="768944" y="49233"/>
                </a:lnTo>
                <a:lnTo>
                  <a:pt x="769263" y="49796"/>
                </a:lnTo>
                <a:lnTo>
                  <a:pt x="769559" y="50425"/>
                </a:lnTo>
                <a:lnTo>
                  <a:pt x="769831" y="51121"/>
                </a:lnTo>
                <a:lnTo>
                  <a:pt x="770079" y="51888"/>
                </a:lnTo>
                <a:lnTo>
                  <a:pt x="770303" y="52728"/>
                </a:lnTo>
                <a:lnTo>
                  <a:pt x="770502" y="53643"/>
                </a:lnTo>
                <a:lnTo>
                  <a:pt x="770676" y="54636"/>
                </a:lnTo>
                <a:lnTo>
                  <a:pt x="770825" y="55711"/>
                </a:lnTo>
                <a:lnTo>
                  <a:pt x="770947" y="56868"/>
                </a:lnTo>
                <a:lnTo>
                  <a:pt x="771043" y="58111"/>
                </a:lnTo>
                <a:lnTo>
                  <a:pt x="771112" y="59443"/>
                </a:lnTo>
                <a:lnTo>
                  <a:pt x="771153" y="60865"/>
                </a:lnTo>
                <a:lnTo>
                  <a:pt x="771167" y="62382"/>
                </a:lnTo>
                <a:lnTo>
                  <a:pt x="771167" y="107238"/>
                </a:lnTo>
                <a:lnTo>
                  <a:pt x="770704" y="107239"/>
                </a:lnTo>
                <a:lnTo>
                  <a:pt x="770230" y="107242"/>
                </a:lnTo>
                <a:lnTo>
                  <a:pt x="769750" y="107250"/>
                </a:lnTo>
                <a:lnTo>
                  <a:pt x="769266" y="107266"/>
                </a:lnTo>
                <a:lnTo>
                  <a:pt x="768780" y="107292"/>
                </a:lnTo>
                <a:lnTo>
                  <a:pt x="768295" y="107331"/>
                </a:lnTo>
                <a:lnTo>
                  <a:pt x="767814" y="107386"/>
                </a:lnTo>
                <a:lnTo>
                  <a:pt x="767339" y="107459"/>
                </a:lnTo>
                <a:lnTo>
                  <a:pt x="766872" y="107553"/>
                </a:lnTo>
                <a:lnTo>
                  <a:pt x="766417" y="107670"/>
                </a:lnTo>
                <a:lnTo>
                  <a:pt x="765976" y="107813"/>
                </a:lnTo>
                <a:lnTo>
                  <a:pt x="765551" y="107985"/>
                </a:lnTo>
                <a:lnTo>
                  <a:pt x="765145" y="108188"/>
                </a:lnTo>
                <a:lnTo>
                  <a:pt x="764761" y="108424"/>
                </a:lnTo>
                <a:lnTo>
                  <a:pt x="764401" y="108697"/>
                </a:lnTo>
                <a:lnTo>
                  <a:pt x="764068" y="109009"/>
                </a:lnTo>
                <a:lnTo>
                  <a:pt x="763765" y="109362"/>
                </a:lnTo>
                <a:lnTo>
                  <a:pt x="763494" y="109759"/>
                </a:lnTo>
                <a:lnTo>
                  <a:pt x="763257" y="110203"/>
                </a:lnTo>
                <a:lnTo>
                  <a:pt x="763057" y="110696"/>
                </a:lnTo>
                <a:lnTo>
                  <a:pt x="762898" y="111241"/>
                </a:lnTo>
                <a:lnTo>
                  <a:pt x="762780" y="111841"/>
                </a:lnTo>
                <a:lnTo>
                  <a:pt x="762708" y="112497"/>
                </a:lnTo>
                <a:lnTo>
                  <a:pt x="762683" y="113213"/>
                </a:lnTo>
                <a:lnTo>
                  <a:pt x="762710" y="113907"/>
                </a:lnTo>
                <a:lnTo>
                  <a:pt x="762787" y="114542"/>
                </a:lnTo>
                <a:lnTo>
                  <a:pt x="762912" y="115122"/>
                </a:lnTo>
                <a:lnTo>
                  <a:pt x="763081" y="115650"/>
                </a:lnTo>
                <a:lnTo>
                  <a:pt x="763291" y="116127"/>
                </a:lnTo>
                <a:lnTo>
                  <a:pt x="763539" y="116557"/>
                </a:lnTo>
                <a:lnTo>
                  <a:pt x="763820" y="116942"/>
                </a:lnTo>
                <a:lnTo>
                  <a:pt x="764133" y="117283"/>
                </a:lnTo>
                <a:lnTo>
                  <a:pt x="764472" y="117585"/>
                </a:lnTo>
                <a:lnTo>
                  <a:pt x="764836" y="117849"/>
                </a:lnTo>
                <a:lnTo>
                  <a:pt x="765221" y="118078"/>
                </a:lnTo>
                <a:lnTo>
                  <a:pt x="765623" y="118274"/>
                </a:lnTo>
                <a:lnTo>
                  <a:pt x="766039" y="118440"/>
                </a:lnTo>
                <a:lnTo>
                  <a:pt x="766466" y="118579"/>
                </a:lnTo>
                <a:lnTo>
                  <a:pt x="766900" y="118692"/>
                </a:lnTo>
                <a:lnTo>
                  <a:pt x="767338" y="118783"/>
                </a:lnTo>
                <a:lnTo>
                  <a:pt x="767777" y="118854"/>
                </a:lnTo>
                <a:lnTo>
                  <a:pt x="768214" y="118907"/>
                </a:lnTo>
                <a:lnTo>
                  <a:pt x="768644" y="118945"/>
                </a:lnTo>
                <a:lnTo>
                  <a:pt x="769065" y="118970"/>
                </a:lnTo>
                <a:lnTo>
                  <a:pt x="769473" y="118986"/>
                </a:lnTo>
                <a:lnTo>
                  <a:pt x="769865" y="118994"/>
                </a:lnTo>
                <a:lnTo>
                  <a:pt x="770238" y="118997"/>
                </a:lnTo>
                <a:lnTo>
                  <a:pt x="770588" y="118997"/>
                </a:lnTo>
                <a:lnTo>
                  <a:pt x="785047" y="118997"/>
                </a:lnTo>
                <a:lnTo>
                  <a:pt x="785419" y="118997"/>
                </a:lnTo>
                <a:lnTo>
                  <a:pt x="785810" y="118994"/>
                </a:lnTo>
                <a:lnTo>
                  <a:pt x="786217" y="118986"/>
                </a:lnTo>
                <a:lnTo>
                  <a:pt x="786636" y="118970"/>
                </a:lnTo>
                <a:lnTo>
                  <a:pt x="787066" y="118945"/>
                </a:lnTo>
                <a:lnTo>
                  <a:pt x="787502" y="118907"/>
                </a:lnTo>
                <a:lnTo>
                  <a:pt x="787941" y="118854"/>
                </a:lnTo>
                <a:lnTo>
                  <a:pt x="788381" y="118783"/>
                </a:lnTo>
                <a:lnTo>
                  <a:pt x="788819" y="118692"/>
                </a:lnTo>
                <a:lnTo>
                  <a:pt x="789250" y="118579"/>
                </a:lnTo>
                <a:lnTo>
                  <a:pt x="789673" y="118440"/>
                </a:lnTo>
                <a:lnTo>
                  <a:pt x="790083" y="118274"/>
                </a:lnTo>
                <a:lnTo>
                  <a:pt x="790479" y="118078"/>
                </a:lnTo>
                <a:lnTo>
                  <a:pt x="790856" y="117849"/>
                </a:lnTo>
                <a:lnTo>
                  <a:pt x="791213" y="117585"/>
                </a:lnTo>
                <a:lnTo>
                  <a:pt x="791545" y="117283"/>
                </a:lnTo>
                <a:lnTo>
                  <a:pt x="791849" y="116942"/>
                </a:lnTo>
                <a:lnTo>
                  <a:pt x="792123" y="116557"/>
                </a:lnTo>
                <a:lnTo>
                  <a:pt x="792363" y="116127"/>
                </a:lnTo>
                <a:lnTo>
                  <a:pt x="792567" y="115650"/>
                </a:lnTo>
                <a:lnTo>
                  <a:pt x="792730" y="115122"/>
                </a:lnTo>
                <a:lnTo>
                  <a:pt x="792851" y="114542"/>
                </a:lnTo>
                <a:lnTo>
                  <a:pt x="792926" y="113907"/>
                </a:lnTo>
                <a:lnTo>
                  <a:pt x="792951" y="113213"/>
                </a:lnTo>
                <a:lnTo>
                  <a:pt x="792930" y="112497"/>
                </a:lnTo>
                <a:lnTo>
                  <a:pt x="792868" y="111841"/>
                </a:lnTo>
                <a:lnTo>
                  <a:pt x="792764" y="111241"/>
                </a:lnTo>
                <a:lnTo>
                  <a:pt x="792619" y="110696"/>
                </a:lnTo>
                <a:lnTo>
                  <a:pt x="792435" y="110203"/>
                </a:lnTo>
                <a:lnTo>
                  <a:pt x="792210" y="109759"/>
                </a:lnTo>
                <a:close/>
                <a:moveTo>
                  <a:pt x="1399503" y="109759"/>
                </a:moveTo>
                <a:lnTo>
                  <a:pt x="1399240" y="109362"/>
                </a:lnTo>
                <a:lnTo>
                  <a:pt x="1398938" y="109009"/>
                </a:lnTo>
                <a:lnTo>
                  <a:pt x="1398598" y="108697"/>
                </a:lnTo>
                <a:lnTo>
                  <a:pt x="1398220" y="108424"/>
                </a:lnTo>
                <a:lnTo>
                  <a:pt x="1397805" y="108188"/>
                </a:lnTo>
                <a:lnTo>
                  <a:pt x="1397353" y="107985"/>
                </a:lnTo>
                <a:lnTo>
                  <a:pt x="1396865" y="107813"/>
                </a:lnTo>
                <a:lnTo>
                  <a:pt x="1396342" y="107670"/>
                </a:lnTo>
                <a:lnTo>
                  <a:pt x="1395783" y="107553"/>
                </a:lnTo>
                <a:lnTo>
                  <a:pt x="1395190" y="107459"/>
                </a:lnTo>
                <a:lnTo>
                  <a:pt x="1394562" y="107386"/>
                </a:lnTo>
                <a:lnTo>
                  <a:pt x="1393901" y="107331"/>
                </a:lnTo>
                <a:lnTo>
                  <a:pt x="1393207" y="107292"/>
                </a:lnTo>
                <a:lnTo>
                  <a:pt x="1392480" y="107266"/>
                </a:lnTo>
                <a:lnTo>
                  <a:pt x="1391721" y="107250"/>
                </a:lnTo>
                <a:lnTo>
                  <a:pt x="1390931" y="107242"/>
                </a:lnTo>
                <a:lnTo>
                  <a:pt x="1390109" y="107239"/>
                </a:lnTo>
                <a:lnTo>
                  <a:pt x="1389257" y="107238"/>
                </a:lnTo>
                <a:lnTo>
                  <a:pt x="1389257" y="60649"/>
                </a:lnTo>
                <a:lnTo>
                  <a:pt x="1389256" y="60076"/>
                </a:lnTo>
                <a:lnTo>
                  <a:pt x="1389247" y="59332"/>
                </a:lnTo>
                <a:lnTo>
                  <a:pt x="1389223" y="58434"/>
                </a:lnTo>
                <a:lnTo>
                  <a:pt x="1389177" y="57399"/>
                </a:lnTo>
                <a:lnTo>
                  <a:pt x="1389102" y="56246"/>
                </a:lnTo>
                <a:lnTo>
                  <a:pt x="1388989" y="54991"/>
                </a:lnTo>
                <a:lnTo>
                  <a:pt x="1388831" y="53651"/>
                </a:lnTo>
                <a:lnTo>
                  <a:pt x="1388621" y="52244"/>
                </a:lnTo>
                <a:lnTo>
                  <a:pt x="1388352" y="50788"/>
                </a:lnTo>
                <a:lnTo>
                  <a:pt x="1388015" y="49300"/>
                </a:lnTo>
                <a:lnTo>
                  <a:pt x="1387605" y="47797"/>
                </a:lnTo>
                <a:lnTo>
                  <a:pt x="1387112" y="46297"/>
                </a:lnTo>
                <a:lnTo>
                  <a:pt x="1386530" y="44817"/>
                </a:lnTo>
                <a:lnTo>
                  <a:pt x="1385851" y="43374"/>
                </a:lnTo>
                <a:lnTo>
                  <a:pt x="1385067" y="41986"/>
                </a:lnTo>
                <a:lnTo>
                  <a:pt x="1384173" y="40670"/>
                </a:lnTo>
                <a:lnTo>
                  <a:pt x="1383158" y="39444"/>
                </a:lnTo>
                <a:lnTo>
                  <a:pt x="1382018" y="38325"/>
                </a:lnTo>
                <a:lnTo>
                  <a:pt x="1380743" y="37331"/>
                </a:lnTo>
                <a:lnTo>
                  <a:pt x="1379327" y="36478"/>
                </a:lnTo>
                <a:lnTo>
                  <a:pt x="1377761" y="35784"/>
                </a:lnTo>
                <a:lnTo>
                  <a:pt x="1376040" y="35267"/>
                </a:lnTo>
                <a:lnTo>
                  <a:pt x="1374154" y="34945"/>
                </a:lnTo>
                <a:lnTo>
                  <a:pt x="1372097" y="34833"/>
                </a:lnTo>
                <a:lnTo>
                  <a:pt x="1371364" y="34846"/>
                </a:lnTo>
                <a:lnTo>
                  <a:pt x="1370610" y="34887"/>
                </a:lnTo>
                <a:lnTo>
                  <a:pt x="1369838" y="34955"/>
                </a:lnTo>
                <a:lnTo>
                  <a:pt x="1369050" y="35054"/>
                </a:lnTo>
                <a:lnTo>
                  <a:pt x="1368248" y="35182"/>
                </a:lnTo>
                <a:lnTo>
                  <a:pt x="1367434" y="35342"/>
                </a:lnTo>
                <a:lnTo>
                  <a:pt x="1366610" y="35535"/>
                </a:lnTo>
                <a:lnTo>
                  <a:pt x="1365778" y="35761"/>
                </a:lnTo>
                <a:lnTo>
                  <a:pt x="1364940" y="36023"/>
                </a:lnTo>
                <a:lnTo>
                  <a:pt x="1364098" y="36320"/>
                </a:lnTo>
                <a:lnTo>
                  <a:pt x="1363254" y="36654"/>
                </a:lnTo>
                <a:lnTo>
                  <a:pt x="1362410" y="37026"/>
                </a:lnTo>
                <a:lnTo>
                  <a:pt x="1361568" y="37438"/>
                </a:lnTo>
                <a:lnTo>
                  <a:pt x="1360730" y="37889"/>
                </a:lnTo>
                <a:lnTo>
                  <a:pt x="1359897" y="38382"/>
                </a:lnTo>
                <a:lnTo>
                  <a:pt x="1359073" y="38918"/>
                </a:lnTo>
                <a:lnTo>
                  <a:pt x="1358259" y="39497"/>
                </a:lnTo>
                <a:lnTo>
                  <a:pt x="1357457" y="40120"/>
                </a:lnTo>
                <a:lnTo>
                  <a:pt x="1356670" y="40790"/>
                </a:lnTo>
                <a:lnTo>
                  <a:pt x="1355898" y="41506"/>
                </a:lnTo>
                <a:lnTo>
                  <a:pt x="1355144" y="42270"/>
                </a:lnTo>
                <a:lnTo>
                  <a:pt x="1354410" y="43082"/>
                </a:lnTo>
                <a:lnTo>
                  <a:pt x="1353699" y="43945"/>
                </a:lnTo>
                <a:lnTo>
                  <a:pt x="1353011" y="44859"/>
                </a:lnTo>
                <a:lnTo>
                  <a:pt x="1352637" y="44056"/>
                </a:lnTo>
                <a:lnTo>
                  <a:pt x="1352237" y="43285"/>
                </a:lnTo>
                <a:lnTo>
                  <a:pt x="1351812" y="42547"/>
                </a:lnTo>
                <a:lnTo>
                  <a:pt x="1351364" y="41841"/>
                </a:lnTo>
                <a:lnTo>
                  <a:pt x="1350891" y="41168"/>
                </a:lnTo>
                <a:lnTo>
                  <a:pt x="1350397" y="40527"/>
                </a:lnTo>
                <a:lnTo>
                  <a:pt x="1349880" y="39920"/>
                </a:lnTo>
                <a:lnTo>
                  <a:pt x="1349341" y="39347"/>
                </a:lnTo>
                <a:lnTo>
                  <a:pt x="1348782" y="38806"/>
                </a:lnTo>
                <a:lnTo>
                  <a:pt x="1348203" y="38300"/>
                </a:lnTo>
                <a:lnTo>
                  <a:pt x="1347604" y="37827"/>
                </a:lnTo>
                <a:lnTo>
                  <a:pt x="1346986" y="37388"/>
                </a:lnTo>
                <a:lnTo>
                  <a:pt x="1346351" y="36983"/>
                </a:lnTo>
                <a:lnTo>
                  <a:pt x="1345698" y="36613"/>
                </a:lnTo>
                <a:lnTo>
                  <a:pt x="1345028" y="36277"/>
                </a:lnTo>
                <a:lnTo>
                  <a:pt x="1344343" y="35976"/>
                </a:lnTo>
                <a:lnTo>
                  <a:pt x="1343641" y="35709"/>
                </a:lnTo>
                <a:lnTo>
                  <a:pt x="1342926" y="35478"/>
                </a:lnTo>
                <a:lnTo>
                  <a:pt x="1342196" y="35282"/>
                </a:lnTo>
                <a:lnTo>
                  <a:pt x="1341452" y="35121"/>
                </a:lnTo>
                <a:lnTo>
                  <a:pt x="1340696" y="34995"/>
                </a:lnTo>
                <a:lnTo>
                  <a:pt x="1339928" y="34905"/>
                </a:lnTo>
                <a:lnTo>
                  <a:pt x="1339148" y="34851"/>
                </a:lnTo>
                <a:lnTo>
                  <a:pt x="1338358" y="34833"/>
                </a:lnTo>
                <a:lnTo>
                  <a:pt x="1337589" y="34847"/>
                </a:lnTo>
                <a:lnTo>
                  <a:pt x="1336824" y="34889"/>
                </a:lnTo>
                <a:lnTo>
                  <a:pt x="1336064" y="34957"/>
                </a:lnTo>
                <a:lnTo>
                  <a:pt x="1335309" y="35053"/>
                </a:lnTo>
                <a:lnTo>
                  <a:pt x="1334560" y="35174"/>
                </a:lnTo>
                <a:lnTo>
                  <a:pt x="1333816" y="35321"/>
                </a:lnTo>
                <a:lnTo>
                  <a:pt x="1333078" y="35494"/>
                </a:lnTo>
                <a:lnTo>
                  <a:pt x="1332346" y="35690"/>
                </a:lnTo>
                <a:lnTo>
                  <a:pt x="1331621" y="35911"/>
                </a:lnTo>
                <a:lnTo>
                  <a:pt x="1330904" y="36156"/>
                </a:lnTo>
                <a:lnTo>
                  <a:pt x="1330193" y="36423"/>
                </a:lnTo>
                <a:lnTo>
                  <a:pt x="1329490" y="36714"/>
                </a:lnTo>
                <a:lnTo>
                  <a:pt x="1328795" y="37026"/>
                </a:lnTo>
                <a:lnTo>
                  <a:pt x="1328109" y="37360"/>
                </a:lnTo>
                <a:lnTo>
                  <a:pt x="1327431" y="37715"/>
                </a:lnTo>
                <a:lnTo>
                  <a:pt x="1326763" y="38091"/>
                </a:lnTo>
                <a:lnTo>
                  <a:pt x="1326103" y="38486"/>
                </a:lnTo>
                <a:lnTo>
                  <a:pt x="1325454" y="38902"/>
                </a:lnTo>
                <a:lnTo>
                  <a:pt x="1324814" y="39336"/>
                </a:lnTo>
                <a:lnTo>
                  <a:pt x="1324185" y="39789"/>
                </a:lnTo>
                <a:lnTo>
                  <a:pt x="1323566" y="40260"/>
                </a:lnTo>
                <a:lnTo>
                  <a:pt x="1322959" y="40748"/>
                </a:lnTo>
                <a:lnTo>
                  <a:pt x="1322363" y="41254"/>
                </a:lnTo>
                <a:lnTo>
                  <a:pt x="1321778" y="41776"/>
                </a:lnTo>
                <a:lnTo>
                  <a:pt x="1321712" y="41079"/>
                </a:lnTo>
                <a:lnTo>
                  <a:pt x="1321612" y="40441"/>
                </a:lnTo>
                <a:lnTo>
                  <a:pt x="1321479" y="39857"/>
                </a:lnTo>
                <a:lnTo>
                  <a:pt x="1321314" y="39327"/>
                </a:lnTo>
                <a:lnTo>
                  <a:pt x="1321120" y="38847"/>
                </a:lnTo>
                <a:lnTo>
                  <a:pt x="1320899" y="38415"/>
                </a:lnTo>
                <a:lnTo>
                  <a:pt x="1320651" y="38029"/>
                </a:lnTo>
                <a:lnTo>
                  <a:pt x="1320379" y="37685"/>
                </a:lnTo>
                <a:lnTo>
                  <a:pt x="1320084" y="37382"/>
                </a:lnTo>
                <a:lnTo>
                  <a:pt x="1319768" y="37117"/>
                </a:lnTo>
                <a:lnTo>
                  <a:pt x="1319432" y="36887"/>
                </a:lnTo>
                <a:lnTo>
                  <a:pt x="1319079" y="36689"/>
                </a:lnTo>
                <a:lnTo>
                  <a:pt x="1318710" y="36522"/>
                </a:lnTo>
                <a:lnTo>
                  <a:pt x="1318326" y="36383"/>
                </a:lnTo>
                <a:lnTo>
                  <a:pt x="1317929" y="36269"/>
                </a:lnTo>
                <a:lnTo>
                  <a:pt x="1317522" y="36178"/>
                </a:lnTo>
                <a:lnTo>
                  <a:pt x="1317105" y="36107"/>
                </a:lnTo>
                <a:lnTo>
                  <a:pt x="1316681" y="36054"/>
                </a:lnTo>
                <a:lnTo>
                  <a:pt x="1316250" y="36015"/>
                </a:lnTo>
                <a:lnTo>
                  <a:pt x="1315815" y="35990"/>
                </a:lnTo>
                <a:lnTo>
                  <a:pt x="1315377" y="35974"/>
                </a:lnTo>
                <a:lnTo>
                  <a:pt x="1314939" y="35966"/>
                </a:lnTo>
                <a:lnTo>
                  <a:pt x="1314501" y="35963"/>
                </a:lnTo>
                <a:lnTo>
                  <a:pt x="1314065" y="35963"/>
                </a:lnTo>
                <a:lnTo>
                  <a:pt x="1307896" y="35963"/>
                </a:lnTo>
                <a:lnTo>
                  <a:pt x="1307524" y="35963"/>
                </a:lnTo>
                <a:lnTo>
                  <a:pt x="1307133" y="35966"/>
                </a:lnTo>
                <a:lnTo>
                  <a:pt x="1306726" y="35974"/>
                </a:lnTo>
                <a:lnTo>
                  <a:pt x="1306307" y="35990"/>
                </a:lnTo>
                <a:lnTo>
                  <a:pt x="1305877" y="36015"/>
                </a:lnTo>
                <a:lnTo>
                  <a:pt x="1305441" y="36053"/>
                </a:lnTo>
                <a:lnTo>
                  <a:pt x="1305002" y="36106"/>
                </a:lnTo>
                <a:lnTo>
                  <a:pt x="1304562" y="36177"/>
                </a:lnTo>
                <a:lnTo>
                  <a:pt x="1304124" y="36268"/>
                </a:lnTo>
                <a:lnTo>
                  <a:pt x="1303693" y="36381"/>
                </a:lnTo>
                <a:lnTo>
                  <a:pt x="1303270" y="36520"/>
                </a:lnTo>
                <a:lnTo>
                  <a:pt x="1302860" y="36686"/>
                </a:lnTo>
                <a:lnTo>
                  <a:pt x="1302464" y="36882"/>
                </a:lnTo>
                <a:lnTo>
                  <a:pt x="1302086" y="37111"/>
                </a:lnTo>
                <a:lnTo>
                  <a:pt x="1301730" y="37376"/>
                </a:lnTo>
                <a:lnTo>
                  <a:pt x="1301398" y="37677"/>
                </a:lnTo>
                <a:lnTo>
                  <a:pt x="1301094" y="38019"/>
                </a:lnTo>
                <a:lnTo>
                  <a:pt x="1300820" y="38404"/>
                </a:lnTo>
                <a:lnTo>
                  <a:pt x="1300580" y="38834"/>
                </a:lnTo>
                <a:lnTo>
                  <a:pt x="1300376" y="39312"/>
                </a:lnTo>
                <a:lnTo>
                  <a:pt x="1300213" y="39840"/>
                </a:lnTo>
                <a:lnTo>
                  <a:pt x="1300092" y="40420"/>
                </a:lnTo>
                <a:lnTo>
                  <a:pt x="1300017" y="41056"/>
                </a:lnTo>
                <a:lnTo>
                  <a:pt x="1299992" y="41750"/>
                </a:lnTo>
                <a:lnTo>
                  <a:pt x="1300013" y="42466"/>
                </a:lnTo>
                <a:lnTo>
                  <a:pt x="1300075" y="43122"/>
                </a:lnTo>
                <a:lnTo>
                  <a:pt x="1300179" y="43722"/>
                </a:lnTo>
                <a:lnTo>
                  <a:pt x="1300324" y="44267"/>
                </a:lnTo>
                <a:lnTo>
                  <a:pt x="1300509" y="44760"/>
                </a:lnTo>
                <a:lnTo>
                  <a:pt x="1300733" y="45204"/>
                </a:lnTo>
                <a:lnTo>
                  <a:pt x="1300997" y="45601"/>
                </a:lnTo>
                <a:lnTo>
                  <a:pt x="1301299" y="45954"/>
                </a:lnTo>
                <a:lnTo>
                  <a:pt x="1301639" y="46266"/>
                </a:lnTo>
                <a:lnTo>
                  <a:pt x="1302017" y="46539"/>
                </a:lnTo>
                <a:lnTo>
                  <a:pt x="1302433" y="46775"/>
                </a:lnTo>
                <a:lnTo>
                  <a:pt x="1302885" y="46978"/>
                </a:lnTo>
                <a:lnTo>
                  <a:pt x="1303373" y="47150"/>
                </a:lnTo>
                <a:lnTo>
                  <a:pt x="1303896" y="47293"/>
                </a:lnTo>
                <a:lnTo>
                  <a:pt x="1304455" y="47410"/>
                </a:lnTo>
                <a:lnTo>
                  <a:pt x="1305048" y="47504"/>
                </a:lnTo>
                <a:lnTo>
                  <a:pt x="1305676" y="47577"/>
                </a:lnTo>
                <a:lnTo>
                  <a:pt x="1306337" y="47631"/>
                </a:lnTo>
                <a:lnTo>
                  <a:pt x="1307032" y="47671"/>
                </a:lnTo>
                <a:lnTo>
                  <a:pt x="1307758" y="47697"/>
                </a:lnTo>
                <a:lnTo>
                  <a:pt x="1308517" y="47713"/>
                </a:lnTo>
                <a:lnTo>
                  <a:pt x="1309308" y="47721"/>
                </a:lnTo>
                <a:lnTo>
                  <a:pt x="1310130" y="47724"/>
                </a:lnTo>
                <a:lnTo>
                  <a:pt x="1310982" y="47725"/>
                </a:lnTo>
                <a:lnTo>
                  <a:pt x="1310982" y="107238"/>
                </a:lnTo>
                <a:lnTo>
                  <a:pt x="1310130" y="107239"/>
                </a:lnTo>
                <a:lnTo>
                  <a:pt x="1309308" y="107242"/>
                </a:lnTo>
                <a:lnTo>
                  <a:pt x="1308517" y="107250"/>
                </a:lnTo>
                <a:lnTo>
                  <a:pt x="1307758" y="107266"/>
                </a:lnTo>
                <a:lnTo>
                  <a:pt x="1307032" y="107292"/>
                </a:lnTo>
                <a:lnTo>
                  <a:pt x="1306337" y="107331"/>
                </a:lnTo>
                <a:lnTo>
                  <a:pt x="1305676" y="107386"/>
                </a:lnTo>
                <a:lnTo>
                  <a:pt x="1305048" y="107459"/>
                </a:lnTo>
                <a:lnTo>
                  <a:pt x="1304455" y="107553"/>
                </a:lnTo>
                <a:lnTo>
                  <a:pt x="1303896" y="107670"/>
                </a:lnTo>
                <a:lnTo>
                  <a:pt x="1303373" y="107813"/>
                </a:lnTo>
                <a:lnTo>
                  <a:pt x="1302885" y="107985"/>
                </a:lnTo>
                <a:lnTo>
                  <a:pt x="1302433" y="108188"/>
                </a:lnTo>
                <a:lnTo>
                  <a:pt x="1302017" y="108424"/>
                </a:lnTo>
                <a:lnTo>
                  <a:pt x="1301639" y="108697"/>
                </a:lnTo>
                <a:lnTo>
                  <a:pt x="1301299" y="109009"/>
                </a:lnTo>
                <a:lnTo>
                  <a:pt x="1300997" y="109362"/>
                </a:lnTo>
                <a:lnTo>
                  <a:pt x="1300733" y="109759"/>
                </a:lnTo>
                <a:lnTo>
                  <a:pt x="1300509" y="110203"/>
                </a:lnTo>
                <a:lnTo>
                  <a:pt x="1300324" y="110696"/>
                </a:lnTo>
                <a:lnTo>
                  <a:pt x="1300179" y="111241"/>
                </a:lnTo>
                <a:lnTo>
                  <a:pt x="1300075" y="111841"/>
                </a:lnTo>
                <a:lnTo>
                  <a:pt x="1300013" y="112497"/>
                </a:lnTo>
                <a:lnTo>
                  <a:pt x="1299992" y="113213"/>
                </a:lnTo>
                <a:lnTo>
                  <a:pt x="1300018" y="113907"/>
                </a:lnTo>
                <a:lnTo>
                  <a:pt x="1300096" y="114542"/>
                </a:lnTo>
                <a:lnTo>
                  <a:pt x="1300221" y="115122"/>
                </a:lnTo>
                <a:lnTo>
                  <a:pt x="1300390" y="115650"/>
                </a:lnTo>
                <a:lnTo>
                  <a:pt x="1300600" y="116127"/>
                </a:lnTo>
                <a:lnTo>
                  <a:pt x="1300847" y="116557"/>
                </a:lnTo>
                <a:lnTo>
                  <a:pt x="1301129" y="116942"/>
                </a:lnTo>
                <a:lnTo>
                  <a:pt x="1301442" y="117283"/>
                </a:lnTo>
                <a:lnTo>
                  <a:pt x="1301781" y="117585"/>
                </a:lnTo>
                <a:lnTo>
                  <a:pt x="1302145" y="117849"/>
                </a:lnTo>
                <a:lnTo>
                  <a:pt x="1302530" y="118078"/>
                </a:lnTo>
                <a:lnTo>
                  <a:pt x="1302932" y="118274"/>
                </a:lnTo>
                <a:lnTo>
                  <a:pt x="1303349" y="118440"/>
                </a:lnTo>
                <a:lnTo>
                  <a:pt x="1303775" y="118579"/>
                </a:lnTo>
                <a:lnTo>
                  <a:pt x="1304210" y="118692"/>
                </a:lnTo>
                <a:lnTo>
                  <a:pt x="1304648" y="118783"/>
                </a:lnTo>
                <a:lnTo>
                  <a:pt x="1305087" y="118854"/>
                </a:lnTo>
                <a:lnTo>
                  <a:pt x="1305523" y="118907"/>
                </a:lnTo>
                <a:lnTo>
                  <a:pt x="1305953" y="118945"/>
                </a:lnTo>
                <a:lnTo>
                  <a:pt x="1306374" y="118970"/>
                </a:lnTo>
                <a:lnTo>
                  <a:pt x="1306782" y="118986"/>
                </a:lnTo>
                <a:lnTo>
                  <a:pt x="1307174" y="118994"/>
                </a:lnTo>
                <a:lnTo>
                  <a:pt x="1307546" y="118997"/>
                </a:lnTo>
                <a:lnTo>
                  <a:pt x="1307896" y="118997"/>
                </a:lnTo>
                <a:lnTo>
                  <a:pt x="1324864" y="118997"/>
                </a:lnTo>
                <a:lnTo>
                  <a:pt x="1325236" y="118997"/>
                </a:lnTo>
                <a:lnTo>
                  <a:pt x="1325627" y="118994"/>
                </a:lnTo>
                <a:lnTo>
                  <a:pt x="1326034" y="118986"/>
                </a:lnTo>
                <a:lnTo>
                  <a:pt x="1326454" y="118970"/>
                </a:lnTo>
                <a:lnTo>
                  <a:pt x="1326883" y="118945"/>
                </a:lnTo>
                <a:lnTo>
                  <a:pt x="1327319" y="118907"/>
                </a:lnTo>
                <a:lnTo>
                  <a:pt x="1327758" y="118854"/>
                </a:lnTo>
                <a:lnTo>
                  <a:pt x="1328198" y="118783"/>
                </a:lnTo>
                <a:lnTo>
                  <a:pt x="1328635" y="118692"/>
                </a:lnTo>
                <a:lnTo>
                  <a:pt x="1329067" y="118579"/>
                </a:lnTo>
                <a:lnTo>
                  <a:pt x="1329489" y="118440"/>
                </a:lnTo>
                <a:lnTo>
                  <a:pt x="1329900" y="118274"/>
                </a:lnTo>
                <a:lnTo>
                  <a:pt x="1330295" y="118078"/>
                </a:lnTo>
                <a:lnTo>
                  <a:pt x="1330672" y="117849"/>
                </a:lnTo>
                <a:lnTo>
                  <a:pt x="1331028" y="117585"/>
                </a:lnTo>
                <a:lnTo>
                  <a:pt x="1331360" y="117283"/>
                </a:lnTo>
                <a:lnTo>
                  <a:pt x="1331664" y="116942"/>
                </a:lnTo>
                <a:lnTo>
                  <a:pt x="1331938" y="116557"/>
                </a:lnTo>
                <a:lnTo>
                  <a:pt x="1332178" y="116127"/>
                </a:lnTo>
                <a:lnTo>
                  <a:pt x="1332381" y="115650"/>
                </a:lnTo>
                <a:lnTo>
                  <a:pt x="1332545" y="115122"/>
                </a:lnTo>
                <a:lnTo>
                  <a:pt x="1332666" y="114542"/>
                </a:lnTo>
                <a:lnTo>
                  <a:pt x="1332740" y="113907"/>
                </a:lnTo>
                <a:lnTo>
                  <a:pt x="1332766" y="113213"/>
                </a:lnTo>
                <a:lnTo>
                  <a:pt x="1332745" y="112497"/>
                </a:lnTo>
                <a:lnTo>
                  <a:pt x="1332682" y="111841"/>
                </a:lnTo>
                <a:lnTo>
                  <a:pt x="1332578" y="111241"/>
                </a:lnTo>
                <a:lnTo>
                  <a:pt x="1332434" y="110696"/>
                </a:lnTo>
                <a:lnTo>
                  <a:pt x="1332249" y="110203"/>
                </a:lnTo>
                <a:lnTo>
                  <a:pt x="1332025" y="109759"/>
                </a:lnTo>
                <a:lnTo>
                  <a:pt x="1331762" y="109362"/>
                </a:lnTo>
                <a:lnTo>
                  <a:pt x="1331459" y="109009"/>
                </a:lnTo>
                <a:lnTo>
                  <a:pt x="1331119" y="108697"/>
                </a:lnTo>
                <a:lnTo>
                  <a:pt x="1330741" y="108424"/>
                </a:lnTo>
                <a:lnTo>
                  <a:pt x="1330326" y="108188"/>
                </a:lnTo>
                <a:lnTo>
                  <a:pt x="1329875" y="107985"/>
                </a:lnTo>
                <a:lnTo>
                  <a:pt x="1329387" y="107813"/>
                </a:lnTo>
                <a:lnTo>
                  <a:pt x="1328863" y="107670"/>
                </a:lnTo>
                <a:lnTo>
                  <a:pt x="1328305" y="107553"/>
                </a:lnTo>
                <a:lnTo>
                  <a:pt x="1327711" y="107459"/>
                </a:lnTo>
                <a:lnTo>
                  <a:pt x="1327084" y="107386"/>
                </a:lnTo>
                <a:lnTo>
                  <a:pt x="1326423" y="107331"/>
                </a:lnTo>
                <a:lnTo>
                  <a:pt x="1325729" y="107292"/>
                </a:lnTo>
                <a:lnTo>
                  <a:pt x="1325002" y="107266"/>
                </a:lnTo>
                <a:lnTo>
                  <a:pt x="1324243" y="107250"/>
                </a:lnTo>
                <a:lnTo>
                  <a:pt x="1323452" y="107242"/>
                </a:lnTo>
                <a:lnTo>
                  <a:pt x="1322631" y="107239"/>
                </a:lnTo>
                <a:lnTo>
                  <a:pt x="1321778" y="107238"/>
                </a:lnTo>
                <a:lnTo>
                  <a:pt x="1321778" y="72764"/>
                </a:lnTo>
                <a:lnTo>
                  <a:pt x="1321819" y="70666"/>
                </a:lnTo>
                <a:lnTo>
                  <a:pt x="1321939" y="68653"/>
                </a:lnTo>
                <a:lnTo>
                  <a:pt x="1322134" y="66724"/>
                </a:lnTo>
                <a:lnTo>
                  <a:pt x="1322401" y="64881"/>
                </a:lnTo>
                <a:lnTo>
                  <a:pt x="1322736" y="63124"/>
                </a:lnTo>
                <a:lnTo>
                  <a:pt x="1323137" y="61453"/>
                </a:lnTo>
                <a:lnTo>
                  <a:pt x="1323600" y="59868"/>
                </a:lnTo>
                <a:lnTo>
                  <a:pt x="1324121" y="58371"/>
                </a:lnTo>
                <a:lnTo>
                  <a:pt x="1324696" y="56961"/>
                </a:lnTo>
                <a:lnTo>
                  <a:pt x="1325324" y="55639"/>
                </a:lnTo>
                <a:lnTo>
                  <a:pt x="1325999" y="54405"/>
                </a:lnTo>
                <a:lnTo>
                  <a:pt x="1326719" y="53260"/>
                </a:lnTo>
                <a:lnTo>
                  <a:pt x="1327480" y="52204"/>
                </a:lnTo>
                <a:lnTo>
                  <a:pt x="1328279" y="51238"/>
                </a:lnTo>
                <a:lnTo>
                  <a:pt x="1329112" y="50361"/>
                </a:lnTo>
                <a:lnTo>
                  <a:pt x="1329976" y="49575"/>
                </a:lnTo>
                <a:lnTo>
                  <a:pt x="1330867" y="48880"/>
                </a:lnTo>
                <a:lnTo>
                  <a:pt x="1331783" y="48277"/>
                </a:lnTo>
                <a:lnTo>
                  <a:pt x="1332719" y="47765"/>
                </a:lnTo>
                <a:lnTo>
                  <a:pt x="1333672" y="47345"/>
                </a:lnTo>
                <a:lnTo>
                  <a:pt x="1334639" y="47017"/>
                </a:lnTo>
                <a:lnTo>
                  <a:pt x="1335616" y="46783"/>
                </a:lnTo>
                <a:lnTo>
                  <a:pt x="1336600" y="46642"/>
                </a:lnTo>
                <a:lnTo>
                  <a:pt x="1337588" y="46595"/>
                </a:lnTo>
                <a:lnTo>
                  <a:pt x="1338133" y="46613"/>
                </a:lnTo>
                <a:lnTo>
                  <a:pt x="1338659" y="46667"/>
                </a:lnTo>
                <a:lnTo>
                  <a:pt x="1339167" y="46760"/>
                </a:lnTo>
                <a:lnTo>
                  <a:pt x="1339655" y="46896"/>
                </a:lnTo>
                <a:lnTo>
                  <a:pt x="1340124" y="47075"/>
                </a:lnTo>
                <a:lnTo>
                  <a:pt x="1340572" y="47302"/>
                </a:lnTo>
                <a:lnTo>
                  <a:pt x="1341000" y="47579"/>
                </a:lnTo>
                <a:lnTo>
                  <a:pt x="1341407" y="47907"/>
                </a:lnTo>
                <a:lnTo>
                  <a:pt x="1341793" y="48291"/>
                </a:lnTo>
                <a:lnTo>
                  <a:pt x="1342157" y="48732"/>
                </a:lnTo>
                <a:lnTo>
                  <a:pt x="1342498" y="49233"/>
                </a:lnTo>
                <a:lnTo>
                  <a:pt x="1342817" y="49796"/>
                </a:lnTo>
                <a:lnTo>
                  <a:pt x="1343113" y="50425"/>
                </a:lnTo>
                <a:lnTo>
                  <a:pt x="1343385" y="51121"/>
                </a:lnTo>
                <a:lnTo>
                  <a:pt x="1343633" y="51888"/>
                </a:lnTo>
                <a:lnTo>
                  <a:pt x="1343857" y="52728"/>
                </a:lnTo>
                <a:lnTo>
                  <a:pt x="1344056" y="53643"/>
                </a:lnTo>
                <a:lnTo>
                  <a:pt x="1344230" y="54636"/>
                </a:lnTo>
                <a:lnTo>
                  <a:pt x="1344378" y="55711"/>
                </a:lnTo>
                <a:lnTo>
                  <a:pt x="1344501" y="56868"/>
                </a:lnTo>
                <a:lnTo>
                  <a:pt x="1344597" y="58111"/>
                </a:lnTo>
                <a:lnTo>
                  <a:pt x="1344666" y="59443"/>
                </a:lnTo>
                <a:lnTo>
                  <a:pt x="1344707" y="60865"/>
                </a:lnTo>
                <a:lnTo>
                  <a:pt x="1344721" y="62382"/>
                </a:lnTo>
                <a:lnTo>
                  <a:pt x="1344721" y="107238"/>
                </a:lnTo>
                <a:lnTo>
                  <a:pt x="1344258" y="107239"/>
                </a:lnTo>
                <a:lnTo>
                  <a:pt x="1343785" y="107242"/>
                </a:lnTo>
                <a:lnTo>
                  <a:pt x="1343305" y="107250"/>
                </a:lnTo>
                <a:lnTo>
                  <a:pt x="1342821" y="107266"/>
                </a:lnTo>
                <a:lnTo>
                  <a:pt x="1342335" y="107292"/>
                </a:lnTo>
                <a:lnTo>
                  <a:pt x="1341851" y="107331"/>
                </a:lnTo>
                <a:lnTo>
                  <a:pt x="1341369" y="107386"/>
                </a:lnTo>
                <a:lnTo>
                  <a:pt x="1340894" y="107459"/>
                </a:lnTo>
                <a:lnTo>
                  <a:pt x="1340427" y="107553"/>
                </a:lnTo>
                <a:lnTo>
                  <a:pt x="1339972" y="107670"/>
                </a:lnTo>
                <a:lnTo>
                  <a:pt x="1339531" y="107813"/>
                </a:lnTo>
                <a:lnTo>
                  <a:pt x="1339106" y="107985"/>
                </a:lnTo>
                <a:lnTo>
                  <a:pt x="1338700" y="108188"/>
                </a:lnTo>
                <a:lnTo>
                  <a:pt x="1338316" y="108424"/>
                </a:lnTo>
                <a:lnTo>
                  <a:pt x="1337956" y="108697"/>
                </a:lnTo>
                <a:lnTo>
                  <a:pt x="1337623" y="109009"/>
                </a:lnTo>
                <a:lnTo>
                  <a:pt x="1337319" y="109362"/>
                </a:lnTo>
                <a:lnTo>
                  <a:pt x="1337048" y="109759"/>
                </a:lnTo>
                <a:lnTo>
                  <a:pt x="1336811" y="110203"/>
                </a:lnTo>
                <a:lnTo>
                  <a:pt x="1336611" y="110696"/>
                </a:lnTo>
                <a:lnTo>
                  <a:pt x="1336452" y="111241"/>
                </a:lnTo>
                <a:lnTo>
                  <a:pt x="1336334" y="111841"/>
                </a:lnTo>
                <a:lnTo>
                  <a:pt x="1336262" y="112497"/>
                </a:lnTo>
                <a:lnTo>
                  <a:pt x="1336237" y="113213"/>
                </a:lnTo>
                <a:lnTo>
                  <a:pt x="1336264" y="113907"/>
                </a:lnTo>
                <a:lnTo>
                  <a:pt x="1336341" y="114542"/>
                </a:lnTo>
                <a:lnTo>
                  <a:pt x="1336466" y="115122"/>
                </a:lnTo>
                <a:lnTo>
                  <a:pt x="1336635" y="115650"/>
                </a:lnTo>
                <a:lnTo>
                  <a:pt x="1336845" y="116127"/>
                </a:lnTo>
                <a:lnTo>
                  <a:pt x="1337093" y="116557"/>
                </a:lnTo>
                <a:lnTo>
                  <a:pt x="1337375" y="116942"/>
                </a:lnTo>
                <a:lnTo>
                  <a:pt x="1337687" y="117283"/>
                </a:lnTo>
                <a:lnTo>
                  <a:pt x="1338027" y="117585"/>
                </a:lnTo>
                <a:lnTo>
                  <a:pt x="1338391" y="117849"/>
                </a:lnTo>
                <a:lnTo>
                  <a:pt x="1338776" y="118078"/>
                </a:lnTo>
                <a:lnTo>
                  <a:pt x="1339178" y="118274"/>
                </a:lnTo>
                <a:lnTo>
                  <a:pt x="1339594" y="118440"/>
                </a:lnTo>
                <a:lnTo>
                  <a:pt x="1340021" y="118579"/>
                </a:lnTo>
                <a:lnTo>
                  <a:pt x="1340455" y="118692"/>
                </a:lnTo>
                <a:lnTo>
                  <a:pt x="1340894" y="118783"/>
                </a:lnTo>
                <a:lnTo>
                  <a:pt x="1341332" y="118854"/>
                </a:lnTo>
                <a:lnTo>
                  <a:pt x="1341769" y="118907"/>
                </a:lnTo>
                <a:lnTo>
                  <a:pt x="1342199" y="118945"/>
                </a:lnTo>
                <a:lnTo>
                  <a:pt x="1342620" y="118970"/>
                </a:lnTo>
                <a:lnTo>
                  <a:pt x="1343028" y="118986"/>
                </a:lnTo>
                <a:lnTo>
                  <a:pt x="1343420" y="118994"/>
                </a:lnTo>
                <a:lnTo>
                  <a:pt x="1343792" y="118997"/>
                </a:lnTo>
                <a:lnTo>
                  <a:pt x="1344142" y="118997"/>
                </a:lnTo>
                <a:lnTo>
                  <a:pt x="1358601" y="118997"/>
                </a:lnTo>
                <a:lnTo>
                  <a:pt x="1358973" y="118997"/>
                </a:lnTo>
                <a:lnTo>
                  <a:pt x="1359364" y="118994"/>
                </a:lnTo>
                <a:lnTo>
                  <a:pt x="1359770" y="118986"/>
                </a:lnTo>
                <a:lnTo>
                  <a:pt x="1360190" y="118970"/>
                </a:lnTo>
                <a:lnTo>
                  <a:pt x="1360620" y="118945"/>
                </a:lnTo>
                <a:lnTo>
                  <a:pt x="1361056" y="118907"/>
                </a:lnTo>
                <a:lnTo>
                  <a:pt x="1361495" y="118854"/>
                </a:lnTo>
                <a:lnTo>
                  <a:pt x="1361935" y="118783"/>
                </a:lnTo>
                <a:lnTo>
                  <a:pt x="1362372" y="118692"/>
                </a:lnTo>
                <a:lnTo>
                  <a:pt x="1362804" y="118579"/>
                </a:lnTo>
                <a:lnTo>
                  <a:pt x="1363227" y="118440"/>
                </a:lnTo>
                <a:lnTo>
                  <a:pt x="1363637" y="118274"/>
                </a:lnTo>
                <a:lnTo>
                  <a:pt x="1364033" y="118078"/>
                </a:lnTo>
                <a:lnTo>
                  <a:pt x="1364410" y="117849"/>
                </a:lnTo>
                <a:lnTo>
                  <a:pt x="1364767" y="117585"/>
                </a:lnTo>
                <a:lnTo>
                  <a:pt x="1365098" y="117283"/>
                </a:lnTo>
                <a:lnTo>
                  <a:pt x="1365403" y="116942"/>
                </a:lnTo>
                <a:lnTo>
                  <a:pt x="1365677" y="116557"/>
                </a:lnTo>
                <a:lnTo>
                  <a:pt x="1365917" y="116127"/>
                </a:lnTo>
                <a:lnTo>
                  <a:pt x="1366120" y="115650"/>
                </a:lnTo>
                <a:lnTo>
                  <a:pt x="1366284" y="115122"/>
                </a:lnTo>
                <a:lnTo>
                  <a:pt x="1366405" y="114542"/>
                </a:lnTo>
                <a:lnTo>
                  <a:pt x="1366480" y="113907"/>
                </a:lnTo>
                <a:lnTo>
                  <a:pt x="1366505" y="113213"/>
                </a:lnTo>
                <a:lnTo>
                  <a:pt x="1366484" y="112497"/>
                </a:lnTo>
                <a:lnTo>
                  <a:pt x="1366421" y="111841"/>
                </a:lnTo>
                <a:lnTo>
                  <a:pt x="1366318" y="111241"/>
                </a:lnTo>
                <a:lnTo>
                  <a:pt x="1366173" y="110696"/>
                </a:lnTo>
                <a:lnTo>
                  <a:pt x="1365988" y="110203"/>
                </a:lnTo>
                <a:lnTo>
                  <a:pt x="1365764" y="109759"/>
                </a:lnTo>
                <a:lnTo>
                  <a:pt x="1365501" y="109362"/>
                </a:lnTo>
                <a:lnTo>
                  <a:pt x="1365199" y="109009"/>
                </a:lnTo>
                <a:lnTo>
                  <a:pt x="1364858" y="108697"/>
                </a:lnTo>
                <a:lnTo>
                  <a:pt x="1364480" y="108424"/>
                </a:lnTo>
                <a:lnTo>
                  <a:pt x="1364065" y="108188"/>
                </a:lnTo>
                <a:lnTo>
                  <a:pt x="1363614" y="107985"/>
                </a:lnTo>
                <a:lnTo>
                  <a:pt x="1363126" y="107813"/>
                </a:lnTo>
                <a:lnTo>
                  <a:pt x="1362602" y="107670"/>
                </a:lnTo>
                <a:lnTo>
                  <a:pt x="1362044" y="107553"/>
                </a:lnTo>
                <a:lnTo>
                  <a:pt x="1361450" y="107459"/>
                </a:lnTo>
                <a:lnTo>
                  <a:pt x="1360823" y="107386"/>
                </a:lnTo>
                <a:lnTo>
                  <a:pt x="1360162" y="107331"/>
                </a:lnTo>
                <a:lnTo>
                  <a:pt x="1359468" y="107292"/>
                </a:lnTo>
                <a:lnTo>
                  <a:pt x="1358741" y="107266"/>
                </a:lnTo>
                <a:lnTo>
                  <a:pt x="1357982" y="107250"/>
                </a:lnTo>
                <a:lnTo>
                  <a:pt x="1357192" y="107242"/>
                </a:lnTo>
                <a:lnTo>
                  <a:pt x="1356370" y="107239"/>
                </a:lnTo>
                <a:lnTo>
                  <a:pt x="1355518" y="107238"/>
                </a:lnTo>
                <a:lnTo>
                  <a:pt x="1355518" y="72779"/>
                </a:lnTo>
                <a:lnTo>
                  <a:pt x="1355558" y="70679"/>
                </a:lnTo>
                <a:lnTo>
                  <a:pt x="1355678" y="68664"/>
                </a:lnTo>
                <a:lnTo>
                  <a:pt x="1355873" y="66734"/>
                </a:lnTo>
                <a:lnTo>
                  <a:pt x="1356140" y="64890"/>
                </a:lnTo>
                <a:lnTo>
                  <a:pt x="1356475" y="63131"/>
                </a:lnTo>
                <a:lnTo>
                  <a:pt x="1356876" y="61459"/>
                </a:lnTo>
                <a:lnTo>
                  <a:pt x="1357339" y="59874"/>
                </a:lnTo>
                <a:lnTo>
                  <a:pt x="1357860" y="58375"/>
                </a:lnTo>
                <a:lnTo>
                  <a:pt x="1358435" y="56964"/>
                </a:lnTo>
                <a:lnTo>
                  <a:pt x="1359063" y="55642"/>
                </a:lnTo>
                <a:lnTo>
                  <a:pt x="1359738" y="54407"/>
                </a:lnTo>
                <a:lnTo>
                  <a:pt x="1360458" y="53262"/>
                </a:lnTo>
                <a:lnTo>
                  <a:pt x="1361219" y="52205"/>
                </a:lnTo>
                <a:lnTo>
                  <a:pt x="1362018" y="51239"/>
                </a:lnTo>
                <a:lnTo>
                  <a:pt x="1362851" y="50362"/>
                </a:lnTo>
                <a:lnTo>
                  <a:pt x="1363715" y="49576"/>
                </a:lnTo>
                <a:lnTo>
                  <a:pt x="1364606" y="48881"/>
                </a:lnTo>
                <a:lnTo>
                  <a:pt x="1365522" y="48277"/>
                </a:lnTo>
                <a:lnTo>
                  <a:pt x="1366458" y="47765"/>
                </a:lnTo>
                <a:lnTo>
                  <a:pt x="1367411" y="47345"/>
                </a:lnTo>
                <a:lnTo>
                  <a:pt x="1368378" y="47017"/>
                </a:lnTo>
                <a:lnTo>
                  <a:pt x="1369355" y="46783"/>
                </a:lnTo>
                <a:lnTo>
                  <a:pt x="1370339" y="46642"/>
                </a:lnTo>
                <a:lnTo>
                  <a:pt x="1371327" y="46595"/>
                </a:lnTo>
                <a:lnTo>
                  <a:pt x="1371872" y="46613"/>
                </a:lnTo>
                <a:lnTo>
                  <a:pt x="1372398" y="46667"/>
                </a:lnTo>
                <a:lnTo>
                  <a:pt x="1372906" y="46760"/>
                </a:lnTo>
                <a:lnTo>
                  <a:pt x="1373394" y="46896"/>
                </a:lnTo>
                <a:lnTo>
                  <a:pt x="1373863" y="47075"/>
                </a:lnTo>
                <a:lnTo>
                  <a:pt x="1374312" y="47302"/>
                </a:lnTo>
                <a:lnTo>
                  <a:pt x="1374740" y="47579"/>
                </a:lnTo>
                <a:lnTo>
                  <a:pt x="1375147" y="47907"/>
                </a:lnTo>
                <a:lnTo>
                  <a:pt x="1375532" y="48291"/>
                </a:lnTo>
                <a:lnTo>
                  <a:pt x="1375896" y="48732"/>
                </a:lnTo>
                <a:lnTo>
                  <a:pt x="1376237" y="49233"/>
                </a:lnTo>
                <a:lnTo>
                  <a:pt x="1376556" y="49796"/>
                </a:lnTo>
                <a:lnTo>
                  <a:pt x="1376852" y="50425"/>
                </a:lnTo>
                <a:lnTo>
                  <a:pt x="1377124" y="51121"/>
                </a:lnTo>
                <a:lnTo>
                  <a:pt x="1377372" y="51888"/>
                </a:lnTo>
                <a:lnTo>
                  <a:pt x="1377596" y="52728"/>
                </a:lnTo>
                <a:lnTo>
                  <a:pt x="1377795" y="53643"/>
                </a:lnTo>
                <a:lnTo>
                  <a:pt x="1377969" y="54636"/>
                </a:lnTo>
                <a:lnTo>
                  <a:pt x="1378118" y="55711"/>
                </a:lnTo>
                <a:lnTo>
                  <a:pt x="1378240" y="56868"/>
                </a:lnTo>
                <a:lnTo>
                  <a:pt x="1378336" y="58111"/>
                </a:lnTo>
                <a:lnTo>
                  <a:pt x="1378405" y="59443"/>
                </a:lnTo>
                <a:lnTo>
                  <a:pt x="1378446" y="60865"/>
                </a:lnTo>
                <a:lnTo>
                  <a:pt x="1378460" y="62382"/>
                </a:lnTo>
                <a:lnTo>
                  <a:pt x="1378460" y="107238"/>
                </a:lnTo>
                <a:lnTo>
                  <a:pt x="1377997" y="107239"/>
                </a:lnTo>
                <a:lnTo>
                  <a:pt x="1377524" y="107242"/>
                </a:lnTo>
                <a:lnTo>
                  <a:pt x="1377044" y="107250"/>
                </a:lnTo>
                <a:lnTo>
                  <a:pt x="1376559" y="107266"/>
                </a:lnTo>
                <a:lnTo>
                  <a:pt x="1376073" y="107292"/>
                </a:lnTo>
                <a:lnTo>
                  <a:pt x="1375588" y="107331"/>
                </a:lnTo>
                <a:lnTo>
                  <a:pt x="1375107" y="107386"/>
                </a:lnTo>
                <a:lnTo>
                  <a:pt x="1374632" y="107459"/>
                </a:lnTo>
                <a:lnTo>
                  <a:pt x="1374165" y="107553"/>
                </a:lnTo>
                <a:lnTo>
                  <a:pt x="1373710" y="107670"/>
                </a:lnTo>
                <a:lnTo>
                  <a:pt x="1373269" y="107813"/>
                </a:lnTo>
                <a:lnTo>
                  <a:pt x="1372844" y="107985"/>
                </a:lnTo>
                <a:lnTo>
                  <a:pt x="1372438" y="108188"/>
                </a:lnTo>
                <a:lnTo>
                  <a:pt x="1372054" y="108424"/>
                </a:lnTo>
                <a:lnTo>
                  <a:pt x="1371694" y="108697"/>
                </a:lnTo>
                <a:lnTo>
                  <a:pt x="1371361" y="109009"/>
                </a:lnTo>
                <a:lnTo>
                  <a:pt x="1371058" y="109362"/>
                </a:lnTo>
                <a:lnTo>
                  <a:pt x="1370787" y="109759"/>
                </a:lnTo>
                <a:lnTo>
                  <a:pt x="1370550" y="110203"/>
                </a:lnTo>
                <a:lnTo>
                  <a:pt x="1370350" y="110696"/>
                </a:lnTo>
                <a:lnTo>
                  <a:pt x="1370191" y="111241"/>
                </a:lnTo>
                <a:lnTo>
                  <a:pt x="1370073" y="111841"/>
                </a:lnTo>
                <a:lnTo>
                  <a:pt x="1370001" y="112497"/>
                </a:lnTo>
                <a:lnTo>
                  <a:pt x="1369976" y="113213"/>
                </a:lnTo>
                <a:lnTo>
                  <a:pt x="1370003" y="113907"/>
                </a:lnTo>
                <a:lnTo>
                  <a:pt x="1370080" y="114542"/>
                </a:lnTo>
                <a:lnTo>
                  <a:pt x="1370205" y="115122"/>
                </a:lnTo>
                <a:lnTo>
                  <a:pt x="1370374" y="115650"/>
                </a:lnTo>
                <a:lnTo>
                  <a:pt x="1370584" y="116127"/>
                </a:lnTo>
                <a:lnTo>
                  <a:pt x="1370832" y="116557"/>
                </a:lnTo>
                <a:lnTo>
                  <a:pt x="1371113" y="116942"/>
                </a:lnTo>
                <a:lnTo>
                  <a:pt x="1371426" y="117283"/>
                </a:lnTo>
                <a:lnTo>
                  <a:pt x="1371765" y="117585"/>
                </a:lnTo>
                <a:lnTo>
                  <a:pt x="1372129" y="117849"/>
                </a:lnTo>
                <a:lnTo>
                  <a:pt x="1372514" y="118078"/>
                </a:lnTo>
                <a:lnTo>
                  <a:pt x="1372916" y="118274"/>
                </a:lnTo>
                <a:lnTo>
                  <a:pt x="1373332" y="118440"/>
                </a:lnTo>
                <a:lnTo>
                  <a:pt x="1373759" y="118579"/>
                </a:lnTo>
                <a:lnTo>
                  <a:pt x="1374193" y="118692"/>
                </a:lnTo>
                <a:lnTo>
                  <a:pt x="1374631" y="118783"/>
                </a:lnTo>
                <a:lnTo>
                  <a:pt x="1375070" y="118854"/>
                </a:lnTo>
                <a:lnTo>
                  <a:pt x="1375507" y="118907"/>
                </a:lnTo>
                <a:lnTo>
                  <a:pt x="1375937" y="118945"/>
                </a:lnTo>
                <a:lnTo>
                  <a:pt x="1376358" y="118970"/>
                </a:lnTo>
                <a:lnTo>
                  <a:pt x="1376766" y="118986"/>
                </a:lnTo>
                <a:lnTo>
                  <a:pt x="1377158" y="118994"/>
                </a:lnTo>
                <a:lnTo>
                  <a:pt x="1377531" y="118997"/>
                </a:lnTo>
                <a:lnTo>
                  <a:pt x="1377881" y="118997"/>
                </a:lnTo>
                <a:lnTo>
                  <a:pt x="1392340" y="118997"/>
                </a:lnTo>
                <a:lnTo>
                  <a:pt x="1392712" y="118997"/>
                </a:lnTo>
                <a:lnTo>
                  <a:pt x="1393103" y="118994"/>
                </a:lnTo>
                <a:lnTo>
                  <a:pt x="1393510" y="118986"/>
                </a:lnTo>
                <a:lnTo>
                  <a:pt x="1393929" y="118970"/>
                </a:lnTo>
                <a:lnTo>
                  <a:pt x="1394359" y="118945"/>
                </a:lnTo>
                <a:lnTo>
                  <a:pt x="1394795" y="118907"/>
                </a:lnTo>
                <a:lnTo>
                  <a:pt x="1395234" y="118854"/>
                </a:lnTo>
                <a:lnTo>
                  <a:pt x="1395674" y="118783"/>
                </a:lnTo>
                <a:lnTo>
                  <a:pt x="1396112" y="118692"/>
                </a:lnTo>
                <a:lnTo>
                  <a:pt x="1396543" y="118579"/>
                </a:lnTo>
                <a:lnTo>
                  <a:pt x="1396966" y="118440"/>
                </a:lnTo>
                <a:lnTo>
                  <a:pt x="1397376" y="118274"/>
                </a:lnTo>
                <a:lnTo>
                  <a:pt x="1397772" y="118078"/>
                </a:lnTo>
                <a:lnTo>
                  <a:pt x="1398150" y="117849"/>
                </a:lnTo>
                <a:lnTo>
                  <a:pt x="1398506" y="117585"/>
                </a:lnTo>
                <a:lnTo>
                  <a:pt x="1398838" y="117283"/>
                </a:lnTo>
                <a:lnTo>
                  <a:pt x="1399142" y="116942"/>
                </a:lnTo>
                <a:lnTo>
                  <a:pt x="1399416" y="116557"/>
                </a:lnTo>
                <a:lnTo>
                  <a:pt x="1399656" y="116127"/>
                </a:lnTo>
                <a:lnTo>
                  <a:pt x="1399860" y="115650"/>
                </a:lnTo>
                <a:lnTo>
                  <a:pt x="1400023" y="115122"/>
                </a:lnTo>
                <a:lnTo>
                  <a:pt x="1400144" y="114542"/>
                </a:lnTo>
                <a:lnTo>
                  <a:pt x="1400219" y="113907"/>
                </a:lnTo>
                <a:lnTo>
                  <a:pt x="1400244" y="113213"/>
                </a:lnTo>
                <a:lnTo>
                  <a:pt x="1400223" y="112497"/>
                </a:lnTo>
                <a:lnTo>
                  <a:pt x="1400161" y="111841"/>
                </a:lnTo>
                <a:lnTo>
                  <a:pt x="1400057" y="111241"/>
                </a:lnTo>
                <a:lnTo>
                  <a:pt x="1399912" y="110696"/>
                </a:lnTo>
                <a:lnTo>
                  <a:pt x="1399728" y="110203"/>
                </a:lnTo>
                <a:lnTo>
                  <a:pt x="1399503" y="109759"/>
                </a:lnTo>
                <a:close/>
                <a:moveTo>
                  <a:pt x="1697689" y="43294"/>
                </a:moveTo>
                <a:lnTo>
                  <a:pt x="1697428" y="42638"/>
                </a:lnTo>
                <a:lnTo>
                  <a:pt x="1697108" y="41975"/>
                </a:lnTo>
                <a:lnTo>
                  <a:pt x="1696725" y="41311"/>
                </a:lnTo>
                <a:lnTo>
                  <a:pt x="1696273" y="40651"/>
                </a:lnTo>
                <a:lnTo>
                  <a:pt x="1695747" y="40001"/>
                </a:lnTo>
                <a:lnTo>
                  <a:pt x="1695143" y="39365"/>
                </a:lnTo>
                <a:lnTo>
                  <a:pt x="1694456" y="38749"/>
                </a:lnTo>
                <a:lnTo>
                  <a:pt x="1693681" y="38159"/>
                </a:lnTo>
                <a:lnTo>
                  <a:pt x="1692812" y="37599"/>
                </a:lnTo>
                <a:lnTo>
                  <a:pt x="1691845" y="37076"/>
                </a:lnTo>
                <a:lnTo>
                  <a:pt x="1690775" y="36594"/>
                </a:lnTo>
                <a:lnTo>
                  <a:pt x="1689597" y="36159"/>
                </a:lnTo>
                <a:lnTo>
                  <a:pt x="1688306" y="35776"/>
                </a:lnTo>
                <a:lnTo>
                  <a:pt x="1686898" y="35451"/>
                </a:lnTo>
                <a:lnTo>
                  <a:pt x="1685366" y="35189"/>
                </a:lnTo>
                <a:lnTo>
                  <a:pt x="1683707" y="34995"/>
                </a:lnTo>
                <a:lnTo>
                  <a:pt x="1681915" y="34874"/>
                </a:lnTo>
                <a:lnTo>
                  <a:pt x="1679985" y="34833"/>
                </a:lnTo>
                <a:lnTo>
                  <a:pt x="1678743" y="34852"/>
                </a:lnTo>
                <a:lnTo>
                  <a:pt x="1677477" y="34908"/>
                </a:lnTo>
                <a:lnTo>
                  <a:pt x="1676188" y="35006"/>
                </a:lnTo>
                <a:lnTo>
                  <a:pt x="1674879" y="35146"/>
                </a:lnTo>
                <a:lnTo>
                  <a:pt x="1673551" y="35332"/>
                </a:lnTo>
                <a:lnTo>
                  <a:pt x="1672206" y="35565"/>
                </a:lnTo>
                <a:lnTo>
                  <a:pt x="1670847" y="35848"/>
                </a:lnTo>
                <a:lnTo>
                  <a:pt x="1669474" y="36183"/>
                </a:lnTo>
                <a:lnTo>
                  <a:pt x="1668089" y="36572"/>
                </a:lnTo>
                <a:lnTo>
                  <a:pt x="1666695" y="37018"/>
                </a:lnTo>
                <a:lnTo>
                  <a:pt x="1665294" y="37522"/>
                </a:lnTo>
                <a:lnTo>
                  <a:pt x="1663886" y="38087"/>
                </a:lnTo>
                <a:lnTo>
                  <a:pt x="1662475" y="38716"/>
                </a:lnTo>
                <a:lnTo>
                  <a:pt x="1661061" y="39410"/>
                </a:lnTo>
                <a:lnTo>
                  <a:pt x="1659647" y="40172"/>
                </a:lnTo>
                <a:lnTo>
                  <a:pt x="1658235" y="41004"/>
                </a:lnTo>
                <a:lnTo>
                  <a:pt x="1656826" y="41908"/>
                </a:lnTo>
                <a:lnTo>
                  <a:pt x="1655422" y="42887"/>
                </a:lnTo>
                <a:lnTo>
                  <a:pt x="1654025" y="43942"/>
                </a:lnTo>
                <a:lnTo>
                  <a:pt x="1652637" y="45077"/>
                </a:lnTo>
                <a:lnTo>
                  <a:pt x="1651260" y="46293"/>
                </a:lnTo>
                <a:lnTo>
                  <a:pt x="1649895" y="47593"/>
                </a:lnTo>
                <a:lnTo>
                  <a:pt x="1648545" y="48978"/>
                </a:lnTo>
                <a:lnTo>
                  <a:pt x="1647211" y="50452"/>
                </a:lnTo>
                <a:lnTo>
                  <a:pt x="1647211" y="43897"/>
                </a:lnTo>
                <a:lnTo>
                  <a:pt x="1647205" y="43168"/>
                </a:lnTo>
                <a:lnTo>
                  <a:pt x="1647185" y="42480"/>
                </a:lnTo>
                <a:lnTo>
                  <a:pt x="1647149" y="41832"/>
                </a:lnTo>
                <a:lnTo>
                  <a:pt x="1647095" y="41225"/>
                </a:lnTo>
                <a:lnTo>
                  <a:pt x="1647022" y="40656"/>
                </a:lnTo>
                <a:lnTo>
                  <a:pt x="1646928" y="40124"/>
                </a:lnTo>
                <a:lnTo>
                  <a:pt x="1646810" y="39630"/>
                </a:lnTo>
                <a:lnTo>
                  <a:pt x="1646668" y="39171"/>
                </a:lnTo>
                <a:lnTo>
                  <a:pt x="1646499" y="38748"/>
                </a:lnTo>
                <a:lnTo>
                  <a:pt x="1646301" y="38359"/>
                </a:lnTo>
                <a:lnTo>
                  <a:pt x="1646073" y="38002"/>
                </a:lnTo>
                <a:lnTo>
                  <a:pt x="1645812" y="37678"/>
                </a:lnTo>
                <a:lnTo>
                  <a:pt x="1645518" y="37386"/>
                </a:lnTo>
                <a:lnTo>
                  <a:pt x="1645187" y="37123"/>
                </a:lnTo>
                <a:lnTo>
                  <a:pt x="1644819" y="36890"/>
                </a:lnTo>
                <a:lnTo>
                  <a:pt x="1644411" y="36686"/>
                </a:lnTo>
                <a:lnTo>
                  <a:pt x="1643961" y="36509"/>
                </a:lnTo>
                <a:lnTo>
                  <a:pt x="1643468" y="36358"/>
                </a:lnTo>
                <a:lnTo>
                  <a:pt x="1642930" y="36233"/>
                </a:lnTo>
                <a:lnTo>
                  <a:pt x="1642345" y="36134"/>
                </a:lnTo>
                <a:lnTo>
                  <a:pt x="1641711" y="36057"/>
                </a:lnTo>
                <a:lnTo>
                  <a:pt x="1641026" y="36004"/>
                </a:lnTo>
                <a:lnTo>
                  <a:pt x="1640289" y="35973"/>
                </a:lnTo>
                <a:lnTo>
                  <a:pt x="1639498" y="35963"/>
                </a:lnTo>
                <a:lnTo>
                  <a:pt x="1618291" y="35963"/>
                </a:lnTo>
                <a:lnTo>
                  <a:pt x="1617920" y="35963"/>
                </a:lnTo>
                <a:lnTo>
                  <a:pt x="1617531" y="35966"/>
                </a:lnTo>
                <a:lnTo>
                  <a:pt x="1617129" y="35974"/>
                </a:lnTo>
                <a:lnTo>
                  <a:pt x="1616715" y="35990"/>
                </a:lnTo>
                <a:lnTo>
                  <a:pt x="1616293" y="36015"/>
                </a:lnTo>
                <a:lnTo>
                  <a:pt x="1615866" y="36053"/>
                </a:lnTo>
                <a:lnTo>
                  <a:pt x="1615436" y="36106"/>
                </a:lnTo>
                <a:lnTo>
                  <a:pt x="1615006" y="36177"/>
                </a:lnTo>
                <a:lnTo>
                  <a:pt x="1614580" y="36268"/>
                </a:lnTo>
                <a:lnTo>
                  <a:pt x="1614160" y="36381"/>
                </a:lnTo>
                <a:lnTo>
                  <a:pt x="1613750" y="36520"/>
                </a:lnTo>
                <a:lnTo>
                  <a:pt x="1613351" y="36686"/>
                </a:lnTo>
                <a:lnTo>
                  <a:pt x="1612967" y="36882"/>
                </a:lnTo>
                <a:lnTo>
                  <a:pt x="1612602" y="37111"/>
                </a:lnTo>
                <a:lnTo>
                  <a:pt x="1612257" y="37376"/>
                </a:lnTo>
                <a:lnTo>
                  <a:pt x="1611937" y="37677"/>
                </a:lnTo>
                <a:lnTo>
                  <a:pt x="1611643" y="38019"/>
                </a:lnTo>
                <a:lnTo>
                  <a:pt x="1611378" y="38404"/>
                </a:lnTo>
                <a:lnTo>
                  <a:pt x="1611147" y="38834"/>
                </a:lnTo>
                <a:lnTo>
                  <a:pt x="1610951" y="39312"/>
                </a:lnTo>
                <a:lnTo>
                  <a:pt x="1610793" y="39840"/>
                </a:lnTo>
                <a:lnTo>
                  <a:pt x="1610677" y="40420"/>
                </a:lnTo>
                <a:lnTo>
                  <a:pt x="1610605" y="41056"/>
                </a:lnTo>
                <a:lnTo>
                  <a:pt x="1610580" y="41750"/>
                </a:lnTo>
                <a:lnTo>
                  <a:pt x="1610604" y="42466"/>
                </a:lnTo>
                <a:lnTo>
                  <a:pt x="1610673" y="43122"/>
                </a:lnTo>
                <a:lnTo>
                  <a:pt x="1610785" y="43722"/>
                </a:lnTo>
                <a:lnTo>
                  <a:pt x="1610937" y="44267"/>
                </a:lnTo>
                <a:lnTo>
                  <a:pt x="1611127" y="44760"/>
                </a:lnTo>
                <a:lnTo>
                  <a:pt x="1611351" y="45204"/>
                </a:lnTo>
                <a:lnTo>
                  <a:pt x="1611608" y="45601"/>
                </a:lnTo>
                <a:lnTo>
                  <a:pt x="1611894" y="45954"/>
                </a:lnTo>
                <a:lnTo>
                  <a:pt x="1612207" y="46266"/>
                </a:lnTo>
                <a:lnTo>
                  <a:pt x="1612544" y="46539"/>
                </a:lnTo>
                <a:lnTo>
                  <a:pt x="1612902" y="46775"/>
                </a:lnTo>
                <a:lnTo>
                  <a:pt x="1613279" y="46978"/>
                </a:lnTo>
                <a:lnTo>
                  <a:pt x="1613672" y="47150"/>
                </a:lnTo>
                <a:lnTo>
                  <a:pt x="1614079" y="47293"/>
                </a:lnTo>
                <a:lnTo>
                  <a:pt x="1614496" y="47410"/>
                </a:lnTo>
                <a:lnTo>
                  <a:pt x="1614921" y="47504"/>
                </a:lnTo>
                <a:lnTo>
                  <a:pt x="1615352" y="47577"/>
                </a:lnTo>
                <a:lnTo>
                  <a:pt x="1615785" y="47631"/>
                </a:lnTo>
                <a:lnTo>
                  <a:pt x="1616218" y="47671"/>
                </a:lnTo>
                <a:lnTo>
                  <a:pt x="1616649" y="47697"/>
                </a:lnTo>
                <a:lnTo>
                  <a:pt x="1617074" y="47713"/>
                </a:lnTo>
                <a:lnTo>
                  <a:pt x="1617491" y="47721"/>
                </a:lnTo>
                <a:lnTo>
                  <a:pt x="1617898" y="47724"/>
                </a:lnTo>
                <a:lnTo>
                  <a:pt x="1618291" y="47725"/>
                </a:lnTo>
                <a:lnTo>
                  <a:pt x="1633908" y="47725"/>
                </a:lnTo>
                <a:lnTo>
                  <a:pt x="1633908" y="107238"/>
                </a:lnTo>
                <a:lnTo>
                  <a:pt x="1618291" y="107238"/>
                </a:lnTo>
                <a:lnTo>
                  <a:pt x="1617920" y="107239"/>
                </a:lnTo>
                <a:lnTo>
                  <a:pt x="1617531" y="107241"/>
                </a:lnTo>
                <a:lnTo>
                  <a:pt x="1617129" y="107249"/>
                </a:lnTo>
                <a:lnTo>
                  <a:pt x="1616715" y="107265"/>
                </a:lnTo>
                <a:lnTo>
                  <a:pt x="1616293" y="107290"/>
                </a:lnTo>
                <a:lnTo>
                  <a:pt x="1615866" y="107329"/>
                </a:lnTo>
                <a:lnTo>
                  <a:pt x="1615436" y="107382"/>
                </a:lnTo>
                <a:lnTo>
                  <a:pt x="1615006" y="107452"/>
                </a:lnTo>
                <a:lnTo>
                  <a:pt x="1614580" y="107543"/>
                </a:lnTo>
                <a:lnTo>
                  <a:pt x="1614160" y="107657"/>
                </a:lnTo>
                <a:lnTo>
                  <a:pt x="1613750" y="107795"/>
                </a:lnTo>
                <a:lnTo>
                  <a:pt x="1613351" y="107961"/>
                </a:lnTo>
                <a:lnTo>
                  <a:pt x="1612967" y="108157"/>
                </a:lnTo>
                <a:lnTo>
                  <a:pt x="1612602" y="108386"/>
                </a:lnTo>
                <a:lnTo>
                  <a:pt x="1612257" y="108650"/>
                </a:lnTo>
                <a:lnTo>
                  <a:pt x="1611937" y="108952"/>
                </a:lnTo>
                <a:lnTo>
                  <a:pt x="1611643" y="109294"/>
                </a:lnTo>
                <a:lnTo>
                  <a:pt x="1611378" y="109678"/>
                </a:lnTo>
                <a:lnTo>
                  <a:pt x="1611147" y="110108"/>
                </a:lnTo>
                <a:lnTo>
                  <a:pt x="1610951" y="110585"/>
                </a:lnTo>
                <a:lnTo>
                  <a:pt x="1610793" y="111113"/>
                </a:lnTo>
                <a:lnTo>
                  <a:pt x="1610677" y="111693"/>
                </a:lnTo>
                <a:lnTo>
                  <a:pt x="1610605" y="112329"/>
                </a:lnTo>
                <a:lnTo>
                  <a:pt x="1610580" y="113022"/>
                </a:lnTo>
                <a:lnTo>
                  <a:pt x="1610604" y="113738"/>
                </a:lnTo>
                <a:lnTo>
                  <a:pt x="1610673" y="114395"/>
                </a:lnTo>
                <a:lnTo>
                  <a:pt x="1610785" y="114994"/>
                </a:lnTo>
                <a:lnTo>
                  <a:pt x="1610937" y="115539"/>
                </a:lnTo>
                <a:lnTo>
                  <a:pt x="1611127" y="116033"/>
                </a:lnTo>
                <a:lnTo>
                  <a:pt x="1611351" y="116476"/>
                </a:lnTo>
                <a:lnTo>
                  <a:pt x="1611608" y="116874"/>
                </a:lnTo>
                <a:lnTo>
                  <a:pt x="1611894" y="117227"/>
                </a:lnTo>
                <a:lnTo>
                  <a:pt x="1612207" y="117538"/>
                </a:lnTo>
                <a:lnTo>
                  <a:pt x="1612544" y="117811"/>
                </a:lnTo>
                <a:lnTo>
                  <a:pt x="1612902" y="118048"/>
                </a:lnTo>
                <a:lnTo>
                  <a:pt x="1613279" y="118250"/>
                </a:lnTo>
                <a:lnTo>
                  <a:pt x="1613672" y="118422"/>
                </a:lnTo>
                <a:lnTo>
                  <a:pt x="1614079" y="118565"/>
                </a:lnTo>
                <a:lnTo>
                  <a:pt x="1614496" y="118682"/>
                </a:lnTo>
                <a:lnTo>
                  <a:pt x="1614921" y="118776"/>
                </a:lnTo>
                <a:lnTo>
                  <a:pt x="1615352" y="118849"/>
                </a:lnTo>
                <a:lnTo>
                  <a:pt x="1615785" y="118904"/>
                </a:lnTo>
                <a:lnTo>
                  <a:pt x="1616218" y="118943"/>
                </a:lnTo>
                <a:lnTo>
                  <a:pt x="1616649" y="118970"/>
                </a:lnTo>
                <a:lnTo>
                  <a:pt x="1617074" y="118986"/>
                </a:lnTo>
                <a:lnTo>
                  <a:pt x="1617491" y="118994"/>
                </a:lnTo>
                <a:lnTo>
                  <a:pt x="1617898" y="118997"/>
                </a:lnTo>
                <a:lnTo>
                  <a:pt x="1618291" y="118997"/>
                </a:lnTo>
                <a:lnTo>
                  <a:pt x="1668610" y="118997"/>
                </a:lnTo>
                <a:lnTo>
                  <a:pt x="1668982" y="118997"/>
                </a:lnTo>
                <a:lnTo>
                  <a:pt x="1669373" y="118994"/>
                </a:lnTo>
                <a:lnTo>
                  <a:pt x="1669779" y="118986"/>
                </a:lnTo>
                <a:lnTo>
                  <a:pt x="1670199" y="118970"/>
                </a:lnTo>
                <a:lnTo>
                  <a:pt x="1670629" y="118945"/>
                </a:lnTo>
                <a:lnTo>
                  <a:pt x="1671065" y="118907"/>
                </a:lnTo>
                <a:lnTo>
                  <a:pt x="1671504" y="118854"/>
                </a:lnTo>
                <a:lnTo>
                  <a:pt x="1671944" y="118783"/>
                </a:lnTo>
                <a:lnTo>
                  <a:pt x="1672381" y="118692"/>
                </a:lnTo>
                <a:lnTo>
                  <a:pt x="1672813" y="118579"/>
                </a:lnTo>
                <a:lnTo>
                  <a:pt x="1673236" y="118440"/>
                </a:lnTo>
                <a:lnTo>
                  <a:pt x="1673646" y="118274"/>
                </a:lnTo>
                <a:lnTo>
                  <a:pt x="1674042" y="118078"/>
                </a:lnTo>
                <a:lnTo>
                  <a:pt x="1674419" y="117849"/>
                </a:lnTo>
                <a:lnTo>
                  <a:pt x="1674776" y="117585"/>
                </a:lnTo>
                <a:lnTo>
                  <a:pt x="1675107" y="117283"/>
                </a:lnTo>
                <a:lnTo>
                  <a:pt x="1675412" y="116942"/>
                </a:lnTo>
                <a:lnTo>
                  <a:pt x="1675686" y="116557"/>
                </a:lnTo>
                <a:lnTo>
                  <a:pt x="1675926" y="116127"/>
                </a:lnTo>
                <a:lnTo>
                  <a:pt x="1676129" y="115650"/>
                </a:lnTo>
                <a:lnTo>
                  <a:pt x="1676293" y="115122"/>
                </a:lnTo>
                <a:lnTo>
                  <a:pt x="1676414" y="114542"/>
                </a:lnTo>
                <a:lnTo>
                  <a:pt x="1676489" y="113907"/>
                </a:lnTo>
                <a:lnTo>
                  <a:pt x="1676514" y="113213"/>
                </a:lnTo>
                <a:lnTo>
                  <a:pt x="1676489" y="112497"/>
                </a:lnTo>
                <a:lnTo>
                  <a:pt x="1676414" y="111841"/>
                </a:lnTo>
                <a:lnTo>
                  <a:pt x="1676293" y="111241"/>
                </a:lnTo>
                <a:lnTo>
                  <a:pt x="1676129" y="110696"/>
                </a:lnTo>
                <a:lnTo>
                  <a:pt x="1675926" y="110203"/>
                </a:lnTo>
                <a:lnTo>
                  <a:pt x="1675686" y="109759"/>
                </a:lnTo>
                <a:lnTo>
                  <a:pt x="1675412" y="109362"/>
                </a:lnTo>
                <a:lnTo>
                  <a:pt x="1675107" y="109009"/>
                </a:lnTo>
                <a:lnTo>
                  <a:pt x="1674776" y="108697"/>
                </a:lnTo>
                <a:lnTo>
                  <a:pt x="1674419" y="108424"/>
                </a:lnTo>
                <a:lnTo>
                  <a:pt x="1674042" y="108188"/>
                </a:lnTo>
                <a:lnTo>
                  <a:pt x="1673646" y="107985"/>
                </a:lnTo>
                <a:lnTo>
                  <a:pt x="1673236" y="107813"/>
                </a:lnTo>
                <a:lnTo>
                  <a:pt x="1672813" y="107670"/>
                </a:lnTo>
                <a:lnTo>
                  <a:pt x="1672381" y="107553"/>
                </a:lnTo>
                <a:lnTo>
                  <a:pt x="1671944" y="107459"/>
                </a:lnTo>
                <a:lnTo>
                  <a:pt x="1671504" y="107386"/>
                </a:lnTo>
                <a:lnTo>
                  <a:pt x="1671065" y="107331"/>
                </a:lnTo>
                <a:lnTo>
                  <a:pt x="1670629" y="107292"/>
                </a:lnTo>
                <a:lnTo>
                  <a:pt x="1670199" y="107266"/>
                </a:lnTo>
                <a:lnTo>
                  <a:pt x="1669779" y="107250"/>
                </a:lnTo>
                <a:lnTo>
                  <a:pt x="1669373" y="107242"/>
                </a:lnTo>
                <a:lnTo>
                  <a:pt x="1668982" y="107239"/>
                </a:lnTo>
                <a:lnTo>
                  <a:pt x="1668610" y="107238"/>
                </a:lnTo>
                <a:lnTo>
                  <a:pt x="1647211" y="107238"/>
                </a:lnTo>
                <a:lnTo>
                  <a:pt x="1647211" y="83164"/>
                </a:lnTo>
                <a:lnTo>
                  <a:pt x="1647270" y="80906"/>
                </a:lnTo>
                <a:lnTo>
                  <a:pt x="1647448" y="78651"/>
                </a:lnTo>
                <a:lnTo>
                  <a:pt x="1647745" y="76408"/>
                </a:lnTo>
                <a:lnTo>
                  <a:pt x="1648162" y="74185"/>
                </a:lnTo>
                <a:lnTo>
                  <a:pt x="1648697" y="71990"/>
                </a:lnTo>
                <a:lnTo>
                  <a:pt x="1649353" y="69832"/>
                </a:lnTo>
                <a:lnTo>
                  <a:pt x="1650128" y="67718"/>
                </a:lnTo>
                <a:lnTo>
                  <a:pt x="1651024" y="65657"/>
                </a:lnTo>
                <a:lnTo>
                  <a:pt x="1652040" y="63658"/>
                </a:lnTo>
                <a:lnTo>
                  <a:pt x="1653177" y="61727"/>
                </a:lnTo>
                <a:lnTo>
                  <a:pt x="1654434" y="59875"/>
                </a:lnTo>
                <a:lnTo>
                  <a:pt x="1655814" y="58108"/>
                </a:lnTo>
                <a:lnTo>
                  <a:pt x="1657314" y="56435"/>
                </a:lnTo>
                <a:lnTo>
                  <a:pt x="1658937" y="54864"/>
                </a:lnTo>
                <a:lnTo>
                  <a:pt x="1660681" y="53404"/>
                </a:lnTo>
                <a:lnTo>
                  <a:pt x="1662548" y="52063"/>
                </a:lnTo>
                <a:lnTo>
                  <a:pt x="1664537" y="50849"/>
                </a:lnTo>
                <a:lnTo>
                  <a:pt x="1666649" y="49770"/>
                </a:lnTo>
                <a:lnTo>
                  <a:pt x="1668884" y="48834"/>
                </a:lnTo>
                <a:lnTo>
                  <a:pt x="1671242" y="48050"/>
                </a:lnTo>
                <a:lnTo>
                  <a:pt x="1673723" y="47426"/>
                </a:lnTo>
                <a:lnTo>
                  <a:pt x="1676329" y="46970"/>
                </a:lnTo>
                <a:lnTo>
                  <a:pt x="1679058" y="46690"/>
                </a:lnTo>
                <a:lnTo>
                  <a:pt x="1681912" y="46595"/>
                </a:lnTo>
                <a:lnTo>
                  <a:pt x="1681952" y="47169"/>
                </a:lnTo>
                <a:lnTo>
                  <a:pt x="1682024" y="47734"/>
                </a:lnTo>
                <a:lnTo>
                  <a:pt x="1682127" y="48288"/>
                </a:lnTo>
                <a:lnTo>
                  <a:pt x="1682259" y="48830"/>
                </a:lnTo>
                <a:lnTo>
                  <a:pt x="1682421" y="49359"/>
                </a:lnTo>
                <a:lnTo>
                  <a:pt x="1682612" y="49873"/>
                </a:lnTo>
                <a:lnTo>
                  <a:pt x="1682831" y="50371"/>
                </a:lnTo>
                <a:lnTo>
                  <a:pt x="1683077" y="50852"/>
                </a:lnTo>
                <a:lnTo>
                  <a:pt x="1683350" y="51313"/>
                </a:lnTo>
                <a:lnTo>
                  <a:pt x="1683649" y="51755"/>
                </a:lnTo>
                <a:lnTo>
                  <a:pt x="1683974" y="52175"/>
                </a:lnTo>
                <a:lnTo>
                  <a:pt x="1684323" y="52573"/>
                </a:lnTo>
                <a:lnTo>
                  <a:pt x="1684696" y="52946"/>
                </a:lnTo>
                <a:lnTo>
                  <a:pt x="1685093" y="53294"/>
                </a:lnTo>
                <a:lnTo>
                  <a:pt x="1685513" y="53615"/>
                </a:lnTo>
                <a:lnTo>
                  <a:pt x="1685954" y="53908"/>
                </a:lnTo>
                <a:lnTo>
                  <a:pt x="1686418" y="54172"/>
                </a:lnTo>
                <a:lnTo>
                  <a:pt x="1686901" y="54405"/>
                </a:lnTo>
                <a:lnTo>
                  <a:pt x="1687405" y="54605"/>
                </a:lnTo>
                <a:lnTo>
                  <a:pt x="1687928" y="54773"/>
                </a:lnTo>
                <a:lnTo>
                  <a:pt x="1688470" y="54905"/>
                </a:lnTo>
                <a:lnTo>
                  <a:pt x="1689031" y="55001"/>
                </a:lnTo>
                <a:lnTo>
                  <a:pt x="1689608" y="55060"/>
                </a:lnTo>
                <a:lnTo>
                  <a:pt x="1690202" y="55080"/>
                </a:lnTo>
                <a:lnTo>
                  <a:pt x="1690730" y="55064"/>
                </a:lnTo>
                <a:lnTo>
                  <a:pt x="1691253" y="55016"/>
                </a:lnTo>
                <a:lnTo>
                  <a:pt x="1691768" y="54937"/>
                </a:lnTo>
                <a:lnTo>
                  <a:pt x="1692275" y="54827"/>
                </a:lnTo>
                <a:lnTo>
                  <a:pt x="1692772" y="54687"/>
                </a:lnTo>
                <a:lnTo>
                  <a:pt x="1693257" y="54516"/>
                </a:lnTo>
                <a:lnTo>
                  <a:pt x="1693729" y="54316"/>
                </a:lnTo>
                <a:lnTo>
                  <a:pt x="1694187" y="54087"/>
                </a:lnTo>
                <a:lnTo>
                  <a:pt x="1694629" y="53829"/>
                </a:lnTo>
                <a:lnTo>
                  <a:pt x="1695053" y="53542"/>
                </a:lnTo>
                <a:lnTo>
                  <a:pt x="1695458" y="53228"/>
                </a:lnTo>
                <a:lnTo>
                  <a:pt x="1695842" y="52886"/>
                </a:lnTo>
                <a:lnTo>
                  <a:pt x="1696205" y="52517"/>
                </a:lnTo>
                <a:lnTo>
                  <a:pt x="1696543" y="52121"/>
                </a:lnTo>
                <a:lnTo>
                  <a:pt x="1696857" y="51699"/>
                </a:lnTo>
                <a:lnTo>
                  <a:pt x="1697144" y="51252"/>
                </a:lnTo>
                <a:lnTo>
                  <a:pt x="1697403" y="50778"/>
                </a:lnTo>
                <a:lnTo>
                  <a:pt x="1697632" y="50280"/>
                </a:lnTo>
                <a:lnTo>
                  <a:pt x="1697830" y="49757"/>
                </a:lnTo>
                <a:lnTo>
                  <a:pt x="1697996" y="49210"/>
                </a:lnTo>
                <a:lnTo>
                  <a:pt x="1698127" y="48640"/>
                </a:lnTo>
                <a:lnTo>
                  <a:pt x="1698223" y="48046"/>
                </a:lnTo>
                <a:lnTo>
                  <a:pt x="1698281" y="47429"/>
                </a:lnTo>
                <a:lnTo>
                  <a:pt x="1698301" y="46789"/>
                </a:lnTo>
                <a:lnTo>
                  <a:pt x="1698288" y="46286"/>
                </a:lnTo>
                <a:lnTo>
                  <a:pt x="1698246" y="45744"/>
                </a:lnTo>
                <a:lnTo>
                  <a:pt x="1698170" y="45168"/>
                </a:lnTo>
                <a:lnTo>
                  <a:pt x="1698055" y="44564"/>
                </a:lnTo>
                <a:lnTo>
                  <a:pt x="1697897" y="43938"/>
                </a:lnTo>
                <a:lnTo>
                  <a:pt x="1697689" y="43294"/>
                </a:lnTo>
                <a:close/>
                <a:moveTo>
                  <a:pt x="1197072" y="109759"/>
                </a:moveTo>
                <a:lnTo>
                  <a:pt x="1196809" y="109362"/>
                </a:lnTo>
                <a:lnTo>
                  <a:pt x="1196507" y="109009"/>
                </a:lnTo>
                <a:lnTo>
                  <a:pt x="1196167" y="108697"/>
                </a:lnTo>
                <a:lnTo>
                  <a:pt x="1195789" y="108424"/>
                </a:lnTo>
                <a:lnTo>
                  <a:pt x="1195374" y="108188"/>
                </a:lnTo>
                <a:lnTo>
                  <a:pt x="1194922" y="107985"/>
                </a:lnTo>
                <a:lnTo>
                  <a:pt x="1194434" y="107813"/>
                </a:lnTo>
                <a:lnTo>
                  <a:pt x="1193911" y="107670"/>
                </a:lnTo>
                <a:lnTo>
                  <a:pt x="1193352" y="107553"/>
                </a:lnTo>
                <a:lnTo>
                  <a:pt x="1192759" y="107459"/>
                </a:lnTo>
                <a:lnTo>
                  <a:pt x="1192131" y="107386"/>
                </a:lnTo>
                <a:lnTo>
                  <a:pt x="1191470" y="107331"/>
                </a:lnTo>
                <a:lnTo>
                  <a:pt x="1190776" y="107292"/>
                </a:lnTo>
                <a:lnTo>
                  <a:pt x="1190049" y="107266"/>
                </a:lnTo>
                <a:lnTo>
                  <a:pt x="1189290" y="107250"/>
                </a:lnTo>
                <a:lnTo>
                  <a:pt x="1188500" y="107242"/>
                </a:lnTo>
                <a:lnTo>
                  <a:pt x="1187678" y="107239"/>
                </a:lnTo>
                <a:lnTo>
                  <a:pt x="1186826" y="107238"/>
                </a:lnTo>
                <a:lnTo>
                  <a:pt x="1186826" y="60649"/>
                </a:lnTo>
                <a:lnTo>
                  <a:pt x="1186825" y="60076"/>
                </a:lnTo>
                <a:lnTo>
                  <a:pt x="1186816" y="59332"/>
                </a:lnTo>
                <a:lnTo>
                  <a:pt x="1186792" y="58434"/>
                </a:lnTo>
                <a:lnTo>
                  <a:pt x="1186746" y="57399"/>
                </a:lnTo>
                <a:lnTo>
                  <a:pt x="1186671" y="56246"/>
                </a:lnTo>
                <a:lnTo>
                  <a:pt x="1186558" y="54991"/>
                </a:lnTo>
                <a:lnTo>
                  <a:pt x="1186400" y="53651"/>
                </a:lnTo>
                <a:lnTo>
                  <a:pt x="1186190" y="52244"/>
                </a:lnTo>
                <a:lnTo>
                  <a:pt x="1185921" y="50788"/>
                </a:lnTo>
                <a:lnTo>
                  <a:pt x="1185584" y="49300"/>
                </a:lnTo>
                <a:lnTo>
                  <a:pt x="1185174" y="47797"/>
                </a:lnTo>
                <a:lnTo>
                  <a:pt x="1184681" y="46297"/>
                </a:lnTo>
                <a:lnTo>
                  <a:pt x="1184099" y="44817"/>
                </a:lnTo>
                <a:lnTo>
                  <a:pt x="1183420" y="43374"/>
                </a:lnTo>
                <a:lnTo>
                  <a:pt x="1182636" y="41986"/>
                </a:lnTo>
                <a:lnTo>
                  <a:pt x="1181742" y="40670"/>
                </a:lnTo>
                <a:lnTo>
                  <a:pt x="1180727" y="39444"/>
                </a:lnTo>
                <a:lnTo>
                  <a:pt x="1179587" y="38325"/>
                </a:lnTo>
                <a:lnTo>
                  <a:pt x="1178312" y="37331"/>
                </a:lnTo>
                <a:lnTo>
                  <a:pt x="1176896" y="36478"/>
                </a:lnTo>
                <a:lnTo>
                  <a:pt x="1175330" y="35784"/>
                </a:lnTo>
                <a:lnTo>
                  <a:pt x="1173609" y="35267"/>
                </a:lnTo>
                <a:lnTo>
                  <a:pt x="1171723" y="34945"/>
                </a:lnTo>
                <a:lnTo>
                  <a:pt x="1169666" y="34833"/>
                </a:lnTo>
                <a:lnTo>
                  <a:pt x="1168933" y="34846"/>
                </a:lnTo>
                <a:lnTo>
                  <a:pt x="1168179" y="34887"/>
                </a:lnTo>
                <a:lnTo>
                  <a:pt x="1167407" y="34955"/>
                </a:lnTo>
                <a:lnTo>
                  <a:pt x="1166619" y="35054"/>
                </a:lnTo>
                <a:lnTo>
                  <a:pt x="1165817" y="35182"/>
                </a:lnTo>
                <a:lnTo>
                  <a:pt x="1165003" y="35342"/>
                </a:lnTo>
                <a:lnTo>
                  <a:pt x="1164179" y="35535"/>
                </a:lnTo>
                <a:lnTo>
                  <a:pt x="1163347" y="35761"/>
                </a:lnTo>
                <a:lnTo>
                  <a:pt x="1162509" y="36023"/>
                </a:lnTo>
                <a:lnTo>
                  <a:pt x="1161667" y="36320"/>
                </a:lnTo>
                <a:lnTo>
                  <a:pt x="1160823" y="36654"/>
                </a:lnTo>
                <a:lnTo>
                  <a:pt x="1159979" y="37026"/>
                </a:lnTo>
                <a:lnTo>
                  <a:pt x="1159137" y="37438"/>
                </a:lnTo>
                <a:lnTo>
                  <a:pt x="1158299" y="37889"/>
                </a:lnTo>
                <a:lnTo>
                  <a:pt x="1157466" y="38382"/>
                </a:lnTo>
                <a:lnTo>
                  <a:pt x="1156642" y="38918"/>
                </a:lnTo>
                <a:lnTo>
                  <a:pt x="1155828" y="39497"/>
                </a:lnTo>
                <a:lnTo>
                  <a:pt x="1155026" y="40120"/>
                </a:lnTo>
                <a:lnTo>
                  <a:pt x="1154239" y="40790"/>
                </a:lnTo>
                <a:lnTo>
                  <a:pt x="1153467" y="41506"/>
                </a:lnTo>
                <a:lnTo>
                  <a:pt x="1152713" y="42270"/>
                </a:lnTo>
                <a:lnTo>
                  <a:pt x="1151979" y="43082"/>
                </a:lnTo>
                <a:lnTo>
                  <a:pt x="1151268" y="43945"/>
                </a:lnTo>
                <a:lnTo>
                  <a:pt x="1150580" y="44859"/>
                </a:lnTo>
                <a:lnTo>
                  <a:pt x="1150206" y="44056"/>
                </a:lnTo>
                <a:lnTo>
                  <a:pt x="1149806" y="43285"/>
                </a:lnTo>
                <a:lnTo>
                  <a:pt x="1149381" y="42547"/>
                </a:lnTo>
                <a:lnTo>
                  <a:pt x="1148933" y="41841"/>
                </a:lnTo>
                <a:lnTo>
                  <a:pt x="1148460" y="41168"/>
                </a:lnTo>
                <a:lnTo>
                  <a:pt x="1147966" y="40527"/>
                </a:lnTo>
                <a:lnTo>
                  <a:pt x="1147448" y="39920"/>
                </a:lnTo>
                <a:lnTo>
                  <a:pt x="1146910" y="39347"/>
                </a:lnTo>
                <a:lnTo>
                  <a:pt x="1146351" y="38806"/>
                </a:lnTo>
                <a:lnTo>
                  <a:pt x="1145772" y="38300"/>
                </a:lnTo>
                <a:lnTo>
                  <a:pt x="1145173" y="37827"/>
                </a:lnTo>
                <a:lnTo>
                  <a:pt x="1144555" y="37388"/>
                </a:lnTo>
                <a:lnTo>
                  <a:pt x="1143920" y="36983"/>
                </a:lnTo>
                <a:lnTo>
                  <a:pt x="1143267" y="36613"/>
                </a:lnTo>
                <a:lnTo>
                  <a:pt x="1142597" y="36277"/>
                </a:lnTo>
                <a:lnTo>
                  <a:pt x="1141912" y="35976"/>
                </a:lnTo>
                <a:lnTo>
                  <a:pt x="1141210" y="35709"/>
                </a:lnTo>
                <a:lnTo>
                  <a:pt x="1140495" y="35478"/>
                </a:lnTo>
                <a:lnTo>
                  <a:pt x="1139765" y="35282"/>
                </a:lnTo>
                <a:lnTo>
                  <a:pt x="1139021" y="35121"/>
                </a:lnTo>
                <a:lnTo>
                  <a:pt x="1138265" y="34995"/>
                </a:lnTo>
                <a:lnTo>
                  <a:pt x="1137497" y="34905"/>
                </a:lnTo>
                <a:lnTo>
                  <a:pt x="1136717" y="34851"/>
                </a:lnTo>
                <a:lnTo>
                  <a:pt x="1135927" y="34833"/>
                </a:lnTo>
                <a:lnTo>
                  <a:pt x="1135158" y="34847"/>
                </a:lnTo>
                <a:lnTo>
                  <a:pt x="1134393" y="34889"/>
                </a:lnTo>
                <a:lnTo>
                  <a:pt x="1133633" y="34957"/>
                </a:lnTo>
                <a:lnTo>
                  <a:pt x="1132878" y="35053"/>
                </a:lnTo>
                <a:lnTo>
                  <a:pt x="1132129" y="35174"/>
                </a:lnTo>
                <a:lnTo>
                  <a:pt x="1131385" y="35321"/>
                </a:lnTo>
                <a:lnTo>
                  <a:pt x="1130647" y="35494"/>
                </a:lnTo>
                <a:lnTo>
                  <a:pt x="1129915" y="35690"/>
                </a:lnTo>
                <a:lnTo>
                  <a:pt x="1129190" y="35911"/>
                </a:lnTo>
                <a:lnTo>
                  <a:pt x="1128473" y="36156"/>
                </a:lnTo>
                <a:lnTo>
                  <a:pt x="1127762" y="36423"/>
                </a:lnTo>
                <a:lnTo>
                  <a:pt x="1127059" y="36714"/>
                </a:lnTo>
                <a:lnTo>
                  <a:pt x="1126364" y="37026"/>
                </a:lnTo>
                <a:lnTo>
                  <a:pt x="1125678" y="37360"/>
                </a:lnTo>
                <a:lnTo>
                  <a:pt x="1125000" y="37715"/>
                </a:lnTo>
                <a:lnTo>
                  <a:pt x="1124332" y="38091"/>
                </a:lnTo>
                <a:lnTo>
                  <a:pt x="1123672" y="38486"/>
                </a:lnTo>
                <a:lnTo>
                  <a:pt x="1123023" y="38902"/>
                </a:lnTo>
                <a:lnTo>
                  <a:pt x="1122383" y="39336"/>
                </a:lnTo>
                <a:lnTo>
                  <a:pt x="1121754" y="39789"/>
                </a:lnTo>
                <a:lnTo>
                  <a:pt x="1121135" y="40260"/>
                </a:lnTo>
                <a:lnTo>
                  <a:pt x="1120528" y="40748"/>
                </a:lnTo>
                <a:lnTo>
                  <a:pt x="1119932" y="41254"/>
                </a:lnTo>
                <a:lnTo>
                  <a:pt x="1119347" y="41776"/>
                </a:lnTo>
                <a:lnTo>
                  <a:pt x="1119281" y="41079"/>
                </a:lnTo>
                <a:lnTo>
                  <a:pt x="1119181" y="40441"/>
                </a:lnTo>
                <a:lnTo>
                  <a:pt x="1119048" y="39857"/>
                </a:lnTo>
                <a:lnTo>
                  <a:pt x="1118883" y="39327"/>
                </a:lnTo>
                <a:lnTo>
                  <a:pt x="1118689" y="38847"/>
                </a:lnTo>
                <a:lnTo>
                  <a:pt x="1118468" y="38415"/>
                </a:lnTo>
                <a:lnTo>
                  <a:pt x="1118220" y="38029"/>
                </a:lnTo>
                <a:lnTo>
                  <a:pt x="1117948" y="37685"/>
                </a:lnTo>
                <a:lnTo>
                  <a:pt x="1117653" y="37382"/>
                </a:lnTo>
                <a:lnTo>
                  <a:pt x="1117337" y="37117"/>
                </a:lnTo>
                <a:lnTo>
                  <a:pt x="1117001" y="36887"/>
                </a:lnTo>
                <a:lnTo>
                  <a:pt x="1116648" y="36689"/>
                </a:lnTo>
                <a:lnTo>
                  <a:pt x="1116279" y="36522"/>
                </a:lnTo>
                <a:lnTo>
                  <a:pt x="1115895" y="36383"/>
                </a:lnTo>
                <a:lnTo>
                  <a:pt x="1115498" y="36269"/>
                </a:lnTo>
                <a:lnTo>
                  <a:pt x="1115091" y="36178"/>
                </a:lnTo>
                <a:lnTo>
                  <a:pt x="1114674" y="36107"/>
                </a:lnTo>
                <a:lnTo>
                  <a:pt x="1114250" y="36054"/>
                </a:lnTo>
                <a:lnTo>
                  <a:pt x="1113819" y="36015"/>
                </a:lnTo>
                <a:lnTo>
                  <a:pt x="1113384" y="35990"/>
                </a:lnTo>
                <a:lnTo>
                  <a:pt x="1112946" y="35974"/>
                </a:lnTo>
                <a:lnTo>
                  <a:pt x="1112508" y="35966"/>
                </a:lnTo>
                <a:lnTo>
                  <a:pt x="1112070" y="35963"/>
                </a:lnTo>
                <a:lnTo>
                  <a:pt x="1111634" y="35963"/>
                </a:lnTo>
                <a:lnTo>
                  <a:pt x="1105465" y="35963"/>
                </a:lnTo>
                <a:lnTo>
                  <a:pt x="1105093" y="35963"/>
                </a:lnTo>
                <a:lnTo>
                  <a:pt x="1104702" y="35966"/>
                </a:lnTo>
                <a:lnTo>
                  <a:pt x="1104295" y="35974"/>
                </a:lnTo>
                <a:lnTo>
                  <a:pt x="1103876" y="35990"/>
                </a:lnTo>
                <a:lnTo>
                  <a:pt x="1103446" y="36015"/>
                </a:lnTo>
                <a:lnTo>
                  <a:pt x="1103010" y="36053"/>
                </a:lnTo>
                <a:lnTo>
                  <a:pt x="1102571" y="36106"/>
                </a:lnTo>
                <a:lnTo>
                  <a:pt x="1102131" y="36177"/>
                </a:lnTo>
                <a:lnTo>
                  <a:pt x="1101693" y="36268"/>
                </a:lnTo>
                <a:lnTo>
                  <a:pt x="1101262" y="36381"/>
                </a:lnTo>
                <a:lnTo>
                  <a:pt x="1100839" y="36520"/>
                </a:lnTo>
                <a:lnTo>
                  <a:pt x="1100429" y="36686"/>
                </a:lnTo>
                <a:lnTo>
                  <a:pt x="1100033" y="36882"/>
                </a:lnTo>
                <a:lnTo>
                  <a:pt x="1099655" y="37111"/>
                </a:lnTo>
                <a:lnTo>
                  <a:pt x="1099299" y="37376"/>
                </a:lnTo>
                <a:lnTo>
                  <a:pt x="1098967" y="37677"/>
                </a:lnTo>
                <a:lnTo>
                  <a:pt x="1098663" y="38019"/>
                </a:lnTo>
                <a:lnTo>
                  <a:pt x="1098389" y="38404"/>
                </a:lnTo>
                <a:lnTo>
                  <a:pt x="1098149" y="38834"/>
                </a:lnTo>
                <a:lnTo>
                  <a:pt x="1097945" y="39312"/>
                </a:lnTo>
                <a:lnTo>
                  <a:pt x="1097782" y="39840"/>
                </a:lnTo>
                <a:lnTo>
                  <a:pt x="1097661" y="40420"/>
                </a:lnTo>
                <a:lnTo>
                  <a:pt x="1097586" y="41056"/>
                </a:lnTo>
                <a:lnTo>
                  <a:pt x="1097561" y="41750"/>
                </a:lnTo>
                <a:lnTo>
                  <a:pt x="1097582" y="42466"/>
                </a:lnTo>
                <a:lnTo>
                  <a:pt x="1097644" y="43122"/>
                </a:lnTo>
                <a:lnTo>
                  <a:pt x="1097748" y="43722"/>
                </a:lnTo>
                <a:lnTo>
                  <a:pt x="1097893" y="44267"/>
                </a:lnTo>
                <a:lnTo>
                  <a:pt x="1098078" y="44760"/>
                </a:lnTo>
                <a:lnTo>
                  <a:pt x="1098302" y="45204"/>
                </a:lnTo>
                <a:lnTo>
                  <a:pt x="1098566" y="45601"/>
                </a:lnTo>
                <a:lnTo>
                  <a:pt x="1098868" y="45954"/>
                </a:lnTo>
                <a:lnTo>
                  <a:pt x="1099208" y="46266"/>
                </a:lnTo>
                <a:lnTo>
                  <a:pt x="1099586" y="46539"/>
                </a:lnTo>
                <a:lnTo>
                  <a:pt x="1100002" y="46775"/>
                </a:lnTo>
                <a:lnTo>
                  <a:pt x="1100454" y="46978"/>
                </a:lnTo>
                <a:lnTo>
                  <a:pt x="1100942" y="47150"/>
                </a:lnTo>
                <a:lnTo>
                  <a:pt x="1101465" y="47293"/>
                </a:lnTo>
                <a:lnTo>
                  <a:pt x="1102024" y="47410"/>
                </a:lnTo>
                <a:lnTo>
                  <a:pt x="1102617" y="47504"/>
                </a:lnTo>
                <a:lnTo>
                  <a:pt x="1103245" y="47577"/>
                </a:lnTo>
                <a:lnTo>
                  <a:pt x="1103906" y="47631"/>
                </a:lnTo>
                <a:lnTo>
                  <a:pt x="1104600" y="47671"/>
                </a:lnTo>
                <a:lnTo>
                  <a:pt x="1105327" y="47697"/>
                </a:lnTo>
                <a:lnTo>
                  <a:pt x="1106086" y="47713"/>
                </a:lnTo>
                <a:lnTo>
                  <a:pt x="1106877" y="47721"/>
                </a:lnTo>
                <a:lnTo>
                  <a:pt x="1107699" y="47724"/>
                </a:lnTo>
                <a:lnTo>
                  <a:pt x="1108551" y="47725"/>
                </a:lnTo>
                <a:lnTo>
                  <a:pt x="1108551" y="107238"/>
                </a:lnTo>
                <a:lnTo>
                  <a:pt x="1107699" y="107239"/>
                </a:lnTo>
                <a:lnTo>
                  <a:pt x="1106877" y="107242"/>
                </a:lnTo>
                <a:lnTo>
                  <a:pt x="1106086" y="107250"/>
                </a:lnTo>
                <a:lnTo>
                  <a:pt x="1105327" y="107266"/>
                </a:lnTo>
                <a:lnTo>
                  <a:pt x="1104600" y="107292"/>
                </a:lnTo>
                <a:lnTo>
                  <a:pt x="1103906" y="107331"/>
                </a:lnTo>
                <a:lnTo>
                  <a:pt x="1103245" y="107386"/>
                </a:lnTo>
                <a:lnTo>
                  <a:pt x="1102617" y="107459"/>
                </a:lnTo>
                <a:lnTo>
                  <a:pt x="1102024" y="107553"/>
                </a:lnTo>
                <a:lnTo>
                  <a:pt x="1101465" y="107670"/>
                </a:lnTo>
                <a:lnTo>
                  <a:pt x="1100942" y="107813"/>
                </a:lnTo>
                <a:lnTo>
                  <a:pt x="1100454" y="107985"/>
                </a:lnTo>
                <a:lnTo>
                  <a:pt x="1100002" y="108188"/>
                </a:lnTo>
                <a:lnTo>
                  <a:pt x="1099586" y="108424"/>
                </a:lnTo>
                <a:lnTo>
                  <a:pt x="1099208" y="108697"/>
                </a:lnTo>
                <a:lnTo>
                  <a:pt x="1098868" y="109009"/>
                </a:lnTo>
                <a:lnTo>
                  <a:pt x="1098566" y="109362"/>
                </a:lnTo>
                <a:lnTo>
                  <a:pt x="1098302" y="109759"/>
                </a:lnTo>
                <a:lnTo>
                  <a:pt x="1098078" y="110203"/>
                </a:lnTo>
                <a:lnTo>
                  <a:pt x="1097893" y="110696"/>
                </a:lnTo>
                <a:lnTo>
                  <a:pt x="1097748" y="111241"/>
                </a:lnTo>
                <a:lnTo>
                  <a:pt x="1097644" y="111841"/>
                </a:lnTo>
                <a:lnTo>
                  <a:pt x="1097582" y="112497"/>
                </a:lnTo>
                <a:lnTo>
                  <a:pt x="1097561" y="113213"/>
                </a:lnTo>
                <a:lnTo>
                  <a:pt x="1097587" y="113907"/>
                </a:lnTo>
                <a:lnTo>
                  <a:pt x="1097665" y="114542"/>
                </a:lnTo>
                <a:lnTo>
                  <a:pt x="1097790" y="115122"/>
                </a:lnTo>
                <a:lnTo>
                  <a:pt x="1097959" y="115650"/>
                </a:lnTo>
                <a:lnTo>
                  <a:pt x="1098169" y="116127"/>
                </a:lnTo>
                <a:lnTo>
                  <a:pt x="1098416" y="116557"/>
                </a:lnTo>
                <a:lnTo>
                  <a:pt x="1098698" y="116942"/>
                </a:lnTo>
                <a:lnTo>
                  <a:pt x="1099011" y="117283"/>
                </a:lnTo>
                <a:lnTo>
                  <a:pt x="1099350" y="117585"/>
                </a:lnTo>
                <a:lnTo>
                  <a:pt x="1099714" y="117849"/>
                </a:lnTo>
                <a:lnTo>
                  <a:pt x="1100099" y="118078"/>
                </a:lnTo>
                <a:lnTo>
                  <a:pt x="1100501" y="118274"/>
                </a:lnTo>
                <a:lnTo>
                  <a:pt x="1100918" y="118440"/>
                </a:lnTo>
                <a:lnTo>
                  <a:pt x="1101344" y="118579"/>
                </a:lnTo>
                <a:lnTo>
                  <a:pt x="1101779" y="118692"/>
                </a:lnTo>
                <a:lnTo>
                  <a:pt x="1102217" y="118783"/>
                </a:lnTo>
                <a:lnTo>
                  <a:pt x="1102656" y="118854"/>
                </a:lnTo>
                <a:lnTo>
                  <a:pt x="1103092" y="118907"/>
                </a:lnTo>
                <a:lnTo>
                  <a:pt x="1103522" y="118945"/>
                </a:lnTo>
                <a:lnTo>
                  <a:pt x="1103943" y="118970"/>
                </a:lnTo>
                <a:lnTo>
                  <a:pt x="1104351" y="118986"/>
                </a:lnTo>
                <a:lnTo>
                  <a:pt x="1104743" y="118994"/>
                </a:lnTo>
                <a:lnTo>
                  <a:pt x="1105115" y="118997"/>
                </a:lnTo>
                <a:lnTo>
                  <a:pt x="1105465" y="118997"/>
                </a:lnTo>
                <a:lnTo>
                  <a:pt x="1122433" y="118997"/>
                </a:lnTo>
                <a:lnTo>
                  <a:pt x="1122805" y="118997"/>
                </a:lnTo>
                <a:lnTo>
                  <a:pt x="1123196" y="118994"/>
                </a:lnTo>
                <a:lnTo>
                  <a:pt x="1123603" y="118986"/>
                </a:lnTo>
                <a:lnTo>
                  <a:pt x="1124023" y="118970"/>
                </a:lnTo>
                <a:lnTo>
                  <a:pt x="1124452" y="118945"/>
                </a:lnTo>
                <a:lnTo>
                  <a:pt x="1124888" y="118907"/>
                </a:lnTo>
                <a:lnTo>
                  <a:pt x="1125327" y="118854"/>
                </a:lnTo>
                <a:lnTo>
                  <a:pt x="1125767" y="118783"/>
                </a:lnTo>
                <a:lnTo>
                  <a:pt x="1126204" y="118692"/>
                </a:lnTo>
                <a:lnTo>
                  <a:pt x="1126636" y="118579"/>
                </a:lnTo>
                <a:lnTo>
                  <a:pt x="1127058" y="118440"/>
                </a:lnTo>
                <a:lnTo>
                  <a:pt x="1127469" y="118274"/>
                </a:lnTo>
                <a:lnTo>
                  <a:pt x="1127864" y="118078"/>
                </a:lnTo>
                <a:lnTo>
                  <a:pt x="1128241" y="117849"/>
                </a:lnTo>
                <a:lnTo>
                  <a:pt x="1128597" y="117585"/>
                </a:lnTo>
                <a:lnTo>
                  <a:pt x="1128929" y="117283"/>
                </a:lnTo>
                <a:lnTo>
                  <a:pt x="1129233" y="116942"/>
                </a:lnTo>
                <a:lnTo>
                  <a:pt x="1129507" y="116557"/>
                </a:lnTo>
                <a:lnTo>
                  <a:pt x="1129747" y="116127"/>
                </a:lnTo>
                <a:lnTo>
                  <a:pt x="1129950" y="115650"/>
                </a:lnTo>
                <a:lnTo>
                  <a:pt x="1130114" y="115122"/>
                </a:lnTo>
                <a:lnTo>
                  <a:pt x="1130235" y="114542"/>
                </a:lnTo>
                <a:lnTo>
                  <a:pt x="1130309" y="113907"/>
                </a:lnTo>
                <a:lnTo>
                  <a:pt x="1130335" y="113213"/>
                </a:lnTo>
                <a:lnTo>
                  <a:pt x="1130314" y="112497"/>
                </a:lnTo>
                <a:lnTo>
                  <a:pt x="1130251" y="111841"/>
                </a:lnTo>
                <a:lnTo>
                  <a:pt x="1130147" y="111241"/>
                </a:lnTo>
                <a:lnTo>
                  <a:pt x="1130003" y="110696"/>
                </a:lnTo>
                <a:lnTo>
                  <a:pt x="1129818" y="110203"/>
                </a:lnTo>
                <a:lnTo>
                  <a:pt x="1129594" y="109759"/>
                </a:lnTo>
                <a:lnTo>
                  <a:pt x="1129331" y="109362"/>
                </a:lnTo>
                <a:lnTo>
                  <a:pt x="1129028" y="109009"/>
                </a:lnTo>
                <a:lnTo>
                  <a:pt x="1128688" y="108697"/>
                </a:lnTo>
                <a:lnTo>
                  <a:pt x="1128310" y="108424"/>
                </a:lnTo>
                <a:lnTo>
                  <a:pt x="1127895" y="108188"/>
                </a:lnTo>
                <a:lnTo>
                  <a:pt x="1127444" y="107985"/>
                </a:lnTo>
                <a:lnTo>
                  <a:pt x="1126956" y="107813"/>
                </a:lnTo>
                <a:lnTo>
                  <a:pt x="1126432" y="107670"/>
                </a:lnTo>
                <a:lnTo>
                  <a:pt x="1125874" y="107553"/>
                </a:lnTo>
                <a:lnTo>
                  <a:pt x="1125280" y="107459"/>
                </a:lnTo>
                <a:lnTo>
                  <a:pt x="1124653" y="107386"/>
                </a:lnTo>
                <a:lnTo>
                  <a:pt x="1123992" y="107331"/>
                </a:lnTo>
                <a:lnTo>
                  <a:pt x="1123298" y="107292"/>
                </a:lnTo>
                <a:lnTo>
                  <a:pt x="1122571" y="107266"/>
                </a:lnTo>
                <a:lnTo>
                  <a:pt x="1121812" y="107250"/>
                </a:lnTo>
                <a:lnTo>
                  <a:pt x="1121021" y="107242"/>
                </a:lnTo>
                <a:lnTo>
                  <a:pt x="1120200" y="107239"/>
                </a:lnTo>
                <a:lnTo>
                  <a:pt x="1119347" y="107238"/>
                </a:lnTo>
                <a:lnTo>
                  <a:pt x="1119347" y="72764"/>
                </a:lnTo>
                <a:lnTo>
                  <a:pt x="1119388" y="70666"/>
                </a:lnTo>
                <a:lnTo>
                  <a:pt x="1119508" y="68653"/>
                </a:lnTo>
                <a:lnTo>
                  <a:pt x="1119702" y="66724"/>
                </a:lnTo>
                <a:lnTo>
                  <a:pt x="1119970" y="64881"/>
                </a:lnTo>
                <a:lnTo>
                  <a:pt x="1120305" y="63124"/>
                </a:lnTo>
                <a:lnTo>
                  <a:pt x="1120706" y="61453"/>
                </a:lnTo>
                <a:lnTo>
                  <a:pt x="1121169" y="59868"/>
                </a:lnTo>
                <a:lnTo>
                  <a:pt x="1121689" y="58371"/>
                </a:lnTo>
                <a:lnTo>
                  <a:pt x="1122265" y="56961"/>
                </a:lnTo>
                <a:lnTo>
                  <a:pt x="1122893" y="55639"/>
                </a:lnTo>
                <a:lnTo>
                  <a:pt x="1123568" y="54405"/>
                </a:lnTo>
                <a:lnTo>
                  <a:pt x="1124288" y="53260"/>
                </a:lnTo>
                <a:lnTo>
                  <a:pt x="1125049" y="52204"/>
                </a:lnTo>
                <a:lnTo>
                  <a:pt x="1125848" y="51238"/>
                </a:lnTo>
                <a:lnTo>
                  <a:pt x="1126681" y="50361"/>
                </a:lnTo>
                <a:lnTo>
                  <a:pt x="1127545" y="49575"/>
                </a:lnTo>
                <a:lnTo>
                  <a:pt x="1128436" y="48880"/>
                </a:lnTo>
                <a:lnTo>
                  <a:pt x="1129352" y="48277"/>
                </a:lnTo>
                <a:lnTo>
                  <a:pt x="1130288" y="47765"/>
                </a:lnTo>
                <a:lnTo>
                  <a:pt x="1131241" y="47345"/>
                </a:lnTo>
                <a:lnTo>
                  <a:pt x="1132208" y="47017"/>
                </a:lnTo>
                <a:lnTo>
                  <a:pt x="1133185" y="46783"/>
                </a:lnTo>
                <a:lnTo>
                  <a:pt x="1134169" y="46642"/>
                </a:lnTo>
                <a:lnTo>
                  <a:pt x="1135156" y="46595"/>
                </a:lnTo>
                <a:lnTo>
                  <a:pt x="1135702" y="46613"/>
                </a:lnTo>
                <a:lnTo>
                  <a:pt x="1136228" y="46667"/>
                </a:lnTo>
                <a:lnTo>
                  <a:pt x="1136736" y="46760"/>
                </a:lnTo>
                <a:lnTo>
                  <a:pt x="1137224" y="46896"/>
                </a:lnTo>
                <a:lnTo>
                  <a:pt x="1137693" y="47075"/>
                </a:lnTo>
                <a:lnTo>
                  <a:pt x="1138141" y="47302"/>
                </a:lnTo>
                <a:lnTo>
                  <a:pt x="1138569" y="47579"/>
                </a:lnTo>
                <a:lnTo>
                  <a:pt x="1138976" y="47907"/>
                </a:lnTo>
                <a:lnTo>
                  <a:pt x="1139362" y="48291"/>
                </a:lnTo>
                <a:lnTo>
                  <a:pt x="1139726" y="48732"/>
                </a:lnTo>
                <a:lnTo>
                  <a:pt x="1140067" y="49233"/>
                </a:lnTo>
                <a:lnTo>
                  <a:pt x="1140386" y="49796"/>
                </a:lnTo>
                <a:lnTo>
                  <a:pt x="1140682" y="50425"/>
                </a:lnTo>
                <a:lnTo>
                  <a:pt x="1140954" y="51121"/>
                </a:lnTo>
                <a:lnTo>
                  <a:pt x="1141202" y="51888"/>
                </a:lnTo>
                <a:lnTo>
                  <a:pt x="1141426" y="52728"/>
                </a:lnTo>
                <a:lnTo>
                  <a:pt x="1141625" y="53643"/>
                </a:lnTo>
                <a:lnTo>
                  <a:pt x="1141799" y="54636"/>
                </a:lnTo>
                <a:lnTo>
                  <a:pt x="1141947" y="55711"/>
                </a:lnTo>
                <a:lnTo>
                  <a:pt x="1142070" y="56868"/>
                </a:lnTo>
                <a:lnTo>
                  <a:pt x="1142166" y="58111"/>
                </a:lnTo>
                <a:lnTo>
                  <a:pt x="1142235" y="59443"/>
                </a:lnTo>
                <a:lnTo>
                  <a:pt x="1142276" y="60865"/>
                </a:lnTo>
                <a:lnTo>
                  <a:pt x="1142290" y="62382"/>
                </a:lnTo>
                <a:lnTo>
                  <a:pt x="1142290" y="107238"/>
                </a:lnTo>
                <a:lnTo>
                  <a:pt x="1141827" y="107239"/>
                </a:lnTo>
                <a:lnTo>
                  <a:pt x="1141354" y="107242"/>
                </a:lnTo>
                <a:lnTo>
                  <a:pt x="1140874" y="107250"/>
                </a:lnTo>
                <a:lnTo>
                  <a:pt x="1140390" y="107266"/>
                </a:lnTo>
                <a:lnTo>
                  <a:pt x="1139904" y="107292"/>
                </a:lnTo>
                <a:lnTo>
                  <a:pt x="1139420" y="107331"/>
                </a:lnTo>
                <a:lnTo>
                  <a:pt x="1138938" y="107386"/>
                </a:lnTo>
                <a:lnTo>
                  <a:pt x="1138463" y="107459"/>
                </a:lnTo>
                <a:lnTo>
                  <a:pt x="1137996" y="107553"/>
                </a:lnTo>
                <a:lnTo>
                  <a:pt x="1137541" y="107670"/>
                </a:lnTo>
                <a:lnTo>
                  <a:pt x="1137100" y="107813"/>
                </a:lnTo>
                <a:lnTo>
                  <a:pt x="1136675" y="107985"/>
                </a:lnTo>
                <a:lnTo>
                  <a:pt x="1136269" y="108188"/>
                </a:lnTo>
                <a:lnTo>
                  <a:pt x="1135885" y="108424"/>
                </a:lnTo>
                <a:lnTo>
                  <a:pt x="1135525" y="108697"/>
                </a:lnTo>
                <a:lnTo>
                  <a:pt x="1135192" y="109009"/>
                </a:lnTo>
                <a:lnTo>
                  <a:pt x="1134888" y="109362"/>
                </a:lnTo>
                <a:lnTo>
                  <a:pt x="1134617" y="109759"/>
                </a:lnTo>
                <a:lnTo>
                  <a:pt x="1134380" y="110203"/>
                </a:lnTo>
                <a:lnTo>
                  <a:pt x="1134180" y="110696"/>
                </a:lnTo>
                <a:lnTo>
                  <a:pt x="1134021" y="111241"/>
                </a:lnTo>
                <a:lnTo>
                  <a:pt x="1133903" y="111841"/>
                </a:lnTo>
                <a:lnTo>
                  <a:pt x="1133831" y="112497"/>
                </a:lnTo>
                <a:lnTo>
                  <a:pt x="1133806" y="113213"/>
                </a:lnTo>
                <a:lnTo>
                  <a:pt x="1133833" y="113907"/>
                </a:lnTo>
                <a:lnTo>
                  <a:pt x="1133910" y="114542"/>
                </a:lnTo>
                <a:lnTo>
                  <a:pt x="1134035" y="115122"/>
                </a:lnTo>
                <a:lnTo>
                  <a:pt x="1134204" y="115650"/>
                </a:lnTo>
                <a:lnTo>
                  <a:pt x="1134414" y="116127"/>
                </a:lnTo>
                <a:lnTo>
                  <a:pt x="1134662" y="116557"/>
                </a:lnTo>
                <a:lnTo>
                  <a:pt x="1134944" y="116942"/>
                </a:lnTo>
                <a:lnTo>
                  <a:pt x="1135256" y="117283"/>
                </a:lnTo>
                <a:lnTo>
                  <a:pt x="1135596" y="117585"/>
                </a:lnTo>
                <a:lnTo>
                  <a:pt x="1135960" y="117849"/>
                </a:lnTo>
                <a:lnTo>
                  <a:pt x="1136345" y="118078"/>
                </a:lnTo>
                <a:lnTo>
                  <a:pt x="1136747" y="118274"/>
                </a:lnTo>
                <a:lnTo>
                  <a:pt x="1137163" y="118440"/>
                </a:lnTo>
                <a:lnTo>
                  <a:pt x="1137590" y="118579"/>
                </a:lnTo>
                <a:lnTo>
                  <a:pt x="1138024" y="118692"/>
                </a:lnTo>
                <a:lnTo>
                  <a:pt x="1138462" y="118783"/>
                </a:lnTo>
                <a:lnTo>
                  <a:pt x="1138901" y="118854"/>
                </a:lnTo>
                <a:lnTo>
                  <a:pt x="1139338" y="118907"/>
                </a:lnTo>
                <a:lnTo>
                  <a:pt x="1139768" y="118945"/>
                </a:lnTo>
                <a:lnTo>
                  <a:pt x="1140189" y="118970"/>
                </a:lnTo>
                <a:lnTo>
                  <a:pt x="1140597" y="118986"/>
                </a:lnTo>
                <a:lnTo>
                  <a:pt x="1140989" y="118994"/>
                </a:lnTo>
                <a:lnTo>
                  <a:pt x="1141361" y="118997"/>
                </a:lnTo>
                <a:lnTo>
                  <a:pt x="1141711" y="118997"/>
                </a:lnTo>
                <a:lnTo>
                  <a:pt x="1156170" y="118997"/>
                </a:lnTo>
                <a:lnTo>
                  <a:pt x="1156542" y="118997"/>
                </a:lnTo>
                <a:lnTo>
                  <a:pt x="1156933" y="118994"/>
                </a:lnTo>
                <a:lnTo>
                  <a:pt x="1157339" y="118986"/>
                </a:lnTo>
                <a:lnTo>
                  <a:pt x="1157759" y="118970"/>
                </a:lnTo>
                <a:lnTo>
                  <a:pt x="1158189" y="118945"/>
                </a:lnTo>
                <a:lnTo>
                  <a:pt x="1158625" y="118907"/>
                </a:lnTo>
                <a:lnTo>
                  <a:pt x="1159064" y="118854"/>
                </a:lnTo>
                <a:lnTo>
                  <a:pt x="1159504" y="118783"/>
                </a:lnTo>
                <a:lnTo>
                  <a:pt x="1159941" y="118692"/>
                </a:lnTo>
                <a:lnTo>
                  <a:pt x="1160373" y="118579"/>
                </a:lnTo>
                <a:lnTo>
                  <a:pt x="1160796" y="118440"/>
                </a:lnTo>
                <a:lnTo>
                  <a:pt x="1161206" y="118274"/>
                </a:lnTo>
                <a:lnTo>
                  <a:pt x="1161602" y="118078"/>
                </a:lnTo>
                <a:lnTo>
                  <a:pt x="1161979" y="117849"/>
                </a:lnTo>
                <a:lnTo>
                  <a:pt x="1162336" y="117585"/>
                </a:lnTo>
                <a:lnTo>
                  <a:pt x="1162667" y="117283"/>
                </a:lnTo>
                <a:lnTo>
                  <a:pt x="1162972" y="116942"/>
                </a:lnTo>
                <a:lnTo>
                  <a:pt x="1163246" y="116557"/>
                </a:lnTo>
                <a:lnTo>
                  <a:pt x="1163486" y="116127"/>
                </a:lnTo>
                <a:lnTo>
                  <a:pt x="1163689" y="115650"/>
                </a:lnTo>
                <a:lnTo>
                  <a:pt x="1163853" y="115122"/>
                </a:lnTo>
                <a:lnTo>
                  <a:pt x="1163974" y="114542"/>
                </a:lnTo>
                <a:lnTo>
                  <a:pt x="1164049" y="113907"/>
                </a:lnTo>
                <a:lnTo>
                  <a:pt x="1164074" y="113213"/>
                </a:lnTo>
                <a:lnTo>
                  <a:pt x="1164053" y="112497"/>
                </a:lnTo>
                <a:lnTo>
                  <a:pt x="1163990" y="111841"/>
                </a:lnTo>
                <a:lnTo>
                  <a:pt x="1163887" y="111241"/>
                </a:lnTo>
                <a:lnTo>
                  <a:pt x="1163742" y="110696"/>
                </a:lnTo>
                <a:lnTo>
                  <a:pt x="1163557" y="110203"/>
                </a:lnTo>
                <a:lnTo>
                  <a:pt x="1163333" y="109759"/>
                </a:lnTo>
                <a:lnTo>
                  <a:pt x="1163070" y="109362"/>
                </a:lnTo>
                <a:lnTo>
                  <a:pt x="1162768" y="109009"/>
                </a:lnTo>
                <a:lnTo>
                  <a:pt x="1162427" y="108697"/>
                </a:lnTo>
                <a:lnTo>
                  <a:pt x="1162049" y="108424"/>
                </a:lnTo>
                <a:lnTo>
                  <a:pt x="1161634" y="108188"/>
                </a:lnTo>
                <a:lnTo>
                  <a:pt x="1161183" y="107985"/>
                </a:lnTo>
                <a:lnTo>
                  <a:pt x="1160695" y="107813"/>
                </a:lnTo>
                <a:lnTo>
                  <a:pt x="1160171" y="107670"/>
                </a:lnTo>
                <a:lnTo>
                  <a:pt x="1159613" y="107553"/>
                </a:lnTo>
                <a:lnTo>
                  <a:pt x="1159019" y="107459"/>
                </a:lnTo>
                <a:lnTo>
                  <a:pt x="1158392" y="107386"/>
                </a:lnTo>
                <a:lnTo>
                  <a:pt x="1157731" y="107331"/>
                </a:lnTo>
                <a:lnTo>
                  <a:pt x="1157037" y="107292"/>
                </a:lnTo>
                <a:lnTo>
                  <a:pt x="1156310" y="107266"/>
                </a:lnTo>
                <a:lnTo>
                  <a:pt x="1155551" y="107250"/>
                </a:lnTo>
                <a:lnTo>
                  <a:pt x="1154761" y="107242"/>
                </a:lnTo>
                <a:lnTo>
                  <a:pt x="1153939" y="107239"/>
                </a:lnTo>
                <a:lnTo>
                  <a:pt x="1153087" y="107238"/>
                </a:lnTo>
                <a:lnTo>
                  <a:pt x="1153087" y="72779"/>
                </a:lnTo>
                <a:lnTo>
                  <a:pt x="1153127" y="70679"/>
                </a:lnTo>
                <a:lnTo>
                  <a:pt x="1153247" y="68664"/>
                </a:lnTo>
                <a:lnTo>
                  <a:pt x="1153442" y="66734"/>
                </a:lnTo>
                <a:lnTo>
                  <a:pt x="1153709" y="64890"/>
                </a:lnTo>
                <a:lnTo>
                  <a:pt x="1154044" y="63131"/>
                </a:lnTo>
                <a:lnTo>
                  <a:pt x="1154445" y="61459"/>
                </a:lnTo>
                <a:lnTo>
                  <a:pt x="1154908" y="59874"/>
                </a:lnTo>
                <a:lnTo>
                  <a:pt x="1155429" y="58375"/>
                </a:lnTo>
                <a:lnTo>
                  <a:pt x="1156004" y="56964"/>
                </a:lnTo>
                <a:lnTo>
                  <a:pt x="1156632" y="55642"/>
                </a:lnTo>
                <a:lnTo>
                  <a:pt x="1157307" y="54407"/>
                </a:lnTo>
                <a:lnTo>
                  <a:pt x="1158027" y="53262"/>
                </a:lnTo>
                <a:lnTo>
                  <a:pt x="1158788" y="52205"/>
                </a:lnTo>
                <a:lnTo>
                  <a:pt x="1159587" y="51239"/>
                </a:lnTo>
                <a:lnTo>
                  <a:pt x="1160420" y="50362"/>
                </a:lnTo>
                <a:lnTo>
                  <a:pt x="1161284" y="49576"/>
                </a:lnTo>
                <a:lnTo>
                  <a:pt x="1162175" y="48881"/>
                </a:lnTo>
                <a:lnTo>
                  <a:pt x="1163091" y="48277"/>
                </a:lnTo>
                <a:lnTo>
                  <a:pt x="1164027" y="47765"/>
                </a:lnTo>
                <a:lnTo>
                  <a:pt x="1164980" y="47345"/>
                </a:lnTo>
                <a:lnTo>
                  <a:pt x="1165947" y="47017"/>
                </a:lnTo>
                <a:lnTo>
                  <a:pt x="1166924" y="46783"/>
                </a:lnTo>
                <a:lnTo>
                  <a:pt x="1167908" y="46642"/>
                </a:lnTo>
                <a:lnTo>
                  <a:pt x="1168896" y="46595"/>
                </a:lnTo>
                <a:lnTo>
                  <a:pt x="1169441" y="46613"/>
                </a:lnTo>
                <a:lnTo>
                  <a:pt x="1169967" y="46667"/>
                </a:lnTo>
                <a:lnTo>
                  <a:pt x="1170475" y="46760"/>
                </a:lnTo>
                <a:lnTo>
                  <a:pt x="1170963" y="46896"/>
                </a:lnTo>
                <a:lnTo>
                  <a:pt x="1171432" y="47075"/>
                </a:lnTo>
                <a:lnTo>
                  <a:pt x="1171881" y="47302"/>
                </a:lnTo>
                <a:lnTo>
                  <a:pt x="1172309" y="47579"/>
                </a:lnTo>
                <a:lnTo>
                  <a:pt x="1172715" y="47907"/>
                </a:lnTo>
                <a:lnTo>
                  <a:pt x="1173101" y="48291"/>
                </a:lnTo>
                <a:lnTo>
                  <a:pt x="1173465" y="48732"/>
                </a:lnTo>
                <a:lnTo>
                  <a:pt x="1173806" y="49233"/>
                </a:lnTo>
                <a:lnTo>
                  <a:pt x="1174125" y="49796"/>
                </a:lnTo>
                <a:lnTo>
                  <a:pt x="1174421" y="50425"/>
                </a:lnTo>
                <a:lnTo>
                  <a:pt x="1174693" y="51121"/>
                </a:lnTo>
                <a:lnTo>
                  <a:pt x="1174941" y="51888"/>
                </a:lnTo>
                <a:lnTo>
                  <a:pt x="1175165" y="52728"/>
                </a:lnTo>
                <a:lnTo>
                  <a:pt x="1175364" y="53643"/>
                </a:lnTo>
                <a:lnTo>
                  <a:pt x="1175538" y="54636"/>
                </a:lnTo>
                <a:lnTo>
                  <a:pt x="1175687" y="55711"/>
                </a:lnTo>
                <a:lnTo>
                  <a:pt x="1175809" y="56868"/>
                </a:lnTo>
                <a:lnTo>
                  <a:pt x="1175905" y="58111"/>
                </a:lnTo>
                <a:lnTo>
                  <a:pt x="1175974" y="59443"/>
                </a:lnTo>
                <a:lnTo>
                  <a:pt x="1176015" y="60865"/>
                </a:lnTo>
                <a:lnTo>
                  <a:pt x="1176029" y="62382"/>
                </a:lnTo>
                <a:lnTo>
                  <a:pt x="1176029" y="107238"/>
                </a:lnTo>
                <a:lnTo>
                  <a:pt x="1175566" y="107239"/>
                </a:lnTo>
                <a:lnTo>
                  <a:pt x="1175093" y="107242"/>
                </a:lnTo>
                <a:lnTo>
                  <a:pt x="1174613" y="107250"/>
                </a:lnTo>
                <a:lnTo>
                  <a:pt x="1174128" y="107266"/>
                </a:lnTo>
                <a:lnTo>
                  <a:pt x="1173642" y="107292"/>
                </a:lnTo>
                <a:lnTo>
                  <a:pt x="1173157" y="107331"/>
                </a:lnTo>
                <a:lnTo>
                  <a:pt x="1172676" y="107386"/>
                </a:lnTo>
                <a:lnTo>
                  <a:pt x="1172201" y="107459"/>
                </a:lnTo>
                <a:lnTo>
                  <a:pt x="1171734" y="107553"/>
                </a:lnTo>
                <a:lnTo>
                  <a:pt x="1171279" y="107670"/>
                </a:lnTo>
                <a:lnTo>
                  <a:pt x="1170838" y="107813"/>
                </a:lnTo>
                <a:lnTo>
                  <a:pt x="1170413" y="107985"/>
                </a:lnTo>
                <a:lnTo>
                  <a:pt x="1170007" y="108188"/>
                </a:lnTo>
                <a:lnTo>
                  <a:pt x="1169623" y="108424"/>
                </a:lnTo>
                <a:lnTo>
                  <a:pt x="1169263" y="108697"/>
                </a:lnTo>
                <a:lnTo>
                  <a:pt x="1168930" y="109009"/>
                </a:lnTo>
                <a:lnTo>
                  <a:pt x="1168627" y="109362"/>
                </a:lnTo>
                <a:lnTo>
                  <a:pt x="1168356" y="109759"/>
                </a:lnTo>
                <a:lnTo>
                  <a:pt x="1168119" y="110203"/>
                </a:lnTo>
                <a:lnTo>
                  <a:pt x="1167919" y="110696"/>
                </a:lnTo>
                <a:lnTo>
                  <a:pt x="1167760" y="111241"/>
                </a:lnTo>
                <a:lnTo>
                  <a:pt x="1167642" y="111841"/>
                </a:lnTo>
                <a:lnTo>
                  <a:pt x="1167570" y="112497"/>
                </a:lnTo>
                <a:lnTo>
                  <a:pt x="1167545" y="113213"/>
                </a:lnTo>
                <a:lnTo>
                  <a:pt x="1167572" y="113907"/>
                </a:lnTo>
                <a:lnTo>
                  <a:pt x="1167649" y="114542"/>
                </a:lnTo>
                <a:lnTo>
                  <a:pt x="1167774" y="115122"/>
                </a:lnTo>
                <a:lnTo>
                  <a:pt x="1167943" y="115650"/>
                </a:lnTo>
                <a:lnTo>
                  <a:pt x="1168153" y="116127"/>
                </a:lnTo>
                <a:lnTo>
                  <a:pt x="1168401" y="116557"/>
                </a:lnTo>
                <a:lnTo>
                  <a:pt x="1168682" y="116942"/>
                </a:lnTo>
                <a:lnTo>
                  <a:pt x="1168995" y="117283"/>
                </a:lnTo>
                <a:lnTo>
                  <a:pt x="1169334" y="117585"/>
                </a:lnTo>
                <a:lnTo>
                  <a:pt x="1169698" y="117849"/>
                </a:lnTo>
                <a:lnTo>
                  <a:pt x="1170083" y="118078"/>
                </a:lnTo>
                <a:lnTo>
                  <a:pt x="1170485" y="118274"/>
                </a:lnTo>
                <a:lnTo>
                  <a:pt x="1170901" y="118440"/>
                </a:lnTo>
                <a:lnTo>
                  <a:pt x="1171328" y="118579"/>
                </a:lnTo>
                <a:lnTo>
                  <a:pt x="1171762" y="118692"/>
                </a:lnTo>
                <a:lnTo>
                  <a:pt x="1172200" y="118783"/>
                </a:lnTo>
                <a:lnTo>
                  <a:pt x="1172639" y="118854"/>
                </a:lnTo>
                <a:lnTo>
                  <a:pt x="1173076" y="118907"/>
                </a:lnTo>
                <a:lnTo>
                  <a:pt x="1173506" y="118945"/>
                </a:lnTo>
                <a:lnTo>
                  <a:pt x="1173927" y="118970"/>
                </a:lnTo>
                <a:lnTo>
                  <a:pt x="1174335" y="118986"/>
                </a:lnTo>
                <a:lnTo>
                  <a:pt x="1174727" y="118994"/>
                </a:lnTo>
                <a:lnTo>
                  <a:pt x="1175100" y="118997"/>
                </a:lnTo>
                <a:lnTo>
                  <a:pt x="1175450" y="118997"/>
                </a:lnTo>
                <a:lnTo>
                  <a:pt x="1189909" y="118997"/>
                </a:lnTo>
                <a:lnTo>
                  <a:pt x="1190281" y="118997"/>
                </a:lnTo>
                <a:lnTo>
                  <a:pt x="1190672" y="118994"/>
                </a:lnTo>
                <a:lnTo>
                  <a:pt x="1191079" y="118986"/>
                </a:lnTo>
                <a:lnTo>
                  <a:pt x="1191498" y="118970"/>
                </a:lnTo>
                <a:lnTo>
                  <a:pt x="1191928" y="118945"/>
                </a:lnTo>
                <a:lnTo>
                  <a:pt x="1192364" y="118907"/>
                </a:lnTo>
                <a:lnTo>
                  <a:pt x="1192803" y="118854"/>
                </a:lnTo>
                <a:lnTo>
                  <a:pt x="1193243" y="118783"/>
                </a:lnTo>
                <a:lnTo>
                  <a:pt x="1193681" y="118692"/>
                </a:lnTo>
                <a:lnTo>
                  <a:pt x="1194112" y="118579"/>
                </a:lnTo>
                <a:lnTo>
                  <a:pt x="1194535" y="118440"/>
                </a:lnTo>
                <a:lnTo>
                  <a:pt x="1194945" y="118274"/>
                </a:lnTo>
                <a:lnTo>
                  <a:pt x="1195341" y="118078"/>
                </a:lnTo>
                <a:lnTo>
                  <a:pt x="1195718" y="117849"/>
                </a:lnTo>
                <a:lnTo>
                  <a:pt x="1196075" y="117585"/>
                </a:lnTo>
                <a:lnTo>
                  <a:pt x="1196407" y="117283"/>
                </a:lnTo>
                <a:lnTo>
                  <a:pt x="1196711" y="116942"/>
                </a:lnTo>
                <a:lnTo>
                  <a:pt x="1196985" y="116557"/>
                </a:lnTo>
                <a:lnTo>
                  <a:pt x="1197225" y="116127"/>
                </a:lnTo>
                <a:lnTo>
                  <a:pt x="1197429" y="115650"/>
                </a:lnTo>
                <a:lnTo>
                  <a:pt x="1197592" y="115122"/>
                </a:lnTo>
                <a:lnTo>
                  <a:pt x="1197713" y="114542"/>
                </a:lnTo>
                <a:lnTo>
                  <a:pt x="1197788" y="113907"/>
                </a:lnTo>
                <a:lnTo>
                  <a:pt x="1197813" y="113213"/>
                </a:lnTo>
                <a:lnTo>
                  <a:pt x="1197792" y="112497"/>
                </a:lnTo>
                <a:lnTo>
                  <a:pt x="1197730" y="111841"/>
                </a:lnTo>
                <a:lnTo>
                  <a:pt x="1197626" y="111241"/>
                </a:lnTo>
                <a:lnTo>
                  <a:pt x="1197481" y="110696"/>
                </a:lnTo>
                <a:lnTo>
                  <a:pt x="1197297" y="110203"/>
                </a:lnTo>
                <a:lnTo>
                  <a:pt x="1197072" y="109759"/>
                </a:lnTo>
                <a:close/>
                <a:moveTo>
                  <a:pt x="579604" y="94811"/>
                </a:moveTo>
                <a:lnTo>
                  <a:pt x="579317" y="94451"/>
                </a:lnTo>
                <a:lnTo>
                  <a:pt x="579003" y="94131"/>
                </a:lnTo>
                <a:lnTo>
                  <a:pt x="578665" y="93849"/>
                </a:lnTo>
                <a:lnTo>
                  <a:pt x="578309" y="93602"/>
                </a:lnTo>
                <a:lnTo>
                  <a:pt x="577937" y="93388"/>
                </a:lnTo>
                <a:lnTo>
                  <a:pt x="577556" y="93205"/>
                </a:lnTo>
                <a:lnTo>
                  <a:pt x="577168" y="93049"/>
                </a:lnTo>
                <a:lnTo>
                  <a:pt x="576779" y="92920"/>
                </a:lnTo>
                <a:lnTo>
                  <a:pt x="576392" y="92814"/>
                </a:lnTo>
                <a:lnTo>
                  <a:pt x="576012" y="92729"/>
                </a:lnTo>
                <a:lnTo>
                  <a:pt x="575644" y="92662"/>
                </a:lnTo>
                <a:lnTo>
                  <a:pt x="575291" y="92613"/>
                </a:lnTo>
                <a:lnTo>
                  <a:pt x="574959" y="92577"/>
                </a:lnTo>
                <a:lnTo>
                  <a:pt x="574651" y="92553"/>
                </a:lnTo>
                <a:lnTo>
                  <a:pt x="574371" y="92539"/>
                </a:lnTo>
                <a:lnTo>
                  <a:pt x="574125" y="92531"/>
                </a:lnTo>
                <a:lnTo>
                  <a:pt x="573916" y="92529"/>
                </a:lnTo>
                <a:lnTo>
                  <a:pt x="573749" y="92528"/>
                </a:lnTo>
                <a:lnTo>
                  <a:pt x="573325" y="92531"/>
                </a:lnTo>
                <a:lnTo>
                  <a:pt x="572921" y="92542"/>
                </a:lnTo>
                <a:lnTo>
                  <a:pt x="572535" y="92560"/>
                </a:lnTo>
                <a:lnTo>
                  <a:pt x="572167" y="92588"/>
                </a:lnTo>
                <a:lnTo>
                  <a:pt x="571815" y="92626"/>
                </a:lnTo>
                <a:lnTo>
                  <a:pt x="571481" y="92676"/>
                </a:lnTo>
                <a:lnTo>
                  <a:pt x="571161" y="92738"/>
                </a:lnTo>
                <a:lnTo>
                  <a:pt x="570857" y="92814"/>
                </a:lnTo>
                <a:lnTo>
                  <a:pt x="570567" y="92905"/>
                </a:lnTo>
                <a:lnTo>
                  <a:pt x="570290" y="93012"/>
                </a:lnTo>
                <a:lnTo>
                  <a:pt x="570025" y="93135"/>
                </a:lnTo>
                <a:lnTo>
                  <a:pt x="569773" y="93277"/>
                </a:lnTo>
                <a:lnTo>
                  <a:pt x="569531" y="93438"/>
                </a:lnTo>
                <a:lnTo>
                  <a:pt x="569300" y="93619"/>
                </a:lnTo>
                <a:lnTo>
                  <a:pt x="569078" y="93821"/>
                </a:lnTo>
                <a:lnTo>
                  <a:pt x="568865" y="94045"/>
                </a:lnTo>
                <a:lnTo>
                  <a:pt x="568660" y="94294"/>
                </a:lnTo>
                <a:lnTo>
                  <a:pt x="568462" y="94566"/>
                </a:lnTo>
                <a:lnTo>
                  <a:pt x="568271" y="94865"/>
                </a:lnTo>
                <a:lnTo>
                  <a:pt x="568086" y="95190"/>
                </a:lnTo>
                <a:lnTo>
                  <a:pt x="567905" y="95543"/>
                </a:lnTo>
                <a:lnTo>
                  <a:pt x="567729" y="95924"/>
                </a:lnTo>
                <a:lnTo>
                  <a:pt x="567556" y="96336"/>
                </a:lnTo>
                <a:lnTo>
                  <a:pt x="567386" y="96779"/>
                </a:lnTo>
                <a:lnTo>
                  <a:pt x="566825" y="97967"/>
                </a:lnTo>
                <a:lnTo>
                  <a:pt x="566204" y="99073"/>
                </a:lnTo>
                <a:lnTo>
                  <a:pt x="565528" y="100100"/>
                </a:lnTo>
                <a:lnTo>
                  <a:pt x="564803" y="101051"/>
                </a:lnTo>
                <a:lnTo>
                  <a:pt x="564033" y="101929"/>
                </a:lnTo>
                <a:lnTo>
                  <a:pt x="563223" y="102736"/>
                </a:lnTo>
                <a:lnTo>
                  <a:pt x="562378" y="103476"/>
                </a:lnTo>
                <a:lnTo>
                  <a:pt x="561502" y="104150"/>
                </a:lnTo>
                <a:lnTo>
                  <a:pt x="560601" y="104763"/>
                </a:lnTo>
                <a:lnTo>
                  <a:pt x="559680" y="105315"/>
                </a:lnTo>
                <a:lnTo>
                  <a:pt x="558743" y="105811"/>
                </a:lnTo>
                <a:lnTo>
                  <a:pt x="557794" y="106253"/>
                </a:lnTo>
                <a:lnTo>
                  <a:pt x="556840" y="106644"/>
                </a:lnTo>
                <a:lnTo>
                  <a:pt x="555885" y="106986"/>
                </a:lnTo>
                <a:lnTo>
                  <a:pt x="554933" y="107282"/>
                </a:lnTo>
                <a:lnTo>
                  <a:pt x="553990" y="107536"/>
                </a:lnTo>
                <a:lnTo>
                  <a:pt x="553061" y="107749"/>
                </a:lnTo>
                <a:lnTo>
                  <a:pt x="552149" y="107925"/>
                </a:lnTo>
                <a:lnTo>
                  <a:pt x="551261" y="108067"/>
                </a:lnTo>
                <a:lnTo>
                  <a:pt x="550400" y="108176"/>
                </a:lnTo>
                <a:lnTo>
                  <a:pt x="549573" y="108256"/>
                </a:lnTo>
                <a:lnTo>
                  <a:pt x="548783" y="108310"/>
                </a:lnTo>
                <a:lnTo>
                  <a:pt x="548035" y="108341"/>
                </a:lnTo>
                <a:lnTo>
                  <a:pt x="547335" y="108350"/>
                </a:lnTo>
                <a:lnTo>
                  <a:pt x="545529" y="108300"/>
                </a:lnTo>
                <a:lnTo>
                  <a:pt x="543727" y="108151"/>
                </a:lnTo>
                <a:lnTo>
                  <a:pt x="541935" y="107903"/>
                </a:lnTo>
                <a:lnTo>
                  <a:pt x="540159" y="107559"/>
                </a:lnTo>
                <a:lnTo>
                  <a:pt x="538401" y="107119"/>
                </a:lnTo>
                <a:lnTo>
                  <a:pt x="536669" y="106584"/>
                </a:lnTo>
                <a:lnTo>
                  <a:pt x="534966" y="105956"/>
                </a:lnTo>
                <a:lnTo>
                  <a:pt x="533298" y="105235"/>
                </a:lnTo>
                <a:lnTo>
                  <a:pt x="531669" y="104424"/>
                </a:lnTo>
                <a:lnTo>
                  <a:pt x="530084" y="103522"/>
                </a:lnTo>
                <a:lnTo>
                  <a:pt x="528549" y="102531"/>
                </a:lnTo>
                <a:lnTo>
                  <a:pt x="527069" y="101453"/>
                </a:lnTo>
                <a:lnTo>
                  <a:pt x="525647" y="100288"/>
                </a:lnTo>
                <a:lnTo>
                  <a:pt x="524290" y="99038"/>
                </a:lnTo>
                <a:lnTo>
                  <a:pt x="523002" y="97703"/>
                </a:lnTo>
                <a:lnTo>
                  <a:pt x="521787" y="96285"/>
                </a:lnTo>
                <a:lnTo>
                  <a:pt x="520652" y="94786"/>
                </a:lnTo>
                <a:lnTo>
                  <a:pt x="519601" y="93206"/>
                </a:lnTo>
                <a:lnTo>
                  <a:pt x="518638" y="91546"/>
                </a:lnTo>
                <a:lnTo>
                  <a:pt x="517770" y="89808"/>
                </a:lnTo>
                <a:lnTo>
                  <a:pt x="517000" y="87992"/>
                </a:lnTo>
                <a:lnTo>
                  <a:pt x="516334" y="86100"/>
                </a:lnTo>
                <a:lnTo>
                  <a:pt x="515776" y="84134"/>
                </a:lnTo>
                <a:lnTo>
                  <a:pt x="515332" y="82093"/>
                </a:lnTo>
                <a:lnTo>
                  <a:pt x="572785" y="82093"/>
                </a:lnTo>
                <a:lnTo>
                  <a:pt x="573288" y="82093"/>
                </a:lnTo>
                <a:lnTo>
                  <a:pt x="573787" y="82089"/>
                </a:lnTo>
                <a:lnTo>
                  <a:pt x="574278" y="82079"/>
                </a:lnTo>
                <a:lnTo>
                  <a:pt x="574761" y="82060"/>
                </a:lnTo>
                <a:lnTo>
                  <a:pt x="575235" y="82029"/>
                </a:lnTo>
                <a:lnTo>
                  <a:pt x="575697" y="81982"/>
                </a:lnTo>
                <a:lnTo>
                  <a:pt x="576147" y="81916"/>
                </a:lnTo>
                <a:lnTo>
                  <a:pt x="576583" y="81829"/>
                </a:lnTo>
                <a:lnTo>
                  <a:pt x="577003" y="81717"/>
                </a:lnTo>
                <a:lnTo>
                  <a:pt x="577407" y="81577"/>
                </a:lnTo>
                <a:lnTo>
                  <a:pt x="577792" y="81406"/>
                </a:lnTo>
                <a:lnTo>
                  <a:pt x="578158" y="81202"/>
                </a:lnTo>
                <a:lnTo>
                  <a:pt x="578502" y="80960"/>
                </a:lnTo>
                <a:lnTo>
                  <a:pt x="578824" y="80677"/>
                </a:lnTo>
                <a:lnTo>
                  <a:pt x="579123" y="80352"/>
                </a:lnTo>
                <a:lnTo>
                  <a:pt x="579395" y="79980"/>
                </a:lnTo>
                <a:lnTo>
                  <a:pt x="579642" y="79559"/>
                </a:lnTo>
                <a:lnTo>
                  <a:pt x="579859" y="79084"/>
                </a:lnTo>
                <a:lnTo>
                  <a:pt x="580048" y="78555"/>
                </a:lnTo>
                <a:lnTo>
                  <a:pt x="580205" y="77966"/>
                </a:lnTo>
                <a:lnTo>
                  <a:pt x="580330" y="77316"/>
                </a:lnTo>
                <a:lnTo>
                  <a:pt x="580421" y="76600"/>
                </a:lnTo>
                <a:lnTo>
                  <a:pt x="580476" y="75816"/>
                </a:lnTo>
                <a:lnTo>
                  <a:pt x="580495" y="74962"/>
                </a:lnTo>
                <a:lnTo>
                  <a:pt x="580431" y="72231"/>
                </a:lnTo>
                <a:lnTo>
                  <a:pt x="580238" y="69539"/>
                </a:lnTo>
                <a:lnTo>
                  <a:pt x="579916" y="66893"/>
                </a:lnTo>
                <a:lnTo>
                  <a:pt x="579465" y="64300"/>
                </a:lnTo>
                <a:lnTo>
                  <a:pt x="578885" y="61766"/>
                </a:lnTo>
                <a:lnTo>
                  <a:pt x="578176" y="59299"/>
                </a:lnTo>
                <a:lnTo>
                  <a:pt x="577337" y="56905"/>
                </a:lnTo>
                <a:lnTo>
                  <a:pt x="576368" y="54591"/>
                </a:lnTo>
                <a:lnTo>
                  <a:pt x="575269" y="52365"/>
                </a:lnTo>
                <a:lnTo>
                  <a:pt x="574041" y="50232"/>
                </a:lnTo>
                <a:lnTo>
                  <a:pt x="572682" y="48200"/>
                </a:lnTo>
                <a:lnTo>
                  <a:pt x="571193" y="46276"/>
                </a:lnTo>
                <a:lnTo>
                  <a:pt x="569573" y="44467"/>
                </a:lnTo>
                <a:lnTo>
                  <a:pt x="567823" y="42778"/>
                </a:lnTo>
                <a:lnTo>
                  <a:pt x="565942" y="41218"/>
                </a:lnTo>
                <a:lnTo>
                  <a:pt x="563930" y="39793"/>
                </a:lnTo>
                <a:lnTo>
                  <a:pt x="561786" y="38510"/>
                </a:lnTo>
                <a:lnTo>
                  <a:pt x="559511" y="37376"/>
                </a:lnTo>
                <a:lnTo>
                  <a:pt x="557105" y="36397"/>
                </a:lnTo>
                <a:lnTo>
                  <a:pt x="554567" y="35581"/>
                </a:lnTo>
                <a:lnTo>
                  <a:pt x="551896" y="34935"/>
                </a:lnTo>
                <a:lnTo>
                  <a:pt x="549094" y="34464"/>
                </a:lnTo>
                <a:lnTo>
                  <a:pt x="546160" y="34177"/>
                </a:lnTo>
                <a:lnTo>
                  <a:pt x="543093" y="34080"/>
                </a:lnTo>
                <a:lnTo>
                  <a:pt x="540250" y="34179"/>
                </a:lnTo>
                <a:lnTo>
                  <a:pt x="537458" y="34473"/>
                </a:lnTo>
                <a:lnTo>
                  <a:pt x="534725" y="34955"/>
                </a:lnTo>
                <a:lnTo>
                  <a:pt x="532057" y="35618"/>
                </a:lnTo>
                <a:lnTo>
                  <a:pt x="529459" y="36457"/>
                </a:lnTo>
                <a:lnTo>
                  <a:pt x="526938" y="37464"/>
                </a:lnTo>
                <a:lnTo>
                  <a:pt x="524500" y="38633"/>
                </a:lnTo>
                <a:lnTo>
                  <a:pt x="522150" y="39958"/>
                </a:lnTo>
                <a:lnTo>
                  <a:pt x="519896" y="41432"/>
                </a:lnTo>
                <a:lnTo>
                  <a:pt x="517743" y="43050"/>
                </a:lnTo>
                <a:lnTo>
                  <a:pt x="515697" y="44803"/>
                </a:lnTo>
                <a:lnTo>
                  <a:pt x="513765" y="46687"/>
                </a:lnTo>
                <a:lnTo>
                  <a:pt x="511952" y="48694"/>
                </a:lnTo>
                <a:lnTo>
                  <a:pt x="510265" y="50818"/>
                </a:lnTo>
                <a:lnTo>
                  <a:pt x="508709" y="53053"/>
                </a:lnTo>
                <a:lnTo>
                  <a:pt x="507291" y="55392"/>
                </a:lnTo>
                <a:lnTo>
                  <a:pt x="506018" y="57829"/>
                </a:lnTo>
                <a:lnTo>
                  <a:pt x="504894" y="60357"/>
                </a:lnTo>
                <a:lnTo>
                  <a:pt x="503926" y="62971"/>
                </a:lnTo>
                <a:lnTo>
                  <a:pt x="503121" y="65662"/>
                </a:lnTo>
                <a:lnTo>
                  <a:pt x="502484" y="68425"/>
                </a:lnTo>
                <a:lnTo>
                  <a:pt x="502021" y="71254"/>
                </a:lnTo>
                <a:lnTo>
                  <a:pt x="501739" y="74142"/>
                </a:lnTo>
                <a:lnTo>
                  <a:pt x="501644" y="77083"/>
                </a:lnTo>
                <a:lnTo>
                  <a:pt x="501744" y="80005"/>
                </a:lnTo>
                <a:lnTo>
                  <a:pt x="502041" y="82878"/>
                </a:lnTo>
                <a:lnTo>
                  <a:pt x="502529" y="85696"/>
                </a:lnTo>
                <a:lnTo>
                  <a:pt x="503201" y="88451"/>
                </a:lnTo>
                <a:lnTo>
                  <a:pt x="504052" y="91136"/>
                </a:lnTo>
                <a:lnTo>
                  <a:pt x="505075" y="93746"/>
                </a:lnTo>
                <a:lnTo>
                  <a:pt x="506264" y="96274"/>
                </a:lnTo>
                <a:lnTo>
                  <a:pt x="507613" y="98712"/>
                </a:lnTo>
                <a:lnTo>
                  <a:pt x="509116" y="101054"/>
                </a:lnTo>
                <a:lnTo>
                  <a:pt x="510767" y="103294"/>
                </a:lnTo>
                <a:lnTo>
                  <a:pt x="512560" y="105424"/>
                </a:lnTo>
                <a:lnTo>
                  <a:pt x="514488" y="107439"/>
                </a:lnTo>
                <a:lnTo>
                  <a:pt x="516546" y="109330"/>
                </a:lnTo>
                <a:lnTo>
                  <a:pt x="518727" y="111092"/>
                </a:lnTo>
                <a:lnTo>
                  <a:pt x="521026" y="112719"/>
                </a:lnTo>
                <a:lnTo>
                  <a:pt x="523436" y="114202"/>
                </a:lnTo>
                <a:lnTo>
                  <a:pt x="525951" y="115536"/>
                </a:lnTo>
                <a:lnTo>
                  <a:pt x="528565" y="116714"/>
                </a:lnTo>
                <a:lnTo>
                  <a:pt x="531272" y="117729"/>
                </a:lnTo>
                <a:lnTo>
                  <a:pt x="534065" y="118574"/>
                </a:lnTo>
                <a:lnTo>
                  <a:pt x="536939" y="119244"/>
                </a:lnTo>
                <a:lnTo>
                  <a:pt x="539888" y="119730"/>
                </a:lnTo>
                <a:lnTo>
                  <a:pt x="542905" y="120027"/>
                </a:lnTo>
                <a:lnTo>
                  <a:pt x="545985" y="120127"/>
                </a:lnTo>
                <a:lnTo>
                  <a:pt x="549081" y="120039"/>
                </a:lnTo>
                <a:lnTo>
                  <a:pt x="552010" y="119783"/>
                </a:lnTo>
                <a:lnTo>
                  <a:pt x="554775" y="119372"/>
                </a:lnTo>
                <a:lnTo>
                  <a:pt x="557378" y="118819"/>
                </a:lnTo>
                <a:lnTo>
                  <a:pt x="559823" y="118137"/>
                </a:lnTo>
                <a:lnTo>
                  <a:pt x="562114" y="117339"/>
                </a:lnTo>
                <a:lnTo>
                  <a:pt x="564252" y="116438"/>
                </a:lnTo>
                <a:lnTo>
                  <a:pt x="566243" y="115447"/>
                </a:lnTo>
                <a:lnTo>
                  <a:pt x="568088" y="114379"/>
                </a:lnTo>
                <a:lnTo>
                  <a:pt x="569791" y="113247"/>
                </a:lnTo>
                <a:lnTo>
                  <a:pt x="571355" y="112064"/>
                </a:lnTo>
                <a:lnTo>
                  <a:pt x="572783" y="110843"/>
                </a:lnTo>
                <a:lnTo>
                  <a:pt x="574079" y="109596"/>
                </a:lnTo>
                <a:lnTo>
                  <a:pt x="575246" y="108338"/>
                </a:lnTo>
                <a:lnTo>
                  <a:pt x="576286" y="107080"/>
                </a:lnTo>
                <a:lnTo>
                  <a:pt x="577203" y="105836"/>
                </a:lnTo>
                <a:lnTo>
                  <a:pt x="578001" y="104619"/>
                </a:lnTo>
                <a:lnTo>
                  <a:pt x="578682" y="103441"/>
                </a:lnTo>
                <a:lnTo>
                  <a:pt x="579249" y="102316"/>
                </a:lnTo>
                <a:lnTo>
                  <a:pt x="579706" y="101257"/>
                </a:lnTo>
                <a:lnTo>
                  <a:pt x="580056" y="100276"/>
                </a:lnTo>
                <a:lnTo>
                  <a:pt x="580302" y="99387"/>
                </a:lnTo>
                <a:lnTo>
                  <a:pt x="580447" y="98603"/>
                </a:lnTo>
                <a:lnTo>
                  <a:pt x="580495" y="97937"/>
                </a:lnTo>
                <a:lnTo>
                  <a:pt x="580467" y="97290"/>
                </a:lnTo>
                <a:lnTo>
                  <a:pt x="580384" y="96696"/>
                </a:lnTo>
                <a:lnTo>
                  <a:pt x="580253" y="96153"/>
                </a:lnTo>
                <a:lnTo>
                  <a:pt x="580076" y="95659"/>
                </a:lnTo>
                <a:lnTo>
                  <a:pt x="579858" y="95213"/>
                </a:lnTo>
                <a:lnTo>
                  <a:pt x="579604" y="94811"/>
                </a:lnTo>
                <a:close/>
                <a:moveTo>
                  <a:pt x="518283" y="62243"/>
                </a:moveTo>
                <a:lnTo>
                  <a:pt x="519074" y="60730"/>
                </a:lnTo>
                <a:lnTo>
                  <a:pt x="519938" y="59270"/>
                </a:lnTo>
                <a:lnTo>
                  <a:pt x="520873" y="57869"/>
                </a:lnTo>
                <a:lnTo>
                  <a:pt x="521876" y="56529"/>
                </a:lnTo>
                <a:lnTo>
                  <a:pt x="522943" y="55253"/>
                </a:lnTo>
                <a:lnTo>
                  <a:pt x="524073" y="54043"/>
                </a:lnTo>
                <a:lnTo>
                  <a:pt x="525261" y="52905"/>
                </a:lnTo>
                <a:lnTo>
                  <a:pt x="526506" y="51839"/>
                </a:lnTo>
                <a:lnTo>
                  <a:pt x="527804" y="50850"/>
                </a:lnTo>
                <a:lnTo>
                  <a:pt x="529152" y="49940"/>
                </a:lnTo>
                <a:lnTo>
                  <a:pt x="530548" y="49113"/>
                </a:lnTo>
                <a:lnTo>
                  <a:pt x="531989" y="48372"/>
                </a:lnTo>
                <a:lnTo>
                  <a:pt x="533472" y="47719"/>
                </a:lnTo>
                <a:lnTo>
                  <a:pt x="534995" y="47158"/>
                </a:lnTo>
                <a:lnTo>
                  <a:pt x="536553" y="46693"/>
                </a:lnTo>
                <a:lnTo>
                  <a:pt x="538145" y="46325"/>
                </a:lnTo>
                <a:lnTo>
                  <a:pt x="539768" y="46059"/>
                </a:lnTo>
                <a:lnTo>
                  <a:pt x="541418" y="45897"/>
                </a:lnTo>
                <a:lnTo>
                  <a:pt x="543093" y="45842"/>
                </a:lnTo>
                <a:lnTo>
                  <a:pt x="544356" y="45868"/>
                </a:lnTo>
                <a:lnTo>
                  <a:pt x="545633" y="45948"/>
                </a:lnTo>
                <a:lnTo>
                  <a:pt x="546919" y="46088"/>
                </a:lnTo>
                <a:lnTo>
                  <a:pt x="548210" y="46291"/>
                </a:lnTo>
                <a:lnTo>
                  <a:pt x="549500" y="46562"/>
                </a:lnTo>
                <a:lnTo>
                  <a:pt x="550784" y="46906"/>
                </a:lnTo>
                <a:lnTo>
                  <a:pt x="552056" y="47326"/>
                </a:lnTo>
                <a:lnTo>
                  <a:pt x="553311" y="47828"/>
                </a:lnTo>
                <a:lnTo>
                  <a:pt x="554545" y="48415"/>
                </a:lnTo>
                <a:lnTo>
                  <a:pt x="555750" y="49092"/>
                </a:lnTo>
                <a:lnTo>
                  <a:pt x="556924" y="49865"/>
                </a:lnTo>
                <a:lnTo>
                  <a:pt x="558059" y="50736"/>
                </a:lnTo>
                <a:lnTo>
                  <a:pt x="559151" y="51710"/>
                </a:lnTo>
                <a:lnTo>
                  <a:pt x="560195" y="52792"/>
                </a:lnTo>
                <a:lnTo>
                  <a:pt x="561184" y="53987"/>
                </a:lnTo>
                <a:lnTo>
                  <a:pt x="562115" y="55299"/>
                </a:lnTo>
                <a:lnTo>
                  <a:pt x="562982" y="56731"/>
                </a:lnTo>
                <a:lnTo>
                  <a:pt x="563779" y="58289"/>
                </a:lnTo>
                <a:lnTo>
                  <a:pt x="564502" y="59978"/>
                </a:lnTo>
                <a:lnTo>
                  <a:pt x="565144" y="61800"/>
                </a:lnTo>
                <a:lnTo>
                  <a:pt x="565701" y="63762"/>
                </a:lnTo>
                <a:lnTo>
                  <a:pt x="566167" y="65867"/>
                </a:lnTo>
                <a:lnTo>
                  <a:pt x="566538" y="68120"/>
                </a:lnTo>
                <a:lnTo>
                  <a:pt x="566807" y="70525"/>
                </a:lnTo>
                <a:lnTo>
                  <a:pt x="515526" y="70525"/>
                </a:lnTo>
                <a:lnTo>
                  <a:pt x="515908" y="68784"/>
                </a:lnTo>
                <a:lnTo>
                  <a:pt x="516377" y="67082"/>
                </a:lnTo>
                <a:lnTo>
                  <a:pt x="516932" y="65423"/>
                </a:lnTo>
                <a:lnTo>
                  <a:pt x="517568" y="63809"/>
                </a:lnTo>
                <a:lnTo>
                  <a:pt x="518283" y="62243"/>
                </a:lnTo>
                <a:close/>
                <a:moveTo>
                  <a:pt x="893948" y="109678"/>
                </a:moveTo>
                <a:lnTo>
                  <a:pt x="893684" y="109294"/>
                </a:lnTo>
                <a:lnTo>
                  <a:pt x="893389" y="108952"/>
                </a:lnTo>
                <a:lnTo>
                  <a:pt x="893068" y="108650"/>
                </a:lnTo>
                <a:lnTo>
                  <a:pt x="892724" y="108386"/>
                </a:lnTo>
                <a:lnTo>
                  <a:pt x="892358" y="108157"/>
                </a:lnTo>
                <a:lnTo>
                  <a:pt x="891974" y="107961"/>
                </a:lnTo>
                <a:lnTo>
                  <a:pt x="891576" y="107795"/>
                </a:lnTo>
                <a:lnTo>
                  <a:pt x="891165" y="107657"/>
                </a:lnTo>
                <a:lnTo>
                  <a:pt x="890745" y="107543"/>
                </a:lnTo>
                <a:lnTo>
                  <a:pt x="890318" y="107452"/>
                </a:lnTo>
                <a:lnTo>
                  <a:pt x="889889" y="107382"/>
                </a:lnTo>
                <a:lnTo>
                  <a:pt x="889458" y="107329"/>
                </a:lnTo>
                <a:lnTo>
                  <a:pt x="889031" y="107290"/>
                </a:lnTo>
                <a:lnTo>
                  <a:pt x="888609" y="107265"/>
                </a:lnTo>
                <a:lnTo>
                  <a:pt x="888195" y="107249"/>
                </a:lnTo>
                <a:lnTo>
                  <a:pt x="887792" y="107241"/>
                </a:lnTo>
                <a:lnTo>
                  <a:pt x="887404" y="107239"/>
                </a:lnTo>
                <a:lnTo>
                  <a:pt x="887033" y="107238"/>
                </a:lnTo>
                <a:lnTo>
                  <a:pt x="886053" y="107233"/>
                </a:lnTo>
                <a:lnTo>
                  <a:pt x="885134" y="107219"/>
                </a:lnTo>
                <a:lnTo>
                  <a:pt x="884275" y="107196"/>
                </a:lnTo>
                <a:lnTo>
                  <a:pt x="883472" y="107164"/>
                </a:lnTo>
                <a:lnTo>
                  <a:pt x="882724" y="107125"/>
                </a:lnTo>
                <a:lnTo>
                  <a:pt x="882027" y="107078"/>
                </a:lnTo>
                <a:lnTo>
                  <a:pt x="881380" y="107025"/>
                </a:lnTo>
                <a:lnTo>
                  <a:pt x="880779" y="106966"/>
                </a:lnTo>
                <a:lnTo>
                  <a:pt x="880222" y="106902"/>
                </a:lnTo>
                <a:lnTo>
                  <a:pt x="879707" y="106833"/>
                </a:lnTo>
                <a:lnTo>
                  <a:pt x="879231" y="106760"/>
                </a:lnTo>
                <a:lnTo>
                  <a:pt x="878792" y="106683"/>
                </a:lnTo>
                <a:lnTo>
                  <a:pt x="878387" y="106603"/>
                </a:lnTo>
                <a:lnTo>
                  <a:pt x="878013" y="106521"/>
                </a:lnTo>
                <a:lnTo>
                  <a:pt x="877669" y="106437"/>
                </a:lnTo>
                <a:lnTo>
                  <a:pt x="877351" y="106352"/>
                </a:lnTo>
                <a:lnTo>
                  <a:pt x="877057" y="106266"/>
                </a:lnTo>
                <a:lnTo>
                  <a:pt x="876785" y="106179"/>
                </a:lnTo>
                <a:lnTo>
                  <a:pt x="876532" y="106094"/>
                </a:lnTo>
                <a:lnTo>
                  <a:pt x="876296" y="106009"/>
                </a:lnTo>
                <a:lnTo>
                  <a:pt x="876074" y="105926"/>
                </a:lnTo>
                <a:lnTo>
                  <a:pt x="875863" y="105846"/>
                </a:lnTo>
                <a:lnTo>
                  <a:pt x="875661" y="105768"/>
                </a:lnTo>
                <a:lnTo>
                  <a:pt x="875466" y="105694"/>
                </a:lnTo>
                <a:lnTo>
                  <a:pt x="875466" y="63991"/>
                </a:lnTo>
                <a:lnTo>
                  <a:pt x="875411" y="62266"/>
                </a:lnTo>
                <a:lnTo>
                  <a:pt x="875245" y="60523"/>
                </a:lnTo>
                <a:lnTo>
                  <a:pt x="874965" y="58770"/>
                </a:lnTo>
                <a:lnTo>
                  <a:pt x="874566" y="57016"/>
                </a:lnTo>
                <a:lnTo>
                  <a:pt x="874048" y="55268"/>
                </a:lnTo>
                <a:lnTo>
                  <a:pt x="873406" y="53535"/>
                </a:lnTo>
                <a:lnTo>
                  <a:pt x="872637" y="51824"/>
                </a:lnTo>
                <a:lnTo>
                  <a:pt x="871739" y="50144"/>
                </a:lnTo>
                <a:lnTo>
                  <a:pt x="870708" y="48504"/>
                </a:lnTo>
                <a:lnTo>
                  <a:pt x="869542" y="46910"/>
                </a:lnTo>
                <a:lnTo>
                  <a:pt x="868237" y="45371"/>
                </a:lnTo>
                <a:lnTo>
                  <a:pt x="866791" y="43895"/>
                </a:lnTo>
                <a:lnTo>
                  <a:pt x="865200" y="42491"/>
                </a:lnTo>
                <a:lnTo>
                  <a:pt x="863461" y="41167"/>
                </a:lnTo>
                <a:lnTo>
                  <a:pt x="861572" y="39930"/>
                </a:lnTo>
                <a:lnTo>
                  <a:pt x="859529" y="38789"/>
                </a:lnTo>
                <a:lnTo>
                  <a:pt x="857329" y="37751"/>
                </a:lnTo>
                <a:lnTo>
                  <a:pt x="854970" y="36826"/>
                </a:lnTo>
                <a:lnTo>
                  <a:pt x="852448" y="36021"/>
                </a:lnTo>
                <a:lnTo>
                  <a:pt x="849761" y="35344"/>
                </a:lnTo>
                <a:lnTo>
                  <a:pt x="846905" y="34803"/>
                </a:lnTo>
                <a:lnTo>
                  <a:pt x="843877" y="34407"/>
                </a:lnTo>
                <a:lnTo>
                  <a:pt x="840674" y="34163"/>
                </a:lnTo>
                <a:lnTo>
                  <a:pt x="837294" y="34080"/>
                </a:lnTo>
                <a:lnTo>
                  <a:pt x="836201" y="34081"/>
                </a:lnTo>
                <a:lnTo>
                  <a:pt x="835002" y="34088"/>
                </a:lnTo>
                <a:lnTo>
                  <a:pt x="833712" y="34107"/>
                </a:lnTo>
                <a:lnTo>
                  <a:pt x="832345" y="34145"/>
                </a:lnTo>
                <a:lnTo>
                  <a:pt x="830912" y="34207"/>
                </a:lnTo>
                <a:lnTo>
                  <a:pt x="829428" y="34300"/>
                </a:lnTo>
                <a:lnTo>
                  <a:pt x="827907" y="34429"/>
                </a:lnTo>
                <a:lnTo>
                  <a:pt x="826362" y="34601"/>
                </a:lnTo>
                <a:lnTo>
                  <a:pt x="824805" y="34822"/>
                </a:lnTo>
                <a:lnTo>
                  <a:pt x="823252" y="35098"/>
                </a:lnTo>
                <a:lnTo>
                  <a:pt x="821715" y="35436"/>
                </a:lnTo>
                <a:lnTo>
                  <a:pt x="820207" y="35840"/>
                </a:lnTo>
                <a:lnTo>
                  <a:pt x="818743" y="36318"/>
                </a:lnTo>
                <a:lnTo>
                  <a:pt x="817335" y="36875"/>
                </a:lnTo>
                <a:lnTo>
                  <a:pt x="815998" y="37517"/>
                </a:lnTo>
                <a:lnTo>
                  <a:pt x="814744" y="38252"/>
                </a:lnTo>
                <a:lnTo>
                  <a:pt x="813587" y="39084"/>
                </a:lnTo>
                <a:lnTo>
                  <a:pt x="812540" y="40020"/>
                </a:lnTo>
                <a:lnTo>
                  <a:pt x="811618" y="41066"/>
                </a:lnTo>
                <a:lnTo>
                  <a:pt x="810833" y="42228"/>
                </a:lnTo>
                <a:lnTo>
                  <a:pt x="810199" y="43513"/>
                </a:lnTo>
                <a:lnTo>
                  <a:pt x="809730" y="44925"/>
                </a:lnTo>
                <a:lnTo>
                  <a:pt x="809438" y="46472"/>
                </a:lnTo>
                <a:lnTo>
                  <a:pt x="809338" y="48160"/>
                </a:lnTo>
                <a:lnTo>
                  <a:pt x="809359" y="48870"/>
                </a:lnTo>
                <a:lnTo>
                  <a:pt x="809420" y="49552"/>
                </a:lnTo>
                <a:lnTo>
                  <a:pt x="809521" y="50205"/>
                </a:lnTo>
                <a:lnTo>
                  <a:pt x="809660" y="50830"/>
                </a:lnTo>
                <a:lnTo>
                  <a:pt x="809834" y="51425"/>
                </a:lnTo>
                <a:lnTo>
                  <a:pt x="810043" y="51992"/>
                </a:lnTo>
                <a:lnTo>
                  <a:pt x="810286" y="52529"/>
                </a:lnTo>
                <a:lnTo>
                  <a:pt x="810560" y="53037"/>
                </a:lnTo>
                <a:lnTo>
                  <a:pt x="810864" y="53516"/>
                </a:lnTo>
                <a:lnTo>
                  <a:pt x="811196" y="53965"/>
                </a:lnTo>
                <a:lnTo>
                  <a:pt x="811556" y="54384"/>
                </a:lnTo>
                <a:lnTo>
                  <a:pt x="811942" y="54773"/>
                </a:lnTo>
                <a:lnTo>
                  <a:pt x="812351" y="55132"/>
                </a:lnTo>
                <a:lnTo>
                  <a:pt x="812783" y="55461"/>
                </a:lnTo>
                <a:lnTo>
                  <a:pt x="813236" y="55759"/>
                </a:lnTo>
                <a:lnTo>
                  <a:pt x="813709" y="56027"/>
                </a:lnTo>
                <a:lnTo>
                  <a:pt x="814200" y="56263"/>
                </a:lnTo>
                <a:lnTo>
                  <a:pt x="814707" y="56469"/>
                </a:lnTo>
                <a:lnTo>
                  <a:pt x="815229" y="56643"/>
                </a:lnTo>
                <a:lnTo>
                  <a:pt x="815765" y="56786"/>
                </a:lnTo>
                <a:lnTo>
                  <a:pt x="816313" y="56898"/>
                </a:lnTo>
                <a:lnTo>
                  <a:pt x="816871" y="56978"/>
                </a:lnTo>
                <a:lnTo>
                  <a:pt x="817439" y="57026"/>
                </a:lnTo>
                <a:lnTo>
                  <a:pt x="818013" y="57042"/>
                </a:lnTo>
                <a:lnTo>
                  <a:pt x="818387" y="57033"/>
                </a:lnTo>
                <a:lnTo>
                  <a:pt x="818784" y="57004"/>
                </a:lnTo>
                <a:lnTo>
                  <a:pt x="819200" y="56953"/>
                </a:lnTo>
                <a:lnTo>
                  <a:pt x="819632" y="56880"/>
                </a:lnTo>
                <a:lnTo>
                  <a:pt x="820077" y="56783"/>
                </a:lnTo>
                <a:lnTo>
                  <a:pt x="820532" y="56659"/>
                </a:lnTo>
                <a:lnTo>
                  <a:pt x="820992" y="56507"/>
                </a:lnTo>
                <a:lnTo>
                  <a:pt x="821455" y="56327"/>
                </a:lnTo>
                <a:lnTo>
                  <a:pt x="821917" y="56115"/>
                </a:lnTo>
                <a:lnTo>
                  <a:pt x="822376" y="55871"/>
                </a:lnTo>
                <a:lnTo>
                  <a:pt x="822827" y="55593"/>
                </a:lnTo>
                <a:lnTo>
                  <a:pt x="823267" y="55280"/>
                </a:lnTo>
                <a:lnTo>
                  <a:pt x="823693" y="54929"/>
                </a:lnTo>
                <a:lnTo>
                  <a:pt x="824102" y="54540"/>
                </a:lnTo>
                <a:lnTo>
                  <a:pt x="824490" y="54110"/>
                </a:lnTo>
                <a:lnTo>
                  <a:pt x="824854" y="53638"/>
                </a:lnTo>
                <a:lnTo>
                  <a:pt x="825191" y="53122"/>
                </a:lnTo>
                <a:lnTo>
                  <a:pt x="825497" y="52562"/>
                </a:lnTo>
                <a:lnTo>
                  <a:pt x="825768" y="51954"/>
                </a:lnTo>
                <a:lnTo>
                  <a:pt x="826002" y="51298"/>
                </a:lnTo>
                <a:lnTo>
                  <a:pt x="826196" y="50593"/>
                </a:lnTo>
                <a:lnTo>
                  <a:pt x="826345" y="49836"/>
                </a:lnTo>
                <a:lnTo>
                  <a:pt x="826447" y="49025"/>
                </a:lnTo>
                <a:lnTo>
                  <a:pt x="826497" y="48160"/>
                </a:lnTo>
                <a:lnTo>
                  <a:pt x="826499" y="47974"/>
                </a:lnTo>
                <a:lnTo>
                  <a:pt x="826503" y="47801"/>
                </a:lnTo>
                <a:lnTo>
                  <a:pt x="826513" y="47641"/>
                </a:lnTo>
                <a:lnTo>
                  <a:pt x="826529" y="47493"/>
                </a:lnTo>
                <a:lnTo>
                  <a:pt x="826554" y="47357"/>
                </a:lnTo>
                <a:lnTo>
                  <a:pt x="826588" y="47231"/>
                </a:lnTo>
                <a:lnTo>
                  <a:pt x="826632" y="47115"/>
                </a:lnTo>
                <a:lnTo>
                  <a:pt x="826690" y="47009"/>
                </a:lnTo>
                <a:lnTo>
                  <a:pt x="826761" y="46911"/>
                </a:lnTo>
                <a:lnTo>
                  <a:pt x="826848" y="46821"/>
                </a:lnTo>
                <a:lnTo>
                  <a:pt x="826952" y="46739"/>
                </a:lnTo>
                <a:lnTo>
                  <a:pt x="827075" y="46663"/>
                </a:lnTo>
                <a:lnTo>
                  <a:pt x="827218" y="46594"/>
                </a:lnTo>
                <a:lnTo>
                  <a:pt x="827382" y="46530"/>
                </a:lnTo>
                <a:lnTo>
                  <a:pt x="827570" y="46470"/>
                </a:lnTo>
                <a:lnTo>
                  <a:pt x="827782" y="46415"/>
                </a:lnTo>
                <a:lnTo>
                  <a:pt x="828020" y="46363"/>
                </a:lnTo>
                <a:lnTo>
                  <a:pt x="828286" y="46313"/>
                </a:lnTo>
                <a:lnTo>
                  <a:pt x="828581" y="46266"/>
                </a:lnTo>
                <a:lnTo>
                  <a:pt x="828906" y="46220"/>
                </a:lnTo>
                <a:lnTo>
                  <a:pt x="829264" y="46175"/>
                </a:lnTo>
                <a:lnTo>
                  <a:pt x="829656" y="46129"/>
                </a:lnTo>
                <a:lnTo>
                  <a:pt x="830082" y="46083"/>
                </a:lnTo>
                <a:lnTo>
                  <a:pt x="830545" y="46036"/>
                </a:lnTo>
                <a:lnTo>
                  <a:pt x="830882" y="46013"/>
                </a:lnTo>
                <a:lnTo>
                  <a:pt x="831216" y="45992"/>
                </a:lnTo>
                <a:lnTo>
                  <a:pt x="831548" y="45972"/>
                </a:lnTo>
                <a:lnTo>
                  <a:pt x="831877" y="45954"/>
                </a:lnTo>
                <a:lnTo>
                  <a:pt x="832203" y="45938"/>
                </a:lnTo>
                <a:lnTo>
                  <a:pt x="832525" y="45924"/>
                </a:lnTo>
                <a:lnTo>
                  <a:pt x="832844" y="45911"/>
                </a:lnTo>
                <a:lnTo>
                  <a:pt x="833160" y="45899"/>
                </a:lnTo>
                <a:lnTo>
                  <a:pt x="833471" y="45889"/>
                </a:lnTo>
                <a:lnTo>
                  <a:pt x="833778" y="45880"/>
                </a:lnTo>
                <a:lnTo>
                  <a:pt x="834081" y="45873"/>
                </a:lnTo>
                <a:lnTo>
                  <a:pt x="834378" y="45866"/>
                </a:lnTo>
                <a:lnTo>
                  <a:pt x="834671" y="45861"/>
                </a:lnTo>
                <a:lnTo>
                  <a:pt x="834959" y="45856"/>
                </a:lnTo>
                <a:lnTo>
                  <a:pt x="835241" y="45852"/>
                </a:lnTo>
                <a:lnTo>
                  <a:pt x="835517" y="45849"/>
                </a:lnTo>
                <a:lnTo>
                  <a:pt x="835787" y="45847"/>
                </a:lnTo>
                <a:lnTo>
                  <a:pt x="836051" y="45845"/>
                </a:lnTo>
                <a:lnTo>
                  <a:pt x="836308" y="45844"/>
                </a:lnTo>
                <a:lnTo>
                  <a:pt x="836559" y="45843"/>
                </a:lnTo>
                <a:lnTo>
                  <a:pt x="836802" y="45842"/>
                </a:lnTo>
                <a:lnTo>
                  <a:pt x="837038" y="45842"/>
                </a:lnTo>
                <a:lnTo>
                  <a:pt x="837267" y="45842"/>
                </a:lnTo>
                <a:lnTo>
                  <a:pt x="837488" y="45842"/>
                </a:lnTo>
                <a:lnTo>
                  <a:pt x="839295" y="45873"/>
                </a:lnTo>
                <a:lnTo>
                  <a:pt x="841051" y="45968"/>
                </a:lnTo>
                <a:lnTo>
                  <a:pt x="842754" y="46126"/>
                </a:lnTo>
                <a:lnTo>
                  <a:pt x="844403" y="46349"/>
                </a:lnTo>
                <a:lnTo>
                  <a:pt x="845993" y="46637"/>
                </a:lnTo>
                <a:lnTo>
                  <a:pt x="847524" y="46992"/>
                </a:lnTo>
                <a:lnTo>
                  <a:pt x="848992" y="47413"/>
                </a:lnTo>
                <a:lnTo>
                  <a:pt x="850396" y="47902"/>
                </a:lnTo>
                <a:lnTo>
                  <a:pt x="851733" y="48459"/>
                </a:lnTo>
                <a:lnTo>
                  <a:pt x="853001" y="49085"/>
                </a:lnTo>
                <a:lnTo>
                  <a:pt x="854197" y="49782"/>
                </a:lnTo>
                <a:lnTo>
                  <a:pt x="855319" y="50549"/>
                </a:lnTo>
                <a:lnTo>
                  <a:pt x="856365" y="51387"/>
                </a:lnTo>
                <a:lnTo>
                  <a:pt x="857333" y="52298"/>
                </a:lnTo>
                <a:lnTo>
                  <a:pt x="858219" y="53281"/>
                </a:lnTo>
                <a:lnTo>
                  <a:pt x="859022" y="54338"/>
                </a:lnTo>
                <a:lnTo>
                  <a:pt x="859739" y="55469"/>
                </a:lnTo>
                <a:lnTo>
                  <a:pt x="860368" y="56676"/>
                </a:lnTo>
                <a:lnTo>
                  <a:pt x="860907" y="57958"/>
                </a:lnTo>
                <a:lnTo>
                  <a:pt x="861353" y="59318"/>
                </a:lnTo>
                <a:lnTo>
                  <a:pt x="861704" y="60754"/>
                </a:lnTo>
                <a:lnTo>
                  <a:pt x="861958" y="62269"/>
                </a:lnTo>
                <a:lnTo>
                  <a:pt x="862112" y="63862"/>
                </a:lnTo>
                <a:lnTo>
                  <a:pt x="862164" y="65536"/>
                </a:lnTo>
                <a:lnTo>
                  <a:pt x="857953" y="65655"/>
                </a:lnTo>
                <a:lnTo>
                  <a:pt x="853857" y="65869"/>
                </a:lnTo>
                <a:lnTo>
                  <a:pt x="849881" y="66178"/>
                </a:lnTo>
                <a:lnTo>
                  <a:pt x="846030" y="66581"/>
                </a:lnTo>
                <a:lnTo>
                  <a:pt x="842312" y="67077"/>
                </a:lnTo>
                <a:lnTo>
                  <a:pt x="838730" y="67668"/>
                </a:lnTo>
                <a:lnTo>
                  <a:pt x="835292" y="68353"/>
                </a:lnTo>
                <a:lnTo>
                  <a:pt x="832002" y="69132"/>
                </a:lnTo>
                <a:lnTo>
                  <a:pt x="828867" y="70005"/>
                </a:lnTo>
                <a:lnTo>
                  <a:pt x="825892" y="70972"/>
                </a:lnTo>
                <a:lnTo>
                  <a:pt x="823084" y="72032"/>
                </a:lnTo>
                <a:lnTo>
                  <a:pt x="820448" y="73186"/>
                </a:lnTo>
                <a:lnTo>
                  <a:pt x="817989" y="74433"/>
                </a:lnTo>
                <a:lnTo>
                  <a:pt x="815714" y="75774"/>
                </a:lnTo>
                <a:lnTo>
                  <a:pt x="813628" y="77208"/>
                </a:lnTo>
                <a:lnTo>
                  <a:pt x="811737" y="78735"/>
                </a:lnTo>
                <a:lnTo>
                  <a:pt x="810047" y="80356"/>
                </a:lnTo>
                <a:lnTo>
                  <a:pt x="808564" y="82070"/>
                </a:lnTo>
                <a:lnTo>
                  <a:pt x="807293" y="83876"/>
                </a:lnTo>
                <a:lnTo>
                  <a:pt x="806240" y="85776"/>
                </a:lnTo>
                <a:lnTo>
                  <a:pt x="805411" y="87769"/>
                </a:lnTo>
                <a:lnTo>
                  <a:pt x="804812" y="89854"/>
                </a:lnTo>
                <a:lnTo>
                  <a:pt x="804448" y="92032"/>
                </a:lnTo>
                <a:lnTo>
                  <a:pt x="804325" y="94302"/>
                </a:lnTo>
                <a:lnTo>
                  <a:pt x="804388" y="95959"/>
                </a:lnTo>
                <a:lnTo>
                  <a:pt x="804576" y="97603"/>
                </a:lnTo>
                <a:lnTo>
                  <a:pt x="804886" y="99229"/>
                </a:lnTo>
                <a:lnTo>
                  <a:pt x="805316" y="100831"/>
                </a:lnTo>
                <a:lnTo>
                  <a:pt x="805865" y="102406"/>
                </a:lnTo>
                <a:lnTo>
                  <a:pt x="806531" y="103946"/>
                </a:lnTo>
                <a:lnTo>
                  <a:pt x="807310" y="105448"/>
                </a:lnTo>
                <a:lnTo>
                  <a:pt x="808203" y="106906"/>
                </a:lnTo>
                <a:lnTo>
                  <a:pt x="809206" y="108316"/>
                </a:lnTo>
                <a:lnTo>
                  <a:pt x="810317" y="109671"/>
                </a:lnTo>
                <a:lnTo>
                  <a:pt x="811535" y="110968"/>
                </a:lnTo>
                <a:lnTo>
                  <a:pt x="812857" y="112200"/>
                </a:lnTo>
                <a:lnTo>
                  <a:pt x="814281" y="113363"/>
                </a:lnTo>
                <a:lnTo>
                  <a:pt x="815806" y="114452"/>
                </a:lnTo>
                <a:lnTo>
                  <a:pt x="817430" y="115461"/>
                </a:lnTo>
                <a:lnTo>
                  <a:pt x="819150" y="116386"/>
                </a:lnTo>
                <a:lnTo>
                  <a:pt x="820964" y="117221"/>
                </a:lnTo>
                <a:lnTo>
                  <a:pt x="822870" y="117961"/>
                </a:lnTo>
                <a:lnTo>
                  <a:pt x="824867" y="118602"/>
                </a:lnTo>
                <a:lnTo>
                  <a:pt x="826953" y="119137"/>
                </a:lnTo>
                <a:lnTo>
                  <a:pt x="829124" y="119563"/>
                </a:lnTo>
                <a:lnTo>
                  <a:pt x="831381" y="119873"/>
                </a:lnTo>
                <a:lnTo>
                  <a:pt x="833719" y="120063"/>
                </a:lnTo>
                <a:lnTo>
                  <a:pt x="836138" y="120127"/>
                </a:lnTo>
                <a:lnTo>
                  <a:pt x="837054" y="120120"/>
                </a:lnTo>
                <a:lnTo>
                  <a:pt x="838017" y="120097"/>
                </a:lnTo>
                <a:lnTo>
                  <a:pt x="839024" y="120057"/>
                </a:lnTo>
                <a:lnTo>
                  <a:pt x="840070" y="119999"/>
                </a:lnTo>
                <a:lnTo>
                  <a:pt x="841154" y="119922"/>
                </a:lnTo>
                <a:lnTo>
                  <a:pt x="842271" y="119823"/>
                </a:lnTo>
                <a:lnTo>
                  <a:pt x="843418" y="119702"/>
                </a:lnTo>
                <a:lnTo>
                  <a:pt x="844592" y="119556"/>
                </a:lnTo>
                <a:lnTo>
                  <a:pt x="845789" y="119385"/>
                </a:lnTo>
                <a:lnTo>
                  <a:pt x="847007" y="119188"/>
                </a:lnTo>
                <a:lnTo>
                  <a:pt x="848241" y="118962"/>
                </a:lnTo>
                <a:lnTo>
                  <a:pt x="849489" y="118706"/>
                </a:lnTo>
                <a:lnTo>
                  <a:pt x="850746" y="118419"/>
                </a:lnTo>
                <a:lnTo>
                  <a:pt x="852010" y="118100"/>
                </a:lnTo>
                <a:lnTo>
                  <a:pt x="853278" y="117746"/>
                </a:lnTo>
                <a:lnTo>
                  <a:pt x="854546" y="117358"/>
                </a:lnTo>
                <a:lnTo>
                  <a:pt x="855810" y="116932"/>
                </a:lnTo>
                <a:lnTo>
                  <a:pt x="857067" y="116468"/>
                </a:lnTo>
                <a:lnTo>
                  <a:pt x="858315" y="115964"/>
                </a:lnTo>
                <a:lnTo>
                  <a:pt x="859549" y="115420"/>
                </a:lnTo>
                <a:lnTo>
                  <a:pt x="860766" y="114833"/>
                </a:lnTo>
                <a:lnTo>
                  <a:pt x="861964" y="114201"/>
                </a:lnTo>
                <a:lnTo>
                  <a:pt x="863137" y="113525"/>
                </a:lnTo>
                <a:lnTo>
                  <a:pt x="864285" y="112801"/>
                </a:lnTo>
                <a:lnTo>
                  <a:pt x="864840" y="113522"/>
                </a:lnTo>
                <a:lnTo>
                  <a:pt x="865445" y="114185"/>
                </a:lnTo>
                <a:lnTo>
                  <a:pt x="866097" y="114792"/>
                </a:lnTo>
                <a:lnTo>
                  <a:pt x="866791" y="115345"/>
                </a:lnTo>
                <a:lnTo>
                  <a:pt x="867526" y="115848"/>
                </a:lnTo>
                <a:lnTo>
                  <a:pt x="868297" y="116303"/>
                </a:lnTo>
                <a:lnTo>
                  <a:pt x="869103" y="116711"/>
                </a:lnTo>
                <a:lnTo>
                  <a:pt x="869940" y="117076"/>
                </a:lnTo>
                <a:lnTo>
                  <a:pt x="870805" y="117401"/>
                </a:lnTo>
                <a:lnTo>
                  <a:pt x="871696" y="117686"/>
                </a:lnTo>
                <a:lnTo>
                  <a:pt x="872608" y="117935"/>
                </a:lnTo>
                <a:lnTo>
                  <a:pt x="873539" y="118151"/>
                </a:lnTo>
                <a:lnTo>
                  <a:pt x="874487" y="118335"/>
                </a:lnTo>
                <a:lnTo>
                  <a:pt x="875447" y="118491"/>
                </a:lnTo>
                <a:lnTo>
                  <a:pt x="876418" y="118620"/>
                </a:lnTo>
                <a:lnTo>
                  <a:pt x="877395" y="118725"/>
                </a:lnTo>
                <a:lnTo>
                  <a:pt x="878377" y="118809"/>
                </a:lnTo>
                <a:lnTo>
                  <a:pt x="879359" y="118874"/>
                </a:lnTo>
                <a:lnTo>
                  <a:pt x="880340" y="118921"/>
                </a:lnTo>
                <a:lnTo>
                  <a:pt x="881315" y="118955"/>
                </a:lnTo>
                <a:lnTo>
                  <a:pt x="882283" y="118977"/>
                </a:lnTo>
                <a:lnTo>
                  <a:pt x="883239" y="118990"/>
                </a:lnTo>
                <a:lnTo>
                  <a:pt x="884181" y="118996"/>
                </a:lnTo>
                <a:lnTo>
                  <a:pt x="885106" y="118997"/>
                </a:lnTo>
                <a:lnTo>
                  <a:pt x="885775" y="118997"/>
                </a:lnTo>
                <a:lnTo>
                  <a:pt x="886430" y="118994"/>
                </a:lnTo>
                <a:lnTo>
                  <a:pt x="887070" y="118986"/>
                </a:lnTo>
                <a:lnTo>
                  <a:pt x="887695" y="118970"/>
                </a:lnTo>
                <a:lnTo>
                  <a:pt x="888302" y="118943"/>
                </a:lnTo>
                <a:lnTo>
                  <a:pt x="888890" y="118904"/>
                </a:lnTo>
                <a:lnTo>
                  <a:pt x="889458" y="118849"/>
                </a:lnTo>
                <a:lnTo>
                  <a:pt x="890005" y="118776"/>
                </a:lnTo>
                <a:lnTo>
                  <a:pt x="890529" y="118682"/>
                </a:lnTo>
                <a:lnTo>
                  <a:pt x="891029" y="118565"/>
                </a:lnTo>
                <a:lnTo>
                  <a:pt x="891503" y="118422"/>
                </a:lnTo>
                <a:lnTo>
                  <a:pt x="891951" y="118250"/>
                </a:lnTo>
                <a:lnTo>
                  <a:pt x="892370" y="118048"/>
                </a:lnTo>
                <a:lnTo>
                  <a:pt x="892760" y="117811"/>
                </a:lnTo>
                <a:lnTo>
                  <a:pt x="893120" y="117538"/>
                </a:lnTo>
                <a:lnTo>
                  <a:pt x="893447" y="117227"/>
                </a:lnTo>
                <a:lnTo>
                  <a:pt x="893741" y="116874"/>
                </a:lnTo>
                <a:lnTo>
                  <a:pt x="893999" y="116476"/>
                </a:lnTo>
                <a:lnTo>
                  <a:pt x="894222" y="116033"/>
                </a:lnTo>
                <a:lnTo>
                  <a:pt x="894407" y="115539"/>
                </a:lnTo>
                <a:lnTo>
                  <a:pt x="894554" y="114994"/>
                </a:lnTo>
                <a:lnTo>
                  <a:pt x="894660" y="114395"/>
                </a:lnTo>
                <a:lnTo>
                  <a:pt x="894725" y="113738"/>
                </a:lnTo>
                <a:lnTo>
                  <a:pt x="894747" y="113022"/>
                </a:lnTo>
                <a:lnTo>
                  <a:pt x="894722" y="112329"/>
                </a:lnTo>
                <a:lnTo>
                  <a:pt x="894650" y="111693"/>
                </a:lnTo>
                <a:lnTo>
                  <a:pt x="894534" y="111113"/>
                </a:lnTo>
                <a:lnTo>
                  <a:pt x="894376" y="110585"/>
                </a:lnTo>
                <a:lnTo>
                  <a:pt x="894180" y="110108"/>
                </a:lnTo>
                <a:lnTo>
                  <a:pt x="893948" y="109678"/>
                </a:lnTo>
                <a:close/>
                <a:moveTo>
                  <a:pt x="862046" y="96414"/>
                </a:moveTo>
                <a:lnTo>
                  <a:pt x="861977" y="96940"/>
                </a:lnTo>
                <a:lnTo>
                  <a:pt x="861885" y="97462"/>
                </a:lnTo>
                <a:lnTo>
                  <a:pt x="861767" y="97979"/>
                </a:lnTo>
                <a:lnTo>
                  <a:pt x="861620" y="98491"/>
                </a:lnTo>
                <a:lnTo>
                  <a:pt x="861440" y="98999"/>
                </a:lnTo>
                <a:lnTo>
                  <a:pt x="861224" y="99501"/>
                </a:lnTo>
                <a:lnTo>
                  <a:pt x="860969" y="99999"/>
                </a:lnTo>
                <a:lnTo>
                  <a:pt x="860671" y="100491"/>
                </a:lnTo>
                <a:lnTo>
                  <a:pt x="860328" y="100978"/>
                </a:lnTo>
                <a:lnTo>
                  <a:pt x="859936" y="101460"/>
                </a:lnTo>
                <a:lnTo>
                  <a:pt x="859491" y="101937"/>
                </a:lnTo>
                <a:lnTo>
                  <a:pt x="858991" y="102408"/>
                </a:lnTo>
                <a:lnTo>
                  <a:pt x="858433" y="102874"/>
                </a:lnTo>
                <a:lnTo>
                  <a:pt x="857812" y="103334"/>
                </a:lnTo>
                <a:lnTo>
                  <a:pt x="857126" y="103788"/>
                </a:lnTo>
                <a:lnTo>
                  <a:pt x="856372" y="104237"/>
                </a:lnTo>
                <a:lnTo>
                  <a:pt x="855546" y="104680"/>
                </a:lnTo>
                <a:lnTo>
                  <a:pt x="854644" y="105117"/>
                </a:lnTo>
                <a:lnTo>
                  <a:pt x="853768" y="105507"/>
                </a:lnTo>
                <a:lnTo>
                  <a:pt x="852878" y="105864"/>
                </a:lnTo>
                <a:lnTo>
                  <a:pt x="851978" y="106190"/>
                </a:lnTo>
                <a:lnTo>
                  <a:pt x="851071" y="106487"/>
                </a:lnTo>
                <a:lnTo>
                  <a:pt x="850161" y="106755"/>
                </a:lnTo>
                <a:lnTo>
                  <a:pt x="849253" y="106996"/>
                </a:lnTo>
                <a:lnTo>
                  <a:pt x="848349" y="107213"/>
                </a:lnTo>
                <a:lnTo>
                  <a:pt x="847455" y="107405"/>
                </a:lnTo>
                <a:lnTo>
                  <a:pt x="846573" y="107574"/>
                </a:lnTo>
                <a:lnTo>
                  <a:pt x="845707" y="107723"/>
                </a:lnTo>
                <a:lnTo>
                  <a:pt x="844862" y="107851"/>
                </a:lnTo>
                <a:lnTo>
                  <a:pt x="844042" y="107961"/>
                </a:lnTo>
                <a:lnTo>
                  <a:pt x="843249" y="108055"/>
                </a:lnTo>
                <a:lnTo>
                  <a:pt x="842489" y="108133"/>
                </a:lnTo>
                <a:lnTo>
                  <a:pt x="841764" y="108196"/>
                </a:lnTo>
                <a:lnTo>
                  <a:pt x="841079" y="108247"/>
                </a:lnTo>
                <a:lnTo>
                  <a:pt x="840437" y="108287"/>
                </a:lnTo>
                <a:lnTo>
                  <a:pt x="839843" y="108317"/>
                </a:lnTo>
                <a:lnTo>
                  <a:pt x="839300" y="108338"/>
                </a:lnTo>
                <a:lnTo>
                  <a:pt x="838812" y="108353"/>
                </a:lnTo>
                <a:lnTo>
                  <a:pt x="838383" y="108362"/>
                </a:lnTo>
                <a:lnTo>
                  <a:pt x="838017" y="108366"/>
                </a:lnTo>
                <a:lnTo>
                  <a:pt x="837717" y="108368"/>
                </a:lnTo>
                <a:lnTo>
                  <a:pt x="837488" y="108368"/>
                </a:lnTo>
                <a:lnTo>
                  <a:pt x="836015" y="108334"/>
                </a:lnTo>
                <a:lnTo>
                  <a:pt x="834586" y="108235"/>
                </a:lnTo>
                <a:lnTo>
                  <a:pt x="833202" y="108072"/>
                </a:lnTo>
                <a:lnTo>
                  <a:pt x="831866" y="107848"/>
                </a:lnTo>
                <a:lnTo>
                  <a:pt x="830578" y="107565"/>
                </a:lnTo>
                <a:lnTo>
                  <a:pt x="829341" y="107226"/>
                </a:lnTo>
                <a:lnTo>
                  <a:pt x="828156" y="106834"/>
                </a:lnTo>
                <a:lnTo>
                  <a:pt x="827026" y="106390"/>
                </a:lnTo>
                <a:lnTo>
                  <a:pt x="825950" y="105897"/>
                </a:lnTo>
                <a:lnTo>
                  <a:pt x="824932" y="105358"/>
                </a:lnTo>
                <a:lnTo>
                  <a:pt x="823973" y="104775"/>
                </a:lnTo>
                <a:lnTo>
                  <a:pt x="823075" y="104151"/>
                </a:lnTo>
                <a:lnTo>
                  <a:pt x="822238" y="103487"/>
                </a:lnTo>
                <a:lnTo>
                  <a:pt x="821466" y="102786"/>
                </a:lnTo>
                <a:lnTo>
                  <a:pt x="820760" y="102051"/>
                </a:lnTo>
                <a:lnTo>
                  <a:pt x="820120" y="101284"/>
                </a:lnTo>
                <a:lnTo>
                  <a:pt x="819550" y="100488"/>
                </a:lnTo>
                <a:lnTo>
                  <a:pt x="819050" y="99665"/>
                </a:lnTo>
                <a:lnTo>
                  <a:pt x="818622" y="98817"/>
                </a:lnTo>
                <a:lnTo>
                  <a:pt x="818269" y="97947"/>
                </a:lnTo>
                <a:lnTo>
                  <a:pt x="817991" y="97057"/>
                </a:lnTo>
                <a:lnTo>
                  <a:pt x="817790" y="96150"/>
                </a:lnTo>
                <a:lnTo>
                  <a:pt x="817669" y="95228"/>
                </a:lnTo>
                <a:lnTo>
                  <a:pt x="817628" y="94293"/>
                </a:lnTo>
                <a:lnTo>
                  <a:pt x="817714" y="93125"/>
                </a:lnTo>
                <a:lnTo>
                  <a:pt x="817970" y="91982"/>
                </a:lnTo>
                <a:lnTo>
                  <a:pt x="818395" y="90866"/>
                </a:lnTo>
                <a:lnTo>
                  <a:pt x="818986" y="89780"/>
                </a:lnTo>
                <a:lnTo>
                  <a:pt x="819740" y="88726"/>
                </a:lnTo>
                <a:lnTo>
                  <a:pt x="820655" y="87704"/>
                </a:lnTo>
                <a:lnTo>
                  <a:pt x="821730" y="86717"/>
                </a:lnTo>
                <a:lnTo>
                  <a:pt x="822962" y="85766"/>
                </a:lnTo>
                <a:lnTo>
                  <a:pt x="824348" y="84854"/>
                </a:lnTo>
                <a:lnTo>
                  <a:pt x="825887" y="83981"/>
                </a:lnTo>
                <a:lnTo>
                  <a:pt x="827576" y="83150"/>
                </a:lnTo>
                <a:lnTo>
                  <a:pt x="829412" y="82363"/>
                </a:lnTo>
                <a:lnTo>
                  <a:pt x="831395" y="81620"/>
                </a:lnTo>
                <a:lnTo>
                  <a:pt x="833520" y="80925"/>
                </a:lnTo>
                <a:lnTo>
                  <a:pt x="835787" y="80278"/>
                </a:lnTo>
                <a:lnTo>
                  <a:pt x="838193" y="79682"/>
                </a:lnTo>
                <a:lnTo>
                  <a:pt x="840735" y="79138"/>
                </a:lnTo>
                <a:lnTo>
                  <a:pt x="843411" y="78648"/>
                </a:lnTo>
                <a:lnTo>
                  <a:pt x="846220" y="78214"/>
                </a:lnTo>
                <a:lnTo>
                  <a:pt x="849158" y="77837"/>
                </a:lnTo>
                <a:lnTo>
                  <a:pt x="852224" y="77519"/>
                </a:lnTo>
                <a:lnTo>
                  <a:pt x="855415" y="77262"/>
                </a:lnTo>
                <a:lnTo>
                  <a:pt x="858729" y="77068"/>
                </a:lnTo>
                <a:lnTo>
                  <a:pt x="862164" y="76939"/>
                </a:lnTo>
                <a:lnTo>
                  <a:pt x="862164" y="93164"/>
                </a:lnTo>
                <a:lnTo>
                  <a:pt x="862163" y="93716"/>
                </a:lnTo>
                <a:lnTo>
                  <a:pt x="862159" y="94264"/>
                </a:lnTo>
                <a:lnTo>
                  <a:pt x="862149" y="94808"/>
                </a:lnTo>
                <a:lnTo>
                  <a:pt x="862129" y="95347"/>
                </a:lnTo>
                <a:lnTo>
                  <a:pt x="862096" y="95883"/>
                </a:lnTo>
                <a:lnTo>
                  <a:pt x="862046" y="96414"/>
                </a:lnTo>
                <a:close/>
                <a:moveTo>
                  <a:pt x="170689" y="82607"/>
                </a:moveTo>
                <a:lnTo>
                  <a:pt x="169405" y="81064"/>
                </a:lnTo>
                <a:lnTo>
                  <a:pt x="167995" y="79649"/>
                </a:lnTo>
                <a:lnTo>
                  <a:pt x="166477" y="78355"/>
                </a:lnTo>
                <a:lnTo>
                  <a:pt x="164870" y="77178"/>
                </a:lnTo>
                <a:lnTo>
                  <a:pt x="163192" y="76112"/>
                </a:lnTo>
                <a:lnTo>
                  <a:pt x="161464" y="75151"/>
                </a:lnTo>
                <a:lnTo>
                  <a:pt x="159704" y="74289"/>
                </a:lnTo>
                <a:lnTo>
                  <a:pt x="157931" y="73521"/>
                </a:lnTo>
                <a:lnTo>
                  <a:pt x="156163" y="72842"/>
                </a:lnTo>
                <a:lnTo>
                  <a:pt x="154420" y="72245"/>
                </a:lnTo>
                <a:lnTo>
                  <a:pt x="152720" y="71725"/>
                </a:lnTo>
                <a:lnTo>
                  <a:pt x="151083" y="71276"/>
                </a:lnTo>
                <a:lnTo>
                  <a:pt x="149527" y="70894"/>
                </a:lnTo>
                <a:lnTo>
                  <a:pt x="148072" y="70572"/>
                </a:lnTo>
                <a:lnTo>
                  <a:pt x="146735" y="70304"/>
                </a:lnTo>
                <a:lnTo>
                  <a:pt x="145537" y="70085"/>
                </a:lnTo>
                <a:lnTo>
                  <a:pt x="144496" y="69910"/>
                </a:lnTo>
                <a:lnTo>
                  <a:pt x="143630" y="69772"/>
                </a:lnTo>
                <a:lnTo>
                  <a:pt x="130522" y="67457"/>
                </a:lnTo>
                <a:lnTo>
                  <a:pt x="129785" y="67352"/>
                </a:lnTo>
                <a:lnTo>
                  <a:pt x="128979" y="67229"/>
                </a:lnTo>
                <a:lnTo>
                  <a:pt x="128113" y="67087"/>
                </a:lnTo>
                <a:lnTo>
                  <a:pt x="127195" y="66924"/>
                </a:lnTo>
                <a:lnTo>
                  <a:pt x="126234" y="66739"/>
                </a:lnTo>
                <a:lnTo>
                  <a:pt x="125240" y="66530"/>
                </a:lnTo>
                <a:lnTo>
                  <a:pt x="124222" y="66295"/>
                </a:lnTo>
                <a:lnTo>
                  <a:pt x="123188" y="66033"/>
                </a:lnTo>
                <a:lnTo>
                  <a:pt x="122147" y="65742"/>
                </a:lnTo>
                <a:lnTo>
                  <a:pt x="121109" y="65421"/>
                </a:lnTo>
                <a:lnTo>
                  <a:pt x="120081" y="65068"/>
                </a:lnTo>
                <a:lnTo>
                  <a:pt x="119074" y="64681"/>
                </a:lnTo>
                <a:lnTo>
                  <a:pt x="118096" y="64259"/>
                </a:lnTo>
                <a:lnTo>
                  <a:pt x="117156" y="63801"/>
                </a:lnTo>
                <a:lnTo>
                  <a:pt x="116263" y="63304"/>
                </a:lnTo>
                <a:lnTo>
                  <a:pt x="115427" y="62767"/>
                </a:lnTo>
                <a:lnTo>
                  <a:pt x="114655" y="62188"/>
                </a:lnTo>
                <a:lnTo>
                  <a:pt x="113956" y="61567"/>
                </a:lnTo>
                <a:lnTo>
                  <a:pt x="113341" y="60900"/>
                </a:lnTo>
                <a:lnTo>
                  <a:pt x="112818" y="60188"/>
                </a:lnTo>
                <a:lnTo>
                  <a:pt x="112395" y="59427"/>
                </a:lnTo>
                <a:lnTo>
                  <a:pt x="112082" y="58617"/>
                </a:lnTo>
                <a:lnTo>
                  <a:pt x="111888" y="57756"/>
                </a:lnTo>
                <a:lnTo>
                  <a:pt x="111821" y="56842"/>
                </a:lnTo>
                <a:lnTo>
                  <a:pt x="111853" y="56210"/>
                </a:lnTo>
                <a:lnTo>
                  <a:pt x="111953" y="55572"/>
                </a:lnTo>
                <a:lnTo>
                  <a:pt x="112122" y="54929"/>
                </a:lnTo>
                <a:lnTo>
                  <a:pt x="112363" y="54285"/>
                </a:lnTo>
                <a:lnTo>
                  <a:pt x="112678" y="53644"/>
                </a:lnTo>
                <a:lnTo>
                  <a:pt x="113071" y="53007"/>
                </a:lnTo>
                <a:lnTo>
                  <a:pt x="113544" y="52378"/>
                </a:lnTo>
                <a:lnTo>
                  <a:pt x="114099" y="51761"/>
                </a:lnTo>
                <a:lnTo>
                  <a:pt x="114739" y="51157"/>
                </a:lnTo>
                <a:lnTo>
                  <a:pt x="115466" y="50571"/>
                </a:lnTo>
                <a:lnTo>
                  <a:pt x="116284" y="50004"/>
                </a:lnTo>
                <a:lnTo>
                  <a:pt x="117195" y="49461"/>
                </a:lnTo>
                <a:lnTo>
                  <a:pt x="118201" y="48944"/>
                </a:lnTo>
                <a:lnTo>
                  <a:pt x="119305" y="48456"/>
                </a:lnTo>
                <a:lnTo>
                  <a:pt x="120509" y="48000"/>
                </a:lnTo>
                <a:lnTo>
                  <a:pt x="121817" y="47579"/>
                </a:lnTo>
                <a:lnTo>
                  <a:pt x="123231" y="47197"/>
                </a:lnTo>
                <a:lnTo>
                  <a:pt x="124753" y="46855"/>
                </a:lnTo>
                <a:lnTo>
                  <a:pt x="126386" y="46558"/>
                </a:lnTo>
                <a:lnTo>
                  <a:pt x="128132" y="46308"/>
                </a:lnTo>
                <a:lnTo>
                  <a:pt x="129995" y="46109"/>
                </a:lnTo>
                <a:lnTo>
                  <a:pt x="131976" y="45963"/>
                </a:lnTo>
                <a:lnTo>
                  <a:pt x="134079" y="45873"/>
                </a:lnTo>
                <a:lnTo>
                  <a:pt x="136305" y="45842"/>
                </a:lnTo>
                <a:lnTo>
                  <a:pt x="138237" y="45872"/>
                </a:lnTo>
                <a:lnTo>
                  <a:pt x="140035" y="45959"/>
                </a:lnTo>
                <a:lnTo>
                  <a:pt x="141704" y="46101"/>
                </a:lnTo>
                <a:lnTo>
                  <a:pt x="143249" y="46294"/>
                </a:lnTo>
                <a:lnTo>
                  <a:pt x="144675" y="46536"/>
                </a:lnTo>
                <a:lnTo>
                  <a:pt x="145986" y="46825"/>
                </a:lnTo>
                <a:lnTo>
                  <a:pt x="147189" y="47157"/>
                </a:lnTo>
                <a:lnTo>
                  <a:pt x="148286" y="47529"/>
                </a:lnTo>
                <a:lnTo>
                  <a:pt x="149284" y="47938"/>
                </a:lnTo>
                <a:lnTo>
                  <a:pt x="150187" y="48383"/>
                </a:lnTo>
                <a:lnTo>
                  <a:pt x="151000" y="48859"/>
                </a:lnTo>
                <a:lnTo>
                  <a:pt x="151728" y="49364"/>
                </a:lnTo>
                <a:lnTo>
                  <a:pt x="152376" y="49895"/>
                </a:lnTo>
                <a:lnTo>
                  <a:pt x="152948" y="50450"/>
                </a:lnTo>
                <a:lnTo>
                  <a:pt x="153449" y="51024"/>
                </a:lnTo>
                <a:lnTo>
                  <a:pt x="153885" y="51617"/>
                </a:lnTo>
                <a:lnTo>
                  <a:pt x="154260" y="52224"/>
                </a:lnTo>
                <a:lnTo>
                  <a:pt x="154579" y="52843"/>
                </a:lnTo>
                <a:lnTo>
                  <a:pt x="154846" y="53471"/>
                </a:lnTo>
                <a:lnTo>
                  <a:pt x="155067" y="54106"/>
                </a:lnTo>
                <a:lnTo>
                  <a:pt x="155247" y="54743"/>
                </a:lnTo>
                <a:lnTo>
                  <a:pt x="155390" y="55381"/>
                </a:lnTo>
                <a:lnTo>
                  <a:pt x="155501" y="56017"/>
                </a:lnTo>
                <a:lnTo>
                  <a:pt x="155586" y="56648"/>
                </a:lnTo>
                <a:lnTo>
                  <a:pt x="155611" y="57058"/>
                </a:lnTo>
                <a:lnTo>
                  <a:pt x="155641" y="57467"/>
                </a:lnTo>
                <a:lnTo>
                  <a:pt x="155677" y="57873"/>
                </a:lnTo>
                <a:lnTo>
                  <a:pt x="155722" y="58274"/>
                </a:lnTo>
                <a:lnTo>
                  <a:pt x="155779" y="58670"/>
                </a:lnTo>
                <a:lnTo>
                  <a:pt x="155850" y="59059"/>
                </a:lnTo>
                <a:lnTo>
                  <a:pt x="155936" y="59439"/>
                </a:lnTo>
                <a:lnTo>
                  <a:pt x="156041" y="59809"/>
                </a:lnTo>
                <a:lnTo>
                  <a:pt x="156167" y="60167"/>
                </a:lnTo>
                <a:lnTo>
                  <a:pt x="156316" y="60513"/>
                </a:lnTo>
                <a:lnTo>
                  <a:pt x="156491" y="60845"/>
                </a:lnTo>
                <a:lnTo>
                  <a:pt x="156693" y="61161"/>
                </a:lnTo>
                <a:lnTo>
                  <a:pt x="156925" y="61460"/>
                </a:lnTo>
                <a:lnTo>
                  <a:pt x="157190" y="61740"/>
                </a:lnTo>
                <a:lnTo>
                  <a:pt x="157490" y="62000"/>
                </a:lnTo>
                <a:lnTo>
                  <a:pt x="157826" y="62239"/>
                </a:lnTo>
                <a:lnTo>
                  <a:pt x="158203" y="62456"/>
                </a:lnTo>
                <a:lnTo>
                  <a:pt x="158621" y="62648"/>
                </a:lnTo>
                <a:lnTo>
                  <a:pt x="159083" y="62814"/>
                </a:lnTo>
                <a:lnTo>
                  <a:pt x="159592" y="62953"/>
                </a:lnTo>
                <a:lnTo>
                  <a:pt x="160150" y="63064"/>
                </a:lnTo>
                <a:lnTo>
                  <a:pt x="160759" y="63145"/>
                </a:lnTo>
                <a:lnTo>
                  <a:pt x="161421" y="63195"/>
                </a:lnTo>
                <a:lnTo>
                  <a:pt x="162140" y="63211"/>
                </a:lnTo>
                <a:lnTo>
                  <a:pt x="162949" y="63191"/>
                </a:lnTo>
                <a:lnTo>
                  <a:pt x="163690" y="63129"/>
                </a:lnTo>
                <a:lnTo>
                  <a:pt x="164367" y="63030"/>
                </a:lnTo>
                <a:lnTo>
                  <a:pt x="164983" y="62893"/>
                </a:lnTo>
                <a:lnTo>
                  <a:pt x="165540" y="62722"/>
                </a:lnTo>
                <a:lnTo>
                  <a:pt x="166041" y="62518"/>
                </a:lnTo>
                <a:lnTo>
                  <a:pt x="166490" y="62282"/>
                </a:lnTo>
                <a:lnTo>
                  <a:pt x="166889" y="62017"/>
                </a:lnTo>
                <a:lnTo>
                  <a:pt x="167241" y="61725"/>
                </a:lnTo>
                <a:lnTo>
                  <a:pt x="167549" y="61407"/>
                </a:lnTo>
                <a:lnTo>
                  <a:pt x="167816" y="61066"/>
                </a:lnTo>
                <a:lnTo>
                  <a:pt x="168045" y="60702"/>
                </a:lnTo>
                <a:lnTo>
                  <a:pt x="168239" y="60318"/>
                </a:lnTo>
                <a:lnTo>
                  <a:pt x="168400" y="59916"/>
                </a:lnTo>
                <a:lnTo>
                  <a:pt x="168532" y="59498"/>
                </a:lnTo>
                <a:lnTo>
                  <a:pt x="168638" y="59065"/>
                </a:lnTo>
                <a:lnTo>
                  <a:pt x="168721" y="58619"/>
                </a:lnTo>
                <a:lnTo>
                  <a:pt x="168783" y="58162"/>
                </a:lnTo>
                <a:lnTo>
                  <a:pt x="168827" y="57697"/>
                </a:lnTo>
                <a:lnTo>
                  <a:pt x="168857" y="57224"/>
                </a:lnTo>
                <a:lnTo>
                  <a:pt x="168875" y="56746"/>
                </a:lnTo>
                <a:lnTo>
                  <a:pt x="168884" y="56264"/>
                </a:lnTo>
                <a:lnTo>
                  <a:pt x="168888" y="55781"/>
                </a:lnTo>
                <a:lnTo>
                  <a:pt x="168888" y="55297"/>
                </a:lnTo>
                <a:lnTo>
                  <a:pt x="168888" y="41985"/>
                </a:lnTo>
                <a:lnTo>
                  <a:pt x="168888" y="41591"/>
                </a:lnTo>
                <a:lnTo>
                  <a:pt x="168885" y="41182"/>
                </a:lnTo>
                <a:lnTo>
                  <a:pt x="168877" y="40760"/>
                </a:lnTo>
                <a:lnTo>
                  <a:pt x="168862" y="40329"/>
                </a:lnTo>
                <a:lnTo>
                  <a:pt x="168836" y="39891"/>
                </a:lnTo>
                <a:lnTo>
                  <a:pt x="168798" y="39449"/>
                </a:lnTo>
                <a:lnTo>
                  <a:pt x="168745" y="39006"/>
                </a:lnTo>
                <a:lnTo>
                  <a:pt x="168674" y="38565"/>
                </a:lnTo>
                <a:lnTo>
                  <a:pt x="168583" y="38129"/>
                </a:lnTo>
                <a:lnTo>
                  <a:pt x="168470" y="37700"/>
                </a:lnTo>
                <a:lnTo>
                  <a:pt x="168331" y="37282"/>
                </a:lnTo>
                <a:lnTo>
                  <a:pt x="168165" y="36876"/>
                </a:lnTo>
                <a:lnTo>
                  <a:pt x="167969" y="36487"/>
                </a:lnTo>
                <a:lnTo>
                  <a:pt x="167740" y="36117"/>
                </a:lnTo>
                <a:lnTo>
                  <a:pt x="167476" y="35768"/>
                </a:lnTo>
                <a:lnTo>
                  <a:pt x="167174" y="35444"/>
                </a:lnTo>
                <a:lnTo>
                  <a:pt x="166832" y="35148"/>
                </a:lnTo>
                <a:lnTo>
                  <a:pt x="166447" y="34881"/>
                </a:lnTo>
                <a:lnTo>
                  <a:pt x="166017" y="34648"/>
                </a:lnTo>
                <a:lnTo>
                  <a:pt x="165540" y="34451"/>
                </a:lnTo>
                <a:lnTo>
                  <a:pt x="165012" y="34293"/>
                </a:lnTo>
                <a:lnTo>
                  <a:pt x="164431" y="34177"/>
                </a:lnTo>
                <a:lnTo>
                  <a:pt x="163795" y="34105"/>
                </a:lnTo>
                <a:lnTo>
                  <a:pt x="163102" y="34080"/>
                </a:lnTo>
                <a:lnTo>
                  <a:pt x="162544" y="34094"/>
                </a:lnTo>
                <a:lnTo>
                  <a:pt x="162024" y="34134"/>
                </a:lnTo>
                <a:lnTo>
                  <a:pt x="161541" y="34199"/>
                </a:lnTo>
                <a:lnTo>
                  <a:pt x="161094" y="34286"/>
                </a:lnTo>
                <a:lnTo>
                  <a:pt x="160682" y="34395"/>
                </a:lnTo>
                <a:lnTo>
                  <a:pt x="160301" y="34523"/>
                </a:lnTo>
                <a:lnTo>
                  <a:pt x="159952" y="34669"/>
                </a:lnTo>
                <a:lnTo>
                  <a:pt x="159633" y="34830"/>
                </a:lnTo>
                <a:lnTo>
                  <a:pt x="159341" y="35006"/>
                </a:lnTo>
                <a:lnTo>
                  <a:pt x="159076" y="35193"/>
                </a:lnTo>
                <a:lnTo>
                  <a:pt x="158837" y="35392"/>
                </a:lnTo>
                <a:lnTo>
                  <a:pt x="158620" y="35599"/>
                </a:lnTo>
                <a:lnTo>
                  <a:pt x="158426" y="35813"/>
                </a:lnTo>
                <a:lnTo>
                  <a:pt x="158253" y="36033"/>
                </a:lnTo>
                <a:lnTo>
                  <a:pt x="158098" y="36256"/>
                </a:lnTo>
                <a:lnTo>
                  <a:pt x="157961" y="36481"/>
                </a:lnTo>
                <a:lnTo>
                  <a:pt x="157841" y="36705"/>
                </a:lnTo>
                <a:lnTo>
                  <a:pt x="157734" y="36928"/>
                </a:lnTo>
                <a:lnTo>
                  <a:pt x="157641" y="37148"/>
                </a:lnTo>
                <a:lnTo>
                  <a:pt x="157559" y="37362"/>
                </a:lnTo>
                <a:lnTo>
                  <a:pt x="157488" y="37569"/>
                </a:lnTo>
                <a:lnTo>
                  <a:pt x="157425" y="37768"/>
                </a:lnTo>
                <a:lnTo>
                  <a:pt x="157369" y="37955"/>
                </a:lnTo>
                <a:lnTo>
                  <a:pt x="157318" y="38131"/>
                </a:lnTo>
                <a:lnTo>
                  <a:pt x="156259" y="37645"/>
                </a:lnTo>
                <a:lnTo>
                  <a:pt x="155201" y="37200"/>
                </a:lnTo>
                <a:lnTo>
                  <a:pt x="154147" y="36794"/>
                </a:lnTo>
                <a:lnTo>
                  <a:pt x="153100" y="36424"/>
                </a:lnTo>
                <a:lnTo>
                  <a:pt x="152061" y="36090"/>
                </a:lnTo>
                <a:lnTo>
                  <a:pt x="151032" y="35789"/>
                </a:lnTo>
                <a:lnTo>
                  <a:pt x="150016" y="35520"/>
                </a:lnTo>
                <a:lnTo>
                  <a:pt x="149015" y="35280"/>
                </a:lnTo>
                <a:lnTo>
                  <a:pt x="148030" y="35069"/>
                </a:lnTo>
                <a:lnTo>
                  <a:pt x="147064" y="34884"/>
                </a:lnTo>
                <a:lnTo>
                  <a:pt x="146119" y="34724"/>
                </a:lnTo>
                <a:lnTo>
                  <a:pt x="145197" y="34586"/>
                </a:lnTo>
                <a:lnTo>
                  <a:pt x="144301" y="34470"/>
                </a:lnTo>
                <a:lnTo>
                  <a:pt x="143431" y="34373"/>
                </a:lnTo>
                <a:lnTo>
                  <a:pt x="142591" y="34294"/>
                </a:lnTo>
                <a:lnTo>
                  <a:pt x="141782" y="34230"/>
                </a:lnTo>
                <a:lnTo>
                  <a:pt x="141006" y="34180"/>
                </a:lnTo>
                <a:lnTo>
                  <a:pt x="140266" y="34143"/>
                </a:lnTo>
                <a:lnTo>
                  <a:pt x="139564" y="34117"/>
                </a:lnTo>
                <a:lnTo>
                  <a:pt x="138901" y="34099"/>
                </a:lnTo>
                <a:lnTo>
                  <a:pt x="138281" y="34088"/>
                </a:lnTo>
                <a:lnTo>
                  <a:pt x="137704" y="34082"/>
                </a:lnTo>
                <a:lnTo>
                  <a:pt x="137173" y="34080"/>
                </a:lnTo>
                <a:lnTo>
                  <a:pt x="136691" y="34080"/>
                </a:lnTo>
                <a:lnTo>
                  <a:pt x="132809" y="34160"/>
                </a:lnTo>
                <a:lnTo>
                  <a:pt x="129206" y="34395"/>
                </a:lnTo>
                <a:lnTo>
                  <a:pt x="125872" y="34773"/>
                </a:lnTo>
                <a:lnTo>
                  <a:pt x="122797" y="35284"/>
                </a:lnTo>
                <a:lnTo>
                  <a:pt x="119971" y="35916"/>
                </a:lnTo>
                <a:lnTo>
                  <a:pt x="117384" y="36660"/>
                </a:lnTo>
                <a:lnTo>
                  <a:pt x="115024" y="37504"/>
                </a:lnTo>
                <a:lnTo>
                  <a:pt x="112884" y="38438"/>
                </a:lnTo>
                <a:lnTo>
                  <a:pt x="110951" y="39451"/>
                </a:lnTo>
                <a:lnTo>
                  <a:pt x="109216" y="40532"/>
                </a:lnTo>
                <a:lnTo>
                  <a:pt x="107670" y="41671"/>
                </a:lnTo>
                <a:lnTo>
                  <a:pt x="106301" y="42856"/>
                </a:lnTo>
                <a:lnTo>
                  <a:pt x="105100" y="44078"/>
                </a:lnTo>
                <a:lnTo>
                  <a:pt x="104056" y="45325"/>
                </a:lnTo>
                <a:lnTo>
                  <a:pt x="103160" y="46587"/>
                </a:lnTo>
                <a:lnTo>
                  <a:pt x="102402" y="47854"/>
                </a:lnTo>
                <a:lnTo>
                  <a:pt x="101770" y="49113"/>
                </a:lnTo>
                <a:lnTo>
                  <a:pt x="101255" y="50355"/>
                </a:lnTo>
                <a:lnTo>
                  <a:pt x="100848" y="51569"/>
                </a:lnTo>
                <a:lnTo>
                  <a:pt x="100537" y="52744"/>
                </a:lnTo>
                <a:lnTo>
                  <a:pt x="100313" y="53870"/>
                </a:lnTo>
                <a:lnTo>
                  <a:pt x="100166" y="54935"/>
                </a:lnTo>
                <a:lnTo>
                  <a:pt x="100084" y="55929"/>
                </a:lnTo>
                <a:lnTo>
                  <a:pt x="100060" y="56842"/>
                </a:lnTo>
                <a:lnTo>
                  <a:pt x="100163" y="58987"/>
                </a:lnTo>
                <a:lnTo>
                  <a:pt x="100468" y="60987"/>
                </a:lnTo>
                <a:lnTo>
                  <a:pt x="100964" y="62849"/>
                </a:lnTo>
                <a:lnTo>
                  <a:pt x="101641" y="64578"/>
                </a:lnTo>
                <a:lnTo>
                  <a:pt x="102490" y="66180"/>
                </a:lnTo>
                <a:lnTo>
                  <a:pt x="103500" y="67661"/>
                </a:lnTo>
                <a:lnTo>
                  <a:pt x="104661" y="69028"/>
                </a:lnTo>
                <a:lnTo>
                  <a:pt x="105965" y="70287"/>
                </a:lnTo>
                <a:lnTo>
                  <a:pt x="107400" y="71443"/>
                </a:lnTo>
                <a:lnTo>
                  <a:pt x="108957" y="72502"/>
                </a:lnTo>
                <a:lnTo>
                  <a:pt x="110627" y="73471"/>
                </a:lnTo>
                <a:lnTo>
                  <a:pt x="112398" y="74355"/>
                </a:lnTo>
                <a:lnTo>
                  <a:pt x="114262" y="75161"/>
                </a:lnTo>
                <a:lnTo>
                  <a:pt x="116209" y="75895"/>
                </a:lnTo>
                <a:lnTo>
                  <a:pt x="118228" y="76562"/>
                </a:lnTo>
                <a:lnTo>
                  <a:pt x="120310" y="77169"/>
                </a:lnTo>
                <a:lnTo>
                  <a:pt x="122445" y="77722"/>
                </a:lnTo>
                <a:lnTo>
                  <a:pt x="124623" y="78227"/>
                </a:lnTo>
                <a:lnTo>
                  <a:pt x="126834" y="78689"/>
                </a:lnTo>
                <a:lnTo>
                  <a:pt x="129068" y="79115"/>
                </a:lnTo>
                <a:lnTo>
                  <a:pt x="131316" y="79511"/>
                </a:lnTo>
                <a:lnTo>
                  <a:pt x="133567" y="79883"/>
                </a:lnTo>
                <a:lnTo>
                  <a:pt x="135812" y="80236"/>
                </a:lnTo>
                <a:lnTo>
                  <a:pt x="138041" y="80578"/>
                </a:lnTo>
                <a:lnTo>
                  <a:pt x="139251" y="80776"/>
                </a:lnTo>
                <a:lnTo>
                  <a:pt x="140515" y="80988"/>
                </a:lnTo>
                <a:lnTo>
                  <a:pt x="141822" y="81216"/>
                </a:lnTo>
                <a:lnTo>
                  <a:pt x="143163" y="81462"/>
                </a:lnTo>
                <a:lnTo>
                  <a:pt x="144529" y="81730"/>
                </a:lnTo>
                <a:lnTo>
                  <a:pt x="145912" y="82023"/>
                </a:lnTo>
                <a:lnTo>
                  <a:pt x="147301" y="82343"/>
                </a:lnTo>
                <a:lnTo>
                  <a:pt x="148687" y="82694"/>
                </a:lnTo>
                <a:lnTo>
                  <a:pt x="150061" y="83079"/>
                </a:lnTo>
                <a:lnTo>
                  <a:pt x="151414" y="83500"/>
                </a:lnTo>
                <a:lnTo>
                  <a:pt x="152736" y="83960"/>
                </a:lnTo>
                <a:lnTo>
                  <a:pt x="154018" y="84462"/>
                </a:lnTo>
                <a:lnTo>
                  <a:pt x="155251" y="85010"/>
                </a:lnTo>
                <a:lnTo>
                  <a:pt x="156426" y="85606"/>
                </a:lnTo>
                <a:lnTo>
                  <a:pt x="157532" y="86253"/>
                </a:lnTo>
                <a:lnTo>
                  <a:pt x="158562" y="86954"/>
                </a:lnTo>
                <a:lnTo>
                  <a:pt x="159505" y="87712"/>
                </a:lnTo>
                <a:lnTo>
                  <a:pt x="160353" y="88530"/>
                </a:lnTo>
                <a:lnTo>
                  <a:pt x="161096" y="89411"/>
                </a:lnTo>
                <a:lnTo>
                  <a:pt x="161724" y="90357"/>
                </a:lnTo>
                <a:lnTo>
                  <a:pt x="162229" y="91372"/>
                </a:lnTo>
                <a:lnTo>
                  <a:pt x="162602" y="92459"/>
                </a:lnTo>
                <a:lnTo>
                  <a:pt x="162832" y="93620"/>
                </a:lnTo>
                <a:lnTo>
                  <a:pt x="162911" y="94858"/>
                </a:lnTo>
                <a:lnTo>
                  <a:pt x="162873" y="95746"/>
                </a:lnTo>
                <a:lnTo>
                  <a:pt x="162760" y="96624"/>
                </a:lnTo>
                <a:lnTo>
                  <a:pt x="162570" y="97489"/>
                </a:lnTo>
                <a:lnTo>
                  <a:pt x="162301" y="98338"/>
                </a:lnTo>
                <a:lnTo>
                  <a:pt x="161952" y="99170"/>
                </a:lnTo>
                <a:lnTo>
                  <a:pt x="161522" y="99981"/>
                </a:lnTo>
                <a:lnTo>
                  <a:pt x="161009" y="100770"/>
                </a:lnTo>
                <a:lnTo>
                  <a:pt x="160411" y="101534"/>
                </a:lnTo>
                <a:lnTo>
                  <a:pt x="159728" y="102271"/>
                </a:lnTo>
                <a:lnTo>
                  <a:pt x="158958" y="102977"/>
                </a:lnTo>
                <a:lnTo>
                  <a:pt x="158099" y="103651"/>
                </a:lnTo>
                <a:lnTo>
                  <a:pt x="157151" y="104291"/>
                </a:lnTo>
                <a:lnTo>
                  <a:pt x="156111" y="104893"/>
                </a:lnTo>
                <a:lnTo>
                  <a:pt x="154978" y="105455"/>
                </a:lnTo>
                <a:lnTo>
                  <a:pt x="153751" y="105976"/>
                </a:lnTo>
                <a:lnTo>
                  <a:pt x="152428" y="106452"/>
                </a:lnTo>
                <a:lnTo>
                  <a:pt x="151008" y="106881"/>
                </a:lnTo>
                <a:lnTo>
                  <a:pt x="149490" y="107261"/>
                </a:lnTo>
                <a:lnTo>
                  <a:pt x="147872" y="107589"/>
                </a:lnTo>
                <a:lnTo>
                  <a:pt x="146152" y="107863"/>
                </a:lnTo>
                <a:lnTo>
                  <a:pt x="144330" y="108080"/>
                </a:lnTo>
                <a:lnTo>
                  <a:pt x="142403" y="108238"/>
                </a:lnTo>
                <a:lnTo>
                  <a:pt x="140371" y="108335"/>
                </a:lnTo>
                <a:lnTo>
                  <a:pt x="138232" y="108368"/>
                </a:lnTo>
                <a:lnTo>
                  <a:pt x="137091" y="108356"/>
                </a:lnTo>
                <a:lnTo>
                  <a:pt x="135935" y="108317"/>
                </a:lnTo>
                <a:lnTo>
                  <a:pt x="134768" y="108247"/>
                </a:lnTo>
                <a:lnTo>
                  <a:pt x="133593" y="108141"/>
                </a:lnTo>
                <a:lnTo>
                  <a:pt x="132413" y="107994"/>
                </a:lnTo>
                <a:lnTo>
                  <a:pt x="131232" y="107801"/>
                </a:lnTo>
                <a:lnTo>
                  <a:pt x="130052" y="107558"/>
                </a:lnTo>
                <a:lnTo>
                  <a:pt x="128879" y="107260"/>
                </a:lnTo>
                <a:lnTo>
                  <a:pt x="127713" y="106902"/>
                </a:lnTo>
                <a:lnTo>
                  <a:pt x="126560" y="106480"/>
                </a:lnTo>
                <a:lnTo>
                  <a:pt x="125423" y="105989"/>
                </a:lnTo>
                <a:lnTo>
                  <a:pt x="124304" y="105424"/>
                </a:lnTo>
                <a:lnTo>
                  <a:pt x="123207" y="104781"/>
                </a:lnTo>
                <a:lnTo>
                  <a:pt x="122135" y="104055"/>
                </a:lnTo>
                <a:lnTo>
                  <a:pt x="121093" y="103241"/>
                </a:lnTo>
                <a:lnTo>
                  <a:pt x="120082" y="102335"/>
                </a:lnTo>
                <a:lnTo>
                  <a:pt x="119107" y="101331"/>
                </a:lnTo>
                <a:lnTo>
                  <a:pt x="118171" y="100226"/>
                </a:lnTo>
                <a:lnTo>
                  <a:pt x="117277" y="99014"/>
                </a:lnTo>
                <a:lnTo>
                  <a:pt x="116428" y="97691"/>
                </a:lnTo>
                <a:lnTo>
                  <a:pt x="115629" y="96252"/>
                </a:lnTo>
                <a:lnTo>
                  <a:pt x="114881" y="94692"/>
                </a:lnTo>
                <a:lnTo>
                  <a:pt x="114189" y="93007"/>
                </a:lnTo>
                <a:lnTo>
                  <a:pt x="113557" y="91193"/>
                </a:lnTo>
                <a:lnTo>
                  <a:pt x="113437" y="90765"/>
                </a:lnTo>
                <a:lnTo>
                  <a:pt x="113317" y="90353"/>
                </a:lnTo>
                <a:lnTo>
                  <a:pt x="113195" y="89955"/>
                </a:lnTo>
                <a:lnTo>
                  <a:pt x="113070" y="89572"/>
                </a:lnTo>
                <a:lnTo>
                  <a:pt x="112939" y="89204"/>
                </a:lnTo>
                <a:lnTo>
                  <a:pt x="112800" y="88852"/>
                </a:lnTo>
                <a:lnTo>
                  <a:pt x="112652" y="88517"/>
                </a:lnTo>
                <a:lnTo>
                  <a:pt x="112492" y="88198"/>
                </a:lnTo>
                <a:lnTo>
                  <a:pt x="112319" y="87895"/>
                </a:lnTo>
                <a:lnTo>
                  <a:pt x="112131" y="87610"/>
                </a:lnTo>
                <a:lnTo>
                  <a:pt x="111925" y="87342"/>
                </a:lnTo>
                <a:lnTo>
                  <a:pt x="111700" y="87092"/>
                </a:lnTo>
                <a:lnTo>
                  <a:pt x="111454" y="86860"/>
                </a:lnTo>
                <a:lnTo>
                  <a:pt x="111186" y="86646"/>
                </a:lnTo>
                <a:lnTo>
                  <a:pt x="110892" y="86451"/>
                </a:lnTo>
                <a:lnTo>
                  <a:pt x="110571" y="86276"/>
                </a:lnTo>
                <a:lnTo>
                  <a:pt x="110222" y="86119"/>
                </a:lnTo>
                <a:lnTo>
                  <a:pt x="109842" y="85983"/>
                </a:lnTo>
                <a:lnTo>
                  <a:pt x="109429" y="85866"/>
                </a:lnTo>
                <a:lnTo>
                  <a:pt x="108982" y="85770"/>
                </a:lnTo>
                <a:lnTo>
                  <a:pt x="108498" y="85695"/>
                </a:lnTo>
                <a:lnTo>
                  <a:pt x="107975" y="85641"/>
                </a:lnTo>
                <a:lnTo>
                  <a:pt x="107413" y="85608"/>
                </a:lnTo>
                <a:lnTo>
                  <a:pt x="106808" y="85597"/>
                </a:lnTo>
                <a:lnTo>
                  <a:pt x="105999" y="85618"/>
                </a:lnTo>
                <a:lnTo>
                  <a:pt x="105258" y="85679"/>
                </a:lnTo>
                <a:lnTo>
                  <a:pt x="104581" y="85779"/>
                </a:lnTo>
                <a:lnTo>
                  <a:pt x="103965" y="85915"/>
                </a:lnTo>
                <a:lnTo>
                  <a:pt x="103408" y="86086"/>
                </a:lnTo>
                <a:lnTo>
                  <a:pt x="102907" y="86290"/>
                </a:lnTo>
                <a:lnTo>
                  <a:pt x="102458" y="86526"/>
                </a:lnTo>
                <a:lnTo>
                  <a:pt x="102059" y="86790"/>
                </a:lnTo>
                <a:lnTo>
                  <a:pt x="101707" y="87082"/>
                </a:lnTo>
                <a:lnTo>
                  <a:pt x="101399" y="87400"/>
                </a:lnTo>
                <a:lnTo>
                  <a:pt x="101132" y="87742"/>
                </a:lnTo>
                <a:lnTo>
                  <a:pt x="100903" y="88105"/>
                </a:lnTo>
                <a:lnTo>
                  <a:pt x="100709" y="88489"/>
                </a:lnTo>
                <a:lnTo>
                  <a:pt x="100548" y="88890"/>
                </a:lnTo>
                <a:lnTo>
                  <a:pt x="100416" y="89309"/>
                </a:lnTo>
                <a:lnTo>
                  <a:pt x="100310" y="89741"/>
                </a:lnTo>
                <a:lnTo>
                  <a:pt x="100227" y="90187"/>
                </a:lnTo>
                <a:lnTo>
                  <a:pt x="100165" y="90643"/>
                </a:lnTo>
                <a:lnTo>
                  <a:pt x="100121" y="91109"/>
                </a:lnTo>
                <a:lnTo>
                  <a:pt x="100091" y="91582"/>
                </a:lnTo>
                <a:lnTo>
                  <a:pt x="100073" y="92060"/>
                </a:lnTo>
                <a:lnTo>
                  <a:pt x="100064" y="92541"/>
                </a:lnTo>
                <a:lnTo>
                  <a:pt x="100060" y="93025"/>
                </a:lnTo>
                <a:lnTo>
                  <a:pt x="100060" y="93508"/>
                </a:lnTo>
                <a:lnTo>
                  <a:pt x="100060" y="112225"/>
                </a:lnTo>
                <a:lnTo>
                  <a:pt x="100060" y="112619"/>
                </a:lnTo>
                <a:lnTo>
                  <a:pt x="100063" y="113028"/>
                </a:lnTo>
                <a:lnTo>
                  <a:pt x="100071" y="113450"/>
                </a:lnTo>
                <a:lnTo>
                  <a:pt x="100086" y="113881"/>
                </a:lnTo>
                <a:lnTo>
                  <a:pt x="100112" y="114319"/>
                </a:lnTo>
                <a:lnTo>
                  <a:pt x="100150" y="114760"/>
                </a:lnTo>
                <a:lnTo>
                  <a:pt x="100203" y="115203"/>
                </a:lnTo>
                <a:lnTo>
                  <a:pt x="100274" y="115644"/>
                </a:lnTo>
                <a:lnTo>
                  <a:pt x="100365" y="116080"/>
                </a:lnTo>
                <a:lnTo>
                  <a:pt x="100478" y="116509"/>
                </a:lnTo>
                <a:lnTo>
                  <a:pt x="100617" y="116927"/>
                </a:lnTo>
                <a:lnTo>
                  <a:pt x="100783" y="117332"/>
                </a:lnTo>
                <a:lnTo>
                  <a:pt x="100979" y="117721"/>
                </a:lnTo>
                <a:lnTo>
                  <a:pt x="101208" y="118091"/>
                </a:lnTo>
                <a:lnTo>
                  <a:pt x="101472" y="118440"/>
                </a:lnTo>
                <a:lnTo>
                  <a:pt x="101773" y="118763"/>
                </a:lnTo>
                <a:lnTo>
                  <a:pt x="102115" y="119060"/>
                </a:lnTo>
                <a:lnTo>
                  <a:pt x="102500" y="119326"/>
                </a:lnTo>
                <a:lnTo>
                  <a:pt x="102929" y="119559"/>
                </a:lnTo>
                <a:lnTo>
                  <a:pt x="103407" y="119756"/>
                </a:lnTo>
                <a:lnTo>
                  <a:pt x="103934" y="119914"/>
                </a:lnTo>
                <a:lnTo>
                  <a:pt x="104514" y="120030"/>
                </a:lnTo>
                <a:lnTo>
                  <a:pt x="105150" y="120102"/>
                </a:lnTo>
                <a:lnTo>
                  <a:pt x="105843" y="120127"/>
                </a:lnTo>
                <a:lnTo>
                  <a:pt x="106067" y="120125"/>
                </a:lnTo>
                <a:lnTo>
                  <a:pt x="106304" y="120119"/>
                </a:lnTo>
                <a:lnTo>
                  <a:pt x="106553" y="120105"/>
                </a:lnTo>
                <a:lnTo>
                  <a:pt x="106814" y="120080"/>
                </a:lnTo>
                <a:lnTo>
                  <a:pt x="107085" y="120041"/>
                </a:lnTo>
                <a:lnTo>
                  <a:pt x="107365" y="119986"/>
                </a:lnTo>
                <a:lnTo>
                  <a:pt x="107654" y="119911"/>
                </a:lnTo>
                <a:lnTo>
                  <a:pt x="107950" y="119813"/>
                </a:lnTo>
                <a:lnTo>
                  <a:pt x="108253" y="119690"/>
                </a:lnTo>
                <a:lnTo>
                  <a:pt x="108562" y="119539"/>
                </a:lnTo>
                <a:lnTo>
                  <a:pt x="108876" y="119356"/>
                </a:lnTo>
                <a:lnTo>
                  <a:pt x="109194" y="119140"/>
                </a:lnTo>
                <a:lnTo>
                  <a:pt x="109515" y="118886"/>
                </a:lnTo>
                <a:lnTo>
                  <a:pt x="109837" y="118592"/>
                </a:lnTo>
                <a:lnTo>
                  <a:pt x="110161" y="118254"/>
                </a:lnTo>
                <a:lnTo>
                  <a:pt x="110486" y="117871"/>
                </a:lnTo>
                <a:lnTo>
                  <a:pt x="110809" y="117440"/>
                </a:lnTo>
                <a:lnTo>
                  <a:pt x="111131" y="116956"/>
                </a:lnTo>
                <a:lnTo>
                  <a:pt x="111450" y="116417"/>
                </a:lnTo>
                <a:lnTo>
                  <a:pt x="111766" y="115821"/>
                </a:lnTo>
                <a:lnTo>
                  <a:pt x="112078" y="115165"/>
                </a:lnTo>
                <a:lnTo>
                  <a:pt x="112384" y="114444"/>
                </a:lnTo>
                <a:lnTo>
                  <a:pt x="112684" y="113658"/>
                </a:lnTo>
                <a:lnTo>
                  <a:pt x="112977" y="112801"/>
                </a:lnTo>
                <a:lnTo>
                  <a:pt x="114161" y="113635"/>
                </a:lnTo>
                <a:lnTo>
                  <a:pt x="115351" y="114403"/>
                </a:lnTo>
                <a:lnTo>
                  <a:pt x="116545" y="115109"/>
                </a:lnTo>
                <a:lnTo>
                  <a:pt x="117739" y="115754"/>
                </a:lnTo>
                <a:lnTo>
                  <a:pt x="118931" y="116341"/>
                </a:lnTo>
                <a:lnTo>
                  <a:pt x="120119" y="116874"/>
                </a:lnTo>
                <a:lnTo>
                  <a:pt x="121301" y="117354"/>
                </a:lnTo>
                <a:lnTo>
                  <a:pt x="122474" y="117785"/>
                </a:lnTo>
                <a:lnTo>
                  <a:pt x="123635" y="118169"/>
                </a:lnTo>
                <a:lnTo>
                  <a:pt x="124783" y="118509"/>
                </a:lnTo>
                <a:lnTo>
                  <a:pt x="125914" y="118807"/>
                </a:lnTo>
                <a:lnTo>
                  <a:pt x="127027" y="119067"/>
                </a:lnTo>
                <a:lnTo>
                  <a:pt x="128119" y="119290"/>
                </a:lnTo>
                <a:lnTo>
                  <a:pt x="129187" y="119480"/>
                </a:lnTo>
                <a:lnTo>
                  <a:pt x="130229" y="119639"/>
                </a:lnTo>
                <a:lnTo>
                  <a:pt x="131243" y="119770"/>
                </a:lnTo>
                <a:lnTo>
                  <a:pt x="132226" y="119876"/>
                </a:lnTo>
                <a:lnTo>
                  <a:pt x="133176" y="119958"/>
                </a:lnTo>
                <a:lnTo>
                  <a:pt x="134090" y="120021"/>
                </a:lnTo>
                <a:lnTo>
                  <a:pt x="134966" y="120066"/>
                </a:lnTo>
                <a:lnTo>
                  <a:pt x="135801" y="120097"/>
                </a:lnTo>
                <a:lnTo>
                  <a:pt x="136594" y="120115"/>
                </a:lnTo>
                <a:lnTo>
                  <a:pt x="137341" y="120124"/>
                </a:lnTo>
                <a:lnTo>
                  <a:pt x="138041" y="120127"/>
                </a:lnTo>
                <a:lnTo>
                  <a:pt x="141723" y="120045"/>
                </a:lnTo>
                <a:lnTo>
                  <a:pt x="145160" y="119807"/>
                </a:lnTo>
                <a:lnTo>
                  <a:pt x="148360" y="119421"/>
                </a:lnTo>
                <a:lnTo>
                  <a:pt x="151330" y="118899"/>
                </a:lnTo>
                <a:lnTo>
                  <a:pt x="154079" y="118249"/>
                </a:lnTo>
                <a:lnTo>
                  <a:pt x="156614" y="117482"/>
                </a:lnTo>
                <a:lnTo>
                  <a:pt x="158944" y="116607"/>
                </a:lnTo>
                <a:lnTo>
                  <a:pt x="161075" y="115635"/>
                </a:lnTo>
                <a:lnTo>
                  <a:pt x="163016" y="114575"/>
                </a:lnTo>
                <a:lnTo>
                  <a:pt x="164776" y="113437"/>
                </a:lnTo>
                <a:lnTo>
                  <a:pt x="166360" y="112231"/>
                </a:lnTo>
                <a:lnTo>
                  <a:pt x="167779" y="110967"/>
                </a:lnTo>
                <a:lnTo>
                  <a:pt x="169038" y="109654"/>
                </a:lnTo>
                <a:lnTo>
                  <a:pt x="170147" y="108304"/>
                </a:lnTo>
                <a:lnTo>
                  <a:pt x="171113" y="106925"/>
                </a:lnTo>
                <a:lnTo>
                  <a:pt x="171944" y="105527"/>
                </a:lnTo>
                <a:lnTo>
                  <a:pt x="172647" y="104120"/>
                </a:lnTo>
                <a:lnTo>
                  <a:pt x="173232" y="102715"/>
                </a:lnTo>
                <a:lnTo>
                  <a:pt x="173704" y="101320"/>
                </a:lnTo>
                <a:lnTo>
                  <a:pt x="174074" y="99947"/>
                </a:lnTo>
                <a:lnTo>
                  <a:pt x="174347" y="98604"/>
                </a:lnTo>
                <a:lnTo>
                  <a:pt x="174533" y="97302"/>
                </a:lnTo>
                <a:lnTo>
                  <a:pt x="174638" y="96050"/>
                </a:lnTo>
                <a:lnTo>
                  <a:pt x="174672" y="94858"/>
                </a:lnTo>
                <a:lnTo>
                  <a:pt x="174545" y="92432"/>
                </a:lnTo>
                <a:lnTo>
                  <a:pt x="174179" y="90167"/>
                </a:lnTo>
                <a:lnTo>
                  <a:pt x="173591" y="88058"/>
                </a:lnTo>
                <a:lnTo>
                  <a:pt x="172801" y="86098"/>
                </a:lnTo>
                <a:lnTo>
                  <a:pt x="171827" y="84283"/>
                </a:lnTo>
                <a:lnTo>
                  <a:pt x="170689" y="82607"/>
                </a:lnTo>
                <a:close/>
                <a:moveTo>
                  <a:pt x="1792521" y="60369"/>
                </a:moveTo>
                <a:lnTo>
                  <a:pt x="1791438" y="57823"/>
                </a:lnTo>
                <a:lnTo>
                  <a:pt x="1790212" y="55372"/>
                </a:lnTo>
                <a:lnTo>
                  <a:pt x="1788848" y="53023"/>
                </a:lnTo>
                <a:lnTo>
                  <a:pt x="1787354" y="50781"/>
                </a:lnTo>
                <a:lnTo>
                  <a:pt x="1785734" y="48652"/>
                </a:lnTo>
                <a:lnTo>
                  <a:pt x="1783996" y="46643"/>
                </a:lnTo>
                <a:lnTo>
                  <a:pt x="1782145" y="44760"/>
                </a:lnTo>
                <a:lnTo>
                  <a:pt x="1780188" y="43008"/>
                </a:lnTo>
                <a:lnTo>
                  <a:pt x="1778131" y="41394"/>
                </a:lnTo>
                <a:lnTo>
                  <a:pt x="1775981" y="39924"/>
                </a:lnTo>
                <a:lnTo>
                  <a:pt x="1773742" y="38604"/>
                </a:lnTo>
                <a:lnTo>
                  <a:pt x="1771422" y="37441"/>
                </a:lnTo>
                <a:lnTo>
                  <a:pt x="1769027" y="36439"/>
                </a:lnTo>
                <a:lnTo>
                  <a:pt x="1766562" y="35606"/>
                </a:lnTo>
                <a:lnTo>
                  <a:pt x="1764035" y="34948"/>
                </a:lnTo>
                <a:lnTo>
                  <a:pt x="1761451" y="34470"/>
                </a:lnTo>
                <a:lnTo>
                  <a:pt x="1758816" y="34178"/>
                </a:lnTo>
                <a:lnTo>
                  <a:pt x="1756137" y="34080"/>
                </a:lnTo>
                <a:lnTo>
                  <a:pt x="1753458" y="34178"/>
                </a:lnTo>
                <a:lnTo>
                  <a:pt x="1750824" y="34470"/>
                </a:lnTo>
                <a:lnTo>
                  <a:pt x="1748240" y="34948"/>
                </a:lnTo>
                <a:lnTo>
                  <a:pt x="1745712" y="35606"/>
                </a:lnTo>
                <a:lnTo>
                  <a:pt x="1743248" y="36439"/>
                </a:lnTo>
                <a:lnTo>
                  <a:pt x="1740853" y="37441"/>
                </a:lnTo>
                <a:lnTo>
                  <a:pt x="1738532" y="38604"/>
                </a:lnTo>
                <a:lnTo>
                  <a:pt x="1736294" y="39924"/>
                </a:lnTo>
                <a:lnTo>
                  <a:pt x="1734143" y="41394"/>
                </a:lnTo>
                <a:lnTo>
                  <a:pt x="1732086" y="43008"/>
                </a:lnTo>
                <a:lnTo>
                  <a:pt x="1730129" y="44760"/>
                </a:lnTo>
                <a:lnTo>
                  <a:pt x="1728279" y="46643"/>
                </a:lnTo>
                <a:lnTo>
                  <a:pt x="1726541" y="48652"/>
                </a:lnTo>
                <a:lnTo>
                  <a:pt x="1724921" y="50781"/>
                </a:lnTo>
                <a:lnTo>
                  <a:pt x="1723426" y="53023"/>
                </a:lnTo>
                <a:lnTo>
                  <a:pt x="1722063" y="55372"/>
                </a:lnTo>
                <a:lnTo>
                  <a:pt x="1720837" y="57823"/>
                </a:lnTo>
                <a:lnTo>
                  <a:pt x="1719754" y="60369"/>
                </a:lnTo>
                <a:lnTo>
                  <a:pt x="1718820" y="63003"/>
                </a:lnTo>
                <a:lnTo>
                  <a:pt x="1718043" y="65721"/>
                </a:lnTo>
                <a:lnTo>
                  <a:pt x="1717427" y="68515"/>
                </a:lnTo>
                <a:lnTo>
                  <a:pt x="1716980" y="71380"/>
                </a:lnTo>
                <a:lnTo>
                  <a:pt x="1716707" y="74310"/>
                </a:lnTo>
                <a:lnTo>
                  <a:pt x="1716615" y="77298"/>
                </a:lnTo>
                <a:lnTo>
                  <a:pt x="1716709" y="80328"/>
                </a:lnTo>
                <a:lnTo>
                  <a:pt x="1716987" y="83289"/>
                </a:lnTo>
                <a:lnTo>
                  <a:pt x="1717443" y="86175"/>
                </a:lnTo>
                <a:lnTo>
                  <a:pt x="1718069" y="88980"/>
                </a:lnTo>
                <a:lnTo>
                  <a:pt x="1718860" y="91700"/>
                </a:lnTo>
                <a:lnTo>
                  <a:pt x="1719808" y="94330"/>
                </a:lnTo>
                <a:lnTo>
                  <a:pt x="1720906" y="96863"/>
                </a:lnTo>
                <a:lnTo>
                  <a:pt x="1722149" y="99295"/>
                </a:lnTo>
                <a:lnTo>
                  <a:pt x="1723528" y="101620"/>
                </a:lnTo>
                <a:lnTo>
                  <a:pt x="1725038" y="103833"/>
                </a:lnTo>
                <a:lnTo>
                  <a:pt x="1726672" y="105930"/>
                </a:lnTo>
                <a:lnTo>
                  <a:pt x="1728423" y="107903"/>
                </a:lnTo>
                <a:lnTo>
                  <a:pt x="1730285" y="109750"/>
                </a:lnTo>
                <a:lnTo>
                  <a:pt x="1732250" y="111463"/>
                </a:lnTo>
                <a:lnTo>
                  <a:pt x="1734312" y="113038"/>
                </a:lnTo>
                <a:lnTo>
                  <a:pt x="1736465" y="114470"/>
                </a:lnTo>
                <a:lnTo>
                  <a:pt x="1738702" y="115753"/>
                </a:lnTo>
                <a:lnTo>
                  <a:pt x="1741015" y="116882"/>
                </a:lnTo>
                <a:lnTo>
                  <a:pt x="1743399" y="117851"/>
                </a:lnTo>
                <a:lnTo>
                  <a:pt x="1745846" y="118656"/>
                </a:lnTo>
                <a:lnTo>
                  <a:pt x="1748350" y="119292"/>
                </a:lnTo>
                <a:lnTo>
                  <a:pt x="1750905" y="119752"/>
                </a:lnTo>
                <a:lnTo>
                  <a:pt x="1753503" y="120032"/>
                </a:lnTo>
                <a:lnTo>
                  <a:pt x="1756137" y="120127"/>
                </a:lnTo>
                <a:lnTo>
                  <a:pt x="1758772" y="120031"/>
                </a:lnTo>
                <a:lnTo>
                  <a:pt x="1761370" y="119749"/>
                </a:lnTo>
                <a:lnTo>
                  <a:pt x="1763924" y="119284"/>
                </a:lnTo>
                <a:lnTo>
                  <a:pt x="1766429" y="118643"/>
                </a:lnTo>
                <a:lnTo>
                  <a:pt x="1768876" y="117831"/>
                </a:lnTo>
                <a:lnTo>
                  <a:pt x="1771260" y="116854"/>
                </a:lnTo>
                <a:lnTo>
                  <a:pt x="1773573" y="115717"/>
                </a:lnTo>
                <a:lnTo>
                  <a:pt x="1775809" y="114426"/>
                </a:lnTo>
                <a:lnTo>
                  <a:pt x="1777962" y="112987"/>
                </a:lnTo>
                <a:lnTo>
                  <a:pt x="1780024" y="111404"/>
                </a:lnTo>
                <a:lnTo>
                  <a:pt x="1781990" y="109683"/>
                </a:lnTo>
                <a:lnTo>
                  <a:pt x="1783851" y="107831"/>
                </a:lnTo>
                <a:lnTo>
                  <a:pt x="1785602" y="105851"/>
                </a:lnTo>
                <a:lnTo>
                  <a:pt x="1787236" y="103751"/>
                </a:lnTo>
                <a:lnTo>
                  <a:pt x="1788747" y="101535"/>
                </a:lnTo>
                <a:lnTo>
                  <a:pt x="1790126" y="99208"/>
                </a:lnTo>
                <a:lnTo>
                  <a:pt x="1791368" y="96778"/>
                </a:lnTo>
                <a:lnTo>
                  <a:pt x="1792467" y="94248"/>
                </a:lnTo>
                <a:lnTo>
                  <a:pt x="1793415" y="91624"/>
                </a:lnTo>
                <a:lnTo>
                  <a:pt x="1794205" y="88913"/>
                </a:lnTo>
                <a:lnTo>
                  <a:pt x="1794832" y="86119"/>
                </a:lnTo>
                <a:lnTo>
                  <a:pt x="1795287" y="83248"/>
                </a:lnTo>
                <a:lnTo>
                  <a:pt x="1795566" y="80306"/>
                </a:lnTo>
                <a:lnTo>
                  <a:pt x="1795660" y="77298"/>
                </a:lnTo>
                <a:lnTo>
                  <a:pt x="1795568" y="74310"/>
                </a:lnTo>
                <a:lnTo>
                  <a:pt x="1795295" y="71380"/>
                </a:lnTo>
                <a:lnTo>
                  <a:pt x="1794847" y="68515"/>
                </a:lnTo>
                <a:lnTo>
                  <a:pt x="1794232" y="65721"/>
                </a:lnTo>
                <a:lnTo>
                  <a:pt x="1793454" y="63003"/>
                </a:lnTo>
                <a:lnTo>
                  <a:pt x="1792521" y="60369"/>
                </a:lnTo>
                <a:close/>
                <a:moveTo>
                  <a:pt x="1780267" y="88584"/>
                </a:moveTo>
                <a:lnTo>
                  <a:pt x="1779546" y="90491"/>
                </a:lnTo>
                <a:lnTo>
                  <a:pt x="1778730" y="92329"/>
                </a:lnTo>
                <a:lnTo>
                  <a:pt x="1777823" y="94092"/>
                </a:lnTo>
                <a:lnTo>
                  <a:pt x="1776829" y="95776"/>
                </a:lnTo>
                <a:lnTo>
                  <a:pt x="1775753" y="97376"/>
                </a:lnTo>
                <a:lnTo>
                  <a:pt x="1774598" y="98887"/>
                </a:lnTo>
                <a:lnTo>
                  <a:pt x="1773368" y="100305"/>
                </a:lnTo>
                <a:lnTo>
                  <a:pt x="1772069" y="101625"/>
                </a:lnTo>
                <a:lnTo>
                  <a:pt x="1770703" y="102842"/>
                </a:lnTo>
                <a:lnTo>
                  <a:pt x="1769276" y="103951"/>
                </a:lnTo>
                <a:lnTo>
                  <a:pt x="1767791" y="104947"/>
                </a:lnTo>
                <a:lnTo>
                  <a:pt x="1766253" y="105826"/>
                </a:lnTo>
                <a:lnTo>
                  <a:pt x="1764666" y="106583"/>
                </a:lnTo>
                <a:lnTo>
                  <a:pt x="1763034" y="107213"/>
                </a:lnTo>
                <a:lnTo>
                  <a:pt x="1761360" y="107711"/>
                </a:lnTo>
                <a:lnTo>
                  <a:pt x="1759650" y="108073"/>
                </a:lnTo>
                <a:lnTo>
                  <a:pt x="1757908" y="108293"/>
                </a:lnTo>
                <a:lnTo>
                  <a:pt x="1756137" y="108368"/>
                </a:lnTo>
                <a:lnTo>
                  <a:pt x="1754367" y="108293"/>
                </a:lnTo>
                <a:lnTo>
                  <a:pt x="1752624" y="108073"/>
                </a:lnTo>
                <a:lnTo>
                  <a:pt x="1750914" y="107711"/>
                </a:lnTo>
                <a:lnTo>
                  <a:pt x="1749241" y="107213"/>
                </a:lnTo>
                <a:lnTo>
                  <a:pt x="1747609" y="106583"/>
                </a:lnTo>
                <a:lnTo>
                  <a:pt x="1746021" y="105826"/>
                </a:lnTo>
                <a:lnTo>
                  <a:pt x="1744483" y="104947"/>
                </a:lnTo>
                <a:lnTo>
                  <a:pt x="1742998" y="103951"/>
                </a:lnTo>
                <a:lnTo>
                  <a:pt x="1741571" y="102842"/>
                </a:lnTo>
                <a:lnTo>
                  <a:pt x="1740206" y="101625"/>
                </a:lnTo>
                <a:lnTo>
                  <a:pt x="1738906" y="100305"/>
                </a:lnTo>
                <a:lnTo>
                  <a:pt x="1737677" y="98887"/>
                </a:lnTo>
                <a:lnTo>
                  <a:pt x="1736522" y="97376"/>
                </a:lnTo>
                <a:lnTo>
                  <a:pt x="1735445" y="95776"/>
                </a:lnTo>
                <a:lnTo>
                  <a:pt x="1734452" y="94092"/>
                </a:lnTo>
                <a:lnTo>
                  <a:pt x="1733545" y="92329"/>
                </a:lnTo>
                <a:lnTo>
                  <a:pt x="1732729" y="90491"/>
                </a:lnTo>
                <a:lnTo>
                  <a:pt x="1732008" y="88584"/>
                </a:lnTo>
                <a:lnTo>
                  <a:pt x="1731386" y="86612"/>
                </a:lnTo>
                <a:lnTo>
                  <a:pt x="1730869" y="84580"/>
                </a:lnTo>
                <a:lnTo>
                  <a:pt x="1730459" y="82493"/>
                </a:lnTo>
                <a:lnTo>
                  <a:pt x="1730161" y="80355"/>
                </a:lnTo>
                <a:lnTo>
                  <a:pt x="1729979" y="78172"/>
                </a:lnTo>
                <a:lnTo>
                  <a:pt x="1729917" y="75947"/>
                </a:lnTo>
                <a:lnTo>
                  <a:pt x="1729982" y="73779"/>
                </a:lnTo>
                <a:lnTo>
                  <a:pt x="1730172" y="71666"/>
                </a:lnTo>
                <a:lnTo>
                  <a:pt x="1730483" y="69612"/>
                </a:lnTo>
                <a:lnTo>
                  <a:pt x="1730909" y="67620"/>
                </a:lnTo>
                <a:lnTo>
                  <a:pt x="1731446" y="65693"/>
                </a:lnTo>
                <a:lnTo>
                  <a:pt x="1732089" y="63835"/>
                </a:lnTo>
                <a:lnTo>
                  <a:pt x="1732833" y="62049"/>
                </a:lnTo>
                <a:lnTo>
                  <a:pt x="1733673" y="60337"/>
                </a:lnTo>
                <a:lnTo>
                  <a:pt x="1734604" y="58705"/>
                </a:lnTo>
                <a:lnTo>
                  <a:pt x="1735621" y="57154"/>
                </a:lnTo>
                <a:lnTo>
                  <a:pt x="1736720" y="55687"/>
                </a:lnTo>
                <a:lnTo>
                  <a:pt x="1737894" y="54309"/>
                </a:lnTo>
                <a:lnTo>
                  <a:pt x="1739140" y="53023"/>
                </a:lnTo>
                <a:lnTo>
                  <a:pt x="1740452" y="51831"/>
                </a:lnTo>
                <a:lnTo>
                  <a:pt x="1741826" y="50737"/>
                </a:lnTo>
                <a:lnTo>
                  <a:pt x="1743256" y="49745"/>
                </a:lnTo>
                <a:lnTo>
                  <a:pt x="1744738" y="48857"/>
                </a:lnTo>
                <a:lnTo>
                  <a:pt x="1746266" y="48076"/>
                </a:lnTo>
                <a:lnTo>
                  <a:pt x="1747836" y="47407"/>
                </a:lnTo>
                <a:lnTo>
                  <a:pt x="1749442" y="46852"/>
                </a:lnTo>
                <a:lnTo>
                  <a:pt x="1751081" y="46415"/>
                </a:lnTo>
                <a:lnTo>
                  <a:pt x="1752746" y="46099"/>
                </a:lnTo>
                <a:lnTo>
                  <a:pt x="1754433" y="45907"/>
                </a:lnTo>
                <a:lnTo>
                  <a:pt x="1756137" y="45842"/>
                </a:lnTo>
                <a:lnTo>
                  <a:pt x="1757864" y="45907"/>
                </a:lnTo>
                <a:lnTo>
                  <a:pt x="1759569" y="46099"/>
                </a:lnTo>
                <a:lnTo>
                  <a:pt x="1761250" y="46415"/>
                </a:lnTo>
                <a:lnTo>
                  <a:pt x="1762900" y="46852"/>
                </a:lnTo>
                <a:lnTo>
                  <a:pt x="1764515" y="47407"/>
                </a:lnTo>
                <a:lnTo>
                  <a:pt x="1766091" y="48076"/>
                </a:lnTo>
                <a:lnTo>
                  <a:pt x="1767622" y="48857"/>
                </a:lnTo>
                <a:lnTo>
                  <a:pt x="1769105" y="49745"/>
                </a:lnTo>
                <a:lnTo>
                  <a:pt x="1770534" y="50737"/>
                </a:lnTo>
                <a:lnTo>
                  <a:pt x="1771905" y="51831"/>
                </a:lnTo>
                <a:lnTo>
                  <a:pt x="1773213" y="53023"/>
                </a:lnTo>
                <a:lnTo>
                  <a:pt x="1774453" y="54309"/>
                </a:lnTo>
                <a:lnTo>
                  <a:pt x="1775621" y="55687"/>
                </a:lnTo>
                <a:lnTo>
                  <a:pt x="1776712" y="57154"/>
                </a:lnTo>
                <a:lnTo>
                  <a:pt x="1777721" y="58705"/>
                </a:lnTo>
                <a:lnTo>
                  <a:pt x="1778644" y="60337"/>
                </a:lnTo>
                <a:lnTo>
                  <a:pt x="1779476" y="62049"/>
                </a:lnTo>
                <a:lnTo>
                  <a:pt x="1780213" y="63835"/>
                </a:lnTo>
                <a:lnTo>
                  <a:pt x="1780848" y="65693"/>
                </a:lnTo>
                <a:lnTo>
                  <a:pt x="1781379" y="67620"/>
                </a:lnTo>
                <a:lnTo>
                  <a:pt x="1781800" y="69612"/>
                </a:lnTo>
                <a:lnTo>
                  <a:pt x="1782107" y="71666"/>
                </a:lnTo>
                <a:lnTo>
                  <a:pt x="1782294" y="73779"/>
                </a:lnTo>
                <a:lnTo>
                  <a:pt x="1782357" y="75947"/>
                </a:lnTo>
                <a:lnTo>
                  <a:pt x="1782296" y="78172"/>
                </a:lnTo>
                <a:lnTo>
                  <a:pt x="1782114" y="80355"/>
                </a:lnTo>
                <a:lnTo>
                  <a:pt x="1781816" y="82493"/>
                </a:lnTo>
                <a:lnTo>
                  <a:pt x="1781406" y="84580"/>
                </a:lnTo>
                <a:lnTo>
                  <a:pt x="1780888" y="86612"/>
                </a:lnTo>
                <a:lnTo>
                  <a:pt x="1780267" y="88584"/>
                </a:lnTo>
                <a:close/>
                <a:moveTo>
                  <a:pt x="2098220" y="94823"/>
                </a:moveTo>
                <a:lnTo>
                  <a:pt x="2097934" y="94464"/>
                </a:lnTo>
                <a:lnTo>
                  <a:pt x="2097620" y="94144"/>
                </a:lnTo>
                <a:lnTo>
                  <a:pt x="2097282" y="93862"/>
                </a:lnTo>
                <a:lnTo>
                  <a:pt x="2096926" y="93616"/>
                </a:lnTo>
                <a:lnTo>
                  <a:pt x="2096554" y="93402"/>
                </a:lnTo>
                <a:lnTo>
                  <a:pt x="2096173" y="93218"/>
                </a:lnTo>
                <a:lnTo>
                  <a:pt x="2095785" y="93063"/>
                </a:lnTo>
                <a:lnTo>
                  <a:pt x="2095395" y="92934"/>
                </a:lnTo>
                <a:lnTo>
                  <a:pt x="2095009" y="92828"/>
                </a:lnTo>
                <a:lnTo>
                  <a:pt x="2094629" y="92743"/>
                </a:lnTo>
                <a:lnTo>
                  <a:pt x="2094261" y="92677"/>
                </a:lnTo>
                <a:lnTo>
                  <a:pt x="2093908" y="92627"/>
                </a:lnTo>
                <a:lnTo>
                  <a:pt x="2093576" y="92592"/>
                </a:lnTo>
                <a:lnTo>
                  <a:pt x="2093267" y="92568"/>
                </a:lnTo>
                <a:lnTo>
                  <a:pt x="2092988" y="92553"/>
                </a:lnTo>
                <a:lnTo>
                  <a:pt x="2092742" y="92546"/>
                </a:lnTo>
                <a:lnTo>
                  <a:pt x="2092533" y="92543"/>
                </a:lnTo>
                <a:lnTo>
                  <a:pt x="2092366" y="92543"/>
                </a:lnTo>
                <a:lnTo>
                  <a:pt x="2091987" y="92545"/>
                </a:lnTo>
                <a:lnTo>
                  <a:pt x="2091619" y="92553"/>
                </a:lnTo>
                <a:lnTo>
                  <a:pt x="2091262" y="92567"/>
                </a:lnTo>
                <a:lnTo>
                  <a:pt x="2090917" y="92589"/>
                </a:lnTo>
                <a:lnTo>
                  <a:pt x="2090583" y="92621"/>
                </a:lnTo>
                <a:lnTo>
                  <a:pt x="2090260" y="92663"/>
                </a:lnTo>
                <a:lnTo>
                  <a:pt x="2089947" y="92718"/>
                </a:lnTo>
                <a:lnTo>
                  <a:pt x="2089645" y="92786"/>
                </a:lnTo>
                <a:lnTo>
                  <a:pt x="2089353" y="92868"/>
                </a:lnTo>
                <a:lnTo>
                  <a:pt x="2089070" y="92967"/>
                </a:lnTo>
                <a:lnTo>
                  <a:pt x="2088798" y="93083"/>
                </a:lnTo>
                <a:lnTo>
                  <a:pt x="2088534" y="93218"/>
                </a:lnTo>
                <a:lnTo>
                  <a:pt x="2088279" y="93373"/>
                </a:lnTo>
                <a:lnTo>
                  <a:pt x="2088034" y="93550"/>
                </a:lnTo>
                <a:lnTo>
                  <a:pt x="2087796" y="93749"/>
                </a:lnTo>
                <a:lnTo>
                  <a:pt x="2087567" y="93972"/>
                </a:lnTo>
                <a:lnTo>
                  <a:pt x="2087346" y="94221"/>
                </a:lnTo>
                <a:lnTo>
                  <a:pt x="2087133" y="94497"/>
                </a:lnTo>
                <a:lnTo>
                  <a:pt x="2086928" y="94800"/>
                </a:lnTo>
                <a:lnTo>
                  <a:pt x="2086729" y="95134"/>
                </a:lnTo>
                <a:lnTo>
                  <a:pt x="2086538" y="95498"/>
                </a:lnTo>
                <a:lnTo>
                  <a:pt x="2086353" y="95894"/>
                </a:lnTo>
                <a:lnTo>
                  <a:pt x="2086175" y="96324"/>
                </a:lnTo>
                <a:lnTo>
                  <a:pt x="2086003" y="96788"/>
                </a:lnTo>
                <a:lnTo>
                  <a:pt x="2085845" y="97135"/>
                </a:lnTo>
                <a:lnTo>
                  <a:pt x="2085657" y="97543"/>
                </a:lnTo>
                <a:lnTo>
                  <a:pt x="2085436" y="98006"/>
                </a:lnTo>
                <a:lnTo>
                  <a:pt x="2085179" y="98517"/>
                </a:lnTo>
                <a:lnTo>
                  <a:pt x="2084881" y="99070"/>
                </a:lnTo>
                <a:lnTo>
                  <a:pt x="2084539" y="99656"/>
                </a:lnTo>
                <a:lnTo>
                  <a:pt x="2084151" y="100271"/>
                </a:lnTo>
                <a:lnTo>
                  <a:pt x="2083711" y="100906"/>
                </a:lnTo>
                <a:lnTo>
                  <a:pt x="2083217" y="101555"/>
                </a:lnTo>
                <a:lnTo>
                  <a:pt x="2082666" y="102211"/>
                </a:lnTo>
                <a:lnTo>
                  <a:pt x="2082053" y="102868"/>
                </a:lnTo>
                <a:lnTo>
                  <a:pt x="2081376" y="103519"/>
                </a:lnTo>
                <a:lnTo>
                  <a:pt x="2080630" y="104157"/>
                </a:lnTo>
                <a:lnTo>
                  <a:pt x="2079813" y="104775"/>
                </a:lnTo>
                <a:lnTo>
                  <a:pt x="2078920" y="105366"/>
                </a:lnTo>
                <a:lnTo>
                  <a:pt x="2077948" y="105923"/>
                </a:lnTo>
                <a:lnTo>
                  <a:pt x="2076894" y="106441"/>
                </a:lnTo>
                <a:lnTo>
                  <a:pt x="2075755" y="106911"/>
                </a:lnTo>
                <a:lnTo>
                  <a:pt x="2074526" y="107328"/>
                </a:lnTo>
                <a:lnTo>
                  <a:pt x="2073204" y="107684"/>
                </a:lnTo>
                <a:lnTo>
                  <a:pt x="2071785" y="107973"/>
                </a:lnTo>
                <a:lnTo>
                  <a:pt x="2070267" y="108188"/>
                </a:lnTo>
                <a:lnTo>
                  <a:pt x="2068646" y="108322"/>
                </a:lnTo>
                <a:lnTo>
                  <a:pt x="2066917" y="108368"/>
                </a:lnTo>
                <a:lnTo>
                  <a:pt x="2064882" y="108298"/>
                </a:lnTo>
                <a:lnTo>
                  <a:pt x="2062879" y="108092"/>
                </a:lnTo>
                <a:lnTo>
                  <a:pt x="2060911" y="107753"/>
                </a:lnTo>
                <a:lnTo>
                  <a:pt x="2058984" y="107286"/>
                </a:lnTo>
                <a:lnTo>
                  <a:pt x="2057104" y="106694"/>
                </a:lnTo>
                <a:lnTo>
                  <a:pt x="2055274" y="105983"/>
                </a:lnTo>
                <a:lnTo>
                  <a:pt x="2053500" y="105155"/>
                </a:lnTo>
                <a:lnTo>
                  <a:pt x="2051786" y="104215"/>
                </a:lnTo>
                <a:lnTo>
                  <a:pt x="2050138" y="103167"/>
                </a:lnTo>
                <a:lnTo>
                  <a:pt x="2048561" y="102016"/>
                </a:lnTo>
                <a:lnTo>
                  <a:pt x="2047059" y="100765"/>
                </a:lnTo>
                <a:lnTo>
                  <a:pt x="2045637" y="99418"/>
                </a:lnTo>
                <a:lnTo>
                  <a:pt x="2044301" y="97980"/>
                </a:lnTo>
                <a:lnTo>
                  <a:pt x="2043055" y="96454"/>
                </a:lnTo>
                <a:lnTo>
                  <a:pt x="2041905" y="94846"/>
                </a:lnTo>
                <a:lnTo>
                  <a:pt x="2040854" y="93158"/>
                </a:lnTo>
                <a:lnTo>
                  <a:pt x="2039909" y="91395"/>
                </a:lnTo>
                <a:lnTo>
                  <a:pt x="2039074" y="89561"/>
                </a:lnTo>
                <a:lnTo>
                  <a:pt x="2038354" y="87660"/>
                </a:lnTo>
                <a:lnTo>
                  <a:pt x="2037753" y="85697"/>
                </a:lnTo>
                <a:lnTo>
                  <a:pt x="2037278" y="83674"/>
                </a:lnTo>
                <a:lnTo>
                  <a:pt x="2036932" y="81598"/>
                </a:lnTo>
                <a:lnTo>
                  <a:pt x="2036721" y="79471"/>
                </a:lnTo>
                <a:lnTo>
                  <a:pt x="2036649" y="77298"/>
                </a:lnTo>
                <a:lnTo>
                  <a:pt x="2036678" y="76075"/>
                </a:lnTo>
                <a:lnTo>
                  <a:pt x="2036770" y="74733"/>
                </a:lnTo>
                <a:lnTo>
                  <a:pt x="2036932" y="73286"/>
                </a:lnTo>
                <a:lnTo>
                  <a:pt x="2037170" y="71751"/>
                </a:lnTo>
                <a:lnTo>
                  <a:pt x="2037490" y="70142"/>
                </a:lnTo>
                <a:lnTo>
                  <a:pt x="2037899" y="68474"/>
                </a:lnTo>
                <a:lnTo>
                  <a:pt x="2038405" y="66764"/>
                </a:lnTo>
                <a:lnTo>
                  <a:pt x="2039013" y="65025"/>
                </a:lnTo>
                <a:lnTo>
                  <a:pt x="2039730" y="63274"/>
                </a:lnTo>
                <a:lnTo>
                  <a:pt x="2040562" y="61525"/>
                </a:lnTo>
                <a:lnTo>
                  <a:pt x="2041517" y="59794"/>
                </a:lnTo>
                <a:lnTo>
                  <a:pt x="2042601" y="58096"/>
                </a:lnTo>
                <a:lnTo>
                  <a:pt x="2043821" y="56446"/>
                </a:lnTo>
                <a:lnTo>
                  <a:pt x="2045183" y="54860"/>
                </a:lnTo>
                <a:lnTo>
                  <a:pt x="2046693" y="53352"/>
                </a:lnTo>
                <a:lnTo>
                  <a:pt x="2048359" y="51938"/>
                </a:lnTo>
                <a:lnTo>
                  <a:pt x="2050187" y="50634"/>
                </a:lnTo>
                <a:lnTo>
                  <a:pt x="2052184" y="49454"/>
                </a:lnTo>
                <a:lnTo>
                  <a:pt x="2054355" y="48414"/>
                </a:lnTo>
                <a:lnTo>
                  <a:pt x="2056709" y="47529"/>
                </a:lnTo>
                <a:lnTo>
                  <a:pt x="2059251" y="46814"/>
                </a:lnTo>
                <a:lnTo>
                  <a:pt x="2061988" y="46284"/>
                </a:lnTo>
                <a:lnTo>
                  <a:pt x="2064926" y="45955"/>
                </a:lnTo>
                <a:lnTo>
                  <a:pt x="2068073" y="45842"/>
                </a:lnTo>
                <a:lnTo>
                  <a:pt x="2068596" y="45842"/>
                </a:lnTo>
                <a:lnTo>
                  <a:pt x="2069151" y="45843"/>
                </a:lnTo>
                <a:lnTo>
                  <a:pt x="2069732" y="45845"/>
                </a:lnTo>
                <a:lnTo>
                  <a:pt x="2070336" y="45850"/>
                </a:lnTo>
                <a:lnTo>
                  <a:pt x="2070956" y="45858"/>
                </a:lnTo>
                <a:lnTo>
                  <a:pt x="2071588" y="45869"/>
                </a:lnTo>
                <a:lnTo>
                  <a:pt x="2072228" y="45885"/>
                </a:lnTo>
                <a:lnTo>
                  <a:pt x="2072871" y="45906"/>
                </a:lnTo>
                <a:lnTo>
                  <a:pt x="2073512" y="45933"/>
                </a:lnTo>
                <a:lnTo>
                  <a:pt x="2074146" y="45968"/>
                </a:lnTo>
                <a:lnTo>
                  <a:pt x="2074768" y="46009"/>
                </a:lnTo>
                <a:lnTo>
                  <a:pt x="2075375" y="46059"/>
                </a:lnTo>
                <a:lnTo>
                  <a:pt x="2075960" y="46118"/>
                </a:lnTo>
                <a:lnTo>
                  <a:pt x="2076519" y="46186"/>
                </a:lnTo>
                <a:lnTo>
                  <a:pt x="2077048" y="46266"/>
                </a:lnTo>
                <a:lnTo>
                  <a:pt x="2077541" y="46356"/>
                </a:lnTo>
                <a:lnTo>
                  <a:pt x="2077994" y="46459"/>
                </a:lnTo>
                <a:lnTo>
                  <a:pt x="2078402" y="46574"/>
                </a:lnTo>
                <a:lnTo>
                  <a:pt x="2078761" y="46703"/>
                </a:lnTo>
                <a:lnTo>
                  <a:pt x="2079064" y="46846"/>
                </a:lnTo>
                <a:lnTo>
                  <a:pt x="2079309" y="47005"/>
                </a:lnTo>
                <a:lnTo>
                  <a:pt x="2079490" y="47179"/>
                </a:lnTo>
                <a:lnTo>
                  <a:pt x="2079602" y="47370"/>
                </a:lnTo>
                <a:lnTo>
                  <a:pt x="2079640" y="47578"/>
                </a:lnTo>
                <a:lnTo>
                  <a:pt x="2079682" y="48401"/>
                </a:lnTo>
                <a:lnTo>
                  <a:pt x="2079760" y="49183"/>
                </a:lnTo>
                <a:lnTo>
                  <a:pt x="2079871" y="49923"/>
                </a:lnTo>
                <a:lnTo>
                  <a:pt x="2080015" y="50624"/>
                </a:lnTo>
                <a:lnTo>
                  <a:pt x="2080191" y="51284"/>
                </a:lnTo>
                <a:lnTo>
                  <a:pt x="2080397" y="51905"/>
                </a:lnTo>
                <a:lnTo>
                  <a:pt x="2080633" y="52488"/>
                </a:lnTo>
                <a:lnTo>
                  <a:pt x="2080898" y="53032"/>
                </a:lnTo>
                <a:lnTo>
                  <a:pt x="2081190" y="53539"/>
                </a:lnTo>
                <a:lnTo>
                  <a:pt x="2081508" y="54009"/>
                </a:lnTo>
                <a:lnTo>
                  <a:pt x="2081852" y="54442"/>
                </a:lnTo>
                <a:lnTo>
                  <a:pt x="2082220" y="54840"/>
                </a:lnTo>
                <a:lnTo>
                  <a:pt x="2082611" y="55203"/>
                </a:lnTo>
                <a:lnTo>
                  <a:pt x="2083024" y="55531"/>
                </a:lnTo>
                <a:lnTo>
                  <a:pt x="2083458" y="55825"/>
                </a:lnTo>
                <a:lnTo>
                  <a:pt x="2083911" y="56085"/>
                </a:lnTo>
                <a:lnTo>
                  <a:pt x="2084384" y="56313"/>
                </a:lnTo>
                <a:lnTo>
                  <a:pt x="2084874" y="56508"/>
                </a:lnTo>
                <a:lnTo>
                  <a:pt x="2085380" y="56672"/>
                </a:lnTo>
                <a:lnTo>
                  <a:pt x="2085903" y="56805"/>
                </a:lnTo>
                <a:lnTo>
                  <a:pt x="2086439" y="56907"/>
                </a:lnTo>
                <a:lnTo>
                  <a:pt x="2086989" y="56979"/>
                </a:lnTo>
                <a:lnTo>
                  <a:pt x="2087551" y="57022"/>
                </a:lnTo>
                <a:lnTo>
                  <a:pt x="2088124" y="57036"/>
                </a:lnTo>
                <a:lnTo>
                  <a:pt x="2088699" y="57019"/>
                </a:lnTo>
                <a:lnTo>
                  <a:pt x="2089267" y="56968"/>
                </a:lnTo>
                <a:lnTo>
                  <a:pt x="2089826" y="56884"/>
                </a:lnTo>
                <a:lnTo>
                  <a:pt x="2090374" y="56767"/>
                </a:lnTo>
                <a:lnTo>
                  <a:pt x="2090910" y="56617"/>
                </a:lnTo>
                <a:lnTo>
                  <a:pt x="2091432" y="56436"/>
                </a:lnTo>
                <a:lnTo>
                  <a:pt x="2091939" y="56222"/>
                </a:lnTo>
                <a:lnTo>
                  <a:pt x="2092430" y="55978"/>
                </a:lnTo>
                <a:lnTo>
                  <a:pt x="2092903" y="55702"/>
                </a:lnTo>
                <a:lnTo>
                  <a:pt x="2093356" y="55396"/>
                </a:lnTo>
                <a:lnTo>
                  <a:pt x="2093788" y="55061"/>
                </a:lnTo>
                <a:lnTo>
                  <a:pt x="2094197" y="54695"/>
                </a:lnTo>
                <a:lnTo>
                  <a:pt x="2094582" y="54301"/>
                </a:lnTo>
                <a:lnTo>
                  <a:pt x="2094942" y="53877"/>
                </a:lnTo>
                <a:lnTo>
                  <a:pt x="2095275" y="53426"/>
                </a:lnTo>
                <a:lnTo>
                  <a:pt x="2095579" y="52946"/>
                </a:lnTo>
                <a:lnTo>
                  <a:pt x="2095853" y="52439"/>
                </a:lnTo>
                <a:lnTo>
                  <a:pt x="2096095" y="51905"/>
                </a:lnTo>
                <a:lnTo>
                  <a:pt x="2096304" y="51345"/>
                </a:lnTo>
                <a:lnTo>
                  <a:pt x="2096478" y="50758"/>
                </a:lnTo>
                <a:lnTo>
                  <a:pt x="2096617" y="50145"/>
                </a:lnTo>
                <a:lnTo>
                  <a:pt x="2096717" y="49507"/>
                </a:lnTo>
                <a:lnTo>
                  <a:pt x="2096779" y="48845"/>
                </a:lnTo>
                <a:lnTo>
                  <a:pt x="2096800" y="48157"/>
                </a:lnTo>
                <a:lnTo>
                  <a:pt x="2096697" y="46470"/>
                </a:lnTo>
                <a:lnTo>
                  <a:pt x="2096400" y="44923"/>
                </a:lnTo>
                <a:lnTo>
                  <a:pt x="2095921" y="43511"/>
                </a:lnTo>
                <a:lnTo>
                  <a:pt x="2095274" y="42227"/>
                </a:lnTo>
                <a:lnTo>
                  <a:pt x="2094473" y="41065"/>
                </a:lnTo>
                <a:lnTo>
                  <a:pt x="2093531" y="40019"/>
                </a:lnTo>
                <a:lnTo>
                  <a:pt x="2092462" y="39083"/>
                </a:lnTo>
                <a:lnTo>
                  <a:pt x="2091280" y="38251"/>
                </a:lnTo>
                <a:lnTo>
                  <a:pt x="2089998" y="37517"/>
                </a:lnTo>
                <a:lnTo>
                  <a:pt x="2088630" y="36874"/>
                </a:lnTo>
                <a:lnTo>
                  <a:pt x="2087189" y="36317"/>
                </a:lnTo>
                <a:lnTo>
                  <a:pt x="2085690" y="35840"/>
                </a:lnTo>
                <a:lnTo>
                  <a:pt x="2084145" y="35435"/>
                </a:lnTo>
                <a:lnTo>
                  <a:pt x="2082569" y="35098"/>
                </a:lnTo>
                <a:lnTo>
                  <a:pt x="2080975" y="34822"/>
                </a:lnTo>
                <a:lnTo>
                  <a:pt x="2079376" y="34601"/>
                </a:lnTo>
                <a:lnTo>
                  <a:pt x="2077787" y="34429"/>
                </a:lnTo>
                <a:lnTo>
                  <a:pt x="2076222" y="34300"/>
                </a:lnTo>
                <a:lnTo>
                  <a:pt x="2074692" y="34207"/>
                </a:lnTo>
                <a:lnTo>
                  <a:pt x="2073213" y="34145"/>
                </a:lnTo>
                <a:lnTo>
                  <a:pt x="2071798" y="34107"/>
                </a:lnTo>
                <a:lnTo>
                  <a:pt x="2070461" y="34088"/>
                </a:lnTo>
                <a:lnTo>
                  <a:pt x="2069215" y="34081"/>
                </a:lnTo>
                <a:lnTo>
                  <a:pt x="2068073" y="34080"/>
                </a:lnTo>
                <a:lnTo>
                  <a:pt x="2064040" y="34214"/>
                </a:lnTo>
                <a:lnTo>
                  <a:pt x="2060227" y="34606"/>
                </a:lnTo>
                <a:lnTo>
                  <a:pt x="2056631" y="35240"/>
                </a:lnTo>
                <a:lnTo>
                  <a:pt x="2053246" y="36102"/>
                </a:lnTo>
                <a:lnTo>
                  <a:pt x="2050069" y="37175"/>
                </a:lnTo>
                <a:lnTo>
                  <a:pt x="2047095" y="38445"/>
                </a:lnTo>
                <a:lnTo>
                  <a:pt x="2044320" y="39895"/>
                </a:lnTo>
                <a:lnTo>
                  <a:pt x="2041740" y="41511"/>
                </a:lnTo>
                <a:lnTo>
                  <a:pt x="2039349" y="43277"/>
                </a:lnTo>
                <a:lnTo>
                  <a:pt x="2037145" y="45177"/>
                </a:lnTo>
                <a:lnTo>
                  <a:pt x="2035121" y="47197"/>
                </a:lnTo>
                <a:lnTo>
                  <a:pt x="2033275" y="49321"/>
                </a:lnTo>
                <a:lnTo>
                  <a:pt x="2031601" y="51533"/>
                </a:lnTo>
                <a:lnTo>
                  <a:pt x="2030096" y="53818"/>
                </a:lnTo>
                <a:lnTo>
                  <a:pt x="2028755" y="56161"/>
                </a:lnTo>
                <a:lnTo>
                  <a:pt x="2027573" y="58546"/>
                </a:lnTo>
                <a:lnTo>
                  <a:pt x="2026547" y="60958"/>
                </a:lnTo>
                <a:lnTo>
                  <a:pt x="2025672" y="63381"/>
                </a:lnTo>
                <a:lnTo>
                  <a:pt x="2024943" y="65800"/>
                </a:lnTo>
                <a:lnTo>
                  <a:pt x="2024357" y="68200"/>
                </a:lnTo>
                <a:lnTo>
                  <a:pt x="2023908" y="70565"/>
                </a:lnTo>
                <a:lnTo>
                  <a:pt x="2023593" y="72880"/>
                </a:lnTo>
                <a:lnTo>
                  <a:pt x="2023407" y="75129"/>
                </a:lnTo>
                <a:lnTo>
                  <a:pt x="2023346" y="77298"/>
                </a:lnTo>
                <a:lnTo>
                  <a:pt x="2023440" y="80173"/>
                </a:lnTo>
                <a:lnTo>
                  <a:pt x="2023717" y="83005"/>
                </a:lnTo>
                <a:lnTo>
                  <a:pt x="2024173" y="85786"/>
                </a:lnTo>
                <a:lnTo>
                  <a:pt x="2024801" y="88511"/>
                </a:lnTo>
                <a:lnTo>
                  <a:pt x="2025598" y="91170"/>
                </a:lnTo>
                <a:lnTo>
                  <a:pt x="2026558" y="93759"/>
                </a:lnTo>
                <a:lnTo>
                  <a:pt x="2027675" y="96269"/>
                </a:lnTo>
                <a:lnTo>
                  <a:pt x="2028944" y="98693"/>
                </a:lnTo>
                <a:lnTo>
                  <a:pt x="2030361" y="101025"/>
                </a:lnTo>
                <a:lnTo>
                  <a:pt x="2031920" y="103258"/>
                </a:lnTo>
                <a:lnTo>
                  <a:pt x="2033616" y="105384"/>
                </a:lnTo>
                <a:lnTo>
                  <a:pt x="2035444" y="107396"/>
                </a:lnTo>
                <a:lnTo>
                  <a:pt x="2037398" y="109288"/>
                </a:lnTo>
                <a:lnTo>
                  <a:pt x="2039473" y="111052"/>
                </a:lnTo>
                <a:lnTo>
                  <a:pt x="2041665" y="112681"/>
                </a:lnTo>
                <a:lnTo>
                  <a:pt x="2043968" y="114169"/>
                </a:lnTo>
                <a:lnTo>
                  <a:pt x="2046376" y="115508"/>
                </a:lnTo>
                <a:lnTo>
                  <a:pt x="2048885" y="116691"/>
                </a:lnTo>
                <a:lnTo>
                  <a:pt x="2051489" y="117712"/>
                </a:lnTo>
                <a:lnTo>
                  <a:pt x="2054184" y="118562"/>
                </a:lnTo>
                <a:lnTo>
                  <a:pt x="2056964" y="119236"/>
                </a:lnTo>
                <a:lnTo>
                  <a:pt x="2059823" y="119726"/>
                </a:lnTo>
                <a:lnTo>
                  <a:pt x="2062757" y="120026"/>
                </a:lnTo>
                <a:lnTo>
                  <a:pt x="2065761" y="120127"/>
                </a:lnTo>
                <a:lnTo>
                  <a:pt x="2069006" y="120031"/>
                </a:lnTo>
                <a:lnTo>
                  <a:pt x="2072046" y="119753"/>
                </a:lnTo>
                <a:lnTo>
                  <a:pt x="2074888" y="119308"/>
                </a:lnTo>
                <a:lnTo>
                  <a:pt x="2077536" y="118712"/>
                </a:lnTo>
                <a:lnTo>
                  <a:pt x="2079997" y="117978"/>
                </a:lnTo>
                <a:lnTo>
                  <a:pt x="2082277" y="117123"/>
                </a:lnTo>
                <a:lnTo>
                  <a:pt x="2084382" y="116160"/>
                </a:lnTo>
                <a:lnTo>
                  <a:pt x="2086317" y="115106"/>
                </a:lnTo>
                <a:lnTo>
                  <a:pt x="2088089" y="113974"/>
                </a:lnTo>
                <a:lnTo>
                  <a:pt x="2089704" y="112781"/>
                </a:lnTo>
                <a:lnTo>
                  <a:pt x="2091167" y="111540"/>
                </a:lnTo>
                <a:lnTo>
                  <a:pt x="2092485" y="110267"/>
                </a:lnTo>
                <a:lnTo>
                  <a:pt x="2093663" y="108978"/>
                </a:lnTo>
                <a:lnTo>
                  <a:pt x="2094708" y="107686"/>
                </a:lnTo>
                <a:lnTo>
                  <a:pt x="2095625" y="106407"/>
                </a:lnTo>
                <a:lnTo>
                  <a:pt x="2096420" y="105156"/>
                </a:lnTo>
                <a:lnTo>
                  <a:pt x="2097099" y="103947"/>
                </a:lnTo>
                <a:lnTo>
                  <a:pt x="2097669" y="102797"/>
                </a:lnTo>
                <a:lnTo>
                  <a:pt x="2098135" y="101719"/>
                </a:lnTo>
                <a:lnTo>
                  <a:pt x="2098502" y="100729"/>
                </a:lnTo>
                <a:lnTo>
                  <a:pt x="2098778" y="99842"/>
                </a:lnTo>
                <a:lnTo>
                  <a:pt x="2098967" y="99073"/>
                </a:lnTo>
                <a:lnTo>
                  <a:pt x="2099077" y="98436"/>
                </a:lnTo>
                <a:lnTo>
                  <a:pt x="2099112" y="97947"/>
                </a:lnTo>
                <a:lnTo>
                  <a:pt x="2099083" y="97300"/>
                </a:lnTo>
                <a:lnTo>
                  <a:pt x="2099001" y="96706"/>
                </a:lnTo>
                <a:lnTo>
                  <a:pt x="2098869" y="96163"/>
                </a:lnTo>
                <a:lnTo>
                  <a:pt x="2098692" y="95670"/>
                </a:lnTo>
                <a:lnTo>
                  <a:pt x="2098475" y="95224"/>
                </a:lnTo>
                <a:lnTo>
                  <a:pt x="2098220" y="94823"/>
                </a:lnTo>
                <a:close/>
                <a:moveTo>
                  <a:pt x="1597277" y="77445"/>
                </a:moveTo>
                <a:lnTo>
                  <a:pt x="1597277" y="77374"/>
                </a:lnTo>
                <a:lnTo>
                  <a:pt x="1597276" y="77408"/>
                </a:lnTo>
                <a:lnTo>
                  <a:pt x="1597277" y="77445"/>
                </a:lnTo>
                <a:close/>
                <a:moveTo>
                  <a:pt x="990697" y="109759"/>
                </a:moveTo>
                <a:lnTo>
                  <a:pt x="990423" y="109362"/>
                </a:lnTo>
                <a:lnTo>
                  <a:pt x="990119" y="109009"/>
                </a:lnTo>
                <a:lnTo>
                  <a:pt x="989787" y="108697"/>
                </a:lnTo>
                <a:lnTo>
                  <a:pt x="989431" y="108424"/>
                </a:lnTo>
                <a:lnTo>
                  <a:pt x="989053" y="108188"/>
                </a:lnTo>
                <a:lnTo>
                  <a:pt x="988658" y="107985"/>
                </a:lnTo>
                <a:lnTo>
                  <a:pt x="988247" y="107813"/>
                </a:lnTo>
                <a:lnTo>
                  <a:pt x="987824" y="107670"/>
                </a:lnTo>
                <a:lnTo>
                  <a:pt x="987393" y="107553"/>
                </a:lnTo>
                <a:lnTo>
                  <a:pt x="986956" y="107459"/>
                </a:lnTo>
                <a:lnTo>
                  <a:pt x="986516" y="107386"/>
                </a:lnTo>
                <a:lnTo>
                  <a:pt x="986076" y="107331"/>
                </a:lnTo>
                <a:lnTo>
                  <a:pt x="985640" y="107292"/>
                </a:lnTo>
                <a:lnTo>
                  <a:pt x="985211" y="107266"/>
                </a:lnTo>
                <a:lnTo>
                  <a:pt x="984791" y="107250"/>
                </a:lnTo>
                <a:lnTo>
                  <a:pt x="984384" y="107242"/>
                </a:lnTo>
                <a:lnTo>
                  <a:pt x="983993" y="107239"/>
                </a:lnTo>
                <a:lnTo>
                  <a:pt x="983621" y="107238"/>
                </a:lnTo>
                <a:lnTo>
                  <a:pt x="975911" y="107238"/>
                </a:lnTo>
                <a:lnTo>
                  <a:pt x="951232" y="76230"/>
                </a:lnTo>
                <a:lnTo>
                  <a:pt x="973210" y="47725"/>
                </a:lnTo>
                <a:lnTo>
                  <a:pt x="980923" y="47725"/>
                </a:lnTo>
                <a:lnTo>
                  <a:pt x="981273" y="47724"/>
                </a:lnTo>
                <a:lnTo>
                  <a:pt x="981646" y="47721"/>
                </a:lnTo>
                <a:lnTo>
                  <a:pt x="982038" y="47714"/>
                </a:lnTo>
                <a:lnTo>
                  <a:pt x="982446" y="47698"/>
                </a:lnTo>
                <a:lnTo>
                  <a:pt x="982866" y="47673"/>
                </a:lnTo>
                <a:lnTo>
                  <a:pt x="983297" y="47634"/>
                </a:lnTo>
                <a:lnTo>
                  <a:pt x="983733" y="47581"/>
                </a:lnTo>
                <a:lnTo>
                  <a:pt x="984172" y="47511"/>
                </a:lnTo>
                <a:lnTo>
                  <a:pt x="984610" y="47420"/>
                </a:lnTo>
                <a:lnTo>
                  <a:pt x="985044" y="47306"/>
                </a:lnTo>
                <a:lnTo>
                  <a:pt x="985471" y="47168"/>
                </a:lnTo>
                <a:lnTo>
                  <a:pt x="985887" y="47002"/>
                </a:lnTo>
                <a:lnTo>
                  <a:pt x="986289" y="46806"/>
                </a:lnTo>
                <a:lnTo>
                  <a:pt x="986674" y="46577"/>
                </a:lnTo>
                <a:lnTo>
                  <a:pt x="987038" y="46313"/>
                </a:lnTo>
                <a:lnTo>
                  <a:pt x="987378" y="46011"/>
                </a:lnTo>
                <a:lnTo>
                  <a:pt x="987691" y="45669"/>
                </a:lnTo>
                <a:lnTo>
                  <a:pt x="987972" y="45285"/>
                </a:lnTo>
                <a:lnTo>
                  <a:pt x="988220" y="44855"/>
                </a:lnTo>
                <a:lnTo>
                  <a:pt x="988430" y="44378"/>
                </a:lnTo>
                <a:lnTo>
                  <a:pt x="988599" y="43850"/>
                </a:lnTo>
                <a:lnTo>
                  <a:pt x="988724" y="43270"/>
                </a:lnTo>
                <a:lnTo>
                  <a:pt x="988801" y="42634"/>
                </a:lnTo>
                <a:lnTo>
                  <a:pt x="988828" y="41941"/>
                </a:lnTo>
                <a:lnTo>
                  <a:pt x="988802" y="41224"/>
                </a:lnTo>
                <a:lnTo>
                  <a:pt x="988728" y="40567"/>
                </a:lnTo>
                <a:lnTo>
                  <a:pt x="988607" y="39968"/>
                </a:lnTo>
                <a:lnTo>
                  <a:pt x="988443" y="39422"/>
                </a:lnTo>
                <a:lnTo>
                  <a:pt x="988240" y="38929"/>
                </a:lnTo>
                <a:lnTo>
                  <a:pt x="988000" y="38485"/>
                </a:lnTo>
                <a:lnTo>
                  <a:pt x="987726" y="38087"/>
                </a:lnTo>
                <a:lnTo>
                  <a:pt x="987421" y="37734"/>
                </a:lnTo>
                <a:lnTo>
                  <a:pt x="987089" y="37422"/>
                </a:lnTo>
                <a:lnTo>
                  <a:pt x="986733" y="37149"/>
                </a:lnTo>
                <a:lnTo>
                  <a:pt x="986356" y="36913"/>
                </a:lnTo>
                <a:lnTo>
                  <a:pt x="985960" y="36710"/>
                </a:lnTo>
                <a:lnTo>
                  <a:pt x="985549" y="36538"/>
                </a:lnTo>
                <a:lnTo>
                  <a:pt x="985127" y="36395"/>
                </a:lnTo>
                <a:lnTo>
                  <a:pt x="984695" y="36278"/>
                </a:lnTo>
                <a:lnTo>
                  <a:pt x="984258" y="36184"/>
                </a:lnTo>
                <a:lnTo>
                  <a:pt x="983818" y="36111"/>
                </a:lnTo>
                <a:lnTo>
                  <a:pt x="983378" y="36056"/>
                </a:lnTo>
                <a:lnTo>
                  <a:pt x="982942" y="36017"/>
                </a:lnTo>
                <a:lnTo>
                  <a:pt x="982513" y="35990"/>
                </a:lnTo>
                <a:lnTo>
                  <a:pt x="982093" y="35974"/>
                </a:lnTo>
                <a:lnTo>
                  <a:pt x="981686" y="35966"/>
                </a:lnTo>
                <a:lnTo>
                  <a:pt x="981295" y="35963"/>
                </a:lnTo>
                <a:lnTo>
                  <a:pt x="980923" y="35963"/>
                </a:lnTo>
                <a:lnTo>
                  <a:pt x="958366" y="35963"/>
                </a:lnTo>
                <a:lnTo>
                  <a:pt x="957995" y="35963"/>
                </a:lnTo>
                <a:lnTo>
                  <a:pt x="957607" y="35966"/>
                </a:lnTo>
                <a:lnTo>
                  <a:pt x="957204" y="35974"/>
                </a:lnTo>
                <a:lnTo>
                  <a:pt x="956791" y="35990"/>
                </a:lnTo>
                <a:lnTo>
                  <a:pt x="956369" y="36015"/>
                </a:lnTo>
                <a:lnTo>
                  <a:pt x="955941" y="36053"/>
                </a:lnTo>
                <a:lnTo>
                  <a:pt x="955511" y="36106"/>
                </a:lnTo>
                <a:lnTo>
                  <a:pt x="955082" y="36177"/>
                </a:lnTo>
                <a:lnTo>
                  <a:pt x="954656" y="36268"/>
                </a:lnTo>
                <a:lnTo>
                  <a:pt x="954236" y="36381"/>
                </a:lnTo>
                <a:lnTo>
                  <a:pt x="953825" y="36520"/>
                </a:lnTo>
                <a:lnTo>
                  <a:pt x="953426" y="36686"/>
                </a:lnTo>
                <a:lnTo>
                  <a:pt x="953043" y="36882"/>
                </a:lnTo>
                <a:lnTo>
                  <a:pt x="952677" y="37111"/>
                </a:lnTo>
                <a:lnTo>
                  <a:pt x="952333" y="37376"/>
                </a:lnTo>
                <a:lnTo>
                  <a:pt x="952012" y="37677"/>
                </a:lnTo>
                <a:lnTo>
                  <a:pt x="951718" y="38019"/>
                </a:lnTo>
                <a:lnTo>
                  <a:pt x="951454" y="38404"/>
                </a:lnTo>
                <a:lnTo>
                  <a:pt x="951222" y="38834"/>
                </a:lnTo>
                <a:lnTo>
                  <a:pt x="951026" y="39312"/>
                </a:lnTo>
                <a:lnTo>
                  <a:pt x="950868" y="39840"/>
                </a:lnTo>
                <a:lnTo>
                  <a:pt x="950752" y="40420"/>
                </a:lnTo>
                <a:lnTo>
                  <a:pt x="950680" y="41056"/>
                </a:lnTo>
                <a:lnTo>
                  <a:pt x="950656" y="41750"/>
                </a:lnTo>
                <a:lnTo>
                  <a:pt x="950677" y="42466"/>
                </a:lnTo>
                <a:lnTo>
                  <a:pt x="950742" y="43122"/>
                </a:lnTo>
                <a:lnTo>
                  <a:pt x="950848" y="43722"/>
                </a:lnTo>
                <a:lnTo>
                  <a:pt x="950994" y="44267"/>
                </a:lnTo>
                <a:lnTo>
                  <a:pt x="951178" y="44760"/>
                </a:lnTo>
                <a:lnTo>
                  <a:pt x="951400" y="45204"/>
                </a:lnTo>
                <a:lnTo>
                  <a:pt x="951657" y="45601"/>
                </a:lnTo>
                <a:lnTo>
                  <a:pt x="951948" y="45954"/>
                </a:lnTo>
                <a:lnTo>
                  <a:pt x="952272" y="46266"/>
                </a:lnTo>
                <a:lnTo>
                  <a:pt x="952628" y="46539"/>
                </a:lnTo>
                <a:lnTo>
                  <a:pt x="953013" y="46775"/>
                </a:lnTo>
                <a:lnTo>
                  <a:pt x="953427" y="46978"/>
                </a:lnTo>
                <a:lnTo>
                  <a:pt x="953868" y="47150"/>
                </a:lnTo>
                <a:lnTo>
                  <a:pt x="954335" y="47293"/>
                </a:lnTo>
                <a:lnTo>
                  <a:pt x="954826" y="47410"/>
                </a:lnTo>
                <a:lnTo>
                  <a:pt x="955340" y="47504"/>
                </a:lnTo>
                <a:lnTo>
                  <a:pt x="955875" y="47577"/>
                </a:lnTo>
                <a:lnTo>
                  <a:pt x="956430" y="47631"/>
                </a:lnTo>
                <a:lnTo>
                  <a:pt x="957004" y="47671"/>
                </a:lnTo>
                <a:lnTo>
                  <a:pt x="957595" y="47697"/>
                </a:lnTo>
                <a:lnTo>
                  <a:pt x="958202" y="47713"/>
                </a:lnTo>
                <a:lnTo>
                  <a:pt x="958823" y="47721"/>
                </a:lnTo>
                <a:lnTo>
                  <a:pt x="959456" y="47724"/>
                </a:lnTo>
                <a:lnTo>
                  <a:pt x="960102" y="47725"/>
                </a:lnTo>
                <a:lnTo>
                  <a:pt x="945834" y="67177"/>
                </a:lnTo>
                <a:lnTo>
                  <a:pt x="931184" y="47725"/>
                </a:lnTo>
                <a:lnTo>
                  <a:pt x="931806" y="47724"/>
                </a:lnTo>
                <a:lnTo>
                  <a:pt x="932419" y="47721"/>
                </a:lnTo>
                <a:lnTo>
                  <a:pt x="933021" y="47713"/>
                </a:lnTo>
                <a:lnTo>
                  <a:pt x="933610" y="47697"/>
                </a:lnTo>
                <a:lnTo>
                  <a:pt x="934185" y="47671"/>
                </a:lnTo>
                <a:lnTo>
                  <a:pt x="934744" y="47631"/>
                </a:lnTo>
                <a:lnTo>
                  <a:pt x="935287" y="47577"/>
                </a:lnTo>
                <a:lnTo>
                  <a:pt x="935811" y="47504"/>
                </a:lnTo>
                <a:lnTo>
                  <a:pt x="936314" y="47410"/>
                </a:lnTo>
                <a:lnTo>
                  <a:pt x="936796" y="47293"/>
                </a:lnTo>
                <a:lnTo>
                  <a:pt x="937255" y="47150"/>
                </a:lnTo>
                <a:lnTo>
                  <a:pt x="937690" y="46978"/>
                </a:lnTo>
                <a:lnTo>
                  <a:pt x="938098" y="46775"/>
                </a:lnTo>
                <a:lnTo>
                  <a:pt x="938479" y="46539"/>
                </a:lnTo>
                <a:lnTo>
                  <a:pt x="938830" y="46266"/>
                </a:lnTo>
                <a:lnTo>
                  <a:pt x="939151" y="45954"/>
                </a:lnTo>
                <a:lnTo>
                  <a:pt x="939440" y="45601"/>
                </a:lnTo>
                <a:lnTo>
                  <a:pt x="939695" y="45204"/>
                </a:lnTo>
                <a:lnTo>
                  <a:pt x="939915" y="44760"/>
                </a:lnTo>
                <a:lnTo>
                  <a:pt x="940099" y="44267"/>
                </a:lnTo>
                <a:lnTo>
                  <a:pt x="940244" y="43722"/>
                </a:lnTo>
                <a:lnTo>
                  <a:pt x="940350" y="43122"/>
                </a:lnTo>
                <a:lnTo>
                  <a:pt x="940414" y="42466"/>
                </a:lnTo>
                <a:lnTo>
                  <a:pt x="940436" y="41750"/>
                </a:lnTo>
                <a:lnTo>
                  <a:pt x="940411" y="41056"/>
                </a:lnTo>
                <a:lnTo>
                  <a:pt x="940339" y="40420"/>
                </a:lnTo>
                <a:lnTo>
                  <a:pt x="940223" y="39840"/>
                </a:lnTo>
                <a:lnTo>
                  <a:pt x="940066" y="39312"/>
                </a:lnTo>
                <a:lnTo>
                  <a:pt x="939869" y="38834"/>
                </a:lnTo>
                <a:lnTo>
                  <a:pt x="939638" y="38404"/>
                </a:lnTo>
                <a:lnTo>
                  <a:pt x="939373" y="38019"/>
                </a:lnTo>
                <a:lnTo>
                  <a:pt x="939079" y="37677"/>
                </a:lnTo>
                <a:lnTo>
                  <a:pt x="938759" y="37376"/>
                </a:lnTo>
                <a:lnTo>
                  <a:pt x="938414" y="37111"/>
                </a:lnTo>
                <a:lnTo>
                  <a:pt x="938049" y="36882"/>
                </a:lnTo>
                <a:lnTo>
                  <a:pt x="937665" y="36686"/>
                </a:lnTo>
                <a:lnTo>
                  <a:pt x="937266" y="36520"/>
                </a:lnTo>
                <a:lnTo>
                  <a:pt x="936856" y="36381"/>
                </a:lnTo>
                <a:lnTo>
                  <a:pt x="936436" y="36268"/>
                </a:lnTo>
                <a:lnTo>
                  <a:pt x="936010" y="36177"/>
                </a:lnTo>
                <a:lnTo>
                  <a:pt x="935580" y="36106"/>
                </a:lnTo>
                <a:lnTo>
                  <a:pt x="935150" y="36053"/>
                </a:lnTo>
                <a:lnTo>
                  <a:pt x="934723" y="36015"/>
                </a:lnTo>
                <a:lnTo>
                  <a:pt x="934301" y="35990"/>
                </a:lnTo>
                <a:lnTo>
                  <a:pt x="933887" y="35974"/>
                </a:lnTo>
                <a:lnTo>
                  <a:pt x="933485" y="35966"/>
                </a:lnTo>
                <a:lnTo>
                  <a:pt x="933096" y="35963"/>
                </a:lnTo>
                <a:lnTo>
                  <a:pt x="932725" y="35963"/>
                </a:lnTo>
                <a:lnTo>
                  <a:pt x="910168" y="35963"/>
                </a:lnTo>
                <a:lnTo>
                  <a:pt x="909796" y="35963"/>
                </a:lnTo>
                <a:lnTo>
                  <a:pt x="909405" y="35966"/>
                </a:lnTo>
                <a:lnTo>
                  <a:pt x="908998" y="35974"/>
                </a:lnTo>
                <a:lnTo>
                  <a:pt x="908578" y="35990"/>
                </a:lnTo>
                <a:lnTo>
                  <a:pt x="908149" y="36017"/>
                </a:lnTo>
                <a:lnTo>
                  <a:pt x="907713" y="36056"/>
                </a:lnTo>
                <a:lnTo>
                  <a:pt x="907273" y="36111"/>
                </a:lnTo>
                <a:lnTo>
                  <a:pt x="906833" y="36184"/>
                </a:lnTo>
                <a:lnTo>
                  <a:pt x="906396" y="36278"/>
                </a:lnTo>
                <a:lnTo>
                  <a:pt x="905965" y="36395"/>
                </a:lnTo>
                <a:lnTo>
                  <a:pt x="905542" y="36538"/>
                </a:lnTo>
                <a:lnTo>
                  <a:pt x="905131" y="36710"/>
                </a:lnTo>
                <a:lnTo>
                  <a:pt x="904736" y="36913"/>
                </a:lnTo>
                <a:lnTo>
                  <a:pt x="904358" y="37149"/>
                </a:lnTo>
                <a:lnTo>
                  <a:pt x="904002" y="37422"/>
                </a:lnTo>
                <a:lnTo>
                  <a:pt x="903670" y="37734"/>
                </a:lnTo>
                <a:lnTo>
                  <a:pt x="903366" y="38087"/>
                </a:lnTo>
                <a:lnTo>
                  <a:pt x="903092" y="38485"/>
                </a:lnTo>
                <a:lnTo>
                  <a:pt x="902852" y="38929"/>
                </a:lnTo>
                <a:lnTo>
                  <a:pt x="902648" y="39422"/>
                </a:lnTo>
                <a:lnTo>
                  <a:pt x="902484" y="39968"/>
                </a:lnTo>
                <a:lnTo>
                  <a:pt x="902364" y="40567"/>
                </a:lnTo>
                <a:lnTo>
                  <a:pt x="902289" y="41224"/>
                </a:lnTo>
                <a:lnTo>
                  <a:pt x="902263" y="41941"/>
                </a:lnTo>
                <a:lnTo>
                  <a:pt x="902290" y="42634"/>
                </a:lnTo>
                <a:lnTo>
                  <a:pt x="902367" y="43270"/>
                </a:lnTo>
                <a:lnTo>
                  <a:pt x="902492" y="43850"/>
                </a:lnTo>
                <a:lnTo>
                  <a:pt x="902662" y="44378"/>
                </a:lnTo>
                <a:lnTo>
                  <a:pt x="902872" y="44855"/>
                </a:lnTo>
                <a:lnTo>
                  <a:pt x="903119" y="45285"/>
                </a:lnTo>
                <a:lnTo>
                  <a:pt x="903401" y="45669"/>
                </a:lnTo>
                <a:lnTo>
                  <a:pt x="903713" y="46011"/>
                </a:lnTo>
                <a:lnTo>
                  <a:pt x="904053" y="46313"/>
                </a:lnTo>
                <a:lnTo>
                  <a:pt x="904417" y="46577"/>
                </a:lnTo>
                <a:lnTo>
                  <a:pt x="904802" y="46806"/>
                </a:lnTo>
                <a:lnTo>
                  <a:pt x="905204" y="47002"/>
                </a:lnTo>
                <a:lnTo>
                  <a:pt x="905620" y="47168"/>
                </a:lnTo>
                <a:lnTo>
                  <a:pt x="906047" y="47306"/>
                </a:lnTo>
                <a:lnTo>
                  <a:pt x="906481" y="47420"/>
                </a:lnTo>
                <a:lnTo>
                  <a:pt x="906920" y="47511"/>
                </a:lnTo>
                <a:lnTo>
                  <a:pt x="907359" y="47581"/>
                </a:lnTo>
                <a:lnTo>
                  <a:pt x="907795" y="47634"/>
                </a:lnTo>
                <a:lnTo>
                  <a:pt x="908225" y="47673"/>
                </a:lnTo>
                <a:lnTo>
                  <a:pt x="908646" y="47698"/>
                </a:lnTo>
                <a:lnTo>
                  <a:pt x="909054" y="47714"/>
                </a:lnTo>
                <a:lnTo>
                  <a:pt x="909446" y="47721"/>
                </a:lnTo>
                <a:lnTo>
                  <a:pt x="909818" y="47724"/>
                </a:lnTo>
                <a:lnTo>
                  <a:pt x="910168" y="47725"/>
                </a:lnTo>
                <a:lnTo>
                  <a:pt x="917881" y="47725"/>
                </a:lnTo>
                <a:lnTo>
                  <a:pt x="940630" y="76230"/>
                </a:lnTo>
                <a:lnTo>
                  <a:pt x="916722" y="107238"/>
                </a:lnTo>
                <a:lnTo>
                  <a:pt x="909012" y="107238"/>
                </a:lnTo>
                <a:lnTo>
                  <a:pt x="908640" y="107239"/>
                </a:lnTo>
                <a:lnTo>
                  <a:pt x="908249" y="107242"/>
                </a:lnTo>
                <a:lnTo>
                  <a:pt x="907842" y="107250"/>
                </a:lnTo>
                <a:lnTo>
                  <a:pt x="907422" y="107266"/>
                </a:lnTo>
                <a:lnTo>
                  <a:pt x="906993" y="107292"/>
                </a:lnTo>
                <a:lnTo>
                  <a:pt x="906557" y="107331"/>
                </a:lnTo>
                <a:lnTo>
                  <a:pt x="906117" y="107386"/>
                </a:lnTo>
                <a:lnTo>
                  <a:pt x="905677" y="107459"/>
                </a:lnTo>
                <a:lnTo>
                  <a:pt x="905240" y="107553"/>
                </a:lnTo>
                <a:lnTo>
                  <a:pt x="904808" y="107670"/>
                </a:lnTo>
                <a:lnTo>
                  <a:pt x="904386" y="107813"/>
                </a:lnTo>
                <a:lnTo>
                  <a:pt x="903975" y="107985"/>
                </a:lnTo>
                <a:lnTo>
                  <a:pt x="903580" y="108188"/>
                </a:lnTo>
                <a:lnTo>
                  <a:pt x="903202" y="108424"/>
                </a:lnTo>
                <a:lnTo>
                  <a:pt x="902846" y="108697"/>
                </a:lnTo>
                <a:lnTo>
                  <a:pt x="902514" y="109009"/>
                </a:lnTo>
                <a:lnTo>
                  <a:pt x="902210" y="109362"/>
                </a:lnTo>
                <a:lnTo>
                  <a:pt x="901936" y="109759"/>
                </a:lnTo>
                <a:lnTo>
                  <a:pt x="901696" y="110203"/>
                </a:lnTo>
                <a:lnTo>
                  <a:pt x="901492" y="110696"/>
                </a:lnTo>
                <a:lnTo>
                  <a:pt x="901328" y="111241"/>
                </a:lnTo>
                <a:lnTo>
                  <a:pt x="901208" y="111841"/>
                </a:lnTo>
                <a:lnTo>
                  <a:pt x="901133" y="112497"/>
                </a:lnTo>
                <a:lnTo>
                  <a:pt x="901107" y="113213"/>
                </a:lnTo>
                <a:lnTo>
                  <a:pt x="901134" y="113907"/>
                </a:lnTo>
                <a:lnTo>
                  <a:pt x="901211" y="114542"/>
                </a:lnTo>
                <a:lnTo>
                  <a:pt x="901336" y="115122"/>
                </a:lnTo>
                <a:lnTo>
                  <a:pt x="901505" y="115650"/>
                </a:lnTo>
                <a:lnTo>
                  <a:pt x="901715" y="116127"/>
                </a:lnTo>
                <a:lnTo>
                  <a:pt x="901963" y="116557"/>
                </a:lnTo>
                <a:lnTo>
                  <a:pt x="902244" y="116942"/>
                </a:lnTo>
                <a:lnTo>
                  <a:pt x="902557" y="117283"/>
                </a:lnTo>
                <a:lnTo>
                  <a:pt x="902896" y="117585"/>
                </a:lnTo>
                <a:lnTo>
                  <a:pt x="903260" y="117849"/>
                </a:lnTo>
                <a:lnTo>
                  <a:pt x="903645" y="118078"/>
                </a:lnTo>
                <a:lnTo>
                  <a:pt x="904047" y="118274"/>
                </a:lnTo>
                <a:lnTo>
                  <a:pt x="904463" y="118440"/>
                </a:lnTo>
                <a:lnTo>
                  <a:pt x="904890" y="118579"/>
                </a:lnTo>
                <a:lnTo>
                  <a:pt x="905324" y="118692"/>
                </a:lnTo>
                <a:lnTo>
                  <a:pt x="905762" y="118783"/>
                </a:lnTo>
                <a:lnTo>
                  <a:pt x="906201" y="118854"/>
                </a:lnTo>
                <a:lnTo>
                  <a:pt x="906637" y="118907"/>
                </a:lnTo>
                <a:lnTo>
                  <a:pt x="907068" y="118945"/>
                </a:lnTo>
                <a:lnTo>
                  <a:pt x="907489" y="118970"/>
                </a:lnTo>
                <a:lnTo>
                  <a:pt x="907897" y="118986"/>
                </a:lnTo>
                <a:lnTo>
                  <a:pt x="908289" y="118994"/>
                </a:lnTo>
                <a:lnTo>
                  <a:pt x="908662" y="118997"/>
                </a:lnTo>
                <a:lnTo>
                  <a:pt x="909012" y="118997"/>
                </a:lnTo>
                <a:lnTo>
                  <a:pt x="931569" y="118997"/>
                </a:lnTo>
                <a:lnTo>
                  <a:pt x="931940" y="118997"/>
                </a:lnTo>
                <a:lnTo>
                  <a:pt x="932329" y="118994"/>
                </a:lnTo>
                <a:lnTo>
                  <a:pt x="932731" y="118986"/>
                </a:lnTo>
                <a:lnTo>
                  <a:pt x="933145" y="118970"/>
                </a:lnTo>
                <a:lnTo>
                  <a:pt x="933567" y="118945"/>
                </a:lnTo>
                <a:lnTo>
                  <a:pt x="933994" y="118907"/>
                </a:lnTo>
                <a:lnTo>
                  <a:pt x="934424" y="118854"/>
                </a:lnTo>
                <a:lnTo>
                  <a:pt x="934854" y="118783"/>
                </a:lnTo>
                <a:lnTo>
                  <a:pt x="935280" y="118692"/>
                </a:lnTo>
                <a:lnTo>
                  <a:pt x="935700" y="118579"/>
                </a:lnTo>
                <a:lnTo>
                  <a:pt x="936110" y="118440"/>
                </a:lnTo>
                <a:lnTo>
                  <a:pt x="936509" y="118274"/>
                </a:lnTo>
                <a:lnTo>
                  <a:pt x="936892" y="118078"/>
                </a:lnTo>
                <a:lnTo>
                  <a:pt x="937258" y="117849"/>
                </a:lnTo>
                <a:lnTo>
                  <a:pt x="937603" y="117585"/>
                </a:lnTo>
                <a:lnTo>
                  <a:pt x="937923" y="117283"/>
                </a:lnTo>
                <a:lnTo>
                  <a:pt x="938217" y="116942"/>
                </a:lnTo>
                <a:lnTo>
                  <a:pt x="938482" y="116557"/>
                </a:lnTo>
                <a:lnTo>
                  <a:pt x="938713" y="116127"/>
                </a:lnTo>
                <a:lnTo>
                  <a:pt x="938909" y="115650"/>
                </a:lnTo>
                <a:lnTo>
                  <a:pt x="939067" y="115122"/>
                </a:lnTo>
                <a:lnTo>
                  <a:pt x="939183" y="114542"/>
                </a:lnTo>
                <a:lnTo>
                  <a:pt x="939255" y="113907"/>
                </a:lnTo>
                <a:lnTo>
                  <a:pt x="939280" y="113213"/>
                </a:lnTo>
                <a:lnTo>
                  <a:pt x="939259" y="112497"/>
                </a:lnTo>
                <a:lnTo>
                  <a:pt x="939197" y="111841"/>
                </a:lnTo>
                <a:lnTo>
                  <a:pt x="939094" y="111241"/>
                </a:lnTo>
                <a:lnTo>
                  <a:pt x="938952" y="110696"/>
                </a:lnTo>
                <a:lnTo>
                  <a:pt x="938772" y="110203"/>
                </a:lnTo>
                <a:lnTo>
                  <a:pt x="938554" y="109759"/>
                </a:lnTo>
                <a:lnTo>
                  <a:pt x="938299" y="109362"/>
                </a:lnTo>
                <a:lnTo>
                  <a:pt x="938009" y="109009"/>
                </a:lnTo>
                <a:lnTo>
                  <a:pt x="937684" y="108697"/>
                </a:lnTo>
                <a:lnTo>
                  <a:pt x="937325" y="108424"/>
                </a:lnTo>
                <a:lnTo>
                  <a:pt x="936933" y="108188"/>
                </a:lnTo>
                <a:lnTo>
                  <a:pt x="936509" y="107985"/>
                </a:lnTo>
                <a:lnTo>
                  <a:pt x="936053" y="107813"/>
                </a:lnTo>
                <a:lnTo>
                  <a:pt x="935568" y="107670"/>
                </a:lnTo>
                <a:lnTo>
                  <a:pt x="935053" y="107553"/>
                </a:lnTo>
                <a:lnTo>
                  <a:pt x="934510" y="107459"/>
                </a:lnTo>
                <a:lnTo>
                  <a:pt x="933940" y="107386"/>
                </a:lnTo>
                <a:lnTo>
                  <a:pt x="933343" y="107331"/>
                </a:lnTo>
                <a:lnTo>
                  <a:pt x="932720" y="107292"/>
                </a:lnTo>
                <a:lnTo>
                  <a:pt x="932072" y="107266"/>
                </a:lnTo>
                <a:lnTo>
                  <a:pt x="931401" y="107250"/>
                </a:lnTo>
                <a:lnTo>
                  <a:pt x="930707" y="107242"/>
                </a:lnTo>
                <a:lnTo>
                  <a:pt x="929991" y="107239"/>
                </a:lnTo>
                <a:lnTo>
                  <a:pt x="929254" y="107238"/>
                </a:lnTo>
                <a:lnTo>
                  <a:pt x="945834" y="83523"/>
                </a:lnTo>
                <a:lnTo>
                  <a:pt x="962993" y="107238"/>
                </a:lnTo>
                <a:lnTo>
                  <a:pt x="962325" y="107239"/>
                </a:lnTo>
                <a:lnTo>
                  <a:pt x="961670" y="107242"/>
                </a:lnTo>
                <a:lnTo>
                  <a:pt x="961029" y="107250"/>
                </a:lnTo>
                <a:lnTo>
                  <a:pt x="960405" y="107266"/>
                </a:lnTo>
                <a:lnTo>
                  <a:pt x="959798" y="107292"/>
                </a:lnTo>
                <a:lnTo>
                  <a:pt x="959210" y="107331"/>
                </a:lnTo>
                <a:lnTo>
                  <a:pt x="958642" y="107386"/>
                </a:lnTo>
                <a:lnTo>
                  <a:pt x="958095" y="107459"/>
                </a:lnTo>
                <a:lnTo>
                  <a:pt x="957571" y="107553"/>
                </a:lnTo>
                <a:lnTo>
                  <a:pt x="957071" y="107670"/>
                </a:lnTo>
                <a:lnTo>
                  <a:pt x="956597" y="107813"/>
                </a:lnTo>
                <a:lnTo>
                  <a:pt x="956149" y="107985"/>
                </a:lnTo>
                <a:lnTo>
                  <a:pt x="955729" y="108188"/>
                </a:lnTo>
                <a:lnTo>
                  <a:pt x="955339" y="108424"/>
                </a:lnTo>
                <a:lnTo>
                  <a:pt x="954980" y="108697"/>
                </a:lnTo>
                <a:lnTo>
                  <a:pt x="954653" y="109009"/>
                </a:lnTo>
                <a:lnTo>
                  <a:pt x="954359" y="109362"/>
                </a:lnTo>
                <a:lnTo>
                  <a:pt x="954100" y="109759"/>
                </a:lnTo>
                <a:lnTo>
                  <a:pt x="953878" y="110203"/>
                </a:lnTo>
                <a:lnTo>
                  <a:pt x="953692" y="110696"/>
                </a:lnTo>
                <a:lnTo>
                  <a:pt x="953546" y="111241"/>
                </a:lnTo>
                <a:lnTo>
                  <a:pt x="953440" y="111841"/>
                </a:lnTo>
                <a:lnTo>
                  <a:pt x="953375" y="112497"/>
                </a:lnTo>
                <a:lnTo>
                  <a:pt x="953353" y="113213"/>
                </a:lnTo>
                <a:lnTo>
                  <a:pt x="953378" y="113907"/>
                </a:lnTo>
                <a:lnTo>
                  <a:pt x="953450" y="114542"/>
                </a:lnTo>
                <a:lnTo>
                  <a:pt x="953566" y="115122"/>
                </a:lnTo>
                <a:lnTo>
                  <a:pt x="953724" y="115650"/>
                </a:lnTo>
                <a:lnTo>
                  <a:pt x="953920" y="116127"/>
                </a:lnTo>
                <a:lnTo>
                  <a:pt x="954152" y="116557"/>
                </a:lnTo>
                <a:lnTo>
                  <a:pt x="954416" y="116942"/>
                </a:lnTo>
                <a:lnTo>
                  <a:pt x="954710" y="117283"/>
                </a:lnTo>
                <a:lnTo>
                  <a:pt x="955031" y="117585"/>
                </a:lnTo>
                <a:lnTo>
                  <a:pt x="955376" y="117849"/>
                </a:lnTo>
                <a:lnTo>
                  <a:pt x="955742" y="118078"/>
                </a:lnTo>
                <a:lnTo>
                  <a:pt x="956125" y="118274"/>
                </a:lnTo>
                <a:lnTo>
                  <a:pt x="956524" y="118440"/>
                </a:lnTo>
                <a:lnTo>
                  <a:pt x="956935" y="118579"/>
                </a:lnTo>
                <a:lnTo>
                  <a:pt x="957355" y="118692"/>
                </a:lnTo>
                <a:lnTo>
                  <a:pt x="957782" y="118783"/>
                </a:lnTo>
                <a:lnTo>
                  <a:pt x="958211" y="118854"/>
                </a:lnTo>
                <a:lnTo>
                  <a:pt x="958641" y="118907"/>
                </a:lnTo>
                <a:lnTo>
                  <a:pt x="959069" y="118945"/>
                </a:lnTo>
                <a:lnTo>
                  <a:pt x="959491" y="118970"/>
                </a:lnTo>
                <a:lnTo>
                  <a:pt x="959905" y="118986"/>
                </a:lnTo>
                <a:lnTo>
                  <a:pt x="960307" y="118994"/>
                </a:lnTo>
                <a:lnTo>
                  <a:pt x="960695" y="118997"/>
                </a:lnTo>
                <a:lnTo>
                  <a:pt x="961066" y="118997"/>
                </a:lnTo>
                <a:lnTo>
                  <a:pt x="983621" y="118997"/>
                </a:lnTo>
                <a:lnTo>
                  <a:pt x="983971" y="118997"/>
                </a:lnTo>
                <a:lnTo>
                  <a:pt x="984344" y="118994"/>
                </a:lnTo>
                <a:lnTo>
                  <a:pt x="984736" y="118986"/>
                </a:lnTo>
                <a:lnTo>
                  <a:pt x="985144" y="118970"/>
                </a:lnTo>
                <a:lnTo>
                  <a:pt x="985565" y="118945"/>
                </a:lnTo>
                <a:lnTo>
                  <a:pt x="985995" y="118907"/>
                </a:lnTo>
                <a:lnTo>
                  <a:pt x="986432" y="118854"/>
                </a:lnTo>
                <a:lnTo>
                  <a:pt x="986871" y="118783"/>
                </a:lnTo>
                <a:lnTo>
                  <a:pt x="987309" y="118692"/>
                </a:lnTo>
                <a:lnTo>
                  <a:pt x="987743" y="118579"/>
                </a:lnTo>
                <a:lnTo>
                  <a:pt x="988170" y="118440"/>
                </a:lnTo>
                <a:lnTo>
                  <a:pt x="988586" y="118274"/>
                </a:lnTo>
                <a:lnTo>
                  <a:pt x="988988" y="118078"/>
                </a:lnTo>
                <a:lnTo>
                  <a:pt x="989373" y="117849"/>
                </a:lnTo>
                <a:lnTo>
                  <a:pt x="989737" y="117585"/>
                </a:lnTo>
                <a:lnTo>
                  <a:pt x="990076" y="117283"/>
                </a:lnTo>
                <a:lnTo>
                  <a:pt x="990389" y="116942"/>
                </a:lnTo>
                <a:lnTo>
                  <a:pt x="990670" y="116557"/>
                </a:lnTo>
                <a:lnTo>
                  <a:pt x="990918" y="116127"/>
                </a:lnTo>
                <a:lnTo>
                  <a:pt x="991128" y="115650"/>
                </a:lnTo>
                <a:lnTo>
                  <a:pt x="991297" y="115122"/>
                </a:lnTo>
                <a:lnTo>
                  <a:pt x="991422" y="114542"/>
                </a:lnTo>
                <a:lnTo>
                  <a:pt x="991499" y="113907"/>
                </a:lnTo>
                <a:lnTo>
                  <a:pt x="991526" y="113213"/>
                </a:lnTo>
                <a:lnTo>
                  <a:pt x="991500" y="112497"/>
                </a:lnTo>
                <a:lnTo>
                  <a:pt x="991425" y="111841"/>
                </a:lnTo>
                <a:lnTo>
                  <a:pt x="991305" y="111241"/>
                </a:lnTo>
                <a:lnTo>
                  <a:pt x="991141" y="110696"/>
                </a:lnTo>
                <a:lnTo>
                  <a:pt x="990937" y="110203"/>
                </a:lnTo>
                <a:lnTo>
                  <a:pt x="990697" y="109759"/>
                </a:lnTo>
                <a:close/>
                <a:moveTo>
                  <a:pt x="1084009" y="109759"/>
                </a:moveTo>
                <a:lnTo>
                  <a:pt x="1083735" y="109362"/>
                </a:lnTo>
                <a:lnTo>
                  <a:pt x="1083431" y="109009"/>
                </a:lnTo>
                <a:lnTo>
                  <a:pt x="1083099" y="108697"/>
                </a:lnTo>
                <a:lnTo>
                  <a:pt x="1082743" y="108424"/>
                </a:lnTo>
                <a:lnTo>
                  <a:pt x="1082366" y="108188"/>
                </a:lnTo>
                <a:lnTo>
                  <a:pt x="1081970" y="107985"/>
                </a:lnTo>
                <a:lnTo>
                  <a:pt x="1081559" y="107813"/>
                </a:lnTo>
                <a:lnTo>
                  <a:pt x="1081137" y="107670"/>
                </a:lnTo>
                <a:lnTo>
                  <a:pt x="1080705" y="107553"/>
                </a:lnTo>
                <a:lnTo>
                  <a:pt x="1080268" y="107459"/>
                </a:lnTo>
                <a:lnTo>
                  <a:pt x="1079828" y="107386"/>
                </a:lnTo>
                <a:lnTo>
                  <a:pt x="1079389" y="107331"/>
                </a:lnTo>
                <a:lnTo>
                  <a:pt x="1078952" y="107292"/>
                </a:lnTo>
                <a:lnTo>
                  <a:pt x="1078523" y="107266"/>
                </a:lnTo>
                <a:lnTo>
                  <a:pt x="1078103" y="107250"/>
                </a:lnTo>
                <a:lnTo>
                  <a:pt x="1077696" y="107242"/>
                </a:lnTo>
                <a:lnTo>
                  <a:pt x="1077305" y="107239"/>
                </a:lnTo>
                <a:lnTo>
                  <a:pt x="1076932" y="107238"/>
                </a:lnTo>
                <a:lnTo>
                  <a:pt x="1056690" y="107238"/>
                </a:lnTo>
                <a:lnTo>
                  <a:pt x="1056690" y="43868"/>
                </a:lnTo>
                <a:lnTo>
                  <a:pt x="1056684" y="43142"/>
                </a:lnTo>
                <a:lnTo>
                  <a:pt x="1056663" y="42457"/>
                </a:lnTo>
                <a:lnTo>
                  <a:pt x="1056628" y="41813"/>
                </a:lnTo>
                <a:lnTo>
                  <a:pt x="1056574" y="41208"/>
                </a:lnTo>
                <a:lnTo>
                  <a:pt x="1056501" y="40641"/>
                </a:lnTo>
                <a:lnTo>
                  <a:pt x="1056407" y="40112"/>
                </a:lnTo>
                <a:lnTo>
                  <a:pt x="1056290" y="39619"/>
                </a:lnTo>
                <a:lnTo>
                  <a:pt x="1056147" y="39163"/>
                </a:lnTo>
                <a:lnTo>
                  <a:pt x="1055979" y="38741"/>
                </a:lnTo>
                <a:lnTo>
                  <a:pt x="1055781" y="38353"/>
                </a:lnTo>
                <a:lnTo>
                  <a:pt x="1055553" y="37998"/>
                </a:lnTo>
                <a:lnTo>
                  <a:pt x="1055293" y="37675"/>
                </a:lnTo>
                <a:lnTo>
                  <a:pt x="1054998" y="37383"/>
                </a:lnTo>
                <a:lnTo>
                  <a:pt x="1054668" y="37121"/>
                </a:lnTo>
                <a:lnTo>
                  <a:pt x="1054300" y="36889"/>
                </a:lnTo>
                <a:lnTo>
                  <a:pt x="1053892" y="36684"/>
                </a:lnTo>
                <a:lnTo>
                  <a:pt x="1053442" y="36508"/>
                </a:lnTo>
                <a:lnTo>
                  <a:pt x="1052949" y="36358"/>
                </a:lnTo>
                <a:lnTo>
                  <a:pt x="1052411" y="36233"/>
                </a:lnTo>
                <a:lnTo>
                  <a:pt x="1051827" y="36133"/>
                </a:lnTo>
                <a:lnTo>
                  <a:pt x="1051193" y="36057"/>
                </a:lnTo>
                <a:lnTo>
                  <a:pt x="1050508" y="36004"/>
                </a:lnTo>
                <a:lnTo>
                  <a:pt x="1049771" y="35973"/>
                </a:lnTo>
                <a:lnTo>
                  <a:pt x="1048980" y="35963"/>
                </a:lnTo>
                <a:lnTo>
                  <a:pt x="1021603" y="35963"/>
                </a:lnTo>
                <a:lnTo>
                  <a:pt x="1021231" y="35963"/>
                </a:lnTo>
                <a:lnTo>
                  <a:pt x="1020840" y="35966"/>
                </a:lnTo>
                <a:lnTo>
                  <a:pt x="1020434" y="35974"/>
                </a:lnTo>
                <a:lnTo>
                  <a:pt x="1020014" y="35990"/>
                </a:lnTo>
                <a:lnTo>
                  <a:pt x="1019584" y="36015"/>
                </a:lnTo>
                <a:lnTo>
                  <a:pt x="1019148" y="36053"/>
                </a:lnTo>
                <a:lnTo>
                  <a:pt x="1018709" y="36106"/>
                </a:lnTo>
                <a:lnTo>
                  <a:pt x="1018269" y="36177"/>
                </a:lnTo>
                <a:lnTo>
                  <a:pt x="1017832" y="36268"/>
                </a:lnTo>
                <a:lnTo>
                  <a:pt x="1017400" y="36381"/>
                </a:lnTo>
                <a:lnTo>
                  <a:pt x="1016977" y="36520"/>
                </a:lnTo>
                <a:lnTo>
                  <a:pt x="1016567" y="36686"/>
                </a:lnTo>
                <a:lnTo>
                  <a:pt x="1016171" y="36882"/>
                </a:lnTo>
                <a:lnTo>
                  <a:pt x="1015794" y="37111"/>
                </a:lnTo>
                <a:lnTo>
                  <a:pt x="1015438" y="37376"/>
                </a:lnTo>
                <a:lnTo>
                  <a:pt x="1015106" y="37677"/>
                </a:lnTo>
                <a:lnTo>
                  <a:pt x="1014801" y="38019"/>
                </a:lnTo>
                <a:lnTo>
                  <a:pt x="1014527" y="38404"/>
                </a:lnTo>
                <a:lnTo>
                  <a:pt x="1014287" y="38834"/>
                </a:lnTo>
                <a:lnTo>
                  <a:pt x="1014084" y="39312"/>
                </a:lnTo>
                <a:lnTo>
                  <a:pt x="1013920" y="39840"/>
                </a:lnTo>
                <a:lnTo>
                  <a:pt x="1013799" y="40420"/>
                </a:lnTo>
                <a:lnTo>
                  <a:pt x="1013725" y="41056"/>
                </a:lnTo>
                <a:lnTo>
                  <a:pt x="1013699" y="41750"/>
                </a:lnTo>
                <a:lnTo>
                  <a:pt x="1013725" y="42466"/>
                </a:lnTo>
                <a:lnTo>
                  <a:pt x="1013799" y="43122"/>
                </a:lnTo>
                <a:lnTo>
                  <a:pt x="1013920" y="43722"/>
                </a:lnTo>
                <a:lnTo>
                  <a:pt x="1014084" y="44267"/>
                </a:lnTo>
                <a:lnTo>
                  <a:pt x="1014287" y="44760"/>
                </a:lnTo>
                <a:lnTo>
                  <a:pt x="1014527" y="45204"/>
                </a:lnTo>
                <a:lnTo>
                  <a:pt x="1014801" y="45601"/>
                </a:lnTo>
                <a:lnTo>
                  <a:pt x="1015106" y="45954"/>
                </a:lnTo>
                <a:lnTo>
                  <a:pt x="1015438" y="46266"/>
                </a:lnTo>
                <a:lnTo>
                  <a:pt x="1015794" y="46539"/>
                </a:lnTo>
                <a:lnTo>
                  <a:pt x="1016171" y="46775"/>
                </a:lnTo>
                <a:lnTo>
                  <a:pt x="1016567" y="46978"/>
                </a:lnTo>
                <a:lnTo>
                  <a:pt x="1016977" y="47150"/>
                </a:lnTo>
                <a:lnTo>
                  <a:pt x="1017400" y="47293"/>
                </a:lnTo>
                <a:lnTo>
                  <a:pt x="1017832" y="47410"/>
                </a:lnTo>
                <a:lnTo>
                  <a:pt x="1018269" y="47504"/>
                </a:lnTo>
                <a:lnTo>
                  <a:pt x="1018709" y="47577"/>
                </a:lnTo>
                <a:lnTo>
                  <a:pt x="1019148" y="47631"/>
                </a:lnTo>
                <a:lnTo>
                  <a:pt x="1019584" y="47671"/>
                </a:lnTo>
                <a:lnTo>
                  <a:pt x="1020014" y="47697"/>
                </a:lnTo>
                <a:lnTo>
                  <a:pt x="1020434" y="47713"/>
                </a:lnTo>
                <a:lnTo>
                  <a:pt x="1020840" y="47721"/>
                </a:lnTo>
                <a:lnTo>
                  <a:pt x="1021231" y="47724"/>
                </a:lnTo>
                <a:lnTo>
                  <a:pt x="1021603" y="47725"/>
                </a:lnTo>
                <a:lnTo>
                  <a:pt x="1043387" y="47725"/>
                </a:lnTo>
                <a:lnTo>
                  <a:pt x="1043387" y="107238"/>
                </a:lnTo>
                <a:lnTo>
                  <a:pt x="1020059" y="107238"/>
                </a:lnTo>
                <a:lnTo>
                  <a:pt x="1019665" y="107239"/>
                </a:lnTo>
                <a:lnTo>
                  <a:pt x="1019256" y="107242"/>
                </a:lnTo>
                <a:lnTo>
                  <a:pt x="1018834" y="107250"/>
                </a:lnTo>
                <a:lnTo>
                  <a:pt x="1018403" y="107266"/>
                </a:lnTo>
                <a:lnTo>
                  <a:pt x="1017965" y="107292"/>
                </a:lnTo>
                <a:lnTo>
                  <a:pt x="1017523" y="107331"/>
                </a:lnTo>
                <a:lnTo>
                  <a:pt x="1017081" y="107386"/>
                </a:lnTo>
                <a:lnTo>
                  <a:pt x="1016640" y="107459"/>
                </a:lnTo>
                <a:lnTo>
                  <a:pt x="1016203" y="107553"/>
                </a:lnTo>
                <a:lnTo>
                  <a:pt x="1015774" y="107670"/>
                </a:lnTo>
                <a:lnTo>
                  <a:pt x="1015356" y="107813"/>
                </a:lnTo>
                <a:lnTo>
                  <a:pt x="1014951" y="107985"/>
                </a:lnTo>
                <a:lnTo>
                  <a:pt x="1014561" y="108188"/>
                </a:lnTo>
                <a:lnTo>
                  <a:pt x="1014191" y="108424"/>
                </a:lnTo>
                <a:lnTo>
                  <a:pt x="1013843" y="108697"/>
                </a:lnTo>
                <a:lnTo>
                  <a:pt x="1013519" y="109009"/>
                </a:lnTo>
                <a:lnTo>
                  <a:pt x="1013222" y="109362"/>
                </a:lnTo>
                <a:lnTo>
                  <a:pt x="1012956" y="109759"/>
                </a:lnTo>
                <a:lnTo>
                  <a:pt x="1012723" y="110203"/>
                </a:lnTo>
                <a:lnTo>
                  <a:pt x="1012526" y="110696"/>
                </a:lnTo>
                <a:lnTo>
                  <a:pt x="1012368" y="111241"/>
                </a:lnTo>
                <a:lnTo>
                  <a:pt x="1012251" y="111841"/>
                </a:lnTo>
                <a:lnTo>
                  <a:pt x="1012179" y="112497"/>
                </a:lnTo>
                <a:lnTo>
                  <a:pt x="1012155" y="113213"/>
                </a:lnTo>
                <a:lnTo>
                  <a:pt x="1012180" y="113907"/>
                </a:lnTo>
                <a:lnTo>
                  <a:pt x="1012255" y="114542"/>
                </a:lnTo>
                <a:lnTo>
                  <a:pt x="1012376" y="115122"/>
                </a:lnTo>
                <a:lnTo>
                  <a:pt x="1012539" y="115650"/>
                </a:lnTo>
                <a:lnTo>
                  <a:pt x="1012743" y="116127"/>
                </a:lnTo>
                <a:lnTo>
                  <a:pt x="1012983" y="116557"/>
                </a:lnTo>
                <a:lnTo>
                  <a:pt x="1013257" y="116942"/>
                </a:lnTo>
                <a:lnTo>
                  <a:pt x="1013561" y="117283"/>
                </a:lnTo>
                <a:lnTo>
                  <a:pt x="1013893" y="117585"/>
                </a:lnTo>
                <a:lnTo>
                  <a:pt x="1014249" y="117849"/>
                </a:lnTo>
                <a:lnTo>
                  <a:pt x="1014627" y="118078"/>
                </a:lnTo>
                <a:lnTo>
                  <a:pt x="1015022" y="118274"/>
                </a:lnTo>
                <a:lnTo>
                  <a:pt x="1015433" y="118440"/>
                </a:lnTo>
                <a:lnTo>
                  <a:pt x="1015856" y="118579"/>
                </a:lnTo>
                <a:lnTo>
                  <a:pt x="1016287" y="118692"/>
                </a:lnTo>
                <a:lnTo>
                  <a:pt x="1016724" y="118783"/>
                </a:lnTo>
                <a:lnTo>
                  <a:pt x="1017164" y="118854"/>
                </a:lnTo>
                <a:lnTo>
                  <a:pt x="1017604" y="118907"/>
                </a:lnTo>
                <a:lnTo>
                  <a:pt x="1018040" y="118945"/>
                </a:lnTo>
                <a:lnTo>
                  <a:pt x="1018469" y="118970"/>
                </a:lnTo>
                <a:lnTo>
                  <a:pt x="1018889" y="118986"/>
                </a:lnTo>
                <a:lnTo>
                  <a:pt x="1019296" y="118994"/>
                </a:lnTo>
                <a:lnTo>
                  <a:pt x="1019687" y="118997"/>
                </a:lnTo>
                <a:lnTo>
                  <a:pt x="1020059" y="118997"/>
                </a:lnTo>
                <a:lnTo>
                  <a:pt x="1076932" y="118997"/>
                </a:lnTo>
                <a:lnTo>
                  <a:pt x="1077305" y="118997"/>
                </a:lnTo>
                <a:lnTo>
                  <a:pt x="1077696" y="118994"/>
                </a:lnTo>
                <a:lnTo>
                  <a:pt x="1078103" y="118986"/>
                </a:lnTo>
                <a:lnTo>
                  <a:pt x="1078523" y="118970"/>
                </a:lnTo>
                <a:lnTo>
                  <a:pt x="1078952" y="118945"/>
                </a:lnTo>
                <a:lnTo>
                  <a:pt x="1079389" y="118907"/>
                </a:lnTo>
                <a:lnTo>
                  <a:pt x="1079828" y="118854"/>
                </a:lnTo>
                <a:lnTo>
                  <a:pt x="1080268" y="118783"/>
                </a:lnTo>
                <a:lnTo>
                  <a:pt x="1080705" y="118692"/>
                </a:lnTo>
                <a:lnTo>
                  <a:pt x="1081137" y="118579"/>
                </a:lnTo>
                <a:lnTo>
                  <a:pt x="1081559" y="118440"/>
                </a:lnTo>
                <a:lnTo>
                  <a:pt x="1081970" y="118274"/>
                </a:lnTo>
                <a:lnTo>
                  <a:pt x="1082366" y="118078"/>
                </a:lnTo>
                <a:lnTo>
                  <a:pt x="1082743" y="117849"/>
                </a:lnTo>
                <a:lnTo>
                  <a:pt x="1083099" y="117585"/>
                </a:lnTo>
                <a:lnTo>
                  <a:pt x="1083431" y="117283"/>
                </a:lnTo>
                <a:lnTo>
                  <a:pt x="1083735" y="116942"/>
                </a:lnTo>
                <a:lnTo>
                  <a:pt x="1084009" y="116557"/>
                </a:lnTo>
                <a:lnTo>
                  <a:pt x="1084249" y="116127"/>
                </a:lnTo>
                <a:lnTo>
                  <a:pt x="1084452" y="115650"/>
                </a:lnTo>
                <a:lnTo>
                  <a:pt x="1084616" y="115122"/>
                </a:lnTo>
                <a:lnTo>
                  <a:pt x="1084737" y="114542"/>
                </a:lnTo>
                <a:lnTo>
                  <a:pt x="1084811" y="113907"/>
                </a:lnTo>
                <a:lnTo>
                  <a:pt x="1084837" y="113213"/>
                </a:lnTo>
                <a:lnTo>
                  <a:pt x="1084811" y="112497"/>
                </a:lnTo>
                <a:lnTo>
                  <a:pt x="1084737" y="111841"/>
                </a:lnTo>
                <a:lnTo>
                  <a:pt x="1084616" y="111241"/>
                </a:lnTo>
                <a:lnTo>
                  <a:pt x="1084452" y="110696"/>
                </a:lnTo>
                <a:lnTo>
                  <a:pt x="1084249" y="110203"/>
                </a:lnTo>
                <a:lnTo>
                  <a:pt x="1084009" y="109759"/>
                </a:lnTo>
                <a:close/>
                <a:moveTo>
                  <a:pt x="71854" y="109759"/>
                </a:moveTo>
                <a:lnTo>
                  <a:pt x="71581" y="109362"/>
                </a:lnTo>
                <a:lnTo>
                  <a:pt x="71276" y="109009"/>
                </a:lnTo>
                <a:lnTo>
                  <a:pt x="70945" y="108697"/>
                </a:lnTo>
                <a:lnTo>
                  <a:pt x="70588" y="108424"/>
                </a:lnTo>
                <a:lnTo>
                  <a:pt x="70211" y="108188"/>
                </a:lnTo>
                <a:lnTo>
                  <a:pt x="69816" y="107985"/>
                </a:lnTo>
                <a:lnTo>
                  <a:pt x="69405" y="107813"/>
                </a:lnTo>
                <a:lnTo>
                  <a:pt x="68982" y="107670"/>
                </a:lnTo>
                <a:lnTo>
                  <a:pt x="68551" y="107553"/>
                </a:lnTo>
                <a:lnTo>
                  <a:pt x="68114" y="107459"/>
                </a:lnTo>
                <a:lnTo>
                  <a:pt x="67674" y="107386"/>
                </a:lnTo>
                <a:lnTo>
                  <a:pt x="67234" y="107331"/>
                </a:lnTo>
                <a:lnTo>
                  <a:pt x="66798" y="107292"/>
                </a:lnTo>
                <a:lnTo>
                  <a:pt x="66368" y="107266"/>
                </a:lnTo>
                <a:lnTo>
                  <a:pt x="65949" y="107250"/>
                </a:lnTo>
                <a:lnTo>
                  <a:pt x="65541" y="107242"/>
                </a:lnTo>
                <a:lnTo>
                  <a:pt x="65150" y="107239"/>
                </a:lnTo>
                <a:lnTo>
                  <a:pt x="64778" y="107238"/>
                </a:lnTo>
                <a:lnTo>
                  <a:pt x="44535" y="107238"/>
                </a:lnTo>
                <a:lnTo>
                  <a:pt x="44535" y="43868"/>
                </a:lnTo>
                <a:lnTo>
                  <a:pt x="44529" y="43142"/>
                </a:lnTo>
                <a:lnTo>
                  <a:pt x="44509" y="42457"/>
                </a:lnTo>
                <a:lnTo>
                  <a:pt x="44473" y="41813"/>
                </a:lnTo>
                <a:lnTo>
                  <a:pt x="44419" y="41208"/>
                </a:lnTo>
                <a:lnTo>
                  <a:pt x="44347" y="40641"/>
                </a:lnTo>
                <a:lnTo>
                  <a:pt x="44252" y="40112"/>
                </a:lnTo>
                <a:lnTo>
                  <a:pt x="44135" y="39619"/>
                </a:lnTo>
                <a:lnTo>
                  <a:pt x="43993" y="39163"/>
                </a:lnTo>
                <a:lnTo>
                  <a:pt x="43824" y="38741"/>
                </a:lnTo>
                <a:lnTo>
                  <a:pt x="43626" y="38353"/>
                </a:lnTo>
                <a:lnTo>
                  <a:pt x="43398" y="37998"/>
                </a:lnTo>
                <a:lnTo>
                  <a:pt x="43138" y="37675"/>
                </a:lnTo>
                <a:lnTo>
                  <a:pt x="42844" y="37383"/>
                </a:lnTo>
                <a:lnTo>
                  <a:pt x="42513" y="37121"/>
                </a:lnTo>
                <a:lnTo>
                  <a:pt x="42145" y="36889"/>
                </a:lnTo>
                <a:lnTo>
                  <a:pt x="41737" y="36684"/>
                </a:lnTo>
                <a:lnTo>
                  <a:pt x="41288" y="36508"/>
                </a:lnTo>
                <a:lnTo>
                  <a:pt x="40795" y="36358"/>
                </a:lnTo>
                <a:lnTo>
                  <a:pt x="40257" y="36233"/>
                </a:lnTo>
                <a:lnTo>
                  <a:pt x="39672" y="36133"/>
                </a:lnTo>
                <a:lnTo>
                  <a:pt x="39038" y="36057"/>
                </a:lnTo>
                <a:lnTo>
                  <a:pt x="38354" y="36004"/>
                </a:lnTo>
                <a:lnTo>
                  <a:pt x="37617" y="35973"/>
                </a:lnTo>
                <a:lnTo>
                  <a:pt x="36825" y="35963"/>
                </a:lnTo>
                <a:lnTo>
                  <a:pt x="9449" y="35963"/>
                </a:lnTo>
                <a:lnTo>
                  <a:pt x="9077" y="35963"/>
                </a:lnTo>
                <a:lnTo>
                  <a:pt x="8686" y="35966"/>
                </a:lnTo>
                <a:lnTo>
                  <a:pt x="8279" y="35974"/>
                </a:lnTo>
                <a:lnTo>
                  <a:pt x="7859" y="35990"/>
                </a:lnTo>
                <a:lnTo>
                  <a:pt x="7430" y="36015"/>
                </a:lnTo>
                <a:lnTo>
                  <a:pt x="6994" y="36053"/>
                </a:lnTo>
                <a:lnTo>
                  <a:pt x="6554" y="36106"/>
                </a:lnTo>
                <a:lnTo>
                  <a:pt x="6114" y="36177"/>
                </a:lnTo>
                <a:lnTo>
                  <a:pt x="5677" y="36268"/>
                </a:lnTo>
                <a:lnTo>
                  <a:pt x="5246" y="36381"/>
                </a:lnTo>
                <a:lnTo>
                  <a:pt x="4823" y="36520"/>
                </a:lnTo>
                <a:lnTo>
                  <a:pt x="4412" y="36686"/>
                </a:lnTo>
                <a:lnTo>
                  <a:pt x="4017" y="36882"/>
                </a:lnTo>
                <a:lnTo>
                  <a:pt x="3639" y="37111"/>
                </a:lnTo>
                <a:lnTo>
                  <a:pt x="3283" y="37376"/>
                </a:lnTo>
                <a:lnTo>
                  <a:pt x="2951" y="37677"/>
                </a:lnTo>
                <a:lnTo>
                  <a:pt x="2647" y="38019"/>
                </a:lnTo>
                <a:lnTo>
                  <a:pt x="2373" y="38404"/>
                </a:lnTo>
                <a:lnTo>
                  <a:pt x="2133" y="38834"/>
                </a:lnTo>
                <a:lnTo>
                  <a:pt x="1929" y="39312"/>
                </a:lnTo>
                <a:lnTo>
                  <a:pt x="1765" y="39840"/>
                </a:lnTo>
                <a:lnTo>
                  <a:pt x="1645" y="40420"/>
                </a:lnTo>
                <a:lnTo>
                  <a:pt x="1570" y="41056"/>
                </a:lnTo>
                <a:lnTo>
                  <a:pt x="1544" y="41750"/>
                </a:lnTo>
                <a:lnTo>
                  <a:pt x="1570" y="42466"/>
                </a:lnTo>
                <a:lnTo>
                  <a:pt x="1645" y="43122"/>
                </a:lnTo>
                <a:lnTo>
                  <a:pt x="1765" y="43722"/>
                </a:lnTo>
                <a:lnTo>
                  <a:pt x="1929" y="44267"/>
                </a:lnTo>
                <a:lnTo>
                  <a:pt x="2133" y="44760"/>
                </a:lnTo>
                <a:lnTo>
                  <a:pt x="2373" y="45204"/>
                </a:lnTo>
                <a:lnTo>
                  <a:pt x="2647" y="45601"/>
                </a:lnTo>
                <a:lnTo>
                  <a:pt x="2951" y="45954"/>
                </a:lnTo>
                <a:lnTo>
                  <a:pt x="3283" y="46266"/>
                </a:lnTo>
                <a:lnTo>
                  <a:pt x="3639" y="46539"/>
                </a:lnTo>
                <a:lnTo>
                  <a:pt x="4017" y="46775"/>
                </a:lnTo>
                <a:lnTo>
                  <a:pt x="4412" y="46978"/>
                </a:lnTo>
                <a:lnTo>
                  <a:pt x="4823" y="47150"/>
                </a:lnTo>
                <a:lnTo>
                  <a:pt x="5246" y="47293"/>
                </a:lnTo>
                <a:lnTo>
                  <a:pt x="5677" y="47410"/>
                </a:lnTo>
                <a:lnTo>
                  <a:pt x="6114" y="47504"/>
                </a:lnTo>
                <a:lnTo>
                  <a:pt x="6554" y="47577"/>
                </a:lnTo>
                <a:lnTo>
                  <a:pt x="6994" y="47631"/>
                </a:lnTo>
                <a:lnTo>
                  <a:pt x="7430" y="47671"/>
                </a:lnTo>
                <a:lnTo>
                  <a:pt x="7859" y="47697"/>
                </a:lnTo>
                <a:lnTo>
                  <a:pt x="8279" y="47713"/>
                </a:lnTo>
                <a:lnTo>
                  <a:pt x="8686" y="47721"/>
                </a:lnTo>
                <a:lnTo>
                  <a:pt x="9077" y="47724"/>
                </a:lnTo>
                <a:lnTo>
                  <a:pt x="9449" y="47725"/>
                </a:lnTo>
                <a:lnTo>
                  <a:pt x="31233" y="47725"/>
                </a:lnTo>
                <a:lnTo>
                  <a:pt x="31233" y="107238"/>
                </a:lnTo>
                <a:lnTo>
                  <a:pt x="7905" y="107238"/>
                </a:lnTo>
                <a:lnTo>
                  <a:pt x="7511" y="107239"/>
                </a:lnTo>
                <a:lnTo>
                  <a:pt x="7101" y="107242"/>
                </a:lnTo>
                <a:lnTo>
                  <a:pt x="6680" y="107250"/>
                </a:lnTo>
                <a:lnTo>
                  <a:pt x="6249" y="107266"/>
                </a:lnTo>
                <a:lnTo>
                  <a:pt x="5811" y="107292"/>
                </a:lnTo>
                <a:lnTo>
                  <a:pt x="5369" y="107331"/>
                </a:lnTo>
                <a:lnTo>
                  <a:pt x="4926" y="107386"/>
                </a:lnTo>
                <a:lnTo>
                  <a:pt x="4485" y="107459"/>
                </a:lnTo>
                <a:lnTo>
                  <a:pt x="4049" y="107553"/>
                </a:lnTo>
                <a:lnTo>
                  <a:pt x="3620" y="107670"/>
                </a:lnTo>
                <a:lnTo>
                  <a:pt x="3201" y="107813"/>
                </a:lnTo>
                <a:lnTo>
                  <a:pt x="2796" y="107985"/>
                </a:lnTo>
                <a:lnTo>
                  <a:pt x="2407" y="108188"/>
                </a:lnTo>
                <a:lnTo>
                  <a:pt x="2037" y="108424"/>
                </a:lnTo>
                <a:lnTo>
                  <a:pt x="1688" y="108697"/>
                </a:lnTo>
                <a:lnTo>
                  <a:pt x="1364" y="109009"/>
                </a:lnTo>
                <a:lnTo>
                  <a:pt x="1068" y="109362"/>
                </a:lnTo>
                <a:lnTo>
                  <a:pt x="802" y="109759"/>
                </a:lnTo>
                <a:lnTo>
                  <a:pt x="568" y="110203"/>
                </a:lnTo>
                <a:lnTo>
                  <a:pt x="371" y="110696"/>
                </a:lnTo>
                <a:lnTo>
                  <a:pt x="213" y="111241"/>
                </a:lnTo>
                <a:lnTo>
                  <a:pt x="97" y="111841"/>
                </a:lnTo>
                <a:lnTo>
                  <a:pt x="25" y="112497"/>
                </a:lnTo>
                <a:lnTo>
                  <a:pt x="0" y="113213"/>
                </a:lnTo>
                <a:lnTo>
                  <a:pt x="26" y="113907"/>
                </a:lnTo>
                <a:lnTo>
                  <a:pt x="100" y="114542"/>
                </a:lnTo>
                <a:lnTo>
                  <a:pt x="221" y="115122"/>
                </a:lnTo>
                <a:lnTo>
                  <a:pt x="385" y="115650"/>
                </a:lnTo>
                <a:lnTo>
                  <a:pt x="588" y="116127"/>
                </a:lnTo>
                <a:lnTo>
                  <a:pt x="828" y="116557"/>
                </a:lnTo>
                <a:lnTo>
                  <a:pt x="1102" y="116942"/>
                </a:lnTo>
                <a:lnTo>
                  <a:pt x="1407" y="117283"/>
                </a:lnTo>
                <a:lnTo>
                  <a:pt x="1739" y="117585"/>
                </a:lnTo>
                <a:lnTo>
                  <a:pt x="2095" y="117849"/>
                </a:lnTo>
                <a:lnTo>
                  <a:pt x="2472" y="118078"/>
                </a:lnTo>
                <a:lnTo>
                  <a:pt x="2868" y="118274"/>
                </a:lnTo>
                <a:lnTo>
                  <a:pt x="3279" y="118440"/>
                </a:lnTo>
                <a:lnTo>
                  <a:pt x="3701" y="118579"/>
                </a:lnTo>
                <a:lnTo>
                  <a:pt x="4133" y="118692"/>
                </a:lnTo>
                <a:lnTo>
                  <a:pt x="4570" y="118783"/>
                </a:lnTo>
                <a:lnTo>
                  <a:pt x="5010" y="118854"/>
                </a:lnTo>
                <a:lnTo>
                  <a:pt x="5449" y="118907"/>
                </a:lnTo>
                <a:lnTo>
                  <a:pt x="5886" y="118945"/>
                </a:lnTo>
                <a:lnTo>
                  <a:pt x="6315" y="118970"/>
                </a:lnTo>
                <a:lnTo>
                  <a:pt x="6735" y="118986"/>
                </a:lnTo>
                <a:lnTo>
                  <a:pt x="7142" y="118994"/>
                </a:lnTo>
                <a:lnTo>
                  <a:pt x="7533" y="118997"/>
                </a:lnTo>
                <a:lnTo>
                  <a:pt x="7905" y="118997"/>
                </a:lnTo>
                <a:lnTo>
                  <a:pt x="64778" y="118997"/>
                </a:lnTo>
                <a:lnTo>
                  <a:pt x="65150" y="118997"/>
                </a:lnTo>
                <a:lnTo>
                  <a:pt x="65541" y="118994"/>
                </a:lnTo>
                <a:lnTo>
                  <a:pt x="65949" y="118986"/>
                </a:lnTo>
                <a:lnTo>
                  <a:pt x="66368" y="118970"/>
                </a:lnTo>
                <a:lnTo>
                  <a:pt x="66798" y="118945"/>
                </a:lnTo>
                <a:lnTo>
                  <a:pt x="67234" y="118907"/>
                </a:lnTo>
                <a:lnTo>
                  <a:pt x="67674" y="118854"/>
                </a:lnTo>
                <a:lnTo>
                  <a:pt x="68114" y="118783"/>
                </a:lnTo>
                <a:lnTo>
                  <a:pt x="68551" y="118692"/>
                </a:lnTo>
                <a:lnTo>
                  <a:pt x="68982" y="118579"/>
                </a:lnTo>
                <a:lnTo>
                  <a:pt x="69405" y="118440"/>
                </a:lnTo>
                <a:lnTo>
                  <a:pt x="69816" y="118274"/>
                </a:lnTo>
                <a:lnTo>
                  <a:pt x="70211" y="118078"/>
                </a:lnTo>
                <a:lnTo>
                  <a:pt x="70588" y="117849"/>
                </a:lnTo>
                <a:lnTo>
                  <a:pt x="70945" y="117585"/>
                </a:lnTo>
                <a:lnTo>
                  <a:pt x="71276" y="117283"/>
                </a:lnTo>
                <a:lnTo>
                  <a:pt x="71581" y="116942"/>
                </a:lnTo>
                <a:lnTo>
                  <a:pt x="71854" y="116557"/>
                </a:lnTo>
                <a:lnTo>
                  <a:pt x="72094" y="116127"/>
                </a:lnTo>
                <a:lnTo>
                  <a:pt x="72298" y="115650"/>
                </a:lnTo>
                <a:lnTo>
                  <a:pt x="72461" y="115122"/>
                </a:lnTo>
                <a:lnTo>
                  <a:pt x="72582" y="114542"/>
                </a:lnTo>
                <a:lnTo>
                  <a:pt x="72657" y="113907"/>
                </a:lnTo>
                <a:lnTo>
                  <a:pt x="72682" y="113213"/>
                </a:lnTo>
                <a:lnTo>
                  <a:pt x="72657" y="112497"/>
                </a:lnTo>
                <a:lnTo>
                  <a:pt x="72582" y="111841"/>
                </a:lnTo>
                <a:lnTo>
                  <a:pt x="72461" y="111241"/>
                </a:lnTo>
                <a:lnTo>
                  <a:pt x="72298" y="110696"/>
                </a:lnTo>
                <a:lnTo>
                  <a:pt x="72094" y="110203"/>
                </a:lnTo>
                <a:lnTo>
                  <a:pt x="71854" y="109759"/>
                </a:lnTo>
                <a:close/>
                <a:moveTo>
                  <a:pt x="1297432" y="109678"/>
                </a:moveTo>
                <a:lnTo>
                  <a:pt x="1297160" y="109294"/>
                </a:lnTo>
                <a:lnTo>
                  <a:pt x="1296858" y="108952"/>
                </a:lnTo>
                <a:lnTo>
                  <a:pt x="1296529" y="108650"/>
                </a:lnTo>
                <a:lnTo>
                  <a:pt x="1296177" y="108386"/>
                </a:lnTo>
                <a:lnTo>
                  <a:pt x="1295804" y="108157"/>
                </a:lnTo>
                <a:lnTo>
                  <a:pt x="1295414" y="107961"/>
                </a:lnTo>
                <a:lnTo>
                  <a:pt x="1295010" y="107795"/>
                </a:lnTo>
                <a:lnTo>
                  <a:pt x="1294595" y="107657"/>
                </a:lnTo>
                <a:lnTo>
                  <a:pt x="1294172" y="107543"/>
                </a:lnTo>
                <a:lnTo>
                  <a:pt x="1293745" y="107452"/>
                </a:lnTo>
                <a:lnTo>
                  <a:pt x="1293317" y="107382"/>
                </a:lnTo>
                <a:lnTo>
                  <a:pt x="1292890" y="107329"/>
                </a:lnTo>
                <a:lnTo>
                  <a:pt x="1292468" y="107290"/>
                </a:lnTo>
                <a:lnTo>
                  <a:pt x="1292055" y="107265"/>
                </a:lnTo>
                <a:lnTo>
                  <a:pt x="1291653" y="107249"/>
                </a:lnTo>
                <a:lnTo>
                  <a:pt x="1291265" y="107241"/>
                </a:lnTo>
                <a:lnTo>
                  <a:pt x="1290896" y="107239"/>
                </a:lnTo>
                <a:lnTo>
                  <a:pt x="1290547" y="107238"/>
                </a:lnTo>
                <a:lnTo>
                  <a:pt x="1281869" y="107238"/>
                </a:lnTo>
                <a:lnTo>
                  <a:pt x="1281869" y="43868"/>
                </a:lnTo>
                <a:lnTo>
                  <a:pt x="1281863" y="43142"/>
                </a:lnTo>
                <a:lnTo>
                  <a:pt x="1281842" y="42457"/>
                </a:lnTo>
                <a:lnTo>
                  <a:pt x="1281806" y="41813"/>
                </a:lnTo>
                <a:lnTo>
                  <a:pt x="1281753" y="41208"/>
                </a:lnTo>
                <a:lnTo>
                  <a:pt x="1281680" y="40641"/>
                </a:lnTo>
                <a:lnTo>
                  <a:pt x="1281586" y="40112"/>
                </a:lnTo>
                <a:lnTo>
                  <a:pt x="1281469" y="39619"/>
                </a:lnTo>
                <a:lnTo>
                  <a:pt x="1281326" y="39163"/>
                </a:lnTo>
                <a:lnTo>
                  <a:pt x="1281157" y="38741"/>
                </a:lnTo>
                <a:lnTo>
                  <a:pt x="1280960" y="38353"/>
                </a:lnTo>
                <a:lnTo>
                  <a:pt x="1280732" y="37998"/>
                </a:lnTo>
                <a:lnTo>
                  <a:pt x="1280472" y="37675"/>
                </a:lnTo>
                <a:lnTo>
                  <a:pt x="1280177" y="37383"/>
                </a:lnTo>
                <a:lnTo>
                  <a:pt x="1279847" y="37121"/>
                </a:lnTo>
                <a:lnTo>
                  <a:pt x="1279478" y="36889"/>
                </a:lnTo>
                <a:lnTo>
                  <a:pt x="1279070" y="36684"/>
                </a:lnTo>
                <a:lnTo>
                  <a:pt x="1278621" y="36508"/>
                </a:lnTo>
                <a:lnTo>
                  <a:pt x="1278128" y="36358"/>
                </a:lnTo>
                <a:lnTo>
                  <a:pt x="1277590" y="36233"/>
                </a:lnTo>
                <a:lnTo>
                  <a:pt x="1277005" y="36133"/>
                </a:lnTo>
                <a:lnTo>
                  <a:pt x="1276372" y="36057"/>
                </a:lnTo>
                <a:lnTo>
                  <a:pt x="1275687" y="36004"/>
                </a:lnTo>
                <a:lnTo>
                  <a:pt x="1274950" y="35973"/>
                </a:lnTo>
                <a:lnTo>
                  <a:pt x="1274158" y="35963"/>
                </a:lnTo>
                <a:lnTo>
                  <a:pt x="1260085" y="35963"/>
                </a:lnTo>
                <a:lnTo>
                  <a:pt x="1259691" y="35963"/>
                </a:lnTo>
                <a:lnTo>
                  <a:pt x="1259281" y="35966"/>
                </a:lnTo>
                <a:lnTo>
                  <a:pt x="1258859" y="35974"/>
                </a:lnTo>
                <a:lnTo>
                  <a:pt x="1258428" y="35990"/>
                </a:lnTo>
                <a:lnTo>
                  <a:pt x="1257990" y="36017"/>
                </a:lnTo>
                <a:lnTo>
                  <a:pt x="1257548" y="36056"/>
                </a:lnTo>
                <a:lnTo>
                  <a:pt x="1257105" y="36111"/>
                </a:lnTo>
                <a:lnTo>
                  <a:pt x="1256664" y="36184"/>
                </a:lnTo>
                <a:lnTo>
                  <a:pt x="1256228" y="36278"/>
                </a:lnTo>
                <a:lnTo>
                  <a:pt x="1255799" y="36395"/>
                </a:lnTo>
                <a:lnTo>
                  <a:pt x="1255381" y="36538"/>
                </a:lnTo>
                <a:lnTo>
                  <a:pt x="1254976" y="36710"/>
                </a:lnTo>
                <a:lnTo>
                  <a:pt x="1254586" y="36913"/>
                </a:lnTo>
                <a:lnTo>
                  <a:pt x="1254216" y="37149"/>
                </a:lnTo>
                <a:lnTo>
                  <a:pt x="1253868" y="37422"/>
                </a:lnTo>
                <a:lnTo>
                  <a:pt x="1253544" y="37734"/>
                </a:lnTo>
                <a:lnTo>
                  <a:pt x="1253248" y="38087"/>
                </a:lnTo>
                <a:lnTo>
                  <a:pt x="1252982" y="38485"/>
                </a:lnTo>
                <a:lnTo>
                  <a:pt x="1252749" y="38929"/>
                </a:lnTo>
                <a:lnTo>
                  <a:pt x="1252552" y="39422"/>
                </a:lnTo>
                <a:lnTo>
                  <a:pt x="1252394" y="39968"/>
                </a:lnTo>
                <a:lnTo>
                  <a:pt x="1252277" y="40567"/>
                </a:lnTo>
                <a:lnTo>
                  <a:pt x="1252205" y="41224"/>
                </a:lnTo>
                <a:lnTo>
                  <a:pt x="1252180" y="41941"/>
                </a:lnTo>
                <a:lnTo>
                  <a:pt x="1252206" y="42634"/>
                </a:lnTo>
                <a:lnTo>
                  <a:pt x="1252281" y="43270"/>
                </a:lnTo>
                <a:lnTo>
                  <a:pt x="1252401" y="43850"/>
                </a:lnTo>
                <a:lnTo>
                  <a:pt x="1252564" y="44378"/>
                </a:lnTo>
                <a:lnTo>
                  <a:pt x="1252767" y="44855"/>
                </a:lnTo>
                <a:lnTo>
                  <a:pt x="1253006" y="45285"/>
                </a:lnTo>
                <a:lnTo>
                  <a:pt x="1253278" y="45669"/>
                </a:lnTo>
                <a:lnTo>
                  <a:pt x="1253580" y="46011"/>
                </a:lnTo>
                <a:lnTo>
                  <a:pt x="1253909" y="46313"/>
                </a:lnTo>
                <a:lnTo>
                  <a:pt x="1254261" y="46577"/>
                </a:lnTo>
                <a:lnTo>
                  <a:pt x="1254634" y="46806"/>
                </a:lnTo>
                <a:lnTo>
                  <a:pt x="1255024" y="47002"/>
                </a:lnTo>
                <a:lnTo>
                  <a:pt x="1255428" y="47168"/>
                </a:lnTo>
                <a:lnTo>
                  <a:pt x="1255843" y="47306"/>
                </a:lnTo>
                <a:lnTo>
                  <a:pt x="1256266" y="47420"/>
                </a:lnTo>
                <a:lnTo>
                  <a:pt x="1256693" y="47511"/>
                </a:lnTo>
                <a:lnTo>
                  <a:pt x="1257121" y="47581"/>
                </a:lnTo>
                <a:lnTo>
                  <a:pt x="1257548" y="47634"/>
                </a:lnTo>
                <a:lnTo>
                  <a:pt x="1257970" y="47673"/>
                </a:lnTo>
                <a:lnTo>
                  <a:pt x="1258383" y="47698"/>
                </a:lnTo>
                <a:lnTo>
                  <a:pt x="1258785" y="47714"/>
                </a:lnTo>
                <a:lnTo>
                  <a:pt x="1259172" y="47721"/>
                </a:lnTo>
                <a:lnTo>
                  <a:pt x="1259542" y="47724"/>
                </a:lnTo>
                <a:lnTo>
                  <a:pt x="1259891" y="47725"/>
                </a:lnTo>
                <a:lnTo>
                  <a:pt x="1268566" y="47725"/>
                </a:lnTo>
                <a:lnTo>
                  <a:pt x="1268566" y="88748"/>
                </a:lnTo>
                <a:lnTo>
                  <a:pt x="1268487" y="90834"/>
                </a:lnTo>
                <a:lnTo>
                  <a:pt x="1268255" y="92770"/>
                </a:lnTo>
                <a:lnTo>
                  <a:pt x="1267883" y="94561"/>
                </a:lnTo>
                <a:lnTo>
                  <a:pt x="1267381" y="96212"/>
                </a:lnTo>
                <a:lnTo>
                  <a:pt x="1266760" y="97728"/>
                </a:lnTo>
                <a:lnTo>
                  <a:pt x="1266030" y="99116"/>
                </a:lnTo>
                <a:lnTo>
                  <a:pt x="1265203" y="100381"/>
                </a:lnTo>
                <a:lnTo>
                  <a:pt x="1264289" y="101528"/>
                </a:lnTo>
                <a:lnTo>
                  <a:pt x="1263300" y="102563"/>
                </a:lnTo>
                <a:lnTo>
                  <a:pt x="1262246" y="103491"/>
                </a:lnTo>
                <a:lnTo>
                  <a:pt x="1261138" y="104318"/>
                </a:lnTo>
                <a:lnTo>
                  <a:pt x="1259988" y="105049"/>
                </a:lnTo>
                <a:lnTo>
                  <a:pt x="1258805" y="105690"/>
                </a:lnTo>
                <a:lnTo>
                  <a:pt x="1257600" y="106247"/>
                </a:lnTo>
                <a:lnTo>
                  <a:pt x="1256386" y="106724"/>
                </a:lnTo>
                <a:lnTo>
                  <a:pt x="1255172" y="107128"/>
                </a:lnTo>
                <a:lnTo>
                  <a:pt x="1253969" y="107464"/>
                </a:lnTo>
                <a:lnTo>
                  <a:pt x="1252789" y="107737"/>
                </a:lnTo>
                <a:lnTo>
                  <a:pt x="1251641" y="107952"/>
                </a:lnTo>
                <a:lnTo>
                  <a:pt x="1250538" y="108117"/>
                </a:lnTo>
                <a:lnTo>
                  <a:pt x="1249490" y="108235"/>
                </a:lnTo>
                <a:lnTo>
                  <a:pt x="1248507" y="108312"/>
                </a:lnTo>
                <a:lnTo>
                  <a:pt x="1247601" y="108355"/>
                </a:lnTo>
                <a:lnTo>
                  <a:pt x="1246782" y="108368"/>
                </a:lnTo>
                <a:lnTo>
                  <a:pt x="1244957" y="108335"/>
                </a:lnTo>
                <a:lnTo>
                  <a:pt x="1243283" y="108239"/>
                </a:lnTo>
                <a:lnTo>
                  <a:pt x="1241754" y="108083"/>
                </a:lnTo>
                <a:lnTo>
                  <a:pt x="1240365" y="107869"/>
                </a:lnTo>
                <a:lnTo>
                  <a:pt x="1239108" y="107600"/>
                </a:lnTo>
                <a:lnTo>
                  <a:pt x="1237976" y="107279"/>
                </a:lnTo>
                <a:lnTo>
                  <a:pt x="1236963" y="106909"/>
                </a:lnTo>
                <a:lnTo>
                  <a:pt x="1236063" y="106492"/>
                </a:lnTo>
                <a:lnTo>
                  <a:pt x="1235269" y="106032"/>
                </a:lnTo>
                <a:lnTo>
                  <a:pt x="1234573" y="105532"/>
                </a:lnTo>
                <a:lnTo>
                  <a:pt x="1233971" y="104994"/>
                </a:lnTo>
                <a:lnTo>
                  <a:pt x="1233454" y="104420"/>
                </a:lnTo>
                <a:lnTo>
                  <a:pt x="1233016" y="103815"/>
                </a:lnTo>
                <a:lnTo>
                  <a:pt x="1232652" y="103181"/>
                </a:lnTo>
                <a:lnTo>
                  <a:pt x="1232353" y="102520"/>
                </a:lnTo>
                <a:lnTo>
                  <a:pt x="1232114" y="101835"/>
                </a:lnTo>
                <a:lnTo>
                  <a:pt x="1231928" y="101130"/>
                </a:lnTo>
                <a:lnTo>
                  <a:pt x="1231788" y="100407"/>
                </a:lnTo>
                <a:lnTo>
                  <a:pt x="1231688" y="99669"/>
                </a:lnTo>
                <a:lnTo>
                  <a:pt x="1231620" y="98919"/>
                </a:lnTo>
                <a:lnTo>
                  <a:pt x="1231580" y="98159"/>
                </a:lnTo>
                <a:lnTo>
                  <a:pt x="1231559" y="97393"/>
                </a:lnTo>
                <a:lnTo>
                  <a:pt x="1231551" y="96623"/>
                </a:lnTo>
                <a:lnTo>
                  <a:pt x="1231550" y="95853"/>
                </a:lnTo>
                <a:lnTo>
                  <a:pt x="1231550" y="43868"/>
                </a:lnTo>
                <a:lnTo>
                  <a:pt x="1231544" y="43142"/>
                </a:lnTo>
                <a:lnTo>
                  <a:pt x="1231523" y="42457"/>
                </a:lnTo>
                <a:lnTo>
                  <a:pt x="1231487" y="41813"/>
                </a:lnTo>
                <a:lnTo>
                  <a:pt x="1231434" y="41208"/>
                </a:lnTo>
                <a:lnTo>
                  <a:pt x="1231361" y="40641"/>
                </a:lnTo>
                <a:lnTo>
                  <a:pt x="1231267" y="40112"/>
                </a:lnTo>
                <a:lnTo>
                  <a:pt x="1231150" y="39619"/>
                </a:lnTo>
                <a:lnTo>
                  <a:pt x="1231007" y="39163"/>
                </a:lnTo>
                <a:lnTo>
                  <a:pt x="1230838" y="38741"/>
                </a:lnTo>
                <a:lnTo>
                  <a:pt x="1230641" y="38353"/>
                </a:lnTo>
                <a:lnTo>
                  <a:pt x="1230413" y="37998"/>
                </a:lnTo>
                <a:lnTo>
                  <a:pt x="1230153" y="37675"/>
                </a:lnTo>
                <a:lnTo>
                  <a:pt x="1229858" y="37383"/>
                </a:lnTo>
                <a:lnTo>
                  <a:pt x="1229528" y="37121"/>
                </a:lnTo>
                <a:lnTo>
                  <a:pt x="1229159" y="36889"/>
                </a:lnTo>
                <a:lnTo>
                  <a:pt x="1228751" y="36684"/>
                </a:lnTo>
                <a:lnTo>
                  <a:pt x="1228302" y="36508"/>
                </a:lnTo>
                <a:lnTo>
                  <a:pt x="1227809" y="36358"/>
                </a:lnTo>
                <a:lnTo>
                  <a:pt x="1227271" y="36233"/>
                </a:lnTo>
                <a:lnTo>
                  <a:pt x="1226686" y="36133"/>
                </a:lnTo>
                <a:lnTo>
                  <a:pt x="1226053" y="36057"/>
                </a:lnTo>
                <a:lnTo>
                  <a:pt x="1225368" y="36004"/>
                </a:lnTo>
                <a:lnTo>
                  <a:pt x="1224631" y="35973"/>
                </a:lnTo>
                <a:lnTo>
                  <a:pt x="1223839" y="35963"/>
                </a:lnTo>
                <a:lnTo>
                  <a:pt x="1209766" y="35963"/>
                </a:lnTo>
                <a:lnTo>
                  <a:pt x="1209372" y="35963"/>
                </a:lnTo>
                <a:lnTo>
                  <a:pt x="1208962" y="35966"/>
                </a:lnTo>
                <a:lnTo>
                  <a:pt x="1208540" y="35974"/>
                </a:lnTo>
                <a:lnTo>
                  <a:pt x="1208109" y="35990"/>
                </a:lnTo>
                <a:lnTo>
                  <a:pt x="1207671" y="36017"/>
                </a:lnTo>
                <a:lnTo>
                  <a:pt x="1207229" y="36056"/>
                </a:lnTo>
                <a:lnTo>
                  <a:pt x="1206786" y="36111"/>
                </a:lnTo>
                <a:lnTo>
                  <a:pt x="1206345" y="36184"/>
                </a:lnTo>
                <a:lnTo>
                  <a:pt x="1205909" y="36278"/>
                </a:lnTo>
                <a:lnTo>
                  <a:pt x="1205480" y="36395"/>
                </a:lnTo>
                <a:lnTo>
                  <a:pt x="1205062" y="36538"/>
                </a:lnTo>
                <a:lnTo>
                  <a:pt x="1204657" y="36710"/>
                </a:lnTo>
                <a:lnTo>
                  <a:pt x="1204267" y="36913"/>
                </a:lnTo>
                <a:lnTo>
                  <a:pt x="1203897" y="37149"/>
                </a:lnTo>
                <a:lnTo>
                  <a:pt x="1203549" y="37422"/>
                </a:lnTo>
                <a:lnTo>
                  <a:pt x="1203225" y="37734"/>
                </a:lnTo>
                <a:lnTo>
                  <a:pt x="1202929" y="38087"/>
                </a:lnTo>
                <a:lnTo>
                  <a:pt x="1202663" y="38485"/>
                </a:lnTo>
                <a:lnTo>
                  <a:pt x="1202430" y="38929"/>
                </a:lnTo>
                <a:lnTo>
                  <a:pt x="1202233" y="39422"/>
                </a:lnTo>
                <a:lnTo>
                  <a:pt x="1202075" y="39968"/>
                </a:lnTo>
                <a:lnTo>
                  <a:pt x="1201958" y="40567"/>
                </a:lnTo>
                <a:lnTo>
                  <a:pt x="1201886" y="41224"/>
                </a:lnTo>
                <a:lnTo>
                  <a:pt x="1201862" y="41941"/>
                </a:lnTo>
                <a:lnTo>
                  <a:pt x="1201887" y="42634"/>
                </a:lnTo>
                <a:lnTo>
                  <a:pt x="1201962" y="43270"/>
                </a:lnTo>
                <a:lnTo>
                  <a:pt x="1202082" y="43850"/>
                </a:lnTo>
                <a:lnTo>
                  <a:pt x="1202245" y="44378"/>
                </a:lnTo>
                <a:lnTo>
                  <a:pt x="1202448" y="44855"/>
                </a:lnTo>
                <a:lnTo>
                  <a:pt x="1202687" y="45285"/>
                </a:lnTo>
                <a:lnTo>
                  <a:pt x="1202959" y="45669"/>
                </a:lnTo>
                <a:lnTo>
                  <a:pt x="1203261" y="46011"/>
                </a:lnTo>
                <a:lnTo>
                  <a:pt x="1203590" y="46313"/>
                </a:lnTo>
                <a:lnTo>
                  <a:pt x="1203942" y="46577"/>
                </a:lnTo>
                <a:lnTo>
                  <a:pt x="1204315" y="46806"/>
                </a:lnTo>
                <a:lnTo>
                  <a:pt x="1204705" y="47002"/>
                </a:lnTo>
                <a:lnTo>
                  <a:pt x="1205109" y="47168"/>
                </a:lnTo>
                <a:lnTo>
                  <a:pt x="1205524" y="47306"/>
                </a:lnTo>
                <a:lnTo>
                  <a:pt x="1205947" y="47420"/>
                </a:lnTo>
                <a:lnTo>
                  <a:pt x="1206374" y="47511"/>
                </a:lnTo>
                <a:lnTo>
                  <a:pt x="1206802" y="47581"/>
                </a:lnTo>
                <a:lnTo>
                  <a:pt x="1207229" y="47634"/>
                </a:lnTo>
                <a:lnTo>
                  <a:pt x="1207651" y="47673"/>
                </a:lnTo>
                <a:lnTo>
                  <a:pt x="1208064" y="47698"/>
                </a:lnTo>
                <a:lnTo>
                  <a:pt x="1208466" y="47714"/>
                </a:lnTo>
                <a:lnTo>
                  <a:pt x="1208853" y="47721"/>
                </a:lnTo>
                <a:lnTo>
                  <a:pt x="1209223" y="47724"/>
                </a:lnTo>
                <a:lnTo>
                  <a:pt x="1209572" y="47725"/>
                </a:lnTo>
                <a:lnTo>
                  <a:pt x="1218250" y="47725"/>
                </a:lnTo>
                <a:lnTo>
                  <a:pt x="1218250" y="97009"/>
                </a:lnTo>
                <a:lnTo>
                  <a:pt x="1218318" y="99249"/>
                </a:lnTo>
                <a:lnTo>
                  <a:pt x="1218520" y="101349"/>
                </a:lnTo>
                <a:lnTo>
                  <a:pt x="1218849" y="103312"/>
                </a:lnTo>
                <a:lnTo>
                  <a:pt x="1219300" y="105143"/>
                </a:lnTo>
                <a:lnTo>
                  <a:pt x="1219869" y="106845"/>
                </a:lnTo>
                <a:lnTo>
                  <a:pt x="1220548" y="108423"/>
                </a:lnTo>
                <a:lnTo>
                  <a:pt x="1221334" y="109880"/>
                </a:lnTo>
                <a:lnTo>
                  <a:pt x="1222220" y="111222"/>
                </a:lnTo>
                <a:lnTo>
                  <a:pt x="1223201" y="112451"/>
                </a:lnTo>
                <a:lnTo>
                  <a:pt x="1224271" y="113571"/>
                </a:lnTo>
                <a:lnTo>
                  <a:pt x="1225426" y="114587"/>
                </a:lnTo>
                <a:lnTo>
                  <a:pt x="1226660" y="115503"/>
                </a:lnTo>
                <a:lnTo>
                  <a:pt x="1227966" y="116322"/>
                </a:lnTo>
                <a:lnTo>
                  <a:pt x="1229341" y="117050"/>
                </a:lnTo>
                <a:lnTo>
                  <a:pt x="1230778" y="117688"/>
                </a:lnTo>
                <a:lnTo>
                  <a:pt x="1232273" y="118243"/>
                </a:lnTo>
                <a:lnTo>
                  <a:pt x="1233818" y="118717"/>
                </a:lnTo>
                <a:lnTo>
                  <a:pt x="1235410" y="119115"/>
                </a:lnTo>
                <a:lnTo>
                  <a:pt x="1237043" y="119441"/>
                </a:lnTo>
                <a:lnTo>
                  <a:pt x="1238711" y="119699"/>
                </a:lnTo>
                <a:lnTo>
                  <a:pt x="1240408" y="119892"/>
                </a:lnTo>
                <a:lnTo>
                  <a:pt x="1242131" y="120025"/>
                </a:lnTo>
                <a:lnTo>
                  <a:pt x="1243872" y="120102"/>
                </a:lnTo>
                <a:lnTo>
                  <a:pt x="1245626" y="120127"/>
                </a:lnTo>
                <a:lnTo>
                  <a:pt x="1246614" y="120117"/>
                </a:lnTo>
                <a:lnTo>
                  <a:pt x="1247602" y="120086"/>
                </a:lnTo>
                <a:lnTo>
                  <a:pt x="1248589" y="120034"/>
                </a:lnTo>
                <a:lnTo>
                  <a:pt x="1249575" y="119959"/>
                </a:lnTo>
                <a:lnTo>
                  <a:pt x="1250560" y="119862"/>
                </a:lnTo>
                <a:lnTo>
                  <a:pt x="1251543" y="119742"/>
                </a:lnTo>
                <a:lnTo>
                  <a:pt x="1252524" y="119597"/>
                </a:lnTo>
                <a:lnTo>
                  <a:pt x="1253502" y="119427"/>
                </a:lnTo>
                <a:lnTo>
                  <a:pt x="1254478" y="119233"/>
                </a:lnTo>
                <a:lnTo>
                  <a:pt x="1255451" y="119012"/>
                </a:lnTo>
                <a:lnTo>
                  <a:pt x="1256420" y="118764"/>
                </a:lnTo>
                <a:lnTo>
                  <a:pt x="1257386" y="118489"/>
                </a:lnTo>
                <a:lnTo>
                  <a:pt x="1258348" y="118185"/>
                </a:lnTo>
                <a:lnTo>
                  <a:pt x="1259306" y="117853"/>
                </a:lnTo>
                <a:lnTo>
                  <a:pt x="1260258" y="117492"/>
                </a:lnTo>
                <a:lnTo>
                  <a:pt x="1261206" y="117100"/>
                </a:lnTo>
                <a:lnTo>
                  <a:pt x="1262148" y="116677"/>
                </a:lnTo>
                <a:lnTo>
                  <a:pt x="1263085" y="116224"/>
                </a:lnTo>
                <a:lnTo>
                  <a:pt x="1264016" y="115737"/>
                </a:lnTo>
                <a:lnTo>
                  <a:pt x="1264940" y="115219"/>
                </a:lnTo>
                <a:lnTo>
                  <a:pt x="1265857" y="114666"/>
                </a:lnTo>
                <a:lnTo>
                  <a:pt x="1266768" y="114080"/>
                </a:lnTo>
                <a:lnTo>
                  <a:pt x="1267671" y="113458"/>
                </a:lnTo>
                <a:lnTo>
                  <a:pt x="1268566" y="112801"/>
                </a:lnTo>
                <a:lnTo>
                  <a:pt x="1268610" y="113544"/>
                </a:lnTo>
                <a:lnTo>
                  <a:pt x="1268692" y="114225"/>
                </a:lnTo>
                <a:lnTo>
                  <a:pt x="1268811" y="114847"/>
                </a:lnTo>
                <a:lnTo>
                  <a:pt x="1268964" y="115412"/>
                </a:lnTo>
                <a:lnTo>
                  <a:pt x="1269149" y="115923"/>
                </a:lnTo>
                <a:lnTo>
                  <a:pt x="1269365" y="116383"/>
                </a:lnTo>
                <a:lnTo>
                  <a:pt x="1269610" y="116795"/>
                </a:lnTo>
                <a:lnTo>
                  <a:pt x="1269881" y="117161"/>
                </a:lnTo>
                <a:lnTo>
                  <a:pt x="1270177" y="117485"/>
                </a:lnTo>
                <a:lnTo>
                  <a:pt x="1270496" y="117767"/>
                </a:lnTo>
                <a:lnTo>
                  <a:pt x="1270835" y="118013"/>
                </a:lnTo>
                <a:lnTo>
                  <a:pt x="1271194" y="118223"/>
                </a:lnTo>
                <a:lnTo>
                  <a:pt x="1271570" y="118401"/>
                </a:lnTo>
                <a:lnTo>
                  <a:pt x="1271961" y="118549"/>
                </a:lnTo>
                <a:lnTo>
                  <a:pt x="1272365" y="118670"/>
                </a:lnTo>
                <a:lnTo>
                  <a:pt x="1272780" y="118768"/>
                </a:lnTo>
                <a:lnTo>
                  <a:pt x="1273205" y="118844"/>
                </a:lnTo>
                <a:lnTo>
                  <a:pt x="1273637" y="118900"/>
                </a:lnTo>
                <a:lnTo>
                  <a:pt x="1274075" y="118941"/>
                </a:lnTo>
                <a:lnTo>
                  <a:pt x="1274516" y="118969"/>
                </a:lnTo>
                <a:lnTo>
                  <a:pt x="1274959" y="118985"/>
                </a:lnTo>
                <a:lnTo>
                  <a:pt x="1275402" y="118994"/>
                </a:lnTo>
                <a:lnTo>
                  <a:pt x="1275843" y="118997"/>
                </a:lnTo>
                <a:lnTo>
                  <a:pt x="1276279" y="118997"/>
                </a:lnTo>
                <a:lnTo>
                  <a:pt x="1290353" y="118997"/>
                </a:lnTo>
                <a:lnTo>
                  <a:pt x="1290747" y="118997"/>
                </a:lnTo>
                <a:lnTo>
                  <a:pt x="1291157" y="118994"/>
                </a:lnTo>
                <a:lnTo>
                  <a:pt x="1291579" y="118986"/>
                </a:lnTo>
                <a:lnTo>
                  <a:pt x="1292010" y="118970"/>
                </a:lnTo>
                <a:lnTo>
                  <a:pt x="1292448" y="118943"/>
                </a:lnTo>
                <a:lnTo>
                  <a:pt x="1292890" y="118904"/>
                </a:lnTo>
                <a:lnTo>
                  <a:pt x="1293333" y="118849"/>
                </a:lnTo>
                <a:lnTo>
                  <a:pt x="1293774" y="118776"/>
                </a:lnTo>
                <a:lnTo>
                  <a:pt x="1294210" y="118682"/>
                </a:lnTo>
                <a:lnTo>
                  <a:pt x="1294639" y="118565"/>
                </a:lnTo>
                <a:lnTo>
                  <a:pt x="1295057" y="118422"/>
                </a:lnTo>
                <a:lnTo>
                  <a:pt x="1295462" y="118250"/>
                </a:lnTo>
                <a:lnTo>
                  <a:pt x="1295851" y="118048"/>
                </a:lnTo>
                <a:lnTo>
                  <a:pt x="1296222" y="117811"/>
                </a:lnTo>
                <a:lnTo>
                  <a:pt x="1296570" y="117538"/>
                </a:lnTo>
                <a:lnTo>
                  <a:pt x="1296894" y="117227"/>
                </a:lnTo>
                <a:lnTo>
                  <a:pt x="1297190" y="116874"/>
                </a:lnTo>
                <a:lnTo>
                  <a:pt x="1297456" y="116476"/>
                </a:lnTo>
                <a:lnTo>
                  <a:pt x="1297689" y="116033"/>
                </a:lnTo>
                <a:lnTo>
                  <a:pt x="1297886" y="115539"/>
                </a:lnTo>
                <a:lnTo>
                  <a:pt x="1298044" y="114994"/>
                </a:lnTo>
                <a:lnTo>
                  <a:pt x="1298161" y="114395"/>
                </a:lnTo>
                <a:lnTo>
                  <a:pt x="1298233" y="113738"/>
                </a:lnTo>
                <a:lnTo>
                  <a:pt x="1298257" y="113022"/>
                </a:lnTo>
                <a:lnTo>
                  <a:pt x="1298232" y="112329"/>
                </a:lnTo>
                <a:lnTo>
                  <a:pt x="1298157" y="111693"/>
                </a:lnTo>
                <a:lnTo>
                  <a:pt x="1298037" y="111113"/>
                </a:lnTo>
                <a:lnTo>
                  <a:pt x="1297874" y="110585"/>
                </a:lnTo>
                <a:lnTo>
                  <a:pt x="1297671" y="110108"/>
                </a:lnTo>
                <a:lnTo>
                  <a:pt x="1297432" y="109678"/>
                </a:lnTo>
                <a:close/>
                <a:moveTo>
                  <a:pt x="2005940" y="109678"/>
                </a:moveTo>
                <a:lnTo>
                  <a:pt x="2005668" y="109294"/>
                </a:lnTo>
                <a:lnTo>
                  <a:pt x="2005366" y="108952"/>
                </a:lnTo>
                <a:lnTo>
                  <a:pt x="2005037" y="108650"/>
                </a:lnTo>
                <a:lnTo>
                  <a:pt x="2004685" y="108386"/>
                </a:lnTo>
                <a:lnTo>
                  <a:pt x="2004312" y="108157"/>
                </a:lnTo>
                <a:lnTo>
                  <a:pt x="2003922" y="107961"/>
                </a:lnTo>
                <a:lnTo>
                  <a:pt x="2003518" y="107795"/>
                </a:lnTo>
                <a:lnTo>
                  <a:pt x="2003103" y="107657"/>
                </a:lnTo>
                <a:lnTo>
                  <a:pt x="2002680" y="107543"/>
                </a:lnTo>
                <a:lnTo>
                  <a:pt x="2002253" y="107452"/>
                </a:lnTo>
                <a:lnTo>
                  <a:pt x="2001824" y="107382"/>
                </a:lnTo>
                <a:lnTo>
                  <a:pt x="2001398" y="107329"/>
                </a:lnTo>
                <a:lnTo>
                  <a:pt x="2000976" y="107290"/>
                </a:lnTo>
                <a:lnTo>
                  <a:pt x="2000563" y="107265"/>
                </a:lnTo>
                <a:lnTo>
                  <a:pt x="2000161" y="107249"/>
                </a:lnTo>
                <a:lnTo>
                  <a:pt x="1999773" y="107241"/>
                </a:lnTo>
                <a:lnTo>
                  <a:pt x="1999404" y="107239"/>
                </a:lnTo>
                <a:lnTo>
                  <a:pt x="1999055" y="107238"/>
                </a:lnTo>
                <a:lnTo>
                  <a:pt x="1990377" y="107238"/>
                </a:lnTo>
                <a:lnTo>
                  <a:pt x="1990377" y="43868"/>
                </a:lnTo>
                <a:lnTo>
                  <a:pt x="1990371" y="43142"/>
                </a:lnTo>
                <a:lnTo>
                  <a:pt x="1990350" y="42457"/>
                </a:lnTo>
                <a:lnTo>
                  <a:pt x="1990314" y="41813"/>
                </a:lnTo>
                <a:lnTo>
                  <a:pt x="1990261" y="41208"/>
                </a:lnTo>
                <a:lnTo>
                  <a:pt x="1990188" y="40641"/>
                </a:lnTo>
                <a:lnTo>
                  <a:pt x="1990094" y="40112"/>
                </a:lnTo>
                <a:lnTo>
                  <a:pt x="1989977" y="39619"/>
                </a:lnTo>
                <a:lnTo>
                  <a:pt x="1989834" y="39163"/>
                </a:lnTo>
                <a:lnTo>
                  <a:pt x="1989665" y="38741"/>
                </a:lnTo>
                <a:lnTo>
                  <a:pt x="1989468" y="38353"/>
                </a:lnTo>
                <a:lnTo>
                  <a:pt x="1989240" y="37998"/>
                </a:lnTo>
                <a:lnTo>
                  <a:pt x="1988979" y="37675"/>
                </a:lnTo>
                <a:lnTo>
                  <a:pt x="1988685" y="37383"/>
                </a:lnTo>
                <a:lnTo>
                  <a:pt x="1988355" y="37121"/>
                </a:lnTo>
                <a:lnTo>
                  <a:pt x="1987986" y="36889"/>
                </a:lnTo>
                <a:lnTo>
                  <a:pt x="1987578" y="36684"/>
                </a:lnTo>
                <a:lnTo>
                  <a:pt x="1987129" y="36508"/>
                </a:lnTo>
                <a:lnTo>
                  <a:pt x="1986636" y="36358"/>
                </a:lnTo>
                <a:lnTo>
                  <a:pt x="1986098" y="36233"/>
                </a:lnTo>
                <a:lnTo>
                  <a:pt x="1985513" y="36133"/>
                </a:lnTo>
                <a:lnTo>
                  <a:pt x="1984880" y="36057"/>
                </a:lnTo>
                <a:lnTo>
                  <a:pt x="1984195" y="36004"/>
                </a:lnTo>
                <a:lnTo>
                  <a:pt x="1983458" y="35973"/>
                </a:lnTo>
                <a:lnTo>
                  <a:pt x="1982666" y="35963"/>
                </a:lnTo>
                <a:lnTo>
                  <a:pt x="1968593" y="35963"/>
                </a:lnTo>
                <a:lnTo>
                  <a:pt x="1968199" y="35963"/>
                </a:lnTo>
                <a:lnTo>
                  <a:pt x="1967789" y="35966"/>
                </a:lnTo>
                <a:lnTo>
                  <a:pt x="1967367" y="35974"/>
                </a:lnTo>
                <a:lnTo>
                  <a:pt x="1966936" y="35990"/>
                </a:lnTo>
                <a:lnTo>
                  <a:pt x="1966498" y="36017"/>
                </a:lnTo>
                <a:lnTo>
                  <a:pt x="1966056" y="36056"/>
                </a:lnTo>
                <a:lnTo>
                  <a:pt x="1965613" y="36111"/>
                </a:lnTo>
                <a:lnTo>
                  <a:pt x="1965172" y="36184"/>
                </a:lnTo>
                <a:lnTo>
                  <a:pt x="1964736" y="36278"/>
                </a:lnTo>
                <a:lnTo>
                  <a:pt x="1964307" y="36395"/>
                </a:lnTo>
                <a:lnTo>
                  <a:pt x="1963889" y="36538"/>
                </a:lnTo>
                <a:lnTo>
                  <a:pt x="1963484" y="36710"/>
                </a:lnTo>
                <a:lnTo>
                  <a:pt x="1963094" y="36913"/>
                </a:lnTo>
                <a:lnTo>
                  <a:pt x="1962724" y="37149"/>
                </a:lnTo>
                <a:lnTo>
                  <a:pt x="1962376" y="37422"/>
                </a:lnTo>
                <a:lnTo>
                  <a:pt x="1962052" y="37734"/>
                </a:lnTo>
                <a:lnTo>
                  <a:pt x="1961756" y="38087"/>
                </a:lnTo>
                <a:lnTo>
                  <a:pt x="1961490" y="38485"/>
                </a:lnTo>
                <a:lnTo>
                  <a:pt x="1961257" y="38929"/>
                </a:lnTo>
                <a:lnTo>
                  <a:pt x="1961060" y="39422"/>
                </a:lnTo>
                <a:lnTo>
                  <a:pt x="1960902" y="39968"/>
                </a:lnTo>
                <a:lnTo>
                  <a:pt x="1960785" y="40567"/>
                </a:lnTo>
                <a:lnTo>
                  <a:pt x="1960713" y="41224"/>
                </a:lnTo>
                <a:lnTo>
                  <a:pt x="1960688" y="41941"/>
                </a:lnTo>
                <a:lnTo>
                  <a:pt x="1960714" y="42634"/>
                </a:lnTo>
                <a:lnTo>
                  <a:pt x="1960789" y="43270"/>
                </a:lnTo>
                <a:lnTo>
                  <a:pt x="1960909" y="43850"/>
                </a:lnTo>
                <a:lnTo>
                  <a:pt x="1961072" y="44378"/>
                </a:lnTo>
                <a:lnTo>
                  <a:pt x="1961275" y="44855"/>
                </a:lnTo>
                <a:lnTo>
                  <a:pt x="1961514" y="45285"/>
                </a:lnTo>
                <a:lnTo>
                  <a:pt x="1961786" y="45669"/>
                </a:lnTo>
                <a:lnTo>
                  <a:pt x="1962088" y="46011"/>
                </a:lnTo>
                <a:lnTo>
                  <a:pt x="1962417" y="46313"/>
                </a:lnTo>
                <a:lnTo>
                  <a:pt x="1962769" y="46577"/>
                </a:lnTo>
                <a:lnTo>
                  <a:pt x="1963142" y="46806"/>
                </a:lnTo>
                <a:lnTo>
                  <a:pt x="1963532" y="47002"/>
                </a:lnTo>
                <a:lnTo>
                  <a:pt x="1963936" y="47168"/>
                </a:lnTo>
                <a:lnTo>
                  <a:pt x="1964351" y="47306"/>
                </a:lnTo>
                <a:lnTo>
                  <a:pt x="1964774" y="47420"/>
                </a:lnTo>
                <a:lnTo>
                  <a:pt x="1965201" y="47511"/>
                </a:lnTo>
                <a:lnTo>
                  <a:pt x="1965629" y="47581"/>
                </a:lnTo>
                <a:lnTo>
                  <a:pt x="1966056" y="47634"/>
                </a:lnTo>
                <a:lnTo>
                  <a:pt x="1966478" y="47673"/>
                </a:lnTo>
                <a:lnTo>
                  <a:pt x="1966891" y="47698"/>
                </a:lnTo>
                <a:lnTo>
                  <a:pt x="1967293" y="47714"/>
                </a:lnTo>
                <a:lnTo>
                  <a:pt x="1967680" y="47721"/>
                </a:lnTo>
                <a:lnTo>
                  <a:pt x="1968050" y="47724"/>
                </a:lnTo>
                <a:lnTo>
                  <a:pt x="1968399" y="47725"/>
                </a:lnTo>
                <a:lnTo>
                  <a:pt x="1977074" y="47725"/>
                </a:lnTo>
                <a:lnTo>
                  <a:pt x="1977074" y="88748"/>
                </a:lnTo>
                <a:lnTo>
                  <a:pt x="1976995" y="90834"/>
                </a:lnTo>
                <a:lnTo>
                  <a:pt x="1976763" y="92770"/>
                </a:lnTo>
                <a:lnTo>
                  <a:pt x="1976391" y="94561"/>
                </a:lnTo>
                <a:lnTo>
                  <a:pt x="1975889" y="96212"/>
                </a:lnTo>
                <a:lnTo>
                  <a:pt x="1975268" y="97728"/>
                </a:lnTo>
                <a:lnTo>
                  <a:pt x="1974538" y="99116"/>
                </a:lnTo>
                <a:lnTo>
                  <a:pt x="1973711" y="100381"/>
                </a:lnTo>
                <a:lnTo>
                  <a:pt x="1972797" y="101528"/>
                </a:lnTo>
                <a:lnTo>
                  <a:pt x="1971808" y="102563"/>
                </a:lnTo>
                <a:lnTo>
                  <a:pt x="1970754" y="103491"/>
                </a:lnTo>
                <a:lnTo>
                  <a:pt x="1969646" y="104318"/>
                </a:lnTo>
                <a:lnTo>
                  <a:pt x="1968496" y="105049"/>
                </a:lnTo>
                <a:lnTo>
                  <a:pt x="1967313" y="105690"/>
                </a:lnTo>
                <a:lnTo>
                  <a:pt x="1966108" y="106247"/>
                </a:lnTo>
                <a:lnTo>
                  <a:pt x="1964894" y="106724"/>
                </a:lnTo>
                <a:lnTo>
                  <a:pt x="1963680" y="107128"/>
                </a:lnTo>
                <a:lnTo>
                  <a:pt x="1962477" y="107464"/>
                </a:lnTo>
                <a:lnTo>
                  <a:pt x="1961297" y="107737"/>
                </a:lnTo>
                <a:lnTo>
                  <a:pt x="1960149" y="107952"/>
                </a:lnTo>
                <a:lnTo>
                  <a:pt x="1959046" y="108117"/>
                </a:lnTo>
                <a:lnTo>
                  <a:pt x="1957998" y="108235"/>
                </a:lnTo>
                <a:lnTo>
                  <a:pt x="1957015" y="108312"/>
                </a:lnTo>
                <a:lnTo>
                  <a:pt x="1956109" y="108355"/>
                </a:lnTo>
                <a:lnTo>
                  <a:pt x="1955290" y="108368"/>
                </a:lnTo>
                <a:lnTo>
                  <a:pt x="1953465" y="108335"/>
                </a:lnTo>
                <a:lnTo>
                  <a:pt x="1951791" y="108239"/>
                </a:lnTo>
                <a:lnTo>
                  <a:pt x="1950262" y="108083"/>
                </a:lnTo>
                <a:lnTo>
                  <a:pt x="1948873" y="107869"/>
                </a:lnTo>
                <a:lnTo>
                  <a:pt x="1947616" y="107600"/>
                </a:lnTo>
                <a:lnTo>
                  <a:pt x="1946484" y="107279"/>
                </a:lnTo>
                <a:lnTo>
                  <a:pt x="1945471" y="106909"/>
                </a:lnTo>
                <a:lnTo>
                  <a:pt x="1944571" y="106492"/>
                </a:lnTo>
                <a:lnTo>
                  <a:pt x="1943777" y="106032"/>
                </a:lnTo>
                <a:lnTo>
                  <a:pt x="1943081" y="105532"/>
                </a:lnTo>
                <a:lnTo>
                  <a:pt x="1942479" y="104994"/>
                </a:lnTo>
                <a:lnTo>
                  <a:pt x="1941962" y="104420"/>
                </a:lnTo>
                <a:lnTo>
                  <a:pt x="1941524" y="103815"/>
                </a:lnTo>
                <a:lnTo>
                  <a:pt x="1941160" y="103181"/>
                </a:lnTo>
                <a:lnTo>
                  <a:pt x="1940861" y="102520"/>
                </a:lnTo>
                <a:lnTo>
                  <a:pt x="1940622" y="101835"/>
                </a:lnTo>
                <a:lnTo>
                  <a:pt x="1940436" y="101130"/>
                </a:lnTo>
                <a:lnTo>
                  <a:pt x="1940296" y="100407"/>
                </a:lnTo>
                <a:lnTo>
                  <a:pt x="1940196" y="99669"/>
                </a:lnTo>
                <a:lnTo>
                  <a:pt x="1940128" y="98919"/>
                </a:lnTo>
                <a:lnTo>
                  <a:pt x="1940088" y="98159"/>
                </a:lnTo>
                <a:lnTo>
                  <a:pt x="1940067" y="97393"/>
                </a:lnTo>
                <a:lnTo>
                  <a:pt x="1940059" y="96623"/>
                </a:lnTo>
                <a:lnTo>
                  <a:pt x="1940058" y="95853"/>
                </a:lnTo>
                <a:lnTo>
                  <a:pt x="1940058" y="43868"/>
                </a:lnTo>
                <a:lnTo>
                  <a:pt x="1940052" y="43142"/>
                </a:lnTo>
                <a:lnTo>
                  <a:pt x="1940031" y="42457"/>
                </a:lnTo>
                <a:lnTo>
                  <a:pt x="1939995" y="41813"/>
                </a:lnTo>
                <a:lnTo>
                  <a:pt x="1939942" y="41208"/>
                </a:lnTo>
                <a:lnTo>
                  <a:pt x="1939869" y="40641"/>
                </a:lnTo>
                <a:lnTo>
                  <a:pt x="1939775" y="40112"/>
                </a:lnTo>
                <a:lnTo>
                  <a:pt x="1939658" y="39619"/>
                </a:lnTo>
                <a:lnTo>
                  <a:pt x="1939515" y="39163"/>
                </a:lnTo>
                <a:lnTo>
                  <a:pt x="1939346" y="38741"/>
                </a:lnTo>
                <a:lnTo>
                  <a:pt x="1939149" y="38353"/>
                </a:lnTo>
                <a:lnTo>
                  <a:pt x="1938921" y="37998"/>
                </a:lnTo>
                <a:lnTo>
                  <a:pt x="1938660" y="37675"/>
                </a:lnTo>
                <a:lnTo>
                  <a:pt x="1938366" y="37383"/>
                </a:lnTo>
                <a:lnTo>
                  <a:pt x="1938036" y="37121"/>
                </a:lnTo>
                <a:lnTo>
                  <a:pt x="1937667" y="36889"/>
                </a:lnTo>
                <a:lnTo>
                  <a:pt x="1937259" y="36684"/>
                </a:lnTo>
                <a:lnTo>
                  <a:pt x="1936810" y="36508"/>
                </a:lnTo>
                <a:lnTo>
                  <a:pt x="1936317" y="36358"/>
                </a:lnTo>
                <a:lnTo>
                  <a:pt x="1935779" y="36233"/>
                </a:lnTo>
                <a:lnTo>
                  <a:pt x="1935194" y="36133"/>
                </a:lnTo>
                <a:lnTo>
                  <a:pt x="1934561" y="36057"/>
                </a:lnTo>
                <a:lnTo>
                  <a:pt x="1933876" y="36004"/>
                </a:lnTo>
                <a:lnTo>
                  <a:pt x="1933139" y="35973"/>
                </a:lnTo>
                <a:lnTo>
                  <a:pt x="1932347" y="35963"/>
                </a:lnTo>
                <a:lnTo>
                  <a:pt x="1918274" y="35963"/>
                </a:lnTo>
                <a:lnTo>
                  <a:pt x="1917880" y="35963"/>
                </a:lnTo>
                <a:lnTo>
                  <a:pt x="1917470" y="35966"/>
                </a:lnTo>
                <a:lnTo>
                  <a:pt x="1917048" y="35974"/>
                </a:lnTo>
                <a:lnTo>
                  <a:pt x="1916617" y="35990"/>
                </a:lnTo>
                <a:lnTo>
                  <a:pt x="1916179" y="36017"/>
                </a:lnTo>
                <a:lnTo>
                  <a:pt x="1915737" y="36056"/>
                </a:lnTo>
                <a:lnTo>
                  <a:pt x="1915294" y="36111"/>
                </a:lnTo>
                <a:lnTo>
                  <a:pt x="1914853" y="36184"/>
                </a:lnTo>
                <a:lnTo>
                  <a:pt x="1914417" y="36278"/>
                </a:lnTo>
                <a:lnTo>
                  <a:pt x="1913988" y="36395"/>
                </a:lnTo>
                <a:lnTo>
                  <a:pt x="1913570" y="36538"/>
                </a:lnTo>
                <a:lnTo>
                  <a:pt x="1913165" y="36710"/>
                </a:lnTo>
                <a:lnTo>
                  <a:pt x="1912775" y="36913"/>
                </a:lnTo>
                <a:lnTo>
                  <a:pt x="1912405" y="37149"/>
                </a:lnTo>
                <a:lnTo>
                  <a:pt x="1912057" y="37422"/>
                </a:lnTo>
                <a:lnTo>
                  <a:pt x="1911733" y="37734"/>
                </a:lnTo>
                <a:lnTo>
                  <a:pt x="1911437" y="38087"/>
                </a:lnTo>
                <a:lnTo>
                  <a:pt x="1911171" y="38485"/>
                </a:lnTo>
                <a:lnTo>
                  <a:pt x="1910938" y="38929"/>
                </a:lnTo>
                <a:lnTo>
                  <a:pt x="1910741" y="39422"/>
                </a:lnTo>
                <a:lnTo>
                  <a:pt x="1910583" y="39968"/>
                </a:lnTo>
                <a:lnTo>
                  <a:pt x="1910466" y="40567"/>
                </a:lnTo>
                <a:lnTo>
                  <a:pt x="1910394" y="41224"/>
                </a:lnTo>
                <a:lnTo>
                  <a:pt x="1910369" y="41941"/>
                </a:lnTo>
                <a:lnTo>
                  <a:pt x="1910395" y="42634"/>
                </a:lnTo>
                <a:lnTo>
                  <a:pt x="1910470" y="43270"/>
                </a:lnTo>
                <a:lnTo>
                  <a:pt x="1910590" y="43850"/>
                </a:lnTo>
                <a:lnTo>
                  <a:pt x="1910753" y="44378"/>
                </a:lnTo>
                <a:lnTo>
                  <a:pt x="1910956" y="44855"/>
                </a:lnTo>
                <a:lnTo>
                  <a:pt x="1911195" y="45285"/>
                </a:lnTo>
                <a:lnTo>
                  <a:pt x="1911467" y="45669"/>
                </a:lnTo>
                <a:lnTo>
                  <a:pt x="1911769" y="46011"/>
                </a:lnTo>
                <a:lnTo>
                  <a:pt x="1912098" y="46313"/>
                </a:lnTo>
                <a:lnTo>
                  <a:pt x="1912450" y="46577"/>
                </a:lnTo>
                <a:lnTo>
                  <a:pt x="1912823" y="46806"/>
                </a:lnTo>
                <a:lnTo>
                  <a:pt x="1913213" y="47002"/>
                </a:lnTo>
                <a:lnTo>
                  <a:pt x="1913617" y="47168"/>
                </a:lnTo>
                <a:lnTo>
                  <a:pt x="1914032" y="47306"/>
                </a:lnTo>
                <a:lnTo>
                  <a:pt x="1914455" y="47420"/>
                </a:lnTo>
                <a:lnTo>
                  <a:pt x="1914882" y="47511"/>
                </a:lnTo>
                <a:lnTo>
                  <a:pt x="1915310" y="47581"/>
                </a:lnTo>
                <a:lnTo>
                  <a:pt x="1915737" y="47634"/>
                </a:lnTo>
                <a:lnTo>
                  <a:pt x="1916159" y="47673"/>
                </a:lnTo>
                <a:lnTo>
                  <a:pt x="1916572" y="47698"/>
                </a:lnTo>
                <a:lnTo>
                  <a:pt x="1916974" y="47714"/>
                </a:lnTo>
                <a:lnTo>
                  <a:pt x="1917361" y="47721"/>
                </a:lnTo>
                <a:lnTo>
                  <a:pt x="1917731" y="47724"/>
                </a:lnTo>
                <a:lnTo>
                  <a:pt x="1918080" y="47725"/>
                </a:lnTo>
                <a:lnTo>
                  <a:pt x="1926758" y="47725"/>
                </a:lnTo>
                <a:lnTo>
                  <a:pt x="1926758" y="97009"/>
                </a:lnTo>
                <a:lnTo>
                  <a:pt x="1926826" y="99249"/>
                </a:lnTo>
                <a:lnTo>
                  <a:pt x="1927028" y="101349"/>
                </a:lnTo>
                <a:lnTo>
                  <a:pt x="1927357" y="103312"/>
                </a:lnTo>
                <a:lnTo>
                  <a:pt x="1927808" y="105143"/>
                </a:lnTo>
                <a:lnTo>
                  <a:pt x="1928377" y="106845"/>
                </a:lnTo>
                <a:lnTo>
                  <a:pt x="1929056" y="108423"/>
                </a:lnTo>
                <a:lnTo>
                  <a:pt x="1929842" y="109880"/>
                </a:lnTo>
                <a:lnTo>
                  <a:pt x="1930728" y="111222"/>
                </a:lnTo>
                <a:lnTo>
                  <a:pt x="1931709" y="112451"/>
                </a:lnTo>
                <a:lnTo>
                  <a:pt x="1932779" y="113571"/>
                </a:lnTo>
                <a:lnTo>
                  <a:pt x="1933934" y="114587"/>
                </a:lnTo>
                <a:lnTo>
                  <a:pt x="1935168" y="115503"/>
                </a:lnTo>
                <a:lnTo>
                  <a:pt x="1936474" y="116322"/>
                </a:lnTo>
                <a:lnTo>
                  <a:pt x="1937849" y="117050"/>
                </a:lnTo>
                <a:lnTo>
                  <a:pt x="1939286" y="117688"/>
                </a:lnTo>
                <a:lnTo>
                  <a:pt x="1940781" y="118243"/>
                </a:lnTo>
                <a:lnTo>
                  <a:pt x="1942326" y="118717"/>
                </a:lnTo>
                <a:lnTo>
                  <a:pt x="1943918" y="119115"/>
                </a:lnTo>
                <a:lnTo>
                  <a:pt x="1945551" y="119441"/>
                </a:lnTo>
                <a:lnTo>
                  <a:pt x="1947219" y="119699"/>
                </a:lnTo>
                <a:lnTo>
                  <a:pt x="1948916" y="119892"/>
                </a:lnTo>
                <a:lnTo>
                  <a:pt x="1950639" y="120025"/>
                </a:lnTo>
                <a:lnTo>
                  <a:pt x="1952380" y="120102"/>
                </a:lnTo>
                <a:lnTo>
                  <a:pt x="1954134" y="120127"/>
                </a:lnTo>
                <a:lnTo>
                  <a:pt x="1955122" y="120117"/>
                </a:lnTo>
                <a:lnTo>
                  <a:pt x="1956110" y="120086"/>
                </a:lnTo>
                <a:lnTo>
                  <a:pt x="1957097" y="120034"/>
                </a:lnTo>
                <a:lnTo>
                  <a:pt x="1958083" y="119959"/>
                </a:lnTo>
                <a:lnTo>
                  <a:pt x="1959068" y="119862"/>
                </a:lnTo>
                <a:lnTo>
                  <a:pt x="1960051" y="119742"/>
                </a:lnTo>
                <a:lnTo>
                  <a:pt x="1961031" y="119597"/>
                </a:lnTo>
                <a:lnTo>
                  <a:pt x="1962010" y="119427"/>
                </a:lnTo>
                <a:lnTo>
                  <a:pt x="1962986" y="119233"/>
                </a:lnTo>
                <a:lnTo>
                  <a:pt x="1963959" y="119012"/>
                </a:lnTo>
                <a:lnTo>
                  <a:pt x="1964928" y="118764"/>
                </a:lnTo>
                <a:lnTo>
                  <a:pt x="1965894" y="118489"/>
                </a:lnTo>
                <a:lnTo>
                  <a:pt x="1966856" y="118185"/>
                </a:lnTo>
                <a:lnTo>
                  <a:pt x="1967814" y="117853"/>
                </a:lnTo>
                <a:lnTo>
                  <a:pt x="1968766" y="117492"/>
                </a:lnTo>
                <a:lnTo>
                  <a:pt x="1969714" y="117100"/>
                </a:lnTo>
                <a:lnTo>
                  <a:pt x="1970656" y="116677"/>
                </a:lnTo>
                <a:lnTo>
                  <a:pt x="1971593" y="116224"/>
                </a:lnTo>
                <a:lnTo>
                  <a:pt x="1972524" y="115737"/>
                </a:lnTo>
                <a:lnTo>
                  <a:pt x="1973448" y="115219"/>
                </a:lnTo>
                <a:lnTo>
                  <a:pt x="1974365" y="114666"/>
                </a:lnTo>
                <a:lnTo>
                  <a:pt x="1975276" y="114080"/>
                </a:lnTo>
                <a:lnTo>
                  <a:pt x="1976179" y="113458"/>
                </a:lnTo>
                <a:lnTo>
                  <a:pt x="1977074" y="112801"/>
                </a:lnTo>
                <a:lnTo>
                  <a:pt x="1977118" y="113544"/>
                </a:lnTo>
                <a:lnTo>
                  <a:pt x="1977200" y="114225"/>
                </a:lnTo>
                <a:lnTo>
                  <a:pt x="1977319" y="114847"/>
                </a:lnTo>
                <a:lnTo>
                  <a:pt x="1977472" y="115412"/>
                </a:lnTo>
                <a:lnTo>
                  <a:pt x="1977657" y="115923"/>
                </a:lnTo>
                <a:lnTo>
                  <a:pt x="1977873" y="116383"/>
                </a:lnTo>
                <a:lnTo>
                  <a:pt x="1978118" y="116795"/>
                </a:lnTo>
                <a:lnTo>
                  <a:pt x="1978389" y="117161"/>
                </a:lnTo>
                <a:lnTo>
                  <a:pt x="1978685" y="117485"/>
                </a:lnTo>
                <a:lnTo>
                  <a:pt x="1979004" y="117767"/>
                </a:lnTo>
                <a:lnTo>
                  <a:pt x="1979343" y="118013"/>
                </a:lnTo>
                <a:lnTo>
                  <a:pt x="1979702" y="118223"/>
                </a:lnTo>
                <a:lnTo>
                  <a:pt x="1980078" y="118401"/>
                </a:lnTo>
                <a:lnTo>
                  <a:pt x="1980469" y="118549"/>
                </a:lnTo>
                <a:lnTo>
                  <a:pt x="1980873" y="118670"/>
                </a:lnTo>
                <a:lnTo>
                  <a:pt x="1981288" y="118768"/>
                </a:lnTo>
                <a:lnTo>
                  <a:pt x="1981713" y="118844"/>
                </a:lnTo>
                <a:lnTo>
                  <a:pt x="1982145" y="118900"/>
                </a:lnTo>
                <a:lnTo>
                  <a:pt x="1982583" y="118941"/>
                </a:lnTo>
                <a:lnTo>
                  <a:pt x="1983024" y="118969"/>
                </a:lnTo>
                <a:lnTo>
                  <a:pt x="1983467" y="118985"/>
                </a:lnTo>
                <a:lnTo>
                  <a:pt x="1983910" y="118994"/>
                </a:lnTo>
                <a:lnTo>
                  <a:pt x="1984351" y="118997"/>
                </a:lnTo>
                <a:lnTo>
                  <a:pt x="1984787" y="118997"/>
                </a:lnTo>
                <a:lnTo>
                  <a:pt x="1998861" y="118997"/>
                </a:lnTo>
                <a:lnTo>
                  <a:pt x="1999255" y="118997"/>
                </a:lnTo>
                <a:lnTo>
                  <a:pt x="1999665" y="118994"/>
                </a:lnTo>
                <a:lnTo>
                  <a:pt x="2000087" y="118986"/>
                </a:lnTo>
                <a:lnTo>
                  <a:pt x="2000518" y="118970"/>
                </a:lnTo>
                <a:lnTo>
                  <a:pt x="2000956" y="118943"/>
                </a:lnTo>
                <a:lnTo>
                  <a:pt x="2001398" y="118904"/>
                </a:lnTo>
                <a:lnTo>
                  <a:pt x="2001841" y="118849"/>
                </a:lnTo>
                <a:lnTo>
                  <a:pt x="2002282" y="118776"/>
                </a:lnTo>
                <a:lnTo>
                  <a:pt x="2002718" y="118682"/>
                </a:lnTo>
                <a:lnTo>
                  <a:pt x="2003147" y="118565"/>
                </a:lnTo>
                <a:lnTo>
                  <a:pt x="2003565" y="118422"/>
                </a:lnTo>
                <a:lnTo>
                  <a:pt x="2003970" y="118250"/>
                </a:lnTo>
                <a:lnTo>
                  <a:pt x="2004359" y="118048"/>
                </a:lnTo>
                <a:lnTo>
                  <a:pt x="2004730" y="117811"/>
                </a:lnTo>
                <a:lnTo>
                  <a:pt x="2005078" y="117538"/>
                </a:lnTo>
                <a:lnTo>
                  <a:pt x="2005402" y="117227"/>
                </a:lnTo>
                <a:lnTo>
                  <a:pt x="2005698" y="116874"/>
                </a:lnTo>
                <a:lnTo>
                  <a:pt x="2005964" y="116476"/>
                </a:lnTo>
                <a:lnTo>
                  <a:pt x="2006197" y="116033"/>
                </a:lnTo>
                <a:lnTo>
                  <a:pt x="2006394" y="115539"/>
                </a:lnTo>
                <a:lnTo>
                  <a:pt x="2006552" y="114994"/>
                </a:lnTo>
                <a:lnTo>
                  <a:pt x="2006669" y="114395"/>
                </a:lnTo>
                <a:lnTo>
                  <a:pt x="2006741" y="113738"/>
                </a:lnTo>
                <a:lnTo>
                  <a:pt x="2006765" y="113022"/>
                </a:lnTo>
                <a:lnTo>
                  <a:pt x="2006740" y="112329"/>
                </a:lnTo>
                <a:lnTo>
                  <a:pt x="2006665" y="111693"/>
                </a:lnTo>
                <a:lnTo>
                  <a:pt x="2006545" y="111113"/>
                </a:lnTo>
                <a:lnTo>
                  <a:pt x="2006382" y="110585"/>
                </a:lnTo>
                <a:lnTo>
                  <a:pt x="2006179" y="110108"/>
                </a:lnTo>
                <a:lnTo>
                  <a:pt x="2005940" y="109678"/>
                </a:lnTo>
                <a:close/>
                <a:moveTo>
                  <a:pt x="580495" y="97937"/>
                </a:moveTo>
                <a:lnTo>
                  <a:pt x="580495" y="97939"/>
                </a:lnTo>
                <a:lnTo>
                  <a:pt x="580495" y="97936"/>
                </a:lnTo>
                <a:lnTo>
                  <a:pt x="580495" y="97937"/>
                </a:lnTo>
                <a:close/>
                <a:moveTo>
                  <a:pt x="1594277" y="60782"/>
                </a:moveTo>
                <a:lnTo>
                  <a:pt x="1593242" y="58273"/>
                </a:lnTo>
                <a:lnTo>
                  <a:pt x="1592072" y="55857"/>
                </a:lnTo>
                <a:lnTo>
                  <a:pt x="1590770" y="53540"/>
                </a:lnTo>
                <a:lnTo>
                  <a:pt x="1589344" y="51329"/>
                </a:lnTo>
                <a:lnTo>
                  <a:pt x="1587800" y="49228"/>
                </a:lnTo>
                <a:lnTo>
                  <a:pt x="1586143" y="47246"/>
                </a:lnTo>
                <a:lnTo>
                  <a:pt x="1584380" y="45386"/>
                </a:lnTo>
                <a:lnTo>
                  <a:pt x="1582516" y="43657"/>
                </a:lnTo>
                <a:lnTo>
                  <a:pt x="1580558" y="42063"/>
                </a:lnTo>
                <a:lnTo>
                  <a:pt x="1578512" y="40610"/>
                </a:lnTo>
                <a:lnTo>
                  <a:pt x="1576383" y="39306"/>
                </a:lnTo>
                <a:lnTo>
                  <a:pt x="1574179" y="38156"/>
                </a:lnTo>
                <a:lnTo>
                  <a:pt x="1571903" y="37166"/>
                </a:lnTo>
                <a:lnTo>
                  <a:pt x="1569564" y="36343"/>
                </a:lnTo>
                <a:lnTo>
                  <a:pt x="1567166" y="35691"/>
                </a:lnTo>
                <a:lnTo>
                  <a:pt x="1564716" y="35219"/>
                </a:lnTo>
                <a:lnTo>
                  <a:pt x="1562220" y="34930"/>
                </a:lnTo>
                <a:lnTo>
                  <a:pt x="1559684" y="34833"/>
                </a:lnTo>
                <a:lnTo>
                  <a:pt x="1558531" y="34851"/>
                </a:lnTo>
                <a:lnTo>
                  <a:pt x="1557384" y="34905"/>
                </a:lnTo>
                <a:lnTo>
                  <a:pt x="1556244" y="34994"/>
                </a:lnTo>
                <a:lnTo>
                  <a:pt x="1555112" y="35118"/>
                </a:lnTo>
                <a:lnTo>
                  <a:pt x="1553989" y="35276"/>
                </a:lnTo>
                <a:lnTo>
                  <a:pt x="1552876" y="35469"/>
                </a:lnTo>
                <a:lnTo>
                  <a:pt x="1551772" y="35695"/>
                </a:lnTo>
                <a:lnTo>
                  <a:pt x="1550680" y="35954"/>
                </a:lnTo>
                <a:lnTo>
                  <a:pt x="1549598" y="36247"/>
                </a:lnTo>
                <a:lnTo>
                  <a:pt x="1548529" y="36571"/>
                </a:lnTo>
                <a:lnTo>
                  <a:pt x="1547472" y="36928"/>
                </a:lnTo>
                <a:lnTo>
                  <a:pt x="1546429" y="37316"/>
                </a:lnTo>
                <a:lnTo>
                  <a:pt x="1545400" y="37735"/>
                </a:lnTo>
                <a:lnTo>
                  <a:pt x="1544385" y="38185"/>
                </a:lnTo>
                <a:lnTo>
                  <a:pt x="1543386" y="38666"/>
                </a:lnTo>
                <a:lnTo>
                  <a:pt x="1542403" y="39176"/>
                </a:lnTo>
                <a:lnTo>
                  <a:pt x="1541437" y="39715"/>
                </a:lnTo>
                <a:lnTo>
                  <a:pt x="1540488" y="40284"/>
                </a:lnTo>
                <a:lnTo>
                  <a:pt x="1539557" y="40881"/>
                </a:lnTo>
                <a:lnTo>
                  <a:pt x="1538645" y="41507"/>
                </a:lnTo>
                <a:lnTo>
                  <a:pt x="1537752" y="42160"/>
                </a:lnTo>
                <a:lnTo>
                  <a:pt x="1536879" y="42841"/>
                </a:lnTo>
                <a:lnTo>
                  <a:pt x="1536028" y="43549"/>
                </a:lnTo>
                <a:lnTo>
                  <a:pt x="1535197" y="44283"/>
                </a:lnTo>
                <a:lnTo>
                  <a:pt x="1535194" y="43595"/>
                </a:lnTo>
                <a:lnTo>
                  <a:pt x="1535185" y="42939"/>
                </a:lnTo>
                <a:lnTo>
                  <a:pt x="1535166" y="42312"/>
                </a:lnTo>
                <a:lnTo>
                  <a:pt x="1535134" y="41715"/>
                </a:lnTo>
                <a:lnTo>
                  <a:pt x="1535088" y="41149"/>
                </a:lnTo>
                <a:lnTo>
                  <a:pt x="1535022" y="40612"/>
                </a:lnTo>
                <a:lnTo>
                  <a:pt x="1534936" y="40105"/>
                </a:lnTo>
                <a:lnTo>
                  <a:pt x="1534826" y="39628"/>
                </a:lnTo>
                <a:lnTo>
                  <a:pt x="1534689" y="39181"/>
                </a:lnTo>
                <a:lnTo>
                  <a:pt x="1534522" y="38763"/>
                </a:lnTo>
                <a:lnTo>
                  <a:pt x="1534323" y="38375"/>
                </a:lnTo>
                <a:lnTo>
                  <a:pt x="1534089" y="38016"/>
                </a:lnTo>
                <a:lnTo>
                  <a:pt x="1533816" y="37686"/>
                </a:lnTo>
                <a:lnTo>
                  <a:pt x="1533503" y="37385"/>
                </a:lnTo>
                <a:lnTo>
                  <a:pt x="1533145" y="37114"/>
                </a:lnTo>
                <a:lnTo>
                  <a:pt x="1532741" y="36871"/>
                </a:lnTo>
                <a:lnTo>
                  <a:pt x="1532288" y="36657"/>
                </a:lnTo>
                <a:lnTo>
                  <a:pt x="1531782" y="36473"/>
                </a:lnTo>
                <a:lnTo>
                  <a:pt x="1531220" y="36316"/>
                </a:lnTo>
                <a:lnTo>
                  <a:pt x="1530601" y="36189"/>
                </a:lnTo>
                <a:lnTo>
                  <a:pt x="1529921" y="36090"/>
                </a:lnTo>
                <a:lnTo>
                  <a:pt x="1529177" y="36019"/>
                </a:lnTo>
                <a:lnTo>
                  <a:pt x="1528367" y="35977"/>
                </a:lnTo>
                <a:lnTo>
                  <a:pt x="1527487" y="35963"/>
                </a:lnTo>
                <a:lnTo>
                  <a:pt x="1513413" y="35963"/>
                </a:lnTo>
                <a:lnTo>
                  <a:pt x="1513019" y="35963"/>
                </a:lnTo>
                <a:lnTo>
                  <a:pt x="1512609" y="35966"/>
                </a:lnTo>
                <a:lnTo>
                  <a:pt x="1512187" y="35974"/>
                </a:lnTo>
                <a:lnTo>
                  <a:pt x="1511756" y="35990"/>
                </a:lnTo>
                <a:lnTo>
                  <a:pt x="1511318" y="36017"/>
                </a:lnTo>
                <a:lnTo>
                  <a:pt x="1510876" y="36056"/>
                </a:lnTo>
                <a:lnTo>
                  <a:pt x="1510433" y="36111"/>
                </a:lnTo>
                <a:lnTo>
                  <a:pt x="1509992" y="36184"/>
                </a:lnTo>
                <a:lnTo>
                  <a:pt x="1509556" y="36278"/>
                </a:lnTo>
                <a:lnTo>
                  <a:pt x="1509127" y="36395"/>
                </a:lnTo>
                <a:lnTo>
                  <a:pt x="1508709" y="36538"/>
                </a:lnTo>
                <a:lnTo>
                  <a:pt x="1508304" y="36710"/>
                </a:lnTo>
                <a:lnTo>
                  <a:pt x="1507915" y="36913"/>
                </a:lnTo>
                <a:lnTo>
                  <a:pt x="1507544" y="37149"/>
                </a:lnTo>
                <a:lnTo>
                  <a:pt x="1507196" y="37422"/>
                </a:lnTo>
                <a:lnTo>
                  <a:pt x="1506872" y="37734"/>
                </a:lnTo>
                <a:lnTo>
                  <a:pt x="1506576" y="38087"/>
                </a:lnTo>
                <a:lnTo>
                  <a:pt x="1506310" y="38485"/>
                </a:lnTo>
                <a:lnTo>
                  <a:pt x="1506077" y="38929"/>
                </a:lnTo>
                <a:lnTo>
                  <a:pt x="1505880" y="39422"/>
                </a:lnTo>
                <a:lnTo>
                  <a:pt x="1505722" y="39968"/>
                </a:lnTo>
                <a:lnTo>
                  <a:pt x="1505605" y="40567"/>
                </a:lnTo>
                <a:lnTo>
                  <a:pt x="1505533" y="41224"/>
                </a:lnTo>
                <a:lnTo>
                  <a:pt x="1505509" y="41941"/>
                </a:lnTo>
                <a:lnTo>
                  <a:pt x="1505534" y="42634"/>
                </a:lnTo>
                <a:lnTo>
                  <a:pt x="1505609" y="43270"/>
                </a:lnTo>
                <a:lnTo>
                  <a:pt x="1505729" y="43850"/>
                </a:lnTo>
                <a:lnTo>
                  <a:pt x="1505892" y="44378"/>
                </a:lnTo>
                <a:lnTo>
                  <a:pt x="1506095" y="44855"/>
                </a:lnTo>
                <a:lnTo>
                  <a:pt x="1506334" y="45285"/>
                </a:lnTo>
                <a:lnTo>
                  <a:pt x="1506606" y="45669"/>
                </a:lnTo>
                <a:lnTo>
                  <a:pt x="1506908" y="46011"/>
                </a:lnTo>
                <a:lnTo>
                  <a:pt x="1507237" y="46313"/>
                </a:lnTo>
                <a:lnTo>
                  <a:pt x="1507589" y="46577"/>
                </a:lnTo>
                <a:lnTo>
                  <a:pt x="1507962" y="46806"/>
                </a:lnTo>
                <a:lnTo>
                  <a:pt x="1508352" y="47002"/>
                </a:lnTo>
                <a:lnTo>
                  <a:pt x="1508756" y="47168"/>
                </a:lnTo>
                <a:lnTo>
                  <a:pt x="1509171" y="47306"/>
                </a:lnTo>
                <a:lnTo>
                  <a:pt x="1509594" y="47420"/>
                </a:lnTo>
                <a:lnTo>
                  <a:pt x="1510021" y="47511"/>
                </a:lnTo>
                <a:lnTo>
                  <a:pt x="1510450" y="47581"/>
                </a:lnTo>
                <a:lnTo>
                  <a:pt x="1510876" y="47634"/>
                </a:lnTo>
                <a:lnTo>
                  <a:pt x="1511298" y="47673"/>
                </a:lnTo>
                <a:lnTo>
                  <a:pt x="1511711" y="47698"/>
                </a:lnTo>
                <a:lnTo>
                  <a:pt x="1512113" y="47714"/>
                </a:lnTo>
                <a:lnTo>
                  <a:pt x="1512501" y="47721"/>
                </a:lnTo>
                <a:lnTo>
                  <a:pt x="1512870" y="47724"/>
                </a:lnTo>
                <a:lnTo>
                  <a:pt x="1513219" y="47725"/>
                </a:lnTo>
                <a:lnTo>
                  <a:pt x="1521897" y="47725"/>
                </a:lnTo>
                <a:lnTo>
                  <a:pt x="1521897" y="149979"/>
                </a:lnTo>
                <a:lnTo>
                  <a:pt x="1513413" y="149979"/>
                </a:lnTo>
                <a:lnTo>
                  <a:pt x="1513019" y="149980"/>
                </a:lnTo>
                <a:lnTo>
                  <a:pt x="1512609" y="149983"/>
                </a:lnTo>
                <a:lnTo>
                  <a:pt x="1512187" y="149991"/>
                </a:lnTo>
                <a:lnTo>
                  <a:pt x="1511756" y="150007"/>
                </a:lnTo>
                <a:lnTo>
                  <a:pt x="1511318" y="150033"/>
                </a:lnTo>
                <a:lnTo>
                  <a:pt x="1510876" y="150073"/>
                </a:lnTo>
                <a:lnTo>
                  <a:pt x="1510433" y="150127"/>
                </a:lnTo>
                <a:lnTo>
                  <a:pt x="1509992" y="150201"/>
                </a:lnTo>
                <a:lnTo>
                  <a:pt x="1509556" y="150294"/>
                </a:lnTo>
                <a:lnTo>
                  <a:pt x="1509127" y="150411"/>
                </a:lnTo>
                <a:lnTo>
                  <a:pt x="1508709" y="150555"/>
                </a:lnTo>
                <a:lnTo>
                  <a:pt x="1508304" y="150726"/>
                </a:lnTo>
                <a:lnTo>
                  <a:pt x="1507915" y="150929"/>
                </a:lnTo>
                <a:lnTo>
                  <a:pt x="1507544" y="151165"/>
                </a:lnTo>
                <a:lnTo>
                  <a:pt x="1507196" y="151438"/>
                </a:lnTo>
                <a:lnTo>
                  <a:pt x="1506872" y="151750"/>
                </a:lnTo>
                <a:lnTo>
                  <a:pt x="1506576" y="152103"/>
                </a:lnTo>
                <a:lnTo>
                  <a:pt x="1506310" y="152500"/>
                </a:lnTo>
                <a:lnTo>
                  <a:pt x="1506077" y="152944"/>
                </a:lnTo>
                <a:lnTo>
                  <a:pt x="1505880" y="153437"/>
                </a:lnTo>
                <a:lnTo>
                  <a:pt x="1505722" y="153982"/>
                </a:lnTo>
                <a:lnTo>
                  <a:pt x="1505605" y="154582"/>
                </a:lnTo>
                <a:lnTo>
                  <a:pt x="1505533" y="155238"/>
                </a:lnTo>
                <a:lnTo>
                  <a:pt x="1505509" y="155954"/>
                </a:lnTo>
                <a:lnTo>
                  <a:pt x="1505534" y="156648"/>
                </a:lnTo>
                <a:lnTo>
                  <a:pt x="1505609" y="157283"/>
                </a:lnTo>
                <a:lnTo>
                  <a:pt x="1505729" y="157864"/>
                </a:lnTo>
                <a:lnTo>
                  <a:pt x="1505892" y="158391"/>
                </a:lnTo>
                <a:lnTo>
                  <a:pt x="1506095" y="158869"/>
                </a:lnTo>
                <a:lnTo>
                  <a:pt x="1506334" y="159298"/>
                </a:lnTo>
                <a:lnTo>
                  <a:pt x="1506606" y="159683"/>
                </a:lnTo>
                <a:lnTo>
                  <a:pt x="1506908" y="160025"/>
                </a:lnTo>
                <a:lnTo>
                  <a:pt x="1507237" y="160326"/>
                </a:lnTo>
                <a:lnTo>
                  <a:pt x="1507589" y="160590"/>
                </a:lnTo>
                <a:lnTo>
                  <a:pt x="1507962" y="160819"/>
                </a:lnTo>
                <a:lnTo>
                  <a:pt x="1508352" y="161015"/>
                </a:lnTo>
                <a:lnTo>
                  <a:pt x="1508756" y="161181"/>
                </a:lnTo>
                <a:lnTo>
                  <a:pt x="1509171" y="161320"/>
                </a:lnTo>
                <a:lnTo>
                  <a:pt x="1509594" y="161433"/>
                </a:lnTo>
                <a:lnTo>
                  <a:pt x="1510021" y="161524"/>
                </a:lnTo>
                <a:lnTo>
                  <a:pt x="1510450" y="161595"/>
                </a:lnTo>
                <a:lnTo>
                  <a:pt x="1510876" y="161648"/>
                </a:lnTo>
                <a:lnTo>
                  <a:pt x="1511298" y="161686"/>
                </a:lnTo>
                <a:lnTo>
                  <a:pt x="1511711" y="161712"/>
                </a:lnTo>
                <a:lnTo>
                  <a:pt x="1512113" y="161727"/>
                </a:lnTo>
                <a:lnTo>
                  <a:pt x="1512501" y="161735"/>
                </a:lnTo>
                <a:lnTo>
                  <a:pt x="1512870" y="161738"/>
                </a:lnTo>
                <a:lnTo>
                  <a:pt x="1513219" y="161738"/>
                </a:lnTo>
                <a:lnTo>
                  <a:pt x="1543875" y="161738"/>
                </a:lnTo>
                <a:lnTo>
                  <a:pt x="1544224" y="161738"/>
                </a:lnTo>
                <a:lnTo>
                  <a:pt x="1544594" y="161735"/>
                </a:lnTo>
                <a:lnTo>
                  <a:pt x="1544981" y="161727"/>
                </a:lnTo>
                <a:lnTo>
                  <a:pt x="1545383" y="161712"/>
                </a:lnTo>
                <a:lnTo>
                  <a:pt x="1545796" y="161686"/>
                </a:lnTo>
                <a:lnTo>
                  <a:pt x="1546218" y="161648"/>
                </a:lnTo>
                <a:lnTo>
                  <a:pt x="1546645" y="161595"/>
                </a:lnTo>
                <a:lnTo>
                  <a:pt x="1547073" y="161524"/>
                </a:lnTo>
                <a:lnTo>
                  <a:pt x="1547500" y="161433"/>
                </a:lnTo>
                <a:lnTo>
                  <a:pt x="1547923" y="161320"/>
                </a:lnTo>
                <a:lnTo>
                  <a:pt x="1548338" y="161181"/>
                </a:lnTo>
                <a:lnTo>
                  <a:pt x="1548742" y="161015"/>
                </a:lnTo>
                <a:lnTo>
                  <a:pt x="1549132" y="160819"/>
                </a:lnTo>
                <a:lnTo>
                  <a:pt x="1549505" y="160590"/>
                </a:lnTo>
                <a:lnTo>
                  <a:pt x="1549857" y="160326"/>
                </a:lnTo>
                <a:lnTo>
                  <a:pt x="1550186" y="160025"/>
                </a:lnTo>
                <a:lnTo>
                  <a:pt x="1550488" y="159683"/>
                </a:lnTo>
                <a:lnTo>
                  <a:pt x="1550760" y="159298"/>
                </a:lnTo>
                <a:lnTo>
                  <a:pt x="1550999" y="158869"/>
                </a:lnTo>
                <a:lnTo>
                  <a:pt x="1551202" y="158391"/>
                </a:lnTo>
                <a:lnTo>
                  <a:pt x="1551365" y="157864"/>
                </a:lnTo>
                <a:lnTo>
                  <a:pt x="1551485" y="157283"/>
                </a:lnTo>
                <a:lnTo>
                  <a:pt x="1551560" y="156648"/>
                </a:lnTo>
                <a:lnTo>
                  <a:pt x="1551586" y="155954"/>
                </a:lnTo>
                <a:lnTo>
                  <a:pt x="1551561" y="155238"/>
                </a:lnTo>
                <a:lnTo>
                  <a:pt x="1551489" y="154582"/>
                </a:lnTo>
                <a:lnTo>
                  <a:pt x="1551372" y="153982"/>
                </a:lnTo>
                <a:lnTo>
                  <a:pt x="1551214" y="153437"/>
                </a:lnTo>
                <a:lnTo>
                  <a:pt x="1551017" y="152944"/>
                </a:lnTo>
                <a:lnTo>
                  <a:pt x="1550784" y="152500"/>
                </a:lnTo>
                <a:lnTo>
                  <a:pt x="1550518" y="152103"/>
                </a:lnTo>
                <a:lnTo>
                  <a:pt x="1550222" y="151750"/>
                </a:lnTo>
                <a:lnTo>
                  <a:pt x="1549898" y="151438"/>
                </a:lnTo>
                <a:lnTo>
                  <a:pt x="1549550" y="151165"/>
                </a:lnTo>
                <a:lnTo>
                  <a:pt x="1549180" y="150929"/>
                </a:lnTo>
                <a:lnTo>
                  <a:pt x="1548791" y="150726"/>
                </a:lnTo>
                <a:lnTo>
                  <a:pt x="1548385" y="150555"/>
                </a:lnTo>
                <a:lnTo>
                  <a:pt x="1547967" y="150411"/>
                </a:lnTo>
                <a:lnTo>
                  <a:pt x="1547538" y="150294"/>
                </a:lnTo>
                <a:lnTo>
                  <a:pt x="1547102" y="150201"/>
                </a:lnTo>
                <a:lnTo>
                  <a:pt x="1546661" y="150127"/>
                </a:lnTo>
                <a:lnTo>
                  <a:pt x="1546218" y="150073"/>
                </a:lnTo>
                <a:lnTo>
                  <a:pt x="1545776" y="150033"/>
                </a:lnTo>
                <a:lnTo>
                  <a:pt x="1545338" y="150007"/>
                </a:lnTo>
                <a:lnTo>
                  <a:pt x="1544907" y="149991"/>
                </a:lnTo>
                <a:lnTo>
                  <a:pt x="1544485" y="149983"/>
                </a:lnTo>
                <a:lnTo>
                  <a:pt x="1544075" y="149980"/>
                </a:lnTo>
                <a:lnTo>
                  <a:pt x="1543681" y="149979"/>
                </a:lnTo>
                <a:lnTo>
                  <a:pt x="1535197" y="149979"/>
                </a:lnTo>
                <a:lnTo>
                  <a:pt x="1535197" y="110295"/>
                </a:lnTo>
                <a:lnTo>
                  <a:pt x="1536187" y="111274"/>
                </a:lnTo>
                <a:lnTo>
                  <a:pt x="1537180" y="112190"/>
                </a:lnTo>
                <a:lnTo>
                  <a:pt x="1538174" y="113043"/>
                </a:lnTo>
                <a:lnTo>
                  <a:pt x="1539170" y="113835"/>
                </a:lnTo>
                <a:lnTo>
                  <a:pt x="1540165" y="114570"/>
                </a:lnTo>
                <a:lnTo>
                  <a:pt x="1541159" y="115248"/>
                </a:lnTo>
                <a:lnTo>
                  <a:pt x="1542150" y="115872"/>
                </a:lnTo>
                <a:lnTo>
                  <a:pt x="1543138" y="116444"/>
                </a:lnTo>
                <a:lnTo>
                  <a:pt x="1544121" y="116965"/>
                </a:lnTo>
                <a:lnTo>
                  <a:pt x="1545098" y="117438"/>
                </a:lnTo>
                <a:lnTo>
                  <a:pt x="1546069" y="117865"/>
                </a:lnTo>
                <a:lnTo>
                  <a:pt x="1547031" y="118248"/>
                </a:lnTo>
                <a:lnTo>
                  <a:pt x="1547984" y="118589"/>
                </a:lnTo>
                <a:lnTo>
                  <a:pt x="1548928" y="118889"/>
                </a:lnTo>
                <a:lnTo>
                  <a:pt x="1549860" y="119152"/>
                </a:lnTo>
                <a:lnTo>
                  <a:pt x="1550779" y="119378"/>
                </a:lnTo>
                <a:lnTo>
                  <a:pt x="1551686" y="119570"/>
                </a:lnTo>
                <a:lnTo>
                  <a:pt x="1552578" y="119730"/>
                </a:lnTo>
                <a:lnTo>
                  <a:pt x="1553454" y="119859"/>
                </a:lnTo>
                <a:lnTo>
                  <a:pt x="1554313" y="119961"/>
                </a:lnTo>
                <a:lnTo>
                  <a:pt x="1555155" y="120037"/>
                </a:lnTo>
                <a:lnTo>
                  <a:pt x="1555978" y="120088"/>
                </a:lnTo>
                <a:lnTo>
                  <a:pt x="1556781" y="120118"/>
                </a:lnTo>
                <a:lnTo>
                  <a:pt x="1557563" y="120127"/>
                </a:lnTo>
                <a:lnTo>
                  <a:pt x="1560177" y="120032"/>
                </a:lnTo>
                <a:lnTo>
                  <a:pt x="1562759" y="119753"/>
                </a:lnTo>
                <a:lnTo>
                  <a:pt x="1565303" y="119293"/>
                </a:lnTo>
                <a:lnTo>
                  <a:pt x="1567801" y="118658"/>
                </a:lnTo>
                <a:lnTo>
                  <a:pt x="1570247" y="117853"/>
                </a:lnTo>
                <a:lnTo>
                  <a:pt x="1572633" y="116885"/>
                </a:lnTo>
                <a:lnTo>
                  <a:pt x="1574953" y="115757"/>
                </a:lnTo>
                <a:lnTo>
                  <a:pt x="1577199" y="114476"/>
                </a:lnTo>
                <a:lnTo>
                  <a:pt x="1579363" y="113046"/>
                </a:lnTo>
                <a:lnTo>
                  <a:pt x="1581440" y="111473"/>
                </a:lnTo>
                <a:lnTo>
                  <a:pt x="1583421" y="109762"/>
                </a:lnTo>
                <a:lnTo>
                  <a:pt x="1585300" y="107918"/>
                </a:lnTo>
                <a:lnTo>
                  <a:pt x="1587070" y="105948"/>
                </a:lnTo>
                <a:lnTo>
                  <a:pt x="1588723" y="103855"/>
                </a:lnTo>
                <a:lnTo>
                  <a:pt x="1590252" y="101645"/>
                </a:lnTo>
                <a:lnTo>
                  <a:pt x="1591651" y="99324"/>
                </a:lnTo>
                <a:lnTo>
                  <a:pt x="1592911" y="96896"/>
                </a:lnTo>
                <a:lnTo>
                  <a:pt x="1594027" y="94368"/>
                </a:lnTo>
                <a:lnTo>
                  <a:pt x="1594990" y="91744"/>
                </a:lnTo>
                <a:lnTo>
                  <a:pt x="1595795" y="89030"/>
                </a:lnTo>
                <a:lnTo>
                  <a:pt x="1596433" y="86230"/>
                </a:lnTo>
                <a:lnTo>
                  <a:pt x="1596897" y="83351"/>
                </a:lnTo>
                <a:lnTo>
                  <a:pt x="1597181" y="80397"/>
                </a:lnTo>
                <a:lnTo>
                  <a:pt x="1597276" y="77408"/>
                </a:lnTo>
                <a:lnTo>
                  <a:pt x="1597189" y="74506"/>
                </a:lnTo>
                <a:lnTo>
                  <a:pt x="1596928" y="71624"/>
                </a:lnTo>
                <a:lnTo>
                  <a:pt x="1596500" y="68805"/>
                </a:lnTo>
                <a:lnTo>
                  <a:pt x="1595911" y="66054"/>
                </a:lnTo>
                <a:lnTo>
                  <a:pt x="1595168" y="63377"/>
                </a:lnTo>
                <a:lnTo>
                  <a:pt x="1594277" y="60782"/>
                </a:lnTo>
                <a:close/>
                <a:moveTo>
                  <a:pt x="1583368" y="84011"/>
                </a:moveTo>
                <a:lnTo>
                  <a:pt x="1582912" y="86086"/>
                </a:lnTo>
                <a:lnTo>
                  <a:pt x="1582339" y="88087"/>
                </a:lnTo>
                <a:lnTo>
                  <a:pt x="1581655" y="90013"/>
                </a:lnTo>
                <a:lnTo>
                  <a:pt x="1580865" y="91858"/>
                </a:lnTo>
                <a:lnTo>
                  <a:pt x="1579976" y="93622"/>
                </a:lnTo>
                <a:lnTo>
                  <a:pt x="1578993" y="95301"/>
                </a:lnTo>
                <a:lnTo>
                  <a:pt x="1577922" y="96892"/>
                </a:lnTo>
                <a:lnTo>
                  <a:pt x="1576769" y="98393"/>
                </a:lnTo>
                <a:lnTo>
                  <a:pt x="1575540" y="99800"/>
                </a:lnTo>
                <a:lnTo>
                  <a:pt x="1574241" y="101111"/>
                </a:lnTo>
                <a:lnTo>
                  <a:pt x="1572877" y="102323"/>
                </a:lnTo>
                <a:lnTo>
                  <a:pt x="1571455" y="103434"/>
                </a:lnTo>
                <a:lnTo>
                  <a:pt x="1569980" y="104439"/>
                </a:lnTo>
                <a:lnTo>
                  <a:pt x="1568458" y="105336"/>
                </a:lnTo>
                <a:lnTo>
                  <a:pt x="1566895" y="106124"/>
                </a:lnTo>
                <a:lnTo>
                  <a:pt x="1565297" y="106798"/>
                </a:lnTo>
                <a:lnTo>
                  <a:pt x="1563669" y="107355"/>
                </a:lnTo>
                <a:lnTo>
                  <a:pt x="1562019" y="107794"/>
                </a:lnTo>
                <a:lnTo>
                  <a:pt x="1560350" y="108111"/>
                </a:lnTo>
                <a:lnTo>
                  <a:pt x="1558670" y="108303"/>
                </a:lnTo>
                <a:lnTo>
                  <a:pt x="1556984" y="108368"/>
                </a:lnTo>
                <a:lnTo>
                  <a:pt x="1555147" y="108281"/>
                </a:lnTo>
                <a:lnTo>
                  <a:pt x="1553396" y="108029"/>
                </a:lnTo>
                <a:lnTo>
                  <a:pt x="1551730" y="107622"/>
                </a:lnTo>
                <a:lnTo>
                  <a:pt x="1550148" y="107070"/>
                </a:lnTo>
                <a:lnTo>
                  <a:pt x="1548650" y="106385"/>
                </a:lnTo>
                <a:lnTo>
                  <a:pt x="1547235" y="105576"/>
                </a:lnTo>
                <a:lnTo>
                  <a:pt x="1545903" y="104655"/>
                </a:lnTo>
                <a:lnTo>
                  <a:pt x="1544652" y="103633"/>
                </a:lnTo>
                <a:lnTo>
                  <a:pt x="1543482" y="102520"/>
                </a:lnTo>
                <a:lnTo>
                  <a:pt x="1542392" y="101326"/>
                </a:lnTo>
                <a:lnTo>
                  <a:pt x="1541382" y="100063"/>
                </a:lnTo>
                <a:lnTo>
                  <a:pt x="1540451" y="98741"/>
                </a:lnTo>
                <a:lnTo>
                  <a:pt x="1539598" y="97371"/>
                </a:lnTo>
                <a:lnTo>
                  <a:pt x="1538823" y="95964"/>
                </a:lnTo>
                <a:lnTo>
                  <a:pt x="1538125" y="94530"/>
                </a:lnTo>
                <a:lnTo>
                  <a:pt x="1537504" y="93080"/>
                </a:lnTo>
                <a:lnTo>
                  <a:pt x="1536957" y="91624"/>
                </a:lnTo>
                <a:lnTo>
                  <a:pt x="1536486" y="90174"/>
                </a:lnTo>
                <a:lnTo>
                  <a:pt x="1536090" y="88740"/>
                </a:lnTo>
                <a:lnTo>
                  <a:pt x="1535766" y="87332"/>
                </a:lnTo>
                <a:lnTo>
                  <a:pt x="1535516" y="85962"/>
                </a:lnTo>
                <a:lnTo>
                  <a:pt x="1535338" y="84641"/>
                </a:lnTo>
                <a:lnTo>
                  <a:pt x="1535232" y="83378"/>
                </a:lnTo>
                <a:lnTo>
                  <a:pt x="1535197" y="82184"/>
                </a:lnTo>
                <a:lnTo>
                  <a:pt x="1535197" y="68133"/>
                </a:lnTo>
                <a:lnTo>
                  <a:pt x="1535254" y="66725"/>
                </a:lnTo>
                <a:lnTo>
                  <a:pt x="1535424" y="65332"/>
                </a:lnTo>
                <a:lnTo>
                  <a:pt x="1535701" y="63958"/>
                </a:lnTo>
                <a:lnTo>
                  <a:pt x="1536082" y="62608"/>
                </a:lnTo>
                <a:lnTo>
                  <a:pt x="1536561" y="61285"/>
                </a:lnTo>
                <a:lnTo>
                  <a:pt x="1537134" y="59993"/>
                </a:lnTo>
                <a:lnTo>
                  <a:pt x="1537798" y="58737"/>
                </a:lnTo>
                <a:lnTo>
                  <a:pt x="1538546" y="57519"/>
                </a:lnTo>
                <a:lnTo>
                  <a:pt x="1539376" y="56345"/>
                </a:lnTo>
                <a:lnTo>
                  <a:pt x="1540283" y="55218"/>
                </a:lnTo>
                <a:lnTo>
                  <a:pt x="1541261" y="54141"/>
                </a:lnTo>
                <a:lnTo>
                  <a:pt x="1542307" y="53120"/>
                </a:lnTo>
                <a:lnTo>
                  <a:pt x="1543417" y="52158"/>
                </a:lnTo>
                <a:lnTo>
                  <a:pt x="1544585" y="51258"/>
                </a:lnTo>
                <a:lnTo>
                  <a:pt x="1545807" y="50426"/>
                </a:lnTo>
                <a:lnTo>
                  <a:pt x="1547080" y="49664"/>
                </a:lnTo>
                <a:lnTo>
                  <a:pt x="1548398" y="48977"/>
                </a:lnTo>
                <a:lnTo>
                  <a:pt x="1549757" y="48369"/>
                </a:lnTo>
                <a:lnTo>
                  <a:pt x="1551153" y="47843"/>
                </a:lnTo>
                <a:lnTo>
                  <a:pt x="1552581" y="47405"/>
                </a:lnTo>
                <a:lnTo>
                  <a:pt x="1554036" y="47056"/>
                </a:lnTo>
                <a:lnTo>
                  <a:pt x="1555515" y="46803"/>
                </a:lnTo>
                <a:lnTo>
                  <a:pt x="1557013" y="46648"/>
                </a:lnTo>
                <a:lnTo>
                  <a:pt x="1558525" y="46595"/>
                </a:lnTo>
                <a:lnTo>
                  <a:pt x="1560292" y="46668"/>
                </a:lnTo>
                <a:lnTo>
                  <a:pt x="1562023" y="46882"/>
                </a:lnTo>
                <a:lnTo>
                  <a:pt x="1563715" y="47233"/>
                </a:lnTo>
                <a:lnTo>
                  <a:pt x="1565364" y="47715"/>
                </a:lnTo>
                <a:lnTo>
                  <a:pt x="1566967" y="48325"/>
                </a:lnTo>
                <a:lnTo>
                  <a:pt x="1568521" y="49056"/>
                </a:lnTo>
                <a:lnTo>
                  <a:pt x="1570021" y="49905"/>
                </a:lnTo>
                <a:lnTo>
                  <a:pt x="1571464" y="50865"/>
                </a:lnTo>
                <a:lnTo>
                  <a:pt x="1572847" y="51933"/>
                </a:lnTo>
                <a:lnTo>
                  <a:pt x="1574167" y="53103"/>
                </a:lnTo>
                <a:lnTo>
                  <a:pt x="1575419" y="54370"/>
                </a:lnTo>
                <a:lnTo>
                  <a:pt x="1576600" y="55729"/>
                </a:lnTo>
                <a:lnTo>
                  <a:pt x="1577707" y="57176"/>
                </a:lnTo>
                <a:lnTo>
                  <a:pt x="1578736" y="58705"/>
                </a:lnTo>
                <a:lnTo>
                  <a:pt x="1579684" y="60312"/>
                </a:lnTo>
                <a:lnTo>
                  <a:pt x="1580547" y="61991"/>
                </a:lnTo>
                <a:lnTo>
                  <a:pt x="1581322" y="63738"/>
                </a:lnTo>
                <a:lnTo>
                  <a:pt x="1582004" y="65547"/>
                </a:lnTo>
                <a:lnTo>
                  <a:pt x="1582592" y="67415"/>
                </a:lnTo>
                <a:lnTo>
                  <a:pt x="1583080" y="69335"/>
                </a:lnTo>
                <a:lnTo>
                  <a:pt x="1583466" y="71303"/>
                </a:lnTo>
                <a:lnTo>
                  <a:pt x="1583746" y="73314"/>
                </a:lnTo>
                <a:lnTo>
                  <a:pt x="1583917" y="75363"/>
                </a:lnTo>
                <a:lnTo>
                  <a:pt x="1583973" y="77408"/>
                </a:lnTo>
                <a:lnTo>
                  <a:pt x="1583905" y="79652"/>
                </a:lnTo>
                <a:lnTo>
                  <a:pt x="1583701" y="81866"/>
                </a:lnTo>
                <a:lnTo>
                  <a:pt x="1583368" y="84011"/>
                </a:lnTo>
                <a:close/>
                <a:moveTo>
                  <a:pt x="4194133" y="7737"/>
                </a:moveTo>
                <a:lnTo>
                  <a:pt x="4193840" y="7190"/>
                </a:lnTo>
                <a:lnTo>
                  <a:pt x="4193513" y="6666"/>
                </a:lnTo>
                <a:lnTo>
                  <a:pt x="4193154" y="6166"/>
                </a:lnTo>
                <a:lnTo>
                  <a:pt x="4192764" y="5691"/>
                </a:lnTo>
                <a:lnTo>
                  <a:pt x="4192344" y="5244"/>
                </a:lnTo>
                <a:lnTo>
                  <a:pt x="4191897" y="4824"/>
                </a:lnTo>
                <a:lnTo>
                  <a:pt x="4191423" y="4434"/>
                </a:lnTo>
                <a:lnTo>
                  <a:pt x="4190923" y="4075"/>
                </a:lnTo>
                <a:lnTo>
                  <a:pt x="4190399" y="3748"/>
                </a:lnTo>
                <a:lnTo>
                  <a:pt x="4189853" y="3454"/>
                </a:lnTo>
                <a:lnTo>
                  <a:pt x="4189285" y="3195"/>
                </a:lnTo>
                <a:lnTo>
                  <a:pt x="4188696" y="2972"/>
                </a:lnTo>
                <a:lnTo>
                  <a:pt x="4188090" y="2787"/>
                </a:lnTo>
                <a:lnTo>
                  <a:pt x="4187465" y="2641"/>
                </a:lnTo>
                <a:lnTo>
                  <a:pt x="4186825" y="2534"/>
                </a:lnTo>
                <a:lnTo>
                  <a:pt x="4186170" y="2470"/>
                </a:lnTo>
                <a:lnTo>
                  <a:pt x="4185501" y="2448"/>
                </a:lnTo>
                <a:lnTo>
                  <a:pt x="4184832" y="2470"/>
                </a:lnTo>
                <a:lnTo>
                  <a:pt x="4184177" y="2534"/>
                </a:lnTo>
                <a:lnTo>
                  <a:pt x="4183536" y="2641"/>
                </a:lnTo>
                <a:lnTo>
                  <a:pt x="4182912" y="2787"/>
                </a:lnTo>
                <a:lnTo>
                  <a:pt x="4182305" y="2972"/>
                </a:lnTo>
                <a:lnTo>
                  <a:pt x="4181716" y="3195"/>
                </a:lnTo>
                <a:lnTo>
                  <a:pt x="4181148" y="3454"/>
                </a:lnTo>
                <a:lnTo>
                  <a:pt x="4180602" y="3748"/>
                </a:lnTo>
                <a:lnTo>
                  <a:pt x="4180078" y="4075"/>
                </a:lnTo>
                <a:lnTo>
                  <a:pt x="4179578" y="4434"/>
                </a:lnTo>
                <a:lnTo>
                  <a:pt x="4179103" y="4824"/>
                </a:lnTo>
                <a:lnTo>
                  <a:pt x="4178656" y="5244"/>
                </a:lnTo>
                <a:lnTo>
                  <a:pt x="4178236" y="5691"/>
                </a:lnTo>
                <a:lnTo>
                  <a:pt x="4177846" y="6166"/>
                </a:lnTo>
                <a:lnTo>
                  <a:pt x="4177487" y="6666"/>
                </a:lnTo>
                <a:lnTo>
                  <a:pt x="4177160" y="7190"/>
                </a:lnTo>
                <a:lnTo>
                  <a:pt x="4176867" y="7737"/>
                </a:lnTo>
                <a:lnTo>
                  <a:pt x="4176608" y="8305"/>
                </a:lnTo>
                <a:lnTo>
                  <a:pt x="4176385" y="8893"/>
                </a:lnTo>
                <a:lnTo>
                  <a:pt x="4176200" y="9500"/>
                </a:lnTo>
                <a:lnTo>
                  <a:pt x="4176054" y="10124"/>
                </a:lnTo>
                <a:lnTo>
                  <a:pt x="4175948" y="10765"/>
                </a:lnTo>
                <a:lnTo>
                  <a:pt x="4175883" y="11420"/>
                </a:lnTo>
                <a:lnTo>
                  <a:pt x="4175861" y="12089"/>
                </a:lnTo>
                <a:lnTo>
                  <a:pt x="4175883" y="12757"/>
                </a:lnTo>
                <a:lnTo>
                  <a:pt x="4175948" y="13412"/>
                </a:lnTo>
                <a:lnTo>
                  <a:pt x="4176054" y="14053"/>
                </a:lnTo>
                <a:lnTo>
                  <a:pt x="4176200" y="14677"/>
                </a:lnTo>
                <a:lnTo>
                  <a:pt x="4176385" y="15284"/>
                </a:lnTo>
                <a:lnTo>
                  <a:pt x="4176608" y="15872"/>
                </a:lnTo>
                <a:lnTo>
                  <a:pt x="4176867" y="16441"/>
                </a:lnTo>
                <a:lnTo>
                  <a:pt x="4177160" y="16987"/>
                </a:lnTo>
                <a:lnTo>
                  <a:pt x="4177487" y="17511"/>
                </a:lnTo>
                <a:lnTo>
                  <a:pt x="4177846" y="18011"/>
                </a:lnTo>
                <a:lnTo>
                  <a:pt x="4178236" y="18486"/>
                </a:lnTo>
                <a:lnTo>
                  <a:pt x="4178656" y="18933"/>
                </a:lnTo>
                <a:lnTo>
                  <a:pt x="4179103" y="19353"/>
                </a:lnTo>
                <a:lnTo>
                  <a:pt x="4179578" y="19743"/>
                </a:lnTo>
                <a:lnTo>
                  <a:pt x="4180078" y="20102"/>
                </a:lnTo>
                <a:lnTo>
                  <a:pt x="4180602" y="20430"/>
                </a:lnTo>
                <a:lnTo>
                  <a:pt x="4181148" y="20723"/>
                </a:lnTo>
                <a:lnTo>
                  <a:pt x="4181716" y="20982"/>
                </a:lnTo>
                <a:lnTo>
                  <a:pt x="4182305" y="21205"/>
                </a:lnTo>
                <a:lnTo>
                  <a:pt x="4182912" y="21390"/>
                </a:lnTo>
                <a:lnTo>
                  <a:pt x="4183536" y="21537"/>
                </a:lnTo>
                <a:lnTo>
                  <a:pt x="4184177" y="21643"/>
                </a:lnTo>
                <a:lnTo>
                  <a:pt x="4184832" y="21708"/>
                </a:lnTo>
                <a:lnTo>
                  <a:pt x="4185501" y="21729"/>
                </a:lnTo>
                <a:lnTo>
                  <a:pt x="4186170" y="21708"/>
                </a:lnTo>
                <a:lnTo>
                  <a:pt x="4186825" y="21643"/>
                </a:lnTo>
                <a:lnTo>
                  <a:pt x="4187465" y="21537"/>
                </a:lnTo>
                <a:lnTo>
                  <a:pt x="4188090" y="21390"/>
                </a:lnTo>
                <a:lnTo>
                  <a:pt x="4188696" y="21205"/>
                </a:lnTo>
                <a:lnTo>
                  <a:pt x="4189285" y="20982"/>
                </a:lnTo>
                <a:lnTo>
                  <a:pt x="4189853" y="20723"/>
                </a:lnTo>
                <a:lnTo>
                  <a:pt x="4190399" y="20430"/>
                </a:lnTo>
                <a:lnTo>
                  <a:pt x="4190923" y="20102"/>
                </a:lnTo>
                <a:lnTo>
                  <a:pt x="4191423" y="19743"/>
                </a:lnTo>
                <a:lnTo>
                  <a:pt x="4191897" y="19353"/>
                </a:lnTo>
                <a:lnTo>
                  <a:pt x="4192344" y="18933"/>
                </a:lnTo>
                <a:lnTo>
                  <a:pt x="4192764" y="18486"/>
                </a:lnTo>
                <a:lnTo>
                  <a:pt x="4193154" y="18011"/>
                </a:lnTo>
                <a:lnTo>
                  <a:pt x="4193513" y="17511"/>
                </a:lnTo>
                <a:lnTo>
                  <a:pt x="4193840" y="16987"/>
                </a:lnTo>
                <a:lnTo>
                  <a:pt x="4194133" y="16441"/>
                </a:lnTo>
                <a:lnTo>
                  <a:pt x="4194392" y="15872"/>
                </a:lnTo>
                <a:lnTo>
                  <a:pt x="4194614" y="15284"/>
                </a:lnTo>
                <a:lnTo>
                  <a:pt x="4194800" y="14677"/>
                </a:lnTo>
                <a:lnTo>
                  <a:pt x="4194946" y="14053"/>
                </a:lnTo>
                <a:lnTo>
                  <a:pt x="4195052" y="13412"/>
                </a:lnTo>
                <a:lnTo>
                  <a:pt x="4195117" y="12757"/>
                </a:lnTo>
                <a:lnTo>
                  <a:pt x="4195139" y="12089"/>
                </a:lnTo>
                <a:lnTo>
                  <a:pt x="4195117" y="11420"/>
                </a:lnTo>
                <a:lnTo>
                  <a:pt x="4195052" y="10765"/>
                </a:lnTo>
                <a:lnTo>
                  <a:pt x="4194946" y="10124"/>
                </a:lnTo>
                <a:lnTo>
                  <a:pt x="4194800" y="9500"/>
                </a:lnTo>
                <a:lnTo>
                  <a:pt x="4194614" y="8893"/>
                </a:lnTo>
                <a:lnTo>
                  <a:pt x="4194392" y="8305"/>
                </a:lnTo>
                <a:lnTo>
                  <a:pt x="4194133" y="7737"/>
                </a:lnTo>
                <a:close/>
                <a:moveTo>
                  <a:pt x="3485625" y="7737"/>
                </a:moveTo>
                <a:lnTo>
                  <a:pt x="3485331" y="7190"/>
                </a:lnTo>
                <a:lnTo>
                  <a:pt x="3485004" y="6666"/>
                </a:lnTo>
                <a:lnTo>
                  <a:pt x="3484645" y="6166"/>
                </a:lnTo>
                <a:lnTo>
                  <a:pt x="3484255" y="5691"/>
                </a:lnTo>
                <a:lnTo>
                  <a:pt x="3483836" y="5244"/>
                </a:lnTo>
                <a:lnTo>
                  <a:pt x="3483388" y="4824"/>
                </a:lnTo>
                <a:lnTo>
                  <a:pt x="3482914" y="4434"/>
                </a:lnTo>
                <a:lnTo>
                  <a:pt x="3482414" y="4075"/>
                </a:lnTo>
                <a:lnTo>
                  <a:pt x="3481891" y="3748"/>
                </a:lnTo>
                <a:lnTo>
                  <a:pt x="3481344" y="3454"/>
                </a:lnTo>
                <a:lnTo>
                  <a:pt x="3480776" y="3195"/>
                </a:lnTo>
                <a:lnTo>
                  <a:pt x="3480188" y="2972"/>
                </a:lnTo>
                <a:lnTo>
                  <a:pt x="3479581" y="2787"/>
                </a:lnTo>
                <a:lnTo>
                  <a:pt x="3478957" y="2641"/>
                </a:lnTo>
                <a:lnTo>
                  <a:pt x="3478316" y="2534"/>
                </a:lnTo>
                <a:lnTo>
                  <a:pt x="3477661" y="2470"/>
                </a:lnTo>
                <a:lnTo>
                  <a:pt x="3476993" y="2448"/>
                </a:lnTo>
                <a:lnTo>
                  <a:pt x="3476324" y="2470"/>
                </a:lnTo>
                <a:lnTo>
                  <a:pt x="3475669" y="2534"/>
                </a:lnTo>
                <a:lnTo>
                  <a:pt x="3475028" y="2641"/>
                </a:lnTo>
                <a:lnTo>
                  <a:pt x="3474403" y="2787"/>
                </a:lnTo>
                <a:lnTo>
                  <a:pt x="3473796" y="2972"/>
                </a:lnTo>
                <a:lnTo>
                  <a:pt x="3473208" y="3195"/>
                </a:lnTo>
                <a:lnTo>
                  <a:pt x="3472640" y="3454"/>
                </a:lnTo>
                <a:lnTo>
                  <a:pt x="3472093" y="3748"/>
                </a:lnTo>
                <a:lnTo>
                  <a:pt x="3471569" y="4075"/>
                </a:lnTo>
                <a:lnTo>
                  <a:pt x="3471069" y="4434"/>
                </a:lnTo>
                <a:lnTo>
                  <a:pt x="3470595" y="4824"/>
                </a:lnTo>
                <a:lnTo>
                  <a:pt x="3470147" y="5244"/>
                </a:lnTo>
                <a:lnTo>
                  <a:pt x="3469728" y="5691"/>
                </a:lnTo>
                <a:lnTo>
                  <a:pt x="3469338" y="6166"/>
                </a:lnTo>
                <a:lnTo>
                  <a:pt x="3468979" y="6666"/>
                </a:lnTo>
                <a:lnTo>
                  <a:pt x="3468652" y="7190"/>
                </a:lnTo>
                <a:lnTo>
                  <a:pt x="3468358" y="7737"/>
                </a:lnTo>
                <a:lnTo>
                  <a:pt x="3468099" y="8305"/>
                </a:lnTo>
                <a:lnTo>
                  <a:pt x="3467877" y="8893"/>
                </a:lnTo>
                <a:lnTo>
                  <a:pt x="3467692" y="9500"/>
                </a:lnTo>
                <a:lnTo>
                  <a:pt x="3467545" y="10124"/>
                </a:lnTo>
                <a:lnTo>
                  <a:pt x="3467439" y="10765"/>
                </a:lnTo>
                <a:lnTo>
                  <a:pt x="3467374" y="11420"/>
                </a:lnTo>
                <a:lnTo>
                  <a:pt x="3467353" y="12089"/>
                </a:lnTo>
                <a:lnTo>
                  <a:pt x="3467374" y="12757"/>
                </a:lnTo>
                <a:lnTo>
                  <a:pt x="3467439" y="13412"/>
                </a:lnTo>
                <a:lnTo>
                  <a:pt x="3467545" y="14053"/>
                </a:lnTo>
                <a:lnTo>
                  <a:pt x="3467692" y="14677"/>
                </a:lnTo>
                <a:lnTo>
                  <a:pt x="3467877" y="15284"/>
                </a:lnTo>
                <a:lnTo>
                  <a:pt x="3468099" y="15872"/>
                </a:lnTo>
                <a:lnTo>
                  <a:pt x="3468358" y="16441"/>
                </a:lnTo>
                <a:lnTo>
                  <a:pt x="3468652" y="16987"/>
                </a:lnTo>
                <a:lnTo>
                  <a:pt x="3468979" y="17511"/>
                </a:lnTo>
                <a:lnTo>
                  <a:pt x="3469338" y="18011"/>
                </a:lnTo>
                <a:lnTo>
                  <a:pt x="3469728" y="18486"/>
                </a:lnTo>
                <a:lnTo>
                  <a:pt x="3470147" y="18933"/>
                </a:lnTo>
                <a:lnTo>
                  <a:pt x="3470595" y="19353"/>
                </a:lnTo>
                <a:lnTo>
                  <a:pt x="3471069" y="19743"/>
                </a:lnTo>
                <a:lnTo>
                  <a:pt x="3471569" y="20102"/>
                </a:lnTo>
                <a:lnTo>
                  <a:pt x="3472093" y="20430"/>
                </a:lnTo>
                <a:lnTo>
                  <a:pt x="3472640" y="20723"/>
                </a:lnTo>
                <a:lnTo>
                  <a:pt x="3473208" y="20982"/>
                </a:lnTo>
                <a:lnTo>
                  <a:pt x="3473796" y="21205"/>
                </a:lnTo>
                <a:lnTo>
                  <a:pt x="3474403" y="21390"/>
                </a:lnTo>
                <a:lnTo>
                  <a:pt x="3475028" y="21537"/>
                </a:lnTo>
                <a:lnTo>
                  <a:pt x="3475669" y="21643"/>
                </a:lnTo>
                <a:lnTo>
                  <a:pt x="3476324" y="21708"/>
                </a:lnTo>
                <a:lnTo>
                  <a:pt x="3476993" y="21729"/>
                </a:lnTo>
                <a:lnTo>
                  <a:pt x="3477661" y="21708"/>
                </a:lnTo>
                <a:lnTo>
                  <a:pt x="3478316" y="21643"/>
                </a:lnTo>
                <a:lnTo>
                  <a:pt x="3478957" y="21537"/>
                </a:lnTo>
                <a:lnTo>
                  <a:pt x="3479581" y="21390"/>
                </a:lnTo>
                <a:lnTo>
                  <a:pt x="3480188" y="21205"/>
                </a:lnTo>
                <a:lnTo>
                  <a:pt x="3480776" y="20982"/>
                </a:lnTo>
                <a:lnTo>
                  <a:pt x="3481344" y="20723"/>
                </a:lnTo>
                <a:lnTo>
                  <a:pt x="3481891" y="20430"/>
                </a:lnTo>
                <a:lnTo>
                  <a:pt x="3482414" y="20102"/>
                </a:lnTo>
                <a:lnTo>
                  <a:pt x="3482914" y="19743"/>
                </a:lnTo>
                <a:lnTo>
                  <a:pt x="3483388" y="19353"/>
                </a:lnTo>
                <a:lnTo>
                  <a:pt x="3483836" y="18933"/>
                </a:lnTo>
                <a:lnTo>
                  <a:pt x="3484255" y="18486"/>
                </a:lnTo>
                <a:lnTo>
                  <a:pt x="3484645" y="18011"/>
                </a:lnTo>
                <a:lnTo>
                  <a:pt x="3485004" y="17511"/>
                </a:lnTo>
                <a:lnTo>
                  <a:pt x="3485331" y="16987"/>
                </a:lnTo>
                <a:lnTo>
                  <a:pt x="3485625" y="16441"/>
                </a:lnTo>
                <a:lnTo>
                  <a:pt x="3485883" y="15872"/>
                </a:lnTo>
                <a:lnTo>
                  <a:pt x="3486106" y="15284"/>
                </a:lnTo>
                <a:lnTo>
                  <a:pt x="3486291" y="14677"/>
                </a:lnTo>
                <a:lnTo>
                  <a:pt x="3486437" y="14053"/>
                </a:lnTo>
                <a:lnTo>
                  <a:pt x="3486544" y="13412"/>
                </a:lnTo>
                <a:lnTo>
                  <a:pt x="3486608" y="12757"/>
                </a:lnTo>
                <a:lnTo>
                  <a:pt x="3486630" y="12089"/>
                </a:lnTo>
                <a:lnTo>
                  <a:pt x="3486608" y="11420"/>
                </a:lnTo>
                <a:lnTo>
                  <a:pt x="3486544" y="10765"/>
                </a:lnTo>
                <a:lnTo>
                  <a:pt x="3486437" y="10124"/>
                </a:lnTo>
                <a:lnTo>
                  <a:pt x="3486291" y="9500"/>
                </a:lnTo>
                <a:lnTo>
                  <a:pt x="3486106" y="8893"/>
                </a:lnTo>
                <a:lnTo>
                  <a:pt x="3485883" y="8305"/>
                </a:lnTo>
                <a:lnTo>
                  <a:pt x="3485625" y="7737"/>
                </a:lnTo>
                <a:close/>
                <a:moveTo>
                  <a:pt x="2495925" y="4881"/>
                </a:moveTo>
                <a:lnTo>
                  <a:pt x="2495136" y="4112"/>
                </a:lnTo>
                <a:lnTo>
                  <a:pt x="2494271" y="3428"/>
                </a:lnTo>
                <a:lnTo>
                  <a:pt x="2493341" y="2825"/>
                </a:lnTo>
                <a:lnTo>
                  <a:pt x="2492359" y="2297"/>
                </a:lnTo>
                <a:lnTo>
                  <a:pt x="2491336" y="1839"/>
                </a:lnTo>
                <a:lnTo>
                  <a:pt x="2490286" y="1446"/>
                </a:lnTo>
                <a:lnTo>
                  <a:pt x="2489220" y="1114"/>
                </a:lnTo>
                <a:lnTo>
                  <a:pt x="2488149" y="837"/>
                </a:lnTo>
                <a:lnTo>
                  <a:pt x="2487087" y="610"/>
                </a:lnTo>
                <a:lnTo>
                  <a:pt x="2486044" y="429"/>
                </a:lnTo>
                <a:lnTo>
                  <a:pt x="2485034" y="287"/>
                </a:lnTo>
                <a:lnTo>
                  <a:pt x="2484068" y="181"/>
                </a:lnTo>
                <a:lnTo>
                  <a:pt x="2483158" y="105"/>
                </a:lnTo>
                <a:lnTo>
                  <a:pt x="2482317" y="54"/>
                </a:lnTo>
                <a:lnTo>
                  <a:pt x="2481555" y="23"/>
                </a:lnTo>
                <a:lnTo>
                  <a:pt x="2480886" y="7"/>
                </a:lnTo>
                <a:lnTo>
                  <a:pt x="2480322" y="1"/>
                </a:lnTo>
                <a:lnTo>
                  <a:pt x="2479874" y="0"/>
                </a:lnTo>
                <a:lnTo>
                  <a:pt x="2477950" y="46"/>
                </a:lnTo>
                <a:lnTo>
                  <a:pt x="2476038" y="184"/>
                </a:lnTo>
                <a:lnTo>
                  <a:pt x="2474145" y="414"/>
                </a:lnTo>
                <a:lnTo>
                  <a:pt x="2472276" y="735"/>
                </a:lnTo>
                <a:lnTo>
                  <a:pt x="2470439" y="1147"/>
                </a:lnTo>
                <a:lnTo>
                  <a:pt x="2468638" y="1649"/>
                </a:lnTo>
                <a:lnTo>
                  <a:pt x="2466880" y="2241"/>
                </a:lnTo>
                <a:lnTo>
                  <a:pt x="2465172" y="2923"/>
                </a:lnTo>
                <a:lnTo>
                  <a:pt x="2463519" y="3694"/>
                </a:lnTo>
                <a:lnTo>
                  <a:pt x="2461928" y="4554"/>
                </a:lnTo>
                <a:lnTo>
                  <a:pt x="2460405" y="5503"/>
                </a:lnTo>
                <a:lnTo>
                  <a:pt x="2458956" y="6539"/>
                </a:lnTo>
                <a:lnTo>
                  <a:pt x="2457588" y="7664"/>
                </a:lnTo>
                <a:lnTo>
                  <a:pt x="2456306" y="8875"/>
                </a:lnTo>
                <a:lnTo>
                  <a:pt x="2455116" y="10173"/>
                </a:lnTo>
                <a:lnTo>
                  <a:pt x="2454026" y="11558"/>
                </a:lnTo>
                <a:lnTo>
                  <a:pt x="2453041" y="13029"/>
                </a:lnTo>
                <a:lnTo>
                  <a:pt x="2452166" y="14586"/>
                </a:lnTo>
                <a:lnTo>
                  <a:pt x="2451410" y="16228"/>
                </a:lnTo>
                <a:lnTo>
                  <a:pt x="2450777" y="17955"/>
                </a:lnTo>
                <a:lnTo>
                  <a:pt x="2450274" y="19766"/>
                </a:lnTo>
                <a:lnTo>
                  <a:pt x="2449907" y="21662"/>
                </a:lnTo>
                <a:lnTo>
                  <a:pt x="2449682" y="23641"/>
                </a:lnTo>
                <a:lnTo>
                  <a:pt x="2449606" y="25704"/>
                </a:lnTo>
                <a:lnTo>
                  <a:pt x="2449606" y="35963"/>
                </a:lnTo>
                <a:lnTo>
                  <a:pt x="2430329" y="35963"/>
                </a:lnTo>
                <a:lnTo>
                  <a:pt x="2429934" y="35963"/>
                </a:lnTo>
                <a:lnTo>
                  <a:pt x="2429525" y="35966"/>
                </a:lnTo>
                <a:lnTo>
                  <a:pt x="2429103" y="35974"/>
                </a:lnTo>
                <a:lnTo>
                  <a:pt x="2428672" y="35990"/>
                </a:lnTo>
                <a:lnTo>
                  <a:pt x="2428234" y="36017"/>
                </a:lnTo>
                <a:lnTo>
                  <a:pt x="2427792" y="36056"/>
                </a:lnTo>
                <a:lnTo>
                  <a:pt x="2427349" y="36111"/>
                </a:lnTo>
                <a:lnTo>
                  <a:pt x="2426908" y="36184"/>
                </a:lnTo>
                <a:lnTo>
                  <a:pt x="2426472" y="36278"/>
                </a:lnTo>
                <a:lnTo>
                  <a:pt x="2426043" y="36395"/>
                </a:lnTo>
                <a:lnTo>
                  <a:pt x="2425624" y="36538"/>
                </a:lnTo>
                <a:lnTo>
                  <a:pt x="2425219" y="36710"/>
                </a:lnTo>
                <a:lnTo>
                  <a:pt x="2424830" y="36913"/>
                </a:lnTo>
                <a:lnTo>
                  <a:pt x="2424460" y="37149"/>
                </a:lnTo>
                <a:lnTo>
                  <a:pt x="2424112" y="37422"/>
                </a:lnTo>
                <a:lnTo>
                  <a:pt x="2423788" y="37734"/>
                </a:lnTo>
                <a:lnTo>
                  <a:pt x="2423491" y="38087"/>
                </a:lnTo>
                <a:lnTo>
                  <a:pt x="2423225" y="38485"/>
                </a:lnTo>
                <a:lnTo>
                  <a:pt x="2422992" y="38929"/>
                </a:lnTo>
                <a:lnTo>
                  <a:pt x="2422795" y="39422"/>
                </a:lnTo>
                <a:lnTo>
                  <a:pt x="2422637" y="39968"/>
                </a:lnTo>
                <a:lnTo>
                  <a:pt x="2422521" y="40567"/>
                </a:lnTo>
                <a:lnTo>
                  <a:pt x="2422449" y="41224"/>
                </a:lnTo>
                <a:lnTo>
                  <a:pt x="2422424" y="41941"/>
                </a:lnTo>
                <a:lnTo>
                  <a:pt x="2422449" y="42634"/>
                </a:lnTo>
                <a:lnTo>
                  <a:pt x="2422521" y="43270"/>
                </a:lnTo>
                <a:lnTo>
                  <a:pt x="2422637" y="43850"/>
                </a:lnTo>
                <a:lnTo>
                  <a:pt x="2422794" y="44378"/>
                </a:lnTo>
                <a:lnTo>
                  <a:pt x="2422991" y="44855"/>
                </a:lnTo>
                <a:lnTo>
                  <a:pt x="2423222" y="45285"/>
                </a:lnTo>
                <a:lnTo>
                  <a:pt x="2423487" y="45669"/>
                </a:lnTo>
                <a:lnTo>
                  <a:pt x="2423781" y="46011"/>
                </a:lnTo>
                <a:lnTo>
                  <a:pt x="2424101" y="46313"/>
                </a:lnTo>
                <a:lnTo>
                  <a:pt x="2424446" y="46577"/>
                </a:lnTo>
                <a:lnTo>
                  <a:pt x="2424811" y="46806"/>
                </a:lnTo>
                <a:lnTo>
                  <a:pt x="2425195" y="47002"/>
                </a:lnTo>
                <a:lnTo>
                  <a:pt x="2425593" y="47168"/>
                </a:lnTo>
                <a:lnTo>
                  <a:pt x="2426004" y="47306"/>
                </a:lnTo>
                <a:lnTo>
                  <a:pt x="2426424" y="47420"/>
                </a:lnTo>
                <a:lnTo>
                  <a:pt x="2426850" y="47511"/>
                </a:lnTo>
                <a:lnTo>
                  <a:pt x="2427280" y="47581"/>
                </a:lnTo>
                <a:lnTo>
                  <a:pt x="2427710" y="47634"/>
                </a:lnTo>
                <a:lnTo>
                  <a:pt x="2428137" y="47673"/>
                </a:lnTo>
                <a:lnTo>
                  <a:pt x="2428559" y="47698"/>
                </a:lnTo>
                <a:lnTo>
                  <a:pt x="2428973" y="47714"/>
                </a:lnTo>
                <a:lnTo>
                  <a:pt x="2429375" y="47721"/>
                </a:lnTo>
                <a:lnTo>
                  <a:pt x="2429763" y="47724"/>
                </a:lnTo>
                <a:lnTo>
                  <a:pt x="2430135" y="47725"/>
                </a:lnTo>
                <a:lnTo>
                  <a:pt x="2449606" y="47725"/>
                </a:lnTo>
                <a:lnTo>
                  <a:pt x="2449606" y="107238"/>
                </a:lnTo>
                <a:lnTo>
                  <a:pt x="2430135" y="107238"/>
                </a:lnTo>
                <a:lnTo>
                  <a:pt x="2429763" y="107239"/>
                </a:lnTo>
                <a:lnTo>
                  <a:pt x="2429372" y="107241"/>
                </a:lnTo>
                <a:lnTo>
                  <a:pt x="2428965" y="107249"/>
                </a:lnTo>
                <a:lnTo>
                  <a:pt x="2428545" y="107265"/>
                </a:lnTo>
                <a:lnTo>
                  <a:pt x="2428115" y="107290"/>
                </a:lnTo>
                <a:lnTo>
                  <a:pt x="2427679" y="107329"/>
                </a:lnTo>
                <a:lnTo>
                  <a:pt x="2427240" y="107382"/>
                </a:lnTo>
                <a:lnTo>
                  <a:pt x="2426800" y="107452"/>
                </a:lnTo>
                <a:lnTo>
                  <a:pt x="2426363" y="107543"/>
                </a:lnTo>
                <a:lnTo>
                  <a:pt x="2425931" y="107657"/>
                </a:lnTo>
                <a:lnTo>
                  <a:pt x="2425509" y="107795"/>
                </a:lnTo>
                <a:lnTo>
                  <a:pt x="2425098" y="107961"/>
                </a:lnTo>
                <a:lnTo>
                  <a:pt x="2424702" y="108157"/>
                </a:lnTo>
                <a:lnTo>
                  <a:pt x="2424325" y="108386"/>
                </a:lnTo>
                <a:lnTo>
                  <a:pt x="2423969" y="108650"/>
                </a:lnTo>
                <a:lnTo>
                  <a:pt x="2423637" y="108952"/>
                </a:lnTo>
                <a:lnTo>
                  <a:pt x="2423332" y="109294"/>
                </a:lnTo>
                <a:lnTo>
                  <a:pt x="2423058" y="109678"/>
                </a:lnTo>
                <a:lnTo>
                  <a:pt x="2422818" y="110108"/>
                </a:lnTo>
                <a:lnTo>
                  <a:pt x="2422615" y="110585"/>
                </a:lnTo>
                <a:lnTo>
                  <a:pt x="2422451" y="111113"/>
                </a:lnTo>
                <a:lnTo>
                  <a:pt x="2422330" y="111693"/>
                </a:lnTo>
                <a:lnTo>
                  <a:pt x="2422256" y="112329"/>
                </a:lnTo>
                <a:lnTo>
                  <a:pt x="2422230" y="113022"/>
                </a:lnTo>
                <a:lnTo>
                  <a:pt x="2422256" y="113738"/>
                </a:lnTo>
                <a:lnTo>
                  <a:pt x="2422330" y="114395"/>
                </a:lnTo>
                <a:lnTo>
                  <a:pt x="2422451" y="114994"/>
                </a:lnTo>
                <a:lnTo>
                  <a:pt x="2422615" y="115539"/>
                </a:lnTo>
                <a:lnTo>
                  <a:pt x="2422818" y="116033"/>
                </a:lnTo>
                <a:lnTo>
                  <a:pt x="2423058" y="116476"/>
                </a:lnTo>
                <a:lnTo>
                  <a:pt x="2423332" y="116874"/>
                </a:lnTo>
                <a:lnTo>
                  <a:pt x="2423637" y="117227"/>
                </a:lnTo>
                <a:lnTo>
                  <a:pt x="2423969" y="117538"/>
                </a:lnTo>
                <a:lnTo>
                  <a:pt x="2424325" y="117811"/>
                </a:lnTo>
                <a:lnTo>
                  <a:pt x="2424702" y="118048"/>
                </a:lnTo>
                <a:lnTo>
                  <a:pt x="2425098" y="118250"/>
                </a:lnTo>
                <a:lnTo>
                  <a:pt x="2425509" y="118422"/>
                </a:lnTo>
                <a:lnTo>
                  <a:pt x="2425931" y="118565"/>
                </a:lnTo>
                <a:lnTo>
                  <a:pt x="2426363" y="118682"/>
                </a:lnTo>
                <a:lnTo>
                  <a:pt x="2426800" y="118776"/>
                </a:lnTo>
                <a:lnTo>
                  <a:pt x="2427240" y="118849"/>
                </a:lnTo>
                <a:lnTo>
                  <a:pt x="2427679" y="118904"/>
                </a:lnTo>
                <a:lnTo>
                  <a:pt x="2428115" y="118943"/>
                </a:lnTo>
                <a:lnTo>
                  <a:pt x="2428545" y="118970"/>
                </a:lnTo>
                <a:lnTo>
                  <a:pt x="2428965" y="118986"/>
                </a:lnTo>
                <a:lnTo>
                  <a:pt x="2429372" y="118994"/>
                </a:lnTo>
                <a:lnTo>
                  <a:pt x="2429763" y="118997"/>
                </a:lnTo>
                <a:lnTo>
                  <a:pt x="2430135" y="118997"/>
                </a:lnTo>
                <a:lnTo>
                  <a:pt x="2482380" y="118997"/>
                </a:lnTo>
                <a:lnTo>
                  <a:pt x="2482752" y="118997"/>
                </a:lnTo>
                <a:lnTo>
                  <a:pt x="2483143" y="118994"/>
                </a:lnTo>
                <a:lnTo>
                  <a:pt x="2483550" y="118986"/>
                </a:lnTo>
                <a:lnTo>
                  <a:pt x="2483970" y="118970"/>
                </a:lnTo>
                <a:lnTo>
                  <a:pt x="2484399" y="118945"/>
                </a:lnTo>
                <a:lnTo>
                  <a:pt x="2484835" y="118907"/>
                </a:lnTo>
                <a:lnTo>
                  <a:pt x="2485275" y="118854"/>
                </a:lnTo>
                <a:lnTo>
                  <a:pt x="2485715" y="118783"/>
                </a:lnTo>
                <a:lnTo>
                  <a:pt x="2486152" y="118692"/>
                </a:lnTo>
                <a:lnTo>
                  <a:pt x="2486584" y="118579"/>
                </a:lnTo>
                <a:lnTo>
                  <a:pt x="2487006" y="118440"/>
                </a:lnTo>
                <a:lnTo>
                  <a:pt x="2487417" y="118274"/>
                </a:lnTo>
                <a:lnTo>
                  <a:pt x="2487813" y="118078"/>
                </a:lnTo>
                <a:lnTo>
                  <a:pt x="2488190" y="117849"/>
                </a:lnTo>
                <a:lnTo>
                  <a:pt x="2488546" y="117585"/>
                </a:lnTo>
                <a:lnTo>
                  <a:pt x="2488878" y="117283"/>
                </a:lnTo>
                <a:lnTo>
                  <a:pt x="2489183" y="116942"/>
                </a:lnTo>
                <a:lnTo>
                  <a:pt x="2489456" y="116557"/>
                </a:lnTo>
                <a:lnTo>
                  <a:pt x="2489697" y="116127"/>
                </a:lnTo>
                <a:lnTo>
                  <a:pt x="2489900" y="115650"/>
                </a:lnTo>
                <a:lnTo>
                  <a:pt x="2490064" y="115122"/>
                </a:lnTo>
                <a:lnTo>
                  <a:pt x="2490185" y="114542"/>
                </a:lnTo>
                <a:lnTo>
                  <a:pt x="2490259" y="113907"/>
                </a:lnTo>
                <a:lnTo>
                  <a:pt x="2490285" y="113213"/>
                </a:lnTo>
                <a:lnTo>
                  <a:pt x="2490259" y="112497"/>
                </a:lnTo>
                <a:lnTo>
                  <a:pt x="2490185" y="111841"/>
                </a:lnTo>
                <a:lnTo>
                  <a:pt x="2490064" y="111241"/>
                </a:lnTo>
                <a:lnTo>
                  <a:pt x="2489900" y="110696"/>
                </a:lnTo>
                <a:lnTo>
                  <a:pt x="2489697" y="110203"/>
                </a:lnTo>
                <a:lnTo>
                  <a:pt x="2489456" y="109759"/>
                </a:lnTo>
                <a:lnTo>
                  <a:pt x="2489183" y="109362"/>
                </a:lnTo>
                <a:lnTo>
                  <a:pt x="2488878" y="109009"/>
                </a:lnTo>
                <a:lnTo>
                  <a:pt x="2488546" y="108697"/>
                </a:lnTo>
                <a:lnTo>
                  <a:pt x="2488190" y="108424"/>
                </a:lnTo>
                <a:lnTo>
                  <a:pt x="2487813" y="108188"/>
                </a:lnTo>
                <a:lnTo>
                  <a:pt x="2487417" y="107985"/>
                </a:lnTo>
                <a:lnTo>
                  <a:pt x="2487006" y="107813"/>
                </a:lnTo>
                <a:lnTo>
                  <a:pt x="2486584" y="107670"/>
                </a:lnTo>
                <a:lnTo>
                  <a:pt x="2486152" y="107553"/>
                </a:lnTo>
                <a:lnTo>
                  <a:pt x="2485715" y="107459"/>
                </a:lnTo>
                <a:lnTo>
                  <a:pt x="2485275" y="107386"/>
                </a:lnTo>
                <a:lnTo>
                  <a:pt x="2484835" y="107331"/>
                </a:lnTo>
                <a:lnTo>
                  <a:pt x="2484399" y="107292"/>
                </a:lnTo>
                <a:lnTo>
                  <a:pt x="2483970" y="107266"/>
                </a:lnTo>
                <a:lnTo>
                  <a:pt x="2483550" y="107250"/>
                </a:lnTo>
                <a:lnTo>
                  <a:pt x="2483143" y="107242"/>
                </a:lnTo>
                <a:lnTo>
                  <a:pt x="2482752" y="107239"/>
                </a:lnTo>
                <a:lnTo>
                  <a:pt x="2482380" y="107238"/>
                </a:lnTo>
                <a:lnTo>
                  <a:pt x="2462909" y="107238"/>
                </a:lnTo>
                <a:lnTo>
                  <a:pt x="2462909" y="47725"/>
                </a:lnTo>
                <a:lnTo>
                  <a:pt x="2486431" y="47725"/>
                </a:lnTo>
                <a:lnTo>
                  <a:pt x="2486802" y="47724"/>
                </a:lnTo>
                <a:lnTo>
                  <a:pt x="2487190" y="47721"/>
                </a:lnTo>
                <a:lnTo>
                  <a:pt x="2487593" y="47714"/>
                </a:lnTo>
                <a:lnTo>
                  <a:pt x="2488006" y="47698"/>
                </a:lnTo>
                <a:lnTo>
                  <a:pt x="2488428" y="47673"/>
                </a:lnTo>
                <a:lnTo>
                  <a:pt x="2488856" y="47634"/>
                </a:lnTo>
                <a:lnTo>
                  <a:pt x="2489286" y="47581"/>
                </a:lnTo>
                <a:lnTo>
                  <a:pt x="2489715" y="47511"/>
                </a:lnTo>
                <a:lnTo>
                  <a:pt x="2490142" y="47420"/>
                </a:lnTo>
                <a:lnTo>
                  <a:pt x="2490562" y="47306"/>
                </a:lnTo>
                <a:lnTo>
                  <a:pt x="2490972" y="47168"/>
                </a:lnTo>
                <a:lnTo>
                  <a:pt x="2491371" y="47002"/>
                </a:lnTo>
                <a:lnTo>
                  <a:pt x="2491754" y="46806"/>
                </a:lnTo>
                <a:lnTo>
                  <a:pt x="2492120" y="46577"/>
                </a:lnTo>
                <a:lnTo>
                  <a:pt x="2492464" y="46313"/>
                </a:lnTo>
                <a:lnTo>
                  <a:pt x="2492785" y="46011"/>
                </a:lnTo>
                <a:lnTo>
                  <a:pt x="2493079" y="45669"/>
                </a:lnTo>
                <a:lnTo>
                  <a:pt x="2493343" y="45285"/>
                </a:lnTo>
                <a:lnTo>
                  <a:pt x="2493575" y="44855"/>
                </a:lnTo>
                <a:lnTo>
                  <a:pt x="2493771" y="44378"/>
                </a:lnTo>
                <a:lnTo>
                  <a:pt x="2493929" y="43850"/>
                </a:lnTo>
                <a:lnTo>
                  <a:pt x="2494045" y="43270"/>
                </a:lnTo>
                <a:lnTo>
                  <a:pt x="2494117" y="42634"/>
                </a:lnTo>
                <a:lnTo>
                  <a:pt x="2494142" y="41941"/>
                </a:lnTo>
                <a:lnTo>
                  <a:pt x="2494118" y="41224"/>
                </a:lnTo>
                <a:lnTo>
                  <a:pt x="2494049" y="40567"/>
                </a:lnTo>
                <a:lnTo>
                  <a:pt x="2493937" y="39968"/>
                </a:lnTo>
                <a:lnTo>
                  <a:pt x="2493785" y="39422"/>
                </a:lnTo>
                <a:lnTo>
                  <a:pt x="2493595" y="38929"/>
                </a:lnTo>
                <a:lnTo>
                  <a:pt x="2493370" y="38485"/>
                </a:lnTo>
                <a:lnTo>
                  <a:pt x="2493114" y="38087"/>
                </a:lnTo>
                <a:lnTo>
                  <a:pt x="2492828" y="37734"/>
                </a:lnTo>
                <a:lnTo>
                  <a:pt x="2492515" y="37422"/>
                </a:lnTo>
                <a:lnTo>
                  <a:pt x="2492178" y="37149"/>
                </a:lnTo>
                <a:lnTo>
                  <a:pt x="2491820" y="36913"/>
                </a:lnTo>
                <a:lnTo>
                  <a:pt x="2491442" y="36710"/>
                </a:lnTo>
                <a:lnTo>
                  <a:pt x="2491049" y="36538"/>
                </a:lnTo>
                <a:lnTo>
                  <a:pt x="2490643" y="36395"/>
                </a:lnTo>
                <a:lnTo>
                  <a:pt x="2490226" y="36278"/>
                </a:lnTo>
                <a:lnTo>
                  <a:pt x="2489800" y="36184"/>
                </a:lnTo>
                <a:lnTo>
                  <a:pt x="2489370" y="36111"/>
                </a:lnTo>
                <a:lnTo>
                  <a:pt x="2488937" y="36056"/>
                </a:lnTo>
                <a:lnTo>
                  <a:pt x="2488503" y="36017"/>
                </a:lnTo>
                <a:lnTo>
                  <a:pt x="2488073" y="35990"/>
                </a:lnTo>
                <a:lnTo>
                  <a:pt x="2487648" y="35974"/>
                </a:lnTo>
                <a:lnTo>
                  <a:pt x="2487231" y="35966"/>
                </a:lnTo>
                <a:lnTo>
                  <a:pt x="2486824" y="35963"/>
                </a:lnTo>
                <a:lnTo>
                  <a:pt x="2486431" y="35963"/>
                </a:lnTo>
                <a:lnTo>
                  <a:pt x="2462909" y="35963"/>
                </a:lnTo>
                <a:lnTo>
                  <a:pt x="2462909" y="26863"/>
                </a:lnTo>
                <a:lnTo>
                  <a:pt x="2462975" y="25053"/>
                </a:lnTo>
                <a:lnTo>
                  <a:pt x="2463166" y="23394"/>
                </a:lnTo>
                <a:lnTo>
                  <a:pt x="2463475" y="21879"/>
                </a:lnTo>
                <a:lnTo>
                  <a:pt x="2463892" y="20501"/>
                </a:lnTo>
                <a:lnTo>
                  <a:pt x="2464409" y="19255"/>
                </a:lnTo>
                <a:lnTo>
                  <a:pt x="2465017" y="18133"/>
                </a:lnTo>
                <a:lnTo>
                  <a:pt x="2465708" y="17129"/>
                </a:lnTo>
                <a:lnTo>
                  <a:pt x="2466472" y="16236"/>
                </a:lnTo>
                <a:lnTo>
                  <a:pt x="2467301" y="15449"/>
                </a:lnTo>
                <a:lnTo>
                  <a:pt x="2468186" y="14760"/>
                </a:lnTo>
                <a:lnTo>
                  <a:pt x="2469119" y="14162"/>
                </a:lnTo>
                <a:lnTo>
                  <a:pt x="2470090" y="13650"/>
                </a:lnTo>
                <a:lnTo>
                  <a:pt x="2471092" y="13216"/>
                </a:lnTo>
                <a:lnTo>
                  <a:pt x="2472115" y="12854"/>
                </a:lnTo>
                <a:lnTo>
                  <a:pt x="2473151" y="12558"/>
                </a:lnTo>
                <a:lnTo>
                  <a:pt x="2474191" y="12321"/>
                </a:lnTo>
                <a:lnTo>
                  <a:pt x="2475226" y="12137"/>
                </a:lnTo>
                <a:lnTo>
                  <a:pt x="2476248" y="11998"/>
                </a:lnTo>
                <a:lnTo>
                  <a:pt x="2477247" y="11899"/>
                </a:lnTo>
                <a:lnTo>
                  <a:pt x="2478216" y="11832"/>
                </a:lnTo>
                <a:lnTo>
                  <a:pt x="2479146" y="11792"/>
                </a:lnTo>
                <a:lnTo>
                  <a:pt x="2480027" y="11771"/>
                </a:lnTo>
                <a:lnTo>
                  <a:pt x="2480851" y="11763"/>
                </a:lnTo>
                <a:lnTo>
                  <a:pt x="2481610" y="11762"/>
                </a:lnTo>
                <a:lnTo>
                  <a:pt x="2481619" y="11893"/>
                </a:lnTo>
                <a:lnTo>
                  <a:pt x="2481648" y="12088"/>
                </a:lnTo>
                <a:lnTo>
                  <a:pt x="2481697" y="12342"/>
                </a:lnTo>
                <a:lnTo>
                  <a:pt x="2481769" y="12647"/>
                </a:lnTo>
                <a:lnTo>
                  <a:pt x="2481865" y="12999"/>
                </a:lnTo>
                <a:lnTo>
                  <a:pt x="2481986" y="13389"/>
                </a:lnTo>
                <a:lnTo>
                  <a:pt x="2482134" y="13813"/>
                </a:lnTo>
                <a:lnTo>
                  <a:pt x="2482310" y="14264"/>
                </a:lnTo>
                <a:lnTo>
                  <a:pt x="2482515" y="14736"/>
                </a:lnTo>
                <a:lnTo>
                  <a:pt x="2482751" y="15223"/>
                </a:lnTo>
                <a:lnTo>
                  <a:pt x="2483019" y="15718"/>
                </a:lnTo>
                <a:lnTo>
                  <a:pt x="2483321" y="16215"/>
                </a:lnTo>
                <a:lnTo>
                  <a:pt x="2483658" y="16708"/>
                </a:lnTo>
                <a:lnTo>
                  <a:pt x="2484032" y="17191"/>
                </a:lnTo>
                <a:lnTo>
                  <a:pt x="2484444" y="17658"/>
                </a:lnTo>
                <a:lnTo>
                  <a:pt x="2484895" y="18101"/>
                </a:lnTo>
                <a:lnTo>
                  <a:pt x="2485387" y="18516"/>
                </a:lnTo>
                <a:lnTo>
                  <a:pt x="2485921" y="18896"/>
                </a:lnTo>
                <a:lnTo>
                  <a:pt x="2486499" y="19234"/>
                </a:lnTo>
                <a:lnTo>
                  <a:pt x="2487122" y="19525"/>
                </a:lnTo>
                <a:lnTo>
                  <a:pt x="2487792" y="19762"/>
                </a:lnTo>
                <a:lnTo>
                  <a:pt x="2488509" y="19939"/>
                </a:lnTo>
                <a:lnTo>
                  <a:pt x="2489276" y="20050"/>
                </a:lnTo>
                <a:lnTo>
                  <a:pt x="2490094" y="20088"/>
                </a:lnTo>
                <a:lnTo>
                  <a:pt x="2490578" y="20072"/>
                </a:lnTo>
                <a:lnTo>
                  <a:pt x="2491066" y="20024"/>
                </a:lnTo>
                <a:lnTo>
                  <a:pt x="2491556" y="19944"/>
                </a:lnTo>
                <a:lnTo>
                  <a:pt x="2492046" y="19833"/>
                </a:lnTo>
                <a:lnTo>
                  <a:pt x="2492533" y="19691"/>
                </a:lnTo>
                <a:lnTo>
                  <a:pt x="2493015" y="19519"/>
                </a:lnTo>
                <a:lnTo>
                  <a:pt x="2493490" y="19317"/>
                </a:lnTo>
                <a:lnTo>
                  <a:pt x="2493956" y="19084"/>
                </a:lnTo>
                <a:lnTo>
                  <a:pt x="2494410" y="18822"/>
                </a:lnTo>
                <a:lnTo>
                  <a:pt x="2494851" y="18531"/>
                </a:lnTo>
                <a:lnTo>
                  <a:pt x="2495276" y="18210"/>
                </a:lnTo>
                <a:lnTo>
                  <a:pt x="2495684" y="17861"/>
                </a:lnTo>
                <a:lnTo>
                  <a:pt x="2496071" y="17484"/>
                </a:lnTo>
                <a:lnTo>
                  <a:pt x="2496436" y="17080"/>
                </a:lnTo>
                <a:lnTo>
                  <a:pt x="2496777" y="16647"/>
                </a:lnTo>
                <a:lnTo>
                  <a:pt x="2497091" y="16187"/>
                </a:lnTo>
                <a:lnTo>
                  <a:pt x="2497376" y="15701"/>
                </a:lnTo>
                <a:lnTo>
                  <a:pt x="2497630" y="15188"/>
                </a:lnTo>
                <a:lnTo>
                  <a:pt x="2497851" y="14648"/>
                </a:lnTo>
                <a:lnTo>
                  <a:pt x="2498037" y="14083"/>
                </a:lnTo>
                <a:lnTo>
                  <a:pt x="2498185" y="13493"/>
                </a:lnTo>
                <a:lnTo>
                  <a:pt x="2498294" y="12877"/>
                </a:lnTo>
                <a:lnTo>
                  <a:pt x="2498361" y="12236"/>
                </a:lnTo>
                <a:lnTo>
                  <a:pt x="2498384" y="11571"/>
                </a:lnTo>
                <a:lnTo>
                  <a:pt x="2498305" y="10184"/>
                </a:lnTo>
                <a:lnTo>
                  <a:pt x="2498078" y="8912"/>
                </a:lnTo>
                <a:lnTo>
                  <a:pt x="2497715" y="7752"/>
                </a:lnTo>
                <a:lnTo>
                  <a:pt x="2497227" y="6696"/>
                </a:lnTo>
                <a:lnTo>
                  <a:pt x="2496626" y="5741"/>
                </a:lnTo>
                <a:lnTo>
                  <a:pt x="2495925" y="4881"/>
                </a:lnTo>
                <a:close/>
                <a:moveTo>
                  <a:pt x="3414335" y="109759"/>
                </a:moveTo>
                <a:lnTo>
                  <a:pt x="3414078" y="109362"/>
                </a:lnTo>
                <a:lnTo>
                  <a:pt x="3413792" y="109009"/>
                </a:lnTo>
                <a:lnTo>
                  <a:pt x="3413479" y="108697"/>
                </a:lnTo>
                <a:lnTo>
                  <a:pt x="3413142" y="108424"/>
                </a:lnTo>
                <a:lnTo>
                  <a:pt x="3412784" y="108188"/>
                </a:lnTo>
                <a:lnTo>
                  <a:pt x="3412406" y="107985"/>
                </a:lnTo>
                <a:lnTo>
                  <a:pt x="3412013" y="107813"/>
                </a:lnTo>
                <a:lnTo>
                  <a:pt x="3411607" y="107670"/>
                </a:lnTo>
                <a:lnTo>
                  <a:pt x="3411189" y="107553"/>
                </a:lnTo>
                <a:lnTo>
                  <a:pt x="3410764" y="107459"/>
                </a:lnTo>
                <a:lnTo>
                  <a:pt x="3410333" y="107386"/>
                </a:lnTo>
                <a:lnTo>
                  <a:pt x="3409900" y="107331"/>
                </a:lnTo>
                <a:lnTo>
                  <a:pt x="3409466" y="107292"/>
                </a:lnTo>
                <a:lnTo>
                  <a:pt x="3409035" y="107266"/>
                </a:lnTo>
                <a:lnTo>
                  <a:pt x="3408610" y="107250"/>
                </a:lnTo>
                <a:lnTo>
                  <a:pt x="3408193" y="107242"/>
                </a:lnTo>
                <a:lnTo>
                  <a:pt x="3407786" y="107239"/>
                </a:lnTo>
                <a:lnTo>
                  <a:pt x="3407393" y="107238"/>
                </a:lnTo>
                <a:lnTo>
                  <a:pt x="3382332" y="107238"/>
                </a:lnTo>
                <a:lnTo>
                  <a:pt x="3382332" y="9035"/>
                </a:lnTo>
                <a:lnTo>
                  <a:pt x="3382325" y="8309"/>
                </a:lnTo>
                <a:lnTo>
                  <a:pt x="3382305" y="7624"/>
                </a:lnTo>
                <a:lnTo>
                  <a:pt x="3382269" y="6980"/>
                </a:lnTo>
                <a:lnTo>
                  <a:pt x="3382216" y="6375"/>
                </a:lnTo>
                <a:lnTo>
                  <a:pt x="3382143" y="5808"/>
                </a:lnTo>
                <a:lnTo>
                  <a:pt x="3382048" y="5279"/>
                </a:lnTo>
                <a:lnTo>
                  <a:pt x="3381931" y="4786"/>
                </a:lnTo>
                <a:lnTo>
                  <a:pt x="3381789" y="4330"/>
                </a:lnTo>
                <a:lnTo>
                  <a:pt x="3381620" y="3908"/>
                </a:lnTo>
                <a:lnTo>
                  <a:pt x="3381422" y="3520"/>
                </a:lnTo>
                <a:lnTo>
                  <a:pt x="3381194" y="3165"/>
                </a:lnTo>
                <a:lnTo>
                  <a:pt x="3380934" y="2842"/>
                </a:lnTo>
                <a:lnTo>
                  <a:pt x="3380639" y="2550"/>
                </a:lnTo>
                <a:lnTo>
                  <a:pt x="3380309" y="2288"/>
                </a:lnTo>
                <a:lnTo>
                  <a:pt x="3379940" y="2055"/>
                </a:lnTo>
                <a:lnTo>
                  <a:pt x="3379532" y="1851"/>
                </a:lnTo>
                <a:lnTo>
                  <a:pt x="3379083" y="1675"/>
                </a:lnTo>
                <a:lnTo>
                  <a:pt x="3378590" y="1525"/>
                </a:lnTo>
                <a:lnTo>
                  <a:pt x="3378052" y="1400"/>
                </a:lnTo>
                <a:lnTo>
                  <a:pt x="3377466" y="1300"/>
                </a:lnTo>
                <a:lnTo>
                  <a:pt x="3376832" y="1224"/>
                </a:lnTo>
                <a:lnTo>
                  <a:pt x="3376147" y="1171"/>
                </a:lnTo>
                <a:lnTo>
                  <a:pt x="3375410" y="1140"/>
                </a:lnTo>
                <a:lnTo>
                  <a:pt x="3374618" y="1130"/>
                </a:lnTo>
                <a:lnTo>
                  <a:pt x="3344159" y="1130"/>
                </a:lnTo>
                <a:lnTo>
                  <a:pt x="3343765" y="1130"/>
                </a:lnTo>
                <a:lnTo>
                  <a:pt x="3343355" y="1133"/>
                </a:lnTo>
                <a:lnTo>
                  <a:pt x="3342933" y="1141"/>
                </a:lnTo>
                <a:lnTo>
                  <a:pt x="3342502" y="1157"/>
                </a:lnTo>
                <a:lnTo>
                  <a:pt x="3342064" y="1184"/>
                </a:lnTo>
                <a:lnTo>
                  <a:pt x="3341622" y="1223"/>
                </a:lnTo>
                <a:lnTo>
                  <a:pt x="3341179" y="1278"/>
                </a:lnTo>
                <a:lnTo>
                  <a:pt x="3340738" y="1351"/>
                </a:lnTo>
                <a:lnTo>
                  <a:pt x="3340302" y="1445"/>
                </a:lnTo>
                <a:lnTo>
                  <a:pt x="3339873" y="1562"/>
                </a:lnTo>
                <a:lnTo>
                  <a:pt x="3339455" y="1705"/>
                </a:lnTo>
                <a:lnTo>
                  <a:pt x="3339050" y="1877"/>
                </a:lnTo>
                <a:lnTo>
                  <a:pt x="3338661" y="2080"/>
                </a:lnTo>
                <a:lnTo>
                  <a:pt x="3338290" y="2316"/>
                </a:lnTo>
                <a:lnTo>
                  <a:pt x="3337942" y="2589"/>
                </a:lnTo>
                <a:lnTo>
                  <a:pt x="3337618" y="2901"/>
                </a:lnTo>
                <a:lnTo>
                  <a:pt x="3337322" y="3254"/>
                </a:lnTo>
                <a:lnTo>
                  <a:pt x="3337056" y="3652"/>
                </a:lnTo>
                <a:lnTo>
                  <a:pt x="3336823" y="4096"/>
                </a:lnTo>
                <a:lnTo>
                  <a:pt x="3336626" y="4589"/>
                </a:lnTo>
                <a:lnTo>
                  <a:pt x="3336468" y="5135"/>
                </a:lnTo>
                <a:lnTo>
                  <a:pt x="3336351" y="5734"/>
                </a:lnTo>
                <a:lnTo>
                  <a:pt x="3336279" y="6391"/>
                </a:lnTo>
                <a:lnTo>
                  <a:pt x="3336255" y="7108"/>
                </a:lnTo>
                <a:lnTo>
                  <a:pt x="3336280" y="7801"/>
                </a:lnTo>
                <a:lnTo>
                  <a:pt x="3336355" y="8437"/>
                </a:lnTo>
                <a:lnTo>
                  <a:pt x="3336475" y="9017"/>
                </a:lnTo>
                <a:lnTo>
                  <a:pt x="3336638" y="9545"/>
                </a:lnTo>
                <a:lnTo>
                  <a:pt x="3336841" y="10022"/>
                </a:lnTo>
                <a:lnTo>
                  <a:pt x="3337080" y="10452"/>
                </a:lnTo>
                <a:lnTo>
                  <a:pt x="3337352" y="10836"/>
                </a:lnTo>
                <a:lnTo>
                  <a:pt x="3337654" y="11178"/>
                </a:lnTo>
                <a:lnTo>
                  <a:pt x="3337983" y="11480"/>
                </a:lnTo>
                <a:lnTo>
                  <a:pt x="3338335" y="11744"/>
                </a:lnTo>
                <a:lnTo>
                  <a:pt x="3338708" y="11973"/>
                </a:lnTo>
                <a:lnTo>
                  <a:pt x="3339098" y="12169"/>
                </a:lnTo>
                <a:lnTo>
                  <a:pt x="3339502" y="12335"/>
                </a:lnTo>
                <a:lnTo>
                  <a:pt x="3339917" y="12473"/>
                </a:lnTo>
                <a:lnTo>
                  <a:pt x="3340340" y="12587"/>
                </a:lnTo>
                <a:lnTo>
                  <a:pt x="3340767" y="12678"/>
                </a:lnTo>
                <a:lnTo>
                  <a:pt x="3341196" y="12748"/>
                </a:lnTo>
                <a:lnTo>
                  <a:pt x="3341622" y="12801"/>
                </a:lnTo>
                <a:lnTo>
                  <a:pt x="3342044" y="12839"/>
                </a:lnTo>
                <a:lnTo>
                  <a:pt x="3342457" y="12865"/>
                </a:lnTo>
                <a:lnTo>
                  <a:pt x="3342859" y="12880"/>
                </a:lnTo>
                <a:lnTo>
                  <a:pt x="3343247" y="12888"/>
                </a:lnTo>
                <a:lnTo>
                  <a:pt x="3343616" y="12891"/>
                </a:lnTo>
                <a:lnTo>
                  <a:pt x="3343965" y="12892"/>
                </a:lnTo>
                <a:lnTo>
                  <a:pt x="3369029" y="12892"/>
                </a:lnTo>
                <a:lnTo>
                  <a:pt x="3369029" y="107238"/>
                </a:lnTo>
                <a:lnTo>
                  <a:pt x="3344159" y="107238"/>
                </a:lnTo>
                <a:lnTo>
                  <a:pt x="3343765" y="107239"/>
                </a:lnTo>
                <a:lnTo>
                  <a:pt x="3343355" y="107242"/>
                </a:lnTo>
                <a:lnTo>
                  <a:pt x="3342933" y="107250"/>
                </a:lnTo>
                <a:lnTo>
                  <a:pt x="3342502" y="107266"/>
                </a:lnTo>
                <a:lnTo>
                  <a:pt x="3342064" y="107292"/>
                </a:lnTo>
                <a:lnTo>
                  <a:pt x="3341622" y="107331"/>
                </a:lnTo>
                <a:lnTo>
                  <a:pt x="3341179" y="107386"/>
                </a:lnTo>
                <a:lnTo>
                  <a:pt x="3340738" y="107459"/>
                </a:lnTo>
                <a:lnTo>
                  <a:pt x="3340302" y="107553"/>
                </a:lnTo>
                <a:lnTo>
                  <a:pt x="3339873" y="107670"/>
                </a:lnTo>
                <a:lnTo>
                  <a:pt x="3339455" y="107813"/>
                </a:lnTo>
                <a:lnTo>
                  <a:pt x="3339050" y="107985"/>
                </a:lnTo>
                <a:lnTo>
                  <a:pt x="3338661" y="108188"/>
                </a:lnTo>
                <a:lnTo>
                  <a:pt x="3338290" y="108424"/>
                </a:lnTo>
                <a:lnTo>
                  <a:pt x="3337942" y="108697"/>
                </a:lnTo>
                <a:lnTo>
                  <a:pt x="3337618" y="109009"/>
                </a:lnTo>
                <a:lnTo>
                  <a:pt x="3337322" y="109362"/>
                </a:lnTo>
                <a:lnTo>
                  <a:pt x="3337056" y="109759"/>
                </a:lnTo>
                <a:lnTo>
                  <a:pt x="3336823" y="110203"/>
                </a:lnTo>
                <a:lnTo>
                  <a:pt x="3336626" y="110696"/>
                </a:lnTo>
                <a:lnTo>
                  <a:pt x="3336468" y="111241"/>
                </a:lnTo>
                <a:lnTo>
                  <a:pt x="3336351" y="111841"/>
                </a:lnTo>
                <a:lnTo>
                  <a:pt x="3336279" y="112497"/>
                </a:lnTo>
                <a:lnTo>
                  <a:pt x="3336255" y="113213"/>
                </a:lnTo>
                <a:lnTo>
                  <a:pt x="3336280" y="113907"/>
                </a:lnTo>
                <a:lnTo>
                  <a:pt x="3336355" y="114542"/>
                </a:lnTo>
                <a:lnTo>
                  <a:pt x="3336475" y="115122"/>
                </a:lnTo>
                <a:lnTo>
                  <a:pt x="3336638" y="115650"/>
                </a:lnTo>
                <a:lnTo>
                  <a:pt x="3336841" y="116127"/>
                </a:lnTo>
                <a:lnTo>
                  <a:pt x="3337080" y="116557"/>
                </a:lnTo>
                <a:lnTo>
                  <a:pt x="3337352" y="116942"/>
                </a:lnTo>
                <a:lnTo>
                  <a:pt x="3337654" y="117283"/>
                </a:lnTo>
                <a:lnTo>
                  <a:pt x="3337983" y="117585"/>
                </a:lnTo>
                <a:lnTo>
                  <a:pt x="3338335" y="117849"/>
                </a:lnTo>
                <a:lnTo>
                  <a:pt x="3338708" y="118078"/>
                </a:lnTo>
                <a:lnTo>
                  <a:pt x="3339098" y="118274"/>
                </a:lnTo>
                <a:lnTo>
                  <a:pt x="3339502" y="118440"/>
                </a:lnTo>
                <a:lnTo>
                  <a:pt x="3339917" y="118579"/>
                </a:lnTo>
                <a:lnTo>
                  <a:pt x="3340340" y="118692"/>
                </a:lnTo>
                <a:lnTo>
                  <a:pt x="3340767" y="118783"/>
                </a:lnTo>
                <a:lnTo>
                  <a:pt x="3341196" y="118854"/>
                </a:lnTo>
                <a:lnTo>
                  <a:pt x="3341622" y="118907"/>
                </a:lnTo>
                <a:lnTo>
                  <a:pt x="3342044" y="118945"/>
                </a:lnTo>
                <a:lnTo>
                  <a:pt x="3342457" y="118970"/>
                </a:lnTo>
                <a:lnTo>
                  <a:pt x="3342859" y="118986"/>
                </a:lnTo>
                <a:lnTo>
                  <a:pt x="3343247" y="118994"/>
                </a:lnTo>
                <a:lnTo>
                  <a:pt x="3343616" y="118997"/>
                </a:lnTo>
                <a:lnTo>
                  <a:pt x="3343965" y="118997"/>
                </a:lnTo>
                <a:lnTo>
                  <a:pt x="3407393" y="118997"/>
                </a:lnTo>
                <a:lnTo>
                  <a:pt x="3407764" y="118997"/>
                </a:lnTo>
                <a:lnTo>
                  <a:pt x="3408152" y="118994"/>
                </a:lnTo>
                <a:lnTo>
                  <a:pt x="3408554" y="118986"/>
                </a:lnTo>
                <a:lnTo>
                  <a:pt x="3408968" y="118970"/>
                </a:lnTo>
                <a:lnTo>
                  <a:pt x="3409390" y="118945"/>
                </a:lnTo>
                <a:lnTo>
                  <a:pt x="3409818" y="118907"/>
                </a:lnTo>
                <a:lnTo>
                  <a:pt x="3410248" y="118854"/>
                </a:lnTo>
                <a:lnTo>
                  <a:pt x="3410677" y="118783"/>
                </a:lnTo>
                <a:lnTo>
                  <a:pt x="3411104" y="118692"/>
                </a:lnTo>
                <a:lnTo>
                  <a:pt x="3411524" y="118579"/>
                </a:lnTo>
                <a:lnTo>
                  <a:pt x="3411935" y="118440"/>
                </a:lnTo>
                <a:lnTo>
                  <a:pt x="3412334" y="118274"/>
                </a:lnTo>
                <a:lnTo>
                  <a:pt x="3412717" y="118078"/>
                </a:lnTo>
                <a:lnTo>
                  <a:pt x="3413083" y="117849"/>
                </a:lnTo>
                <a:lnTo>
                  <a:pt x="3413428" y="117585"/>
                </a:lnTo>
                <a:lnTo>
                  <a:pt x="3413749" y="117283"/>
                </a:lnTo>
                <a:lnTo>
                  <a:pt x="3414043" y="116942"/>
                </a:lnTo>
                <a:lnTo>
                  <a:pt x="3414307" y="116557"/>
                </a:lnTo>
                <a:lnTo>
                  <a:pt x="3414539" y="116127"/>
                </a:lnTo>
                <a:lnTo>
                  <a:pt x="3414735" y="115650"/>
                </a:lnTo>
                <a:lnTo>
                  <a:pt x="3414893" y="115122"/>
                </a:lnTo>
                <a:lnTo>
                  <a:pt x="3415009" y="114542"/>
                </a:lnTo>
                <a:lnTo>
                  <a:pt x="3415081" y="113907"/>
                </a:lnTo>
                <a:lnTo>
                  <a:pt x="3415106" y="113213"/>
                </a:lnTo>
                <a:lnTo>
                  <a:pt x="3415082" y="112497"/>
                </a:lnTo>
                <a:lnTo>
                  <a:pt x="3415013" y="111841"/>
                </a:lnTo>
                <a:lnTo>
                  <a:pt x="3414901" y="111241"/>
                </a:lnTo>
                <a:lnTo>
                  <a:pt x="3414749" y="110696"/>
                </a:lnTo>
                <a:lnTo>
                  <a:pt x="3414559" y="110203"/>
                </a:lnTo>
                <a:lnTo>
                  <a:pt x="3414335" y="109759"/>
                </a:lnTo>
                <a:close/>
                <a:moveTo>
                  <a:pt x="3314938" y="60751"/>
                </a:moveTo>
                <a:lnTo>
                  <a:pt x="3313904" y="58246"/>
                </a:lnTo>
                <a:lnTo>
                  <a:pt x="3312733" y="55833"/>
                </a:lnTo>
                <a:lnTo>
                  <a:pt x="3311431" y="53520"/>
                </a:lnTo>
                <a:lnTo>
                  <a:pt x="3310005" y="51311"/>
                </a:lnTo>
                <a:lnTo>
                  <a:pt x="3308461" y="49213"/>
                </a:lnTo>
                <a:lnTo>
                  <a:pt x="3306804" y="47233"/>
                </a:lnTo>
                <a:lnTo>
                  <a:pt x="3305041" y="45376"/>
                </a:lnTo>
                <a:lnTo>
                  <a:pt x="3303178" y="43648"/>
                </a:lnTo>
                <a:lnTo>
                  <a:pt x="3301220" y="42056"/>
                </a:lnTo>
                <a:lnTo>
                  <a:pt x="3299173" y="40605"/>
                </a:lnTo>
                <a:lnTo>
                  <a:pt x="3297045" y="39302"/>
                </a:lnTo>
                <a:lnTo>
                  <a:pt x="3294840" y="38153"/>
                </a:lnTo>
                <a:lnTo>
                  <a:pt x="3292564" y="37164"/>
                </a:lnTo>
                <a:lnTo>
                  <a:pt x="3290225" y="36341"/>
                </a:lnTo>
                <a:lnTo>
                  <a:pt x="3287827" y="35691"/>
                </a:lnTo>
                <a:lnTo>
                  <a:pt x="3285377" y="35218"/>
                </a:lnTo>
                <a:lnTo>
                  <a:pt x="3282881" y="34930"/>
                </a:lnTo>
                <a:lnTo>
                  <a:pt x="3280345" y="34833"/>
                </a:lnTo>
                <a:lnTo>
                  <a:pt x="3279192" y="34851"/>
                </a:lnTo>
                <a:lnTo>
                  <a:pt x="3278045" y="34905"/>
                </a:lnTo>
                <a:lnTo>
                  <a:pt x="3276905" y="34994"/>
                </a:lnTo>
                <a:lnTo>
                  <a:pt x="3275773" y="35118"/>
                </a:lnTo>
                <a:lnTo>
                  <a:pt x="3274650" y="35276"/>
                </a:lnTo>
                <a:lnTo>
                  <a:pt x="3273537" y="35469"/>
                </a:lnTo>
                <a:lnTo>
                  <a:pt x="3272433" y="35695"/>
                </a:lnTo>
                <a:lnTo>
                  <a:pt x="3271341" y="35954"/>
                </a:lnTo>
                <a:lnTo>
                  <a:pt x="3270259" y="36247"/>
                </a:lnTo>
                <a:lnTo>
                  <a:pt x="3269190" y="36571"/>
                </a:lnTo>
                <a:lnTo>
                  <a:pt x="3268133" y="36928"/>
                </a:lnTo>
                <a:lnTo>
                  <a:pt x="3267090" y="37316"/>
                </a:lnTo>
                <a:lnTo>
                  <a:pt x="3266061" y="37735"/>
                </a:lnTo>
                <a:lnTo>
                  <a:pt x="3265046" y="38185"/>
                </a:lnTo>
                <a:lnTo>
                  <a:pt x="3264047" y="38666"/>
                </a:lnTo>
                <a:lnTo>
                  <a:pt x="3263064" y="39176"/>
                </a:lnTo>
                <a:lnTo>
                  <a:pt x="3262098" y="39715"/>
                </a:lnTo>
                <a:lnTo>
                  <a:pt x="3261149" y="40284"/>
                </a:lnTo>
                <a:lnTo>
                  <a:pt x="3260218" y="40881"/>
                </a:lnTo>
                <a:lnTo>
                  <a:pt x="3259306" y="41507"/>
                </a:lnTo>
                <a:lnTo>
                  <a:pt x="3258413" y="42160"/>
                </a:lnTo>
                <a:lnTo>
                  <a:pt x="3257541" y="42841"/>
                </a:lnTo>
                <a:lnTo>
                  <a:pt x="3256689" y="43549"/>
                </a:lnTo>
                <a:lnTo>
                  <a:pt x="3255858" y="44283"/>
                </a:lnTo>
                <a:lnTo>
                  <a:pt x="3255858" y="9035"/>
                </a:lnTo>
                <a:lnTo>
                  <a:pt x="3255852" y="8309"/>
                </a:lnTo>
                <a:lnTo>
                  <a:pt x="3255831" y="7624"/>
                </a:lnTo>
                <a:lnTo>
                  <a:pt x="3255796" y="6980"/>
                </a:lnTo>
                <a:lnTo>
                  <a:pt x="3255742" y="6375"/>
                </a:lnTo>
                <a:lnTo>
                  <a:pt x="3255669" y="5808"/>
                </a:lnTo>
                <a:lnTo>
                  <a:pt x="3255575" y="5279"/>
                </a:lnTo>
                <a:lnTo>
                  <a:pt x="3255458" y="4786"/>
                </a:lnTo>
                <a:lnTo>
                  <a:pt x="3255316" y="4330"/>
                </a:lnTo>
                <a:lnTo>
                  <a:pt x="3255147" y="3908"/>
                </a:lnTo>
                <a:lnTo>
                  <a:pt x="3254949" y="3520"/>
                </a:lnTo>
                <a:lnTo>
                  <a:pt x="3254721" y="3165"/>
                </a:lnTo>
                <a:lnTo>
                  <a:pt x="3254461" y="2842"/>
                </a:lnTo>
                <a:lnTo>
                  <a:pt x="3254166" y="2550"/>
                </a:lnTo>
                <a:lnTo>
                  <a:pt x="3253836" y="2288"/>
                </a:lnTo>
                <a:lnTo>
                  <a:pt x="3253468" y="2055"/>
                </a:lnTo>
                <a:lnTo>
                  <a:pt x="3253060" y="1851"/>
                </a:lnTo>
                <a:lnTo>
                  <a:pt x="3252610" y="1675"/>
                </a:lnTo>
                <a:lnTo>
                  <a:pt x="3252117" y="1525"/>
                </a:lnTo>
                <a:lnTo>
                  <a:pt x="3251580" y="1400"/>
                </a:lnTo>
                <a:lnTo>
                  <a:pt x="3250995" y="1300"/>
                </a:lnTo>
                <a:lnTo>
                  <a:pt x="3250361" y="1224"/>
                </a:lnTo>
                <a:lnTo>
                  <a:pt x="3249676" y="1171"/>
                </a:lnTo>
                <a:lnTo>
                  <a:pt x="3248939" y="1140"/>
                </a:lnTo>
                <a:lnTo>
                  <a:pt x="3248148" y="1130"/>
                </a:lnTo>
                <a:lnTo>
                  <a:pt x="3234074" y="1130"/>
                </a:lnTo>
                <a:lnTo>
                  <a:pt x="3233680" y="1130"/>
                </a:lnTo>
                <a:lnTo>
                  <a:pt x="3233270" y="1133"/>
                </a:lnTo>
                <a:lnTo>
                  <a:pt x="3232849" y="1141"/>
                </a:lnTo>
                <a:lnTo>
                  <a:pt x="3232417" y="1157"/>
                </a:lnTo>
                <a:lnTo>
                  <a:pt x="3231979" y="1184"/>
                </a:lnTo>
                <a:lnTo>
                  <a:pt x="3231537" y="1223"/>
                </a:lnTo>
                <a:lnTo>
                  <a:pt x="3231094" y="1278"/>
                </a:lnTo>
                <a:lnTo>
                  <a:pt x="3230653" y="1351"/>
                </a:lnTo>
                <a:lnTo>
                  <a:pt x="3230217" y="1445"/>
                </a:lnTo>
                <a:lnTo>
                  <a:pt x="3229788" y="1562"/>
                </a:lnTo>
                <a:lnTo>
                  <a:pt x="3229370" y="1705"/>
                </a:lnTo>
                <a:lnTo>
                  <a:pt x="3228965" y="1877"/>
                </a:lnTo>
                <a:lnTo>
                  <a:pt x="3228576" y="2080"/>
                </a:lnTo>
                <a:lnTo>
                  <a:pt x="3228205" y="2316"/>
                </a:lnTo>
                <a:lnTo>
                  <a:pt x="3227857" y="2589"/>
                </a:lnTo>
                <a:lnTo>
                  <a:pt x="3227533" y="2901"/>
                </a:lnTo>
                <a:lnTo>
                  <a:pt x="3227237" y="3254"/>
                </a:lnTo>
                <a:lnTo>
                  <a:pt x="3226971" y="3652"/>
                </a:lnTo>
                <a:lnTo>
                  <a:pt x="3226738" y="4096"/>
                </a:lnTo>
                <a:lnTo>
                  <a:pt x="3226541" y="4589"/>
                </a:lnTo>
                <a:lnTo>
                  <a:pt x="3226383" y="5135"/>
                </a:lnTo>
                <a:lnTo>
                  <a:pt x="3226266" y="5734"/>
                </a:lnTo>
                <a:lnTo>
                  <a:pt x="3226194" y="6391"/>
                </a:lnTo>
                <a:lnTo>
                  <a:pt x="3226170" y="7108"/>
                </a:lnTo>
                <a:lnTo>
                  <a:pt x="3226195" y="7801"/>
                </a:lnTo>
                <a:lnTo>
                  <a:pt x="3226270" y="8437"/>
                </a:lnTo>
                <a:lnTo>
                  <a:pt x="3226390" y="9017"/>
                </a:lnTo>
                <a:lnTo>
                  <a:pt x="3226553" y="9545"/>
                </a:lnTo>
                <a:lnTo>
                  <a:pt x="3226756" y="10022"/>
                </a:lnTo>
                <a:lnTo>
                  <a:pt x="3226995" y="10452"/>
                </a:lnTo>
                <a:lnTo>
                  <a:pt x="3227267" y="10836"/>
                </a:lnTo>
                <a:lnTo>
                  <a:pt x="3227569" y="11178"/>
                </a:lnTo>
                <a:lnTo>
                  <a:pt x="3227898" y="11480"/>
                </a:lnTo>
                <a:lnTo>
                  <a:pt x="3228250" y="11744"/>
                </a:lnTo>
                <a:lnTo>
                  <a:pt x="3228623" y="11973"/>
                </a:lnTo>
                <a:lnTo>
                  <a:pt x="3229013" y="12169"/>
                </a:lnTo>
                <a:lnTo>
                  <a:pt x="3229417" y="12335"/>
                </a:lnTo>
                <a:lnTo>
                  <a:pt x="3229832" y="12473"/>
                </a:lnTo>
                <a:lnTo>
                  <a:pt x="3230255" y="12587"/>
                </a:lnTo>
                <a:lnTo>
                  <a:pt x="3230682" y="12678"/>
                </a:lnTo>
                <a:lnTo>
                  <a:pt x="3231111" y="12748"/>
                </a:lnTo>
                <a:lnTo>
                  <a:pt x="3231537" y="12801"/>
                </a:lnTo>
                <a:lnTo>
                  <a:pt x="3231959" y="12839"/>
                </a:lnTo>
                <a:lnTo>
                  <a:pt x="3232372" y="12865"/>
                </a:lnTo>
                <a:lnTo>
                  <a:pt x="3232774" y="12880"/>
                </a:lnTo>
                <a:lnTo>
                  <a:pt x="3233162" y="12888"/>
                </a:lnTo>
                <a:lnTo>
                  <a:pt x="3233531" y="12891"/>
                </a:lnTo>
                <a:lnTo>
                  <a:pt x="3233880" y="12892"/>
                </a:lnTo>
                <a:lnTo>
                  <a:pt x="3242558" y="12892"/>
                </a:lnTo>
                <a:lnTo>
                  <a:pt x="3242558" y="111066"/>
                </a:lnTo>
                <a:lnTo>
                  <a:pt x="3242559" y="111548"/>
                </a:lnTo>
                <a:lnTo>
                  <a:pt x="3242562" y="112031"/>
                </a:lnTo>
                <a:lnTo>
                  <a:pt x="3242571" y="112513"/>
                </a:lnTo>
                <a:lnTo>
                  <a:pt x="3242589" y="112990"/>
                </a:lnTo>
                <a:lnTo>
                  <a:pt x="3242619" y="113463"/>
                </a:lnTo>
                <a:lnTo>
                  <a:pt x="3242664" y="113928"/>
                </a:lnTo>
                <a:lnTo>
                  <a:pt x="3242726" y="114384"/>
                </a:lnTo>
                <a:lnTo>
                  <a:pt x="3242808" y="114829"/>
                </a:lnTo>
                <a:lnTo>
                  <a:pt x="3242914" y="115262"/>
                </a:lnTo>
                <a:lnTo>
                  <a:pt x="3243046" y="115680"/>
                </a:lnTo>
                <a:lnTo>
                  <a:pt x="3243208" y="116081"/>
                </a:lnTo>
                <a:lnTo>
                  <a:pt x="3243401" y="116465"/>
                </a:lnTo>
                <a:lnTo>
                  <a:pt x="3243630" y="116828"/>
                </a:lnTo>
                <a:lnTo>
                  <a:pt x="3243897" y="117169"/>
                </a:lnTo>
                <a:lnTo>
                  <a:pt x="3244205" y="117486"/>
                </a:lnTo>
                <a:lnTo>
                  <a:pt x="3244557" y="117778"/>
                </a:lnTo>
                <a:lnTo>
                  <a:pt x="3244956" y="118043"/>
                </a:lnTo>
                <a:lnTo>
                  <a:pt x="3245404" y="118278"/>
                </a:lnTo>
                <a:lnTo>
                  <a:pt x="3245905" y="118482"/>
                </a:lnTo>
                <a:lnTo>
                  <a:pt x="3246462" y="118653"/>
                </a:lnTo>
                <a:lnTo>
                  <a:pt x="3247077" y="118789"/>
                </a:lnTo>
                <a:lnTo>
                  <a:pt x="3247754" y="118889"/>
                </a:lnTo>
                <a:lnTo>
                  <a:pt x="3248495" y="118950"/>
                </a:lnTo>
                <a:lnTo>
                  <a:pt x="3249304" y="118971"/>
                </a:lnTo>
                <a:lnTo>
                  <a:pt x="3250089" y="118951"/>
                </a:lnTo>
                <a:lnTo>
                  <a:pt x="3250810" y="118892"/>
                </a:lnTo>
                <a:lnTo>
                  <a:pt x="3251467" y="118796"/>
                </a:lnTo>
                <a:lnTo>
                  <a:pt x="3252065" y="118663"/>
                </a:lnTo>
                <a:lnTo>
                  <a:pt x="3252606" y="118495"/>
                </a:lnTo>
                <a:lnTo>
                  <a:pt x="3253093" y="118293"/>
                </a:lnTo>
                <a:lnTo>
                  <a:pt x="3253529" y="118059"/>
                </a:lnTo>
                <a:lnTo>
                  <a:pt x="3253916" y="117793"/>
                </a:lnTo>
                <a:lnTo>
                  <a:pt x="3254258" y="117497"/>
                </a:lnTo>
                <a:lnTo>
                  <a:pt x="3254557" y="117172"/>
                </a:lnTo>
                <a:lnTo>
                  <a:pt x="3254816" y="116820"/>
                </a:lnTo>
                <a:lnTo>
                  <a:pt x="3255039" y="116441"/>
                </a:lnTo>
                <a:lnTo>
                  <a:pt x="3255227" y="116037"/>
                </a:lnTo>
                <a:lnTo>
                  <a:pt x="3255384" y="115609"/>
                </a:lnTo>
                <a:lnTo>
                  <a:pt x="3255512" y="115159"/>
                </a:lnTo>
                <a:lnTo>
                  <a:pt x="3255615" y="114687"/>
                </a:lnTo>
                <a:lnTo>
                  <a:pt x="3255695" y="114195"/>
                </a:lnTo>
                <a:lnTo>
                  <a:pt x="3255756" y="113685"/>
                </a:lnTo>
                <a:lnTo>
                  <a:pt x="3255799" y="113156"/>
                </a:lnTo>
                <a:lnTo>
                  <a:pt x="3255828" y="112612"/>
                </a:lnTo>
                <a:lnTo>
                  <a:pt x="3255845" y="112052"/>
                </a:lnTo>
                <a:lnTo>
                  <a:pt x="3255854" y="111478"/>
                </a:lnTo>
                <a:lnTo>
                  <a:pt x="3255858" y="110892"/>
                </a:lnTo>
                <a:lnTo>
                  <a:pt x="3255858" y="110295"/>
                </a:lnTo>
                <a:lnTo>
                  <a:pt x="3256848" y="111274"/>
                </a:lnTo>
                <a:lnTo>
                  <a:pt x="3257841" y="112190"/>
                </a:lnTo>
                <a:lnTo>
                  <a:pt x="3258836" y="113043"/>
                </a:lnTo>
                <a:lnTo>
                  <a:pt x="3259831" y="113835"/>
                </a:lnTo>
                <a:lnTo>
                  <a:pt x="3260826" y="114570"/>
                </a:lnTo>
                <a:lnTo>
                  <a:pt x="3261820" y="115248"/>
                </a:lnTo>
                <a:lnTo>
                  <a:pt x="3262811" y="115872"/>
                </a:lnTo>
                <a:lnTo>
                  <a:pt x="3263799" y="116444"/>
                </a:lnTo>
                <a:lnTo>
                  <a:pt x="3264782" y="116965"/>
                </a:lnTo>
                <a:lnTo>
                  <a:pt x="3265759" y="117438"/>
                </a:lnTo>
                <a:lnTo>
                  <a:pt x="3266730" y="117865"/>
                </a:lnTo>
                <a:lnTo>
                  <a:pt x="3267692" y="118248"/>
                </a:lnTo>
                <a:lnTo>
                  <a:pt x="3268645" y="118589"/>
                </a:lnTo>
                <a:lnTo>
                  <a:pt x="3269589" y="118889"/>
                </a:lnTo>
                <a:lnTo>
                  <a:pt x="3270521" y="119152"/>
                </a:lnTo>
                <a:lnTo>
                  <a:pt x="3271440" y="119378"/>
                </a:lnTo>
                <a:lnTo>
                  <a:pt x="3272347" y="119570"/>
                </a:lnTo>
                <a:lnTo>
                  <a:pt x="3273239" y="119730"/>
                </a:lnTo>
                <a:lnTo>
                  <a:pt x="3274115" y="119859"/>
                </a:lnTo>
                <a:lnTo>
                  <a:pt x="3274974" y="119961"/>
                </a:lnTo>
                <a:lnTo>
                  <a:pt x="3275816" y="120037"/>
                </a:lnTo>
                <a:lnTo>
                  <a:pt x="3276639" y="120088"/>
                </a:lnTo>
                <a:lnTo>
                  <a:pt x="3277442" y="120118"/>
                </a:lnTo>
                <a:lnTo>
                  <a:pt x="3278224" y="120127"/>
                </a:lnTo>
                <a:lnTo>
                  <a:pt x="3280838" y="120033"/>
                </a:lnTo>
                <a:lnTo>
                  <a:pt x="3283420" y="119753"/>
                </a:lnTo>
                <a:lnTo>
                  <a:pt x="3285964" y="119293"/>
                </a:lnTo>
                <a:lnTo>
                  <a:pt x="3288462" y="118658"/>
                </a:lnTo>
                <a:lnTo>
                  <a:pt x="3290908" y="117854"/>
                </a:lnTo>
                <a:lnTo>
                  <a:pt x="3293294" y="116885"/>
                </a:lnTo>
                <a:lnTo>
                  <a:pt x="3295614" y="115758"/>
                </a:lnTo>
                <a:lnTo>
                  <a:pt x="3297860" y="114477"/>
                </a:lnTo>
                <a:lnTo>
                  <a:pt x="3300024" y="113047"/>
                </a:lnTo>
                <a:lnTo>
                  <a:pt x="3302101" y="111475"/>
                </a:lnTo>
                <a:lnTo>
                  <a:pt x="3304082" y="109764"/>
                </a:lnTo>
                <a:lnTo>
                  <a:pt x="3305961" y="107921"/>
                </a:lnTo>
                <a:lnTo>
                  <a:pt x="3307731" y="105951"/>
                </a:lnTo>
                <a:lnTo>
                  <a:pt x="3309384" y="103858"/>
                </a:lnTo>
                <a:lnTo>
                  <a:pt x="3310913" y="101649"/>
                </a:lnTo>
                <a:lnTo>
                  <a:pt x="3312312" y="99329"/>
                </a:lnTo>
                <a:lnTo>
                  <a:pt x="3313572" y="96902"/>
                </a:lnTo>
                <a:lnTo>
                  <a:pt x="3314688" y="94374"/>
                </a:lnTo>
                <a:lnTo>
                  <a:pt x="3315651" y="91751"/>
                </a:lnTo>
                <a:lnTo>
                  <a:pt x="3316456" y="89038"/>
                </a:lnTo>
                <a:lnTo>
                  <a:pt x="3317094" y="86239"/>
                </a:lnTo>
                <a:lnTo>
                  <a:pt x="3317558" y="83361"/>
                </a:lnTo>
                <a:lnTo>
                  <a:pt x="3317842" y="80408"/>
                </a:lnTo>
                <a:lnTo>
                  <a:pt x="3317938" y="77386"/>
                </a:lnTo>
                <a:lnTo>
                  <a:pt x="3317850" y="74453"/>
                </a:lnTo>
                <a:lnTo>
                  <a:pt x="3317589" y="71576"/>
                </a:lnTo>
                <a:lnTo>
                  <a:pt x="3317161" y="68761"/>
                </a:lnTo>
                <a:lnTo>
                  <a:pt x="3316573" y="66015"/>
                </a:lnTo>
                <a:lnTo>
                  <a:pt x="3315829" y="63342"/>
                </a:lnTo>
                <a:lnTo>
                  <a:pt x="3314938" y="60751"/>
                </a:lnTo>
                <a:close/>
                <a:moveTo>
                  <a:pt x="3302316" y="90020"/>
                </a:moveTo>
                <a:lnTo>
                  <a:pt x="3301526" y="91865"/>
                </a:lnTo>
                <a:lnTo>
                  <a:pt x="3300637" y="93628"/>
                </a:lnTo>
                <a:lnTo>
                  <a:pt x="3299654" y="95307"/>
                </a:lnTo>
                <a:lnTo>
                  <a:pt x="3298583" y="96897"/>
                </a:lnTo>
                <a:lnTo>
                  <a:pt x="3297430" y="98397"/>
                </a:lnTo>
                <a:lnTo>
                  <a:pt x="3296201" y="99804"/>
                </a:lnTo>
                <a:lnTo>
                  <a:pt x="3294902" y="101115"/>
                </a:lnTo>
                <a:lnTo>
                  <a:pt x="3293538" y="102326"/>
                </a:lnTo>
                <a:lnTo>
                  <a:pt x="3292116" y="103436"/>
                </a:lnTo>
                <a:lnTo>
                  <a:pt x="3290641" y="104441"/>
                </a:lnTo>
                <a:lnTo>
                  <a:pt x="3289119" y="105338"/>
                </a:lnTo>
                <a:lnTo>
                  <a:pt x="3287556" y="106125"/>
                </a:lnTo>
                <a:lnTo>
                  <a:pt x="3285958" y="106798"/>
                </a:lnTo>
                <a:lnTo>
                  <a:pt x="3284330" y="107356"/>
                </a:lnTo>
                <a:lnTo>
                  <a:pt x="3282680" y="107794"/>
                </a:lnTo>
                <a:lnTo>
                  <a:pt x="3281011" y="108111"/>
                </a:lnTo>
                <a:lnTo>
                  <a:pt x="3279331" y="108303"/>
                </a:lnTo>
                <a:lnTo>
                  <a:pt x="3277645" y="108368"/>
                </a:lnTo>
                <a:lnTo>
                  <a:pt x="3275808" y="108281"/>
                </a:lnTo>
                <a:lnTo>
                  <a:pt x="3274057" y="108029"/>
                </a:lnTo>
                <a:lnTo>
                  <a:pt x="3272391" y="107622"/>
                </a:lnTo>
                <a:lnTo>
                  <a:pt x="3270809" y="107071"/>
                </a:lnTo>
                <a:lnTo>
                  <a:pt x="3269311" y="106386"/>
                </a:lnTo>
                <a:lnTo>
                  <a:pt x="3267896" y="105578"/>
                </a:lnTo>
                <a:lnTo>
                  <a:pt x="3266564" y="104657"/>
                </a:lnTo>
                <a:lnTo>
                  <a:pt x="3265313" y="103635"/>
                </a:lnTo>
                <a:lnTo>
                  <a:pt x="3264143" y="102523"/>
                </a:lnTo>
                <a:lnTo>
                  <a:pt x="3263053" y="101330"/>
                </a:lnTo>
                <a:lnTo>
                  <a:pt x="3262043" y="100067"/>
                </a:lnTo>
                <a:lnTo>
                  <a:pt x="3261112" y="98746"/>
                </a:lnTo>
                <a:lnTo>
                  <a:pt x="3260259" y="97377"/>
                </a:lnTo>
                <a:lnTo>
                  <a:pt x="3259484" y="95970"/>
                </a:lnTo>
                <a:lnTo>
                  <a:pt x="3258786" y="94537"/>
                </a:lnTo>
                <a:lnTo>
                  <a:pt x="3258165" y="93087"/>
                </a:lnTo>
                <a:lnTo>
                  <a:pt x="3257619" y="91632"/>
                </a:lnTo>
                <a:lnTo>
                  <a:pt x="3257147" y="90183"/>
                </a:lnTo>
                <a:lnTo>
                  <a:pt x="3256751" y="88749"/>
                </a:lnTo>
                <a:lnTo>
                  <a:pt x="3256428" y="87342"/>
                </a:lnTo>
                <a:lnTo>
                  <a:pt x="3256177" y="85973"/>
                </a:lnTo>
                <a:lnTo>
                  <a:pt x="3255999" y="84652"/>
                </a:lnTo>
                <a:lnTo>
                  <a:pt x="3255893" y="83389"/>
                </a:lnTo>
                <a:lnTo>
                  <a:pt x="3255858" y="82196"/>
                </a:lnTo>
                <a:lnTo>
                  <a:pt x="3255858" y="68148"/>
                </a:lnTo>
                <a:lnTo>
                  <a:pt x="3255916" y="66736"/>
                </a:lnTo>
                <a:lnTo>
                  <a:pt x="3256085" y="65339"/>
                </a:lnTo>
                <a:lnTo>
                  <a:pt x="3256362" y="63962"/>
                </a:lnTo>
                <a:lnTo>
                  <a:pt x="3256743" y="62609"/>
                </a:lnTo>
                <a:lnTo>
                  <a:pt x="3257222" y="61284"/>
                </a:lnTo>
                <a:lnTo>
                  <a:pt x="3257795" y="59991"/>
                </a:lnTo>
                <a:lnTo>
                  <a:pt x="3258459" y="58733"/>
                </a:lnTo>
                <a:lnTo>
                  <a:pt x="3259207" y="57514"/>
                </a:lnTo>
                <a:lnTo>
                  <a:pt x="3260037" y="56339"/>
                </a:lnTo>
                <a:lnTo>
                  <a:pt x="3260944" y="55212"/>
                </a:lnTo>
                <a:lnTo>
                  <a:pt x="3261922" y="54135"/>
                </a:lnTo>
                <a:lnTo>
                  <a:pt x="3262968" y="53114"/>
                </a:lnTo>
                <a:lnTo>
                  <a:pt x="3264078" y="52152"/>
                </a:lnTo>
                <a:lnTo>
                  <a:pt x="3265246" y="51253"/>
                </a:lnTo>
                <a:lnTo>
                  <a:pt x="3266468" y="50421"/>
                </a:lnTo>
                <a:lnTo>
                  <a:pt x="3267741" y="49660"/>
                </a:lnTo>
                <a:lnTo>
                  <a:pt x="3269059" y="48974"/>
                </a:lnTo>
                <a:lnTo>
                  <a:pt x="3270418" y="48366"/>
                </a:lnTo>
                <a:lnTo>
                  <a:pt x="3271814" y="47841"/>
                </a:lnTo>
                <a:lnTo>
                  <a:pt x="3273242" y="47403"/>
                </a:lnTo>
                <a:lnTo>
                  <a:pt x="3274697" y="47056"/>
                </a:lnTo>
                <a:lnTo>
                  <a:pt x="3276176" y="46802"/>
                </a:lnTo>
                <a:lnTo>
                  <a:pt x="3277674" y="46648"/>
                </a:lnTo>
                <a:lnTo>
                  <a:pt x="3279186" y="46595"/>
                </a:lnTo>
                <a:lnTo>
                  <a:pt x="3280953" y="46667"/>
                </a:lnTo>
                <a:lnTo>
                  <a:pt x="3282684" y="46881"/>
                </a:lnTo>
                <a:lnTo>
                  <a:pt x="3284376" y="47231"/>
                </a:lnTo>
                <a:lnTo>
                  <a:pt x="3286025" y="47713"/>
                </a:lnTo>
                <a:lnTo>
                  <a:pt x="3287628" y="48322"/>
                </a:lnTo>
                <a:lnTo>
                  <a:pt x="3289182" y="49052"/>
                </a:lnTo>
                <a:lnTo>
                  <a:pt x="3290682" y="49899"/>
                </a:lnTo>
                <a:lnTo>
                  <a:pt x="3292125" y="50857"/>
                </a:lnTo>
                <a:lnTo>
                  <a:pt x="3293508" y="51923"/>
                </a:lnTo>
                <a:lnTo>
                  <a:pt x="3294828" y="53090"/>
                </a:lnTo>
                <a:lnTo>
                  <a:pt x="3296080" y="54355"/>
                </a:lnTo>
                <a:lnTo>
                  <a:pt x="3297261" y="55712"/>
                </a:lnTo>
                <a:lnTo>
                  <a:pt x="3298368" y="57156"/>
                </a:lnTo>
                <a:lnTo>
                  <a:pt x="3299397" y="58682"/>
                </a:lnTo>
                <a:lnTo>
                  <a:pt x="3300345" y="60286"/>
                </a:lnTo>
                <a:lnTo>
                  <a:pt x="3301208" y="61962"/>
                </a:lnTo>
                <a:lnTo>
                  <a:pt x="3301983" y="63705"/>
                </a:lnTo>
                <a:lnTo>
                  <a:pt x="3302665" y="65511"/>
                </a:lnTo>
                <a:lnTo>
                  <a:pt x="3303253" y="67375"/>
                </a:lnTo>
                <a:lnTo>
                  <a:pt x="3303741" y="69292"/>
                </a:lnTo>
                <a:lnTo>
                  <a:pt x="3304127" y="71256"/>
                </a:lnTo>
                <a:lnTo>
                  <a:pt x="3304407" y="73263"/>
                </a:lnTo>
                <a:lnTo>
                  <a:pt x="3304578" y="75308"/>
                </a:lnTo>
                <a:lnTo>
                  <a:pt x="3304636" y="77386"/>
                </a:lnTo>
                <a:lnTo>
                  <a:pt x="3304566" y="79663"/>
                </a:lnTo>
                <a:lnTo>
                  <a:pt x="3304362" y="81876"/>
                </a:lnTo>
                <a:lnTo>
                  <a:pt x="3304029" y="84021"/>
                </a:lnTo>
                <a:lnTo>
                  <a:pt x="3303573" y="86095"/>
                </a:lnTo>
                <a:lnTo>
                  <a:pt x="3303000" y="88096"/>
                </a:lnTo>
                <a:lnTo>
                  <a:pt x="3302316" y="90020"/>
                </a:lnTo>
                <a:close/>
                <a:moveTo>
                  <a:pt x="4131464" y="109678"/>
                </a:moveTo>
                <a:lnTo>
                  <a:pt x="4131192" y="109294"/>
                </a:lnTo>
                <a:lnTo>
                  <a:pt x="4130890" y="108952"/>
                </a:lnTo>
                <a:lnTo>
                  <a:pt x="4130561" y="108650"/>
                </a:lnTo>
                <a:lnTo>
                  <a:pt x="4130208" y="108386"/>
                </a:lnTo>
                <a:lnTo>
                  <a:pt x="4129836" y="108157"/>
                </a:lnTo>
                <a:lnTo>
                  <a:pt x="4129446" y="107961"/>
                </a:lnTo>
                <a:lnTo>
                  <a:pt x="4129041" y="107795"/>
                </a:lnTo>
                <a:lnTo>
                  <a:pt x="4128626" y="107657"/>
                </a:lnTo>
                <a:lnTo>
                  <a:pt x="4128204" y="107543"/>
                </a:lnTo>
                <a:lnTo>
                  <a:pt x="4127777" y="107452"/>
                </a:lnTo>
                <a:lnTo>
                  <a:pt x="4127348" y="107382"/>
                </a:lnTo>
                <a:lnTo>
                  <a:pt x="4126922" y="107329"/>
                </a:lnTo>
                <a:lnTo>
                  <a:pt x="4126500" y="107290"/>
                </a:lnTo>
                <a:lnTo>
                  <a:pt x="4126087" y="107265"/>
                </a:lnTo>
                <a:lnTo>
                  <a:pt x="4125685" y="107249"/>
                </a:lnTo>
                <a:lnTo>
                  <a:pt x="4125297" y="107241"/>
                </a:lnTo>
                <a:lnTo>
                  <a:pt x="4124927" y="107239"/>
                </a:lnTo>
                <a:lnTo>
                  <a:pt x="4124579" y="107238"/>
                </a:lnTo>
                <a:lnTo>
                  <a:pt x="4115900" y="107238"/>
                </a:lnTo>
                <a:lnTo>
                  <a:pt x="4115900" y="9035"/>
                </a:lnTo>
                <a:lnTo>
                  <a:pt x="4115894" y="8309"/>
                </a:lnTo>
                <a:lnTo>
                  <a:pt x="4115874" y="7624"/>
                </a:lnTo>
                <a:lnTo>
                  <a:pt x="4115838" y="6980"/>
                </a:lnTo>
                <a:lnTo>
                  <a:pt x="4115785" y="6375"/>
                </a:lnTo>
                <a:lnTo>
                  <a:pt x="4115712" y="5808"/>
                </a:lnTo>
                <a:lnTo>
                  <a:pt x="4115617" y="5279"/>
                </a:lnTo>
                <a:lnTo>
                  <a:pt x="4115500" y="4786"/>
                </a:lnTo>
                <a:lnTo>
                  <a:pt x="4115358" y="4330"/>
                </a:lnTo>
                <a:lnTo>
                  <a:pt x="4115189" y="3908"/>
                </a:lnTo>
                <a:lnTo>
                  <a:pt x="4114991" y="3520"/>
                </a:lnTo>
                <a:lnTo>
                  <a:pt x="4114763" y="3165"/>
                </a:lnTo>
                <a:lnTo>
                  <a:pt x="4114503" y="2842"/>
                </a:lnTo>
                <a:lnTo>
                  <a:pt x="4114209" y="2550"/>
                </a:lnTo>
                <a:lnTo>
                  <a:pt x="4113878" y="2288"/>
                </a:lnTo>
                <a:lnTo>
                  <a:pt x="4113510" y="2055"/>
                </a:lnTo>
                <a:lnTo>
                  <a:pt x="4113102" y="1851"/>
                </a:lnTo>
                <a:lnTo>
                  <a:pt x="4112653" y="1675"/>
                </a:lnTo>
                <a:lnTo>
                  <a:pt x="4112160" y="1525"/>
                </a:lnTo>
                <a:lnTo>
                  <a:pt x="4111622" y="1400"/>
                </a:lnTo>
                <a:lnTo>
                  <a:pt x="4111037" y="1300"/>
                </a:lnTo>
                <a:lnTo>
                  <a:pt x="4110403" y="1224"/>
                </a:lnTo>
                <a:lnTo>
                  <a:pt x="4109719" y="1171"/>
                </a:lnTo>
                <a:lnTo>
                  <a:pt x="4108982" y="1140"/>
                </a:lnTo>
                <a:lnTo>
                  <a:pt x="4108190" y="1130"/>
                </a:lnTo>
                <a:lnTo>
                  <a:pt x="4094117" y="1130"/>
                </a:lnTo>
                <a:lnTo>
                  <a:pt x="4093722" y="1130"/>
                </a:lnTo>
                <a:lnTo>
                  <a:pt x="4093313" y="1133"/>
                </a:lnTo>
                <a:lnTo>
                  <a:pt x="4092891" y="1141"/>
                </a:lnTo>
                <a:lnTo>
                  <a:pt x="4092460" y="1157"/>
                </a:lnTo>
                <a:lnTo>
                  <a:pt x="4092022" y="1184"/>
                </a:lnTo>
                <a:lnTo>
                  <a:pt x="4091580" y="1223"/>
                </a:lnTo>
                <a:lnTo>
                  <a:pt x="4091137" y="1278"/>
                </a:lnTo>
                <a:lnTo>
                  <a:pt x="4090696" y="1351"/>
                </a:lnTo>
                <a:lnTo>
                  <a:pt x="4090260" y="1445"/>
                </a:lnTo>
                <a:lnTo>
                  <a:pt x="4089831" y="1562"/>
                </a:lnTo>
                <a:lnTo>
                  <a:pt x="4089412" y="1705"/>
                </a:lnTo>
                <a:lnTo>
                  <a:pt x="4089007" y="1877"/>
                </a:lnTo>
                <a:lnTo>
                  <a:pt x="4088618" y="2080"/>
                </a:lnTo>
                <a:lnTo>
                  <a:pt x="4088248" y="2316"/>
                </a:lnTo>
                <a:lnTo>
                  <a:pt x="4087900" y="2589"/>
                </a:lnTo>
                <a:lnTo>
                  <a:pt x="4087576" y="2901"/>
                </a:lnTo>
                <a:lnTo>
                  <a:pt x="4087279" y="3254"/>
                </a:lnTo>
                <a:lnTo>
                  <a:pt x="4087013" y="3652"/>
                </a:lnTo>
                <a:lnTo>
                  <a:pt x="4086780" y="4096"/>
                </a:lnTo>
                <a:lnTo>
                  <a:pt x="4086583" y="4589"/>
                </a:lnTo>
                <a:lnTo>
                  <a:pt x="4086425" y="5135"/>
                </a:lnTo>
                <a:lnTo>
                  <a:pt x="4086309" y="5734"/>
                </a:lnTo>
                <a:lnTo>
                  <a:pt x="4086237" y="6391"/>
                </a:lnTo>
                <a:lnTo>
                  <a:pt x="4086212" y="7108"/>
                </a:lnTo>
                <a:lnTo>
                  <a:pt x="4086238" y="7801"/>
                </a:lnTo>
                <a:lnTo>
                  <a:pt x="4086312" y="8437"/>
                </a:lnTo>
                <a:lnTo>
                  <a:pt x="4086433" y="9017"/>
                </a:lnTo>
                <a:lnTo>
                  <a:pt x="4086596" y="9545"/>
                </a:lnTo>
                <a:lnTo>
                  <a:pt x="4086799" y="10022"/>
                </a:lnTo>
                <a:lnTo>
                  <a:pt x="4087038" y="10452"/>
                </a:lnTo>
                <a:lnTo>
                  <a:pt x="4087310" y="10836"/>
                </a:lnTo>
                <a:lnTo>
                  <a:pt x="4087612" y="11178"/>
                </a:lnTo>
                <a:lnTo>
                  <a:pt x="4087940" y="11480"/>
                </a:lnTo>
                <a:lnTo>
                  <a:pt x="4088293" y="11744"/>
                </a:lnTo>
                <a:lnTo>
                  <a:pt x="4088666" y="11973"/>
                </a:lnTo>
                <a:lnTo>
                  <a:pt x="4089056" y="12169"/>
                </a:lnTo>
                <a:lnTo>
                  <a:pt x="4089460" y="12335"/>
                </a:lnTo>
                <a:lnTo>
                  <a:pt x="4089875" y="12473"/>
                </a:lnTo>
                <a:lnTo>
                  <a:pt x="4090297" y="12587"/>
                </a:lnTo>
                <a:lnTo>
                  <a:pt x="4090725" y="12678"/>
                </a:lnTo>
                <a:lnTo>
                  <a:pt x="4091153" y="12748"/>
                </a:lnTo>
                <a:lnTo>
                  <a:pt x="4091580" y="12801"/>
                </a:lnTo>
                <a:lnTo>
                  <a:pt x="4092001" y="12839"/>
                </a:lnTo>
                <a:lnTo>
                  <a:pt x="4092415" y="12865"/>
                </a:lnTo>
                <a:lnTo>
                  <a:pt x="4092817" y="12880"/>
                </a:lnTo>
                <a:lnTo>
                  <a:pt x="4093204" y="12888"/>
                </a:lnTo>
                <a:lnTo>
                  <a:pt x="4093574" y="12891"/>
                </a:lnTo>
                <a:lnTo>
                  <a:pt x="4093923" y="12892"/>
                </a:lnTo>
                <a:lnTo>
                  <a:pt x="4102598" y="12892"/>
                </a:lnTo>
                <a:lnTo>
                  <a:pt x="4102598" y="43512"/>
                </a:lnTo>
                <a:lnTo>
                  <a:pt x="4101795" y="42826"/>
                </a:lnTo>
                <a:lnTo>
                  <a:pt x="4100976" y="42166"/>
                </a:lnTo>
                <a:lnTo>
                  <a:pt x="4100143" y="41533"/>
                </a:lnTo>
                <a:lnTo>
                  <a:pt x="4099294" y="40927"/>
                </a:lnTo>
                <a:lnTo>
                  <a:pt x="4098432" y="40348"/>
                </a:lnTo>
                <a:lnTo>
                  <a:pt x="4097556" y="39796"/>
                </a:lnTo>
                <a:lnTo>
                  <a:pt x="4096667" y="39272"/>
                </a:lnTo>
                <a:lnTo>
                  <a:pt x="4095766" y="38776"/>
                </a:lnTo>
                <a:lnTo>
                  <a:pt x="4094852" y="38308"/>
                </a:lnTo>
                <a:lnTo>
                  <a:pt x="4093927" y="37868"/>
                </a:lnTo>
                <a:lnTo>
                  <a:pt x="4092991" y="37457"/>
                </a:lnTo>
                <a:lnTo>
                  <a:pt x="4092044" y="37075"/>
                </a:lnTo>
                <a:lnTo>
                  <a:pt x="4091087" y="36722"/>
                </a:lnTo>
                <a:lnTo>
                  <a:pt x="4090121" y="36398"/>
                </a:lnTo>
                <a:lnTo>
                  <a:pt x="4089146" y="36104"/>
                </a:lnTo>
                <a:lnTo>
                  <a:pt x="4088162" y="35840"/>
                </a:lnTo>
                <a:lnTo>
                  <a:pt x="4087170" y="35606"/>
                </a:lnTo>
                <a:lnTo>
                  <a:pt x="4086170" y="35403"/>
                </a:lnTo>
                <a:lnTo>
                  <a:pt x="4085164" y="35230"/>
                </a:lnTo>
                <a:lnTo>
                  <a:pt x="4084151" y="35088"/>
                </a:lnTo>
                <a:lnTo>
                  <a:pt x="4083132" y="34977"/>
                </a:lnTo>
                <a:lnTo>
                  <a:pt x="4082107" y="34897"/>
                </a:lnTo>
                <a:lnTo>
                  <a:pt x="4081077" y="34849"/>
                </a:lnTo>
                <a:lnTo>
                  <a:pt x="4080043" y="34833"/>
                </a:lnTo>
                <a:lnTo>
                  <a:pt x="4077430" y="34928"/>
                </a:lnTo>
                <a:lnTo>
                  <a:pt x="4074851" y="35207"/>
                </a:lnTo>
                <a:lnTo>
                  <a:pt x="4072311" y="35667"/>
                </a:lnTo>
                <a:lnTo>
                  <a:pt x="4069818" y="36302"/>
                </a:lnTo>
                <a:lnTo>
                  <a:pt x="4067380" y="37107"/>
                </a:lnTo>
                <a:lnTo>
                  <a:pt x="4065002" y="38076"/>
                </a:lnTo>
                <a:lnTo>
                  <a:pt x="4062692" y="39204"/>
                </a:lnTo>
                <a:lnTo>
                  <a:pt x="4060456" y="40485"/>
                </a:lnTo>
                <a:lnTo>
                  <a:pt x="4058302" y="41915"/>
                </a:lnTo>
                <a:lnTo>
                  <a:pt x="4056237" y="43488"/>
                </a:lnTo>
                <a:lnTo>
                  <a:pt x="4054268" y="45200"/>
                </a:lnTo>
                <a:lnTo>
                  <a:pt x="4052401" y="47043"/>
                </a:lnTo>
                <a:lnTo>
                  <a:pt x="4050643" y="49014"/>
                </a:lnTo>
                <a:lnTo>
                  <a:pt x="4049002" y="51108"/>
                </a:lnTo>
                <a:lnTo>
                  <a:pt x="4047484" y="53318"/>
                </a:lnTo>
                <a:lnTo>
                  <a:pt x="4046097" y="55639"/>
                </a:lnTo>
                <a:lnTo>
                  <a:pt x="4044847" y="58067"/>
                </a:lnTo>
                <a:lnTo>
                  <a:pt x="4043741" y="60596"/>
                </a:lnTo>
                <a:lnTo>
                  <a:pt x="4042786" y="63220"/>
                </a:lnTo>
                <a:lnTo>
                  <a:pt x="4041989" y="65935"/>
                </a:lnTo>
                <a:lnTo>
                  <a:pt x="4041357" y="68734"/>
                </a:lnTo>
                <a:lnTo>
                  <a:pt x="4040897" y="71614"/>
                </a:lnTo>
                <a:lnTo>
                  <a:pt x="4040616" y="74568"/>
                </a:lnTo>
                <a:lnTo>
                  <a:pt x="4040521" y="77592"/>
                </a:lnTo>
                <a:lnTo>
                  <a:pt x="4040610" y="80543"/>
                </a:lnTo>
                <a:lnTo>
                  <a:pt x="4040874" y="83435"/>
                </a:lnTo>
                <a:lnTo>
                  <a:pt x="4041306" y="86262"/>
                </a:lnTo>
                <a:lnTo>
                  <a:pt x="4041900" y="89018"/>
                </a:lnTo>
                <a:lnTo>
                  <a:pt x="4042651" y="91697"/>
                </a:lnTo>
                <a:lnTo>
                  <a:pt x="4043551" y="94292"/>
                </a:lnTo>
                <a:lnTo>
                  <a:pt x="4044595" y="96799"/>
                </a:lnTo>
                <a:lnTo>
                  <a:pt x="4045776" y="99212"/>
                </a:lnTo>
                <a:lnTo>
                  <a:pt x="4047088" y="101524"/>
                </a:lnTo>
                <a:lnTo>
                  <a:pt x="4048525" y="103729"/>
                </a:lnTo>
                <a:lnTo>
                  <a:pt x="4050082" y="105822"/>
                </a:lnTo>
                <a:lnTo>
                  <a:pt x="4051750" y="107797"/>
                </a:lnTo>
                <a:lnTo>
                  <a:pt x="4053526" y="109647"/>
                </a:lnTo>
                <a:lnTo>
                  <a:pt x="4055401" y="111368"/>
                </a:lnTo>
                <a:lnTo>
                  <a:pt x="4057371" y="112953"/>
                </a:lnTo>
                <a:lnTo>
                  <a:pt x="4059428" y="114396"/>
                </a:lnTo>
                <a:lnTo>
                  <a:pt x="4061567" y="115691"/>
                </a:lnTo>
                <a:lnTo>
                  <a:pt x="4063782" y="116832"/>
                </a:lnTo>
                <a:lnTo>
                  <a:pt x="4066066" y="117814"/>
                </a:lnTo>
                <a:lnTo>
                  <a:pt x="4068413" y="118631"/>
                </a:lnTo>
                <a:lnTo>
                  <a:pt x="4070816" y="119277"/>
                </a:lnTo>
                <a:lnTo>
                  <a:pt x="4073271" y="119745"/>
                </a:lnTo>
                <a:lnTo>
                  <a:pt x="4075770" y="120031"/>
                </a:lnTo>
                <a:lnTo>
                  <a:pt x="4078308" y="120127"/>
                </a:lnTo>
                <a:lnTo>
                  <a:pt x="4079643" y="120100"/>
                </a:lnTo>
                <a:lnTo>
                  <a:pt x="4080950" y="120021"/>
                </a:lnTo>
                <a:lnTo>
                  <a:pt x="4082230" y="119892"/>
                </a:lnTo>
                <a:lnTo>
                  <a:pt x="4083481" y="119716"/>
                </a:lnTo>
                <a:lnTo>
                  <a:pt x="4084704" y="119493"/>
                </a:lnTo>
                <a:lnTo>
                  <a:pt x="4085899" y="119226"/>
                </a:lnTo>
                <a:lnTo>
                  <a:pt x="4087065" y="118918"/>
                </a:lnTo>
                <a:lnTo>
                  <a:pt x="4088204" y="118571"/>
                </a:lnTo>
                <a:lnTo>
                  <a:pt x="4089314" y="118185"/>
                </a:lnTo>
                <a:lnTo>
                  <a:pt x="4090397" y="117765"/>
                </a:lnTo>
                <a:lnTo>
                  <a:pt x="4091451" y="117311"/>
                </a:lnTo>
                <a:lnTo>
                  <a:pt x="4092477" y="116826"/>
                </a:lnTo>
                <a:lnTo>
                  <a:pt x="4093475" y="116311"/>
                </a:lnTo>
                <a:lnTo>
                  <a:pt x="4094445" y="115770"/>
                </a:lnTo>
                <a:lnTo>
                  <a:pt x="4095387" y="115204"/>
                </a:lnTo>
                <a:lnTo>
                  <a:pt x="4096300" y="114615"/>
                </a:lnTo>
                <a:lnTo>
                  <a:pt x="4097186" y="114005"/>
                </a:lnTo>
                <a:lnTo>
                  <a:pt x="4098043" y="113376"/>
                </a:lnTo>
                <a:lnTo>
                  <a:pt x="4098873" y="112731"/>
                </a:lnTo>
                <a:lnTo>
                  <a:pt x="4099674" y="112072"/>
                </a:lnTo>
                <a:lnTo>
                  <a:pt x="4100447" y="111400"/>
                </a:lnTo>
                <a:lnTo>
                  <a:pt x="4101192" y="110717"/>
                </a:lnTo>
                <a:lnTo>
                  <a:pt x="4101909" y="110027"/>
                </a:lnTo>
                <a:lnTo>
                  <a:pt x="4102598" y="109330"/>
                </a:lnTo>
                <a:lnTo>
                  <a:pt x="4102598" y="110179"/>
                </a:lnTo>
                <a:lnTo>
                  <a:pt x="4102602" y="110984"/>
                </a:lnTo>
                <a:lnTo>
                  <a:pt x="4102613" y="111746"/>
                </a:lnTo>
                <a:lnTo>
                  <a:pt x="4102634" y="112466"/>
                </a:lnTo>
                <a:lnTo>
                  <a:pt x="4102668" y="113144"/>
                </a:lnTo>
                <a:lnTo>
                  <a:pt x="4102718" y="113781"/>
                </a:lnTo>
                <a:lnTo>
                  <a:pt x="4102789" y="114377"/>
                </a:lnTo>
                <a:lnTo>
                  <a:pt x="4102883" y="114934"/>
                </a:lnTo>
                <a:lnTo>
                  <a:pt x="4103005" y="115451"/>
                </a:lnTo>
                <a:lnTo>
                  <a:pt x="4103156" y="115931"/>
                </a:lnTo>
                <a:lnTo>
                  <a:pt x="4103340" y="116372"/>
                </a:lnTo>
                <a:lnTo>
                  <a:pt x="4103562" y="116777"/>
                </a:lnTo>
                <a:lnTo>
                  <a:pt x="4103824" y="117146"/>
                </a:lnTo>
                <a:lnTo>
                  <a:pt x="4104129" y="117478"/>
                </a:lnTo>
                <a:lnTo>
                  <a:pt x="4104481" y="117776"/>
                </a:lnTo>
                <a:lnTo>
                  <a:pt x="4104883" y="118040"/>
                </a:lnTo>
                <a:lnTo>
                  <a:pt x="4105339" y="118270"/>
                </a:lnTo>
                <a:lnTo>
                  <a:pt x="4105852" y="118467"/>
                </a:lnTo>
                <a:lnTo>
                  <a:pt x="4106425" y="118632"/>
                </a:lnTo>
                <a:lnTo>
                  <a:pt x="4107062" y="118765"/>
                </a:lnTo>
                <a:lnTo>
                  <a:pt x="4107765" y="118868"/>
                </a:lnTo>
                <a:lnTo>
                  <a:pt x="4108539" y="118940"/>
                </a:lnTo>
                <a:lnTo>
                  <a:pt x="4109387" y="118983"/>
                </a:lnTo>
                <a:lnTo>
                  <a:pt x="4110311" y="118997"/>
                </a:lnTo>
                <a:lnTo>
                  <a:pt x="4124385" y="118997"/>
                </a:lnTo>
                <a:lnTo>
                  <a:pt x="4124779" y="118997"/>
                </a:lnTo>
                <a:lnTo>
                  <a:pt x="4125188" y="118994"/>
                </a:lnTo>
                <a:lnTo>
                  <a:pt x="4125610" y="118986"/>
                </a:lnTo>
                <a:lnTo>
                  <a:pt x="4126042" y="118970"/>
                </a:lnTo>
                <a:lnTo>
                  <a:pt x="4126480" y="118943"/>
                </a:lnTo>
                <a:lnTo>
                  <a:pt x="4126922" y="118904"/>
                </a:lnTo>
                <a:lnTo>
                  <a:pt x="4127364" y="118849"/>
                </a:lnTo>
                <a:lnTo>
                  <a:pt x="4127805" y="118776"/>
                </a:lnTo>
                <a:lnTo>
                  <a:pt x="4128242" y="118682"/>
                </a:lnTo>
                <a:lnTo>
                  <a:pt x="4128670" y="118565"/>
                </a:lnTo>
                <a:lnTo>
                  <a:pt x="4129089" y="118422"/>
                </a:lnTo>
                <a:lnTo>
                  <a:pt x="4129494" y="118250"/>
                </a:lnTo>
                <a:lnTo>
                  <a:pt x="4129883" y="118048"/>
                </a:lnTo>
                <a:lnTo>
                  <a:pt x="4130253" y="117811"/>
                </a:lnTo>
                <a:lnTo>
                  <a:pt x="4130602" y="117538"/>
                </a:lnTo>
                <a:lnTo>
                  <a:pt x="4130926" y="117227"/>
                </a:lnTo>
                <a:lnTo>
                  <a:pt x="4131222" y="116874"/>
                </a:lnTo>
                <a:lnTo>
                  <a:pt x="4131488" y="116476"/>
                </a:lnTo>
                <a:lnTo>
                  <a:pt x="4131721" y="116033"/>
                </a:lnTo>
                <a:lnTo>
                  <a:pt x="4131918" y="115539"/>
                </a:lnTo>
                <a:lnTo>
                  <a:pt x="4132076" y="114994"/>
                </a:lnTo>
                <a:lnTo>
                  <a:pt x="4132193" y="114395"/>
                </a:lnTo>
                <a:lnTo>
                  <a:pt x="4132264" y="113738"/>
                </a:lnTo>
                <a:lnTo>
                  <a:pt x="4132289" y="113022"/>
                </a:lnTo>
                <a:lnTo>
                  <a:pt x="4132264" y="112329"/>
                </a:lnTo>
                <a:lnTo>
                  <a:pt x="4132189" y="111693"/>
                </a:lnTo>
                <a:lnTo>
                  <a:pt x="4132068" y="111113"/>
                </a:lnTo>
                <a:lnTo>
                  <a:pt x="4131905" y="110585"/>
                </a:lnTo>
                <a:lnTo>
                  <a:pt x="4131703" y="110108"/>
                </a:lnTo>
                <a:lnTo>
                  <a:pt x="4131464" y="109678"/>
                </a:lnTo>
                <a:close/>
                <a:moveTo>
                  <a:pt x="4101010" y="90334"/>
                </a:moveTo>
                <a:lnTo>
                  <a:pt x="4100446" y="91840"/>
                </a:lnTo>
                <a:lnTo>
                  <a:pt x="4099799" y="93336"/>
                </a:lnTo>
                <a:lnTo>
                  <a:pt x="4099070" y="94812"/>
                </a:lnTo>
                <a:lnTo>
                  <a:pt x="4098261" y="96259"/>
                </a:lnTo>
                <a:lnTo>
                  <a:pt x="4097372" y="97669"/>
                </a:lnTo>
                <a:lnTo>
                  <a:pt x="4096405" y="99031"/>
                </a:lnTo>
                <a:lnTo>
                  <a:pt x="4095360" y="100338"/>
                </a:lnTo>
                <a:lnTo>
                  <a:pt x="4094239" y="101578"/>
                </a:lnTo>
                <a:lnTo>
                  <a:pt x="4093043" y="102745"/>
                </a:lnTo>
                <a:lnTo>
                  <a:pt x="4091773" y="103827"/>
                </a:lnTo>
                <a:lnTo>
                  <a:pt x="4090430" y="104816"/>
                </a:lnTo>
                <a:lnTo>
                  <a:pt x="4089016" y="105703"/>
                </a:lnTo>
                <a:lnTo>
                  <a:pt x="4087530" y="106479"/>
                </a:lnTo>
                <a:lnTo>
                  <a:pt x="4085975" y="107135"/>
                </a:lnTo>
                <a:lnTo>
                  <a:pt x="4084351" y="107660"/>
                </a:lnTo>
                <a:lnTo>
                  <a:pt x="4082659" y="108047"/>
                </a:lnTo>
                <a:lnTo>
                  <a:pt x="4080902" y="108286"/>
                </a:lnTo>
                <a:lnTo>
                  <a:pt x="4079078" y="108368"/>
                </a:lnTo>
                <a:lnTo>
                  <a:pt x="4077379" y="108297"/>
                </a:lnTo>
                <a:lnTo>
                  <a:pt x="4075706" y="108089"/>
                </a:lnTo>
                <a:lnTo>
                  <a:pt x="4074063" y="107747"/>
                </a:lnTo>
                <a:lnTo>
                  <a:pt x="4072455" y="107277"/>
                </a:lnTo>
                <a:lnTo>
                  <a:pt x="4070885" y="106681"/>
                </a:lnTo>
                <a:lnTo>
                  <a:pt x="4069358" y="105965"/>
                </a:lnTo>
                <a:lnTo>
                  <a:pt x="4067877" y="105134"/>
                </a:lnTo>
                <a:lnTo>
                  <a:pt x="4066447" y="104191"/>
                </a:lnTo>
                <a:lnTo>
                  <a:pt x="4065072" y="103142"/>
                </a:lnTo>
                <a:lnTo>
                  <a:pt x="4063756" y="101990"/>
                </a:lnTo>
                <a:lnTo>
                  <a:pt x="4062503" y="100739"/>
                </a:lnTo>
                <a:lnTo>
                  <a:pt x="4061318" y="99396"/>
                </a:lnTo>
                <a:lnTo>
                  <a:pt x="4060203" y="97963"/>
                </a:lnTo>
                <a:lnTo>
                  <a:pt x="4059164" y="96445"/>
                </a:lnTo>
                <a:lnTo>
                  <a:pt x="4058205" y="94847"/>
                </a:lnTo>
                <a:lnTo>
                  <a:pt x="4057329" y="93172"/>
                </a:lnTo>
                <a:lnTo>
                  <a:pt x="4056541" y="91427"/>
                </a:lnTo>
                <a:lnTo>
                  <a:pt x="4055844" y="89614"/>
                </a:lnTo>
                <a:lnTo>
                  <a:pt x="4055244" y="87739"/>
                </a:lnTo>
                <a:lnTo>
                  <a:pt x="4054743" y="85805"/>
                </a:lnTo>
                <a:lnTo>
                  <a:pt x="4054347" y="83818"/>
                </a:lnTo>
                <a:lnTo>
                  <a:pt x="4054059" y="81781"/>
                </a:lnTo>
                <a:lnTo>
                  <a:pt x="4053883" y="79699"/>
                </a:lnTo>
                <a:lnTo>
                  <a:pt x="4053823" y="77577"/>
                </a:lnTo>
                <a:lnTo>
                  <a:pt x="4053893" y="75300"/>
                </a:lnTo>
                <a:lnTo>
                  <a:pt x="4054097" y="73087"/>
                </a:lnTo>
                <a:lnTo>
                  <a:pt x="4054429" y="70942"/>
                </a:lnTo>
                <a:lnTo>
                  <a:pt x="4054885" y="68868"/>
                </a:lnTo>
                <a:lnTo>
                  <a:pt x="4055458" y="66867"/>
                </a:lnTo>
                <a:lnTo>
                  <a:pt x="4056143" y="64943"/>
                </a:lnTo>
                <a:lnTo>
                  <a:pt x="4056932" y="63098"/>
                </a:lnTo>
                <a:lnTo>
                  <a:pt x="4057822" y="61335"/>
                </a:lnTo>
                <a:lnTo>
                  <a:pt x="4058805" y="59656"/>
                </a:lnTo>
                <a:lnTo>
                  <a:pt x="4059875" y="58066"/>
                </a:lnTo>
                <a:lnTo>
                  <a:pt x="4061028" y="56566"/>
                </a:lnTo>
                <a:lnTo>
                  <a:pt x="4062257" y="55159"/>
                </a:lnTo>
                <a:lnTo>
                  <a:pt x="4063557" y="53848"/>
                </a:lnTo>
                <a:lnTo>
                  <a:pt x="4064920" y="52637"/>
                </a:lnTo>
                <a:lnTo>
                  <a:pt x="4066343" y="51527"/>
                </a:lnTo>
                <a:lnTo>
                  <a:pt x="4067818" y="50522"/>
                </a:lnTo>
                <a:lnTo>
                  <a:pt x="4069340" y="49625"/>
                </a:lnTo>
                <a:lnTo>
                  <a:pt x="4070903" y="48838"/>
                </a:lnTo>
                <a:lnTo>
                  <a:pt x="4072501" y="48165"/>
                </a:lnTo>
                <a:lnTo>
                  <a:pt x="4074128" y="47607"/>
                </a:lnTo>
                <a:lnTo>
                  <a:pt x="4075779" y="47169"/>
                </a:lnTo>
                <a:lnTo>
                  <a:pt x="4077448" y="46852"/>
                </a:lnTo>
                <a:lnTo>
                  <a:pt x="4079128" y="46660"/>
                </a:lnTo>
                <a:lnTo>
                  <a:pt x="4080814" y="46595"/>
                </a:lnTo>
                <a:lnTo>
                  <a:pt x="4082341" y="46650"/>
                </a:lnTo>
                <a:lnTo>
                  <a:pt x="4083834" y="46813"/>
                </a:lnTo>
                <a:lnTo>
                  <a:pt x="4085292" y="47079"/>
                </a:lnTo>
                <a:lnTo>
                  <a:pt x="4086712" y="47442"/>
                </a:lnTo>
                <a:lnTo>
                  <a:pt x="4088089" y="47899"/>
                </a:lnTo>
                <a:lnTo>
                  <a:pt x="4089423" y="48444"/>
                </a:lnTo>
                <a:lnTo>
                  <a:pt x="4090709" y="49073"/>
                </a:lnTo>
                <a:lnTo>
                  <a:pt x="4091945" y="49781"/>
                </a:lnTo>
                <a:lnTo>
                  <a:pt x="4093128" y="50563"/>
                </a:lnTo>
                <a:lnTo>
                  <a:pt x="4094256" y="51414"/>
                </a:lnTo>
                <a:lnTo>
                  <a:pt x="4095325" y="52331"/>
                </a:lnTo>
                <a:lnTo>
                  <a:pt x="4096333" y="53306"/>
                </a:lnTo>
                <a:lnTo>
                  <a:pt x="4097276" y="54338"/>
                </a:lnTo>
                <a:lnTo>
                  <a:pt x="4098152" y="55419"/>
                </a:lnTo>
                <a:lnTo>
                  <a:pt x="4098958" y="56546"/>
                </a:lnTo>
                <a:lnTo>
                  <a:pt x="4099692" y="57714"/>
                </a:lnTo>
                <a:lnTo>
                  <a:pt x="4100350" y="58918"/>
                </a:lnTo>
                <a:lnTo>
                  <a:pt x="4100929" y="60153"/>
                </a:lnTo>
                <a:lnTo>
                  <a:pt x="4101427" y="61415"/>
                </a:lnTo>
                <a:lnTo>
                  <a:pt x="4101841" y="62699"/>
                </a:lnTo>
                <a:lnTo>
                  <a:pt x="4102168" y="64000"/>
                </a:lnTo>
                <a:lnTo>
                  <a:pt x="4102405" y="65313"/>
                </a:lnTo>
                <a:lnTo>
                  <a:pt x="4102549" y="66633"/>
                </a:lnTo>
                <a:lnTo>
                  <a:pt x="4102598" y="67957"/>
                </a:lnTo>
                <a:lnTo>
                  <a:pt x="4102598" y="81593"/>
                </a:lnTo>
                <a:lnTo>
                  <a:pt x="4102553" y="82969"/>
                </a:lnTo>
                <a:lnTo>
                  <a:pt x="4102419" y="84389"/>
                </a:lnTo>
                <a:lnTo>
                  <a:pt x="4102196" y="85845"/>
                </a:lnTo>
                <a:lnTo>
                  <a:pt x="4101886" y="87327"/>
                </a:lnTo>
                <a:lnTo>
                  <a:pt x="4101491" y="88827"/>
                </a:lnTo>
                <a:lnTo>
                  <a:pt x="4101010" y="90334"/>
                </a:lnTo>
                <a:close/>
                <a:moveTo>
                  <a:pt x="4727330" y="92064"/>
                </a:moveTo>
                <a:lnTo>
                  <a:pt x="4727268" y="91634"/>
                </a:lnTo>
                <a:lnTo>
                  <a:pt x="4727186" y="91213"/>
                </a:lnTo>
                <a:lnTo>
                  <a:pt x="4727080" y="90801"/>
                </a:lnTo>
                <a:lnTo>
                  <a:pt x="4726947" y="90401"/>
                </a:lnTo>
                <a:lnTo>
                  <a:pt x="4726786" y="90015"/>
                </a:lnTo>
                <a:lnTo>
                  <a:pt x="4726592" y="89646"/>
                </a:lnTo>
                <a:lnTo>
                  <a:pt x="4726363" y="89294"/>
                </a:lnTo>
                <a:lnTo>
                  <a:pt x="4726096" y="88963"/>
                </a:lnTo>
                <a:lnTo>
                  <a:pt x="4725788" y="88653"/>
                </a:lnTo>
                <a:lnTo>
                  <a:pt x="4725436" y="88368"/>
                </a:lnTo>
                <a:lnTo>
                  <a:pt x="4725037" y="88108"/>
                </a:lnTo>
                <a:lnTo>
                  <a:pt x="4724589" y="87877"/>
                </a:lnTo>
                <a:lnTo>
                  <a:pt x="4724087" y="87676"/>
                </a:lnTo>
                <a:lnTo>
                  <a:pt x="4723530" y="87507"/>
                </a:lnTo>
                <a:lnTo>
                  <a:pt x="4722915" y="87372"/>
                </a:lnTo>
                <a:lnTo>
                  <a:pt x="4722238" y="87273"/>
                </a:lnTo>
                <a:lnTo>
                  <a:pt x="4721496" y="87212"/>
                </a:lnTo>
                <a:lnTo>
                  <a:pt x="4720687" y="87191"/>
                </a:lnTo>
                <a:lnTo>
                  <a:pt x="4719924" y="87212"/>
                </a:lnTo>
                <a:lnTo>
                  <a:pt x="4719222" y="87273"/>
                </a:lnTo>
                <a:lnTo>
                  <a:pt x="4718579" y="87372"/>
                </a:lnTo>
                <a:lnTo>
                  <a:pt x="4717993" y="87506"/>
                </a:lnTo>
                <a:lnTo>
                  <a:pt x="4717461" y="87674"/>
                </a:lnTo>
                <a:lnTo>
                  <a:pt x="4716980" y="87874"/>
                </a:lnTo>
                <a:lnTo>
                  <a:pt x="4716547" y="88104"/>
                </a:lnTo>
                <a:lnTo>
                  <a:pt x="4716161" y="88361"/>
                </a:lnTo>
                <a:lnTo>
                  <a:pt x="4715818" y="88643"/>
                </a:lnTo>
                <a:lnTo>
                  <a:pt x="4715516" y="88949"/>
                </a:lnTo>
                <a:lnTo>
                  <a:pt x="4715253" y="89276"/>
                </a:lnTo>
                <a:lnTo>
                  <a:pt x="4715025" y="89622"/>
                </a:lnTo>
                <a:lnTo>
                  <a:pt x="4714830" y="89985"/>
                </a:lnTo>
                <a:lnTo>
                  <a:pt x="4714666" y="90363"/>
                </a:lnTo>
                <a:lnTo>
                  <a:pt x="4714530" y="90753"/>
                </a:lnTo>
                <a:lnTo>
                  <a:pt x="4714419" y="91155"/>
                </a:lnTo>
                <a:lnTo>
                  <a:pt x="4714331" y="91565"/>
                </a:lnTo>
                <a:lnTo>
                  <a:pt x="4714263" y="91982"/>
                </a:lnTo>
                <a:lnTo>
                  <a:pt x="4714212" y="92404"/>
                </a:lnTo>
                <a:lnTo>
                  <a:pt x="4714177" y="92828"/>
                </a:lnTo>
                <a:lnTo>
                  <a:pt x="4714154" y="93252"/>
                </a:lnTo>
                <a:lnTo>
                  <a:pt x="4714140" y="93674"/>
                </a:lnTo>
                <a:lnTo>
                  <a:pt x="4714134" y="94093"/>
                </a:lnTo>
                <a:lnTo>
                  <a:pt x="4714133" y="94505"/>
                </a:lnTo>
                <a:lnTo>
                  <a:pt x="4714054" y="95946"/>
                </a:lnTo>
                <a:lnTo>
                  <a:pt x="4713870" y="97285"/>
                </a:lnTo>
                <a:lnTo>
                  <a:pt x="4713589" y="98528"/>
                </a:lnTo>
                <a:lnTo>
                  <a:pt x="4713218" y="99676"/>
                </a:lnTo>
                <a:lnTo>
                  <a:pt x="4712764" y="100735"/>
                </a:lnTo>
                <a:lnTo>
                  <a:pt x="4712236" y="101707"/>
                </a:lnTo>
                <a:lnTo>
                  <a:pt x="4711640" y="102595"/>
                </a:lnTo>
                <a:lnTo>
                  <a:pt x="4710985" y="103404"/>
                </a:lnTo>
                <a:lnTo>
                  <a:pt x="4710277" y="104137"/>
                </a:lnTo>
                <a:lnTo>
                  <a:pt x="4709525" y="104797"/>
                </a:lnTo>
                <a:lnTo>
                  <a:pt x="4708735" y="105387"/>
                </a:lnTo>
                <a:lnTo>
                  <a:pt x="4707916" y="105912"/>
                </a:lnTo>
                <a:lnTo>
                  <a:pt x="4707075" y="106375"/>
                </a:lnTo>
                <a:lnTo>
                  <a:pt x="4706219" y="106780"/>
                </a:lnTo>
                <a:lnTo>
                  <a:pt x="4705356" y="107129"/>
                </a:lnTo>
                <a:lnTo>
                  <a:pt x="4704494" y="107426"/>
                </a:lnTo>
                <a:lnTo>
                  <a:pt x="4703640" y="107676"/>
                </a:lnTo>
                <a:lnTo>
                  <a:pt x="4702801" y="107880"/>
                </a:lnTo>
                <a:lnTo>
                  <a:pt x="4701986" y="108044"/>
                </a:lnTo>
                <a:lnTo>
                  <a:pt x="4701201" y="108170"/>
                </a:lnTo>
                <a:lnTo>
                  <a:pt x="4700454" y="108262"/>
                </a:lnTo>
                <a:lnTo>
                  <a:pt x="4699753" y="108323"/>
                </a:lnTo>
                <a:lnTo>
                  <a:pt x="4699105" y="108357"/>
                </a:lnTo>
                <a:lnTo>
                  <a:pt x="4698518" y="108368"/>
                </a:lnTo>
                <a:lnTo>
                  <a:pt x="4696739" y="108317"/>
                </a:lnTo>
                <a:lnTo>
                  <a:pt x="4695108" y="108168"/>
                </a:lnTo>
                <a:lnTo>
                  <a:pt x="4693618" y="107928"/>
                </a:lnTo>
                <a:lnTo>
                  <a:pt x="4692264" y="107604"/>
                </a:lnTo>
                <a:lnTo>
                  <a:pt x="4691039" y="107202"/>
                </a:lnTo>
                <a:lnTo>
                  <a:pt x="4689936" y="106728"/>
                </a:lnTo>
                <a:lnTo>
                  <a:pt x="4688949" y="106190"/>
                </a:lnTo>
                <a:lnTo>
                  <a:pt x="4688072" y="105594"/>
                </a:lnTo>
                <a:lnTo>
                  <a:pt x="4687298" y="104946"/>
                </a:lnTo>
                <a:lnTo>
                  <a:pt x="4686620" y="104254"/>
                </a:lnTo>
                <a:lnTo>
                  <a:pt x="4686033" y="103523"/>
                </a:lnTo>
                <a:lnTo>
                  <a:pt x="4685529" y="102760"/>
                </a:lnTo>
                <a:lnTo>
                  <a:pt x="4685103" y="101973"/>
                </a:lnTo>
                <a:lnTo>
                  <a:pt x="4684748" y="101167"/>
                </a:lnTo>
                <a:lnTo>
                  <a:pt x="4684457" y="100349"/>
                </a:lnTo>
                <a:lnTo>
                  <a:pt x="4684224" y="99526"/>
                </a:lnTo>
                <a:lnTo>
                  <a:pt x="4684042" y="98704"/>
                </a:lnTo>
                <a:lnTo>
                  <a:pt x="4683906" y="97890"/>
                </a:lnTo>
                <a:lnTo>
                  <a:pt x="4683808" y="97091"/>
                </a:lnTo>
                <a:lnTo>
                  <a:pt x="4683743" y="96313"/>
                </a:lnTo>
                <a:lnTo>
                  <a:pt x="4683703" y="95562"/>
                </a:lnTo>
                <a:lnTo>
                  <a:pt x="4683682" y="94846"/>
                </a:lnTo>
                <a:lnTo>
                  <a:pt x="4683675" y="94171"/>
                </a:lnTo>
                <a:lnTo>
                  <a:pt x="4683674" y="93543"/>
                </a:lnTo>
                <a:lnTo>
                  <a:pt x="4683674" y="47725"/>
                </a:lnTo>
                <a:lnTo>
                  <a:pt x="4715289" y="47725"/>
                </a:lnTo>
                <a:lnTo>
                  <a:pt x="4715660" y="47724"/>
                </a:lnTo>
                <a:lnTo>
                  <a:pt x="4716048" y="47721"/>
                </a:lnTo>
                <a:lnTo>
                  <a:pt x="4716451" y="47714"/>
                </a:lnTo>
                <a:lnTo>
                  <a:pt x="4716864" y="47698"/>
                </a:lnTo>
                <a:lnTo>
                  <a:pt x="4717287" y="47673"/>
                </a:lnTo>
                <a:lnTo>
                  <a:pt x="4717714" y="47634"/>
                </a:lnTo>
                <a:lnTo>
                  <a:pt x="4718144" y="47581"/>
                </a:lnTo>
                <a:lnTo>
                  <a:pt x="4718574" y="47511"/>
                </a:lnTo>
                <a:lnTo>
                  <a:pt x="4719000" y="47420"/>
                </a:lnTo>
                <a:lnTo>
                  <a:pt x="4719420" y="47306"/>
                </a:lnTo>
                <a:lnTo>
                  <a:pt x="4719831" y="47168"/>
                </a:lnTo>
                <a:lnTo>
                  <a:pt x="4720230" y="47002"/>
                </a:lnTo>
                <a:lnTo>
                  <a:pt x="4720614" y="46806"/>
                </a:lnTo>
                <a:lnTo>
                  <a:pt x="4720979" y="46577"/>
                </a:lnTo>
                <a:lnTo>
                  <a:pt x="4721324" y="46313"/>
                </a:lnTo>
                <a:lnTo>
                  <a:pt x="4721645" y="46011"/>
                </a:lnTo>
                <a:lnTo>
                  <a:pt x="4721939" y="45669"/>
                </a:lnTo>
                <a:lnTo>
                  <a:pt x="4722204" y="45285"/>
                </a:lnTo>
                <a:lnTo>
                  <a:pt x="4722436" y="44855"/>
                </a:lnTo>
                <a:lnTo>
                  <a:pt x="4722632" y="44378"/>
                </a:lnTo>
                <a:lnTo>
                  <a:pt x="4722789" y="43850"/>
                </a:lnTo>
                <a:lnTo>
                  <a:pt x="4722906" y="43270"/>
                </a:lnTo>
                <a:lnTo>
                  <a:pt x="4722978" y="42634"/>
                </a:lnTo>
                <a:lnTo>
                  <a:pt x="4723002" y="41941"/>
                </a:lnTo>
                <a:lnTo>
                  <a:pt x="4722979" y="41224"/>
                </a:lnTo>
                <a:lnTo>
                  <a:pt x="4722909" y="40567"/>
                </a:lnTo>
                <a:lnTo>
                  <a:pt x="4722797" y="39968"/>
                </a:lnTo>
                <a:lnTo>
                  <a:pt x="4722645" y="39422"/>
                </a:lnTo>
                <a:lnTo>
                  <a:pt x="4722456" y="38929"/>
                </a:lnTo>
                <a:lnTo>
                  <a:pt x="4722231" y="38485"/>
                </a:lnTo>
                <a:lnTo>
                  <a:pt x="4721974" y="38087"/>
                </a:lnTo>
                <a:lnTo>
                  <a:pt x="4721688" y="37734"/>
                </a:lnTo>
                <a:lnTo>
                  <a:pt x="4721375" y="37422"/>
                </a:lnTo>
                <a:lnTo>
                  <a:pt x="4721038" y="37149"/>
                </a:lnTo>
                <a:lnTo>
                  <a:pt x="4720680" y="36913"/>
                </a:lnTo>
                <a:lnTo>
                  <a:pt x="4720303" y="36710"/>
                </a:lnTo>
                <a:lnTo>
                  <a:pt x="4719910" y="36538"/>
                </a:lnTo>
                <a:lnTo>
                  <a:pt x="4719503" y="36395"/>
                </a:lnTo>
                <a:lnTo>
                  <a:pt x="4719086" y="36278"/>
                </a:lnTo>
                <a:lnTo>
                  <a:pt x="4718660" y="36184"/>
                </a:lnTo>
                <a:lnTo>
                  <a:pt x="4718230" y="36111"/>
                </a:lnTo>
                <a:lnTo>
                  <a:pt x="4717796" y="36056"/>
                </a:lnTo>
                <a:lnTo>
                  <a:pt x="4717363" y="36017"/>
                </a:lnTo>
                <a:lnTo>
                  <a:pt x="4716932" y="35990"/>
                </a:lnTo>
                <a:lnTo>
                  <a:pt x="4716506" y="35974"/>
                </a:lnTo>
                <a:lnTo>
                  <a:pt x="4716089" y="35966"/>
                </a:lnTo>
                <a:lnTo>
                  <a:pt x="4715682" y="35963"/>
                </a:lnTo>
                <a:lnTo>
                  <a:pt x="4715289" y="35963"/>
                </a:lnTo>
                <a:lnTo>
                  <a:pt x="4683674" y="35963"/>
                </a:lnTo>
                <a:lnTo>
                  <a:pt x="4683674" y="20156"/>
                </a:lnTo>
                <a:lnTo>
                  <a:pt x="4683673" y="19695"/>
                </a:lnTo>
                <a:lnTo>
                  <a:pt x="4683670" y="19230"/>
                </a:lnTo>
                <a:lnTo>
                  <a:pt x="4683661" y="18763"/>
                </a:lnTo>
                <a:lnTo>
                  <a:pt x="4683643" y="18297"/>
                </a:lnTo>
                <a:lnTo>
                  <a:pt x="4683614" y="17833"/>
                </a:lnTo>
                <a:lnTo>
                  <a:pt x="4683571" y="17374"/>
                </a:lnTo>
                <a:lnTo>
                  <a:pt x="4683511" y="16921"/>
                </a:lnTo>
                <a:lnTo>
                  <a:pt x="4683431" y="16477"/>
                </a:lnTo>
                <a:lnTo>
                  <a:pt x="4683328" y="16043"/>
                </a:lnTo>
                <a:lnTo>
                  <a:pt x="4683199" y="15623"/>
                </a:lnTo>
                <a:lnTo>
                  <a:pt x="4683042" y="15217"/>
                </a:lnTo>
                <a:lnTo>
                  <a:pt x="4682854" y="14828"/>
                </a:lnTo>
                <a:lnTo>
                  <a:pt x="4682632" y="14459"/>
                </a:lnTo>
                <a:lnTo>
                  <a:pt x="4682372" y="14110"/>
                </a:lnTo>
                <a:lnTo>
                  <a:pt x="4682073" y="13785"/>
                </a:lnTo>
                <a:lnTo>
                  <a:pt x="4681731" y="13485"/>
                </a:lnTo>
                <a:lnTo>
                  <a:pt x="4681343" y="13213"/>
                </a:lnTo>
                <a:lnTo>
                  <a:pt x="4680907" y="12970"/>
                </a:lnTo>
                <a:lnTo>
                  <a:pt x="4680420" y="12759"/>
                </a:lnTo>
                <a:lnTo>
                  <a:pt x="4679879" y="12581"/>
                </a:lnTo>
                <a:lnTo>
                  <a:pt x="4679281" y="12440"/>
                </a:lnTo>
                <a:lnTo>
                  <a:pt x="4678623" y="12336"/>
                </a:lnTo>
                <a:lnTo>
                  <a:pt x="4677903" y="12272"/>
                </a:lnTo>
                <a:lnTo>
                  <a:pt x="4677117" y="12250"/>
                </a:lnTo>
                <a:lnTo>
                  <a:pt x="4676308" y="12271"/>
                </a:lnTo>
                <a:lnTo>
                  <a:pt x="4675567" y="12332"/>
                </a:lnTo>
                <a:lnTo>
                  <a:pt x="4674890" y="12432"/>
                </a:lnTo>
                <a:lnTo>
                  <a:pt x="4674275" y="12568"/>
                </a:lnTo>
                <a:lnTo>
                  <a:pt x="4673718" y="12739"/>
                </a:lnTo>
                <a:lnTo>
                  <a:pt x="4673217" y="12943"/>
                </a:lnTo>
                <a:lnTo>
                  <a:pt x="4672768" y="13178"/>
                </a:lnTo>
                <a:lnTo>
                  <a:pt x="4672370" y="13443"/>
                </a:lnTo>
                <a:lnTo>
                  <a:pt x="4672018" y="13735"/>
                </a:lnTo>
                <a:lnTo>
                  <a:pt x="4671710" y="14052"/>
                </a:lnTo>
                <a:lnTo>
                  <a:pt x="4671443" y="14393"/>
                </a:lnTo>
                <a:lnTo>
                  <a:pt x="4671214" y="14757"/>
                </a:lnTo>
                <a:lnTo>
                  <a:pt x="4671021" y="15140"/>
                </a:lnTo>
                <a:lnTo>
                  <a:pt x="4670859" y="15541"/>
                </a:lnTo>
                <a:lnTo>
                  <a:pt x="4670727" y="15959"/>
                </a:lnTo>
                <a:lnTo>
                  <a:pt x="4670621" y="16392"/>
                </a:lnTo>
                <a:lnTo>
                  <a:pt x="4670538" y="16837"/>
                </a:lnTo>
                <a:lnTo>
                  <a:pt x="4670476" y="17293"/>
                </a:lnTo>
                <a:lnTo>
                  <a:pt x="4670432" y="17758"/>
                </a:lnTo>
                <a:lnTo>
                  <a:pt x="4670402" y="18231"/>
                </a:lnTo>
                <a:lnTo>
                  <a:pt x="4670384" y="18708"/>
                </a:lnTo>
                <a:lnTo>
                  <a:pt x="4670375" y="19190"/>
                </a:lnTo>
                <a:lnTo>
                  <a:pt x="4670372" y="19673"/>
                </a:lnTo>
                <a:lnTo>
                  <a:pt x="4670371" y="20156"/>
                </a:lnTo>
                <a:lnTo>
                  <a:pt x="4670371" y="35963"/>
                </a:lnTo>
                <a:lnTo>
                  <a:pt x="4653597" y="35963"/>
                </a:lnTo>
                <a:lnTo>
                  <a:pt x="4653203" y="35963"/>
                </a:lnTo>
                <a:lnTo>
                  <a:pt x="4652793" y="35966"/>
                </a:lnTo>
                <a:lnTo>
                  <a:pt x="4652371" y="35974"/>
                </a:lnTo>
                <a:lnTo>
                  <a:pt x="4651940" y="35990"/>
                </a:lnTo>
                <a:lnTo>
                  <a:pt x="4651502" y="36017"/>
                </a:lnTo>
                <a:lnTo>
                  <a:pt x="4651060" y="36056"/>
                </a:lnTo>
                <a:lnTo>
                  <a:pt x="4650617" y="36111"/>
                </a:lnTo>
                <a:lnTo>
                  <a:pt x="4650176" y="36184"/>
                </a:lnTo>
                <a:lnTo>
                  <a:pt x="4649740" y="36278"/>
                </a:lnTo>
                <a:lnTo>
                  <a:pt x="4649311" y="36395"/>
                </a:lnTo>
                <a:lnTo>
                  <a:pt x="4648893" y="36538"/>
                </a:lnTo>
                <a:lnTo>
                  <a:pt x="4648488" y="36710"/>
                </a:lnTo>
                <a:lnTo>
                  <a:pt x="4648099" y="36913"/>
                </a:lnTo>
                <a:lnTo>
                  <a:pt x="4647728" y="37149"/>
                </a:lnTo>
                <a:lnTo>
                  <a:pt x="4647380" y="37422"/>
                </a:lnTo>
                <a:lnTo>
                  <a:pt x="4647056" y="37734"/>
                </a:lnTo>
                <a:lnTo>
                  <a:pt x="4646760" y="38087"/>
                </a:lnTo>
                <a:lnTo>
                  <a:pt x="4646494" y="38485"/>
                </a:lnTo>
                <a:lnTo>
                  <a:pt x="4646261" y="38929"/>
                </a:lnTo>
                <a:lnTo>
                  <a:pt x="4646064" y="39422"/>
                </a:lnTo>
                <a:lnTo>
                  <a:pt x="4645906" y="39968"/>
                </a:lnTo>
                <a:lnTo>
                  <a:pt x="4645789" y="40567"/>
                </a:lnTo>
                <a:lnTo>
                  <a:pt x="4645717" y="41224"/>
                </a:lnTo>
                <a:lnTo>
                  <a:pt x="4645693" y="41941"/>
                </a:lnTo>
                <a:lnTo>
                  <a:pt x="4645717" y="42634"/>
                </a:lnTo>
                <a:lnTo>
                  <a:pt x="4645789" y="43270"/>
                </a:lnTo>
                <a:lnTo>
                  <a:pt x="4645905" y="43850"/>
                </a:lnTo>
                <a:lnTo>
                  <a:pt x="4646063" y="44378"/>
                </a:lnTo>
                <a:lnTo>
                  <a:pt x="4646259" y="44855"/>
                </a:lnTo>
                <a:lnTo>
                  <a:pt x="4646491" y="45285"/>
                </a:lnTo>
                <a:lnTo>
                  <a:pt x="4646755" y="45669"/>
                </a:lnTo>
                <a:lnTo>
                  <a:pt x="4647049" y="46011"/>
                </a:lnTo>
                <a:lnTo>
                  <a:pt x="4647370" y="46313"/>
                </a:lnTo>
                <a:lnTo>
                  <a:pt x="4647714" y="46577"/>
                </a:lnTo>
                <a:lnTo>
                  <a:pt x="4648080" y="46806"/>
                </a:lnTo>
                <a:lnTo>
                  <a:pt x="4648463" y="47002"/>
                </a:lnTo>
                <a:lnTo>
                  <a:pt x="4648862" y="47168"/>
                </a:lnTo>
                <a:lnTo>
                  <a:pt x="4649273" y="47306"/>
                </a:lnTo>
                <a:lnTo>
                  <a:pt x="4649693" y="47420"/>
                </a:lnTo>
                <a:lnTo>
                  <a:pt x="4650119" y="47511"/>
                </a:lnTo>
                <a:lnTo>
                  <a:pt x="4650548" y="47581"/>
                </a:lnTo>
                <a:lnTo>
                  <a:pt x="4650978" y="47634"/>
                </a:lnTo>
                <a:lnTo>
                  <a:pt x="4651406" y="47673"/>
                </a:lnTo>
                <a:lnTo>
                  <a:pt x="4651828" y="47698"/>
                </a:lnTo>
                <a:lnTo>
                  <a:pt x="4652241" y="47714"/>
                </a:lnTo>
                <a:lnTo>
                  <a:pt x="4652644" y="47721"/>
                </a:lnTo>
                <a:lnTo>
                  <a:pt x="4653032" y="47724"/>
                </a:lnTo>
                <a:lnTo>
                  <a:pt x="4653403" y="47725"/>
                </a:lnTo>
                <a:lnTo>
                  <a:pt x="4670371" y="47725"/>
                </a:lnTo>
                <a:lnTo>
                  <a:pt x="4670371" y="94699"/>
                </a:lnTo>
                <a:lnTo>
                  <a:pt x="4670438" y="96951"/>
                </a:lnTo>
                <a:lnTo>
                  <a:pt x="4670637" y="99083"/>
                </a:lnTo>
                <a:lnTo>
                  <a:pt x="4670962" y="101100"/>
                </a:lnTo>
                <a:lnTo>
                  <a:pt x="4671407" y="103002"/>
                </a:lnTo>
                <a:lnTo>
                  <a:pt x="4671968" y="104792"/>
                </a:lnTo>
                <a:lnTo>
                  <a:pt x="4672639" y="106472"/>
                </a:lnTo>
                <a:lnTo>
                  <a:pt x="4673415" y="108043"/>
                </a:lnTo>
                <a:lnTo>
                  <a:pt x="4674291" y="109508"/>
                </a:lnTo>
                <a:lnTo>
                  <a:pt x="4675261" y="110869"/>
                </a:lnTo>
                <a:lnTo>
                  <a:pt x="4676320" y="112128"/>
                </a:lnTo>
                <a:lnTo>
                  <a:pt x="4677463" y="113286"/>
                </a:lnTo>
                <a:lnTo>
                  <a:pt x="4678685" y="114346"/>
                </a:lnTo>
                <a:lnTo>
                  <a:pt x="4679979" y="115310"/>
                </a:lnTo>
                <a:lnTo>
                  <a:pt x="4681342" y="116179"/>
                </a:lnTo>
                <a:lnTo>
                  <a:pt x="4682768" y="116956"/>
                </a:lnTo>
                <a:lnTo>
                  <a:pt x="4684251" y="117643"/>
                </a:lnTo>
                <a:lnTo>
                  <a:pt x="4685786" y="118241"/>
                </a:lnTo>
                <a:lnTo>
                  <a:pt x="4687369" y="118754"/>
                </a:lnTo>
                <a:lnTo>
                  <a:pt x="4688993" y="119182"/>
                </a:lnTo>
                <a:lnTo>
                  <a:pt x="4690653" y="119527"/>
                </a:lnTo>
                <a:lnTo>
                  <a:pt x="4692344" y="119793"/>
                </a:lnTo>
                <a:lnTo>
                  <a:pt x="4694062" y="119980"/>
                </a:lnTo>
                <a:lnTo>
                  <a:pt x="4695800" y="120090"/>
                </a:lnTo>
                <a:lnTo>
                  <a:pt x="4697553" y="120127"/>
                </a:lnTo>
                <a:lnTo>
                  <a:pt x="4699342" y="120084"/>
                </a:lnTo>
                <a:lnTo>
                  <a:pt x="4701138" y="119954"/>
                </a:lnTo>
                <a:lnTo>
                  <a:pt x="4702933" y="119737"/>
                </a:lnTo>
                <a:lnTo>
                  <a:pt x="4704721" y="119434"/>
                </a:lnTo>
                <a:lnTo>
                  <a:pt x="4706492" y="119042"/>
                </a:lnTo>
                <a:lnTo>
                  <a:pt x="4708241" y="118564"/>
                </a:lnTo>
                <a:lnTo>
                  <a:pt x="4709960" y="117997"/>
                </a:lnTo>
                <a:lnTo>
                  <a:pt x="4711642" y="117343"/>
                </a:lnTo>
                <a:lnTo>
                  <a:pt x="4713278" y="116600"/>
                </a:lnTo>
                <a:lnTo>
                  <a:pt x="4714862" y="115769"/>
                </a:lnTo>
                <a:lnTo>
                  <a:pt x="4716387" y="114849"/>
                </a:lnTo>
                <a:lnTo>
                  <a:pt x="4717845" y="113840"/>
                </a:lnTo>
                <a:lnTo>
                  <a:pt x="4719228" y="112741"/>
                </a:lnTo>
                <a:lnTo>
                  <a:pt x="4720530" y="111553"/>
                </a:lnTo>
                <a:lnTo>
                  <a:pt x="4721743" y="110276"/>
                </a:lnTo>
                <a:lnTo>
                  <a:pt x="4722859" y="108908"/>
                </a:lnTo>
                <a:lnTo>
                  <a:pt x="4723871" y="107450"/>
                </a:lnTo>
                <a:lnTo>
                  <a:pt x="4724773" y="105902"/>
                </a:lnTo>
                <a:lnTo>
                  <a:pt x="4725556" y="104263"/>
                </a:lnTo>
                <a:lnTo>
                  <a:pt x="4726213" y="102533"/>
                </a:lnTo>
                <a:lnTo>
                  <a:pt x="4726737" y="100712"/>
                </a:lnTo>
                <a:lnTo>
                  <a:pt x="4727120" y="98800"/>
                </a:lnTo>
                <a:lnTo>
                  <a:pt x="4727355" y="96796"/>
                </a:lnTo>
                <a:lnTo>
                  <a:pt x="4727436" y="94699"/>
                </a:lnTo>
                <a:lnTo>
                  <a:pt x="4727435" y="94264"/>
                </a:lnTo>
                <a:lnTo>
                  <a:pt x="4727432" y="93824"/>
                </a:lnTo>
                <a:lnTo>
                  <a:pt x="4727422" y="93382"/>
                </a:lnTo>
                <a:lnTo>
                  <a:pt x="4727404" y="92940"/>
                </a:lnTo>
                <a:lnTo>
                  <a:pt x="4727375" y="92500"/>
                </a:lnTo>
                <a:lnTo>
                  <a:pt x="4727330" y="92064"/>
                </a:lnTo>
                <a:close/>
                <a:moveTo>
                  <a:pt x="3715176" y="92064"/>
                </a:moveTo>
                <a:lnTo>
                  <a:pt x="3715114" y="91634"/>
                </a:lnTo>
                <a:lnTo>
                  <a:pt x="3715031" y="91213"/>
                </a:lnTo>
                <a:lnTo>
                  <a:pt x="3714925" y="90801"/>
                </a:lnTo>
                <a:lnTo>
                  <a:pt x="3714793" y="90401"/>
                </a:lnTo>
                <a:lnTo>
                  <a:pt x="3714631" y="90015"/>
                </a:lnTo>
                <a:lnTo>
                  <a:pt x="3714438" y="89646"/>
                </a:lnTo>
                <a:lnTo>
                  <a:pt x="3714209" y="89294"/>
                </a:lnTo>
                <a:lnTo>
                  <a:pt x="3713942" y="88963"/>
                </a:lnTo>
                <a:lnTo>
                  <a:pt x="3713634" y="88653"/>
                </a:lnTo>
                <a:lnTo>
                  <a:pt x="3713282" y="88368"/>
                </a:lnTo>
                <a:lnTo>
                  <a:pt x="3712883" y="88108"/>
                </a:lnTo>
                <a:lnTo>
                  <a:pt x="3712434" y="87877"/>
                </a:lnTo>
                <a:lnTo>
                  <a:pt x="3711933" y="87676"/>
                </a:lnTo>
                <a:lnTo>
                  <a:pt x="3711376" y="87507"/>
                </a:lnTo>
                <a:lnTo>
                  <a:pt x="3710760" y="87372"/>
                </a:lnTo>
                <a:lnTo>
                  <a:pt x="3710083" y="87273"/>
                </a:lnTo>
                <a:lnTo>
                  <a:pt x="3709342" y="87212"/>
                </a:lnTo>
                <a:lnTo>
                  <a:pt x="3708533" y="87191"/>
                </a:lnTo>
                <a:lnTo>
                  <a:pt x="3707769" y="87212"/>
                </a:lnTo>
                <a:lnTo>
                  <a:pt x="3707068" y="87273"/>
                </a:lnTo>
                <a:lnTo>
                  <a:pt x="3706425" y="87372"/>
                </a:lnTo>
                <a:lnTo>
                  <a:pt x="3705839" y="87506"/>
                </a:lnTo>
                <a:lnTo>
                  <a:pt x="3705306" y="87674"/>
                </a:lnTo>
                <a:lnTo>
                  <a:pt x="3704825" y="87874"/>
                </a:lnTo>
                <a:lnTo>
                  <a:pt x="3704393" y="88104"/>
                </a:lnTo>
                <a:lnTo>
                  <a:pt x="3704007" y="88361"/>
                </a:lnTo>
                <a:lnTo>
                  <a:pt x="3703664" y="88643"/>
                </a:lnTo>
                <a:lnTo>
                  <a:pt x="3703362" y="88949"/>
                </a:lnTo>
                <a:lnTo>
                  <a:pt x="3703098" y="89276"/>
                </a:lnTo>
                <a:lnTo>
                  <a:pt x="3702870" y="89622"/>
                </a:lnTo>
                <a:lnTo>
                  <a:pt x="3702676" y="89985"/>
                </a:lnTo>
                <a:lnTo>
                  <a:pt x="3702511" y="90363"/>
                </a:lnTo>
                <a:lnTo>
                  <a:pt x="3702375" y="90753"/>
                </a:lnTo>
                <a:lnTo>
                  <a:pt x="3702264" y="91155"/>
                </a:lnTo>
                <a:lnTo>
                  <a:pt x="3702176" y="91565"/>
                </a:lnTo>
                <a:lnTo>
                  <a:pt x="3702108" y="91982"/>
                </a:lnTo>
                <a:lnTo>
                  <a:pt x="3702058" y="92404"/>
                </a:lnTo>
                <a:lnTo>
                  <a:pt x="3702022" y="92828"/>
                </a:lnTo>
                <a:lnTo>
                  <a:pt x="3701999" y="93252"/>
                </a:lnTo>
                <a:lnTo>
                  <a:pt x="3701986" y="93674"/>
                </a:lnTo>
                <a:lnTo>
                  <a:pt x="3701980" y="94093"/>
                </a:lnTo>
                <a:lnTo>
                  <a:pt x="3701978" y="94505"/>
                </a:lnTo>
                <a:lnTo>
                  <a:pt x="3701899" y="95946"/>
                </a:lnTo>
                <a:lnTo>
                  <a:pt x="3701716" y="97285"/>
                </a:lnTo>
                <a:lnTo>
                  <a:pt x="3701434" y="98528"/>
                </a:lnTo>
                <a:lnTo>
                  <a:pt x="3701063" y="99676"/>
                </a:lnTo>
                <a:lnTo>
                  <a:pt x="3700610" y="100735"/>
                </a:lnTo>
                <a:lnTo>
                  <a:pt x="3700081" y="101707"/>
                </a:lnTo>
                <a:lnTo>
                  <a:pt x="3699486" y="102595"/>
                </a:lnTo>
                <a:lnTo>
                  <a:pt x="3698830" y="103404"/>
                </a:lnTo>
                <a:lnTo>
                  <a:pt x="3698123" y="104137"/>
                </a:lnTo>
                <a:lnTo>
                  <a:pt x="3697370" y="104797"/>
                </a:lnTo>
                <a:lnTo>
                  <a:pt x="3696581" y="105387"/>
                </a:lnTo>
                <a:lnTo>
                  <a:pt x="3695762" y="105912"/>
                </a:lnTo>
                <a:lnTo>
                  <a:pt x="3694920" y="106375"/>
                </a:lnTo>
                <a:lnTo>
                  <a:pt x="3694065" y="106780"/>
                </a:lnTo>
                <a:lnTo>
                  <a:pt x="3693202" y="107129"/>
                </a:lnTo>
                <a:lnTo>
                  <a:pt x="3692340" y="107426"/>
                </a:lnTo>
                <a:lnTo>
                  <a:pt x="3691485" y="107676"/>
                </a:lnTo>
                <a:lnTo>
                  <a:pt x="3690647" y="107880"/>
                </a:lnTo>
                <a:lnTo>
                  <a:pt x="3689831" y="108044"/>
                </a:lnTo>
                <a:lnTo>
                  <a:pt x="3689046" y="108170"/>
                </a:lnTo>
                <a:lnTo>
                  <a:pt x="3688299" y="108262"/>
                </a:lnTo>
                <a:lnTo>
                  <a:pt x="3687598" y="108323"/>
                </a:lnTo>
                <a:lnTo>
                  <a:pt x="3686951" y="108357"/>
                </a:lnTo>
                <a:lnTo>
                  <a:pt x="3686363" y="108368"/>
                </a:lnTo>
                <a:lnTo>
                  <a:pt x="3684584" y="108317"/>
                </a:lnTo>
                <a:lnTo>
                  <a:pt x="3682953" y="108168"/>
                </a:lnTo>
                <a:lnTo>
                  <a:pt x="3681464" y="107928"/>
                </a:lnTo>
                <a:lnTo>
                  <a:pt x="3680110" y="107604"/>
                </a:lnTo>
                <a:lnTo>
                  <a:pt x="3678884" y="107202"/>
                </a:lnTo>
                <a:lnTo>
                  <a:pt x="3677782" y="106728"/>
                </a:lnTo>
                <a:lnTo>
                  <a:pt x="3676795" y="106190"/>
                </a:lnTo>
                <a:lnTo>
                  <a:pt x="3675918" y="105594"/>
                </a:lnTo>
                <a:lnTo>
                  <a:pt x="3675143" y="104946"/>
                </a:lnTo>
                <a:lnTo>
                  <a:pt x="3674466" y="104254"/>
                </a:lnTo>
                <a:lnTo>
                  <a:pt x="3673878" y="103523"/>
                </a:lnTo>
                <a:lnTo>
                  <a:pt x="3673375" y="102760"/>
                </a:lnTo>
                <a:lnTo>
                  <a:pt x="3672949" y="101973"/>
                </a:lnTo>
                <a:lnTo>
                  <a:pt x="3672593" y="101167"/>
                </a:lnTo>
                <a:lnTo>
                  <a:pt x="3672302" y="100349"/>
                </a:lnTo>
                <a:lnTo>
                  <a:pt x="3672069" y="99526"/>
                </a:lnTo>
                <a:lnTo>
                  <a:pt x="3671888" y="98704"/>
                </a:lnTo>
                <a:lnTo>
                  <a:pt x="3671751" y="97890"/>
                </a:lnTo>
                <a:lnTo>
                  <a:pt x="3671654" y="97091"/>
                </a:lnTo>
                <a:lnTo>
                  <a:pt x="3671588" y="96313"/>
                </a:lnTo>
                <a:lnTo>
                  <a:pt x="3671548" y="95562"/>
                </a:lnTo>
                <a:lnTo>
                  <a:pt x="3671528" y="94846"/>
                </a:lnTo>
                <a:lnTo>
                  <a:pt x="3671520" y="94171"/>
                </a:lnTo>
                <a:lnTo>
                  <a:pt x="3671519" y="93543"/>
                </a:lnTo>
                <a:lnTo>
                  <a:pt x="3671519" y="47725"/>
                </a:lnTo>
                <a:lnTo>
                  <a:pt x="3703134" y="47725"/>
                </a:lnTo>
                <a:lnTo>
                  <a:pt x="3703506" y="47724"/>
                </a:lnTo>
                <a:lnTo>
                  <a:pt x="3703894" y="47721"/>
                </a:lnTo>
                <a:lnTo>
                  <a:pt x="3704296" y="47714"/>
                </a:lnTo>
                <a:lnTo>
                  <a:pt x="3704710" y="47698"/>
                </a:lnTo>
                <a:lnTo>
                  <a:pt x="3705132" y="47673"/>
                </a:lnTo>
                <a:lnTo>
                  <a:pt x="3705560" y="47634"/>
                </a:lnTo>
                <a:lnTo>
                  <a:pt x="3705990" y="47581"/>
                </a:lnTo>
                <a:lnTo>
                  <a:pt x="3706419" y="47511"/>
                </a:lnTo>
                <a:lnTo>
                  <a:pt x="3706846" y="47420"/>
                </a:lnTo>
                <a:lnTo>
                  <a:pt x="3707266" y="47306"/>
                </a:lnTo>
                <a:lnTo>
                  <a:pt x="3707677" y="47168"/>
                </a:lnTo>
                <a:lnTo>
                  <a:pt x="3708076" y="47002"/>
                </a:lnTo>
                <a:lnTo>
                  <a:pt x="3708459" y="46806"/>
                </a:lnTo>
                <a:lnTo>
                  <a:pt x="3708825" y="46577"/>
                </a:lnTo>
                <a:lnTo>
                  <a:pt x="3709170" y="46313"/>
                </a:lnTo>
                <a:lnTo>
                  <a:pt x="3709491" y="46011"/>
                </a:lnTo>
                <a:lnTo>
                  <a:pt x="3709785" y="45669"/>
                </a:lnTo>
                <a:lnTo>
                  <a:pt x="3710049" y="45285"/>
                </a:lnTo>
                <a:lnTo>
                  <a:pt x="3710281" y="44855"/>
                </a:lnTo>
                <a:lnTo>
                  <a:pt x="3710477" y="44378"/>
                </a:lnTo>
                <a:lnTo>
                  <a:pt x="3710635" y="43850"/>
                </a:lnTo>
                <a:lnTo>
                  <a:pt x="3710751" y="43270"/>
                </a:lnTo>
                <a:lnTo>
                  <a:pt x="3710823" y="42634"/>
                </a:lnTo>
                <a:lnTo>
                  <a:pt x="3710848" y="41941"/>
                </a:lnTo>
                <a:lnTo>
                  <a:pt x="3710824" y="41224"/>
                </a:lnTo>
                <a:lnTo>
                  <a:pt x="3710755" y="40567"/>
                </a:lnTo>
                <a:lnTo>
                  <a:pt x="3710643" y="39968"/>
                </a:lnTo>
                <a:lnTo>
                  <a:pt x="3710491" y="39422"/>
                </a:lnTo>
                <a:lnTo>
                  <a:pt x="3710301" y="38929"/>
                </a:lnTo>
                <a:lnTo>
                  <a:pt x="3710077" y="38485"/>
                </a:lnTo>
                <a:lnTo>
                  <a:pt x="3709820" y="38087"/>
                </a:lnTo>
                <a:lnTo>
                  <a:pt x="3709534" y="37734"/>
                </a:lnTo>
                <a:lnTo>
                  <a:pt x="3709221" y="37422"/>
                </a:lnTo>
                <a:lnTo>
                  <a:pt x="3708884" y="37149"/>
                </a:lnTo>
                <a:lnTo>
                  <a:pt x="3708526" y="36913"/>
                </a:lnTo>
                <a:lnTo>
                  <a:pt x="3708148" y="36710"/>
                </a:lnTo>
                <a:lnTo>
                  <a:pt x="3707755" y="36538"/>
                </a:lnTo>
                <a:lnTo>
                  <a:pt x="3707349" y="36395"/>
                </a:lnTo>
                <a:lnTo>
                  <a:pt x="3706931" y="36278"/>
                </a:lnTo>
                <a:lnTo>
                  <a:pt x="3706506" y="36184"/>
                </a:lnTo>
                <a:lnTo>
                  <a:pt x="3706075" y="36111"/>
                </a:lnTo>
                <a:lnTo>
                  <a:pt x="3705642" y="36056"/>
                </a:lnTo>
                <a:lnTo>
                  <a:pt x="3705208" y="36017"/>
                </a:lnTo>
                <a:lnTo>
                  <a:pt x="3704777" y="35990"/>
                </a:lnTo>
                <a:lnTo>
                  <a:pt x="3704352" y="35974"/>
                </a:lnTo>
                <a:lnTo>
                  <a:pt x="3703935" y="35966"/>
                </a:lnTo>
                <a:lnTo>
                  <a:pt x="3703528" y="35963"/>
                </a:lnTo>
                <a:lnTo>
                  <a:pt x="3703134" y="35963"/>
                </a:lnTo>
                <a:lnTo>
                  <a:pt x="3671519" y="35963"/>
                </a:lnTo>
                <a:lnTo>
                  <a:pt x="3671519" y="20156"/>
                </a:lnTo>
                <a:lnTo>
                  <a:pt x="3671519" y="19695"/>
                </a:lnTo>
                <a:lnTo>
                  <a:pt x="3671515" y="19230"/>
                </a:lnTo>
                <a:lnTo>
                  <a:pt x="3671506" y="18763"/>
                </a:lnTo>
                <a:lnTo>
                  <a:pt x="3671489" y="18297"/>
                </a:lnTo>
                <a:lnTo>
                  <a:pt x="3671460" y="17833"/>
                </a:lnTo>
                <a:lnTo>
                  <a:pt x="3671417" y="17374"/>
                </a:lnTo>
                <a:lnTo>
                  <a:pt x="3671357" y="16921"/>
                </a:lnTo>
                <a:lnTo>
                  <a:pt x="3671276" y="16477"/>
                </a:lnTo>
                <a:lnTo>
                  <a:pt x="3671173" y="16043"/>
                </a:lnTo>
                <a:lnTo>
                  <a:pt x="3671045" y="15623"/>
                </a:lnTo>
                <a:lnTo>
                  <a:pt x="3670888" y="15217"/>
                </a:lnTo>
                <a:lnTo>
                  <a:pt x="3670700" y="14828"/>
                </a:lnTo>
                <a:lnTo>
                  <a:pt x="3670477" y="14459"/>
                </a:lnTo>
                <a:lnTo>
                  <a:pt x="3670218" y="14110"/>
                </a:lnTo>
                <a:lnTo>
                  <a:pt x="3669918" y="13785"/>
                </a:lnTo>
                <a:lnTo>
                  <a:pt x="3669576" y="13485"/>
                </a:lnTo>
                <a:lnTo>
                  <a:pt x="3669189" y="13213"/>
                </a:lnTo>
                <a:lnTo>
                  <a:pt x="3668753" y="12970"/>
                </a:lnTo>
                <a:lnTo>
                  <a:pt x="3668266" y="12759"/>
                </a:lnTo>
                <a:lnTo>
                  <a:pt x="3667725" y="12581"/>
                </a:lnTo>
                <a:lnTo>
                  <a:pt x="3667126" y="12440"/>
                </a:lnTo>
                <a:lnTo>
                  <a:pt x="3666469" y="12336"/>
                </a:lnTo>
                <a:lnTo>
                  <a:pt x="3665748" y="12272"/>
                </a:lnTo>
                <a:lnTo>
                  <a:pt x="3664962" y="12250"/>
                </a:lnTo>
                <a:lnTo>
                  <a:pt x="3664154" y="12271"/>
                </a:lnTo>
                <a:lnTo>
                  <a:pt x="3663412" y="12332"/>
                </a:lnTo>
                <a:lnTo>
                  <a:pt x="3662736" y="12432"/>
                </a:lnTo>
                <a:lnTo>
                  <a:pt x="3662120" y="12568"/>
                </a:lnTo>
                <a:lnTo>
                  <a:pt x="3661563" y="12739"/>
                </a:lnTo>
                <a:lnTo>
                  <a:pt x="3661062" y="12943"/>
                </a:lnTo>
                <a:lnTo>
                  <a:pt x="3660614" y="13178"/>
                </a:lnTo>
                <a:lnTo>
                  <a:pt x="3660215" y="13443"/>
                </a:lnTo>
                <a:lnTo>
                  <a:pt x="3659863" y="13735"/>
                </a:lnTo>
                <a:lnTo>
                  <a:pt x="3659556" y="14052"/>
                </a:lnTo>
                <a:lnTo>
                  <a:pt x="3659289" y="14393"/>
                </a:lnTo>
                <a:lnTo>
                  <a:pt x="3659060" y="14757"/>
                </a:lnTo>
                <a:lnTo>
                  <a:pt x="3658866" y="15140"/>
                </a:lnTo>
                <a:lnTo>
                  <a:pt x="3658705" y="15541"/>
                </a:lnTo>
                <a:lnTo>
                  <a:pt x="3658572" y="15959"/>
                </a:lnTo>
                <a:lnTo>
                  <a:pt x="3658466" y="16392"/>
                </a:lnTo>
                <a:lnTo>
                  <a:pt x="3658384" y="16837"/>
                </a:lnTo>
                <a:lnTo>
                  <a:pt x="3658322" y="17293"/>
                </a:lnTo>
                <a:lnTo>
                  <a:pt x="3658278" y="17758"/>
                </a:lnTo>
                <a:lnTo>
                  <a:pt x="3658248" y="18231"/>
                </a:lnTo>
                <a:lnTo>
                  <a:pt x="3658230" y="18708"/>
                </a:lnTo>
                <a:lnTo>
                  <a:pt x="3658220" y="19190"/>
                </a:lnTo>
                <a:lnTo>
                  <a:pt x="3658217" y="19673"/>
                </a:lnTo>
                <a:lnTo>
                  <a:pt x="3658217" y="20156"/>
                </a:lnTo>
                <a:lnTo>
                  <a:pt x="3658217" y="35963"/>
                </a:lnTo>
                <a:lnTo>
                  <a:pt x="3641443" y="35963"/>
                </a:lnTo>
                <a:lnTo>
                  <a:pt x="3641048" y="35963"/>
                </a:lnTo>
                <a:lnTo>
                  <a:pt x="3640639" y="35966"/>
                </a:lnTo>
                <a:lnTo>
                  <a:pt x="3640217" y="35974"/>
                </a:lnTo>
                <a:lnTo>
                  <a:pt x="3639786" y="35990"/>
                </a:lnTo>
                <a:lnTo>
                  <a:pt x="3639348" y="36017"/>
                </a:lnTo>
                <a:lnTo>
                  <a:pt x="3638906" y="36056"/>
                </a:lnTo>
                <a:lnTo>
                  <a:pt x="3638463" y="36111"/>
                </a:lnTo>
                <a:lnTo>
                  <a:pt x="3638022" y="36184"/>
                </a:lnTo>
                <a:lnTo>
                  <a:pt x="3637585" y="36278"/>
                </a:lnTo>
                <a:lnTo>
                  <a:pt x="3637157" y="36395"/>
                </a:lnTo>
                <a:lnTo>
                  <a:pt x="3636738" y="36538"/>
                </a:lnTo>
                <a:lnTo>
                  <a:pt x="3636333" y="36710"/>
                </a:lnTo>
                <a:lnTo>
                  <a:pt x="3635944" y="36913"/>
                </a:lnTo>
                <a:lnTo>
                  <a:pt x="3635574" y="37149"/>
                </a:lnTo>
                <a:lnTo>
                  <a:pt x="3635225" y="37422"/>
                </a:lnTo>
                <a:lnTo>
                  <a:pt x="3634902" y="37734"/>
                </a:lnTo>
                <a:lnTo>
                  <a:pt x="3634605" y="38087"/>
                </a:lnTo>
                <a:lnTo>
                  <a:pt x="3634339" y="38485"/>
                </a:lnTo>
                <a:lnTo>
                  <a:pt x="3634106" y="38929"/>
                </a:lnTo>
                <a:lnTo>
                  <a:pt x="3633909" y="39422"/>
                </a:lnTo>
                <a:lnTo>
                  <a:pt x="3633751" y="39968"/>
                </a:lnTo>
                <a:lnTo>
                  <a:pt x="3633635" y="40567"/>
                </a:lnTo>
                <a:lnTo>
                  <a:pt x="3633563" y="41224"/>
                </a:lnTo>
                <a:lnTo>
                  <a:pt x="3633538" y="41941"/>
                </a:lnTo>
                <a:lnTo>
                  <a:pt x="3633563" y="42634"/>
                </a:lnTo>
                <a:lnTo>
                  <a:pt x="3633635" y="43270"/>
                </a:lnTo>
                <a:lnTo>
                  <a:pt x="3633751" y="43850"/>
                </a:lnTo>
                <a:lnTo>
                  <a:pt x="3633908" y="44378"/>
                </a:lnTo>
                <a:lnTo>
                  <a:pt x="3634104" y="44855"/>
                </a:lnTo>
                <a:lnTo>
                  <a:pt x="3634336" y="45285"/>
                </a:lnTo>
                <a:lnTo>
                  <a:pt x="3634600" y="45669"/>
                </a:lnTo>
                <a:lnTo>
                  <a:pt x="3634894" y="46011"/>
                </a:lnTo>
                <a:lnTo>
                  <a:pt x="3635215" y="46313"/>
                </a:lnTo>
                <a:lnTo>
                  <a:pt x="3635560" y="46577"/>
                </a:lnTo>
                <a:lnTo>
                  <a:pt x="3635925" y="46806"/>
                </a:lnTo>
                <a:lnTo>
                  <a:pt x="3636309" y="47002"/>
                </a:lnTo>
                <a:lnTo>
                  <a:pt x="3636707" y="47168"/>
                </a:lnTo>
                <a:lnTo>
                  <a:pt x="3637118" y="47306"/>
                </a:lnTo>
                <a:lnTo>
                  <a:pt x="3637538" y="47420"/>
                </a:lnTo>
                <a:lnTo>
                  <a:pt x="3637964" y="47511"/>
                </a:lnTo>
                <a:lnTo>
                  <a:pt x="3638394" y="47581"/>
                </a:lnTo>
                <a:lnTo>
                  <a:pt x="3638824" y="47634"/>
                </a:lnTo>
                <a:lnTo>
                  <a:pt x="3639251" y="47673"/>
                </a:lnTo>
                <a:lnTo>
                  <a:pt x="3639673" y="47698"/>
                </a:lnTo>
                <a:lnTo>
                  <a:pt x="3640087" y="47714"/>
                </a:lnTo>
                <a:lnTo>
                  <a:pt x="3640489" y="47721"/>
                </a:lnTo>
                <a:lnTo>
                  <a:pt x="3640877" y="47724"/>
                </a:lnTo>
                <a:lnTo>
                  <a:pt x="3641248" y="47725"/>
                </a:lnTo>
                <a:lnTo>
                  <a:pt x="3658217" y="47725"/>
                </a:lnTo>
                <a:lnTo>
                  <a:pt x="3658217" y="94699"/>
                </a:lnTo>
                <a:lnTo>
                  <a:pt x="3658284" y="96951"/>
                </a:lnTo>
                <a:lnTo>
                  <a:pt x="3658483" y="99083"/>
                </a:lnTo>
                <a:lnTo>
                  <a:pt x="3658807" y="101100"/>
                </a:lnTo>
                <a:lnTo>
                  <a:pt x="3659253" y="103002"/>
                </a:lnTo>
                <a:lnTo>
                  <a:pt x="3659814" y="104792"/>
                </a:lnTo>
                <a:lnTo>
                  <a:pt x="3660485" y="106472"/>
                </a:lnTo>
                <a:lnTo>
                  <a:pt x="3661261" y="108043"/>
                </a:lnTo>
                <a:lnTo>
                  <a:pt x="3662136" y="109508"/>
                </a:lnTo>
                <a:lnTo>
                  <a:pt x="3663106" y="110869"/>
                </a:lnTo>
                <a:lnTo>
                  <a:pt x="3664166" y="112128"/>
                </a:lnTo>
                <a:lnTo>
                  <a:pt x="3665308" y="113286"/>
                </a:lnTo>
                <a:lnTo>
                  <a:pt x="3666530" y="114346"/>
                </a:lnTo>
                <a:lnTo>
                  <a:pt x="3667825" y="115310"/>
                </a:lnTo>
                <a:lnTo>
                  <a:pt x="3669188" y="116179"/>
                </a:lnTo>
                <a:lnTo>
                  <a:pt x="3670613" y="116956"/>
                </a:lnTo>
                <a:lnTo>
                  <a:pt x="3672097" y="117643"/>
                </a:lnTo>
                <a:lnTo>
                  <a:pt x="3673632" y="118241"/>
                </a:lnTo>
                <a:lnTo>
                  <a:pt x="3675214" y="118754"/>
                </a:lnTo>
                <a:lnTo>
                  <a:pt x="3676838" y="119182"/>
                </a:lnTo>
                <a:lnTo>
                  <a:pt x="3678498" y="119527"/>
                </a:lnTo>
                <a:lnTo>
                  <a:pt x="3680190" y="119793"/>
                </a:lnTo>
                <a:lnTo>
                  <a:pt x="3681907" y="119980"/>
                </a:lnTo>
                <a:lnTo>
                  <a:pt x="3683645" y="120090"/>
                </a:lnTo>
                <a:lnTo>
                  <a:pt x="3685399" y="120127"/>
                </a:lnTo>
                <a:lnTo>
                  <a:pt x="3687188" y="120084"/>
                </a:lnTo>
                <a:lnTo>
                  <a:pt x="3688984" y="119954"/>
                </a:lnTo>
                <a:lnTo>
                  <a:pt x="3690779" y="119737"/>
                </a:lnTo>
                <a:lnTo>
                  <a:pt x="3692566" y="119434"/>
                </a:lnTo>
                <a:lnTo>
                  <a:pt x="3694338" y="119042"/>
                </a:lnTo>
                <a:lnTo>
                  <a:pt x="3696087" y="118564"/>
                </a:lnTo>
                <a:lnTo>
                  <a:pt x="3697806" y="117997"/>
                </a:lnTo>
                <a:lnTo>
                  <a:pt x="3699487" y="117343"/>
                </a:lnTo>
                <a:lnTo>
                  <a:pt x="3701124" y="116600"/>
                </a:lnTo>
                <a:lnTo>
                  <a:pt x="3702708" y="115769"/>
                </a:lnTo>
                <a:lnTo>
                  <a:pt x="3704232" y="114849"/>
                </a:lnTo>
                <a:lnTo>
                  <a:pt x="3705690" y="113840"/>
                </a:lnTo>
                <a:lnTo>
                  <a:pt x="3707074" y="112741"/>
                </a:lnTo>
                <a:lnTo>
                  <a:pt x="3708375" y="111553"/>
                </a:lnTo>
                <a:lnTo>
                  <a:pt x="3709588" y="110276"/>
                </a:lnTo>
                <a:lnTo>
                  <a:pt x="3710704" y="108908"/>
                </a:lnTo>
                <a:lnTo>
                  <a:pt x="3711717" y="107450"/>
                </a:lnTo>
                <a:lnTo>
                  <a:pt x="3712618" y="105902"/>
                </a:lnTo>
                <a:lnTo>
                  <a:pt x="3713401" y="104263"/>
                </a:lnTo>
                <a:lnTo>
                  <a:pt x="3714058" y="102533"/>
                </a:lnTo>
                <a:lnTo>
                  <a:pt x="3714582" y="100712"/>
                </a:lnTo>
                <a:lnTo>
                  <a:pt x="3714966" y="98800"/>
                </a:lnTo>
                <a:lnTo>
                  <a:pt x="3715201" y="96796"/>
                </a:lnTo>
                <a:lnTo>
                  <a:pt x="3715281" y="94699"/>
                </a:lnTo>
                <a:lnTo>
                  <a:pt x="3715281" y="94264"/>
                </a:lnTo>
                <a:lnTo>
                  <a:pt x="3715277" y="93824"/>
                </a:lnTo>
                <a:lnTo>
                  <a:pt x="3715268" y="93382"/>
                </a:lnTo>
                <a:lnTo>
                  <a:pt x="3715250" y="92940"/>
                </a:lnTo>
                <a:lnTo>
                  <a:pt x="3715220" y="92500"/>
                </a:lnTo>
                <a:lnTo>
                  <a:pt x="3715176" y="92064"/>
                </a:lnTo>
                <a:close/>
                <a:moveTo>
                  <a:pt x="4030007" y="109362"/>
                </a:moveTo>
                <a:lnTo>
                  <a:pt x="4029711" y="109009"/>
                </a:lnTo>
                <a:lnTo>
                  <a:pt x="4029387" y="108697"/>
                </a:lnTo>
                <a:lnTo>
                  <a:pt x="4029038" y="108424"/>
                </a:lnTo>
                <a:lnTo>
                  <a:pt x="4028668" y="108188"/>
                </a:lnTo>
                <a:lnTo>
                  <a:pt x="4028279" y="107985"/>
                </a:lnTo>
                <a:lnTo>
                  <a:pt x="4027874" y="107813"/>
                </a:lnTo>
                <a:lnTo>
                  <a:pt x="4027456" y="107670"/>
                </a:lnTo>
                <a:lnTo>
                  <a:pt x="4027027" y="107553"/>
                </a:lnTo>
                <a:lnTo>
                  <a:pt x="4026590" y="107459"/>
                </a:lnTo>
                <a:lnTo>
                  <a:pt x="4026149" y="107386"/>
                </a:lnTo>
                <a:lnTo>
                  <a:pt x="4025707" y="107331"/>
                </a:lnTo>
                <a:lnTo>
                  <a:pt x="4025265" y="107292"/>
                </a:lnTo>
                <a:lnTo>
                  <a:pt x="4024827" y="107266"/>
                </a:lnTo>
                <a:lnTo>
                  <a:pt x="4024395" y="107250"/>
                </a:lnTo>
                <a:lnTo>
                  <a:pt x="4023973" y="107242"/>
                </a:lnTo>
                <a:lnTo>
                  <a:pt x="4023564" y="107239"/>
                </a:lnTo>
                <a:lnTo>
                  <a:pt x="4023170" y="107238"/>
                </a:lnTo>
                <a:lnTo>
                  <a:pt x="4014686" y="107238"/>
                </a:lnTo>
                <a:lnTo>
                  <a:pt x="4014686" y="62576"/>
                </a:lnTo>
                <a:lnTo>
                  <a:pt x="4014635" y="60203"/>
                </a:lnTo>
                <a:lnTo>
                  <a:pt x="4014483" y="57944"/>
                </a:lnTo>
                <a:lnTo>
                  <a:pt x="4014233" y="55800"/>
                </a:lnTo>
                <a:lnTo>
                  <a:pt x="4013887" y="53768"/>
                </a:lnTo>
                <a:lnTo>
                  <a:pt x="4013446" y="51847"/>
                </a:lnTo>
                <a:lnTo>
                  <a:pt x="4012911" y="50036"/>
                </a:lnTo>
                <a:lnTo>
                  <a:pt x="4012287" y="48334"/>
                </a:lnTo>
                <a:lnTo>
                  <a:pt x="4011573" y="46739"/>
                </a:lnTo>
                <a:lnTo>
                  <a:pt x="4010772" y="45251"/>
                </a:lnTo>
                <a:lnTo>
                  <a:pt x="4009886" y="43867"/>
                </a:lnTo>
                <a:lnTo>
                  <a:pt x="4008917" y="42588"/>
                </a:lnTo>
                <a:lnTo>
                  <a:pt x="4007866" y="41411"/>
                </a:lnTo>
                <a:lnTo>
                  <a:pt x="4006736" y="40335"/>
                </a:lnTo>
                <a:lnTo>
                  <a:pt x="4005529" y="39360"/>
                </a:lnTo>
                <a:lnTo>
                  <a:pt x="4004247" y="38483"/>
                </a:lnTo>
                <a:lnTo>
                  <a:pt x="4002891" y="37704"/>
                </a:lnTo>
                <a:lnTo>
                  <a:pt x="4001463" y="37021"/>
                </a:lnTo>
                <a:lnTo>
                  <a:pt x="3999965" y="36433"/>
                </a:lnTo>
                <a:lnTo>
                  <a:pt x="3998400" y="35939"/>
                </a:lnTo>
                <a:lnTo>
                  <a:pt x="3996769" y="35537"/>
                </a:lnTo>
                <a:lnTo>
                  <a:pt x="3995074" y="35227"/>
                </a:lnTo>
                <a:lnTo>
                  <a:pt x="3993317" y="35007"/>
                </a:lnTo>
                <a:lnTo>
                  <a:pt x="3991500" y="34876"/>
                </a:lnTo>
                <a:lnTo>
                  <a:pt x="3989625" y="34833"/>
                </a:lnTo>
                <a:lnTo>
                  <a:pt x="3988032" y="34867"/>
                </a:lnTo>
                <a:lnTo>
                  <a:pt x="3986484" y="34964"/>
                </a:lnTo>
                <a:lnTo>
                  <a:pt x="3984981" y="35122"/>
                </a:lnTo>
                <a:lnTo>
                  <a:pt x="3983523" y="35336"/>
                </a:lnTo>
                <a:lnTo>
                  <a:pt x="3982111" y="35601"/>
                </a:lnTo>
                <a:lnTo>
                  <a:pt x="3980744" y="35915"/>
                </a:lnTo>
                <a:lnTo>
                  <a:pt x="3979424" y="36272"/>
                </a:lnTo>
                <a:lnTo>
                  <a:pt x="3978150" y="36669"/>
                </a:lnTo>
                <a:lnTo>
                  <a:pt x="3976923" y="37101"/>
                </a:lnTo>
                <a:lnTo>
                  <a:pt x="3975743" y="37565"/>
                </a:lnTo>
                <a:lnTo>
                  <a:pt x="3974611" y="38056"/>
                </a:lnTo>
                <a:lnTo>
                  <a:pt x="3973526" y="38570"/>
                </a:lnTo>
                <a:lnTo>
                  <a:pt x="3972490" y="39103"/>
                </a:lnTo>
                <a:lnTo>
                  <a:pt x="3971502" y="39651"/>
                </a:lnTo>
                <a:lnTo>
                  <a:pt x="3970563" y="40210"/>
                </a:lnTo>
                <a:lnTo>
                  <a:pt x="3969674" y="40776"/>
                </a:lnTo>
                <a:lnTo>
                  <a:pt x="3968833" y="41344"/>
                </a:lnTo>
                <a:lnTo>
                  <a:pt x="3968043" y="41911"/>
                </a:lnTo>
                <a:lnTo>
                  <a:pt x="3967303" y="42473"/>
                </a:lnTo>
                <a:lnTo>
                  <a:pt x="3966613" y="43025"/>
                </a:lnTo>
                <a:lnTo>
                  <a:pt x="3965974" y="43563"/>
                </a:lnTo>
                <a:lnTo>
                  <a:pt x="3965387" y="44083"/>
                </a:lnTo>
                <a:lnTo>
                  <a:pt x="3964851" y="44581"/>
                </a:lnTo>
                <a:lnTo>
                  <a:pt x="3964367" y="45053"/>
                </a:lnTo>
                <a:lnTo>
                  <a:pt x="3964366" y="44296"/>
                </a:lnTo>
                <a:lnTo>
                  <a:pt x="3964362" y="43573"/>
                </a:lnTo>
                <a:lnTo>
                  <a:pt x="3964351" y="42884"/>
                </a:lnTo>
                <a:lnTo>
                  <a:pt x="3964331" y="42229"/>
                </a:lnTo>
                <a:lnTo>
                  <a:pt x="3964297" y="41607"/>
                </a:lnTo>
                <a:lnTo>
                  <a:pt x="3964246" y="41019"/>
                </a:lnTo>
                <a:lnTo>
                  <a:pt x="3964175" y="40465"/>
                </a:lnTo>
                <a:lnTo>
                  <a:pt x="3964081" y="39943"/>
                </a:lnTo>
                <a:lnTo>
                  <a:pt x="3963960" y="39454"/>
                </a:lnTo>
                <a:lnTo>
                  <a:pt x="3963809" y="38999"/>
                </a:lnTo>
                <a:lnTo>
                  <a:pt x="3963624" y="38575"/>
                </a:lnTo>
                <a:lnTo>
                  <a:pt x="3963403" y="38185"/>
                </a:lnTo>
                <a:lnTo>
                  <a:pt x="3963141" y="37826"/>
                </a:lnTo>
                <a:lnTo>
                  <a:pt x="3962836" y="37500"/>
                </a:lnTo>
                <a:lnTo>
                  <a:pt x="3962484" y="37205"/>
                </a:lnTo>
                <a:lnTo>
                  <a:pt x="3962082" y="36943"/>
                </a:lnTo>
                <a:lnTo>
                  <a:pt x="3961626" y="36712"/>
                </a:lnTo>
                <a:lnTo>
                  <a:pt x="3961114" y="36512"/>
                </a:lnTo>
                <a:lnTo>
                  <a:pt x="3960541" y="36343"/>
                </a:lnTo>
                <a:lnTo>
                  <a:pt x="3959905" y="36206"/>
                </a:lnTo>
                <a:lnTo>
                  <a:pt x="3959201" y="36099"/>
                </a:lnTo>
                <a:lnTo>
                  <a:pt x="3958428" y="36023"/>
                </a:lnTo>
                <a:lnTo>
                  <a:pt x="3957580" y="35978"/>
                </a:lnTo>
                <a:lnTo>
                  <a:pt x="3956656" y="35963"/>
                </a:lnTo>
                <a:lnTo>
                  <a:pt x="3942583" y="35963"/>
                </a:lnTo>
                <a:lnTo>
                  <a:pt x="3942188" y="35963"/>
                </a:lnTo>
                <a:lnTo>
                  <a:pt x="3941779" y="35966"/>
                </a:lnTo>
                <a:lnTo>
                  <a:pt x="3941357" y="35974"/>
                </a:lnTo>
                <a:lnTo>
                  <a:pt x="3940926" y="35990"/>
                </a:lnTo>
                <a:lnTo>
                  <a:pt x="3940488" y="36017"/>
                </a:lnTo>
                <a:lnTo>
                  <a:pt x="3940046" y="36056"/>
                </a:lnTo>
                <a:lnTo>
                  <a:pt x="3939603" y="36111"/>
                </a:lnTo>
                <a:lnTo>
                  <a:pt x="3939162" y="36184"/>
                </a:lnTo>
                <a:lnTo>
                  <a:pt x="3938726" y="36278"/>
                </a:lnTo>
                <a:lnTo>
                  <a:pt x="3938297" y="36395"/>
                </a:lnTo>
                <a:lnTo>
                  <a:pt x="3937878" y="36538"/>
                </a:lnTo>
                <a:lnTo>
                  <a:pt x="3937473" y="36710"/>
                </a:lnTo>
                <a:lnTo>
                  <a:pt x="3937084" y="36913"/>
                </a:lnTo>
                <a:lnTo>
                  <a:pt x="3936714" y="37149"/>
                </a:lnTo>
                <a:lnTo>
                  <a:pt x="3936366" y="37422"/>
                </a:lnTo>
                <a:lnTo>
                  <a:pt x="3936042" y="37734"/>
                </a:lnTo>
                <a:lnTo>
                  <a:pt x="3935745" y="38087"/>
                </a:lnTo>
                <a:lnTo>
                  <a:pt x="3935479" y="38485"/>
                </a:lnTo>
                <a:lnTo>
                  <a:pt x="3935246" y="38929"/>
                </a:lnTo>
                <a:lnTo>
                  <a:pt x="3935049" y="39422"/>
                </a:lnTo>
                <a:lnTo>
                  <a:pt x="3934891" y="39968"/>
                </a:lnTo>
                <a:lnTo>
                  <a:pt x="3934775" y="40567"/>
                </a:lnTo>
                <a:lnTo>
                  <a:pt x="3934703" y="41224"/>
                </a:lnTo>
                <a:lnTo>
                  <a:pt x="3934678" y="41941"/>
                </a:lnTo>
                <a:lnTo>
                  <a:pt x="3934704" y="42634"/>
                </a:lnTo>
                <a:lnTo>
                  <a:pt x="3934778" y="43270"/>
                </a:lnTo>
                <a:lnTo>
                  <a:pt x="3934899" y="43850"/>
                </a:lnTo>
                <a:lnTo>
                  <a:pt x="3935062" y="44378"/>
                </a:lnTo>
                <a:lnTo>
                  <a:pt x="3935265" y="44855"/>
                </a:lnTo>
                <a:lnTo>
                  <a:pt x="3935504" y="45285"/>
                </a:lnTo>
                <a:lnTo>
                  <a:pt x="3935776" y="45669"/>
                </a:lnTo>
                <a:lnTo>
                  <a:pt x="3936078" y="46011"/>
                </a:lnTo>
                <a:lnTo>
                  <a:pt x="3936407" y="46313"/>
                </a:lnTo>
                <a:lnTo>
                  <a:pt x="3936759" y="46577"/>
                </a:lnTo>
                <a:lnTo>
                  <a:pt x="3937132" y="46806"/>
                </a:lnTo>
                <a:lnTo>
                  <a:pt x="3937522" y="47002"/>
                </a:lnTo>
                <a:lnTo>
                  <a:pt x="3937926" y="47168"/>
                </a:lnTo>
                <a:lnTo>
                  <a:pt x="3938341" y="47306"/>
                </a:lnTo>
                <a:lnTo>
                  <a:pt x="3938764" y="47420"/>
                </a:lnTo>
                <a:lnTo>
                  <a:pt x="3939191" y="47511"/>
                </a:lnTo>
                <a:lnTo>
                  <a:pt x="3939619" y="47581"/>
                </a:lnTo>
                <a:lnTo>
                  <a:pt x="3940046" y="47634"/>
                </a:lnTo>
                <a:lnTo>
                  <a:pt x="3940467" y="47673"/>
                </a:lnTo>
                <a:lnTo>
                  <a:pt x="3940881" y="47698"/>
                </a:lnTo>
                <a:lnTo>
                  <a:pt x="3941283" y="47714"/>
                </a:lnTo>
                <a:lnTo>
                  <a:pt x="3941670" y="47721"/>
                </a:lnTo>
                <a:lnTo>
                  <a:pt x="3942040" y="47724"/>
                </a:lnTo>
                <a:lnTo>
                  <a:pt x="3942389" y="47725"/>
                </a:lnTo>
                <a:lnTo>
                  <a:pt x="3951067" y="47725"/>
                </a:lnTo>
                <a:lnTo>
                  <a:pt x="3951067" y="107238"/>
                </a:lnTo>
                <a:lnTo>
                  <a:pt x="3942583" y="107238"/>
                </a:lnTo>
                <a:lnTo>
                  <a:pt x="3942188" y="107239"/>
                </a:lnTo>
                <a:lnTo>
                  <a:pt x="3941779" y="107242"/>
                </a:lnTo>
                <a:lnTo>
                  <a:pt x="3941357" y="107250"/>
                </a:lnTo>
                <a:lnTo>
                  <a:pt x="3940926" y="107266"/>
                </a:lnTo>
                <a:lnTo>
                  <a:pt x="3940488" y="107292"/>
                </a:lnTo>
                <a:lnTo>
                  <a:pt x="3940046" y="107331"/>
                </a:lnTo>
                <a:lnTo>
                  <a:pt x="3939603" y="107386"/>
                </a:lnTo>
                <a:lnTo>
                  <a:pt x="3939162" y="107459"/>
                </a:lnTo>
                <a:lnTo>
                  <a:pt x="3938726" y="107553"/>
                </a:lnTo>
                <a:lnTo>
                  <a:pt x="3938297" y="107670"/>
                </a:lnTo>
                <a:lnTo>
                  <a:pt x="3937878" y="107813"/>
                </a:lnTo>
                <a:lnTo>
                  <a:pt x="3937473" y="107985"/>
                </a:lnTo>
                <a:lnTo>
                  <a:pt x="3937084" y="108188"/>
                </a:lnTo>
                <a:lnTo>
                  <a:pt x="3936714" y="108424"/>
                </a:lnTo>
                <a:lnTo>
                  <a:pt x="3936366" y="108697"/>
                </a:lnTo>
                <a:lnTo>
                  <a:pt x="3936042" y="109009"/>
                </a:lnTo>
                <a:lnTo>
                  <a:pt x="3935745" y="109362"/>
                </a:lnTo>
                <a:lnTo>
                  <a:pt x="3935479" y="109759"/>
                </a:lnTo>
                <a:lnTo>
                  <a:pt x="3935246" y="110203"/>
                </a:lnTo>
                <a:lnTo>
                  <a:pt x="3935049" y="110696"/>
                </a:lnTo>
                <a:lnTo>
                  <a:pt x="3934891" y="111241"/>
                </a:lnTo>
                <a:lnTo>
                  <a:pt x="3934775" y="111841"/>
                </a:lnTo>
                <a:lnTo>
                  <a:pt x="3934703" y="112497"/>
                </a:lnTo>
                <a:lnTo>
                  <a:pt x="3934678" y="113213"/>
                </a:lnTo>
                <a:lnTo>
                  <a:pt x="3934704" y="113907"/>
                </a:lnTo>
                <a:lnTo>
                  <a:pt x="3934778" y="114542"/>
                </a:lnTo>
                <a:lnTo>
                  <a:pt x="3934899" y="115122"/>
                </a:lnTo>
                <a:lnTo>
                  <a:pt x="3935062" y="115650"/>
                </a:lnTo>
                <a:lnTo>
                  <a:pt x="3935265" y="116127"/>
                </a:lnTo>
                <a:lnTo>
                  <a:pt x="3935504" y="116557"/>
                </a:lnTo>
                <a:lnTo>
                  <a:pt x="3935776" y="116942"/>
                </a:lnTo>
                <a:lnTo>
                  <a:pt x="3936078" y="117283"/>
                </a:lnTo>
                <a:lnTo>
                  <a:pt x="3936407" y="117585"/>
                </a:lnTo>
                <a:lnTo>
                  <a:pt x="3936759" y="117849"/>
                </a:lnTo>
                <a:lnTo>
                  <a:pt x="3937132" y="118078"/>
                </a:lnTo>
                <a:lnTo>
                  <a:pt x="3937522" y="118274"/>
                </a:lnTo>
                <a:lnTo>
                  <a:pt x="3937926" y="118440"/>
                </a:lnTo>
                <a:lnTo>
                  <a:pt x="3938341" y="118579"/>
                </a:lnTo>
                <a:lnTo>
                  <a:pt x="3938764" y="118692"/>
                </a:lnTo>
                <a:lnTo>
                  <a:pt x="3939191" y="118783"/>
                </a:lnTo>
                <a:lnTo>
                  <a:pt x="3939619" y="118854"/>
                </a:lnTo>
                <a:lnTo>
                  <a:pt x="3940046" y="118907"/>
                </a:lnTo>
                <a:lnTo>
                  <a:pt x="3940467" y="118945"/>
                </a:lnTo>
                <a:lnTo>
                  <a:pt x="3940881" y="118970"/>
                </a:lnTo>
                <a:lnTo>
                  <a:pt x="3941283" y="118986"/>
                </a:lnTo>
                <a:lnTo>
                  <a:pt x="3941670" y="118994"/>
                </a:lnTo>
                <a:lnTo>
                  <a:pt x="3942040" y="118997"/>
                </a:lnTo>
                <a:lnTo>
                  <a:pt x="3942389" y="118997"/>
                </a:lnTo>
                <a:lnTo>
                  <a:pt x="3973045" y="118997"/>
                </a:lnTo>
                <a:lnTo>
                  <a:pt x="3973394" y="118997"/>
                </a:lnTo>
                <a:lnTo>
                  <a:pt x="3973763" y="118994"/>
                </a:lnTo>
                <a:lnTo>
                  <a:pt x="3974151" y="118986"/>
                </a:lnTo>
                <a:lnTo>
                  <a:pt x="3974553" y="118970"/>
                </a:lnTo>
                <a:lnTo>
                  <a:pt x="3974966" y="118945"/>
                </a:lnTo>
                <a:lnTo>
                  <a:pt x="3975388" y="118907"/>
                </a:lnTo>
                <a:lnTo>
                  <a:pt x="3975814" y="118854"/>
                </a:lnTo>
                <a:lnTo>
                  <a:pt x="3976243" y="118783"/>
                </a:lnTo>
                <a:lnTo>
                  <a:pt x="3976670" y="118692"/>
                </a:lnTo>
                <a:lnTo>
                  <a:pt x="3977093" y="118579"/>
                </a:lnTo>
                <a:lnTo>
                  <a:pt x="3977507" y="118440"/>
                </a:lnTo>
                <a:lnTo>
                  <a:pt x="3977912" y="118274"/>
                </a:lnTo>
                <a:lnTo>
                  <a:pt x="3978302" y="118078"/>
                </a:lnTo>
                <a:lnTo>
                  <a:pt x="3978674" y="117849"/>
                </a:lnTo>
                <a:lnTo>
                  <a:pt x="3979027" y="117585"/>
                </a:lnTo>
                <a:lnTo>
                  <a:pt x="3979356" y="117283"/>
                </a:lnTo>
                <a:lnTo>
                  <a:pt x="3979658" y="116942"/>
                </a:lnTo>
                <a:lnTo>
                  <a:pt x="3979930" y="116557"/>
                </a:lnTo>
                <a:lnTo>
                  <a:pt x="3980169" y="116127"/>
                </a:lnTo>
                <a:lnTo>
                  <a:pt x="3980371" y="115650"/>
                </a:lnTo>
                <a:lnTo>
                  <a:pt x="3980535" y="115122"/>
                </a:lnTo>
                <a:lnTo>
                  <a:pt x="3980655" y="114542"/>
                </a:lnTo>
                <a:lnTo>
                  <a:pt x="3980730" y="113907"/>
                </a:lnTo>
                <a:lnTo>
                  <a:pt x="3980755" y="113213"/>
                </a:lnTo>
                <a:lnTo>
                  <a:pt x="3980731" y="112497"/>
                </a:lnTo>
                <a:lnTo>
                  <a:pt x="3980659" y="111841"/>
                </a:lnTo>
                <a:lnTo>
                  <a:pt x="3980542" y="111241"/>
                </a:lnTo>
                <a:lnTo>
                  <a:pt x="3980384" y="110696"/>
                </a:lnTo>
                <a:lnTo>
                  <a:pt x="3980187" y="110203"/>
                </a:lnTo>
                <a:lnTo>
                  <a:pt x="3979954" y="109759"/>
                </a:lnTo>
                <a:lnTo>
                  <a:pt x="3979688" y="109362"/>
                </a:lnTo>
                <a:lnTo>
                  <a:pt x="3979392" y="109009"/>
                </a:lnTo>
                <a:lnTo>
                  <a:pt x="3979068" y="108697"/>
                </a:lnTo>
                <a:lnTo>
                  <a:pt x="3978719" y="108424"/>
                </a:lnTo>
                <a:lnTo>
                  <a:pt x="3978349" y="108188"/>
                </a:lnTo>
                <a:lnTo>
                  <a:pt x="3977960" y="107985"/>
                </a:lnTo>
                <a:lnTo>
                  <a:pt x="3977555" y="107813"/>
                </a:lnTo>
                <a:lnTo>
                  <a:pt x="3977137" y="107670"/>
                </a:lnTo>
                <a:lnTo>
                  <a:pt x="3976708" y="107553"/>
                </a:lnTo>
                <a:lnTo>
                  <a:pt x="3976271" y="107459"/>
                </a:lnTo>
                <a:lnTo>
                  <a:pt x="3975830" y="107386"/>
                </a:lnTo>
                <a:lnTo>
                  <a:pt x="3975388" y="107331"/>
                </a:lnTo>
                <a:lnTo>
                  <a:pt x="3974946" y="107292"/>
                </a:lnTo>
                <a:lnTo>
                  <a:pt x="3974508" y="107266"/>
                </a:lnTo>
                <a:lnTo>
                  <a:pt x="3974076" y="107250"/>
                </a:lnTo>
                <a:lnTo>
                  <a:pt x="3973654" y="107242"/>
                </a:lnTo>
                <a:lnTo>
                  <a:pt x="3973245" y="107239"/>
                </a:lnTo>
                <a:lnTo>
                  <a:pt x="3972851" y="107238"/>
                </a:lnTo>
                <a:lnTo>
                  <a:pt x="3964367" y="107238"/>
                </a:lnTo>
                <a:lnTo>
                  <a:pt x="3964367" y="73149"/>
                </a:lnTo>
                <a:lnTo>
                  <a:pt x="3964440" y="70806"/>
                </a:lnTo>
                <a:lnTo>
                  <a:pt x="3964653" y="68586"/>
                </a:lnTo>
                <a:lnTo>
                  <a:pt x="3964999" y="66485"/>
                </a:lnTo>
                <a:lnTo>
                  <a:pt x="3965469" y="64503"/>
                </a:lnTo>
                <a:lnTo>
                  <a:pt x="3966055" y="62636"/>
                </a:lnTo>
                <a:lnTo>
                  <a:pt x="3966750" y="60884"/>
                </a:lnTo>
                <a:lnTo>
                  <a:pt x="3967544" y="59245"/>
                </a:lnTo>
                <a:lnTo>
                  <a:pt x="3968430" y="57715"/>
                </a:lnTo>
                <a:lnTo>
                  <a:pt x="3969400" y="56293"/>
                </a:lnTo>
                <a:lnTo>
                  <a:pt x="3970445" y="54978"/>
                </a:lnTo>
                <a:lnTo>
                  <a:pt x="3971558" y="53767"/>
                </a:lnTo>
                <a:lnTo>
                  <a:pt x="3972730" y="52658"/>
                </a:lnTo>
                <a:lnTo>
                  <a:pt x="3973953" y="51649"/>
                </a:lnTo>
                <a:lnTo>
                  <a:pt x="3975219" y="50739"/>
                </a:lnTo>
                <a:lnTo>
                  <a:pt x="3976521" y="49925"/>
                </a:lnTo>
                <a:lnTo>
                  <a:pt x="3977849" y="49205"/>
                </a:lnTo>
                <a:lnTo>
                  <a:pt x="3979196" y="48577"/>
                </a:lnTo>
                <a:lnTo>
                  <a:pt x="3980554" y="48039"/>
                </a:lnTo>
                <a:lnTo>
                  <a:pt x="3981914" y="47589"/>
                </a:lnTo>
                <a:lnTo>
                  <a:pt x="3983268" y="47226"/>
                </a:lnTo>
                <a:lnTo>
                  <a:pt x="3984609" y="46947"/>
                </a:lnTo>
                <a:lnTo>
                  <a:pt x="3985928" y="46750"/>
                </a:lnTo>
                <a:lnTo>
                  <a:pt x="3987217" y="46634"/>
                </a:lnTo>
                <a:lnTo>
                  <a:pt x="3988468" y="46595"/>
                </a:lnTo>
                <a:lnTo>
                  <a:pt x="3989707" y="46623"/>
                </a:lnTo>
                <a:lnTo>
                  <a:pt x="3990869" y="46708"/>
                </a:lnTo>
                <a:lnTo>
                  <a:pt x="3991957" y="46849"/>
                </a:lnTo>
                <a:lnTo>
                  <a:pt x="3992973" y="47048"/>
                </a:lnTo>
                <a:lnTo>
                  <a:pt x="3993919" y="47304"/>
                </a:lnTo>
                <a:lnTo>
                  <a:pt x="3994797" y="47618"/>
                </a:lnTo>
                <a:lnTo>
                  <a:pt x="3995609" y="47990"/>
                </a:lnTo>
                <a:lnTo>
                  <a:pt x="3996357" y="48421"/>
                </a:lnTo>
                <a:lnTo>
                  <a:pt x="3997044" y="48910"/>
                </a:lnTo>
                <a:lnTo>
                  <a:pt x="3997672" y="49459"/>
                </a:lnTo>
                <a:lnTo>
                  <a:pt x="3998242" y="50067"/>
                </a:lnTo>
                <a:lnTo>
                  <a:pt x="3998757" y="50735"/>
                </a:lnTo>
                <a:lnTo>
                  <a:pt x="3999219" y="51463"/>
                </a:lnTo>
                <a:lnTo>
                  <a:pt x="3999629" y="52252"/>
                </a:lnTo>
                <a:lnTo>
                  <a:pt x="3999991" y="53101"/>
                </a:lnTo>
                <a:lnTo>
                  <a:pt x="4000305" y="54012"/>
                </a:lnTo>
                <a:lnTo>
                  <a:pt x="4000575" y="54984"/>
                </a:lnTo>
                <a:lnTo>
                  <a:pt x="4000802" y="56018"/>
                </a:lnTo>
                <a:lnTo>
                  <a:pt x="4000988" y="57114"/>
                </a:lnTo>
                <a:lnTo>
                  <a:pt x="4001136" y="58272"/>
                </a:lnTo>
                <a:lnTo>
                  <a:pt x="4001247" y="59494"/>
                </a:lnTo>
                <a:lnTo>
                  <a:pt x="4001324" y="60778"/>
                </a:lnTo>
                <a:lnTo>
                  <a:pt x="4001368" y="62126"/>
                </a:lnTo>
                <a:lnTo>
                  <a:pt x="4001383" y="63538"/>
                </a:lnTo>
                <a:lnTo>
                  <a:pt x="4001383" y="107238"/>
                </a:lnTo>
                <a:lnTo>
                  <a:pt x="3993867" y="107238"/>
                </a:lnTo>
                <a:lnTo>
                  <a:pt x="3993472" y="107239"/>
                </a:lnTo>
                <a:lnTo>
                  <a:pt x="3993063" y="107242"/>
                </a:lnTo>
                <a:lnTo>
                  <a:pt x="3992641" y="107250"/>
                </a:lnTo>
                <a:lnTo>
                  <a:pt x="3992210" y="107266"/>
                </a:lnTo>
                <a:lnTo>
                  <a:pt x="3991772" y="107292"/>
                </a:lnTo>
                <a:lnTo>
                  <a:pt x="3991330" y="107331"/>
                </a:lnTo>
                <a:lnTo>
                  <a:pt x="3990887" y="107386"/>
                </a:lnTo>
                <a:lnTo>
                  <a:pt x="3990446" y="107459"/>
                </a:lnTo>
                <a:lnTo>
                  <a:pt x="3990009" y="107553"/>
                </a:lnTo>
                <a:lnTo>
                  <a:pt x="3989581" y="107670"/>
                </a:lnTo>
                <a:lnTo>
                  <a:pt x="3989162" y="107813"/>
                </a:lnTo>
                <a:lnTo>
                  <a:pt x="3988757" y="107985"/>
                </a:lnTo>
                <a:lnTo>
                  <a:pt x="3988368" y="108188"/>
                </a:lnTo>
                <a:lnTo>
                  <a:pt x="3987998" y="108424"/>
                </a:lnTo>
                <a:lnTo>
                  <a:pt x="3987649" y="108697"/>
                </a:lnTo>
                <a:lnTo>
                  <a:pt x="3987326" y="109009"/>
                </a:lnTo>
                <a:lnTo>
                  <a:pt x="3987029" y="109362"/>
                </a:lnTo>
                <a:lnTo>
                  <a:pt x="3986763" y="109759"/>
                </a:lnTo>
                <a:lnTo>
                  <a:pt x="3986530" y="110203"/>
                </a:lnTo>
                <a:lnTo>
                  <a:pt x="3986333" y="110696"/>
                </a:lnTo>
                <a:lnTo>
                  <a:pt x="3986175" y="111241"/>
                </a:lnTo>
                <a:lnTo>
                  <a:pt x="3986059" y="111841"/>
                </a:lnTo>
                <a:lnTo>
                  <a:pt x="3985987" y="112497"/>
                </a:lnTo>
                <a:lnTo>
                  <a:pt x="3985962" y="113213"/>
                </a:lnTo>
                <a:lnTo>
                  <a:pt x="3985989" y="113907"/>
                </a:lnTo>
                <a:lnTo>
                  <a:pt x="3986066" y="114542"/>
                </a:lnTo>
                <a:lnTo>
                  <a:pt x="3986191" y="115122"/>
                </a:lnTo>
                <a:lnTo>
                  <a:pt x="3986360" y="115650"/>
                </a:lnTo>
                <a:lnTo>
                  <a:pt x="3986570" y="116127"/>
                </a:lnTo>
                <a:lnTo>
                  <a:pt x="3986817" y="116557"/>
                </a:lnTo>
                <a:lnTo>
                  <a:pt x="3987099" y="116942"/>
                </a:lnTo>
                <a:lnTo>
                  <a:pt x="3987411" y="117283"/>
                </a:lnTo>
                <a:lnTo>
                  <a:pt x="3987751" y="117585"/>
                </a:lnTo>
                <a:lnTo>
                  <a:pt x="3988115" y="117849"/>
                </a:lnTo>
                <a:lnTo>
                  <a:pt x="3988500" y="118078"/>
                </a:lnTo>
                <a:lnTo>
                  <a:pt x="3988902" y="118274"/>
                </a:lnTo>
                <a:lnTo>
                  <a:pt x="3989318" y="118440"/>
                </a:lnTo>
                <a:lnTo>
                  <a:pt x="3989745" y="118579"/>
                </a:lnTo>
                <a:lnTo>
                  <a:pt x="3990179" y="118692"/>
                </a:lnTo>
                <a:lnTo>
                  <a:pt x="3990617" y="118783"/>
                </a:lnTo>
                <a:lnTo>
                  <a:pt x="3991056" y="118854"/>
                </a:lnTo>
                <a:lnTo>
                  <a:pt x="3991492" y="118907"/>
                </a:lnTo>
                <a:lnTo>
                  <a:pt x="3991923" y="118945"/>
                </a:lnTo>
                <a:lnTo>
                  <a:pt x="3992343" y="118970"/>
                </a:lnTo>
                <a:lnTo>
                  <a:pt x="3992752" y="118986"/>
                </a:lnTo>
                <a:lnTo>
                  <a:pt x="3993144" y="118994"/>
                </a:lnTo>
                <a:lnTo>
                  <a:pt x="3993517" y="118997"/>
                </a:lnTo>
                <a:lnTo>
                  <a:pt x="3993867" y="118997"/>
                </a:lnTo>
                <a:lnTo>
                  <a:pt x="4023364" y="118997"/>
                </a:lnTo>
                <a:lnTo>
                  <a:pt x="4023713" y="118997"/>
                </a:lnTo>
                <a:lnTo>
                  <a:pt x="4024082" y="118994"/>
                </a:lnTo>
                <a:lnTo>
                  <a:pt x="4024470" y="118986"/>
                </a:lnTo>
                <a:lnTo>
                  <a:pt x="4024872" y="118970"/>
                </a:lnTo>
                <a:lnTo>
                  <a:pt x="4025285" y="118945"/>
                </a:lnTo>
                <a:lnTo>
                  <a:pt x="4025707" y="118907"/>
                </a:lnTo>
                <a:lnTo>
                  <a:pt x="4026133" y="118854"/>
                </a:lnTo>
                <a:lnTo>
                  <a:pt x="4026562" y="118783"/>
                </a:lnTo>
                <a:lnTo>
                  <a:pt x="4026989" y="118692"/>
                </a:lnTo>
                <a:lnTo>
                  <a:pt x="4027412" y="118579"/>
                </a:lnTo>
                <a:lnTo>
                  <a:pt x="4027826" y="118440"/>
                </a:lnTo>
                <a:lnTo>
                  <a:pt x="4028231" y="118274"/>
                </a:lnTo>
                <a:lnTo>
                  <a:pt x="4028621" y="118078"/>
                </a:lnTo>
                <a:lnTo>
                  <a:pt x="4028993" y="117849"/>
                </a:lnTo>
                <a:lnTo>
                  <a:pt x="4029346" y="117585"/>
                </a:lnTo>
                <a:lnTo>
                  <a:pt x="4029675" y="117283"/>
                </a:lnTo>
                <a:lnTo>
                  <a:pt x="4029977" y="116942"/>
                </a:lnTo>
                <a:lnTo>
                  <a:pt x="4030249" y="116557"/>
                </a:lnTo>
                <a:lnTo>
                  <a:pt x="4030488" y="116127"/>
                </a:lnTo>
                <a:lnTo>
                  <a:pt x="4030690" y="115650"/>
                </a:lnTo>
                <a:lnTo>
                  <a:pt x="4030854" y="115122"/>
                </a:lnTo>
                <a:lnTo>
                  <a:pt x="4030974" y="114542"/>
                </a:lnTo>
                <a:lnTo>
                  <a:pt x="4031049" y="113907"/>
                </a:lnTo>
                <a:lnTo>
                  <a:pt x="4031074" y="113213"/>
                </a:lnTo>
                <a:lnTo>
                  <a:pt x="4031050" y="112497"/>
                </a:lnTo>
                <a:lnTo>
                  <a:pt x="4030978" y="111841"/>
                </a:lnTo>
                <a:lnTo>
                  <a:pt x="4030861" y="111241"/>
                </a:lnTo>
                <a:lnTo>
                  <a:pt x="4030703" y="110696"/>
                </a:lnTo>
                <a:lnTo>
                  <a:pt x="4030506" y="110203"/>
                </a:lnTo>
                <a:lnTo>
                  <a:pt x="4030273" y="109759"/>
                </a:lnTo>
                <a:lnTo>
                  <a:pt x="4030007" y="109362"/>
                </a:lnTo>
                <a:close/>
                <a:moveTo>
                  <a:pt x="2815422" y="109362"/>
                </a:moveTo>
                <a:lnTo>
                  <a:pt x="2815126" y="109009"/>
                </a:lnTo>
                <a:lnTo>
                  <a:pt x="2814802" y="108697"/>
                </a:lnTo>
                <a:lnTo>
                  <a:pt x="2814453" y="108424"/>
                </a:lnTo>
                <a:lnTo>
                  <a:pt x="2814083" y="108188"/>
                </a:lnTo>
                <a:lnTo>
                  <a:pt x="2813694" y="107985"/>
                </a:lnTo>
                <a:lnTo>
                  <a:pt x="2813289" y="107813"/>
                </a:lnTo>
                <a:lnTo>
                  <a:pt x="2812871" y="107670"/>
                </a:lnTo>
                <a:lnTo>
                  <a:pt x="2812442" y="107553"/>
                </a:lnTo>
                <a:lnTo>
                  <a:pt x="2812006" y="107459"/>
                </a:lnTo>
                <a:lnTo>
                  <a:pt x="2811565" y="107386"/>
                </a:lnTo>
                <a:lnTo>
                  <a:pt x="2811122" y="107331"/>
                </a:lnTo>
                <a:lnTo>
                  <a:pt x="2810680" y="107292"/>
                </a:lnTo>
                <a:lnTo>
                  <a:pt x="2810242" y="107266"/>
                </a:lnTo>
                <a:lnTo>
                  <a:pt x="2809810" y="107250"/>
                </a:lnTo>
                <a:lnTo>
                  <a:pt x="2809388" y="107242"/>
                </a:lnTo>
                <a:lnTo>
                  <a:pt x="2808979" y="107239"/>
                </a:lnTo>
                <a:lnTo>
                  <a:pt x="2808585" y="107238"/>
                </a:lnTo>
                <a:lnTo>
                  <a:pt x="2800101" y="107238"/>
                </a:lnTo>
                <a:lnTo>
                  <a:pt x="2800101" y="62576"/>
                </a:lnTo>
                <a:lnTo>
                  <a:pt x="2800050" y="60203"/>
                </a:lnTo>
                <a:lnTo>
                  <a:pt x="2799898" y="57944"/>
                </a:lnTo>
                <a:lnTo>
                  <a:pt x="2799648" y="55800"/>
                </a:lnTo>
                <a:lnTo>
                  <a:pt x="2799302" y="53768"/>
                </a:lnTo>
                <a:lnTo>
                  <a:pt x="2798861" y="51847"/>
                </a:lnTo>
                <a:lnTo>
                  <a:pt x="2798326" y="50036"/>
                </a:lnTo>
                <a:lnTo>
                  <a:pt x="2797702" y="48334"/>
                </a:lnTo>
                <a:lnTo>
                  <a:pt x="2796988" y="46739"/>
                </a:lnTo>
                <a:lnTo>
                  <a:pt x="2796187" y="45251"/>
                </a:lnTo>
                <a:lnTo>
                  <a:pt x="2795301" y="43867"/>
                </a:lnTo>
                <a:lnTo>
                  <a:pt x="2794332" y="42588"/>
                </a:lnTo>
                <a:lnTo>
                  <a:pt x="2793281" y="41411"/>
                </a:lnTo>
                <a:lnTo>
                  <a:pt x="2792151" y="40335"/>
                </a:lnTo>
                <a:lnTo>
                  <a:pt x="2790944" y="39360"/>
                </a:lnTo>
                <a:lnTo>
                  <a:pt x="2789662" y="38483"/>
                </a:lnTo>
                <a:lnTo>
                  <a:pt x="2788306" y="37704"/>
                </a:lnTo>
                <a:lnTo>
                  <a:pt x="2786878" y="37021"/>
                </a:lnTo>
                <a:lnTo>
                  <a:pt x="2785380" y="36433"/>
                </a:lnTo>
                <a:lnTo>
                  <a:pt x="2783815" y="35939"/>
                </a:lnTo>
                <a:lnTo>
                  <a:pt x="2782184" y="35537"/>
                </a:lnTo>
                <a:lnTo>
                  <a:pt x="2780489" y="35227"/>
                </a:lnTo>
                <a:lnTo>
                  <a:pt x="2778732" y="35007"/>
                </a:lnTo>
                <a:lnTo>
                  <a:pt x="2776915" y="34876"/>
                </a:lnTo>
                <a:lnTo>
                  <a:pt x="2775040" y="34833"/>
                </a:lnTo>
                <a:lnTo>
                  <a:pt x="2773447" y="34867"/>
                </a:lnTo>
                <a:lnTo>
                  <a:pt x="2771899" y="34964"/>
                </a:lnTo>
                <a:lnTo>
                  <a:pt x="2770396" y="35122"/>
                </a:lnTo>
                <a:lnTo>
                  <a:pt x="2768938" y="35336"/>
                </a:lnTo>
                <a:lnTo>
                  <a:pt x="2767526" y="35601"/>
                </a:lnTo>
                <a:lnTo>
                  <a:pt x="2766159" y="35915"/>
                </a:lnTo>
                <a:lnTo>
                  <a:pt x="2764839" y="36272"/>
                </a:lnTo>
                <a:lnTo>
                  <a:pt x="2763565" y="36669"/>
                </a:lnTo>
                <a:lnTo>
                  <a:pt x="2762338" y="37101"/>
                </a:lnTo>
                <a:lnTo>
                  <a:pt x="2761158" y="37565"/>
                </a:lnTo>
                <a:lnTo>
                  <a:pt x="2760026" y="38056"/>
                </a:lnTo>
                <a:lnTo>
                  <a:pt x="2758941" y="38570"/>
                </a:lnTo>
                <a:lnTo>
                  <a:pt x="2757905" y="39103"/>
                </a:lnTo>
                <a:lnTo>
                  <a:pt x="2756917" y="39651"/>
                </a:lnTo>
                <a:lnTo>
                  <a:pt x="2755978" y="40210"/>
                </a:lnTo>
                <a:lnTo>
                  <a:pt x="2755089" y="40776"/>
                </a:lnTo>
                <a:lnTo>
                  <a:pt x="2754248" y="41344"/>
                </a:lnTo>
                <a:lnTo>
                  <a:pt x="2753458" y="41911"/>
                </a:lnTo>
                <a:lnTo>
                  <a:pt x="2752718" y="42473"/>
                </a:lnTo>
                <a:lnTo>
                  <a:pt x="2752028" y="43025"/>
                </a:lnTo>
                <a:lnTo>
                  <a:pt x="2751389" y="43563"/>
                </a:lnTo>
                <a:lnTo>
                  <a:pt x="2750802" y="44083"/>
                </a:lnTo>
                <a:lnTo>
                  <a:pt x="2750266" y="44581"/>
                </a:lnTo>
                <a:lnTo>
                  <a:pt x="2749782" y="45053"/>
                </a:lnTo>
                <a:lnTo>
                  <a:pt x="2749781" y="44296"/>
                </a:lnTo>
                <a:lnTo>
                  <a:pt x="2749777" y="43573"/>
                </a:lnTo>
                <a:lnTo>
                  <a:pt x="2749767" y="42884"/>
                </a:lnTo>
                <a:lnTo>
                  <a:pt x="2749746" y="42229"/>
                </a:lnTo>
                <a:lnTo>
                  <a:pt x="2749712" y="41607"/>
                </a:lnTo>
                <a:lnTo>
                  <a:pt x="2749661" y="41019"/>
                </a:lnTo>
                <a:lnTo>
                  <a:pt x="2749590" y="40465"/>
                </a:lnTo>
                <a:lnTo>
                  <a:pt x="2749496" y="39943"/>
                </a:lnTo>
                <a:lnTo>
                  <a:pt x="2749375" y="39454"/>
                </a:lnTo>
                <a:lnTo>
                  <a:pt x="2749224" y="38999"/>
                </a:lnTo>
                <a:lnTo>
                  <a:pt x="2749039" y="38575"/>
                </a:lnTo>
                <a:lnTo>
                  <a:pt x="2748818" y="38185"/>
                </a:lnTo>
                <a:lnTo>
                  <a:pt x="2748556" y="37826"/>
                </a:lnTo>
                <a:lnTo>
                  <a:pt x="2748251" y="37500"/>
                </a:lnTo>
                <a:lnTo>
                  <a:pt x="2747899" y="37205"/>
                </a:lnTo>
                <a:lnTo>
                  <a:pt x="2747497" y="36943"/>
                </a:lnTo>
                <a:lnTo>
                  <a:pt x="2747041" y="36712"/>
                </a:lnTo>
                <a:lnTo>
                  <a:pt x="2746529" y="36512"/>
                </a:lnTo>
                <a:lnTo>
                  <a:pt x="2745956" y="36343"/>
                </a:lnTo>
                <a:lnTo>
                  <a:pt x="2745320" y="36206"/>
                </a:lnTo>
                <a:lnTo>
                  <a:pt x="2744616" y="36099"/>
                </a:lnTo>
                <a:lnTo>
                  <a:pt x="2743843" y="36023"/>
                </a:lnTo>
                <a:lnTo>
                  <a:pt x="2742995" y="35978"/>
                </a:lnTo>
                <a:lnTo>
                  <a:pt x="2742071" y="35963"/>
                </a:lnTo>
                <a:lnTo>
                  <a:pt x="2727998" y="35963"/>
                </a:lnTo>
                <a:lnTo>
                  <a:pt x="2727604" y="35963"/>
                </a:lnTo>
                <a:lnTo>
                  <a:pt x="2727194" y="35966"/>
                </a:lnTo>
                <a:lnTo>
                  <a:pt x="2726772" y="35974"/>
                </a:lnTo>
                <a:lnTo>
                  <a:pt x="2726341" y="35990"/>
                </a:lnTo>
                <a:lnTo>
                  <a:pt x="2725903" y="36017"/>
                </a:lnTo>
                <a:lnTo>
                  <a:pt x="2725461" y="36056"/>
                </a:lnTo>
                <a:lnTo>
                  <a:pt x="2725018" y="36111"/>
                </a:lnTo>
                <a:lnTo>
                  <a:pt x="2724577" y="36184"/>
                </a:lnTo>
                <a:lnTo>
                  <a:pt x="2724141" y="36278"/>
                </a:lnTo>
                <a:lnTo>
                  <a:pt x="2723712" y="36395"/>
                </a:lnTo>
                <a:lnTo>
                  <a:pt x="2723293" y="36538"/>
                </a:lnTo>
                <a:lnTo>
                  <a:pt x="2722888" y="36710"/>
                </a:lnTo>
                <a:lnTo>
                  <a:pt x="2722499" y="36913"/>
                </a:lnTo>
                <a:lnTo>
                  <a:pt x="2722129" y="37149"/>
                </a:lnTo>
                <a:lnTo>
                  <a:pt x="2721781" y="37422"/>
                </a:lnTo>
                <a:lnTo>
                  <a:pt x="2721457" y="37734"/>
                </a:lnTo>
                <a:lnTo>
                  <a:pt x="2721160" y="38087"/>
                </a:lnTo>
                <a:lnTo>
                  <a:pt x="2720894" y="38485"/>
                </a:lnTo>
                <a:lnTo>
                  <a:pt x="2720661" y="38929"/>
                </a:lnTo>
                <a:lnTo>
                  <a:pt x="2720464" y="39422"/>
                </a:lnTo>
                <a:lnTo>
                  <a:pt x="2720306" y="39968"/>
                </a:lnTo>
                <a:lnTo>
                  <a:pt x="2720190" y="40567"/>
                </a:lnTo>
                <a:lnTo>
                  <a:pt x="2720118" y="41224"/>
                </a:lnTo>
                <a:lnTo>
                  <a:pt x="2720093" y="41941"/>
                </a:lnTo>
                <a:lnTo>
                  <a:pt x="2720119" y="42634"/>
                </a:lnTo>
                <a:lnTo>
                  <a:pt x="2720193" y="43270"/>
                </a:lnTo>
                <a:lnTo>
                  <a:pt x="2720314" y="43850"/>
                </a:lnTo>
                <a:lnTo>
                  <a:pt x="2720477" y="44378"/>
                </a:lnTo>
                <a:lnTo>
                  <a:pt x="2720680" y="44855"/>
                </a:lnTo>
                <a:lnTo>
                  <a:pt x="2720919" y="45285"/>
                </a:lnTo>
                <a:lnTo>
                  <a:pt x="2721191" y="45669"/>
                </a:lnTo>
                <a:lnTo>
                  <a:pt x="2721493" y="46011"/>
                </a:lnTo>
                <a:lnTo>
                  <a:pt x="2721822" y="46313"/>
                </a:lnTo>
                <a:lnTo>
                  <a:pt x="2722174" y="46577"/>
                </a:lnTo>
                <a:lnTo>
                  <a:pt x="2722547" y="46806"/>
                </a:lnTo>
                <a:lnTo>
                  <a:pt x="2722937" y="47002"/>
                </a:lnTo>
                <a:lnTo>
                  <a:pt x="2723341" y="47168"/>
                </a:lnTo>
                <a:lnTo>
                  <a:pt x="2723756" y="47306"/>
                </a:lnTo>
                <a:lnTo>
                  <a:pt x="2724179" y="47420"/>
                </a:lnTo>
                <a:lnTo>
                  <a:pt x="2724606" y="47511"/>
                </a:lnTo>
                <a:lnTo>
                  <a:pt x="2725034" y="47581"/>
                </a:lnTo>
                <a:lnTo>
                  <a:pt x="2725461" y="47634"/>
                </a:lnTo>
                <a:lnTo>
                  <a:pt x="2725882" y="47673"/>
                </a:lnTo>
                <a:lnTo>
                  <a:pt x="2726296" y="47698"/>
                </a:lnTo>
                <a:lnTo>
                  <a:pt x="2726698" y="47714"/>
                </a:lnTo>
                <a:lnTo>
                  <a:pt x="2727085" y="47721"/>
                </a:lnTo>
                <a:lnTo>
                  <a:pt x="2727455" y="47724"/>
                </a:lnTo>
                <a:lnTo>
                  <a:pt x="2727804" y="47725"/>
                </a:lnTo>
                <a:lnTo>
                  <a:pt x="2736482" y="47725"/>
                </a:lnTo>
                <a:lnTo>
                  <a:pt x="2736482" y="107238"/>
                </a:lnTo>
                <a:lnTo>
                  <a:pt x="2727998" y="107238"/>
                </a:lnTo>
                <a:lnTo>
                  <a:pt x="2727604" y="107239"/>
                </a:lnTo>
                <a:lnTo>
                  <a:pt x="2727194" y="107242"/>
                </a:lnTo>
                <a:lnTo>
                  <a:pt x="2726772" y="107250"/>
                </a:lnTo>
                <a:lnTo>
                  <a:pt x="2726341" y="107266"/>
                </a:lnTo>
                <a:lnTo>
                  <a:pt x="2725903" y="107292"/>
                </a:lnTo>
                <a:lnTo>
                  <a:pt x="2725461" y="107331"/>
                </a:lnTo>
                <a:lnTo>
                  <a:pt x="2725018" y="107386"/>
                </a:lnTo>
                <a:lnTo>
                  <a:pt x="2724577" y="107459"/>
                </a:lnTo>
                <a:lnTo>
                  <a:pt x="2724141" y="107553"/>
                </a:lnTo>
                <a:lnTo>
                  <a:pt x="2723712" y="107670"/>
                </a:lnTo>
                <a:lnTo>
                  <a:pt x="2723293" y="107813"/>
                </a:lnTo>
                <a:lnTo>
                  <a:pt x="2722888" y="107985"/>
                </a:lnTo>
                <a:lnTo>
                  <a:pt x="2722499" y="108188"/>
                </a:lnTo>
                <a:lnTo>
                  <a:pt x="2722129" y="108424"/>
                </a:lnTo>
                <a:lnTo>
                  <a:pt x="2721781" y="108697"/>
                </a:lnTo>
                <a:lnTo>
                  <a:pt x="2721457" y="109009"/>
                </a:lnTo>
                <a:lnTo>
                  <a:pt x="2721160" y="109362"/>
                </a:lnTo>
                <a:lnTo>
                  <a:pt x="2720894" y="109759"/>
                </a:lnTo>
                <a:lnTo>
                  <a:pt x="2720661" y="110203"/>
                </a:lnTo>
                <a:lnTo>
                  <a:pt x="2720464" y="110696"/>
                </a:lnTo>
                <a:lnTo>
                  <a:pt x="2720306" y="111241"/>
                </a:lnTo>
                <a:lnTo>
                  <a:pt x="2720190" y="111841"/>
                </a:lnTo>
                <a:lnTo>
                  <a:pt x="2720118" y="112497"/>
                </a:lnTo>
                <a:lnTo>
                  <a:pt x="2720093" y="113213"/>
                </a:lnTo>
                <a:lnTo>
                  <a:pt x="2720119" y="113907"/>
                </a:lnTo>
                <a:lnTo>
                  <a:pt x="2720193" y="114542"/>
                </a:lnTo>
                <a:lnTo>
                  <a:pt x="2720314" y="115122"/>
                </a:lnTo>
                <a:lnTo>
                  <a:pt x="2720477" y="115650"/>
                </a:lnTo>
                <a:lnTo>
                  <a:pt x="2720680" y="116127"/>
                </a:lnTo>
                <a:lnTo>
                  <a:pt x="2720919" y="116557"/>
                </a:lnTo>
                <a:lnTo>
                  <a:pt x="2721191" y="116942"/>
                </a:lnTo>
                <a:lnTo>
                  <a:pt x="2721493" y="117283"/>
                </a:lnTo>
                <a:lnTo>
                  <a:pt x="2721822" y="117585"/>
                </a:lnTo>
                <a:lnTo>
                  <a:pt x="2722174" y="117849"/>
                </a:lnTo>
                <a:lnTo>
                  <a:pt x="2722547" y="118078"/>
                </a:lnTo>
                <a:lnTo>
                  <a:pt x="2722937" y="118274"/>
                </a:lnTo>
                <a:lnTo>
                  <a:pt x="2723341" y="118440"/>
                </a:lnTo>
                <a:lnTo>
                  <a:pt x="2723756" y="118579"/>
                </a:lnTo>
                <a:lnTo>
                  <a:pt x="2724179" y="118692"/>
                </a:lnTo>
                <a:lnTo>
                  <a:pt x="2724606" y="118783"/>
                </a:lnTo>
                <a:lnTo>
                  <a:pt x="2725034" y="118854"/>
                </a:lnTo>
                <a:lnTo>
                  <a:pt x="2725461" y="118907"/>
                </a:lnTo>
                <a:lnTo>
                  <a:pt x="2725882" y="118945"/>
                </a:lnTo>
                <a:lnTo>
                  <a:pt x="2726296" y="118970"/>
                </a:lnTo>
                <a:lnTo>
                  <a:pt x="2726698" y="118986"/>
                </a:lnTo>
                <a:lnTo>
                  <a:pt x="2727085" y="118994"/>
                </a:lnTo>
                <a:lnTo>
                  <a:pt x="2727455" y="118997"/>
                </a:lnTo>
                <a:lnTo>
                  <a:pt x="2727804" y="118997"/>
                </a:lnTo>
                <a:lnTo>
                  <a:pt x="2758460" y="118997"/>
                </a:lnTo>
                <a:lnTo>
                  <a:pt x="2758809" y="118997"/>
                </a:lnTo>
                <a:lnTo>
                  <a:pt x="2759178" y="118994"/>
                </a:lnTo>
                <a:lnTo>
                  <a:pt x="2759566" y="118986"/>
                </a:lnTo>
                <a:lnTo>
                  <a:pt x="2759968" y="118970"/>
                </a:lnTo>
                <a:lnTo>
                  <a:pt x="2760381" y="118945"/>
                </a:lnTo>
                <a:lnTo>
                  <a:pt x="2760803" y="118907"/>
                </a:lnTo>
                <a:lnTo>
                  <a:pt x="2761229" y="118854"/>
                </a:lnTo>
                <a:lnTo>
                  <a:pt x="2761658" y="118783"/>
                </a:lnTo>
                <a:lnTo>
                  <a:pt x="2762085" y="118692"/>
                </a:lnTo>
                <a:lnTo>
                  <a:pt x="2762508" y="118579"/>
                </a:lnTo>
                <a:lnTo>
                  <a:pt x="2762923" y="118440"/>
                </a:lnTo>
                <a:lnTo>
                  <a:pt x="2763327" y="118274"/>
                </a:lnTo>
                <a:lnTo>
                  <a:pt x="2763717" y="118078"/>
                </a:lnTo>
                <a:lnTo>
                  <a:pt x="2764089" y="117849"/>
                </a:lnTo>
                <a:lnTo>
                  <a:pt x="2764442" y="117585"/>
                </a:lnTo>
                <a:lnTo>
                  <a:pt x="2764771" y="117283"/>
                </a:lnTo>
                <a:lnTo>
                  <a:pt x="2765073" y="116942"/>
                </a:lnTo>
                <a:lnTo>
                  <a:pt x="2765345" y="116557"/>
                </a:lnTo>
                <a:lnTo>
                  <a:pt x="2765584" y="116127"/>
                </a:lnTo>
                <a:lnTo>
                  <a:pt x="2765786" y="115650"/>
                </a:lnTo>
                <a:lnTo>
                  <a:pt x="2765950" y="115122"/>
                </a:lnTo>
                <a:lnTo>
                  <a:pt x="2766070" y="114542"/>
                </a:lnTo>
                <a:lnTo>
                  <a:pt x="2766145" y="113907"/>
                </a:lnTo>
                <a:lnTo>
                  <a:pt x="2766170" y="113213"/>
                </a:lnTo>
                <a:lnTo>
                  <a:pt x="2766146" y="112497"/>
                </a:lnTo>
                <a:lnTo>
                  <a:pt x="2766074" y="111841"/>
                </a:lnTo>
                <a:lnTo>
                  <a:pt x="2765957" y="111241"/>
                </a:lnTo>
                <a:lnTo>
                  <a:pt x="2765799" y="110696"/>
                </a:lnTo>
                <a:lnTo>
                  <a:pt x="2765602" y="110203"/>
                </a:lnTo>
                <a:lnTo>
                  <a:pt x="2765369" y="109759"/>
                </a:lnTo>
                <a:lnTo>
                  <a:pt x="2765103" y="109362"/>
                </a:lnTo>
                <a:lnTo>
                  <a:pt x="2764807" y="109009"/>
                </a:lnTo>
                <a:lnTo>
                  <a:pt x="2764483" y="108697"/>
                </a:lnTo>
                <a:lnTo>
                  <a:pt x="2764134" y="108424"/>
                </a:lnTo>
                <a:lnTo>
                  <a:pt x="2763764" y="108188"/>
                </a:lnTo>
                <a:lnTo>
                  <a:pt x="2763375" y="107985"/>
                </a:lnTo>
                <a:lnTo>
                  <a:pt x="2762970" y="107813"/>
                </a:lnTo>
                <a:lnTo>
                  <a:pt x="2762552" y="107670"/>
                </a:lnTo>
                <a:lnTo>
                  <a:pt x="2762123" y="107553"/>
                </a:lnTo>
                <a:lnTo>
                  <a:pt x="2761687" y="107459"/>
                </a:lnTo>
                <a:lnTo>
                  <a:pt x="2761246" y="107386"/>
                </a:lnTo>
                <a:lnTo>
                  <a:pt x="2760803" y="107331"/>
                </a:lnTo>
                <a:lnTo>
                  <a:pt x="2760361" y="107292"/>
                </a:lnTo>
                <a:lnTo>
                  <a:pt x="2759923" y="107266"/>
                </a:lnTo>
                <a:lnTo>
                  <a:pt x="2759491" y="107250"/>
                </a:lnTo>
                <a:lnTo>
                  <a:pt x="2759069" y="107242"/>
                </a:lnTo>
                <a:lnTo>
                  <a:pt x="2758660" y="107239"/>
                </a:lnTo>
                <a:lnTo>
                  <a:pt x="2758266" y="107238"/>
                </a:lnTo>
                <a:lnTo>
                  <a:pt x="2749782" y="107238"/>
                </a:lnTo>
                <a:lnTo>
                  <a:pt x="2749782" y="73149"/>
                </a:lnTo>
                <a:lnTo>
                  <a:pt x="2749855" y="70806"/>
                </a:lnTo>
                <a:lnTo>
                  <a:pt x="2750068" y="68586"/>
                </a:lnTo>
                <a:lnTo>
                  <a:pt x="2750414" y="66485"/>
                </a:lnTo>
                <a:lnTo>
                  <a:pt x="2750884" y="64503"/>
                </a:lnTo>
                <a:lnTo>
                  <a:pt x="2751470" y="62636"/>
                </a:lnTo>
                <a:lnTo>
                  <a:pt x="2752165" y="60884"/>
                </a:lnTo>
                <a:lnTo>
                  <a:pt x="2752959" y="59245"/>
                </a:lnTo>
                <a:lnTo>
                  <a:pt x="2753845" y="57715"/>
                </a:lnTo>
                <a:lnTo>
                  <a:pt x="2754815" y="56293"/>
                </a:lnTo>
                <a:lnTo>
                  <a:pt x="2755860" y="54978"/>
                </a:lnTo>
                <a:lnTo>
                  <a:pt x="2756973" y="53767"/>
                </a:lnTo>
                <a:lnTo>
                  <a:pt x="2758145" y="52658"/>
                </a:lnTo>
                <a:lnTo>
                  <a:pt x="2759368" y="51649"/>
                </a:lnTo>
                <a:lnTo>
                  <a:pt x="2760634" y="50739"/>
                </a:lnTo>
                <a:lnTo>
                  <a:pt x="2761936" y="49925"/>
                </a:lnTo>
                <a:lnTo>
                  <a:pt x="2763264" y="49205"/>
                </a:lnTo>
                <a:lnTo>
                  <a:pt x="2764611" y="48577"/>
                </a:lnTo>
                <a:lnTo>
                  <a:pt x="2765969" y="48039"/>
                </a:lnTo>
                <a:lnTo>
                  <a:pt x="2767329" y="47589"/>
                </a:lnTo>
                <a:lnTo>
                  <a:pt x="2768684" y="47226"/>
                </a:lnTo>
                <a:lnTo>
                  <a:pt x="2770024" y="46947"/>
                </a:lnTo>
                <a:lnTo>
                  <a:pt x="2771343" y="46750"/>
                </a:lnTo>
                <a:lnTo>
                  <a:pt x="2772633" y="46634"/>
                </a:lnTo>
                <a:lnTo>
                  <a:pt x="2773884" y="46595"/>
                </a:lnTo>
                <a:lnTo>
                  <a:pt x="2775122" y="46623"/>
                </a:lnTo>
                <a:lnTo>
                  <a:pt x="2776284" y="46708"/>
                </a:lnTo>
                <a:lnTo>
                  <a:pt x="2777372" y="46849"/>
                </a:lnTo>
                <a:lnTo>
                  <a:pt x="2778388" y="47048"/>
                </a:lnTo>
                <a:lnTo>
                  <a:pt x="2779334" y="47304"/>
                </a:lnTo>
                <a:lnTo>
                  <a:pt x="2780212" y="47618"/>
                </a:lnTo>
                <a:lnTo>
                  <a:pt x="2781024" y="47990"/>
                </a:lnTo>
                <a:lnTo>
                  <a:pt x="2781773" y="48421"/>
                </a:lnTo>
                <a:lnTo>
                  <a:pt x="2782460" y="48910"/>
                </a:lnTo>
                <a:lnTo>
                  <a:pt x="2783087" y="49459"/>
                </a:lnTo>
                <a:lnTo>
                  <a:pt x="2783657" y="50067"/>
                </a:lnTo>
                <a:lnTo>
                  <a:pt x="2784172" y="50735"/>
                </a:lnTo>
                <a:lnTo>
                  <a:pt x="2784634" y="51463"/>
                </a:lnTo>
                <a:lnTo>
                  <a:pt x="2785044" y="52252"/>
                </a:lnTo>
                <a:lnTo>
                  <a:pt x="2785406" y="53101"/>
                </a:lnTo>
                <a:lnTo>
                  <a:pt x="2785720" y="54012"/>
                </a:lnTo>
                <a:lnTo>
                  <a:pt x="2785990" y="54984"/>
                </a:lnTo>
                <a:lnTo>
                  <a:pt x="2786217" y="56018"/>
                </a:lnTo>
                <a:lnTo>
                  <a:pt x="2786403" y="57114"/>
                </a:lnTo>
                <a:lnTo>
                  <a:pt x="2786551" y="58272"/>
                </a:lnTo>
                <a:lnTo>
                  <a:pt x="2786662" y="59494"/>
                </a:lnTo>
                <a:lnTo>
                  <a:pt x="2786739" y="60778"/>
                </a:lnTo>
                <a:lnTo>
                  <a:pt x="2786784" y="62126"/>
                </a:lnTo>
                <a:lnTo>
                  <a:pt x="2786798" y="63538"/>
                </a:lnTo>
                <a:lnTo>
                  <a:pt x="2786798" y="107238"/>
                </a:lnTo>
                <a:lnTo>
                  <a:pt x="2779282" y="107238"/>
                </a:lnTo>
                <a:lnTo>
                  <a:pt x="2778887" y="107239"/>
                </a:lnTo>
                <a:lnTo>
                  <a:pt x="2778478" y="107242"/>
                </a:lnTo>
                <a:lnTo>
                  <a:pt x="2778056" y="107250"/>
                </a:lnTo>
                <a:lnTo>
                  <a:pt x="2777625" y="107266"/>
                </a:lnTo>
                <a:lnTo>
                  <a:pt x="2777187" y="107292"/>
                </a:lnTo>
                <a:lnTo>
                  <a:pt x="2776745" y="107331"/>
                </a:lnTo>
                <a:lnTo>
                  <a:pt x="2776302" y="107386"/>
                </a:lnTo>
                <a:lnTo>
                  <a:pt x="2775861" y="107459"/>
                </a:lnTo>
                <a:lnTo>
                  <a:pt x="2775425" y="107553"/>
                </a:lnTo>
                <a:lnTo>
                  <a:pt x="2774996" y="107670"/>
                </a:lnTo>
                <a:lnTo>
                  <a:pt x="2774577" y="107813"/>
                </a:lnTo>
                <a:lnTo>
                  <a:pt x="2774172" y="107985"/>
                </a:lnTo>
                <a:lnTo>
                  <a:pt x="2773783" y="108188"/>
                </a:lnTo>
                <a:lnTo>
                  <a:pt x="2773413" y="108424"/>
                </a:lnTo>
                <a:lnTo>
                  <a:pt x="2773065" y="108697"/>
                </a:lnTo>
                <a:lnTo>
                  <a:pt x="2772741" y="109009"/>
                </a:lnTo>
                <a:lnTo>
                  <a:pt x="2772444" y="109362"/>
                </a:lnTo>
                <a:lnTo>
                  <a:pt x="2772178" y="109759"/>
                </a:lnTo>
                <a:lnTo>
                  <a:pt x="2771945" y="110203"/>
                </a:lnTo>
                <a:lnTo>
                  <a:pt x="2771748" y="110696"/>
                </a:lnTo>
                <a:lnTo>
                  <a:pt x="2771590" y="111241"/>
                </a:lnTo>
                <a:lnTo>
                  <a:pt x="2771474" y="111841"/>
                </a:lnTo>
                <a:lnTo>
                  <a:pt x="2771402" y="112497"/>
                </a:lnTo>
                <a:lnTo>
                  <a:pt x="2771377" y="113213"/>
                </a:lnTo>
                <a:lnTo>
                  <a:pt x="2771404" y="113907"/>
                </a:lnTo>
                <a:lnTo>
                  <a:pt x="2771481" y="114542"/>
                </a:lnTo>
                <a:lnTo>
                  <a:pt x="2771606" y="115122"/>
                </a:lnTo>
                <a:lnTo>
                  <a:pt x="2771775" y="115650"/>
                </a:lnTo>
                <a:lnTo>
                  <a:pt x="2771985" y="116127"/>
                </a:lnTo>
                <a:lnTo>
                  <a:pt x="2772232" y="116557"/>
                </a:lnTo>
                <a:lnTo>
                  <a:pt x="2772514" y="116942"/>
                </a:lnTo>
                <a:lnTo>
                  <a:pt x="2772826" y="117283"/>
                </a:lnTo>
                <a:lnTo>
                  <a:pt x="2773166" y="117585"/>
                </a:lnTo>
                <a:lnTo>
                  <a:pt x="2773530" y="117849"/>
                </a:lnTo>
                <a:lnTo>
                  <a:pt x="2773915" y="118078"/>
                </a:lnTo>
                <a:lnTo>
                  <a:pt x="2774317" y="118274"/>
                </a:lnTo>
                <a:lnTo>
                  <a:pt x="2774733" y="118440"/>
                </a:lnTo>
                <a:lnTo>
                  <a:pt x="2775160" y="118579"/>
                </a:lnTo>
                <a:lnTo>
                  <a:pt x="2775594" y="118692"/>
                </a:lnTo>
                <a:lnTo>
                  <a:pt x="2776032" y="118783"/>
                </a:lnTo>
                <a:lnTo>
                  <a:pt x="2776471" y="118854"/>
                </a:lnTo>
                <a:lnTo>
                  <a:pt x="2776907" y="118907"/>
                </a:lnTo>
                <a:lnTo>
                  <a:pt x="2777338" y="118945"/>
                </a:lnTo>
                <a:lnTo>
                  <a:pt x="2777758" y="118970"/>
                </a:lnTo>
                <a:lnTo>
                  <a:pt x="2778167" y="118986"/>
                </a:lnTo>
                <a:lnTo>
                  <a:pt x="2778559" y="118994"/>
                </a:lnTo>
                <a:lnTo>
                  <a:pt x="2778932" y="118997"/>
                </a:lnTo>
                <a:lnTo>
                  <a:pt x="2779282" y="118997"/>
                </a:lnTo>
                <a:lnTo>
                  <a:pt x="2808779" y="118997"/>
                </a:lnTo>
                <a:lnTo>
                  <a:pt x="2809128" y="118997"/>
                </a:lnTo>
                <a:lnTo>
                  <a:pt x="2809497" y="118994"/>
                </a:lnTo>
                <a:lnTo>
                  <a:pt x="2809885" y="118986"/>
                </a:lnTo>
                <a:lnTo>
                  <a:pt x="2810287" y="118970"/>
                </a:lnTo>
                <a:lnTo>
                  <a:pt x="2810700" y="118945"/>
                </a:lnTo>
                <a:lnTo>
                  <a:pt x="2811122" y="118907"/>
                </a:lnTo>
                <a:lnTo>
                  <a:pt x="2811548" y="118854"/>
                </a:lnTo>
                <a:lnTo>
                  <a:pt x="2811977" y="118783"/>
                </a:lnTo>
                <a:lnTo>
                  <a:pt x="2812404" y="118692"/>
                </a:lnTo>
                <a:lnTo>
                  <a:pt x="2812827" y="118579"/>
                </a:lnTo>
                <a:lnTo>
                  <a:pt x="2813242" y="118440"/>
                </a:lnTo>
                <a:lnTo>
                  <a:pt x="2813646" y="118274"/>
                </a:lnTo>
                <a:lnTo>
                  <a:pt x="2814036" y="118078"/>
                </a:lnTo>
                <a:lnTo>
                  <a:pt x="2814408" y="117849"/>
                </a:lnTo>
                <a:lnTo>
                  <a:pt x="2814761" y="117585"/>
                </a:lnTo>
                <a:lnTo>
                  <a:pt x="2815090" y="117283"/>
                </a:lnTo>
                <a:lnTo>
                  <a:pt x="2815392" y="116942"/>
                </a:lnTo>
                <a:lnTo>
                  <a:pt x="2815664" y="116557"/>
                </a:lnTo>
                <a:lnTo>
                  <a:pt x="2815903" y="116127"/>
                </a:lnTo>
                <a:lnTo>
                  <a:pt x="2816105" y="115650"/>
                </a:lnTo>
                <a:lnTo>
                  <a:pt x="2816269" y="115122"/>
                </a:lnTo>
                <a:lnTo>
                  <a:pt x="2816389" y="114542"/>
                </a:lnTo>
                <a:lnTo>
                  <a:pt x="2816464" y="113907"/>
                </a:lnTo>
                <a:lnTo>
                  <a:pt x="2816489" y="113213"/>
                </a:lnTo>
                <a:lnTo>
                  <a:pt x="2816465" y="112497"/>
                </a:lnTo>
                <a:lnTo>
                  <a:pt x="2816393" y="111841"/>
                </a:lnTo>
                <a:lnTo>
                  <a:pt x="2816276" y="111241"/>
                </a:lnTo>
                <a:lnTo>
                  <a:pt x="2816118" y="110696"/>
                </a:lnTo>
                <a:lnTo>
                  <a:pt x="2815921" y="110203"/>
                </a:lnTo>
                <a:lnTo>
                  <a:pt x="2815688" y="109759"/>
                </a:lnTo>
                <a:lnTo>
                  <a:pt x="2815422" y="109362"/>
                </a:lnTo>
                <a:close/>
                <a:moveTo>
                  <a:pt x="4333919" y="109759"/>
                </a:moveTo>
                <a:lnTo>
                  <a:pt x="4333653" y="109362"/>
                </a:lnTo>
                <a:lnTo>
                  <a:pt x="4333357" y="109009"/>
                </a:lnTo>
                <a:lnTo>
                  <a:pt x="4333033" y="108697"/>
                </a:lnTo>
                <a:lnTo>
                  <a:pt x="4332684" y="108424"/>
                </a:lnTo>
                <a:lnTo>
                  <a:pt x="4332314" y="108188"/>
                </a:lnTo>
                <a:lnTo>
                  <a:pt x="4331925" y="107985"/>
                </a:lnTo>
                <a:lnTo>
                  <a:pt x="4331520" y="107813"/>
                </a:lnTo>
                <a:lnTo>
                  <a:pt x="4331102" y="107670"/>
                </a:lnTo>
                <a:lnTo>
                  <a:pt x="4330673" y="107553"/>
                </a:lnTo>
                <a:lnTo>
                  <a:pt x="4330236" y="107459"/>
                </a:lnTo>
                <a:lnTo>
                  <a:pt x="4329795" y="107386"/>
                </a:lnTo>
                <a:lnTo>
                  <a:pt x="4329353" y="107331"/>
                </a:lnTo>
                <a:lnTo>
                  <a:pt x="4328911" y="107292"/>
                </a:lnTo>
                <a:lnTo>
                  <a:pt x="4328473" y="107266"/>
                </a:lnTo>
                <a:lnTo>
                  <a:pt x="4328041" y="107250"/>
                </a:lnTo>
                <a:lnTo>
                  <a:pt x="4327619" y="107242"/>
                </a:lnTo>
                <a:lnTo>
                  <a:pt x="4327210" y="107239"/>
                </a:lnTo>
                <a:lnTo>
                  <a:pt x="4326816" y="107238"/>
                </a:lnTo>
                <a:lnTo>
                  <a:pt x="4318332" y="107238"/>
                </a:lnTo>
                <a:lnTo>
                  <a:pt x="4318332" y="62576"/>
                </a:lnTo>
                <a:lnTo>
                  <a:pt x="4318281" y="60203"/>
                </a:lnTo>
                <a:lnTo>
                  <a:pt x="4318129" y="57944"/>
                </a:lnTo>
                <a:lnTo>
                  <a:pt x="4317879" y="55800"/>
                </a:lnTo>
                <a:lnTo>
                  <a:pt x="4317533" y="53768"/>
                </a:lnTo>
                <a:lnTo>
                  <a:pt x="4317091" y="51847"/>
                </a:lnTo>
                <a:lnTo>
                  <a:pt x="4316557" y="50036"/>
                </a:lnTo>
                <a:lnTo>
                  <a:pt x="4315932" y="48334"/>
                </a:lnTo>
                <a:lnTo>
                  <a:pt x="4315219" y="46739"/>
                </a:lnTo>
                <a:lnTo>
                  <a:pt x="4314418" y="45251"/>
                </a:lnTo>
                <a:lnTo>
                  <a:pt x="4313532" y="43867"/>
                </a:lnTo>
                <a:lnTo>
                  <a:pt x="4312563" y="42588"/>
                </a:lnTo>
                <a:lnTo>
                  <a:pt x="4311512" y="41411"/>
                </a:lnTo>
                <a:lnTo>
                  <a:pt x="4310382" y="40335"/>
                </a:lnTo>
                <a:lnTo>
                  <a:pt x="4309175" y="39360"/>
                </a:lnTo>
                <a:lnTo>
                  <a:pt x="4307893" y="38483"/>
                </a:lnTo>
                <a:lnTo>
                  <a:pt x="4306537" y="37704"/>
                </a:lnTo>
                <a:lnTo>
                  <a:pt x="4305109" y="37021"/>
                </a:lnTo>
                <a:lnTo>
                  <a:pt x="4303611" y="36433"/>
                </a:lnTo>
                <a:lnTo>
                  <a:pt x="4302046" y="35939"/>
                </a:lnTo>
                <a:lnTo>
                  <a:pt x="4300415" y="35537"/>
                </a:lnTo>
                <a:lnTo>
                  <a:pt x="4298720" y="35227"/>
                </a:lnTo>
                <a:lnTo>
                  <a:pt x="4296963" y="35007"/>
                </a:lnTo>
                <a:lnTo>
                  <a:pt x="4295146" y="34876"/>
                </a:lnTo>
                <a:lnTo>
                  <a:pt x="4293271" y="34833"/>
                </a:lnTo>
                <a:lnTo>
                  <a:pt x="4291678" y="34867"/>
                </a:lnTo>
                <a:lnTo>
                  <a:pt x="4290130" y="34964"/>
                </a:lnTo>
                <a:lnTo>
                  <a:pt x="4288627" y="35122"/>
                </a:lnTo>
                <a:lnTo>
                  <a:pt x="4287169" y="35336"/>
                </a:lnTo>
                <a:lnTo>
                  <a:pt x="4285757" y="35601"/>
                </a:lnTo>
                <a:lnTo>
                  <a:pt x="4284390" y="35915"/>
                </a:lnTo>
                <a:lnTo>
                  <a:pt x="4283070" y="36272"/>
                </a:lnTo>
                <a:lnTo>
                  <a:pt x="4281796" y="36669"/>
                </a:lnTo>
                <a:lnTo>
                  <a:pt x="4280569" y="37101"/>
                </a:lnTo>
                <a:lnTo>
                  <a:pt x="4279389" y="37565"/>
                </a:lnTo>
                <a:lnTo>
                  <a:pt x="4278257" y="38056"/>
                </a:lnTo>
                <a:lnTo>
                  <a:pt x="4277172" y="38570"/>
                </a:lnTo>
                <a:lnTo>
                  <a:pt x="4276136" y="39103"/>
                </a:lnTo>
                <a:lnTo>
                  <a:pt x="4275148" y="39651"/>
                </a:lnTo>
                <a:lnTo>
                  <a:pt x="4274209" y="40210"/>
                </a:lnTo>
                <a:lnTo>
                  <a:pt x="4273319" y="40776"/>
                </a:lnTo>
                <a:lnTo>
                  <a:pt x="4272479" y="41344"/>
                </a:lnTo>
                <a:lnTo>
                  <a:pt x="4271689" y="41911"/>
                </a:lnTo>
                <a:lnTo>
                  <a:pt x="4270949" y="42473"/>
                </a:lnTo>
                <a:lnTo>
                  <a:pt x="4270259" y="43025"/>
                </a:lnTo>
                <a:lnTo>
                  <a:pt x="4269620" y="43563"/>
                </a:lnTo>
                <a:lnTo>
                  <a:pt x="4269033" y="44083"/>
                </a:lnTo>
                <a:lnTo>
                  <a:pt x="4268497" y="44581"/>
                </a:lnTo>
                <a:lnTo>
                  <a:pt x="4268013" y="45053"/>
                </a:lnTo>
                <a:lnTo>
                  <a:pt x="4268012" y="44296"/>
                </a:lnTo>
                <a:lnTo>
                  <a:pt x="4268008" y="43573"/>
                </a:lnTo>
                <a:lnTo>
                  <a:pt x="4267997" y="42884"/>
                </a:lnTo>
                <a:lnTo>
                  <a:pt x="4267977" y="42229"/>
                </a:lnTo>
                <a:lnTo>
                  <a:pt x="4267943" y="41607"/>
                </a:lnTo>
                <a:lnTo>
                  <a:pt x="4267892" y="41019"/>
                </a:lnTo>
                <a:lnTo>
                  <a:pt x="4267821" y="40465"/>
                </a:lnTo>
                <a:lnTo>
                  <a:pt x="4267727" y="39943"/>
                </a:lnTo>
                <a:lnTo>
                  <a:pt x="4267606" y="39454"/>
                </a:lnTo>
                <a:lnTo>
                  <a:pt x="4267455" y="38999"/>
                </a:lnTo>
                <a:lnTo>
                  <a:pt x="4267270" y="38575"/>
                </a:lnTo>
                <a:lnTo>
                  <a:pt x="4267049" y="38185"/>
                </a:lnTo>
                <a:lnTo>
                  <a:pt x="4266787" y="37826"/>
                </a:lnTo>
                <a:lnTo>
                  <a:pt x="4266482" y="37500"/>
                </a:lnTo>
                <a:lnTo>
                  <a:pt x="4266130" y="37205"/>
                </a:lnTo>
                <a:lnTo>
                  <a:pt x="4265728" y="36943"/>
                </a:lnTo>
                <a:lnTo>
                  <a:pt x="4265272" y="36712"/>
                </a:lnTo>
                <a:lnTo>
                  <a:pt x="4264760" y="36512"/>
                </a:lnTo>
                <a:lnTo>
                  <a:pt x="4264187" y="36343"/>
                </a:lnTo>
                <a:lnTo>
                  <a:pt x="4263550" y="36206"/>
                </a:lnTo>
                <a:lnTo>
                  <a:pt x="4262847" y="36099"/>
                </a:lnTo>
                <a:lnTo>
                  <a:pt x="4262074" y="36023"/>
                </a:lnTo>
                <a:lnTo>
                  <a:pt x="4261226" y="35978"/>
                </a:lnTo>
                <a:lnTo>
                  <a:pt x="4260302" y="35963"/>
                </a:lnTo>
                <a:lnTo>
                  <a:pt x="4246229" y="35963"/>
                </a:lnTo>
                <a:lnTo>
                  <a:pt x="4245834" y="35963"/>
                </a:lnTo>
                <a:lnTo>
                  <a:pt x="4245425" y="35966"/>
                </a:lnTo>
                <a:lnTo>
                  <a:pt x="4245003" y="35974"/>
                </a:lnTo>
                <a:lnTo>
                  <a:pt x="4244572" y="35990"/>
                </a:lnTo>
                <a:lnTo>
                  <a:pt x="4244134" y="36017"/>
                </a:lnTo>
                <a:lnTo>
                  <a:pt x="4243692" y="36056"/>
                </a:lnTo>
                <a:lnTo>
                  <a:pt x="4243249" y="36111"/>
                </a:lnTo>
                <a:lnTo>
                  <a:pt x="4242808" y="36184"/>
                </a:lnTo>
                <a:lnTo>
                  <a:pt x="4242372" y="36278"/>
                </a:lnTo>
                <a:lnTo>
                  <a:pt x="4241943" y="36395"/>
                </a:lnTo>
                <a:lnTo>
                  <a:pt x="4241524" y="36538"/>
                </a:lnTo>
                <a:lnTo>
                  <a:pt x="4241119" y="36710"/>
                </a:lnTo>
                <a:lnTo>
                  <a:pt x="4240730" y="36913"/>
                </a:lnTo>
                <a:lnTo>
                  <a:pt x="4240360" y="37149"/>
                </a:lnTo>
                <a:lnTo>
                  <a:pt x="4240012" y="37422"/>
                </a:lnTo>
                <a:lnTo>
                  <a:pt x="4239688" y="37734"/>
                </a:lnTo>
                <a:lnTo>
                  <a:pt x="4239391" y="38087"/>
                </a:lnTo>
                <a:lnTo>
                  <a:pt x="4239125" y="38485"/>
                </a:lnTo>
                <a:lnTo>
                  <a:pt x="4238892" y="38929"/>
                </a:lnTo>
                <a:lnTo>
                  <a:pt x="4238695" y="39422"/>
                </a:lnTo>
                <a:lnTo>
                  <a:pt x="4238537" y="39968"/>
                </a:lnTo>
                <a:lnTo>
                  <a:pt x="4238421" y="40567"/>
                </a:lnTo>
                <a:lnTo>
                  <a:pt x="4238349" y="41224"/>
                </a:lnTo>
                <a:lnTo>
                  <a:pt x="4238324" y="41941"/>
                </a:lnTo>
                <a:lnTo>
                  <a:pt x="4238350" y="42634"/>
                </a:lnTo>
                <a:lnTo>
                  <a:pt x="4238424" y="43270"/>
                </a:lnTo>
                <a:lnTo>
                  <a:pt x="4238545" y="43850"/>
                </a:lnTo>
                <a:lnTo>
                  <a:pt x="4238708" y="44378"/>
                </a:lnTo>
                <a:lnTo>
                  <a:pt x="4238911" y="44855"/>
                </a:lnTo>
                <a:lnTo>
                  <a:pt x="4239150" y="45285"/>
                </a:lnTo>
                <a:lnTo>
                  <a:pt x="4239422" y="45669"/>
                </a:lnTo>
                <a:lnTo>
                  <a:pt x="4239724" y="46011"/>
                </a:lnTo>
                <a:lnTo>
                  <a:pt x="4240052" y="46313"/>
                </a:lnTo>
                <a:lnTo>
                  <a:pt x="4240405" y="46577"/>
                </a:lnTo>
                <a:lnTo>
                  <a:pt x="4240778" y="46806"/>
                </a:lnTo>
                <a:lnTo>
                  <a:pt x="4241168" y="47002"/>
                </a:lnTo>
                <a:lnTo>
                  <a:pt x="4241572" y="47168"/>
                </a:lnTo>
                <a:lnTo>
                  <a:pt x="4241987" y="47306"/>
                </a:lnTo>
                <a:lnTo>
                  <a:pt x="4242409" y="47420"/>
                </a:lnTo>
                <a:lnTo>
                  <a:pt x="4242837" y="47511"/>
                </a:lnTo>
                <a:lnTo>
                  <a:pt x="4243265" y="47581"/>
                </a:lnTo>
                <a:lnTo>
                  <a:pt x="4243692" y="47634"/>
                </a:lnTo>
                <a:lnTo>
                  <a:pt x="4244113" y="47673"/>
                </a:lnTo>
                <a:lnTo>
                  <a:pt x="4244527" y="47698"/>
                </a:lnTo>
                <a:lnTo>
                  <a:pt x="4244929" y="47714"/>
                </a:lnTo>
                <a:lnTo>
                  <a:pt x="4245316" y="47721"/>
                </a:lnTo>
                <a:lnTo>
                  <a:pt x="4245686" y="47724"/>
                </a:lnTo>
                <a:lnTo>
                  <a:pt x="4246035" y="47725"/>
                </a:lnTo>
                <a:lnTo>
                  <a:pt x="4254713" y="47725"/>
                </a:lnTo>
                <a:lnTo>
                  <a:pt x="4254713" y="107238"/>
                </a:lnTo>
                <a:lnTo>
                  <a:pt x="4246229" y="107238"/>
                </a:lnTo>
                <a:lnTo>
                  <a:pt x="4245834" y="107239"/>
                </a:lnTo>
                <a:lnTo>
                  <a:pt x="4245425" y="107242"/>
                </a:lnTo>
                <a:lnTo>
                  <a:pt x="4245003" y="107250"/>
                </a:lnTo>
                <a:lnTo>
                  <a:pt x="4244572" y="107266"/>
                </a:lnTo>
                <a:lnTo>
                  <a:pt x="4244134" y="107292"/>
                </a:lnTo>
                <a:lnTo>
                  <a:pt x="4243692" y="107331"/>
                </a:lnTo>
                <a:lnTo>
                  <a:pt x="4243249" y="107386"/>
                </a:lnTo>
                <a:lnTo>
                  <a:pt x="4242808" y="107459"/>
                </a:lnTo>
                <a:lnTo>
                  <a:pt x="4242372" y="107553"/>
                </a:lnTo>
                <a:lnTo>
                  <a:pt x="4241943" y="107670"/>
                </a:lnTo>
                <a:lnTo>
                  <a:pt x="4241524" y="107813"/>
                </a:lnTo>
                <a:lnTo>
                  <a:pt x="4241119" y="107985"/>
                </a:lnTo>
                <a:lnTo>
                  <a:pt x="4240730" y="108188"/>
                </a:lnTo>
                <a:lnTo>
                  <a:pt x="4240360" y="108424"/>
                </a:lnTo>
                <a:lnTo>
                  <a:pt x="4240012" y="108697"/>
                </a:lnTo>
                <a:lnTo>
                  <a:pt x="4239688" y="109009"/>
                </a:lnTo>
                <a:lnTo>
                  <a:pt x="4239391" y="109362"/>
                </a:lnTo>
                <a:lnTo>
                  <a:pt x="4239125" y="109759"/>
                </a:lnTo>
                <a:lnTo>
                  <a:pt x="4238892" y="110203"/>
                </a:lnTo>
                <a:lnTo>
                  <a:pt x="4238695" y="110696"/>
                </a:lnTo>
                <a:lnTo>
                  <a:pt x="4238537" y="111241"/>
                </a:lnTo>
                <a:lnTo>
                  <a:pt x="4238421" y="111841"/>
                </a:lnTo>
                <a:lnTo>
                  <a:pt x="4238349" y="112497"/>
                </a:lnTo>
                <a:lnTo>
                  <a:pt x="4238324" y="113213"/>
                </a:lnTo>
                <a:lnTo>
                  <a:pt x="4238350" y="113907"/>
                </a:lnTo>
                <a:lnTo>
                  <a:pt x="4238424" y="114542"/>
                </a:lnTo>
                <a:lnTo>
                  <a:pt x="4238545" y="115122"/>
                </a:lnTo>
                <a:lnTo>
                  <a:pt x="4238708" y="115650"/>
                </a:lnTo>
                <a:lnTo>
                  <a:pt x="4238911" y="116127"/>
                </a:lnTo>
                <a:lnTo>
                  <a:pt x="4239150" y="116557"/>
                </a:lnTo>
                <a:lnTo>
                  <a:pt x="4239422" y="116942"/>
                </a:lnTo>
                <a:lnTo>
                  <a:pt x="4239724" y="117283"/>
                </a:lnTo>
                <a:lnTo>
                  <a:pt x="4240052" y="117585"/>
                </a:lnTo>
                <a:lnTo>
                  <a:pt x="4240405" y="117849"/>
                </a:lnTo>
                <a:lnTo>
                  <a:pt x="4240778" y="118078"/>
                </a:lnTo>
                <a:lnTo>
                  <a:pt x="4241168" y="118274"/>
                </a:lnTo>
                <a:lnTo>
                  <a:pt x="4241572" y="118440"/>
                </a:lnTo>
                <a:lnTo>
                  <a:pt x="4241987" y="118579"/>
                </a:lnTo>
                <a:lnTo>
                  <a:pt x="4242409" y="118692"/>
                </a:lnTo>
                <a:lnTo>
                  <a:pt x="4242837" y="118783"/>
                </a:lnTo>
                <a:lnTo>
                  <a:pt x="4243265" y="118854"/>
                </a:lnTo>
                <a:lnTo>
                  <a:pt x="4243692" y="118907"/>
                </a:lnTo>
                <a:lnTo>
                  <a:pt x="4244113" y="118945"/>
                </a:lnTo>
                <a:lnTo>
                  <a:pt x="4244527" y="118970"/>
                </a:lnTo>
                <a:lnTo>
                  <a:pt x="4244929" y="118986"/>
                </a:lnTo>
                <a:lnTo>
                  <a:pt x="4245316" y="118994"/>
                </a:lnTo>
                <a:lnTo>
                  <a:pt x="4245686" y="118997"/>
                </a:lnTo>
                <a:lnTo>
                  <a:pt x="4246035" y="118997"/>
                </a:lnTo>
                <a:lnTo>
                  <a:pt x="4276691" y="118997"/>
                </a:lnTo>
                <a:lnTo>
                  <a:pt x="4277039" y="118997"/>
                </a:lnTo>
                <a:lnTo>
                  <a:pt x="4277409" y="118994"/>
                </a:lnTo>
                <a:lnTo>
                  <a:pt x="4277797" y="118986"/>
                </a:lnTo>
                <a:lnTo>
                  <a:pt x="4278199" y="118970"/>
                </a:lnTo>
                <a:lnTo>
                  <a:pt x="4278612" y="118945"/>
                </a:lnTo>
                <a:lnTo>
                  <a:pt x="4279034" y="118907"/>
                </a:lnTo>
                <a:lnTo>
                  <a:pt x="4279460" y="118854"/>
                </a:lnTo>
                <a:lnTo>
                  <a:pt x="4279889" y="118783"/>
                </a:lnTo>
                <a:lnTo>
                  <a:pt x="4280316" y="118692"/>
                </a:lnTo>
                <a:lnTo>
                  <a:pt x="4280738" y="118579"/>
                </a:lnTo>
                <a:lnTo>
                  <a:pt x="4281153" y="118440"/>
                </a:lnTo>
                <a:lnTo>
                  <a:pt x="4281558" y="118274"/>
                </a:lnTo>
                <a:lnTo>
                  <a:pt x="4281948" y="118078"/>
                </a:lnTo>
                <a:lnTo>
                  <a:pt x="4282320" y="117849"/>
                </a:lnTo>
                <a:lnTo>
                  <a:pt x="4282673" y="117585"/>
                </a:lnTo>
                <a:lnTo>
                  <a:pt x="4283002" y="117283"/>
                </a:lnTo>
                <a:lnTo>
                  <a:pt x="4283304" y="116942"/>
                </a:lnTo>
                <a:lnTo>
                  <a:pt x="4283576" y="116557"/>
                </a:lnTo>
                <a:lnTo>
                  <a:pt x="4283815" y="116127"/>
                </a:lnTo>
                <a:lnTo>
                  <a:pt x="4284017" y="115650"/>
                </a:lnTo>
                <a:lnTo>
                  <a:pt x="4284180" y="115122"/>
                </a:lnTo>
                <a:lnTo>
                  <a:pt x="4284301" y="114542"/>
                </a:lnTo>
                <a:lnTo>
                  <a:pt x="4284376" y="113907"/>
                </a:lnTo>
                <a:lnTo>
                  <a:pt x="4284401" y="113213"/>
                </a:lnTo>
                <a:lnTo>
                  <a:pt x="4284376" y="112497"/>
                </a:lnTo>
                <a:lnTo>
                  <a:pt x="4284305" y="111841"/>
                </a:lnTo>
                <a:lnTo>
                  <a:pt x="4284188" y="111241"/>
                </a:lnTo>
                <a:lnTo>
                  <a:pt x="4284030" y="110696"/>
                </a:lnTo>
                <a:lnTo>
                  <a:pt x="4283833" y="110203"/>
                </a:lnTo>
                <a:lnTo>
                  <a:pt x="4283600" y="109759"/>
                </a:lnTo>
                <a:lnTo>
                  <a:pt x="4283334" y="109362"/>
                </a:lnTo>
                <a:lnTo>
                  <a:pt x="4283038" y="109009"/>
                </a:lnTo>
                <a:lnTo>
                  <a:pt x="4282714" y="108697"/>
                </a:lnTo>
                <a:lnTo>
                  <a:pt x="4282365" y="108424"/>
                </a:lnTo>
                <a:lnTo>
                  <a:pt x="4281995" y="108188"/>
                </a:lnTo>
                <a:lnTo>
                  <a:pt x="4281606" y="107985"/>
                </a:lnTo>
                <a:lnTo>
                  <a:pt x="4281201" y="107813"/>
                </a:lnTo>
                <a:lnTo>
                  <a:pt x="4280783" y="107670"/>
                </a:lnTo>
                <a:lnTo>
                  <a:pt x="4280354" y="107553"/>
                </a:lnTo>
                <a:lnTo>
                  <a:pt x="4279917" y="107459"/>
                </a:lnTo>
                <a:lnTo>
                  <a:pt x="4279476" y="107386"/>
                </a:lnTo>
                <a:lnTo>
                  <a:pt x="4279034" y="107331"/>
                </a:lnTo>
                <a:lnTo>
                  <a:pt x="4278592" y="107292"/>
                </a:lnTo>
                <a:lnTo>
                  <a:pt x="4278154" y="107266"/>
                </a:lnTo>
                <a:lnTo>
                  <a:pt x="4277722" y="107250"/>
                </a:lnTo>
                <a:lnTo>
                  <a:pt x="4277300" y="107242"/>
                </a:lnTo>
                <a:lnTo>
                  <a:pt x="4276891" y="107239"/>
                </a:lnTo>
                <a:lnTo>
                  <a:pt x="4276497" y="107238"/>
                </a:lnTo>
                <a:lnTo>
                  <a:pt x="4268013" y="107238"/>
                </a:lnTo>
                <a:lnTo>
                  <a:pt x="4268013" y="73149"/>
                </a:lnTo>
                <a:lnTo>
                  <a:pt x="4268085" y="70806"/>
                </a:lnTo>
                <a:lnTo>
                  <a:pt x="4268299" y="68586"/>
                </a:lnTo>
                <a:lnTo>
                  <a:pt x="4268645" y="66485"/>
                </a:lnTo>
                <a:lnTo>
                  <a:pt x="4269115" y="64503"/>
                </a:lnTo>
                <a:lnTo>
                  <a:pt x="4269701" y="62636"/>
                </a:lnTo>
                <a:lnTo>
                  <a:pt x="4270395" y="60884"/>
                </a:lnTo>
                <a:lnTo>
                  <a:pt x="4271190" y="59245"/>
                </a:lnTo>
                <a:lnTo>
                  <a:pt x="4272076" y="57715"/>
                </a:lnTo>
                <a:lnTo>
                  <a:pt x="4273045" y="56293"/>
                </a:lnTo>
                <a:lnTo>
                  <a:pt x="4274091" y="54978"/>
                </a:lnTo>
                <a:lnTo>
                  <a:pt x="4275204" y="53767"/>
                </a:lnTo>
                <a:lnTo>
                  <a:pt x="4276376" y="52658"/>
                </a:lnTo>
                <a:lnTo>
                  <a:pt x="4277599" y="51649"/>
                </a:lnTo>
                <a:lnTo>
                  <a:pt x="4278865" y="50739"/>
                </a:lnTo>
                <a:lnTo>
                  <a:pt x="4280167" y="49925"/>
                </a:lnTo>
                <a:lnTo>
                  <a:pt x="4281495" y="49205"/>
                </a:lnTo>
                <a:lnTo>
                  <a:pt x="4282842" y="48577"/>
                </a:lnTo>
                <a:lnTo>
                  <a:pt x="4284200" y="48039"/>
                </a:lnTo>
                <a:lnTo>
                  <a:pt x="4285560" y="47589"/>
                </a:lnTo>
                <a:lnTo>
                  <a:pt x="4286914" y="47226"/>
                </a:lnTo>
                <a:lnTo>
                  <a:pt x="4288255" y="46947"/>
                </a:lnTo>
                <a:lnTo>
                  <a:pt x="4289574" y="46750"/>
                </a:lnTo>
                <a:lnTo>
                  <a:pt x="4290863" y="46634"/>
                </a:lnTo>
                <a:lnTo>
                  <a:pt x="4292114" y="46595"/>
                </a:lnTo>
                <a:lnTo>
                  <a:pt x="4293353" y="46623"/>
                </a:lnTo>
                <a:lnTo>
                  <a:pt x="4294515" y="46708"/>
                </a:lnTo>
                <a:lnTo>
                  <a:pt x="4295603" y="46849"/>
                </a:lnTo>
                <a:lnTo>
                  <a:pt x="4296619" y="47048"/>
                </a:lnTo>
                <a:lnTo>
                  <a:pt x="4297564" y="47304"/>
                </a:lnTo>
                <a:lnTo>
                  <a:pt x="4298443" y="47618"/>
                </a:lnTo>
                <a:lnTo>
                  <a:pt x="4299255" y="47990"/>
                </a:lnTo>
                <a:lnTo>
                  <a:pt x="4300003" y="48421"/>
                </a:lnTo>
                <a:lnTo>
                  <a:pt x="4300690" y="48910"/>
                </a:lnTo>
                <a:lnTo>
                  <a:pt x="4301318" y="49459"/>
                </a:lnTo>
                <a:lnTo>
                  <a:pt x="4301888" y="50067"/>
                </a:lnTo>
                <a:lnTo>
                  <a:pt x="4302403" y="50735"/>
                </a:lnTo>
                <a:lnTo>
                  <a:pt x="4302865" y="51463"/>
                </a:lnTo>
                <a:lnTo>
                  <a:pt x="4303275" y="52252"/>
                </a:lnTo>
                <a:lnTo>
                  <a:pt x="4303637" y="53101"/>
                </a:lnTo>
                <a:lnTo>
                  <a:pt x="4303951" y="54012"/>
                </a:lnTo>
                <a:lnTo>
                  <a:pt x="4304221" y="54984"/>
                </a:lnTo>
                <a:lnTo>
                  <a:pt x="4304448" y="56018"/>
                </a:lnTo>
                <a:lnTo>
                  <a:pt x="4304634" y="57114"/>
                </a:lnTo>
                <a:lnTo>
                  <a:pt x="4304782" y="58272"/>
                </a:lnTo>
                <a:lnTo>
                  <a:pt x="4304893" y="59494"/>
                </a:lnTo>
                <a:lnTo>
                  <a:pt x="4304970" y="60778"/>
                </a:lnTo>
                <a:lnTo>
                  <a:pt x="4305014" y="62126"/>
                </a:lnTo>
                <a:lnTo>
                  <a:pt x="4305029" y="63538"/>
                </a:lnTo>
                <a:lnTo>
                  <a:pt x="4305029" y="107238"/>
                </a:lnTo>
                <a:lnTo>
                  <a:pt x="4297513" y="107238"/>
                </a:lnTo>
                <a:lnTo>
                  <a:pt x="4297118" y="107239"/>
                </a:lnTo>
                <a:lnTo>
                  <a:pt x="4296709" y="107242"/>
                </a:lnTo>
                <a:lnTo>
                  <a:pt x="4296287" y="107250"/>
                </a:lnTo>
                <a:lnTo>
                  <a:pt x="4295856" y="107266"/>
                </a:lnTo>
                <a:lnTo>
                  <a:pt x="4295418" y="107292"/>
                </a:lnTo>
                <a:lnTo>
                  <a:pt x="4294976" y="107331"/>
                </a:lnTo>
                <a:lnTo>
                  <a:pt x="4294533" y="107386"/>
                </a:lnTo>
                <a:lnTo>
                  <a:pt x="4294092" y="107459"/>
                </a:lnTo>
                <a:lnTo>
                  <a:pt x="4293655" y="107553"/>
                </a:lnTo>
                <a:lnTo>
                  <a:pt x="4293227" y="107670"/>
                </a:lnTo>
                <a:lnTo>
                  <a:pt x="4292808" y="107813"/>
                </a:lnTo>
                <a:lnTo>
                  <a:pt x="4292403" y="107985"/>
                </a:lnTo>
                <a:lnTo>
                  <a:pt x="4292014" y="108188"/>
                </a:lnTo>
                <a:lnTo>
                  <a:pt x="4291644" y="108424"/>
                </a:lnTo>
                <a:lnTo>
                  <a:pt x="4291295" y="108697"/>
                </a:lnTo>
                <a:lnTo>
                  <a:pt x="4290972" y="109009"/>
                </a:lnTo>
                <a:lnTo>
                  <a:pt x="4290675" y="109362"/>
                </a:lnTo>
                <a:lnTo>
                  <a:pt x="4290409" y="109759"/>
                </a:lnTo>
                <a:lnTo>
                  <a:pt x="4290176" y="110203"/>
                </a:lnTo>
                <a:lnTo>
                  <a:pt x="4289979" y="110696"/>
                </a:lnTo>
                <a:lnTo>
                  <a:pt x="4289821" y="111241"/>
                </a:lnTo>
                <a:lnTo>
                  <a:pt x="4289705" y="111841"/>
                </a:lnTo>
                <a:lnTo>
                  <a:pt x="4289633" y="112497"/>
                </a:lnTo>
                <a:lnTo>
                  <a:pt x="4289608" y="113213"/>
                </a:lnTo>
                <a:lnTo>
                  <a:pt x="4289635" y="113907"/>
                </a:lnTo>
                <a:lnTo>
                  <a:pt x="4289712" y="114542"/>
                </a:lnTo>
                <a:lnTo>
                  <a:pt x="4289837" y="115122"/>
                </a:lnTo>
                <a:lnTo>
                  <a:pt x="4290006" y="115650"/>
                </a:lnTo>
                <a:lnTo>
                  <a:pt x="4290216" y="116127"/>
                </a:lnTo>
                <a:lnTo>
                  <a:pt x="4290463" y="116557"/>
                </a:lnTo>
                <a:lnTo>
                  <a:pt x="4290745" y="116942"/>
                </a:lnTo>
                <a:lnTo>
                  <a:pt x="4291057" y="117283"/>
                </a:lnTo>
                <a:lnTo>
                  <a:pt x="4291397" y="117585"/>
                </a:lnTo>
                <a:lnTo>
                  <a:pt x="4291761" y="117849"/>
                </a:lnTo>
                <a:lnTo>
                  <a:pt x="4292146" y="118078"/>
                </a:lnTo>
                <a:lnTo>
                  <a:pt x="4292548" y="118274"/>
                </a:lnTo>
                <a:lnTo>
                  <a:pt x="4292964" y="118440"/>
                </a:lnTo>
                <a:lnTo>
                  <a:pt x="4293391" y="118579"/>
                </a:lnTo>
                <a:lnTo>
                  <a:pt x="4293825" y="118692"/>
                </a:lnTo>
                <a:lnTo>
                  <a:pt x="4294263" y="118783"/>
                </a:lnTo>
                <a:lnTo>
                  <a:pt x="4294702" y="118854"/>
                </a:lnTo>
                <a:lnTo>
                  <a:pt x="4295138" y="118907"/>
                </a:lnTo>
                <a:lnTo>
                  <a:pt x="4295568" y="118945"/>
                </a:lnTo>
                <a:lnTo>
                  <a:pt x="4295989" y="118970"/>
                </a:lnTo>
                <a:lnTo>
                  <a:pt x="4296398" y="118986"/>
                </a:lnTo>
                <a:lnTo>
                  <a:pt x="4296790" y="118994"/>
                </a:lnTo>
                <a:lnTo>
                  <a:pt x="4297163" y="118997"/>
                </a:lnTo>
                <a:lnTo>
                  <a:pt x="4297513" y="118997"/>
                </a:lnTo>
                <a:lnTo>
                  <a:pt x="4327010" y="118997"/>
                </a:lnTo>
                <a:lnTo>
                  <a:pt x="4327358" y="118997"/>
                </a:lnTo>
                <a:lnTo>
                  <a:pt x="4327728" y="118994"/>
                </a:lnTo>
                <a:lnTo>
                  <a:pt x="4328116" y="118986"/>
                </a:lnTo>
                <a:lnTo>
                  <a:pt x="4328518" y="118970"/>
                </a:lnTo>
                <a:lnTo>
                  <a:pt x="4328931" y="118945"/>
                </a:lnTo>
                <a:lnTo>
                  <a:pt x="4329353" y="118907"/>
                </a:lnTo>
                <a:lnTo>
                  <a:pt x="4329779" y="118854"/>
                </a:lnTo>
                <a:lnTo>
                  <a:pt x="4330208" y="118783"/>
                </a:lnTo>
                <a:lnTo>
                  <a:pt x="4330635" y="118692"/>
                </a:lnTo>
                <a:lnTo>
                  <a:pt x="4331057" y="118579"/>
                </a:lnTo>
                <a:lnTo>
                  <a:pt x="4331472" y="118440"/>
                </a:lnTo>
                <a:lnTo>
                  <a:pt x="4331877" y="118274"/>
                </a:lnTo>
                <a:lnTo>
                  <a:pt x="4332267" y="118078"/>
                </a:lnTo>
                <a:lnTo>
                  <a:pt x="4332639" y="117849"/>
                </a:lnTo>
                <a:lnTo>
                  <a:pt x="4332992" y="117585"/>
                </a:lnTo>
                <a:lnTo>
                  <a:pt x="4333321" y="117283"/>
                </a:lnTo>
                <a:lnTo>
                  <a:pt x="4333623" y="116942"/>
                </a:lnTo>
                <a:lnTo>
                  <a:pt x="4333895" y="116557"/>
                </a:lnTo>
                <a:lnTo>
                  <a:pt x="4334134" y="116127"/>
                </a:lnTo>
                <a:lnTo>
                  <a:pt x="4334336" y="115650"/>
                </a:lnTo>
                <a:lnTo>
                  <a:pt x="4334499" y="115122"/>
                </a:lnTo>
                <a:lnTo>
                  <a:pt x="4334620" y="114542"/>
                </a:lnTo>
                <a:lnTo>
                  <a:pt x="4334695" y="113907"/>
                </a:lnTo>
                <a:lnTo>
                  <a:pt x="4334720" y="113213"/>
                </a:lnTo>
                <a:lnTo>
                  <a:pt x="4334695" y="112497"/>
                </a:lnTo>
                <a:lnTo>
                  <a:pt x="4334624" y="111841"/>
                </a:lnTo>
                <a:lnTo>
                  <a:pt x="4334507" y="111241"/>
                </a:lnTo>
                <a:lnTo>
                  <a:pt x="4334349" y="110696"/>
                </a:lnTo>
                <a:lnTo>
                  <a:pt x="4334152" y="110203"/>
                </a:lnTo>
                <a:lnTo>
                  <a:pt x="4333919" y="109759"/>
                </a:lnTo>
                <a:close/>
                <a:moveTo>
                  <a:pt x="3105935" y="82607"/>
                </a:moveTo>
                <a:lnTo>
                  <a:pt x="3104651" y="81064"/>
                </a:lnTo>
                <a:lnTo>
                  <a:pt x="3103241" y="79649"/>
                </a:lnTo>
                <a:lnTo>
                  <a:pt x="3101723" y="78355"/>
                </a:lnTo>
                <a:lnTo>
                  <a:pt x="3100116" y="77178"/>
                </a:lnTo>
                <a:lnTo>
                  <a:pt x="3098438" y="76112"/>
                </a:lnTo>
                <a:lnTo>
                  <a:pt x="3096710" y="75151"/>
                </a:lnTo>
                <a:lnTo>
                  <a:pt x="3094950" y="74289"/>
                </a:lnTo>
                <a:lnTo>
                  <a:pt x="3093177" y="73521"/>
                </a:lnTo>
                <a:lnTo>
                  <a:pt x="3091409" y="72842"/>
                </a:lnTo>
                <a:lnTo>
                  <a:pt x="3089666" y="72245"/>
                </a:lnTo>
                <a:lnTo>
                  <a:pt x="3087966" y="71725"/>
                </a:lnTo>
                <a:lnTo>
                  <a:pt x="3086329" y="71276"/>
                </a:lnTo>
                <a:lnTo>
                  <a:pt x="3084773" y="70894"/>
                </a:lnTo>
                <a:lnTo>
                  <a:pt x="3083318" y="70572"/>
                </a:lnTo>
                <a:lnTo>
                  <a:pt x="3081981" y="70304"/>
                </a:lnTo>
                <a:lnTo>
                  <a:pt x="3080783" y="70085"/>
                </a:lnTo>
                <a:lnTo>
                  <a:pt x="3079742" y="69910"/>
                </a:lnTo>
                <a:lnTo>
                  <a:pt x="3078876" y="69772"/>
                </a:lnTo>
                <a:lnTo>
                  <a:pt x="3065768" y="67457"/>
                </a:lnTo>
                <a:lnTo>
                  <a:pt x="3065031" y="67352"/>
                </a:lnTo>
                <a:lnTo>
                  <a:pt x="3064225" y="67229"/>
                </a:lnTo>
                <a:lnTo>
                  <a:pt x="3063359" y="67087"/>
                </a:lnTo>
                <a:lnTo>
                  <a:pt x="3062441" y="66924"/>
                </a:lnTo>
                <a:lnTo>
                  <a:pt x="3061480" y="66739"/>
                </a:lnTo>
                <a:lnTo>
                  <a:pt x="3060486" y="66530"/>
                </a:lnTo>
                <a:lnTo>
                  <a:pt x="3059468" y="66295"/>
                </a:lnTo>
                <a:lnTo>
                  <a:pt x="3058434" y="66033"/>
                </a:lnTo>
                <a:lnTo>
                  <a:pt x="3057393" y="65742"/>
                </a:lnTo>
                <a:lnTo>
                  <a:pt x="3056355" y="65421"/>
                </a:lnTo>
                <a:lnTo>
                  <a:pt x="3055327" y="65068"/>
                </a:lnTo>
                <a:lnTo>
                  <a:pt x="3054320" y="64681"/>
                </a:lnTo>
                <a:lnTo>
                  <a:pt x="3053342" y="64259"/>
                </a:lnTo>
                <a:lnTo>
                  <a:pt x="3052402" y="63801"/>
                </a:lnTo>
                <a:lnTo>
                  <a:pt x="3051509" y="63304"/>
                </a:lnTo>
                <a:lnTo>
                  <a:pt x="3050673" y="62767"/>
                </a:lnTo>
                <a:lnTo>
                  <a:pt x="3049901" y="62188"/>
                </a:lnTo>
                <a:lnTo>
                  <a:pt x="3049202" y="61567"/>
                </a:lnTo>
                <a:lnTo>
                  <a:pt x="3048587" y="60900"/>
                </a:lnTo>
                <a:lnTo>
                  <a:pt x="3048064" y="60188"/>
                </a:lnTo>
                <a:lnTo>
                  <a:pt x="3047641" y="59427"/>
                </a:lnTo>
                <a:lnTo>
                  <a:pt x="3047328" y="58617"/>
                </a:lnTo>
                <a:lnTo>
                  <a:pt x="3047134" y="57756"/>
                </a:lnTo>
                <a:lnTo>
                  <a:pt x="3047067" y="56842"/>
                </a:lnTo>
                <a:lnTo>
                  <a:pt x="3047099" y="56210"/>
                </a:lnTo>
                <a:lnTo>
                  <a:pt x="3047199" y="55572"/>
                </a:lnTo>
                <a:lnTo>
                  <a:pt x="3047368" y="54929"/>
                </a:lnTo>
                <a:lnTo>
                  <a:pt x="3047609" y="54285"/>
                </a:lnTo>
                <a:lnTo>
                  <a:pt x="3047924" y="53644"/>
                </a:lnTo>
                <a:lnTo>
                  <a:pt x="3048317" y="53007"/>
                </a:lnTo>
                <a:lnTo>
                  <a:pt x="3048790" y="52378"/>
                </a:lnTo>
                <a:lnTo>
                  <a:pt x="3049345" y="51761"/>
                </a:lnTo>
                <a:lnTo>
                  <a:pt x="3049985" y="51157"/>
                </a:lnTo>
                <a:lnTo>
                  <a:pt x="3050712" y="50571"/>
                </a:lnTo>
                <a:lnTo>
                  <a:pt x="3051530" y="50004"/>
                </a:lnTo>
                <a:lnTo>
                  <a:pt x="3052441" y="49461"/>
                </a:lnTo>
                <a:lnTo>
                  <a:pt x="3053447" y="48944"/>
                </a:lnTo>
                <a:lnTo>
                  <a:pt x="3054551" y="48456"/>
                </a:lnTo>
                <a:lnTo>
                  <a:pt x="3055755" y="48000"/>
                </a:lnTo>
                <a:lnTo>
                  <a:pt x="3057063" y="47579"/>
                </a:lnTo>
                <a:lnTo>
                  <a:pt x="3058477" y="47197"/>
                </a:lnTo>
                <a:lnTo>
                  <a:pt x="3059999" y="46855"/>
                </a:lnTo>
                <a:lnTo>
                  <a:pt x="3061632" y="46558"/>
                </a:lnTo>
                <a:lnTo>
                  <a:pt x="3063378" y="46308"/>
                </a:lnTo>
                <a:lnTo>
                  <a:pt x="3065241" y="46109"/>
                </a:lnTo>
                <a:lnTo>
                  <a:pt x="3067222" y="45963"/>
                </a:lnTo>
                <a:lnTo>
                  <a:pt x="3069325" y="45873"/>
                </a:lnTo>
                <a:lnTo>
                  <a:pt x="3071551" y="45842"/>
                </a:lnTo>
                <a:lnTo>
                  <a:pt x="3073483" y="45872"/>
                </a:lnTo>
                <a:lnTo>
                  <a:pt x="3075281" y="45959"/>
                </a:lnTo>
                <a:lnTo>
                  <a:pt x="3076950" y="46101"/>
                </a:lnTo>
                <a:lnTo>
                  <a:pt x="3078495" y="46294"/>
                </a:lnTo>
                <a:lnTo>
                  <a:pt x="3079921" y="46536"/>
                </a:lnTo>
                <a:lnTo>
                  <a:pt x="3081232" y="46825"/>
                </a:lnTo>
                <a:lnTo>
                  <a:pt x="3082435" y="47157"/>
                </a:lnTo>
                <a:lnTo>
                  <a:pt x="3083532" y="47529"/>
                </a:lnTo>
                <a:lnTo>
                  <a:pt x="3084530" y="47938"/>
                </a:lnTo>
                <a:lnTo>
                  <a:pt x="3085433" y="48383"/>
                </a:lnTo>
                <a:lnTo>
                  <a:pt x="3086246" y="48859"/>
                </a:lnTo>
                <a:lnTo>
                  <a:pt x="3086974" y="49364"/>
                </a:lnTo>
                <a:lnTo>
                  <a:pt x="3087622" y="49895"/>
                </a:lnTo>
                <a:lnTo>
                  <a:pt x="3088194" y="50450"/>
                </a:lnTo>
                <a:lnTo>
                  <a:pt x="3088695" y="51024"/>
                </a:lnTo>
                <a:lnTo>
                  <a:pt x="3089131" y="51617"/>
                </a:lnTo>
                <a:lnTo>
                  <a:pt x="3089506" y="52224"/>
                </a:lnTo>
                <a:lnTo>
                  <a:pt x="3089825" y="52843"/>
                </a:lnTo>
                <a:lnTo>
                  <a:pt x="3090092" y="53471"/>
                </a:lnTo>
                <a:lnTo>
                  <a:pt x="3090313" y="54106"/>
                </a:lnTo>
                <a:lnTo>
                  <a:pt x="3090493" y="54743"/>
                </a:lnTo>
                <a:lnTo>
                  <a:pt x="3090636" y="55381"/>
                </a:lnTo>
                <a:lnTo>
                  <a:pt x="3090747" y="56017"/>
                </a:lnTo>
                <a:lnTo>
                  <a:pt x="3090832" y="56648"/>
                </a:lnTo>
                <a:lnTo>
                  <a:pt x="3090857" y="57058"/>
                </a:lnTo>
                <a:lnTo>
                  <a:pt x="3090887" y="57467"/>
                </a:lnTo>
                <a:lnTo>
                  <a:pt x="3090923" y="57873"/>
                </a:lnTo>
                <a:lnTo>
                  <a:pt x="3090968" y="58274"/>
                </a:lnTo>
                <a:lnTo>
                  <a:pt x="3091025" y="58670"/>
                </a:lnTo>
                <a:lnTo>
                  <a:pt x="3091096" y="59059"/>
                </a:lnTo>
                <a:lnTo>
                  <a:pt x="3091182" y="59439"/>
                </a:lnTo>
                <a:lnTo>
                  <a:pt x="3091287" y="59809"/>
                </a:lnTo>
                <a:lnTo>
                  <a:pt x="3091413" y="60167"/>
                </a:lnTo>
                <a:lnTo>
                  <a:pt x="3091562" y="60513"/>
                </a:lnTo>
                <a:lnTo>
                  <a:pt x="3091737" y="60845"/>
                </a:lnTo>
                <a:lnTo>
                  <a:pt x="3091939" y="61161"/>
                </a:lnTo>
                <a:lnTo>
                  <a:pt x="3092171" y="61460"/>
                </a:lnTo>
                <a:lnTo>
                  <a:pt x="3092436" y="61740"/>
                </a:lnTo>
                <a:lnTo>
                  <a:pt x="3092736" y="62000"/>
                </a:lnTo>
                <a:lnTo>
                  <a:pt x="3093072" y="62239"/>
                </a:lnTo>
                <a:lnTo>
                  <a:pt x="3093449" y="62456"/>
                </a:lnTo>
                <a:lnTo>
                  <a:pt x="3093867" y="62648"/>
                </a:lnTo>
                <a:lnTo>
                  <a:pt x="3094329" y="62814"/>
                </a:lnTo>
                <a:lnTo>
                  <a:pt x="3094838" y="62953"/>
                </a:lnTo>
                <a:lnTo>
                  <a:pt x="3095396" y="63064"/>
                </a:lnTo>
                <a:lnTo>
                  <a:pt x="3096005" y="63145"/>
                </a:lnTo>
                <a:lnTo>
                  <a:pt x="3096667" y="63195"/>
                </a:lnTo>
                <a:lnTo>
                  <a:pt x="3097386" y="63211"/>
                </a:lnTo>
                <a:lnTo>
                  <a:pt x="3098195" y="63191"/>
                </a:lnTo>
                <a:lnTo>
                  <a:pt x="3098936" y="63129"/>
                </a:lnTo>
                <a:lnTo>
                  <a:pt x="3099613" y="63030"/>
                </a:lnTo>
                <a:lnTo>
                  <a:pt x="3100229" y="62893"/>
                </a:lnTo>
                <a:lnTo>
                  <a:pt x="3100786" y="62722"/>
                </a:lnTo>
                <a:lnTo>
                  <a:pt x="3101287" y="62518"/>
                </a:lnTo>
                <a:lnTo>
                  <a:pt x="3101736" y="62282"/>
                </a:lnTo>
                <a:lnTo>
                  <a:pt x="3102135" y="62017"/>
                </a:lnTo>
                <a:lnTo>
                  <a:pt x="3102487" y="61725"/>
                </a:lnTo>
                <a:lnTo>
                  <a:pt x="3102795" y="61407"/>
                </a:lnTo>
                <a:lnTo>
                  <a:pt x="3103062" y="61066"/>
                </a:lnTo>
                <a:lnTo>
                  <a:pt x="3103291" y="60702"/>
                </a:lnTo>
                <a:lnTo>
                  <a:pt x="3103485" y="60318"/>
                </a:lnTo>
                <a:lnTo>
                  <a:pt x="3103646" y="59916"/>
                </a:lnTo>
                <a:lnTo>
                  <a:pt x="3103778" y="59498"/>
                </a:lnTo>
                <a:lnTo>
                  <a:pt x="3103884" y="59065"/>
                </a:lnTo>
                <a:lnTo>
                  <a:pt x="3103967" y="58619"/>
                </a:lnTo>
                <a:lnTo>
                  <a:pt x="3104029" y="58162"/>
                </a:lnTo>
                <a:lnTo>
                  <a:pt x="3104073" y="57697"/>
                </a:lnTo>
                <a:lnTo>
                  <a:pt x="3104103" y="57224"/>
                </a:lnTo>
                <a:lnTo>
                  <a:pt x="3104121" y="56746"/>
                </a:lnTo>
                <a:lnTo>
                  <a:pt x="3104130" y="56264"/>
                </a:lnTo>
                <a:lnTo>
                  <a:pt x="3104134" y="55781"/>
                </a:lnTo>
                <a:lnTo>
                  <a:pt x="3104134" y="55297"/>
                </a:lnTo>
                <a:lnTo>
                  <a:pt x="3104134" y="41985"/>
                </a:lnTo>
                <a:lnTo>
                  <a:pt x="3104134" y="41591"/>
                </a:lnTo>
                <a:lnTo>
                  <a:pt x="3104131" y="41182"/>
                </a:lnTo>
                <a:lnTo>
                  <a:pt x="3104123" y="40760"/>
                </a:lnTo>
                <a:lnTo>
                  <a:pt x="3104108" y="40329"/>
                </a:lnTo>
                <a:lnTo>
                  <a:pt x="3104082" y="39891"/>
                </a:lnTo>
                <a:lnTo>
                  <a:pt x="3104044" y="39449"/>
                </a:lnTo>
                <a:lnTo>
                  <a:pt x="3103991" y="39006"/>
                </a:lnTo>
                <a:lnTo>
                  <a:pt x="3103920" y="38565"/>
                </a:lnTo>
                <a:lnTo>
                  <a:pt x="3103829" y="38129"/>
                </a:lnTo>
                <a:lnTo>
                  <a:pt x="3103716" y="37700"/>
                </a:lnTo>
                <a:lnTo>
                  <a:pt x="3103577" y="37282"/>
                </a:lnTo>
                <a:lnTo>
                  <a:pt x="3103411" y="36876"/>
                </a:lnTo>
                <a:lnTo>
                  <a:pt x="3103215" y="36487"/>
                </a:lnTo>
                <a:lnTo>
                  <a:pt x="3102986" y="36117"/>
                </a:lnTo>
                <a:lnTo>
                  <a:pt x="3102722" y="35768"/>
                </a:lnTo>
                <a:lnTo>
                  <a:pt x="3102420" y="35444"/>
                </a:lnTo>
                <a:lnTo>
                  <a:pt x="3102078" y="35148"/>
                </a:lnTo>
                <a:lnTo>
                  <a:pt x="3101693" y="34881"/>
                </a:lnTo>
                <a:lnTo>
                  <a:pt x="3101263" y="34648"/>
                </a:lnTo>
                <a:lnTo>
                  <a:pt x="3100786" y="34451"/>
                </a:lnTo>
                <a:lnTo>
                  <a:pt x="3100258" y="34293"/>
                </a:lnTo>
                <a:lnTo>
                  <a:pt x="3099677" y="34177"/>
                </a:lnTo>
                <a:lnTo>
                  <a:pt x="3099041" y="34105"/>
                </a:lnTo>
                <a:lnTo>
                  <a:pt x="3098348" y="34080"/>
                </a:lnTo>
                <a:lnTo>
                  <a:pt x="3097790" y="34094"/>
                </a:lnTo>
                <a:lnTo>
                  <a:pt x="3097270" y="34134"/>
                </a:lnTo>
                <a:lnTo>
                  <a:pt x="3096787" y="34199"/>
                </a:lnTo>
                <a:lnTo>
                  <a:pt x="3096340" y="34286"/>
                </a:lnTo>
                <a:lnTo>
                  <a:pt x="3095928" y="34395"/>
                </a:lnTo>
                <a:lnTo>
                  <a:pt x="3095547" y="34523"/>
                </a:lnTo>
                <a:lnTo>
                  <a:pt x="3095198" y="34669"/>
                </a:lnTo>
                <a:lnTo>
                  <a:pt x="3094879" y="34830"/>
                </a:lnTo>
                <a:lnTo>
                  <a:pt x="3094587" y="35006"/>
                </a:lnTo>
                <a:lnTo>
                  <a:pt x="3094322" y="35193"/>
                </a:lnTo>
                <a:lnTo>
                  <a:pt x="3094083" y="35392"/>
                </a:lnTo>
                <a:lnTo>
                  <a:pt x="3093866" y="35599"/>
                </a:lnTo>
                <a:lnTo>
                  <a:pt x="3093672" y="35813"/>
                </a:lnTo>
                <a:lnTo>
                  <a:pt x="3093499" y="36033"/>
                </a:lnTo>
                <a:lnTo>
                  <a:pt x="3093344" y="36256"/>
                </a:lnTo>
                <a:lnTo>
                  <a:pt x="3093207" y="36481"/>
                </a:lnTo>
                <a:lnTo>
                  <a:pt x="3093087" y="36705"/>
                </a:lnTo>
                <a:lnTo>
                  <a:pt x="3092980" y="36928"/>
                </a:lnTo>
                <a:lnTo>
                  <a:pt x="3092887" y="37148"/>
                </a:lnTo>
                <a:lnTo>
                  <a:pt x="3092805" y="37362"/>
                </a:lnTo>
                <a:lnTo>
                  <a:pt x="3092734" y="37569"/>
                </a:lnTo>
                <a:lnTo>
                  <a:pt x="3092671" y="37768"/>
                </a:lnTo>
                <a:lnTo>
                  <a:pt x="3092615" y="37955"/>
                </a:lnTo>
                <a:lnTo>
                  <a:pt x="3092564" y="38131"/>
                </a:lnTo>
                <a:lnTo>
                  <a:pt x="3091505" y="37645"/>
                </a:lnTo>
                <a:lnTo>
                  <a:pt x="3090447" y="37200"/>
                </a:lnTo>
                <a:lnTo>
                  <a:pt x="3089393" y="36794"/>
                </a:lnTo>
                <a:lnTo>
                  <a:pt x="3088346" y="36424"/>
                </a:lnTo>
                <a:lnTo>
                  <a:pt x="3087307" y="36090"/>
                </a:lnTo>
                <a:lnTo>
                  <a:pt x="3086278" y="35789"/>
                </a:lnTo>
                <a:lnTo>
                  <a:pt x="3085262" y="35520"/>
                </a:lnTo>
                <a:lnTo>
                  <a:pt x="3084261" y="35280"/>
                </a:lnTo>
                <a:lnTo>
                  <a:pt x="3083276" y="35069"/>
                </a:lnTo>
                <a:lnTo>
                  <a:pt x="3082310" y="34884"/>
                </a:lnTo>
                <a:lnTo>
                  <a:pt x="3081365" y="34724"/>
                </a:lnTo>
                <a:lnTo>
                  <a:pt x="3080443" y="34586"/>
                </a:lnTo>
                <a:lnTo>
                  <a:pt x="3079547" y="34470"/>
                </a:lnTo>
                <a:lnTo>
                  <a:pt x="3078677" y="34373"/>
                </a:lnTo>
                <a:lnTo>
                  <a:pt x="3077837" y="34294"/>
                </a:lnTo>
                <a:lnTo>
                  <a:pt x="3077028" y="34230"/>
                </a:lnTo>
                <a:lnTo>
                  <a:pt x="3076252" y="34180"/>
                </a:lnTo>
                <a:lnTo>
                  <a:pt x="3075512" y="34143"/>
                </a:lnTo>
                <a:lnTo>
                  <a:pt x="3074810" y="34117"/>
                </a:lnTo>
                <a:lnTo>
                  <a:pt x="3074147" y="34099"/>
                </a:lnTo>
                <a:lnTo>
                  <a:pt x="3073527" y="34088"/>
                </a:lnTo>
                <a:lnTo>
                  <a:pt x="3072950" y="34082"/>
                </a:lnTo>
                <a:lnTo>
                  <a:pt x="3072419" y="34080"/>
                </a:lnTo>
                <a:lnTo>
                  <a:pt x="3071937" y="34080"/>
                </a:lnTo>
                <a:lnTo>
                  <a:pt x="3068055" y="34160"/>
                </a:lnTo>
                <a:lnTo>
                  <a:pt x="3064452" y="34395"/>
                </a:lnTo>
                <a:lnTo>
                  <a:pt x="3061118" y="34773"/>
                </a:lnTo>
                <a:lnTo>
                  <a:pt x="3058043" y="35284"/>
                </a:lnTo>
                <a:lnTo>
                  <a:pt x="3055217" y="35916"/>
                </a:lnTo>
                <a:lnTo>
                  <a:pt x="3052630" y="36660"/>
                </a:lnTo>
                <a:lnTo>
                  <a:pt x="3050270" y="37504"/>
                </a:lnTo>
                <a:lnTo>
                  <a:pt x="3048130" y="38438"/>
                </a:lnTo>
                <a:lnTo>
                  <a:pt x="3046197" y="39451"/>
                </a:lnTo>
                <a:lnTo>
                  <a:pt x="3044462" y="40532"/>
                </a:lnTo>
                <a:lnTo>
                  <a:pt x="3042916" y="41671"/>
                </a:lnTo>
                <a:lnTo>
                  <a:pt x="3041547" y="42856"/>
                </a:lnTo>
                <a:lnTo>
                  <a:pt x="3040346" y="44078"/>
                </a:lnTo>
                <a:lnTo>
                  <a:pt x="3039302" y="45325"/>
                </a:lnTo>
                <a:lnTo>
                  <a:pt x="3038406" y="46587"/>
                </a:lnTo>
                <a:lnTo>
                  <a:pt x="3037648" y="47854"/>
                </a:lnTo>
                <a:lnTo>
                  <a:pt x="3037016" y="49113"/>
                </a:lnTo>
                <a:lnTo>
                  <a:pt x="3036501" y="50355"/>
                </a:lnTo>
                <a:lnTo>
                  <a:pt x="3036094" y="51569"/>
                </a:lnTo>
                <a:lnTo>
                  <a:pt x="3035783" y="52744"/>
                </a:lnTo>
                <a:lnTo>
                  <a:pt x="3035559" y="53870"/>
                </a:lnTo>
                <a:lnTo>
                  <a:pt x="3035412" y="54935"/>
                </a:lnTo>
                <a:lnTo>
                  <a:pt x="3035330" y="55929"/>
                </a:lnTo>
                <a:lnTo>
                  <a:pt x="3035306" y="56842"/>
                </a:lnTo>
                <a:lnTo>
                  <a:pt x="3035409" y="58987"/>
                </a:lnTo>
                <a:lnTo>
                  <a:pt x="3035714" y="60987"/>
                </a:lnTo>
                <a:lnTo>
                  <a:pt x="3036210" y="62849"/>
                </a:lnTo>
                <a:lnTo>
                  <a:pt x="3036887" y="64578"/>
                </a:lnTo>
                <a:lnTo>
                  <a:pt x="3037736" y="66180"/>
                </a:lnTo>
                <a:lnTo>
                  <a:pt x="3038746" y="67661"/>
                </a:lnTo>
                <a:lnTo>
                  <a:pt x="3039907" y="69028"/>
                </a:lnTo>
                <a:lnTo>
                  <a:pt x="3041211" y="70287"/>
                </a:lnTo>
                <a:lnTo>
                  <a:pt x="3042646" y="71443"/>
                </a:lnTo>
                <a:lnTo>
                  <a:pt x="3044203" y="72502"/>
                </a:lnTo>
                <a:lnTo>
                  <a:pt x="3045873" y="73471"/>
                </a:lnTo>
                <a:lnTo>
                  <a:pt x="3047644" y="74355"/>
                </a:lnTo>
                <a:lnTo>
                  <a:pt x="3049508" y="75161"/>
                </a:lnTo>
                <a:lnTo>
                  <a:pt x="3051455" y="75895"/>
                </a:lnTo>
                <a:lnTo>
                  <a:pt x="3053474" y="76562"/>
                </a:lnTo>
                <a:lnTo>
                  <a:pt x="3055556" y="77169"/>
                </a:lnTo>
                <a:lnTo>
                  <a:pt x="3057691" y="77722"/>
                </a:lnTo>
                <a:lnTo>
                  <a:pt x="3059869" y="78227"/>
                </a:lnTo>
                <a:lnTo>
                  <a:pt x="3062080" y="78689"/>
                </a:lnTo>
                <a:lnTo>
                  <a:pt x="3064314" y="79115"/>
                </a:lnTo>
                <a:lnTo>
                  <a:pt x="3066562" y="79511"/>
                </a:lnTo>
                <a:lnTo>
                  <a:pt x="3068813" y="79883"/>
                </a:lnTo>
                <a:lnTo>
                  <a:pt x="3071058" y="80236"/>
                </a:lnTo>
                <a:lnTo>
                  <a:pt x="3073287" y="80578"/>
                </a:lnTo>
                <a:lnTo>
                  <a:pt x="3074497" y="80776"/>
                </a:lnTo>
                <a:lnTo>
                  <a:pt x="3075761" y="80988"/>
                </a:lnTo>
                <a:lnTo>
                  <a:pt x="3077068" y="81216"/>
                </a:lnTo>
                <a:lnTo>
                  <a:pt x="3078409" y="81462"/>
                </a:lnTo>
                <a:lnTo>
                  <a:pt x="3079775" y="81730"/>
                </a:lnTo>
                <a:lnTo>
                  <a:pt x="3081158" y="82023"/>
                </a:lnTo>
                <a:lnTo>
                  <a:pt x="3082547" y="82343"/>
                </a:lnTo>
                <a:lnTo>
                  <a:pt x="3083933" y="82694"/>
                </a:lnTo>
                <a:lnTo>
                  <a:pt x="3085307" y="83079"/>
                </a:lnTo>
                <a:lnTo>
                  <a:pt x="3086660" y="83500"/>
                </a:lnTo>
                <a:lnTo>
                  <a:pt x="3087982" y="83960"/>
                </a:lnTo>
                <a:lnTo>
                  <a:pt x="3089264" y="84462"/>
                </a:lnTo>
                <a:lnTo>
                  <a:pt x="3090497" y="85010"/>
                </a:lnTo>
                <a:lnTo>
                  <a:pt x="3091672" y="85606"/>
                </a:lnTo>
                <a:lnTo>
                  <a:pt x="3092778" y="86253"/>
                </a:lnTo>
                <a:lnTo>
                  <a:pt x="3093808" y="86954"/>
                </a:lnTo>
                <a:lnTo>
                  <a:pt x="3094751" y="87712"/>
                </a:lnTo>
                <a:lnTo>
                  <a:pt x="3095599" y="88530"/>
                </a:lnTo>
                <a:lnTo>
                  <a:pt x="3096342" y="89411"/>
                </a:lnTo>
                <a:lnTo>
                  <a:pt x="3096970" y="90357"/>
                </a:lnTo>
                <a:lnTo>
                  <a:pt x="3097475" y="91372"/>
                </a:lnTo>
                <a:lnTo>
                  <a:pt x="3097848" y="92459"/>
                </a:lnTo>
                <a:lnTo>
                  <a:pt x="3098078" y="93620"/>
                </a:lnTo>
                <a:lnTo>
                  <a:pt x="3098157" y="94858"/>
                </a:lnTo>
                <a:lnTo>
                  <a:pt x="3098119" y="95746"/>
                </a:lnTo>
                <a:lnTo>
                  <a:pt x="3098006" y="96624"/>
                </a:lnTo>
                <a:lnTo>
                  <a:pt x="3097816" y="97489"/>
                </a:lnTo>
                <a:lnTo>
                  <a:pt x="3097547" y="98338"/>
                </a:lnTo>
                <a:lnTo>
                  <a:pt x="3097198" y="99170"/>
                </a:lnTo>
                <a:lnTo>
                  <a:pt x="3096768" y="99981"/>
                </a:lnTo>
                <a:lnTo>
                  <a:pt x="3096255" y="100770"/>
                </a:lnTo>
                <a:lnTo>
                  <a:pt x="3095657" y="101534"/>
                </a:lnTo>
                <a:lnTo>
                  <a:pt x="3094974" y="102271"/>
                </a:lnTo>
                <a:lnTo>
                  <a:pt x="3094204" y="102977"/>
                </a:lnTo>
                <a:lnTo>
                  <a:pt x="3093345" y="103651"/>
                </a:lnTo>
                <a:lnTo>
                  <a:pt x="3092397" y="104291"/>
                </a:lnTo>
                <a:lnTo>
                  <a:pt x="3091357" y="104893"/>
                </a:lnTo>
                <a:lnTo>
                  <a:pt x="3090224" y="105455"/>
                </a:lnTo>
                <a:lnTo>
                  <a:pt x="3088997" y="105976"/>
                </a:lnTo>
                <a:lnTo>
                  <a:pt x="3087674" y="106452"/>
                </a:lnTo>
                <a:lnTo>
                  <a:pt x="3086254" y="106881"/>
                </a:lnTo>
                <a:lnTo>
                  <a:pt x="3084736" y="107261"/>
                </a:lnTo>
                <a:lnTo>
                  <a:pt x="3083118" y="107589"/>
                </a:lnTo>
                <a:lnTo>
                  <a:pt x="3081398" y="107863"/>
                </a:lnTo>
                <a:lnTo>
                  <a:pt x="3079576" y="108080"/>
                </a:lnTo>
                <a:lnTo>
                  <a:pt x="3077649" y="108238"/>
                </a:lnTo>
                <a:lnTo>
                  <a:pt x="3075617" y="108335"/>
                </a:lnTo>
                <a:lnTo>
                  <a:pt x="3073478" y="108368"/>
                </a:lnTo>
                <a:lnTo>
                  <a:pt x="3072337" y="108356"/>
                </a:lnTo>
                <a:lnTo>
                  <a:pt x="3071181" y="108317"/>
                </a:lnTo>
                <a:lnTo>
                  <a:pt x="3070014" y="108247"/>
                </a:lnTo>
                <a:lnTo>
                  <a:pt x="3068839" y="108141"/>
                </a:lnTo>
                <a:lnTo>
                  <a:pt x="3067659" y="107994"/>
                </a:lnTo>
                <a:lnTo>
                  <a:pt x="3066478" y="107801"/>
                </a:lnTo>
                <a:lnTo>
                  <a:pt x="3065298" y="107558"/>
                </a:lnTo>
                <a:lnTo>
                  <a:pt x="3064125" y="107260"/>
                </a:lnTo>
                <a:lnTo>
                  <a:pt x="3062959" y="106902"/>
                </a:lnTo>
                <a:lnTo>
                  <a:pt x="3061806" y="106480"/>
                </a:lnTo>
                <a:lnTo>
                  <a:pt x="3060669" y="105989"/>
                </a:lnTo>
                <a:lnTo>
                  <a:pt x="3059550" y="105424"/>
                </a:lnTo>
                <a:lnTo>
                  <a:pt x="3058453" y="104781"/>
                </a:lnTo>
                <a:lnTo>
                  <a:pt x="3057381" y="104055"/>
                </a:lnTo>
                <a:lnTo>
                  <a:pt x="3056339" y="103241"/>
                </a:lnTo>
                <a:lnTo>
                  <a:pt x="3055328" y="102335"/>
                </a:lnTo>
                <a:lnTo>
                  <a:pt x="3054353" y="101331"/>
                </a:lnTo>
                <a:lnTo>
                  <a:pt x="3053417" y="100226"/>
                </a:lnTo>
                <a:lnTo>
                  <a:pt x="3052523" y="99014"/>
                </a:lnTo>
                <a:lnTo>
                  <a:pt x="3051674" y="97691"/>
                </a:lnTo>
                <a:lnTo>
                  <a:pt x="3050875" y="96252"/>
                </a:lnTo>
                <a:lnTo>
                  <a:pt x="3050127" y="94692"/>
                </a:lnTo>
                <a:lnTo>
                  <a:pt x="3049435" y="93007"/>
                </a:lnTo>
                <a:lnTo>
                  <a:pt x="3048803" y="91193"/>
                </a:lnTo>
                <a:lnTo>
                  <a:pt x="3048683" y="90765"/>
                </a:lnTo>
                <a:lnTo>
                  <a:pt x="3048563" y="90353"/>
                </a:lnTo>
                <a:lnTo>
                  <a:pt x="3048441" y="89955"/>
                </a:lnTo>
                <a:lnTo>
                  <a:pt x="3048316" y="89572"/>
                </a:lnTo>
                <a:lnTo>
                  <a:pt x="3048185" y="89204"/>
                </a:lnTo>
                <a:lnTo>
                  <a:pt x="3048046" y="88852"/>
                </a:lnTo>
                <a:lnTo>
                  <a:pt x="3047898" y="88517"/>
                </a:lnTo>
                <a:lnTo>
                  <a:pt x="3047738" y="88198"/>
                </a:lnTo>
                <a:lnTo>
                  <a:pt x="3047565" y="87895"/>
                </a:lnTo>
                <a:lnTo>
                  <a:pt x="3047377" y="87610"/>
                </a:lnTo>
                <a:lnTo>
                  <a:pt x="3047171" y="87342"/>
                </a:lnTo>
                <a:lnTo>
                  <a:pt x="3046946" y="87092"/>
                </a:lnTo>
                <a:lnTo>
                  <a:pt x="3046700" y="86860"/>
                </a:lnTo>
                <a:lnTo>
                  <a:pt x="3046432" y="86646"/>
                </a:lnTo>
                <a:lnTo>
                  <a:pt x="3046138" y="86451"/>
                </a:lnTo>
                <a:lnTo>
                  <a:pt x="3045817" y="86276"/>
                </a:lnTo>
                <a:lnTo>
                  <a:pt x="3045468" y="86119"/>
                </a:lnTo>
                <a:lnTo>
                  <a:pt x="3045088" y="85983"/>
                </a:lnTo>
                <a:lnTo>
                  <a:pt x="3044675" y="85866"/>
                </a:lnTo>
                <a:lnTo>
                  <a:pt x="3044228" y="85770"/>
                </a:lnTo>
                <a:lnTo>
                  <a:pt x="3043744" y="85695"/>
                </a:lnTo>
                <a:lnTo>
                  <a:pt x="3043221" y="85641"/>
                </a:lnTo>
                <a:lnTo>
                  <a:pt x="3042659" y="85608"/>
                </a:lnTo>
                <a:lnTo>
                  <a:pt x="3042054" y="85597"/>
                </a:lnTo>
                <a:lnTo>
                  <a:pt x="3041245" y="85618"/>
                </a:lnTo>
                <a:lnTo>
                  <a:pt x="3040504" y="85679"/>
                </a:lnTo>
                <a:lnTo>
                  <a:pt x="3039827" y="85779"/>
                </a:lnTo>
                <a:lnTo>
                  <a:pt x="3039211" y="85915"/>
                </a:lnTo>
                <a:lnTo>
                  <a:pt x="3038654" y="86086"/>
                </a:lnTo>
                <a:lnTo>
                  <a:pt x="3038153" y="86290"/>
                </a:lnTo>
                <a:lnTo>
                  <a:pt x="3037704" y="86526"/>
                </a:lnTo>
                <a:lnTo>
                  <a:pt x="3037305" y="86790"/>
                </a:lnTo>
                <a:lnTo>
                  <a:pt x="3036953" y="87082"/>
                </a:lnTo>
                <a:lnTo>
                  <a:pt x="3036645" y="87400"/>
                </a:lnTo>
                <a:lnTo>
                  <a:pt x="3036378" y="87742"/>
                </a:lnTo>
                <a:lnTo>
                  <a:pt x="3036149" y="88105"/>
                </a:lnTo>
                <a:lnTo>
                  <a:pt x="3035955" y="88489"/>
                </a:lnTo>
                <a:lnTo>
                  <a:pt x="3035794" y="88890"/>
                </a:lnTo>
                <a:lnTo>
                  <a:pt x="3035662" y="89309"/>
                </a:lnTo>
                <a:lnTo>
                  <a:pt x="3035556" y="89741"/>
                </a:lnTo>
                <a:lnTo>
                  <a:pt x="3035473" y="90187"/>
                </a:lnTo>
                <a:lnTo>
                  <a:pt x="3035411" y="90643"/>
                </a:lnTo>
                <a:lnTo>
                  <a:pt x="3035367" y="91109"/>
                </a:lnTo>
                <a:lnTo>
                  <a:pt x="3035337" y="91582"/>
                </a:lnTo>
                <a:lnTo>
                  <a:pt x="3035319" y="92060"/>
                </a:lnTo>
                <a:lnTo>
                  <a:pt x="3035310" y="92541"/>
                </a:lnTo>
                <a:lnTo>
                  <a:pt x="3035306" y="93025"/>
                </a:lnTo>
                <a:lnTo>
                  <a:pt x="3035306" y="93508"/>
                </a:lnTo>
                <a:lnTo>
                  <a:pt x="3035306" y="112225"/>
                </a:lnTo>
                <a:lnTo>
                  <a:pt x="3035306" y="112619"/>
                </a:lnTo>
                <a:lnTo>
                  <a:pt x="3035309" y="113028"/>
                </a:lnTo>
                <a:lnTo>
                  <a:pt x="3035317" y="113450"/>
                </a:lnTo>
                <a:lnTo>
                  <a:pt x="3035332" y="113881"/>
                </a:lnTo>
                <a:lnTo>
                  <a:pt x="3035358" y="114319"/>
                </a:lnTo>
                <a:lnTo>
                  <a:pt x="3035396" y="114760"/>
                </a:lnTo>
                <a:lnTo>
                  <a:pt x="3035449" y="115203"/>
                </a:lnTo>
                <a:lnTo>
                  <a:pt x="3035520" y="115644"/>
                </a:lnTo>
                <a:lnTo>
                  <a:pt x="3035611" y="116080"/>
                </a:lnTo>
                <a:lnTo>
                  <a:pt x="3035724" y="116509"/>
                </a:lnTo>
                <a:lnTo>
                  <a:pt x="3035863" y="116927"/>
                </a:lnTo>
                <a:lnTo>
                  <a:pt x="3036029" y="117332"/>
                </a:lnTo>
                <a:lnTo>
                  <a:pt x="3036225" y="117721"/>
                </a:lnTo>
                <a:lnTo>
                  <a:pt x="3036454" y="118091"/>
                </a:lnTo>
                <a:lnTo>
                  <a:pt x="3036718" y="118440"/>
                </a:lnTo>
                <a:lnTo>
                  <a:pt x="3037019" y="118763"/>
                </a:lnTo>
                <a:lnTo>
                  <a:pt x="3037361" y="119060"/>
                </a:lnTo>
                <a:lnTo>
                  <a:pt x="3037746" y="119326"/>
                </a:lnTo>
                <a:lnTo>
                  <a:pt x="3038175" y="119559"/>
                </a:lnTo>
                <a:lnTo>
                  <a:pt x="3038653" y="119756"/>
                </a:lnTo>
                <a:lnTo>
                  <a:pt x="3039180" y="119914"/>
                </a:lnTo>
                <a:lnTo>
                  <a:pt x="3039760" y="120030"/>
                </a:lnTo>
                <a:lnTo>
                  <a:pt x="3040396" y="120102"/>
                </a:lnTo>
                <a:lnTo>
                  <a:pt x="3041089" y="120127"/>
                </a:lnTo>
                <a:lnTo>
                  <a:pt x="3041313" y="120125"/>
                </a:lnTo>
                <a:lnTo>
                  <a:pt x="3041550" y="120119"/>
                </a:lnTo>
                <a:lnTo>
                  <a:pt x="3041799" y="120105"/>
                </a:lnTo>
                <a:lnTo>
                  <a:pt x="3042060" y="120080"/>
                </a:lnTo>
                <a:lnTo>
                  <a:pt x="3042331" y="120041"/>
                </a:lnTo>
                <a:lnTo>
                  <a:pt x="3042611" y="119986"/>
                </a:lnTo>
                <a:lnTo>
                  <a:pt x="3042900" y="119911"/>
                </a:lnTo>
                <a:lnTo>
                  <a:pt x="3043196" y="119813"/>
                </a:lnTo>
                <a:lnTo>
                  <a:pt x="3043499" y="119690"/>
                </a:lnTo>
                <a:lnTo>
                  <a:pt x="3043808" y="119539"/>
                </a:lnTo>
                <a:lnTo>
                  <a:pt x="3044122" y="119356"/>
                </a:lnTo>
                <a:lnTo>
                  <a:pt x="3044440" y="119140"/>
                </a:lnTo>
                <a:lnTo>
                  <a:pt x="3044761" y="118886"/>
                </a:lnTo>
                <a:lnTo>
                  <a:pt x="3045083" y="118592"/>
                </a:lnTo>
                <a:lnTo>
                  <a:pt x="3045407" y="118254"/>
                </a:lnTo>
                <a:lnTo>
                  <a:pt x="3045732" y="117871"/>
                </a:lnTo>
                <a:lnTo>
                  <a:pt x="3046055" y="117440"/>
                </a:lnTo>
                <a:lnTo>
                  <a:pt x="3046377" y="116956"/>
                </a:lnTo>
                <a:lnTo>
                  <a:pt x="3046696" y="116417"/>
                </a:lnTo>
                <a:lnTo>
                  <a:pt x="3047012" y="115821"/>
                </a:lnTo>
                <a:lnTo>
                  <a:pt x="3047324" y="115165"/>
                </a:lnTo>
                <a:lnTo>
                  <a:pt x="3047630" y="114444"/>
                </a:lnTo>
                <a:lnTo>
                  <a:pt x="3047930" y="113658"/>
                </a:lnTo>
                <a:lnTo>
                  <a:pt x="3048223" y="112801"/>
                </a:lnTo>
                <a:lnTo>
                  <a:pt x="3049407" y="113635"/>
                </a:lnTo>
                <a:lnTo>
                  <a:pt x="3050597" y="114403"/>
                </a:lnTo>
                <a:lnTo>
                  <a:pt x="3051791" y="115109"/>
                </a:lnTo>
                <a:lnTo>
                  <a:pt x="3052985" y="115754"/>
                </a:lnTo>
                <a:lnTo>
                  <a:pt x="3054177" y="116341"/>
                </a:lnTo>
                <a:lnTo>
                  <a:pt x="3055365" y="116874"/>
                </a:lnTo>
                <a:lnTo>
                  <a:pt x="3056547" y="117354"/>
                </a:lnTo>
                <a:lnTo>
                  <a:pt x="3057720" y="117785"/>
                </a:lnTo>
                <a:lnTo>
                  <a:pt x="3058881" y="118169"/>
                </a:lnTo>
                <a:lnTo>
                  <a:pt x="3060029" y="118509"/>
                </a:lnTo>
                <a:lnTo>
                  <a:pt x="3061160" y="118807"/>
                </a:lnTo>
                <a:lnTo>
                  <a:pt x="3062273" y="119067"/>
                </a:lnTo>
                <a:lnTo>
                  <a:pt x="3063365" y="119290"/>
                </a:lnTo>
                <a:lnTo>
                  <a:pt x="3064433" y="119480"/>
                </a:lnTo>
                <a:lnTo>
                  <a:pt x="3065475" y="119639"/>
                </a:lnTo>
                <a:lnTo>
                  <a:pt x="3066489" y="119770"/>
                </a:lnTo>
                <a:lnTo>
                  <a:pt x="3067472" y="119876"/>
                </a:lnTo>
                <a:lnTo>
                  <a:pt x="3068422" y="119958"/>
                </a:lnTo>
                <a:lnTo>
                  <a:pt x="3069336" y="120021"/>
                </a:lnTo>
                <a:lnTo>
                  <a:pt x="3070212" y="120066"/>
                </a:lnTo>
                <a:lnTo>
                  <a:pt x="3071048" y="120097"/>
                </a:lnTo>
                <a:lnTo>
                  <a:pt x="3071840" y="120115"/>
                </a:lnTo>
                <a:lnTo>
                  <a:pt x="3072587" y="120124"/>
                </a:lnTo>
                <a:lnTo>
                  <a:pt x="3073287" y="120127"/>
                </a:lnTo>
                <a:lnTo>
                  <a:pt x="3076969" y="120045"/>
                </a:lnTo>
                <a:lnTo>
                  <a:pt x="3080406" y="119807"/>
                </a:lnTo>
                <a:lnTo>
                  <a:pt x="3083606" y="119421"/>
                </a:lnTo>
                <a:lnTo>
                  <a:pt x="3086576" y="118899"/>
                </a:lnTo>
                <a:lnTo>
                  <a:pt x="3089325" y="118249"/>
                </a:lnTo>
                <a:lnTo>
                  <a:pt x="3091860" y="117482"/>
                </a:lnTo>
                <a:lnTo>
                  <a:pt x="3094190" y="116607"/>
                </a:lnTo>
                <a:lnTo>
                  <a:pt x="3096321" y="115635"/>
                </a:lnTo>
                <a:lnTo>
                  <a:pt x="3098262" y="114575"/>
                </a:lnTo>
                <a:lnTo>
                  <a:pt x="3100022" y="113437"/>
                </a:lnTo>
                <a:lnTo>
                  <a:pt x="3101606" y="112231"/>
                </a:lnTo>
                <a:lnTo>
                  <a:pt x="3103025" y="110967"/>
                </a:lnTo>
                <a:lnTo>
                  <a:pt x="3104284" y="109654"/>
                </a:lnTo>
                <a:lnTo>
                  <a:pt x="3105393" y="108304"/>
                </a:lnTo>
                <a:lnTo>
                  <a:pt x="3106359" y="106925"/>
                </a:lnTo>
                <a:lnTo>
                  <a:pt x="3107190" y="105527"/>
                </a:lnTo>
                <a:lnTo>
                  <a:pt x="3107893" y="104120"/>
                </a:lnTo>
                <a:lnTo>
                  <a:pt x="3108478" y="102715"/>
                </a:lnTo>
                <a:lnTo>
                  <a:pt x="3108950" y="101320"/>
                </a:lnTo>
                <a:lnTo>
                  <a:pt x="3109320" y="99947"/>
                </a:lnTo>
                <a:lnTo>
                  <a:pt x="3109593" y="98604"/>
                </a:lnTo>
                <a:lnTo>
                  <a:pt x="3109779" y="97302"/>
                </a:lnTo>
                <a:lnTo>
                  <a:pt x="3109884" y="96050"/>
                </a:lnTo>
                <a:lnTo>
                  <a:pt x="3109918" y="94858"/>
                </a:lnTo>
                <a:lnTo>
                  <a:pt x="3109791" y="92432"/>
                </a:lnTo>
                <a:lnTo>
                  <a:pt x="3109425" y="90167"/>
                </a:lnTo>
                <a:lnTo>
                  <a:pt x="3108837" y="88058"/>
                </a:lnTo>
                <a:lnTo>
                  <a:pt x="3108047" y="86098"/>
                </a:lnTo>
                <a:lnTo>
                  <a:pt x="3107073" y="84283"/>
                </a:lnTo>
                <a:lnTo>
                  <a:pt x="3105935" y="82607"/>
                </a:lnTo>
                <a:close/>
                <a:moveTo>
                  <a:pt x="3612013" y="82607"/>
                </a:moveTo>
                <a:lnTo>
                  <a:pt x="3610729" y="81064"/>
                </a:lnTo>
                <a:lnTo>
                  <a:pt x="3609318" y="79649"/>
                </a:lnTo>
                <a:lnTo>
                  <a:pt x="3607800" y="78355"/>
                </a:lnTo>
                <a:lnTo>
                  <a:pt x="3606193" y="77178"/>
                </a:lnTo>
                <a:lnTo>
                  <a:pt x="3604516" y="76112"/>
                </a:lnTo>
                <a:lnTo>
                  <a:pt x="3602788" y="75151"/>
                </a:lnTo>
                <a:lnTo>
                  <a:pt x="3601028" y="74289"/>
                </a:lnTo>
                <a:lnTo>
                  <a:pt x="3599254" y="73521"/>
                </a:lnTo>
                <a:lnTo>
                  <a:pt x="3597486" y="72842"/>
                </a:lnTo>
                <a:lnTo>
                  <a:pt x="3595743" y="72245"/>
                </a:lnTo>
                <a:lnTo>
                  <a:pt x="3594044" y="71725"/>
                </a:lnTo>
                <a:lnTo>
                  <a:pt x="3592407" y="71276"/>
                </a:lnTo>
                <a:lnTo>
                  <a:pt x="3590851" y="70894"/>
                </a:lnTo>
                <a:lnTo>
                  <a:pt x="3589395" y="70572"/>
                </a:lnTo>
                <a:lnTo>
                  <a:pt x="3588059" y="70304"/>
                </a:lnTo>
                <a:lnTo>
                  <a:pt x="3586860" y="70085"/>
                </a:lnTo>
                <a:lnTo>
                  <a:pt x="3585819" y="69910"/>
                </a:lnTo>
                <a:lnTo>
                  <a:pt x="3584954" y="69772"/>
                </a:lnTo>
                <a:lnTo>
                  <a:pt x="3571845" y="67457"/>
                </a:lnTo>
                <a:lnTo>
                  <a:pt x="3571109" y="67352"/>
                </a:lnTo>
                <a:lnTo>
                  <a:pt x="3570303" y="67229"/>
                </a:lnTo>
                <a:lnTo>
                  <a:pt x="3569436" y="67087"/>
                </a:lnTo>
                <a:lnTo>
                  <a:pt x="3568518" y="66924"/>
                </a:lnTo>
                <a:lnTo>
                  <a:pt x="3567558" y="66739"/>
                </a:lnTo>
                <a:lnTo>
                  <a:pt x="3566564" y="66530"/>
                </a:lnTo>
                <a:lnTo>
                  <a:pt x="3565546" y="66295"/>
                </a:lnTo>
                <a:lnTo>
                  <a:pt x="3564511" y="66033"/>
                </a:lnTo>
                <a:lnTo>
                  <a:pt x="3563471" y="65742"/>
                </a:lnTo>
                <a:lnTo>
                  <a:pt x="3562432" y="65421"/>
                </a:lnTo>
                <a:lnTo>
                  <a:pt x="3561405" y="65068"/>
                </a:lnTo>
                <a:lnTo>
                  <a:pt x="3560398" y="64681"/>
                </a:lnTo>
                <a:lnTo>
                  <a:pt x="3559420" y="64259"/>
                </a:lnTo>
                <a:lnTo>
                  <a:pt x="3558480" y="63801"/>
                </a:lnTo>
                <a:lnTo>
                  <a:pt x="3557587" y="63304"/>
                </a:lnTo>
                <a:lnTo>
                  <a:pt x="3556750" y="62767"/>
                </a:lnTo>
                <a:lnTo>
                  <a:pt x="3555978" y="62188"/>
                </a:lnTo>
                <a:lnTo>
                  <a:pt x="3555280" y="61567"/>
                </a:lnTo>
                <a:lnTo>
                  <a:pt x="3554665" y="60900"/>
                </a:lnTo>
                <a:lnTo>
                  <a:pt x="3554141" y="60188"/>
                </a:lnTo>
                <a:lnTo>
                  <a:pt x="3553719" y="59427"/>
                </a:lnTo>
                <a:lnTo>
                  <a:pt x="3553406" y="58617"/>
                </a:lnTo>
                <a:lnTo>
                  <a:pt x="3553211" y="57756"/>
                </a:lnTo>
                <a:lnTo>
                  <a:pt x="3553144" y="56842"/>
                </a:lnTo>
                <a:lnTo>
                  <a:pt x="3553177" y="56210"/>
                </a:lnTo>
                <a:lnTo>
                  <a:pt x="3553276" y="55572"/>
                </a:lnTo>
                <a:lnTo>
                  <a:pt x="3553445" y="54929"/>
                </a:lnTo>
                <a:lnTo>
                  <a:pt x="3553686" y="54285"/>
                </a:lnTo>
                <a:lnTo>
                  <a:pt x="3554002" y="53644"/>
                </a:lnTo>
                <a:lnTo>
                  <a:pt x="3554394" y="53007"/>
                </a:lnTo>
                <a:lnTo>
                  <a:pt x="3554867" y="52378"/>
                </a:lnTo>
                <a:lnTo>
                  <a:pt x="3555422" y="51761"/>
                </a:lnTo>
                <a:lnTo>
                  <a:pt x="3556062" y="51157"/>
                </a:lnTo>
                <a:lnTo>
                  <a:pt x="3556790" y="50571"/>
                </a:lnTo>
                <a:lnTo>
                  <a:pt x="3557608" y="50004"/>
                </a:lnTo>
                <a:lnTo>
                  <a:pt x="3558518" y="49461"/>
                </a:lnTo>
                <a:lnTo>
                  <a:pt x="3559524" y="48944"/>
                </a:lnTo>
                <a:lnTo>
                  <a:pt x="3560628" y="48456"/>
                </a:lnTo>
                <a:lnTo>
                  <a:pt x="3561833" y="48000"/>
                </a:lnTo>
                <a:lnTo>
                  <a:pt x="3563141" y="47579"/>
                </a:lnTo>
                <a:lnTo>
                  <a:pt x="3564554" y="47197"/>
                </a:lnTo>
                <a:lnTo>
                  <a:pt x="3566076" y="46855"/>
                </a:lnTo>
                <a:lnTo>
                  <a:pt x="3567709" y="46558"/>
                </a:lnTo>
                <a:lnTo>
                  <a:pt x="3569456" y="46308"/>
                </a:lnTo>
                <a:lnTo>
                  <a:pt x="3571318" y="46109"/>
                </a:lnTo>
                <a:lnTo>
                  <a:pt x="3573300" y="45963"/>
                </a:lnTo>
                <a:lnTo>
                  <a:pt x="3575402" y="45873"/>
                </a:lnTo>
                <a:lnTo>
                  <a:pt x="3577629" y="45842"/>
                </a:lnTo>
                <a:lnTo>
                  <a:pt x="3579560" y="45872"/>
                </a:lnTo>
                <a:lnTo>
                  <a:pt x="3581358" y="45959"/>
                </a:lnTo>
                <a:lnTo>
                  <a:pt x="3583027" y="46101"/>
                </a:lnTo>
                <a:lnTo>
                  <a:pt x="3584572" y="46294"/>
                </a:lnTo>
                <a:lnTo>
                  <a:pt x="3585998" y="46536"/>
                </a:lnTo>
                <a:lnTo>
                  <a:pt x="3587310" y="46825"/>
                </a:lnTo>
                <a:lnTo>
                  <a:pt x="3588512" y="47157"/>
                </a:lnTo>
                <a:lnTo>
                  <a:pt x="3589610" y="47529"/>
                </a:lnTo>
                <a:lnTo>
                  <a:pt x="3590608" y="47938"/>
                </a:lnTo>
                <a:lnTo>
                  <a:pt x="3591511" y="48383"/>
                </a:lnTo>
                <a:lnTo>
                  <a:pt x="3592324" y="48859"/>
                </a:lnTo>
                <a:lnTo>
                  <a:pt x="3593052" y="49364"/>
                </a:lnTo>
                <a:lnTo>
                  <a:pt x="3593699" y="49895"/>
                </a:lnTo>
                <a:lnTo>
                  <a:pt x="3594271" y="50450"/>
                </a:lnTo>
                <a:lnTo>
                  <a:pt x="3594773" y="51024"/>
                </a:lnTo>
                <a:lnTo>
                  <a:pt x="3595209" y="51617"/>
                </a:lnTo>
                <a:lnTo>
                  <a:pt x="3595583" y="52224"/>
                </a:lnTo>
                <a:lnTo>
                  <a:pt x="3595902" y="52843"/>
                </a:lnTo>
                <a:lnTo>
                  <a:pt x="3596170" y="53471"/>
                </a:lnTo>
                <a:lnTo>
                  <a:pt x="3596391" y="54106"/>
                </a:lnTo>
                <a:lnTo>
                  <a:pt x="3596571" y="54743"/>
                </a:lnTo>
                <a:lnTo>
                  <a:pt x="3596714" y="55381"/>
                </a:lnTo>
                <a:lnTo>
                  <a:pt x="3596825" y="56017"/>
                </a:lnTo>
                <a:lnTo>
                  <a:pt x="3596909" y="56648"/>
                </a:lnTo>
                <a:lnTo>
                  <a:pt x="3596934" y="57058"/>
                </a:lnTo>
                <a:lnTo>
                  <a:pt x="3596964" y="57467"/>
                </a:lnTo>
                <a:lnTo>
                  <a:pt x="3597001" y="57873"/>
                </a:lnTo>
                <a:lnTo>
                  <a:pt x="3597046" y="58274"/>
                </a:lnTo>
                <a:lnTo>
                  <a:pt x="3597103" y="58670"/>
                </a:lnTo>
                <a:lnTo>
                  <a:pt x="3597173" y="59059"/>
                </a:lnTo>
                <a:lnTo>
                  <a:pt x="3597260" y="59439"/>
                </a:lnTo>
                <a:lnTo>
                  <a:pt x="3597365" y="59809"/>
                </a:lnTo>
                <a:lnTo>
                  <a:pt x="3597491" y="60167"/>
                </a:lnTo>
                <a:lnTo>
                  <a:pt x="3597640" y="60513"/>
                </a:lnTo>
                <a:lnTo>
                  <a:pt x="3597814" y="60845"/>
                </a:lnTo>
                <a:lnTo>
                  <a:pt x="3598016" y="61161"/>
                </a:lnTo>
                <a:lnTo>
                  <a:pt x="3598249" y="61460"/>
                </a:lnTo>
                <a:lnTo>
                  <a:pt x="3598513" y="61740"/>
                </a:lnTo>
                <a:lnTo>
                  <a:pt x="3598813" y="62000"/>
                </a:lnTo>
                <a:lnTo>
                  <a:pt x="3599150" y="62239"/>
                </a:lnTo>
                <a:lnTo>
                  <a:pt x="3599526" y="62456"/>
                </a:lnTo>
                <a:lnTo>
                  <a:pt x="3599944" y="62648"/>
                </a:lnTo>
                <a:lnTo>
                  <a:pt x="3600407" y="62814"/>
                </a:lnTo>
                <a:lnTo>
                  <a:pt x="3600916" y="62953"/>
                </a:lnTo>
                <a:lnTo>
                  <a:pt x="3601473" y="63064"/>
                </a:lnTo>
                <a:lnTo>
                  <a:pt x="3602082" y="63145"/>
                </a:lnTo>
                <a:lnTo>
                  <a:pt x="3602745" y="63195"/>
                </a:lnTo>
                <a:lnTo>
                  <a:pt x="3603463" y="63211"/>
                </a:lnTo>
                <a:lnTo>
                  <a:pt x="3604272" y="63191"/>
                </a:lnTo>
                <a:lnTo>
                  <a:pt x="3605014" y="63129"/>
                </a:lnTo>
                <a:lnTo>
                  <a:pt x="3605691" y="63030"/>
                </a:lnTo>
                <a:lnTo>
                  <a:pt x="3606307" y="62893"/>
                </a:lnTo>
                <a:lnTo>
                  <a:pt x="3606864" y="62722"/>
                </a:lnTo>
                <a:lnTo>
                  <a:pt x="3607365" y="62518"/>
                </a:lnTo>
                <a:lnTo>
                  <a:pt x="3607813" y="62282"/>
                </a:lnTo>
                <a:lnTo>
                  <a:pt x="3608212" y="62017"/>
                </a:lnTo>
                <a:lnTo>
                  <a:pt x="3608564" y="61725"/>
                </a:lnTo>
                <a:lnTo>
                  <a:pt x="3608872" y="61407"/>
                </a:lnTo>
                <a:lnTo>
                  <a:pt x="3609139" y="61066"/>
                </a:lnTo>
                <a:lnTo>
                  <a:pt x="3609368" y="60702"/>
                </a:lnTo>
                <a:lnTo>
                  <a:pt x="3609562" y="60318"/>
                </a:lnTo>
                <a:lnTo>
                  <a:pt x="3609724" y="59916"/>
                </a:lnTo>
                <a:lnTo>
                  <a:pt x="3609856" y="59498"/>
                </a:lnTo>
                <a:lnTo>
                  <a:pt x="3609962" y="59065"/>
                </a:lnTo>
                <a:lnTo>
                  <a:pt x="3610044" y="58619"/>
                </a:lnTo>
                <a:lnTo>
                  <a:pt x="3610106" y="58162"/>
                </a:lnTo>
                <a:lnTo>
                  <a:pt x="3610151" y="57697"/>
                </a:lnTo>
                <a:lnTo>
                  <a:pt x="3610181" y="57224"/>
                </a:lnTo>
                <a:lnTo>
                  <a:pt x="3610199" y="56746"/>
                </a:lnTo>
                <a:lnTo>
                  <a:pt x="3610208" y="56264"/>
                </a:lnTo>
                <a:lnTo>
                  <a:pt x="3610211" y="55781"/>
                </a:lnTo>
                <a:lnTo>
                  <a:pt x="3610212" y="55297"/>
                </a:lnTo>
                <a:lnTo>
                  <a:pt x="3610212" y="41985"/>
                </a:lnTo>
                <a:lnTo>
                  <a:pt x="3610211" y="41591"/>
                </a:lnTo>
                <a:lnTo>
                  <a:pt x="3610208" y="41182"/>
                </a:lnTo>
                <a:lnTo>
                  <a:pt x="3610201" y="40760"/>
                </a:lnTo>
                <a:lnTo>
                  <a:pt x="3610185" y="40329"/>
                </a:lnTo>
                <a:lnTo>
                  <a:pt x="3610160" y="39891"/>
                </a:lnTo>
                <a:lnTo>
                  <a:pt x="3610121" y="39449"/>
                </a:lnTo>
                <a:lnTo>
                  <a:pt x="3610068" y="39006"/>
                </a:lnTo>
                <a:lnTo>
                  <a:pt x="3609998" y="38565"/>
                </a:lnTo>
                <a:lnTo>
                  <a:pt x="3609907" y="38129"/>
                </a:lnTo>
                <a:lnTo>
                  <a:pt x="3609793" y="37700"/>
                </a:lnTo>
                <a:lnTo>
                  <a:pt x="3609655" y="37282"/>
                </a:lnTo>
                <a:lnTo>
                  <a:pt x="3609489" y="36876"/>
                </a:lnTo>
                <a:lnTo>
                  <a:pt x="3609292" y="36487"/>
                </a:lnTo>
                <a:lnTo>
                  <a:pt x="3609063" y="36117"/>
                </a:lnTo>
                <a:lnTo>
                  <a:pt x="3608799" y="35768"/>
                </a:lnTo>
                <a:lnTo>
                  <a:pt x="3608497" y="35444"/>
                </a:lnTo>
                <a:lnTo>
                  <a:pt x="3608155" y="35148"/>
                </a:lnTo>
                <a:lnTo>
                  <a:pt x="3607771" y="34881"/>
                </a:lnTo>
                <a:lnTo>
                  <a:pt x="3607341" y="34648"/>
                </a:lnTo>
                <a:lnTo>
                  <a:pt x="3606863" y="34451"/>
                </a:lnTo>
                <a:lnTo>
                  <a:pt x="3606335" y="34293"/>
                </a:lnTo>
                <a:lnTo>
                  <a:pt x="3605755" y="34177"/>
                </a:lnTo>
                <a:lnTo>
                  <a:pt x="3605119" y="34105"/>
                </a:lnTo>
                <a:lnTo>
                  <a:pt x="3604425" y="34080"/>
                </a:lnTo>
                <a:lnTo>
                  <a:pt x="3603867" y="34094"/>
                </a:lnTo>
                <a:lnTo>
                  <a:pt x="3603347" y="34134"/>
                </a:lnTo>
                <a:lnTo>
                  <a:pt x="3602865" y="34199"/>
                </a:lnTo>
                <a:lnTo>
                  <a:pt x="3602418" y="34286"/>
                </a:lnTo>
                <a:lnTo>
                  <a:pt x="3602005" y="34395"/>
                </a:lnTo>
                <a:lnTo>
                  <a:pt x="3601625" y="34523"/>
                </a:lnTo>
                <a:lnTo>
                  <a:pt x="3601276" y="34669"/>
                </a:lnTo>
                <a:lnTo>
                  <a:pt x="3600956" y="34830"/>
                </a:lnTo>
                <a:lnTo>
                  <a:pt x="3600665" y="35006"/>
                </a:lnTo>
                <a:lnTo>
                  <a:pt x="3600400" y="35193"/>
                </a:lnTo>
                <a:lnTo>
                  <a:pt x="3600160" y="35392"/>
                </a:lnTo>
                <a:lnTo>
                  <a:pt x="3599944" y="35599"/>
                </a:lnTo>
                <a:lnTo>
                  <a:pt x="3599750" y="35813"/>
                </a:lnTo>
                <a:lnTo>
                  <a:pt x="3599576" y="36033"/>
                </a:lnTo>
                <a:lnTo>
                  <a:pt x="3599422" y="36256"/>
                </a:lnTo>
                <a:lnTo>
                  <a:pt x="3599285" y="36481"/>
                </a:lnTo>
                <a:lnTo>
                  <a:pt x="3599164" y="36705"/>
                </a:lnTo>
                <a:lnTo>
                  <a:pt x="3599058" y="36928"/>
                </a:lnTo>
                <a:lnTo>
                  <a:pt x="3598965" y="37148"/>
                </a:lnTo>
                <a:lnTo>
                  <a:pt x="3598883" y="37362"/>
                </a:lnTo>
                <a:lnTo>
                  <a:pt x="3598811" y="37569"/>
                </a:lnTo>
                <a:lnTo>
                  <a:pt x="3598748" y="37768"/>
                </a:lnTo>
                <a:lnTo>
                  <a:pt x="3598692" y="37955"/>
                </a:lnTo>
                <a:lnTo>
                  <a:pt x="3598642" y="38131"/>
                </a:lnTo>
                <a:lnTo>
                  <a:pt x="3597582" y="37645"/>
                </a:lnTo>
                <a:lnTo>
                  <a:pt x="3596524" y="37200"/>
                </a:lnTo>
                <a:lnTo>
                  <a:pt x="3595471" y="36794"/>
                </a:lnTo>
                <a:lnTo>
                  <a:pt x="3594423" y="36424"/>
                </a:lnTo>
                <a:lnTo>
                  <a:pt x="3593384" y="36090"/>
                </a:lnTo>
                <a:lnTo>
                  <a:pt x="3592356" y="35789"/>
                </a:lnTo>
                <a:lnTo>
                  <a:pt x="3591340" y="35520"/>
                </a:lnTo>
                <a:lnTo>
                  <a:pt x="3590338" y="35280"/>
                </a:lnTo>
                <a:lnTo>
                  <a:pt x="3589354" y="35069"/>
                </a:lnTo>
                <a:lnTo>
                  <a:pt x="3588388" y="34884"/>
                </a:lnTo>
                <a:lnTo>
                  <a:pt x="3587443" y="34724"/>
                </a:lnTo>
                <a:lnTo>
                  <a:pt x="3586521" y="34586"/>
                </a:lnTo>
                <a:lnTo>
                  <a:pt x="3585624" y="34470"/>
                </a:lnTo>
                <a:lnTo>
                  <a:pt x="3584755" y="34373"/>
                </a:lnTo>
                <a:lnTo>
                  <a:pt x="3583914" y="34294"/>
                </a:lnTo>
                <a:lnTo>
                  <a:pt x="3583105" y="34230"/>
                </a:lnTo>
                <a:lnTo>
                  <a:pt x="3582330" y="34180"/>
                </a:lnTo>
                <a:lnTo>
                  <a:pt x="3581590" y="34143"/>
                </a:lnTo>
                <a:lnTo>
                  <a:pt x="3580887" y="34117"/>
                </a:lnTo>
                <a:lnTo>
                  <a:pt x="3580225" y="34099"/>
                </a:lnTo>
                <a:lnTo>
                  <a:pt x="3579604" y="34088"/>
                </a:lnTo>
                <a:lnTo>
                  <a:pt x="3579027" y="34082"/>
                </a:lnTo>
                <a:lnTo>
                  <a:pt x="3578497" y="34080"/>
                </a:lnTo>
                <a:lnTo>
                  <a:pt x="3578014" y="34080"/>
                </a:lnTo>
                <a:lnTo>
                  <a:pt x="3574132" y="34160"/>
                </a:lnTo>
                <a:lnTo>
                  <a:pt x="3570530" y="34395"/>
                </a:lnTo>
                <a:lnTo>
                  <a:pt x="3567196" y="34773"/>
                </a:lnTo>
                <a:lnTo>
                  <a:pt x="3564121" y="35284"/>
                </a:lnTo>
                <a:lnTo>
                  <a:pt x="3561295" y="35916"/>
                </a:lnTo>
                <a:lnTo>
                  <a:pt x="3558707" y="36660"/>
                </a:lnTo>
                <a:lnTo>
                  <a:pt x="3556348" y="37504"/>
                </a:lnTo>
                <a:lnTo>
                  <a:pt x="3554207" y="38438"/>
                </a:lnTo>
                <a:lnTo>
                  <a:pt x="3552275" y="39451"/>
                </a:lnTo>
                <a:lnTo>
                  <a:pt x="3550540" y="40532"/>
                </a:lnTo>
                <a:lnTo>
                  <a:pt x="3548993" y="41671"/>
                </a:lnTo>
                <a:lnTo>
                  <a:pt x="3547625" y="42856"/>
                </a:lnTo>
                <a:lnTo>
                  <a:pt x="3546423" y="44078"/>
                </a:lnTo>
                <a:lnTo>
                  <a:pt x="3545380" y="45325"/>
                </a:lnTo>
                <a:lnTo>
                  <a:pt x="3544484" y="46587"/>
                </a:lnTo>
                <a:lnTo>
                  <a:pt x="3543725" y="47854"/>
                </a:lnTo>
                <a:lnTo>
                  <a:pt x="3543094" y="49113"/>
                </a:lnTo>
                <a:lnTo>
                  <a:pt x="3542579" y="50355"/>
                </a:lnTo>
                <a:lnTo>
                  <a:pt x="3542171" y="51569"/>
                </a:lnTo>
                <a:lnTo>
                  <a:pt x="3541861" y="52744"/>
                </a:lnTo>
                <a:lnTo>
                  <a:pt x="3541637" y="53870"/>
                </a:lnTo>
                <a:lnTo>
                  <a:pt x="3541489" y="54935"/>
                </a:lnTo>
                <a:lnTo>
                  <a:pt x="3541408" y="55929"/>
                </a:lnTo>
                <a:lnTo>
                  <a:pt x="3541383" y="56842"/>
                </a:lnTo>
                <a:lnTo>
                  <a:pt x="3541487" y="58987"/>
                </a:lnTo>
                <a:lnTo>
                  <a:pt x="3541792" y="60987"/>
                </a:lnTo>
                <a:lnTo>
                  <a:pt x="3542288" y="62849"/>
                </a:lnTo>
                <a:lnTo>
                  <a:pt x="3542965" y="64578"/>
                </a:lnTo>
                <a:lnTo>
                  <a:pt x="3543813" y="66180"/>
                </a:lnTo>
                <a:lnTo>
                  <a:pt x="3544823" y="67661"/>
                </a:lnTo>
                <a:lnTo>
                  <a:pt x="3545985" y="69028"/>
                </a:lnTo>
                <a:lnTo>
                  <a:pt x="3547288" y="70287"/>
                </a:lnTo>
                <a:lnTo>
                  <a:pt x="3548723" y="71443"/>
                </a:lnTo>
                <a:lnTo>
                  <a:pt x="3550281" y="72502"/>
                </a:lnTo>
                <a:lnTo>
                  <a:pt x="3551950" y="73471"/>
                </a:lnTo>
                <a:lnTo>
                  <a:pt x="3553722" y="74355"/>
                </a:lnTo>
                <a:lnTo>
                  <a:pt x="3555586" y="75161"/>
                </a:lnTo>
                <a:lnTo>
                  <a:pt x="3557532" y="75895"/>
                </a:lnTo>
                <a:lnTo>
                  <a:pt x="3559552" y="76562"/>
                </a:lnTo>
                <a:lnTo>
                  <a:pt x="3561634" y="77169"/>
                </a:lnTo>
                <a:lnTo>
                  <a:pt x="3563768" y="77722"/>
                </a:lnTo>
                <a:lnTo>
                  <a:pt x="3565946" y="78227"/>
                </a:lnTo>
                <a:lnTo>
                  <a:pt x="3568157" y="78689"/>
                </a:lnTo>
                <a:lnTo>
                  <a:pt x="3570392" y="79115"/>
                </a:lnTo>
                <a:lnTo>
                  <a:pt x="3572639" y="79511"/>
                </a:lnTo>
                <a:lnTo>
                  <a:pt x="3574891" y="79883"/>
                </a:lnTo>
                <a:lnTo>
                  <a:pt x="3577136" y="80236"/>
                </a:lnTo>
                <a:lnTo>
                  <a:pt x="3579364" y="80578"/>
                </a:lnTo>
                <a:lnTo>
                  <a:pt x="3580575" y="80776"/>
                </a:lnTo>
                <a:lnTo>
                  <a:pt x="3581838" y="80988"/>
                </a:lnTo>
                <a:lnTo>
                  <a:pt x="3583145" y="81216"/>
                </a:lnTo>
                <a:lnTo>
                  <a:pt x="3584487" y="81462"/>
                </a:lnTo>
                <a:lnTo>
                  <a:pt x="3585853" y="81730"/>
                </a:lnTo>
                <a:lnTo>
                  <a:pt x="3587235" y="82023"/>
                </a:lnTo>
                <a:lnTo>
                  <a:pt x="3588624" y="82343"/>
                </a:lnTo>
                <a:lnTo>
                  <a:pt x="3590010" y="82694"/>
                </a:lnTo>
                <a:lnTo>
                  <a:pt x="3591384" y="83079"/>
                </a:lnTo>
                <a:lnTo>
                  <a:pt x="3592737" y="83500"/>
                </a:lnTo>
                <a:lnTo>
                  <a:pt x="3594059" y="83960"/>
                </a:lnTo>
                <a:lnTo>
                  <a:pt x="3595342" y="84462"/>
                </a:lnTo>
                <a:lnTo>
                  <a:pt x="3596575" y="85010"/>
                </a:lnTo>
                <a:lnTo>
                  <a:pt x="3597749" y="85606"/>
                </a:lnTo>
                <a:lnTo>
                  <a:pt x="3598856" y="86253"/>
                </a:lnTo>
                <a:lnTo>
                  <a:pt x="3599886" y="86954"/>
                </a:lnTo>
                <a:lnTo>
                  <a:pt x="3600829" y="87712"/>
                </a:lnTo>
                <a:lnTo>
                  <a:pt x="3601677" y="88530"/>
                </a:lnTo>
                <a:lnTo>
                  <a:pt x="3602419" y="89411"/>
                </a:lnTo>
                <a:lnTo>
                  <a:pt x="3603048" y="90357"/>
                </a:lnTo>
                <a:lnTo>
                  <a:pt x="3603553" y="91372"/>
                </a:lnTo>
                <a:lnTo>
                  <a:pt x="3603925" y="92459"/>
                </a:lnTo>
                <a:lnTo>
                  <a:pt x="3604155" y="93620"/>
                </a:lnTo>
                <a:lnTo>
                  <a:pt x="3604234" y="94858"/>
                </a:lnTo>
                <a:lnTo>
                  <a:pt x="3604197" y="95746"/>
                </a:lnTo>
                <a:lnTo>
                  <a:pt x="3604084" y="96624"/>
                </a:lnTo>
                <a:lnTo>
                  <a:pt x="3603893" y="97489"/>
                </a:lnTo>
                <a:lnTo>
                  <a:pt x="3603625" y="98338"/>
                </a:lnTo>
                <a:lnTo>
                  <a:pt x="3603276" y="99170"/>
                </a:lnTo>
                <a:lnTo>
                  <a:pt x="3602845" y="99981"/>
                </a:lnTo>
                <a:lnTo>
                  <a:pt x="3602332" y="100770"/>
                </a:lnTo>
                <a:lnTo>
                  <a:pt x="3601735" y="101534"/>
                </a:lnTo>
                <a:lnTo>
                  <a:pt x="3601052" y="102271"/>
                </a:lnTo>
                <a:lnTo>
                  <a:pt x="3600282" y="102977"/>
                </a:lnTo>
                <a:lnTo>
                  <a:pt x="3599423" y="103651"/>
                </a:lnTo>
                <a:lnTo>
                  <a:pt x="3598474" y="104291"/>
                </a:lnTo>
                <a:lnTo>
                  <a:pt x="3597434" y="104893"/>
                </a:lnTo>
                <a:lnTo>
                  <a:pt x="3596301" y="105455"/>
                </a:lnTo>
                <a:lnTo>
                  <a:pt x="3595074" y="105976"/>
                </a:lnTo>
                <a:lnTo>
                  <a:pt x="3593751" y="106452"/>
                </a:lnTo>
                <a:lnTo>
                  <a:pt x="3592332" y="106881"/>
                </a:lnTo>
                <a:lnTo>
                  <a:pt x="3590813" y="107261"/>
                </a:lnTo>
                <a:lnTo>
                  <a:pt x="3589195" y="107589"/>
                </a:lnTo>
                <a:lnTo>
                  <a:pt x="3587476" y="107863"/>
                </a:lnTo>
                <a:lnTo>
                  <a:pt x="3585653" y="108080"/>
                </a:lnTo>
                <a:lnTo>
                  <a:pt x="3583727" y="108238"/>
                </a:lnTo>
                <a:lnTo>
                  <a:pt x="3581695" y="108335"/>
                </a:lnTo>
                <a:lnTo>
                  <a:pt x="3579556" y="108368"/>
                </a:lnTo>
                <a:lnTo>
                  <a:pt x="3578415" y="108356"/>
                </a:lnTo>
                <a:lnTo>
                  <a:pt x="3577259" y="108317"/>
                </a:lnTo>
                <a:lnTo>
                  <a:pt x="3576092" y="108247"/>
                </a:lnTo>
                <a:lnTo>
                  <a:pt x="3574916" y="108141"/>
                </a:lnTo>
                <a:lnTo>
                  <a:pt x="3573736" y="107994"/>
                </a:lnTo>
                <a:lnTo>
                  <a:pt x="3572555" y="107801"/>
                </a:lnTo>
                <a:lnTo>
                  <a:pt x="3571376" y="107558"/>
                </a:lnTo>
                <a:lnTo>
                  <a:pt x="3570202" y="107260"/>
                </a:lnTo>
                <a:lnTo>
                  <a:pt x="3569037" y="106902"/>
                </a:lnTo>
                <a:lnTo>
                  <a:pt x="3567884" y="106480"/>
                </a:lnTo>
                <a:lnTo>
                  <a:pt x="3566746" y="105989"/>
                </a:lnTo>
                <a:lnTo>
                  <a:pt x="3565627" y="105424"/>
                </a:lnTo>
                <a:lnTo>
                  <a:pt x="3564530" y="104781"/>
                </a:lnTo>
                <a:lnTo>
                  <a:pt x="3563459" y="104055"/>
                </a:lnTo>
                <a:lnTo>
                  <a:pt x="3562416" y="103241"/>
                </a:lnTo>
                <a:lnTo>
                  <a:pt x="3561406" y="102335"/>
                </a:lnTo>
                <a:lnTo>
                  <a:pt x="3560431" y="101331"/>
                </a:lnTo>
                <a:lnTo>
                  <a:pt x="3559494" y="100226"/>
                </a:lnTo>
                <a:lnTo>
                  <a:pt x="3558600" y="99014"/>
                </a:lnTo>
                <a:lnTo>
                  <a:pt x="3557752" y="97691"/>
                </a:lnTo>
                <a:lnTo>
                  <a:pt x="3556952" y="96252"/>
                </a:lnTo>
                <a:lnTo>
                  <a:pt x="3556205" y="94692"/>
                </a:lnTo>
                <a:lnTo>
                  <a:pt x="3555513" y="93007"/>
                </a:lnTo>
                <a:lnTo>
                  <a:pt x="3554880" y="91193"/>
                </a:lnTo>
                <a:lnTo>
                  <a:pt x="3554760" y="90765"/>
                </a:lnTo>
                <a:lnTo>
                  <a:pt x="3554640" y="90353"/>
                </a:lnTo>
                <a:lnTo>
                  <a:pt x="3554519" y="89955"/>
                </a:lnTo>
                <a:lnTo>
                  <a:pt x="3554393" y="89572"/>
                </a:lnTo>
                <a:lnTo>
                  <a:pt x="3554262" y="89204"/>
                </a:lnTo>
                <a:lnTo>
                  <a:pt x="3554123" y="88852"/>
                </a:lnTo>
                <a:lnTo>
                  <a:pt x="3553975" y="88517"/>
                </a:lnTo>
                <a:lnTo>
                  <a:pt x="3553816" y="88198"/>
                </a:lnTo>
                <a:lnTo>
                  <a:pt x="3553643" y="87895"/>
                </a:lnTo>
                <a:lnTo>
                  <a:pt x="3553454" y="87610"/>
                </a:lnTo>
                <a:lnTo>
                  <a:pt x="3553249" y="87342"/>
                </a:lnTo>
                <a:lnTo>
                  <a:pt x="3553024" y="87092"/>
                </a:lnTo>
                <a:lnTo>
                  <a:pt x="3552778" y="86860"/>
                </a:lnTo>
                <a:lnTo>
                  <a:pt x="3552509" y="86646"/>
                </a:lnTo>
                <a:lnTo>
                  <a:pt x="3552215" y="86451"/>
                </a:lnTo>
                <a:lnTo>
                  <a:pt x="3551895" y="86276"/>
                </a:lnTo>
                <a:lnTo>
                  <a:pt x="3551545" y="86119"/>
                </a:lnTo>
                <a:lnTo>
                  <a:pt x="3551165" y="85983"/>
                </a:lnTo>
                <a:lnTo>
                  <a:pt x="3550752" y="85866"/>
                </a:lnTo>
                <a:lnTo>
                  <a:pt x="3550305" y="85770"/>
                </a:lnTo>
                <a:lnTo>
                  <a:pt x="3549821" y="85695"/>
                </a:lnTo>
                <a:lnTo>
                  <a:pt x="3549299" y="85641"/>
                </a:lnTo>
                <a:lnTo>
                  <a:pt x="3548736" y="85608"/>
                </a:lnTo>
                <a:lnTo>
                  <a:pt x="3548132" y="85597"/>
                </a:lnTo>
                <a:lnTo>
                  <a:pt x="3547323" y="85618"/>
                </a:lnTo>
                <a:lnTo>
                  <a:pt x="3546581" y="85679"/>
                </a:lnTo>
                <a:lnTo>
                  <a:pt x="3545904" y="85779"/>
                </a:lnTo>
                <a:lnTo>
                  <a:pt x="3545289" y="85915"/>
                </a:lnTo>
                <a:lnTo>
                  <a:pt x="3544732" y="86086"/>
                </a:lnTo>
                <a:lnTo>
                  <a:pt x="3544230" y="86290"/>
                </a:lnTo>
                <a:lnTo>
                  <a:pt x="3543782" y="86526"/>
                </a:lnTo>
                <a:lnTo>
                  <a:pt x="3543383" y="86790"/>
                </a:lnTo>
                <a:lnTo>
                  <a:pt x="3543031" y="87082"/>
                </a:lnTo>
                <a:lnTo>
                  <a:pt x="3542723" y="87400"/>
                </a:lnTo>
                <a:lnTo>
                  <a:pt x="3542456" y="87742"/>
                </a:lnTo>
                <a:lnTo>
                  <a:pt x="3542227" y="88105"/>
                </a:lnTo>
                <a:lnTo>
                  <a:pt x="3542033" y="88489"/>
                </a:lnTo>
                <a:lnTo>
                  <a:pt x="3541871" y="88890"/>
                </a:lnTo>
                <a:lnTo>
                  <a:pt x="3541739" y="89309"/>
                </a:lnTo>
                <a:lnTo>
                  <a:pt x="3541633" y="89741"/>
                </a:lnTo>
                <a:lnTo>
                  <a:pt x="3541551" y="90187"/>
                </a:lnTo>
                <a:lnTo>
                  <a:pt x="3541489" y="90643"/>
                </a:lnTo>
                <a:lnTo>
                  <a:pt x="3541444" y="91109"/>
                </a:lnTo>
                <a:lnTo>
                  <a:pt x="3541414" y="91582"/>
                </a:lnTo>
                <a:lnTo>
                  <a:pt x="3541396" y="92060"/>
                </a:lnTo>
                <a:lnTo>
                  <a:pt x="3541387" y="92541"/>
                </a:lnTo>
                <a:lnTo>
                  <a:pt x="3541384" y="93025"/>
                </a:lnTo>
                <a:lnTo>
                  <a:pt x="3541383" y="93508"/>
                </a:lnTo>
                <a:lnTo>
                  <a:pt x="3541383" y="112225"/>
                </a:lnTo>
                <a:lnTo>
                  <a:pt x="3541384" y="112619"/>
                </a:lnTo>
                <a:lnTo>
                  <a:pt x="3541387" y="113028"/>
                </a:lnTo>
                <a:lnTo>
                  <a:pt x="3541395" y="113450"/>
                </a:lnTo>
                <a:lnTo>
                  <a:pt x="3541410" y="113881"/>
                </a:lnTo>
                <a:lnTo>
                  <a:pt x="3541436" y="114319"/>
                </a:lnTo>
                <a:lnTo>
                  <a:pt x="3541474" y="114760"/>
                </a:lnTo>
                <a:lnTo>
                  <a:pt x="3541527" y="115203"/>
                </a:lnTo>
                <a:lnTo>
                  <a:pt x="3541597" y="115644"/>
                </a:lnTo>
                <a:lnTo>
                  <a:pt x="3541688" y="116080"/>
                </a:lnTo>
                <a:lnTo>
                  <a:pt x="3541802" y="116509"/>
                </a:lnTo>
                <a:lnTo>
                  <a:pt x="3541940" y="116927"/>
                </a:lnTo>
                <a:lnTo>
                  <a:pt x="3542106" y="117332"/>
                </a:lnTo>
                <a:lnTo>
                  <a:pt x="3542302" y="117721"/>
                </a:lnTo>
                <a:lnTo>
                  <a:pt x="3542531" y="118091"/>
                </a:lnTo>
                <a:lnTo>
                  <a:pt x="3542795" y="118440"/>
                </a:lnTo>
                <a:lnTo>
                  <a:pt x="3543097" y="118763"/>
                </a:lnTo>
                <a:lnTo>
                  <a:pt x="3543439" y="119060"/>
                </a:lnTo>
                <a:lnTo>
                  <a:pt x="3543823" y="119326"/>
                </a:lnTo>
                <a:lnTo>
                  <a:pt x="3544253" y="119559"/>
                </a:lnTo>
                <a:lnTo>
                  <a:pt x="3544730" y="119756"/>
                </a:lnTo>
                <a:lnTo>
                  <a:pt x="3545258" y="119914"/>
                </a:lnTo>
                <a:lnTo>
                  <a:pt x="3545838" y="120030"/>
                </a:lnTo>
                <a:lnTo>
                  <a:pt x="3546474" y="120102"/>
                </a:lnTo>
                <a:lnTo>
                  <a:pt x="3547167" y="120127"/>
                </a:lnTo>
                <a:lnTo>
                  <a:pt x="3547391" y="120125"/>
                </a:lnTo>
                <a:lnTo>
                  <a:pt x="3547628" y="120119"/>
                </a:lnTo>
                <a:lnTo>
                  <a:pt x="3547877" y="120105"/>
                </a:lnTo>
                <a:lnTo>
                  <a:pt x="3548137" y="120080"/>
                </a:lnTo>
                <a:lnTo>
                  <a:pt x="3548408" y="120041"/>
                </a:lnTo>
                <a:lnTo>
                  <a:pt x="3548688" y="119986"/>
                </a:lnTo>
                <a:lnTo>
                  <a:pt x="3548977" y="119911"/>
                </a:lnTo>
                <a:lnTo>
                  <a:pt x="3549274" y="119813"/>
                </a:lnTo>
                <a:lnTo>
                  <a:pt x="3549577" y="119690"/>
                </a:lnTo>
                <a:lnTo>
                  <a:pt x="3549886" y="119539"/>
                </a:lnTo>
                <a:lnTo>
                  <a:pt x="3550200" y="119356"/>
                </a:lnTo>
                <a:lnTo>
                  <a:pt x="3550517" y="119140"/>
                </a:lnTo>
                <a:lnTo>
                  <a:pt x="3550838" y="118886"/>
                </a:lnTo>
                <a:lnTo>
                  <a:pt x="3551161" y="118592"/>
                </a:lnTo>
                <a:lnTo>
                  <a:pt x="3551485" y="118254"/>
                </a:lnTo>
                <a:lnTo>
                  <a:pt x="3551809" y="117871"/>
                </a:lnTo>
                <a:lnTo>
                  <a:pt x="3552133" y="117440"/>
                </a:lnTo>
                <a:lnTo>
                  <a:pt x="3552454" y="116956"/>
                </a:lnTo>
                <a:lnTo>
                  <a:pt x="3552774" y="116417"/>
                </a:lnTo>
                <a:lnTo>
                  <a:pt x="3553090" y="115821"/>
                </a:lnTo>
                <a:lnTo>
                  <a:pt x="3553401" y="115165"/>
                </a:lnTo>
                <a:lnTo>
                  <a:pt x="3553708" y="114444"/>
                </a:lnTo>
                <a:lnTo>
                  <a:pt x="3554008" y="113658"/>
                </a:lnTo>
                <a:lnTo>
                  <a:pt x="3554301" y="112801"/>
                </a:lnTo>
                <a:lnTo>
                  <a:pt x="3555485" y="113635"/>
                </a:lnTo>
                <a:lnTo>
                  <a:pt x="3556675" y="114403"/>
                </a:lnTo>
                <a:lnTo>
                  <a:pt x="3557868" y="115109"/>
                </a:lnTo>
                <a:lnTo>
                  <a:pt x="3559062" y="115754"/>
                </a:lnTo>
                <a:lnTo>
                  <a:pt x="3560254" y="116341"/>
                </a:lnTo>
                <a:lnTo>
                  <a:pt x="3561443" y="116874"/>
                </a:lnTo>
                <a:lnTo>
                  <a:pt x="3562624" y="117354"/>
                </a:lnTo>
                <a:lnTo>
                  <a:pt x="3563797" y="117785"/>
                </a:lnTo>
                <a:lnTo>
                  <a:pt x="3564959" y="118169"/>
                </a:lnTo>
                <a:lnTo>
                  <a:pt x="3566106" y="118509"/>
                </a:lnTo>
                <a:lnTo>
                  <a:pt x="3567238" y="118807"/>
                </a:lnTo>
                <a:lnTo>
                  <a:pt x="3568350" y="119067"/>
                </a:lnTo>
                <a:lnTo>
                  <a:pt x="3569442" y="119290"/>
                </a:lnTo>
                <a:lnTo>
                  <a:pt x="3570510" y="119480"/>
                </a:lnTo>
                <a:lnTo>
                  <a:pt x="3571552" y="119639"/>
                </a:lnTo>
                <a:lnTo>
                  <a:pt x="3572566" y="119770"/>
                </a:lnTo>
                <a:lnTo>
                  <a:pt x="3573549" y="119876"/>
                </a:lnTo>
                <a:lnTo>
                  <a:pt x="3574499" y="119958"/>
                </a:lnTo>
                <a:lnTo>
                  <a:pt x="3575413" y="120021"/>
                </a:lnTo>
                <a:lnTo>
                  <a:pt x="3576289" y="120066"/>
                </a:lnTo>
                <a:lnTo>
                  <a:pt x="3577125" y="120097"/>
                </a:lnTo>
                <a:lnTo>
                  <a:pt x="3577918" y="120115"/>
                </a:lnTo>
                <a:lnTo>
                  <a:pt x="3578665" y="120124"/>
                </a:lnTo>
                <a:lnTo>
                  <a:pt x="3579364" y="120127"/>
                </a:lnTo>
                <a:lnTo>
                  <a:pt x="3583047" y="120045"/>
                </a:lnTo>
                <a:lnTo>
                  <a:pt x="3586484" y="119807"/>
                </a:lnTo>
                <a:lnTo>
                  <a:pt x="3589684" y="119421"/>
                </a:lnTo>
                <a:lnTo>
                  <a:pt x="3592654" y="118899"/>
                </a:lnTo>
                <a:lnTo>
                  <a:pt x="3595403" y="118249"/>
                </a:lnTo>
                <a:lnTo>
                  <a:pt x="3597938" y="117482"/>
                </a:lnTo>
                <a:lnTo>
                  <a:pt x="3600267" y="116607"/>
                </a:lnTo>
                <a:lnTo>
                  <a:pt x="3602399" y="115635"/>
                </a:lnTo>
                <a:lnTo>
                  <a:pt x="3604340" y="114575"/>
                </a:lnTo>
                <a:lnTo>
                  <a:pt x="3606099" y="113437"/>
                </a:lnTo>
                <a:lnTo>
                  <a:pt x="3607684" y="112231"/>
                </a:lnTo>
                <a:lnTo>
                  <a:pt x="3609102" y="110967"/>
                </a:lnTo>
                <a:lnTo>
                  <a:pt x="3610362" y="109654"/>
                </a:lnTo>
                <a:lnTo>
                  <a:pt x="3611470" y="108304"/>
                </a:lnTo>
                <a:lnTo>
                  <a:pt x="3612436" y="106925"/>
                </a:lnTo>
                <a:lnTo>
                  <a:pt x="3613267" y="105527"/>
                </a:lnTo>
                <a:lnTo>
                  <a:pt x="3613971" y="104120"/>
                </a:lnTo>
                <a:lnTo>
                  <a:pt x="3614555" y="102715"/>
                </a:lnTo>
                <a:lnTo>
                  <a:pt x="3615028" y="101320"/>
                </a:lnTo>
                <a:lnTo>
                  <a:pt x="3615397" y="99947"/>
                </a:lnTo>
                <a:lnTo>
                  <a:pt x="3615671" y="98604"/>
                </a:lnTo>
                <a:lnTo>
                  <a:pt x="3615856" y="97302"/>
                </a:lnTo>
                <a:lnTo>
                  <a:pt x="3615962" y="96050"/>
                </a:lnTo>
                <a:lnTo>
                  <a:pt x="3615995" y="94858"/>
                </a:lnTo>
                <a:lnTo>
                  <a:pt x="3615869" y="92432"/>
                </a:lnTo>
                <a:lnTo>
                  <a:pt x="3615502" y="90167"/>
                </a:lnTo>
                <a:lnTo>
                  <a:pt x="3614915" y="88058"/>
                </a:lnTo>
                <a:lnTo>
                  <a:pt x="3614124" y="86098"/>
                </a:lnTo>
                <a:lnTo>
                  <a:pt x="3613151" y="84283"/>
                </a:lnTo>
                <a:lnTo>
                  <a:pt x="3612013" y="82607"/>
                </a:lnTo>
                <a:close/>
                <a:moveTo>
                  <a:pt x="3919712" y="94811"/>
                </a:moveTo>
                <a:lnTo>
                  <a:pt x="3919426" y="94451"/>
                </a:lnTo>
                <a:lnTo>
                  <a:pt x="3919112" y="94131"/>
                </a:lnTo>
                <a:lnTo>
                  <a:pt x="3918774" y="93849"/>
                </a:lnTo>
                <a:lnTo>
                  <a:pt x="3918417" y="93602"/>
                </a:lnTo>
                <a:lnTo>
                  <a:pt x="3918046" y="93388"/>
                </a:lnTo>
                <a:lnTo>
                  <a:pt x="3917664" y="93205"/>
                </a:lnTo>
                <a:lnTo>
                  <a:pt x="3917277" y="93049"/>
                </a:lnTo>
                <a:lnTo>
                  <a:pt x="3916887" y="92920"/>
                </a:lnTo>
                <a:lnTo>
                  <a:pt x="3916500" y="92814"/>
                </a:lnTo>
                <a:lnTo>
                  <a:pt x="3916121" y="92729"/>
                </a:lnTo>
                <a:lnTo>
                  <a:pt x="3915752" y="92662"/>
                </a:lnTo>
                <a:lnTo>
                  <a:pt x="3915400" y="92613"/>
                </a:lnTo>
                <a:lnTo>
                  <a:pt x="3915067" y="92577"/>
                </a:lnTo>
                <a:lnTo>
                  <a:pt x="3914759" y="92553"/>
                </a:lnTo>
                <a:lnTo>
                  <a:pt x="3914480" y="92539"/>
                </a:lnTo>
                <a:lnTo>
                  <a:pt x="3914234" y="92531"/>
                </a:lnTo>
                <a:lnTo>
                  <a:pt x="3914025" y="92529"/>
                </a:lnTo>
                <a:lnTo>
                  <a:pt x="3913858" y="92528"/>
                </a:lnTo>
                <a:lnTo>
                  <a:pt x="3913434" y="92531"/>
                </a:lnTo>
                <a:lnTo>
                  <a:pt x="3913029" y="92542"/>
                </a:lnTo>
                <a:lnTo>
                  <a:pt x="3912643" y="92560"/>
                </a:lnTo>
                <a:lnTo>
                  <a:pt x="3912275" y="92588"/>
                </a:lnTo>
                <a:lnTo>
                  <a:pt x="3911924" y="92626"/>
                </a:lnTo>
                <a:lnTo>
                  <a:pt x="3911589" y="92676"/>
                </a:lnTo>
                <a:lnTo>
                  <a:pt x="3911270" y="92738"/>
                </a:lnTo>
                <a:lnTo>
                  <a:pt x="3910966" y="92814"/>
                </a:lnTo>
                <a:lnTo>
                  <a:pt x="3910675" y="92905"/>
                </a:lnTo>
                <a:lnTo>
                  <a:pt x="3910398" y="93012"/>
                </a:lnTo>
                <a:lnTo>
                  <a:pt x="3910134" y="93135"/>
                </a:lnTo>
                <a:lnTo>
                  <a:pt x="3909881" y="93277"/>
                </a:lnTo>
                <a:lnTo>
                  <a:pt x="3909640" y="93438"/>
                </a:lnTo>
                <a:lnTo>
                  <a:pt x="3909408" y="93619"/>
                </a:lnTo>
                <a:lnTo>
                  <a:pt x="3909186" y="93821"/>
                </a:lnTo>
                <a:lnTo>
                  <a:pt x="3908973" y="94045"/>
                </a:lnTo>
                <a:lnTo>
                  <a:pt x="3908768" y="94294"/>
                </a:lnTo>
                <a:lnTo>
                  <a:pt x="3908571" y="94566"/>
                </a:lnTo>
                <a:lnTo>
                  <a:pt x="3908380" y="94865"/>
                </a:lnTo>
                <a:lnTo>
                  <a:pt x="3908194" y="95190"/>
                </a:lnTo>
                <a:lnTo>
                  <a:pt x="3908014" y="95543"/>
                </a:lnTo>
                <a:lnTo>
                  <a:pt x="3907838" y="95924"/>
                </a:lnTo>
                <a:lnTo>
                  <a:pt x="3907665" y="96336"/>
                </a:lnTo>
                <a:lnTo>
                  <a:pt x="3907495" y="96779"/>
                </a:lnTo>
                <a:lnTo>
                  <a:pt x="3906933" y="97967"/>
                </a:lnTo>
                <a:lnTo>
                  <a:pt x="3906312" y="99073"/>
                </a:lnTo>
                <a:lnTo>
                  <a:pt x="3905637" y="100100"/>
                </a:lnTo>
                <a:lnTo>
                  <a:pt x="3904912" y="101051"/>
                </a:lnTo>
                <a:lnTo>
                  <a:pt x="3904142" y="101929"/>
                </a:lnTo>
                <a:lnTo>
                  <a:pt x="3903332" y="102736"/>
                </a:lnTo>
                <a:lnTo>
                  <a:pt x="3902486" y="103476"/>
                </a:lnTo>
                <a:lnTo>
                  <a:pt x="3901611" y="104150"/>
                </a:lnTo>
                <a:lnTo>
                  <a:pt x="3900710" y="104763"/>
                </a:lnTo>
                <a:lnTo>
                  <a:pt x="3899788" y="105315"/>
                </a:lnTo>
                <a:lnTo>
                  <a:pt x="3898851" y="105811"/>
                </a:lnTo>
                <a:lnTo>
                  <a:pt x="3897903" y="106253"/>
                </a:lnTo>
                <a:lnTo>
                  <a:pt x="3896949" y="106644"/>
                </a:lnTo>
                <a:lnTo>
                  <a:pt x="3895994" y="106986"/>
                </a:lnTo>
                <a:lnTo>
                  <a:pt x="3895042" y="107282"/>
                </a:lnTo>
                <a:lnTo>
                  <a:pt x="3894099" y="107536"/>
                </a:lnTo>
                <a:lnTo>
                  <a:pt x="3893169" y="107749"/>
                </a:lnTo>
                <a:lnTo>
                  <a:pt x="3892258" y="107925"/>
                </a:lnTo>
                <a:lnTo>
                  <a:pt x="3891369" y="108067"/>
                </a:lnTo>
                <a:lnTo>
                  <a:pt x="3890509" y="108176"/>
                </a:lnTo>
                <a:lnTo>
                  <a:pt x="3889681" y="108256"/>
                </a:lnTo>
                <a:lnTo>
                  <a:pt x="3888891" y="108310"/>
                </a:lnTo>
                <a:lnTo>
                  <a:pt x="3888144" y="108341"/>
                </a:lnTo>
                <a:lnTo>
                  <a:pt x="3887444" y="108350"/>
                </a:lnTo>
                <a:lnTo>
                  <a:pt x="3885637" y="108300"/>
                </a:lnTo>
                <a:lnTo>
                  <a:pt x="3883836" y="108151"/>
                </a:lnTo>
                <a:lnTo>
                  <a:pt x="3882044" y="107903"/>
                </a:lnTo>
                <a:lnTo>
                  <a:pt x="3880267" y="107559"/>
                </a:lnTo>
                <a:lnTo>
                  <a:pt x="3878510" y="107119"/>
                </a:lnTo>
                <a:lnTo>
                  <a:pt x="3876778" y="106584"/>
                </a:lnTo>
                <a:lnTo>
                  <a:pt x="3875075" y="105956"/>
                </a:lnTo>
                <a:lnTo>
                  <a:pt x="3873406" y="105235"/>
                </a:lnTo>
                <a:lnTo>
                  <a:pt x="3871777" y="104424"/>
                </a:lnTo>
                <a:lnTo>
                  <a:pt x="3870193" y="103522"/>
                </a:lnTo>
                <a:lnTo>
                  <a:pt x="3868658" y="102531"/>
                </a:lnTo>
                <a:lnTo>
                  <a:pt x="3867177" y="101453"/>
                </a:lnTo>
                <a:lnTo>
                  <a:pt x="3865756" y="100288"/>
                </a:lnTo>
                <a:lnTo>
                  <a:pt x="3864398" y="99038"/>
                </a:lnTo>
                <a:lnTo>
                  <a:pt x="3863110" y="97703"/>
                </a:lnTo>
                <a:lnTo>
                  <a:pt x="3861896" y="96285"/>
                </a:lnTo>
                <a:lnTo>
                  <a:pt x="3860761" y="94786"/>
                </a:lnTo>
                <a:lnTo>
                  <a:pt x="3859710" y="93206"/>
                </a:lnTo>
                <a:lnTo>
                  <a:pt x="3858747" y="91546"/>
                </a:lnTo>
                <a:lnTo>
                  <a:pt x="3857878" y="89808"/>
                </a:lnTo>
                <a:lnTo>
                  <a:pt x="3857108" y="87992"/>
                </a:lnTo>
                <a:lnTo>
                  <a:pt x="3856442" y="86100"/>
                </a:lnTo>
                <a:lnTo>
                  <a:pt x="3855885" y="84134"/>
                </a:lnTo>
                <a:lnTo>
                  <a:pt x="3855440" y="82093"/>
                </a:lnTo>
                <a:lnTo>
                  <a:pt x="3912893" y="82093"/>
                </a:lnTo>
                <a:lnTo>
                  <a:pt x="3913397" y="82093"/>
                </a:lnTo>
                <a:lnTo>
                  <a:pt x="3913895" y="82089"/>
                </a:lnTo>
                <a:lnTo>
                  <a:pt x="3914387" y="82079"/>
                </a:lnTo>
                <a:lnTo>
                  <a:pt x="3914870" y="82060"/>
                </a:lnTo>
                <a:lnTo>
                  <a:pt x="3915343" y="82029"/>
                </a:lnTo>
                <a:lnTo>
                  <a:pt x="3915806" y="81982"/>
                </a:lnTo>
                <a:lnTo>
                  <a:pt x="3916255" y="81916"/>
                </a:lnTo>
                <a:lnTo>
                  <a:pt x="3916691" y="81829"/>
                </a:lnTo>
                <a:lnTo>
                  <a:pt x="3917112" y="81717"/>
                </a:lnTo>
                <a:lnTo>
                  <a:pt x="3917515" y="81577"/>
                </a:lnTo>
                <a:lnTo>
                  <a:pt x="3917901" y="81406"/>
                </a:lnTo>
                <a:lnTo>
                  <a:pt x="3918266" y="81202"/>
                </a:lnTo>
                <a:lnTo>
                  <a:pt x="3918611" y="80960"/>
                </a:lnTo>
                <a:lnTo>
                  <a:pt x="3918933" y="80677"/>
                </a:lnTo>
                <a:lnTo>
                  <a:pt x="3919231" y="80352"/>
                </a:lnTo>
                <a:lnTo>
                  <a:pt x="3919504" y="79980"/>
                </a:lnTo>
                <a:lnTo>
                  <a:pt x="3919750" y="79559"/>
                </a:lnTo>
                <a:lnTo>
                  <a:pt x="3919968" y="79084"/>
                </a:lnTo>
                <a:lnTo>
                  <a:pt x="3920156" y="78555"/>
                </a:lnTo>
                <a:lnTo>
                  <a:pt x="3920314" y="77966"/>
                </a:lnTo>
                <a:lnTo>
                  <a:pt x="3920438" y="77316"/>
                </a:lnTo>
                <a:lnTo>
                  <a:pt x="3920529" y="76600"/>
                </a:lnTo>
                <a:lnTo>
                  <a:pt x="3920585" y="75816"/>
                </a:lnTo>
                <a:lnTo>
                  <a:pt x="3920604" y="74962"/>
                </a:lnTo>
                <a:lnTo>
                  <a:pt x="3920539" y="72231"/>
                </a:lnTo>
                <a:lnTo>
                  <a:pt x="3920346" y="69539"/>
                </a:lnTo>
                <a:lnTo>
                  <a:pt x="3920024" y="66893"/>
                </a:lnTo>
                <a:lnTo>
                  <a:pt x="3919574" y="64300"/>
                </a:lnTo>
                <a:lnTo>
                  <a:pt x="3918994" y="61766"/>
                </a:lnTo>
                <a:lnTo>
                  <a:pt x="3918284" y="59299"/>
                </a:lnTo>
                <a:lnTo>
                  <a:pt x="3917445" y="56905"/>
                </a:lnTo>
                <a:lnTo>
                  <a:pt x="3916477" y="54591"/>
                </a:lnTo>
                <a:lnTo>
                  <a:pt x="3915378" y="52365"/>
                </a:lnTo>
                <a:lnTo>
                  <a:pt x="3914150" y="50232"/>
                </a:lnTo>
                <a:lnTo>
                  <a:pt x="3912791" y="48200"/>
                </a:lnTo>
                <a:lnTo>
                  <a:pt x="3911302" y="46276"/>
                </a:lnTo>
                <a:lnTo>
                  <a:pt x="3909682" y="44467"/>
                </a:lnTo>
                <a:lnTo>
                  <a:pt x="3907932" y="42778"/>
                </a:lnTo>
                <a:lnTo>
                  <a:pt x="3906050" y="41218"/>
                </a:lnTo>
                <a:lnTo>
                  <a:pt x="3904038" y="39793"/>
                </a:lnTo>
                <a:lnTo>
                  <a:pt x="3901895" y="38510"/>
                </a:lnTo>
                <a:lnTo>
                  <a:pt x="3899620" y="37376"/>
                </a:lnTo>
                <a:lnTo>
                  <a:pt x="3897213" y="36397"/>
                </a:lnTo>
                <a:lnTo>
                  <a:pt x="3894675" y="35581"/>
                </a:lnTo>
                <a:lnTo>
                  <a:pt x="3892005" y="34935"/>
                </a:lnTo>
                <a:lnTo>
                  <a:pt x="3889203" y="34464"/>
                </a:lnTo>
                <a:lnTo>
                  <a:pt x="3886269" y="34177"/>
                </a:lnTo>
                <a:lnTo>
                  <a:pt x="3883202" y="34080"/>
                </a:lnTo>
                <a:lnTo>
                  <a:pt x="3880358" y="34179"/>
                </a:lnTo>
                <a:lnTo>
                  <a:pt x="3877567" y="34473"/>
                </a:lnTo>
                <a:lnTo>
                  <a:pt x="3874834" y="34955"/>
                </a:lnTo>
                <a:lnTo>
                  <a:pt x="3872165" y="35618"/>
                </a:lnTo>
                <a:lnTo>
                  <a:pt x="3869567" y="36457"/>
                </a:lnTo>
                <a:lnTo>
                  <a:pt x="3867046" y="37464"/>
                </a:lnTo>
                <a:lnTo>
                  <a:pt x="3864608" y="38633"/>
                </a:lnTo>
                <a:lnTo>
                  <a:pt x="3862259" y="39958"/>
                </a:lnTo>
                <a:lnTo>
                  <a:pt x="3860005" y="41432"/>
                </a:lnTo>
                <a:lnTo>
                  <a:pt x="3857852" y="43050"/>
                </a:lnTo>
                <a:lnTo>
                  <a:pt x="3855806" y="44803"/>
                </a:lnTo>
                <a:lnTo>
                  <a:pt x="3853874" y="46687"/>
                </a:lnTo>
                <a:lnTo>
                  <a:pt x="3852061" y="48694"/>
                </a:lnTo>
                <a:lnTo>
                  <a:pt x="3850373" y="50818"/>
                </a:lnTo>
                <a:lnTo>
                  <a:pt x="3848818" y="53053"/>
                </a:lnTo>
                <a:lnTo>
                  <a:pt x="3847400" y="55392"/>
                </a:lnTo>
                <a:lnTo>
                  <a:pt x="3846126" y="57829"/>
                </a:lnTo>
                <a:lnTo>
                  <a:pt x="3845002" y="60357"/>
                </a:lnTo>
                <a:lnTo>
                  <a:pt x="3844035" y="62971"/>
                </a:lnTo>
                <a:lnTo>
                  <a:pt x="3843229" y="65662"/>
                </a:lnTo>
                <a:lnTo>
                  <a:pt x="3842592" y="68425"/>
                </a:lnTo>
                <a:lnTo>
                  <a:pt x="3842130" y="71254"/>
                </a:lnTo>
                <a:lnTo>
                  <a:pt x="3841848" y="74142"/>
                </a:lnTo>
                <a:lnTo>
                  <a:pt x="3841752" y="77083"/>
                </a:lnTo>
                <a:lnTo>
                  <a:pt x="3841853" y="80005"/>
                </a:lnTo>
                <a:lnTo>
                  <a:pt x="3842150" y="82878"/>
                </a:lnTo>
                <a:lnTo>
                  <a:pt x="3842638" y="85696"/>
                </a:lnTo>
                <a:lnTo>
                  <a:pt x="3843310" y="88451"/>
                </a:lnTo>
                <a:lnTo>
                  <a:pt x="3844160" y="91136"/>
                </a:lnTo>
                <a:lnTo>
                  <a:pt x="3845183" y="93746"/>
                </a:lnTo>
                <a:lnTo>
                  <a:pt x="3846372" y="96274"/>
                </a:lnTo>
                <a:lnTo>
                  <a:pt x="3847722" y="98712"/>
                </a:lnTo>
                <a:lnTo>
                  <a:pt x="3849225" y="101054"/>
                </a:lnTo>
                <a:lnTo>
                  <a:pt x="3850876" y="103294"/>
                </a:lnTo>
                <a:lnTo>
                  <a:pt x="3852668" y="105424"/>
                </a:lnTo>
                <a:lnTo>
                  <a:pt x="3854597" y="107439"/>
                </a:lnTo>
                <a:lnTo>
                  <a:pt x="3856655" y="109330"/>
                </a:lnTo>
                <a:lnTo>
                  <a:pt x="3858836" y="111092"/>
                </a:lnTo>
                <a:lnTo>
                  <a:pt x="3861135" y="112719"/>
                </a:lnTo>
                <a:lnTo>
                  <a:pt x="3863545" y="114202"/>
                </a:lnTo>
                <a:lnTo>
                  <a:pt x="3866059" y="115536"/>
                </a:lnTo>
                <a:lnTo>
                  <a:pt x="3868673" y="116714"/>
                </a:lnTo>
                <a:lnTo>
                  <a:pt x="3871380" y="117729"/>
                </a:lnTo>
                <a:lnTo>
                  <a:pt x="3874174" y="118574"/>
                </a:lnTo>
                <a:lnTo>
                  <a:pt x="3877048" y="119244"/>
                </a:lnTo>
                <a:lnTo>
                  <a:pt x="3879997" y="119730"/>
                </a:lnTo>
                <a:lnTo>
                  <a:pt x="3883014" y="120027"/>
                </a:lnTo>
                <a:lnTo>
                  <a:pt x="3886094" y="120127"/>
                </a:lnTo>
                <a:lnTo>
                  <a:pt x="3889190" y="120039"/>
                </a:lnTo>
                <a:lnTo>
                  <a:pt x="3892119" y="119783"/>
                </a:lnTo>
                <a:lnTo>
                  <a:pt x="3894883" y="119372"/>
                </a:lnTo>
                <a:lnTo>
                  <a:pt x="3897486" y="118819"/>
                </a:lnTo>
                <a:lnTo>
                  <a:pt x="3899932" y="118137"/>
                </a:lnTo>
                <a:lnTo>
                  <a:pt x="3902222" y="117339"/>
                </a:lnTo>
                <a:lnTo>
                  <a:pt x="3904361" y="116438"/>
                </a:lnTo>
                <a:lnTo>
                  <a:pt x="3906351" y="115447"/>
                </a:lnTo>
                <a:lnTo>
                  <a:pt x="3908197" y="114379"/>
                </a:lnTo>
                <a:lnTo>
                  <a:pt x="3909900" y="113247"/>
                </a:lnTo>
                <a:lnTo>
                  <a:pt x="3911464" y="112064"/>
                </a:lnTo>
                <a:lnTo>
                  <a:pt x="3912892" y="110843"/>
                </a:lnTo>
                <a:lnTo>
                  <a:pt x="3914188" y="109596"/>
                </a:lnTo>
                <a:lnTo>
                  <a:pt x="3915354" y="108338"/>
                </a:lnTo>
                <a:lnTo>
                  <a:pt x="3916395" y="107080"/>
                </a:lnTo>
                <a:lnTo>
                  <a:pt x="3917312" y="105836"/>
                </a:lnTo>
                <a:lnTo>
                  <a:pt x="3918109" y="104619"/>
                </a:lnTo>
                <a:lnTo>
                  <a:pt x="3918790" y="103441"/>
                </a:lnTo>
                <a:lnTo>
                  <a:pt x="3919358" y="102316"/>
                </a:lnTo>
                <a:lnTo>
                  <a:pt x="3919815" y="101257"/>
                </a:lnTo>
                <a:lnTo>
                  <a:pt x="3920165" y="100276"/>
                </a:lnTo>
                <a:lnTo>
                  <a:pt x="3920411" y="99387"/>
                </a:lnTo>
                <a:lnTo>
                  <a:pt x="3920556" y="98603"/>
                </a:lnTo>
                <a:lnTo>
                  <a:pt x="3920603" y="97937"/>
                </a:lnTo>
                <a:lnTo>
                  <a:pt x="3920575" y="97290"/>
                </a:lnTo>
                <a:lnTo>
                  <a:pt x="3920493" y="96696"/>
                </a:lnTo>
                <a:lnTo>
                  <a:pt x="3920361" y="96153"/>
                </a:lnTo>
                <a:lnTo>
                  <a:pt x="3920184" y="95659"/>
                </a:lnTo>
                <a:lnTo>
                  <a:pt x="3919966" y="95213"/>
                </a:lnTo>
                <a:lnTo>
                  <a:pt x="3919712" y="94811"/>
                </a:lnTo>
                <a:close/>
                <a:moveTo>
                  <a:pt x="3858391" y="62243"/>
                </a:moveTo>
                <a:lnTo>
                  <a:pt x="3859182" y="60730"/>
                </a:lnTo>
                <a:lnTo>
                  <a:pt x="3860047" y="59270"/>
                </a:lnTo>
                <a:lnTo>
                  <a:pt x="3860982" y="57869"/>
                </a:lnTo>
                <a:lnTo>
                  <a:pt x="3861985" y="56529"/>
                </a:lnTo>
                <a:lnTo>
                  <a:pt x="3863052" y="55253"/>
                </a:lnTo>
                <a:lnTo>
                  <a:pt x="3864181" y="54043"/>
                </a:lnTo>
                <a:lnTo>
                  <a:pt x="3865370" y="52905"/>
                </a:lnTo>
                <a:lnTo>
                  <a:pt x="3866614" y="51839"/>
                </a:lnTo>
                <a:lnTo>
                  <a:pt x="3867912" y="50850"/>
                </a:lnTo>
                <a:lnTo>
                  <a:pt x="3869261" y="49940"/>
                </a:lnTo>
                <a:lnTo>
                  <a:pt x="3870657" y="49113"/>
                </a:lnTo>
                <a:lnTo>
                  <a:pt x="3872098" y="48372"/>
                </a:lnTo>
                <a:lnTo>
                  <a:pt x="3873581" y="47719"/>
                </a:lnTo>
                <a:lnTo>
                  <a:pt x="3875103" y="47158"/>
                </a:lnTo>
                <a:lnTo>
                  <a:pt x="3876662" y="46693"/>
                </a:lnTo>
                <a:lnTo>
                  <a:pt x="3878254" y="46325"/>
                </a:lnTo>
                <a:lnTo>
                  <a:pt x="3879876" y="46059"/>
                </a:lnTo>
                <a:lnTo>
                  <a:pt x="3881527" y="45897"/>
                </a:lnTo>
                <a:lnTo>
                  <a:pt x="3883202" y="45842"/>
                </a:lnTo>
                <a:lnTo>
                  <a:pt x="3884464" y="45868"/>
                </a:lnTo>
                <a:lnTo>
                  <a:pt x="3885741" y="45948"/>
                </a:lnTo>
                <a:lnTo>
                  <a:pt x="3887028" y="46088"/>
                </a:lnTo>
                <a:lnTo>
                  <a:pt x="3888319" y="46291"/>
                </a:lnTo>
                <a:lnTo>
                  <a:pt x="3889609" y="46562"/>
                </a:lnTo>
                <a:lnTo>
                  <a:pt x="3890893" y="46906"/>
                </a:lnTo>
                <a:lnTo>
                  <a:pt x="3892165" y="47326"/>
                </a:lnTo>
                <a:lnTo>
                  <a:pt x="3893420" y="47828"/>
                </a:lnTo>
                <a:lnTo>
                  <a:pt x="3894653" y="48415"/>
                </a:lnTo>
                <a:lnTo>
                  <a:pt x="3895859" y="49092"/>
                </a:lnTo>
                <a:lnTo>
                  <a:pt x="3897032" y="49865"/>
                </a:lnTo>
                <a:lnTo>
                  <a:pt x="3898167" y="50736"/>
                </a:lnTo>
                <a:lnTo>
                  <a:pt x="3899260" y="51710"/>
                </a:lnTo>
                <a:lnTo>
                  <a:pt x="3900303" y="52792"/>
                </a:lnTo>
                <a:lnTo>
                  <a:pt x="3901293" y="53987"/>
                </a:lnTo>
                <a:lnTo>
                  <a:pt x="3902224" y="55299"/>
                </a:lnTo>
                <a:lnTo>
                  <a:pt x="3903091" y="56731"/>
                </a:lnTo>
                <a:lnTo>
                  <a:pt x="3903888" y="58289"/>
                </a:lnTo>
                <a:lnTo>
                  <a:pt x="3904610" y="59978"/>
                </a:lnTo>
                <a:lnTo>
                  <a:pt x="3905252" y="61800"/>
                </a:lnTo>
                <a:lnTo>
                  <a:pt x="3905809" y="63762"/>
                </a:lnTo>
                <a:lnTo>
                  <a:pt x="3906276" y="65867"/>
                </a:lnTo>
                <a:lnTo>
                  <a:pt x="3906646" y="68120"/>
                </a:lnTo>
                <a:lnTo>
                  <a:pt x="3906915" y="70525"/>
                </a:lnTo>
                <a:lnTo>
                  <a:pt x="3855635" y="70525"/>
                </a:lnTo>
                <a:lnTo>
                  <a:pt x="3856016" y="68784"/>
                </a:lnTo>
                <a:lnTo>
                  <a:pt x="3856486" y="67082"/>
                </a:lnTo>
                <a:lnTo>
                  <a:pt x="3857040" y="65423"/>
                </a:lnTo>
                <a:lnTo>
                  <a:pt x="3857676" y="63809"/>
                </a:lnTo>
                <a:lnTo>
                  <a:pt x="3858391" y="62243"/>
                </a:lnTo>
                <a:close/>
                <a:moveTo>
                  <a:pt x="2715825" y="109678"/>
                </a:moveTo>
                <a:lnTo>
                  <a:pt x="2715561" y="109294"/>
                </a:lnTo>
                <a:lnTo>
                  <a:pt x="2715267" y="108952"/>
                </a:lnTo>
                <a:lnTo>
                  <a:pt x="2714946" y="108650"/>
                </a:lnTo>
                <a:lnTo>
                  <a:pt x="2714601" y="108386"/>
                </a:lnTo>
                <a:lnTo>
                  <a:pt x="2714235" y="108157"/>
                </a:lnTo>
                <a:lnTo>
                  <a:pt x="2713851" y="107961"/>
                </a:lnTo>
                <a:lnTo>
                  <a:pt x="2713453" y="107795"/>
                </a:lnTo>
                <a:lnTo>
                  <a:pt x="2713042" y="107657"/>
                </a:lnTo>
                <a:lnTo>
                  <a:pt x="2712622" y="107543"/>
                </a:lnTo>
                <a:lnTo>
                  <a:pt x="2712195" y="107452"/>
                </a:lnTo>
                <a:lnTo>
                  <a:pt x="2711766" y="107382"/>
                </a:lnTo>
                <a:lnTo>
                  <a:pt x="2711336" y="107329"/>
                </a:lnTo>
                <a:lnTo>
                  <a:pt x="2710908" y="107290"/>
                </a:lnTo>
                <a:lnTo>
                  <a:pt x="2710486" y="107265"/>
                </a:lnTo>
                <a:lnTo>
                  <a:pt x="2710072" y="107249"/>
                </a:lnTo>
                <a:lnTo>
                  <a:pt x="2709670" y="107241"/>
                </a:lnTo>
                <a:lnTo>
                  <a:pt x="2709281" y="107239"/>
                </a:lnTo>
                <a:lnTo>
                  <a:pt x="2708910" y="107238"/>
                </a:lnTo>
                <a:lnTo>
                  <a:pt x="2707930" y="107233"/>
                </a:lnTo>
                <a:lnTo>
                  <a:pt x="2707012" y="107219"/>
                </a:lnTo>
                <a:lnTo>
                  <a:pt x="2706152" y="107196"/>
                </a:lnTo>
                <a:lnTo>
                  <a:pt x="2705350" y="107164"/>
                </a:lnTo>
                <a:lnTo>
                  <a:pt x="2704601" y="107125"/>
                </a:lnTo>
                <a:lnTo>
                  <a:pt x="2703904" y="107078"/>
                </a:lnTo>
                <a:lnTo>
                  <a:pt x="2703257" y="107025"/>
                </a:lnTo>
                <a:lnTo>
                  <a:pt x="2702656" y="106966"/>
                </a:lnTo>
                <a:lnTo>
                  <a:pt x="2702099" y="106902"/>
                </a:lnTo>
                <a:lnTo>
                  <a:pt x="2701584" y="106833"/>
                </a:lnTo>
                <a:lnTo>
                  <a:pt x="2701108" y="106760"/>
                </a:lnTo>
                <a:lnTo>
                  <a:pt x="2700669" y="106683"/>
                </a:lnTo>
                <a:lnTo>
                  <a:pt x="2700264" y="106603"/>
                </a:lnTo>
                <a:lnTo>
                  <a:pt x="2699890" y="106521"/>
                </a:lnTo>
                <a:lnTo>
                  <a:pt x="2699546" y="106437"/>
                </a:lnTo>
                <a:lnTo>
                  <a:pt x="2699228" y="106352"/>
                </a:lnTo>
                <a:lnTo>
                  <a:pt x="2698935" y="106266"/>
                </a:lnTo>
                <a:lnTo>
                  <a:pt x="2698663" y="106179"/>
                </a:lnTo>
                <a:lnTo>
                  <a:pt x="2698410" y="106094"/>
                </a:lnTo>
                <a:lnTo>
                  <a:pt x="2698173" y="106009"/>
                </a:lnTo>
                <a:lnTo>
                  <a:pt x="2697951" y="105926"/>
                </a:lnTo>
                <a:lnTo>
                  <a:pt x="2697740" y="105846"/>
                </a:lnTo>
                <a:lnTo>
                  <a:pt x="2697538" y="105768"/>
                </a:lnTo>
                <a:lnTo>
                  <a:pt x="2697343" y="105694"/>
                </a:lnTo>
                <a:lnTo>
                  <a:pt x="2697343" y="63991"/>
                </a:lnTo>
                <a:lnTo>
                  <a:pt x="2697289" y="62266"/>
                </a:lnTo>
                <a:lnTo>
                  <a:pt x="2697122" y="60523"/>
                </a:lnTo>
                <a:lnTo>
                  <a:pt x="2696842" y="58770"/>
                </a:lnTo>
                <a:lnTo>
                  <a:pt x="2696444" y="57016"/>
                </a:lnTo>
                <a:lnTo>
                  <a:pt x="2695925" y="55268"/>
                </a:lnTo>
                <a:lnTo>
                  <a:pt x="2695283" y="53535"/>
                </a:lnTo>
                <a:lnTo>
                  <a:pt x="2694514" y="51824"/>
                </a:lnTo>
                <a:lnTo>
                  <a:pt x="2693616" y="50144"/>
                </a:lnTo>
                <a:lnTo>
                  <a:pt x="2692585" y="48504"/>
                </a:lnTo>
                <a:lnTo>
                  <a:pt x="2691419" y="46910"/>
                </a:lnTo>
                <a:lnTo>
                  <a:pt x="2690114" y="45371"/>
                </a:lnTo>
                <a:lnTo>
                  <a:pt x="2688668" y="43895"/>
                </a:lnTo>
                <a:lnTo>
                  <a:pt x="2687077" y="42491"/>
                </a:lnTo>
                <a:lnTo>
                  <a:pt x="2685338" y="41167"/>
                </a:lnTo>
                <a:lnTo>
                  <a:pt x="2683449" y="39930"/>
                </a:lnTo>
                <a:lnTo>
                  <a:pt x="2681406" y="38789"/>
                </a:lnTo>
                <a:lnTo>
                  <a:pt x="2679206" y="37751"/>
                </a:lnTo>
                <a:lnTo>
                  <a:pt x="2676847" y="36826"/>
                </a:lnTo>
                <a:lnTo>
                  <a:pt x="2674325" y="36021"/>
                </a:lnTo>
                <a:lnTo>
                  <a:pt x="2671638" y="35344"/>
                </a:lnTo>
                <a:lnTo>
                  <a:pt x="2668782" y="34803"/>
                </a:lnTo>
                <a:lnTo>
                  <a:pt x="2665754" y="34407"/>
                </a:lnTo>
                <a:lnTo>
                  <a:pt x="2662551" y="34163"/>
                </a:lnTo>
                <a:lnTo>
                  <a:pt x="2659171" y="34080"/>
                </a:lnTo>
                <a:lnTo>
                  <a:pt x="2658078" y="34081"/>
                </a:lnTo>
                <a:lnTo>
                  <a:pt x="2656879" y="34088"/>
                </a:lnTo>
                <a:lnTo>
                  <a:pt x="2655590" y="34107"/>
                </a:lnTo>
                <a:lnTo>
                  <a:pt x="2654222" y="34145"/>
                </a:lnTo>
                <a:lnTo>
                  <a:pt x="2652789" y="34207"/>
                </a:lnTo>
                <a:lnTo>
                  <a:pt x="2651306" y="34300"/>
                </a:lnTo>
                <a:lnTo>
                  <a:pt x="2649784" y="34429"/>
                </a:lnTo>
                <a:lnTo>
                  <a:pt x="2648239" y="34601"/>
                </a:lnTo>
                <a:lnTo>
                  <a:pt x="2646683" y="34822"/>
                </a:lnTo>
                <a:lnTo>
                  <a:pt x="2645129" y="35098"/>
                </a:lnTo>
                <a:lnTo>
                  <a:pt x="2643592" y="35436"/>
                </a:lnTo>
                <a:lnTo>
                  <a:pt x="2642084" y="35840"/>
                </a:lnTo>
                <a:lnTo>
                  <a:pt x="2640620" y="36318"/>
                </a:lnTo>
                <a:lnTo>
                  <a:pt x="2639212" y="36875"/>
                </a:lnTo>
                <a:lnTo>
                  <a:pt x="2637875" y="37517"/>
                </a:lnTo>
                <a:lnTo>
                  <a:pt x="2636621" y="38252"/>
                </a:lnTo>
                <a:lnTo>
                  <a:pt x="2635464" y="39084"/>
                </a:lnTo>
                <a:lnTo>
                  <a:pt x="2634418" y="40020"/>
                </a:lnTo>
                <a:lnTo>
                  <a:pt x="2633495" y="41066"/>
                </a:lnTo>
                <a:lnTo>
                  <a:pt x="2632710" y="42228"/>
                </a:lnTo>
                <a:lnTo>
                  <a:pt x="2632076" y="43513"/>
                </a:lnTo>
                <a:lnTo>
                  <a:pt x="2631607" y="44925"/>
                </a:lnTo>
                <a:lnTo>
                  <a:pt x="2631315" y="46472"/>
                </a:lnTo>
                <a:lnTo>
                  <a:pt x="2631215" y="48160"/>
                </a:lnTo>
                <a:lnTo>
                  <a:pt x="2631236" y="48870"/>
                </a:lnTo>
                <a:lnTo>
                  <a:pt x="2631298" y="49552"/>
                </a:lnTo>
                <a:lnTo>
                  <a:pt x="2631398" y="50205"/>
                </a:lnTo>
                <a:lnTo>
                  <a:pt x="2631537" y="50830"/>
                </a:lnTo>
                <a:lnTo>
                  <a:pt x="2631711" y="51425"/>
                </a:lnTo>
                <a:lnTo>
                  <a:pt x="2631920" y="51992"/>
                </a:lnTo>
                <a:lnTo>
                  <a:pt x="2632163" y="52529"/>
                </a:lnTo>
                <a:lnTo>
                  <a:pt x="2632437" y="53037"/>
                </a:lnTo>
                <a:lnTo>
                  <a:pt x="2632741" y="53516"/>
                </a:lnTo>
                <a:lnTo>
                  <a:pt x="2633074" y="53965"/>
                </a:lnTo>
                <a:lnTo>
                  <a:pt x="2633433" y="54384"/>
                </a:lnTo>
                <a:lnTo>
                  <a:pt x="2633819" y="54773"/>
                </a:lnTo>
                <a:lnTo>
                  <a:pt x="2634228" y="55132"/>
                </a:lnTo>
                <a:lnTo>
                  <a:pt x="2634660" y="55461"/>
                </a:lnTo>
                <a:lnTo>
                  <a:pt x="2635113" y="55759"/>
                </a:lnTo>
                <a:lnTo>
                  <a:pt x="2635586" y="56027"/>
                </a:lnTo>
                <a:lnTo>
                  <a:pt x="2636077" y="56263"/>
                </a:lnTo>
                <a:lnTo>
                  <a:pt x="2636584" y="56469"/>
                </a:lnTo>
                <a:lnTo>
                  <a:pt x="2637106" y="56643"/>
                </a:lnTo>
                <a:lnTo>
                  <a:pt x="2637642" y="56786"/>
                </a:lnTo>
                <a:lnTo>
                  <a:pt x="2638190" y="56898"/>
                </a:lnTo>
                <a:lnTo>
                  <a:pt x="2638748" y="56978"/>
                </a:lnTo>
                <a:lnTo>
                  <a:pt x="2639316" y="57026"/>
                </a:lnTo>
                <a:lnTo>
                  <a:pt x="2639891" y="57042"/>
                </a:lnTo>
                <a:lnTo>
                  <a:pt x="2640265" y="57033"/>
                </a:lnTo>
                <a:lnTo>
                  <a:pt x="2640661" y="57004"/>
                </a:lnTo>
                <a:lnTo>
                  <a:pt x="2641077" y="56953"/>
                </a:lnTo>
                <a:lnTo>
                  <a:pt x="2641510" y="56880"/>
                </a:lnTo>
                <a:lnTo>
                  <a:pt x="2641955" y="56783"/>
                </a:lnTo>
                <a:lnTo>
                  <a:pt x="2642409" y="56659"/>
                </a:lnTo>
                <a:lnTo>
                  <a:pt x="2642869" y="56507"/>
                </a:lnTo>
                <a:lnTo>
                  <a:pt x="2643332" y="56327"/>
                </a:lnTo>
                <a:lnTo>
                  <a:pt x="2643795" y="56115"/>
                </a:lnTo>
                <a:lnTo>
                  <a:pt x="2644253" y="55871"/>
                </a:lnTo>
                <a:lnTo>
                  <a:pt x="2644704" y="55593"/>
                </a:lnTo>
                <a:lnTo>
                  <a:pt x="2645144" y="55280"/>
                </a:lnTo>
                <a:lnTo>
                  <a:pt x="2645570" y="54929"/>
                </a:lnTo>
                <a:lnTo>
                  <a:pt x="2645979" y="54540"/>
                </a:lnTo>
                <a:lnTo>
                  <a:pt x="2646367" y="54110"/>
                </a:lnTo>
                <a:lnTo>
                  <a:pt x="2646731" y="53638"/>
                </a:lnTo>
                <a:lnTo>
                  <a:pt x="2647068" y="53122"/>
                </a:lnTo>
                <a:lnTo>
                  <a:pt x="2647374" y="52562"/>
                </a:lnTo>
                <a:lnTo>
                  <a:pt x="2647645" y="51954"/>
                </a:lnTo>
                <a:lnTo>
                  <a:pt x="2647880" y="51298"/>
                </a:lnTo>
                <a:lnTo>
                  <a:pt x="2648073" y="50593"/>
                </a:lnTo>
                <a:lnTo>
                  <a:pt x="2648222" y="49836"/>
                </a:lnTo>
                <a:lnTo>
                  <a:pt x="2648324" y="49025"/>
                </a:lnTo>
                <a:lnTo>
                  <a:pt x="2648375" y="48160"/>
                </a:lnTo>
                <a:lnTo>
                  <a:pt x="2648376" y="47974"/>
                </a:lnTo>
                <a:lnTo>
                  <a:pt x="2648381" y="47801"/>
                </a:lnTo>
                <a:lnTo>
                  <a:pt x="2648390" y="47641"/>
                </a:lnTo>
                <a:lnTo>
                  <a:pt x="2648407" y="47493"/>
                </a:lnTo>
                <a:lnTo>
                  <a:pt x="2648431" y="47357"/>
                </a:lnTo>
                <a:lnTo>
                  <a:pt x="2648465" y="47231"/>
                </a:lnTo>
                <a:lnTo>
                  <a:pt x="2648510" y="47115"/>
                </a:lnTo>
                <a:lnTo>
                  <a:pt x="2648567" y="47009"/>
                </a:lnTo>
                <a:lnTo>
                  <a:pt x="2648638" y="46911"/>
                </a:lnTo>
                <a:lnTo>
                  <a:pt x="2648726" y="46821"/>
                </a:lnTo>
                <a:lnTo>
                  <a:pt x="2648830" y="46739"/>
                </a:lnTo>
                <a:lnTo>
                  <a:pt x="2648952" y="46663"/>
                </a:lnTo>
                <a:lnTo>
                  <a:pt x="2649095" y="46594"/>
                </a:lnTo>
                <a:lnTo>
                  <a:pt x="2649259" y="46530"/>
                </a:lnTo>
                <a:lnTo>
                  <a:pt x="2649447" y="46470"/>
                </a:lnTo>
                <a:lnTo>
                  <a:pt x="2649659" y="46415"/>
                </a:lnTo>
                <a:lnTo>
                  <a:pt x="2649897" y="46363"/>
                </a:lnTo>
                <a:lnTo>
                  <a:pt x="2650163" y="46313"/>
                </a:lnTo>
                <a:lnTo>
                  <a:pt x="2650458" y="46266"/>
                </a:lnTo>
                <a:lnTo>
                  <a:pt x="2650784" y="46220"/>
                </a:lnTo>
                <a:lnTo>
                  <a:pt x="2651141" y="46175"/>
                </a:lnTo>
                <a:lnTo>
                  <a:pt x="2651533" y="46129"/>
                </a:lnTo>
                <a:lnTo>
                  <a:pt x="2651959" y="46083"/>
                </a:lnTo>
                <a:lnTo>
                  <a:pt x="2652422" y="46036"/>
                </a:lnTo>
                <a:lnTo>
                  <a:pt x="2652759" y="46013"/>
                </a:lnTo>
                <a:lnTo>
                  <a:pt x="2653093" y="45992"/>
                </a:lnTo>
                <a:lnTo>
                  <a:pt x="2653425" y="45972"/>
                </a:lnTo>
                <a:lnTo>
                  <a:pt x="2653754" y="45954"/>
                </a:lnTo>
                <a:lnTo>
                  <a:pt x="2654080" y="45938"/>
                </a:lnTo>
                <a:lnTo>
                  <a:pt x="2654402" y="45924"/>
                </a:lnTo>
                <a:lnTo>
                  <a:pt x="2654722" y="45911"/>
                </a:lnTo>
                <a:lnTo>
                  <a:pt x="2655037" y="45899"/>
                </a:lnTo>
                <a:lnTo>
                  <a:pt x="2655348" y="45889"/>
                </a:lnTo>
                <a:lnTo>
                  <a:pt x="2655655" y="45880"/>
                </a:lnTo>
                <a:lnTo>
                  <a:pt x="2655958" y="45873"/>
                </a:lnTo>
                <a:lnTo>
                  <a:pt x="2656256" y="45866"/>
                </a:lnTo>
                <a:lnTo>
                  <a:pt x="2656548" y="45861"/>
                </a:lnTo>
                <a:lnTo>
                  <a:pt x="2656836" y="45856"/>
                </a:lnTo>
                <a:lnTo>
                  <a:pt x="2657118" y="45852"/>
                </a:lnTo>
                <a:lnTo>
                  <a:pt x="2657394" y="45849"/>
                </a:lnTo>
                <a:lnTo>
                  <a:pt x="2657664" y="45847"/>
                </a:lnTo>
                <a:lnTo>
                  <a:pt x="2657928" y="45845"/>
                </a:lnTo>
                <a:lnTo>
                  <a:pt x="2658185" y="45844"/>
                </a:lnTo>
                <a:lnTo>
                  <a:pt x="2658436" y="45843"/>
                </a:lnTo>
                <a:lnTo>
                  <a:pt x="2658679" y="45842"/>
                </a:lnTo>
                <a:lnTo>
                  <a:pt x="2658915" y="45842"/>
                </a:lnTo>
                <a:lnTo>
                  <a:pt x="2659144" y="45842"/>
                </a:lnTo>
                <a:lnTo>
                  <a:pt x="2659365" y="45842"/>
                </a:lnTo>
                <a:lnTo>
                  <a:pt x="2661172" y="45873"/>
                </a:lnTo>
                <a:lnTo>
                  <a:pt x="2662928" y="45968"/>
                </a:lnTo>
                <a:lnTo>
                  <a:pt x="2664631" y="46126"/>
                </a:lnTo>
                <a:lnTo>
                  <a:pt x="2666280" y="46349"/>
                </a:lnTo>
                <a:lnTo>
                  <a:pt x="2667870" y="46637"/>
                </a:lnTo>
                <a:lnTo>
                  <a:pt x="2669401" y="46992"/>
                </a:lnTo>
                <a:lnTo>
                  <a:pt x="2670870" y="47413"/>
                </a:lnTo>
                <a:lnTo>
                  <a:pt x="2672274" y="47902"/>
                </a:lnTo>
                <a:lnTo>
                  <a:pt x="2673611" y="48459"/>
                </a:lnTo>
                <a:lnTo>
                  <a:pt x="2674878" y="49085"/>
                </a:lnTo>
                <a:lnTo>
                  <a:pt x="2676074" y="49782"/>
                </a:lnTo>
                <a:lnTo>
                  <a:pt x="2677197" y="50549"/>
                </a:lnTo>
                <a:lnTo>
                  <a:pt x="2678242" y="51387"/>
                </a:lnTo>
                <a:lnTo>
                  <a:pt x="2679210" y="52298"/>
                </a:lnTo>
                <a:lnTo>
                  <a:pt x="2680096" y="53281"/>
                </a:lnTo>
                <a:lnTo>
                  <a:pt x="2680899" y="54338"/>
                </a:lnTo>
                <a:lnTo>
                  <a:pt x="2681616" y="55469"/>
                </a:lnTo>
                <a:lnTo>
                  <a:pt x="2682245" y="56676"/>
                </a:lnTo>
                <a:lnTo>
                  <a:pt x="2682784" y="57958"/>
                </a:lnTo>
                <a:lnTo>
                  <a:pt x="2683230" y="59318"/>
                </a:lnTo>
                <a:lnTo>
                  <a:pt x="2683581" y="60754"/>
                </a:lnTo>
                <a:lnTo>
                  <a:pt x="2683835" y="62269"/>
                </a:lnTo>
                <a:lnTo>
                  <a:pt x="2683989" y="63862"/>
                </a:lnTo>
                <a:lnTo>
                  <a:pt x="2684041" y="65536"/>
                </a:lnTo>
                <a:lnTo>
                  <a:pt x="2679830" y="65655"/>
                </a:lnTo>
                <a:lnTo>
                  <a:pt x="2675734" y="65869"/>
                </a:lnTo>
                <a:lnTo>
                  <a:pt x="2671758" y="66178"/>
                </a:lnTo>
                <a:lnTo>
                  <a:pt x="2667908" y="66581"/>
                </a:lnTo>
                <a:lnTo>
                  <a:pt x="2664189" y="67077"/>
                </a:lnTo>
                <a:lnTo>
                  <a:pt x="2660607" y="67668"/>
                </a:lnTo>
                <a:lnTo>
                  <a:pt x="2657169" y="68353"/>
                </a:lnTo>
                <a:lnTo>
                  <a:pt x="2653879" y="69132"/>
                </a:lnTo>
                <a:lnTo>
                  <a:pt x="2650744" y="70005"/>
                </a:lnTo>
                <a:lnTo>
                  <a:pt x="2647770" y="70972"/>
                </a:lnTo>
                <a:lnTo>
                  <a:pt x="2644961" y="72032"/>
                </a:lnTo>
                <a:lnTo>
                  <a:pt x="2642325" y="73186"/>
                </a:lnTo>
                <a:lnTo>
                  <a:pt x="2639866" y="74433"/>
                </a:lnTo>
                <a:lnTo>
                  <a:pt x="2637591" y="75774"/>
                </a:lnTo>
                <a:lnTo>
                  <a:pt x="2635505" y="77208"/>
                </a:lnTo>
                <a:lnTo>
                  <a:pt x="2633614" y="78735"/>
                </a:lnTo>
                <a:lnTo>
                  <a:pt x="2631924" y="80356"/>
                </a:lnTo>
                <a:lnTo>
                  <a:pt x="2630441" y="82070"/>
                </a:lnTo>
                <a:lnTo>
                  <a:pt x="2629170" y="83876"/>
                </a:lnTo>
                <a:lnTo>
                  <a:pt x="2628117" y="85776"/>
                </a:lnTo>
                <a:lnTo>
                  <a:pt x="2627288" y="87769"/>
                </a:lnTo>
                <a:lnTo>
                  <a:pt x="2626689" y="89854"/>
                </a:lnTo>
                <a:lnTo>
                  <a:pt x="2626325" y="92032"/>
                </a:lnTo>
                <a:lnTo>
                  <a:pt x="2626202" y="94302"/>
                </a:lnTo>
                <a:lnTo>
                  <a:pt x="2626265" y="95959"/>
                </a:lnTo>
                <a:lnTo>
                  <a:pt x="2626453" y="97603"/>
                </a:lnTo>
                <a:lnTo>
                  <a:pt x="2626763" y="99229"/>
                </a:lnTo>
                <a:lnTo>
                  <a:pt x="2627193" y="100831"/>
                </a:lnTo>
                <a:lnTo>
                  <a:pt x="2627742" y="102406"/>
                </a:lnTo>
                <a:lnTo>
                  <a:pt x="2628408" y="103946"/>
                </a:lnTo>
                <a:lnTo>
                  <a:pt x="2629188" y="105448"/>
                </a:lnTo>
                <a:lnTo>
                  <a:pt x="2630080" y="106906"/>
                </a:lnTo>
                <a:lnTo>
                  <a:pt x="2631083" y="108316"/>
                </a:lnTo>
                <a:lnTo>
                  <a:pt x="2632194" y="109671"/>
                </a:lnTo>
                <a:lnTo>
                  <a:pt x="2633412" y="110968"/>
                </a:lnTo>
                <a:lnTo>
                  <a:pt x="2634734" y="112200"/>
                </a:lnTo>
                <a:lnTo>
                  <a:pt x="2636159" y="113363"/>
                </a:lnTo>
                <a:lnTo>
                  <a:pt x="2637684" y="114452"/>
                </a:lnTo>
                <a:lnTo>
                  <a:pt x="2639307" y="115461"/>
                </a:lnTo>
                <a:lnTo>
                  <a:pt x="2641027" y="116386"/>
                </a:lnTo>
                <a:lnTo>
                  <a:pt x="2642841" y="117221"/>
                </a:lnTo>
                <a:lnTo>
                  <a:pt x="2644748" y="117961"/>
                </a:lnTo>
                <a:lnTo>
                  <a:pt x="2646745" y="118602"/>
                </a:lnTo>
                <a:lnTo>
                  <a:pt x="2648830" y="119137"/>
                </a:lnTo>
                <a:lnTo>
                  <a:pt x="2651002" y="119563"/>
                </a:lnTo>
                <a:lnTo>
                  <a:pt x="2653258" y="119873"/>
                </a:lnTo>
                <a:lnTo>
                  <a:pt x="2655596" y="120063"/>
                </a:lnTo>
                <a:lnTo>
                  <a:pt x="2658015" y="120127"/>
                </a:lnTo>
                <a:lnTo>
                  <a:pt x="2658931" y="120120"/>
                </a:lnTo>
                <a:lnTo>
                  <a:pt x="2659894" y="120097"/>
                </a:lnTo>
                <a:lnTo>
                  <a:pt x="2660901" y="120057"/>
                </a:lnTo>
                <a:lnTo>
                  <a:pt x="2661948" y="119999"/>
                </a:lnTo>
                <a:lnTo>
                  <a:pt x="2663031" y="119922"/>
                </a:lnTo>
                <a:lnTo>
                  <a:pt x="2664148" y="119823"/>
                </a:lnTo>
                <a:lnTo>
                  <a:pt x="2665295" y="119702"/>
                </a:lnTo>
                <a:lnTo>
                  <a:pt x="2666469" y="119556"/>
                </a:lnTo>
                <a:lnTo>
                  <a:pt x="2667667" y="119385"/>
                </a:lnTo>
                <a:lnTo>
                  <a:pt x="2668884" y="119188"/>
                </a:lnTo>
                <a:lnTo>
                  <a:pt x="2670118" y="118962"/>
                </a:lnTo>
                <a:lnTo>
                  <a:pt x="2671366" y="118706"/>
                </a:lnTo>
                <a:lnTo>
                  <a:pt x="2672623" y="118419"/>
                </a:lnTo>
                <a:lnTo>
                  <a:pt x="2673887" y="118100"/>
                </a:lnTo>
                <a:lnTo>
                  <a:pt x="2675155" y="117746"/>
                </a:lnTo>
                <a:lnTo>
                  <a:pt x="2676423" y="117358"/>
                </a:lnTo>
                <a:lnTo>
                  <a:pt x="2677687" y="116932"/>
                </a:lnTo>
                <a:lnTo>
                  <a:pt x="2678944" y="116468"/>
                </a:lnTo>
                <a:lnTo>
                  <a:pt x="2680192" y="115964"/>
                </a:lnTo>
                <a:lnTo>
                  <a:pt x="2681426" y="115420"/>
                </a:lnTo>
                <a:lnTo>
                  <a:pt x="2682643" y="114833"/>
                </a:lnTo>
                <a:lnTo>
                  <a:pt x="2683841" y="114201"/>
                </a:lnTo>
                <a:lnTo>
                  <a:pt x="2685015" y="113525"/>
                </a:lnTo>
                <a:lnTo>
                  <a:pt x="2686162" y="112801"/>
                </a:lnTo>
                <a:lnTo>
                  <a:pt x="2686718" y="113522"/>
                </a:lnTo>
                <a:lnTo>
                  <a:pt x="2687323" y="114185"/>
                </a:lnTo>
                <a:lnTo>
                  <a:pt x="2687974" y="114792"/>
                </a:lnTo>
                <a:lnTo>
                  <a:pt x="2688668" y="115345"/>
                </a:lnTo>
                <a:lnTo>
                  <a:pt x="2689403" y="115848"/>
                </a:lnTo>
                <a:lnTo>
                  <a:pt x="2690175" y="116303"/>
                </a:lnTo>
                <a:lnTo>
                  <a:pt x="2690980" y="116711"/>
                </a:lnTo>
                <a:lnTo>
                  <a:pt x="2691817" y="117076"/>
                </a:lnTo>
                <a:lnTo>
                  <a:pt x="2692683" y="117401"/>
                </a:lnTo>
                <a:lnTo>
                  <a:pt x="2693573" y="117686"/>
                </a:lnTo>
                <a:lnTo>
                  <a:pt x="2694485" y="117935"/>
                </a:lnTo>
                <a:lnTo>
                  <a:pt x="2695416" y="118151"/>
                </a:lnTo>
                <a:lnTo>
                  <a:pt x="2696364" y="118335"/>
                </a:lnTo>
                <a:lnTo>
                  <a:pt x="2697324" y="118491"/>
                </a:lnTo>
                <a:lnTo>
                  <a:pt x="2698295" y="118620"/>
                </a:lnTo>
                <a:lnTo>
                  <a:pt x="2699272" y="118725"/>
                </a:lnTo>
                <a:lnTo>
                  <a:pt x="2700254" y="118809"/>
                </a:lnTo>
                <a:lnTo>
                  <a:pt x="2701236" y="118874"/>
                </a:lnTo>
                <a:lnTo>
                  <a:pt x="2702217" y="118921"/>
                </a:lnTo>
                <a:lnTo>
                  <a:pt x="2703192" y="118955"/>
                </a:lnTo>
                <a:lnTo>
                  <a:pt x="2704160" y="118977"/>
                </a:lnTo>
                <a:lnTo>
                  <a:pt x="2705116" y="118990"/>
                </a:lnTo>
                <a:lnTo>
                  <a:pt x="2706058" y="118996"/>
                </a:lnTo>
                <a:lnTo>
                  <a:pt x="2706984" y="118997"/>
                </a:lnTo>
                <a:lnTo>
                  <a:pt x="2707652" y="118997"/>
                </a:lnTo>
                <a:lnTo>
                  <a:pt x="2708307" y="118994"/>
                </a:lnTo>
                <a:lnTo>
                  <a:pt x="2708948" y="118986"/>
                </a:lnTo>
                <a:lnTo>
                  <a:pt x="2709572" y="118970"/>
                </a:lnTo>
                <a:lnTo>
                  <a:pt x="2710179" y="118943"/>
                </a:lnTo>
                <a:lnTo>
                  <a:pt x="2710767" y="118904"/>
                </a:lnTo>
                <a:lnTo>
                  <a:pt x="2711335" y="118849"/>
                </a:lnTo>
                <a:lnTo>
                  <a:pt x="2711882" y="118776"/>
                </a:lnTo>
                <a:lnTo>
                  <a:pt x="2712406" y="118682"/>
                </a:lnTo>
                <a:lnTo>
                  <a:pt x="2712906" y="118565"/>
                </a:lnTo>
                <a:lnTo>
                  <a:pt x="2713380" y="118422"/>
                </a:lnTo>
                <a:lnTo>
                  <a:pt x="2713828" y="118250"/>
                </a:lnTo>
                <a:lnTo>
                  <a:pt x="2714247" y="118048"/>
                </a:lnTo>
                <a:lnTo>
                  <a:pt x="2714638" y="117811"/>
                </a:lnTo>
                <a:lnTo>
                  <a:pt x="2714997" y="117538"/>
                </a:lnTo>
                <a:lnTo>
                  <a:pt x="2715324" y="117227"/>
                </a:lnTo>
                <a:lnTo>
                  <a:pt x="2715618" y="116874"/>
                </a:lnTo>
                <a:lnTo>
                  <a:pt x="2715877" y="116476"/>
                </a:lnTo>
                <a:lnTo>
                  <a:pt x="2716099" y="116033"/>
                </a:lnTo>
                <a:lnTo>
                  <a:pt x="2716284" y="115539"/>
                </a:lnTo>
                <a:lnTo>
                  <a:pt x="2716431" y="114994"/>
                </a:lnTo>
                <a:lnTo>
                  <a:pt x="2716537" y="114395"/>
                </a:lnTo>
                <a:lnTo>
                  <a:pt x="2716602" y="113738"/>
                </a:lnTo>
                <a:lnTo>
                  <a:pt x="2716624" y="113022"/>
                </a:lnTo>
                <a:lnTo>
                  <a:pt x="2716599" y="112329"/>
                </a:lnTo>
                <a:lnTo>
                  <a:pt x="2716527" y="111693"/>
                </a:lnTo>
                <a:lnTo>
                  <a:pt x="2716411" y="111113"/>
                </a:lnTo>
                <a:lnTo>
                  <a:pt x="2716253" y="110585"/>
                </a:lnTo>
                <a:lnTo>
                  <a:pt x="2716057" y="110108"/>
                </a:lnTo>
                <a:lnTo>
                  <a:pt x="2715825" y="109678"/>
                </a:lnTo>
                <a:close/>
                <a:moveTo>
                  <a:pt x="2683923" y="96414"/>
                </a:moveTo>
                <a:lnTo>
                  <a:pt x="2683854" y="96940"/>
                </a:lnTo>
                <a:lnTo>
                  <a:pt x="2683762" y="97462"/>
                </a:lnTo>
                <a:lnTo>
                  <a:pt x="2683644" y="97979"/>
                </a:lnTo>
                <a:lnTo>
                  <a:pt x="2683497" y="98491"/>
                </a:lnTo>
                <a:lnTo>
                  <a:pt x="2683317" y="98999"/>
                </a:lnTo>
                <a:lnTo>
                  <a:pt x="2683101" y="99501"/>
                </a:lnTo>
                <a:lnTo>
                  <a:pt x="2682846" y="99999"/>
                </a:lnTo>
                <a:lnTo>
                  <a:pt x="2682548" y="100491"/>
                </a:lnTo>
                <a:lnTo>
                  <a:pt x="2682205" y="100978"/>
                </a:lnTo>
                <a:lnTo>
                  <a:pt x="2681813" y="101460"/>
                </a:lnTo>
                <a:lnTo>
                  <a:pt x="2681368" y="101937"/>
                </a:lnTo>
                <a:lnTo>
                  <a:pt x="2680868" y="102408"/>
                </a:lnTo>
                <a:lnTo>
                  <a:pt x="2680310" y="102874"/>
                </a:lnTo>
                <a:lnTo>
                  <a:pt x="2679689" y="103334"/>
                </a:lnTo>
                <a:lnTo>
                  <a:pt x="2679003" y="103788"/>
                </a:lnTo>
                <a:lnTo>
                  <a:pt x="2678249" y="104237"/>
                </a:lnTo>
                <a:lnTo>
                  <a:pt x="2677423" y="104680"/>
                </a:lnTo>
                <a:lnTo>
                  <a:pt x="2676521" y="105117"/>
                </a:lnTo>
                <a:lnTo>
                  <a:pt x="2675646" y="105507"/>
                </a:lnTo>
                <a:lnTo>
                  <a:pt x="2674756" y="105864"/>
                </a:lnTo>
                <a:lnTo>
                  <a:pt x="2673855" y="106190"/>
                </a:lnTo>
                <a:lnTo>
                  <a:pt x="2672948" y="106487"/>
                </a:lnTo>
                <a:lnTo>
                  <a:pt x="2672038" y="106755"/>
                </a:lnTo>
                <a:lnTo>
                  <a:pt x="2671130" y="106996"/>
                </a:lnTo>
                <a:lnTo>
                  <a:pt x="2670226" y="107213"/>
                </a:lnTo>
                <a:lnTo>
                  <a:pt x="2669332" y="107405"/>
                </a:lnTo>
                <a:lnTo>
                  <a:pt x="2668450" y="107574"/>
                </a:lnTo>
                <a:lnTo>
                  <a:pt x="2667585" y="107723"/>
                </a:lnTo>
                <a:lnTo>
                  <a:pt x="2666740" y="107851"/>
                </a:lnTo>
                <a:lnTo>
                  <a:pt x="2665919" y="107961"/>
                </a:lnTo>
                <a:lnTo>
                  <a:pt x="2665126" y="108055"/>
                </a:lnTo>
                <a:lnTo>
                  <a:pt x="2664366" y="108133"/>
                </a:lnTo>
                <a:lnTo>
                  <a:pt x="2663641" y="108196"/>
                </a:lnTo>
                <a:lnTo>
                  <a:pt x="2662956" y="108247"/>
                </a:lnTo>
                <a:lnTo>
                  <a:pt x="2662314" y="108287"/>
                </a:lnTo>
                <a:lnTo>
                  <a:pt x="2661720" y="108317"/>
                </a:lnTo>
                <a:lnTo>
                  <a:pt x="2661177" y="108338"/>
                </a:lnTo>
                <a:lnTo>
                  <a:pt x="2660689" y="108353"/>
                </a:lnTo>
                <a:lnTo>
                  <a:pt x="2660260" y="108362"/>
                </a:lnTo>
                <a:lnTo>
                  <a:pt x="2659894" y="108366"/>
                </a:lnTo>
                <a:lnTo>
                  <a:pt x="2659594" y="108368"/>
                </a:lnTo>
                <a:lnTo>
                  <a:pt x="2659365" y="108368"/>
                </a:lnTo>
                <a:lnTo>
                  <a:pt x="2657892" y="108334"/>
                </a:lnTo>
                <a:lnTo>
                  <a:pt x="2656463" y="108235"/>
                </a:lnTo>
                <a:lnTo>
                  <a:pt x="2655079" y="108072"/>
                </a:lnTo>
                <a:lnTo>
                  <a:pt x="2653743" y="107848"/>
                </a:lnTo>
                <a:lnTo>
                  <a:pt x="2652455" y="107565"/>
                </a:lnTo>
                <a:lnTo>
                  <a:pt x="2651218" y="107226"/>
                </a:lnTo>
                <a:lnTo>
                  <a:pt x="2650034" y="106834"/>
                </a:lnTo>
                <a:lnTo>
                  <a:pt x="2648903" y="106390"/>
                </a:lnTo>
                <a:lnTo>
                  <a:pt x="2647827" y="105897"/>
                </a:lnTo>
                <a:lnTo>
                  <a:pt x="2646809" y="105358"/>
                </a:lnTo>
                <a:lnTo>
                  <a:pt x="2645850" y="104775"/>
                </a:lnTo>
                <a:lnTo>
                  <a:pt x="2644952" y="104151"/>
                </a:lnTo>
                <a:lnTo>
                  <a:pt x="2644116" y="103487"/>
                </a:lnTo>
                <a:lnTo>
                  <a:pt x="2643343" y="102786"/>
                </a:lnTo>
                <a:lnTo>
                  <a:pt x="2642637" y="102051"/>
                </a:lnTo>
                <a:lnTo>
                  <a:pt x="2641997" y="101284"/>
                </a:lnTo>
                <a:lnTo>
                  <a:pt x="2641427" y="100488"/>
                </a:lnTo>
                <a:lnTo>
                  <a:pt x="2640927" y="99665"/>
                </a:lnTo>
                <a:lnTo>
                  <a:pt x="2640500" y="98817"/>
                </a:lnTo>
                <a:lnTo>
                  <a:pt x="2640146" y="97947"/>
                </a:lnTo>
                <a:lnTo>
                  <a:pt x="2639868" y="97057"/>
                </a:lnTo>
                <a:lnTo>
                  <a:pt x="2639668" y="96150"/>
                </a:lnTo>
                <a:lnTo>
                  <a:pt x="2639546" y="95228"/>
                </a:lnTo>
                <a:lnTo>
                  <a:pt x="2639505" y="94293"/>
                </a:lnTo>
                <a:lnTo>
                  <a:pt x="2639591" y="93125"/>
                </a:lnTo>
                <a:lnTo>
                  <a:pt x="2639848" y="91982"/>
                </a:lnTo>
                <a:lnTo>
                  <a:pt x="2640272" y="90866"/>
                </a:lnTo>
                <a:lnTo>
                  <a:pt x="2640863" y="89780"/>
                </a:lnTo>
                <a:lnTo>
                  <a:pt x="2641617" y="88726"/>
                </a:lnTo>
                <a:lnTo>
                  <a:pt x="2642533" y="87704"/>
                </a:lnTo>
                <a:lnTo>
                  <a:pt x="2643607" y="86717"/>
                </a:lnTo>
                <a:lnTo>
                  <a:pt x="2644839" y="85766"/>
                </a:lnTo>
                <a:lnTo>
                  <a:pt x="2646225" y="84854"/>
                </a:lnTo>
                <a:lnTo>
                  <a:pt x="2647764" y="83981"/>
                </a:lnTo>
                <a:lnTo>
                  <a:pt x="2649453" y="83150"/>
                </a:lnTo>
                <a:lnTo>
                  <a:pt x="2651290" y="82363"/>
                </a:lnTo>
                <a:lnTo>
                  <a:pt x="2653272" y="81620"/>
                </a:lnTo>
                <a:lnTo>
                  <a:pt x="2655397" y="80925"/>
                </a:lnTo>
                <a:lnTo>
                  <a:pt x="2657664" y="80278"/>
                </a:lnTo>
                <a:lnTo>
                  <a:pt x="2660070" y="79682"/>
                </a:lnTo>
                <a:lnTo>
                  <a:pt x="2662612" y="79138"/>
                </a:lnTo>
                <a:lnTo>
                  <a:pt x="2665288" y="78648"/>
                </a:lnTo>
                <a:lnTo>
                  <a:pt x="2668097" y="78214"/>
                </a:lnTo>
                <a:lnTo>
                  <a:pt x="2671035" y="77837"/>
                </a:lnTo>
                <a:lnTo>
                  <a:pt x="2674101" y="77519"/>
                </a:lnTo>
                <a:lnTo>
                  <a:pt x="2677292" y="77262"/>
                </a:lnTo>
                <a:lnTo>
                  <a:pt x="2680606" y="77068"/>
                </a:lnTo>
                <a:lnTo>
                  <a:pt x="2684041" y="76939"/>
                </a:lnTo>
                <a:lnTo>
                  <a:pt x="2684041" y="93164"/>
                </a:lnTo>
                <a:lnTo>
                  <a:pt x="2684040" y="93716"/>
                </a:lnTo>
                <a:lnTo>
                  <a:pt x="2684036" y="94264"/>
                </a:lnTo>
                <a:lnTo>
                  <a:pt x="2684026" y="94808"/>
                </a:lnTo>
                <a:lnTo>
                  <a:pt x="2684006" y="95347"/>
                </a:lnTo>
                <a:lnTo>
                  <a:pt x="2683973" y="95883"/>
                </a:lnTo>
                <a:lnTo>
                  <a:pt x="2683923" y="96414"/>
                </a:lnTo>
                <a:close/>
                <a:moveTo>
                  <a:pt x="4638918" y="109678"/>
                </a:moveTo>
                <a:lnTo>
                  <a:pt x="4638653" y="109294"/>
                </a:lnTo>
                <a:lnTo>
                  <a:pt x="4638359" y="108952"/>
                </a:lnTo>
                <a:lnTo>
                  <a:pt x="4638038" y="108650"/>
                </a:lnTo>
                <a:lnTo>
                  <a:pt x="4637693" y="108386"/>
                </a:lnTo>
                <a:lnTo>
                  <a:pt x="4637328" y="108157"/>
                </a:lnTo>
                <a:lnTo>
                  <a:pt x="4636944" y="107961"/>
                </a:lnTo>
                <a:lnTo>
                  <a:pt x="4636545" y="107795"/>
                </a:lnTo>
                <a:lnTo>
                  <a:pt x="4636134" y="107657"/>
                </a:lnTo>
                <a:lnTo>
                  <a:pt x="4635714" y="107543"/>
                </a:lnTo>
                <a:lnTo>
                  <a:pt x="4635288" y="107452"/>
                </a:lnTo>
                <a:lnTo>
                  <a:pt x="4634858" y="107382"/>
                </a:lnTo>
                <a:lnTo>
                  <a:pt x="4634428" y="107329"/>
                </a:lnTo>
                <a:lnTo>
                  <a:pt x="4634001" y="107290"/>
                </a:lnTo>
                <a:lnTo>
                  <a:pt x="4633578" y="107265"/>
                </a:lnTo>
                <a:lnTo>
                  <a:pt x="4633165" y="107249"/>
                </a:lnTo>
                <a:lnTo>
                  <a:pt x="4632762" y="107241"/>
                </a:lnTo>
                <a:lnTo>
                  <a:pt x="4632374" y="107239"/>
                </a:lnTo>
                <a:lnTo>
                  <a:pt x="4632003" y="107238"/>
                </a:lnTo>
                <a:lnTo>
                  <a:pt x="4631023" y="107233"/>
                </a:lnTo>
                <a:lnTo>
                  <a:pt x="4630104" y="107219"/>
                </a:lnTo>
                <a:lnTo>
                  <a:pt x="4629245" y="107196"/>
                </a:lnTo>
                <a:lnTo>
                  <a:pt x="4628442" y="107164"/>
                </a:lnTo>
                <a:lnTo>
                  <a:pt x="4627694" y="107125"/>
                </a:lnTo>
                <a:lnTo>
                  <a:pt x="4626997" y="107078"/>
                </a:lnTo>
                <a:lnTo>
                  <a:pt x="4626349" y="107025"/>
                </a:lnTo>
                <a:lnTo>
                  <a:pt x="4625749" y="106966"/>
                </a:lnTo>
                <a:lnTo>
                  <a:pt x="4625192" y="106902"/>
                </a:lnTo>
                <a:lnTo>
                  <a:pt x="4624677" y="106833"/>
                </a:lnTo>
                <a:lnTo>
                  <a:pt x="4624201" y="106760"/>
                </a:lnTo>
                <a:lnTo>
                  <a:pt x="4623762" y="106683"/>
                </a:lnTo>
                <a:lnTo>
                  <a:pt x="4623357" y="106603"/>
                </a:lnTo>
                <a:lnTo>
                  <a:pt x="4622983" y="106521"/>
                </a:lnTo>
                <a:lnTo>
                  <a:pt x="4622639" y="106437"/>
                </a:lnTo>
                <a:lnTo>
                  <a:pt x="4622321" y="106352"/>
                </a:lnTo>
                <a:lnTo>
                  <a:pt x="4622027" y="106266"/>
                </a:lnTo>
                <a:lnTo>
                  <a:pt x="4621755" y="106179"/>
                </a:lnTo>
                <a:lnTo>
                  <a:pt x="4621502" y="106094"/>
                </a:lnTo>
                <a:lnTo>
                  <a:pt x="4621266" y="106009"/>
                </a:lnTo>
                <a:lnTo>
                  <a:pt x="4621044" y="105926"/>
                </a:lnTo>
                <a:lnTo>
                  <a:pt x="4620833" y="105846"/>
                </a:lnTo>
                <a:lnTo>
                  <a:pt x="4620631" y="105768"/>
                </a:lnTo>
                <a:lnTo>
                  <a:pt x="4620436" y="105694"/>
                </a:lnTo>
                <a:lnTo>
                  <a:pt x="4620436" y="63991"/>
                </a:lnTo>
                <a:lnTo>
                  <a:pt x="4620381" y="62266"/>
                </a:lnTo>
                <a:lnTo>
                  <a:pt x="4620215" y="60523"/>
                </a:lnTo>
                <a:lnTo>
                  <a:pt x="4619934" y="58770"/>
                </a:lnTo>
                <a:lnTo>
                  <a:pt x="4619536" y="57016"/>
                </a:lnTo>
                <a:lnTo>
                  <a:pt x="4619018" y="55268"/>
                </a:lnTo>
                <a:lnTo>
                  <a:pt x="4618375" y="53535"/>
                </a:lnTo>
                <a:lnTo>
                  <a:pt x="4617607" y="51824"/>
                </a:lnTo>
                <a:lnTo>
                  <a:pt x="4616709" y="50144"/>
                </a:lnTo>
                <a:lnTo>
                  <a:pt x="4615678" y="48504"/>
                </a:lnTo>
                <a:lnTo>
                  <a:pt x="4614512" y="46910"/>
                </a:lnTo>
                <a:lnTo>
                  <a:pt x="4613207" y="45371"/>
                </a:lnTo>
                <a:lnTo>
                  <a:pt x="4611760" y="43895"/>
                </a:lnTo>
                <a:lnTo>
                  <a:pt x="4610169" y="42491"/>
                </a:lnTo>
                <a:lnTo>
                  <a:pt x="4608431" y="41167"/>
                </a:lnTo>
                <a:lnTo>
                  <a:pt x="4606541" y="39930"/>
                </a:lnTo>
                <a:lnTo>
                  <a:pt x="4604499" y="38789"/>
                </a:lnTo>
                <a:lnTo>
                  <a:pt x="4602299" y="37751"/>
                </a:lnTo>
                <a:lnTo>
                  <a:pt x="4599940" y="36826"/>
                </a:lnTo>
                <a:lnTo>
                  <a:pt x="4597418" y="36021"/>
                </a:lnTo>
                <a:lnTo>
                  <a:pt x="4594731" y="35344"/>
                </a:lnTo>
                <a:lnTo>
                  <a:pt x="4591874" y="34803"/>
                </a:lnTo>
                <a:lnTo>
                  <a:pt x="4588846" y="34407"/>
                </a:lnTo>
                <a:lnTo>
                  <a:pt x="4585644" y="34163"/>
                </a:lnTo>
                <a:lnTo>
                  <a:pt x="4582264" y="34080"/>
                </a:lnTo>
                <a:lnTo>
                  <a:pt x="4581170" y="34081"/>
                </a:lnTo>
                <a:lnTo>
                  <a:pt x="4579972" y="34088"/>
                </a:lnTo>
                <a:lnTo>
                  <a:pt x="4578682" y="34107"/>
                </a:lnTo>
                <a:lnTo>
                  <a:pt x="4577314" y="34145"/>
                </a:lnTo>
                <a:lnTo>
                  <a:pt x="4575882" y="34207"/>
                </a:lnTo>
                <a:lnTo>
                  <a:pt x="4574398" y="34300"/>
                </a:lnTo>
                <a:lnTo>
                  <a:pt x="4572877" y="34429"/>
                </a:lnTo>
                <a:lnTo>
                  <a:pt x="4571331" y="34601"/>
                </a:lnTo>
                <a:lnTo>
                  <a:pt x="4569775" y="34822"/>
                </a:lnTo>
                <a:lnTo>
                  <a:pt x="4568222" y="35098"/>
                </a:lnTo>
                <a:lnTo>
                  <a:pt x="4566685" y="35436"/>
                </a:lnTo>
                <a:lnTo>
                  <a:pt x="4565177" y="35840"/>
                </a:lnTo>
                <a:lnTo>
                  <a:pt x="4563713" y="36318"/>
                </a:lnTo>
                <a:lnTo>
                  <a:pt x="4562305" y="36875"/>
                </a:lnTo>
                <a:lnTo>
                  <a:pt x="4560967" y="37517"/>
                </a:lnTo>
                <a:lnTo>
                  <a:pt x="4559713" y="38252"/>
                </a:lnTo>
                <a:lnTo>
                  <a:pt x="4558557" y="39084"/>
                </a:lnTo>
                <a:lnTo>
                  <a:pt x="4557510" y="40020"/>
                </a:lnTo>
                <a:lnTo>
                  <a:pt x="4556588" y="41066"/>
                </a:lnTo>
                <a:lnTo>
                  <a:pt x="4555803" y="42228"/>
                </a:lnTo>
                <a:lnTo>
                  <a:pt x="4555169" y="43513"/>
                </a:lnTo>
                <a:lnTo>
                  <a:pt x="4554700" y="44925"/>
                </a:lnTo>
                <a:lnTo>
                  <a:pt x="4554408" y="46472"/>
                </a:lnTo>
                <a:lnTo>
                  <a:pt x="4554308" y="48160"/>
                </a:lnTo>
                <a:lnTo>
                  <a:pt x="4554329" y="48870"/>
                </a:lnTo>
                <a:lnTo>
                  <a:pt x="4554390" y="49552"/>
                </a:lnTo>
                <a:lnTo>
                  <a:pt x="4554491" y="50205"/>
                </a:lnTo>
                <a:lnTo>
                  <a:pt x="4554629" y="50830"/>
                </a:lnTo>
                <a:lnTo>
                  <a:pt x="4554804" y="51425"/>
                </a:lnTo>
                <a:lnTo>
                  <a:pt x="4555013" y="51992"/>
                </a:lnTo>
                <a:lnTo>
                  <a:pt x="4555255" y="52529"/>
                </a:lnTo>
                <a:lnTo>
                  <a:pt x="4555529" y="53037"/>
                </a:lnTo>
                <a:lnTo>
                  <a:pt x="4555833" y="53516"/>
                </a:lnTo>
                <a:lnTo>
                  <a:pt x="4556166" y="53965"/>
                </a:lnTo>
                <a:lnTo>
                  <a:pt x="4556526" y="54384"/>
                </a:lnTo>
                <a:lnTo>
                  <a:pt x="4556911" y="54773"/>
                </a:lnTo>
                <a:lnTo>
                  <a:pt x="4557321" y="55132"/>
                </a:lnTo>
                <a:lnTo>
                  <a:pt x="4557753" y="55461"/>
                </a:lnTo>
                <a:lnTo>
                  <a:pt x="4558206" y="55759"/>
                </a:lnTo>
                <a:lnTo>
                  <a:pt x="4558679" y="56027"/>
                </a:lnTo>
                <a:lnTo>
                  <a:pt x="4559169" y="56263"/>
                </a:lnTo>
                <a:lnTo>
                  <a:pt x="4559677" y="56469"/>
                </a:lnTo>
                <a:lnTo>
                  <a:pt x="4560199" y="56643"/>
                </a:lnTo>
                <a:lnTo>
                  <a:pt x="4560735" y="56786"/>
                </a:lnTo>
                <a:lnTo>
                  <a:pt x="4561283" y="56898"/>
                </a:lnTo>
                <a:lnTo>
                  <a:pt x="4561841" y="56978"/>
                </a:lnTo>
                <a:lnTo>
                  <a:pt x="4562408" y="57026"/>
                </a:lnTo>
                <a:lnTo>
                  <a:pt x="4562983" y="57042"/>
                </a:lnTo>
                <a:lnTo>
                  <a:pt x="4563357" y="57033"/>
                </a:lnTo>
                <a:lnTo>
                  <a:pt x="4563754" y="57004"/>
                </a:lnTo>
                <a:lnTo>
                  <a:pt x="4564170" y="56953"/>
                </a:lnTo>
                <a:lnTo>
                  <a:pt x="4564602" y="56880"/>
                </a:lnTo>
                <a:lnTo>
                  <a:pt x="4565047" y="56783"/>
                </a:lnTo>
                <a:lnTo>
                  <a:pt x="4565501" y="56659"/>
                </a:lnTo>
                <a:lnTo>
                  <a:pt x="4565962" y="56507"/>
                </a:lnTo>
                <a:lnTo>
                  <a:pt x="4566425" y="56327"/>
                </a:lnTo>
                <a:lnTo>
                  <a:pt x="4566887" y="56115"/>
                </a:lnTo>
                <a:lnTo>
                  <a:pt x="4567346" y="55871"/>
                </a:lnTo>
                <a:lnTo>
                  <a:pt x="4567797" y="55593"/>
                </a:lnTo>
                <a:lnTo>
                  <a:pt x="4568237" y="55280"/>
                </a:lnTo>
                <a:lnTo>
                  <a:pt x="4568663" y="54929"/>
                </a:lnTo>
                <a:lnTo>
                  <a:pt x="4569072" y="54540"/>
                </a:lnTo>
                <a:lnTo>
                  <a:pt x="4569460" y="54110"/>
                </a:lnTo>
                <a:lnTo>
                  <a:pt x="4569824" y="53638"/>
                </a:lnTo>
                <a:lnTo>
                  <a:pt x="4570161" y="53122"/>
                </a:lnTo>
                <a:lnTo>
                  <a:pt x="4570466" y="52562"/>
                </a:lnTo>
                <a:lnTo>
                  <a:pt x="4570738" y="51954"/>
                </a:lnTo>
                <a:lnTo>
                  <a:pt x="4570972" y="51298"/>
                </a:lnTo>
                <a:lnTo>
                  <a:pt x="4571166" y="50593"/>
                </a:lnTo>
                <a:lnTo>
                  <a:pt x="4571315" y="49836"/>
                </a:lnTo>
                <a:lnTo>
                  <a:pt x="4571416" y="49025"/>
                </a:lnTo>
                <a:lnTo>
                  <a:pt x="4571467" y="48160"/>
                </a:lnTo>
                <a:lnTo>
                  <a:pt x="4571468" y="47974"/>
                </a:lnTo>
                <a:lnTo>
                  <a:pt x="4571473" y="47801"/>
                </a:lnTo>
                <a:lnTo>
                  <a:pt x="4571483" y="47641"/>
                </a:lnTo>
                <a:lnTo>
                  <a:pt x="4571499" y="47493"/>
                </a:lnTo>
                <a:lnTo>
                  <a:pt x="4571524" y="47357"/>
                </a:lnTo>
                <a:lnTo>
                  <a:pt x="4571557" y="47231"/>
                </a:lnTo>
                <a:lnTo>
                  <a:pt x="4571602" y="47115"/>
                </a:lnTo>
                <a:lnTo>
                  <a:pt x="4571660" y="47009"/>
                </a:lnTo>
                <a:lnTo>
                  <a:pt x="4571731" y="46911"/>
                </a:lnTo>
                <a:lnTo>
                  <a:pt x="4571818" y="46821"/>
                </a:lnTo>
                <a:lnTo>
                  <a:pt x="4571922" y="46739"/>
                </a:lnTo>
                <a:lnTo>
                  <a:pt x="4572045" y="46663"/>
                </a:lnTo>
                <a:lnTo>
                  <a:pt x="4572188" y="46594"/>
                </a:lnTo>
                <a:lnTo>
                  <a:pt x="4572352" y="46530"/>
                </a:lnTo>
                <a:lnTo>
                  <a:pt x="4572540" y="46470"/>
                </a:lnTo>
                <a:lnTo>
                  <a:pt x="4572752" y="46415"/>
                </a:lnTo>
                <a:lnTo>
                  <a:pt x="4572990" y="46363"/>
                </a:lnTo>
                <a:lnTo>
                  <a:pt x="4573256" y="46313"/>
                </a:lnTo>
                <a:lnTo>
                  <a:pt x="4573551" y="46266"/>
                </a:lnTo>
                <a:lnTo>
                  <a:pt x="4573876" y="46220"/>
                </a:lnTo>
                <a:lnTo>
                  <a:pt x="4574234" y="46175"/>
                </a:lnTo>
                <a:lnTo>
                  <a:pt x="4574625" y="46129"/>
                </a:lnTo>
                <a:lnTo>
                  <a:pt x="4575052" y="46083"/>
                </a:lnTo>
                <a:lnTo>
                  <a:pt x="4575515" y="46036"/>
                </a:lnTo>
                <a:lnTo>
                  <a:pt x="4575852" y="46013"/>
                </a:lnTo>
                <a:lnTo>
                  <a:pt x="4576186" y="45992"/>
                </a:lnTo>
                <a:lnTo>
                  <a:pt x="4576518" y="45972"/>
                </a:lnTo>
                <a:lnTo>
                  <a:pt x="4576847" y="45954"/>
                </a:lnTo>
                <a:lnTo>
                  <a:pt x="4577172" y="45938"/>
                </a:lnTo>
                <a:lnTo>
                  <a:pt x="4577495" y="45924"/>
                </a:lnTo>
                <a:lnTo>
                  <a:pt x="4577814" y="45911"/>
                </a:lnTo>
                <a:lnTo>
                  <a:pt x="4578130" y="45899"/>
                </a:lnTo>
                <a:lnTo>
                  <a:pt x="4578441" y="45889"/>
                </a:lnTo>
                <a:lnTo>
                  <a:pt x="4578748" y="45880"/>
                </a:lnTo>
                <a:lnTo>
                  <a:pt x="4579051" y="45873"/>
                </a:lnTo>
                <a:lnTo>
                  <a:pt x="4579348" y="45866"/>
                </a:lnTo>
                <a:lnTo>
                  <a:pt x="4579641" y="45861"/>
                </a:lnTo>
                <a:lnTo>
                  <a:pt x="4579928" y="45856"/>
                </a:lnTo>
                <a:lnTo>
                  <a:pt x="4580210" y="45852"/>
                </a:lnTo>
                <a:lnTo>
                  <a:pt x="4580486" y="45849"/>
                </a:lnTo>
                <a:lnTo>
                  <a:pt x="4580757" y="45847"/>
                </a:lnTo>
                <a:lnTo>
                  <a:pt x="4581020" y="45845"/>
                </a:lnTo>
                <a:lnTo>
                  <a:pt x="4581278" y="45844"/>
                </a:lnTo>
                <a:lnTo>
                  <a:pt x="4581528" y="45843"/>
                </a:lnTo>
                <a:lnTo>
                  <a:pt x="4581772" y="45842"/>
                </a:lnTo>
                <a:lnTo>
                  <a:pt x="4582008" y="45842"/>
                </a:lnTo>
                <a:lnTo>
                  <a:pt x="4582237" y="45842"/>
                </a:lnTo>
                <a:lnTo>
                  <a:pt x="4582458" y="45842"/>
                </a:lnTo>
                <a:lnTo>
                  <a:pt x="4584264" y="45873"/>
                </a:lnTo>
                <a:lnTo>
                  <a:pt x="4586021" y="45968"/>
                </a:lnTo>
                <a:lnTo>
                  <a:pt x="4587724" y="46126"/>
                </a:lnTo>
                <a:lnTo>
                  <a:pt x="4589372" y="46349"/>
                </a:lnTo>
                <a:lnTo>
                  <a:pt x="4590963" y="46637"/>
                </a:lnTo>
                <a:lnTo>
                  <a:pt x="4592494" y="46992"/>
                </a:lnTo>
                <a:lnTo>
                  <a:pt x="4593962" y="47413"/>
                </a:lnTo>
                <a:lnTo>
                  <a:pt x="4595366" y="47902"/>
                </a:lnTo>
                <a:lnTo>
                  <a:pt x="4596703" y="48459"/>
                </a:lnTo>
                <a:lnTo>
                  <a:pt x="4597971" y="49085"/>
                </a:lnTo>
                <a:lnTo>
                  <a:pt x="4599167" y="49782"/>
                </a:lnTo>
                <a:lnTo>
                  <a:pt x="4600289" y="50549"/>
                </a:lnTo>
                <a:lnTo>
                  <a:pt x="4601335" y="51387"/>
                </a:lnTo>
                <a:lnTo>
                  <a:pt x="4602302" y="52298"/>
                </a:lnTo>
                <a:lnTo>
                  <a:pt x="4603189" y="53281"/>
                </a:lnTo>
                <a:lnTo>
                  <a:pt x="4603991" y="54338"/>
                </a:lnTo>
                <a:lnTo>
                  <a:pt x="4604709" y="55469"/>
                </a:lnTo>
                <a:lnTo>
                  <a:pt x="4605338" y="56676"/>
                </a:lnTo>
                <a:lnTo>
                  <a:pt x="4605877" y="57958"/>
                </a:lnTo>
                <a:lnTo>
                  <a:pt x="4606323" y="59318"/>
                </a:lnTo>
                <a:lnTo>
                  <a:pt x="4606674" y="60754"/>
                </a:lnTo>
                <a:lnTo>
                  <a:pt x="4606928" y="62269"/>
                </a:lnTo>
                <a:lnTo>
                  <a:pt x="4607081" y="63862"/>
                </a:lnTo>
                <a:lnTo>
                  <a:pt x="4607133" y="65536"/>
                </a:lnTo>
                <a:lnTo>
                  <a:pt x="4602923" y="65655"/>
                </a:lnTo>
                <a:lnTo>
                  <a:pt x="4598827" y="65869"/>
                </a:lnTo>
                <a:lnTo>
                  <a:pt x="4594851" y="66178"/>
                </a:lnTo>
                <a:lnTo>
                  <a:pt x="4591000" y="66581"/>
                </a:lnTo>
                <a:lnTo>
                  <a:pt x="4587281" y="67077"/>
                </a:lnTo>
                <a:lnTo>
                  <a:pt x="4583700" y="67668"/>
                </a:lnTo>
                <a:lnTo>
                  <a:pt x="4580261" y="68353"/>
                </a:lnTo>
                <a:lnTo>
                  <a:pt x="4576972" y="69132"/>
                </a:lnTo>
                <a:lnTo>
                  <a:pt x="4573837" y="70005"/>
                </a:lnTo>
                <a:lnTo>
                  <a:pt x="4570862" y="70972"/>
                </a:lnTo>
                <a:lnTo>
                  <a:pt x="4568054" y="72032"/>
                </a:lnTo>
                <a:lnTo>
                  <a:pt x="4565417" y="73186"/>
                </a:lnTo>
                <a:lnTo>
                  <a:pt x="4562959" y="74433"/>
                </a:lnTo>
                <a:lnTo>
                  <a:pt x="4560684" y="75774"/>
                </a:lnTo>
                <a:lnTo>
                  <a:pt x="4558598" y="77208"/>
                </a:lnTo>
                <a:lnTo>
                  <a:pt x="4556707" y="78735"/>
                </a:lnTo>
                <a:lnTo>
                  <a:pt x="4555017" y="80356"/>
                </a:lnTo>
                <a:lnTo>
                  <a:pt x="4553534" y="82070"/>
                </a:lnTo>
                <a:lnTo>
                  <a:pt x="4552263" y="83876"/>
                </a:lnTo>
                <a:lnTo>
                  <a:pt x="4551210" y="85776"/>
                </a:lnTo>
                <a:lnTo>
                  <a:pt x="4550381" y="87769"/>
                </a:lnTo>
                <a:lnTo>
                  <a:pt x="4549781" y="89854"/>
                </a:lnTo>
                <a:lnTo>
                  <a:pt x="4549418" y="92032"/>
                </a:lnTo>
                <a:lnTo>
                  <a:pt x="4549295" y="94302"/>
                </a:lnTo>
                <a:lnTo>
                  <a:pt x="4549358" y="95959"/>
                </a:lnTo>
                <a:lnTo>
                  <a:pt x="4549545" y="97603"/>
                </a:lnTo>
                <a:lnTo>
                  <a:pt x="4549855" y="99229"/>
                </a:lnTo>
                <a:lnTo>
                  <a:pt x="4550286" y="100831"/>
                </a:lnTo>
                <a:lnTo>
                  <a:pt x="4550835" y="102406"/>
                </a:lnTo>
                <a:lnTo>
                  <a:pt x="4551500" y="103946"/>
                </a:lnTo>
                <a:lnTo>
                  <a:pt x="4552280" y="105448"/>
                </a:lnTo>
                <a:lnTo>
                  <a:pt x="4553173" y="106906"/>
                </a:lnTo>
                <a:lnTo>
                  <a:pt x="4554175" y="108316"/>
                </a:lnTo>
                <a:lnTo>
                  <a:pt x="4555287" y="109671"/>
                </a:lnTo>
                <a:lnTo>
                  <a:pt x="4556504" y="110968"/>
                </a:lnTo>
                <a:lnTo>
                  <a:pt x="4557827" y="112200"/>
                </a:lnTo>
                <a:lnTo>
                  <a:pt x="4559251" y="113363"/>
                </a:lnTo>
                <a:lnTo>
                  <a:pt x="4560776" y="114452"/>
                </a:lnTo>
                <a:lnTo>
                  <a:pt x="4562400" y="115461"/>
                </a:lnTo>
                <a:lnTo>
                  <a:pt x="4564119" y="116386"/>
                </a:lnTo>
                <a:lnTo>
                  <a:pt x="4565934" y="117221"/>
                </a:lnTo>
                <a:lnTo>
                  <a:pt x="4567840" y="117961"/>
                </a:lnTo>
                <a:lnTo>
                  <a:pt x="4569837" y="118602"/>
                </a:lnTo>
                <a:lnTo>
                  <a:pt x="4571923" y="119137"/>
                </a:lnTo>
                <a:lnTo>
                  <a:pt x="4574094" y="119563"/>
                </a:lnTo>
                <a:lnTo>
                  <a:pt x="4576350" y="119873"/>
                </a:lnTo>
                <a:lnTo>
                  <a:pt x="4578689" y="120063"/>
                </a:lnTo>
                <a:lnTo>
                  <a:pt x="4581107" y="120127"/>
                </a:lnTo>
                <a:lnTo>
                  <a:pt x="4582024" y="120120"/>
                </a:lnTo>
                <a:lnTo>
                  <a:pt x="4582987" y="120097"/>
                </a:lnTo>
                <a:lnTo>
                  <a:pt x="4583993" y="120057"/>
                </a:lnTo>
                <a:lnTo>
                  <a:pt x="4585040" y="119999"/>
                </a:lnTo>
                <a:lnTo>
                  <a:pt x="4586124" y="119922"/>
                </a:lnTo>
                <a:lnTo>
                  <a:pt x="4587241" y="119823"/>
                </a:lnTo>
                <a:lnTo>
                  <a:pt x="4588388" y="119702"/>
                </a:lnTo>
                <a:lnTo>
                  <a:pt x="4589562" y="119556"/>
                </a:lnTo>
                <a:lnTo>
                  <a:pt x="4590759" y="119385"/>
                </a:lnTo>
                <a:lnTo>
                  <a:pt x="4591977" y="119188"/>
                </a:lnTo>
                <a:lnTo>
                  <a:pt x="4593211" y="118962"/>
                </a:lnTo>
                <a:lnTo>
                  <a:pt x="4594458" y="118706"/>
                </a:lnTo>
                <a:lnTo>
                  <a:pt x="4595716" y="118419"/>
                </a:lnTo>
                <a:lnTo>
                  <a:pt x="4596980" y="118100"/>
                </a:lnTo>
                <a:lnTo>
                  <a:pt x="4598248" y="117746"/>
                </a:lnTo>
                <a:lnTo>
                  <a:pt x="4599515" y="117358"/>
                </a:lnTo>
                <a:lnTo>
                  <a:pt x="4600780" y="116932"/>
                </a:lnTo>
                <a:lnTo>
                  <a:pt x="4602037" y="116468"/>
                </a:lnTo>
                <a:lnTo>
                  <a:pt x="4603285" y="115964"/>
                </a:lnTo>
                <a:lnTo>
                  <a:pt x="4604519" y="115420"/>
                </a:lnTo>
                <a:lnTo>
                  <a:pt x="4605736" y="114833"/>
                </a:lnTo>
                <a:lnTo>
                  <a:pt x="4606933" y="114201"/>
                </a:lnTo>
                <a:lnTo>
                  <a:pt x="4608107" y="113525"/>
                </a:lnTo>
                <a:lnTo>
                  <a:pt x="4609254" y="112801"/>
                </a:lnTo>
                <a:lnTo>
                  <a:pt x="4609810" y="113522"/>
                </a:lnTo>
                <a:lnTo>
                  <a:pt x="4610415" y="114185"/>
                </a:lnTo>
                <a:lnTo>
                  <a:pt x="4611066" y="114792"/>
                </a:lnTo>
                <a:lnTo>
                  <a:pt x="4611761" y="115345"/>
                </a:lnTo>
                <a:lnTo>
                  <a:pt x="4612495" y="115848"/>
                </a:lnTo>
                <a:lnTo>
                  <a:pt x="4613267" y="116303"/>
                </a:lnTo>
                <a:lnTo>
                  <a:pt x="4614073" y="116711"/>
                </a:lnTo>
                <a:lnTo>
                  <a:pt x="4614910" y="117076"/>
                </a:lnTo>
                <a:lnTo>
                  <a:pt x="4615775" y="117401"/>
                </a:lnTo>
                <a:lnTo>
                  <a:pt x="4616665" y="117686"/>
                </a:lnTo>
                <a:lnTo>
                  <a:pt x="4617578" y="117935"/>
                </a:lnTo>
                <a:lnTo>
                  <a:pt x="4618509" y="118151"/>
                </a:lnTo>
                <a:lnTo>
                  <a:pt x="4619457" y="118335"/>
                </a:lnTo>
                <a:lnTo>
                  <a:pt x="4620417" y="118491"/>
                </a:lnTo>
                <a:lnTo>
                  <a:pt x="4621387" y="118620"/>
                </a:lnTo>
                <a:lnTo>
                  <a:pt x="4622365" y="118725"/>
                </a:lnTo>
                <a:lnTo>
                  <a:pt x="4623347" y="118809"/>
                </a:lnTo>
                <a:lnTo>
                  <a:pt x="4624329" y="118874"/>
                </a:lnTo>
                <a:lnTo>
                  <a:pt x="4625310" y="118921"/>
                </a:lnTo>
                <a:lnTo>
                  <a:pt x="4626285" y="118955"/>
                </a:lnTo>
                <a:lnTo>
                  <a:pt x="4627252" y="118977"/>
                </a:lnTo>
                <a:lnTo>
                  <a:pt x="4628209" y="118990"/>
                </a:lnTo>
                <a:lnTo>
                  <a:pt x="4629151" y="118996"/>
                </a:lnTo>
                <a:lnTo>
                  <a:pt x="4630076" y="118997"/>
                </a:lnTo>
                <a:lnTo>
                  <a:pt x="4630745" y="118997"/>
                </a:lnTo>
                <a:lnTo>
                  <a:pt x="4631400" y="118994"/>
                </a:lnTo>
                <a:lnTo>
                  <a:pt x="4632040" y="118986"/>
                </a:lnTo>
                <a:lnTo>
                  <a:pt x="4632665" y="118970"/>
                </a:lnTo>
                <a:lnTo>
                  <a:pt x="4633272" y="118943"/>
                </a:lnTo>
                <a:lnTo>
                  <a:pt x="4633860" y="118904"/>
                </a:lnTo>
                <a:lnTo>
                  <a:pt x="4634428" y="118849"/>
                </a:lnTo>
                <a:lnTo>
                  <a:pt x="4634975" y="118776"/>
                </a:lnTo>
                <a:lnTo>
                  <a:pt x="4635499" y="118682"/>
                </a:lnTo>
                <a:lnTo>
                  <a:pt x="4635998" y="118565"/>
                </a:lnTo>
                <a:lnTo>
                  <a:pt x="4636473" y="118422"/>
                </a:lnTo>
                <a:lnTo>
                  <a:pt x="4636921" y="118250"/>
                </a:lnTo>
                <a:lnTo>
                  <a:pt x="4637340" y="118048"/>
                </a:lnTo>
                <a:lnTo>
                  <a:pt x="4637730" y="117811"/>
                </a:lnTo>
                <a:lnTo>
                  <a:pt x="4638089" y="117538"/>
                </a:lnTo>
                <a:lnTo>
                  <a:pt x="4638417" y="117227"/>
                </a:lnTo>
                <a:lnTo>
                  <a:pt x="4638710" y="116874"/>
                </a:lnTo>
                <a:lnTo>
                  <a:pt x="4638969" y="116476"/>
                </a:lnTo>
                <a:lnTo>
                  <a:pt x="4639192" y="116033"/>
                </a:lnTo>
                <a:lnTo>
                  <a:pt x="4639377" y="115539"/>
                </a:lnTo>
                <a:lnTo>
                  <a:pt x="4639524" y="114994"/>
                </a:lnTo>
                <a:lnTo>
                  <a:pt x="4639630" y="114395"/>
                </a:lnTo>
                <a:lnTo>
                  <a:pt x="4639694" y="113738"/>
                </a:lnTo>
                <a:lnTo>
                  <a:pt x="4639716" y="113022"/>
                </a:lnTo>
                <a:lnTo>
                  <a:pt x="4639692" y="112329"/>
                </a:lnTo>
                <a:lnTo>
                  <a:pt x="4639620" y="111693"/>
                </a:lnTo>
                <a:lnTo>
                  <a:pt x="4639504" y="111113"/>
                </a:lnTo>
                <a:lnTo>
                  <a:pt x="4639346" y="110585"/>
                </a:lnTo>
                <a:lnTo>
                  <a:pt x="4639150" y="110108"/>
                </a:lnTo>
                <a:lnTo>
                  <a:pt x="4638918" y="109678"/>
                </a:lnTo>
                <a:close/>
                <a:moveTo>
                  <a:pt x="4607016" y="96414"/>
                </a:moveTo>
                <a:lnTo>
                  <a:pt x="4606947" y="96940"/>
                </a:lnTo>
                <a:lnTo>
                  <a:pt x="4606855" y="97462"/>
                </a:lnTo>
                <a:lnTo>
                  <a:pt x="4606737" y="97979"/>
                </a:lnTo>
                <a:lnTo>
                  <a:pt x="4606589" y="98491"/>
                </a:lnTo>
                <a:lnTo>
                  <a:pt x="4606409" y="98999"/>
                </a:lnTo>
                <a:lnTo>
                  <a:pt x="4606193" y="99501"/>
                </a:lnTo>
                <a:lnTo>
                  <a:pt x="4605938" y="99999"/>
                </a:lnTo>
                <a:lnTo>
                  <a:pt x="4605641" y="100491"/>
                </a:lnTo>
                <a:lnTo>
                  <a:pt x="4605298" y="100978"/>
                </a:lnTo>
                <a:lnTo>
                  <a:pt x="4604905" y="101460"/>
                </a:lnTo>
                <a:lnTo>
                  <a:pt x="4604461" y="101937"/>
                </a:lnTo>
                <a:lnTo>
                  <a:pt x="4603961" y="102408"/>
                </a:lnTo>
                <a:lnTo>
                  <a:pt x="4603403" y="102874"/>
                </a:lnTo>
                <a:lnTo>
                  <a:pt x="4602782" y="103334"/>
                </a:lnTo>
                <a:lnTo>
                  <a:pt x="4602096" y="103788"/>
                </a:lnTo>
                <a:lnTo>
                  <a:pt x="4601342" y="104237"/>
                </a:lnTo>
                <a:lnTo>
                  <a:pt x="4600515" y="104680"/>
                </a:lnTo>
                <a:lnTo>
                  <a:pt x="4599614" y="105117"/>
                </a:lnTo>
                <a:lnTo>
                  <a:pt x="4598738" y="105507"/>
                </a:lnTo>
                <a:lnTo>
                  <a:pt x="4597848" y="105864"/>
                </a:lnTo>
                <a:lnTo>
                  <a:pt x="4596948" y="106190"/>
                </a:lnTo>
                <a:lnTo>
                  <a:pt x="4596041" y="106487"/>
                </a:lnTo>
                <a:lnTo>
                  <a:pt x="4595131" y="106755"/>
                </a:lnTo>
                <a:lnTo>
                  <a:pt x="4594223" y="106996"/>
                </a:lnTo>
                <a:lnTo>
                  <a:pt x="4593319" y="107213"/>
                </a:lnTo>
                <a:lnTo>
                  <a:pt x="4592424" y="107405"/>
                </a:lnTo>
                <a:lnTo>
                  <a:pt x="4591543" y="107574"/>
                </a:lnTo>
                <a:lnTo>
                  <a:pt x="4590677" y="107723"/>
                </a:lnTo>
                <a:lnTo>
                  <a:pt x="4589832" y="107851"/>
                </a:lnTo>
                <a:lnTo>
                  <a:pt x="4589012" y="107961"/>
                </a:lnTo>
                <a:lnTo>
                  <a:pt x="4588219" y="108055"/>
                </a:lnTo>
                <a:lnTo>
                  <a:pt x="4587458" y="108133"/>
                </a:lnTo>
                <a:lnTo>
                  <a:pt x="4586734" y="108196"/>
                </a:lnTo>
                <a:lnTo>
                  <a:pt x="4586049" y="108247"/>
                </a:lnTo>
                <a:lnTo>
                  <a:pt x="4585407" y="108287"/>
                </a:lnTo>
                <a:lnTo>
                  <a:pt x="4584813" y="108317"/>
                </a:lnTo>
                <a:lnTo>
                  <a:pt x="4584270" y="108338"/>
                </a:lnTo>
                <a:lnTo>
                  <a:pt x="4583782" y="108353"/>
                </a:lnTo>
                <a:lnTo>
                  <a:pt x="4583353" y="108362"/>
                </a:lnTo>
                <a:lnTo>
                  <a:pt x="4582987" y="108366"/>
                </a:lnTo>
                <a:lnTo>
                  <a:pt x="4582687" y="108368"/>
                </a:lnTo>
                <a:lnTo>
                  <a:pt x="4582458" y="108368"/>
                </a:lnTo>
                <a:lnTo>
                  <a:pt x="4580985" y="108334"/>
                </a:lnTo>
                <a:lnTo>
                  <a:pt x="4579555" y="108235"/>
                </a:lnTo>
                <a:lnTo>
                  <a:pt x="4578172" y="108072"/>
                </a:lnTo>
                <a:lnTo>
                  <a:pt x="4576835" y="107848"/>
                </a:lnTo>
                <a:lnTo>
                  <a:pt x="4575548" y="107565"/>
                </a:lnTo>
                <a:lnTo>
                  <a:pt x="4574311" y="107226"/>
                </a:lnTo>
                <a:lnTo>
                  <a:pt x="4573126" y="106834"/>
                </a:lnTo>
                <a:lnTo>
                  <a:pt x="4571995" y="106390"/>
                </a:lnTo>
                <a:lnTo>
                  <a:pt x="4570920" y="105897"/>
                </a:lnTo>
                <a:lnTo>
                  <a:pt x="4569902" y="105358"/>
                </a:lnTo>
                <a:lnTo>
                  <a:pt x="4568943" y="104775"/>
                </a:lnTo>
                <a:lnTo>
                  <a:pt x="4568044" y="104151"/>
                </a:lnTo>
                <a:lnTo>
                  <a:pt x="4567208" y="103487"/>
                </a:lnTo>
                <a:lnTo>
                  <a:pt x="4566436" y="102786"/>
                </a:lnTo>
                <a:lnTo>
                  <a:pt x="4565729" y="102051"/>
                </a:lnTo>
                <a:lnTo>
                  <a:pt x="4565090" y="101284"/>
                </a:lnTo>
                <a:lnTo>
                  <a:pt x="4564519" y="100488"/>
                </a:lnTo>
                <a:lnTo>
                  <a:pt x="4564020" y="99665"/>
                </a:lnTo>
                <a:lnTo>
                  <a:pt x="4563592" y="98817"/>
                </a:lnTo>
                <a:lnTo>
                  <a:pt x="4563239" y="97947"/>
                </a:lnTo>
                <a:lnTo>
                  <a:pt x="4562961" y="97057"/>
                </a:lnTo>
                <a:lnTo>
                  <a:pt x="4562760" y="96150"/>
                </a:lnTo>
                <a:lnTo>
                  <a:pt x="4562639" y="95228"/>
                </a:lnTo>
                <a:lnTo>
                  <a:pt x="4562598" y="94293"/>
                </a:lnTo>
                <a:lnTo>
                  <a:pt x="4562684" y="93125"/>
                </a:lnTo>
                <a:lnTo>
                  <a:pt x="4562940" y="91982"/>
                </a:lnTo>
                <a:lnTo>
                  <a:pt x="4563365" y="90866"/>
                </a:lnTo>
                <a:lnTo>
                  <a:pt x="4563955" y="89780"/>
                </a:lnTo>
                <a:lnTo>
                  <a:pt x="4564710" y="88726"/>
                </a:lnTo>
                <a:lnTo>
                  <a:pt x="4565625" y="87704"/>
                </a:lnTo>
                <a:lnTo>
                  <a:pt x="4566700" y="86717"/>
                </a:lnTo>
                <a:lnTo>
                  <a:pt x="4567932" y="85766"/>
                </a:lnTo>
                <a:lnTo>
                  <a:pt x="4569318" y="84854"/>
                </a:lnTo>
                <a:lnTo>
                  <a:pt x="4570857" y="83981"/>
                </a:lnTo>
                <a:lnTo>
                  <a:pt x="4572545" y="83150"/>
                </a:lnTo>
                <a:lnTo>
                  <a:pt x="4574382" y="82363"/>
                </a:lnTo>
                <a:lnTo>
                  <a:pt x="4576364" y="81620"/>
                </a:lnTo>
                <a:lnTo>
                  <a:pt x="4578490" y="80925"/>
                </a:lnTo>
                <a:lnTo>
                  <a:pt x="4580757" y="80278"/>
                </a:lnTo>
                <a:lnTo>
                  <a:pt x="4583162" y="79682"/>
                </a:lnTo>
                <a:lnTo>
                  <a:pt x="4585704" y="79138"/>
                </a:lnTo>
                <a:lnTo>
                  <a:pt x="4588381" y="78648"/>
                </a:lnTo>
                <a:lnTo>
                  <a:pt x="4591189" y="78214"/>
                </a:lnTo>
                <a:lnTo>
                  <a:pt x="4594128" y="77837"/>
                </a:lnTo>
                <a:lnTo>
                  <a:pt x="4597193" y="77519"/>
                </a:lnTo>
                <a:lnTo>
                  <a:pt x="4600384" y="77262"/>
                </a:lnTo>
                <a:lnTo>
                  <a:pt x="4603698" y="77068"/>
                </a:lnTo>
                <a:lnTo>
                  <a:pt x="4607133" y="76939"/>
                </a:lnTo>
                <a:lnTo>
                  <a:pt x="4607133" y="93164"/>
                </a:lnTo>
                <a:lnTo>
                  <a:pt x="4607133" y="93716"/>
                </a:lnTo>
                <a:lnTo>
                  <a:pt x="4607129" y="94264"/>
                </a:lnTo>
                <a:lnTo>
                  <a:pt x="4607119" y="94808"/>
                </a:lnTo>
                <a:lnTo>
                  <a:pt x="4607098" y="95347"/>
                </a:lnTo>
                <a:lnTo>
                  <a:pt x="4607065" y="95883"/>
                </a:lnTo>
                <a:lnTo>
                  <a:pt x="4607016" y="96414"/>
                </a:lnTo>
                <a:close/>
                <a:moveTo>
                  <a:pt x="2399813" y="60369"/>
                </a:moveTo>
                <a:lnTo>
                  <a:pt x="2398730" y="57823"/>
                </a:lnTo>
                <a:lnTo>
                  <a:pt x="2397504" y="55372"/>
                </a:lnTo>
                <a:lnTo>
                  <a:pt x="2396140" y="53023"/>
                </a:lnTo>
                <a:lnTo>
                  <a:pt x="2394646" y="50781"/>
                </a:lnTo>
                <a:lnTo>
                  <a:pt x="2393026" y="48652"/>
                </a:lnTo>
                <a:lnTo>
                  <a:pt x="2391288" y="46643"/>
                </a:lnTo>
                <a:lnTo>
                  <a:pt x="2389437" y="44760"/>
                </a:lnTo>
                <a:lnTo>
                  <a:pt x="2387481" y="43008"/>
                </a:lnTo>
                <a:lnTo>
                  <a:pt x="2385424" y="41394"/>
                </a:lnTo>
                <a:lnTo>
                  <a:pt x="2383273" y="39924"/>
                </a:lnTo>
                <a:lnTo>
                  <a:pt x="2381034" y="38604"/>
                </a:lnTo>
                <a:lnTo>
                  <a:pt x="2378714" y="37441"/>
                </a:lnTo>
                <a:lnTo>
                  <a:pt x="2376319" y="36439"/>
                </a:lnTo>
                <a:lnTo>
                  <a:pt x="2373855" y="35606"/>
                </a:lnTo>
                <a:lnTo>
                  <a:pt x="2371327" y="34948"/>
                </a:lnTo>
                <a:lnTo>
                  <a:pt x="2368743" y="34470"/>
                </a:lnTo>
                <a:lnTo>
                  <a:pt x="2366108" y="34178"/>
                </a:lnTo>
                <a:lnTo>
                  <a:pt x="2363429" y="34080"/>
                </a:lnTo>
                <a:lnTo>
                  <a:pt x="2360751" y="34178"/>
                </a:lnTo>
                <a:lnTo>
                  <a:pt x="2358116" y="34470"/>
                </a:lnTo>
                <a:lnTo>
                  <a:pt x="2355532" y="34948"/>
                </a:lnTo>
                <a:lnTo>
                  <a:pt x="2353004" y="35606"/>
                </a:lnTo>
                <a:lnTo>
                  <a:pt x="2350540" y="36439"/>
                </a:lnTo>
                <a:lnTo>
                  <a:pt x="2348145" y="37441"/>
                </a:lnTo>
                <a:lnTo>
                  <a:pt x="2345825" y="38604"/>
                </a:lnTo>
                <a:lnTo>
                  <a:pt x="2343586" y="39924"/>
                </a:lnTo>
                <a:lnTo>
                  <a:pt x="2341435" y="41394"/>
                </a:lnTo>
                <a:lnTo>
                  <a:pt x="2339378" y="43008"/>
                </a:lnTo>
                <a:lnTo>
                  <a:pt x="2337422" y="44760"/>
                </a:lnTo>
                <a:lnTo>
                  <a:pt x="2335571" y="46643"/>
                </a:lnTo>
                <a:lnTo>
                  <a:pt x="2333833" y="48652"/>
                </a:lnTo>
                <a:lnTo>
                  <a:pt x="2332213" y="50781"/>
                </a:lnTo>
                <a:lnTo>
                  <a:pt x="2330719" y="53023"/>
                </a:lnTo>
                <a:lnTo>
                  <a:pt x="2329355" y="55372"/>
                </a:lnTo>
                <a:lnTo>
                  <a:pt x="2328129" y="57823"/>
                </a:lnTo>
                <a:lnTo>
                  <a:pt x="2327046" y="60369"/>
                </a:lnTo>
                <a:lnTo>
                  <a:pt x="2326112" y="63003"/>
                </a:lnTo>
                <a:lnTo>
                  <a:pt x="2325335" y="65721"/>
                </a:lnTo>
                <a:lnTo>
                  <a:pt x="2324719" y="68515"/>
                </a:lnTo>
                <a:lnTo>
                  <a:pt x="2324272" y="71380"/>
                </a:lnTo>
                <a:lnTo>
                  <a:pt x="2323999" y="74310"/>
                </a:lnTo>
                <a:lnTo>
                  <a:pt x="2323907" y="77298"/>
                </a:lnTo>
                <a:lnTo>
                  <a:pt x="2324001" y="80328"/>
                </a:lnTo>
                <a:lnTo>
                  <a:pt x="2324279" y="83289"/>
                </a:lnTo>
                <a:lnTo>
                  <a:pt x="2324735" y="86175"/>
                </a:lnTo>
                <a:lnTo>
                  <a:pt x="2325362" y="88980"/>
                </a:lnTo>
                <a:lnTo>
                  <a:pt x="2326152" y="91700"/>
                </a:lnTo>
                <a:lnTo>
                  <a:pt x="2327100" y="94330"/>
                </a:lnTo>
                <a:lnTo>
                  <a:pt x="2328198" y="96863"/>
                </a:lnTo>
                <a:lnTo>
                  <a:pt x="2329441" y="99295"/>
                </a:lnTo>
                <a:lnTo>
                  <a:pt x="2330820" y="101620"/>
                </a:lnTo>
                <a:lnTo>
                  <a:pt x="2332330" y="103833"/>
                </a:lnTo>
                <a:lnTo>
                  <a:pt x="2333964" y="105930"/>
                </a:lnTo>
                <a:lnTo>
                  <a:pt x="2335715" y="107903"/>
                </a:lnTo>
                <a:lnTo>
                  <a:pt x="2337577" y="109750"/>
                </a:lnTo>
                <a:lnTo>
                  <a:pt x="2339542" y="111463"/>
                </a:lnTo>
                <a:lnTo>
                  <a:pt x="2341605" y="113038"/>
                </a:lnTo>
                <a:lnTo>
                  <a:pt x="2343757" y="114470"/>
                </a:lnTo>
                <a:lnTo>
                  <a:pt x="2345994" y="115753"/>
                </a:lnTo>
                <a:lnTo>
                  <a:pt x="2348307" y="116882"/>
                </a:lnTo>
                <a:lnTo>
                  <a:pt x="2350691" y="117851"/>
                </a:lnTo>
                <a:lnTo>
                  <a:pt x="2353138" y="118656"/>
                </a:lnTo>
                <a:lnTo>
                  <a:pt x="2355642" y="119292"/>
                </a:lnTo>
                <a:lnTo>
                  <a:pt x="2358197" y="119752"/>
                </a:lnTo>
                <a:lnTo>
                  <a:pt x="2360795" y="120032"/>
                </a:lnTo>
                <a:lnTo>
                  <a:pt x="2363429" y="120127"/>
                </a:lnTo>
                <a:lnTo>
                  <a:pt x="2366064" y="120031"/>
                </a:lnTo>
                <a:lnTo>
                  <a:pt x="2368662" y="119749"/>
                </a:lnTo>
                <a:lnTo>
                  <a:pt x="2371217" y="119284"/>
                </a:lnTo>
                <a:lnTo>
                  <a:pt x="2373721" y="118643"/>
                </a:lnTo>
                <a:lnTo>
                  <a:pt x="2376168" y="117831"/>
                </a:lnTo>
                <a:lnTo>
                  <a:pt x="2378552" y="116854"/>
                </a:lnTo>
                <a:lnTo>
                  <a:pt x="2380865" y="115717"/>
                </a:lnTo>
                <a:lnTo>
                  <a:pt x="2383102" y="114426"/>
                </a:lnTo>
                <a:lnTo>
                  <a:pt x="2385254" y="112987"/>
                </a:lnTo>
                <a:lnTo>
                  <a:pt x="2387317" y="111404"/>
                </a:lnTo>
                <a:lnTo>
                  <a:pt x="2389282" y="109683"/>
                </a:lnTo>
                <a:lnTo>
                  <a:pt x="2391144" y="107831"/>
                </a:lnTo>
                <a:lnTo>
                  <a:pt x="2392895" y="105851"/>
                </a:lnTo>
                <a:lnTo>
                  <a:pt x="2394529" y="103751"/>
                </a:lnTo>
                <a:lnTo>
                  <a:pt x="2396039" y="101535"/>
                </a:lnTo>
                <a:lnTo>
                  <a:pt x="2397418" y="99208"/>
                </a:lnTo>
                <a:lnTo>
                  <a:pt x="2398661" y="96778"/>
                </a:lnTo>
                <a:lnTo>
                  <a:pt x="2399759" y="94248"/>
                </a:lnTo>
                <a:lnTo>
                  <a:pt x="2400707" y="91624"/>
                </a:lnTo>
                <a:lnTo>
                  <a:pt x="2401497" y="88913"/>
                </a:lnTo>
                <a:lnTo>
                  <a:pt x="2402124" y="86119"/>
                </a:lnTo>
                <a:lnTo>
                  <a:pt x="2402580" y="83248"/>
                </a:lnTo>
                <a:lnTo>
                  <a:pt x="2402858" y="80306"/>
                </a:lnTo>
                <a:lnTo>
                  <a:pt x="2402952" y="77298"/>
                </a:lnTo>
                <a:lnTo>
                  <a:pt x="2402860" y="74310"/>
                </a:lnTo>
                <a:lnTo>
                  <a:pt x="2402587" y="71380"/>
                </a:lnTo>
                <a:lnTo>
                  <a:pt x="2402140" y="68515"/>
                </a:lnTo>
                <a:lnTo>
                  <a:pt x="2401524" y="65721"/>
                </a:lnTo>
                <a:lnTo>
                  <a:pt x="2400747" y="63003"/>
                </a:lnTo>
                <a:lnTo>
                  <a:pt x="2399813" y="60369"/>
                </a:lnTo>
                <a:close/>
                <a:moveTo>
                  <a:pt x="2387559" y="88584"/>
                </a:moveTo>
                <a:lnTo>
                  <a:pt x="2386838" y="90491"/>
                </a:lnTo>
                <a:lnTo>
                  <a:pt x="2386022" y="92329"/>
                </a:lnTo>
                <a:lnTo>
                  <a:pt x="2385115" y="94092"/>
                </a:lnTo>
                <a:lnTo>
                  <a:pt x="2384121" y="95776"/>
                </a:lnTo>
                <a:lnTo>
                  <a:pt x="2383045" y="97376"/>
                </a:lnTo>
                <a:lnTo>
                  <a:pt x="2381890" y="98887"/>
                </a:lnTo>
                <a:lnTo>
                  <a:pt x="2380660" y="100305"/>
                </a:lnTo>
                <a:lnTo>
                  <a:pt x="2379361" y="101625"/>
                </a:lnTo>
                <a:lnTo>
                  <a:pt x="2377996" y="102842"/>
                </a:lnTo>
                <a:lnTo>
                  <a:pt x="2376568" y="103951"/>
                </a:lnTo>
                <a:lnTo>
                  <a:pt x="2375084" y="104947"/>
                </a:lnTo>
                <a:lnTo>
                  <a:pt x="2373546" y="105826"/>
                </a:lnTo>
                <a:lnTo>
                  <a:pt x="2371958" y="106583"/>
                </a:lnTo>
                <a:lnTo>
                  <a:pt x="2370326" y="107213"/>
                </a:lnTo>
                <a:lnTo>
                  <a:pt x="2368652" y="107711"/>
                </a:lnTo>
                <a:lnTo>
                  <a:pt x="2366943" y="108073"/>
                </a:lnTo>
                <a:lnTo>
                  <a:pt x="2365200" y="108293"/>
                </a:lnTo>
                <a:lnTo>
                  <a:pt x="2363429" y="108368"/>
                </a:lnTo>
                <a:lnTo>
                  <a:pt x="2361659" y="108293"/>
                </a:lnTo>
                <a:lnTo>
                  <a:pt x="2359916" y="108073"/>
                </a:lnTo>
                <a:lnTo>
                  <a:pt x="2358206" y="107711"/>
                </a:lnTo>
                <a:lnTo>
                  <a:pt x="2356533" y="107213"/>
                </a:lnTo>
                <a:lnTo>
                  <a:pt x="2354901" y="106583"/>
                </a:lnTo>
                <a:lnTo>
                  <a:pt x="2353313" y="105826"/>
                </a:lnTo>
                <a:lnTo>
                  <a:pt x="2351775" y="104947"/>
                </a:lnTo>
                <a:lnTo>
                  <a:pt x="2350291" y="103951"/>
                </a:lnTo>
                <a:lnTo>
                  <a:pt x="2348863" y="102842"/>
                </a:lnTo>
                <a:lnTo>
                  <a:pt x="2347498" y="101625"/>
                </a:lnTo>
                <a:lnTo>
                  <a:pt x="2346198" y="100305"/>
                </a:lnTo>
                <a:lnTo>
                  <a:pt x="2344969" y="98887"/>
                </a:lnTo>
                <a:lnTo>
                  <a:pt x="2343814" y="97376"/>
                </a:lnTo>
                <a:lnTo>
                  <a:pt x="2342738" y="95776"/>
                </a:lnTo>
                <a:lnTo>
                  <a:pt x="2341744" y="94092"/>
                </a:lnTo>
                <a:lnTo>
                  <a:pt x="2340837" y="92329"/>
                </a:lnTo>
                <a:lnTo>
                  <a:pt x="2340021" y="90491"/>
                </a:lnTo>
                <a:lnTo>
                  <a:pt x="2339300" y="88584"/>
                </a:lnTo>
                <a:lnTo>
                  <a:pt x="2338679" y="86612"/>
                </a:lnTo>
                <a:lnTo>
                  <a:pt x="2338161" y="84580"/>
                </a:lnTo>
                <a:lnTo>
                  <a:pt x="2337751" y="82493"/>
                </a:lnTo>
                <a:lnTo>
                  <a:pt x="2337453" y="80355"/>
                </a:lnTo>
                <a:lnTo>
                  <a:pt x="2337271" y="78172"/>
                </a:lnTo>
                <a:lnTo>
                  <a:pt x="2337209" y="75947"/>
                </a:lnTo>
                <a:lnTo>
                  <a:pt x="2337274" y="73779"/>
                </a:lnTo>
                <a:lnTo>
                  <a:pt x="2337464" y="71666"/>
                </a:lnTo>
                <a:lnTo>
                  <a:pt x="2337775" y="69612"/>
                </a:lnTo>
                <a:lnTo>
                  <a:pt x="2338201" y="67620"/>
                </a:lnTo>
                <a:lnTo>
                  <a:pt x="2338738" y="65693"/>
                </a:lnTo>
                <a:lnTo>
                  <a:pt x="2339381" y="63835"/>
                </a:lnTo>
                <a:lnTo>
                  <a:pt x="2340125" y="62049"/>
                </a:lnTo>
                <a:lnTo>
                  <a:pt x="2340965" y="60337"/>
                </a:lnTo>
                <a:lnTo>
                  <a:pt x="2341897" y="58705"/>
                </a:lnTo>
                <a:lnTo>
                  <a:pt x="2342914" y="57154"/>
                </a:lnTo>
                <a:lnTo>
                  <a:pt x="2344012" y="55687"/>
                </a:lnTo>
                <a:lnTo>
                  <a:pt x="2345186" y="54309"/>
                </a:lnTo>
                <a:lnTo>
                  <a:pt x="2346432" y="53023"/>
                </a:lnTo>
                <a:lnTo>
                  <a:pt x="2347744" y="51831"/>
                </a:lnTo>
                <a:lnTo>
                  <a:pt x="2349118" y="50737"/>
                </a:lnTo>
                <a:lnTo>
                  <a:pt x="2350548" y="49745"/>
                </a:lnTo>
                <a:lnTo>
                  <a:pt x="2352030" y="48857"/>
                </a:lnTo>
                <a:lnTo>
                  <a:pt x="2353558" y="48076"/>
                </a:lnTo>
                <a:lnTo>
                  <a:pt x="2355128" y="47407"/>
                </a:lnTo>
                <a:lnTo>
                  <a:pt x="2356734" y="46852"/>
                </a:lnTo>
                <a:lnTo>
                  <a:pt x="2358373" y="46415"/>
                </a:lnTo>
                <a:lnTo>
                  <a:pt x="2360038" y="46099"/>
                </a:lnTo>
                <a:lnTo>
                  <a:pt x="2361725" y="45907"/>
                </a:lnTo>
                <a:lnTo>
                  <a:pt x="2363429" y="45842"/>
                </a:lnTo>
                <a:lnTo>
                  <a:pt x="2365156" y="45907"/>
                </a:lnTo>
                <a:lnTo>
                  <a:pt x="2366862" y="46099"/>
                </a:lnTo>
                <a:lnTo>
                  <a:pt x="2368542" y="46415"/>
                </a:lnTo>
                <a:lnTo>
                  <a:pt x="2370192" y="46852"/>
                </a:lnTo>
                <a:lnTo>
                  <a:pt x="2371807" y="47407"/>
                </a:lnTo>
                <a:lnTo>
                  <a:pt x="2373383" y="48076"/>
                </a:lnTo>
                <a:lnTo>
                  <a:pt x="2374914" y="48857"/>
                </a:lnTo>
                <a:lnTo>
                  <a:pt x="2376397" y="49745"/>
                </a:lnTo>
                <a:lnTo>
                  <a:pt x="2377826" y="50737"/>
                </a:lnTo>
                <a:lnTo>
                  <a:pt x="2379197" y="51831"/>
                </a:lnTo>
                <a:lnTo>
                  <a:pt x="2380505" y="53023"/>
                </a:lnTo>
                <a:lnTo>
                  <a:pt x="2381745" y="54309"/>
                </a:lnTo>
                <a:lnTo>
                  <a:pt x="2382913" y="55687"/>
                </a:lnTo>
                <a:lnTo>
                  <a:pt x="2384004" y="57154"/>
                </a:lnTo>
                <a:lnTo>
                  <a:pt x="2385014" y="58705"/>
                </a:lnTo>
                <a:lnTo>
                  <a:pt x="2385937" y="60337"/>
                </a:lnTo>
                <a:lnTo>
                  <a:pt x="2386769" y="62049"/>
                </a:lnTo>
                <a:lnTo>
                  <a:pt x="2387505" y="63835"/>
                </a:lnTo>
                <a:lnTo>
                  <a:pt x="2388141" y="65693"/>
                </a:lnTo>
                <a:lnTo>
                  <a:pt x="2388671" y="67620"/>
                </a:lnTo>
                <a:lnTo>
                  <a:pt x="2389092" y="69612"/>
                </a:lnTo>
                <a:lnTo>
                  <a:pt x="2389399" y="71666"/>
                </a:lnTo>
                <a:lnTo>
                  <a:pt x="2389586" y="73779"/>
                </a:lnTo>
                <a:lnTo>
                  <a:pt x="2389650" y="75947"/>
                </a:lnTo>
                <a:lnTo>
                  <a:pt x="2389588" y="78172"/>
                </a:lnTo>
                <a:lnTo>
                  <a:pt x="2389406" y="80355"/>
                </a:lnTo>
                <a:lnTo>
                  <a:pt x="2389108" y="82493"/>
                </a:lnTo>
                <a:lnTo>
                  <a:pt x="2388698" y="84580"/>
                </a:lnTo>
                <a:lnTo>
                  <a:pt x="2388180" y="86612"/>
                </a:lnTo>
                <a:lnTo>
                  <a:pt x="2387559" y="88584"/>
                </a:lnTo>
                <a:close/>
                <a:moveTo>
                  <a:pt x="3512904" y="109362"/>
                </a:moveTo>
                <a:lnTo>
                  <a:pt x="3512600" y="109009"/>
                </a:lnTo>
                <a:lnTo>
                  <a:pt x="3512268" y="108697"/>
                </a:lnTo>
                <a:lnTo>
                  <a:pt x="3511912" y="108424"/>
                </a:lnTo>
                <a:lnTo>
                  <a:pt x="3511535" y="108188"/>
                </a:lnTo>
                <a:lnTo>
                  <a:pt x="3511139" y="107985"/>
                </a:lnTo>
                <a:lnTo>
                  <a:pt x="3510729" y="107813"/>
                </a:lnTo>
                <a:lnTo>
                  <a:pt x="3510306" y="107670"/>
                </a:lnTo>
                <a:lnTo>
                  <a:pt x="3509875" y="107553"/>
                </a:lnTo>
                <a:lnTo>
                  <a:pt x="3509437" y="107459"/>
                </a:lnTo>
                <a:lnTo>
                  <a:pt x="3508998" y="107386"/>
                </a:lnTo>
                <a:lnTo>
                  <a:pt x="3508558" y="107331"/>
                </a:lnTo>
                <a:lnTo>
                  <a:pt x="3508122" y="107292"/>
                </a:lnTo>
                <a:lnTo>
                  <a:pt x="3507692" y="107266"/>
                </a:lnTo>
                <a:lnTo>
                  <a:pt x="3507272" y="107250"/>
                </a:lnTo>
                <a:lnTo>
                  <a:pt x="3506865" y="107242"/>
                </a:lnTo>
                <a:lnTo>
                  <a:pt x="3506474" y="107239"/>
                </a:lnTo>
                <a:lnTo>
                  <a:pt x="3506102" y="107238"/>
                </a:lnTo>
                <a:lnTo>
                  <a:pt x="3485859" y="107238"/>
                </a:lnTo>
                <a:lnTo>
                  <a:pt x="3485859" y="43868"/>
                </a:lnTo>
                <a:lnTo>
                  <a:pt x="3485853" y="43142"/>
                </a:lnTo>
                <a:lnTo>
                  <a:pt x="3485833" y="42457"/>
                </a:lnTo>
                <a:lnTo>
                  <a:pt x="3485797" y="41813"/>
                </a:lnTo>
                <a:lnTo>
                  <a:pt x="3485743" y="41208"/>
                </a:lnTo>
                <a:lnTo>
                  <a:pt x="3485670" y="40641"/>
                </a:lnTo>
                <a:lnTo>
                  <a:pt x="3485576" y="40112"/>
                </a:lnTo>
                <a:lnTo>
                  <a:pt x="3485459" y="39619"/>
                </a:lnTo>
                <a:lnTo>
                  <a:pt x="3485317" y="39163"/>
                </a:lnTo>
                <a:lnTo>
                  <a:pt x="3485148" y="38741"/>
                </a:lnTo>
                <a:lnTo>
                  <a:pt x="3484950" y="38353"/>
                </a:lnTo>
                <a:lnTo>
                  <a:pt x="3484722" y="37998"/>
                </a:lnTo>
                <a:lnTo>
                  <a:pt x="3484462" y="37675"/>
                </a:lnTo>
                <a:lnTo>
                  <a:pt x="3484168" y="37383"/>
                </a:lnTo>
                <a:lnTo>
                  <a:pt x="3483837" y="37121"/>
                </a:lnTo>
                <a:lnTo>
                  <a:pt x="3483469" y="36889"/>
                </a:lnTo>
                <a:lnTo>
                  <a:pt x="3483061" y="36684"/>
                </a:lnTo>
                <a:lnTo>
                  <a:pt x="3482612" y="36508"/>
                </a:lnTo>
                <a:lnTo>
                  <a:pt x="3482119" y="36358"/>
                </a:lnTo>
                <a:lnTo>
                  <a:pt x="3481581" y="36233"/>
                </a:lnTo>
                <a:lnTo>
                  <a:pt x="3480996" y="36133"/>
                </a:lnTo>
                <a:lnTo>
                  <a:pt x="3480362" y="36057"/>
                </a:lnTo>
                <a:lnTo>
                  <a:pt x="3479677" y="36004"/>
                </a:lnTo>
                <a:lnTo>
                  <a:pt x="3478940" y="35973"/>
                </a:lnTo>
                <a:lnTo>
                  <a:pt x="3478149" y="35963"/>
                </a:lnTo>
                <a:lnTo>
                  <a:pt x="3450773" y="35963"/>
                </a:lnTo>
                <a:lnTo>
                  <a:pt x="3450401" y="35963"/>
                </a:lnTo>
                <a:lnTo>
                  <a:pt x="3450010" y="35966"/>
                </a:lnTo>
                <a:lnTo>
                  <a:pt x="3449603" y="35974"/>
                </a:lnTo>
                <a:lnTo>
                  <a:pt x="3449183" y="35990"/>
                </a:lnTo>
                <a:lnTo>
                  <a:pt x="3448754" y="36015"/>
                </a:lnTo>
                <a:lnTo>
                  <a:pt x="3448318" y="36053"/>
                </a:lnTo>
                <a:lnTo>
                  <a:pt x="3447878" y="36106"/>
                </a:lnTo>
                <a:lnTo>
                  <a:pt x="3447438" y="36177"/>
                </a:lnTo>
                <a:lnTo>
                  <a:pt x="3447001" y="36268"/>
                </a:lnTo>
                <a:lnTo>
                  <a:pt x="3446569" y="36381"/>
                </a:lnTo>
                <a:lnTo>
                  <a:pt x="3446147" y="36520"/>
                </a:lnTo>
                <a:lnTo>
                  <a:pt x="3445736" y="36686"/>
                </a:lnTo>
                <a:lnTo>
                  <a:pt x="3445340" y="36882"/>
                </a:lnTo>
                <a:lnTo>
                  <a:pt x="3444963" y="37111"/>
                </a:lnTo>
                <a:lnTo>
                  <a:pt x="3444607" y="37376"/>
                </a:lnTo>
                <a:lnTo>
                  <a:pt x="3444275" y="37677"/>
                </a:lnTo>
                <a:lnTo>
                  <a:pt x="3443971" y="38019"/>
                </a:lnTo>
                <a:lnTo>
                  <a:pt x="3443697" y="38404"/>
                </a:lnTo>
                <a:lnTo>
                  <a:pt x="3443456" y="38834"/>
                </a:lnTo>
                <a:lnTo>
                  <a:pt x="3443253" y="39312"/>
                </a:lnTo>
                <a:lnTo>
                  <a:pt x="3443089" y="39840"/>
                </a:lnTo>
                <a:lnTo>
                  <a:pt x="3442969" y="40420"/>
                </a:lnTo>
                <a:lnTo>
                  <a:pt x="3442894" y="41056"/>
                </a:lnTo>
                <a:lnTo>
                  <a:pt x="3442868" y="41750"/>
                </a:lnTo>
                <a:lnTo>
                  <a:pt x="3442894" y="42466"/>
                </a:lnTo>
                <a:lnTo>
                  <a:pt x="3442969" y="43122"/>
                </a:lnTo>
                <a:lnTo>
                  <a:pt x="3443089" y="43722"/>
                </a:lnTo>
                <a:lnTo>
                  <a:pt x="3443253" y="44267"/>
                </a:lnTo>
                <a:lnTo>
                  <a:pt x="3443456" y="44760"/>
                </a:lnTo>
                <a:lnTo>
                  <a:pt x="3443697" y="45204"/>
                </a:lnTo>
                <a:lnTo>
                  <a:pt x="3443971" y="45601"/>
                </a:lnTo>
                <a:lnTo>
                  <a:pt x="3444275" y="45954"/>
                </a:lnTo>
                <a:lnTo>
                  <a:pt x="3444607" y="46266"/>
                </a:lnTo>
                <a:lnTo>
                  <a:pt x="3444963" y="46539"/>
                </a:lnTo>
                <a:lnTo>
                  <a:pt x="3445340" y="46775"/>
                </a:lnTo>
                <a:lnTo>
                  <a:pt x="3445736" y="46978"/>
                </a:lnTo>
                <a:lnTo>
                  <a:pt x="3446147" y="47150"/>
                </a:lnTo>
                <a:lnTo>
                  <a:pt x="3446569" y="47293"/>
                </a:lnTo>
                <a:lnTo>
                  <a:pt x="3447001" y="47410"/>
                </a:lnTo>
                <a:lnTo>
                  <a:pt x="3447438" y="47504"/>
                </a:lnTo>
                <a:lnTo>
                  <a:pt x="3447878" y="47577"/>
                </a:lnTo>
                <a:lnTo>
                  <a:pt x="3448318" y="47631"/>
                </a:lnTo>
                <a:lnTo>
                  <a:pt x="3448754" y="47671"/>
                </a:lnTo>
                <a:lnTo>
                  <a:pt x="3449183" y="47697"/>
                </a:lnTo>
                <a:lnTo>
                  <a:pt x="3449603" y="47713"/>
                </a:lnTo>
                <a:lnTo>
                  <a:pt x="3450010" y="47721"/>
                </a:lnTo>
                <a:lnTo>
                  <a:pt x="3450401" y="47724"/>
                </a:lnTo>
                <a:lnTo>
                  <a:pt x="3450773" y="47725"/>
                </a:lnTo>
                <a:lnTo>
                  <a:pt x="3472557" y="47725"/>
                </a:lnTo>
                <a:lnTo>
                  <a:pt x="3472557" y="107238"/>
                </a:lnTo>
                <a:lnTo>
                  <a:pt x="3449228" y="107238"/>
                </a:lnTo>
                <a:lnTo>
                  <a:pt x="3448834" y="107239"/>
                </a:lnTo>
                <a:lnTo>
                  <a:pt x="3448425" y="107242"/>
                </a:lnTo>
                <a:lnTo>
                  <a:pt x="3448004" y="107250"/>
                </a:lnTo>
                <a:lnTo>
                  <a:pt x="3447572" y="107266"/>
                </a:lnTo>
                <a:lnTo>
                  <a:pt x="3447134" y="107292"/>
                </a:lnTo>
                <a:lnTo>
                  <a:pt x="3446693" y="107331"/>
                </a:lnTo>
                <a:lnTo>
                  <a:pt x="3446250" y="107386"/>
                </a:lnTo>
                <a:lnTo>
                  <a:pt x="3445809" y="107459"/>
                </a:lnTo>
                <a:lnTo>
                  <a:pt x="3445372" y="107553"/>
                </a:lnTo>
                <a:lnTo>
                  <a:pt x="3444944" y="107670"/>
                </a:lnTo>
                <a:lnTo>
                  <a:pt x="3444525" y="107813"/>
                </a:lnTo>
                <a:lnTo>
                  <a:pt x="3444120" y="107985"/>
                </a:lnTo>
                <a:lnTo>
                  <a:pt x="3443731" y="108188"/>
                </a:lnTo>
                <a:lnTo>
                  <a:pt x="3443361" y="108424"/>
                </a:lnTo>
                <a:lnTo>
                  <a:pt x="3443012" y="108697"/>
                </a:lnTo>
                <a:lnTo>
                  <a:pt x="3442688" y="109009"/>
                </a:lnTo>
                <a:lnTo>
                  <a:pt x="3442392" y="109362"/>
                </a:lnTo>
                <a:lnTo>
                  <a:pt x="3442125" y="109759"/>
                </a:lnTo>
                <a:lnTo>
                  <a:pt x="3441892" y="110203"/>
                </a:lnTo>
                <a:lnTo>
                  <a:pt x="3441695" y="110696"/>
                </a:lnTo>
                <a:lnTo>
                  <a:pt x="3441537" y="111241"/>
                </a:lnTo>
                <a:lnTo>
                  <a:pt x="3441420" y="111841"/>
                </a:lnTo>
                <a:lnTo>
                  <a:pt x="3441348" y="112497"/>
                </a:lnTo>
                <a:lnTo>
                  <a:pt x="3441324" y="113213"/>
                </a:lnTo>
                <a:lnTo>
                  <a:pt x="3441349" y="113907"/>
                </a:lnTo>
                <a:lnTo>
                  <a:pt x="3441424" y="114542"/>
                </a:lnTo>
                <a:lnTo>
                  <a:pt x="3441545" y="115122"/>
                </a:lnTo>
                <a:lnTo>
                  <a:pt x="3441709" y="115650"/>
                </a:lnTo>
                <a:lnTo>
                  <a:pt x="3441912" y="116127"/>
                </a:lnTo>
                <a:lnTo>
                  <a:pt x="3442152" y="116557"/>
                </a:lnTo>
                <a:lnTo>
                  <a:pt x="3442426" y="116942"/>
                </a:lnTo>
                <a:lnTo>
                  <a:pt x="3442731" y="117283"/>
                </a:lnTo>
                <a:lnTo>
                  <a:pt x="3443062" y="117585"/>
                </a:lnTo>
                <a:lnTo>
                  <a:pt x="3443419" y="117849"/>
                </a:lnTo>
                <a:lnTo>
                  <a:pt x="3443796" y="118078"/>
                </a:lnTo>
                <a:lnTo>
                  <a:pt x="3444192" y="118274"/>
                </a:lnTo>
                <a:lnTo>
                  <a:pt x="3444602" y="118440"/>
                </a:lnTo>
                <a:lnTo>
                  <a:pt x="3445025" y="118579"/>
                </a:lnTo>
                <a:lnTo>
                  <a:pt x="3445457" y="118692"/>
                </a:lnTo>
                <a:lnTo>
                  <a:pt x="3445894" y="118783"/>
                </a:lnTo>
                <a:lnTo>
                  <a:pt x="3446334" y="118854"/>
                </a:lnTo>
                <a:lnTo>
                  <a:pt x="3446773" y="118907"/>
                </a:lnTo>
                <a:lnTo>
                  <a:pt x="3447209" y="118945"/>
                </a:lnTo>
                <a:lnTo>
                  <a:pt x="3447639" y="118970"/>
                </a:lnTo>
                <a:lnTo>
                  <a:pt x="3448058" y="118986"/>
                </a:lnTo>
                <a:lnTo>
                  <a:pt x="3448465" y="118994"/>
                </a:lnTo>
                <a:lnTo>
                  <a:pt x="3448856" y="118997"/>
                </a:lnTo>
                <a:lnTo>
                  <a:pt x="3449228" y="118997"/>
                </a:lnTo>
                <a:lnTo>
                  <a:pt x="3506102" y="118997"/>
                </a:lnTo>
                <a:lnTo>
                  <a:pt x="3506474" y="118997"/>
                </a:lnTo>
                <a:lnTo>
                  <a:pt x="3506865" y="118994"/>
                </a:lnTo>
                <a:lnTo>
                  <a:pt x="3507272" y="118986"/>
                </a:lnTo>
                <a:lnTo>
                  <a:pt x="3507692" y="118970"/>
                </a:lnTo>
                <a:lnTo>
                  <a:pt x="3508122" y="118945"/>
                </a:lnTo>
                <a:lnTo>
                  <a:pt x="3508558" y="118907"/>
                </a:lnTo>
                <a:lnTo>
                  <a:pt x="3508998" y="118854"/>
                </a:lnTo>
                <a:lnTo>
                  <a:pt x="3509437" y="118783"/>
                </a:lnTo>
                <a:lnTo>
                  <a:pt x="3509875" y="118692"/>
                </a:lnTo>
                <a:lnTo>
                  <a:pt x="3510306" y="118579"/>
                </a:lnTo>
                <a:lnTo>
                  <a:pt x="3510729" y="118440"/>
                </a:lnTo>
                <a:lnTo>
                  <a:pt x="3511139" y="118274"/>
                </a:lnTo>
                <a:lnTo>
                  <a:pt x="3511535" y="118078"/>
                </a:lnTo>
                <a:lnTo>
                  <a:pt x="3511912" y="117849"/>
                </a:lnTo>
                <a:lnTo>
                  <a:pt x="3512268" y="117585"/>
                </a:lnTo>
                <a:lnTo>
                  <a:pt x="3512600" y="117283"/>
                </a:lnTo>
                <a:lnTo>
                  <a:pt x="3512904" y="116942"/>
                </a:lnTo>
                <a:lnTo>
                  <a:pt x="3513178" y="116557"/>
                </a:lnTo>
                <a:lnTo>
                  <a:pt x="3513418" y="116127"/>
                </a:lnTo>
                <a:lnTo>
                  <a:pt x="3513622" y="115650"/>
                </a:lnTo>
                <a:lnTo>
                  <a:pt x="3513785" y="115122"/>
                </a:lnTo>
                <a:lnTo>
                  <a:pt x="3513906" y="114542"/>
                </a:lnTo>
                <a:lnTo>
                  <a:pt x="3513981" y="113907"/>
                </a:lnTo>
                <a:lnTo>
                  <a:pt x="3514006" y="113213"/>
                </a:lnTo>
                <a:lnTo>
                  <a:pt x="3513981" y="112497"/>
                </a:lnTo>
                <a:lnTo>
                  <a:pt x="3513906" y="111841"/>
                </a:lnTo>
                <a:lnTo>
                  <a:pt x="3513785" y="111241"/>
                </a:lnTo>
                <a:lnTo>
                  <a:pt x="3513622" y="110696"/>
                </a:lnTo>
                <a:lnTo>
                  <a:pt x="3513418" y="110203"/>
                </a:lnTo>
                <a:lnTo>
                  <a:pt x="3513178" y="109759"/>
                </a:lnTo>
                <a:lnTo>
                  <a:pt x="3512904" y="109362"/>
                </a:lnTo>
                <a:close/>
                <a:moveTo>
                  <a:pt x="4221413" y="109362"/>
                </a:moveTo>
                <a:lnTo>
                  <a:pt x="4221109" y="109009"/>
                </a:lnTo>
                <a:lnTo>
                  <a:pt x="4220777" y="108697"/>
                </a:lnTo>
                <a:lnTo>
                  <a:pt x="4220421" y="108424"/>
                </a:lnTo>
                <a:lnTo>
                  <a:pt x="4220043" y="108188"/>
                </a:lnTo>
                <a:lnTo>
                  <a:pt x="4219648" y="107985"/>
                </a:lnTo>
                <a:lnTo>
                  <a:pt x="4219237" y="107813"/>
                </a:lnTo>
                <a:lnTo>
                  <a:pt x="4218815" y="107670"/>
                </a:lnTo>
                <a:lnTo>
                  <a:pt x="4218383" y="107553"/>
                </a:lnTo>
                <a:lnTo>
                  <a:pt x="4217946" y="107459"/>
                </a:lnTo>
                <a:lnTo>
                  <a:pt x="4217506" y="107386"/>
                </a:lnTo>
                <a:lnTo>
                  <a:pt x="4217066" y="107331"/>
                </a:lnTo>
                <a:lnTo>
                  <a:pt x="4216630" y="107292"/>
                </a:lnTo>
                <a:lnTo>
                  <a:pt x="4216201" y="107266"/>
                </a:lnTo>
                <a:lnTo>
                  <a:pt x="4215781" y="107250"/>
                </a:lnTo>
                <a:lnTo>
                  <a:pt x="4215374" y="107242"/>
                </a:lnTo>
                <a:lnTo>
                  <a:pt x="4214983" y="107239"/>
                </a:lnTo>
                <a:lnTo>
                  <a:pt x="4214610" y="107238"/>
                </a:lnTo>
                <a:lnTo>
                  <a:pt x="4194368" y="107238"/>
                </a:lnTo>
                <a:lnTo>
                  <a:pt x="4194368" y="43868"/>
                </a:lnTo>
                <a:lnTo>
                  <a:pt x="4194362" y="43142"/>
                </a:lnTo>
                <a:lnTo>
                  <a:pt x="4194341" y="42457"/>
                </a:lnTo>
                <a:lnTo>
                  <a:pt x="4194305" y="41813"/>
                </a:lnTo>
                <a:lnTo>
                  <a:pt x="4194252" y="41208"/>
                </a:lnTo>
                <a:lnTo>
                  <a:pt x="4194179" y="40641"/>
                </a:lnTo>
                <a:lnTo>
                  <a:pt x="4194085" y="40112"/>
                </a:lnTo>
                <a:lnTo>
                  <a:pt x="4193968" y="39619"/>
                </a:lnTo>
                <a:lnTo>
                  <a:pt x="4193825" y="39163"/>
                </a:lnTo>
                <a:lnTo>
                  <a:pt x="4193656" y="38741"/>
                </a:lnTo>
                <a:lnTo>
                  <a:pt x="4193459" y="38353"/>
                </a:lnTo>
                <a:lnTo>
                  <a:pt x="4193231" y="37998"/>
                </a:lnTo>
                <a:lnTo>
                  <a:pt x="4192971" y="37675"/>
                </a:lnTo>
                <a:lnTo>
                  <a:pt x="4192676" y="37383"/>
                </a:lnTo>
                <a:lnTo>
                  <a:pt x="4192346" y="37121"/>
                </a:lnTo>
                <a:lnTo>
                  <a:pt x="4191977" y="36889"/>
                </a:lnTo>
                <a:lnTo>
                  <a:pt x="4191569" y="36684"/>
                </a:lnTo>
                <a:lnTo>
                  <a:pt x="4191120" y="36508"/>
                </a:lnTo>
                <a:lnTo>
                  <a:pt x="4190627" y="36358"/>
                </a:lnTo>
                <a:lnTo>
                  <a:pt x="4190089" y="36233"/>
                </a:lnTo>
                <a:lnTo>
                  <a:pt x="4189504" y="36133"/>
                </a:lnTo>
                <a:lnTo>
                  <a:pt x="4188871" y="36057"/>
                </a:lnTo>
                <a:lnTo>
                  <a:pt x="4188186" y="36004"/>
                </a:lnTo>
                <a:lnTo>
                  <a:pt x="4187449" y="35973"/>
                </a:lnTo>
                <a:lnTo>
                  <a:pt x="4186657" y="35963"/>
                </a:lnTo>
                <a:lnTo>
                  <a:pt x="4159281" y="35963"/>
                </a:lnTo>
                <a:lnTo>
                  <a:pt x="4158909" y="35963"/>
                </a:lnTo>
                <a:lnTo>
                  <a:pt x="4158518" y="35966"/>
                </a:lnTo>
                <a:lnTo>
                  <a:pt x="4158111" y="35974"/>
                </a:lnTo>
                <a:lnTo>
                  <a:pt x="4157692" y="35990"/>
                </a:lnTo>
                <a:lnTo>
                  <a:pt x="4157262" y="36015"/>
                </a:lnTo>
                <a:lnTo>
                  <a:pt x="4156826" y="36053"/>
                </a:lnTo>
                <a:lnTo>
                  <a:pt x="4156387" y="36106"/>
                </a:lnTo>
                <a:lnTo>
                  <a:pt x="4155947" y="36177"/>
                </a:lnTo>
                <a:lnTo>
                  <a:pt x="4155510" y="36268"/>
                </a:lnTo>
                <a:lnTo>
                  <a:pt x="4155078" y="36381"/>
                </a:lnTo>
                <a:lnTo>
                  <a:pt x="4154655" y="36520"/>
                </a:lnTo>
                <a:lnTo>
                  <a:pt x="4154245" y="36686"/>
                </a:lnTo>
                <a:lnTo>
                  <a:pt x="4153849" y="36882"/>
                </a:lnTo>
                <a:lnTo>
                  <a:pt x="4153472" y="37111"/>
                </a:lnTo>
                <a:lnTo>
                  <a:pt x="4153115" y="37376"/>
                </a:lnTo>
                <a:lnTo>
                  <a:pt x="4152784" y="37677"/>
                </a:lnTo>
                <a:lnTo>
                  <a:pt x="4152479" y="38019"/>
                </a:lnTo>
                <a:lnTo>
                  <a:pt x="4152205" y="38404"/>
                </a:lnTo>
                <a:lnTo>
                  <a:pt x="4151965" y="38834"/>
                </a:lnTo>
                <a:lnTo>
                  <a:pt x="4151762" y="39312"/>
                </a:lnTo>
                <a:lnTo>
                  <a:pt x="4151598" y="39840"/>
                </a:lnTo>
                <a:lnTo>
                  <a:pt x="4151477" y="40420"/>
                </a:lnTo>
                <a:lnTo>
                  <a:pt x="4151402" y="41056"/>
                </a:lnTo>
                <a:lnTo>
                  <a:pt x="4151377" y="41750"/>
                </a:lnTo>
                <a:lnTo>
                  <a:pt x="4151402" y="42466"/>
                </a:lnTo>
                <a:lnTo>
                  <a:pt x="4151477" y="43122"/>
                </a:lnTo>
                <a:lnTo>
                  <a:pt x="4151598" y="43722"/>
                </a:lnTo>
                <a:lnTo>
                  <a:pt x="4151762" y="44267"/>
                </a:lnTo>
                <a:lnTo>
                  <a:pt x="4151965" y="44760"/>
                </a:lnTo>
                <a:lnTo>
                  <a:pt x="4152205" y="45204"/>
                </a:lnTo>
                <a:lnTo>
                  <a:pt x="4152479" y="45601"/>
                </a:lnTo>
                <a:lnTo>
                  <a:pt x="4152784" y="45954"/>
                </a:lnTo>
                <a:lnTo>
                  <a:pt x="4153115" y="46266"/>
                </a:lnTo>
                <a:lnTo>
                  <a:pt x="4153472" y="46539"/>
                </a:lnTo>
                <a:lnTo>
                  <a:pt x="4153849" y="46775"/>
                </a:lnTo>
                <a:lnTo>
                  <a:pt x="4154245" y="46978"/>
                </a:lnTo>
                <a:lnTo>
                  <a:pt x="4154655" y="47150"/>
                </a:lnTo>
                <a:lnTo>
                  <a:pt x="4155078" y="47293"/>
                </a:lnTo>
                <a:lnTo>
                  <a:pt x="4155510" y="47410"/>
                </a:lnTo>
                <a:lnTo>
                  <a:pt x="4155947" y="47504"/>
                </a:lnTo>
                <a:lnTo>
                  <a:pt x="4156387" y="47577"/>
                </a:lnTo>
                <a:lnTo>
                  <a:pt x="4156826" y="47631"/>
                </a:lnTo>
                <a:lnTo>
                  <a:pt x="4157262" y="47671"/>
                </a:lnTo>
                <a:lnTo>
                  <a:pt x="4157692" y="47697"/>
                </a:lnTo>
                <a:lnTo>
                  <a:pt x="4158111" y="47713"/>
                </a:lnTo>
                <a:lnTo>
                  <a:pt x="4158518" y="47721"/>
                </a:lnTo>
                <a:lnTo>
                  <a:pt x="4158909" y="47724"/>
                </a:lnTo>
                <a:lnTo>
                  <a:pt x="4159281" y="47725"/>
                </a:lnTo>
                <a:lnTo>
                  <a:pt x="4181065" y="47725"/>
                </a:lnTo>
                <a:lnTo>
                  <a:pt x="4181065" y="107238"/>
                </a:lnTo>
                <a:lnTo>
                  <a:pt x="4157737" y="107238"/>
                </a:lnTo>
                <a:lnTo>
                  <a:pt x="4157343" y="107239"/>
                </a:lnTo>
                <a:lnTo>
                  <a:pt x="4156934" y="107242"/>
                </a:lnTo>
                <a:lnTo>
                  <a:pt x="4156512" y="107250"/>
                </a:lnTo>
                <a:lnTo>
                  <a:pt x="4156081" y="107266"/>
                </a:lnTo>
                <a:lnTo>
                  <a:pt x="4155643" y="107292"/>
                </a:lnTo>
                <a:lnTo>
                  <a:pt x="4155201" y="107331"/>
                </a:lnTo>
                <a:lnTo>
                  <a:pt x="4154758" y="107386"/>
                </a:lnTo>
                <a:lnTo>
                  <a:pt x="4154317" y="107459"/>
                </a:lnTo>
                <a:lnTo>
                  <a:pt x="4153881" y="107553"/>
                </a:lnTo>
                <a:lnTo>
                  <a:pt x="4153452" y="107670"/>
                </a:lnTo>
                <a:lnTo>
                  <a:pt x="4153034" y="107813"/>
                </a:lnTo>
                <a:lnTo>
                  <a:pt x="4152629" y="107985"/>
                </a:lnTo>
                <a:lnTo>
                  <a:pt x="4152239" y="108188"/>
                </a:lnTo>
                <a:lnTo>
                  <a:pt x="4151869" y="108424"/>
                </a:lnTo>
                <a:lnTo>
                  <a:pt x="4151521" y="108697"/>
                </a:lnTo>
                <a:lnTo>
                  <a:pt x="4151197" y="109009"/>
                </a:lnTo>
                <a:lnTo>
                  <a:pt x="4150900" y="109362"/>
                </a:lnTo>
                <a:lnTo>
                  <a:pt x="4150634" y="109759"/>
                </a:lnTo>
                <a:lnTo>
                  <a:pt x="4150401" y="110203"/>
                </a:lnTo>
                <a:lnTo>
                  <a:pt x="4150204" y="110696"/>
                </a:lnTo>
                <a:lnTo>
                  <a:pt x="4150046" y="111241"/>
                </a:lnTo>
                <a:lnTo>
                  <a:pt x="4149929" y="111841"/>
                </a:lnTo>
                <a:lnTo>
                  <a:pt x="4149857" y="112497"/>
                </a:lnTo>
                <a:lnTo>
                  <a:pt x="4149832" y="113213"/>
                </a:lnTo>
                <a:lnTo>
                  <a:pt x="4149858" y="113907"/>
                </a:lnTo>
                <a:lnTo>
                  <a:pt x="4149933" y="114542"/>
                </a:lnTo>
                <a:lnTo>
                  <a:pt x="4150053" y="115122"/>
                </a:lnTo>
                <a:lnTo>
                  <a:pt x="4150217" y="115650"/>
                </a:lnTo>
                <a:lnTo>
                  <a:pt x="4150421" y="116127"/>
                </a:lnTo>
                <a:lnTo>
                  <a:pt x="4150661" y="116557"/>
                </a:lnTo>
                <a:lnTo>
                  <a:pt x="4150935" y="116942"/>
                </a:lnTo>
                <a:lnTo>
                  <a:pt x="4151239" y="117283"/>
                </a:lnTo>
                <a:lnTo>
                  <a:pt x="4151571" y="117585"/>
                </a:lnTo>
                <a:lnTo>
                  <a:pt x="4151927" y="117849"/>
                </a:lnTo>
                <a:lnTo>
                  <a:pt x="4152305" y="118078"/>
                </a:lnTo>
                <a:lnTo>
                  <a:pt x="4152700" y="118274"/>
                </a:lnTo>
                <a:lnTo>
                  <a:pt x="4153111" y="118440"/>
                </a:lnTo>
                <a:lnTo>
                  <a:pt x="4153534" y="118579"/>
                </a:lnTo>
                <a:lnTo>
                  <a:pt x="4153965" y="118692"/>
                </a:lnTo>
                <a:lnTo>
                  <a:pt x="4154402" y="118783"/>
                </a:lnTo>
                <a:lnTo>
                  <a:pt x="4154842" y="118854"/>
                </a:lnTo>
                <a:lnTo>
                  <a:pt x="4155282" y="118907"/>
                </a:lnTo>
                <a:lnTo>
                  <a:pt x="4155718" y="118945"/>
                </a:lnTo>
                <a:lnTo>
                  <a:pt x="4156147" y="118970"/>
                </a:lnTo>
                <a:lnTo>
                  <a:pt x="4156567" y="118986"/>
                </a:lnTo>
                <a:lnTo>
                  <a:pt x="4156974" y="118994"/>
                </a:lnTo>
                <a:lnTo>
                  <a:pt x="4157365" y="118997"/>
                </a:lnTo>
                <a:lnTo>
                  <a:pt x="4157737" y="118997"/>
                </a:lnTo>
                <a:lnTo>
                  <a:pt x="4214610" y="118997"/>
                </a:lnTo>
                <a:lnTo>
                  <a:pt x="4214983" y="118997"/>
                </a:lnTo>
                <a:lnTo>
                  <a:pt x="4215374" y="118994"/>
                </a:lnTo>
                <a:lnTo>
                  <a:pt x="4215781" y="118986"/>
                </a:lnTo>
                <a:lnTo>
                  <a:pt x="4216201" y="118970"/>
                </a:lnTo>
                <a:lnTo>
                  <a:pt x="4216630" y="118945"/>
                </a:lnTo>
                <a:lnTo>
                  <a:pt x="4217066" y="118907"/>
                </a:lnTo>
                <a:lnTo>
                  <a:pt x="4217506" y="118854"/>
                </a:lnTo>
                <a:lnTo>
                  <a:pt x="4217946" y="118783"/>
                </a:lnTo>
                <a:lnTo>
                  <a:pt x="4218383" y="118692"/>
                </a:lnTo>
                <a:lnTo>
                  <a:pt x="4218815" y="118579"/>
                </a:lnTo>
                <a:lnTo>
                  <a:pt x="4219237" y="118440"/>
                </a:lnTo>
                <a:lnTo>
                  <a:pt x="4219648" y="118274"/>
                </a:lnTo>
                <a:lnTo>
                  <a:pt x="4220043" y="118078"/>
                </a:lnTo>
                <a:lnTo>
                  <a:pt x="4220421" y="117849"/>
                </a:lnTo>
                <a:lnTo>
                  <a:pt x="4220777" y="117585"/>
                </a:lnTo>
                <a:lnTo>
                  <a:pt x="4221109" y="117283"/>
                </a:lnTo>
                <a:lnTo>
                  <a:pt x="4221413" y="116942"/>
                </a:lnTo>
                <a:lnTo>
                  <a:pt x="4221687" y="116557"/>
                </a:lnTo>
                <a:lnTo>
                  <a:pt x="4221927" y="116127"/>
                </a:lnTo>
                <a:lnTo>
                  <a:pt x="4222130" y="115650"/>
                </a:lnTo>
                <a:lnTo>
                  <a:pt x="4222294" y="115122"/>
                </a:lnTo>
                <a:lnTo>
                  <a:pt x="4222414" y="114542"/>
                </a:lnTo>
                <a:lnTo>
                  <a:pt x="4222489" y="113907"/>
                </a:lnTo>
                <a:lnTo>
                  <a:pt x="4222515" y="113213"/>
                </a:lnTo>
                <a:lnTo>
                  <a:pt x="4222489" y="112497"/>
                </a:lnTo>
                <a:lnTo>
                  <a:pt x="4222414" y="111841"/>
                </a:lnTo>
                <a:lnTo>
                  <a:pt x="4222294" y="111241"/>
                </a:lnTo>
                <a:lnTo>
                  <a:pt x="4222130" y="110696"/>
                </a:lnTo>
                <a:lnTo>
                  <a:pt x="4221927" y="110203"/>
                </a:lnTo>
                <a:lnTo>
                  <a:pt x="4221687" y="109759"/>
                </a:lnTo>
                <a:lnTo>
                  <a:pt x="4221413" y="109362"/>
                </a:lnTo>
                <a:close/>
                <a:moveTo>
                  <a:pt x="3220525" y="109678"/>
                </a:moveTo>
                <a:lnTo>
                  <a:pt x="3220253" y="109294"/>
                </a:lnTo>
                <a:lnTo>
                  <a:pt x="3219951" y="108952"/>
                </a:lnTo>
                <a:lnTo>
                  <a:pt x="3219622" y="108650"/>
                </a:lnTo>
                <a:lnTo>
                  <a:pt x="3219269" y="108386"/>
                </a:lnTo>
                <a:lnTo>
                  <a:pt x="3218897" y="108157"/>
                </a:lnTo>
                <a:lnTo>
                  <a:pt x="3218507" y="107961"/>
                </a:lnTo>
                <a:lnTo>
                  <a:pt x="3218102" y="107795"/>
                </a:lnTo>
                <a:lnTo>
                  <a:pt x="3217687" y="107657"/>
                </a:lnTo>
                <a:lnTo>
                  <a:pt x="3217265" y="107543"/>
                </a:lnTo>
                <a:lnTo>
                  <a:pt x="3216838" y="107452"/>
                </a:lnTo>
                <a:lnTo>
                  <a:pt x="3216409" y="107382"/>
                </a:lnTo>
                <a:lnTo>
                  <a:pt x="3215983" y="107329"/>
                </a:lnTo>
                <a:lnTo>
                  <a:pt x="3215561" y="107290"/>
                </a:lnTo>
                <a:lnTo>
                  <a:pt x="3215148" y="107265"/>
                </a:lnTo>
                <a:lnTo>
                  <a:pt x="3214746" y="107249"/>
                </a:lnTo>
                <a:lnTo>
                  <a:pt x="3214358" y="107241"/>
                </a:lnTo>
                <a:lnTo>
                  <a:pt x="3213988" y="107239"/>
                </a:lnTo>
                <a:lnTo>
                  <a:pt x="3213640" y="107238"/>
                </a:lnTo>
                <a:lnTo>
                  <a:pt x="3204961" y="107238"/>
                </a:lnTo>
                <a:lnTo>
                  <a:pt x="3204961" y="43868"/>
                </a:lnTo>
                <a:lnTo>
                  <a:pt x="3204955" y="43142"/>
                </a:lnTo>
                <a:lnTo>
                  <a:pt x="3204935" y="42457"/>
                </a:lnTo>
                <a:lnTo>
                  <a:pt x="3204899" y="41813"/>
                </a:lnTo>
                <a:lnTo>
                  <a:pt x="3204846" y="41208"/>
                </a:lnTo>
                <a:lnTo>
                  <a:pt x="3204773" y="40641"/>
                </a:lnTo>
                <a:lnTo>
                  <a:pt x="3204678" y="40112"/>
                </a:lnTo>
                <a:lnTo>
                  <a:pt x="3204561" y="39619"/>
                </a:lnTo>
                <a:lnTo>
                  <a:pt x="3204419" y="39163"/>
                </a:lnTo>
                <a:lnTo>
                  <a:pt x="3204250" y="38741"/>
                </a:lnTo>
                <a:lnTo>
                  <a:pt x="3204052" y="38353"/>
                </a:lnTo>
                <a:lnTo>
                  <a:pt x="3203824" y="37998"/>
                </a:lnTo>
                <a:lnTo>
                  <a:pt x="3203564" y="37675"/>
                </a:lnTo>
                <a:lnTo>
                  <a:pt x="3203270" y="37383"/>
                </a:lnTo>
                <a:lnTo>
                  <a:pt x="3202939" y="37121"/>
                </a:lnTo>
                <a:lnTo>
                  <a:pt x="3202571" y="36889"/>
                </a:lnTo>
                <a:lnTo>
                  <a:pt x="3202163" y="36684"/>
                </a:lnTo>
                <a:lnTo>
                  <a:pt x="3201714" y="36508"/>
                </a:lnTo>
                <a:lnTo>
                  <a:pt x="3201221" y="36358"/>
                </a:lnTo>
                <a:lnTo>
                  <a:pt x="3200683" y="36233"/>
                </a:lnTo>
                <a:lnTo>
                  <a:pt x="3200098" y="36133"/>
                </a:lnTo>
                <a:lnTo>
                  <a:pt x="3199464" y="36057"/>
                </a:lnTo>
                <a:lnTo>
                  <a:pt x="3198780" y="36004"/>
                </a:lnTo>
                <a:lnTo>
                  <a:pt x="3198043" y="35973"/>
                </a:lnTo>
                <a:lnTo>
                  <a:pt x="3197251" y="35963"/>
                </a:lnTo>
                <a:lnTo>
                  <a:pt x="3183178" y="35963"/>
                </a:lnTo>
                <a:lnTo>
                  <a:pt x="3182783" y="35963"/>
                </a:lnTo>
                <a:lnTo>
                  <a:pt x="3182374" y="35966"/>
                </a:lnTo>
                <a:lnTo>
                  <a:pt x="3181952" y="35974"/>
                </a:lnTo>
                <a:lnTo>
                  <a:pt x="3181521" y="35990"/>
                </a:lnTo>
                <a:lnTo>
                  <a:pt x="3181083" y="36017"/>
                </a:lnTo>
                <a:lnTo>
                  <a:pt x="3180641" y="36056"/>
                </a:lnTo>
                <a:lnTo>
                  <a:pt x="3180198" y="36111"/>
                </a:lnTo>
                <a:lnTo>
                  <a:pt x="3179757" y="36184"/>
                </a:lnTo>
                <a:lnTo>
                  <a:pt x="3179321" y="36278"/>
                </a:lnTo>
                <a:lnTo>
                  <a:pt x="3178892" y="36395"/>
                </a:lnTo>
                <a:lnTo>
                  <a:pt x="3178473" y="36538"/>
                </a:lnTo>
                <a:lnTo>
                  <a:pt x="3178068" y="36710"/>
                </a:lnTo>
                <a:lnTo>
                  <a:pt x="3177679" y="36913"/>
                </a:lnTo>
                <a:lnTo>
                  <a:pt x="3177309" y="37149"/>
                </a:lnTo>
                <a:lnTo>
                  <a:pt x="3176961" y="37422"/>
                </a:lnTo>
                <a:lnTo>
                  <a:pt x="3176637" y="37734"/>
                </a:lnTo>
                <a:lnTo>
                  <a:pt x="3176340" y="38087"/>
                </a:lnTo>
                <a:lnTo>
                  <a:pt x="3176074" y="38485"/>
                </a:lnTo>
                <a:lnTo>
                  <a:pt x="3175841" y="38929"/>
                </a:lnTo>
                <a:lnTo>
                  <a:pt x="3175644" y="39422"/>
                </a:lnTo>
                <a:lnTo>
                  <a:pt x="3175486" y="39968"/>
                </a:lnTo>
                <a:lnTo>
                  <a:pt x="3175370" y="40567"/>
                </a:lnTo>
                <a:lnTo>
                  <a:pt x="3175298" y="41224"/>
                </a:lnTo>
                <a:lnTo>
                  <a:pt x="3175273" y="41941"/>
                </a:lnTo>
                <a:lnTo>
                  <a:pt x="3175299" y="42634"/>
                </a:lnTo>
                <a:lnTo>
                  <a:pt x="3175373" y="43270"/>
                </a:lnTo>
                <a:lnTo>
                  <a:pt x="3175494" y="43850"/>
                </a:lnTo>
                <a:lnTo>
                  <a:pt x="3175657" y="44378"/>
                </a:lnTo>
                <a:lnTo>
                  <a:pt x="3175860" y="44855"/>
                </a:lnTo>
                <a:lnTo>
                  <a:pt x="3176099" y="45285"/>
                </a:lnTo>
                <a:lnTo>
                  <a:pt x="3176371" y="45669"/>
                </a:lnTo>
                <a:lnTo>
                  <a:pt x="3176673" y="46011"/>
                </a:lnTo>
                <a:lnTo>
                  <a:pt x="3177001" y="46313"/>
                </a:lnTo>
                <a:lnTo>
                  <a:pt x="3177354" y="46577"/>
                </a:lnTo>
                <a:lnTo>
                  <a:pt x="3177727" y="46806"/>
                </a:lnTo>
                <a:lnTo>
                  <a:pt x="3178117" y="47002"/>
                </a:lnTo>
                <a:lnTo>
                  <a:pt x="3178521" y="47168"/>
                </a:lnTo>
                <a:lnTo>
                  <a:pt x="3178936" y="47306"/>
                </a:lnTo>
                <a:lnTo>
                  <a:pt x="3179358" y="47420"/>
                </a:lnTo>
                <a:lnTo>
                  <a:pt x="3179786" y="47511"/>
                </a:lnTo>
                <a:lnTo>
                  <a:pt x="3180214" y="47581"/>
                </a:lnTo>
                <a:lnTo>
                  <a:pt x="3180641" y="47634"/>
                </a:lnTo>
                <a:lnTo>
                  <a:pt x="3181062" y="47673"/>
                </a:lnTo>
                <a:lnTo>
                  <a:pt x="3181476" y="47698"/>
                </a:lnTo>
                <a:lnTo>
                  <a:pt x="3181878" y="47714"/>
                </a:lnTo>
                <a:lnTo>
                  <a:pt x="3182265" y="47721"/>
                </a:lnTo>
                <a:lnTo>
                  <a:pt x="3182635" y="47724"/>
                </a:lnTo>
                <a:lnTo>
                  <a:pt x="3182984" y="47725"/>
                </a:lnTo>
                <a:lnTo>
                  <a:pt x="3191659" y="47725"/>
                </a:lnTo>
                <a:lnTo>
                  <a:pt x="3191659" y="88748"/>
                </a:lnTo>
                <a:lnTo>
                  <a:pt x="3191579" y="90834"/>
                </a:lnTo>
                <a:lnTo>
                  <a:pt x="3191348" y="92770"/>
                </a:lnTo>
                <a:lnTo>
                  <a:pt x="3190976" y="94561"/>
                </a:lnTo>
                <a:lnTo>
                  <a:pt x="3190474" y="96212"/>
                </a:lnTo>
                <a:lnTo>
                  <a:pt x="3189852" y="97728"/>
                </a:lnTo>
                <a:lnTo>
                  <a:pt x="3189123" y="99116"/>
                </a:lnTo>
                <a:lnTo>
                  <a:pt x="3188296" y="100381"/>
                </a:lnTo>
                <a:lnTo>
                  <a:pt x="3187382" y="101528"/>
                </a:lnTo>
                <a:lnTo>
                  <a:pt x="3186393" y="102563"/>
                </a:lnTo>
                <a:lnTo>
                  <a:pt x="3185339" y="103491"/>
                </a:lnTo>
                <a:lnTo>
                  <a:pt x="3184231" y="104318"/>
                </a:lnTo>
                <a:lnTo>
                  <a:pt x="3183080" y="105049"/>
                </a:lnTo>
                <a:lnTo>
                  <a:pt x="3181897" y="105690"/>
                </a:lnTo>
                <a:lnTo>
                  <a:pt x="3180693" y="106247"/>
                </a:lnTo>
                <a:lnTo>
                  <a:pt x="3179478" y="106724"/>
                </a:lnTo>
                <a:lnTo>
                  <a:pt x="3178264" y="107128"/>
                </a:lnTo>
                <a:lnTo>
                  <a:pt x="3177062" y="107464"/>
                </a:lnTo>
                <a:lnTo>
                  <a:pt x="3175881" y="107737"/>
                </a:lnTo>
                <a:lnTo>
                  <a:pt x="3174734" y="107952"/>
                </a:lnTo>
                <a:lnTo>
                  <a:pt x="3173631" y="108117"/>
                </a:lnTo>
                <a:lnTo>
                  <a:pt x="3172582" y="108235"/>
                </a:lnTo>
                <a:lnTo>
                  <a:pt x="3171600" y="108312"/>
                </a:lnTo>
                <a:lnTo>
                  <a:pt x="3170693" y="108355"/>
                </a:lnTo>
                <a:lnTo>
                  <a:pt x="3169875" y="108368"/>
                </a:lnTo>
                <a:lnTo>
                  <a:pt x="3168049" y="108335"/>
                </a:lnTo>
                <a:lnTo>
                  <a:pt x="3166375" y="108239"/>
                </a:lnTo>
                <a:lnTo>
                  <a:pt x="3164847" y="108083"/>
                </a:lnTo>
                <a:lnTo>
                  <a:pt x="3163458" y="107869"/>
                </a:lnTo>
                <a:lnTo>
                  <a:pt x="3162200" y="107600"/>
                </a:lnTo>
                <a:lnTo>
                  <a:pt x="3161069" y="107279"/>
                </a:lnTo>
                <a:lnTo>
                  <a:pt x="3160056" y="106909"/>
                </a:lnTo>
                <a:lnTo>
                  <a:pt x="3159156" y="106492"/>
                </a:lnTo>
                <a:lnTo>
                  <a:pt x="3158361" y="106032"/>
                </a:lnTo>
                <a:lnTo>
                  <a:pt x="3157666" y="105532"/>
                </a:lnTo>
                <a:lnTo>
                  <a:pt x="3157063" y="104994"/>
                </a:lnTo>
                <a:lnTo>
                  <a:pt x="3156547" y="104420"/>
                </a:lnTo>
                <a:lnTo>
                  <a:pt x="3156109" y="103815"/>
                </a:lnTo>
                <a:lnTo>
                  <a:pt x="3155744" y="103181"/>
                </a:lnTo>
                <a:lnTo>
                  <a:pt x="3155446" y="102520"/>
                </a:lnTo>
                <a:lnTo>
                  <a:pt x="3155207" y="101835"/>
                </a:lnTo>
                <a:lnTo>
                  <a:pt x="3155020" y="101130"/>
                </a:lnTo>
                <a:lnTo>
                  <a:pt x="3154881" y="100407"/>
                </a:lnTo>
                <a:lnTo>
                  <a:pt x="3154780" y="99669"/>
                </a:lnTo>
                <a:lnTo>
                  <a:pt x="3154713" y="98919"/>
                </a:lnTo>
                <a:lnTo>
                  <a:pt x="3154672" y="98159"/>
                </a:lnTo>
                <a:lnTo>
                  <a:pt x="3154651" y="97393"/>
                </a:lnTo>
                <a:lnTo>
                  <a:pt x="3154644" y="96623"/>
                </a:lnTo>
                <a:lnTo>
                  <a:pt x="3154642" y="95853"/>
                </a:lnTo>
                <a:lnTo>
                  <a:pt x="3154642" y="43868"/>
                </a:lnTo>
                <a:lnTo>
                  <a:pt x="3154636" y="43142"/>
                </a:lnTo>
                <a:lnTo>
                  <a:pt x="3154616" y="42457"/>
                </a:lnTo>
                <a:lnTo>
                  <a:pt x="3154580" y="41813"/>
                </a:lnTo>
                <a:lnTo>
                  <a:pt x="3154527" y="41208"/>
                </a:lnTo>
                <a:lnTo>
                  <a:pt x="3154454" y="40641"/>
                </a:lnTo>
                <a:lnTo>
                  <a:pt x="3154359" y="40112"/>
                </a:lnTo>
                <a:lnTo>
                  <a:pt x="3154242" y="39619"/>
                </a:lnTo>
                <a:lnTo>
                  <a:pt x="3154100" y="39163"/>
                </a:lnTo>
                <a:lnTo>
                  <a:pt x="3153931" y="38741"/>
                </a:lnTo>
                <a:lnTo>
                  <a:pt x="3153733" y="38353"/>
                </a:lnTo>
                <a:lnTo>
                  <a:pt x="3153505" y="37998"/>
                </a:lnTo>
                <a:lnTo>
                  <a:pt x="3153245" y="37675"/>
                </a:lnTo>
                <a:lnTo>
                  <a:pt x="3152951" y="37383"/>
                </a:lnTo>
                <a:lnTo>
                  <a:pt x="3152620" y="37121"/>
                </a:lnTo>
                <a:lnTo>
                  <a:pt x="3152252" y="36889"/>
                </a:lnTo>
                <a:lnTo>
                  <a:pt x="3151844" y="36684"/>
                </a:lnTo>
                <a:lnTo>
                  <a:pt x="3151395" y="36508"/>
                </a:lnTo>
                <a:lnTo>
                  <a:pt x="3150902" y="36358"/>
                </a:lnTo>
                <a:lnTo>
                  <a:pt x="3150364" y="36233"/>
                </a:lnTo>
                <a:lnTo>
                  <a:pt x="3149779" y="36133"/>
                </a:lnTo>
                <a:lnTo>
                  <a:pt x="3149145" y="36057"/>
                </a:lnTo>
                <a:lnTo>
                  <a:pt x="3148461" y="36004"/>
                </a:lnTo>
                <a:lnTo>
                  <a:pt x="3147724" y="35973"/>
                </a:lnTo>
                <a:lnTo>
                  <a:pt x="3146932" y="35963"/>
                </a:lnTo>
                <a:lnTo>
                  <a:pt x="3132859" y="35963"/>
                </a:lnTo>
                <a:lnTo>
                  <a:pt x="3132464" y="35963"/>
                </a:lnTo>
                <a:lnTo>
                  <a:pt x="3132055" y="35966"/>
                </a:lnTo>
                <a:lnTo>
                  <a:pt x="3131633" y="35974"/>
                </a:lnTo>
                <a:lnTo>
                  <a:pt x="3131202" y="35990"/>
                </a:lnTo>
                <a:lnTo>
                  <a:pt x="3130764" y="36017"/>
                </a:lnTo>
                <a:lnTo>
                  <a:pt x="3130322" y="36056"/>
                </a:lnTo>
                <a:lnTo>
                  <a:pt x="3129879" y="36111"/>
                </a:lnTo>
                <a:lnTo>
                  <a:pt x="3129438" y="36184"/>
                </a:lnTo>
                <a:lnTo>
                  <a:pt x="3129002" y="36278"/>
                </a:lnTo>
                <a:lnTo>
                  <a:pt x="3128573" y="36395"/>
                </a:lnTo>
                <a:lnTo>
                  <a:pt x="3128154" y="36538"/>
                </a:lnTo>
                <a:lnTo>
                  <a:pt x="3127749" y="36710"/>
                </a:lnTo>
                <a:lnTo>
                  <a:pt x="3127360" y="36913"/>
                </a:lnTo>
                <a:lnTo>
                  <a:pt x="3126990" y="37149"/>
                </a:lnTo>
                <a:lnTo>
                  <a:pt x="3126642" y="37422"/>
                </a:lnTo>
                <a:lnTo>
                  <a:pt x="3126318" y="37734"/>
                </a:lnTo>
                <a:lnTo>
                  <a:pt x="3126021" y="38087"/>
                </a:lnTo>
                <a:lnTo>
                  <a:pt x="3125755" y="38485"/>
                </a:lnTo>
                <a:lnTo>
                  <a:pt x="3125522" y="38929"/>
                </a:lnTo>
                <a:lnTo>
                  <a:pt x="3125325" y="39422"/>
                </a:lnTo>
                <a:lnTo>
                  <a:pt x="3125167" y="39968"/>
                </a:lnTo>
                <a:lnTo>
                  <a:pt x="3125051" y="40567"/>
                </a:lnTo>
                <a:lnTo>
                  <a:pt x="3124979" y="41224"/>
                </a:lnTo>
                <a:lnTo>
                  <a:pt x="3124954" y="41941"/>
                </a:lnTo>
                <a:lnTo>
                  <a:pt x="3124980" y="42634"/>
                </a:lnTo>
                <a:lnTo>
                  <a:pt x="3125054" y="43270"/>
                </a:lnTo>
                <a:lnTo>
                  <a:pt x="3125175" y="43850"/>
                </a:lnTo>
                <a:lnTo>
                  <a:pt x="3125338" y="44378"/>
                </a:lnTo>
                <a:lnTo>
                  <a:pt x="3125541" y="44855"/>
                </a:lnTo>
                <a:lnTo>
                  <a:pt x="3125780" y="45285"/>
                </a:lnTo>
                <a:lnTo>
                  <a:pt x="3126052" y="45669"/>
                </a:lnTo>
                <a:lnTo>
                  <a:pt x="3126354" y="46011"/>
                </a:lnTo>
                <a:lnTo>
                  <a:pt x="3126682" y="46313"/>
                </a:lnTo>
                <a:lnTo>
                  <a:pt x="3127035" y="46577"/>
                </a:lnTo>
                <a:lnTo>
                  <a:pt x="3127408" y="46806"/>
                </a:lnTo>
                <a:lnTo>
                  <a:pt x="3127798" y="47002"/>
                </a:lnTo>
                <a:lnTo>
                  <a:pt x="3128202" y="47168"/>
                </a:lnTo>
                <a:lnTo>
                  <a:pt x="3128617" y="47306"/>
                </a:lnTo>
                <a:lnTo>
                  <a:pt x="3129039" y="47420"/>
                </a:lnTo>
                <a:lnTo>
                  <a:pt x="3129467" y="47511"/>
                </a:lnTo>
                <a:lnTo>
                  <a:pt x="3129895" y="47581"/>
                </a:lnTo>
                <a:lnTo>
                  <a:pt x="3130322" y="47634"/>
                </a:lnTo>
                <a:lnTo>
                  <a:pt x="3130743" y="47673"/>
                </a:lnTo>
                <a:lnTo>
                  <a:pt x="3131157" y="47698"/>
                </a:lnTo>
                <a:lnTo>
                  <a:pt x="3131559" y="47714"/>
                </a:lnTo>
                <a:lnTo>
                  <a:pt x="3131946" y="47721"/>
                </a:lnTo>
                <a:lnTo>
                  <a:pt x="3132316" y="47724"/>
                </a:lnTo>
                <a:lnTo>
                  <a:pt x="3132665" y="47725"/>
                </a:lnTo>
                <a:lnTo>
                  <a:pt x="3141343" y="47725"/>
                </a:lnTo>
                <a:lnTo>
                  <a:pt x="3141343" y="97009"/>
                </a:lnTo>
                <a:lnTo>
                  <a:pt x="3141411" y="99249"/>
                </a:lnTo>
                <a:lnTo>
                  <a:pt x="3141613" y="101349"/>
                </a:lnTo>
                <a:lnTo>
                  <a:pt x="3141942" y="103312"/>
                </a:lnTo>
                <a:lnTo>
                  <a:pt x="3142393" y="105143"/>
                </a:lnTo>
                <a:lnTo>
                  <a:pt x="3142961" y="106845"/>
                </a:lnTo>
                <a:lnTo>
                  <a:pt x="3143641" y="108423"/>
                </a:lnTo>
                <a:lnTo>
                  <a:pt x="3144426" y="109880"/>
                </a:lnTo>
                <a:lnTo>
                  <a:pt x="3145312" y="111222"/>
                </a:lnTo>
                <a:lnTo>
                  <a:pt x="3146293" y="112451"/>
                </a:lnTo>
                <a:lnTo>
                  <a:pt x="3147364" y="113571"/>
                </a:lnTo>
                <a:lnTo>
                  <a:pt x="3148519" y="114587"/>
                </a:lnTo>
                <a:lnTo>
                  <a:pt x="3149752" y="115503"/>
                </a:lnTo>
                <a:lnTo>
                  <a:pt x="3151059" y="116322"/>
                </a:lnTo>
                <a:lnTo>
                  <a:pt x="3152434" y="117050"/>
                </a:lnTo>
                <a:lnTo>
                  <a:pt x="3153871" y="117688"/>
                </a:lnTo>
                <a:lnTo>
                  <a:pt x="3155365" y="118243"/>
                </a:lnTo>
                <a:lnTo>
                  <a:pt x="3156911" y="118717"/>
                </a:lnTo>
                <a:lnTo>
                  <a:pt x="3158503" y="119115"/>
                </a:lnTo>
                <a:lnTo>
                  <a:pt x="3160136" y="119441"/>
                </a:lnTo>
                <a:lnTo>
                  <a:pt x="3161803" y="119699"/>
                </a:lnTo>
                <a:lnTo>
                  <a:pt x="3163501" y="119892"/>
                </a:lnTo>
                <a:lnTo>
                  <a:pt x="3165223" y="120025"/>
                </a:lnTo>
                <a:lnTo>
                  <a:pt x="3166964" y="120102"/>
                </a:lnTo>
                <a:lnTo>
                  <a:pt x="3168719" y="120127"/>
                </a:lnTo>
                <a:lnTo>
                  <a:pt x="3169707" y="120117"/>
                </a:lnTo>
                <a:lnTo>
                  <a:pt x="3170695" y="120086"/>
                </a:lnTo>
                <a:lnTo>
                  <a:pt x="3171682" y="120034"/>
                </a:lnTo>
                <a:lnTo>
                  <a:pt x="3172668" y="119959"/>
                </a:lnTo>
                <a:lnTo>
                  <a:pt x="3173652" y="119862"/>
                </a:lnTo>
                <a:lnTo>
                  <a:pt x="3174635" y="119742"/>
                </a:lnTo>
                <a:lnTo>
                  <a:pt x="3175616" y="119597"/>
                </a:lnTo>
                <a:lnTo>
                  <a:pt x="3176595" y="119427"/>
                </a:lnTo>
                <a:lnTo>
                  <a:pt x="3177571" y="119233"/>
                </a:lnTo>
                <a:lnTo>
                  <a:pt x="3178544" y="119012"/>
                </a:lnTo>
                <a:lnTo>
                  <a:pt x="3179513" y="118764"/>
                </a:lnTo>
                <a:lnTo>
                  <a:pt x="3180479" y="118489"/>
                </a:lnTo>
                <a:lnTo>
                  <a:pt x="3181441" y="118185"/>
                </a:lnTo>
                <a:lnTo>
                  <a:pt x="3182398" y="117853"/>
                </a:lnTo>
                <a:lnTo>
                  <a:pt x="3183351" y="117492"/>
                </a:lnTo>
                <a:lnTo>
                  <a:pt x="3184299" y="117100"/>
                </a:lnTo>
                <a:lnTo>
                  <a:pt x="3185241" y="116677"/>
                </a:lnTo>
                <a:lnTo>
                  <a:pt x="3186178" y="116224"/>
                </a:lnTo>
                <a:lnTo>
                  <a:pt x="3187108" y="115737"/>
                </a:lnTo>
                <a:lnTo>
                  <a:pt x="3188032" y="115219"/>
                </a:lnTo>
                <a:lnTo>
                  <a:pt x="3188950" y="114666"/>
                </a:lnTo>
                <a:lnTo>
                  <a:pt x="3189860" y="114080"/>
                </a:lnTo>
                <a:lnTo>
                  <a:pt x="3190763" y="113458"/>
                </a:lnTo>
                <a:lnTo>
                  <a:pt x="3191659" y="112801"/>
                </a:lnTo>
                <a:lnTo>
                  <a:pt x="3191703" y="113544"/>
                </a:lnTo>
                <a:lnTo>
                  <a:pt x="3191785" y="114225"/>
                </a:lnTo>
                <a:lnTo>
                  <a:pt x="3191904" y="114847"/>
                </a:lnTo>
                <a:lnTo>
                  <a:pt x="3192057" y="115412"/>
                </a:lnTo>
                <a:lnTo>
                  <a:pt x="3192242" y="115923"/>
                </a:lnTo>
                <a:lnTo>
                  <a:pt x="3192458" y="116383"/>
                </a:lnTo>
                <a:lnTo>
                  <a:pt x="3192702" y="116795"/>
                </a:lnTo>
                <a:lnTo>
                  <a:pt x="3192973" y="117161"/>
                </a:lnTo>
                <a:lnTo>
                  <a:pt x="3193269" y="117485"/>
                </a:lnTo>
                <a:lnTo>
                  <a:pt x="3193588" y="117767"/>
                </a:lnTo>
                <a:lnTo>
                  <a:pt x="3193928" y="118013"/>
                </a:lnTo>
                <a:lnTo>
                  <a:pt x="3194287" y="118223"/>
                </a:lnTo>
                <a:lnTo>
                  <a:pt x="3194662" y="118401"/>
                </a:lnTo>
                <a:lnTo>
                  <a:pt x="3195053" y="118549"/>
                </a:lnTo>
                <a:lnTo>
                  <a:pt x="3195457" y="118670"/>
                </a:lnTo>
                <a:lnTo>
                  <a:pt x="3195873" y="118768"/>
                </a:lnTo>
                <a:lnTo>
                  <a:pt x="3196298" y="118844"/>
                </a:lnTo>
                <a:lnTo>
                  <a:pt x="3196730" y="118900"/>
                </a:lnTo>
                <a:lnTo>
                  <a:pt x="3197168" y="118941"/>
                </a:lnTo>
                <a:lnTo>
                  <a:pt x="3197609" y="118969"/>
                </a:lnTo>
                <a:lnTo>
                  <a:pt x="3198052" y="118985"/>
                </a:lnTo>
                <a:lnTo>
                  <a:pt x="3198495" y="118994"/>
                </a:lnTo>
                <a:lnTo>
                  <a:pt x="3198936" y="118997"/>
                </a:lnTo>
                <a:lnTo>
                  <a:pt x="3199372" y="118997"/>
                </a:lnTo>
                <a:lnTo>
                  <a:pt x="3213446" y="118997"/>
                </a:lnTo>
                <a:lnTo>
                  <a:pt x="3213840" y="118997"/>
                </a:lnTo>
                <a:lnTo>
                  <a:pt x="3214249" y="118994"/>
                </a:lnTo>
                <a:lnTo>
                  <a:pt x="3214671" y="118986"/>
                </a:lnTo>
                <a:lnTo>
                  <a:pt x="3215103" y="118970"/>
                </a:lnTo>
                <a:lnTo>
                  <a:pt x="3215541" y="118943"/>
                </a:lnTo>
                <a:lnTo>
                  <a:pt x="3215983" y="118904"/>
                </a:lnTo>
                <a:lnTo>
                  <a:pt x="3216425" y="118849"/>
                </a:lnTo>
                <a:lnTo>
                  <a:pt x="3216866" y="118776"/>
                </a:lnTo>
                <a:lnTo>
                  <a:pt x="3217303" y="118682"/>
                </a:lnTo>
                <a:lnTo>
                  <a:pt x="3217732" y="118565"/>
                </a:lnTo>
                <a:lnTo>
                  <a:pt x="3218150" y="118422"/>
                </a:lnTo>
                <a:lnTo>
                  <a:pt x="3218555" y="118250"/>
                </a:lnTo>
                <a:lnTo>
                  <a:pt x="3218944" y="118048"/>
                </a:lnTo>
                <a:lnTo>
                  <a:pt x="3219314" y="117811"/>
                </a:lnTo>
                <a:lnTo>
                  <a:pt x="3219663" y="117538"/>
                </a:lnTo>
                <a:lnTo>
                  <a:pt x="3219987" y="117227"/>
                </a:lnTo>
                <a:lnTo>
                  <a:pt x="3220283" y="116874"/>
                </a:lnTo>
                <a:lnTo>
                  <a:pt x="3220549" y="116476"/>
                </a:lnTo>
                <a:lnTo>
                  <a:pt x="3220782" y="116033"/>
                </a:lnTo>
                <a:lnTo>
                  <a:pt x="3220979" y="115539"/>
                </a:lnTo>
                <a:lnTo>
                  <a:pt x="3221137" y="114994"/>
                </a:lnTo>
                <a:lnTo>
                  <a:pt x="3221254" y="114395"/>
                </a:lnTo>
                <a:lnTo>
                  <a:pt x="3221325" y="113738"/>
                </a:lnTo>
                <a:lnTo>
                  <a:pt x="3221350" y="113022"/>
                </a:lnTo>
                <a:lnTo>
                  <a:pt x="3221325" y="112329"/>
                </a:lnTo>
                <a:lnTo>
                  <a:pt x="3221250" y="111693"/>
                </a:lnTo>
                <a:lnTo>
                  <a:pt x="3221129" y="111113"/>
                </a:lnTo>
                <a:lnTo>
                  <a:pt x="3220966" y="110585"/>
                </a:lnTo>
                <a:lnTo>
                  <a:pt x="3220764" y="110108"/>
                </a:lnTo>
                <a:lnTo>
                  <a:pt x="3220525" y="109678"/>
                </a:lnTo>
                <a:close/>
                <a:moveTo>
                  <a:pt x="3920603" y="97937"/>
                </a:moveTo>
                <a:lnTo>
                  <a:pt x="3920604" y="97939"/>
                </a:lnTo>
                <a:lnTo>
                  <a:pt x="3920604" y="97936"/>
                </a:lnTo>
                <a:lnTo>
                  <a:pt x="3920603" y="97937"/>
                </a:lnTo>
                <a:close/>
                <a:moveTo>
                  <a:pt x="4434621" y="40755"/>
                </a:moveTo>
                <a:lnTo>
                  <a:pt x="4434345" y="40165"/>
                </a:lnTo>
                <a:lnTo>
                  <a:pt x="4434021" y="39582"/>
                </a:lnTo>
                <a:lnTo>
                  <a:pt x="4433648" y="39009"/>
                </a:lnTo>
                <a:lnTo>
                  <a:pt x="4433225" y="38450"/>
                </a:lnTo>
                <a:lnTo>
                  <a:pt x="4432751" y="37907"/>
                </a:lnTo>
                <a:lnTo>
                  <a:pt x="4432223" y="37384"/>
                </a:lnTo>
                <a:lnTo>
                  <a:pt x="4431642" y="36884"/>
                </a:lnTo>
                <a:lnTo>
                  <a:pt x="4431004" y="36410"/>
                </a:lnTo>
                <a:lnTo>
                  <a:pt x="4430310" y="35966"/>
                </a:lnTo>
                <a:lnTo>
                  <a:pt x="4429558" y="35555"/>
                </a:lnTo>
                <a:lnTo>
                  <a:pt x="4428746" y="35180"/>
                </a:lnTo>
                <a:lnTo>
                  <a:pt x="4427873" y="34845"/>
                </a:lnTo>
                <a:lnTo>
                  <a:pt x="4426938" y="34552"/>
                </a:lnTo>
                <a:lnTo>
                  <a:pt x="4425940" y="34305"/>
                </a:lnTo>
                <a:lnTo>
                  <a:pt x="4424876" y="34107"/>
                </a:lnTo>
                <a:lnTo>
                  <a:pt x="4423746" y="33962"/>
                </a:lnTo>
                <a:lnTo>
                  <a:pt x="4422549" y="33872"/>
                </a:lnTo>
                <a:lnTo>
                  <a:pt x="4421282" y="33842"/>
                </a:lnTo>
                <a:lnTo>
                  <a:pt x="4420980" y="33843"/>
                </a:lnTo>
                <a:lnTo>
                  <a:pt x="4420604" y="33849"/>
                </a:lnTo>
                <a:lnTo>
                  <a:pt x="4420159" y="33863"/>
                </a:lnTo>
                <a:lnTo>
                  <a:pt x="4419648" y="33886"/>
                </a:lnTo>
                <a:lnTo>
                  <a:pt x="4419074" y="33922"/>
                </a:lnTo>
                <a:lnTo>
                  <a:pt x="4418442" y="33974"/>
                </a:lnTo>
                <a:lnTo>
                  <a:pt x="4417753" y="34044"/>
                </a:lnTo>
                <a:lnTo>
                  <a:pt x="4417012" y="34134"/>
                </a:lnTo>
                <a:lnTo>
                  <a:pt x="4416223" y="34248"/>
                </a:lnTo>
                <a:lnTo>
                  <a:pt x="4415388" y="34388"/>
                </a:lnTo>
                <a:lnTo>
                  <a:pt x="4414510" y="34556"/>
                </a:lnTo>
                <a:lnTo>
                  <a:pt x="4413595" y="34757"/>
                </a:lnTo>
                <a:lnTo>
                  <a:pt x="4412644" y="34991"/>
                </a:lnTo>
                <a:lnTo>
                  <a:pt x="4411661" y="35262"/>
                </a:lnTo>
                <a:lnTo>
                  <a:pt x="4410651" y="35573"/>
                </a:lnTo>
                <a:lnTo>
                  <a:pt x="4409615" y="35925"/>
                </a:lnTo>
                <a:lnTo>
                  <a:pt x="4408558" y="36323"/>
                </a:lnTo>
                <a:lnTo>
                  <a:pt x="4407483" y="36768"/>
                </a:lnTo>
                <a:lnTo>
                  <a:pt x="4406393" y="37264"/>
                </a:lnTo>
                <a:lnTo>
                  <a:pt x="4405292" y="37812"/>
                </a:lnTo>
                <a:lnTo>
                  <a:pt x="4404184" y="38416"/>
                </a:lnTo>
                <a:lnTo>
                  <a:pt x="4403071" y="39078"/>
                </a:lnTo>
                <a:lnTo>
                  <a:pt x="4401957" y="39801"/>
                </a:lnTo>
                <a:lnTo>
                  <a:pt x="4400846" y="40588"/>
                </a:lnTo>
                <a:lnTo>
                  <a:pt x="4400442" y="40319"/>
                </a:lnTo>
                <a:lnTo>
                  <a:pt x="4400000" y="40036"/>
                </a:lnTo>
                <a:lnTo>
                  <a:pt x="4399521" y="39741"/>
                </a:lnTo>
                <a:lnTo>
                  <a:pt x="4399006" y="39436"/>
                </a:lnTo>
                <a:lnTo>
                  <a:pt x="4398456" y="39124"/>
                </a:lnTo>
                <a:lnTo>
                  <a:pt x="4397871" y="38807"/>
                </a:lnTo>
                <a:lnTo>
                  <a:pt x="4397251" y="38487"/>
                </a:lnTo>
                <a:lnTo>
                  <a:pt x="4396598" y="38167"/>
                </a:lnTo>
                <a:lnTo>
                  <a:pt x="4395913" y="37849"/>
                </a:lnTo>
                <a:lnTo>
                  <a:pt x="4395195" y="37534"/>
                </a:lnTo>
                <a:lnTo>
                  <a:pt x="4394446" y="37226"/>
                </a:lnTo>
                <a:lnTo>
                  <a:pt x="4393665" y="36927"/>
                </a:lnTo>
                <a:lnTo>
                  <a:pt x="4392855" y="36638"/>
                </a:lnTo>
                <a:lnTo>
                  <a:pt x="4392015" y="36363"/>
                </a:lnTo>
                <a:lnTo>
                  <a:pt x="4391147" y="36103"/>
                </a:lnTo>
                <a:lnTo>
                  <a:pt x="4390250" y="35861"/>
                </a:lnTo>
                <a:lnTo>
                  <a:pt x="4389326" y="35638"/>
                </a:lnTo>
                <a:lnTo>
                  <a:pt x="4388375" y="35438"/>
                </a:lnTo>
                <a:lnTo>
                  <a:pt x="4387398" y="35263"/>
                </a:lnTo>
                <a:lnTo>
                  <a:pt x="4386396" y="35114"/>
                </a:lnTo>
                <a:lnTo>
                  <a:pt x="4385369" y="34995"/>
                </a:lnTo>
                <a:lnTo>
                  <a:pt x="4384317" y="34906"/>
                </a:lnTo>
                <a:lnTo>
                  <a:pt x="4383243" y="34852"/>
                </a:lnTo>
                <a:lnTo>
                  <a:pt x="4382145" y="34833"/>
                </a:lnTo>
                <a:lnTo>
                  <a:pt x="4379904" y="34907"/>
                </a:lnTo>
                <a:lnTo>
                  <a:pt x="4377712" y="35127"/>
                </a:lnTo>
                <a:lnTo>
                  <a:pt x="4375575" y="35487"/>
                </a:lnTo>
                <a:lnTo>
                  <a:pt x="4373497" y="35980"/>
                </a:lnTo>
                <a:lnTo>
                  <a:pt x="4371480" y="36603"/>
                </a:lnTo>
                <a:lnTo>
                  <a:pt x="4369530" y="37349"/>
                </a:lnTo>
                <a:lnTo>
                  <a:pt x="4367650" y="38213"/>
                </a:lnTo>
                <a:lnTo>
                  <a:pt x="4365844" y="39190"/>
                </a:lnTo>
                <a:lnTo>
                  <a:pt x="4364117" y="40273"/>
                </a:lnTo>
                <a:lnTo>
                  <a:pt x="4362472" y="41459"/>
                </a:lnTo>
                <a:lnTo>
                  <a:pt x="4360913" y="42740"/>
                </a:lnTo>
                <a:lnTo>
                  <a:pt x="4359445" y="44113"/>
                </a:lnTo>
                <a:lnTo>
                  <a:pt x="4358071" y="45571"/>
                </a:lnTo>
                <a:lnTo>
                  <a:pt x="4356795" y="47108"/>
                </a:lnTo>
                <a:lnTo>
                  <a:pt x="4355622" y="48720"/>
                </a:lnTo>
                <a:lnTo>
                  <a:pt x="4354556" y="50402"/>
                </a:lnTo>
                <a:lnTo>
                  <a:pt x="4353599" y="52146"/>
                </a:lnTo>
                <a:lnTo>
                  <a:pt x="4352758" y="53949"/>
                </a:lnTo>
                <a:lnTo>
                  <a:pt x="4352034" y="55805"/>
                </a:lnTo>
                <a:lnTo>
                  <a:pt x="4351434" y="57708"/>
                </a:lnTo>
                <a:lnTo>
                  <a:pt x="4350959" y="59652"/>
                </a:lnTo>
                <a:lnTo>
                  <a:pt x="4350615" y="61633"/>
                </a:lnTo>
                <a:lnTo>
                  <a:pt x="4350406" y="63645"/>
                </a:lnTo>
                <a:lnTo>
                  <a:pt x="4350336" y="65683"/>
                </a:lnTo>
                <a:lnTo>
                  <a:pt x="4350352" y="66709"/>
                </a:lnTo>
                <a:lnTo>
                  <a:pt x="4350402" y="67715"/>
                </a:lnTo>
                <a:lnTo>
                  <a:pt x="4350482" y="68700"/>
                </a:lnTo>
                <a:lnTo>
                  <a:pt x="4350592" y="69664"/>
                </a:lnTo>
                <a:lnTo>
                  <a:pt x="4350729" y="70606"/>
                </a:lnTo>
                <a:lnTo>
                  <a:pt x="4350893" y="71527"/>
                </a:lnTo>
                <a:lnTo>
                  <a:pt x="4351081" y="72426"/>
                </a:lnTo>
                <a:lnTo>
                  <a:pt x="4351292" y="73302"/>
                </a:lnTo>
                <a:lnTo>
                  <a:pt x="4351525" y="74156"/>
                </a:lnTo>
                <a:lnTo>
                  <a:pt x="4351778" y="74986"/>
                </a:lnTo>
                <a:lnTo>
                  <a:pt x="4352048" y="75793"/>
                </a:lnTo>
                <a:lnTo>
                  <a:pt x="4352336" y="76576"/>
                </a:lnTo>
                <a:lnTo>
                  <a:pt x="4352638" y="77336"/>
                </a:lnTo>
                <a:lnTo>
                  <a:pt x="4352954" y="78070"/>
                </a:lnTo>
                <a:lnTo>
                  <a:pt x="4353282" y="78780"/>
                </a:lnTo>
                <a:lnTo>
                  <a:pt x="4353620" y="79465"/>
                </a:lnTo>
                <a:lnTo>
                  <a:pt x="4353967" y="80124"/>
                </a:lnTo>
                <a:lnTo>
                  <a:pt x="4354321" y="80758"/>
                </a:lnTo>
                <a:lnTo>
                  <a:pt x="4354680" y="81366"/>
                </a:lnTo>
                <a:lnTo>
                  <a:pt x="4355044" y="81947"/>
                </a:lnTo>
                <a:lnTo>
                  <a:pt x="4355409" y="82501"/>
                </a:lnTo>
                <a:lnTo>
                  <a:pt x="4355776" y="83028"/>
                </a:lnTo>
                <a:lnTo>
                  <a:pt x="4356141" y="83528"/>
                </a:lnTo>
                <a:lnTo>
                  <a:pt x="4356505" y="83999"/>
                </a:lnTo>
                <a:lnTo>
                  <a:pt x="4356242" y="84380"/>
                </a:lnTo>
                <a:lnTo>
                  <a:pt x="4355983" y="84774"/>
                </a:lnTo>
                <a:lnTo>
                  <a:pt x="4355730" y="85181"/>
                </a:lnTo>
                <a:lnTo>
                  <a:pt x="4355482" y="85602"/>
                </a:lnTo>
                <a:lnTo>
                  <a:pt x="4355241" y="86036"/>
                </a:lnTo>
                <a:lnTo>
                  <a:pt x="4355007" y="86484"/>
                </a:lnTo>
                <a:lnTo>
                  <a:pt x="4354781" y="86945"/>
                </a:lnTo>
                <a:lnTo>
                  <a:pt x="4354562" y="87420"/>
                </a:lnTo>
                <a:lnTo>
                  <a:pt x="4354352" y="87910"/>
                </a:lnTo>
                <a:lnTo>
                  <a:pt x="4354152" y="88413"/>
                </a:lnTo>
                <a:lnTo>
                  <a:pt x="4353961" y="88931"/>
                </a:lnTo>
                <a:lnTo>
                  <a:pt x="4353781" y="89463"/>
                </a:lnTo>
                <a:lnTo>
                  <a:pt x="4353612" y="90009"/>
                </a:lnTo>
                <a:lnTo>
                  <a:pt x="4353454" y="90571"/>
                </a:lnTo>
                <a:lnTo>
                  <a:pt x="4353309" y="91147"/>
                </a:lnTo>
                <a:lnTo>
                  <a:pt x="4353176" y="91737"/>
                </a:lnTo>
                <a:lnTo>
                  <a:pt x="4353057" y="92343"/>
                </a:lnTo>
                <a:lnTo>
                  <a:pt x="4352952" y="92965"/>
                </a:lnTo>
                <a:lnTo>
                  <a:pt x="4352862" y="93601"/>
                </a:lnTo>
                <a:lnTo>
                  <a:pt x="4352786" y="94253"/>
                </a:lnTo>
                <a:lnTo>
                  <a:pt x="4352727" y="94921"/>
                </a:lnTo>
                <a:lnTo>
                  <a:pt x="4352683" y="95604"/>
                </a:lnTo>
                <a:lnTo>
                  <a:pt x="4352657" y="96303"/>
                </a:lnTo>
                <a:lnTo>
                  <a:pt x="4352648" y="97018"/>
                </a:lnTo>
                <a:lnTo>
                  <a:pt x="4352662" y="97851"/>
                </a:lnTo>
                <a:lnTo>
                  <a:pt x="4352702" y="98664"/>
                </a:lnTo>
                <a:lnTo>
                  <a:pt x="4352767" y="99457"/>
                </a:lnTo>
                <a:lnTo>
                  <a:pt x="4352856" y="100229"/>
                </a:lnTo>
                <a:lnTo>
                  <a:pt x="4352966" y="100980"/>
                </a:lnTo>
                <a:lnTo>
                  <a:pt x="4353097" y="101709"/>
                </a:lnTo>
                <a:lnTo>
                  <a:pt x="4353246" y="102417"/>
                </a:lnTo>
                <a:lnTo>
                  <a:pt x="4353412" y="103103"/>
                </a:lnTo>
                <a:lnTo>
                  <a:pt x="4353594" y="103767"/>
                </a:lnTo>
                <a:lnTo>
                  <a:pt x="4353789" y="104408"/>
                </a:lnTo>
                <a:lnTo>
                  <a:pt x="4353997" y="105027"/>
                </a:lnTo>
                <a:lnTo>
                  <a:pt x="4354215" y="105623"/>
                </a:lnTo>
                <a:lnTo>
                  <a:pt x="4354442" y="106196"/>
                </a:lnTo>
                <a:lnTo>
                  <a:pt x="4354677" y="106746"/>
                </a:lnTo>
                <a:lnTo>
                  <a:pt x="4354918" y="107271"/>
                </a:lnTo>
                <a:lnTo>
                  <a:pt x="4355163" y="107774"/>
                </a:lnTo>
                <a:lnTo>
                  <a:pt x="4355410" y="108252"/>
                </a:lnTo>
                <a:lnTo>
                  <a:pt x="4355659" y="108705"/>
                </a:lnTo>
                <a:lnTo>
                  <a:pt x="4355907" y="109134"/>
                </a:lnTo>
                <a:lnTo>
                  <a:pt x="4356153" y="109538"/>
                </a:lnTo>
                <a:lnTo>
                  <a:pt x="4356395" y="109917"/>
                </a:lnTo>
                <a:lnTo>
                  <a:pt x="4356632" y="110271"/>
                </a:lnTo>
                <a:lnTo>
                  <a:pt x="4356862" y="110599"/>
                </a:lnTo>
                <a:lnTo>
                  <a:pt x="4357084" y="110901"/>
                </a:lnTo>
                <a:lnTo>
                  <a:pt x="4355374" y="112006"/>
                </a:lnTo>
                <a:lnTo>
                  <a:pt x="4353806" y="113151"/>
                </a:lnTo>
                <a:lnTo>
                  <a:pt x="4352375" y="114329"/>
                </a:lnTo>
                <a:lnTo>
                  <a:pt x="4351073" y="115533"/>
                </a:lnTo>
                <a:lnTo>
                  <a:pt x="4349896" y="116757"/>
                </a:lnTo>
                <a:lnTo>
                  <a:pt x="4348836" y="117993"/>
                </a:lnTo>
                <a:lnTo>
                  <a:pt x="4347887" y="119235"/>
                </a:lnTo>
                <a:lnTo>
                  <a:pt x="4347044" y="120477"/>
                </a:lnTo>
                <a:lnTo>
                  <a:pt x="4346300" y="121712"/>
                </a:lnTo>
                <a:lnTo>
                  <a:pt x="4345649" y="122932"/>
                </a:lnTo>
                <a:lnTo>
                  <a:pt x="4345084" y="124132"/>
                </a:lnTo>
                <a:lnTo>
                  <a:pt x="4344600" y="125304"/>
                </a:lnTo>
                <a:lnTo>
                  <a:pt x="4344190" y="126443"/>
                </a:lnTo>
                <a:lnTo>
                  <a:pt x="4343849" y="127540"/>
                </a:lnTo>
                <a:lnTo>
                  <a:pt x="4343569" y="128590"/>
                </a:lnTo>
                <a:lnTo>
                  <a:pt x="4343345" y="129586"/>
                </a:lnTo>
                <a:lnTo>
                  <a:pt x="4343171" y="130521"/>
                </a:lnTo>
                <a:lnTo>
                  <a:pt x="4343039" y="131389"/>
                </a:lnTo>
                <a:lnTo>
                  <a:pt x="4342946" y="132182"/>
                </a:lnTo>
                <a:lnTo>
                  <a:pt x="4342883" y="132894"/>
                </a:lnTo>
                <a:lnTo>
                  <a:pt x="4342844" y="133518"/>
                </a:lnTo>
                <a:lnTo>
                  <a:pt x="4342825" y="134048"/>
                </a:lnTo>
                <a:lnTo>
                  <a:pt x="4342818" y="134477"/>
                </a:lnTo>
                <a:lnTo>
                  <a:pt x="4342817" y="134799"/>
                </a:lnTo>
                <a:lnTo>
                  <a:pt x="4342921" y="136846"/>
                </a:lnTo>
                <a:lnTo>
                  <a:pt x="4343229" y="138839"/>
                </a:lnTo>
                <a:lnTo>
                  <a:pt x="4343734" y="140777"/>
                </a:lnTo>
                <a:lnTo>
                  <a:pt x="4344430" y="142655"/>
                </a:lnTo>
                <a:lnTo>
                  <a:pt x="4345309" y="144471"/>
                </a:lnTo>
                <a:lnTo>
                  <a:pt x="4346365" y="146222"/>
                </a:lnTo>
                <a:lnTo>
                  <a:pt x="4347590" y="147905"/>
                </a:lnTo>
                <a:lnTo>
                  <a:pt x="4348979" y="149516"/>
                </a:lnTo>
                <a:lnTo>
                  <a:pt x="4350523" y="151053"/>
                </a:lnTo>
                <a:lnTo>
                  <a:pt x="4352216" y="152513"/>
                </a:lnTo>
                <a:lnTo>
                  <a:pt x="4354052" y="153892"/>
                </a:lnTo>
                <a:lnTo>
                  <a:pt x="4356022" y="155188"/>
                </a:lnTo>
                <a:lnTo>
                  <a:pt x="4358122" y="156398"/>
                </a:lnTo>
                <a:lnTo>
                  <a:pt x="4360343" y="157518"/>
                </a:lnTo>
                <a:lnTo>
                  <a:pt x="4362679" y="158546"/>
                </a:lnTo>
                <a:lnTo>
                  <a:pt x="4365123" y="159478"/>
                </a:lnTo>
                <a:lnTo>
                  <a:pt x="4367668" y="160312"/>
                </a:lnTo>
                <a:lnTo>
                  <a:pt x="4370307" y="161045"/>
                </a:lnTo>
                <a:lnTo>
                  <a:pt x="4373034" y="161673"/>
                </a:lnTo>
                <a:lnTo>
                  <a:pt x="4375841" y="162194"/>
                </a:lnTo>
                <a:lnTo>
                  <a:pt x="4378722" y="162604"/>
                </a:lnTo>
                <a:lnTo>
                  <a:pt x="4381669" y="162901"/>
                </a:lnTo>
                <a:lnTo>
                  <a:pt x="4384677" y="163081"/>
                </a:lnTo>
                <a:lnTo>
                  <a:pt x="4387737" y="163142"/>
                </a:lnTo>
                <a:lnTo>
                  <a:pt x="4390798" y="163080"/>
                </a:lnTo>
                <a:lnTo>
                  <a:pt x="4393805" y="162897"/>
                </a:lnTo>
                <a:lnTo>
                  <a:pt x="4396753" y="162596"/>
                </a:lnTo>
                <a:lnTo>
                  <a:pt x="4399634" y="162180"/>
                </a:lnTo>
                <a:lnTo>
                  <a:pt x="4402441" y="161653"/>
                </a:lnTo>
                <a:lnTo>
                  <a:pt x="4405167" y="161017"/>
                </a:lnTo>
                <a:lnTo>
                  <a:pt x="4407807" y="160277"/>
                </a:lnTo>
                <a:lnTo>
                  <a:pt x="4410352" y="159435"/>
                </a:lnTo>
                <a:lnTo>
                  <a:pt x="4412796" y="158494"/>
                </a:lnTo>
                <a:lnTo>
                  <a:pt x="4415132" y="157459"/>
                </a:lnTo>
                <a:lnTo>
                  <a:pt x="4417353" y="156331"/>
                </a:lnTo>
                <a:lnTo>
                  <a:pt x="4419452" y="155115"/>
                </a:lnTo>
                <a:lnTo>
                  <a:pt x="4421423" y="153814"/>
                </a:lnTo>
                <a:lnTo>
                  <a:pt x="4423259" y="152430"/>
                </a:lnTo>
                <a:lnTo>
                  <a:pt x="4424952" y="150968"/>
                </a:lnTo>
                <a:lnTo>
                  <a:pt x="4426496" y="149430"/>
                </a:lnTo>
                <a:lnTo>
                  <a:pt x="4427884" y="147820"/>
                </a:lnTo>
                <a:lnTo>
                  <a:pt x="4429110" y="146140"/>
                </a:lnTo>
                <a:lnTo>
                  <a:pt x="4430165" y="144395"/>
                </a:lnTo>
                <a:lnTo>
                  <a:pt x="4431045" y="142588"/>
                </a:lnTo>
                <a:lnTo>
                  <a:pt x="4431740" y="140721"/>
                </a:lnTo>
                <a:lnTo>
                  <a:pt x="4432246" y="138799"/>
                </a:lnTo>
                <a:lnTo>
                  <a:pt x="4432554" y="136823"/>
                </a:lnTo>
                <a:lnTo>
                  <a:pt x="4432658" y="134799"/>
                </a:lnTo>
                <a:lnTo>
                  <a:pt x="4432640" y="133898"/>
                </a:lnTo>
                <a:lnTo>
                  <a:pt x="4432584" y="132974"/>
                </a:lnTo>
                <a:lnTo>
                  <a:pt x="4432490" y="132029"/>
                </a:lnTo>
                <a:lnTo>
                  <a:pt x="4432356" y="131067"/>
                </a:lnTo>
                <a:lnTo>
                  <a:pt x="4432180" y="130091"/>
                </a:lnTo>
                <a:lnTo>
                  <a:pt x="4431962" y="129103"/>
                </a:lnTo>
                <a:lnTo>
                  <a:pt x="4431701" y="128108"/>
                </a:lnTo>
                <a:lnTo>
                  <a:pt x="4431394" y="127107"/>
                </a:lnTo>
                <a:lnTo>
                  <a:pt x="4431041" y="126103"/>
                </a:lnTo>
                <a:lnTo>
                  <a:pt x="4430641" y="125101"/>
                </a:lnTo>
                <a:lnTo>
                  <a:pt x="4430192" y="124102"/>
                </a:lnTo>
                <a:lnTo>
                  <a:pt x="4429694" y="123110"/>
                </a:lnTo>
                <a:lnTo>
                  <a:pt x="4429144" y="122129"/>
                </a:lnTo>
                <a:lnTo>
                  <a:pt x="4428541" y="121160"/>
                </a:lnTo>
                <a:lnTo>
                  <a:pt x="4427885" y="120207"/>
                </a:lnTo>
                <a:lnTo>
                  <a:pt x="4427174" y="119273"/>
                </a:lnTo>
                <a:lnTo>
                  <a:pt x="4426407" y="118360"/>
                </a:lnTo>
                <a:lnTo>
                  <a:pt x="4425582" y="117473"/>
                </a:lnTo>
                <a:lnTo>
                  <a:pt x="4424698" y="116614"/>
                </a:lnTo>
                <a:lnTo>
                  <a:pt x="4423755" y="115786"/>
                </a:lnTo>
                <a:lnTo>
                  <a:pt x="4422750" y="114993"/>
                </a:lnTo>
                <a:lnTo>
                  <a:pt x="4421683" y="114236"/>
                </a:lnTo>
                <a:lnTo>
                  <a:pt x="4420552" y="113519"/>
                </a:lnTo>
                <a:lnTo>
                  <a:pt x="4419356" y="112846"/>
                </a:lnTo>
                <a:lnTo>
                  <a:pt x="4419013" y="112663"/>
                </a:lnTo>
                <a:lnTo>
                  <a:pt x="4418610" y="112453"/>
                </a:lnTo>
                <a:lnTo>
                  <a:pt x="4418146" y="112219"/>
                </a:lnTo>
                <a:lnTo>
                  <a:pt x="4417619" y="111964"/>
                </a:lnTo>
                <a:lnTo>
                  <a:pt x="4417028" y="111691"/>
                </a:lnTo>
                <a:lnTo>
                  <a:pt x="4416370" y="111404"/>
                </a:lnTo>
                <a:lnTo>
                  <a:pt x="4415644" y="111105"/>
                </a:lnTo>
                <a:lnTo>
                  <a:pt x="4414849" y="110797"/>
                </a:lnTo>
                <a:lnTo>
                  <a:pt x="4413984" y="110485"/>
                </a:lnTo>
                <a:lnTo>
                  <a:pt x="4413045" y="110170"/>
                </a:lnTo>
                <a:lnTo>
                  <a:pt x="4412033" y="109856"/>
                </a:lnTo>
                <a:lnTo>
                  <a:pt x="4410944" y="109545"/>
                </a:lnTo>
                <a:lnTo>
                  <a:pt x="4409779" y="109242"/>
                </a:lnTo>
                <a:lnTo>
                  <a:pt x="4408534" y="108949"/>
                </a:lnTo>
                <a:lnTo>
                  <a:pt x="4407209" y="108669"/>
                </a:lnTo>
                <a:lnTo>
                  <a:pt x="4405802" y="108406"/>
                </a:lnTo>
                <a:lnTo>
                  <a:pt x="4404311" y="108161"/>
                </a:lnTo>
                <a:lnTo>
                  <a:pt x="4402735" y="107940"/>
                </a:lnTo>
                <a:lnTo>
                  <a:pt x="4401072" y="107744"/>
                </a:lnTo>
                <a:lnTo>
                  <a:pt x="4399321" y="107576"/>
                </a:lnTo>
                <a:lnTo>
                  <a:pt x="4397480" y="107441"/>
                </a:lnTo>
                <a:lnTo>
                  <a:pt x="4395547" y="107340"/>
                </a:lnTo>
                <a:lnTo>
                  <a:pt x="4393521" y="107277"/>
                </a:lnTo>
                <a:lnTo>
                  <a:pt x="4391400" y="107256"/>
                </a:lnTo>
                <a:lnTo>
                  <a:pt x="4377906" y="107256"/>
                </a:lnTo>
                <a:lnTo>
                  <a:pt x="4377708" y="107256"/>
                </a:lnTo>
                <a:lnTo>
                  <a:pt x="4377501" y="107256"/>
                </a:lnTo>
                <a:lnTo>
                  <a:pt x="4377285" y="107255"/>
                </a:lnTo>
                <a:lnTo>
                  <a:pt x="4377062" y="107254"/>
                </a:lnTo>
                <a:lnTo>
                  <a:pt x="4376833" y="107252"/>
                </a:lnTo>
                <a:lnTo>
                  <a:pt x="4376597" y="107250"/>
                </a:lnTo>
                <a:lnTo>
                  <a:pt x="4376357" y="107246"/>
                </a:lnTo>
                <a:lnTo>
                  <a:pt x="4376112" y="107242"/>
                </a:lnTo>
                <a:lnTo>
                  <a:pt x="4375864" y="107235"/>
                </a:lnTo>
                <a:lnTo>
                  <a:pt x="4375614" y="107228"/>
                </a:lnTo>
                <a:lnTo>
                  <a:pt x="4375362" y="107219"/>
                </a:lnTo>
                <a:lnTo>
                  <a:pt x="4375109" y="107208"/>
                </a:lnTo>
                <a:lnTo>
                  <a:pt x="4374856" y="107195"/>
                </a:lnTo>
                <a:lnTo>
                  <a:pt x="4374604" y="107179"/>
                </a:lnTo>
                <a:lnTo>
                  <a:pt x="4374353" y="107162"/>
                </a:lnTo>
                <a:lnTo>
                  <a:pt x="4374105" y="107142"/>
                </a:lnTo>
                <a:lnTo>
                  <a:pt x="4373861" y="107119"/>
                </a:lnTo>
                <a:lnTo>
                  <a:pt x="4373621" y="107093"/>
                </a:lnTo>
                <a:lnTo>
                  <a:pt x="4373385" y="107065"/>
                </a:lnTo>
                <a:lnTo>
                  <a:pt x="4373156" y="107033"/>
                </a:lnTo>
                <a:lnTo>
                  <a:pt x="4372933" y="106998"/>
                </a:lnTo>
                <a:lnTo>
                  <a:pt x="4372718" y="106959"/>
                </a:lnTo>
                <a:lnTo>
                  <a:pt x="4372511" y="106917"/>
                </a:lnTo>
                <a:lnTo>
                  <a:pt x="4372314" y="106870"/>
                </a:lnTo>
                <a:lnTo>
                  <a:pt x="4371961" y="106870"/>
                </a:lnTo>
                <a:lnTo>
                  <a:pt x="4371625" y="106869"/>
                </a:lnTo>
                <a:lnTo>
                  <a:pt x="4371305" y="106865"/>
                </a:lnTo>
                <a:lnTo>
                  <a:pt x="4370999" y="106858"/>
                </a:lnTo>
                <a:lnTo>
                  <a:pt x="4370706" y="106846"/>
                </a:lnTo>
                <a:lnTo>
                  <a:pt x="4370425" y="106828"/>
                </a:lnTo>
                <a:lnTo>
                  <a:pt x="4370154" y="106803"/>
                </a:lnTo>
                <a:lnTo>
                  <a:pt x="4369893" y="106770"/>
                </a:lnTo>
                <a:lnTo>
                  <a:pt x="4369640" y="106728"/>
                </a:lnTo>
                <a:lnTo>
                  <a:pt x="4369394" y="106675"/>
                </a:lnTo>
                <a:lnTo>
                  <a:pt x="4369153" y="106610"/>
                </a:lnTo>
                <a:lnTo>
                  <a:pt x="4368916" y="106533"/>
                </a:lnTo>
                <a:lnTo>
                  <a:pt x="4368682" y="106441"/>
                </a:lnTo>
                <a:lnTo>
                  <a:pt x="4368450" y="106334"/>
                </a:lnTo>
                <a:lnTo>
                  <a:pt x="4368219" y="106211"/>
                </a:lnTo>
                <a:lnTo>
                  <a:pt x="4367987" y="106070"/>
                </a:lnTo>
                <a:lnTo>
                  <a:pt x="4367752" y="105911"/>
                </a:lnTo>
                <a:lnTo>
                  <a:pt x="4367515" y="105731"/>
                </a:lnTo>
                <a:lnTo>
                  <a:pt x="4367273" y="105530"/>
                </a:lnTo>
                <a:lnTo>
                  <a:pt x="4367025" y="105307"/>
                </a:lnTo>
                <a:lnTo>
                  <a:pt x="4366770" y="105061"/>
                </a:lnTo>
                <a:lnTo>
                  <a:pt x="4366507" y="104790"/>
                </a:lnTo>
                <a:lnTo>
                  <a:pt x="4366234" y="104493"/>
                </a:lnTo>
                <a:lnTo>
                  <a:pt x="4365951" y="104170"/>
                </a:lnTo>
                <a:lnTo>
                  <a:pt x="4365695" y="103828"/>
                </a:lnTo>
                <a:lnTo>
                  <a:pt x="4365460" y="103472"/>
                </a:lnTo>
                <a:lnTo>
                  <a:pt x="4365242" y="103105"/>
                </a:lnTo>
                <a:lnTo>
                  <a:pt x="4365043" y="102729"/>
                </a:lnTo>
                <a:lnTo>
                  <a:pt x="4364861" y="102347"/>
                </a:lnTo>
                <a:lnTo>
                  <a:pt x="4364695" y="101961"/>
                </a:lnTo>
                <a:lnTo>
                  <a:pt x="4364544" y="101574"/>
                </a:lnTo>
                <a:lnTo>
                  <a:pt x="4364408" y="101188"/>
                </a:lnTo>
                <a:lnTo>
                  <a:pt x="4364287" y="100806"/>
                </a:lnTo>
                <a:lnTo>
                  <a:pt x="4364179" y="100430"/>
                </a:lnTo>
                <a:lnTo>
                  <a:pt x="4364083" y="100064"/>
                </a:lnTo>
                <a:lnTo>
                  <a:pt x="4363999" y="99709"/>
                </a:lnTo>
                <a:lnTo>
                  <a:pt x="4363926" y="99367"/>
                </a:lnTo>
                <a:lnTo>
                  <a:pt x="4363864" y="99042"/>
                </a:lnTo>
                <a:lnTo>
                  <a:pt x="4363811" y="98736"/>
                </a:lnTo>
                <a:lnTo>
                  <a:pt x="4363766" y="98452"/>
                </a:lnTo>
                <a:lnTo>
                  <a:pt x="4363730" y="98192"/>
                </a:lnTo>
                <a:lnTo>
                  <a:pt x="4363701" y="97958"/>
                </a:lnTo>
                <a:lnTo>
                  <a:pt x="4363679" y="97753"/>
                </a:lnTo>
                <a:lnTo>
                  <a:pt x="4363662" y="97580"/>
                </a:lnTo>
                <a:lnTo>
                  <a:pt x="4363651" y="97441"/>
                </a:lnTo>
                <a:lnTo>
                  <a:pt x="4363643" y="97338"/>
                </a:lnTo>
                <a:lnTo>
                  <a:pt x="4363639" y="97275"/>
                </a:lnTo>
                <a:lnTo>
                  <a:pt x="4363638" y="97253"/>
                </a:lnTo>
                <a:lnTo>
                  <a:pt x="4363640" y="97147"/>
                </a:lnTo>
                <a:lnTo>
                  <a:pt x="4363646" y="97022"/>
                </a:lnTo>
                <a:lnTo>
                  <a:pt x="4363656" y="96879"/>
                </a:lnTo>
                <a:lnTo>
                  <a:pt x="4363670" y="96720"/>
                </a:lnTo>
                <a:lnTo>
                  <a:pt x="4363689" y="96545"/>
                </a:lnTo>
                <a:lnTo>
                  <a:pt x="4363711" y="96356"/>
                </a:lnTo>
                <a:lnTo>
                  <a:pt x="4363737" y="96154"/>
                </a:lnTo>
                <a:lnTo>
                  <a:pt x="4363767" y="95940"/>
                </a:lnTo>
                <a:lnTo>
                  <a:pt x="4363801" y="95715"/>
                </a:lnTo>
                <a:lnTo>
                  <a:pt x="4363839" y="95481"/>
                </a:lnTo>
                <a:lnTo>
                  <a:pt x="4363881" y="95238"/>
                </a:lnTo>
                <a:lnTo>
                  <a:pt x="4363927" y="94988"/>
                </a:lnTo>
                <a:lnTo>
                  <a:pt x="4363978" y="94733"/>
                </a:lnTo>
                <a:lnTo>
                  <a:pt x="4364032" y="94472"/>
                </a:lnTo>
                <a:lnTo>
                  <a:pt x="4364090" y="94208"/>
                </a:lnTo>
                <a:lnTo>
                  <a:pt x="4364152" y="93941"/>
                </a:lnTo>
                <a:lnTo>
                  <a:pt x="4364218" y="93672"/>
                </a:lnTo>
                <a:lnTo>
                  <a:pt x="4364289" y="93404"/>
                </a:lnTo>
                <a:lnTo>
                  <a:pt x="4364363" y="93136"/>
                </a:lnTo>
                <a:lnTo>
                  <a:pt x="4364441" y="92871"/>
                </a:lnTo>
                <a:lnTo>
                  <a:pt x="4364524" y="92609"/>
                </a:lnTo>
                <a:lnTo>
                  <a:pt x="4364610" y="92351"/>
                </a:lnTo>
                <a:lnTo>
                  <a:pt x="4364700" y="92100"/>
                </a:lnTo>
                <a:lnTo>
                  <a:pt x="4364794" y="91855"/>
                </a:lnTo>
                <a:lnTo>
                  <a:pt x="4364902" y="91923"/>
                </a:lnTo>
                <a:lnTo>
                  <a:pt x="4365077" y="92030"/>
                </a:lnTo>
                <a:lnTo>
                  <a:pt x="4365319" y="92172"/>
                </a:lnTo>
                <a:lnTo>
                  <a:pt x="4365625" y="92346"/>
                </a:lnTo>
                <a:lnTo>
                  <a:pt x="4365993" y="92546"/>
                </a:lnTo>
                <a:lnTo>
                  <a:pt x="4366422" y="92771"/>
                </a:lnTo>
                <a:lnTo>
                  <a:pt x="4366908" y="93015"/>
                </a:lnTo>
                <a:lnTo>
                  <a:pt x="4367451" y="93276"/>
                </a:lnTo>
                <a:lnTo>
                  <a:pt x="4368048" y="93550"/>
                </a:lnTo>
                <a:lnTo>
                  <a:pt x="4368698" y="93832"/>
                </a:lnTo>
                <a:lnTo>
                  <a:pt x="4369397" y="94120"/>
                </a:lnTo>
                <a:lnTo>
                  <a:pt x="4370145" y="94410"/>
                </a:lnTo>
                <a:lnTo>
                  <a:pt x="4370939" y="94698"/>
                </a:lnTo>
                <a:lnTo>
                  <a:pt x="4371777" y="94980"/>
                </a:lnTo>
                <a:lnTo>
                  <a:pt x="4372657" y="95252"/>
                </a:lnTo>
                <a:lnTo>
                  <a:pt x="4373577" y="95512"/>
                </a:lnTo>
                <a:lnTo>
                  <a:pt x="4374536" y="95755"/>
                </a:lnTo>
                <a:lnTo>
                  <a:pt x="4375530" y="95977"/>
                </a:lnTo>
                <a:lnTo>
                  <a:pt x="4376559" y="96176"/>
                </a:lnTo>
                <a:lnTo>
                  <a:pt x="4377620" y="96346"/>
                </a:lnTo>
                <a:lnTo>
                  <a:pt x="4378711" y="96485"/>
                </a:lnTo>
                <a:lnTo>
                  <a:pt x="4379830" y="96589"/>
                </a:lnTo>
                <a:lnTo>
                  <a:pt x="4380976" y="96654"/>
                </a:lnTo>
                <a:lnTo>
                  <a:pt x="4382145" y="96676"/>
                </a:lnTo>
                <a:lnTo>
                  <a:pt x="4384343" y="96605"/>
                </a:lnTo>
                <a:lnTo>
                  <a:pt x="4386497" y="96393"/>
                </a:lnTo>
                <a:lnTo>
                  <a:pt x="4388605" y="96046"/>
                </a:lnTo>
                <a:lnTo>
                  <a:pt x="4390661" y="95569"/>
                </a:lnTo>
                <a:lnTo>
                  <a:pt x="4392660" y="94965"/>
                </a:lnTo>
                <a:lnTo>
                  <a:pt x="4394599" y="94239"/>
                </a:lnTo>
                <a:lnTo>
                  <a:pt x="4396473" y="93396"/>
                </a:lnTo>
                <a:lnTo>
                  <a:pt x="4398277" y="92441"/>
                </a:lnTo>
                <a:lnTo>
                  <a:pt x="4400006" y="91379"/>
                </a:lnTo>
                <a:lnTo>
                  <a:pt x="4401657" y="90213"/>
                </a:lnTo>
                <a:lnTo>
                  <a:pt x="4403224" y="88948"/>
                </a:lnTo>
                <a:lnTo>
                  <a:pt x="4404703" y="87590"/>
                </a:lnTo>
                <a:lnTo>
                  <a:pt x="4406090" y="86142"/>
                </a:lnTo>
                <a:lnTo>
                  <a:pt x="4407380" y="84609"/>
                </a:lnTo>
                <a:lnTo>
                  <a:pt x="4408569" y="82996"/>
                </a:lnTo>
                <a:lnTo>
                  <a:pt x="4409652" y="81308"/>
                </a:lnTo>
                <a:lnTo>
                  <a:pt x="4410624" y="79549"/>
                </a:lnTo>
                <a:lnTo>
                  <a:pt x="4411481" y="77723"/>
                </a:lnTo>
                <a:lnTo>
                  <a:pt x="4412219" y="75835"/>
                </a:lnTo>
                <a:lnTo>
                  <a:pt x="4412833" y="73891"/>
                </a:lnTo>
                <a:lnTo>
                  <a:pt x="4413318" y="71894"/>
                </a:lnTo>
                <a:lnTo>
                  <a:pt x="4413670" y="69848"/>
                </a:lnTo>
                <a:lnTo>
                  <a:pt x="4413885" y="67760"/>
                </a:lnTo>
                <a:lnTo>
                  <a:pt x="4413957" y="65633"/>
                </a:lnTo>
                <a:lnTo>
                  <a:pt x="4413948" y="64912"/>
                </a:lnTo>
                <a:lnTo>
                  <a:pt x="4413921" y="64194"/>
                </a:lnTo>
                <a:lnTo>
                  <a:pt x="4413876" y="63478"/>
                </a:lnTo>
                <a:lnTo>
                  <a:pt x="4413814" y="62763"/>
                </a:lnTo>
                <a:lnTo>
                  <a:pt x="4413733" y="62051"/>
                </a:lnTo>
                <a:lnTo>
                  <a:pt x="4413635" y="61340"/>
                </a:lnTo>
                <a:lnTo>
                  <a:pt x="4413519" y="60631"/>
                </a:lnTo>
                <a:lnTo>
                  <a:pt x="4413386" y="59924"/>
                </a:lnTo>
                <a:lnTo>
                  <a:pt x="4413235" y="59220"/>
                </a:lnTo>
                <a:lnTo>
                  <a:pt x="4413067" y="58517"/>
                </a:lnTo>
                <a:lnTo>
                  <a:pt x="4412882" y="57815"/>
                </a:lnTo>
                <a:lnTo>
                  <a:pt x="4412680" y="57116"/>
                </a:lnTo>
                <a:lnTo>
                  <a:pt x="4412460" y="56419"/>
                </a:lnTo>
                <a:lnTo>
                  <a:pt x="4412224" y="55724"/>
                </a:lnTo>
                <a:lnTo>
                  <a:pt x="4411971" y="55031"/>
                </a:lnTo>
                <a:lnTo>
                  <a:pt x="4411701" y="54339"/>
                </a:lnTo>
                <a:lnTo>
                  <a:pt x="4411414" y="53650"/>
                </a:lnTo>
                <a:lnTo>
                  <a:pt x="4411110" y="52962"/>
                </a:lnTo>
                <a:lnTo>
                  <a:pt x="4410790" y="52277"/>
                </a:lnTo>
                <a:lnTo>
                  <a:pt x="4410454" y="51593"/>
                </a:lnTo>
                <a:lnTo>
                  <a:pt x="4410101" y="50911"/>
                </a:lnTo>
                <a:lnTo>
                  <a:pt x="4409732" y="50232"/>
                </a:lnTo>
                <a:lnTo>
                  <a:pt x="4409346" y="49554"/>
                </a:lnTo>
                <a:lnTo>
                  <a:pt x="4408945" y="48878"/>
                </a:lnTo>
                <a:lnTo>
                  <a:pt x="4409453" y="48597"/>
                </a:lnTo>
                <a:lnTo>
                  <a:pt x="4409967" y="48332"/>
                </a:lnTo>
                <a:lnTo>
                  <a:pt x="4410484" y="48081"/>
                </a:lnTo>
                <a:lnTo>
                  <a:pt x="4411004" y="47846"/>
                </a:lnTo>
                <a:lnTo>
                  <a:pt x="4411526" y="47625"/>
                </a:lnTo>
                <a:lnTo>
                  <a:pt x="4412047" y="47418"/>
                </a:lnTo>
                <a:lnTo>
                  <a:pt x="4412567" y="47224"/>
                </a:lnTo>
                <a:lnTo>
                  <a:pt x="4413086" y="47044"/>
                </a:lnTo>
                <a:lnTo>
                  <a:pt x="4413601" y="46876"/>
                </a:lnTo>
                <a:lnTo>
                  <a:pt x="4414111" y="46721"/>
                </a:lnTo>
                <a:lnTo>
                  <a:pt x="4414616" y="46577"/>
                </a:lnTo>
                <a:lnTo>
                  <a:pt x="4415113" y="46445"/>
                </a:lnTo>
                <a:lnTo>
                  <a:pt x="4415603" y="46324"/>
                </a:lnTo>
                <a:lnTo>
                  <a:pt x="4416084" y="46214"/>
                </a:lnTo>
                <a:lnTo>
                  <a:pt x="4416554" y="46113"/>
                </a:lnTo>
                <a:lnTo>
                  <a:pt x="4417013" y="46023"/>
                </a:lnTo>
                <a:lnTo>
                  <a:pt x="4417459" y="45942"/>
                </a:lnTo>
                <a:lnTo>
                  <a:pt x="4417891" y="45870"/>
                </a:lnTo>
                <a:lnTo>
                  <a:pt x="4418308" y="45806"/>
                </a:lnTo>
                <a:lnTo>
                  <a:pt x="4418709" y="45750"/>
                </a:lnTo>
                <a:lnTo>
                  <a:pt x="4419092" y="45702"/>
                </a:lnTo>
                <a:lnTo>
                  <a:pt x="4419457" y="45662"/>
                </a:lnTo>
                <a:lnTo>
                  <a:pt x="4419802" y="45628"/>
                </a:lnTo>
                <a:lnTo>
                  <a:pt x="4420126" y="45601"/>
                </a:lnTo>
                <a:lnTo>
                  <a:pt x="4420287" y="46232"/>
                </a:lnTo>
                <a:lnTo>
                  <a:pt x="4420480" y="46824"/>
                </a:lnTo>
                <a:lnTo>
                  <a:pt x="4420702" y="47377"/>
                </a:lnTo>
                <a:lnTo>
                  <a:pt x="4420951" y="47894"/>
                </a:lnTo>
                <a:lnTo>
                  <a:pt x="4421224" y="48375"/>
                </a:lnTo>
                <a:lnTo>
                  <a:pt x="4421518" y="48822"/>
                </a:lnTo>
                <a:lnTo>
                  <a:pt x="4421831" y="49234"/>
                </a:lnTo>
                <a:lnTo>
                  <a:pt x="4422161" y="49614"/>
                </a:lnTo>
                <a:lnTo>
                  <a:pt x="4422505" y="49963"/>
                </a:lnTo>
                <a:lnTo>
                  <a:pt x="4422861" y="50281"/>
                </a:lnTo>
                <a:lnTo>
                  <a:pt x="4423226" y="50570"/>
                </a:lnTo>
                <a:lnTo>
                  <a:pt x="4423597" y="50831"/>
                </a:lnTo>
                <a:lnTo>
                  <a:pt x="4423972" y="51064"/>
                </a:lnTo>
                <a:lnTo>
                  <a:pt x="4424349" y="51272"/>
                </a:lnTo>
                <a:lnTo>
                  <a:pt x="4424724" y="51454"/>
                </a:lnTo>
                <a:lnTo>
                  <a:pt x="4425097" y="51613"/>
                </a:lnTo>
                <a:lnTo>
                  <a:pt x="4425463" y="51749"/>
                </a:lnTo>
                <a:lnTo>
                  <a:pt x="4425820" y="51864"/>
                </a:lnTo>
                <a:lnTo>
                  <a:pt x="4426167" y="51957"/>
                </a:lnTo>
                <a:lnTo>
                  <a:pt x="4426500" y="52032"/>
                </a:lnTo>
                <a:lnTo>
                  <a:pt x="4426817" y="52087"/>
                </a:lnTo>
                <a:lnTo>
                  <a:pt x="4427115" y="52126"/>
                </a:lnTo>
                <a:lnTo>
                  <a:pt x="4427392" y="52148"/>
                </a:lnTo>
                <a:lnTo>
                  <a:pt x="4427645" y="52155"/>
                </a:lnTo>
                <a:lnTo>
                  <a:pt x="4428061" y="52143"/>
                </a:lnTo>
                <a:lnTo>
                  <a:pt x="4428486" y="52107"/>
                </a:lnTo>
                <a:lnTo>
                  <a:pt x="4428918" y="52045"/>
                </a:lnTo>
                <a:lnTo>
                  <a:pt x="4429354" y="51958"/>
                </a:lnTo>
                <a:lnTo>
                  <a:pt x="4429794" y="51846"/>
                </a:lnTo>
                <a:lnTo>
                  <a:pt x="4430233" y="51707"/>
                </a:lnTo>
                <a:lnTo>
                  <a:pt x="4430669" y="51541"/>
                </a:lnTo>
                <a:lnTo>
                  <a:pt x="4431101" y="51349"/>
                </a:lnTo>
                <a:lnTo>
                  <a:pt x="4431525" y="51129"/>
                </a:lnTo>
                <a:lnTo>
                  <a:pt x="4431940" y="50881"/>
                </a:lnTo>
                <a:lnTo>
                  <a:pt x="4432342" y="50605"/>
                </a:lnTo>
                <a:lnTo>
                  <a:pt x="4432730" y="50301"/>
                </a:lnTo>
                <a:lnTo>
                  <a:pt x="4433100" y="49967"/>
                </a:lnTo>
                <a:lnTo>
                  <a:pt x="4433451" y="49603"/>
                </a:lnTo>
                <a:lnTo>
                  <a:pt x="4433780" y="49210"/>
                </a:lnTo>
                <a:lnTo>
                  <a:pt x="4434085" y="48786"/>
                </a:lnTo>
                <a:lnTo>
                  <a:pt x="4434363" y="48332"/>
                </a:lnTo>
                <a:lnTo>
                  <a:pt x="4434612" y="47846"/>
                </a:lnTo>
                <a:lnTo>
                  <a:pt x="4434829" y="47329"/>
                </a:lnTo>
                <a:lnTo>
                  <a:pt x="4435012" y="46780"/>
                </a:lnTo>
                <a:lnTo>
                  <a:pt x="4435159" y="46198"/>
                </a:lnTo>
                <a:lnTo>
                  <a:pt x="4435267" y="45583"/>
                </a:lnTo>
                <a:lnTo>
                  <a:pt x="4435333" y="44935"/>
                </a:lnTo>
                <a:lnTo>
                  <a:pt x="4435356" y="44253"/>
                </a:lnTo>
                <a:lnTo>
                  <a:pt x="4435337" y="43691"/>
                </a:lnTo>
                <a:lnTo>
                  <a:pt x="4435278" y="43116"/>
                </a:lnTo>
                <a:lnTo>
                  <a:pt x="4435178" y="42532"/>
                </a:lnTo>
                <a:lnTo>
                  <a:pt x="4435036" y="41942"/>
                </a:lnTo>
                <a:lnTo>
                  <a:pt x="4434851" y="41348"/>
                </a:lnTo>
                <a:lnTo>
                  <a:pt x="4434621" y="40755"/>
                </a:lnTo>
                <a:close/>
                <a:moveTo>
                  <a:pt x="4400482" y="68335"/>
                </a:moveTo>
                <a:lnTo>
                  <a:pt x="4400271" y="69635"/>
                </a:lnTo>
                <a:lnTo>
                  <a:pt x="4399980" y="70900"/>
                </a:lnTo>
                <a:lnTo>
                  <a:pt x="4399613" y="72130"/>
                </a:lnTo>
                <a:lnTo>
                  <a:pt x="4399172" y="73320"/>
                </a:lnTo>
                <a:lnTo>
                  <a:pt x="4398662" y="74468"/>
                </a:lnTo>
                <a:lnTo>
                  <a:pt x="4398084" y="75572"/>
                </a:lnTo>
                <a:lnTo>
                  <a:pt x="4397442" y="76630"/>
                </a:lnTo>
                <a:lnTo>
                  <a:pt x="4396738" y="77637"/>
                </a:lnTo>
                <a:lnTo>
                  <a:pt x="4395976" y="78593"/>
                </a:lnTo>
                <a:lnTo>
                  <a:pt x="4395159" y="79495"/>
                </a:lnTo>
                <a:lnTo>
                  <a:pt x="4394290" y="80339"/>
                </a:lnTo>
                <a:lnTo>
                  <a:pt x="4393372" y="81123"/>
                </a:lnTo>
                <a:lnTo>
                  <a:pt x="4392407" y="81844"/>
                </a:lnTo>
                <a:lnTo>
                  <a:pt x="4391400" y="82501"/>
                </a:lnTo>
                <a:lnTo>
                  <a:pt x="4390352" y="83091"/>
                </a:lnTo>
                <a:lnTo>
                  <a:pt x="4389267" y="83610"/>
                </a:lnTo>
                <a:lnTo>
                  <a:pt x="4388148" y="84056"/>
                </a:lnTo>
                <a:lnTo>
                  <a:pt x="4386997" y="84427"/>
                </a:lnTo>
                <a:lnTo>
                  <a:pt x="4385819" y="84720"/>
                </a:lnTo>
                <a:lnTo>
                  <a:pt x="4384615" y="84932"/>
                </a:lnTo>
                <a:lnTo>
                  <a:pt x="4383390" y="85062"/>
                </a:lnTo>
                <a:lnTo>
                  <a:pt x="4382145" y="85106"/>
                </a:lnTo>
                <a:lnTo>
                  <a:pt x="4380856" y="85059"/>
                </a:lnTo>
                <a:lnTo>
                  <a:pt x="4379594" y="84922"/>
                </a:lnTo>
                <a:lnTo>
                  <a:pt x="4378361" y="84697"/>
                </a:lnTo>
                <a:lnTo>
                  <a:pt x="4377159" y="84388"/>
                </a:lnTo>
                <a:lnTo>
                  <a:pt x="4375992" y="83998"/>
                </a:lnTo>
                <a:lnTo>
                  <a:pt x="4374861" y="83531"/>
                </a:lnTo>
                <a:lnTo>
                  <a:pt x="4373770" y="82991"/>
                </a:lnTo>
                <a:lnTo>
                  <a:pt x="4372720" y="82380"/>
                </a:lnTo>
                <a:lnTo>
                  <a:pt x="4371714" y="81702"/>
                </a:lnTo>
                <a:lnTo>
                  <a:pt x="4370755" y="80961"/>
                </a:lnTo>
                <a:lnTo>
                  <a:pt x="4369846" y="80159"/>
                </a:lnTo>
                <a:lnTo>
                  <a:pt x="4368988" y="79301"/>
                </a:lnTo>
                <a:lnTo>
                  <a:pt x="4368184" y="78390"/>
                </a:lnTo>
                <a:lnTo>
                  <a:pt x="4367437" y="77430"/>
                </a:lnTo>
                <a:lnTo>
                  <a:pt x="4366749" y="76422"/>
                </a:lnTo>
                <a:lnTo>
                  <a:pt x="4366123" y="75372"/>
                </a:lnTo>
                <a:lnTo>
                  <a:pt x="4365561" y="74283"/>
                </a:lnTo>
                <a:lnTo>
                  <a:pt x="4365066" y="73157"/>
                </a:lnTo>
                <a:lnTo>
                  <a:pt x="4364640" y="71999"/>
                </a:lnTo>
                <a:lnTo>
                  <a:pt x="4364286" y="70811"/>
                </a:lnTo>
                <a:lnTo>
                  <a:pt x="4364007" y="69598"/>
                </a:lnTo>
                <a:lnTo>
                  <a:pt x="4363804" y="68363"/>
                </a:lnTo>
                <a:lnTo>
                  <a:pt x="4363680" y="67108"/>
                </a:lnTo>
                <a:lnTo>
                  <a:pt x="4363638" y="65839"/>
                </a:lnTo>
                <a:lnTo>
                  <a:pt x="4363682" y="64482"/>
                </a:lnTo>
                <a:lnTo>
                  <a:pt x="4363811" y="63153"/>
                </a:lnTo>
                <a:lnTo>
                  <a:pt x="4364022" y="61856"/>
                </a:lnTo>
                <a:lnTo>
                  <a:pt x="4364313" y="60593"/>
                </a:lnTo>
                <a:lnTo>
                  <a:pt x="4364680" y="59366"/>
                </a:lnTo>
                <a:lnTo>
                  <a:pt x="4365121" y="58177"/>
                </a:lnTo>
                <a:lnTo>
                  <a:pt x="4365631" y="57031"/>
                </a:lnTo>
                <a:lnTo>
                  <a:pt x="4366209" y="55928"/>
                </a:lnTo>
                <a:lnTo>
                  <a:pt x="4366851" y="54872"/>
                </a:lnTo>
                <a:lnTo>
                  <a:pt x="4367555" y="53865"/>
                </a:lnTo>
                <a:lnTo>
                  <a:pt x="4368316" y="52911"/>
                </a:lnTo>
                <a:lnTo>
                  <a:pt x="4369133" y="52011"/>
                </a:lnTo>
                <a:lnTo>
                  <a:pt x="4370002" y="51167"/>
                </a:lnTo>
                <a:lnTo>
                  <a:pt x="4370921" y="50384"/>
                </a:lnTo>
                <a:lnTo>
                  <a:pt x="4371885" y="49663"/>
                </a:lnTo>
                <a:lnTo>
                  <a:pt x="4372893" y="49007"/>
                </a:lnTo>
                <a:lnTo>
                  <a:pt x="4373940" y="48418"/>
                </a:lnTo>
                <a:lnTo>
                  <a:pt x="4375025" y="47899"/>
                </a:lnTo>
                <a:lnTo>
                  <a:pt x="4376144" y="47453"/>
                </a:lnTo>
                <a:lnTo>
                  <a:pt x="4377294" y="47082"/>
                </a:lnTo>
                <a:lnTo>
                  <a:pt x="4378472" y="46789"/>
                </a:lnTo>
                <a:lnTo>
                  <a:pt x="4379675" y="46577"/>
                </a:lnTo>
                <a:lnTo>
                  <a:pt x="4380901" y="46448"/>
                </a:lnTo>
                <a:lnTo>
                  <a:pt x="4382145" y="46404"/>
                </a:lnTo>
                <a:lnTo>
                  <a:pt x="4383434" y="46450"/>
                </a:lnTo>
                <a:lnTo>
                  <a:pt x="4384696" y="46588"/>
                </a:lnTo>
                <a:lnTo>
                  <a:pt x="4385929" y="46813"/>
                </a:lnTo>
                <a:lnTo>
                  <a:pt x="4387131" y="47121"/>
                </a:lnTo>
                <a:lnTo>
                  <a:pt x="4388298" y="47511"/>
                </a:lnTo>
                <a:lnTo>
                  <a:pt x="4389429" y="47977"/>
                </a:lnTo>
                <a:lnTo>
                  <a:pt x="4390521" y="48518"/>
                </a:lnTo>
                <a:lnTo>
                  <a:pt x="4391571" y="49128"/>
                </a:lnTo>
                <a:lnTo>
                  <a:pt x="4392577" y="49805"/>
                </a:lnTo>
                <a:lnTo>
                  <a:pt x="4393536" y="50546"/>
                </a:lnTo>
                <a:lnTo>
                  <a:pt x="4394446" y="51347"/>
                </a:lnTo>
                <a:lnTo>
                  <a:pt x="4395304" y="52204"/>
                </a:lnTo>
                <a:lnTo>
                  <a:pt x="4396108" y="53115"/>
                </a:lnTo>
                <a:lnTo>
                  <a:pt x="4396855" y="54075"/>
                </a:lnTo>
                <a:lnTo>
                  <a:pt x="4397543" y="55082"/>
                </a:lnTo>
                <a:lnTo>
                  <a:pt x="4398169" y="56131"/>
                </a:lnTo>
                <a:lnTo>
                  <a:pt x="4398731" y="57220"/>
                </a:lnTo>
                <a:lnTo>
                  <a:pt x="4399227" y="58345"/>
                </a:lnTo>
                <a:lnTo>
                  <a:pt x="4399652" y="59502"/>
                </a:lnTo>
                <a:lnTo>
                  <a:pt x="4400007" y="60689"/>
                </a:lnTo>
                <a:lnTo>
                  <a:pt x="4400286" y="61902"/>
                </a:lnTo>
                <a:lnTo>
                  <a:pt x="4400489" y="63136"/>
                </a:lnTo>
                <a:lnTo>
                  <a:pt x="4400613" y="64390"/>
                </a:lnTo>
                <a:lnTo>
                  <a:pt x="4400654" y="65652"/>
                </a:lnTo>
                <a:lnTo>
                  <a:pt x="4400611" y="67004"/>
                </a:lnTo>
                <a:lnTo>
                  <a:pt x="4400482" y="68335"/>
                </a:lnTo>
                <a:close/>
                <a:moveTo>
                  <a:pt x="4418916" y="141007"/>
                </a:moveTo>
                <a:lnTo>
                  <a:pt x="4418026" y="141979"/>
                </a:lnTo>
                <a:lnTo>
                  <a:pt x="4417014" y="142925"/>
                </a:lnTo>
                <a:lnTo>
                  <a:pt x="4415885" y="143840"/>
                </a:lnTo>
                <a:lnTo>
                  <a:pt x="4414643" y="144722"/>
                </a:lnTo>
                <a:lnTo>
                  <a:pt x="4413292" y="145567"/>
                </a:lnTo>
                <a:lnTo>
                  <a:pt x="4411837" y="146371"/>
                </a:lnTo>
                <a:lnTo>
                  <a:pt x="4410281" y="147130"/>
                </a:lnTo>
                <a:lnTo>
                  <a:pt x="4408629" y="147843"/>
                </a:lnTo>
                <a:lnTo>
                  <a:pt x="4406885" y="148503"/>
                </a:lnTo>
                <a:lnTo>
                  <a:pt x="4405054" y="149110"/>
                </a:lnTo>
                <a:lnTo>
                  <a:pt x="4403138" y="149658"/>
                </a:lnTo>
                <a:lnTo>
                  <a:pt x="4401143" y="150144"/>
                </a:lnTo>
                <a:lnTo>
                  <a:pt x="4399073" y="150566"/>
                </a:lnTo>
                <a:lnTo>
                  <a:pt x="4396931" y="150918"/>
                </a:lnTo>
                <a:lnTo>
                  <a:pt x="4394723" y="151198"/>
                </a:lnTo>
                <a:lnTo>
                  <a:pt x="4392451" y="151403"/>
                </a:lnTo>
                <a:lnTo>
                  <a:pt x="4390122" y="151528"/>
                </a:lnTo>
                <a:lnTo>
                  <a:pt x="4387737" y="151571"/>
                </a:lnTo>
                <a:lnTo>
                  <a:pt x="4385353" y="151528"/>
                </a:lnTo>
                <a:lnTo>
                  <a:pt x="4383023" y="151403"/>
                </a:lnTo>
                <a:lnTo>
                  <a:pt x="4380752" y="151198"/>
                </a:lnTo>
                <a:lnTo>
                  <a:pt x="4378544" y="150918"/>
                </a:lnTo>
                <a:lnTo>
                  <a:pt x="4376402" y="150566"/>
                </a:lnTo>
                <a:lnTo>
                  <a:pt x="4374332" y="150144"/>
                </a:lnTo>
                <a:lnTo>
                  <a:pt x="4372337" y="149658"/>
                </a:lnTo>
                <a:lnTo>
                  <a:pt x="4370421" y="149110"/>
                </a:lnTo>
                <a:lnTo>
                  <a:pt x="4368589" y="148503"/>
                </a:lnTo>
                <a:lnTo>
                  <a:pt x="4366845" y="147843"/>
                </a:lnTo>
                <a:lnTo>
                  <a:pt x="4365193" y="147130"/>
                </a:lnTo>
                <a:lnTo>
                  <a:pt x="4363638" y="146371"/>
                </a:lnTo>
                <a:lnTo>
                  <a:pt x="4362182" y="145567"/>
                </a:lnTo>
                <a:lnTo>
                  <a:pt x="4360832" y="144722"/>
                </a:lnTo>
                <a:lnTo>
                  <a:pt x="4359590" y="143840"/>
                </a:lnTo>
                <a:lnTo>
                  <a:pt x="4358461" y="142925"/>
                </a:lnTo>
                <a:lnTo>
                  <a:pt x="4357449" y="141979"/>
                </a:lnTo>
                <a:lnTo>
                  <a:pt x="4356559" y="141007"/>
                </a:lnTo>
                <a:lnTo>
                  <a:pt x="4355794" y="140012"/>
                </a:lnTo>
                <a:lnTo>
                  <a:pt x="4355158" y="138998"/>
                </a:lnTo>
                <a:lnTo>
                  <a:pt x="4354657" y="137967"/>
                </a:lnTo>
                <a:lnTo>
                  <a:pt x="4354294" y="136924"/>
                </a:lnTo>
                <a:lnTo>
                  <a:pt x="4354073" y="135871"/>
                </a:lnTo>
                <a:lnTo>
                  <a:pt x="4353998" y="134813"/>
                </a:lnTo>
                <a:lnTo>
                  <a:pt x="4354007" y="134366"/>
                </a:lnTo>
                <a:lnTo>
                  <a:pt x="4354036" y="133893"/>
                </a:lnTo>
                <a:lnTo>
                  <a:pt x="4354085" y="133396"/>
                </a:lnTo>
                <a:lnTo>
                  <a:pt x="4354155" y="132878"/>
                </a:lnTo>
                <a:lnTo>
                  <a:pt x="4354249" y="132340"/>
                </a:lnTo>
                <a:lnTo>
                  <a:pt x="4354366" y="131785"/>
                </a:lnTo>
                <a:lnTo>
                  <a:pt x="4354508" y="131215"/>
                </a:lnTo>
                <a:lnTo>
                  <a:pt x="4354677" y="130632"/>
                </a:lnTo>
                <a:lnTo>
                  <a:pt x="4354873" y="130038"/>
                </a:lnTo>
                <a:lnTo>
                  <a:pt x="4355097" y="129436"/>
                </a:lnTo>
                <a:lnTo>
                  <a:pt x="4355352" y="128828"/>
                </a:lnTo>
                <a:lnTo>
                  <a:pt x="4355637" y="128215"/>
                </a:lnTo>
                <a:lnTo>
                  <a:pt x="4355955" y="127600"/>
                </a:lnTo>
                <a:lnTo>
                  <a:pt x="4356305" y="126986"/>
                </a:lnTo>
                <a:lnTo>
                  <a:pt x="4356691" y="126373"/>
                </a:lnTo>
                <a:lnTo>
                  <a:pt x="4357112" y="125766"/>
                </a:lnTo>
                <a:lnTo>
                  <a:pt x="4357569" y="125165"/>
                </a:lnTo>
                <a:lnTo>
                  <a:pt x="4358065" y="124573"/>
                </a:lnTo>
                <a:lnTo>
                  <a:pt x="4358600" y="123991"/>
                </a:lnTo>
                <a:lnTo>
                  <a:pt x="4359175" y="123424"/>
                </a:lnTo>
                <a:lnTo>
                  <a:pt x="4359792" y="122871"/>
                </a:lnTo>
                <a:lnTo>
                  <a:pt x="4360451" y="122336"/>
                </a:lnTo>
                <a:lnTo>
                  <a:pt x="4361155" y="121821"/>
                </a:lnTo>
                <a:lnTo>
                  <a:pt x="4361903" y="121327"/>
                </a:lnTo>
                <a:lnTo>
                  <a:pt x="4362490" y="120958"/>
                </a:lnTo>
                <a:lnTo>
                  <a:pt x="4363053" y="120619"/>
                </a:lnTo>
                <a:lnTo>
                  <a:pt x="4363596" y="120310"/>
                </a:lnTo>
                <a:lnTo>
                  <a:pt x="4364128" y="120028"/>
                </a:lnTo>
                <a:lnTo>
                  <a:pt x="4364654" y="119774"/>
                </a:lnTo>
                <a:lnTo>
                  <a:pt x="4365181" y="119545"/>
                </a:lnTo>
                <a:lnTo>
                  <a:pt x="4365716" y="119340"/>
                </a:lnTo>
                <a:lnTo>
                  <a:pt x="4366266" y="119158"/>
                </a:lnTo>
                <a:lnTo>
                  <a:pt x="4366838" y="118997"/>
                </a:lnTo>
                <a:lnTo>
                  <a:pt x="4367437" y="118856"/>
                </a:lnTo>
                <a:lnTo>
                  <a:pt x="4368071" y="118734"/>
                </a:lnTo>
                <a:lnTo>
                  <a:pt x="4368747" y="118629"/>
                </a:lnTo>
                <a:lnTo>
                  <a:pt x="4369471" y="118541"/>
                </a:lnTo>
                <a:lnTo>
                  <a:pt x="4370250" y="118467"/>
                </a:lnTo>
                <a:lnTo>
                  <a:pt x="4371090" y="118407"/>
                </a:lnTo>
                <a:lnTo>
                  <a:pt x="4371999" y="118358"/>
                </a:lnTo>
                <a:lnTo>
                  <a:pt x="4372983" y="118321"/>
                </a:lnTo>
                <a:lnTo>
                  <a:pt x="4374048" y="118292"/>
                </a:lnTo>
                <a:lnTo>
                  <a:pt x="4375202" y="118272"/>
                </a:lnTo>
                <a:lnTo>
                  <a:pt x="4376451" y="118258"/>
                </a:lnTo>
                <a:lnTo>
                  <a:pt x="4377801" y="118250"/>
                </a:lnTo>
                <a:lnTo>
                  <a:pt x="4379260" y="118246"/>
                </a:lnTo>
                <a:lnTo>
                  <a:pt x="4380834" y="118244"/>
                </a:lnTo>
                <a:lnTo>
                  <a:pt x="4382530" y="118244"/>
                </a:lnTo>
                <a:lnTo>
                  <a:pt x="4384698" y="118245"/>
                </a:lnTo>
                <a:lnTo>
                  <a:pt x="4386901" y="118254"/>
                </a:lnTo>
                <a:lnTo>
                  <a:pt x="4389130" y="118276"/>
                </a:lnTo>
                <a:lnTo>
                  <a:pt x="4391373" y="118321"/>
                </a:lnTo>
                <a:lnTo>
                  <a:pt x="4393619" y="118394"/>
                </a:lnTo>
                <a:lnTo>
                  <a:pt x="4395855" y="118503"/>
                </a:lnTo>
                <a:lnTo>
                  <a:pt x="4398070" y="118655"/>
                </a:lnTo>
                <a:lnTo>
                  <a:pt x="4400254" y="118858"/>
                </a:lnTo>
                <a:lnTo>
                  <a:pt x="4402394" y="119118"/>
                </a:lnTo>
                <a:lnTo>
                  <a:pt x="4404479" y="119443"/>
                </a:lnTo>
                <a:lnTo>
                  <a:pt x="4406498" y="119839"/>
                </a:lnTo>
                <a:lnTo>
                  <a:pt x="4408438" y="120315"/>
                </a:lnTo>
                <a:lnTo>
                  <a:pt x="4410290" y="120877"/>
                </a:lnTo>
                <a:lnTo>
                  <a:pt x="4412040" y="121533"/>
                </a:lnTo>
                <a:lnTo>
                  <a:pt x="4413678" y="122289"/>
                </a:lnTo>
                <a:lnTo>
                  <a:pt x="4415193" y="123153"/>
                </a:lnTo>
                <a:lnTo>
                  <a:pt x="4416572" y="124133"/>
                </a:lnTo>
                <a:lnTo>
                  <a:pt x="4417804" y="125234"/>
                </a:lnTo>
                <a:lnTo>
                  <a:pt x="4418879" y="126465"/>
                </a:lnTo>
                <a:lnTo>
                  <a:pt x="4419783" y="127833"/>
                </a:lnTo>
                <a:lnTo>
                  <a:pt x="4420507" y="129344"/>
                </a:lnTo>
                <a:lnTo>
                  <a:pt x="4421038" y="131007"/>
                </a:lnTo>
                <a:lnTo>
                  <a:pt x="4421365" y="132827"/>
                </a:lnTo>
                <a:lnTo>
                  <a:pt x="4421477" y="134813"/>
                </a:lnTo>
                <a:lnTo>
                  <a:pt x="4421402" y="135871"/>
                </a:lnTo>
                <a:lnTo>
                  <a:pt x="4421181" y="136924"/>
                </a:lnTo>
                <a:lnTo>
                  <a:pt x="4420818" y="137967"/>
                </a:lnTo>
                <a:lnTo>
                  <a:pt x="4420316" y="138998"/>
                </a:lnTo>
                <a:lnTo>
                  <a:pt x="4419681" y="140012"/>
                </a:lnTo>
                <a:lnTo>
                  <a:pt x="4418916" y="141007"/>
                </a:lnTo>
                <a:close/>
                <a:moveTo>
                  <a:pt x="2914621" y="38485"/>
                </a:moveTo>
                <a:lnTo>
                  <a:pt x="2914364" y="38087"/>
                </a:lnTo>
                <a:lnTo>
                  <a:pt x="2914078" y="37734"/>
                </a:lnTo>
                <a:lnTo>
                  <a:pt x="2913765" y="37422"/>
                </a:lnTo>
                <a:lnTo>
                  <a:pt x="2913428" y="37149"/>
                </a:lnTo>
                <a:lnTo>
                  <a:pt x="2913070" y="36913"/>
                </a:lnTo>
                <a:lnTo>
                  <a:pt x="2912693" y="36710"/>
                </a:lnTo>
                <a:lnTo>
                  <a:pt x="2912300" y="36538"/>
                </a:lnTo>
                <a:lnTo>
                  <a:pt x="2911893" y="36395"/>
                </a:lnTo>
                <a:lnTo>
                  <a:pt x="2911476" y="36278"/>
                </a:lnTo>
                <a:lnTo>
                  <a:pt x="2911050" y="36184"/>
                </a:lnTo>
                <a:lnTo>
                  <a:pt x="2910619" y="36111"/>
                </a:lnTo>
                <a:lnTo>
                  <a:pt x="2910186" y="36056"/>
                </a:lnTo>
                <a:lnTo>
                  <a:pt x="2909753" y="36017"/>
                </a:lnTo>
                <a:lnTo>
                  <a:pt x="2909322" y="35990"/>
                </a:lnTo>
                <a:lnTo>
                  <a:pt x="2908896" y="35974"/>
                </a:lnTo>
                <a:lnTo>
                  <a:pt x="2908479" y="35966"/>
                </a:lnTo>
                <a:lnTo>
                  <a:pt x="2908072" y="35963"/>
                </a:lnTo>
                <a:lnTo>
                  <a:pt x="2907679" y="35963"/>
                </a:lnTo>
                <a:lnTo>
                  <a:pt x="2885121" y="35963"/>
                </a:lnTo>
                <a:lnTo>
                  <a:pt x="2884750" y="35963"/>
                </a:lnTo>
                <a:lnTo>
                  <a:pt x="2884362" y="35966"/>
                </a:lnTo>
                <a:lnTo>
                  <a:pt x="2883960" y="35974"/>
                </a:lnTo>
                <a:lnTo>
                  <a:pt x="2883546" y="35990"/>
                </a:lnTo>
                <a:lnTo>
                  <a:pt x="2883124" y="36015"/>
                </a:lnTo>
                <a:lnTo>
                  <a:pt x="2882697" y="36053"/>
                </a:lnTo>
                <a:lnTo>
                  <a:pt x="2882267" y="36106"/>
                </a:lnTo>
                <a:lnTo>
                  <a:pt x="2881837" y="36177"/>
                </a:lnTo>
                <a:lnTo>
                  <a:pt x="2881411" y="36268"/>
                </a:lnTo>
                <a:lnTo>
                  <a:pt x="2880991" y="36381"/>
                </a:lnTo>
                <a:lnTo>
                  <a:pt x="2880580" y="36520"/>
                </a:lnTo>
                <a:lnTo>
                  <a:pt x="2880182" y="36686"/>
                </a:lnTo>
                <a:lnTo>
                  <a:pt x="2879798" y="36882"/>
                </a:lnTo>
                <a:lnTo>
                  <a:pt x="2879433" y="37111"/>
                </a:lnTo>
                <a:lnTo>
                  <a:pt x="2879088" y="37376"/>
                </a:lnTo>
                <a:lnTo>
                  <a:pt x="2878767" y="37677"/>
                </a:lnTo>
                <a:lnTo>
                  <a:pt x="2878473" y="38019"/>
                </a:lnTo>
                <a:lnTo>
                  <a:pt x="2878209" y="38404"/>
                </a:lnTo>
                <a:lnTo>
                  <a:pt x="2877977" y="38834"/>
                </a:lnTo>
                <a:lnTo>
                  <a:pt x="2877781" y="39312"/>
                </a:lnTo>
                <a:lnTo>
                  <a:pt x="2877624" y="39840"/>
                </a:lnTo>
                <a:lnTo>
                  <a:pt x="2877507" y="40420"/>
                </a:lnTo>
                <a:lnTo>
                  <a:pt x="2877436" y="41056"/>
                </a:lnTo>
                <a:lnTo>
                  <a:pt x="2877411" y="41750"/>
                </a:lnTo>
                <a:lnTo>
                  <a:pt x="2877435" y="42466"/>
                </a:lnTo>
                <a:lnTo>
                  <a:pt x="2877504" y="43122"/>
                </a:lnTo>
                <a:lnTo>
                  <a:pt x="2877616" y="43722"/>
                </a:lnTo>
                <a:lnTo>
                  <a:pt x="2877768" y="44267"/>
                </a:lnTo>
                <a:lnTo>
                  <a:pt x="2877958" y="44760"/>
                </a:lnTo>
                <a:lnTo>
                  <a:pt x="2878182" y="45204"/>
                </a:lnTo>
                <a:lnTo>
                  <a:pt x="2878439" y="45601"/>
                </a:lnTo>
                <a:lnTo>
                  <a:pt x="2878725" y="45954"/>
                </a:lnTo>
                <a:lnTo>
                  <a:pt x="2879038" y="46266"/>
                </a:lnTo>
                <a:lnTo>
                  <a:pt x="2879375" y="46539"/>
                </a:lnTo>
                <a:lnTo>
                  <a:pt x="2879733" y="46775"/>
                </a:lnTo>
                <a:lnTo>
                  <a:pt x="2880110" y="46978"/>
                </a:lnTo>
                <a:lnTo>
                  <a:pt x="2880503" y="47150"/>
                </a:lnTo>
                <a:lnTo>
                  <a:pt x="2880910" y="47293"/>
                </a:lnTo>
                <a:lnTo>
                  <a:pt x="2881327" y="47410"/>
                </a:lnTo>
                <a:lnTo>
                  <a:pt x="2881752" y="47504"/>
                </a:lnTo>
                <a:lnTo>
                  <a:pt x="2882183" y="47577"/>
                </a:lnTo>
                <a:lnTo>
                  <a:pt x="2882616" y="47631"/>
                </a:lnTo>
                <a:lnTo>
                  <a:pt x="2883049" y="47671"/>
                </a:lnTo>
                <a:lnTo>
                  <a:pt x="2883480" y="47697"/>
                </a:lnTo>
                <a:lnTo>
                  <a:pt x="2883905" y="47713"/>
                </a:lnTo>
                <a:lnTo>
                  <a:pt x="2884322" y="47721"/>
                </a:lnTo>
                <a:lnTo>
                  <a:pt x="2884728" y="47724"/>
                </a:lnTo>
                <a:lnTo>
                  <a:pt x="2885121" y="47725"/>
                </a:lnTo>
                <a:lnTo>
                  <a:pt x="2890520" y="47725"/>
                </a:lnTo>
                <a:lnTo>
                  <a:pt x="2876640" y="88792"/>
                </a:lnTo>
                <a:lnTo>
                  <a:pt x="2876334" y="89665"/>
                </a:lnTo>
                <a:lnTo>
                  <a:pt x="2876041" y="90503"/>
                </a:lnTo>
                <a:lnTo>
                  <a:pt x="2875761" y="91308"/>
                </a:lnTo>
                <a:lnTo>
                  <a:pt x="2875492" y="92082"/>
                </a:lnTo>
                <a:lnTo>
                  <a:pt x="2875236" y="92830"/>
                </a:lnTo>
                <a:lnTo>
                  <a:pt x="2874990" y="93552"/>
                </a:lnTo>
                <a:lnTo>
                  <a:pt x="2874753" y="94253"/>
                </a:lnTo>
                <a:lnTo>
                  <a:pt x="2874527" y="94934"/>
                </a:lnTo>
                <a:lnTo>
                  <a:pt x="2874309" y="95598"/>
                </a:lnTo>
                <a:lnTo>
                  <a:pt x="2874099" y="96248"/>
                </a:lnTo>
                <a:lnTo>
                  <a:pt x="2873896" y="96887"/>
                </a:lnTo>
                <a:lnTo>
                  <a:pt x="2873700" y="97517"/>
                </a:lnTo>
                <a:lnTo>
                  <a:pt x="2873510" y="98142"/>
                </a:lnTo>
                <a:lnTo>
                  <a:pt x="2873326" y="98762"/>
                </a:lnTo>
                <a:lnTo>
                  <a:pt x="2873146" y="99383"/>
                </a:lnTo>
                <a:lnTo>
                  <a:pt x="2872970" y="100005"/>
                </a:lnTo>
                <a:lnTo>
                  <a:pt x="2872798" y="100632"/>
                </a:lnTo>
                <a:lnTo>
                  <a:pt x="2872628" y="101266"/>
                </a:lnTo>
                <a:lnTo>
                  <a:pt x="2872460" y="101910"/>
                </a:lnTo>
                <a:lnTo>
                  <a:pt x="2872294" y="102567"/>
                </a:lnTo>
                <a:lnTo>
                  <a:pt x="2872128" y="103240"/>
                </a:lnTo>
                <a:lnTo>
                  <a:pt x="2871962" y="103930"/>
                </a:lnTo>
                <a:lnTo>
                  <a:pt x="2871795" y="104641"/>
                </a:lnTo>
                <a:lnTo>
                  <a:pt x="2871627" y="105376"/>
                </a:lnTo>
                <a:lnTo>
                  <a:pt x="2871433" y="105376"/>
                </a:lnTo>
                <a:lnTo>
                  <a:pt x="2871309" y="104916"/>
                </a:lnTo>
                <a:lnTo>
                  <a:pt x="2871177" y="104452"/>
                </a:lnTo>
                <a:lnTo>
                  <a:pt x="2871039" y="103985"/>
                </a:lnTo>
                <a:lnTo>
                  <a:pt x="2870893" y="103515"/>
                </a:lnTo>
                <a:lnTo>
                  <a:pt x="2870742" y="103042"/>
                </a:lnTo>
                <a:lnTo>
                  <a:pt x="2870585" y="102567"/>
                </a:lnTo>
                <a:lnTo>
                  <a:pt x="2870423" y="102090"/>
                </a:lnTo>
                <a:lnTo>
                  <a:pt x="2870256" y="101611"/>
                </a:lnTo>
                <a:lnTo>
                  <a:pt x="2870086" y="101131"/>
                </a:lnTo>
                <a:lnTo>
                  <a:pt x="2869912" y="100650"/>
                </a:lnTo>
                <a:lnTo>
                  <a:pt x="2869735" y="100168"/>
                </a:lnTo>
                <a:lnTo>
                  <a:pt x="2869555" y="99686"/>
                </a:lnTo>
                <a:lnTo>
                  <a:pt x="2869373" y="99204"/>
                </a:lnTo>
                <a:lnTo>
                  <a:pt x="2869190" y="98723"/>
                </a:lnTo>
                <a:lnTo>
                  <a:pt x="2869006" y="98242"/>
                </a:lnTo>
                <a:lnTo>
                  <a:pt x="2868821" y="97762"/>
                </a:lnTo>
                <a:lnTo>
                  <a:pt x="2868637" y="97283"/>
                </a:lnTo>
                <a:lnTo>
                  <a:pt x="2868452" y="96807"/>
                </a:lnTo>
                <a:lnTo>
                  <a:pt x="2868269" y="96332"/>
                </a:lnTo>
                <a:lnTo>
                  <a:pt x="2868087" y="95859"/>
                </a:lnTo>
                <a:lnTo>
                  <a:pt x="2867908" y="95389"/>
                </a:lnTo>
                <a:lnTo>
                  <a:pt x="2867730" y="94922"/>
                </a:lnTo>
                <a:lnTo>
                  <a:pt x="2867556" y="94459"/>
                </a:lnTo>
                <a:lnTo>
                  <a:pt x="2867385" y="93999"/>
                </a:lnTo>
                <a:lnTo>
                  <a:pt x="2849455" y="47725"/>
                </a:lnTo>
                <a:lnTo>
                  <a:pt x="2854277" y="47725"/>
                </a:lnTo>
                <a:lnTo>
                  <a:pt x="2854648" y="47724"/>
                </a:lnTo>
                <a:lnTo>
                  <a:pt x="2855036" y="47721"/>
                </a:lnTo>
                <a:lnTo>
                  <a:pt x="2855438" y="47714"/>
                </a:lnTo>
                <a:lnTo>
                  <a:pt x="2855852" y="47698"/>
                </a:lnTo>
                <a:lnTo>
                  <a:pt x="2856274" y="47673"/>
                </a:lnTo>
                <a:lnTo>
                  <a:pt x="2856702" y="47634"/>
                </a:lnTo>
                <a:lnTo>
                  <a:pt x="2857132" y="47581"/>
                </a:lnTo>
                <a:lnTo>
                  <a:pt x="2857561" y="47511"/>
                </a:lnTo>
                <a:lnTo>
                  <a:pt x="2857987" y="47420"/>
                </a:lnTo>
                <a:lnTo>
                  <a:pt x="2858407" y="47306"/>
                </a:lnTo>
                <a:lnTo>
                  <a:pt x="2858818" y="47168"/>
                </a:lnTo>
                <a:lnTo>
                  <a:pt x="2859217" y="47002"/>
                </a:lnTo>
                <a:lnTo>
                  <a:pt x="2859600" y="46806"/>
                </a:lnTo>
                <a:lnTo>
                  <a:pt x="2859966" y="46577"/>
                </a:lnTo>
                <a:lnTo>
                  <a:pt x="2860310" y="46313"/>
                </a:lnTo>
                <a:lnTo>
                  <a:pt x="2860631" y="46011"/>
                </a:lnTo>
                <a:lnTo>
                  <a:pt x="2860925" y="45669"/>
                </a:lnTo>
                <a:lnTo>
                  <a:pt x="2861189" y="45285"/>
                </a:lnTo>
                <a:lnTo>
                  <a:pt x="2861421" y="44855"/>
                </a:lnTo>
                <a:lnTo>
                  <a:pt x="2861617" y="44378"/>
                </a:lnTo>
                <a:lnTo>
                  <a:pt x="2861775" y="43850"/>
                </a:lnTo>
                <a:lnTo>
                  <a:pt x="2861891" y="43270"/>
                </a:lnTo>
                <a:lnTo>
                  <a:pt x="2861963" y="42634"/>
                </a:lnTo>
                <a:lnTo>
                  <a:pt x="2861987" y="41941"/>
                </a:lnTo>
                <a:lnTo>
                  <a:pt x="2861964" y="41224"/>
                </a:lnTo>
                <a:lnTo>
                  <a:pt x="2861894" y="40567"/>
                </a:lnTo>
                <a:lnTo>
                  <a:pt x="2861782" y="39968"/>
                </a:lnTo>
                <a:lnTo>
                  <a:pt x="2861630" y="39422"/>
                </a:lnTo>
                <a:lnTo>
                  <a:pt x="2861441" y="38929"/>
                </a:lnTo>
                <a:lnTo>
                  <a:pt x="2861216" y="38485"/>
                </a:lnTo>
                <a:lnTo>
                  <a:pt x="2860959" y="38087"/>
                </a:lnTo>
                <a:lnTo>
                  <a:pt x="2860673" y="37734"/>
                </a:lnTo>
                <a:lnTo>
                  <a:pt x="2860361" y="37422"/>
                </a:lnTo>
                <a:lnTo>
                  <a:pt x="2860024" y="37149"/>
                </a:lnTo>
                <a:lnTo>
                  <a:pt x="2859665" y="36913"/>
                </a:lnTo>
                <a:lnTo>
                  <a:pt x="2859288" y="36710"/>
                </a:lnTo>
                <a:lnTo>
                  <a:pt x="2858895" y="36538"/>
                </a:lnTo>
                <a:lnTo>
                  <a:pt x="2858489" y="36395"/>
                </a:lnTo>
                <a:lnTo>
                  <a:pt x="2858071" y="36278"/>
                </a:lnTo>
                <a:lnTo>
                  <a:pt x="2857646" y="36184"/>
                </a:lnTo>
                <a:lnTo>
                  <a:pt x="2857216" y="36111"/>
                </a:lnTo>
                <a:lnTo>
                  <a:pt x="2856782" y="36056"/>
                </a:lnTo>
                <a:lnTo>
                  <a:pt x="2856349" y="36017"/>
                </a:lnTo>
                <a:lnTo>
                  <a:pt x="2855919" y="35990"/>
                </a:lnTo>
                <a:lnTo>
                  <a:pt x="2855493" y="35974"/>
                </a:lnTo>
                <a:lnTo>
                  <a:pt x="2855076" y="35966"/>
                </a:lnTo>
                <a:lnTo>
                  <a:pt x="2854670" y="35963"/>
                </a:lnTo>
                <a:lnTo>
                  <a:pt x="2854277" y="35963"/>
                </a:lnTo>
                <a:lnTo>
                  <a:pt x="2831719" y="35963"/>
                </a:lnTo>
                <a:lnTo>
                  <a:pt x="2831326" y="35963"/>
                </a:lnTo>
                <a:lnTo>
                  <a:pt x="2830919" y="35966"/>
                </a:lnTo>
                <a:lnTo>
                  <a:pt x="2830502" y="35974"/>
                </a:lnTo>
                <a:lnTo>
                  <a:pt x="2830077" y="35990"/>
                </a:lnTo>
                <a:lnTo>
                  <a:pt x="2829646" y="36017"/>
                </a:lnTo>
                <a:lnTo>
                  <a:pt x="2829212" y="36056"/>
                </a:lnTo>
                <a:lnTo>
                  <a:pt x="2828779" y="36111"/>
                </a:lnTo>
                <a:lnTo>
                  <a:pt x="2828348" y="36184"/>
                </a:lnTo>
                <a:lnTo>
                  <a:pt x="2827923" y="36278"/>
                </a:lnTo>
                <a:lnTo>
                  <a:pt x="2827505" y="36395"/>
                </a:lnTo>
                <a:lnTo>
                  <a:pt x="2827099" y="36538"/>
                </a:lnTo>
                <a:lnTo>
                  <a:pt x="2826706" y="36710"/>
                </a:lnTo>
                <a:lnTo>
                  <a:pt x="2826328" y="36913"/>
                </a:lnTo>
                <a:lnTo>
                  <a:pt x="2825970" y="37149"/>
                </a:lnTo>
                <a:lnTo>
                  <a:pt x="2825633" y="37422"/>
                </a:lnTo>
                <a:lnTo>
                  <a:pt x="2825320" y="37734"/>
                </a:lnTo>
                <a:lnTo>
                  <a:pt x="2825034" y="38087"/>
                </a:lnTo>
                <a:lnTo>
                  <a:pt x="2824777" y="38485"/>
                </a:lnTo>
                <a:lnTo>
                  <a:pt x="2824553" y="38929"/>
                </a:lnTo>
                <a:lnTo>
                  <a:pt x="2824363" y="39422"/>
                </a:lnTo>
                <a:lnTo>
                  <a:pt x="2824211" y="39968"/>
                </a:lnTo>
                <a:lnTo>
                  <a:pt x="2824099" y="40567"/>
                </a:lnTo>
                <a:lnTo>
                  <a:pt x="2824030" y="41224"/>
                </a:lnTo>
                <a:lnTo>
                  <a:pt x="2824006" y="41941"/>
                </a:lnTo>
                <a:lnTo>
                  <a:pt x="2824031" y="42634"/>
                </a:lnTo>
                <a:lnTo>
                  <a:pt x="2824103" y="43270"/>
                </a:lnTo>
                <a:lnTo>
                  <a:pt x="2824219" y="43850"/>
                </a:lnTo>
                <a:lnTo>
                  <a:pt x="2824377" y="44378"/>
                </a:lnTo>
                <a:lnTo>
                  <a:pt x="2824573" y="44855"/>
                </a:lnTo>
                <a:lnTo>
                  <a:pt x="2824805" y="45285"/>
                </a:lnTo>
                <a:lnTo>
                  <a:pt x="2825069" y="45669"/>
                </a:lnTo>
                <a:lnTo>
                  <a:pt x="2825363" y="46011"/>
                </a:lnTo>
                <a:lnTo>
                  <a:pt x="2825684" y="46313"/>
                </a:lnTo>
                <a:lnTo>
                  <a:pt x="2826029" y="46577"/>
                </a:lnTo>
                <a:lnTo>
                  <a:pt x="2826395" y="46806"/>
                </a:lnTo>
                <a:lnTo>
                  <a:pt x="2826778" y="47002"/>
                </a:lnTo>
                <a:lnTo>
                  <a:pt x="2827177" y="47168"/>
                </a:lnTo>
                <a:lnTo>
                  <a:pt x="2827588" y="47306"/>
                </a:lnTo>
                <a:lnTo>
                  <a:pt x="2828008" y="47420"/>
                </a:lnTo>
                <a:lnTo>
                  <a:pt x="2828434" y="47511"/>
                </a:lnTo>
                <a:lnTo>
                  <a:pt x="2828864" y="47581"/>
                </a:lnTo>
                <a:lnTo>
                  <a:pt x="2829294" y="47634"/>
                </a:lnTo>
                <a:lnTo>
                  <a:pt x="2829722" y="47673"/>
                </a:lnTo>
                <a:lnTo>
                  <a:pt x="2830144" y="47698"/>
                </a:lnTo>
                <a:lnTo>
                  <a:pt x="2830558" y="47714"/>
                </a:lnTo>
                <a:lnTo>
                  <a:pt x="2830960" y="47721"/>
                </a:lnTo>
                <a:lnTo>
                  <a:pt x="2831348" y="47724"/>
                </a:lnTo>
                <a:lnTo>
                  <a:pt x="2831719" y="47725"/>
                </a:lnTo>
                <a:lnTo>
                  <a:pt x="2837697" y="47725"/>
                </a:lnTo>
                <a:lnTo>
                  <a:pt x="2865073" y="116558"/>
                </a:lnTo>
                <a:lnTo>
                  <a:pt x="2865166" y="116792"/>
                </a:lnTo>
                <a:lnTo>
                  <a:pt x="2865250" y="117012"/>
                </a:lnTo>
                <a:lnTo>
                  <a:pt x="2865328" y="117219"/>
                </a:lnTo>
                <a:lnTo>
                  <a:pt x="2865398" y="117413"/>
                </a:lnTo>
                <a:lnTo>
                  <a:pt x="2865462" y="117594"/>
                </a:lnTo>
                <a:lnTo>
                  <a:pt x="2865519" y="117763"/>
                </a:lnTo>
                <a:lnTo>
                  <a:pt x="2865570" y="117920"/>
                </a:lnTo>
                <a:lnTo>
                  <a:pt x="2865616" y="118065"/>
                </a:lnTo>
                <a:lnTo>
                  <a:pt x="2865656" y="118198"/>
                </a:lnTo>
                <a:lnTo>
                  <a:pt x="2865691" y="118321"/>
                </a:lnTo>
                <a:lnTo>
                  <a:pt x="2865721" y="118433"/>
                </a:lnTo>
                <a:lnTo>
                  <a:pt x="2865748" y="118534"/>
                </a:lnTo>
                <a:lnTo>
                  <a:pt x="2865770" y="118626"/>
                </a:lnTo>
                <a:lnTo>
                  <a:pt x="2865788" y="118707"/>
                </a:lnTo>
                <a:lnTo>
                  <a:pt x="2865803" y="118780"/>
                </a:lnTo>
                <a:lnTo>
                  <a:pt x="2865815" y="118843"/>
                </a:lnTo>
                <a:lnTo>
                  <a:pt x="2865825" y="118898"/>
                </a:lnTo>
                <a:lnTo>
                  <a:pt x="2865832" y="118944"/>
                </a:lnTo>
                <a:lnTo>
                  <a:pt x="2865837" y="118982"/>
                </a:lnTo>
                <a:lnTo>
                  <a:pt x="2865840" y="119013"/>
                </a:lnTo>
                <a:lnTo>
                  <a:pt x="2865842" y="119036"/>
                </a:lnTo>
                <a:lnTo>
                  <a:pt x="2865844" y="119052"/>
                </a:lnTo>
                <a:lnTo>
                  <a:pt x="2865844" y="119062"/>
                </a:lnTo>
                <a:lnTo>
                  <a:pt x="2865844" y="119065"/>
                </a:lnTo>
                <a:lnTo>
                  <a:pt x="2865819" y="119147"/>
                </a:lnTo>
                <a:lnTo>
                  <a:pt x="2865748" y="119386"/>
                </a:lnTo>
                <a:lnTo>
                  <a:pt x="2865632" y="119770"/>
                </a:lnTo>
                <a:lnTo>
                  <a:pt x="2865475" y="120287"/>
                </a:lnTo>
                <a:lnTo>
                  <a:pt x="2865281" y="120924"/>
                </a:lnTo>
                <a:lnTo>
                  <a:pt x="2865051" y="121671"/>
                </a:lnTo>
                <a:lnTo>
                  <a:pt x="2864791" y="122514"/>
                </a:lnTo>
                <a:lnTo>
                  <a:pt x="2864501" y="123442"/>
                </a:lnTo>
                <a:lnTo>
                  <a:pt x="2864186" y="124443"/>
                </a:lnTo>
                <a:lnTo>
                  <a:pt x="2863849" y="125506"/>
                </a:lnTo>
                <a:lnTo>
                  <a:pt x="2863493" y="126617"/>
                </a:lnTo>
                <a:lnTo>
                  <a:pt x="2863120" y="127765"/>
                </a:lnTo>
                <a:lnTo>
                  <a:pt x="2862734" y="128938"/>
                </a:lnTo>
                <a:lnTo>
                  <a:pt x="2862339" y="130125"/>
                </a:lnTo>
                <a:lnTo>
                  <a:pt x="2861936" y="131313"/>
                </a:lnTo>
                <a:lnTo>
                  <a:pt x="2861530" y="132489"/>
                </a:lnTo>
                <a:lnTo>
                  <a:pt x="2861123" y="133644"/>
                </a:lnTo>
                <a:lnTo>
                  <a:pt x="2860718" y="134763"/>
                </a:lnTo>
                <a:lnTo>
                  <a:pt x="2860319" y="135836"/>
                </a:lnTo>
                <a:lnTo>
                  <a:pt x="2859929" y="136850"/>
                </a:lnTo>
                <a:lnTo>
                  <a:pt x="2859550" y="137793"/>
                </a:lnTo>
                <a:lnTo>
                  <a:pt x="2859187" y="138654"/>
                </a:lnTo>
                <a:lnTo>
                  <a:pt x="2858841" y="139420"/>
                </a:lnTo>
                <a:lnTo>
                  <a:pt x="2858516" y="140079"/>
                </a:lnTo>
                <a:lnTo>
                  <a:pt x="2857811" y="141345"/>
                </a:lnTo>
                <a:lnTo>
                  <a:pt x="2857094" y="142508"/>
                </a:lnTo>
                <a:lnTo>
                  <a:pt x="2856367" y="143575"/>
                </a:lnTo>
                <a:lnTo>
                  <a:pt x="2855634" y="144549"/>
                </a:lnTo>
                <a:lnTo>
                  <a:pt x="2854896" y="145434"/>
                </a:lnTo>
                <a:lnTo>
                  <a:pt x="2854155" y="146235"/>
                </a:lnTo>
                <a:lnTo>
                  <a:pt x="2853415" y="146956"/>
                </a:lnTo>
                <a:lnTo>
                  <a:pt x="2852676" y="147602"/>
                </a:lnTo>
                <a:lnTo>
                  <a:pt x="2851943" y="148177"/>
                </a:lnTo>
                <a:lnTo>
                  <a:pt x="2851217" y="148685"/>
                </a:lnTo>
                <a:lnTo>
                  <a:pt x="2850499" y="149130"/>
                </a:lnTo>
                <a:lnTo>
                  <a:pt x="2849794" y="149517"/>
                </a:lnTo>
                <a:lnTo>
                  <a:pt x="2849103" y="149850"/>
                </a:lnTo>
                <a:lnTo>
                  <a:pt x="2848428" y="150134"/>
                </a:lnTo>
                <a:lnTo>
                  <a:pt x="2847771" y="150372"/>
                </a:lnTo>
                <a:lnTo>
                  <a:pt x="2847136" y="150569"/>
                </a:lnTo>
                <a:lnTo>
                  <a:pt x="2846525" y="150730"/>
                </a:lnTo>
                <a:lnTo>
                  <a:pt x="2845939" y="150859"/>
                </a:lnTo>
                <a:lnTo>
                  <a:pt x="2845381" y="150959"/>
                </a:lnTo>
                <a:lnTo>
                  <a:pt x="2844853" y="151036"/>
                </a:lnTo>
                <a:lnTo>
                  <a:pt x="2844359" y="151094"/>
                </a:lnTo>
                <a:lnTo>
                  <a:pt x="2843899" y="151137"/>
                </a:lnTo>
                <a:lnTo>
                  <a:pt x="2843477" y="151169"/>
                </a:lnTo>
                <a:lnTo>
                  <a:pt x="2843095" y="151194"/>
                </a:lnTo>
                <a:lnTo>
                  <a:pt x="2843100" y="151185"/>
                </a:lnTo>
                <a:lnTo>
                  <a:pt x="2843114" y="151159"/>
                </a:lnTo>
                <a:lnTo>
                  <a:pt x="2843137" y="151115"/>
                </a:lnTo>
                <a:lnTo>
                  <a:pt x="2843166" y="151054"/>
                </a:lnTo>
                <a:lnTo>
                  <a:pt x="2843203" y="150977"/>
                </a:lnTo>
                <a:lnTo>
                  <a:pt x="2843246" y="150884"/>
                </a:lnTo>
                <a:lnTo>
                  <a:pt x="2843293" y="150776"/>
                </a:lnTo>
                <a:lnTo>
                  <a:pt x="2843345" y="150652"/>
                </a:lnTo>
                <a:lnTo>
                  <a:pt x="2843400" y="150514"/>
                </a:lnTo>
                <a:lnTo>
                  <a:pt x="2843457" y="150361"/>
                </a:lnTo>
                <a:lnTo>
                  <a:pt x="2843516" y="150195"/>
                </a:lnTo>
                <a:lnTo>
                  <a:pt x="2843576" y="150015"/>
                </a:lnTo>
                <a:lnTo>
                  <a:pt x="2843636" y="149821"/>
                </a:lnTo>
                <a:lnTo>
                  <a:pt x="2843695" y="149616"/>
                </a:lnTo>
                <a:lnTo>
                  <a:pt x="2843753" y="149398"/>
                </a:lnTo>
                <a:lnTo>
                  <a:pt x="2843808" y="149168"/>
                </a:lnTo>
                <a:lnTo>
                  <a:pt x="2843859" y="148927"/>
                </a:lnTo>
                <a:lnTo>
                  <a:pt x="2843907" y="148675"/>
                </a:lnTo>
                <a:lnTo>
                  <a:pt x="2843949" y="148412"/>
                </a:lnTo>
                <a:lnTo>
                  <a:pt x="2843986" y="148139"/>
                </a:lnTo>
                <a:lnTo>
                  <a:pt x="2844016" y="147857"/>
                </a:lnTo>
                <a:lnTo>
                  <a:pt x="2844038" y="147565"/>
                </a:lnTo>
                <a:lnTo>
                  <a:pt x="2844052" y="147264"/>
                </a:lnTo>
                <a:lnTo>
                  <a:pt x="2844057" y="146955"/>
                </a:lnTo>
                <a:lnTo>
                  <a:pt x="2844039" y="146349"/>
                </a:lnTo>
                <a:lnTo>
                  <a:pt x="2843986" y="145760"/>
                </a:lnTo>
                <a:lnTo>
                  <a:pt x="2843899" y="145187"/>
                </a:lnTo>
                <a:lnTo>
                  <a:pt x="2843778" y="144632"/>
                </a:lnTo>
                <a:lnTo>
                  <a:pt x="2843625" y="144095"/>
                </a:lnTo>
                <a:lnTo>
                  <a:pt x="2843440" y="143577"/>
                </a:lnTo>
                <a:lnTo>
                  <a:pt x="2843225" y="143080"/>
                </a:lnTo>
                <a:lnTo>
                  <a:pt x="2842979" y="142604"/>
                </a:lnTo>
                <a:lnTo>
                  <a:pt x="2842706" y="142150"/>
                </a:lnTo>
                <a:lnTo>
                  <a:pt x="2842404" y="141718"/>
                </a:lnTo>
                <a:lnTo>
                  <a:pt x="2842075" y="141311"/>
                </a:lnTo>
                <a:lnTo>
                  <a:pt x="2841720" y="140928"/>
                </a:lnTo>
                <a:lnTo>
                  <a:pt x="2841340" y="140571"/>
                </a:lnTo>
                <a:lnTo>
                  <a:pt x="2840936" y="140240"/>
                </a:lnTo>
                <a:lnTo>
                  <a:pt x="2840509" y="139936"/>
                </a:lnTo>
                <a:lnTo>
                  <a:pt x="2840059" y="139661"/>
                </a:lnTo>
                <a:lnTo>
                  <a:pt x="2839588" y="139414"/>
                </a:lnTo>
                <a:lnTo>
                  <a:pt x="2839097" y="139198"/>
                </a:lnTo>
                <a:lnTo>
                  <a:pt x="2838585" y="139013"/>
                </a:lnTo>
                <a:lnTo>
                  <a:pt x="2838056" y="138859"/>
                </a:lnTo>
                <a:lnTo>
                  <a:pt x="2837508" y="138738"/>
                </a:lnTo>
                <a:lnTo>
                  <a:pt x="2836943" y="138650"/>
                </a:lnTo>
                <a:lnTo>
                  <a:pt x="2836363" y="138597"/>
                </a:lnTo>
                <a:lnTo>
                  <a:pt x="2835767" y="138579"/>
                </a:lnTo>
                <a:lnTo>
                  <a:pt x="2835127" y="138607"/>
                </a:lnTo>
                <a:lnTo>
                  <a:pt x="2834507" y="138668"/>
                </a:lnTo>
                <a:lnTo>
                  <a:pt x="2833909" y="138764"/>
                </a:lnTo>
                <a:lnTo>
                  <a:pt x="2833332" y="138893"/>
                </a:lnTo>
                <a:lnTo>
                  <a:pt x="2832778" y="139053"/>
                </a:lnTo>
                <a:lnTo>
                  <a:pt x="2832247" y="139245"/>
                </a:lnTo>
                <a:lnTo>
                  <a:pt x="2831739" y="139468"/>
                </a:lnTo>
                <a:lnTo>
                  <a:pt x="2831256" y="139720"/>
                </a:lnTo>
                <a:lnTo>
                  <a:pt x="2830797" y="140001"/>
                </a:lnTo>
                <a:lnTo>
                  <a:pt x="2830364" y="140310"/>
                </a:lnTo>
                <a:lnTo>
                  <a:pt x="2829956" y="140647"/>
                </a:lnTo>
                <a:lnTo>
                  <a:pt x="2829575" y="141009"/>
                </a:lnTo>
                <a:lnTo>
                  <a:pt x="2829221" y="141398"/>
                </a:lnTo>
                <a:lnTo>
                  <a:pt x="2828895" y="141812"/>
                </a:lnTo>
                <a:lnTo>
                  <a:pt x="2828597" y="142249"/>
                </a:lnTo>
                <a:lnTo>
                  <a:pt x="2828329" y="142710"/>
                </a:lnTo>
                <a:lnTo>
                  <a:pt x="2828089" y="143194"/>
                </a:lnTo>
                <a:lnTo>
                  <a:pt x="2827880" y="143699"/>
                </a:lnTo>
                <a:lnTo>
                  <a:pt x="2827701" y="144225"/>
                </a:lnTo>
                <a:lnTo>
                  <a:pt x="2827553" y="144771"/>
                </a:lnTo>
                <a:lnTo>
                  <a:pt x="2827437" y="145336"/>
                </a:lnTo>
                <a:lnTo>
                  <a:pt x="2827354" y="145920"/>
                </a:lnTo>
                <a:lnTo>
                  <a:pt x="2827303" y="146522"/>
                </a:lnTo>
                <a:lnTo>
                  <a:pt x="2827286" y="147140"/>
                </a:lnTo>
                <a:lnTo>
                  <a:pt x="2827320" y="148151"/>
                </a:lnTo>
                <a:lnTo>
                  <a:pt x="2827421" y="149154"/>
                </a:lnTo>
                <a:lnTo>
                  <a:pt x="2827586" y="150147"/>
                </a:lnTo>
                <a:lnTo>
                  <a:pt x="2827815" y="151126"/>
                </a:lnTo>
                <a:lnTo>
                  <a:pt x="2828106" y="152088"/>
                </a:lnTo>
                <a:lnTo>
                  <a:pt x="2828458" y="153031"/>
                </a:lnTo>
                <a:lnTo>
                  <a:pt x="2828868" y="153950"/>
                </a:lnTo>
                <a:lnTo>
                  <a:pt x="2829335" y="154843"/>
                </a:lnTo>
                <a:lnTo>
                  <a:pt x="2829858" y="155706"/>
                </a:lnTo>
                <a:lnTo>
                  <a:pt x="2830435" y="156537"/>
                </a:lnTo>
                <a:lnTo>
                  <a:pt x="2831064" y="157332"/>
                </a:lnTo>
                <a:lnTo>
                  <a:pt x="2831744" y="158088"/>
                </a:lnTo>
                <a:lnTo>
                  <a:pt x="2832473" y="158801"/>
                </a:lnTo>
                <a:lnTo>
                  <a:pt x="2833250" y="159469"/>
                </a:lnTo>
                <a:lnTo>
                  <a:pt x="2834073" y="160089"/>
                </a:lnTo>
                <a:lnTo>
                  <a:pt x="2834940" y="160657"/>
                </a:lnTo>
                <a:lnTo>
                  <a:pt x="2835850" y="161170"/>
                </a:lnTo>
                <a:lnTo>
                  <a:pt x="2836801" y="161625"/>
                </a:lnTo>
                <a:lnTo>
                  <a:pt x="2837792" y="162018"/>
                </a:lnTo>
                <a:lnTo>
                  <a:pt x="2838821" y="162348"/>
                </a:lnTo>
                <a:lnTo>
                  <a:pt x="2839887" y="162609"/>
                </a:lnTo>
                <a:lnTo>
                  <a:pt x="2840987" y="162800"/>
                </a:lnTo>
                <a:lnTo>
                  <a:pt x="2842121" y="162917"/>
                </a:lnTo>
                <a:lnTo>
                  <a:pt x="2843286" y="162956"/>
                </a:lnTo>
                <a:lnTo>
                  <a:pt x="2845641" y="162827"/>
                </a:lnTo>
                <a:lnTo>
                  <a:pt x="2847887" y="162454"/>
                </a:lnTo>
                <a:lnTo>
                  <a:pt x="2850025" y="161858"/>
                </a:lnTo>
                <a:lnTo>
                  <a:pt x="2852055" y="161061"/>
                </a:lnTo>
                <a:lnTo>
                  <a:pt x="2853980" y="160083"/>
                </a:lnTo>
                <a:lnTo>
                  <a:pt x="2855800" y="158946"/>
                </a:lnTo>
                <a:lnTo>
                  <a:pt x="2857517" y="157670"/>
                </a:lnTo>
                <a:lnTo>
                  <a:pt x="2859132" y="156278"/>
                </a:lnTo>
                <a:lnTo>
                  <a:pt x="2860645" y="154790"/>
                </a:lnTo>
                <a:lnTo>
                  <a:pt x="2862059" y="153227"/>
                </a:lnTo>
                <a:lnTo>
                  <a:pt x="2863374" y="151611"/>
                </a:lnTo>
                <a:lnTo>
                  <a:pt x="2864591" y="149963"/>
                </a:lnTo>
                <a:lnTo>
                  <a:pt x="2865712" y="148303"/>
                </a:lnTo>
                <a:lnTo>
                  <a:pt x="2866737" y="146654"/>
                </a:lnTo>
                <a:lnTo>
                  <a:pt x="2867669" y="145036"/>
                </a:lnTo>
                <a:lnTo>
                  <a:pt x="2868507" y="143471"/>
                </a:lnTo>
                <a:lnTo>
                  <a:pt x="2869254" y="141979"/>
                </a:lnTo>
                <a:lnTo>
                  <a:pt x="2869910" y="140582"/>
                </a:lnTo>
                <a:lnTo>
                  <a:pt x="2870477" y="139301"/>
                </a:lnTo>
                <a:lnTo>
                  <a:pt x="2870956" y="138158"/>
                </a:lnTo>
                <a:lnTo>
                  <a:pt x="2871348" y="137172"/>
                </a:lnTo>
                <a:lnTo>
                  <a:pt x="2871654" y="136366"/>
                </a:lnTo>
                <a:lnTo>
                  <a:pt x="2871875" y="135761"/>
                </a:lnTo>
                <a:lnTo>
                  <a:pt x="2872013" y="135378"/>
                </a:lnTo>
                <a:lnTo>
                  <a:pt x="2901895" y="47725"/>
                </a:lnTo>
                <a:lnTo>
                  <a:pt x="2907679" y="47725"/>
                </a:lnTo>
                <a:lnTo>
                  <a:pt x="2908050" y="47724"/>
                </a:lnTo>
                <a:lnTo>
                  <a:pt x="2908438" y="47721"/>
                </a:lnTo>
                <a:lnTo>
                  <a:pt x="2908841" y="47714"/>
                </a:lnTo>
                <a:lnTo>
                  <a:pt x="2909254" y="47698"/>
                </a:lnTo>
                <a:lnTo>
                  <a:pt x="2909676" y="47673"/>
                </a:lnTo>
                <a:lnTo>
                  <a:pt x="2910104" y="47634"/>
                </a:lnTo>
                <a:lnTo>
                  <a:pt x="2910534" y="47581"/>
                </a:lnTo>
                <a:lnTo>
                  <a:pt x="2910964" y="47511"/>
                </a:lnTo>
                <a:lnTo>
                  <a:pt x="2911390" y="47420"/>
                </a:lnTo>
                <a:lnTo>
                  <a:pt x="2911810" y="47306"/>
                </a:lnTo>
                <a:lnTo>
                  <a:pt x="2912221" y="47168"/>
                </a:lnTo>
                <a:lnTo>
                  <a:pt x="2912620" y="47002"/>
                </a:lnTo>
                <a:lnTo>
                  <a:pt x="2913004" y="46806"/>
                </a:lnTo>
                <a:lnTo>
                  <a:pt x="2913369" y="46577"/>
                </a:lnTo>
                <a:lnTo>
                  <a:pt x="2913714" y="46313"/>
                </a:lnTo>
                <a:lnTo>
                  <a:pt x="2914035" y="46011"/>
                </a:lnTo>
                <a:lnTo>
                  <a:pt x="2914329" y="45669"/>
                </a:lnTo>
                <a:lnTo>
                  <a:pt x="2914594" y="45285"/>
                </a:lnTo>
                <a:lnTo>
                  <a:pt x="2914825" y="44855"/>
                </a:lnTo>
                <a:lnTo>
                  <a:pt x="2915022" y="44378"/>
                </a:lnTo>
                <a:lnTo>
                  <a:pt x="2915179" y="43850"/>
                </a:lnTo>
                <a:lnTo>
                  <a:pt x="2915296" y="43270"/>
                </a:lnTo>
                <a:lnTo>
                  <a:pt x="2915368" y="42634"/>
                </a:lnTo>
                <a:lnTo>
                  <a:pt x="2915392" y="41941"/>
                </a:lnTo>
                <a:lnTo>
                  <a:pt x="2915369" y="41224"/>
                </a:lnTo>
                <a:lnTo>
                  <a:pt x="2915299" y="40567"/>
                </a:lnTo>
                <a:lnTo>
                  <a:pt x="2915187" y="39968"/>
                </a:lnTo>
                <a:lnTo>
                  <a:pt x="2915035" y="39422"/>
                </a:lnTo>
                <a:lnTo>
                  <a:pt x="2914845" y="38929"/>
                </a:lnTo>
                <a:lnTo>
                  <a:pt x="2914621" y="38485"/>
                </a:lnTo>
                <a:close/>
                <a:moveTo>
                  <a:pt x="6746983" y="4881"/>
                </a:moveTo>
                <a:lnTo>
                  <a:pt x="6746194" y="4112"/>
                </a:lnTo>
                <a:lnTo>
                  <a:pt x="6745328" y="3428"/>
                </a:lnTo>
                <a:lnTo>
                  <a:pt x="6744399" y="2825"/>
                </a:lnTo>
                <a:lnTo>
                  <a:pt x="6743417" y="2297"/>
                </a:lnTo>
                <a:lnTo>
                  <a:pt x="6742394" y="1839"/>
                </a:lnTo>
                <a:lnTo>
                  <a:pt x="6741344" y="1446"/>
                </a:lnTo>
                <a:lnTo>
                  <a:pt x="6740277" y="1114"/>
                </a:lnTo>
                <a:lnTo>
                  <a:pt x="6739207" y="837"/>
                </a:lnTo>
                <a:lnTo>
                  <a:pt x="6738145" y="610"/>
                </a:lnTo>
                <a:lnTo>
                  <a:pt x="6737102" y="429"/>
                </a:lnTo>
                <a:lnTo>
                  <a:pt x="6736092" y="287"/>
                </a:lnTo>
                <a:lnTo>
                  <a:pt x="6735126" y="181"/>
                </a:lnTo>
                <a:lnTo>
                  <a:pt x="6734216" y="105"/>
                </a:lnTo>
                <a:lnTo>
                  <a:pt x="6733374" y="54"/>
                </a:lnTo>
                <a:lnTo>
                  <a:pt x="6732613" y="23"/>
                </a:lnTo>
                <a:lnTo>
                  <a:pt x="6731944" y="7"/>
                </a:lnTo>
                <a:lnTo>
                  <a:pt x="6731380" y="1"/>
                </a:lnTo>
                <a:lnTo>
                  <a:pt x="6730932" y="0"/>
                </a:lnTo>
                <a:lnTo>
                  <a:pt x="6729008" y="46"/>
                </a:lnTo>
                <a:lnTo>
                  <a:pt x="6727096" y="184"/>
                </a:lnTo>
                <a:lnTo>
                  <a:pt x="6725203" y="414"/>
                </a:lnTo>
                <a:lnTo>
                  <a:pt x="6723334" y="735"/>
                </a:lnTo>
                <a:lnTo>
                  <a:pt x="6721496" y="1147"/>
                </a:lnTo>
                <a:lnTo>
                  <a:pt x="6719696" y="1649"/>
                </a:lnTo>
                <a:lnTo>
                  <a:pt x="6717938" y="2241"/>
                </a:lnTo>
                <a:lnTo>
                  <a:pt x="6716230" y="2923"/>
                </a:lnTo>
                <a:lnTo>
                  <a:pt x="6714577" y="3694"/>
                </a:lnTo>
                <a:lnTo>
                  <a:pt x="6712986" y="4554"/>
                </a:lnTo>
                <a:lnTo>
                  <a:pt x="6711463" y="5503"/>
                </a:lnTo>
                <a:lnTo>
                  <a:pt x="6710014" y="6539"/>
                </a:lnTo>
                <a:lnTo>
                  <a:pt x="6708645" y="7664"/>
                </a:lnTo>
                <a:lnTo>
                  <a:pt x="6707363" y="8875"/>
                </a:lnTo>
                <a:lnTo>
                  <a:pt x="6706174" y="10173"/>
                </a:lnTo>
                <a:lnTo>
                  <a:pt x="6705084" y="11558"/>
                </a:lnTo>
                <a:lnTo>
                  <a:pt x="6704098" y="13029"/>
                </a:lnTo>
                <a:lnTo>
                  <a:pt x="6703224" y="14586"/>
                </a:lnTo>
                <a:lnTo>
                  <a:pt x="6702468" y="16228"/>
                </a:lnTo>
                <a:lnTo>
                  <a:pt x="6701835" y="17955"/>
                </a:lnTo>
                <a:lnTo>
                  <a:pt x="6701332" y="19766"/>
                </a:lnTo>
                <a:lnTo>
                  <a:pt x="6700965" y="21662"/>
                </a:lnTo>
                <a:lnTo>
                  <a:pt x="6700740" y="23641"/>
                </a:lnTo>
                <a:lnTo>
                  <a:pt x="6700664" y="25704"/>
                </a:lnTo>
                <a:lnTo>
                  <a:pt x="6700664" y="35963"/>
                </a:lnTo>
                <a:lnTo>
                  <a:pt x="6681387" y="35963"/>
                </a:lnTo>
                <a:lnTo>
                  <a:pt x="6680992" y="35963"/>
                </a:lnTo>
                <a:lnTo>
                  <a:pt x="6680583" y="35966"/>
                </a:lnTo>
                <a:lnTo>
                  <a:pt x="6680161" y="35974"/>
                </a:lnTo>
                <a:lnTo>
                  <a:pt x="6679730" y="35990"/>
                </a:lnTo>
                <a:lnTo>
                  <a:pt x="6679291" y="36017"/>
                </a:lnTo>
                <a:lnTo>
                  <a:pt x="6678850" y="36056"/>
                </a:lnTo>
                <a:lnTo>
                  <a:pt x="6678407" y="36111"/>
                </a:lnTo>
                <a:lnTo>
                  <a:pt x="6677966" y="36184"/>
                </a:lnTo>
                <a:lnTo>
                  <a:pt x="6677529" y="36278"/>
                </a:lnTo>
                <a:lnTo>
                  <a:pt x="6677101" y="36395"/>
                </a:lnTo>
                <a:lnTo>
                  <a:pt x="6676682" y="36538"/>
                </a:lnTo>
                <a:lnTo>
                  <a:pt x="6676277" y="36710"/>
                </a:lnTo>
                <a:lnTo>
                  <a:pt x="6675888" y="36913"/>
                </a:lnTo>
                <a:lnTo>
                  <a:pt x="6675518" y="37149"/>
                </a:lnTo>
                <a:lnTo>
                  <a:pt x="6675169" y="37422"/>
                </a:lnTo>
                <a:lnTo>
                  <a:pt x="6674846" y="37734"/>
                </a:lnTo>
                <a:lnTo>
                  <a:pt x="6674549" y="38087"/>
                </a:lnTo>
                <a:lnTo>
                  <a:pt x="6674283" y="38485"/>
                </a:lnTo>
                <a:lnTo>
                  <a:pt x="6674050" y="38929"/>
                </a:lnTo>
                <a:lnTo>
                  <a:pt x="6673853" y="39422"/>
                </a:lnTo>
                <a:lnTo>
                  <a:pt x="6673695" y="39968"/>
                </a:lnTo>
                <a:lnTo>
                  <a:pt x="6673579" y="40567"/>
                </a:lnTo>
                <a:lnTo>
                  <a:pt x="6673507" y="41224"/>
                </a:lnTo>
                <a:lnTo>
                  <a:pt x="6673482" y="41941"/>
                </a:lnTo>
                <a:lnTo>
                  <a:pt x="6673507" y="42634"/>
                </a:lnTo>
                <a:lnTo>
                  <a:pt x="6673578" y="43270"/>
                </a:lnTo>
                <a:lnTo>
                  <a:pt x="6673695" y="43850"/>
                </a:lnTo>
                <a:lnTo>
                  <a:pt x="6673852" y="44378"/>
                </a:lnTo>
                <a:lnTo>
                  <a:pt x="6674048" y="44855"/>
                </a:lnTo>
                <a:lnTo>
                  <a:pt x="6674280" y="45285"/>
                </a:lnTo>
                <a:lnTo>
                  <a:pt x="6674544" y="45669"/>
                </a:lnTo>
                <a:lnTo>
                  <a:pt x="6674838" y="46011"/>
                </a:lnTo>
                <a:lnTo>
                  <a:pt x="6675159" y="46313"/>
                </a:lnTo>
                <a:lnTo>
                  <a:pt x="6675504" y="46577"/>
                </a:lnTo>
                <a:lnTo>
                  <a:pt x="6675869" y="46806"/>
                </a:lnTo>
                <a:lnTo>
                  <a:pt x="6676253" y="47002"/>
                </a:lnTo>
                <a:lnTo>
                  <a:pt x="6676651" y="47168"/>
                </a:lnTo>
                <a:lnTo>
                  <a:pt x="6677062" y="47306"/>
                </a:lnTo>
                <a:lnTo>
                  <a:pt x="6677482" y="47420"/>
                </a:lnTo>
                <a:lnTo>
                  <a:pt x="6677908" y="47511"/>
                </a:lnTo>
                <a:lnTo>
                  <a:pt x="6678338" y="47581"/>
                </a:lnTo>
                <a:lnTo>
                  <a:pt x="6678768" y="47634"/>
                </a:lnTo>
                <a:lnTo>
                  <a:pt x="6679195" y="47673"/>
                </a:lnTo>
                <a:lnTo>
                  <a:pt x="6679617" y="47698"/>
                </a:lnTo>
                <a:lnTo>
                  <a:pt x="6680031" y="47714"/>
                </a:lnTo>
                <a:lnTo>
                  <a:pt x="6680433" y="47721"/>
                </a:lnTo>
                <a:lnTo>
                  <a:pt x="6680821" y="47724"/>
                </a:lnTo>
                <a:lnTo>
                  <a:pt x="6681192" y="47725"/>
                </a:lnTo>
                <a:lnTo>
                  <a:pt x="6700664" y="47725"/>
                </a:lnTo>
                <a:lnTo>
                  <a:pt x="6700664" y="107238"/>
                </a:lnTo>
                <a:lnTo>
                  <a:pt x="6681192" y="107238"/>
                </a:lnTo>
                <a:lnTo>
                  <a:pt x="6680820" y="107239"/>
                </a:lnTo>
                <a:lnTo>
                  <a:pt x="6680429" y="107241"/>
                </a:lnTo>
                <a:lnTo>
                  <a:pt x="6680022" y="107249"/>
                </a:lnTo>
                <a:lnTo>
                  <a:pt x="6679603" y="107265"/>
                </a:lnTo>
                <a:lnTo>
                  <a:pt x="6679173" y="107290"/>
                </a:lnTo>
                <a:lnTo>
                  <a:pt x="6678737" y="107329"/>
                </a:lnTo>
                <a:lnTo>
                  <a:pt x="6678298" y="107382"/>
                </a:lnTo>
                <a:lnTo>
                  <a:pt x="6677858" y="107452"/>
                </a:lnTo>
                <a:lnTo>
                  <a:pt x="6677421" y="107543"/>
                </a:lnTo>
                <a:lnTo>
                  <a:pt x="6676989" y="107657"/>
                </a:lnTo>
                <a:lnTo>
                  <a:pt x="6676566" y="107795"/>
                </a:lnTo>
                <a:lnTo>
                  <a:pt x="6676156" y="107961"/>
                </a:lnTo>
                <a:lnTo>
                  <a:pt x="6675760" y="108157"/>
                </a:lnTo>
                <a:lnTo>
                  <a:pt x="6675383" y="108386"/>
                </a:lnTo>
                <a:lnTo>
                  <a:pt x="6675026" y="108650"/>
                </a:lnTo>
                <a:lnTo>
                  <a:pt x="6674695" y="108952"/>
                </a:lnTo>
                <a:lnTo>
                  <a:pt x="6674390" y="109294"/>
                </a:lnTo>
                <a:lnTo>
                  <a:pt x="6674116" y="109678"/>
                </a:lnTo>
                <a:lnTo>
                  <a:pt x="6673876" y="110108"/>
                </a:lnTo>
                <a:lnTo>
                  <a:pt x="6673673" y="110585"/>
                </a:lnTo>
                <a:lnTo>
                  <a:pt x="6673509" y="111113"/>
                </a:lnTo>
                <a:lnTo>
                  <a:pt x="6673388" y="111693"/>
                </a:lnTo>
                <a:lnTo>
                  <a:pt x="6673313" y="112329"/>
                </a:lnTo>
                <a:lnTo>
                  <a:pt x="6673288" y="113022"/>
                </a:lnTo>
                <a:lnTo>
                  <a:pt x="6673313" y="113738"/>
                </a:lnTo>
                <a:lnTo>
                  <a:pt x="6673388" y="114395"/>
                </a:lnTo>
                <a:lnTo>
                  <a:pt x="6673509" y="114994"/>
                </a:lnTo>
                <a:lnTo>
                  <a:pt x="6673673" y="115539"/>
                </a:lnTo>
                <a:lnTo>
                  <a:pt x="6673876" y="116033"/>
                </a:lnTo>
                <a:lnTo>
                  <a:pt x="6674116" y="116476"/>
                </a:lnTo>
                <a:lnTo>
                  <a:pt x="6674390" y="116874"/>
                </a:lnTo>
                <a:lnTo>
                  <a:pt x="6674695" y="117227"/>
                </a:lnTo>
                <a:lnTo>
                  <a:pt x="6675026" y="117538"/>
                </a:lnTo>
                <a:lnTo>
                  <a:pt x="6675383" y="117811"/>
                </a:lnTo>
                <a:lnTo>
                  <a:pt x="6675760" y="118048"/>
                </a:lnTo>
                <a:lnTo>
                  <a:pt x="6676156" y="118250"/>
                </a:lnTo>
                <a:lnTo>
                  <a:pt x="6676566" y="118422"/>
                </a:lnTo>
                <a:lnTo>
                  <a:pt x="6676989" y="118565"/>
                </a:lnTo>
                <a:lnTo>
                  <a:pt x="6677421" y="118682"/>
                </a:lnTo>
                <a:lnTo>
                  <a:pt x="6677858" y="118776"/>
                </a:lnTo>
                <a:lnTo>
                  <a:pt x="6678298" y="118849"/>
                </a:lnTo>
                <a:lnTo>
                  <a:pt x="6678737" y="118904"/>
                </a:lnTo>
                <a:lnTo>
                  <a:pt x="6679173" y="118943"/>
                </a:lnTo>
                <a:lnTo>
                  <a:pt x="6679603" y="118970"/>
                </a:lnTo>
                <a:lnTo>
                  <a:pt x="6680022" y="118986"/>
                </a:lnTo>
                <a:lnTo>
                  <a:pt x="6680429" y="118994"/>
                </a:lnTo>
                <a:lnTo>
                  <a:pt x="6680820" y="118997"/>
                </a:lnTo>
                <a:lnTo>
                  <a:pt x="6681192" y="118997"/>
                </a:lnTo>
                <a:lnTo>
                  <a:pt x="6733438" y="118997"/>
                </a:lnTo>
                <a:lnTo>
                  <a:pt x="6733810" y="118997"/>
                </a:lnTo>
                <a:lnTo>
                  <a:pt x="6734201" y="118994"/>
                </a:lnTo>
                <a:lnTo>
                  <a:pt x="6734608" y="118986"/>
                </a:lnTo>
                <a:lnTo>
                  <a:pt x="6735028" y="118970"/>
                </a:lnTo>
                <a:lnTo>
                  <a:pt x="6735457" y="118945"/>
                </a:lnTo>
                <a:lnTo>
                  <a:pt x="6735893" y="118907"/>
                </a:lnTo>
                <a:lnTo>
                  <a:pt x="6736333" y="118854"/>
                </a:lnTo>
                <a:lnTo>
                  <a:pt x="6736773" y="118783"/>
                </a:lnTo>
                <a:lnTo>
                  <a:pt x="6737210" y="118692"/>
                </a:lnTo>
                <a:lnTo>
                  <a:pt x="6737642" y="118579"/>
                </a:lnTo>
                <a:lnTo>
                  <a:pt x="6738064" y="118440"/>
                </a:lnTo>
                <a:lnTo>
                  <a:pt x="6738475" y="118274"/>
                </a:lnTo>
                <a:lnTo>
                  <a:pt x="6738871" y="118078"/>
                </a:lnTo>
                <a:lnTo>
                  <a:pt x="6739248" y="117849"/>
                </a:lnTo>
                <a:lnTo>
                  <a:pt x="6739604" y="117585"/>
                </a:lnTo>
                <a:lnTo>
                  <a:pt x="6739936" y="117283"/>
                </a:lnTo>
                <a:lnTo>
                  <a:pt x="6740240" y="116942"/>
                </a:lnTo>
                <a:lnTo>
                  <a:pt x="6740514" y="116557"/>
                </a:lnTo>
                <a:lnTo>
                  <a:pt x="6740755" y="116127"/>
                </a:lnTo>
                <a:lnTo>
                  <a:pt x="6740958" y="115650"/>
                </a:lnTo>
                <a:lnTo>
                  <a:pt x="6741122" y="115122"/>
                </a:lnTo>
                <a:lnTo>
                  <a:pt x="6741242" y="114542"/>
                </a:lnTo>
                <a:lnTo>
                  <a:pt x="6741317" y="113907"/>
                </a:lnTo>
                <a:lnTo>
                  <a:pt x="6741343" y="113213"/>
                </a:lnTo>
                <a:lnTo>
                  <a:pt x="6741317" y="112497"/>
                </a:lnTo>
                <a:lnTo>
                  <a:pt x="6741242" y="111841"/>
                </a:lnTo>
                <a:lnTo>
                  <a:pt x="6741122" y="111241"/>
                </a:lnTo>
                <a:lnTo>
                  <a:pt x="6740958" y="110696"/>
                </a:lnTo>
                <a:lnTo>
                  <a:pt x="6740755" y="110203"/>
                </a:lnTo>
                <a:lnTo>
                  <a:pt x="6740514" y="109759"/>
                </a:lnTo>
                <a:lnTo>
                  <a:pt x="6740240" y="109362"/>
                </a:lnTo>
                <a:lnTo>
                  <a:pt x="6739936" y="109009"/>
                </a:lnTo>
                <a:lnTo>
                  <a:pt x="6739604" y="108697"/>
                </a:lnTo>
                <a:lnTo>
                  <a:pt x="6739248" y="108424"/>
                </a:lnTo>
                <a:lnTo>
                  <a:pt x="6738871" y="108188"/>
                </a:lnTo>
                <a:lnTo>
                  <a:pt x="6738475" y="107985"/>
                </a:lnTo>
                <a:lnTo>
                  <a:pt x="6738064" y="107813"/>
                </a:lnTo>
                <a:lnTo>
                  <a:pt x="6737642" y="107670"/>
                </a:lnTo>
                <a:lnTo>
                  <a:pt x="6737210" y="107553"/>
                </a:lnTo>
                <a:lnTo>
                  <a:pt x="6736773" y="107459"/>
                </a:lnTo>
                <a:lnTo>
                  <a:pt x="6736333" y="107386"/>
                </a:lnTo>
                <a:lnTo>
                  <a:pt x="6735893" y="107331"/>
                </a:lnTo>
                <a:lnTo>
                  <a:pt x="6735457" y="107292"/>
                </a:lnTo>
                <a:lnTo>
                  <a:pt x="6735028" y="107266"/>
                </a:lnTo>
                <a:lnTo>
                  <a:pt x="6734608" y="107250"/>
                </a:lnTo>
                <a:lnTo>
                  <a:pt x="6734201" y="107242"/>
                </a:lnTo>
                <a:lnTo>
                  <a:pt x="6733810" y="107239"/>
                </a:lnTo>
                <a:lnTo>
                  <a:pt x="6733438" y="107238"/>
                </a:lnTo>
                <a:lnTo>
                  <a:pt x="6713967" y="107238"/>
                </a:lnTo>
                <a:lnTo>
                  <a:pt x="6713967" y="47725"/>
                </a:lnTo>
                <a:lnTo>
                  <a:pt x="6737489" y="47725"/>
                </a:lnTo>
                <a:lnTo>
                  <a:pt x="6737860" y="47724"/>
                </a:lnTo>
                <a:lnTo>
                  <a:pt x="6738248" y="47721"/>
                </a:lnTo>
                <a:lnTo>
                  <a:pt x="6738651" y="47714"/>
                </a:lnTo>
                <a:lnTo>
                  <a:pt x="6739064" y="47698"/>
                </a:lnTo>
                <a:lnTo>
                  <a:pt x="6739486" y="47673"/>
                </a:lnTo>
                <a:lnTo>
                  <a:pt x="6739914" y="47634"/>
                </a:lnTo>
                <a:lnTo>
                  <a:pt x="6740344" y="47581"/>
                </a:lnTo>
                <a:lnTo>
                  <a:pt x="6740773" y="47511"/>
                </a:lnTo>
                <a:lnTo>
                  <a:pt x="6741199" y="47420"/>
                </a:lnTo>
                <a:lnTo>
                  <a:pt x="6741619" y="47306"/>
                </a:lnTo>
                <a:lnTo>
                  <a:pt x="6742030" y="47168"/>
                </a:lnTo>
                <a:lnTo>
                  <a:pt x="6742429" y="47002"/>
                </a:lnTo>
                <a:lnTo>
                  <a:pt x="6742812" y="46806"/>
                </a:lnTo>
                <a:lnTo>
                  <a:pt x="6743178" y="46577"/>
                </a:lnTo>
                <a:lnTo>
                  <a:pt x="6743522" y="46313"/>
                </a:lnTo>
                <a:lnTo>
                  <a:pt x="6743843" y="46011"/>
                </a:lnTo>
                <a:lnTo>
                  <a:pt x="6744137" y="45669"/>
                </a:lnTo>
                <a:lnTo>
                  <a:pt x="6744401" y="45285"/>
                </a:lnTo>
                <a:lnTo>
                  <a:pt x="6744633" y="44855"/>
                </a:lnTo>
                <a:lnTo>
                  <a:pt x="6744829" y="44378"/>
                </a:lnTo>
                <a:lnTo>
                  <a:pt x="6744987" y="43850"/>
                </a:lnTo>
                <a:lnTo>
                  <a:pt x="6745103" y="43270"/>
                </a:lnTo>
                <a:lnTo>
                  <a:pt x="6745175" y="42634"/>
                </a:lnTo>
                <a:lnTo>
                  <a:pt x="6745199" y="41941"/>
                </a:lnTo>
                <a:lnTo>
                  <a:pt x="6745176" y="41224"/>
                </a:lnTo>
                <a:lnTo>
                  <a:pt x="6745107" y="40567"/>
                </a:lnTo>
                <a:lnTo>
                  <a:pt x="6744995" y="39968"/>
                </a:lnTo>
                <a:lnTo>
                  <a:pt x="6744842" y="39422"/>
                </a:lnTo>
                <a:lnTo>
                  <a:pt x="6744653" y="38929"/>
                </a:lnTo>
                <a:lnTo>
                  <a:pt x="6744428" y="38485"/>
                </a:lnTo>
                <a:lnTo>
                  <a:pt x="6744172" y="38087"/>
                </a:lnTo>
                <a:lnTo>
                  <a:pt x="6743886" y="37734"/>
                </a:lnTo>
                <a:lnTo>
                  <a:pt x="6743573" y="37422"/>
                </a:lnTo>
                <a:lnTo>
                  <a:pt x="6743236" y="37149"/>
                </a:lnTo>
                <a:lnTo>
                  <a:pt x="6742877" y="36913"/>
                </a:lnTo>
                <a:lnTo>
                  <a:pt x="6742500" y="36710"/>
                </a:lnTo>
                <a:lnTo>
                  <a:pt x="6742107" y="36538"/>
                </a:lnTo>
                <a:lnTo>
                  <a:pt x="6741701" y="36395"/>
                </a:lnTo>
                <a:lnTo>
                  <a:pt x="6741284" y="36278"/>
                </a:lnTo>
                <a:lnTo>
                  <a:pt x="6740858" y="36184"/>
                </a:lnTo>
                <a:lnTo>
                  <a:pt x="6740428" y="36111"/>
                </a:lnTo>
                <a:lnTo>
                  <a:pt x="6739994" y="36056"/>
                </a:lnTo>
                <a:lnTo>
                  <a:pt x="6739561" y="36017"/>
                </a:lnTo>
                <a:lnTo>
                  <a:pt x="6739131" y="35990"/>
                </a:lnTo>
                <a:lnTo>
                  <a:pt x="6738706" y="35974"/>
                </a:lnTo>
                <a:lnTo>
                  <a:pt x="6738288" y="35966"/>
                </a:lnTo>
                <a:lnTo>
                  <a:pt x="6737882" y="35963"/>
                </a:lnTo>
                <a:lnTo>
                  <a:pt x="6737489" y="35963"/>
                </a:lnTo>
                <a:lnTo>
                  <a:pt x="6713967" y="35963"/>
                </a:lnTo>
                <a:lnTo>
                  <a:pt x="6713967" y="26863"/>
                </a:lnTo>
                <a:lnTo>
                  <a:pt x="6714032" y="25053"/>
                </a:lnTo>
                <a:lnTo>
                  <a:pt x="6714224" y="23394"/>
                </a:lnTo>
                <a:lnTo>
                  <a:pt x="6714533" y="21879"/>
                </a:lnTo>
                <a:lnTo>
                  <a:pt x="6714950" y="20501"/>
                </a:lnTo>
                <a:lnTo>
                  <a:pt x="6715467" y="19255"/>
                </a:lnTo>
                <a:lnTo>
                  <a:pt x="6716075" y="18133"/>
                </a:lnTo>
                <a:lnTo>
                  <a:pt x="6716766" y="17129"/>
                </a:lnTo>
                <a:lnTo>
                  <a:pt x="6717530" y="16236"/>
                </a:lnTo>
                <a:lnTo>
                  <a:pt x="6718359" y="15449"/>
                </a:lnTo>
                <a:lnTo>
                  <a:pt x="6719244" y="14760"/>
                </a:lnTo>
                <a:lnTo>
                  <a:pt x="6720177" y="14162"/>
                </a:lnTo>
                <a:lnTo>
                  <a:pt x="6721148" y="13650"/>
                </a:lnTo>
                <a:lnTo>
                  <a:pt x="6722150" y="13216"/>
                </a:lnTo>
                <a:lnTo>
                  <a:pt x="6723173" y="12854"/>
                </a:lnTo>
                <a:lnTo>
                  <a:pt x="6724209" y="12558"/>
                </a:lnTo>
                <a:lnTo>
                  <a:pt x="6725249" y="12321"/>
                </a:lnTo>
                <a:lnTo>
                  <a:pt x="6726284" y="12137"/>
                </a:lnTo>
                <a:lnTo>
                  <a:pt x="6727306" y="11998"/>
                </a:lnTo>
                <a:lnTo>
                  <a:pt x="6728305" y="11899"/>
                </a:lnTo>
                <a:lnTo>
                  <a:pt x="6729274" y="11832"/>
                </a:lnTo>
                <a:lnTo>
                  <a:pt x="6730203" y="11792"/>
                </a:lnTo>
                <a:lnTo>
                  <a:pt x="6731085" y="11771"/>
                </a:lnTo>
                <a:lnTo>
                  <a:pt x="6731909" y="11763"/>
                </a:lnTo>
                <a:lnTo>
                  <a:pt x="6732668" y="11762"/>
                </a:lnTo>
                <a:lnTo>
                  <a:pt x="6732677" y="11893"/>
                </a:lnTo>
                <a:lnTo>
                  <a:pt x="6732706" y="12088"/>
                </a:lnTo>
                <a:lnTo>
                  <a:pt x="6732755" y="12342"/>
                </a:lnTo>
                <a:lnTo>
                  <a:pt x="6732827" y="12647"/>
                </a:lnTo>
                <a:lnTo>
                  <a:pt x="6732923" y="12999"/>
                </a:lnTo>
                <a:lnTo>
                  <a:pt x="6733044" y="13389"/>
                </a:lnTo>
                <a:lnTo>
                  <a:pt x="6733192" y="13813"/>
                </a:lnTo>
                <a:lnTo>
                  <a:pt x="6733367" y="14264"/>
                </a:lnTo>
                <a:lnTo>
                  <a:pt x="6733573" y="14736"/>
                </a:lnTo>
                <a:lnTo>
                  <a:pt x="6733809" y="15223"/>
                </a:lnTo>
                <a:lnTo>
                  <a:pt x="6734077" y="15718"/>
                </a:lnTo>
                <a:lnTo>
                  <a:pt x="6734379" y="16215"/>
                </a:lnTo>
                <a:lnTo>
                  <a:pt x="6734716" y="16708"/>
                </a:lnTo>
                <a:lnTo>
                  <a:pt x="6735090" y="17191"/>
                </a:lnTo>
                <a:lnTo>
                  <a:pt x="6735502" y="17658"/>
                </a:lnTo>
                <a:lnTo>
                  <a:pt x="6735953" y="18101"/>
                </a:lnTo>
                <a:lnTo>
                  <a:pt x="6736445" y="18516"/>
                </a:lnTo>
                <a:lnTo>
                  <a:pt x="6736979" y="18896"/>
                </a:lnTo>
                <a:lnTo>
                  <a:pt x="6737557" y="19234"/>
                </a:lnTo>
                <a:lnTo>
                  <a:pt x="6738180" y="19525"/>
                </a:lnTo>
                <a:lnTo>
                  <a:pt x="6738849" y="19762"/>
                </a:lnTo>
                <a:lnTo>
                  <a:pt x="6739567" y="19939"/>
                </a:lnTo>
                <a:lnTo>
                  <a:pt x="6740334" y="20050"/>
                </a:lnTo>
                <a:lnTo>
                  <a:pt x="6741152" y="20088"/>
                </a:lnTo>
                <a:lnTo>
                  <a:pt x="6741636" y="20072"/>
                </a:lnTo>
                <a:lnTo>
                  <a:pt x="6742124" y="20024"/>
                </a:lnTo>
                <a:lnTo>
                  <a:pt x="6742614" y="19944"/>
                </a:lnTo>
                <a:lnTo>
                  <a:pt x="6743104" y="19833"/>
                </a:lnTo>
                <a:lnTo>
                  <a:pt x="6743591" y="19691"/>
                </a:lnTo>
                <a:lnTo>
                  <a:pt x="6744073" y="19519"/>
                </a:lnTo>
                <a:lnTo>
                  <a:pt x="6744548" y="19317"/>
                </a:lnTo>
                <a:lnTo>
                  <a:pt x="6745014" y="19084"/>
                </a:lnTo>
                <a:lnTo>
                  <a:pt x="6745468" y="18822"/>
                </a:lnTo>
                <a:lnTo>
                  <a:pt x="6745909" y="18531"/>
                </a:lnTo>
                <a:lnTo>
                  <a:pt x="6746334" y="18210"/>
                </a:lnTo>
                <a:lnTo>
                  <a:pt x="6746742" y="17861"/>
                </a:lnTo>
                <a:lnTo>
                  <a:pt x="6747129" y="17484"/>
                </a:lnTo>
                <a:lnTo>
                  <a:pt x="6747494" y="17080"/>
                </a:lnTo>
                <a:lnTo>
                  <a:pt x="6747835" y="16647"/>
                </a:lnTo>
                <a:lnTo>
                  <a:pt x="6748149" y="16187"/>
                </a:lnTo>
                <a:lnTo>
                  <a:pt x="6748434" y="15701"/>
                </a:lnTo>
                <a:lnTo>
                  <a:pt x="6748688" y="15188"/>
                </a:lnTo>
                <a:lnTo>
                  <a:pt x="6748909" y="14648"/>
                </a:lnTo>
                <a:lnTo>
                  <a:pt x="6749095" y="14083"/>
                </a:lnTo>
                <a:lnTo>
                  <a:pt x="6749243" y="13493"/>
                </a:lnTo>
                <a:lnTo>
                  <a:pt x="6749352" y="12877"/>
                </a:lnTo>
                <a:lnTo>
                  <a:pt x="6749419" y="12236"/>
                </a:lnTo>
                <a:lnTo>
                  <a:pt x="6749441" y="11571"/>
                </a:lnTo>
                <a:lnTo>
                  <a:pt x="6749363" y="10184"/>
                </a:lnTo>
                <a:lnTo>
                  <a:pt x="6749136" y="8912"/>
                </a:lnTo>
                <a:lnTo>
                  <a:pt x="6748773" y="7752"/>
                </a:lnTo>
                <a:lnTo>
                  <a:pt x="6748285" y="6696"/>
                </a:lnTo>
                <a:lnTo>
                  <a:pt x="6747684" y="5741"/>
                </a:lnTo>
                <a:lnTo>
                  <a:pt x="6746983" y="4881"/>
                </a:lnTo>
                <a:close/>
                <a:moveTo>
                  <a:pt x="5042427" y="109759"/>
                </a:moveTo>
                <a:lnTo>
                  <a:pt x="5042161" y="109362"/>
                </a:lnTo>
                <a:lnTo>
                  <a:pt x="5041865" y="109009"/>
                </a:lnTo>
                <a:lnTo>
                  <a:pt x="5041541" y="108697"/>
                </a:lnTo>
                <a:lnTo>
                  <a:pt x="5041192" y="108424"/>
                </a:lnTo>
                <a:lnTo>
                  <a:pt x="5040822" y="108188"/>
                </a:lnTo>
                <a:lnTo>
                  <a:pt x="5040433" y="107985"/>
                </a:lnTo>
                <a:lnTo>
                  <a:pt x="5040028" y="107813"/>
                </a:lnTo>
                <a:lnTo>
                  <a:pt x="5039609" y="107670"/>
                </a:lnTo>
                <a:lnTo>
                  <a:pt x="5039181" y="107553"/>
                </a:lnTo>
                <a:lnTo>
                  <a:pt x="5038744" y="107459"/>
                </a:lnTo>
                <a:lnTo>
                  <a:pt x="5038303" y="107386"/>
                </a:lnTo>
                <a:lnTo>
                  <a:pt x="5037861" y="107331"/>
                </a:lnTo>
                <a:lnTo>
                  <a:pt x="5037419" y="107292"/>
                </a:lnTo>
                <a:lnTo>
                  <a:pt x="5036981" y="107266"/>
                </a:lnTo>
                <a:lnTo>
                  <a:pt x="5036549" y="107250"/>
                </a:lnTo>
                <a:lnTo>
                  <a:pt x="5036127" y="107242"/>
                </a:lnTo>
                <a:lnTo>
                  <a:pt x="5035718" y="107239"/>
                </a:lnTo>
                <a:lnTo>
                  <a:pt x="5035324" y="107238"/>
                </a:lnTo>
                <a:lnTo>
                  <a:pt x="5026839" y="107238"/>
                </a:lnTo>
                <a:lnTo>
                  <a:pt x="5026839" y="62576"/>
                </a:lnTo>
                <a:lnTo>
                  <a:pt x="5026789" y="60203"/>
                </a:lnTo>
                <a:lnTo>
                  <a:pt x="5026637" y="57944"/>
                </a:lnTo>
                <a:lnTo>
                  <a:pt x="5026387" y="55800"/>
                </a:lnTo>
                <a:lnTo>
                  <a:pt x="5026041" y="53768"/>
                </a:lnTo>
                <a:lnTo>
                  <a:pt x="5025599" y="51847"/>
                </a:lnTo>
                <a:lnTo>
                  <a:pt x="5025065" y="50036"/>
                </a:lnTo>
                <a:lnTo>
                  <a:pt x="5024440" y="48334"/>
                </a:lnTo>
                <a:lnTo>
                  <a:pt x="5023727" y="46739"/>
                </a:lnTo>
                <a:lnTo>
                  <a:pt x="5022926" y="45251"/>
                </a:lnTo>
                <a:lnTo>
                  <a:pt x="5022040" y="43867"/>
                </a:lnTo>
                <a:lnTo>
                  <a:pt x="5021071" y="42588"/>
                </a:lnTo>
                <a:lnTo>
                  <a:pt x="5020020" y="41411"/>
                </a:lnTo>
                <a:lnTo>
                  <a:pt x="5018890" y="40335"/>
                </a:lnTo>
                <a:lnTo>
                  <a:pt x="5017683" y="39360"/>
                </a:lnTo>
                <a:lnTo>
                  <a:pt x="5016401" y="38483"/>
                </a:lnTo>
                <a:lnTo>
                  <a:pt x="5015045" y="37704"/>
                </a:lnTo>
                <a:lnTo>
                  <a:pt x="5013617" y="37021"/>
                </a:lnTo>
                <a:lnTo>
                  <a:pt x="5012119" y="36433"/>
                </a:lnTo>
                <a:lnTo>
                  <a:pt x="5010554" y="35939"/>
                </a:lnTo>
                <a:lnTo>
                  <a:pt x="5008923" y="35537"/>
                </a:lnTo>
                <a:lnTo>
                  <a:pt x="5007228" y="35227"/>
                </a:lnTo>
                <a:lnTo>
                  <a:pt x="5005471" y="35007"/>
                </a:lnTo>
                <a:lnTo>
                  <a:pt x="5003654" y="34876"/>
                </a:lnTo>
                <a:lnTo>
                  <a:pt x="5001779" y="34833"/>
                </a:lnTo>
                <a:lnTo>
                  <a:pt x="5000186" y="34867"/>
                </a:lnTo>
                <a:lnTo>
                  <a:pt x="4998638" y="34964"/>
                </a:lnTo>
                <a:lnTo>
                  <a:pt x="4997135" y="35122"/>
                </a:lnTo>
                <a:lnTo>
                  <a:pt x="4995677" y="35336"/>
                </a:lnTo>
                <a:lnTo>
                  <a:pt x="4994265" y="35601"/>
                </a:lnTo>
                <a:lnTo>
                  <a:pt x="4992898" y="35915"/>
                </a:lnTo>
                <a:lnTo>
                  <a:pt x="4991578" y="36272"/>
                </a:lnTo>
                <a:lnTo>
                  <a:pt x="4990304" y="36669"/>
                </a:lnTo>
                <a:lnTo>
                  <a:pt x="4989077" y="37101"/>
                </a:lnTo>
                <a:lnTo>
                  <a:pt x="4987897" y="37565"/>
                </a:lnTo>
                <a:lnTo>
                  <a:pt x="4986765" y="38056"/>
                </a:lnTo>
                <a:lnTo>
                  <a:pt x="4985680" y="38570"/>
                </a:lnTo>
                <a:lnTo>
                  <a:pt x="4984644" y="39103"/>
                </a:lnTo>
                <a:lnTo>
                  <a:pt x="4983656" y="39651"/>
                </a:lnTo>
                <a:lnTo>
                  <a:pt x="4982717" y="40210"/>
                </a:lnTo>
                <a:lnTo>
                  <a:pt x="4981827" y="40776"/>
                </a:lnTo>
                <a:lnTo>
                  <a:pt x="4980987" y="41344"/>
                </a:lnTo>
                <a:lnTo>
                  <a:pt x="4980197" y="41911"/>
                </a:lnTo>
                <a:lnTo>
                  <a:pt x="4979457" y="42473"/>
                </a:lnTo>
                <a:lnTo>
                  <a:pt x="4978767" y="43025"/>
                </a:lnTo>
                <a:lnTo>
                  <a:pt x="4978128" y="43563"/>
                </a:lnTo>
                <a:lnTo>
                  <a:pt x="4977541" y="44083"/>
                </a:lnTo>
                <a:lnTo>
                  <a:pt x="4977005" y="44581"/>
                </a:lnTo>
                <a:lnTo>
                  <a:pt x="4976520" y="45053"/>
                </a:lnTo>
                <a:lnTo>
                  <a:pt x="4976520" y="9035"/>
                </a:lnTo>
                <a:lnTo>
                  <a:pt x="4976514" y="8309"/>
                </a:lnTo>
                <a:lnTo>
                  <a:pt x="4976494" y="7624"/>
                </a:lnTo>
                <a:lnTo>
                  <a:pt x="4976458" y="6980"/>
                </a:lnTo>
                <a:lnTo>
                  <a:pt x="4976405" y="6375"/>
                </a:lnTo>
                <a:lnTo>
                  <a:pt x="4976332" y="5808"/>
                </a:lnTo>
                <a:lnTo>
                  <a:pt x="4976237" y="5279"/>
                </a:lnTo>
                <a:lnTo>
                  <a:pt x="4976120" y="4786"/>
                </a:lnTo>
                <a:lnTo>
                  <a:pt x="4975978" y="4330"/>
                </a:lnTo>
                <a:lnTo>
                  <a:pt x="4975809" y="3908"/>
                </a:lnTo>
                <a:lnTo>
                  <a:pt x="4975611" y="3520"/>
                </a:lnTo>
                <a:lnTo>
                  <a:pt x="4975383" y="3165"/>
                </a:lnTo>
                <a:lnTo>
                  <a:pt x="4975123" y="2842"/>
                </a:lnTo>
                <a:lnTo>
                  <a:pt x="4974829" y="2550"/>
                </a:lnTo>
                <a:lnTo>
                  <a:pt x="4974498" y="2288"/>
                </a:lnTo>
                <a:lnTo>
                  <a:pt x="4974130" y="2055"/>
                </a:lnTo>
                <a:lnTo>
                  <a:pt x="4973722" y="1851"/>
                </a:lnTo>
                <a:lnTo>
                  <a:pt x="4973273" y="1675"/>
                </a:lnTo>
                <a:lnTo>
                  <a:pt x="4972780" y="1525"/>
                </a:lnTo>
                <a:lnTo>
                  <a:pt x="4972242" y="1400"/>
                </a:lnTo>
                <a:lnTo>
                  <a:pt x="4971657" y="1300"/>
                </a:lnTo>
                <a:lnTo>
                  <a:pt x="4971023" y="1224"/>
                </a:lnTo>
                <a:lnTo>
                  <a:pt x="4970339" y="1171"/>
                </a:lnTo>
                <a:lnTo>
                  <a:pt x="4969602" y="1140"/>
                </a:lnTo>
                <a:lnTo>
                  <a:pt x="4968810" y="1130"/>
                </a:lnTo>
                <a:lnTo>
                  <a:pt x="4954737" y="1130"/>
                </a:lnTo>
                <a:lnTo>
                  <a:pt x="4954342" y="1130"/>
                </a:lnTo>
                <a:lnTo>
                  <a:pt x="4953933" y="1133"/>
                </a:lnTo>
                <a:lnTo>
                  <a:pt x="4953511" y="1141"/>
                </a:lnTo>
                <a:lnTo>
                  <a:pt x="4953080" y="1157"/>
                </a:lnTo>
                <a:lnTo>
                  <a:pt x="4952642" y="1184"/>
                </a:lnTo>
                <a:lnTo>
                  <a:pt x="4952200" y="1223"/>
                </a:lnTo>
                <a:lnTo>
                  <a:pt x="4951757" y="1278"/>
                </a:lnTo>
                <a:lnTo>
                  <a:pt x="4951316" y="1351"/>
                </a:lnTo>
                <a:lnTo>
                  <a:pt x="4950880" y="1445"/>
                </a:lnTo>
                <a:lnTo>
                  <a:pt x="4950451" y="1562"/>
                </a:lnTo>
                <a:lnTo>
                  <a:pt x="4950032" y="1705"/>
                </a:lnTo>
                <a:lnTo>
                  <a:pt x="4949627" y="1877"/>
                </a:lnTo>
                <a:lnTo>
                  <a:pt x="4949238" y="2080"/>
                </a:lnTo>
                <a:lnTo>
                  <a:pt x="4948868" y="2316"/>
                </a:lnTo>
                <a:lnTo>
                  <a:pt x="4948520" y="2589"/>
                </a:lnTo>
                <a:lnTo>
                  <a:pt x="4948196" y="2901"/>
                </a:lnTo>
                <a:lnTo>
                  <a:pt x="4947899" y="3254"/>
                </a:lnTo>
                <a:lnTo>
                  <a:pt x="4947633" y="3652"/>
                </a:lnTo>
                <a:lnTo>
                  <a:pt x="4947400" y="4096"/>
                </a:lnTo>
                <a:lnTo>
                  <a:pt x="4947203" y="4589"/>
                </a:lnTo>
                <a:lnTo>
                  <a:pt x="4947045" y="5135"/>
                </a:lnTo>
                <a:lnTo>
                  <a:pt x="4946929" y="5734"/>
                </a:lnTo>
                <a:lnTo>
                  <a:pt x="4946857" y="6391"/>
                </a:lnTo>
                <a:lnTo>
                  <a:pt x="4946832" y="7108"/>
                </a:lnTo>
                <a:lnTo>
                  <a:pt x="4946858" y="7801"/>
                </a:lnTo>
                <a:lnTo>
                  <a:pt x="4946932" y="8437"/>
                </a:lnTo>
                <a:lnTo>
                  <a:pt x="4947053" y="9017"/>
                </a:lnTo>
                <a:lnTo>
                  <a:pt x="4947216" y="9545"/>
                </a:lnTo>
                <a:lnTo>
                  <a:pt x="4947419" y="10022"/>
                </a:lnTo>
                <a:lnTo>
                  <a:pt x="4947658" y="10452"/>
                </a:lnTo>
                <a:lnTo>
                  <a:pt x="4947930" y="10836"/>
                </a:lnTo>
                <a:lnTo>
                  <a:pt x="4948232" y="11178"/>
                </a:lnTo>
                <a:lnTo>
                  <a:pt x="4948560" y="11480"/>
                </a:lnTo>
                <a:lnTo>
                  <a:pt x="4948913" y="11744"/>
                </a:lnTo>
                <a:lnTo>
                  <a:pt x="4949286" y="11973"/>
                </a:lnTo>
                <a:lnTo>
                  <a:pt x="4949676" y="12169"/>
                </a:lnTo>
                <a:lnTo>
                  <a:pt x="4950080" y="12335"/>
                </a:lnTo>
                <a:lnTo>
                  <a:pt x="4950495" y="12473"/>
                </a:lnTo>
                <a:lnTo>
                  <a:pt x="4950917" y="12587"/>
                </a:lnTo>
                <a:lnTo>
                  <a:pt x="4951345" y="12678"/>
                </a:lnTo>
                <a:lnTo>
                  <a:pt x="4951773" y="12748"/>
                </a:lnTo>
                <a:lnTo>
                  <a:pt x="4952200" y="12801"/>
                </a:lnTo>
                <a:lnTo>
                  <a:pt x="4952621" y="12839"/>
                </a:lnTo>
                <a:lnTo>
                  <a:pt x="4953035" y="12865"/>
                </a:lnTo>
                <a:lnTo>
                  <a:pt x="4953437" y="12880"/>
                </a:lnTo>
                <a:lnTo>
                  <a:pt x="4953824" y="12888"/>
                </a:lnTo>
                <a:lnTo>
                  <a:pt x="4954194" y="12891"/>
                </a:lnTo>
                <a:lnTo>
                  <a:pt x="4954543" y="12892"/>
                </a:lnTo>
                <a:lnTo>
                  <a:pt x="4963221" y="12892"/>
                </a:lnTo>
                <a:lnTo>
                  <a:pt x="4963221" y="107238"/>
                </a:lnTo>
                <a:lnTo>
                  <a:pt x="4954737" y="107238"/>
                </a:lnTo>
                <a:lnTo>
                  <a:pt x="4954342" y="107239"/>
                </a:lnTo>
                <a:lnTo>
                  <a:pt x="4953933" y="107242"/>
                </a:lnTo>
                <a:lnTo>
                  <a:pt x="4953511" y="107250"/>
                </a:lnTo>
                <a:lnTo>
                  <a:pt x="4953080" y="107266"/>
                </a:lnTo>
                <a:lnTo>
                  <a:pt x="4952642" y="107292"/>
                </a:lnTo>
                <a:lnTo>
                  <a:pt x="4952200" y="107331"/>
                </a:lnTo>
                <a:lnTo>
                  <a:pt x="4951757" y="107386"/>
                </a:lnTo>
                <a:lnTo>
                  <a:pt x="4951316" y="107459"/>
                </a:lnTo>
                <a:lnTo>
                  <a:pt x="4950880" y="107553"/>
                </a:lnTo>
                <a:lnTo>
                  <a:pt x="4950451" y="107670"/>
                </a:lnTo>
                <a:lnTo>
                  <a:pt x="4950032" y="107813"/>
                </a:lnTo>
                <a:lnTo>
                  <a:pt x="4949627" y="107985"/>
                </a:lnTo>
                <a:lnTo>
                  <a:pt x="4949238" y="108188"/>
                </a:lnTo>
                <a:lnTo>
                  <a:pt x="4948868" y="108424"/>
                </a:lnTo>
                <a:lnTo>
                  <a:pt x="4948520" y="108697"/>
                </a:lnTo>
                <a:lnTo>
                  <a:pt x="4948196" y="109009"/>
                </a:lnTo>
                <a:lnTo>
                  <a:pt x="4947899" y="109362"/>
                </a:lnTo>
                <a:lnTo>
                  <a:pt x="4947633" y="109759"/>
                </a:lnTo>
                <a:lnTo>
                  <a:pt x="4947400" y="110203"/>
                </a:lnTo>
                <a:lnTo>
                  <a:pt x="4947203" y="110696"/>
                </a:lnTo>
                <a:lnTo>
                  <a:pt x="4947045" y="111241"/>
                </a:lnTo>
                <a:lnTo>
                  <a:pt x="4946929" y="111841"/>
                </a:lnTo>
                <a:lnTo>
                  <a:pt x="4946857" y="112497"/>
                </a:lnTo>
                <a:lnTo>
                  <a:pt x="4946832" y="113213"/>
                </a:lnTo>
                <a:lnTo>
                  <a:pt x="4946858" y="113907"/>
                </a:lnTo>
                <a:lnTo>
                  <a:pt x="4946932" y="114542"/>
                </a:lnTo>
                <a:lnTo>
                  <a:pt x="4947053" y="115122"/>
                </a:lnTo>
                <a:lnTo>
                  <a:pt x="4947216" y="115650"/>
                </a:lnTo>
                <a:lnTo>
                  <a:pt x="4947419" y="116127"/>
                </a:lnTo>
                <a:lnTo>
                  <a:pt x="4947658" y="116557"/>
                </a:lnTo>
                <a:lnTo>
                  <a:pt x="4947930" y="116942"/>
                </a:lnTo>
                <a:lnTo>
                  <a:pt x="4948232" y="117283"/>
                </a:lnTo>
                <a:lnTo>
                  <a:pt x="4948560" y="117585"/>
                </a:lnTo>
                <a:lnTo>
                  <a:pt x="4948913" y="117849"/>
                </a:lnTo>
                <a:lnTo>
                  <a:pt x="4949286" y="118078"/>
                </a:lnTo>
                <a:lnTo>
                  <a:pt x="4949676" y="118274"/>
                </a:lnTo>
                <a:lnTo>
                  <a:pt x="4950080" y="118440"/>
                </a:lnTo>
                <a:lnTo>
                  <a:pt x="4950495" y="118579"/>
                </a:lnTo>
                <a:lnTo>
                  <a:pt x="4950917" y="118692"/>
                </a:lnTo>
                <a:lnTo>
                  <a:pt x="4951345" y="118783"/>
                </a:lnTo>
                <a:lnTo>
                  <a:pt x="4951773" y="118854"/>
                </a:lnTo>
                <a:lnTo>
                  <a:pt x="4952200" y="118907"/>
                </a:lnTo>
                <a:lnTo>
                  <a:pt x="4952621" y="118945"/>
                </a:lnTo>
                <a:lnTo>
                  <a:pt x="4953035" y="118970"/>
                </a:lnTo>
                <a:lnTo>
                  <a:pt x="4953437" y="118986"/>
                </a:lnTo>
                <a:lnTo>
                  <a:pt x="4953824" y="118994"/>
                </a:lnTo>
                <a:lnTo>
                  <a:pt x="4954194" y="118997"/>
                </a:lnTo>
                <a:lnTo>
                  <a:pt x="4954543" y="118997"/>
                </a:lnTo>
                <a:lnTo>
                  <a:pt x="4985199" y="118997"/>
                </a:lnTo>
                <a:lnTo>
                  <a:pt x="4985547" y="118997"/>
                </a:lnTo>
                <a:lnTo>
                  <a:pt x="4985917" y="118994"/>
                </a:lnTo>
                <a:lnTo>
                  <a:pt x="4986305" y="118986"/>
                </a:lnTo>
                <a:lnTo>
                  <a:pt x="4986707" y="118970"/>
                </a:lnTo>
                <a:lnTo>
                  <a:pt x="4987120" y="118945"/>
                </a:lnTo>
                <a:lnTo>
                  <a:pt x="4987542" y="118907"/>
                </a:lnTo>
                <a:lnTo>
                  <a:pt x="4987968" y="118854"/>
                </a:lnTo>
                <a:lnTo>
                  <a:pt x="4988397" y="118783"/>
                </a:lnTo>
                <a:lnTo>
                  <a:pt x="4988824" y="118692"/>
                </a:lnTo>
                <a:lnTo>
                  <a:pt x="4989246" y="118579"/>
                </a:lnTo>
                <a:lnTo>
                  <a:pt x="4989661" y="118440"/>
                </a:lnTo>
                <a:lnTo>
                  <a:pt x="4990066" y="118274"/>
                </a:lnTo>
                <a:lnTo>
                  <a:pt x="4990456" y="118078"/>
                </a:lnTo>
                <a:lnTo>
                  <a:pt x="4990828" y="117849"/>
                </a:lnTo>
                <a:lnTo>
                  <a:pt x="4991181" y="117585"/>
                </a:lnTo>
                <a:lnTo>
                  <a:pt x="4991510" y="117283"/>
                </a:lnTo>
                <a:lnTo>
                  <a:pt x="4991812" y="116942"/>
                </a:lnTo>
                <a:lnTo>
                  <a:pt x="4992084" y="116557"/>
                </a:lnTo>
                <a:lnTo>
                  <a:pt x="4992323" y="116127"/>
                </a:lnTo>
                <a:lnTo>
                  <a:pt x="4992525" y="115650"/>
                </a:lnTo>
                <a:lnTo>
                  <a:pt x="4992688" y="115122"/>
                </a:lnTo>
                <a:lnTo>
                  <a:pt x="4992809" y="114542"/>
                </a:lnTo>
                <a:lnTo>
                  <a:pt x="4992884" y="113907"/>
                </a:lnTo>
                <a:lnTo>
                  <a:pt x="4992909" y="113213"/>
                </a:lnTo>
                <a:lnTo>
                  <a:pt x="4992884" y="112497"/>
                </a:lnTo>
                <a:lnTo>
                  <a:pt x="4992813" y="111841"/>
                </a:lnTo>
                <a:lnTo>
                  <a:pt x="4992696" y="111241"/>
                </a:lnTo>
                <a:lnTo>
                  <a:pt x="4992538" y="110696"/>
                </a:lnTo>
                <a:lnTo>
                  <a:pt x="4992341" y="110203"/>
                </a:lnTo>
                <a:lnTo>
                  <a:pt x="4992108" y="109759"/>
                </a:lnTo>
                <a:lnTo>
                  <a:pt x="4991842" y="109362"/>
                </a:lnTo>
                <a:lnTo>
                  <a:pt x="4991546" y="109009"/>
                </a:lnTo>
                <a:lnTo>
                  <a:pt x="4991222" y="108697"/>
                </a:lnTo>
                <a:lnTo>
                  <a:pt x="4990873" y="108424"/>
                </a:lnTo>
                <a:lnTo>
                  <a:pt x="4990503" y="108188"/>
                </a:lnTo>
                <a:lnTo>
                  <a:pt x="4990114" y="107985"/>
                </a:lnTo>
                <a:lnTo>
                  <a:pt x="4989709" y="107813"/>
                </a:lnTo>
                <a:lnTo>
                  <a:pt x="4989290" y="107670"/>
                </a:lnTo>
                <a:lnTo>
                  <a:pt x="4988862" y="107553"/>
                </a:lnTo>
                <a:lnTo>
                  <a:pt x="4988425" y="107459"/>
                </a:lnTo>
                <a:lnTo>
                  <a:pt x="4987984" y="107386"/>
                </a:lnTo>
                <a:lnTo>
                  <a:pt x="4987542" y="107331"/>
                </a:lnTo>
                <a:lnTo>
                  <a:pt x="4987100" y="107292"/>
                </a:lnTo>
                <a:lnTo>
                  <a:pt x="4986662" y="107266"/>
                </a:lnTo>
                <a:lnTo>
                  <a:pt x="4986230" y="107250"/>
                </a:lnTo>
                <a:lnTo>
                  <a:pt x="4985808" y="107242"/>
                </a:lnTo>
                <a:lnTo>
                  <a:pt x="4985399" y="107239"/>
                </a:lnTo>
                <a:lnTo>
                  <a:pt x="4985005" y="107238"/>
                </a:lnTo>
                <a:lnTo>
                  <a:pt x="4976520" y="107238"/>
                </a:lnTo>
                <a:lnTo>
                  <a:pt x="4976520" y="73164"/>
                </a:lnTo>
                <a:lnTo>
                  <a:pt x="4976593" y="70819"/>
                </a:lnTo>
                <a:lnTo>
                  <a:pt x="4976807" y="68597"/>
                </a:lnTo>
                <a:lnTo>
                  <a:pt x="4977153" y="66495"/>
                </a:lnTo>
                <a:lnTo>
                  <a:pt x="4977623" y="64511"/>
                </a:lnTo>
                <a:lnTo>
                  <a:pt x="4978209" y="62644"/>
                </a:lnTo>
                <a:lnTo>
                  <a:pt x="4978903" y="60891"/>
                </a:lnTo>
                <a:lnTo>
                  <a:pt x="4979698" y="59250"/>
                </a:lnTo>
                <a:lnTo>
                  <a:pt x="4980584" y="57719"/>
                </a:lnTo>
                <a:lnTo>
                  <a:pt x="4981553" y="56297"/>
                </a:lnTo>
                <a:lnTo>
                  <a:pt x="4982599" y="54981"/>
                </a:lnTo>
                <a:lnTo>
                  <a:pt x="4983711" y="53769"/>
                </a:lnTo>
                <a:lnTo>
                  <a:pt x="4984884" y="52660"/>
                </a:lnTo>
                <a:lnTo>
                  <a:pt x="4986107" y="51651"/>
                </a:lnTo>
                <a:lnTo>
                  <a:pt x="4987373" y="50740"/>
                </a:lnTo>
                <a:lnTo>
                  <a:pt x="4988675" y="49925"/>
                </a:lnTo>
                <a:lnTo>
                  <a:pt x="4990003" y="49205"/>
                </a:lnTo>
                <a:lnTo>
                  <a:pt x="4991350" y="48577"/>
                </a:lnTo>
                <a:lnTo>
                  <a:pt x="4992708" y="48039"/>
                </a:lnTo>
                <a:lnTo>
                  <a:pt x="4994068" y="47590"/>
                </a:lnTo>
                <a:lnTo>
                  <a:pt x="4995422" y="47226"/>
                </a:lnTo>
                <a:lnTo>
                  <a:pt x="4996763" y="46947"/>
                </a:lnTo>
                <a:lnTo>
                  <a:pt x="4998082" y="46750"/>
                </a:lnTo>
                <a:lnTo>
                  <a:pt x="4999371" y="46634"/>
                </a:lnTo>
                <a:lnTo>
                  <a:pt x="5000622" y="46595"/>
                </a:lnTo>
                <a:lnTo>
                  <a:pt x="5001861" y="46623"/>
                </a:lnTo>
                <a:lnTo>
                  <a:pt x="5003023" y="46708"/>
                </a:lnTo>
                <a:lnTo>
                  <a:pt x="5004111" y="46849"/>
                </a:lnTo>
                <a:lnTo>
                  <a:pt x="5005127" y="47048"/>
                </a:lnTo>
                <a:lnTo>
                  <a:pt x="5006072" y="47304"/>
                </a:lnTo>
                <a:lnTo>
                  <a:pt x="5006950" y="47618"/>
                </a:lnTo>
                <a:lnTo>
                  <a:pt x="5007763" y="47990"/>
                </a:lnTo>
                <a:lnTo>
                  <a:pt x="5008511" y="48421"/>
                </a:lnTo>
                <a:lnTo>
                  <a:pt x="5009198" y="48910"/>
                </a:lnTo>
                <a:lnTo>
                  <a:pt x="5009826" y="49459"/>
                </a:lnTo>
                <a:lnTo>
                  <a:pt x="5010396" y="50067"/>
                </a:lnTo>
                <a:lnTo>
                  <a:pt x="5010911" y="50735"/>
                </a:lnTo>
                <a:lnTo>
                  <a:pt x="5011373" y="51463"/>
                </a:lnTo>
                <a:lnTo>
                  <a:pt x="5011783" y="52252"/>
                </a:lnTo>
                <a:lnTo>
                  <a:pt x="5012144" y="53101"/>
                </a:lnTo>
                <a:lnTo>
                  <a:pt x="5012459" y="54012"/>
                </a:lnTo>
                <a:lnTo>
                  <a:pt x="5012729" y="54984"/>
                </a:lnTo>
                <a:lnTo>
                  <a:pt x="5012956" y="56018"/>
                </a:lnTo>
                <a:lnTo>
                  <a:pt x="5013142" y="57114"/>
                </a:lnTo>
                <a:lnTo>
                  <a:pt x="5013290" y="58272"/>
                </a:lnTo>
                <a:lnTo>
                  <a:pt x="5013401" y="59494"/>
                </a:lnTo>
                <a:lnTo>
                  <a:pt x="5013478" y="60778"/>
                </a:lnTo>
                <a:lnTo>
                  <a:pt x="5013522" y="62126"/>
                </a:lnTo>
                <a:lnTo>
                  <a:pt x="5013537" y="63538"/>
                </a:lnTo>
                <a:lnTo>
                  <a:pt x="5013537" y="107238"/>
                </a:lnTo>
                <a:lnTo>
                  <a:pt x="5006021" y="107238"/>
                </a:lnTo>
                <a:lnTo>
                  <a:pt x="5005626" y="107239"/>
                </a:lnTo>
                <a:lnTo>
                  <a:pt x="5005217" y="107242"/>
                </a:lnTo>
                <a:lnTo>
                  <a:pt x="5004795" y="107250"/>
                </a:lnTo>
                <a:lnTo>
                  <a:pt x="5004364" y="107266"/>
                </a:lnTo>
                <a:lnTo>
                  <a:pt x="5003926" y="107292"/>
                </a:lnTo>
                <a:lnTo>
                  <a:pt x="5003484" y="107331"/>
                </a:lnTo>
                <a:lnTo>
                  <a:pt x="5003041" y="107386"/>
                </a:lnTo>
                <a:lnTo>
                  <a:pt x="5002600" y="107459"/>
                </a:lnTo>
                <a:lnTo>
                  <a:pt x="5002163" y="107553"/>
                </a:lnTo>
                <a:lnTo>
                  <a:pt x="5001735" y="107670"/>
                </a:lnTo>
                <a:lnTo>
                  <a:pt x="5001316" y="107813"/>
                </a:lnTo>
                <a:lnTo>
                  <a:pt x="5000911" y="107985"/>
                </a:lnTo>
                <a:lnTo>
                  <a:pt x="5000522" y="108188"/>
                </a:lnTo>
                <a:lnTo>
                  <a:pt x="5000152" y="108424"/>
                </a:lnTo>
                <a:lnTo>
                  <a:pt x="4999803" y="108697"/>
                </a:lnTo>
                <a:lnTo>
                  <a:pt x="4999480" y="109009"/>
                </a:lnTo>
                <a:lnTo>
                  <a:pt x="4999183" y="109362"/>
                </a:lnTo>
                <a:lnTo>
                  <a:pt x="4998917" y="109759"/>
                </a:lnTo>
                <a:lnTo>
                  <a:pt x="4998684" y="110203"/>
                </a:lnTo>
                <a:lnTo>
                  <a:pt x="4998487" y="110696"/>
                </a:lnTo>
                <a:lnTo>
                  <a:pt x="4998329" y="111241"/>
                </a:lnTo>
                <a:lnTo>
                  <a:pt x="4998213" y="111841"/>
                </a:lnTo>
                <a:lnTo>
                  <a:pt x="4998141" y="112497"/>
                </a:lnTo>
                <a:lnTo>
                  <a:pt x="4998116" y="113213"/>
                </a:lnTo>
                <a:lnTo>
                  <a:pt x="4998143" y="113907"/>
                </a:lnTo>
                <a:lnTo>
                  <a:pt x="4998220" y="114542"/>
                </a:lnTo>
                <a:lnTo>
                  <a:pt x="4998345" y="115122"/>
                </a:lnTo>
                <a:lnTo>
                  <a:pt x="4998514" y="115650"/>
                </a:lnTo>
                <a:lnTo>
                  <a:pt x="4998724" y="116127"/>
                </a:lnTo>
                <a:lnTo>
                  <a:pt x="4998971" y="116557"/>
                </a:lnTo>
                <a:lnTo>
                  <a:pt x="4999253" y="116942"/>
                </a:lnTo>
                <a:lnTo>
                  <a:pt x="4999565" y="117283"/>
                </a:lnTo>
                <a:lnTo>
                  <a:pt x="4999905" y="117585"/>
                </a:lnTo>
                <a:lnTo>
                  <a:pt x="5000269" y="117849"/>
                </a:lnTo>
                <a:lnTo>
                  <a:pt x="5000654" y="118078"/>
                </a:lnTo>
                <a:lnTo>
                  <a:pt x="5001056" y="118274"/>
                </a:lnTo>
                <a:lnTo>
                  <a:pt x="5001472" y="118440"/>
                </a:lnTo>
                <a:lnTo>
                  <a:pt x="5001899" y="118579"/>
                </a:lnTo>
                <a:lnTo>
                  <a:pt x="5002333" y="118692"/>
                </a:lnTo>
                <a:lnTo>
                  <a:pt x="5002771" y="118783"/>
                </a:lnTo>
                <a:lnTo>
                  <a:pt x="5003210" y="118854"/>
                </a:lnTo>
                <a:lnTo>
                  <a:pt x="5003646" y="118907"/>
                </a:lnTo>
                <a:lnTo>
                  <a:pt x="5004076" y="118945"/>
                </a:lnTo>
                <a:lnTo>
                  <a:pt x="5004497" y="118970"/>
                </a:lnTo>
                <a:lnTo>
                  <a:pt x="5004906" y="118986"/>
                </a:lnTo>
                <a:lnTo>
                  <a:pt x="5005298" y="118994"/>
                </a:lnTo>
                <a:lnTo>
                  <a:pt x="5005671" y="118997"/>
                </a:lnTo>
                <a:lnTo>
                  <a:pt x="5006021" y="118997"/>
                </a:lnTo>
                <a:lnTo>
                  <a:pt x="5035518" y="118997"/>
                </a:lnTo>
                <a:lnTo>
                  <a:pt x="5035866" y="118997"/>
                </a:lnTo>
                <a:lnTo>
                  <a:pt x="5036236" y="118994"/>
                </a:lnTo>
                <a:lnTo>
                  <a:pt x="5036624" y="118986"/>
                </a:lnTo>
                <a:lnTo>
                  <a:pt x="5037026" y="118970"/>
                </a:lnTo>
                <a:lnTo>
                  <a:pt x="5037439" y="118945"/>
                </a:lnTo>
                <a:lnTo>
                  <a:pt x="5037861" y="118907"/>
                </a:lnTo>
                <a:lnTo>
                  <a:pt x="5038287" y="118854"/>
                </a:lnTo>
                <a:lnTo>
                  <a:pt x="5038716" y="118783"/>
                </a:lnTo>
                <a:lnTo>
                  <a:pt x="5039143" y="118692"/>
                </a:lnTo>
                <a:lnTo>
                  <a:pt x="5039565" y="118579"/>
                </a:lnTo>
                <a:lnTo>
                  <a:pt x="5039980" y="118440"/>
                </a:lnTo>
                <a:lnTo>
                  <a:pt x="5040385" y="118274"/>
                </a:lnTo>
                <a:lnTo>
                  <a:pt x="5040775" y="118078"/>
                </a:lnTo>
                <a:lnTo>
                  <a:pt x="5041147" y="117849"/>
                </a:lnTo>
                <a:lnTo>
                  <a:pt x="5041500" y="117585"/>
                </a:lnTo>
                <a:lnTo>
                  <a:pt x="5041829" y="117283"/>
                </a:lnTo>
                <a:lnTo>
                  <a:pt x="5042131" y="116942"/>
                </a:lnTo>
                <a:lnTo>
                  <a:pt x="5042403" y="116557"/>
                </a:lnTo>
                <a:lnTo>
                  <a:pt x="5042642" y="116127"/>
                </a:lnTo>
                <a:lnTo>
                  <a:pt x="5042844" y="115650"/>
                </a:lnTo>
                <a:lnTo>
                  <a:pt x="5043007" y="115122"/>
                </a:lnTo>
                <a:lnTo>
                  <a:pt x="5043128" y="114542"/>
                </a:lnTo>
                <a:lnTo>
                  <a:pt x="5043203" y="113907"/>
                </a:lnTo>
                <a:lnTo>
                  <a:pt x="5043228" y="113213"/>
                </a:lnTo>
                <a:lnTo>
                  <a:pt x="5043203" y="112497"/>
                </a:lnTo>
                <a:lnTo>
                  <a:pt x="5043131" y="111841"/>
                </a:lnTo>
                <a:lnTo>
                  <a:pt x="5043015" y="111241"/>
                </a:lnTo>
                <a:lnTo>
                  <a:pt x="5042857" y="110696"/>
                </a:lnTo>
                <a:lnTo>
                  <a:pt x="5042660" y="110203"/>
                </a:lnTo>
                <a:lnTo>
                  <a:pt x="5042427" y="109759"/>
                </a:lnTo>
                <a:close/>
                <a:moveTo>
                  <a:pt x="5337428" y="109759"/>
                </a:moveTo>
                <a:lnTo>
                  <a:pt x="5337171" y="109362"/>
                </a:lnTo>
                <a:lnTo>
                  <a:pt x="5336885" y="109009"/>
                </a:lnTo>
                <a:lnTo>
                  <a:pt x="5336572" y="108697"/>
                </a:lnTo>
                <a:lnTo>
                  <a:pt x="5336235" y="108424"/>
                </a:lnTo>
                <a:lnTo>
                  <a:pt x="5335876" y="108188"/>
                </a:lnTo>
                <a:lnTo>
                  <a:pt x="5335499" y="107985"/>
                </a:lnTo>
                <a:lnTo>
                  <a:pt x="5335106" y="107813"/>
                </a:lnTo>
                <a:lnTo>
                  <a:pt x="5334699" y="107670"/>
                </a:lnTo>
                <a:lnTo>
                  <a:pt x="5334282" y="107553"/>
                </a:lnTo>
                <a:lnTo>
                  <a:pt x="5333857" y="107459"/>
                </a:lnTo>
                <a:lnTo>
                  <a:pt x="5333426" y="107386"/>
                </a:lnTo>
                <a:lnTo>
                  <a:pt x="5332993" y="107331"/>
                </a:lnTo>
                <a:lnTo>
                  <a:pt x="5332559" y="107292"/>
                </a:lnTo>
                <a:lnTo>
                  <a:pt x="5332128" y="107266"/>
                </a:lnTo>
                <a:lnTo>
                  <a:pt x="5331703" y="107250"/>
                </a:lnTo>
                <a:lnTo>
                  <a:pt x="5331285" y="107242"/>
                </a:lnTo>
                <a:lnTo>
                  <a:pt x="5330879" y="107239"/>
                </a:lnTo>
                <a:lnTo>
                  <a:pt x="5330485" y="107238"/>
                </a:lnTo>
                <a:lnTo>
                  <a:pt x="5305424" y="107238"/>
                </a:lnTo>
                <a:lnTo>
                  <a:pt x="5305424" y="9035"/>
                </a:lnTo>
                <a:lnTo>
                  <a:pt x="5305418" y="8309"/>
                </a:lnTo>
                <a:lnTo>
                  <a:pt x="5305398" y="7624"/>
                </a:lnTo>
                <a:lnTo>
                  <a:pt x="5305362" y="6980"/>
                </a:lnTo>
                <a:lnTo>
                  <a:pt x="5305308" y="6375"/>
                </a:lnTo>
                <a:lnTo>
                  <a:pt x="5305236" y="5808"/>
                </a:lnTo>
                <a:lnTo>
                  <a:pt x="5305141" y="5279"/>
                </a:lnTo>
                <a:lnTo>
                  <a:pt x="5305024" y="4786"/>
                </a:lnTo>
                <a:lnTo>
                  <a:pt x="5304882" y="4330"/>
                </a:lnTo>
                <a:lnTo>
                  <a:pt x="5304713" y="3908"/>
                </a:lnTo>
                <a:lnTo>
                  <a:pt x="5304515" y="3520"/>
                </a:lnTo>
                <a:lnTo>
                  <a:pt x="5304287" y="3165"/>
                </a:lnTo>
                <a:lnTo>
                  <a:pt x="5304027" y="2842"/>
                </a:lnTo>
                <a:lnTo>
                  <a:pt x="5303732" y="2550"/>
                </a:lnTo>
                <a:lnTo>
                  <a:pt x="5303402" y="2288"/>
                </a:lnTo>
                <a:lnTo>
                  <a:pt x="5303033" y="2055"/>
                </a:lnTo>
                <a:lnTo>
                  <a:pt x="5302625" y="1851"/>
                </a:lnTo>
                <a:lnTo>
                  <a:pt x="5302176" y="1675"/>
                </a:lnTo>
                <a:lnTo>
                  <a:pt x="5301683" y="1525"/>
                </a:lnTo>
                <a:lnTo>
                  <a:pt x="5301145" y="1400"/>
                </a:lnTo>
                <a:lnTo>
                  <a:pt x="5300559" y="1300"/>
                </a:lnTo>
                <a:lnTo>
                  <a:pt x="5299925" y="1224"/>
                </a:lnTo>
                <a:lnTo>
                  <a:pt x="5299240" y="1171"/>
                </a:lnTo>
                <a:lnTo>
                  <a:pt x="5298503" y="1140"/>
                </a:lnTo>
                <a:lnTo>
                  <a:pt x="5297711" y="1130"/>
                </a:lnTo>
                <a:lnTo>
                  <a:pt x="5267252" y="1130"/>
                </a:lnTo>
                <a:lnTo>
                  <a:pt x="5266858" y="1130"/>
                </a:lnTo>
                <a:lnTo>
                  <a:pt x="5266448" y="1133"/>
                </a:lnTo>
                <a:lnTo>
                  <a:pt x="5266026" y="1141"/>
                </a:lnTo>
                <a:lnTo>
                  <a:pt x="5265595" y="1157"/>
                </a:lnTo>
                <a:lnTo>
                  <a:pt x="5265157" y="1184"/>
                </a:lnTo>
                <a:lnTo>
                  <a:pt x="5264715" y="1223"/>
                </a:lnTo>
                <a:lnTo>
                  <a:pt x="5264272" y="1278"/>
                </a:lnTo>
                <a:lnTo>
                  <a:pt x="5263831" y="1351"/>
                </a:lnTo>
                <a:lnTo>
                  <a:pt x="5263395" y="1445"/>
                </a:lnTo>
                <a:lnTo>
                  <a:pt x="5262966" y="1562"/>
                </a:lnTo>
                <a:lnTo>
                  <a:pt x="5262548" y="1705"/>
                </a:lnTo>
                <a:lnTo>
                  <a:pt x="5262143" y="1877"/>
                </a:lnTo>
                <a:lnTo>
                  <a:pt x="5261753" y="2080"/>
                </a:lnTo>
                <a:lnTo>
                  <a:pt x="5261383" y="2316"/>
                </a:lnTo>
                <a:lnTo>
                  <a:pt x="5261035" y="2589"/>
                </a:lnTo>
                <a:lnTo>
                  <a:pt x="5260711" y="2901"/>
                </a:lnTo>
                <a:lnTo>
                  <a:pt x="5260415" y="3254"/>
                </a:lnTo>
                <a:lnTo>
                  <a:pt x="5260149" y="3652"/>
                </a:lnTo>
                <a:lnTo>
                  <a:pt x="5259916" y="4096"/>
                </a:lnTo>
                <a:lnTo>
                  <a:pt x="5259719" y="4589"/>
                </a:lnTo>
                <a:lnTo>
                  <a:pt x="5259561" y="5135"/>
                </a:lnTo>
                <a:lnTo>
                  <a:pt x="5259444" y="5734"/>
                </a:lnTo>
                <a:lnTo>
                  <a:pt x="5259372" y="6391"/>
                </a:lnTo>
                <a:lnTo>
                  <a:pt x="5259348" y="7108"/>
                </a:lnTo>
                <a:lnTo>
                  <a:pt x="5259373" y="7801"/>
                </a:lnTo>
                <a:lnTo>
                  <a:pt x="5259448" y="8437"/>
                </a:lnTo>
                <a:lnTo>
                  <a:pt x="5259568" y="9017"/>
                </a:lnTo>
                <a:lnTo>
                  <a:pt x="5259731" y="9545"/>
                </a:lnTo>
                <a:lnTo>
                  <a:pt x="5259934" y="10022"/>
                </a:lnTo>
                <a:lnTo>
                  <a:pt x="5260173" y="10452"/>
                </a:lnTo>
                <a:lnTo>
                  <a:pt x="5260445" y="10836"/>
                </a:lnTo>
                <a:lnTo>
                  <a:pt x="5260747" y="11178"/>
                </a:lnTo>
                <a:lnTo>
                  <a:pt x="5261076" y="11480"/>
                </a:lnTo>
                <a:lnTo>
                  <a:pt x="5261428" y="11744"/>
                </a:lnTo>
                <a:lnTo>
                  <a:pt x="5261801" y="11973"/>
                </a:lnTo>
                <a:lnTo>
                  <a:pt x="5262191" y="12169"/>
                </a:lnTo>
                <a:lnTo>
                  <a:pt x="5262595" y="12335"/>
                </a:lnTo>
                <a:lnTo>
                  <a:pt x="5263010" y="12473"/>
                </a:lnTo>
                <a:lnTo>
                  <a:pt x="5263433" y="12587"/>
                </a:lnTo>
                <a:lnTo>
                  <a:pt x="5263860" y="12678"/>
                </a:lnTo>
                <a:lnTo>
                  <a:pt x="5264288" y="12748"/>
                </a:lnTo>
                <a:lnTo>
                  <a:pt x="5264715" y="12801"/>
                </a:lnTo>
                <a:lnTo>
                  <a:pt x="5265137" y="12839"/>
                </a:lnTo>
                <a:lnTo>
                  <a:pt x="5265550" y="12865"/>
                </a:lnTo>
                <a:lnTo>
                  <a:pt x="5265952" y="12880"/>
                </a:lnTo>
                <a:lnTo>
                  <a:pt x="5266340" y="12888"/>
                </a:lnTo>
                <a:lnTo>
                  <a:pt x="5266709" y="12891"/>
                </a:lnTo>
                <a:lnTo>
                  <a:pt x="5267058" y="12892"/>
                </a:lnTo>
                <a:lnTo>
                  <a:pt x="5292122" y="12892"/>
                </a:lnTo>
                <a:lnTo>
                  <a:pt x="5292122" y="107238"/>
                </a:lnTo>
                <a:lnTo>
                  <a:pt x="5267252" y="107238"/>
                </a:lnTo>
                <a:lnTo>
                  <a:pt x="5266858" y="107239"/>
                </a:lnTo>
                <a:lnTo>
                  <a:pt x="5266448" y="107242"/>
                </a:lnTo>
                <a:lnTo>
                  <a:pt x="5266026" y="107250"/>
                </a:lnTo>
                <a:lnTo>
                  <a:pt x="5265595" y="107266"/>
                </a:lnTo>
                <a:lnTo>
                  <a:pt x="5265157" y="107292"/>
                </a:lnTo>
                <a:lnTo>
                  <a:pt x="5264715" y="107331"/>
                </a:lnTo>
                <a:lnTo>
                  <a:pt x="5264272" y="107386"/>
                </a:lnTo>
                <a:lnTo>
                  <a:pt x="5263831" y="107459"/>
                </a:lnTo>
                <a:lnTo>
                  <a:pt x="5263395" y="107553"/>
                </a:lnTo>
                <a:lnTo>
                  <a:pt x="5262966" y="107670"/>
                </a:lnTo>
                <a:lnTo>
                  <a:pt x="5262548" y="107813"/>
                </a:lnTo>
                <a:lnTo>
                  <a:pt x="5262143" y="107985"/>
                </a:lnTo>
                <a:lnTo>
                  <a:pt x="5261753" y="108188"/>
                </a:lnTo>
                <a:lnTo>
                  <a:pt x="5261383" y="108424"/>
                </a:lnTo>
                <a:lnTo>
                  <a:pt x="5261035" y="108697"/>
                </a:lnTo>
                <a:lnTo>
                  <a:pt x="5260711" y="109009"/>
                </a:lnTo>
                <a:lnTo>
                  <a:pt x="5260415" y="109362"/>
                </a:lnTo>
                <a:lnTo>
                  <a:pt x="5260149" y="109759"/>
                </a:lnTo>
                <a:lnTo>
                  <a:pt x="5259916" y="110203"/>
                </a:lnTo>
                <a:lnTo>
                  <a:pt x="5259719" y="110696"/>
                </a:lnTo>
                <a:lnTo>
                  <a:pt x="5259561" y="111241"/>
                </a:lnTo>
                <a:lnTo>
                  <a:pt x="5259444" y="111841"/>
                </a:lnTo>
                <a:lnTo>
                  <a:pt x="5259372" y="112497"/>
                </a:lnTo>
                <a:lnTo>
                  <a:pt x="5259348" y="113213"/>
                </a:lnTo>
                <a:lnTo>
                  <a:pt x="5259373" y="113907"/>
                </a:lnTo>
                <a:lnTo>
                  <a:pt x="5259448" y="114542"/>
                </a:lnTo>
                <a:lnTo>
                  <a:pt x="5259568" y="115122"/>
                </a:lnTo>
                <a:lnTo>
                  <a:pt x="5259731" y="115650"/>
                </a:lnTo>
                <a:lnTo>
                  <a:pt x="5259934" y="116127"/>
                </a:lnTo>
                <a:lnTo>
                  <a:pt x="5260173" y="116557"/>
                </a:lnTo>
                <a:lnTo>
                  <a:pt x="5260445" y="116942"/>
                </a:lnTo>
                <a:lnTo>
                  <a:pt x="5260747" y="117283"/>
                </a:lnTo>
                <a:lnTo>
                  <a:pt x="5261076" y="117585"/>
                </a:lnTo>
                <a:lnTo>
                  <a:pt x="5261428" y="117849"/>
                </a:lnTo>
                <a:lnTo>
                  <a:pt x="5261801" y="118078"/>
                </a:lnTo>
                <a:lnTo>
                  <a:pt x="5262191" y="118274"/>
                </a:lnTo>
                <a:lnTo>
                  <a:pt x="5262595" y="118440"/>
                </a:lnTo>
                <a:lnTo>
                  <a:pt x="5263010" y="118579"/>
                </a:lnTo>
                <a:lnTo>
                  <a:pt x="5263433" y="118692"/>
                </a:lnTo>
                <a:lnTo>
                  <a:pt x="5263860" y="118783"/>
                </a:lnTo>
                <a:lnTo>
                  <a:pt x="5264288" y="118854"/>
                </a:lnTo>
                <a:lnTo>
                  <a:pt x="5264715" y="118907"/>
                </a:lnTo>
                <a:lnTo>
                  <a:pt x="5265137" y="118945"/>
                </a:lnTo>
                <a:lnTo>
                  <a:pt x="5265550" y="118970"/>
                </a:lnTo>
                <a:lnTo>
                  <a:pt x="5265952" y="118986"/>
                </a:lnTo>
                <a:lnTo>
                  <a:pt x="5266340" y="118994"/>
                </a:lnTo>
                <a:lnTo>
                  <a:pt x="5266709" y="118997"/>
                </a:lnTo>
                <a:lnTo>
                  <a:pt x="5267058" y="118997"/>
                </a:lnTo>
                <a:lnTo>
                  <a:pt x="5330485" y="118997"/>
                </a:lnTo>
                <a:lnTo>
                  <a:pt x="5330856" y="118997"/>
                </a:lnTo>
                <a:lnTo>
                  <a:pt x="5331245" y="118994"/>
                </a:lnTo>
                <a:lnTo>
                  <a:pt x="5331647" y="118986"/>
                </a:lnTo>
                <a:lnTo>
                  <a:pt x="5332061" y="118970"/>
                </a:lnTo>
                <a:lnTo>
                  <a:pt x="5332483" y="118945"/>
                </a:lnTo>
                <a:lnTo>
                  <a:pt x="5332911" y="118907"/>
                </a:lnTo>
                <a:lnTo>
                  <a:pt x="5333341" y="118854"/>
                </a:lnTo>
                <a:lnTo>
                  <a:pt x="5333770" y="118783"/>
                </a:lnTo>
                <a:lnTo>
                  <a:pt x="5334197" y="118692"/>
                </a:lnTo>
                <a:lnTo>
                  <a:pt x="5334617" y="118579"/>
                </a:lnTo>
                <a:lnTo>
                  <a:pt x="5335028" y="118440"/>
                </a:lnTo>
                <a:lnTo>
                  <a:pt x="5335427" y="118274"/>
                </a:lnTo>
                <a:lnTo>
                  <a:pt x="5335810" y="118078"/>
                </a:lnTo>
                <a:lnTo>
                  <a:pt x="5336176" y="117849"/>
                </a:lnTo>
                <a:lnTo>
                  <a:pt x="5336521" y="117585"/>
                </a:lnTo>
                <a:lnTo>
                  <a:pt x="5336842" y="117283"/>
                </a:lnTo>
                <a:lnTo>
                  <a:pt x="5337136" y="116942"/>
                </a:lnTo>
                <a:lnTo>
                  <a:pt x="5337400" y="116557"/>
                </a:lnTo>
                <a:lnTo>
                  <a:pt x="5337632" y="116127"/>
                </a:lnTo>
                <a:lnTo>
                  <a:pt x="5337828" y="115650"/>
                </a:lnTo>
                <a:lnTo>
                  <a:pt x="5337986" y="115122"/>
                </a:lnTo>
                <a:lnTo>
                  <a:pt x="5338102" y="114542"/>
                </a:lnTo>
                <a:lnTo>
                  <a:pt x="5338174" y="113907"/>
                </a:lnTo>
                <a:lnTo>
                  <a:pt x="5338199" y="113213"/>
                </a:lnTo>
                <a:lnTo>
                  <a:pt x="5338175" y="112497"/>
                </a:lnTo>
                <a:lnTo>
                  <a:pt x="5338106" y="111841"/>
                </a:lnTo>
                <a:lnTo>
                  <a:pt x="5337994" y="111241"/>
                </a:lnTo>
                <a:lnTo>
                  <a:pt x="5337842" y="110696"/>
                </a:lnTo>
                <a:lnTo>
                  <a:pt x="5337652" y="110203"/>
                </a:lnTo>
                <a:lnTo>
                  <a:pt x="5337428" y="109759"/>
                </a:lnTo>
                <a:close/>
                <a:moveTo>
                  <a:pt x="5944468" y="109362"/>
                </a:moveTo>
                <a:lnTo>
                  <a:pt x="5944182" y="109009"/>
                </a:lnTo>
                <a:lnTo>
                  <a:pt x="5943869" y="108697"/>
                </a:lnTo>
                <a:lnTo>
                  <a:pt x="5943532" y="108424"/>
                </a:lnTo>
                <a:lnTo>
                  <a:pt x="5943174" y="108188"/>
                </a:lnTo>
                <a:lnTo>
                  <a:pt x="5942797" y="107985"/>
                </a:lnTo>
                <a:lnTo>
                  <a:pt x="5942403" y="107813"/>
                </a:lnTo>
                <a:lnTo>
                  <a:pt x="5941997" y="107670"/>
                </a:lnTo>
                <a:lnTo>
                  <a:pt x="5941579" y="107553"/>
                </a:lnTo>
                <a:lnTo>
                  <a:pt x="5941154" y="107459"/>
                </a:lnTo>
                <a:lnTo>
                  <a:pt x="5940723" y="107386"/>
                </a:lnTo>
                <a:lnTo>
                  <a:pt x="5940290" y="107331"/>
                </a:lnTo>
                <a:lnTo>
                  <a:pt x="5939856" y="107292"/>
                </a:lnTo>
                <a:lnTo>
                  <a:pt x="5939426" y="107266"/>
                </a:lnTo>
                <a:lnTo>
                  <a:pt x="5939000" y="107250"/>
                </a:lnTo>
                <a:lnTo>
                  <a:pt x="5938583" y="107242"/>
                </a:lnTo>
                <a:lnTo>
                  <a:pt x="5938176" y="107239"/>
                </a:lnTo>
                <a:lnTo>
                  <a:pt x="5937783" y="107238"/>
                </a:lnTo>
                <a:lnTo>
                  <a:pt x="5912722" y="107238"/>
                </a:lnTo>
                <a:lnTo>
                  <a:pt x="5912722" y="9035"/>
                </a:lnTo>
                <a:lnTo>
                  <a:pt x="5912715" y="8309"/>
                </a:lnTo>
                <a:lnTo>
                  <a:pt x="5912695" y="7624"/>
                </a:lnTo>
                <a:lnTo>
                  <a:pt x="5912659" y="6980"/>
                </a:lnTo>
                <a:lnTo>
                  <a:pt x="5912606" y="6375"/>
                </a:lnTo>
                <a:lnTo>
                  <a:pt x="5912533" y="5808"/>
                </a:lnTo>
                <a:lnTo>
                  <a:pt x="5912439" y="5279"/>
                </a:lnTo>
                <a:lnTo>
                  <a:pt x="5912321" y="4786"/>
                </a:lnTo>
                <a:lnTo>
                  <a:pt x="5912179" y="4330"/>
                </a:lnTo>
                <a:lnTo>
                  <a:pt x="5912010" y="3908"/>
                </a:lnTo>
                <a:lnTo>
                  <a:pt x="5911813" y="3520"/>
                </a:lnTo>
                <a:lnTo>
                  <a:pt x="5911585" y="3165"/>
                </a:lnTo>
                <a:lnTo>
                  <a:pt x="5911324" y="2842"/>
                </a:lnTo>
                <a:lnTo>
                  <a:pt x="5911030" y="2550"/>
                </a:lnTo>
                <a:lnTo>
                  <a:pt x="5910699" y="2288"/>
                </a:lnTo>
                <a:lnTo>
                  <a:pt x="5910331" y="2055"/>
                </a:lnTo>
                <a:lnTo>
                  <a:pt x="5909923" y="1851"/>
                </a:lnTo>
                <a:lnTo>
                  <a:pt x="5909473" y="1675"/>
                </a:lnTo>
                <a:lnTo>
                  <a:pt x="5908980" y="1525"/>
                </a:lnTo>
                <a:lnTo>
                  <a:pt x="5908442" y="1400"/>
                </a:lnTo>
                <a:lnTo>
                  <a:pt x="5907857" y="1300"/>
                </a:lnTo>
                <a:lnTo>
                  <a:pt x="5907223" y="1224"/>
                </a:lnTo>
                <a:lnTo>
                  <a:pt x="5906538" y="1171"/>
                </a:lnTo>
                <a:lnTo>
                  <a:pt x="5905800" y="1140"/>
                </a:lnTo>
                <a:lnTo>
                  <a:pt x="5905008" y="1130"/>
                </a:lnTo>
                <a:lnTo>
                  <a:pt x="5874549" y="1130"/>
                </a:lnTo>
                <a:lnTo>
                  <a:pt x="5874155" y="1130"/>
                </a:lnTo>
                <a:lnTo>
                  <a:pt x="5873746" y="1133"/>
                </a:lnTo>
                <a:lnTo>
                  <a:pt x="5873324" y="1141"/>
                </a:lnTo>
                <a:lnTo>
                  <a:pt x="5872892" y="1157"/>
                </a:lnTo>
                <a:lnTo>
                  <a:pt x="5872454" y="1184"/>
                </a:lnTo>
                <a:lnTo>
                  <a:pt x="5872012" y="1223"/>
                </a:lnTo>
                <a:lnTo>
                  <a:pt x="5871570" y="1278"/>
                </a:lnTo>
                <a:lnTo>
                  <a:pt x="5871129" y="1351"/>
                </a:lnTo>
                <a:lnTo>
                  <a:pt x="5870692" y="1445"/>
                </a:lnTo>
                <a:lnTo>
                  <a:pt x="5870263" y="1562"/>
                </a:lnTo>
                <a:lnTo>
                  <a:pt x="5869845" y="1705"/>
                </a:lnTo>
                <a:lnTo>
                  <a:pt x="5869440" y="1877"/>
                </a:lnTo>
                <a:lnTo>
                  <a:pt x="5869051" y="2080"/>
                </a:lnTo>
                <a:lnTo>
                  <a:pt x="5868681" y="2316"/>
                </a:lnTo>
                <a:lnTo>
                  <a:pt x="5868332" y="2589"/>
                </a:lnTo>
                <a:lnTo>
                  <a:pt x="5868008" y="2901"/>
                </a:lnTo>
                <a:lnTo>
                  <a:pt x="5867712" y="3254"/>
                </a:lnTo>
                <a:lnTo>
                  <a:pt x="5867446" y="3652"/>
                </a:lnTo>
                <a:lnTo>
                  <a:pt x="5867213" y="4096"/>
                </a:lnTo>
                <a:lnTo>
                  <a:pt x="5867016" y="4589"/>
                </a:lnTo>
                <a:lnTo>
                  <a:pt x="5866858" y="5135"/>
                </a:lnTo>
                <a:lnTo>
                  <a:pt x="5866741" y="5734"/>
                </a:lnTo>
                <a:lnTo>
                  <a:pt x="5866669" y="6391"/>
                </a:lnTo>
                <a:lnTo>
                  <a:pt x="5866645" y="7108"/>
                </a:lnTo>
                <a:lnTo>
                  <a:pt x="5866670" y="7801"/>
                </a:lnTo>
                <a:lnTo>
                  <a:pt x="5866745" y="8437"/>
                </a:lnTo>
                <a:lnTo>
                  <a:pt x="5866866" y="9017"/>
                </a:lnTo>
                <a:lnTo>
                  <a:pt x="5867029" y="9545"/>
                </a:lnTo>
                <a:lnTo>
                  <a:pt x="5867231" y="10022"/>
                </a:lnTo>
                <a:lnTo>
                  <a:pt x="5867470" y="10452"/>
                </a:lnTo>
                <a:lnTo>
                  <a:pt x="5867742" y="10836"/>
                </a:lnTo>
                <a:lnTo>
                  <a:pt x="5868044" y="11178"/>
                </a:lnTo>
                <a:lnTo>
                  <a:pt x="5868373" y="11480"/>
                </a:lnTo>
                <a:lnTo>
                  <a:pt x="5868726" y="11744"/>
                </a:lnTo>
                <a:lnTo>
                  <a:pt x="5869098" y="11973"/>
                </a:lnTo>
                <a:lnTo>
                  <a:pt x="5869488" y="12169"/>
                </a:lnTo>
                <a:lnTo>
                  <a:pt x="5869893" y="12335"/>
                </a:lnTo>
                <a:lnTo>
                  <a:pt x="5870308" y="12473"/>
                </a:lnTo>
                <a:lnTo>
                  <a:pt x="5870730" y="12587"/>
                </a:lnTo>
                <a:lnTo>
                  <a:pt x="5871157" y="12678"/>
                </a:lnTo>
                <a:lnTo>
                  <a:pt x="5871586" y="12748"/>
                </a:lnTo>
                <a:lnTo>
                  <a:pt x="5872012" y="12801"/>
                </a:lnTo>
                <a:lnTo>
                  <a:pt x="5872434" y="12839"/>
                </a:lnTo>
                <a:lnTo>
                  <a:pt x="5872847" y="12865"/>
                </a:lnTo>
                <a:lnTo>
                  <a:pt x="5873249" y="12880"/>
                </a:lnTo>
                <a:lnTo>
                  <a:pt x="5873637" y="12888"/>
                </a:lnTo>
                <a:lnTo>
                  <a:pt x="5874007" y="12891"/>
                </a:lnTo>
                <a:lnTo>
                  <a:pt x="5874355" y="12892"/>
                </a:lnTo>
                <a:lnTo>
                  <a:pt x="5899419" y="12892"/>
                </a:lnTo>
                <a:lnTo>
                  <a:pt x="5899419" y="107238"/>
                </a:lnTo>
                <a:lnTo>
                  <a:pt x="5874549" y="107238"/>
                </a:lnTo>
                <a:lnTo>
                  <a:pt x="5874155" y="107239"/>
                </a:lnTo>
                <a:lnTo>
                  <a:pt x="5873746" y="107242"/>
                </a:lnTo>
                <a:lnTo>
                  <a:pt x="5873324" y="107250"/>
                </a:lnTo>
                <a:lnTo>
                  <a:pt x="5872892" y="107266"/>
                </a:lnTo>
                <a:lnTo>
                  <a:pt x="5872454" y="107292"/>
                </a:lnTo>
                <a:lnTo>
                  <a:pt x="5872012" y="107331"/>
                </a:lnTo>
                <a:lnTo>
                  <a:pt x="5871570" y="107386"/>
                </a:lnTo>
                <a:lnTo>
                  <a:pt x="5871129" y="107459"/>
                </a:lnTo>
                <a:lnTo>
                  <a:pt x="5870692" y="107553"/>
                </a:lnTo>
                <a:lnTo>
                  <a:pt x="5870263" y="107670"/>
                </a:lnTo>
                <a:lnTo>
                  <a:pt x="5869845" y="107813"/>
                </a:lnTo>
                <a:lnTo>
                  <a:pt x="5869440" y="107985"/>
                </a:lnTo>
                <a:lnTo>
                  <a:pt x="5869051" y="108188"/>
                </a:lnTo>
                <a:lnTo>
                  <a:pt x="5868681" y="108424"/>
                </a:lnTo>
                <a:lnTo>
                  <a:pt x="5868332" y="108697"/>
                </a:lnTo>
                <a:lnTo>
                  <a:pt x="5868008" y="109009"/>
                </a:lnTo>
                <a:lnTo>
                  <a:pt x="5867712" y="109362"/>
                </a:lnTo>
                <a:lnTo>
                  <a:pt x="5867446" y="109759"/>
                </a:lnTo>
                <a:lnTo>
                  <a:pt x="5867213" y="110203"/>
                </a:lnTo>
                <a:lnTo>
                  <a:pt x="5867016" y="110696"/>
                </a:lnTo>
                <a:lnTo>
                  <a:pt x="5866858" y="111241"/>
                </a:lnTo>
                <a:lnTo>
                  <a:pt x="5866741" y="111841"/>
                </a:lnTo>
                <a:lnTo>
                  <a:pt x="5866669" y="112497"/>
                </a:lnTo>
                <a:lnTo>
                  <a:pt x="5866645" y="113213"/>
                </a:lnTo>
                <a:lnTo>
                  <a:pt x="5866670" y="113907"/>
                </a:lnTo>
                <a:lnTo>
                  <a:pt x="5866745" y="114542"/>
                </a:lnTo>
                <a:lnTo>
                  <a:pt x="5866866" y="115122"/>
                </a:lnTo>
                <a:lnTo>
                  <a:pt x="5867029" y="115650"/>
                </a:lnTo>
                <a:lnTo>
                  <a:pt x="5867231" y="116127"/>
                </a:lnTo>
                <a:lnTo>
                  <a:pt x="5867470" y="116557"/>
                </a:lnTo>
                <a:lnTo>
                  <a:pt x="5867742" y="116942"/>
                </a:lnTo>
                <a:lnTo>
                  <a:pt x="5868044" y="117283"/>
                </a:lnTo>
                <a:lnTo>
                  <a:pt x="5868373" y="117585"/>
                </a:lnTo>
                <a:lnTo>
                  <a:pt x="5868726" y="117849"/>
                </a:lnTo>
                <a:lnTo>
                  <a:pt x="5869098" y="118078"/>
                </a:lnTo>
                <a:lnTo>
                  <a:pt x="5869488" y="118274"/>
                </a:lnTo>
                <a:lnTo>
                  <a:pt x="5869893" y="118440"/>
                </a:lnTo>
                <a:lnTo>
                  <a:pt x="5870308" y="118579"/>
                </a:lnTo>
                <a:lnTo>
                  <a:pt x="5870730" y="118692"/>
                </a:lnTo>
                <a:lnTo>
                  <a:pt x="5871157" y="118783"/>
                </a:lnTo>
                <a:lnTo>
                  <a:pt x="5871586" y="118854"/>
                </a:lnTo>
                <a:lnTo>
                  <a:pt x="5872012" y="118907"/>
                </a:lnTo>
                <a:lnTo>
                  <a:pt x="5872434" y="118945"/>
                </a:lnTo>
                <a:lnTo>
                  <a:pt x="5872847" y="118970"/>
                </a:lnTo>
                <a:lnTo>
                  <a:pt x="5873249" y="118986"/>
                </a:lnTo>
                <a:lnTo>
                  <a:pt x="5873637" y="118994"/>
                </a:lnTo>
                <a:lnTo>
                  <a:pt x="5874007" y="118997"/>
                </a:lnTo>
                <a:lnTo>
                  <a:pt x="5874355" y="118997"/>
                </a:lnTo>
                <a:lnTo>
                  <a:pt x="5937783" y="118997"/>
                </a:lnTo>
                <a:lnTo>
                  <a:pt x="5938154" y="118997"/>
                </a:lnTo>
                <a:lnTo>
                  <a:pt x="5938542" y="118994"/>
                </a:lnTo>
                <a:lnTo>
                  <a:pt x="5938944" y="118986"/>
                </a:lnTo>
                <a:lnTo>
                  <a:pt x="5939358" y="118970"/>
                </a:lnTo>
                <a:lnTo>
                  <a:pt x="5939780" y="118945"/>
                </a:lnTo>
                <a:lnTo>
                  <a:pt x="5940208" y="118907"/>
                </a:lnTo>
                <a:lnTo>
                  <a:pt x="5940638" y="118854"/>
                </a:lnTo>
                <a:lnTo>
                  <a:pt x="5941068" y="118783"/>
                </a:lnTo>
                <a:lnTo>
                  <a:pt x="5941494" y="118692"/>
                </a:lnTo>
                <a:lnTo>
                  <a:pt x="5941914" y="118579"/>
                </a:lnTo>
                <a:lnTo>
                  <a:pt x="5942325" y="118440"/>
                </a:lnTo>
                <a:lnTo>
                  <a:pt x="5942724" y="118274"/>
                </a:lnTo>
                <a:lnTo>
                  <a:pt x="5943108" y="118078"/>
                </a:lnTo>
                <a:lnTo>
                  <a:pt x="5943473" y="117849"/>
                </a:lnTo>
                <a:lnTo>
                  <a:pt x="5943818" y="117585"/>
                </a:lnTo>
                <a:lnTo>
                  <a:pt x="5944139" y="117283"/>
                </a:lnTo>
                <a:lnTo>
                  <a:pt x="5944433" y="116942"/>
                </a:lnTo>
                <a:lnTo>
                  <a:pt x="5944698" y="116557"/>
                </a:lnTo>
                <a:lnTo>
                  <a:pt x="5944929" y="116127"/>
                </a:lnTo>
                <a:lnTo>
                  <a:pt x="5945126" y="115650"/>
                </a:lnTo>
                <a:lnTo>
                  <a:pt x="5945283" y="115122"/>
                </a:lnTo>
                <a:lnTo>
                  <a:pt x="5945400" y="114542"/>
                </a:lnTo>
                <a:lnTo>
                  <a:pt x="5945471" y="113907"/>
                </a:lnTo>
                <a:lnTo>
                  <a:pt x="5945496" y="113213"/>
                </a:lnTo>
                <a:lnTo>
                  <a:pt x="5945472" y="112497"/>
                </a:lnTo>
                <a:lnTo>
                  <a:pt x="5945403" y="111841"/>
                </a:lnTo>
                <a:lnTo>
                  <a:pt x="5945291" y="111241"/>
                </a:lnTo>
                <a:lnTo>
                  <a:pt x="5945139" y="110696"/>
                </a:lnTo>
                <a:lnTo>
                  <a:pt x="5944949" y="110203"/>
                </a:lnTo>
                <a:lnTo>
                  <a:pt x="5944725" y="109759"/>
                </a:lnTo>
                <a:lnTo>
                  <a:pt x="5944468" y="109362"/>
                </a:lnTo>
                <a:close/>
                <a:moveTo>
                  <a:pt x="4929699" y="91634"/>
                </a:moveTo>
                <a:lnTo>
                  <a:pt x="4929617" y="91213"/>
                </a:lnTo>
                <a:lnTo>
                  <a:pt x="4929511" y="90801"/>
                </a:lnTo>
                <a:lnTo>
                  <a:pt x="4929378" y="90401"/>
                </a:lnTo>
                <a:lnTo>
                  <a:pt x="4929217" y="90015"/>
                </a:lnTo>
                <a:lnTo>
                  <a:pt x="4929023" y="89646"/>
                </a:lnTo>
                <a:lnTo>
                  <a:pt x="4928794" y="89294"/>
                </a:lnTo>
                <a:lnTo>
                  <a:pt x="4928527" y="88963"/>
                </a:lnTo>
                <a:lnTo>
                  <a:pt x="4928219" y="88653"/>
                </a:lnTo>
                <a:lnTo>
                  <a:pt x="4927867" y="88368"/>
                </a:lnTo>
                <a:lnTo>
                  <a:pt x="4927468" y="88108"/>
                </a:lnTo>
                <a:lnTo>
                  <a:pt x="4927020" y="87877"/>
                </a:lnTo>
                <a:lnTo>
                  <a:pt x="4926518" y="87676"/>
                </a:lnTo>
                <a:lnTo>
                  <a:pt x="4925961" y="87507"/>
                </a:lnTo>
                <a:lnTo>
                  <a:pt x="4925346" y="87372"/>
                </a:lnTo>
                <a:lnTo>
                  <a:pt x="4924669" y="87273"/>
                </a:lnTo>
                <a:lnTo>
                  <a:pt x="4923927" y="87212"/>
                </a:lnTo>
                <a:lnTo>
                  <a:pt x="4923118" y="87191"/>
                </a:lnTo>
                <a:lnTo>
                  <a:pt x="4922355" y="87212"/>
                </a:lnTo>
                <a:lnTo>
                  <a:pt x="4921653" y="87273"/>
                </a:lnTo>
                <a:lnTo>
                  <a:pt x="4921010" y="87372"/>
                </a:lnTo>
                <a:lnTo>
                  <a:pt x="4920424" y="87506"/>
                </a:lnTo>
                <a:lnTo>
                  <a:pt x="4919892" y="87674"/>
                </a:lnTo>
                <a:lnTo>
                  <a:pt x="4919411" y="87874"/>
                </a:lnTo>
                <a:lnTo>
                  <a:pt x="4918978" y="88104"/>
                </a:lnTo>
                <a:lnTo>
                  <a:pt x="4918592" y="88361"/>
                </a:lnTo>
                <a:lnTo>
                  <a:pt x="4918249" y="88643"/>
                </a:lnTo>
                <a:lnTo>
                  <a:pt x="4917947" y="88949"/>
                </a:lnTo>
                <a:lnTo>
                  <a:pt x="4917684" y="89276"/>
                </a:lnTo>
                <a:lnTo>
                  <a:pt x="4917456" y="89622"/>
                </a:lnTo>
                <a:lnTo>
                  <a:pt x="4917261" y="89985"/>
                </a:lnTo>
                <a:lnTo>
                  <a:pt x="4917097" y="90363"/>
                </a:lnTo>
                <a:lnTo>
                  <a:pt x="4916961" y="90753"/>
                </a:lnTo>
                <a:lnTo>
                  <a:pt x="4916850" y="91155"/>
                </a:lnTo>
                <a:lnTo>
                  <a:pt x="4916762" y="91565"/>
                </a:lnTo>
                <a:lnTo>
                  <a:pt x="4916694" y="91982"/>
                </a:lnTo>
                <a:lnTo>
                  <a:pt x="4916643" y="92404"/>
                </a:lnTo>
                <a:lnTo>
                  <a:pt x="4916608" y="92828"/>
                </a:lnTo>
                <a:lnTo>
                  <a:pt x="4916585" y="93252"/>
                </a:lnTo>
                <a:lnTo>
                  <a:pt x="4916571" y="93674"/>
                </a:lnTo>
                <a:lnTo>
                  <a:pt x="4916565" y="94093"/>
                </a:lnTo>
                <a:lnTo>
                  <a:pt x="4916564" y="94505"/>
                </a:lnTo>
                <a:lnTo>
                  <a:pt x="4916485" y="95946"/>
                </a:lnTo>
                <a:lnTo>
                  <a:pt x="4916301" y="97285"/>
                </a:lnTo>
                <a:lnTo>
                  <a:pt x="4916020" y="98528"/>
                </a:lnTo>
                <a:lnTo>
                  <a:pt x="4915649" y="99676"/>
                </a:lnTo>
                <a:lnTo>
                  <a:pt x="4915195" y="100735"/>
                </a:lnTo>
                <a:lnTo>
                  <a:pt x="4914667" y="101707"/>
                </a:lnTo>
                <a:lnTo>
                  <a:pt x="4914071" y="102595"/>
                </a:lnTo>
                <a:lnTo>
                  <a:pt x="4913416" y="103404"/>
                </a:lnTo>
                <a:lnTo>
                  <a:pt x="4912708" y="104137"/>
                </a:lnTo>
                <a:lnTo>
                  <a:pt x="4911956" y="104797"/>
                </a:lnTo>
                <a:lnTo>
                  <a:pt x="4911166" y="105387"/>
                </a:lnTo>
                <a:lnTo>
                  <a:pt x="4910347" y="105912"/>
                </a:lnTo>
                <a:lnTo>
                  <a:pt x="4909506" y="106375"/>
                </a:lnTo>
                <a:lnTo>
                  <a:pt x="4908650" y="106780"/>
                </a:lnTo>
                <a:lnTo>
                  <a:pt x="4907787" y="107129"/>
                </a:lnTo>
                <a:lnTo>
                  <a:pt x="4906925" y="107426"/>
                </a:lnTo>
                <a:lnTo>
                  <a:pt x="4906071" y="107676"/>
                </a:lnTo>
                <a:lnTo>
                  <a:pt x="4905232" y="107880"/>
                </a:lnTo>
                <a:lnTo>
                  <a:pt x="4904417" y="108044"/>
                </a:lnTo>
                <a:lnTo>
                  <a:pt x="4903632" y="108170"/>
                </a:lnTo>
                <a:lnTo>
                  <a:pt x="4902885" y="108262"/>
                </a:lnTo>
                <a:lnTo>
                  <a:pt x="4902184" y="108323"/>
                </a:lnTo>
                <a:lnTo>
                  <a:pt x="4901536" y="108357"/>
                </a:lnTo>
                <a:lnTo>
                  <a:pt x="4900949" y="108368"/>
                </a:lnTo>
                <a:lnTo>
                  <a:pt x="4899170" y="108317"/>
                </a:lnTo>
                <a:lnTo>
                  <a:pt x="4897539" y="108168"/>
                </a:lnTo>
                <a:lnTo>
                  <a:pt x="4896049" y="107928"/>
                </a:lnTo>
                <a:lnTo>
                  <a:pt x="4894695" y="107604"/>
                </a:lnTo>
                <a:lnTo>
                  <a:pt x="4893470" y="107202"/>
                </a:lnTo>
                <a:lnTo>
                  <a:pt x="4892367" y="106728"/>
                </a:lnTo>
                <a:lnTo>
                  <a:pt x="4891380" y="106190"/>
                </a:lnTo>
                <a:lnTo>
                  <a:pt x="4890503" y="105594"/>
                </a:lnTo>
                <a:lnTo>
                  <a:pt x="4889729" y="104946"/>
                </a:lnTo>
                <a:lnTo>
                  <a:pt x="4889051" y="104254"/>
                </a:lnTo>
                <a:lnTo>
                  <a:pt x="4888464" y="103523"/>
                </a:lnTo>
                <a:lnTo>
                  <a:pt x="4887960" y="102760"/>
                </a:lnTo>
                <a:lnTo>
                  <a:pt x="4887534" y="101973"/>
                </a:lnTo>
                <a:lnTo>
                  <a:pt x="4887179" y="101167"/>
                </a:lnTo>
                <a:lnTo>
                  <a:pt x="4886888" y="100349"/>
                </a:lnTo>
                <a:lnTo>
                  <a:pt x="4886655" y="99526"/>
                </a:lnTo>
                <a:lnTo>
                  <a:pt x="4886473" y="98704"/>
                </a:lnTo>
                <a:lnTo>
                  <a:pt x="4886337" y="97890"/>
                </a:lnTo>
                <a:lnTo>
                  <a:pt x="4886239" y="97091"/>
                </a:lnTo>
                <a:lnTo>
                  <a:pt x="4886174" y="96313"/>
                </a:lnTo>
                <a:lnTo>
                  <a:pt x="4886134" y="95562"/>
                </a:lnTo>
                <a:lnTo>
                  <a:pt x="4886113" y="94846"/>
                </a:lnTo>
                <a:lnTo>
                  <a:pt x="4886106" y="94171"/>
                </a:lnTo>
                <a:lnTo>
                  <a:pt x="4886105" y="93543"/>
                </a:lnTo>
                <a:lnTo>
                  <a:pt x="4886105" y="47725"/>
                </a:lnTo>
                <a:lnTo>
                  <a:pt x="4917720" y="47725"/>
                </a:lnTo>
                <a:lnTo>
                  <a:pt x="4918091" y="47724"/>
                </a:lnTo>
                <a:lnTo>
                  <a:pt x="4918479" y="47721"/>
                </a:lnTo>
                <a:lnTo>
                  <a:pt x="4918882" y="47714"/>
                </a:lnTo>
                <a:lnTo>
                  <a:pt x="4919295" y="47698"/>
                </a:lnTo>
                <a:lnTo>
                  <a:pt x="4919718" y="47673"/>
                </a:lnTo>
                <a:lnTo>
                  <a:pt x="4920145" y="47634"/>
                </a:lnTo>
                <a:lnTo>
                  <a:pt x="4920575" y="47581"/>
                </a:lnTo>
                <a:lnTo>
                  <a:pt x="4921005" y="47511"/>
                </a:lnTo>
                <a:lnTo>
                  <a:pt x="4921431" y="47420"/>
                </a:lnTo>
                <a:lnTo>
                  <a:pt x="4921851" y="47306"/>
                </a:lnTo>
                <a:lnTo>
                  <a:pt x="4922262" y="47168"/>
                </a:lnTo>
                <a:lnTo>
                  <a:pt x="4922661" y="47002"/>
                </a:lnTo>
                <a:lnTo>
                  <a:pt x="4923045" y="46806"/>
                </a:lnTo>
                <a:lnTo>
                  <a:pt x="4923410" y="46577"/>
                </a:lnTo>
                <a:lnTo>
                  <a:pt x="4923755" y="46313"/>
                </a:lnTo>
                <a:lnTo>
                  <a:pt x="4924076" y="46011"/>
                </a:lnTo>
                <a:lnTo>
                  <a:pt x="4924370" y="45669"/>
                </a:lnTo>
                <a:lnTo>
                  <a:pt x="4924635" y="45285"/>
                </a:lnTo>
                <a:lnTo>
                  <a:pt x="4924867" y="44855"/>
                </a:lnTo>
                <a:lnTo>
                  <a:pt x="4925063" y="44378"/>
                </a:lnTo>
                <a:lnTo>
                  <a:pt x="4925221" y="43850"/>
                </a:lnTo>
                <a:lnTo>
                  <a:pt x="4925337" y="43270"/>
                </a:lnTo>
                <a:lnTo>
                  <a:pt x="4925409" y="42634"/>
                </a:lnTo>
                <a:lnTo>
                  <a:pt x="4925433" y="41941"/>
                </a:lnTo>
                <a:lnTo>
                  <a:pt x="4925410" y="41224"/>
                </a:lnTo>
                <a:lnTo>
                  <a:pt x="4925341" y="40567"/>
                </a:lnTo>
                <a:lnTo>
                  <a:pt x="4925228" y="39968"/>
                </a:lnTo>
                <a:lnTo>
                  <a:pt x="4925076" y="39422"/>
                </a:lnTo>
                <a:lnTo>
                  <a:pt x="4924887" y="38929"/>
                </a:lnTo>
                <a:lnTo>
                  <a:pt x="4924662" y="38485"/>
                </a:lnTo>
                <a:lnTo>
                  <a:pt x="4924405" y="38087"/>
                </a:lnTo>
                <a:lnTo>
                  <a:pt x="4924119" y="37734"/>
                </a:lnTo>
                <a:lnTo>
                  <a:pt x="4923806" y="37422"/>
                </a:lnTo>
                <a:lnTo>
                  <a:pt x="4923469" y="37149"/>
                </a:lnTo>
                <a:lnTo>
                  <a:pt x="4923111" y="36913"/>
                </a:lnTo>
                <a:lnTo>
                  <a:pt x="4922734" y="36710"/>
                </a:lnTo>
                <a:lnTo>
                  <a:pt x="4922341" y="36538"/>
                </a:lnTo>
                <a:lnTo>
                  <a:pt x="4921934" y="36395"/>
                </a:lnTo>
                <a:lnTo>
                  <a:pt x="4921517" y="36278"/>
                </a:lnTo>
                <a:lnTo>
                  <a:pt x="4921091" y="36184"/>
                </a:lnTo>
                <a:lnTo>
                  <a:pt x="4920661" y="36111"/>
                </a:lnTo>
                <a:lnTo>
                  <a:pt x="4920227" y="36056"/>
                </a:lnTo>
                <a:lnTo>
                  <a:pt x="4919794" y="36017"/>
                </a:lnTo>
                <a:lnTo>
                  <a:pt x="4919363" y="35990"/>
                </a:lnTo>
                <a:lnTo>
                  <a:pt x="4918937" y="35974"/>
                </a:lnTo>
                <a:lnTo>
                  <a:pt x="4918520" y="35966"/>
                </a:lnTo>
                <a:lnTo>
                  <a:pt x="4918113" y="35963"/>
                </a:lnTo>
                <a:lnTo>
                  <a:pt x="4917720" y="35963"/>
                </a:lnTo>
                <a:lnTo>
                  <a:pt x="4886105" y="35963"/>
                </a:lnTo>
                <a:lnTo>
                  <a:pt x="4886105" y="20156"/>
                </a:lnTo>
                <a:lnTo>
                  <a:pt x="4886104" y="19695"/>
                </a:lnTo>
                <a:lnTo>
                  <a:pt x="4886101" y="19230"/>
                </a:lnTo>
                <a:lnTo>
                  <a:pt x="4886092" y="18763"/>
                </a:lnTo>
                <a:lnTo>
                  <a:pt x="4886074" y="18297"/>
                </a:lnTo>
                <a:lnTo>
                  <a:pt x="4886046" y="17833"/>
                </a:lnTo>
                <a:lnTo>
                  <a:pt x="4886002" y="17374"/>
                </a:lnTo>
                <a:lnTo>
                  <a:pt x="4885942" y="16921"/>
                </a:lnTo>
                <a:lnTo>
                  <a:pt x="4885862" y="16477"/>
                </a:lnTo>
                <a:lnTo>
                  <a:pt x="4885759" y="16043"/>
                </a:lnTo>
                <a:lnTo>
                  <a:pt x="4885630" y="15623"/>
                </a:lnTo>
                <a:lnTo>
                  <a:pt x="4885473" y="15217"/>
                </a:lnTo>
                <a:lnTo>
                  <a:pt x="4885285" y="14828"/>
                </a:lnTo>
                <a:lnTo>
                  <a:pt x="4885063" y="14459"/>
                </a:lnTo>
                <a:lnTo>
                  <a:pt x="4884803" y="14110"/>
                </a:lnTo>
                <a:lnTo>
                  <a:pt x="4884504" y="13785"/>
                </a:lnTo>
                <a:lnTo>
                  <a:pt x="4884162" y="13485"/>
                </a:lnTo>
                <a:lnTo>
                  <a:pt x="4883774" y="13213"/>
                </a:lnTo>
                <a:lnTo>
                  <a:pt x="4883338" y="12970"/>
                </a:lnTo>
                <a:lnTo>
                  <a:pt x="4882851" y="12759"/>
                </a:lnTo>
                <a:lnTo>
                  <a:pt x="4882310" y="12581"/>
                </a:lnTo>
                <a:lnTo>
                  <a:pt x="4881712" y="12440"/>
                </a:lnTo>
                <a:lnTo>
                  <a:pt x="4881054" y="12336"/>
                </a:lnTo>
                <a:lnTo>
                  <a:pt x="4880334" y="12272"/>
                </a:lnTo>
                <a:lnTo>
                  <a:pt x="4879548" y="12250"/>
                </a:lnTo>
                <a:lnTo>
                  <a:pt x="4878739" y="12271"/>
                </a:lnTo>
                <a:lnTo>
                  <a:pt x="4877998" y="12332"/>
                </a:lnTo>
                <a:lnTo>
                  <a:pt x="4877321" y="12432"/>
                </a:lnTo>
                <a:lnTo>
                  <a:pt x="4876706" y="12568"/>
                </a:lnTo>
                <a:lnTo>
                  <a:pt x="4876149" y="12739"/>
                </a:lnTo>
                <a:lnTo>
                  <a:pt x="4875648" y="12943"/>
                </a:lnTo>
                <a:lnTo>
                  <a:pt x="4875199" y="13178"/>
                </a:lnTo>
                <a:lnTo>
                  <a:pt x="4874801" y="13443"/>
                </a:lnTo>
                <a:lnTo>
                  <a:pt x="4874449" y="13735"/>
                </a:lnTo>
                <a:lnTo>
                  <a:pt x="4874141" y="14052"/>
                </a:lnTo>
                <a:lnTo>
                  <a:pt x="4873874" y="14393"/>
                </a:lnTo>
                <a:lnTo>
                  <a:pt x="4873645" y="14757"/>
                </a:lnTo>
                <a:lnTo>
                  <a:pt x="4873452" y="15140"/>
                </a:lnTo>
                <a:lnTo>
                  <a:pt x="4873290" y="15541"/>
                </a:lnTo>
                <a:lnTo>
                  <a:pt x="4873158" y="15959"/>
                </a:lnTo>
                <a:lnTo>
                  <a:pt x="4873052" y="16392"/>
                </a:lnTo>
                <a:lnTo>
                  <a:pt x="4872969" y="16837"/>
                </a:lnTo>
                <a:lnTo>
                  <a:pt x="4872908" y="17293"/>
                </a:lnTo>
                <a:lnTo>
                  <a:pt x="4872863" y="17758"/>
                </a:lnTo>
                <a:lnTo>
                  <a:pt x="4872833" y="18231"/>
                </a:lnTo>
                <a:lnTo>
                  <a:pt x="4872815" y="18708"/>
                </a:lnTo>
                <a:lnTo>
                  <a:pt x="4872806" y="19190"/>
                </a:lnTo>
                <a:lnTo>
                  <a:pt x="4872803" y="19673"/>
                </a:lnTo>
                <a:lnTo>
                  <a:pt x="4872802" y="20156"/>
                </a:lnTo>
                <a:lnTo>
                  <a:pt x="4872802" y="35963"/>
                </a:lnTo>
                <a:lnTo>
                  <a:pt x="4856028" y="35963"/>
                </a:lnTo>
                <a:lnTo>
                  <a:pt x="4855634" y="35963"/>
                </a:lnTo>
                <a:lnTo>
                  <a:pt x="4855224" y="35966"/>
                </a:lnTo>
                <a:lnTo>
                  <a:pt x="4854802" y="35974"/>
                </a:lnTo>
                <a:lnTo>
                  <a:pt x="4854371" y="35990"/>
                </a:lnTo>
                <a:lnTo>
                  <a:pt x="4853933" y="36017"/>
                </a:lnTo>
                <a:lnTo>
                  <a:pt x="4853491" y="36056"/>
                </a:lnTo>
                <a:lnTo>
                  <a:pt x="4853048" y="36111"/>
                </a:lnTo>
                <a:lnTo>
                  <a:pt x="4852607" y="36184"/>
                </a:lnTo>
                <a:lnTo>
                  <a:pt x="4852171" y="36278"/>
                </a:lnTo>
                <a:lnTo>
                  <a:pt x="4851742" y="36395"/>
                </a:lnTo>
                <a:lnTo>
                  <a:pt x="4851324" y="36538"/>
                </a:lnTo>
                <a:lnTo>
                  <a:pt x="4850919" y="36710"/>
                </a:lnTo>
                <a:lnTo>
                  <a:pt x="4850530" y="36913"/>
                </a:lnTo>
                <a:lnTo>
                  <a:pt x="4850159" y="37149"/>
                </a:lnTo>
                <a:lnTo>
                  <a:pt x="4849811" y="37422"/>
                </a:lnTo>
                <a:lnTo>
                  <a:pt x="4849487" y="37734"/>
                </a:lnTo>
                <a:lnTo>
                  <a:pt x="4849191" y="38087"/>
                </a:lnTo>
                <a:lnTo>
                  <a:pt x="4848925" y="38485"/>
                </a:lnTo>
                <a:lnTo>
                  <a:pt x="4848692" y="38929"/>
                </a:lnTo>
                <a:lnTo>
                  <a:pt x="4848495" y="39422"/>
                </a:lnTo>
                <a:lnTo>
                  <a:pt x="4848337" y="39968"/>
                </a:lnTo>
                <a:lnTo>
                  <a:pt x="4848220" y="40567"/>
                </a:lnTo>
                <a:lnTo>
                  <a:pt x="4848148" y="41224"/>
                </a:lnTo>
                <a:lnTo>
                  <a:pt x="4848124" y="41941"/>
                </a:lnTo>
                <a:lnTo>
                  <a:pt x="4848148" y="42634"/>
                </a:lnTo>
                <a:lnTo>
                  <a:pt x="4848220" y="43270"/>
                </a:lnTo>
                <a:lnTo>
                  <a:pt x="4848336" y="43850"/>
                </a:lnTo>
                <a:lnTo>
                  <a:pt x="4848494" y="44378"/>
                </a:lnTo>
                <a:lnTo>
                  <a:pt x="4848690" y="44855"/>
                </a:lnTo>
                <a:lnTo>
                  <a:pt x="4848922" y="45285"/>
                </a:lnTo>
                <a:lnTo>
                  <a:pt x="4849186" y="45669"/>
                </a:lnTo>
                <a:lnTo>
                  <a:pt x="4849480" y="46011"/>
                </a:lnTo>
                <a:lnTo>
                  <a:pt x="4849801" y="46313"/>
                </a:lnTo>
                <a:lnTo>
                  <a:pt x="4850145" y="46577"/>
                </a:lnTo>
                <a:lnTo>
                  <a:pt x="4850511" y="46806"/>
                </a:lnTo>
                <a:lnTo>
                  <a:pt x="4850894" y="47002"/>
                </a:lnTo>
                <a:lnTo>
                  <a:pt x="4851293" y="47168"/>
                </a:lnTo>
                <a:lnTo>
                  <a:pt x="4851704" y="47306"/>
                </a:lnTo>
                <a:lnTo>
                  <a:pt x="4852124" y="47420"/>
                </a:lnTo>
                <a:lnTo>
                  <a:pt x="4852550" y="47511"/>
                </a:lnTo>
                <a:lnTo>
                  <a:pt x="4852979" y="47581"/>
                </a:lnTo>
                <a:lnTo>
                  <a:pt x="4853409" y="47634"/>
                </a:lnTo>
                <a:lnTo>
                  <a:pt x="4853837" y="47673"/>
                </a:lnTo>
                <a:lnTo>
                  <a:pt x="4854259" y="47698"/>
                </a:lnTo>
                <a:lnTo>
                  <a:pt x="4854672" y="47714"/>
                </a:lnTo>
                <a:lnTo>
                  <a:pt x="4855075" y="47721"/>
                </a:lnTo>
                <a:lnTo>
                  <a:pt x="4855463" y="47724"/>
                </a:lnTo>
                <a:lnTo>
                  <a:pt x="4855834" y="47725"/>
                </a:lnTo>
                <a:lnTo>
                  <a:pt x="4872802" y="47725"/>
                </a:lnTo>
                <a:lnTo>
                  <a:pt x="4872802" y="94699"/>
                </a:lnTo>
                <a:lnTo>
                  <a:pt x="4872870" y="96951"/>
                </a:lnTo>
                <a:lnTo>
                  <a:pt x="4873068" y="99083"/>
                </a:lnTo>
                <a:lnTo>
                  <a:pt x="4873393" y="101100"/>
                </a:lnTo>
                <a:lnTo>
                  <a:pt x="4873838" y="103002"/>
                </a:lnTo>
                <a:lnTo>
                  <a:pt x="4874399" y="104792"/>
                </a:lnTo>
                <a:lnTo>
                  <a:pt x="4875070" y="106472"/>
                </a:lnTo>
                <a:lnTo>
                  <a:pt x="4875846" y="108043"/>
                </a:lnTo>
                <a:lnTo>
                  <a:pt x="4876722" y="109508"/>
                </a:lnTo>
                <a:lnTo>
                  <a:pt x="4877692" y="110869"/>
                </a:lnTo>
                <a:lnTo>
                  <a:pt x="4878751" y="112128"/>
                </a:lnTo>
                <a:lnTo>
                  <a:pt x="4879894" y="113286"/>
                </a:lnTo>
                <a:lnTo>
                  <a:pt x="4881116" y="114346"/>
                </a:lnTo>
                <a:lnTo>
                  <a:pt x="4882410" y="115310"/>
                </a:lnTo>
                <a:lnTo>
                  <a:pt x="4883773" y="116179"/>
                </a:lnTo>
                <a:lnTo>
                  <a:pt x="4885199" y="116956"/>
                </a:lnTo>
                <a:lnTo>
                  <a:pt x="4886682" y="117643"/>
                </a:lnTo>
                <a:lnTo>
                  <a:pt x="4888217" y="118241"/>
                </a:lnTo>
                <a:lnTo>
                  <a:pt x="4889800" y="118754"/>
                </a:lnTo>
                <a:lnTo>
                  <a:pt x="4891424" y="119182"/>
                </a:lnTo>
                <a:lnTo>
                  <a:pt x="4893084" y="119527"/>
                </a:lnTo>
                <a:lnTo>
                  <a:pt x="4894775" y="119793"/>
                </a:lnTo>
                <a:lnTo>
                  <a:pt x="4896493" y="119980"/>
                </a:lnTo>
                <a:lnTo>
                  <a:pt x="4898231" y="120090"/>
                </a:lnTo>
                <a:lnTo>
                  <a:pt x="4899984" y="120127"/>
                </a:lnTo>
                <a:lnTo>
                  <a:pt x="4901773" y="120084"/>
                </a:lnTo>
                <a:lnTo>
                  <a:pt x="4903569" y="119954"/>
                </a:lnTo>
                <a:lnTo>
                  <a:pt x="4905364" y="119737"/>
                </a:lnTo>
                <a:lnTo>
                  <a:pt x="4907152" y="119434"/>
                </a:lnTo>
                <a:lnTo>
                  <a:pt x="4908923" y="119042"/>
                </a:lnTo>
                <a:lnTo>
                  <a:pt x="4910672" y="118564"/>
                </a:lnTo>
                <a:lnTo>
                  <a:pt x="4912391" y="117997"/>
                </a:lnTo>
                <a:lnTo>
                  <a:pt x="4914073" y="117343"/>
                </a:lnTo>
                <a:lnTo>
                  <a:pt x="4915709" y="116600"/>
                </a:lnTo>
                <a:lnTo>
                  <a:pt x="4917293" y="115769"/>
                </a:lnTo>
                <a:lnTo>
                  <a:pt x="4918818" y="114849"/>
                </a:lnTo>
                <a:lnTo>
                  <a:pt x="4920276" y="113840"/>
                </a:lnTo>
                <a:lnTo>
                  <a:pt x="4921659" y="112741"/>
                </a:lnTo>
                <a:lnTo>
                  <a:pt x="4922961" y="111553"/>
                </a:lnTo>
                <a:lnTo>
                  <a:pt x="4924174" y="110276"/>
                </a:lnTo>
                <a:lnTo>
                  <a:pt x="4925290" y="108908"/>
                </a:lnTo>
                <a:lnTo>
                  <a:pt x="4926302" y="107450"/>
                </a:lnTo>
                <a:lnTo>
                  <a:pt x="4927204" y="105902"/>
                </a:lnTo>
                <a:lnTo>
                  <a:pt x="4927987" y="104263"/>
                </a:lnTo>
                <a:lnTo>
                  <a:pt x="4928644" y="102533"/>
                </a:lnTo>
                <a:lnTo>
                  <a:pt x="4929168" y="100712"/>
                </a:lnTo>
                <a:lnTo>
                  <a:pt x="4929551" y="98800"/>
                </a:lnTo>
                <a:lnTo>
                  <a:pt x="4929786" y="96796"/>
                </a:lnTo>
                <a:lnTo>
                  <a:pt x="4929867" y="94699"/>
                </a:lnTo>
                <a:lnTo>
                  <a:pt x="4929866" y="94264"/>
                </a:lnTo>
                <a:lnTo>
                  <a:pt x="4929863" y="93824"/>
                </a:lnTo>
                <a:lnTo>
                  <a:pt x="4929853" y="93382"/>
                </a:lnTo>
                <a:lnTo>
                  <a:pt x="4929835" y="92940"/>
                </a:lnTo>
                <a:lnTo>
                  <a:pt x="4929806" y="92500"/>
                </a:lnTo>
                <a:lnTo>
                  <a:pt x="4929761" y="92064"/>
                </a:lnTo>
                <a:lnTo>
                  <a:pt x="4929699" y="91634"/>
                </a:lnTo>
                <a:close/>
                <a:moveTo>
                  <a:pt x="5638270" y="92064"/>
                </a:moveTo>
                <a:lnTo>
                  <a:pt x="5638208" y="91634"/>
                </a:lnTo>
                <a:lnTo>
                  <a:pt x="5638126" y="91213"/>
                </a:lnTo>
                <a:lnTo>
                  <a:pt x="5638020" y="90801"/>
                </a:lnTo>
                <a:lnTo>
                  <a:pt x="5637888" y="90401"/>
                </a:lnTo>
                <a:lnTo>
                  <a:pt x="5637726" y="90015"/>
                </a:lnTo>
                <a:lnTo>
                  <a:pt x="5637532" y="89646"/>
                </a:lnTo>
                <a:lnTo>
                  <a:pt x="5637303" y="89294"/>
                </a:lnTo>
                <a:lnTo>
                  <a:pt x="5637036" y="88963"/>
                </a:lnTo>
                <a:lnTo>
                  <a:pt x="5636728" y="88653"/>
                </a:lnTo>
                <a:lnTo>
                  <a:pt x="5636376" y="88368"/>
                </a:lnTo>
                <a:lnTo>
                  <a:pt x="5635977" y="88108"/>
                </a:lnTo>
                <a:lnTo>
                  <a:pt x="5635529" y="87877"/>
                </a:lnTo>
                <a:lnTo>
                  <a:pt x="5635027" y="87676"/>
                </a:lnTo>
                <a:lnTo>
                  <a:pt x="5634470" y="87507"/>
                </a:lnTo>
                <a:lnTo>
                  <a:pt x="5633855" y="87372"/>
                </a:lnTo>
                <a:lnTo>
                  <a:pt x="5633178" y="87273"/>
                </a:lnTo>
                <a:lnTo>
                  <a:pt x="5632436" y="87212"/>
                </a:lnTo>
                <a:lnTo>
                  <a:pt x="5631627" y="87191"/>
                </a:lnTo>
                <a:lnTo>
                  <a:pt x="5630864" y="87212"/>
                </a:lnTo>
                <a:lnTo>
                  <a:pt x="5630162" y="87273"/>
                </a:lnTo>
                <a:lnTo>
                  <a:pt x="5629520" y="87372"/>
                </a:lnTo>
                <a:lnTo>
                  <a:pt x="5628933" y="87506"/>
                </a:lnTo>
                <a:lnTo>
                  <a:pt x="5628401" y="87674"/>
                </a:lnTo>
                <a:lnTo>
                  <a:pt x="5627920" y="87874"/>
                </a:lnTo>
                <a:lnTo>
                  <a:pt x="5627488" y="88104"/>
                </a:lnTo>
                <a:lnTo>
                  <a:pt x="5627101" y="88361"/>
                </a:lnTo>
                <a:lnTo>
                  <a:pt x="5626759" y="88643"/>
                </a:lnTo>
                <a:lnTo>
                  <a:pt x="5626457" y="88949"/>
                </a:lnTo>
                <a:lnTo>
                  <a:pt x="5626193" y="89276"/>
                </a:lnTo>
                <a:lnTo>
                  <a:pt x="5625965" y="89622"/>
                </a:lnTo>
                <a:lnTo>
                  <a:pt x="5625770" y="89985"/>
                </a:lnTo>
                <a:lnTo>
                  <a:pt x="5625606" y="90363"/>
                </a:lnTo>
                <a:lnTo>
                  <a:pt x="5625470" y="90753"/>
                </a:lnTo>
                <a:lnTo>
                  <a:pt x="5625359" y="91155"/>
                </a:lnTo>
                <a:lnTo>
                  <a:pt x="5625271" y="91565"/>
                </a:lnTo>
                <a:lnTo>
                  <a:pt x="5625203" y="91982"/>
                </a:lnTo>
                <a:lnTo>
                  <a:pt x="5625152" y="92404"/>
                </a:lnTo>
                <a:lnTo>
                  <a:pt x="5625117" y="92828"/>
                </a:lnTo>
                <a:lnTo>
                  <a:pt x="5625094" y="93252"/>
                </a:lnTo>
                <a:lnTo>
                  <a:pt x="5625081" y="93674"/>
                </a:lnTo>
                <a:lnTo>
                  <a:pt x="5625074" y="94093"/>
                </a:lnTo>
                <a:lnTo>
                  <a:pt x="5625073" y="94505"/>
                </a:lnTo>
                <a:lnTo>
                  <a:pt x="5624994" y="95946"/>
                </a:lnTo>
                <a:lnTo>
                  <a:pt x="5624810" y="97285"/>
                </a:lnTo>
                <a:lnTo>
                  <a:pt x="5624529" y="98528"/>
                </a:lnTo>
                <a:lnTo>
                  <a:pt x="5624158" y="99676"/>
                </a:lnTo>
                <a:lnTo>
                  <a:pt x="5623704" y="100735"/>
                </a:lnTo>
                <a:lnTo>
                  <a:pt x="5623176" y="101707"/>
                </a:lnTo>
                <a:lnTo>
                  <a:pt x="5622580" y="102595"/>
                </a:lnTo>
                <a:lnTo>
                  <a:pt x="5621925" y="103404"/>
                </a:lnTo>
                <a:lnTo>
                  <a:pt x="5621217" y="104137"/>
                </a:lnTo>
                <a:lnTo>
                  <a:pt x="5620465" y="104797"/>
                </a:lnTo>
                <a:lnTo>
                  <a:pt x="5619675" y="105387"/>
                </a:lnTo>
                <a:lnTo>
                  <a:pt x="5618856" y="105912"/>
                </a:lnTo>
                <a:lnTo>
                  <a:pt x="5618015" y="106375"/>
                </a:lnTo>
                <a:lnTo>
                  <a:pt x="5617159" y="106780"/>
                </a:lnTo>
                <a:lnTo>
                  <a:pt x="5616297" y="107129"/>
                </a:lnTo>
                <a:lnTo>
                  <a:pt x="5615434" y="107426"/>
                </a:lnTo>
                <a:lnTo>
                  <a:pt x="5614580" y="107676"/>
                </a:lnTo>
                <a:lnTo>
                  <a:pt x="5613741" y="107880"/>
                </a:lnTo>
                <a:lnTo>
                  <a:pt x="5612926" y="108044"/>
                </a:lnTo>
                <a:lnTo>
                  <a:pt x="5612141" y="108170"/>
                </a:lnTo>
                <a:lnTo>
                  <a:pt x="5611394" y="108262"/>
                </a:lnTo>
                <a:lnTo>
                  <a:pt x="5610693" y="108323"/>
                </a:lnTo>
                <a:lnTo>
                  <a:pt x="5610045" y="108357"/>
                </a:lnTo>
                <a:lnTo>
                  <a:pt x="5609458" y="108368"/>
                </a:lnTo>
                <a:lnTo>
                  <a:pt x="5607679" y="108317"/>
                </a:lnTo>
                <a:lnTo>
                  <a:pt x="5606048" y="108168"/>
                </a:lnTo>
                <a:lnTo>
                  <a:pt x="5604558" y="107928"/>
                </a:lnTo>
                <a:lnTo>
                  <a:pt x="5603204" y="107604"/>
                </a:lnTo>
                <a:lnTo>
                  <a:pt x="5601979" y="107202"/>
                </a:lnTo>
                <a:lnTo>
                  <a:pt x="5600876" y="106728"/>
                </a:lnTo>
                <a:lnTo>
                  <a:pt x="5599889" y="106190"/>
                </a:lnTo>
                <a:lnTo>
                  <a:pt x="5599012" y="105594"/>
                </a:lnTo>
                <a:lnTo>
                  <a:pt x="5598238" y="104946"/>
                </a:lnTo>
                <a:lnTo>
                  <a:pt x="5597560" y="104254"/>
                </a:lnTo>
                <a:lnTo>
                  <a:pt x="5596973" y="103523"/>
                </a:lnTo>
                <a:lnTo>
                  <a:pt x="5596469" y="102760"/>
                </a:lnTo>
                <a:lnTo>
                  <a:pt x="5596043" y="101973"/>
                </a:lnTo>
                <a:lnTo>
                  <a:pt x="5595688" y="101167"/>
                </a:lnTo>
                <a:lnTo>
                  <a:pt x="5595397" y="100349"/>
                </a:lnTo>
                <a:lnTo>
                  <a:pt x="5595164" y="99526"/>
                </a:lnTo>
                <a:lnTo>
                  <a:pt x="5594982" y="98704"/>
                </a:lnTo>
                <a:lnTo>
                  <a:pt x="5594846" y="97890"/>
                </a:lnTo>
                <a:lnTo>
                  <a:pt x="5594748" y="97091"/>
                </a:lnTo>
                <a:lnTo>
                  <a:pt x="5594683" y="96313"/>
                </a:lnTo>
                <a:lnTo>
                  <a:pt x="5594643" y="95562"/>
                </a:lnTo>
                <a:lnTo>
                  <a:pt x="5594623" y="94846"/>
                </a:lnTo>
                <a:lnTo>
                  <a:pt x="5594615" y="94171"/>
                </a:lnTo>
                <a:lnTo>
                  <a:pt x="5594614" y="93543"/>
                </a:lnTo>
                <a:lnTo>
                  <a:pt x="5594614" y="47725"/>
                </a:lnTo>
                <a:lnTo>
                  <a:pt x="5626229" y="47725"/>
                </a:lnTo>
                <a:lnTo>
                  <a:pt x="5626600" y="47724"/>
                </a:lnTo>
                <a:lnTo>
                  <a:pt x="5626988" y="47721"/>
                </a:lnTo>
                <a:lnTo>
                  <a:pt x="5627391" y="47714"/>
                </a:lnTo>
                <a:lnTo>
                  <a:pt x="5627805" y="47698"/>
                </a:lnTo>
                <a:lnTo>
                  <a:pt x="5628227" y="47673"/>
                </a:lnTo>
                <a:lnTo>
                  <a:pt x="5628654" y="47634"/>
                </a:lnTo>
                <a:lnTo>
                  <a:pt x="5629084" y="47581"/>
                </a:lnTo>
                <a:lnTo>
                  <a:pt x="5629514" y="47511"/>
                </a:lnTo>
                <a:lnTo>
                  <a:pt x="5629940" y="47420"/>
                </a:lnTo>
                <a:lnTo>
                  <a:pt x="5630361" y="47306"/>
                </a:lnTo>
                <a:lnTo>
                  <a:pt x="5630771" y="47168"/>
                </a:lnTo>
                <a:lnTo>
                  <a:pt x="5631170" y="47002"/>
                </a:lnTo>
                <a:lnTo>
                  <a:pt x="5631554" y="46806"/>
                </a:lnTo>
                <a:lnTo>
                  <a:pt x="5631920" y="46577"/>
                </a:lnTo>
                <a:lnTo>
                  <a:pt x="5632264" y="46313"/>
                </a:lnTo>
                <a:lnTo>
                  <a:pt x="5632585" y="46011"/>
                </a:lnTo>
                <a:lnTo>
                  <a:pt x="5632879" y="45669"/>
                </a:lnTo>
                <a:lnTo>
                  <a:pt x="5633144" y="45285"/>
                </a:lnTo>
                <a:lnTo>
                  <a:pt x="5633376" y="44855"/>
                </a:lnTo>
                <a:lnTo>
                  <a:pt x="5633572" y="44378"/>
                </a:lnTo>
                <a:lnTo>
                  <a:pt x="5633730" y="43850"/>
                </a:lnTo>
                <a:lnTo>
                  <a:pt x="5633846" y="43270"/>
                </a:lnTo>
                <a:lnTo>
                  <a:pt x="5633918" y="42634"/>
                </a:lnTo>
                <a:lnTo>
                  <a:pt x="5633942" y="41941"/>
                </a:lnTo>
                <a:lnTo>
                  <a:pt x="5633919" y="41224"/>
                </a:lnTo>
                <a:lnTo>
                  <a:pt x="5633850" y="40567"/>
                </a:lnTo>
                <a:lnTo>
                  <a:pt x="5633738" y="39968"/>
                </a:lnTo>
                <a:lnTo>
                  <a:pt x="5633585" y="39422"/>
                </a:lnTo>
                <a:lnTo>
                  <a:pt x="5633396" y="38929"/>
                </a:lnTo>
                <a:lnTo>
                  <a:pt x="5633171" y="38485"/>
                </a:lnTo>
                <a:lnTo>
                  <a:pt x="5632915" y="38087"/>
                </a:lnTo>
                <a:lnTo>
                  <a:pt x="5632628" y="37734"/>
                </a:lnTo>
                <a:lnTo>
                  <a:pt x="5632316" y="37422"/>
                </a:lnTo>
                <a:lnTo>
                  <a:pt x="5631979" y="37149"/>
                </a:lnTo>
                <a:lnTo>
                  <a:pt x="5631620" y="36913"/>
                </a:lnTo>
                <a:lnTo>
                  <a:pt x="5631243" y="36710"/>
                </a:lnTo>
                <a:lnTo>
                  <a:pt x="5630850" y="36538"/>
                </a:lnTo>
                <a:lnTo>
                  <a:pt x="5630443" y="36395"/>
                </a:lnTo>
                <a:lnTo>
                  <a:pt x="5630026" y="36278"/>
                </a:lnTo>
                <a:lnTo>
                  <a:pt x="5629600" y="36184"/>
                </a:lnTo>
                <a:lnTo>
                  <a:pt x="5629170" y="36111"/>
                </a:lnTo>
                <a:lnTo>
                  <a:pt x="5628736" y="36056"/>
                </a:lnTo>
                <a:lnTo>
                  <a:pt x="5628303" y="36017"/>
                </a:lnTo>
                <a:lnTo>
                  <a:pt x="5627872" y="35990"/>
                </a:lnTo>
                <a:lnTo>
                  <a:pt x="5627447" y="35974"/>
                </a:lnTo>
                <a:lnTo>
                  <a:pt x="5627029" y="35966"/>
                </a:lnTo>
                <a:lnTo>
                  <a:pt x="5626622" y="35963"/>
                </a:lnTo>
                <a:lnTo>
                  <a:pt x="5626229" y="35963"/>
                </a:lnTo>
                <a:lnTo>
                  <a:pt x="5594614" y="35963"/>
                </a:lnTo>
                <a:lnTo>
                  <a:pt x="5594614" y="20156"/>
                </a:lnTo>
                <a:lnTo>
                  <a:pt x="5594613" y="19695"/>
                </a:lnTo>
                <a:lnTo>
                  <a:pt x="5594610" y="19230"/>
                </a:lnTo>
                <a:lnTo>
                  <a:pt x="5594601" y="18763"/>
                </a:lnTo>
                <a:lnTo>
                  <a:pt x="5594584" y="18297"/>
                </a:lnTo>
                <a:lnTo>
                  <a:pt x="5594555" y="17833"/>
                </a:lnTo>
                <a:lnTo>
                  <a:pt x="5594511" y="17374"/>
                </a:lnTo>
                <a:lnTo>
                  <a:pt x="5594451" y="16921"/>
                </a:lnTo>
                <a:lnTo>
                  <a:pt x="5594371" y="16477"/>
                </a:lnTo>
                <a:lnTo>
                  <a:pt x="5594268" y="16043"/>
                </a:lnTo>
                <a:lnTo>
                  <a:pt x="5594140" y="15623"/>
                </a:lnTo>
                <a:lnTo>
                  <a:pt x="5593983" y="15217"/>
                </a:lnTo>
                <a:lnTo>
                  <a:pt x="5593794" y="14828"/>
                </a:lnTo>
                <a:lnTo>
                  <a:pt x="5593572" y="14459"/>
                </a:lnTo>
                <a:lnTo>
                  <a:pt x="5593312" y="14110"/>
                </a:lnTo>
                <a:lnTo>
                  <a:pt x="5593013" y="13785"/>
                </a:lnTo>
                <a:lnTo>
                  <a:pt x="5592671" y="13485"/>
                </a:lnTo>
                <a:lnTo>
                  <a:pt x="5592284" y="13213"/>
                </a:lnTo>
                <a:lnTo>
                  <a:pt x="5591848" y="12970"/>
                </a:lnTo>
                <a:lnTo>
                  <a:pt x="5591360" y="12759"/>
                </a:lnTo>
                <a:lnTo>
                  <a:pt x="5590819" y="12581"/>
                </a:lnTo>
                <a:lnTo>
                  <a:pt x="5590221" y="12440"/>
                </a:lnTo>
                <a:lnTo>
                  <a:pt x="5589563" y="12336"/>
                </a:lnTo>
                <a:lnTo>
                  <a:pt x="5588843" y="12272"/>
                </a:lnTo>
                <a:lnTo>
                  <a:pt x="5588057" y="12250"/>
                </a:lnTo>
                <a:lnTo>
                  <a:pt x="5587248" y="12271"/>
                </a:lnTo>
                <a:lnTo>
                  <a:pt x="5586507" y="12332"/>
                </a:lnTo>
                <a:lnTo>
                  <a:pt x="5585830" y="12432"/>
                </a:lnTo>
                <a:lnTo>
                  <a:pt x="5585215" y="12568"/>
                </a:lnTo>
                <a:lnTo>
                  <a:pt x="5584658" y="12739"/>
                </a:lnTo>
                <a:lnTo>
                  <a:pt x="5584157" y="12943"/>
                </a:lnTo>
                <a:lnTo>
                  <a:pt x="5583709" y="13178"/>
                </a:lnTo>
                <a:lnTo>
                  <a:pt x="5583310" y="13443"/>
                </a:lnTo>
                <a:lnTo>
                  <a:pt x="5582958" y="13735"/>
                </a:lnTo>
                <a:lnTo>
                  <a:pt x="5582650" y="14052"/>
                </a:lnTo>
                <a:lnTo>
                  <a:pt x="5582383" y="14393"/>
                </a:lnTo>
                <a:lnTo>
                  <a:pt x="5582154" y="14757"/>
                </a:lnTo>
                <a:lnTo>
                  <a:pt x="5581961" y="15140"/>
                </a:lnTo>
                <a:lnTo>
                  <a:pt x="5581799" y="15541"/>
                </a:lnTo>
                <a:lnTo>
                  <a:pt x="5581667" y="15959"/>
                </a:lnTo>
                <a:lnTo>
                  <a:pt x="5581561" y="16392"/>
                </a:lnTo>
                <a:lnTo>
                  <a:pt x="5581479" y="16837"/>
                </a:lnTo>
                <a:lnTo>
                  <a:pt x="5581417" y="17293"/>
                </a:lnTo>
                <a:lnTo>
                  <a:pt x="5581372" y="17758"/>
                </a:lnTo>
                <a:lnTo>
                  <a:pt x="5581342" y="18231"/>
                </a:lnTo>
                <a:lnTo>
                  <a:pt x="5581324" y="18708"/>
                </a:lnTo>
                <a:lnTo>
                  <a:pt x="5581315" y="19190"/>
                </a:lnTo>
                <a:lnTo>
                  <a:pt x="5581312" y="19673"/>
                </a:lnTo>
                <a:lnTo>
                  <a:pt x="5581311" y="20156"/>
                </a:lnTo>
                <a:lnTo>
                  <a:pt x="5581311" y="35963"/>
                </a:lnTo>
                <a:lnTo>
                  <a:pt x="5564537" y="35963"/>
                </a:lnTo>
                <a:lnTo>
                  <a:pt x="5564143" y="35963"/>
                </a:lnTo>
                <a:lnTo>
                  <a:pt x="5563733" y="35966"/>
                </a:lnTo>
                <a:lnTo>
                  <a:pt x="5563312" y="35974"/>
                </a:lnTo>
                <a:lnTo>
                  <a:pt x="5562880" y="35990"/>
                </a:lnTo>
                <a:lnTo>
                  <a:pt x="5562442" y="36017"/>
                </a:lnTo>
                <a:lnTo>
                  <a:pt x="5562000" y="36056"/>
                </a:lnTo>
                <a:lnTo>
                  <a:pt x="5561557" y="36111"/>
                </a:lnTo>
                <a:lnTo>
                  <a:pt x="5561116" y="36184"/>
                </a:lnTo>
                <a:lnTo>
                  <a:pt x="5560680" y="36278"/>
                </a:lnTo>
                <a:lnTo>
                  <a:pt x="5560251" y="36395"/>
                </a:lnTo>
                <a:lnTo>
                  <a:pt x="5559833" y="36538"/>
                </a:lnTo>
                <a:lnTo>
                  <a:pt x="5559428" y="36710"/>
                </a:lnTo>
                <a:lnTo>
                  <a:pt x="5559039" y="36913"/>
                </a:lnTo>
                <a:lnTo>
                  <a:pt x="5558669" y="37149"/>
                </a:lnTo>
                <a:lnTo>
                  <a:pt x="5558320" y="37422"/>
                </a:lnTo>
                <a:lnTo>
                  <a:pt x="5557996" y="37734"/>
                </a:lnTo>
                <a:lnTo>
                  <a:pt x="5557700" y="38087"/>
                </a:lnTo>
                <a:lnTo>
                  <a:pt x="5557434" y="38485"/>
                </a:lnTo>
                <a:lnTo>
                  <a:pt x="5557201" y="38929"/>
                </a:lnTo>
                <a:lnTo>
                  <a:pt x="5557004" y="39422"/>
                </a:lnTo>
                <a:lnTo>
                  <a:pt x="5556846" y="39968"/>
                </a:lnTo>
                <a:lnTo>
                  <a:pt x="5556729" y="40567"/>
                </a:lnTo>
                <a:lnTo>
                  <a:pt x="5556657" y="41224"/>
                </a:lnTo>
                <a:lnTo>
                  <a:pt x="5556633" y="41941"/>
                </a:lnTo>
                <a:lnTo>
                  <a:pt x="5556657" y="42634"/>
                </a:lnTo>
                <a:lnTo>
                  <a:pt x="5556729" y="43270"/>
                </a:lnTo>
                <a:lnTo>
                  <a:pt x="5556845" y="43850"/>
                </a:lnTo>
                <a:lnTo>
                  <a:pt x="5557003" y="44378"/>
                </a:lnTo>
                <a:lnTo>
                  <a:pt x="5557199" y="44855"/>
                </a:lnTo>
                <a:lnTo>
                  <a:pt x="5557431" y="45285"/>
                </a:lnTo>
                <a:lnTo>
                  <a:pt x="5557695" y="45669"/>
                </a:lnTo>
                <a:lnTo>
                  <a:pt x="5557989" y="46011"/>
                </a:lnTo>
                <a:lnTo>
                  <a:pt x="5558310" y="46313"/>
                </a:lnTo>
                <a:lnTo>
                  <a:pt x="5558654" y="46577"/>
                </a:lnTo>
                <a:lnTo>
                  <a:pt x="5559020" y="46806"/>
                </a:lnTo>
                <a:lnTo>
                  <a:pt x="5559403" y="47002"/>
                </a:lnTo>
                <a:lnTo>
                  <a:pt x="5559802" y="47168"/>
                </a:lnTo>
                <a:lnTo>
                  <a:pt x="5560213" y="47306"/>
                </a:lnTo>
                <a:lnTo>
                  <a:pt x="5560633" y="47420"/>
                </a:lnTo>
                <a:lnTo>
                  <a:pt x="5561059" y="47511"/>
                </a:lnTo>
                <a:lnTo>
                  <a:pt x="5561488" y="47581"/>
                </a:lnTo>
                <a:lnTo>
                  <a:pt x="5561918" y="47634"/>
                </a:lnTo>
                <a:lnTo>
                  <a:pt x="5562346" y="47673"/>
                </a:lnTo>
                <a:lnTo>
                  <a:pt x="5562768" y="47698"/>
                </a:lnTo>
                <a:lnTo>
                  <a:pt x="5563182" y="47714"/>
                </a:lnTo>
                <a:lnTo>
                  <a:pt x="5563584" y="47721"/>
                </a:lnTo>
                <a:lnTo>
                  <a:pt x="5563972" y="47724"/>
                </a:lnTo>
                <a:lnTo>
                  <a:pt x="5564343" y="47725"/>
                </a:lnTo>
                <a:lnTo>
                  <a:pt x="5581311" y="47725"/>
                </a:lnTo>
                <a:lnTo>
                  <a:pt x="5581311" y="94699"/>
                </a:lnTo>
                <a:lnTo>
                  <a:pt x="5581379" y="96951"/>
                </a:lnTo>
                <a:lnTo>
                  <a:pt x="5581577" y="99083"/>
                </a:lnTo>
                <a:lnTo>
                  <a:pt x="5581902" y="101100"/>
                </a:lnTo>
                <a:lnTo>
                  <a:pt x="5582347" y="103002"/>
                </a:lnTo>
                <a:lnTo>
                  <a:pt x="5582908" y="104792"/>
                </a:lnTo>
                <a:lnTo>
                  <a:pt x="5583579" y="106472"/>
                </a:lnTo>
                <a:lnTo>
                  <a:pt x="5584355" y="108043"/>
                </a:lnTo>
                <a:lnTo>
                  <a:pt x="5585231" y="109508"/>
                </a:lnTo>
                <a:lnTo>
                  <a:pt x="5586201" y="110869"/>
                </a:lnTo>
                <a:lnTo>
                  <a:pt x="5587260" y="112128"/>
                </a:lnTo>
                <a:lnTo>
                  <a:pt x="5588403" y="113286"/>
                </a:lnTo>
                <a:lnTo>
                  <a:pt x="5589625" y="114346"/>
                </a:lnTo>
                <a:lnTo>
                  <a:pt x="5590920" y="115310"/>
                </a:lnTo>
                <a:lnTo>
                  <a:pt x="5592282" y="116179"/>
                </a:lnTo>
                <a:lnTo>
                  <a:pt x="5593708" y="116956"/>
                </a:lnTo>
                <a:lnTo>
                  <a:pt x="5595191" y="117643"/>
                </a:lnTo>
                <a:lnTo>
                  <a:pt x="5596727" y="118241"/>
                </a:lnTo>
                <a:lnTo>
                  <a:pt x="5598309" y="118754"/>
                </a:lnTo>
                <a:lnTo>
                  <a:pt x="5599933" y="119182"/>
                </a:lnTo>
                <a:lnTo>
                  <a:pt x="5601593" y="119527"/>
                </a:lnTo>
                <a:lnTo>
                  <a:pt x="5603285" y="119793"/>
                </a:lnTo>
                <a:lnTo>
                  <a:pt x="5605002" y="119980"/>
                </a:lnTo>
                <a:lnTo>
                  <a:pt x="5606740" y="120090"/>
                </a:lnTo>
                <a:lnTo>
                  <a:pt x="5608493" y="120127"/>
                </a:lnTo>
                <a:lnTo>
                  <a:pt x="5610282" y="120084"/>
                </a:lnTo>
                <a:lnTo>
                  <a:pt x="5612078" y="119954"/>
                </a:lnTo>
                <a:lnTo>
                  <a:pt x="5613874" y="119737"/>
                </a:lnTo>
                <a:lnTo>
                  <a:pt x="5615661" y="119434"/>
                </a:lnTo>
                <a:lnTo>
                  <a:pt x="5617433" y="119042"/>
                </a:lnTo>
                <a:lnTo>
                  <a:pt x="5619181" y="118564"/>
                </a:lnTo>
                <a:lnTo>
                  <a:pt x="5620900" y="117997"/>
                </a:lnTo>
                <a:lnTo>
                  <a:pt x="5622582" y="117343"/>
                </a:lnTo>
                <a:lnTo>
                  <a:pt x="5624218" y="116600"/>
                </a:lnTo>
                <a:lnTo>
                  <a:pt x="5625802" y="115769"/>
                </a:lnTo>
                <a:lnTo>
                  <a:pt x="5627327" y="114849"/>
                </a:lnTo>
                <a:lnTo>
                  <a:pt x="5628785" y="113840"/>
                </a:lnTo>
                <a:lnTo>
                  <a:pt x="5630168" y="112741"/>
                </a:lnTo>
                <a:lnTo>
                  <a:pt x="5631470" y="111553"/>
                </a:lnTo>
                <a:lnTo>
                  <a:pt x="5632683" y="110276"/>
                </a:lnTo>
                <a:lnTo>
                  <a:pt x="5633799" y="108908"/>
                </a:lnTo>
                <a:lnTo>
                  <a:pt x="5634812" y="107450"/>
                </a:lnTo>
                <a:lnTo>
                  <a:pt x="5635713" y="105902"/>
                </a:lnTo>
                <a:lnTo>
                  <a:pt x="5636496" y="104263"/>
                </a:lnTo>
                <a:lnTo>
                  <a:pt x="5637153" y="102533"/>
                </a:lnTo>
                <a:lnTo>
                  <a:pt x="5637677" y="100712"/>
                </a:lnTo>
                <a:lnTo>
                  <a:pt x="5638060" y="98800"/>
                </a:lnTo>
                <a:lnTo>
                  <a:pt x="5638296" y="96796"/>
                </a:lnTo>
                <a:lnTo>
                  <a:pt x="5638376" y="94699"/>
                </a:lnTo>
                <a:lnTo>
                  <a:pt x="5638375" y="94264"/>
                </a:lnTo>
                <a:lnTo>
                  <a:pt x="5638372" y="93824"/>
                </a:lnTo>
                <a:lnTo>
                  <a:pt x="5638363" y="93382"/>
                </a:lnTo>
                <a:lnTo>
                  <a:pt x="5638344" y="92940"/>
                </a:lnTo>
                <a:lnTo>
                  <a:pt x="5638315" y="92500"/>
                </a:lnTo>
                <a:lnTo>
                  <a:pt x="5638270" y="92064"/>
                </a:lnTo>
                <a:close/>
                <a:moveTo>
                  <a:pt x="6448000" y="92064"/>
                </a:moveTo>
                <a:lnTo>
                  <a:pt x="6447938" y="91634"/>
                </a:lnTo>
                <a:lnTo>
                  <a:pt x="6447855" y="91213"/>
                </a:lnTo>
                <a:lnTo>
                  <a:pt x="6447749" y="90801"/>
                </a:lnTo>
                <a:lnTo>
                  <a:pt x="6447617" y="90401"/>
                </a:lnTo>
                <a:lnTo>
                  <a:pt x="6447455" y="90015"/>
                </a:lnTo>
                <a:lnTo>
                  <a:pt x="6447262" y="89646"/>
                </a:lnTo>
                <a:lnTo>
                  <a:pt x="6447033" y="89294"/>
                </a:lnTo>
                <a:lnTo>
                  <a:pt x="6446766" y="88963"/>
                </a:lnTo>
                <a:lnTo>
                  <a:pt x="6446458" y="88653"/>
                </a:lnTo>
                <a:lnTo>
                  <a:pt x="6446106" y="88368"/>
                </a:lnTo>
                <a:lnTo>
                  <a:pt x="6445707" y="88108"/>
                </a:lnTo>
                <a:lnTo>
                  <a:pt x="6445258" y="87877"/>
                </a:lnTo>
                <a:lnTo>
                  <a:pt x="6444757" y="87676"/>
                </a:lnTo>
                <a:lnTo>
                  <a:pt x="6444200" y="87507"/>
                </a:lnTo>
                <a:lnTo>
                  <a:pt x="6443584" y="87372"/>
                </a:lnTo>
                <a:lnTo>
                  <a:pt x="6442907" y="87273"/>
                </a:lnTo>
                <a:lnTo>
                  <a:pt x="6442166" y="87212"/>
                </a:lnTo>
                <a:lnTo>
                  <a:pt x="6441357" y="87191"/>
                </a:lnTo>
                <a:lnTo>
                  <a:pt x="6440593" y="87212"/>
                </a:lnTo>
                <a:lnTo>
                  <a:pt x="6439892" y="87273"/>
                </a:lnTo>
                <a:lnTo>
                  <a:pt x="6439249" y="87372"/>
                </a:lnTo>
                <a:lnTo>
                  <a:pt x="6438663" y="87506"/>
                </a:lnTo>
                <a:lnTo>
                  <a:pt x="6438131" y="87674"/>
                </a:lnTo>
                <a:lnTo>
                  <a:pt x="6437650" y="87874"/>
                </a:lnTo>
                <a:lnTo>
                  <a:pt x="6437217" y="88104"/>
                </a:lnTo>
                <a:lnTo>
                  <a:pt x="6436831" y="88361"/>
                </a:lnTo>
                <a:lnTo>
                  <a:pt x="6436488" y="88643"/>
                </a:lnTo>
                <a:lnTo>
                  <a:pt x="6436186" y="88949"/>
                </a:lnTo>
                <a:lnTo>
                  <a:pt x="6435922" y="89276"/>
                </a:lnTo>
                <a:lnTo>
                  <a:pt x="6435695" y="89622"/>
                </a:lnTo>
                <a:lnTo>
                  <a:pt x="6435500" y="89985"/>
                </a:lnTo>
                <a:lnTo>
                  <a:pt x="6435336" y="90363"/>
                </a:lnTo>
                <a:lnTo>
                  <a:pt x="6435199" y="90753"/>
                </a:lnTo>
                <a:lnTo>
                  <a:pt x="6435088" y="91155"/>
                </a:lnTo>
                <a:lnTo>
                  <a:pt x="6435000" y="91565"/>
                </a:lnTo>
                <a:lnTo>
                  <a:pt x="6434932" y="91982"/>
                </a:lnTo>
                <a:lnTo>
                  <a:pt x="6434882" y="92404"/>
                </a:lnTo>
                <a:lnTo>
                  <a:pt x="6434846" y="92828"/>
                </a:lnTo>
                <a:lnTo>
                  <a:pt x="6434823" y="93252"/>
                </a:lnTo>
                <a:lnTo>
                  <a:pt x="6434810" y="93674"/>
                </a:lnTo>
                <a:lnTo>
                  <a:pt x="6434804" y="94093"/>
                </a:lnTo>
                <a:lnTo>
                  <a:pt x="6434803" y="94505"/>
                </a:lnTo>
                <a:lnTo>
                  <a:pt x="6434724" y="95946"/>
                </a:lnTo>
                <a:lnTo>
                  <a:pt x="6434540" y="97285"/>
                </a:lnTo>
                <a:lnTo>
                  <a:pt x="6434258" y="98528"/>
                </a:lnTo>
                <a:lnTo>
                  <a:pt x="6433887" y="99676"/>
                </a:lnTo>
                <a:lnTo>
                  <a:pt x="6433434" y="100735"/>
                </a:lnTo>
                <a:lnTo>
                  <a:pt x="6432905" y="101707"/>
                </a:lnTo>
                <a:lnTo>
                  <a:pt x="6432310" y="102595"/>
                </a:lnTo>
                <a:lnTo>
                  <a:pt x="6431654" y="103404"/>
                </a:lnTo>
                <a:lnTo>
                  <a:pt x="6430947" y="104137"/>
                </a:lnTo>
                <a:lnTo>
                  <a:pt x="6430194" y="104797"/>
                </a:lnTo>
                <a:lnTo>
                  <a:pt x="6429405" y="105387"/>
                </a:lnTo>
                <a:lnTo>
                  <a:pt x="6428586" y="105912"/>
                </a:lnTo>
                <a:lnTo>
                  <a:pt x="6427745" y="106375"/>
                </a:lnTo>
                <a:lnTo>
                  <a:pt x="6426889" y="106780"/>
                </a:lnTo>
                <a:lnTo>
                  <a:pt x="6426026" y="107129"/>
                </a:lnTo>
                <a:lnTo>
                  <a:pt x="6425164" y="107426"/>
                </a:lnTo>
                <a:lnTo>
                  <a:pt x="6424309" y="107676"/>
                </a:lnTo>
                <a:lnTo>
                  <a:pt x="6423471" y="107880"/>
                </a:lnTo>
                <a:lnTo>
                  <a:pt x="6422655" y="108044"/>
                </a:lnTo>
                <a:lnTo>
                  <a:pt x="6421870" y="108170"/>
                </a:lnTo>
                <a:lnTo>
                  <a:pt x="6421124" y="108262"/>
                </a:lnTo>
                <a:lnTo>
                  <a:pt x="6420422" y="108323"/>
                </a:lnTo>
                <a:lnTo>
                  <a:pt x="6419775" y="108357"/>
                </a:lnTo>
                <a:lnTo>
                  <a:pt x="6419188" y="108368"/>
                </a:lnTo>
                <a:lnTo>
                  <a:pt x="6417408" y="108317"/>
                </a:lnTo>
                <a:lnTo>
                  <a:pt x="6415777" y="108168"/>
                </a:lnTo>
                <a:lnTo>
                  <a:pt x="6414288" y="107928"/>
                </a:lnTo>
                <a:lnTo>
                  <a:pt x="6412934" y="107604"/>
                </a:lnTo>
                <a:lnTo>
                  <a:pt x="6411709" y="107202"/>
                </a:lnTo>
                <a:lnTo>
                  <a:pt x="6410606" y="106728"/>
                </a:lnTo>
                <a:lnTo>
                  <a:pt x="6409619" y="106190"/>
                </a:lnTo>
                <a:lnTo>
                  <a:pt x="6408742" y="105594"/>
                </a:lnTo>
                <a:lnTo>
                  <a:pt x="6407967" y="104946"/>
                </a:lnTo>
                <a:lnTo>
                  <a:pt x="6407290" y="104254"/>
                </a:lnTo>
                <a:lnTo>
                  <a:pt x="6406703" y="103523"/>
                </a:lnTo>
                <a:lnTo>
                  <a:pt x="6406199" y="102760"/>
                </a:lnTo>
                <a:lnTo>
                  <a:pt x="6405773" y="101973"/>
                </a:lnTo>
                <a:lnTo>
                  <a:pt x="6405417" y="101167"/>
                </a:lnTo>
                <a:lnTo>
                  <a:pt x="6405126" y="100349"/>
                </a:lnTo>
                <a:lnTo>
                  <a:pt x="6404893" y="99526"/>
                </a:lnTo>
                <a:lnTo>
                  <a:pt x="6404712" y="98704"/>
                </a:lnTo>
                <a:lnTo>
                  <a:pt x="6404575" y="97890"/>
                </a:lnTo>
                <a:lnTo>
                  <a:pt x="6404478" y="97091"/>
                </a:lnTo>
                <a:lnTo>
                  <a:pt x="6404412" y="96313"/>
                </a:lnTo>
                <a:lnTo>
                  <a:pt x="6404372" y="95562"/>
                </a:lnTo>
                <a:lnTo>
                  <a:pt x="6404352" y="94846"/>
                </a:lnTo>
                <a:lnTo>
                  <a:pt x="6404344" y="94171"/>
                </a:lnTo>
                <a:lnTo>
                  <a:pt x="6404343" y="93543"/>
                </a:lnTo>
                <a:lnTo>
                  <a:pt x="6404343" y="47725"/>
                </a:lnTo>
                <a:lnTo>
                  <a:pt x="6435959" y="47725"/>
                </a:lnTo>
                <a:lnTo>
                  <a:pt x="6436330" y="47724"/>
                </a:lnTo>
                <a:lnTo>
                  <a:pt x="6436718" y="47721"/>
                </a:lnTo>
                <a:lnTo>
                  <a:pt x="6437120" y="47714"/>
                </a:lnTo>
                <a:lnTo>
                  <a:pt x="6437534" y="47698"/>
                </a:lnTo>
                <a:lnTo>
                  <a:pt x="6437956" y="47673"/>
                </a:lnTo>
                <a:lnTo>
                  <a:pt x="6438384" y="47634"/>
                </a:lnTo>
                <a:lnTo>
                  <a:pt x="6438814" y="47581"/>
                </a:lnTo>
                <a:lnTo>
                  <a:pt x="6439244" y="47511"/>
                </a:lnTo>
                <a:lnTo>
                  <a:pt x="6439670" y="47420"/>
                </a:lnTo>
                <a:lnTo>
                  <a:pt x="6440090" y="47306"/>
                </a:lnTo>
                <a:lnTo>
                  <a:pt x="6440501" y="47168"/>
                </a:lnTo>
                <a:lnTo>
                  <a:pt x="6440900" y="47002"/>
                </a:lnTo>
                <a:lnTo>
                  <a:pt x="6441283" y="46806"/>
                </a:lnTo>
                <a:lnTo>
                  <a:pt x="6441649" y="46577"/>
                </a:lnTo>
                <a:lnTo>
                  <a:pt x="6441994" y="46313"/>
                </a:lnTo>
                <a:lnTo>
                  <a:pt x="6442315" y="46011"/>
                </a:lnTo>
                <a:lnTo>
                  <a:pt x="6442609" y="45669"/>
                </a:lnTo>
                <a:lnTo>
                  <a:pt x="6442873" y="45285"/>
                </a:lnTo>
                <a:lnTo>
                  <a:pt x="6443105" y="44855"/>
                </a:lnTo>
                <a:lnTo>
                  <a:pt x="6443301" y="44378"/>
                </a:lnTo>
                <a:lnTo>
                  <a:pt x="6443459" y="43850"/>
                </a:lnTo>
                <a:lnTo>
                  <a:pt x="6443575" y="43270"/>
                </a:lnTo>
                <a:lnTo>
                  <a:pt x="6443647" y="42634"/>
                </a:lnTo>
                <a:lnTo>
                  <a:pt x="6443672" y="41941"/>
                </a:lnTo>
                <a:lnTo>
                  <a:pt x="6443648" y="41224"/>
                </a:lnTo>
                <a:lnTo>
                  <a:pt x="6443579" y="40567"/>
                </a:lnTo>
                <a:lnTo>
                  <a:pt x="6443467" y="39968"/>
                </a:lnTo>
                <a:lnTo>
                  <a:pt x="6443315" y="39422"/>
                </a:lnTo>
                <a:lnTo>
                  <a:pt x="6443125" y="38929"/>
                </a:lnTo>
                <a:lnTo>
                  <a:pt x="6442901" y="38485"/>
                </a:lnTo>
                <a:lnTo>
                  <a:pt x="6442644" y="38087"/>
                </a:lnTo>
                <a:lnTo>
                  <a:pt x="6442358" y="37734"/>
                </a:lnTo>
                <a:lnTo>
                  <a:pt x="6442045" y="37422"/>
                </a:lnTo>
                <a:lnTo>
                  <a:pt x="6441708" y="37149"/>
                </a:lnTo>
                <a:lnTo>
                  <a:pt x="6441350" y="36913"/>
                </a:lnTo>
                <a:lnTo>
                  <a:pt x="6440973" y="36710"/>
                </a:lnTo>
                <a:lnTo>
                  <a:pt x="6440579" y="36538"/>
                </a:lnTo>
                <a:lnTo>
                  <a:pt x="6440173" y="36395"/>
                </a:lnTo>
                <a:lnTo>
                  <a:pt x="6439755" y="36278"/>
                </a:lnTo>
                <a:lnTo>
                  <a:pt x="6439330" y="36184"/>
                </a:lnTo>
                <a:lnTo>
                  <a:pt x="6438899" y="36111"/>
                </a:lnTo>
                <a:lnTo>
                  <a:pt x="6438466" y="36056"/>
                </a:lnTo>
                <a:lnTo>
                  <a:pt x="6438032" y="36017"/>
                </a:lnTo>
                <a:lnTo>
                  <a:pt x="6437601" y="35990"/>
                </a:lnTo>
                <a:lnTo>
                  <a:pt x="6437176" y="35974"/>
                </a:lnTo>
                <a:lnTo>
                  <a:pt x="6436759" y="35966"/>
                </a:lnTo>
                <a:lnTo>
                  <a:pt x="6436352" y="35963"/>
                </a:lnTo>
                <a:lnTo>
                  <a:pt x="6435959" y="35963"/>
                </a:lnTo>
                <a:lnTo>
                  <a:pt x="6404343" y="35963"/>
                </a:lnTo>
                <a:lnTo>
                  <a:pt x="6404343" y="20156"/>
                </a:lnTo>
                <a:lnTo>
                  <a:pt x="6404343" y="19695"/>
                </a:lnTo>
                <a:lnTo>
                  <a:pt x="6404340" y="19230"/>
                </a:lnTo>
                <a:lnTo>
                  <a:pt x="6404331" y="18763"/>
                </a:lnTo>
                <a:lnTo>
                  <a:pt x="6404313" y="18297"/>
                </a:lnTo>
                <a:lnTo>
                  <a:pt x="6404284" y="17833"/>
                </a:lnTo>
                <a:lnTo>
                  <a:pt x="6404241" y="17374"/>
                </a:lnTo>
                <a:lnTo>
                  <a:pt x="6404181" y="16921"/>
                </a:lnTo>
                <a:lnTo>
                  <a:pt x="6404101" y="16477"/>
                </a:lnTo>
                <a:lnTo>
                  <a:pt x="6403998" y="16043"/>
                </a:lnTo>
                <a:lnTo>
                  <a:pt x="6403869" y="15623"/>
                </a:lnTo>
                <a:lnTo>
                  <a:pt x="6403712" y="15217"/>
                </a:lnTo>
                <a:lnTo>
                  <a:pt x="6403524" y="14828"/>
                </a:lnTo>
                <a:lnTo>
                  <a:pt x="6403301" y="14459"/>
                </a:lnTo>
                <a:lnTo>
                  <a:pt x="6403042" y="14110"/>
                </a:lnTo>
                <a:lnTo>
                  <a:pt x="6402743" y="13785"/>
                </a:lnTo>
                <a:lnTo>
                  <a:pt x="6402401" y="13485"/>
                </a:lnTo>
                <a:lnTo>
                  <a:pt x="6402013" y="13213"/>
                </a:lnTo>
                <a:lnTo>
                  <a:pt x="6401577" y="12970"/>
                </a:lnTo>
                <a:lnTo>
                  <a:pt x="6401090" y="12759"/>
                </a:lnTo>
                <a:lnTo>
                  <a:pt x="6400549" y="12581"/>
                </a:lnTo>
                <a:lnTo>
                  <a:pt x="6399951" y="12440"/>
                </a:lnTo>
                <a:lnTo>
                  <a:pt x="6399293" y="12336"/>
                </a:lnTo>
                <a:lnTo>
                  <a:pt x="6398572" y="12272"/>
                </a:lnTo>
                <a:lnTo>
                  <a:pt x="6397786" y="12250"/>
                </a:lnTo>
                <a:lnTo>
                  <a:pt x="6396978" y="12271"/>
                </a:lnTo>
                <a:lnTo>
                  <a:pt x="6396236" y="12332"/>
                </a:lnTo>
                <a:lnTo>
                  <a:pt x="6395560" y="12432"/>
                </a:lnTo>
                <a:lnTo>
                  <a:pt x="6394944" y="12568"/>
                </a:lnTo>
                <a:lnTo>
                  <a:pt x="6394388" y="12739"/>
                </a:lnTo>
                <a:lnTo>
                  <a:pt x="6393886" y="12943"/>
                </a:lnTo>
                <a:lnTo>
                  <a:pt x="6393438" y="13178"/>
                </a:lnTo>
                <a:lnTo>
                  <a:pt x="6393039" y="13443"/>
                </a:lnTo>
                <a:lnTo>
                  <a:pt x="6392688" y="13735"/>
                </a:lnTo>
                <a:lnTo>
                  <a:pt x="6392380" y="14052"/>
                </a:lnTo>
                <a:lnTo>
                  <a:pt x="6392113" y="14393"/>
                </a:lnTo>
                <a:lnTo>
                  <a:pt x="6391884" y="14757"/>
                </a:lnTo>
                <a:lnTo>
                  <a:pt x="6391690" y="15140"/>
                </a:lnTo>
                <a:lnTo>
                  <a:pt x="6391529" y="15541"/>
                </a:lnTo>
                <a:lnTo>
                  <a:pt x="6391396" y="15959"/>
                </a:lnTo>
                <a:lnTo>
                  <a:pt x="6391291" y="16392"/>
                </a:lnTo>
                <a:lnTo>
                  <a:pt x="6391208" y="16837"/>
                </a:lnTo>
                <a:lnTo>
                  <a:pt x="6391146" y="17293"/>
                </a:lnTo>
                <a:lnTo>
                  <a:pt x="6391102" y="17758"/>
                </a:lnTo>
                <a:lnTo>
                  <a:pt x="6391072" y="18231"/>
                </a:lnTo>
                <a:lnTo>
                  <a:pt x="6391054" y="18708"/>
                </a:lnTo>
                <a:lnTo>
                  <a:pt x="6391045" y="19190"/>
                </a:lnTo>
                <a:lnTo>
                  <a:pt x="6391041" y="19673"/>
                </a:lnTo>
                <a:lnTo>
                  <a:pt x="6391041" y="20156"/>
                </a:lnTo>
                <a:lnTo>
                  <a:pt x="6391041" y="35963"/>
                </a:lnTo>
                <a:lnTo>
                  <a:pt x="6374267" y="35963"/>
                </a:lnTo>
                <a:lnTo>
                  <a:pt x="6373872" y="35963"/>
                </a:lnTo>
                <a:lnTo>
                  <a:pt x="6373463" y="35966"/>
                </a:lnTo>
                <a:lnTo>
                  <a:pt x="6373041" y="35974"/>
                </a:lnTo>
                <a:lnTo>
                  <a:pt x="6372610" y="35990"/>
                </a:lnTo>
                <a:lnTo>
                  <a:pt x="6372172" y="36017"/>
                </a:lnTo>
                <a:lnTo>
                  <a:pt x="6371730" y="36056"/>
                </a:lnTo>
                <a:lnTo>
                  <a:pt x="6371287" y="36111"/>
                </a:lnTo>
                <a:lnTo>
                  <a:pt x="6370846" y="36184"/>
                </a:lnTo>
                <a:lnTo>
                  <a:pt x="6370410" y="36278"/>
                </a:lnTo>
                <a:lnTo>
                  <a:pt x="6369981" y="36395"/>
                </a:lnTo>
                <a:lnTo>
                  <a:pt x="6369562" y="36538"/>
                </a:lnTo>
                <a:lnTo>
                  <a:pt x="6369157" y="36710"/>
                </a:lnTo>
                <a:lnTo>
                  <a:pt x="6368768" y="36913"/>
                </a:lnTo>
                <a:lnTo>
                  <a:pt x="6368398" y="37149"/>
                </a:lnTo>
                <a:lnTo>
                  <a:pt x="6368050" y="37422"/>
                </a:lnTo>
                <a:lnTo>
                  <a:pt x="6367726" y="37734"/>
                </a:lnTo>
                <a:lnTo>
                  <a:pt x="6367429" y="38087"/>
                </a:lnTo>
                <a:lnTo>
                  <a:pt x="6367163" y="38485"/>
                </a:lnTo>
                <a:lnTo>
                  <a:pt x="6366930" y="38929"/>
                </a:lnTo>
                <a:lnTo>
                  <a:pt x="6366733" y="39422"/>
                </a:lnTo>
                <a:lnTo>
                  <a:pt x="6366575" y="39968"/>
                </a:lnTo>
                <a:lnTo>
                  <a:pt x="6366459" y="40567"/>
                </a:lnTo>
                <a:lnTo>
                  <a:pt x="6366387" y="41224"/>
                </a:lnTo>
                <a:lnTo>
                  <a:pt x="6366362" y="41941"/>
                </a:lnTo>
                <a:lnTo>
                  <a:pt x="6366387" y="42634"/>
                </a:lnTo>
                <a:lnTo>
                  <a:pt x="6366459" y="43270"/>
                </a:lnTo>
                <a:lnTo>
                  <a:pt x="6366575" y="43850"/>
                </a:lnTo>
                <a:lnTo>
                  <a:pt x="6366733" y="44378"/>
                </a:lnTo>
                <a:lnTo>
                  <a:pt x="6366929" y="44855"/>
                </a:lnTo>
                <a:lnTo>
                  <a:pt x="6367160" y="45285"/>
                </a:lnTo>
                <a:lnTo>
                  <a:pt x="6367425" y="45669"/>
                </a:lnTo>
                <a:lnTo>
                  <a:pt x="6367719" y="46011"/>
                </a:lnTo>
                <a:lnTo>
                  <a:pt x="6368039" y="46313"/>
                </a:lnTo>
                <a:lnTo>
                  <a:pt x="6368384" y="46577"/>
                </a:lnTo>
                <a:lnTo>
                  <a:pt x="6368749" y="46806"/>
                </a:lnTo>
                <a:lnTo>
                  <a:pt x="6369133" y="47002"/>
                </a:lnTo>
                <a:lnTo>
                  <a:pt x="6369532" y="47168"/>
                </a:lnTo>
                <a:lnTo>
                  <a:pt x="6369942" y="47306"/>
                </a:lnTo>
                <a:lnTo>
                  <a:pt x="6370362" y="47420"/>
                </a:lnTo>
                <a:lnTo>
                  <a:pt x="6370788" y="47511"/>
                </a:lnTo>
                <a:lnTo>
                  <a:pt x="6371218" y="47581"/>
                </a:lnTo>
                <a:lnTo>
                  <a:pt x="6371648" y="47634"/>
                </a:lnTo>
                <a:lnTo>
                  <a:pt x="6372075" y="47673"/>
                </a:lnTo>
                <a:lnTo>
                  <a:pt x="6372497" y="47698"/>
                </a:lnTo>
                <a:lnTo>
                  <a:pt x="6372911" y="47714"/>
                </a:lnTo>
                <a:lnTo>
                  <a:pt x="6373313" y="47721"/>
                </a:lnTo>
                <a:lnTo>
                  <a:pt x="6373702" y="47724"/>
                </a:lnTo>
                <a:lnTo>
                  <a:pt x="6374073" y="47725"/>
                </a:lnTo>
                <a:lnTo>
                  <a:pt x="6391041" y="47725"/>
                </a:lnTo>
                <a:lnTo>
                  <a:pt x="6391041" y="94699"/>
                </a:lnTo>
                <a:lnTo>
                  <a:pt x="6391108" y="96951"/>
                </a:lnTo>
                <a:lnTo>
                  <a:pt x="6391307" y="99083"/>
                </a:lnTo>
                <a:lnTo>
                  <a:pt x="6391631" y="101100"/>
                </a:lnTo>
                <a:lnTo>
                  <a:pt x="6392077" y="103002"/>
                </a:lnTo>
                <a:lnTo>
                  <a:pt x="6392638" y="104792"/>
                </a:lnTo>
                <a:lnTo>
                  <a:pt x="6393309" y="106472"/>
                </a:lnTo>
                <a:lnTo>
                  <a:pt x="6394085" y="108043"/>
                </a:lnTo>
                <a:lnTo>
                  <a:pt x="6394960" y="109508"/>
                </a:lnTo>
                <a:lnTo>
                  <a:pt x="6395930" y="110869"/>
                </a:lnTo>
                <a:lnTo>
                  <a:pt x="6396990" y="112128"/>
                </a:lnTo>
                <a:lnTo>
                  <a:pt x="6398133" y="113286"/>
                </a:lnTo>
                <a:lnTo>
                  <a:pt x="6399354" y="114346"/>
                </a:lnTo>
                <a:lnTo>
                  <a:pt x="6400649" y="115310"/>
                </a:lnTo>
                <a:lnTo>
                  <a:pt x="6402012" y="116179"/>
                </a:lnTo>
                <a:lnTo>
                  <a:pt x="6403438" y="116956"/>
                </a:lnTo>
                <a:lnTo>
                  <a:pt x="6404921" y="117643"/>
                </a:lnTo>
                <a:lnTo>
                  <a:pt x="6406456" y="118241"/>
                </a:lnTo>
                <a:lnTo>
                  <a:pt x="6408038" y="118754"/>
                </a:lnTo>
                <a:lnTo>
                  <a:pt x="6409662" y="119182"/>
                </a:lnTo>
                <a:lnTo>
                  <a:pt x="6411323" y="119527"/>
                </a:lnTo>
                <a:lnTo>
                  <a:pt x="6413014" y="119793"/>
                </a:lnTo>
                <a:lnTo>
                  <a:pt x="6414731" y="119980"/>
                </a:lnTo>
                <a:lnTo>
                  <a:pt x="6416469" y="120090"/>
                </a:lnTo>
                <a:lnTo>
                  <a:pt x="6418223" y="120127"/>
                </a:lnTo>
                <a:lnTo>
                  <a:pt x="6420012" y="120084"/>
                </a:lnTo>
                <a:lnTo>
                  <a:pt x="6421808" y="119954"/>
                </a:lnTo>
                <a:lnTo>
                  <a:pt x="6423603" y="119737"/>
                </a:lnTo>
                <a:lnTo>
                  <a:pt x="6425390" y="119434"/>
                </a:lnTo>
                <a:lnTo>
                  <a:pt x="6427162" y="119042"/>
                </a:lnTo>
                <a:lnTo>
                  <a:pt x="6428911" y="118564"/>
                </a:lnTo>
                <a:lnTo>
                  <a:pt x="6430630" y="117997"/>
                </a:lnTo>
                <a:lnTo>
                  <a:pt x="6432311" y="117343"/>
                </a:lnTo>
                <a:lnTo>
                  <a:pt x="6433948" y="116600"/>
                </a:lnTo>
                <a:lnTo>
                  <a:pt x="6435532" y="115769"/>
                </a:lnTo>
                <a:lnTo>
                  <a:pt x="6437057" y="114849"/>
                </a:lnTo>
                <a:lnTo>
                  <a:pt x="6438514" y="113840"/>
                </a:lnTo>
                <a:lnTo>
                  <a:pt x="6439898" y="112741"/>
                </a:lnTo>
                <a:lnTo>
                  <a:pt x="6441199" y="111553"/>
                </a:lnTo>
                <a:lnTo>
                  <a:pt x="6442412" y="110276"/>
                </a:lnTo>
                <a:lnTo>
                  <a:pt x="6443528" y="108908"/>
                </a:lnTo>
                <a:lnTo>
                  <a:pt x="6444541" y="107450"/>
                </a:lnTo>
                <a:lnTo>
                  <a:pt x="6445442" y="105902"/>
                </a:lnTo>
                <a:lnTo>
                  <a:pt x="6446225" y="104263"/>
                </a:lnTo>
                <a:lnTo>
                  <a:pt x="6446882" y="102533"/>
                </a:lnTo>
                <a:lnTo>
                  <a:pt x="6447406" y="100712"/>
                </a:lnTo>
                <a:lnTo>
                  <a:pt x="6447790" y="98800"/>
                </a:lnTo>
                <a:lnTo>
                  <a:pt x="6448025" y="96796"/>
                </a:lnTo>
                <a:lnTo>
                  <a:pt x="6448105" y="94699"/>
                </a:lnTo>
                <a:lnTo>
                  <a:pt x="6448105" y="94264"/>
                </a:lnTo>
                <a:lnTo>
                  <a:pt x="6448101" y="93824"/>
                </a:lnTo>
                <a:lnTo>
                  <a:pt x="6448092" y="93382"/>
                </a:lnTo>
                <a:lnTo>
                  <a:pt x="6448074" y="92940"/>
                </a:lnTo>
                <a:lnTo>
                  <a:pt x="6448044" y="92500"/>
                </a:lnTo>
                <a:lnTo>
                  <a:pt x="6448000" y="92064"/>
                </a:lnTo>
                <a:close/>
                <a:moveTo>
                  <a:pt x="6156633" y="109759"/>
                </a:moveTo>
                <a:lnTo>
                  <a:pt x="6156369" y="109362"/>
                </a:lnTo>
                <a:lnTo>
                  <a:pt x="6156067" y="109009"/>
                </a:lnTo>
                <a:lnTo>
                  <a:pt x="6155727" y="108697"/>
                </a:lnTo>
                <a:lnTo>
                  <a:pt x="6155349" y="108424"/>
                </a:lnTo>
                <a:lnTo>
                  <a:pt x="6154934" y="108188"/>
                </a:lnTo>
                <a:lnTo>
                  <a:pt x="6154482" y="107985"/>
                </a:lnTo>
                <a:lnTo>
                  <a:pt x="6153994" y="107813"/>
                </a:lnTo>
                <a:lnTo>
                  <a:pt x="6153471" y="107670"/>
                </a:lnTo>
                <a:lnTo>
                  <a:pt x="6152912" y="107553"/>
                </a:lnTo>
                <a:lnTo>
                  <a:pt x="6152319" y="107459"/>
                </a:lnTo>
                <a:lnTo>
                  <a:pt x="6151691" y="107386"/>
                </a:lnTo>
                <a:lnTo>
                  <a:pt x="6151030" y="107331"/>
                </a:lnTo>
                <a:lnTo>
                  <a:pt x="6150336" y="107292"/>
                </a:lnTo>
                <a:lnTo>
                  <a:pt x="6149609" y="107266"/>
                </a:lnTo>
                <a:lnTo>
                  <a:pt x="6148850" y="107250"/>
                </a:lnTo>
                <a:lnTo>
                  <a:pt x="6148060" y="107242"/>
                </a:lnTo>
                <a:lnTo>
                  <a:pt x="6147238" y="107239"/>
                </a:lnTo>
                <a:lnTo>
                  <a:pt x="6146386" y="107238"/>
                </a:lnTo>
                <a:lnTo>
                  <a:pt x="6146386" y="60649"/>
                </a:lnTo>
                <a:lnTo>
                  <a:pt x="6146385" y="60076"/>
                </a:lnTo>
                <a:lnTo>
                  <a:pt x="6146376" y="59332"/>
                </a:lnTo>
                <a:lnTo>
                  <a:pt x="6146352" y="58434"/>
                </a:lnTo>
                <a:lnTo>
                  <a:pt x="6146306" y="57399"/>
                </a:lnTo>
                <a:lnTo>
                  <a:pt x="6146231" y="56246"/>
                </a:lnTo>
                <a:lnTo>
                  <a:pt x="6146118" y="54991"/>
                </a:lnTo>
                <a:lnTo>
                  <a:pt x="6145960" y="53651"/>
                </a:lnTo>
                <a:lnTo>
                  <a:pt x="6145750" y="52244"/>
                </a:lnTo>
                <a:lnTo>
                  <a:pt x="6145481" y="50788"/>
                </a:lnTo>
                <a:lnTo>
                  <a:pt x="6145145" y="49300"/>
                </a:lnTo>
                <a:lnTo>
                  <a:pt x="6144734" y="47797"/>
                </a:lnTo>
                <a:lnTo>
                  <a:pt x="6144241" y="46297"/>
                </a:lnTo>
                <a:lnTo>
                  <a:pt x="6143659" y="44817"/>
                </a:lnTo>
                <a:lnTo>
                  <a:pt x="6142980" y="43374"/>
                </a:lnTo>
                <a:lnTo>
                  <a:pt x="6142197" y="41986"/>
                </a:lnTo>
                <a:lnTo>
                  <a:pt x="6141302" y="40670"/>
                </a:lnTo>
                <a:lnTo>
                  <a:pt x="6140288" y="39444"/>
                </a:lnTo>
                <a:lnTo>
                  <a:pt x="6139147" y="38325"/>
                </a:lnTo>
                <a:lnTo>
                  <a:pt x="6137872" y="37331"/>
                </a:lnTo>
                <a:lnTo>
                  <a:pt x="6136456" y="36478"/>
                </a:lnTo>
                <a:lnTo>
                  <a:pt x="6134890" y="35784"/>
                </a:lnTo>
                <a:lnTo>
                  <a:pt x="6133169" y="35267"/>
                </a:lnTo>
                <a:lnTo>
                  <a:pt x="6131283" y="34945"/>
                </a:lnTo>
                <a:lnTo>
                  <a:pt x="6129227" y="34833"/>
                </a:lnTo>
                <a:lnTo>
                  <a:pt x="6128493" y="34846"/>
                </a:lnTo>
                <a:lnTo>
                  <a:pt x="6127739" y="34887"/>
                </a:lnTo>
                <a:lnTo>
                  <a:pt x="6126967" y="34955"/>
                </a:lnTo>
                <a:lnTo>
                  <a:pt x="6126179" y="35054"/>
                </a:lnTo>
                <a:lnTo>
                  <a:pt x="6125378" y="35182"/>
                </a:lnTo>
                <a:lnTo>
                  <a:pt x="6124564" y="35342"/>
                </a:lnTo>
                <a:lnTo>
                  <a:pt x="6123739" y="35535"/>
                </a:lnTo>
                <a:lnTo>
                  <a:pt x="6122907" y="35761"/>
                </a:lnTo>
                <a:lnTo>
                  <a:pt x="6122069" y="36023"/>
                </a:lnTo>
                <a:lnTo>
                  <a:pt x="6121227" y="36320"/>
                </a:lnTo>
                <a:lnTo>
                  <a:pt x="6120383" y="36654"/>
                </a:lnTo>
                <a:lnTo>
                  <a:pt x="6119539" y="37026"/>
                </a:lnTo>
                <a:lnTo>
                  <a:pt x="6118697" y="37438"/>
                </a:lnTo>
                <a:lnTo>
                  <a:pt x="6117859" y="37889"/>
                </a:lnTo>
                <a:lnTo>
                  <a:pt x="6117027" y="38382"/>
                </a:lnTo>
                <a:lnTo>
                  <a:pt x="6116203" y="38918"/>
                </a:lnTo>
                <a:lnTo>
                  <a:pt x="6115389" y="39497"/>
                </a:lnTo>
                <a:lnTo>
                  <a:pt x="6114587" y="40120"/>
                </a:lnTo>
                <a:lnTo>
                  <a:pt x="6113799" y="40790"/>
                </a:lnTo>
                <a:lnTo>
                  <a:pt x="6113027" y="41506"/>
                </a:lnTo>
                <a:lnTo>
                  <a:pt x="6112273" y="42270"/>
                </a:lnTo>
                <a:lnTo>
                  <a:pt x="6111539" y="43082"/>
                </a:lnTo>
                <a:lnTo>
                  <a:pt x="6110828" y="43945"/>
                </a:lnTo>
                <a:lnTo>
                  <a:pt x="6110140" y="44859"/>
                </a:lnTo>
                <a:lnTo>
                  <a:pt x="6109766" y="44056"/>
                </a:lnTo>
                <a:lnTo>
                  <a:pt x="6109366" y="43285"/>
                </a:lnTo>
                <a:lnTo>
                  <a:pt x="6108941" y="42547"/>
                </a:lnTo>
                <a:lnTo>
                  <a:pt x="6108493" y="41841"/>
                </a:lnTo>
                <a:lnTo>
                  <a:pt x="6108021" y="41168"/>
                </a:lnTo>
                <a:lnTo>
                  <a:pt x="6107526" y="40527"/>
                </a:lnTo>
                <a:lnTo>
                  <a:pt x="6107009" y="39920"/>
                </a:lnTo>
                <a:lnTo>
                  <a:pt x="6106470" y="39347"/>
                </a:lnTo>
                <a:lnTo>
                  <a:pt x="6105911" y="38806"/>
                </a:lnTo>
                <a:lnTo>
                  <a:pt x="6105332" y="38300"/>
                </a:lnTo>
                <a:lnTo>
                  <a:pt x="6104733" y="37827"/>
                </a:lnTo>
                <a:lnTo>
                  <a:pt x="6104116" y="37388"/>
                </a:lnTo>
                <a:lnTo>
                  <a:pt x="6103480" y="36983"/>
                </a:lnTo>
                <a:lnTo>
                  <a:pt x="6102827" y="36613"/>
                </a:lnTo>
                <a:lnTo>
                  <a:pt x="6102157" y="36277"/>
                </a:lnTo>
                <a:lnTo>
                  <a:pt x="6101472" y="35976"/>
                </a:lnTo>
                <a:lnTo>
                  <a:pt x="6100771" y="35709"/>
                </a:lnTo>
                <a:lnTo>
                  <a:pt x="6100055" y="35478"/>
                </a:lnTo>
                <a:lnTo>
                  <a:pt x="6099325" y="35282"/>
                </a:lnTo>
                <a:lnTo>
                  <a:pt x="6098581" y="35121"/>
                </a:lnTo>
                <a:lnTo>
                  <a:pt x="6097825" y="34995"/>
                </a:lnTo>
                <a:lnTo>
                  <a:pt x="6097057" y="34905"/>
                </a:lnTo>
                <a:lnTo>
                  <a:pt x="6096278" y="34851"/>
                </a:lnTo>
                <a:lnTo>
                  <a:pt x="6095487" y="34833"/>
                </a:lnTo>
                <a:lnTo>
                  <a:pt x="6094718" y="34847"/>
                </a:lnTo>
                <a:lnTo>
                  <a:pt x="6093954" y="34889"/>
                </a:lnTo>
                <a:lnTo>
                  <a:pt x="6093194" y="34957"/>
                </a:lnTo>
                <a:lnTo>
                  <a:pt x="6092439" y="35053"/>
                </a:lnTo>
                <a:lnTo>
                  <a:pt x="6091689" y="35174"/>
                </a:lnTo>
                <a:lnTo>
                  <a:pt x="6090945" y="35321"/>
                </a:lnTo>
                <a:lnTo>
                  <a:pt x="6090207" y="35494"/>
                </a:lnTo>
                <a:lnTo>
                  <a:pt x="6089475" y="35690"/>
                </a:lnTo>
                <a:lnTo>
                  <a:pt x="6088751" y="35911"/>
                </a:lnTo>
                <a:lnTo>
                  <a:pt x="6088033" y="36156"/>
                </a:lnTo>
                <a:lnTo>
                  <a:pt x="6087322" y="36423"/>
                </a:lnTo>
                <a:lnTo>
                  <a:pt x="6086619" y="36714"/>
                </a:lnTo>
                <a:lnTo>
                  <a:pt x="6085925" y="37026"/>
                </a:lnTo>
                <a:lnTo>
                  <a:pt x="6085238" y="37360"/>
                </a:lnTo>
                <a:lnTo>
                  <a:pt x="6084560" y="37715"/>
                </a:lnTo>
                <a:lnTo>
                  <a:pt x="6083892" y="38091"/>
                </a:lnTo>
                <a:lnTo>
                  <a:pt x="6083232" y="38486"/>
                </a:lnTo>
                <a:lnTo>
                  <a:pt x="6082583" y="38902"/>
                </a:lnTo>
                <a:lnTo>
                  <a:pt x="6081943" y="39336"/>
                </a:lnTo>
                <a:lnTo>
                  <a:pt x="6081314" y="39789"/>
                </a:lnTo>
                <a:lnTo>
                  <a:pt x="6080696" y="40260"/>
                </a:lnTo>
                <a:lnTo>
                  <a:pt x="6080088" y="40748"/>
                </a:lnTo>
                <a:lnTo>
                  <a:pt x="6079492" y="41254"/>
                </a:lnTo>
                <a:lnTo>
                  <a:pt x="6078908" y="41776"/>
                </a:lnTo>
                <a:lnTo>
                  <a:pt x="6078842" y="41079"/>
                </a:lnTo>
                <a:lnTo>
                  <a:pt x="6078741" y="40441"/>
                </a:lnTo>
                <a:lnTo>
                  <a:pt x="6078608" y="39857"/>
                </a:lnTo>
                <a:lnTo>
                  <a:pt x="6078443" y="39327"/>
                </a:lnTo>
                <a:lnTo>
                  <a:pt x="6078250" y="38847"/>
                </a:lnTo>
                <a:lnTo>
                  <a:pt x="6078028" y="38415"/>
                </a:lnTo>
                <a:lnTo>
                  <a:pt x="6077780" y="38029"/>
                </a:lnTo>
                <a:lnTo>
                  <a:pt x="6077508" y="37685"/>
                </a:lnTo>
                <a:lnTo>
                  <a:pt x="6077213" y="37382"/>
                </a:lnTo>
                <a:lnTo>
                  <a:pt x="6076897" y="37117"/>
                </a:lnTo>
                <a:lnTo>
                  <a:pt x="6076561" y="36887"/>
                </a:lnTo>
                <a:lnTo>
                  <a:pt x="6076208" y="36689"/>
                </a:lnTo>
                <a:lnTo>
                  <a:pt x="6075839" y="36522"/>
                </a:lnTo>
                <a:lnTo>
                  <a:pt x="6075455" y="36383"/>
                </a:lnTo>
                <a:lnTo>
                  <a:pt x="6075059" y="36269"/>
                </a:lnTo>
                <a:lnTo>
                  <a:pt x="6074651" y="36178"/>
                </a:lnTo>
                <a:lnTo>
                  <a:pt x="6074234" y="36107"/>
                </a:lnTo>
                <a:lnTo>
                  <a:pt x="6073810" y="36054"/>
                </a:lnTo>
                <a:lnTo>
                  <a:pt x="6073379" y="36015"/>
                </a:lnTo>
                <a:lnTo>
                  <a:pt x="6072944" y="35990"/>
                </a:lnTo>
                <a:lnTo>
                  <a:pt x="6072506" y="35974"/>
                </a:lnTo>
                <a:lnTo>
                  <a:pt x="6072068" y="35966"/>
                </a:lnTo>
                <a:lnTo>
                  <a:pt x="6071630" y="35963"/>
                </a:lnTo>
                <a:lnTo>
                  <a:pt x="6071194" y="35963"/>
                </a:lnTo>
                <a:lnTo>
                  <a:pt x="6065025" y="35963"/>
                </a:lnTo>
                <a:lnTo>
                  <a:pt x="6064653" y="35963"/>
                </a:lnTo>
                <a:lnTo>
                  <a:pt x="6064262" y="35966"/>
                </a:lnTo>
                <a:lnTo>
                  <a:pt x="6063855" y="35974"/>
                </a:lnTo>
                <a:lnTo>
                  <a:pt x="6063436" y="35990"/>
                </a:lnTo>
                <a:lnTo>
                  <a:pt x="6063006" y="36015"/>
                </a:lnTo>
                <a:lnTo>
                  <a:pt x="6062570" y="36053"/>
                </a:lnTo>
                <a:lnTo>
                  <a:pt x="6062131" y="36106"/>
                </a:lnTo>
                <a:lnTo>
                  <a:pt x="6061691" y="36177"/>
                </a:lnTo>
                <a:lnTo>
                  <a:pt x="6061254" y="36268"/>
                </a:lnTo>
                <a:lnTo>
                  <a:pt x="6060822" y="36381"/>
                </a:lnTo>
                <a:lnTo>
                  <a:pt x="6060399" y="36520"/>
                </a:lnTo>
                <a:lnTo>
                  <a:pt x="6059989" y="36686"/>
                </a:lnTo>
                <a:lnTo>
                  <a:pt x="6059593" y="36882"/>
                </a:lnTo>
                <a:lnTo>
                  <a:pt x="6059216" y="37111"/>
                </a:lnTo>
                <a:lnTo>
                  <a:pt x="6058859" y="37376"/>
                </a:lnTo>
                <a:lnTo>
                  <a:pt x="6058528" y="37677"/>
                </a:lnTo>
                <a:lnTo>
                  <a:pt x="6058223" y="38019"/>
                </a:lnTo>
                <a:lnTo>
                  <a:pt x="6057949" y="38404"/>
                </a:lnTo>
                <a:lnTo>
                  <a:pt x="6057709" y="38834"/>
                </a:lnTo>
                <a:lnTo>
                  <a:pt x="6057506" y="39312"/>
                </a:lnTo>
                <a:lnTo>
                  <a:pt x="6057342" y="39840"/>
                </a:lnTo>
                <a:lnTo>
                  <a:pt x="6057221" y="40420"/>
                </a:lnTo>
                <a:lnTo>
                  <a:pt x="6057146" y="41056"/>
                </a:lnTo>
                <a:lnTo>
                  <a:pt x="6057121" y="41750"/>
                </a:lnTo>
                <a:lnTo>
                  <a:pt x="6057142" y="42466"/>
                </a:lnTo>
                <a:lnTo>
                  <a:pt x="6057205" y="43122"/>
                </a:lnTo>
                <a:lnTo>
                  <a:pt x="6057308" y="43722"/>
                </a:lnTo>
                <a:lnTo>
                  <a:pt x="6057453" y="44267"/>
                </a:lnTo>
                <a:lnTo>
                  <a:pt x="6057638" y="44760"/>
                </a:lnTo>
                <a:lnTo>
                  <a:pt x="6057862" y="45204"/>
                </a:lnTo>
                <a:lnTo>
                  <a:pt x="6058126" y="45601"/>
                </a:lnTo>
                <a:lnTo>
                  <a:pt x="6058428" y="45954"/>
                </a:lnTo>
                <a:lnTo>
                  <a:pt x="6058768" y="46266"/>
                </a:lnTo>
                <a:lnTo>
                  <a:pt x="6059147" y="46539"/>
                </a:lnTo>
                <a:lnTo>
                  <a:pt x="6059562" y="46775"/>
                </a:lnTo>
                <a:lnTo>
                  <a:pt x="6060014" y="46978"/>
                </a:lnTo>
                <a:lnTo>
                  <a:pt x="6060502" y="47150"/>
                </a:lnTo>
                <a:lnTo>
                  <a:pt x="6061025" y="47293"/>
                </a:lnTo>
                <a:lnTo>
                  <a:pt x="6061584" y="47410"/>
                </a:lnTo>
                <a:lnTo>
                  <a:pt x="6062178" y="47504"/>
                </a:lnTo>
                <a:lnTo>
                  <a:pt x="6062805" y="47577"/>
                </a:lnTo>
                <a:lnTo>
                  <a:pt x="6063466" y="47631"/>
                </a:lnTo>
                <a:lnTo>
                  <a:pt x="6064161" y="47671"/>
                </a:lnTo>
                <a:lnTo>
                  <a:pt x="6064888" y="47697"/>
                </a:lnTo>
                <a:lnTo>
                  <a:pt x="6065647" y="47713"/>
                </a:lnTo>
                <a:lnTo>
                  <a:pt x="6066437" y="47721"/>
                </a:lnTo>
                <a:lnTo>
                  <a:pt x="6067259" y="47724"/>
                </a:lnTo>
                <a:lnTo>
                  <a:pt x="6068111" y="47725"/>
                </a:lnTo>
                <a:lnTo>
                  <a:pt x="6068111" y="107238"/>
                </a:lnTo>
                <a:lnTo>
                  <a:pt x="6067259" y="107239"/>
                </a:lnTo>
                <a:lnTo>
                  <a:pt x="6066437" y="107242"/>
                </a:lnTo>
                <a:lnTo>
                  <a:pt x="6065647" y="107250"/>
                </a:lnTo>
                <a:lnTo>
                  <a:pt x="6064888" y="107266"/>
                </a:lnTo>
                <a:lnTo>
                  <a:pt x="6064161" y="107292"/>
                </a:lnTo>
                <a:lnTo>
                  <a:pt x="6063466" y="107331"/>
                </a:lnTo>
                <a:lnTo>
                  <a:pt x="6062805" y="107386"/>
                </a:lnTo>
                <a:lnTo>
                  <a:pt x="6062178" y="107459"/>
                </a:lnTo>
                <a:lnTo>
                  <a:pt x="6061584" y="107553"/>
                </a:lnTo>
                <a:lnTo>
                  <a:pt x="6061025" y="107670"/>
                </a:lnTo>
                <a:lnTo>
                  <a:pt x="6060502" y="107813"/>
                </a:lnTo>
                <a:lnTo>
                  <a:pt x="6060014" y="107985"/>
                </a:lnTo>
                <a:lnTo>
                  <a:pt x="6059562" y="108188"/>
                </a:lnTo>
                <a:lnTo>
                  <a:pt x="6059147" y="108424"/>
                </a:lnTo>
                <a:lnTo>
                  <a:pt x="6058768" y="108697"/>
                </a:lnTo>
                <a:lnTo>
                  <a:pt x="6058428" y="109009"/>
                </a:lnTo>
                <a:lnTo>
                  <a:pt x="6058126" y="109362"/>
                </a:lnTo>
                <a:lnTo>
                  <a:pt x="6057862" y="109759"/>
                </a:lnTo>
                <a:lnTo>
                  <a:pt x="6057638" y="110203"/>
                </a:lnTo>
                <a:lnTo>
                  <a:pt x="6057453" y="110696"/>
                </a:lnTo>
                <a:lnTo>
                  <a:pt x="6057308" y="111241"/>
                </a:lnTo>
                <a:lnTo>
                  <a:pt x="6057205" y="111841"/>
                </a:lnTo>
                <a:lnTo>
                  <a:pt x="6057142" y="112497"/>
                </a:lnTo>
                <a:lnTo>
                  <a:pt x="6057121" y="113213"/>
                </a:lnTo>
                <a:lnTo>
                  <a:pt x="6057147" y="113907"/>
                </a:lnTo>
                <a:lnTo>
                  <a:pt x="6057225" y="114542"/>
                </a:lnTo>
                <a:lnTo>
                  <a:pt x="6057350" y="115122"/>
                </a:lnTo>
                <a:lnTo>
                  <a:pt x="6057519" y="115650"/>
                </a:lnTo>
                <a:lnTo>
                  <a:pt x="6057729" y="116127"/>
                </a:lnTo>
                <a:lnTo>
                  <a:pt x="6057977" y="116557"/>
                </a:lnTo>
                <a:lnTo>
                  <a:pt x="6058258" y="116942"/>
                </a:lnTo>
                <a:lnTo>
                  <a:pt x="6058571" y="117283"/>
                </a:lnTo>
                <a:lnTo>
                  <a:pt x="6058911" y="117585"/>
                </a:lnTo>
                <a:lnTo>
                  <a:pt x="6059275" y="117849"/>
                </a:lnTo>
                <a:lnTo>
                  <a:pt x="6059659" y="118078"/>
                </a:lnTo>
                <a:lnTo>
                  <a:pt x="6060061" y="118274"/>
                </a:lnTo>
                <a:lnTo>
                  <a:pt x="6060478" y="118440"/>
                </a:lnTo>
                <a:lnTo>
                  <a:pt x="6060905" y="118579"/>
                </a:lnTo>
                <a:lnTo>
                  <a:pt x="6061339" y="118692"/>
                </a:lnTo>
                <a:lnTo>
                  <a:pt x="6061777" y="118783"/>
                </a:lnTo>
                <a:lnTo>
                  <a:pt x="6062216" y="118854"/>
                </a:lnTo>
                <a:lnTo>
                  <a:pt x="6062652" y="118907"/>
                </a:lnTo>
                <a:lnTo>
                  <a:pt x="6063082" y="118945"/>
                </a:lnTo>
                <a:lnTo>
                  <a:pt x="6063503" y="118970"/>
                </a:lnTo>
                <a:lnTo>
                  <a:pt x="6063911" y="118986"/>
                </a:lnTo>
                <a:lnTo>
                  <a:pt x="6064303" y="118994"/>
                </a:lnTo>
                <a:lnTo>
                  <a:pt x="6064676" y="118997"/>
                </a:lnTo>
                <a:lnTo>
                  <a:pt x="6065025" y="118997"/>
                </a:lnTo>
                <a:lnTo>
                  <a:pt x="6081993" y="118997"/>
                </a:lnTo>
                <a:lnTo>
                  <a:pt x="6082365" y="118997"/>
                </a:lnTo>
                <a:lnTo>
                  <a:pt x="6082756" y="118994"/>
                </a:lnTo>
                <a:lnTo>
                  <a:pt x="6083163" y="118986"/>
                </a:lnTo>
                <a:lnTo>
                  <a:pt x="6083583" y="118970"/>
                </a:lnTo>
                <a:lnTo>
                  <a:pt x="6084012" y="118945"/>
                </a:lnTo>
                <a:lnTo>
                  <a:pt x="6084448" y="118907"/>
                </a:lnTo>
                <a:lnTo>
                  <a:pt x="6084887" y="118854"/>
                </a:lnTo>
                <a:lnTo>
                  <a:pt x="6085327" y="118783"/>
                </a:lnTo>
                <a:lnTo>
                  <a:pt x="6085764" y="118692"/>
                </a:lnTo>
                <a:lnTo>
                  <a:pt x="6086196" y="118579"/>
                </a:lnTo>
                <a:lnTo>
                  <a:pt x="6086618" y="118440"/>
                </a:lnTo>
                <a:lnTo>
                  <a:pt x="6087029" y="118274"/>
                </a:lnTo>
                <a:lnTo>
                  <a:pt x="6087424" y="118078"/>
                </a:lnTo>
                <a:lnTo>
                  <a:pt x="6087801" y="117849"/>
                </a:lnTo>
                <a:lnTo>
                  <a:pt x="6088157" y="117585"/>
                </a:lnTo>
                <a:lnTo>
                  <a:pt x="6088489" y="117283"/>
                </a:lnTo>
                <a:lnTo>
                  <a:pt x="6088793" y="116942"/>
                </a:lnTo>
                <a:lnTo>
                  <a:pt x="6089067" y="116557"/>
                </a:lnTo>
                <a:lnTo>
                  <a:pt x="6089307" y="116127"/>
                </a:lnTo>
                <a:lnTo>
                  <a:pt x="6089511" y="115650"/>
                </a:lnTo>
                <a:lnTo>
                  <a:pt x="6089674" y="115122"/>
                </a:lnTo>
                <a:lnTo>
                  <a:pt x="6089795" y="114542"/>
                </a:lnTo>
                <a:lnTo>
                  <a:pt x="6089869" y="113907"/>
                </a:lnTo>
                <a:lnTo>
                  <a:pt x="6089895" y="113213"/>
                </a:lnTo>
                <a:lnTo>
                  <a:pt x="6089874" y="112497"/>
                </a:lnTo>
                <a:lnTo>
                  <a:pt x="6089811" y="111841"/>
                </a:lnTo>
                <a:lnTo>
                  <a:pt x="6089708" y="111241"/>
                </a:lnTo>
                <a:lnTo>
                  <a:pt x="6089563" y="110696"/>
                </a:lnTo>
                <a:lnTo>
                  <a:pt x="6089378" y="110203"/>
                </a:lnTo>
                <a:lnTo>
                  <a:pt x="6089154" y="109759"/>
                </a:lnTo>
                <a:lnTo>
                  <a:pt x="6088891" y="109362"/>
                </a:lnTo>
                <a:lnTo>
                  <a:pt x="6088589" y="109009"/>
                </a:lnTo>
                <a:lnTo>
                  <a:pt x="6088248" y="108697"/>
                </a:lnTo>
                <a:lnTo>
                  <a:pt x="6087870" y="108424"/>
                </a:lnTo>
                <a:lnTo>
                  <a:pt x="6087455" y="108188"/>
                </a:lnTo>
                <a:lnTo>
                  <a:pt x="6087004" y="107985"/>
                </a:lnTo>
                <a:lnTo>
                  <a:pt x="6086516" y="107813"/>
                </a:lnTo>
                <a:lnTo>
                  <a:pt x="6085992" y="107670"/>
                </a:lnTo>
                <a:lnTo>
                  <a:pt x="6085434" y="107553"/>
                </a:lnTo>
                <a:lnTo>
                  <a:pt x="6084840" y="107459"/>
                </a:lnTo>
                <a:lnTo>
                  <a:pt x="6084213" y="107386"/>
                </a:lnTo>
                <a:lnTo>
                  <a:pt x="6083552" y="107331"/>
                </a:lnTo>
                <a:lnTo>
                  <a:pt x="6082858" y="107292"/>
                </a:lnTo>
                <a:lnTo>
                  <a:pt x="6082131" y="107266"/>
                </a:lnTo>
                <a:lnTo>
                  <a:pt x="6081372" y="107250"/>
                </a:lnTo>
                <a:lnTo>
                  <a:pt x="6080582" y="107242"/>
                </a:lnTo>
                <a:lnTo>
                  <a:pt x="6079760" y="107239"/>
                </a:lnTo>
                <a:lnTo>
                  <a:pt x="6078908" y="107238"/>
                </a:lnTo>
                <a:lnTo>
                  <a:pt x="6078908" y="72764"/>
                </a:lnTo>
                <a:lnTo>
                  <a:pt x="6078948" y="70666"/>
                </a:lnTo>
                <a:lnTo>
                  <a:pt x="6079068" y="68653"/>
                </a:lnTo>
                <a:lnTo>
                  <a:pt x="6079263" y="66724"/>
                </a:lnTo>
                <a:lnTo>
                  <a:pt x="6079530" y="64881"/>
                </a:lnTo>
                <a:lnTo>
                  <a:pt x="6079865" y="63124"/>
                </a:lnTo>
                <a:lnTo>
                  <a:pt x="6080266" y="61453"/>
                </a:lnTo>
                <a:lnTo>
                  <a:pt x="6080729" y="59868"/>
                </a:lnTo>
                <a:lnTo>
                  <a:pt x="6081250" y="58371"/>
                </a:lnTo>
                <a:lnTo>
                  <a:pt x="6081825" y="56961"/>
                </a:lnTo>
                <a:lnTo>
                  <a:pt x="6082453" y="55639"/>
                </a:lnTo>
                <a:lnTo>
                  <a:pt x="6083128" y="54405"/>
                </a:lnTo>
                <a:lnTo>
                  <a:pt x="6083848" y="53260"/>
                </a:lnTo>
                <a:lnTo>
                  <a:pt x="6084609" y="52204"/>
                </a:lnTo>
                <a:lnTo>
                  <a:pt x="6085408" y="51238"/>
                </a:lnTo>
                <a:lnTo>
                  <a:pt x="6086241" y="50361"/>
                </a:lnTo>
                <a:lnTo>
                  <a:pt x="6087105" y="49575"/>
                </a:lnTo>
                <a:lnTo>
                  <a:pt x="6087996" y="48880"/>
                </a:lnTo>
                <a:lnTo>
                  <a:pt x="6088912" y="48277"/>
                </a:lnTo>
                <a:lnTo>
                  <a:pt x="6089848" y="47765"/>
                </a:lnTo>
                <a:lnTo>
                  <a:pt x="6090801" y="47345"/>
                </a:lnTo>
                <a:lnTo>
                  <a:pt x="6091768" y="47017"/>
                </a:lnTo>
                <a:lnTo>
                  <a:pt x="6092745" y="46783"/>
                </a:lnTo>
                <a:lnTo>
                  <a:pt x="6093729" y="46642"/>
                </a:lnTo>
                <a:lnTo>
                  <a:pt x="6094717" y="46595"/>
                </a:lnTo>
                <a:lnTo>
                  <a:pt x="6095262" y="46613"/>
                </a:lnTo>
                <a:lnTo>
                  <a:pt x="6095788" y="46667"/>
                </a:lnTo>
                <a:lnTo>
                  <a:pt x="6096296" y="46760"/>
                </a:lnTo>
                <a:lnTo>
                  <a:pt x="6096784" y="46896"/>
                </a:lnTo>
                <a:lnTo>
                  <a:pt x="6097253" y="47075"/>
                </a:lnTo>
                <a:lnTo>
                  <a:pt x="6097702" y="47302"/>
                </a:lnTo>
                <a:lnTo>
                  <a:pt x="6098130" y="47579"/>
                </a:lnTo>
                <a:lnTo>
                  <a:pt x="6098536" y="47907"/>
                </a:lnTo>
                <a:lnTo>
                  <a:pt x="6098922" y="48291"/>
                </a:lnTo>
                <a:lnTo>
                  <a:pt x="6099286" y="48732"/>
                </a:lnTo>
                <a:lnTo>
                  <a:pt x="6099627" y="49233"/>
                </a:lnTo>
                <a:lnTo>
                  <a:pt x="6099946" y="49796"/>
                </a:lnTo>
                <a:lnTo>
                  <a:pt x="6100242" y="50425"/>
                </a:lnTo>
                <a:lnTo>
                  <a:pt x="6100514" y="51121"/>
                </a:lnTo>
                <a:lnTo>
                  <a:pt x="6100762" y="51888"/>
                </a:lnTo>
                <a:lnTo>
                  <a:pt x="6100986" y="52728"/>
                </a:lnTo>
                <a:lnTo>
                  <a:pt x="6101185" y="53643"/>
                </a:lnTo>
                <a:lnTo>
                  <a:pt x="6101359" y="54636"/>
                </a:lnTo>
                <a:lnTo>
                  <a:pt x="6101508" y="55711"/>
                </a:lnTo>
                <a:lnTo>
                  <a:pt x="6101630" y="56868"/>
                </a:lnTo>
                <a:lnTo>
                  <a:pt x="6101726" y="58111"/>
                </a:lnTo>
                <a:lnTo>
                  <a:pt x="6101795" y="59443"/>
                </a:lnTo>
                <a:lnTo>
                  <a:pt x="6101836" y="60865"/>
                </a:lnTo>
                <a:lnTo>
                  <a:pt x="6101850" y="62382"/>
                </a:lnTo>
                <a:lnTo>
                  <a:pt x="6101850" y="107238"/>
                </a:lnTo>
                <a:lnTo>
                  <a:pt x="6101387" y="107239"/>
                </a:lnTo>
                <a:lnTo>
                  <a:pt x="6100914" y="107242"/>
                </a:lnTo>
                <a:lnTo>
                  <a:pt x="6100434" y="107250"/>
                </a:lnTo>
                <a:lnTo>
                  <a:pt x="6099950" y="107266"/>
                </a:lnTo>
                <a:lnTo>
                  <a:pt x="6099465" y="107292"/>
                </a:lnTo>
                <a:lnTo>
                  <a:pt x="6098980" y="107331"/>
                </a:lnTo>
                <a:lnTo>
                  <a:pt x="6098498" y="107386"/>
                </a:lnTo>
                <a:lnTo>
                  <a:pt x="6098023" y="107459"/>
                </a:lnTo>
                <a:lnTo>
                  <a:pt x="6097557" y="107553"/>
                </a:lnTo>
                <a:lnTo>
                  <a:pt x="6097101" y="107670"/>
                </a:lnTo>
                <a:lnTo>
                  <a:pt x="6096660" y="107813"/>
                </a:lnTo>
                <a:lnTo>
                  <a:pt x="6096235" y="107985"/>
                </a:lnTo>
                <a:lnTo>
                  <a:pt x="6095829" y="108188"/>
                </a:lnTo>
                <a:lnTo>
                  <a:pt x="6095445" y="108424"/>
                </a:lnTo>
                <a:lnTo>
                  <a:pt x="6095085" y="108697"/>
                </a:lnTo>
                <a:lnTo>
                  <a:pt x="6094752" y="109009"/>
                </a:lnTo>
                <a:lnTo>
                  <a:pt x="6094448" y="109362"/>
                </a:lnTo>
                <a:lnTo>
                  <a:pt x="6094177" y="109759"/>
                </a:lnTo>
                <a:lnTo>
                  <a:pt x="6093940" y="110203"/>
                </a:lnTo>
                <a:lnTo>
                  <a:pt x="6093740" y="110696"/>
                </a:lnTo>
                <a:lnTo>
                  <a:pt x="6093581" y="111241"/>
                </a:lnTo>
                <a:lnTo>
                  <a:pt x="6093463" y="111841"/>
                </a:lnTo>
                <a:lnTo>
                  <a:pt x="6093391" y="112497"/>
                </a:lnTo>
                <a:lnTo>
                  <a:pt x="6093366" y="113213"/>
                </a:lnTo>
                <a:lnTo>
                  <a:pt x="6093393" y="113907"/>
                </a:lnTo>
                <a:lnTo>
                  <a:pt x="6093470" y="114542"/>
                </a:lnTo>
                <a:lnTo>
                  <a:pt x="6093595" y="115122"/>
                </a:lnTo>
                <a:lnTo>
                  <a:pt x="6093765" y="115650"/>
                </a:lnTo>
                <a:lnTo>
                  <a:pt x="6093975" y="116127"/>
                </a:lnTo>
                <a:lnTo>
                  <a:pt x="6094222" y="116557"/>
                </a:lnTo>
                <a:lnTo>
                  <a:pt x="6094504" y="116942"/>
                </a:lnTo>
                <a:lnTo>
                  <a:pt x="6094816" y="117283"/>
                </a:lnTo>
                <a:lnTo>
                  <a:pt x="6095156" y="117585"/>
                </a:lnTo>
                <a:lnTo>
                  <a:pt x="6095520" y="117849"/>
                </a:lnTo>
                <a:lnTo>
                  <a:pt x="6095905" y="118078"/>
                </a:lnTo>
                <a:lnTo>
                  <a:pt x="6096307" y="118274"/>
                </a:lnTo>
                <a:lnTo>
                  <a:pt x="6096723" y="118440"/>
                </a:lnTo>
                <a:lnTo>
                  <a:pt x="6097150" y="118579"/>
                </a:lnTo>
                <a:lnTo>
                  <a:pt x="6097584" y="118692"/>
                </a:lnTo>
                <a:lnTo>
                  <a:pt x="6098023" y="118783"/>
                </a:lnTo>
                <a:lnTo>
                  <a:pt x="6098462" y="118854"/>
                </a:lnTo>
                <a:lnTo>
                  <a:pt x="6098898" y="118907"/>
                </a:lnTo>
                <a:lnTo>
                  <a:pt x="6099328" y="118945"/>
                </a:lnTo>
                <a:lnTo>
                  <a:pt x="6099749" y="118970"/>
                </a:lnTo>
                <a:lnTo>
                  <a:pt x="6100157" y="118986"/>
                </a:lnTo>
                <a:lnTo>
                  <a:pt x="6100549" y="118994"/>
                </a:lnTo>
                <a:lnTo>
                  <a:pt x="6100921" y="118997"/>
                </a:lnTo>
                <a:lnTo>
                  <a:pt x="6101271" y="118997"/>
                </a:lnTo>
                <a:lnTo>
                  <a:pt x="6115730" y="118997"/>
                </a:lnTo>
                <a:lnTo>
                  <a:pt x="6116102" y="118997"/>
                </a:lnTo>
                <a:lnTo>
                  <a:pt x="6116493" y="118994"/>
                </a:lnTo>
                <a:lnTo>
                  <a:pt x="6116900" y="118986"/>
                </a:lnTo>
                <a:lnTo>
                  <a:pt x="6117319" y="118970"/>
                </a:lnTo>
                <a:lnTo>
                  <a:pt x="6117749" y="118945"/>
                </a:lnTo>
                <a:lnTo>
                  <a:pt x="6118185" y="118907"/>
                </a:lnTo>
                <a:lnTo>
                  <a:pt x="6118624" y="118854"/>
                </a:lnTo>
                <a:lnTo>
                  <a:pt x="6119064" y="118783"/>
                </a:lnTo>
                <a:lnTo>
                  <a:pt x="6119502" y="118692"/>
                </a:lnTo>
                <a:lnTo>
                  <a:pt x="6119933" y="118579"/>
                </a:lnTo>
                <a:lnTo>
                  <a:pt x="6120356" y="118440"/>
                </a:lnTo>
                <a:lnTo>
                  <a:pt x="6120766" y="118274"/>
                </a:lnTo>
                <a:lnTo>
                  <a:pt x="6121162" y="118078"/>
                </a:lnTo>
                <a:lnTo>
                  <a:pt x="6121539" y="117849"/>
                </a:lnTo>
                <a:lnTo>
                  <a:pt x="6121896" y="117585"/>
                </a:lnTo>
                <a:lnTo>
                  <a:pt x="6122228" y="117283"/>
                </a:lnTo>
                <a:lnTo>
                  <a:pt x="6122532" y="116942"/>
                </a:lnTo>
                <a:lnTo>
                  <a:pt x="6122806" y="116557"/>
                </a:lnTo>
                <a:lnTo>
                  <a:pt x="6123046" y="116127"/>
                </a:lnTo>
                <a:lnTo>
                  <a:pt x="6123250" y="115650"/>
                </a:lnTo>
                <a:lnTo>
                  <a:pt x="6123413" y="115122"/>
                </a:lnTo>
                <a:lnTo>
                  <a:pt x="6123534" y="114542"/>
                </a:lnTo>
                <a:lnTo>
                  <a:pt x="6123609" y="113907"/>
                </a:lnTo>
                <a:lnTo>
                  <a:pt x="6123634" y="113213"/>
                </a:lnTo>
                <a:lnTo>
                  <a:pt x="6123613" y="112497"/>
                </a:lnTo>
                <a:lnTo>
                  <a:pt x="6123551" y="111841"/>
                </a:lnTo>
                <a:lnTo>
                  <a:pt x="6123447" y="111241"/>
                </a:lnTo>
                <a:lnTo>
                  <a:pt x="6123302" y="110696"/>
                </a:lnTo>
                <a:lnTo>
                  <a:pt x="6123118" y="110203"/>
                </a:lnTo>
                <a:lnTo>
                  <a:pt x="6122893" y="109759"/>
                </a:lnTo>
                <a:lnTo>
                  <a:pt x="6122630" y="109362"/>
                </a:lnTo>
                <a:lnTo>
                  <a:pt x="6122328" y="109009"/>
                </a:lnTo>
                <a:lnTo>
                  <a:pt x="6121988" y="108697"/>
                </a:lnTo>
                <a:lnTo>
                  <a:pt x="6121610" y="108424"/>
                </a:lnTo>
                <a:lnTo>
                  <a:pt x="6121195" y="108188"/>
                </a:lnTo>
                <a:lnTo>
                  <a:pt x="6120743" y="107985"/>
                </a:lnTo>
                <a:lnTo>
                  <a:pt x="6120255" y="107813"/>
                </a:lnTo>
                <a:lnTo>
                  <a:pt x="6119732" y="107670"/>
                </a:lnTo>
                <a:lnTo>
                  <a:pt x="6119173" y="107553"/>
                </a:lnTo>
                <a:lnTo>
                  <a:pt x="6118580" y="107459"/>
                </a:lnTo>
                <a:lnTo>
                  <a:pt x="6117952" y="107386"/>
                </a:lnTo>
                <a:lnTo>
                  <a:pt x="6117291" y="107331"/>
                </a:lnTo>
                <a:lnTo>
                  <a:pt x="6116597" y="107292"/>
                </a:lnTo>
                <a:lnTo>
                  <a:pt x="6115870" y="107266"/>
                </a:lnTo>
                <a:lnTo>
                  <a:pt x="6115111" y="107250"/>
                </a:lnTo>
                <a:lnTo>
                  <a:pt x="6114321" y="107242"/>
                </a:lnTo>
                <a:lnTo>
                  <a:pt x="6113499" y="107239"/>
                </a:lnTo>
                <a:lnTo>
                  <a:pt x="6112647" y="107238"/>
                </a:lnTo>
                <a:lnTo>
                  <a:pt x="6112647" y="72779"/>
                </a:lnTo>
                <a:lnTo>
                  <a:pt x="6112687" y="70679"/>
                </a:lnTo>
                <a:lnTo>
                  <a:pt x="6112807" y="68664"/>
                </a:lnTo>
                <a:lnTo>
                  <a:pt x="6113002" y="66734"/>
                </a:lnTo>
                <a:lnTo>
                  <a:pt x="6113269" y="64890"/>
                </a:lnTo>
                <a:lnTo>
                  <a:pt x="6113604" y="63131"/>
                </a:lnTo>
                <a:lnTo>
                  <a:pt x="6114005" y="61459"/>
                </a:lnTo>
                <a:lnTo>
                  <a:pt x="6114468" y="59874"/>
                </a:lnTo>
                <a:lnTo>
                  <a:pt x="6114989" y="58375"/>
                </a:lnTo>
                <a:lnTo>
                  <a:pt x="6115565" y="56964"/>
                </a:lnTo>
                <a:lnTo>
                  <a:pt x="6116192" y="55642"/>
                </a:lnTo>
                <a:lnTo>
                  <a:pt x="6116867" y="54407"/>
                </a:lnTo>
                <a:lnTo>
                  <a:pt x="6117587" y="53262"/>
                </a:lnTo>
                <a:lnTo>
                  <a:pt x="6118348" y="52205"/>
                </a:lnTo>
                <a:lnTo>
                  <a:pt x="6119147" y="51239"/>
                </a:lnTo>
                <a:lnTo>
                  <a:pt x="6119980" y="50362"/>
                </a:lnTo>
                <a:lnTo>
                  <a:pt x="6120844" y="49576"/>
                </a:lnTo>
                <a:lnTo>
                  <a:pt x="6121735" y="48881"/>
                </a:lnTo>
                <a:lnTo>
                  <a:pt x="6122651" y="48277"/>
                </a:lnTo>
                <a:lnTo>
                  <a:pt x="6123587" y="47765"/>
                </a:lnTo>
                <a:lnTo>
                  <a:pt x="6124540" y="47345"/>
                </a:lnTo>
                <a:lnTo>
                  <a:pt x="6125507" y="47017"/>
                </a:lnTo>
                <a:lnTo>
                  <a:pt x="6126484" y="46783"/>
                </a:lnTo>
                <a:lnTo>
                  <a:pt x="6127468" y="46642"/>
                </a:lnTo>
                <a:lnTo>
                  <a:pt x="6128456" y="46595"/>
                </a:lnTo>
                <a:lnTo>
                  <a:pt x="6129001" y="46613"/>
                </a:lnTo>
                <a:lnTo>
                  <a:pt x="6129527" y="46667"/>
                </a:lnTo>
                <a:lnTo>
                  <a:pt x="6130035" y="46760"/>
                </a:lnTo>
                <a:lnTo>
                  <a:pt x="6130524" y="46896"/>
                </a:lnTo>
                <a:lnTo>
                  <a:pt x="6130992" y="47075"/>
                </a:lnTo>
                <a:lnTo>
                  <a:pt x="6131441" y="47302"/>
                </a:lnTo>
                <a:lnTo>
                  <a:pt x="6131869" y="47579"/>
                </a:lnTo>
                <a:lnTo>
                  <a:pt x="6132276" y="47907"/>
                </a:lnTo>
                <a:lnTo>
                  <a:pt x="6132661" y="48291"/>
                </a:lnTo>
                <a:lnTo>
                  <a:pt x="6133025" y="48732"/>
                </a:lnTo>
                <a:lnTo>
                  <a:pt x="6133366" y="49233"/>
                </a:lnTo>
                <a:lnTo>
                  <a:pt x="6133685" y="49796"/>
                </a:lnTo>
                <a:lnTo>
                  <a:pt x="6133981" y="50425"/>
                </a:lnTo>
                <a:lnTo>
                  <a:pt x="6134253" y="51121"/>
                </a:lnTo>
                <a:lnTo>
                  <a:pt x="6134501" y="51888"/>
                </a:lnTo>
                <a:lnTo>
                  <a:pt x="6134725" y="52728"/>
                </a:lnTo>
                <a:lnTo>
                  <a:pt x="6134924" y="53643"/>
                </a:lnTo>
                <a:lnTo>
                  <a:pt x="6135098" y="54636"/>
                </a:lnTo>
                <a:lnTo>
                  <a:pt x="6135247" y="55711"/>
                </a:lnTo>
                <a:lnTo>
                  <a:pt x="6135369" y="56868"/>
                </a:lnTo>
                <a:lnTo>
                  <a:pt x="6135465" y="58111"/>
                </a:lnTo>
                <a:lnTo>
                  <a:pt x="6135534" y="59443"/>
                </a:lnTo>
                <a:lnTo>
                  <a:pt x="6135576" y="60865"/>
                </a:lnTo>
                <a:lnTo>
                  <a:pt x="6135590" y="62382"/>
                </a:lnTo>
                <a:lnTo>
                  <a:pt x="6135590" y="107238"/>
                </a:lnTo>
                <a:lnTo>
                  <a:pt x="6135126" y="107239"/>
                </a:lnTo>
                <a:lnTo>
                  <a:pt x="6134653" y="107242"/>
                </a:lnTo>
                <a:lnTo>
                  <a:pt x="6134173" y="107250"/>
                </a:lnTo>
                <a:lnTo>
                  <a:pt x="6133688" y="107266"/>
                </a:lnTo>
                <a:lnTo>
                  <a:pt x="6133203" y="107292"/>
                </a:lnTo>
                <a:lnTo>
                  <a:pt x="6132718" y="107331"/>
                </a:lnTo>
                <a:lnTo>
                  <a:pt x="6132236" y="107386"/>
                </a:lnTo>
                <a:lnTo>
                  <a:pt x="6131761" y="107459"/>
                </a:lnTo>
                <a:lnTo>
                  <a:pt x="6131294" y="107553"/>
                </a:lnTo>
                <a:lnTo>
                  <a:pt x="6130839" y="107670"/>
                </a:lnTo>
                <a:lnTo>
                  <a:pt x="6130398" y="107813"/>
                </a:lnTo>
                <a:lnTo>
                  <a:pt x="6129973" y="107985"/>
                </a:lnTo>
                <a:lnTo>
                  <a:pt x="6129567" y="108188"/>
                </a:lnTo>
                <a:lnTo>
                  <a:pt x="6129183" y="108424"/>
                </a:lnTo>
                <a:lnTo>
                  <a:pt x="6128823" y="108697"/>
                </a:lnTo>
                <a:lnTo>
                  <a:pt x="6128491" y="109009"/>
                </a:lnTo>
                <a:lnTo>
                  <a:pt x="6128187" y="109362"/>
                </a:lnTo>
                <a:lnTo>
                  <a:pt x="6127916" y="109759"/>
                </a:lnTo>
                <a:lnTo>
                  <a:pt x="6127679" y="110203"/>
                </a:lnTo>
                <a:lnTo>
                  <a:pt x="6127479" y="110696"/>
                </a:lnTo>
                <a:lnTo>
                  <a:pt x="6127320" y="111241"/>
                </a:lnTo>
                <a:lnTo>
                  <a:pt x="6127202" y="111841"/>
                </a:lnTo>
                <a:lnTo>
                  <a:pt x="6127130" y="112497"/>
                </a:lnTo>
                <a:lnTo>
                  <a:pt x="6127106" y="113213"/>
                </a:lnTo>
                <a:lnTo>
                  <a:pt x="6127132" y="113907"/>
                </a:lnTo>
                <a:lnTo>
                  <a:pt x="6127209" y="114542"/>
                </a:lnTo>
                <a:lnTo>
                  <a:pt x="6127334" y="115122"/>
                </a:lnTo>
                <a:lnTo>
                  <a:pt x="6127504" y="115650"/>
                </a:lnTo>
                <a:lnTo>
                  <a:pt x="6127713" y="116127"/>
                </a:lnTo>
                <a:lnTo>
                  <a:pt x="6127961" y="116557"/>
                </a:lnTo>
                <a:lnTo>
                  <a:pt x="6128242" y="116942"/>
                </a:lnTo>
                <a:lnTo>
                  <a:pt x="6128555" y="117283"/>
                </a:lnTo>
                <a:lnTo>
                  <a:pt x="6128895" y="117585"/>
                </a:lnTo>
                <a:lnTo>
                  <a:pt x="6129258" y="117849"/>
                </a:lnTo>
                <a:lnTo>
                  <a:pt x="6129643" y="118078"/>
                </a:lnTo>
                <a:lnTo>
                  <a:pt x="6130045" y="118274"/>
                </a:lnTo>
                <a:lnTo>
                  <a:pt x="6130461" y="118440"/>
                </a:lnTo>
                <a:lnTo>
                  <a:pt x="6130888" y="118579"/>
                </a:lnTo>
                <a:lnTo>
                  <a:pt x="6131322" y="118692"/>
                </a:lnTo>
                <a:lnTo>
                  <a:pt x="6131761" y="118783"/>
                </a:lnTo>
                <a:lnTo>
                  <a:pt x="6132199" y="118854"/>
                </a:lnTo>
                <a:lnTo>
                  <a:pt x="6132636" y="118907"/>
                </a:lnTo>
                <a:lnTo>
                  <a:pt x="6133066" y="118945"/>
                </a:lnTo>
                <a:lnTo>
                  <a:pt x="6133487" y="118970"/>
                </a:lnTo>
                <a:lnTo>
                  <a:pt x="6133895" y="118986"/>
                </a:lnTo>
                <a:lnTo>
                  <a:pt x="6134287" y="118994"/>
                </a:lnTo>
                <a:lnTo>
                  <a:pt x="6134660" y="118997"/>
                </a:lnTo>
                <a:lnTo>
                  <a:pt x="6135010" y="118997"/>
                </a:lnTo>
                <a:lnTo>
                  <a:pt x="6149469" y="118997"/>
                </a:lnTo>
                <a:lnTo>
                  <a:pt x="6149841" y="118997"/>
                </a:lnTo>
                <a:lnTo>
                  <a:pt x="6150232" y="118994"/>
                </a:lnTo>
                <a:lnTo>
                  <a:pt x="6150639" y="118986"/>
                </a:lnTo>
                <a:lnTo>
                  <a:pt x="6151058" y="118970"/>
                </a:lnTo>
                <a:lnTo>
                  <a:pt x="6151488" y="118945"/>
                </a:lnTo>
                <a:lnTo>
                  <a:pt x="6151924" y="118907"/>
                </a:lnTo>
                <a:lnTo>
                  <a:pt x="6152363" y="118854"/>
                </a:lnTo>
                <a:lnTo>
                  <a:pt x="6152803" y="118783"/>
                </a:lnTo>
                <a:lnTo>
                  <a:pt x="6153241" y="118692"/>
                </a:lnTo>
                <a:lnTo>
                  <a:pt x="6153672" y="118579"/>
                </a:lnTo>
                <a:lnTo>
                  <a:pt x="6154095" y="118440"/>
                </a:lnTo>
                <a:lnTo>
                  <a:pt x="6154506" y="118274"/>
                </a:lnTo>
                <a:lnTo>
                  <a:pt x="6154901" y="118078"/>
                </a:lnTo>
                <a:lnTo>
                  <a:pt x="6155279" y="117849"/>
                </a:lnTo>
                <a:lnTo>
                  <a:pt x="6155635" y="117585"/>
                </a:lnTo>
                <a:lnTo>
                  <a:pt x="6155967" y="117283"/>
                </a:lnTo>
                <a:lnTo>
                  <a:pt x="6156271" y="116942"/>
                </a:lnTo>
                <a:lnTo>
                  <a:pt x="6156545" y="116557"/>
                </a:lnTo>
                <a:lnTo>
                  <a:pt x="6156785" y="116127"/>
                </a:lnTo>
                <a:lnTo>
                  <a:pt x="6156989" y="115650"/>
                </a:lnTo>
                <a:lnTo>
                  <a:pt x="6157152" y="115122"/>
                </a:lnTo>
                <a:lnTo>
                  <a:pt x="6157273" y="114542"/>
                </a:lnTo>
                <a:lnTo>
                  <a:pt x="6157348" y="113907"/>
                </a:lnTo>
                <a:lnTo>
                  <a:pt x="6157373" y="113213"/>
                </a:lnTo>
                <a:lnTo>
                  <a:pt x="6157352" y="112497"/>
                </a:lnTo>
                <a:lnTo>
                  <a:pt x="6157290" y="111841"/>
                </a:lnTo>
                <a:lnTo>
                  <a:pt x="6157186" y="111241"/>
                </a:lnTo>
                <a:lnTo>
                  <a:pt x="6157041" y="110696"/>
                </a:lnTo>
                <a:lnTo>
                  <a:pt x="6156857" y="110203"/>
                </a:lnTo>
                <a:lnTo>
                  <a:pt x="6156633" y="109759"/>
                </a:lnTo>
                <a:close/>
                <a:moveTo>
                  <a:pt x="6358235" y="109759"/>
                </a:moveTo>
                <a:lnTo>
                  <a:pt x="6357969" y="109362"/>
                </a:lnTo>
                <a:lnTo>
                  <a:pt x="6357672" y="109009"/>
                </a:lnTo>
                <a:lnTo>
                  <a:pt x="6357349" y="108697"/>
                </a:lnTo>
                <a:lnTo>
                  <a:pt x="6357000" y="108424"/>
                </a:lnTo>
                <a:lnTo>
                  <a:pt x="6356630" y="108188"/>
                </a:lnTo>
                <a:lnTo>
                  <a:pt x="6356241" y="107985"/>
                </a:lnTo>
                <a:lnTo>
                  <a:pt x="6355836" y="107813"/>
                </a:lnTo>
                <a:lnTo>
                  <a:pt x="6355417" y="107670"/>
                </a:lnTo>
                <a:lnTo>
                  <a:pt x="6354989" y="107553"/>
                </a:lnTo>
                <a:lnTo>
                  <a:pt x="6354552" y="107459"/>
                </a:lnTo>
                <a:lnTo>
                  <a:pt x="6354111" y="107386"/>
                </a:lnTo>
                <a:lnTo>
                  <a:pt x="6353668" y="107331"/>
                </a:lnTo>
                <a:lnTo>
                  <a:pt x="6353227" y="107292"/>
                </a:lnTo>
                <a:lnTo>
                  <a:pt x="6352788" y="107266"/>
                </a:lnTo>
                <a:lnTo>
                  <a:pt x="6352357" y="107250"/>
                </a:lnTo>
                <a:lnTo>
                  <a:pt x="6351935" y="107242"/>
                </a:lnTo>
                <a:lnTo>
                  <a:pt x="6351526" y="107239"/>
                </a:lnTo>
                <a:lnTo>
                  <a:pt x="6351131" y="107238"/>
                </a:lnTo>
                <a:lnTo>
                  <a:pt x="6342647" y="107238"/>
                </a:lnTo>
                <a:lnTo>
                  <a:pt x="6342647" y="62576"/>
                </a:lnTo>
                <a:lnTo>
                  <a:pt x="6342596" y="60203"/>
                </a:lnTo>
                <a:lnTo>
                  <a:pt x="6342445" y="57944"/>
                </a:lnTo>
                <a:lnTo>
                  <a:pt x="6342195" y="55800"/>
                </a:lnTo>
                <a:lnTo>
                  <a:pt x="6341849" y="53768"/>
                </a:lnTo>
                <a:lnTo>
                  <a:pt x="6341407" y="51847"/>
                </a:lnTo>
                <a:lnTo>
                  <a:pt x="6340873" y="50036"/>
                </a:lnTo>
                <a:lnTo>
                  <a:pt x="6340248" y="48334"/>
                </a:lnTo>
                <a:lnTo>
                  <a:pt x="6339534" y="46739"/>
                </a:lnTo>
                <a:lnTo>
                  <a:pt x="6338734" y="45251"/>
                </a:lnTo>
                <a:lnTo>
                  <a:pt x="6337848" y="43867"/>
                </a:lnTo>
                <a:lnTo>
                  <a:pt x="6336878" y="42588"/>
                </a:lnTo>
                <a:lnTo>
                  <a:pt x="6335828" y="41411"/>
                </a:lnTo>
                <a:lnTo>
                  <a:pt x="6334698" y="40335"/>
                </a:lnTo>
                <a:lnTo>
                  <a:pt x="6333491" y="39360"/>
                </a:lnTo>
                <a:lnTo>
                  <a:pt x="6332209" y="38483"/>
                </a:lnTo>
                <a:lnTo>
                  <a:pt x="6330852" y="37704"/>
                </a:lnTo>
                <a:lnTo>
                  <a:pt x="6329425" y="37021"/>
                </a:lnTo>
                <a:lnTo>
                  <a:pt x="6327927" y="36433"/>
                </a:lnTo>
                <a:lnTo>
                  <a:pt x="6326362" y="35939"/>
                </a:lnTo>
                <a:lnTo>
                  <a:pt x="6324731" y="35537"/>
                </a:lnTo>
                <a:lnTo>
                  <a:pt x="6323036" y="35227"/>
                </a:lnTo>
                <a:lnTo>
                  <a:pt x="6321279" y="35007"/>
                </a:lnTo>
                <a:lnTo>
                  <a:pt x="6319462" y="34876"/>
                </a:lnTo>
                <a:lnTo>
                  <a:pt x="6317586" y="34833"/>
                </a:lnTo>
                <a:lnTo>
                  <a:pt x="6315994" y="34867"/>
                </a:lnTo>
                <a:lnTo>
                  <a:pt x="6314446" y="34964"/>
                </a:lnTo>
                <a:lnTo>
                  <a:pt x="6312943" y="35122"/>
                </a:lnTo>
                <a:lnTo>
                  <a:pt x="6311485" y="35336"/>
                </a:lnTo>
                <a:lnTo>
                  <a:pt x="6310072" y="35601"/>
                </a:lnTo>
                <a:lnTo>
                  <a:pt x="6308706" y="35915"/>
                </a:lnTo>
                <a:lnTo>
                  <a:pt x="6307385" y="36272"/>
                </a:lnTo>
                <a:lnTo>
                  <a:pt x="6306112" y="36669"/>
                </a:lnTo>
                <a:lnTo>
                  <a:pt x="6304885" y="37101"/>
                </a:lnTo>
                <a:lnTo>
                  <a:pt x="6303705" y="37565"/>
                </a:lnTo>
                <a:lnTo>
                  <a:pt x="6302572" y="38056"/>
                </a:lnTo>
                <a:lnTo>
                  <a:pt x="6301488" y="38570"/>
                </a:lnTo>
                <a:lnTo>
                  <a:pt x="6300452" y="39103"/>
                </a:lnTo>
                <a:lnTo>
                  <a:pt x="6299464" y="39651"/>
                </a:lnTo>
                <a:lnTo>
                  <a:pt x="6298525" y="40210"/>
                </a:lnTo>
                <a:lnTo>
                  <a:pt x="6297635" y="40776"/>
                </a:lnTo>
                <a:lnTo>
                  <a:pt x="6296795" y="41344"/>
                </a:lnTo>
                <a:lnTo>
                  <a:pt x="6296005" y="41911"/>
                </a:lnTo>
                <a:lnTo>
                  <a:pt x="6295265" y="42473"/>
                </a:lnTo>
                <a:lnTo>
                  <a:pt x="6294575" y="43025"/>
                </a:lnTo>
                <a:lnTo>
                  <a:pt x="6293936" y="43563"/>
                </a:lnTo>
                <a:lnTo>
                  <a:pt x="6293349" y="44083"/>
                </a:lnTo>
                <a:lnTo>
                  <a:pt x="6292813" y="44581"/>
                </a:lnTo>
                <a:lnTo>
                  <a:pt x="6292328" y="45053"/>
                </a:lnTo>
                <a:lnTo>
                  <a:pt x="6292328" y="44296"/>
                </a:lnTo>
                <a:lnTo>
                  <a:pt x="6292324" y="43573"/>
                </a:lnTo>
                <a:lnTo>
                  <a:pt x="6292313" y="42884"/>
                </a:lnTo>
                <a:lnTo>
                  <a:pt x="6292293" y="42229"/>
                </a:lnTo>
                <a:lnTo>
                  <a:pt x="6292259" y="41607"/>
                </a:lnTo>
                <a:lnTo>
                  <a:pt x="6292208" y="41019"/>
                </a:lnTo>
                <a:lnTo>
                  <a:pt x="6292137" y="40465"/>
                </a:lnTo>
                <a:lnTo>
                  <a:pt x="6292043" y="39943"/>
                </a:lnTo>
                <a:lnTo>
                  <a:pt x="6291922" y="39454"/>
                </a:lnTo>
                <a:lnTo>
                  <a:pt x="6291771" y="38999"/>
                </a:lnTo>
                <a:lnTo>
                  <a:pt x="6291586" y="38575"/>
                </a:lnTo>
                <a:lnTo>
                  <a:pt x="6291365" y="38185"/>
                </a:lnTo>
                <a:lnTo>
                  <a:pt x="6291103" y="37826"/>
                </a:lnTo>
                <a:lnTo>
                  <a:pt x="6290798" y="37500"/>
                </a:lnTo>
                <a:lnTo>
                  <a:pt x="6290446" y="37205"/>
                </a:lnTo>
                <a:lnTo>
                  <a:pt x="6290044" y="36943"/>
                </a:lnTo>
                <a:lnTo>
                  <a:pt x="6289588" y="36712"/>
                </a:lnTo>
                <a:lnTo>
                  <a:pt x="6289076" y="36512"/>
                </a:lnTo>
                <a:lnTo>
                  <a:pt x="6288503" y="36343"/>
                </a:lnTo>
                <a:lnTo>
                  <a:pt x="6287866" y="36206"/>
                </a:lnTo>
                <a:lnTo>
                  <a:pt x="6287163" y="36099"/>
                </a:lnTo>
                <a:lnTo>
                  <a:pt x="6286389" y="36023"/>
                </a:lnTo>
                <a:lnTo>
                  <a:pt x="6285542" y="35978"/>
                </a:lnTo>
                <a:lnTo>
                  <a:pt x="6284618" y="35963"/>
                </a:lnTo>
                <a:lnTo>
                  <a:pt x="6270545" y="35963"/>
                </a:lnTo>
                <a:lnTo>
                  <a:pt x="6270150" y="35963"/>
                </a:lnTo>
                <a:lnTo>
                  <a:pt x="6269741" y="35966"/>
                </a:lnTo>
                <a:lnTo>
                  <a:pt x="6269319" y="35974"/>
                </a:lnTo>
                <a:lnTo>
                  <a:pt x="6268888" y="35990"/>
                </a:lnTo>
                <a:lnTo>
                  <a:pt x="6268449" y="36017"/>
                </a:lnTo>
                <a:lnTo>
                  <a:pt x="6268008" y="36056"/>
                </a:lnTo>
                <a:lnTo>
                  <a:pt x="6267565" y="36111"/>
                </a:lnTo>
                <a:lnTo>
                  <a:pt x="6267124" y="36184"/>
                </a:lnTo>
                <a:lnTo>
                  <a:pt x="6266687" y="36278"/>
                </a:lnTo>
                <a:lnTo>
                  <a:pt x="6266259" y="36395"/>
                </a:lnTo>
                <a:lnTo>
                  <a:pt x="6265840" y="36538"/>
                </a:lnTo>
                <a:lnTo>
                  <a:pt x="6265435" y="36710"/>
                </a:lnTo>
                <a:lnTo>
                  <a:pt x="6265046" y="36913"/>
                </a:lnTo>
                <a:lnTo>
                  <a:pt x="6264676" y="37149"/>
                </a:lnTo>
                <a:lnTo>
                  <a:pt x="6264327" y="37422"/>
                </a:lnTo>
                <a:lnTo>
                  <a:pt x="6264004" y="37734"/>
                </a:lnTo>
                <a:lnTo>
                  <a:pt x="6263707" y="38087"/>
                </a:lnTo>
                <a:lnTo>
                  <a:pt x="6263441" y="38485"/>
                </a:lnTo>
                <a:lnTo>
                  <a:pt x="6263208" y="38929"/>
                </a:lnTo>
                <a:lnTo>
                  <a:pt x="6263011" y="39422"/>
                </a:lnTo>
                <a:lnTo>
                  <a:pt x="6262853" y="39968"/>
                </a:lnTo>
                <a:lnTo>
                  <a:pt x="6262737" y="40567"/>
                </a:lnTo>
                <a:lnTo>
                  <a:pt x="6262665" y="41224"/>
                </a:lnTo>
                <a:lnTo>
                  <a:pt x="6262640" y="41941"/>
                </a:lnTo>
                <a:lnTo>
                  <a:pt x="6262666" y="42634"/>
                </a:lnTo>
                <a:lnTo>
                  <a:pt x="6262740" y="43270"/>
                </a:lnTo>
                <a:lnTo>
                  <a:pt x="6262861" y="43850"/>
                </a:lnTo>
                <a:lnTo>
                  <a:pt x="6263024" y="44378"/>
                </a:lnTo>
                <a:lnTo>
                  <a:pt x="6263226" y="44855"/>
                </a:lnTo>
                <a:lnTo>
                  <a:pt x="6263465" y="45285"/>
                </a:lnTo>
                <a:lnTo>
                  <a:pt x="6263738" y="45669"/>
                </a:lnTo>
                <a:lnTo>
                  <a:pt x="6264040" y="46011"/>
                </a:lnTo>
                <a:lnTo>
                  <a:pt x="6264368" y="46313"/>
                </a:lnTo>
                <a:lnTo>
                  <a:pt x="6264721" y="46577"/>
                </a:lnTo>
                <a:lnTo>
                  <a:pt x="6265094" y="46806"/>
                </a:lnTo>
                <a:lnTo>
                  <a:pt x="6265484" y="47002"/>
                </a:lnTo>
                <a:lnTo>
                  <a:pt x="6265888" y="47168"/>
                </a:lnTo>
                <a:lnTo>
                  <a:pt x="6266303" y="47306"/>
                </a:lnTo>
                <a:lnTo>
                  <a:pt x="6266725" y="47420"/>
                </a:lnTo>
                <a:lnTo>
                  <a:pt x="6267152" y="47511"/>
                </a:lnTo>
                <a:lnTo>
                  <a:pt x="6267581" y="47581"/>
                </a:lnTo>
                <a:lnTo>
                  <a:pt x="6268008" y="47634"/>
                </a:lnTo>
                <a:lnTo>
                  <a:pt x="6268429" y="47673"/>
                </a:lnTo>
                <a:lnTo>
                  <a:pt x="6268843" y="47698"/>
                </a:lnTo>
                <a:lnTo>
                  <a:pt x="6269245" y="47714"/>
                </a:lnTo>
                <a:lnTo>
                  <a:pt x="6269632" y="47721"/>
                </a:lnTo>
                <a:lnTo>
                  <a:pt x="6270002" y="47724"/>
                </a:lnTo>
                <a:lnTo>
                  <a:pt x="6270350" y="47725"/>
                </a:lnTo>
                <a:lnTo>
                  <a:pt x="6279029" y="47725"/>
                </a:lnTo>
                <a:lnTo>
                  <a:pt x="6279029" y="107238"/>
                </a:lnTo>
                <a:lnTo>
                  <a:pt x="6270545" y="107238"/>
                </a:lnTo>
                <a:lnTo>
                  <a:pt x="6270150" y="107239"/>
                </a:lnTo>
                <a:lnTo>
                  <a:pt x="6269741" y="107242"/>
                </a:lnTo>
                <a:lnTo>
                  <a:pt x="6269319" y="107250"/>
                </a:lnTo>
                <a:lnTo>
                  <a:pt x="6268888" y="107266"/>
                </a:lnTo>
                <a:lnTo>
                  <a:pt x="6268449" y="107292"/>
                </a:lnTo>
                <a:lnTo>
                  <a:pt x="6268008" y="107331"/>
                </a:lnTo>
                <a:lnTo>
                  <a:pt x="6267565" y="107386"/>
                </a:lnTo>
                <a:lnTo>
                  <a:pt x="6267124" y="107459"/>
                </a:lnTo>
                <a:lnTo>
                  <a:pt x="6266687" y="107553"/>
                </a:lnTo>
                <a:lnTo>
                  <a:pt x="6266259" y="107670"/>
                </a:lnTo>
                <a:lnTo>
                  <a:pt x="6265840" y="107813"/>
                </a:lnTo>
                <a:lnTo>
                  <a:pt x="6265435" y="107985"/>
                </a:lnTo>
                <a:lnTo>
                  <a:pt x="6265046" y="108188"/>
                </a:lnTo>
                <a:lnTo>
                  <a:pt x="6264676" y="108424"/>
                </a:lnTo>
                <a:lnTo>
                  <a:pt x="6264327" y="108697"/>
                </a:lnTo>
                <a:lnTo>
                  <a:pt x="6264004" y="109009"/>
                </a:lnTo>
                <a:lnTo>
                  <a:pt x="6263707" y="109362"/>
                </a:lnTo>
                <a:lnTo>
                  <a:pt x="6263441" y="109759"/>
                </a:lnTo>
                <a:lnTo>
                  <a:pt x="6263208" y="110203"/>
                </a:lnTo>
                <a:lnTo>
                  <a:pt x="6263011" y="110696"/>
                </a:lnTo>
                <a:lnTo>
                  <a:pt x="6262853" y="111241"/>
                </a:lnTo>
                <a:lnTo>
                  <a:pt x="6262737" y="111841"/>
                </a:lnTo>
                <a:lnTo>
                  <a:pt x="6262665" y="112497"/>
                </a:lnTo>
                <a:lnTo>
                  <a:pt x="6262640" y="113213"/>
                </a:lnTo>
                <a:lnTo>
                  <a:pt x="6262666" y="113907"/>
                </a:lnTo>
                <a:lnTo>
                  <a:pt x="6262740" y="114542"/>
                </a:lnTo>
                <a:lnTo>
                  <a:pt x="6262861" y="115122"/>
                </a:lnTo>
                <a:lnTo>
                  <a:pt x="6263024" y="115650"/>
                </a:lnTo>
                <a:lnTo>
                  <a:pt x="6263226" y="116127"/>
                </a:lnTo>
                <a:lnTo>
                  <a:pt x="6263465" y="116557"/>
                </a:lnTo>
                <a:lnTo>
                  <a:pt x="6263738" y="116942"/>
                </a:lnTo>
                <a:lnTo>
                  <a:pt x="6264040" y="117283"/>
                </a:lnTo>
                <a:lnTo>
                  <a:pt x="6264368" y="117585"/>
                </a:lnTo>
                <a:lnTo>
                  <a:pt x="6264721" y="117849"/>
                </a:lnTo>
                <a:lnTo>
                  <a:pt x="6265094" y="118078"/>
                </a:lnTo>
                <a:lnTo>
                  <a:pt x="6265484" y="118274"/>
                </a:lnTo>
                <a:lnTo>
                  <a:pt x="6265888" y="118440"/>
                </a:lnTo>
                <a:lnTo>
                  <a:pt x="6266303" y="118579"/>
                </a:lnTo>
                <a:lnTo>
                  <a:pt x="6266725" y="118692"/>
                </a:lnTo>
                <a:lnTo>
                  <a:pt x="6267152" y="118783"/>
                </a:lnTo>
                <a:lnTo>
                  <a:pt x="6267581" y="118854"/>
                </a:lnTo>
                <a:lnTo>
                  <a:pt x="6268008" y="118907"/>
                </a:lnTo>
                <a:lnTo>
                  <a:pt x="6268429" y="118945"/>
                </a:lnTo>
                <a:lnTo>
                  <a:pt x="6268843" y="118970"/>
                </a:lnTo>
                <a:lnTo>
                  <a:pt x="6269245" y="118986"/>
                </a:lnTo>
                <a:lnTo>
                  <a:pt x="6269632" y="118994"/>
                </a:lnTo>
                <a:lnTo>
                  <a:pt x="6270002" y="118997"/>
                </a:lnTo>
                <a:lnTo>
                  <a:pt x="6270350" y="118997"/>
                </a:lnTo>
                <a:lnTo>
                  <a:pt x="6301007" y="118997"/>
                </a:lnTo>
                <a:lnTo>
                  <a:pt x="6301355" y="118997"/>
                </a:lnTo>
                <a:lnTo>
                  <a:pt x="6301725" y="118994"/>
                </a:lnTo>
                <a:lnTo>
                  <a:pt x="6302112" y="118986"/>
                </a:lnTo>
                <a:lnTo>
                  <a:pt x="6302514" y="118970"/>
                </a:lnTo>
                <a:lnTo>
                  <a:pt x="6302928" y="118945"/>
                </a:lnTo>
                <a:lnTo>
                  <a:pt x="6303349" y="118907"/>
                </a:lnTo>
                <a:lnTo>
                  <a:pt x="6303776" y="118854"/>
                </a:lnTo>
                <a:lnTo>
                  <a:pt x="6304205" y="118783"/>
                </a:lnTo>
                <a:lnTo>
                  <a:pt x="6304632" y="118692"/>
                </a:lnTo>
                <a:lnTo>
                  <a:pt x="6305054" y="118579"/>
                </a:lnTo>
                <a:lnTo>
                  <a:pt x="6305469" y="118440"/>
                </a:lnTo>
                <a:lnTo>
                  <a:pt x="6305873" y="118274"/>
                </a:lnTo>
                <a:lnTo>
                  <a:pt x="6306263" y="118078"/>
                </a:lnTo>
                <a:lnTo>
                  <a:pt x="6306636" y="117849"/>
                </a:lnTo>
                <a:lnTo>
                  <a:pt x="6306989" y="117585"/>
                </a:lnTo>
                <a:lnTo>
                  <a:pt x="6307317" y="117283"/>
                </a:lnTo>
                <a:lnTo>
                  <a:pt x="6307620" y="116942"/>
                </a:lnTo>
                <a:lnTo>
                  <a:pt x="6307892" y="116557"/>
                </a:lnTo>
                <a:lnTo>
                  <a:pt x="6308131" y="116127"/>
                </a:lnTo>
                <a:lnTo>
                  <a:pt x="6308333" y="115650"/>
                </a:lnTo>
                <a:lnTo>
                  <a:pt x="6308496" y="115122"/>
                </a:lnTo>
                <a:lnTo>
                  <a:pt x="6308617" y="114542"/>
                </a:lnTo>
                <a:lnTo>
                  <a:pt x="6308691" y="113907"/>
                </a:lnTo>
                <a:lnTo>
                  <a:pt x="6308717" y="113213"/>
                </a:lnTo>
                <a:lnTo>
                  <a:pt x="6308692" y="112497"/>
                </a:lnTo>
                <a:lnTo>
                  <a:pt x="6308620" y="111841"/>
                </a:lnTo>
                <a:lnTo>
                  <a:pt x="6308504" y="111241"/>
                </a:lnTo>
                <a:lnTo>
                  <a:pt x="6308346" y="110696"/>
                </a:lnTo>
                <a:lnTo>
                  <a:pt x="6308149" y="110203"/>
                </a:lnTo>
                <a:lnTo>
                  <a:pt x="6307916" y="109759"/>
                </a:lnTo>
                <a:lnTo>
                  <a:pt x="6307650" y="109362"/>
                </a:lnTo>
                <a:lnTo>
                  <a:pt x="6307353" y="109009"/>
                </a:lnTo>
                <a:lnTo>
                  <a:pt x="6307030" y="108697"/>
                </a:lnTo>
                <a:lnTo>
                  <a:pt x="6306681" y="108424"/>
                </a:lnTo>
                <a:lnTo>
                  <a:pt x="6306311" y="108188"/>
                </a:lnTo>
                <a:lnTo>
                  <a:pt x="6305922" y="107985"/>
                </a:lnTo>
                <a:lnTo>
                  <a:pt x="6305517" y="107813"/>
                </a:lnTo>
                <a:lnTo>
                  <a:pt x="6305098" y="107670"/>
                </a:lnTo>
                <a:lnTo>
                  <a:pt x="6304670" y="107553"/>
                </a:lnTo>
                <a:lnTo>
                  <a:pt x="6304233" y="107459"/>
                </a:lnTo>
                <a:lnTo>
                  <a:pt x="6303792" y="107386"/>
                </a:lnTo>
                <a:lnTo>
                  <a:pt x="6303349" y="107331"/>
                </a:lnTo>
                <a:lnTo>
                  <a:pt x="6302908" y="107292"/>
                </a:lnTo>
                <a:lnTo>
                  <a:pt x="6302469" y="107266"/>
                </a:lnTo>
                <a:lnTo>
                  <a:pt x="6302038" y="107250"/>
                </a:lnTo>
                <a:lnTo>
                  <a:pt x="6301616" y="107242"/>
                </a:lnTo>
                <a:lnTo>
                  <a:pt x="6301207" y="107239"/>
                </a:lnTo>
                <a:lnTo>
                  <a:pt x="6300812" y="107238"/>
                </a:lnTo>
                <a:lnTo>
                  <a:pt x="6292328" y="107238"/>
                </a:lnTo>
                <a:lnTo>
                  <a:pt x="6292328" y="73149"/>
                </a:lnTo>
                <a:lnTo>
                  <a:pt x="6292401" y="70806"/>
                </a:lnTo>
                <a:lnTo>
                  <a:pt x="6292615" y="68586"/>
                </a:lnTo>
                <a:lnTo>
                  <a:pt x="6292961" y="66485"/>
                </a:lnTo>
                <a:lnTo>
                  <a:pt x="6293431" y="64503"/>
                </a:lnTo>
                <a:lnTo>
                  <a:pt x="6294017" y="62636"/>
                </a:lnTo>
                <a:lnTo>
                  <a:pt x="6294711" y="60884"/>
                </a:lnTo>
                <a:lnTo>
                  <a:pt x="6295506" y="59245"/>
                </a:lnTo>
                <a:lnTo>
                  <a:pt x="6296392" y="57715"/>
                </a:lnTo>
                <a:lnTo>
                  <a:pt x="6297361" y="56293"/>
                </a:lnTo>
                <a:lnTo>
                  <a:pt x="6298407" y="54978"/>
                </a:lnTo>
                <a:lnTo>
                  <a:pt x="6299519" y="53767"/>
                </a:lnTo>
                <a:lnTo>
                  <a:pt x="6300691" y="52658"/>
                </a:lnTo>
                <a:lnTo>
                  <a:pt x="6301915" y="51649"/>
                </a:lnTo>
                <a:lnTo>
                  <a:pt x="6303181" y="50739"/>
                </a:lnTo>
                <a:lnTo>
                  <a:pt x="6304483" y="49925"/>
                </a:lnTo>
                <a:lnTo>
                  <a:pt x="6305811" y="49205"/>
                </a:lnTo>
                <a:lnTo>
                  <a:pt x="6307158" y="48577"/>
                </a:lnTo>
                <a:lnTo>
                  <a:pt x="6308516" y="48039"/>
                </a:lnTo>
                <a:lnTo>
                  <a:pt x="6309876" y="47589"/>
                </a:lnTo>
                <a:lnTo>
                  <a:pt x="6311230" y="47226"/>
                </a:lnTo>
                <a:lnTo>
                  <a:pt x="6312571" y="46947"/>
                </a:lnTo>
                <a:lnTo>
                  <a:pt x="6313890" y="46750"/>
                </a:lnTo>
                <a:lnTo>
                  <a:pt x="6315179" y="46634"/>
                </a:lnTo>
                <a:lnTo>
                  <a:pt x="6316430" y="46595"/>
                </a:lnTo>
                <a:lnTo>
                  <a:pt x="6317669" y="46623"/>
                </a:lnTo>
                <a:lnTo>
                  <a:pt x="6318831" y="46708"/>
                </a:lnTo>
                <a:lnTo>
                  <a:pt x="6319919" y="46849"/>
                </a:lnTo>
                <a:lnTo>
                  <a:pt x="6320934" y="47048"/>
                </a:lnTo>
                <a:lnTo>
                  <a:pt x="6321880" y="47304"/>
                </a:lnTo>
                <a:lnTo>
                  <a:pt x="6322758" y="47618"/>
                </a:lnTo>
                <a:lnTo>
                  <a:pt x="6323571" y="47990"/>
                </a:lnTo>
                <a:lnTo>
                  <a:pt x="6324319" y="48421"/>
                </a:lnTo>
                <a:lnTo>
                  <a:pt x="6325006" y="48910"/>
                </a:lnTo>
                <a:lnTo>
                  <a:pt x="6325634" y="49459"/>
                </a:lnTo>
                <a:lnTo>
                  <a:pt x="6326204" y="50067"/>
                </a:lnTo>
                <a:lnTo>
                  <a:pt x="6326719" y="50735"/>
                </a:lnTo>
                <a:lnTo>
                  <a:pt x="6327180" y="51463"/>
                </a:lnTo>
                <a:lnTo>
                  <a:pt x="6327591" y="52252"/>
                </a:lnTo>
                <a:lnTo>
                  <a:pt x="6327952" y="53101"/>
                </a:lnTo>
                <a:lnTo>
                  <a:pt x="6328267" y="54012"/>
                </a:lnTo>
                <a:lnTo>
                  <a:pt x="6328537" y="54984"/>
                </a:lnTo>
                <a:lnTo>
                  <a:pt x="6328764" y="56018"/>
                </a:lnTo>
                <a:lnTo>
                  <a:pt x="6328950" y="57114"/>
                </a:lnTo>
                <a:lnTo>
                  <a:pt x="6329098" y="58272"/>
                </a:lnTo>
                <a:lnTo>
                  <a:pt x="6329209" y="59494"/>
                </a:lnTo>
                <a:lnTo>
                  <a:pt x="6329286" y="60778"/>
                </a:lnTo>
                <a:lnTo>
                  <a:pt x="6329330" y="62126"/>
                </a:lnTo>
                <a:lnTo>
                  <a:pt x="6329345" y="63538"/>
                </a:lnTo>
                <a:lnTo>
                  <a:pt x="6329345" y="107238"/>
                </a:lnTo>
                <a:lnTo>
                  <a:pt x="6321828" y="107238"/>
                </a:lnTo>
                <a:lnTo>
                  <a:pt x="6321434" y="107239"/>
                </a:lnTo>
                <a:lnTo>
                  <a:pt x="6321025" y="107242"/>
                </a:lnTo>
                <a:lnTo>
                  <a:pt x="6320603" y="107250"/>
                </a:lnTo>
                <a:lnTo>
                  <a:pt x="6320171" y="107266"/>
                </a:lnTo>
                <a:lnTo>
                  <a:pt x="6319733" y="107292"/>
                </a:lnTo>
                <a:lnTo>
                  <a:pt x="6319292" y="107331"/>
                </a:lnTo>
                <a:lnTo>
                  <a:pt x="6318849" y="107386"/>
                </a:lnTo>
                <a:lnTo>
                  <a:pt x="6318408" y="107459"/>
                </a:lnTo>
                <a:lnTo>
                  <a:pt x="6317971" y="107553"/>
                </a:lnTo>
                <a:lnTo>
                  <a:pt x="6317543" y="107670"/>
                </a:lnTo>
                <a:lnTo>
                  <a:pt x="6317124" y="107813"/>
                </a:lnTo>
                <a:lnTo>
                  <a:pt x="6316719" y="107985"/>
                </a:lnTo>
                <a:lnTo>
                  <a:pt x="6316330" y="108188"/>
                </a:lnTo>
                <a:lnTo>
                  <a:pt x="6315960" y="108424"/>
                </a:lnTo>
                <a:lnTo>
                  <a:pt x="6315611" y="108697"/>
                </a:lnTo>
                <a:lnTo>
                  <a:pt x="6315287" y="109009"/>
                </a:lnTo>
                <a:lnTo>
                  <a:pt x="6314991" y="109362"/>
                </a:lnTo>
                <a:lnTo>
                  <a:pt x="6314725" y="109759"/>
                </a:lnTo>
                <a:lnTo>
                  <a:pt x="6314492" y="110203"/>
                </a:lnTo>
                <a:lnTo>
                  <a:pt x="6314295" y="110696"/>
                </a:lnTo>
                <a:lnTo>
                  <a:pt x="6314137" y="111241"/>
                </a:lnTo>
                <a:lnTo>
                  <a:pt x="6314021" y="111841"/>
                </a:lnTo>
                <a:lnTo>
                  <a:pt x="6313949" y="112497"/>
                </a:lnTo>
                <a:lnTo>
                  <a:pt x="6313924" y="113213"/>
                </a:lnTo>
                <a:lnTo>
                  <a:pt x="6313950" y="113907"/>
                </a:lnTo>
                <a:lnTo>
                  <a:pt x="6314028" y="114542"/>
                </a:lnTo>
                <a:lnTo>
                  <a:pt x="6314153" y="115122"/>
                </a:lnTo>
                <a:lnTo>
                  <a:pt x="6314322" y="115650"/>
                </a:lnTo>
                <a:lnTo>
                  <a:pt x="6314532" y="116127"/>
                </a:lnTo>
                <a:lnTo>
                  <a:pt x="6314779" y="116557"/>
                </a:lnTo>
                <a:lnTo>
                  <a:pt x="6315061" y="116942"/>
                </a:lnTo>
                <a:lnTo>
                  <a:pt x="6315373" y="117283"/>
                </a:lnTo>
                <a:lnTo>
                  <a:pt x="6315713" y="117585"/>
                </a:lnTo>
                <a:lnTo>
                  <a:pt x="6316077" y="117849"/>
                </a:lnTo>
                <a:lnTo>
                  <a:pt x="6316461" y="118078"/>
                </a:lnTo>
                <a:lnTo>
                  <a:pt x="6316863" y="118274"/>
                </a:lnTo>
                <a:lnTo>
                  <a:pt x="6317280" y="118440"/>
                </a:lnTo>
                <a:lnTo>
                  <a:pt x="6317706" y="118579"/>
                </a:lnTo>
                <a:lnTo>
                  <a:pt x="6318141" y="118692"/>
                </a:lnTo>
                <a:lnTo>
                  <a:pt x="6318579" y="118783"/>
                </a:lnTo>
                <a:lnTo>
                  <a:pt x="6319018" y="118854"/>
                </a:lnTo>
                <a:lnTo>
                  <a:pt x="6319454" y="118907"/>
                </a:lnTo>
                <a:lnTo>
                  <a:pt x="6319884" y="118945"/>
                </a:lnTo>
                <a:lnTo>
                  <a:pt x="6320305" y="118970"/>
                </a:lnTo>
                <a:lnTo>
                  <a:pt x="6320713" y="118986"/>
                </a:lnTo>
                <a:lnTo>
                  <a:pt x="6321106" y="118994"/>
                </a:lnTo>
                <a:lnTo>
                  <a:pt x="6321478" y="118997"/>
                </a:lnTo>
                <a:lnTo>
                  <a:pt x="6321828" y="118997"/>
                </a:lnTo>
                <a:lnTo>
                  <a:pt x="6351326" y="118997"/>
                </a:lnTo>
                <a:lnTo>
                  <a:pt x="6351674" y="118997"/>
                </a:lnTo>
                <a:lnTo>
                  <a:pt x="6352044" y="118994"/>
                </a:lnTo>
                <a:lnTo>
                  <a:pt x="6352431" y="118986"/>
                </a:lnTo>
                <a:lnTo>
                  <a:pt x="6352833" y="118970"/>
                </a:lnTo>
                <a:lnTo>
                  <a:pt x="6353247" y="118945"/>
                </a:lnTo>
                <a:lnTo>
                  <a:pt x="6353668" y="118907"/>
                </a:lnTo>
                <a:lnTo>
                  <a:pt x="6354095" y="118854"/>
                </a:lnTo>
                <a:lnTo>
                  <a:pt x="6354524" y="118783"/>
                </a:lnTo>
                <a:lnTo>
                  <a:pt x="6354951" y="118692"/>
                </a:lnTo>
                <a:lnTo>
                  <a:pt x="6355373" y="118579"/>
                </a:lnTo>
                <a:lnTo>
                  <a:pt x="6355788" y="118440"/>
                </a:lnTo>
                <a:lnTo>
                  <a:pt x="6356192" y="118274"/>
                </a:lnTo>
                <a:lnTo>
                  <a:pt x="6356582" y="118078"/>
                </a:lnTo>
                <a:lnTo>
                  <a:pt x="6356955" y="117849"/>
                </a:lnTo>
                <a:lnTo>
                  <a:pt x="6357308" y="117585"/>
                </a:lnTo>
                <a:lnTo>
                  <a:pt x="6357636" y="117283"/>
                </a:lnTo>
                <a:lnTo>
                  <a:pt x="6357938" y="116942"/>
                </a:lnTo>
                <a:lnTo>
                  <a:pt x="6358211" y="116557"/>
                </a:lnTo>
                <a:lnTo>
                  <a:pt x="6358450" y="116127"/>
                </a:lnTo>
                <a:lnTo>
                  <a:pt x="6358652" y="115650"/>
                </a:lnTo>
                <a:lnTo>
                  <a:pt x="6358815" y="115122"/>
                </a:lnTo>
                <a:lnTo>
                  <a:pt x="6358936" y="114542"/>
                </a:lnTo>
                <a:lnTo>
                  <a:pt x="6359010" y="113907"/>
                </a:lnTo>
                <a:lnTo>
                  <a:pt x="6359036" y="113213"/>
                </a:lnTo>
                <a:lnTo>
                  <a:pt x="6359011" y="112497"/>
                </a:lnTo>
                <a:lnTo>
                  <a:pt x="6358939" y="111841"/>
                </a:lnTo>
                <a:lnTo>
                  <a:pt x="6358823" y="111241"/>
                </a:lnTo>
                <a:lnTo>
                  <a:pt x="6358665" y="110696"/>
                </a:lnTo>
                <a:lnTo>
                  <a:pt x="6358468" y="110203"/>
                </a:lnTo>
                <a:lnTo>
                  <a:pt x="6358235" y="109759"/>
                </a:lnTo>
                <a:close/>
                <a:moveTo>
                  <a:pt x="5134297" y="94811"/>
                </a:moveTo>
                <a:lnTo>
                  <a:pt x="5134010" y="94451"/>
                </a:lnTo>
                <a:lnTo>
                  <a:pt x="5133696" y="94131"/>
                </a:lnTo>
                <a:lnTo>
                  <a:pt x="5133359" y="93849"/>
                </a:lnTo>
                <a:lnTo>
                  <a:pt x="5133002" y="93602"/>
                </a:lnTo>
                <a:lnTo>
                  <a:pt x="5132631" y="93388"/>
                </a:lnTo>
                <a:lnTo>
                  <a:pt x="5132249" y="93205"/>
                </a:lnTo>
                <a:lnTo>
                  <a:pt x="5131861" y="93049"/>
                </a:lnTo>
                <a:lnTo>
                  <a:pt x="5131472" y="92920"/>
                </a:lnTo>
                <a:lnTo>
                  <a:pt x="5131085" y="92814"/>
                </a:lnTo>
                <a:lnTo>
                  <a:pt x="5130705" y="92729"/>
                </a:lnTo>
                <a:lnTo>
                  <a:pt x="5130337" y="92662"/>
                </a:lnTo>
                <a:lnTo>
                  <a:pt x="5129984" y="92613"/>
                </a:lnTo>
                <a:lnTo>
                  <a:pt x="5129652" y="92577"/>
                </a:lnTo>
                <a:lnTo>
                  <a:pt x="5129344" y="92553"/>
                </a:lnTo>
                <a:lnTo>
                  <a:pt x="5129065" y="92539"/>
                </a:lnTo>
                <a:lnTo>
                  <a:pt x="5128818" y="92531"/>
                </a:lnTo>
                <a:lnTo>
                  <a:pt x="5128610" y="92529"/>
                </a:lnTo>
                <a:lnTo>
                  <a:pt x="5128443" y="92528"/>
                </a:lnTo>
                <a:lnTo>
                  <a:pt x="5128019" y="92531"/>
                </a:lnTo>
                <a:lnTo>
                  <a:pt x="5127614" y="92542"/>
                </a:lnTo>
                <a:lnTo>
                  <a:pt x="5127228" y="92560"/>
                </a:lnTo>
                <a:lnTo>
                  <a:pt x="5126860" y="92588"/>
                </a:lnTo>
                <a:lnTo>
                  <a:pt x="5126509" y="92626"/>
                </a:lnTo>
                <a:lnTo>
                  <a:pt x="5126174" y="92676"/>
                </a:lnTo>
                <a:lnTo>
                  <a:pt x="5125855" y="92738"/>
                </a:lnTo>
                <a:lnTo>
                  <a:pt x="5125550" y="92814"/>
                </a:lnTo>
                <a:lnTo>
                  <a:pt x="5125260" y="92905"/>
                </a:lnTo>
                <a:lnTo>
                  <a:pt x="5124983" y="93012"/>
                </a:lnTo>
                <a:lnTo>
                  <a:pt x="5124718" y="93135"/>
                </a:lnTo>
                <a:lnTo>
                  <a:pt x="5124466" y="93277"/>
                </a:lnTo>
                <a:lnTo>
                  <a:pt x="5124224" y="93438"/>
                </a:lnTo>
                <a:lnTo>
                  <a:pt x="5123993" y="93619"/>
                </a:lnTo>
                <a:lnTo>
                  <a:pt x="5123771" y="93821"/>
                </a:lnTo>
                <a:lnTo>
                  <a:pt x="5123558" y="94045"/>
                </a:lnTo>
                <a:lnTo>
                  <a:pt x="5123353" y="94294"/>
                </a:lnTo>
                <a:lnTo>
                  <a:pt x="5123155" y="94566"/>
                </a:lnTo>
                <a:lnTo>
                  <a:pt x="5122964" y="94865"/>
                </a:lnTo>
                <a:lnTo>
                  <a:pt x="5122779" y="95190"/>
                </a:lnTo>
                <a:lnTo>
                  <a:pt x="5122598" y="95543"/>
                </a:lnTo>
                <a:lnTo>
                  <a:pt x="5122422" y="95924"/>
                </a:lnTo>
                <a:lnTo>
                  <a:pt x="5122250" y="96336"/>
                </a:lnTo>
                <a:lnTo>
                  <a:pt x="5122080" y="96779"/>
                </a:lnTo>
                <a:lnTo>
                  <a:pt x="5121518" y="97967"/>
                </a:lnTo>
                <a:lnTo>
                  <a:pt x="5120897" y="99073"/>
                </a:lnTo>
                <a:lnTo>
                  <a:pt x="5120222" y="100100"/>
                </a:lnTo>
                <a:lnTo>
                  <a:pt x="5119496" y="101051"/>
                </a:lnTo>
                <a:lnTo>
                  <a:pt x="5118726" y="101929"/>
                </a:lnTo>
                <a:lnTo>
                  <a:pt x="5117916" y="102736"/>
                </a:lnTo>
                <a:lnTo>
                  <a:pt x="5117071" y="103476"/>
                </a:lnTo>
                <a:lnTo>
                  <a:pt x="5116195" y="104150"/>
                </a:lnTo>
                <a:lnTo>
                  <a:pt x="5115295" y="104763"/>
                </a:lnTo>
                <a:lnTo>
                  <a:pt x="5114373" y="105315"/>
                </a:lnTo>
                <a:lnTo>
                  <a:pt x="5113436" y="105811"/>
                </a:lnTo>
                <a:lnTo>
                  <a:pt x="5112488" y="106253"/>
                </a:lnTo>
                <a:lnTo>
                  <a:pt x="5111534" y="106644"/>
                </a:lnTo>
                <a:lnTo>
                  <a:pt x="5110578" y="106986"/>
                </a:lnTo>
                <a:lnTo>
                  <a:pt x="5109627" y="107282"/>
                </a:lnTo>
                <a:lnTo>
                  <a:pt x="5108684" y="107536"/>
                </a:lnTo>
                <a:lnTo>
                  <a:pt x="5107754" y="107749"/>
                </a:lnTo>
                <a:lnTo>
                  <a:pt x="5106842" y="107925"/>
                </a:lnTo>
                <a:lnTo>
                  <a:pt x="5105954" y="108067"/>
                </a:lnTo>
                <a:lnTo>
                  <a:pt x="5105094" y="108176"/>
                </a:lnTo>
                <a:lnTo>
                  <a:pt x="5104266" y="108256"/>
                </a:lnTo>
                <a:lnTo>
                  <a:pt x="5103476" y="108310"/>
                </a:lnTo>
                <a:lnTo>
                  <a:pt x="5102729" y="108341"/>
                </a:lnTo>
                <a:lnTo>
                  <a:pt x="5102029" y="108350"/>
                </a:lnTo>
                <a:lnTo>
                  <a:pt x="5100222" y="108300"/>
                </a:lnTo>
                <a:lnTo>
                  <a:pt x="5098420" y="108151"/>
                </a:lnTo>
                <a:lnTo>
                  <a:pt x="5096629" y="107903"/>
                </a:lnTo>
                <a:lnTo>
                  <a:pt x="5094852" y="107559"/>
                </a:lnTo>
                <a:lnTo>
                  <a:pt x="5093095" y="107119"/>
                </a:lnTo>
                <a:lnTo>
                  <a:pt x="5091362" y="106584"/>
                </a:lnTo>
                <a:lnTo>
                  <a:pt x="5089659" y="105956"/>
                </a:lnTo>
                <a:lnTo>
                  <a:pt x="5087991" y="105235"/>
                </a:lnTo>
                <a:lnTo>
                  <a:pt x="5086362" y="104424"/>
                </a:lnTo>
                <a:lnTo>
                  <a:pt x="5084778" y="103522"/>
                </a:lnTo>
                <a:lnTo>
                  <a:pt x="5083243" y="102531"/>
                </a:lnTo>
                <a:lnTo>
                  <a:pt x="5081762" y="101453"/>
                </a:lnTo>
                <a:lnTo>
                  <a:pt x="5080340" y="100288"/>
                </a:lnTo>
                <a:lnTo>
                  <a:pt x="5078983" y="99038"/>
                </a:lnTo>
                <a:lnTo>
                  <a:pt x="5077695" y="97703"/>
                </a:lnTo>
                <a:lnTo>
                  <a:pt x="5076481" y="96285"/>
                </a:lnTo>
                <a:lnTo>
                  <a:pt x="5075345" y="94786"/>
                </a:lnTo>
                <a:lnTo>
                  <a:pt x="5074294" y="93206"/>
                </a:lnTo>
                <a:lnTo>
                  <a:pt x="5073332" y="91546"/>
                </a:lnTo>
                <a:lnTo>
                  <a:pt x="5072463" y="89808"/>
                </a:lnTo>
                <a:lnTo>
                  <a:pt x="5071693" y="87992"/>
                </a:lnTo>
                <a:lnTo>
                  <a:pt x="5071027" y="86100"/>
                </a:lnTo>
                <a:lnTo>
                  <a:pt x="5070469" y="84134"/>
                </a:lnTo>
                <a:lnTo>
                  <a:pt x="5070025" y="82093"/>
                </a:lnTo>
                <a:lnTo>
                  <a:pt x="5127478" y="82093"/>
                </a:lnTo>
                <a:lnTo>
                  <a:pt x="5127982" y="82093"/>
                </a:lnTo>
                <a:lnTo>
                  <a:pt x="5128480" y="82089"/>
                </a:lnTo>
                <a:lnTo>
                  <a:pt x="5128971" y="82079"/>
                </a:lnTo>
                <a:lnTo>
                  <a:pt x="5129454" y="82060"/>
                </a:lnTo>
                <a:lnTo>
                  <a:pt x="5129928" y="82029"/>
                </a:lnTo>
                <a:lnTo>
                  <a:pt x="5130390" y="81982"/>
                </a:lnTo>
                <a:lnTo>
                  <a:pt x="5130840" y="81916"/>
                </a:lnTo>
                <a:lnTo>
                  <a:pt x="5131276" y="81829"/>
                </a:lnTo>
                <a:lnTo>
                  <a:pt x="5131696" y="81717"/>
                </a:lnTo>
                <a:lnTo>
                  <a:pt x="5132100" y="81577"/>
                </a:lnTo>
                <a:lnTo>
                  <a:pt x="5132485" y="81406"/>
                </a:lnTo>
                <a:lnTo>
                  <a:pt x="5132851" y="81202"/>
                </a:lnTo>
                <a:lnTo>
                  <a:pt x="5133196" y="80960"/>
                </a:lnTo>
                <a:lnTo>
                  <a:pt x="5133518" y="80677"/>
                </a:lnTo>
                <a:lnTo>
                  <a:pt x="5133816" y="80352"/>
                </a:lnTo>
                <a:lnTo>
                  <a:pt x="5134089" y="79980"/>
                </a:lnTo>
                <a:lnTo>
                  <a:pt x="5134335" y="79559"/>
                </a:lnTo>
                <a:lnTo>
                  <a:pt x="5134553" y="79084"/>
                </a:lnTo>
                <a:lnTo>
                  <a:pt x="5134741" y="78555"/>
                </a:lnTo>
                <a:lnTo>
                  <a:pt x="5134898" y="77966"/>
                </a:lnTo>
                <a:lnTo>
                  <a:pt x="5135023" y="77316"/>
                </a:lnTo>
                <a:lnTo>
                  <a:pt x="5135114" y="76600"/>
                </a:lnTo>
                <a:lnTo>
                  <a:pt x="5135169" y="75816"/>
                </a:lnTo>
                <a:lnTo>
                  <a:pt x="5135188" y="74962"/>
                </a:lnTo>
                <a:lnTo>
                  <a:pt x="5135124" y="72231"/>
                </a:lnTo>
                <a:lnTo>
                  <a:pt x="5134931" y="69539"/>
                </a:lnTo>
                <a:lnTo>
                  <a:pt x="5134609" y="66893"/>
                </a:lnTo>
                <a:lnTo>
                  <a:pt x="5134158" y="64300"/>
                </a:lnTo>
                <a:lnTo>
                  <a:pt x="5133578" y="61766"/>
                </a:lnTo>
                <a:lnTo>
                  <a:pt x="5132869" y="59299"/>
                </a:lnTo>
                <a:lnTo>
                  <a:pt x="5132030" y="56905"/>
                </a:lnTo>
                <a:lnTo>
                  <a:pt x="5131061" y="54591"/>
                </a:lnTo>
                <a:lnTo>
                  <a:pt x="5129963" y="52365"/>
                </a:lnTo>
                <a:lnTo>
                  <a:pt x="5128734" y="50232"/>
                </a:lnTo>
                <a:lnTo>
                  <a:pt x="5127375" y="48200"/>
                </a:lnTo>
                <a:lnTo>
                  <a:pt x="5125886" y="46276"/>
                </a:lnTo>
                <a:lnTo>
                  <a:pt x="5124267" y="44467"/>
                </a:lnTo>
                <a:lnTo>
                  <a:pt x="5122516" y="42778"/>
                </a:lnTo>
                <a:lnTo>
                  <a:pt x="5120635" y="41218"/>
                </a:lnTo>
                <a:lnTo>
                  <a:pt x="5118623" y="39793"/>
                </a:lnTo>
                <a:lnTo>
                  <a:pt x="5116479" y="38510"/>
                </a:lnTo>
                <a:lnTo>
                  <a:pt x="5114204" y="37376"/>
                </a:lnTo>
                <a:lnTo>
                  <a:pt x="5111798" y="36397"/>
                </a:lnTo>
                <a:lnTo>
                  <a:pt x="5109260" y="35581"/>
                </a:lnTo>
                <a:lnTo>
                  <a:pt x="5106590" y="34935"/>
                </a:lnTo>
                <a:lnTo>
                  <a:pt x="5103788" y="34464"/>
                </a:lnTo>
                <a:lnTo>
                  <a:pt x="5100853" y="34177"/>
                </a:lnTo>
                <a:lnTo>
                  <a:pt x="5097787" y="34080"/>
                </a:lnTo>
                <a:lnTo>
                  <a:pt x="5094943" y="34179"/>
                </a:lnTo>
                <a:lnTo>
                  <a:pt x="5092151" y="34473"/>
                </a:lnTo>
                <a:lnTo>
                  <a:pt x="5089418" y="34955"/>
                </a:lnTo>
                <a:lnTo>
                  <a:pt x="5086750" y="35618"/>
                </a:lnTo>
                <a:lnTo>
                  <a:pt x="5084152" y="36457"/>
                </a:lnTo>
                <a:lnTo>
                  <a:pt x="5081631" y="37464"/>
                </a:lnTo>
                <a:lnTo>
                  <a:pt x="5079193" y="38633"/>
                </a:lnTo>
                <a:lnTo>
                  <a:pt x="5076844" y="39958"/>
                </a:lnTo>
                <a:lnTo>
                  <a:pt x="5074589" y="41432"/>
                </a:lnTo>
                <a:lnTo>
                  <a:pt x="5072436" y="43050"/>
                </a:lnTo>
                <a:lnTo>
                  <a:pt x="5070391" y="44803"/>
                </a:lnTo>
                <a:lnTo>
                  <a:pt x="5068458" y="46687"/>
                </a:lnTo>
                <a:lnTo>
                  <a:pt x="5066645" y="48694"/>
                </a:lnTo>
                <a:lnTo>
                  <a:pt x="5064958" y="50818"/>
                </a:lnTo>
                <a:lnTo>
                  <a:pt x="5063402" y="53053"/>
                </a:lnTo>
                <a:lnTo>
                  <a:pt x="5061985" y="55392"/>
                </a:lnTo>
                <a:lnTo>
                  <a:pt x="5060711" y="57829"/>
                </a:lnTo>
                <a:lnTo>
                  <a:pt x="5059587" y="60357"/>
                </a:lnTo>
                <a:lnTo>
                  <a:pt x="5058619" y="62971"/>
                </a:lnTo>
                <a:lnTo>
                  <a:pt x="5057814" y="65662"/>
                </a:lnTo>
                <a:lnTo>
                  <a:pt x="5057177" y="68425"/>
                </a:lnTo>
                <a:lnTo>
                  <a:pt x="5056714" y="71254"/>
                </a:lnTo>
                <a:lnTo>
                  <a:pt x="5056432" y="74142"/>
                </a:lnTo>
                <a:lnTo>
                  <a:pt x="5056337" y="77083"/>
                </a:lnTo>
                <a:lnTo>
                  <a:pt x="5056437" y="80005"/>
                </a:lnTo>
                <a:lnTo>
                  <a:pt x="5056734" y="82878"/>
                </a:lnTo>
                <a:lnTo>
                  <a:pt x="5057222" y="85696"/>
                </a:lnTo>
                <a:lnTo>
                  <a:pt x="5057894" y="88451"/>
                </a:lnTo>
                <a:lnTo>
                  <a:pt x="5058745" y="91136"/>
                </a:lnTo>
                <a:lnTo>
                  <a:pt x="5059768" y="93746"/>
                </a:lnTo>
                <a:lnTo>
                  <a:pt x="5060957" y="96274"/>
                </a:lnTo>
                <a:lnTo>
                  <a:pt x="5062306" y="98712"/>
                </a:lnTo>
                <a:lnTo>
                  <a:pt x="5063809" y="101054"/>
                </a:lnTo>
                <a:lnTo>
                  <a:pt x="5065460" y="103294"/>
                </a:lnTo>
                <a:lnTo>
                  <a:pt x="5067253" y="105424"/>
                </a:lnTo>
                <a:lnTo>
                  <a:pt x="5069181" y="107439"/>
                </a:lnTo>
                <a:lnTo>
                  <a:pt x="5071239" y="109330"/>
                </a:lnTo>
                <a:lnTo>
                  <a:pt x="5073421" y="111092"/>
                </a:lnTo>
                <a:lnTo>
                  <a:pt x="5075719" y="112719"/>
                </a:lnTo>
                <a:lnTo>
                  <a:pt x="5078129" y="114202"/>
                </a:lnTo>
                <a:lnTo>
                  <a:pt x="5080644" y="115536"/>
                </a:lnTo>
                <a:lnTo>
                  <a:pt x="5083258" y="116714"/>
                </a:lnTo>
                <a:lnTo>
                  <a:pt x="5085965" y="117729"/>
                </a:lnTo>
                <a:lnTo>
                  <a:pt x="5088758" y="118574"/>
                </a:lnTo>
                <a:lnTo>
                  <a:pt x="5091633" y="119244"/>
                </a:lnTo>
                <a:lnTo>
                  <a:pt x="5094581" y="119730"/>
                </a:lnTo>
                <a:lnTo>
                  <a:pt x="5097599" y="120027"/>
                </a:lnTo>
                <a:lnTo>
                  <a:pt x="5100678" y="120127"/>
                </a:lnTo>
                <a:lnTo>
                  <a:pt x="5103775" y="120039"/>
                </a:lnTo>
                <a:lnTo>
                  <a:pt x="5106703" y="119783"/>
                </a:lnTo>
                <a:lnTo>
                  <a:pt x="5109468" y="119372"/>
                </a:lnTo>
                <a:lnTo>
                  <a:pt x="5112071" y="118819"/>
                </a:lnTo>
                <a:lnTo>
                  <a:pt x="5114516" y="118137"/>
                </a:lnTo>
                <a:lnTo>
                  <a:pt x="5116807" y="117339"/>
                </a:lnTo>
                <a:lnTo>
                  <a:pt x="5118946" y="116438"/>
                </a:lnTo>
                <a:lnTo>
                  <a:pt x="5120936" y="115447"/>
                </a:lnTo>
                <a:lnTo>
                  <a:pt x="5122781" y="114379"/>
                </a:lnTo>
                <a:lnTo>
                  <a:pt x="5124484" y="113247"/>
                </a:lnTo>
                <a:lnTo>
                  <a:pt x="5126048" y="112064"/>
                </a:lnTo>
                <a:lnTo>
                  <a:pt x="5127477" y="110843"/>
                </a:lnTo>
                <a:lnTo>
                  <a:pt x="5128773" y="109596"/>
                </a:lnTo>
                <a:lnTo>
                  <a:pt x="5129939" y="108338"/>
                </a:lnTo>
                <a:lnTo>
                  <a:pt x="5130979" y="107080"/>
                </a:lnTo>
                <a:lnTo>
                  <a:pt x="5131897" y="105836"/>
                </a:lnTo>
                <a:lnTo>
                  <a:pt x="5132694" y="104619"/>
                </a:lnTo>
                <a:lnTo>
                  <a:pt x="5133375" y="103441"/>
                </a:lnTo>
                <a:lnTo>
                  <a:pt x="5133942" y="102316"/>
                </a:lnTo>
                <a:lnTo>
                  <a:pt x="5134399" y="101257"/>
                </a:lnTo>
                <a:lnTo>
                  <a:pt x="5134749" y="100276"/>
                </a:lnTo>
                <a:lnTo>
                  <a:pt x="5134995" y="99387"/>
                </a:lnTo>
                <a:lnTo>
                  <a:pt x="5135141" y="98603"/>
                </a:lnTo>
                <a:lnTo>
                  <a:pt x="5135188" y="97937"/>
                </a:lnTo>
                <a:lnTo>
                  <a:pt x="5135160" y="97290"/>
                </a:lnTo>
                <a:lnTo>
                  <a:pt x="5135078" y="96696"/>
                </a:lnTo>
                <a:lnTo>
                  <a:pt x="5134946" y="96153"/>
                </a:lnTo>
                <a:lnTo>
                  <a:pt x="5134769" y="95659"/>
                </a:lnTo>
                <a:lnTo>
                  <a:pt x="5134551" y="95213"/>
                </a:lnTo>
                <a:lnTo>
                  <a:pt x="5134297" y="94811"/>
                </a:lnTo>
                <a:close/>
                <a:moveTo>
                  <a:pt x="5072976" y="62243"/>
                </a:moveTo>
                <a:lnTo>
                  <a:pt x="5073767" y="60730"/>
                </a:lnTo>
                <a:lnTo>
                  <a:pt x="5074632" y="59270"/>
                </a:lnTo>
                <a:lnTo>
                  <a:pt x="5075567" y="57869"/>
                </a:lnTo>
                <a:lnTo>
                  <a:pt x="5076569" y="56529"/>
                </a:lnTo>
                <a:lnTo>
                  <a:pt x="5077637" y="55253"/>
                </a:lnTo>
                <a:lnTo>
                  <a:pt x="5078766" y="54043"/>
                </a:lnTo>
                <a:lnTo>
                  <a:pt x="5079954" y="52905"/>
                </a:lnTo>
                <a:lnTo>
                  <a:pt x="5081199" y="51839"/>
                </a:lnTo>
                <a:lnTo>
                  <a:pt x="5082497" y="50850"/>
                </a:lnTo>
                <a:lnTo>
                  <a:pt x="5083845" y="49940"/>
                </a:lnTo>
                <a:lnTo>
                  <a:pt x="5085242" y="49113"/>
                </a:lnTo>
                <a:lnTo>
                  <a:pt x="5086683" y="48372"/>
                </a:lnTo>
                <a:lnTo>
                  <a:pt x="5088166" y="47719"/>
                </a:lnTo>
                <a:lnTo>
                  <a:pt x="5089688" y="47158"/>
                </a:lnTo>
                <a:lnTo>
                  <a:pt x="5091246" y="46693"/>
                </a:lnTo>
                <a:lnTo>
                  <a:pt x="5092838" y="46325"/>
                </a:lnTo>
                <a:lnTo>
                  <a:pt x="5094461" y="46059"/>
                </a:lnTo>
                <a:lnTo>
                  <a:pt x="5096111" y="45897"/>
                </a:lnTo>
                <a:lnTo>
                  <a:pt x="5097787" y="45842"/>
                </a:lnTo>
                <a:lnTo>
                  <a:pt x="5099049" y="45868"/>
                </a:lnTo>
                <a:lnTo>
                  <a:pt x="5100326" y="45948"/>
                </a:lnTo>
                <a:lnTo>
                  <a:pt x="5101613" y="46088"/>
                </a:lnTo>
                <a:lnTo>
                  <a:pt x="5102904" y="46291"/>
                </a:lnTo>
                <a:lnTo>
                  <a:pt x="5104194" y="46562"/>
                </a:lnTo>
                <a:lnTo>
                  <a:pt x="5105477" y="46906"/>
                </a:lnTo>
                <a:lnTo>
                  <a:pt x="5106749" y="47326"/>
                </a:lnTo>
                <a:lnTo>
                  <a:pt x="5108005" y="47828"/>
                </a:lnTo>
                <a:lnTo>
                  <a:pt x="5109238" y="48415"/>
                </a:lnTo>
                <a:lnTo>
                  <a:pt x="5110444" y="49092"/>
                </a:lnTo>
                <a:lnTo>
                  <a:pt x="5111617" y="49865"/>
                </a:lnTo>
                <a:lnTo>
                  <a:pt x="5112752" y="50736"/>
                </a:lnTo>
                <a:lnTo>
                  <a:pt x="5113844" y="51710"/>
                </a:lnTo>
                <a:lnTo>
                  <a:pt x="5114888" y="52792"/>
                </a:lnTo>
                <a:lnTo>
                  <a:pt x="5115878" y="53987"/>
                </a:lnTo>
                <a:lnTo>
                  <a:pt x="5116809" y="55299"/>
                </a:lnTo>
                <a:lnTo>
                  <a:pt x="5117675" y="56731"/>
                </a:lnTo>
                <a:lnTo>
                  <a:pt x="5118473" y="58289"/>
                </a:lnTo>
                <a:lnTo>
                  <a:pt x="5119195" y="59978"/>
                </a:lnTo>
                <a:lnTo>
                  <a:pt x="5119837" y="61800"/>
                </a:lnTo>
                <a:lnTo>
                  <a:pt x="5120394" y="63762"/>
                </a:lnTo>
                <a:lnTo>
                  <a:pt x="5120860" y="65867"/>
                </a:lnTo>
                <a:lnTo>
                  <a:pt x="5121231" y="68120"/>
                </a:lnTo>
                <a:lnTo>
                  <a:pt x="5121500" y="70525"/>
                </a:lnTo>
                <a:lnTo>
                  <a:pt x="5070219" y="70525"/>
                </a:lnTo>
                <a:lnTo>
                  <a:pt x="5070601" y="68784"/>
                </a:lnTo>
                <a:lnTo>
                  <a:pt x="5071071" y="67082"/>
                </a:lnTo>
                <a:lnTo>
                  <a:pt x="5071625" y="65423"/>
                </a:lnTo>
                <a:lnTo>
                  <a:pt x="5072261" y="63809"/>
                </a:lnTo>
                <a:lnTo>
                  <a:pt x="5072976" y="62243"/>
                </a:lnTo>
                <a:close/>
                <a:moveTo>
                  <a:pt x="5448643" y="109678"/>
                </a:moveTo>
                <a:lnTo>
                  <a:pt x="5448378" y="109294"/>
                </a:lnTo>
                <a:lnTo>
                  <a:pt x="5448084" y="108952"/>
                </a:lnTo>
                <a:lnTo>
                  <a:pt x="5447763" y="108650"/>
                </a:lnTo>
                <a:lnTo>
                  <a:pt x="5447418" y="108386"/>
                </a:lnTo>
                <a:lnTo>
                  <a:pt x="5447053" y="108157"/>
                </a:lnTo>
                <a:lnTo>
                  <a:pt x="5446669" y="107961"/>
                </a:lnTo>
                <a:lnTo>
                  <a:pt x="5446270" y="107795"/>
                </a:lnTo>
                <a:lnTo>
                  <a:pt x="5445859" y="107657"/>
                </a:lnTo>
                <a:lnTo>
                  <a:pt x="5445439" y="107543"/>
                </a:lnTo>
                <a:lnTo>
                  <a:pt x="5445013" y="107452"/>
                </a:lnTo>
                <a:lnTo>
                  <a:pt x="5444583" y="107382"/>
                </a:lnTo>
                <a:lnTo>
                  <a:pt x="5444153" y="107329"/>
                </a:lnTo>
                <a:lnTo>
                  <a:pt x="5443726" y="107290"/>
                </a:lnTo>
                <a:lnTo>
                  <a:pt x="5443303" y="107265"/>
                </a:lnTo>
                <a:lnTo>
                  <a:pt x="5442890" y="107249"/>
                </a:lnTo>
                <a:lnTo>
                  <a:pt x="5442487" y="107241"/>
                </a:lnTo>
                <a:lnTo>
                  <a:pt x="5442099" y="107239"/>
                </a:lnTo>
                <a:lnTo>
                  <a:pt x="5441728" y="107238"/>
                </a:lnTo>
                <a:lnTo>
                  <a:pt x="5440748" y="107233"/>
                </a:lnTo>
                <a:lnTo>
                  <a:pt x="5439829" y="107219"/>
                </a:lnTo>
                <a:lnTo>
                  <a:pt x="5438970" y="107196"/>
                </a:lnTo>
                <a:lnTo>
                  <a:pt x="5438167" y="107164"/>
                </a:lnTo>
                <a:lnTo>
                  <a:pt x="5437419" y="107125"/>
                </a:lnTo>
                <a:lnTo>
                  <a:pt x="5436722" y="107078"/>
                </a:lnTo>
                <a:lnTo>
                  <a:pt x="5436074" y="107025"/>
                </a:lnTo>
                <a:lnTo>
                  <a:pt x="5435474" y="106966"/>
                </a:lnTo>
                <a:lnTo>
                  <a:pt x="5434917" y="106902"/>
                </a:lnTo>
                <a:lnTo>
                  <a:pt x="5434402" y="106833"/>
                </a:lnTo>
                <a:lnTo>
                  <a:pt x="5433926" y="106760"/>
                </a:lnTo>
                <a:lnTo>
                  <a:pt x="5433487" y="106683"/>
                </a:lnTo>
                <a:lnTo>
                  <a:pt x="5433081" y="106603"/>
                </a:lnTo>
                <a:lnTo>
                  <a:pt x="5432708" y="106521"/>
                </a:lnTo>
                <a:lnTo>
                  <a:pt x="5432364" y="106437"/>
                </a:lnTo>
                <a:lnTo>
                  <a:pt x="5432046" y="106352"/>
                </a:lnTo>
                <a:lnTo>
                  <a:pt x="5431752" y="106266"/>
                </a:lnTo>
                <a:lnTo>
                  <a:pt x="5431480" y="106179"/>
                </a:lnTo>
                <a:lnTo>
                  <a:pt x="5431227" y="106094"/>
                </a:lnTo>
                <a:lnTo>
                  <a:pt x="5430991" y="106009"/>
                </a:lnTo>
                <a:lnTo>
                  <a:pt x="5430768" y="105926"/>
                </a:lnTo>
                <a:lnTo>
                  <a:pt x="5430558" y="105846"/>
                </a:lnTo>
                <a:lnTo>
                  <a:pt x="5430356" y="105768"/>
                </a:lnTo>
                <a:lnTo>
                  <a:pt x="5430161" y="105694"/>
                </a:lnTo>
                <a:lnTo>
                  <a:pt x="5430161" y="63991"/>
                </a:lnTo>
                <a:lnTo>
                  <a:pt x="5430106" y="62266"/>
                </a:lnTo>
                <a:lnTo>
                  <a:pt x="5429940" y="60523"/>
                </a:lnTo>
                <a:lnTo>
                  <a:pt x="5429659" y="58770"/>
                </a:lnTo>
                <a:lnTo>
                  <a:pt x="5429261" y="57016"/>
                </a:lnTo>
                <a:lnTo>
                  <a:pt x="5428743" y="55268"/>
                </a:lnTo>
                <a:lnTo>
                  <a:pt x="5428100" y="53535"/>
                </a:lnTo>
                <a:lnTo>
                  <a:pt x="5427332" y="51824"/>
                </a:lnTo>
                <a:lnTo>
                  <a:pt x="5426434" y="50144"/>
                </a:lnTo>
                <a:lnTo>
                  <a:pt x="5425403" y="48504"/>
                </a:lnTo>
                <a:lnTo>
                  <a:pt x="5424237" y="46910"/>
                </a:lnTo>
                <a:lnTo>
                  <a:pt x="5422932" y="45371"/>
                </a:lnTo>
                <a:lnTo>
                  <a:pt x="5421485" y="43895"/>
                </a:lnTo>
                <a:lnTo>
                  <a:pt x="5419894" y="42491"/>
                </a:lnTo>
                <a:lnTo>
                  <a:pt x="5418156" y="41167"/>
                </a:lnTo>
                <a:lnTo>
                  <a:pt x="5416266" y="39930"/>
                </a:lnTo>
                <a:lnTo>
                  <a:pt x="5414223" y="38789"/>
                </a:lnTo>
                <a:lnTo>
                  <a:pt x="5412024" y="37751"/>
                </a:lnTo>
                <a:lnTo>
                  <a:pt x="5409665" y="36826"/>
                </a:lnTo>
                <a:lnTo>
                  <a:pt x="5407143" y="36021"/>
                </a:lnTo>
                <a:lnTo>
                  <a:pt x="5404455" y="35344"/>
                </a:lnTo>
                <a:lnTo>
                  <a:pt x="5401599" y="34803"/>
                </a:lnTo>
                <a:lnTo>
                  <a:pt x="5398571" y="34407"/>
                </a:lnTo>
                <a:lnTo>
                  <a:pt x="5395369" y="34163"/>
                </a:lnTo>
                <a:lnTo>
                  <a:pt x="5391988" y="34080"/>
                </a:lnTo>
                <a:lnTo>
                  <a:pt x="5390895" y="34081"/>
                </a:lnTo>
                <a:lnTo>
                  <a:pt x="5389697" y="34088"/>
                </a:lnTo>
                <a:lnTo>
                  <a:pt x="5388407" y="34107"/>
                </a:lnTo>
                <a:lnTo>
                  <a:pt x="5387039" y="34145"/>
                </a:lnTo>
                <a:lnTo>
                  <a:pt x="5385607" y="34207"/>
                </a:lnTo>
                <a:lnTo>
                  <a:pt x="5384123" y="34300"/>
                </a:lnTo>
                <a:lnTo>
                  <a:pt x="5382602" y="34429"/>
                </a:lnTo>
                <a:lnTo>
                  <a:pt x="5381056" y="34601"/>
                </a:lnTo>
                <a:lnTo>
                  <a:pt x="5379500" y="34822"/>
                </a:lnTo>
                <a:lnTo>
                  <a:pt x="5377947" y="35098"/>
                </a:lnTo>
                <a:lnTo>
                  <a:pt x="5376409" y="35436"/>
                </a:lnTo>
                <a:lnTo>
                  <a:pt x="5374902" y="35840"/>
                </a:lnTo>
                <a:lnTo>
                  <a:pt x="5373438" y="36318"/>
                </a:lnTo>
                <a:lnTo>
                  <a:pt x="5372030" y="36875"/>
                </a:lnTo>
                <a:lnTo>
                  <a:pt x="5370692" y="37517"/>
                </a:lnTo>
                <a:lnTo>
                  <a:pt x="5369438" y="38252"/>
                </a:lnTo>
                <a:lnTo>
                  <a:pt x="5368281" y="39084"/>
                </a:lnTo>
                <a:lnTo>
                  <a:pt x="5367235" y="40020"/>
                </a:lnTo>
                <a:lnTo>
                  <a:pt x="5366313" y="41066"/>
                </a:lnTo>
                <a:lnTo>
                  <a:pt x="5365528" y="42228"/>
                </a:lnTo>
                <a:lnTo>
                  <a:pt x="5364894" y="43513"/>
                </a:lnTo>
                <a:lnTo>
                  <a:pt x="5364425" y="44925"/>
                </a:lnTo>
                <a:lnTo>
                  <a:pt x="5364133" y="46472"/>
                </a:lnTo>
                <a:lnTo>
                  <a:pt x="5364033" y="48160"/>
                </a:lnTo>
                <a:lnTo>
                  <a:pt x="5364054" y="48870"/>
                </a:lnTo>
                <a:lnTo>
                  <a:pt x="5364115" y="49552"/>
                </a:lnTo>
                <a:lnTo>
                  <a:pt x="5364216" y="50205"/>
                </a:lnTo>
                <a:lnTo>
                  <a:pt x="5364354" y="50830"/>
                </a:lnTo>
                <a:lnTo>
                  <a:pt x="5364529" y="51425"/>
                </a:lnTo>
                <a:lnTo>
                  <a:pt x="5364738" y="51992"/>
                </a:lnTo>
                <a:lnTo>
                  <a:pt x="5364980" y="52529"/>
                </a:lnTo>
                <a:lnTo>
                  <a:pt x="5365254" y="53037"/>
                </a:lnTo>
                <a:lnTo>
                  <a:pt x="5365558" y="53516"/>
                </a:lnTo>
                <a:lnTo>
                  <a:pt x="5365891" y="53965"/>
                </a:lnTo>
                <a:lnTo>
                  <a:pt x="5366251" y="54384"/>
                </a:lnTo>
                <a:lnTo>
                  <a:pt x="5366636" y="54773"/>
                </a:lnTo>
                <a:lnTo>
                  <a:pt x="5367046" y="55132"/>
                </a:lnTo>
                <a:lnTo>
                  <a:pt x="5367478" y="55461"/>
                </a:lnTo>
                <a:lnTo>
                  <a:pt x="5367931" y="55759"/>
                </a:lnTo>
                <a:lnTo>
                  <a:pt x="5368404" y="56027"/>
                </a:lnTo>
                <a:lnTo>
                  <a:pt x="5368894" y="56263"/>
                </a:lnTo>
                <a:lnTo>
                  <a:pt x="5369402" y="56469"/>
                </a:lnTo>
                <a:lnTo>
                  <a:pt x="5369924" y="56643"/>
                </a:lnTo>
                <a:lnTo>
                  <a:pt x="5370460" y="56786"/>
                </a:lnTo>
                <a:lnTo>
                  <a:pt x="5371008" y="56898"/>
                </a:lnTo>
                <a:lnTo>
                  <a:pt x="5371566" y="56978"/>
                </a:lnTo>
                <a:lnTo>
                  <a:pt x="5372133" y="57026"/>
                </a:lnTo>
                <a:lnTo>
                  <a:pt x="5372708" y="57042"/>
                </a:lnTo>
                <a:lnTo>
                  <a:pt x="5373082" y="57033"/>
                </a:lnTo>
                <a:lnTo>
                  <a:pt x="5373479" y="57004"/>
                </a:lnTo>
                <a:lnTo>
                  <a:pt x="5373895" y="56953"/>
                </a:lnTo>
                <a:lnTo>
                  <a:pt x="5374327" y="56880"/>
                </a:lnTo>
                <a:lnTo>
                  <a:pt x="5374772" y="56783"/>
                </a:lnTo>
                <a:lnTo>
                  <a:pt x="5375226" y="56659"/>
                </a:lnTo>
                <a:lnTo>
                  <a:pt x="5375687" y="56507"/>
                </a:lnTo>
                <a:lnTo>
                  <a:pt x="5376150" y="56327"/>
                </a:lnTo>
                <a:lnTo>
                  <a:pt x="5376612" y="56115"/>
                </a:lnTo>
                <a:lnTo>
                  <a:pt x="5377070" y="55871"/>
                </a:lnTo>
                <a:lnTo>
                  <a:pt x="5377521" y="55593"/>
                </a:lnTo>
                <a:lnTo>
                  <a:pt x="5377962" y="55280"/>
                </a:lnTo>
                <a:lnTo>
                  <a:pt x="5378388" y="54929"/>
                </a:lnTo>
                <a:lnTo>
                  <a:pt x="5378797" y="54540"/>
                </a:lnTo>
                <a:lnTo>
                  <a:pt x="5379185" y="54110"/>
                </a:lnTo>
                <a:lnTo>
                  <a:pt x="5379549" y="53638"/>
                </a:lnTo>
                <a:lnTo>
                  <a:pt x="5379885" y="53122"/>
                </a:lnTo>
                <a:lnTo>
                  <a:pt x="5380191" y="52562"/>
                </a:lnTo>
                <a:lnTo>
                  <a:pt x="5380463" y="51954"/>
                </a:lnTo>
                <a:lnTo>
                  <a:pt x="5380697" y="51298"/>
                </a:lnTo>
                <a:lnTo>
                  <a:pt x="5380890" y="50593"/>
                </a:lnTo>
                <a:lnTo>
                  <a:pt x="5381040" y="49836"/>
                </a:lnTo>
                <a:lnTo>
                  <a:pt x="5381141" y="49025"/>
                </a:lnTo>
                <a:lnTo>
                  <a:pt x="5381192" y="48160"/>
                </a:lnTo>
                <a:lnTo>
                  <a:pt x="5381193" y="47974"/>
                </a:lnTo>
                <a:lnTo>
                  <a:pt x="5381198" y="47801"/>
                </a:lnTo>
                <a:lnTo>
                  <a:pt x="5381208" y="47641"/>
                </a:lnTo>
                <a:lnTo>
                  <a:pt x="5381224" y="47493"/>
                </a:lnTo>
                <a:lnTo>
                  <a:pt x="5381248" y="47357"/>
                </a:lnTo>
                <a:lnTo>
                  <a:pt x="5381282" y="47231"/>
                </a:lnTo>
                <a:lnTo>
                  <a:pt x="5381327" y="47115"/>
                </a:lnTo>
                <a:lnTo>
                  <a:pt x="5381385" y="47009"/>
                </a:lnTo>
                <a:lnTo>
                  <a:pt x="5381456" y="46911"/>
                </a:lnTo>
                <a:lnTo>
                  <a:pt x="5381543" y="46821"/>
                </a:lnTo>
                <a:lnTo>
                  <a:pt x="5381647" y="46739"/>
                </a:lnTo>
                <a:lnTo>
                  <a:pt x="5381770" y="46663"/>
                </a:lnTo>
                <a:lnTo>
                  <a:pt x="5381913" y="46594"/>
                </a:lnTo>
                <a:lnTo>
                  <a:pt x="5382077" y="46530"/>
                </a:lnTo>
                <a:lnTo>
                  <a:pt x="5382264" y="46470"/>
                </a:lnTo>
                <a:lnTo>
                  <a:pt x="5382477" y="46415"/>
                </a:lnTo>
                <a:lnTo>
                  <a:pt x="5382715" y="46363"/>
                </a:lnTo>
                <a:lnTo>
                  <a:pt x="5382981" y="46313"/>
                </a:lnTo>
                <a:lnTo>
                  <a:pt x="5383275" y="46266"/>
                </a:lnTo>
                <a:lnTo>
                  <a:pt x="5383601" y="46220"/>
                </a:lnTo>
                <a:lnTo>
                  <a:pt x="5383959" y="46175"/>
                </a:lnTo>
                <a:lnTo>
                  <a:pt x="5384350" y="46129"/>
                </a:lnTo>
                <a:lnTo>
                  <a:pt x="5384777" y="46083"/>
                </a:lnTo>
                <a:lnTo>
                  <a:pt x="5385240" y="46036"/>
                </a:lnTo>
                <a:lnTo>
                  <a:pt x="5385577" y="46013"/>
                </a:lnTo>
                <a:lnTo>
                  <a:pt x="5385911" y="45992"/>
                </a:lnTo>
                <a:lnTo>
                  <a:pt x="5386243" y="45972"/>
                </a:lnTo>
                <a:lnTo>
                  <a:pt x="5386571" y="45954"/>
                </a:lnTo>
                <a:lnTo>
                  <a:pt x="5386897" y="45938"/>
                </a:lnTo>
                <a:lnTo>
                  <a:pt x="5387220" y="45924"/>
                </a:lnTo>
                <a:lnTo>
                  <a:pt x="5387539" y="45911"/>
                </a:lnTo>
                <a:lnTo>
                  <a:pt x="5387855" y="45899"/>
                </a:lnTo>
                <a:lnTo>
                  <a:pt x="5388166" y="45889"/>
                </a:lnTo>
                <a:lnTo>
                  <a:pt x="5388473" y="45880"/>
                </a:lnTo>
                <a:lnTo>
                  <a:pt x="5388775" y="45873"/>
                </a:lnTo>
                <a:lnTo>
                  <a:pt x="5389073" y="45866"/>
                </a:lnTo>
                <a:lnTo>
                  <a:pt x="5389366" y="45861"/>
                </a:lnTo>
                <a:lnTo>
                  <a:pt x="5389653" y="45856"/>
                </a:lnTo>
                <a:lnTo>
                  <a:pt x="5389935" y="45852"/>
                </a:lnTo>
                <a:lnTo>
                  <a:pt x="5390211" y="45849"/>
                </a:lnTo>
                <a:lnTo>
                  <a:pt x="5390482" y="45847"/>
                </a:lnTo>
                <a:lnTo>
                  <a:pt x="5390745" y="45845"/>
                </a:lnTo>
                <a:lnTo>
                  <a:pt x="5391003" y="45844"/>
                </a:lnTo>
                <a:lnTo>
                  <a:pt x="5391253" y="45843"/>
                </a:lnTo>
                <a:lnTo>
                  <a:pt x="5391497" y="45842"/>
                </a:lnTo>
                <a:lnTo>
                  <a:pt x="5391733" y="45842"/>
                </a:lnTo>
                <a:lnTo>
                  <a:pt x="5391962" y="45842"/>
                </a:lnTo>
                <a:lnTo>
                  <a:pt x="5392183" y="45842"/>
                </a:lnTo>
                <a:lnTo>
                  <a:pt x="5393989" y="45873"/>
                </a:lnTo>
                <a:lnTo>
                  <a:pt x="5395746" y="45968"/>
                </a:lnTo>
                <a:lnTo>
                  <a:pt x="5397449" y="46126"/>
                </a:lnTo>
                <a:lnTo>
                  <a:pt x="5399097" y="46349"/>
                </a:lnTo>
                <a:lnTo>
                  <a:pt x="5400688" y="46637"/>
                </a:lnTo>
                <a:lnTo>
                  <a:pt x="5402219" y="46992"/>
                </a:lnTo>
                <a:lnTo>
                  <a:pt x="5403687" y="47413"/>
                </a:lnTo>
                <a:lnTo>
                  <a:pt x="5405091" y="47902"/>
                </a:lnTo>
                <a:lnTo>
                  <a:pt x="5406428" y="48459"/>
                </a:lnTo>
                <a:lnTo>
                  <a:pt x="5407696" y="49085"/>
                </a:lnTo>
                <a:lnTo>
                  <a:pt x="5408892" y="49782"/>
                </a:lnTo>
                <a:lnTo>
                  <a:pt x="5410014" y="50549"/>
                </a:lnTo>
                <a:lnTo>
                  <a:pt x="5411060" y="51387"/>
                </a:lnTo>
                <a:lnTo>
                  <a:pt x="5412027" y="52298"/>
                </a:lnTo>
                <a:lnTo>
                  <a:pt x="5412913" y="53281"/>
                </a:lnTo>
                <a:lnTo>
                  <a:pt x="5413716" y="54338"/>
                </a:lnTo>
                <a:lnTo>
                  <a:pt x="5414434" y="55469"/>
                </a:lnTo>
                <a:lnTo>
                  <a:pt x="5415063" y="56676"/>
                </a:lnTo>
                <a:lnTo>
                  <a:pt x="5415602" y="57958"/>
                </a:lnTo>
                <a:lnTo>
                  <a:pt x="5416048" y="59318"/>
                </a:lnTo>
                <a:lnTo>
                  <a:pt x="5416399" y="60754"/>
                </a:lnTo>
                <a:lnTo>
                  <a:pt x="5416652" y="62269"/>
                </a:lnTo>
                <a:lnTo>
                  <a:pt x="5416806" y="63862"/>
                </a:lnTo>
                <a:lnTo>
                  <a:pt x="5416858" y="65536"/>
                </a:lnTo>
                <a:lnTo>
                  <a:pt x="5412648" y="65655"/>
                </a:lnTo>
                <a:lnTo>
                  <a:pt x="5408552" y="65869"/>
                </a:lnTo>
                <a:lnTo>
                  <a:pt x="5404575" y="66178"/>
                </a:lnTo>
                <a:lnTo>
                  <a:pt x="5400725" y="66581"/>
                </a:lnTo>
                <a:lnTo>
                  <a:pt x="5397006" y="67077"/>
                </a:lnTo>
                <a:lnTo>
                  <a:pt x="5393425" y="67668"/>
                </a:lnTo>
                <a:lnTo>
                  <a:pt x="5389986" y="68353"/>
                </a:lnTo>
                <a:lnTo>
                  <a:pt x="5386697" y="69132"/>
                </a:lnTo>
                <a:lnTo>
                  <a:pt x="5383562" y="70005"/>
                </a:lnTo>
                <a:lnTo>
                  <a:pt x="5380587" y="70972"/>
                </a:lnTo>
                <a:lnTo>
                  <a:pt x="5377779" y="72032"/>
                </a:lnTo>
                <a:lnTo>
                  <a:pt x="5375142" y="73186"/>
                </a:lnTo>
                <a:lnTo>
                  <a:pt x="5372684" y="74433"/>
                </a:lnTo>
                <a:lnTo>
                  <a:pt x="5370409" y="75774"/>
                </a:lnTo>
                <a:lnTo>
                  <a:pt x="5368323" y="77208"/>
                </a:lnTo>
                <a:lnTo>
                  <a:pt x="5366432" y="78735"/>
                </a:lnTo>
                <a:lnTo>
                  <a:pt x="5364742" y="80356"/>
                </a:lnTo>
                <a:lnTo>
                  <a:pt x="5363258" y="82070"/>
                </a:lnTo>
                <a:lnTo>
                  <a:pt x="5361987" y="83876"/>
                </a:lnTo>
                <a:lnTo>
                  <a:pt x="5360935" y="85776"/>
                </a:lnTo>
                <a:lnTo>
                  <a:pt x="5360106" y="87769"/>
                </a:lnTo>
                <a:lnTo>
                  <a:pt x="5359506" y="89854"/>
                </a:lnTo>
                <a:lnTo>
                  <a:pt x="5359143" y="92032"/>
                </a:lnTo>
                <a:lnTo>
                  <a:pt x="5359020" y="94302"/>
                </a:lnTo>
                <a:lnTo>
                  <a:pt x="5359083" y="95959"/>
                </a:lnTo>
                <a:lnTo>
                  <a:pt x="5359270" y="97603"/>
                </a:lnTo>
                <a:lnTo>
                  <a:pt x="5359580" y="99229"/>
                </a:lnTo>
                <a:lnTo>
                  <a:pt x="5360011" y="100831"/>
                </a:lnTo>
                <a:lnTo>
                  <a:pt x="5360560" y="102406"/>
                </a:lnTo>
                <a:lnTo>
                  <a:pt x="5361225" y="103946"/>
                </a:lnTo>
                <a:lnTo>
                  <a:pt x="5362005" y="105448"/>
                </a:lnTo>
                <a:lnTo>
                  <a:pt x="5362898" y="106906"/>
                </a:lnTo>
                <a:lnTo>
                  <a:pt x="5363900" y="108316"/>
                </a:lnTo>
                <a:lnTo>
                  <a:pt x="5365012" y="109671"/>
                </a:lnTo>
                <a:lnTo>
                  <a:pt x="5366229" y="110968"/>
                </a:lnTo>
                <a:lnTo>
                  <a:pt x="5367552" y="112200"/>
                </a:lnTo>
                <a:lnTo>
                  <a:pt x="5368976" y="113363"/>
                </a:lnTo>
                <a:lnTo>
                  <a:pt x="5370501" y="114452"/>
                </a:lnTo>
                <a:lnTo>
                  <a:pt x="5372125" y="115461"/>
                </a:lnTo>
                <a:lnTo>
                  <a:pt x="5373844" y="116386"/>
                </a:lnTo>
                <a:lnTo>
                  <a:pt x="5375659" y="117221"/>
                </a:lnTo>
                <a:lnTo>
                  <a:pt x="5377565" y="117961"/>
                </a:lnTo>
                <a:lnTo>
                  <a:pt x="5379562" y="118602"/>
                </a:lnTo>
                <a:lnTo>
                  <a:pt x="5381647" y="119137"/>
                </a:lnTo>
                <a:lnTo>
                  <a:pt x="5383819" y="119563"/>
                </a:lnTo>
                <a:lnTo>
                  <a:pt x="5386075" y="119873"/>
                </a:lnTo>
                <a:lnTo>
                  <a:pt x="5388414" y="120063"/>
                </a:lnTo>
                <a:lnTo>
                  <a:pt x="5390832" y="120127"/>
                </a:lnTo>
                <a:lnTo>
                  <a:pt x="5391749" y="120120"/>
                </a:lnTo>
                <a:lnTo>
                  <a:pt x="5392712" y="120097"/>
                </a:lnTo>
                <a:lnTo>
                  <a:pt x="5393718" y="120057"/>
                </a:lnTo>
                <a:lnTo>
                  <a:pt x="5394765" y="119999"/>
                </a:lnTo>
                <a:lnTo>
                  <a:pt x="5395849" y="119922"/>
                </a:lnTo>
                <a:lnTo>
                  <a:pt x="5396966" y="119823"/>
                </a:lnTo>
                <a:lnTo>
                  <a:pt x="5398113" y="119702"/>
                </a:lnTo>
                <a:lnTo>
                  <a:pt x="5399287" y="119556"/>
                </a:lnTo>
                <a:lnTo>
                  <a:pt x="5400484" y="119385"/>
                </a:lnTo>
                <a:lnTo>
                  <a:pt x="5401702" y="119188"/>
                </a:lnTo>
                <a:lnTo>
                  <a:pt x="5402936" y="118962"/>
                </a:lnTo>
                <a:lnTo>
                  <a:pt x="5404183" y="118706"/>
                </a:lnTo>
                <a:lnTo>
                  <a:pt x="5405441" y="118419"/>
                </a:lnTo>
                <a:lnTo>
                  <a:pt x="5406705" y="118100"/>
                </a:lnTo>
                <a:lnTo>
                  <a:pt x="5407973" y="117746"/>
                </a:lnTo>
                <a:lnTo>
                  <a:pt x="5409240" y="117358"/>
                </a:lnTo>
                <a:lnTo>
                  <a:pt x="5410504" y="116932"/>
                </a:lnTo>
                <a:lnTo>
                  <a:pt x="5411762" y="116468"/>
                </a:lnTo>
                <a:lnTo>
                  <a:pt x="5413009" y="115964"/>
                </a:lnTo>
                <a:lnTo>
                  <a:pt x="5414244" y="115420"/>
                </a:lnTo>
                <a:lnTo>
                  <a:pt x="5415461" y="114833"/>
                </a:lnTo>
                <a:lnTo>
                  <a:pt x="5416658" y="114201"/>
                </a:lnTo>
                <a:lnTo>
                  <a:pt x="5417832" y="113525"/>
                </a:lnTo>
                <a:lnTo>
                  <a:pt x="5418979" y="112801"/>
                </a:lnTo>
                <a:lnTo>
                  <a:pt x="5419535" y="113522"/>
                </a:lnTo>
                <a:lnTo>
                  <a:pt x="5420140" y="114185"/>
                </a:lnTo>
                <a:lnTo>
                  <a:pt x="5420791" y="114792"/>
                </a:lnTo>
                <a:lnTo>
                  <a:pt x="5421486" y="115345"/>
                </a:lnTo>
                <a:lnTo>
                  <a:pt x="5422220" y="115848"/>
                </a:lnTo>
                <a:lnTo>
                  <a:pt x="5422992" y="116303"/>
                </a:lnTo>
                <a:lnTo>
                  <a:pt x="5423798" y="116711"/>
                </a:lnTo>
                <a:lnTo>
                  <a:pt x="5424635" y="117076"/>
                </a:lnTo>
                <a:lnTo>
                  <a:pt x="5425500" y="117401"/>
                </a:lnTo>
                <a:lnTo>
                  <a:pt x="5426390" y="117686"/>
                </a:lnTo>
                <a:lnTo>
                  <a:pt x="5427303" y="117935"/>
                </a:lnTo>
                <a:lnTo>
                  <a:pt x="5428234" y="118151"/>
                </a:lnTo>
                <a:lnTo>
                  <a:pt x="5429181" y="118335"/>
                </a:lnTo>
                <a:lnTo>
                  <a:pt x="5430142" y="118491"/>
                </a:lnTo>
                <a:lnTo>
                  <a:pt x="5431112" y="118620"/>
                </a:lnTo>
                <a:lnTo>
                  <a:pt x="5432090" y="118725"/>
                </a:lnTo>
                <a:lnTo>
                  <a:pt x="5433071" y="118809"/>
                </a:lnTo>
                <a:lnTo>
                  <a:pt x="5434054" y="118874"/>
                </a:lnTo>
                <a:lnTo>
                  <a:pt x="5435034" y="118921"/>
                </a:lnTo>
                <a:lnTo>
                  <a:pt x="5436010" y="118955"/>
                </a:lnTo>
                <a:lnTo>
                  <a:pt x="5436977" y="118977"/>
                </a:lnTo>
                <a:lnTo>
                  <a:pt x="5437934" y="118990"/>
                </a:lnTo>
                <a:lnTo>
                  <a:pt x="5438876" y="118996"/>
                </a:lnTo>
                <a:lnTo>
                  <a:pt x="5439801" y="118997"/>
                </a:lnTo>
                <a:lnTo>
                  <a:pt x="5440470" y="118997"/>
                </a:lnTo>
                <a:lnTo>
                  <a:pt x="5441125" y="118994"/>
                </a:lnTo>
                <a:lnTo>
                  <a:pt x="5441765" y="118986"/>
                </a:lnTo>
                <a:lnTo>
                  <a:pt x="5442390" y="118970"/>
                </a:lnTo>
                <a:lnTo>
                  <a:pt x="5442996" y="118943"/>
                </a:lnTo>
                <a:lnTo>
                  <a:pt x="5443585" y="118904"/>
                </a:lnTo>
                <a:lnTo>
                  <a:pt x="5444153" y="118849"/>
                </a:lnTo>
                <a:lnTo>
                  <a:pt x="5444700" y="118776"/>
                </a:lnTo>
                <a:lnTo>
                  <a:pt x="5445224" y="118682"/>
                </a:lnTo>
                <a:lnTo>
                  <a:pt x="5445723" y="118565"/>
                </a:lnTo>
                <a:lnTo>
                  <a:pt x="5446198" y="118422"/>
                </a:lnTo>
                <a:lnTo>
                  <a:pt x="5446645" y="118250"/>
                </a:lnTo>
                <a:lnTo>
                  <a:pt x="5447065" y="118048"/>
                </a:lnTo>
                <a:lnTo>
                  <a:pt x="5447455" y="117811"/>
                </a:lnTo>
                <a:lnTo>
                  <a:pt x="5447814" y="117538"/>
                </a:lnTo>
                <a:lnTo>
                  <a:pt x="5448142" y="117227"/>
                </a:lnTo>
                <a:lnTo>
                  <a:pt x="5448435" y="116874"/>
                </a:lnTo>
                <a:lnTo>
                  <a:pt x="5448694" y="116476"/>
                </a:lnTo>
                <a:lnTo>
                  <a:pt x="5448917" y="116033"/>
                </a:lnTo>
                <a:lnTo>
                  <a:pt x="5449102" y="115539"/>
                </a:lnTo>
                <a:lnTo>
                  <a:pt x="5449248" y="114994"/>
                </a:lnTo>
                <a:lnTo>
                  <a:pt x="5449355" y="114395"/>
                </a:lnTo>
                <a:lnTo>
                  <a:pt x="5449419" y="113738"/>
                </a:lnTo>
                <a:lnTo>
                  <a:pt x="5449441" y="113022"/>
                </a:lnTo>
                <a:lnTo>
                  <a:pt x="5449417" y="112329"/>
                </a:lnTo>
                <a:lnTo>
                  <a:pt x="5449345" y="111693"/>
                </a:lnTo>
                <a:lnTo>
                  <a:pt x="5449228" y="111113"/>
                </a:lnTo>
                <a:lnTo>
                  <a:pt x="5449071" y="110585"/>
                </a:lnTo>
                <a:lnTo>
                  <a:pt x="5448874" y="110108"/>
                </a:lnTo>
                <a:lnTo>
                  <a:pt x="5448643" y="109678"/>
                </a:lnTo>
                <a:close/>
                <a:moveTo>
                  <a:pt x="5416741" y="96414"/>
                </a:moveTo>
                <a:lnTo>
                  <a:pt x="5416672" y="96940"/>
                </a:lnTo>
                <a:lnTo>
                  <a:pt x="5416580" y="97462"/>
                </a:lnTo>
                <a:lnTo>
                  <a:pt x="5416462" y="97979"/>
                </a:lnTo>
                <a:lnTo>
                  <a:pt x="5416314" y="98491"/>
                </a:lnTo>
                <a:lnTo>
                  <a:pt x="5416134" y="98999"/>
                </a:lnTo>
                <a:lnTo>
                  <a:pt x="5415918" y="99501"/>
                </a:lnTo>
                <a:lnTo>
                  <a:pt x="5415663" y="99999"/>
                </a:lnTo>
                <a:lnTo>
                  <a:pt x="5415366" y="100491"/>
                </a:lnTo>
                <a:lnTo>
                  <a:pt x="5415022" y="100978"/>
                </a:lnTo>
                <a:lnTo>
                  <a:pt x="5414630" y="101460"/>
                </a:lnTo>
                <a:lnTo>
                  <a:pt x="5414186" y="101937"/>
                </a:lnTo>
                <a:lnTo>
                  <a:pt x="5413686" y="102408"/>
                </a:lnTo>
                <a:lnTo>
                  <a:pt x="5413127" y="102874"/>
                </a:lnTo>
                <a:lnTo>
                  <a:pt x="5412507" y="103334"/>
                </a:lnTo>
                <a:lnTo>
                  <a:pt x="5411821" y="103788"/>
                </a:lnTo>
                <a:lnTo>
                  <a:pt x="5411067" y="104237"/>
                </a:lnTo>
                <a:lnTo>
                  <a:pt x="5410240" y="104680"/>
                </a:lnTo>
                <a:lnTo>
                  <a:pt x="5409339" y="105117"/>
                </a:lnTo>
                <a:lnTo>
                  <a:pt x="5408463" y="105507"/>
                </a:lnTo>
                <a:lnTo>
                  <a:pt x="5407573" y="105864"/>
                </a:lnTo>
                <a:lnTo>
                  <a:pt x="5406673" y="106190"/>
                </a:lnTo>
                <a:lnTo>
                  <a:pt x="5405766" y="106487"/>
                </a:lnTo>
                <a:lnTo>
                  <a:pt x="5404856" y="106755"/>
                </a:lnTo>
                <a:lnTo>
                  <a:pt x="5403947" y="106996"/>
                </a:lnTo>
                <a:lnTo>
                  <a:pt x="5403044" y="107213"/>
                </a:lnTo>
                <a:lnTo>
                  <a:pt x="5402149" y="107405"/>
                </a:lnTo>
                <a:lnTo>
                  <a:pt x="5401267" y="107574"/>
                </a:lnTo>
                <a:lnTo>
                  <a:pt x="5400402" y="107723"/>
                </a:lnTo>
                <a:lnTo>
                  <a:pt x="5399557" y="107851"/>
                </a:lnTo>
                <a:lnTo>
                  <a:pt x="5398737" y="107961"/>
                </a:lnTo>
                <a:lnTo>
                  <a:pt x="5397944" y="108055"/>
                </a:lnTo>
                <a:lnTo>
                  <a:pt x="5397183" y="108133"/>
                </a:lnTo>
                <a:lnTo>
                  <a:pt x="5396459" y="108196"/>
                </a:lnTo>
                <a:lnTo>
                  <a:pt x="5395774" y="108247"/>
                </a:lnTo>
                <a:lnTo>
                  <a:pt x="5395132" y="108287"/>
                </a:lnTo>
                <a:lnTo>
                  <a:pt x="5394538" y="108317"/>
                </a:lnTo>
                <a:lnTo>
                  <a:pt x="5393995" y="108338"/>
                </a:lnTo>
                <a:lnTo>
                  <a:pt x="5393507" y="108353"/>
                </a:lnTo>
                <a:lnTo>
                  <a:pt x="5393078" y="108362"/>
                </a:lnTo>
                <a:lnTo>
                  <a:pt x="5392711" y="108366"/>
                </a:lnTo>
                <a:lnTo>
                  <a:pt x="5392412" y="108368"/>
                </a:lnTo>
                <a:lnTo>
                  <a:pt x="5392183" y="108368"/>
                </a:lnTo>
                <a:lnTo>
                  <a:pt x="5390710" y="108334"/>
                </a:lnTo>
                <a:lnTo>
                  <a:pt x="5389280" y="108235"/>
                </a:lnTo>
                <a:lnTo>
                  <a:pt x="5387897" y="108072"/>
                </a:lnTo>
                <a:lnTo>
                  <a:pt x="5386560" y="107848"/>
                </a:lnTo>
                <a:lnTo>
                  <a:pt x="5385273" y="107565"/>
                </a:lnTo>
                <a:lnTo>
                  <a:pt x="5384036" y="107226"/>
                </a:lnTo>
                <a:lnTo>
                  <a:pt x="5382851" y="106834"/>
                </a:lnTo>
                <a:lnTo>
                  <a:pt x="5381720" y="106390"/>
                </a:lnTo>
                <a:lnTo>
                  <a:pt x="5380645" y="105897"/>
                </a:lnTo>
                <a:lnTo>
                  <a:pt x="5379627" y="105358"/>
                </a:lnTo>
                <a:lnTo>
                  <a:pt x="5378668" y="104775"/>
                </a:lnTo>
                <a:lnTo>
                  <a:pt x="5377769" y="104151"/>
                </a:lnTo>
                <a:lnTo>
                  <a:pt x="5376933" y="103487"/>
                </a:lnTo>
                <a:lnTo>
                  <a:pt x="5376161" y="102786"/>
                </a:lnTo>
                <a:lnTo>
                  <a:pt x="5375454" y="102051"/>
                </a:lnTo>
                <a:lnTo>
                  <a:pt x="5374815" y="101284"/>
                </a:lnTo>
                <a:lnTo>
                  <a:pt x="5374244" y="100488"/>
                </a:lnTo>
                <a:lnTo>
                  <a:pt x="5373745" y="99665"/>
                </a:lnTo>
                <a:lnTo>
                  <a:pt x="5373317" y="98817"/>
                </a:lnTo>
                <a:lnTo>
                  <a:pt x="5372964" y="97947"/>
                </a:lnTo>
                <a:lnTo>
                  <a:pt x="5372686" y="97057"/>
                </a:lnTo>
                <a:lnTo>
                  <a:pt x="5372485" y="96150"/>
                </a:lnTo>
                <a:lnTo>
                  <a:pt x="5372364" y="95228"/>
                </a:lnTo>
                <a:lnTo>
                  <a:pt x="5372323" y="94293"/>
                </a:lnTo>
                <a:lnTo>
                  <a:pt x="5372409" y="93125"/>
                </a:lnTo>
                <a:lnTo>
                  <a:pt x="5372665" y="91982"/>
                </a:lnTo>
                <a:lnTo>
                  <a:pt x="5373090" y="90866"/>
                </a:lnTo>
                <a:lnTo>
                  <a:pt x="5373680" y="89780"/>
                </a:lnTo>
                <a:lnTo>
                  <a:pt x="5374434" y="88726"/>
                </a:lnTo>
                <a:lnTo>
                  <a:pt x="5375350" y="87704"/>
                </a:lnTo>
                <a:lnTo>
                  <a:pt x="5376425" y="86717"/>
                </a:lnTo>
                <a:lnTo>
                  <a:pt x="5377657" y="85766"/>
                </a:lnTo>
                <a:lnTo>
                  <a:pt x="5379043" y="84854"/>
                </a:lnTo>
                <a:lnTo>
                  <a:pt x="5380582" y="83981"/>
                </a:lnTo>
                <a:lnTo>
                  <a:pt x="5382270" y="83150"/>
                </a:lnTo>
                <a:lnTo>
                  <a:pt x="5384107" y="82363"/>
                </a:lnTo>
                <a:lnTo>
                  <a:pt x="5386089" y="81620"/>
                </a:lnTo>
                <a:lnTo>
                  <a:pt x="5388215" y="80925"/>
                </a:lnTo>
                <a:lnTo>
                  <a:pt x="5390482" y="80278"/>
                </a:lnTo>
                <a:lnTo>
                  <a:pt x="5392887" y="79682"/>
                </a:lnTo>
                <a:lnTo>
                  <a:pt x="5395429" y="79138"/>
                </a:lnTo>
                <a:lnTo>
                  <a:pt x="5398106" y="78648"/>
                </a:lnTo>
                <a:lnTo>
                  <a:pt x="5400914" y="78214"/>
                </a:lnTo>
                <a:lnTo>
                  <a:pt x="5403852" y="77837"/>
                </a:lnTo>
                <a:lnTo>
                  <a:pt x="5406918" y="77519"/>
                </a:lnTo>
                <a:lnTo>
                  <a:pt x="5410109" y="77262"/>
                </a:lnTo>
                <a:lnTo>
                  <a:pt x="5413423" y="77068"/>
                </a:lnTo>
                <a:lnTo>
                  <a:pt x="5416858" y="76939"/>
                </a:lnTo>
                <a:lnTo>
                  <a:pt x="5416858" y="93164"/>
                </a:lnTo>
                <a:lnTo>
                  <a:pt x="5416858" y="93716"/>
                </a:lnTo>
                <a:lnTo>
                  <a:pt x="5416854" y="94264"/>
                </a:lnTo>
                <a:lnTo>
                  <a:pt x="5416844" y="94808"/>
                </a:lnTo>
                <a:lnTo>
                  <a:pt x="5416823" y="95347"/>
                </a:lnTo>
                <a:lnTo>
                  <a:pt x="5416790" y="95883"/>
                </a:lnTo>
                <a:lnTo>
                  <a:pt x="5416741" y="96414"/>
                </a:lnTo>
                <a:close/>
                <a:moveTo>
                  <a:pt x="5535107" y="82607"/>
                </a:moveTo>
                <a:lnTo>
                  <a:pt x="5533824" y="81064"/>
                </a:lnTo>
                <a:lnTo>
                  <a:pt x="5532413" y="79649"/>
                </a:lnTo>
                <a:lnTo>
                  <a:pt x="5530895" y="78355"/>
                </a:lnTo>
                <a:lnTo>
                  <a:pt x="5529288" y="77178"/>
                </a:lnTo>
                <a:lnTo>
                  <a:pt x="5527611" y="76112"/>
                </a:lnTo>
                <a:lnTo>
                  <a:pt x="5525883" y="75151"/>
                </a:lnTo>
                <a:lnTo>
                  <a:pt x="5524122" y="74289"/>
                </a:lnTo>
                <a:lnTo>
                  <a:pt x="5522349" y="73521"/>
                </a:lnTo>
                <a:lnTo>
                  <a:pt x="5520581" y="72842"/>
                </a:lnTo>
                <a:lnTo>
                  <a:pt x="5518838" y="72245"/>
                </a:lnTo>
                <a:lnTo>
                  <a:pt x="5517138" y="71725"/>
                </a:lnTo>
                <a:lnTo>
                  <a:pt x="5515501" y="71276"/>
                </a:lnTo>
                <a:lnTo>
                  <a:pt x="5513945" y="70894"/>
                </a:lnTo>
                <a:lnTo>
                  <a:pt x="5512490" y="70572"/>
                </a:lnTo>
                <a:lnTo>
                  <a:pt x="5511153" y="70304"/>
                </a:lnTo>
                <a:lnTo>
                  <a:pt x="5509955" y="70085"/>
                </a:lnTo>
                <a:lnTo>
                  <a:pt x="5508914" y="69910"/>
                </a:lnTo>
                <a:lnTo>
                  <a:pt x="5508048" y="69772"/>
                </a:lnTo>
                <a:lnTo>
                  <a:pt x="5494940" y="67457"/>
                </a:lnTo>
                <a:lnTo>
                  <a:pt x="5494203" y="67352"/>
                </a:lnTo>
                <a:lnTo>
                  <a:pt x="5493397" y="67229"/>
                </a:lnTo>
                <a:lnTo>
                  <a:pt x="5492531" y="67087"/>
                </a:lnTo>
                <a:lnTo>
                  <a:pt x="5491613" y="66924"/>
                </a:lnTo>
                <a:lnTo>
                  <a:pt x="5490653" y="66739"/>
                </a:lnTo>
                <a:lnTo>
                  <a:pt x="5489659" y="66530"/>
                </a:lnTo>
                <a:lnTo>
                  <a:pt x="5488640" y="66295"/>
                </a:lnTo>
                <a:lnTo>
                  <a:pt x="5487606" y="66033"/>
                </a:lnTo>
                <a:lnTo>
                  <a:pt x="5486565" y="65742"/>
                </a:lnTo>
                <a:lnTo>
                  <a:pt x="5485527" y="65421"/>
                </a:lnTo>
                <a:lnTo>
                  <a:pt x="5484499" y="65068"/>
                </a:lnTo>
                <a:lnTo>
                  <a:pt x="5483492" y="64681"/>
                </a:lnTo>
                <a:lnTo>
                  <a:pt x="5482514" y="64259"/>
                </a:lnTo>
                <a:lnTo>
                  <a:pt x="5481574" y="63801"/>
                </a:lnTo>
                <a:lnTo>
                  <a:pt x="5480682" y="63304"/>
                </a:lnTo>
                <a:lnTo>
                  <a:pt x="5479845" y="62767"/>
                </a:lnTo>
                <a:lnTo>
                  <a:pt x="5479073" y="62188"/>
                </a:lnTo>
                <a:lnTo>
                  <a:pt x="5478375" y="61567"/>
                </a:lnTo>
                <a:lnTo>
                  <a:pt x="5477759" y="60900"/>
                </a:lnTo>
                <a:lnTo>
                  <a:pt x="5477236" y="60188"/>
                </a:lnTo>
                <a:lnTo>
                  <a:pt x="5476813" y="59427"/>
                </a:lnTo>
                <a:lnTo>
                  <a:pt x="5476500" y="58617"/>
                </a:lnTo>
                <a:lnTo>
                  <a:pt x="5476306" y="57756"/>
                </a:lnTo>
                <a:lnTo>
                  <a:pt x="5476239" y="56842"/>
                </a:lnTo>
                <a:lnTo>
                  <a:pt x="5476272" y="56210"/>
                </a:lnTo>
                <a:lnTo>
                  <a:pt x="5476371" y="55572"/>
                </a:lnTo>
                <a:lnTo>
                  <a:pt x="5476540" y="54929"/>
                </a:lnTo>
                <a:lnTo>
                  <a:pt x="5476781" y="54285"/>
                </a:lnTo>
                <a:lnTo>
                  <a:pt x="5477096" y="53644"/>
                </a:lnTo>
                <a:lnTo>
                  <a:pt x="5477489" y="53007"/>
                </a:lnTo>
                <a:lnTo>
                  <a:pt x="5477962" y="52378"/>
                </a:lnTo>
                <a:lnTo>
                  <a:pt x="5478517" y="51761"/>
                </a:lnTo>
                <a:lnTo>
                  <a:pt x="5479157" y="51157"/>
                </a:lnTo>
                <a:lnTo>
                  <a:pt x="5479884" y="50571"/>
                </a:lnTo>
                <a:lnTo>
                  <a:pt x="5480702" y="50004"/>
                </a:lnTo>
                <a:lnTo>
                  <a:pt x="5481613" y="49461"/>
                </a:lnTo>
                <a:lnTo>
                  <a:pt x="5482619" y="48944"/>
                </a:lnTo>
                <a:lnTo>
                  <a:pt x="5483723" y="48456"/>
                </a:lnTo>
                <a:lnTo>
                  <a:pt x="5484928" y="48000"/>
                </a:lnTo>
                <a:lnTo>
                  <a:pt x="5486235" y="47579"/>
                </a:lnTo>
                <a:lnTo>
                  <a:pt x="5487649" y="47197"/>
                </a:lnTo>
                <a:lnTo>
                  <a:pt x="5489171" y="46855"/>
                </a:lnTo>
                <a:lnTo>
                  <a:pt x="5490804" y="46558"/>
                </a:lnTo>
                <a:lnTo>
                  <a:pt x="5492550" y="46308"/>
                </a:lnTo>
                <a:lnTo>
                  <a:pt x="5494413" y="46109"/>
                </a:lnTo>
                <a:lnTo>
                  <a:pt x="5496394" y="45963"/>
                </a:lnTo>
                <a:lnTo>
                  <a:pt x="5498497" y="45873"/>
                </a:lnTo>
                <a:lnTo>
                  <a:pt x="5500723" y="45842"/>
                </a:lnTo>
                <a:lnTo>
                  <a:pt x="5502655" y="45872"/>
                </a:lnTo>
                <a:lnTo>
                  <a:pt x="5504453" y="45959"/>
                </a:lnTo>
                <a:lnTo>
                  <a:pt x="5506122" y="46101"/>
                </a:lnTo>
                <a:lnTo>
                  <a:pt x="5507667" y="46294"/>
                </a:lnTo>
                <a:lnTo>
                  <a:pt x="5509093" y="46536"/>
                </a:lnTo>
                <a:lnTo>
                  <a:pt x="5510405" y="46825"/>
                </a:lnTo>
                <a:lnTo>
                  <a:pt x="5511607" y="47157"/>
                </a:lnTo>
                <a:lnTo>
                  <a:pt x="5512704" y="47529"/>
                </a:lnTo>
                <a:lnTo>
                  <a:pt x="5513702" y="47938"/>
                </a:lnTo>
                <a:lnTo>
                  <a:pt x="5514605" y="48383"/>
                </a:lnTo>
                <a:lnTo>
                  <a:pt x="5515419" y="48859"/>
                </a:lnTo>
                <a:lnTo>
                  <a:pt x="5516146" y="49364"/>
                </a:lnTo>
                <a:lnTo>
                  <a:pt x="5516794" y="49895"/>
                </a:lnTo>
                <a:lnTo>
                  <a:pt x="5517366" y="50450"/>
                </a:lnTo>
                <a:lnTo>
                  <a:pt x="5517868" y="51024"/>
                </a:lnTo>
                <a:lnTo>
                  <a:pt x="5518303" y="51617"/>
                </a:lnTo>
                <a:lnTo>
                  <a:pt x="5518678" y="52224"/>
                </a:lnTo>
                <a:lnTo>
                  <a:pt x="5518997" y="52843"/>
                </a:lnTo>
                <a:lnTo>
                  <a:pt x="5519264" y="53471"/>
                </a:lnTo>
                <a:lnTo>
                  <a:pt x="5519486" y="54106"/>
                </a:lnTo>
                <a:lnTo>
                  <a:pt x="5519665" y="54743"/>
                </a:lnTo>
                <a:lnTo>
                  <a:pt x="5519808" y="55381"/>
                </a:lnTo>
                <a:lnTo>
                  <a:pt x="5519919" y="56017"/>
                </a:lnTo>
                <a:lnTo>
                  <a:pt x="5520004" y="56648"/>
                </a:lnTo>
                <a:lnTo>
                  <a:pt x="5520029" y="57058"/>
                </a:lnTo>
                <a:lnTo>
                  <a:pt x="5520059" y="57467"/>
                </a:lnTo>
                <a:lnTo>
                  <a:pt x="5520095" y="57873"/>
                </a:lnTo>
                <a:lnTo>
                  <a:pt x="5520141" y="58274"/>
                </a:lnTo>
                <a:lnTo>
                  <a:pt x="5520197" y="58670"/>
                </a:lnTo>
                <a:lnTo>
                  <a:pt x="5520268" y="59059"/>
                </a:lnTo>
                <a:lnTo>
                  <a:pt x="5520355" y="59439"/>
                </a:lnTo>
                <a:lnTo>
                  <a:pt x="5520460" y="59809"/>
                </a:lnTo>
                <a:lnTo>
                  <a:pt x="5520585" y="60167"/>
                </a:lnTo>
                <a:lnTo>
                  <a:pt x="5520734" y="60513"/>
                </a:lnTo>
                <a:lnTo>
                  <a:pt x="5520909" y="60845"/>
                </a:lnTo>
                <a:lnTo>
                  <a:pt x="5521111" y="61161"/>
                </a:lnTo>
                <a:lnTo>
                  <a:pt x="5521343" y="61460"/>
                </a:lnTo>
                <a:lnTo>
                  <a:pt x="5521608" y="61740"/>
                </a:lnTo>
                <a:lnTo>
                  <a:pt x="5521908" y="62000"/>
                </a:lnTo>
                <a:lnTo>
                  <a:pt x="5522245" y="62239"/>
                </a:lnTo>
                <a:lnTo>
                  <a:pt x="5522621" y="62456"/>
                </a:lnTo>
                <a:lnTo>
                  <a:pt x="5523039" y="62648"/>
                </a:lnTo>
                <a:lnTo>
                  <a:pt x="5523501" y="62814"/>
                </a:lnTo>
                <a:lnTo>
                  <a:pt x="5524010" y="62953"/>
                </a:lnTo>
                <a:lnTo>
                  <a:pt x="5524568" y="63064"/>
                </a:lnTo>
                <a:lnTo>
                  <a:pt x="5525177" y="63145"/>
                </a:lnTo>
                <a:lnTo>
                  <a:pt x="5525840" y="63195"/>
                </a:lnTo>
                <a:lnTo>
                  <a:pt x="5526558" y="63211"/>
                </a:lnTo>
                <a:lnTo>
                  <a:pt x="5527367" y="63191"/>
                </a:lnTo>
                <a:lnTo>
                  <a:pt x="5528108" y="63129"/>
                </a:lnTo>
                <a:lnTo>
                  <a:pt x="5528786" y="63030"/>
                </a:lnTo>
                <a:lnTo>
                  <a:pt x="5529401" y="62893"/>
                </a:lnTo>
                <a:lnTo>
                  <a:pt x="5529958" y="62722"/>
                </a:lnTo>
                <a:lnTo>
                  <a:pt x="5530459" y="62518"/>
                </a:lnTo>
                <a:lnTo>
                  <a:pt x="5530908" y="62282"/>
                </a:lnTo>
                <a:lnTo>
                  <a:pt x="5531307" y="62017"/>
                </a:lnTo>
                <a:lnTo>
                  <a:pt x="5531659" y="61725"/>
                </a:lnTo>
                <a:lnTo>
                  <a:pt x="5531967" y="61407"/>
                </a:lnTo>
                <a:lnTo>
                  <a:pt x="5532234" y="61066"/>
                </a:lnTo>
                <a:lnTo>
                  <a:pt x="5532463" y="60702"/>
                </a:lnTo>
                <a:lnTo>
                  <a:pt x="5532657" y="60318"/>
                </a:lnTo>
                <a:lnTo>
                  <a:pt x="5532818" y="59916"/>
                </a:lnTo>
                <a:lnTo>
                  <a:pt x="5532951" y="59498"/>
                </a:lnTo>
                <a:lnTo>
                  <a:pt x="5533057" y="59065"/>
                </a:lnTo>
                <a:lnTo>
                  <a:pt x="5533139" y="58619"/>
                </a:lnTo>
                <a:lnTo>
                  <a:pt x="5533201" y="58162"/>
                </a:lnTo>
                <a:lnTo>
                  <a:pt x="5533245" y="57697"/>
                </a:lnTo>
                <a:lnTo>
                  <a:pt x="5533275" y="57224"/>
                </a:lnTo>
                <a:lnTo>
                  <a:pt x="5533293" y="56746"/>
                </a:lnTo>
                <a:lnTo>
                  <a:pt x="5533303" y="56264"/>
                </a:lnTo>
                <a:lnTo>
                  <a:pt x="5533306" y="55781"/>
                </a:lnTo>
                <a:lnTo>
                  <a:pt x="5533306" y="55297"/>
                </a:lnTo>
                <a:lnTo>
                  <a:pt x="5533306" y="41985"/>
                </a:lnTo>
                <a:lnTo>
                  <a:pt x="5533306" y="41591"/>
                </a:lnTo>
                <a:lnTo>
                  <a:pt x="5533303" y="41182"/>
                </a:lnTo>
                <a:lnTo>
                  <a:pt x="5533295" y="40760"/>
                </a:lnTo>
                <a:lnTo>
                  <a:pt x="5533280" y="40329"/>
                </a:lnTo>
                <a:lnTo>
                  <a:pt x="5533254" y="39891"/>
                </a:lnTo>
                <a:lnTo>
                  <a:pt x="5533216" y="39449"/>
                </a:lnTo>
                <a:lnTo>
                  <a:pt x="5533163" y="39006"/>
                </a:lnTo>
                <a:lnTo>
                  <a:pt x="5533092" y="38565"/>
                </a:lnTo>
                <a:lnTo>
                  <a:pt x="5533001" y="38129"/>
                </a:lnTo>
                <a:lnTo>
                  <a:pt x="5532888" y="37700"/>
                </a:lnTo>
                <a:lnTo>
                  <a:pt x="5532749" y="37282"/>
                </a:lnTo>
                <a:lnTo>
                  <a:pt x="5532583" y="36876"/>
                </a:lnTo>
                <a:lnTo>
                  <a:pt x="5532387" y="36487"/>
                </a:lnTo>
                <a:lnTo>
                  <a:pt x="5532158" y="36117"/>
                </a:lnTo>
                <a:lnTo>
                  <a:pt x="5531894" y="35768"/>
                </a:lnTo>
                <a:lnTo>
                  <a:pt x="5531592" y="35444"/>
                </a:lnTo>
                <a:lnTo>
                  <a:pt x="5531250" y="35148"/>
                </a:lnTo>
                <a:lnTo>
                  <a:pt x="5530865" y="34881"/>
                </a:lnTo>
                <a:lnTo>
                  <a:pt x="5530435" y="34648"/>
                </a:lnTo>
                <a:lnTo>
                  <a:pt x="5529958" y="34451"/>
                </a:lnTo>
                <a:lnTo>
                  <a:pt x="5529430" y="34293"/>
                </a:lnTo>
                <a:lnTo>
                  <a:pt x="5528849" y="34177"/>
                </a:lnTo>
                <a:lnTo>
                  <a:pt x="5528214" y="34105"/>
                </a:lnTo>
                <a:lnTo>
                  <a:pt x="5527520" y="34080"/>
                </a:lnTo>
                <a:lnTo>
                  <a:pt x="5526962" y="34094"/>
                </a:lnTo>
                <a:lnTo>
                  <a:pt x="5526442" y="34134"/>
                </a:lnTo>
                <a:lnTo>
                  <a:pt x="5525960" y="34199"/>
                </a:lnTo>
                <a:lnTo>
                  <a:pt x="5525513" y="34286"/>
                </a:lnTo>
                <a:lnTo>
                  <a:pt x="5525100" y="34395"/>
                </a:lnTo>
                <a:lnTo>
                  <a:pt x="5524720" y="34523"/>
                </a:lnTo>
                <a:lnTo>
                  <a:pt x="5524370" y="34669"/>
                </a:lnTo>
                <a:lnTo>
                  <a:pt x="5524051" y="34830"/>
                </a:lnTo>
                <a:lnTo>
                  <a:pt x="5523759" y="35006"/>
                </a:lnTo>
                <a:lnTo>
                  <a:pt x="5523495" y="35193"/>
                </a:lnTo>
                <a:lnTo>
                  <a:pt x="5523255" y="35392"/>
                </a:lnTo>
                <a:lnTo>
                  <a:pt x="5523039" y="35599"/>
                </a:lnTo>
                <a:lnTo>
                  <a:pt x="5522844" y="35813"/>
                </a:lnTo>
                <a:lnTo>
                  <a:pt x="5522671" y="36033"/>
                </a:lnTo>
                <a:lnTo>
                  <a:pt x="5522516" y="36256"/>
                </a:lnTo>
                <a:lnTo>
                  <a:pt x="5522380" y="36481"/>
                </a:lnTo>
                <a:lnTo>
                  <a:pt x="5522259" y="36705"/>
                </a:lnTo>
                <a:lnTo>
                  <a:pt x="5522152" y="36928"/>
                </a:lnTo>
                <a:lnTo>
                  <a:pt x="5522059" y="37148"/>
                </a:lnTo>
                <a:lnTo>
                  <a:pt x="5521978" y="37362"/>
                </a:lnTo>
                <a:lnTo>
                  <a:pt x="5521906" y="37569"/>
                </a:lnTo>
                <a:lnTo>
                  <a:pt x="5521843" y="37768"/>
                </a:lnTo>
                <a:lnTo>
                  <a:pt x="5521787" y="37955"/>
                </a:lnTo>
                <a:lnTo>
                  <a:pt x="5521736" y="38131"/>
                </a:lnTo>
                <a:lnTo>
                  <a:pt x="5520677" y="37645"/>
                </a:lnTo>
                <a:lnTo>
                  <a:pt x="5519619" y="37200"/>
                </a:lnTo>
                <a:lnTo>
                  <a:pt x="5518565" y="36794"/>
                </a:lnTo>
                <a:lnTo>
                  <a:pt x="5517518" y="36424"/>
                </a:lnTo>
                <a:lnTo>
                  <a:pt x="5516479" y="36090"/>
                </a:lnTo>
                <a:lnTo>
                  <a:pt x="5515450" y="35789"/>
                </a:lnTo>
                <a:lnTo>
                  <a:pt x="5514434" y="35520"/>
                </a:lnTo>
                <a:lnTo>
                  <a:pt x="5513433" y="35280"/>
                </a:lnTo>
                <a:lnTo>
                  <a:pt x="5512448" y="35069"/>
                </a:lnTo>
                <a:lnTo>
                  <a:pt x="5511483" y="34884"/>
                </a:lnTo>
                <a:lnTo>
                  <a:pt x="5510538" y="34724"/>
                </a:lnTo>
                <a:lnTo>
                  <a:pt x="5509616" y="34586"/>
                </a:lnTo>
                <a:lnTo>
                  <a:pt x="5508719" y="34470"/>
                </a:lnTo>
                <a:lnTo>
                  <a:pt x="5507849" y="34373"/>
                </a:lnTo>
                <a:lnTo>
                  <a:pt x="5507009" y="34294"/>
                </a:lnTo>
                <a:lnTo>
                  <a:pt x="5506200" y="34230"/>
                </a:lnTo>
                <a:lnTo>
                  <a:pt x="5505424" y="34180"/>
                </a:lnTo>
                <a:lnTo>
                  <a:pt x="5504684" y="34143"/>
                </a:lnTo>
                <a:lnTo>
                  <a:pt x="5503982" y="34117"/>
                </a:lnTo>
                <a:lnTo>
                  <a:pt x="5503320" y="34099"/>
                </a:lnTo>
                <a:lnTo>
                  <a:pt x="5502699" y="34088"/>
                </a:lnTo>
                <a:lnTo>
                  <a:pt x="5502122" y="34082"/>
                </a:lnTo>
                <a:lnTo>
                  <a:pt x="5501591" y="34080"/>
                </a:lnTo>
                <a:lnTo>
                  <a:pt x="5501109" y="34080"/>
                </a:lnTo>
                <a:lnTo>
                  <a:pt x="5497227" y="34160"/>
                </a:lnTo>
                <a:lnTo>
                  <a:pt x="5493624" y="34395"/>
                </a:lnTo>
                <a:lnTo>
                  <a:pt x="5490291" y="34773"/>
                </a:lnTo>
                <a:lnTo>
                  <a:pt x="5487216" y="35284"/>
                </a:lnTo>
                <a:lnTo>
                  <a:pt x="5484389" y="35916"/>
                </a:lnTo>
                <a:lnTo>
                  <a:pt x="5481802" y="36660"/>
                </a:lnTo>
                <a:lnTo>
                  <a:pt x="5479443" y="37504"/>
                </a:lnTo>
                <a:lnTo>
                  <a:pt x="5477302" y="38438"/>
                </a:lnTo>
                <a:lnTo>
                  <a:pt x="5475369" y="39451"/>
                </a:lnTo>
                <a:lnTo>
                  <a:pt x="5473635" y="40532"/>
                </a:lnTo>
                <a:lnTo>
                  <a:pt x="5472088" y="41671"/>
                </a:lnTo>
                <a:lnTo>
                  <a:pt x="5470719" y="42856"/>
                </a:lnTo>
                <a:lnTo>
                  <a:pt x="5469518" y="44078"/>
                </a:lnTo>
                <a:lnTo>
                  <a:pt x="5468475" y="45325"/>
                </a:lnTo>
                <a:lnTo>
                  <a:pt x="5467578" y="46587"/>
                </a:lnTo>
                <a:lnTo>
                  <a:pt x="5466820" y="47854"/>
                </a:lnTo>
                <a:lnTo>
                  <a:pt x="5466188" y="49113"/>
                </a:lnTo>
                <a:lnTo>
                  <a:pt x="5465674" y="50355"/>
                </a:lnTo>
                <a:lnTo>
                  <a:pt x="5465266" y="51569"/>
                </a:lnTo>
                <a:lnTo>
                  <a:pt x="5464955" y="52744"/>
                </a:lnTo>
                <a:lnTo>
                  <a:pt x="5464731" y="53870"/>
                </a:lnTo>
                <a:lnTo>
                  <a:pt x="5464584" y="54935"/>
                </a:lnTo>
                <a:lnTo>
                  <a:pt x="5464503" y="55929"/>
                </a:lnTo>
                <a:lnTo>
                  <a:pt x="5464478" y="56842"/>
                </a:lnTo>
                <a:lnTo>
                  <a:pt x="5464582" y="58987"/>
                </a:lnTo>
                <a:lnTo>
                  <a:pt x="5464886" y="60987"/>
                </a:lnTo>
                <a:lnTo>
                  <a:pt x="5465382" y="62849"/>
                </a:lnTo>
                <a:lnTo>
                  <a:pt x="5466059" y="64578"/>
                </a:lnTo>
                <a:lnTo>
                  <a:pt x="5466908" y="66180"/>
                </a:lnTo>
                <a:lnTo>
                  <a:pt x="5467918" y="67661"/>
                </a:lnTo>
                <a:lnTo>
                  <a:pt x="5469080" y="69028"/>
                </a:lnTo>
                <a:lnTo>
                  <a:pt x="5470383" y="70287"/>
                </a:lnTo>
                <a:lnTo>
                  <a:pt x="5471818" y="71443"/>
                </a:lnTo>
                <a:lnTo>
                  <a:pt x="5473375" y="72502"/>
                </a:lnTo>
                <a:lnTo>
                  <a:pt x="5475045" y="73471"/>
                </a:lnTo>
                <a:lnTo>
                  <a:pt x="5476816" y="74355"/>
                </a:lnTo>
                <a:lnTo>
                  <a:pt x="5478680" y="75161"/>
                </a:lnTo>
                <a:lnTo>
                  <a:pt x="5480627" y="75895"/>
                </a:lnTo>
                <a:lnTo>
                  <a:pt x="5482646" y="76562"/>
                </a:lnTo>
                <a:lnTo>
                  <a:pt x="5484728" y="77169"/>
                </a:lnTo>
                <a:lnTo>
                  <a:pt x="5486863" y="77722"/>
                </a:lnTo>
                <a:lnTo>
                  <a:pt x="5489041" y="78227"/>
                </a:lnTo>
                <a:lnTo>
                  <a:pt x="5491252" y="78689"/>
                </a:lnTo>
                <a:lnTo>
                  <a:pt x="5493486" y="79115"/>
                </a:lnTo>
                <a:lnTo>
                  <a:pt x="5495734" y="79511"/>
                </a:lnTo>
                <a:lnTo>
                  <a:pt x="5497985" y="79883"/>
                </a:lnTo>
                <a:lnTo>
                  <a:pt x="5500230" y="80236"/>
                </a:lnTo>
                <a:lnTo>
                  <a:pt x="5502459" y="80578"/>
                </a:lnTo>
                <a:lnTo>
                  <a:pt x="5503669" y="80776"/>
                </a:lnTo>
                <a:lnTo>
                  <a:pt x="5504933" y="80988"/>
                </a:lnTo>
                <a:lnTo>
                  <a:pt x="5506240" y="81216"/>
                </a:lnTo>
                <a:lnTo>
                  <a:pt x="5507581" y="81462"/>
                </a:lnTo>
                <a:lnTo>
                  <a:pt x="5508948" y="81730"/>
                </a:lnTo>
                <a:lnTo>
                  <a:pt x="5510330" y="82023"/>
                </a:lnTo>
                <a:lnTo>
                  <a:pt x="5511719" y="82343"/>
                </a:lnTo>
                <a:lnTo>
                  <a:pt x="5513105" y="82694"/>
                </a:lnTo>
                <a:lnTo>
                  <a:pt x="5514479" y="83079"/>
                </a:lnTo>
                <a:lnTo>
                  <a:pt x="5515832" y="83500"/>
                </a:lnTo>
                <a:lnTo>
                  <a:pt x="5517154" y="83960"/>
                </a:lnTo>
                <a:lnTo>
                  <a:pt x="5518436" y="84462"/>
                </a:lnTo>
                <a:lnTo>
                  <a:pt x="5519669" y="85010"/>
                </a:lnTo>
                <a:lnTo>
                  <a:pt x="5520844" y="85606"/>
                </a:lnTo>
                <a:lnTo>
                  <a:pt x="5521951" y="86253"/>
                </a:lnTo>
                <a:lnTo>
                  <a:pt x="5522980" y="86954"/>
                </a:lnTo>
                <a:lnTo>
                  <a:pt x="5523924" y="87712"/>
                </a:lnTo>
                <a:lnTo>
                  <a:pt x="5524771" y="88530"/>
                </a:lnTo>
                <a:lnTo>
                  <a:pt x="5525514" y="89411"/>
                </a:lnTo>
                <a:lnTo>
                  <a:pt x="5526143" y="90357"/>
                </a:lnTo>
                <a:lnTo>
                  <a:pt x="5526648" y="91372"/>
                </a:lnTo>
                <a:lnTo>
                  <a:pt x="5527020" y="92459"/>
                </a:lnTo>
                <a:lnTo>
                  <a:pt x="5527250" y="93620"/>
                </a:lnTo>
                <a:lnTo>
                  <a:pt x="5527329" y="94858"/>
                </a:lnTo>
                <a:lnTo>
                  <a:pt x="5527291" y="95746"/>
                </a:lnTo>
                <a:lnTo>
                  <a:pt x="5527178" y="96624"/>
                </a:lnTo>
                <a:lnTo>
                  <a:pt x="5526988" y="97489"/>
                </a:lnTo>
                <a:lnTo>
                  <a:pt x="5526719" y="98338"/>
                </a:lnTo>
                <a:lnTo>
                  <a:pt x="5526370" y="99170"/>
                </a:lnTo>
                <a:lnTo>
                  <a:pt x="5525940" y="99981"/>
                </a:lnTo>
                <a:lnTo>
                  <a:pt x="5525427" y="100770"/>
                </a:lnTo>
                <a:lnTo>
                  <a:pt x="5524829" y="101534"/>
                </a:lnTo>
                <a:lnTo>
                  <a:pt x="5524146" y="102271"/>
                </a:lnTo>
                <a:lnTo>
                  <a:pt x="5523376" y="102977"/>
                </a:lnTo>
                <a:lnTo>
                  <a:pt x="5522517" y="103651"/>
                </a:lnTo>
                <a:lnTo>
                  <a:pt x="5521569" y="104291"/>
                </a:lnTo>
                <a:lnTo>
                  <a:pt x="5520529" y="104893"/>
                </a:lnTo>
                <a:lnTo>
                  <a:pt x="5519396" y="105455"/>
                </a:lnTo>
                <a:lnTo>
                  <a:pt x="5518169" y="105976"/>
                </a:lnTo>
                <a:lnTo>
                  <a:pt x="5516846" y="106452"/>
                </a:lnTo>
                <a:lnTo>
                  <a:pt x="5515426" y="106881"/>
                </a:lnTo>
                <a:lnTo>
                  <a:pt x="5513908" y="107261"/>
                </a:lnTo>
                <a:lnTo>
                  <a:pt x="5512290" y="107589"/>
                </a:lnTo>
                <a:lnTo>
                  <a:pt x="5510570" y="107863"/>
                </a:lnTo>
                <a:lnTo>
                  <a:pt x="5508748" y="108080"/>
                </a:lnTo>
                <a:lnTo>
                  <a:pt x="5506821" y="108238"/>
                </a:lnTo>
                <a:lnTo>
                  <a:pt x="5504789" y="108335"/>
                </a:lnTo>
                <a:lnTo>
                  <a:pt x="5502650" y="108368"/>
                </a:lnTo>
                <a:lnTo>
                  <a:pt x="5501509" y="108356"/>
                </a:lnTo>
                <a:lnTo>
                  <a:pt x="5500353" y="108317"/>
                </a:lnTo>
                <a:lnTo>
                  <a:pt x="5499186" y="108247"/>
                </a:lnTo>
                <a:lnTo>
                  <a:pt x="5498011" y="108141"/>
                </a:lnTo>
                <a:lnTo>
                  <a:pt x="5496831" y="107994"/>
                </a:lnTo>
                <a:lnTo>
                  <a:pt x="5495650" y="107801"/>
                </a:lnTo>
                <a:lnTo>
                  <a:pt x="5494471" y="107558"/>
                </a:lnTo>
                <a:lnTo>
                  <a:pt x="5493297" y="107260"/>
                </a:lnTo>
                <a:lnTo>
                  <a:pt x="5492132" y="106902"/>
                </a:lnTo>
                <a:lnTo>
                  <a:pt x="5490978" y="106480"/>
                </a:lnTo>
                <a:lnTo>
                  <a:pt x="5489841" y="105989"/>
                </a:lnTo>
                <a:lnTo>
                  <a:pt x="5488722" y="105424"/>
                </a:lnTo>
                <a:lnTo>
                  <a:pt x="5487625" y="104781"/>
                </a:lnTo>
                <a:lnTo>
                  <a:pt x="5486553" y="104055"/>
                </a:lnTo>
                <a:lnTo>
                  <a:pt x="5485511" y="103241"/>
                </a:lnTo>
                <a:lnTo>
                  <a:pt x="5484500" y="102335"/>
                </a:lnTo>
                <a:lnTo>
                  <a:pt x="5483525" y="101331"/>
                </a:lnTo>
                <a:lnTo>
                  <a:pt x="5482589" y="100226"/>
                </a:lnTo>
                <a:lnTo>
                  <a:pt x="5481695" y="99014"/>
                </a:lnTo>
                <a:lnTo>
                  <a:pt x="5480846" y="97691"/>
                </a:lnTo>
                <a:lnTo>
                  <a:pt x="5480047" y="96252"/>
                </a:lnTo>
                <a:lnTo>
                  <a:pt x="5479299" y="94692"/>
                </a:lnTo>
                <a:lnTo>
                  <a:pt x="5478608" y="93007"/>
                </a:lnTo>
                <a:lnTo>
                  <a:pt x="5477975" y="91193"/>
                </a:lnTo>
                <a:lnTo>
                  <a:pt x="5477855" y="90765"/>
                </a:lnTo>
                <a:lnTo>
                  <a:pt x="5477735" y="90353"/>
                </a:lnTo>
                <a:lnTo>
                  <a:pt x="5477613" y="89955"/>
                </a:lnTo>
                <a:lnTo>
                  <a:pt x="5477488" y="89572"/>
                </a:lnTo>
                <a:lnTo>
                  <a:pt x="5477357" y="89204"/>
                </a:lnTo>
                <a:lnTo>
                  <a:pt x="5477218" y="88852"/>
                </a:lnTo>
                <a:lnTo>
                  <a:pt x="5477070" y="88517"/>
                </a:lnTo>
                <a:lnTo>
                  <a:pt x="5476910" y="88198"/>
                </a:lnTo>
                <a:lnTo>
                  <a:pt x="5476737" y="87895"/>
                </a:lnTo>
                <a:lnTo>
                  <a:pt x="5476549" y="87610"/>
                </a:lnTo>
                <a:lnTo>
                  <a:pt x="5476343" y="87342"/>
                </a:lnTo>
                <a:lnTo>
                  <a:pt x="5476118" y="87092"/>
                </a:lnTo>
                <a:lnTo>
                  <a:pt x="5475873" y="86860"/>
                </a:lnTo>
                <a:lnTo>
                  <a:pt x="5475604" y="86646"/>
                </a:lnTo>
                <a:lnTo>
                  <a:pt x="5475310" y="86451"/>
                </a:lnTo>
                <a:lnTo>
                  <a:pt x="5474989" y="86276"/>
                </a:lnTo>
                <a:lnTo>
                  <a:pt x="5474640" y="86119"/>
                </a:lnTo>
                <a:lnTo>
                  <a:pt x="5474260" y="85983"/>
                </a:lnTo>
                <a:lnTo>
                  <a:pt x="5473847" y="85866"/>
                </a:lnTo>
                <a:lnTo>
                  <a:pt x="5473400" y="85770"/>
                </a:lnTo>
                <a:lnTo>
                  <a:pt x="5472916" y="85695"/>
                </a:lnTo>
                <a:lnTo>
                  <a:pt x="5472394" y="85641"/>
                </a:lnTo>
                <a:lnTo>
                  <a:pt x="5471831" y="85608"/>
                </a:lnTo>
                <a:lnTo>
                  <a:pt x="5471226" y="85597"/>
                </a:lnTo>
                <a:lnTo>
                  <a:pt x="5470417" y="85618"/>
                </a:lnTo>
                <a:lnTo>
                  <a:pt x="5469676" y="85679"/>
                </a:lnTo>
                <a:lnTo>
                  <a:pt x="5468999" y="85779"/>
                </a:lnTo>
                <a:lnTo>
                  <a:pt x="5468383" y="85915"/>
                </a:lnTo>
                <a:lnTo>
                  <a:pt x="5467826" y="86086"/>
                </a:lnTo>
                <a:lnTo>
                  <a:pt x="5467325" y="86290"/>
                </a:lnTo>
                <a:lnTo>
                  <a:pt x="5466876" y="86526"/>
                </a:lnTo>
                <a:lnTo>
                  <a:pt x="5466477" y="86790"/>
                </a:lnTo>
                <a:lnTo>
                  <a:pt x="5466125" y="87082"/>
                </a:lnTo>
                <a:lnTo>
                  <a:pt x="5465817" y="87400"/>
                </a:lnTo>
                <a:lnTo>
                  <a:pt x="5465550" y="87742"/>
                </a:lnTo>
                <a:lnTo>
                  <a:pt x="5465321" y="88105"/>
                </a:lnTo>
                <a:lnTo>
                  <a:pt x="5465128" y="88489"/>
                </a:lnTo>
                <a:lnTo>
                  <a:pt x="5464966" y="88890"/>
                </a:lnTo>
                <a:lnTo>
                  <a:pt x="5464834" y="89309"/>
                </a:lnTo>
                <a:lnTo>
                  <a:pt x="5464728" y="89741"/>
                </a:lnTo>
                <a:lnTo>
                  <a:pt x="5464645" y="90187"/>
                </a:lnTo>
                <a:lnTo>
                  <a:pt x="5464583" y="90643"/>
                </a:lnTo>
                <a:lnTo>
                  <a:pt x="5464539" y="91109"/>
                </a:lnTo>
                <a:lnTo>
                  <a:pt x="5464509" y="91582"/>
                </a:lnTo>
                <a:lnTo>
                  <a:pt x="5464491" y="92060"/>
                </a:lnTo>
                <a:lnTo>
                  <a:pt x="5464482" y="92541"/>
                </a:lnTo>
                <a:lnTo>
                  <a:pt x="5464478" y="93025"/>
                </a:lnTo>
                <a:lnTo>
                  <a:pt x="5464478" y="93508"/>
                </a:lnTo>
                <a:lnTo>
                  <a:pt x="5464478" y="112225"/>
                </a:lnTo>
                <a:lnTo>
                  <a:pt x="5464478" y="112619"/>
                </a:lnTo>
                <a:lnTo>
                  <a:pt x="5464481" y="113028"/>
                </a:lnTo>
                <a:lnTo>
                  <a:pt x="5464489" y="113450"/>
                </a:lnTo>
                <a:lnTo>
                  <a:pt x="5464505" y="113881"/>
                </a:lnTo>
                <a:lnTo>
                  <a:pt x="5464530" y="114319"/>
                </a:lnTo>
                <a:lnTo>
                  <a:pt x="5464568" y="114760"/>
                </a:lnTo>
                <a:lnTo>
                  <a:pt x="5464621" y="115203"/>
                </a:lnTo>
                <a:lnTo>
                  <a:pt x="5464692" y="115644"/>
                </a:lnTo>
                <a:lnTo>
                  <a:pt x="5464783" y="116080"/>
                </a:lnTo>
                <a:lnTo>
                  <a:pt x="5464896" y="116509"/>
                </a:lnTo>
                <a:lnTo>
                  <a:pt x="5465035" y="116927"/>
                </a:lnTo>
                <a:lnTo>
                  <a:pt x="5465201" y="117332"/>
                </a:lnTo>
                <a:lnTo>
                  <a:pt x="5465397" y="117721"/>
                </a:lnTo>
                <a:lnTo>
                  <a:pt x="5465626" y="118091"/>
                </a:lnTo>
                <a:lnTo>
                  <a:pt x="5465890" y="118440"/>
                </a:lnTo>
                <a:lnTo>
                  <a:pt x="5466191" y="118763"/>
                </a:lnTo>
                <a:lnTo>
                  <a:pt x="5466533" y="119060"/>
                </a:lnTo>
                <a:lnTo>
                  <a:pt x="5466918" y="119326"/>
                </a:lnTo>
                <a:lnTo>
                  <a:pt x="5467347" y="119559"/>
                </a:lnTo>
                <a:lnTo>
                  <a:pt x="5467825" y="119756"/>
                </a:lnTo>
                <a:lnTo>
                  <a:pt x="5468352" y="119914"/>
                </a:lnTo>
                <a:lnTo>
                  <a:pt x="5468933" y="120030"/>
                </a:lnTo>
                <a:lnTo>
                  <a:pt x="5469568" y="120102"/>
                </a:lnTo>
                <a:lnTo>
                  <a:pt x="5470261" y="120127"/>
                </a:lnTo>
                <a:lnTo>
                  <a:pt x="5470485" y="120125"/>
                </a:lnTo>
                <a:lnTo>
                  <a:pt x="5470722" y="120119"/>
                </a:lnTo>
                <a:lnTo>
                  <a:pt x="5470971" y="120105"/>
                </a:lnTo>
                <a:lnTo>
                  <a:pt x="5471232" y="120080"/>
                </a:lnTo>
                <a:lnTo>
                  <a:pt x="5471503" y="120041"/>
                </a:lnTo>
                <a:lnTo>
                  <a:pt x="5471783" y="119986"/>
                </a:lnTo>
                <a:lnTo>
                  <a:pt x="5472072" y="119911"/>
                </a:lnTo>
                <a:lnTo>
                  <a:pt x="5472368" y="119813"/>
                </a:lnTo>
                <a:lnTo>
                  <a:pt x="5472672" y="119690"/>
                </a:lnTo>
                <a:lnTo>
                  <a:pt x="5472981" y="119539"/>
                </a:lnTo>
                <a:lnTo>
                  <a:pt x="5473294" y="119356"/>
                </a:lnTo>
                <a:lnTo>
                  <a:pt x="5473612" y="119140"/>
                </a:lnTo>
                <a:lnTo>
                  <a:pt x="5473933" y="118886"/>
                </a:lnTo>
                <a:lnTo>
                  <a:pt x="5474256" y="118592"/>
                </a:lnTo>
                <a:lnTo>
                  <a:pt x="5474580" y="118254"/>
                </a:lnTo>
                <a:lnTo>
                  <a:pt x="5474904" y="117871"/>
                </a:lnTo>
                <a:lnTo>
                  <a:pt x="5475227" y="117440"/>
                </a:lnTo>
                <a:lnTo>
                  <a:pt x="5475549" y="116956"/>
                </a:lnTo>
                <a:lnTo>
                  <a:pt x="5475868" y="116417"/>
                </a:lnTo>
                <a:lnTo>
                  <a:pt x="5476184" y="115821"/>
                </a:lnTo>
                <a:lnTo>
                  <a:pt x="5476496" y="115165"/>
                </a:lnTo>
                <a:lnTo>
                  <a:pt x="5476802" y="114444"/>
                </a:lnTo>
                <a:lnTo>
                  <a:pt x="5477102" y="113658"/>
                </a:lnTo>
                <a:lnTo>
                  <a:pt x="5477395" y="112801"/>
                </a:lnTo>
                <a:lnTo>
                  <a:pt x="5478580" y="113635"/>
                </a:lnTo>
                <a:lnTo>
                  <a:pt x="5479770" y="114403"/>
                </a:lnTo>
                <a:lnTo>
                  <a:pt x="5480963" y="115109"/>
                </a:lnTo>
                <a:lnTo>
                  <a:pt x="5482157" y="115754"/>
                </a:lnTo>
                <a:lnTo>
                  <a:pt x="5483349" y="116341"/>
                </a:lnTo>
                <a:lnTo>
                  <a:pt x="5484537" y="116874"/>
                </a:lnTo>
                <a:lnTo>
                  <a:pt x="5485719" y="117354"/>
                </a:lnTo>
                <a:lnTo>
                  <a:pt x="5486892" y="117785"/>
                </a:lnTo>
                <a:lnTo>
                  <a:pt x="5488053" y="118169"/>
                </a:lnTo>
                <a:lnTo>
                  <a:pt x="5489201" y="118509"/>
                </a:lnTo>
                <a:lnTo>
                  <a:pt x="5490332" y="118807"/>
                </a:lnTo>
                <a:lnTo>
                  <a:pt x="5491445" y="119067"/>
                </a:lnTo>
                <a:lnTo>
                  <a:pt x="5492537" y="119290"/>
                </a:lnTo>
                <a:lnTo>
                  <a:pt x="5493605" y="119480"/>
                </a:lnTo>
                <a:lnTo>
                  <a:pt x="5494647" y="119639"/>
                </a:lnTo>
                <a:lnTo>
                  <a:pt x="5495661" y="119770"/>
                </a:lnTo>
                <a:lnTo>
                  <a:pt x="5496644" y="119876"/>
                </a:lnTo>
                <a:lnTo>
                  <a:pt x="5497594" y="119958"/>
                </a:lnTo>
                <a:lnTo>
                  <a:pt x="5498508" y="120021"/>
                </a:lnTo>
                <a:lnTo>
                  <a:pt x="5499384" y="120066"/>
                </a:lnTo>
                <a:lnTo>
                  <a:pt x="5500220" y="120097"/>
                </a:lnTo>
                <a:lnTo>
                  <a:pt x="5501012" y="120115"/>
                </a:lnTo>
                <a:lnTo>
                  <a:pt x="5501760" y="120124"/>
                </a:lnTo>
                <a:lnTo>
                  <a:pt x="5502459" y="120127"/>
                </a:lnTo>
                <a:lnTo>
                  <a:pt x="5506141" y="120045"/>
                </a:lnTo>
                <a:lnTo>
                  <a:pt x="5509578" y="119807"/>
                </a:lnTo>
                <a:lnTo>
                  <a:pt x="5512778" y="119421"/>
                </a:lnTo>
                <a:lnTo>
                  <a:pt x="5515749" y="118899"/>
                </a:lnTo>
                <a:lnTo>
                  <a:pt x="5518497" y="118249"/>
                </a:lnTo>
                <a:lnTo>
                  <a:pt x="5521033" y="117482"/>
                </a:lnTo>
                <a:lnTo>
                  <a:pt x="5523362" y="116607"/>
                </a:lnTo>
                <a:lnTo>
                  <a:pt x="5525493" y="115635"/>
                </a:lnTo>
                <a:lnTo>
                  <a:pt x="5527435" y="114575"/>
                </a:lnTo>
                <a:lnTo>
                  <a:pt x="5529194" y="113437"/>
                </a:lnTo>
                <a:lnTo>
                  <a:pt x="5530778" y="112231"/>
                </a:lnTo>
                <a:lnTo>
                  <a:pt x="5532197" y="110967"/>
                </a:lnTo>
                <a:lnTo>
                  <a:pt x="5533456" y="109654"/>
                </a:lnTo>
                <a:lnTo>
                  <a:pt x="5534565" y="108304"/>
                </a:lnTo>
                <a:lnTo>
                  <a:pt x="5535531" y="106925"/>
                </a:lnTo>
                <a:lnTo>
                  <a:pt x="5536362" y="105527"/>
                </a:lnTo>
                <a:lnTo>
                  <a:pt x="5537065" y="104120"/>
                </a:lnTo>
                <a:lnTo>
                  <a:pt x="5537650" y="102715"/>
                </a:lnTo>
                <a:lnTo>
                  <a:pt x="5538123" y="101320"/>
                </a:lnTo>
                <a:lnTo>
                  <a:pt x="5538492" y="99947"/>
                </a:lnTo>
                <a:lnTo>
                  <a:pt x="5538765" y="98604"/>
                </a:lnTo>
                <a:lnTo>
                  <a:pt x="5538951" y="97302"/>
                </a:lnTo>
                <a:lnTo>
                  <a:pt x="5539057" y="96050"/>
                </a:lnTo>
                <a:lnTo>
                  <a:pt x="5539090" y="94858"/>
                </a:lnTo>
                <a:lnTo>
                  <a:pt x="5538964" y="92432"/>
                </a:lnTo>
                <a:lnTo>
                  <a:pt x="5538597" y="90167"/>
                </a:lnTo>
                <a:lnTo>
                  <a:pt x="5538009" y="88058"/>
                </a:lnTo>
                <a:lnTo>
                  <a:pt x="5537219" y="86098"/>
                </a:lnTo>
                <a:lnTo>
                  <a:pt x="5536245" y="84283"/>
                </a:lnTo>
                <a:lnTo>
                  <a:pt x="5535107" y="82607"/>
                </a:lnTo>
                <a:close/>
                <a:moveTo>
                  <a:pt x="5842523" y="94451"/>
                </a:moveTo>
                <a:lnTo>
                  <a:pt x="5842209" y="94131"/>
                </a:lnTo>
                <a:lnTo>
                  <a:pt x="5841871" y="93849"/>
                </a:lnTo>
                <a:lnTo>
                  <a:pt x="5841514" y="93602"/>
                </a:lnTo>
                <a:lnTo>
                  <a:pt x="5841143" y="93388"/>
                </a:lnTo>
                <a:lnTo>
                  <a:pt x="5840761" y="93205"/>
                </a:lnTo>
                <a:lnTo>
                  <a:pt x="5840374" y="93049"/>
                </a:lnTo>
                <a:lnTo>
                  <a:pt x="5839984" y="92920"/>
                </a:lnTo>
                <a:lnTo>
                  <a:pt x="5839597" y="92814"/>
                </a:lnTo>
                <a:lnTo>
                  <a:pt x="5839218" y="92729"/>
                </a:lnTo>
                <a:lnTo>
                  <a:pt x="5838849" y="92662"/>
                </a:lnTo>
                <a:lnTo>
                  <a:pt x="5838497" y="92613"/>
                </a:lnTo>
                <a:lnTo>
                  <a:pt x="5838164" y="92577"/>
                </a:lnTo>
                <a:lnTo>
                  <a:pt x="5837856" y="92553"/>
                </a:lnTo>
                <a:lnTo>
                  <a:pt x="5837577" y="92539"/>
                </a:lnTo>
                <a:lnTo>
                  <a:pt x="5837331" y="92531"/>
                </a:lnTo>
                <a:lnTo>
                  <a:pt x="5837122" y="92529"/>
                </a:lnTo>
                <a:lnTo>
                  <a:pt x="5836955" y="92528"/>
                </a:lnTo>
                <a:lnTo>
                  <a:pt x="5836531" y="92531"/>
                </a:lnTo>
                <a:lnTo>
                  <a:pt x="5836126" y="92542"/>
                </a:lnTo>
                <a:lnTo>
                  <a:pt x="5835740" y="92560"/>
                </a:lnTo>
                <a:lnTo>
                  <a:pt x="5835372" y="92588"/>
                </a:lnTo>
                <a:lnTo>
                  <a:pt x="5835021" y="92626"/>
                </a:lnTo>
                <a:lnTo>
                  <a:pt x="5834686" y="92676"/>
                </a:lnTo>
                <a:lnTo>
                  <a:pt x="5834367" y="92738"/>
                </a:lnTo>
                <a:lnTo>
                  <a:pt x="5834063" y="92814"/>
                </a:lnTo>
                <a:lnTo>
                  <a:pt x="5833772" y="92905"/>
                </a:lnTo>
                <a:lnTo>
                  <a:pt x="5833495" y="93012"/>
                </a:lnTo>
                <a:lnTo>
                  <a:pt x="5833231" y="93135"/>
                </a:lnTo>
                <a:lnTo>
                  <a:pt x="5832978" y="93277"/>
                </a:lnTo>
                <a:lnTo>
                  <a:pt x="5832736" y="93438"/>
                </a:lnTo>
                <a:lnTo>
                  <a:pt x="5832505" y="93619"/>
                </a:lnTo>
                <a:lnTo>
                  <a:pt x="5832283" y="93821"/>
                </a:lnTo>
                <a:lnTo>
                  <a:pt x="5832070" y="94045"/>
                </a:lnTo>
                <a:lnTo>
                  <a:pt x="5831865" y="94294"/>
                </a:lnTo>
                <a:lnTo>
                  <a:pt x="5831668" y="94566"/>
                </a:lnTo>
                <a:lnTo>
                  <a:pt x="5831476" y="94865"/>
                </a:lnTo>
                <a:lnTo>
                  <a:pt x="5831291" y="95190"/>
                </a:lnTo>
                <a:lnTo>
                  <a:pt x="5831111" y="95543"/>
                </a:lnTo>
                <a:lnTo>
                  <a:pt x="5830935" y="95924"/>
                </a:lnTo>
                <a:lnTo>
                  <a:pt x="5830762" y="96336"/>
                </a:lnTo>
                <a:lnTo>
                  <a:pt x="5830592" y="96779"/>
                </a:lnTo>
                <a:lnTo>
                  <a:pt x="5830030" y="97967"/>
                </a:lnTo>
                <a:lnTo>
                  <a:pt x="5829409" y="99073"/>
                </a:lnTo>
                <a:lnTo>
                  <a:pt x="5828734" y="100100"/>
                </a:lnTo>
                <a:lnTo>
                  <a:pt x="5828009" y="101051"/>
                </a:lnTo>
                <a:lnTo>
                  <a:pt x="5827239" y="101929"/>
                </a:lnTo>
                <a:lnTo>
                  <a:pt x="5826428" y="102736"/>
                </a:lnTo>
                <a:lnTo>
                  <a:pt x="5825583" y="103476"/>
                </a:lnTo>
                <a:lnTo>
                  <a:pt x="5824708" y="104150"/>
                </a:lnTo>
                <a:lnTo>
                  <a:pt x="5823807" y="104763"/>
                </a:lnTo>
                <a:lnTo>
                  <a:pt x="5822885" y="105315"/>
                </a:lnTo>
                <a:lnTo>
                  <a:pt x="5821948" y="105811"/>
                </a:lnTo>
                <a:lnTo>
                  <a:pt x="5821000" y="106253"/>
                </a:lnTo>
                <a:lnTo>
                  <a:pt x="5820046" y="106644"/>
                </a:lnTo>
                <a:lnTo>
                  <a:pt x="5819090" y="106986"/>
                </a:lnTo>
                <a:lnTo>
                  <a:pt x="5818139" y="107282"/>
                </a:lnTo>
                <a:lnTo>
                  <a:pt x="5817196" y="107536"/>
                </a:lnTo>
                <a:lnTo>
                  <a:pt x="5816266" y="107749"/>
                </a:lnTo>
                <a:lnTo>
                  <a:pt x="5815355" y="107925"/>
                </a:lnTo>
                <a:lnTo>
                  <a:pt x="5814466" y="108067"/>
                </a:lnTo>
                <a:lnTo>
                  <a:pt x="5813606" y="108176"/>
                </a:lnTo>
                <a:lnTo>
                  <a:pt x="5812778" y="108256"/>
                </a:lnTo>
                <a:lnTo>
                  <a:pt x="5811988" y="108310"/>
                </a:lnTo>
                <a:lnTo>
                  <a:pt x="5811241" y="108341"/>
                </a:lnTo>
                <a:lnTo>
                  <a:pt x="5810541" y="108350"/>
                </a:lnTo>
                <a:lnTo>
                  <a:pt x="5808734" y="108300"/>
                </a:lnTo>
                <a:lnTo>
                  <a:pt x="5806933" y="108151"/>
                </a:lnTo>
                <a:lnTo>
                  <a:pt x="5805141" y="107903"/>
                </a:lnTo>
                <a:lnTo>
                  <a:pt x="5803364" y="107559"/>
                </a:lnTo>
                <a:lnTo>
                  <a:pt x="5801607" y="107119"/>
                </a:lnTo>
                <a:lnTo>
                  <a:pt x="5799874" y="106584"/>
                </a:lnTo>
                <a:lnTo>
                  <a:pt x="5798172" y="105956"/>
                </a:lnTo>
                <a:lnTo>
                  <a:pt x="5796503" y="105235"/>
                </a:lnTo>
                <a:lnTo>
                  <a:pt x="5794874" y="104424"/>
                </a:lnTo>
                <a:lnTo>
                  <a:pt x="5793290" y="103522"/>
                </a:lnTo>
                <a:lnTo>
                  <a:pt x="5791755" y="102531"/>
                </a:lnTo>
                <a:lnTo>
                  <a:pt x="5790274" y="101453"/>
                </a:lnTo>
                <a:lnTo>
                  <a:pt x="5788853" y="100288"/>
                </a:lnTo>
                <a:lnTo>
                  <a:pt x="5787495" y="99038"/>
                </a:lnTo>
                <a:lnTo>
                  <a:pt x="5786207" y="97703"/>
                </a:lnTo>
                <a:lnTo>
                  <a:pt x="5784993" y="96285"/>
                </a:lnTo>
                <a:lnTo>
                  <a:pt x="5783858" y="94786"/>
                </a:lnTo>
                <a:lnTo>
                  <a:pt x="5782806" y="93206"/>
                </a:lnTo>
                <a:lnTo>
                  <a:pt x="5781844" y="91546"/>
                </a:lnTo>
                <a:lnTo>
                  <a:pt x="5780975" y="89808"/>
                </a:lnTo>
                <a:lnTo>
                  <a:pt x="5780205" y="87992"/>
                </a:lnTo>
                <a:lnTo>
                  <a:pt x="5779539" y="86100"/>
                </a:lnTo>
                <a:lnTo>
                  <a:pt x="5778981" y="84134"/>
                </a:lnTo>
                <a:lnTo>
                  <a:pt x="5778537" y="82093"/>
                </a:lnTo>
                <a:lnTo>
                  <a:pt x="5835990" y="82093"/>
                </a:lnTo>
                <a:lnTo>
                  <a:pt x="5836494" y="82093"/>
                </a:lnTo>
                <a:lnTo>
                  <a:pt x="5836992" y="82089"/>
                </a:lnTo>
                <a:lnTo>
                  <a:pt x="5837484" y="82079"/>
                </a:lnTo>
                <a:lnTo>
                  <a:pt x="5837967" y="82060"/>
                </a:lnTo>
                <a:lnTo>
                  <a:pt x="5838440" y="82029"/>
                </a:lnTo>
                <a:lnTo>
                  <a:pt x="5838903" y="81982"/>
                </a:lnTo>
                <a:lnTo>
                  <a:pt x="5839352" y="81916"/>
                </a:lnTo>
                <a:lnTo>
                  <a:pt x="5839788" y="81829"/>
                </a:lnTo>
                <a:lnTo>
                  <a:pt x="5840209" y="81717"/>
                </a:lnTo>
                <a:lnTo>
                  <a:pt x="5840612" y="81577"/>
                </a:lnTo>
                <a:lnTo>
                  <a:pt x="5840998" y="81406"/>
                </a:lnTo>
                <a:lnTo>
                  <a:pt x="5841363" y="81202"/>
                </a:lnTo>
                <a:lnTo>
                  <a:pt x="5841708" y="80960"/>
                </a:lnTo>
                <a:lnTo>
                  <a:pt x="5842030" y="80677"/>
                </a:lnTo>
                <a:lnTo>
                  <a:pt x="5842328" y="80352"/>
                </a:lnTo>
                <a:lnTo>
                  <a:pt x="5842601" y="79980"/>
                </a:lnTo>
                <a:lnTo>
                  <a:pt x="5842847" y="79559"/>
                </a:lnTo>
                <a:lnTo>
                  <a:pt x="5843065" y="79084"/>
                </a:lnTo>
                <a:lnTo>
                  <a:pt x="5843253" y="78555"/>
                </a:lnTo>
                <a:lnTo>
                  <a:pt x="5843410" y="77966"/>
                </a:lnTo>
                <a:lnTo>
                  <a:pt x="5843535" y="77316"/>
                </a:lnTo>
                <a:lnTo>
                  <a:pt x="5843626" y="76600"/>
                </a:lnTo>
                <a:lnTo>
                  <a:pt x="5843682" y="75816"/>
                </a:lnTo>
                <a:lnTo>
                  <a:pt x="5843700" y="74962"/>
                </a:lnTo>
                <a:lnTo>
                  <a:pt x="5843636" y="72231"/>
                </a:lnTo>
                <a:lnTo>
                  <a:pt x="5843443" y="69539"/>
                </a:lnTo>
                <a:lnTo>
                  <a:pt x="5843121" y="66893"/>
                </a:lnTo>
                <a:lnTo>
                  <a:pt x="5842671" y="64300"/>
                </a:lnTo>
                <a:lnTo>
                  <a:pt x="5842090" y="61766"/>
                </a:lnTo>
                <a:lnTo>
                  <a:pt x="5841381" y="59299"/>
                </a:lnTo>
                <a:lnTo>
                  <a:pt x="5840542" y="56905"/>
                </a:lnTo>
                <a:lnTo>
                  <a:pt x="5839574" y="54591"/>
                </a:lnTo>
                <a:lnTo>
                  <a:pt x="5838475" y="52365"/>
                </a:lnTo>
                <a:lnTo>
                  <a:pt x="5837246" y="50232"/>
                </a:lnTo>
                <a:lnTo>
                  <a:pt x="5835888" y="48200"/>
                </a:lnTo>
                <a:lnTo>
                  <a:pt x="5834399" y="46276"/>
                </a:lnTo>
                <a:lnTo>
                  <a:pt x="5832779" y="44467"/>
                </a:lnTo>
                <a:lnTo>
                  <a:pt x="5831029" y="42778"/>
                </a:lnTo>
                <a:lnTo>
                  <a:pt x="5829147" y="41218"/>
                </a:lnTo>
                <a:lnTo>
                  <a:pt x="5827135" y="39793"/>
                </a:lnTo>
                <a:lnTo>
                  <a:pt x="5824992" y="38510"/>
                </a:lnTo>
                <a:lnTo>
                  <a:pt x="5822717" y="37376"/>
                </a:lnTo>
                <a:lnTo>
                  <a:pt x="5820310" y="36397"/>
                </a:lnTo>
                <a:lnTo>
                  <a:pt x="5817772" y="35581"/>
                </a:lnTo>
                <a:lnTo>
                  <a:pt x="5815102" y="34935"/>
                </a:lnTo>
                <a:lnTo>
                  <a:pt x="5812300" y="34464"/>
                </a:lnTo>
                <a:lnTo>
                  <a:pt x="5809366" y="34177"/>
                </a:lnTo>
                <a:lnTo>
                  <a:pt x="5806299" y="34080"/>
                </a:lnTo>
                <a:lnTo>
                  <a:pt x="5803455" y="34179"/>
                </a:lnTo>
                <a:lnTo>
                  <a:pt x="5800664" y="34473"/>
                </a:lnTo>
                <a:lnTo>
                  <a:pt x="5797931" y="34955"/>
                </a:lnTo>
                <a:lnTo>
                  <a:pt x="5795262" y="35618"/>
                </a:lnTo>
                <a:lnTo>
                  <a:pt x="5792664" y="36457"/>
                </a:lnTo>
                <a:lnTo>
                  <a:pt x="5790143" y="37464"/>
                </a:lnTo>
                <a:lnTo>
                  <a:pt x="5787705" y="38633"/>
                </a:lnTo>
                <a:lnTo>
                  <a:pt x="5785356" y="39958"/>
                </a:lnTo>
                <a:lnTo>
                  <a:pt x="5783102" y="41432"/>
                </a:lnTo>
                <a:lnTo>
                  <a:pt x="5780949" y="43050"/>
                </a:lnTo>
                <a:lnTo>
                  <a:pt x="5778903" y="44803"/>
                </a:lnTo>
                <a:lnTo>
                  <a:pt x="5776970" y="46687"/>
                </a:lnTo>
                <a:lnTo>
                  <a:pt x="5775158" y="48694"/>
                </a:lnTo>
                <a:lnTo>
                  <a:pt x="5773470" y="50818"/>
                </a:lnTo>
                <a:lnTo>
                  <a:pt x="5771915" y="53053"/>
                </a:lnTo>
                <a:lnTo>
                  <a:pt x="5770497" y="55392"/>
                </a:lnTo>
                <a:lnTo>
                  <a:pt x="5769223" y="57829"/>
                </a:lnTo>
                <a:lnTo>
                  <a:pt x="5768099" y="60357"/>
                </a:lnTo>
                <a:lnTo>
                  <a:pt x="5767132" y="62971"/>
                </a:lnTo>
                <a:lnTo>
                  <a:pt x="5766326" y="65662"/>
                </a:lnTo>
                <a:lnTo>
                  <a:pt x="5765689" y="68425"/>
                </a:lnTo>
                <a:lnTo>
                  <a:pt x="5765227" y="71254"/>
                </a:lnTo>
                <a:lnTo>
                  <a:pt x="5764945" y="74142"/>
                </a:lnTo>
                <a:lnTo>
                  <a:pt x="5764849" y="77083"/>
                </a:lnTo>
                <a:lnTo>
                  <a:pt x="5764950" y="80005"/>
                </a:lnTo>
                <a:lnTo>
                  <a:pt x="5765247" y="82878"/>
                </a:lnTo>
                <a:lnTo>
                  <a:pt x="5765734" y="85696"/>
                </a:lnTo>
                <a:lnTo>
                  <a:pt x="5766407" y="88451"/>
                </a:lnTo>
                <a:lnTo>
                  <a:pt x="5767257" y="91136"/>
                </a:lnTo>
                <a:lnTo>
                  <a:pt x="5768280" y="93746"/>
                </a:lnTo>
                <a:lnTo>
                  <a:pt x="5769469" y="96274"/>
                </a:lnTo>
                <a:lnTo>
                  <a:pt x="5770819" y="98712"/>
                </a:lnTo>
                <a:lnTo>
                  <a:pt x="5772322" y="101054"/>
                </a:lnTo>
                <a:lnTo>
                  <a:pt x="5773973" y="103294"/>
                </a:lnTo>
                <a:lnTo>
                  <a:pt x="5775765" y="105424"/>
                </a:lnTo>
                <a:lnTo>
                  <a:pt x="5777694" y="107439"/>
                </a:lnTo>
                <a:lnTo>
                  <a:pt x="5779752" y="109330"/>
                </a:lnTo>
                <a:lnTo>
                  <a:pt x="5781933" y="111092"/>
                </a:lnTo>
                <a:lnTo>
                  <a:pt x="5784232" y="112719"/>
                </a:lnTo>
                <a:lnTo>
                  <a:pt x="5786641" y="114202"/>
                </a:lnTo>
                <a:lnTo>
                  <a:pt x="5789156" y="115536"/>
                </a:lnTo>
                <a:lnTo>
                  <a:pt x="5791770" y="116714"/>
                </a:lnTo>
                <a:lnTo>
                  <a:pt x="5794477" y="117729"/>
                </a:lnTo>
                <a:lnTo>
                  <a:pt x="5797271" y="118574"/>
                </a:lnTo>
                <a:lnTo>
                  <a:pt x="5800145" y="119244"/>
                </a:lnTo>
                <a:lnTo>
                  <a:pt x="5803094" y="119730"/>
                </a:lnTo>
                <a:lnTo>
                  <a:pt x="5806111" y="120027"/>
                </a:lnTo>
                <a:lnTo>
                  <a:pt x="5809191" y="120127"/>
                </a:lnTo>
                <a:lnTo>
                  <a:pt x="5812287" y="120039"/>
                </a:lnTo>
                <a:lnTo>
                  <a:pt x="5815216" y="119783"/>
                </a:lnTo>
                <a:lnTo>
                  <a:pt x="5817980" y="119372"/>
                </a:lnTo>
                <a:lnTo>
                  <a:pt x="5820583" y="118819"/>
                </a:lnTo>
                <a:lnTo>
                  <a:pt x="5823029" y="118137"/>
                </a:lnTo>
                <a:lnTo>
                  <a:pt x="5825319" y="117339"/>
                </a:lnTo>
                <a:lnTo>
                  <a:pt x="5827458" y="116438"/>
                </a:lnTo>
                <a:lnTo>
                  <a:pt x="5829448" y="115447"/>
                </a:lnTo>
                <a:lnTo>
                  <a:pt x="5831293" y="114379"/>
                </a:lnTo>
                <a:lnTo>
                  <a:pt x="5832997" y="113247"/>
                </a:lnTo>
                <a:lnTo>
                  <a:pt x="5834561" y="112064"/>
                </a:lnTo>
                <a:lnTo>
                  <a:pt x="5835989" y="110843"/>
                </a:lnTo>
                <a:lnTo>
                  <a:pt x="5837285" y="109596"/>
                </a:lnTo>
                <a:lnTo>
                  <a:pt x="5838451" y="108338"/>
                </a:lnTo>
                <a:lnTo>
                  <a:pt x="5839492" y="107080"/>
                </a:lnTo>
                <a:lnTo>
                  <a:pt x="5840409" y="105836"/>
                </a:lnTo>
                <a:lnTo>
                  <a:pt x="5841206" y="104619"/>
                </a:lnTo>
                <a:lnTo>
                  <a:pt x="5841887" y="103441"/>
                </a:lnTo>
                <a:lnTo>
                  <a:pt x="5842454" y="102316"/>
                </a:lnTo>
                <a:lnTo>
                  <a:pt x="5842912" y="101257"/>
                </a:lnTo>
                <a:lnTo>
                  <a:pt x="5843261" y="100276"/>
                </a:lnTo>
                <a:lnTo>
                  <a:pt x="5843507" y="99387"/>
                </a:lnTo>
                <a:lnTo>
                  <a:pt x="5843653" y="98603"/>
                </a:lnTo>
                <a:lnTo>
                  <a:pt x="5843700" y="97937"/>
                </a:lnTo>
                <a:lnTo>
                  <a:pt x="5843672" y="97290"/>
                </a:lnTo>
                <a:lnTo>
                  <a:pt x="5843590" y="96696"/>
                </a:lnTo>
                <a:lnTo>
                  <a:pt x="5843458" y="96153"/>
                </a:lnTo>
                <a:lnTo>
                  <a:pt x="5843281" y="95659"/>
                </a:lnTo>
                <a:lnTo>
                  <a:pt x="5843063" y="95213"/>
                </a:lnTo>
                <a:lnTo>
                  <a:pt x="5842809" y="94811"/>
                </a:lnTo>
                <a:lnTo>
                  <a:pt x="5842523" y="94451"/>
                </a:lnTo>
                <a:close/>
                <a:moveTo>
                  <a:pt x="5782279" y="60730"/>
                </a:moveTo>
                <a:lnTo>
                  <a:pt x="5783144" y="59270"/>
                </a:lnTo>
                <a:lnTo>
                  <a:pt x="5784079" y="57869"/>
                </a:lnTo>
                <a:lnTo>
                  <a:pt x="5785081" y="56529"/>
                </a:lnTo>
                <a:lnTo>
                  <a:pt x="5786149" y="55253"/>
                </a:lnTo>
                <a:lnTo>
                  <a:pt x="5787278" y="54043"/>
                </a:lnTo>
                <a:lnTo>
                  <a:pt x="5788467" y="52905"/>
                </a:lnTo>
                <a:lnTo>
                  <a:pt x="5789711" y="51839"/>
                </a:lnTo>
                <a:lnTo>
                  <a:pt x="5791009" y="50850"/>
                </a:lnTo>
                <a:lnTo>
                  <a:pt x="5792358" y="49940"/>
                </a:lnTo>
                <a:lnTo>
                  <a:pt x="5793754" y="49113"/>
                </a:lnTo>
                <a:lnTo>
                  <a:pt x="5795195" y="48372"/>
                </a:lnTo>
                <a:lnTo>
                  <a:pt x="5796678" y="47719"/>
                </a:lnTo>
                <a:lnTo>
                  <a:pt x="5798200" y="47158"/>
                </a:lnTo>
                <a:lnTo>
                  <a:pt x="5799759" y="46693"/>
                </a:lnTo>
                <a:lnTo>
                  <a:pt x="5801351" y="46325"/>
                </a:lnTo>
                <a:lnTo>
                  <a:pt x="5802973" y="46059"/>
                </a:lnTo>
                <a:lnTo>
                  <a:pt x="5804624" y="45897"/>
                </a:lnTo>
                <a:lnTo>
                  <a:pt x="5806299" y="45842"/>
                </a:lnTo>
                <a:lnTo>
                  <a:pt x="5807561" y="45868"/>
                </a:lnTo>
                <a:lnTo>
                  <a:pt x="5808838" y="45948"/>
                </a:lnTo>
                <a:lnTo>
                  <a:pt x="5810125" y="46088"/>
                </a:lnTo>
                <a:lnTo>
                  <a:pt x="5811416" y="46291"/>
                </a:lnTo>
                <a:lnTo>
                  <a:pt x="5812706" y="46562"/>
                </a:lnTo>
                <a:lnTo>
                  <a:pt x="5813990" y="46906"/>
                </a:lnTo>
                <a:lnTo>
                  <a:pt x="5815262" y="47326"/>
                </a:lnTo>
                <a:lnTo>
                  <a:pt x="5816517" y="47828"/>
                </a:lnTo>
                <a:lnTo>
                  <a:pt x="5817750" y="48415"/>
                </a:lnTo>
                <a:lnTo>
                  <a:pt x="5818956" y="49092"/>
                </a:lnTo>
                <a:lnTo>
                  <a:pt x="5820129" y="49865"/>
                </a:lnTo>
                <a:lnTo>
                  <a:pt x="5821264" y="50736"/>
                </a:lnTo>
                <a:lnTo>
                  <a:pt x="5822356" y="51710"/>
                </a:lnTo>
                <a:lnTo>
                  <a:pt x="5823400" y="52792"/>
                </a:lnTo>
                <a:lnTo>
                  <a:pt x="5824390" y="53987"/>
                </a:lnTo>
                <a:lnTo>
                  <a:pt x="5825321" y="55299"/>
                </a:lnTo>
                <a:lnTo>
                  <a:pt x="5826188" y="56731"/>
                </a:lnTo>
                <a:lnTo>
                  <a:pt x="5826985" y="58289"/>
                </a:lnTo>
                <a:lnTo>
                  <a:pt x="5827707" y="59978"/>
                </a:lnTo>
                <a:lnTo>
                  <a:pt x="5828349" y="61800"/>
                </a:lnTo>
                <a:lnTo>
                  <a:pt x="5828906" y="63762"/>
                </a:lnTo>
                <a:lnTo>
                  <a:pt x="5829373" y="65867"/>
                </a:lnTo>
                <a:lnTo>
                  <a:pt x="5829743" y="68120"/>
                </a:lnTo>
                <a:lnTo>
                  <a:pt x="5830012" y="70525"/>
                </a:lnTo>
                <a:lnTo>
                  <a:pt x="5778731" y="70525"/>
                </a:lnTo>
                <a:lnTo>
                  <a:pt x="5779113" y="68784"/>
                </a:lnTo>
                <a:lnTo>
                  <a:pt x="5779583" y="67082"/>
                </a:lnTo>
                <a:lnTo>
                  <a:pt x="5780137" y="65423"/>
                </a:lnTo>
                <a:lnTo>
                  <a:pt x="5780773" y="63809"/>
                </a:lnTo>
                <a:lnTo>
                  <a:pt x="5781488" y="62243"/>
                </a:lnTo>
                <a:lnTo>
                  <a:pt x="5782279" y="60730"/>
                </a:lnTo>
                <a:close/>
                <a:moveTo>
                  <a:pt x="6044955" y="94451"/>
                </a:moveTo>
                <a:lnTo>
                  <a:pt x="6044640" y="94131"/>
                </a:lnTo>
                <a:lnTo>
                  <a:pt x="6044303" y="93849"/>
                </a:lnTo>
                <a:lnTo>
                  <a:pt x="6043946" y="93602"/>
                </a:lnTo>
                <a:lnTo>
                  <a:pt x="6043575" y="93388"/>
                </a:lnTo>
                <a:lnTo>
                  <a:pt x="6043193" y="93205"/>
                </a:lnTo>
                <a:lnTo>
                  <a:pt x="6042805" y="93049"/>
                </a:lnTo>
                <a:lnTo>
                  <a:pt x="6042416" y="92920"/>
                </a:lnTo>
                <a:lnTo>
                  <a:pt x="6042029" y="92814"/>
                </a:lnTo>
                <a:lnTo>
                  <a:pt x="6041650" y="92729"/>
                </a:lnTo>
                <a:lnTo>
                  <a:pt x="6041281" y="92662"/>
                </a:lnTo>
                <a:lnTo>
                  <a:pt x="6040929" y="92613"/>
                </a:lnTo>
                <a:lnTo>
                  <a:pt x="6040596" y="92577"/>
                </a:lnTo>
                <a:lnTo>
                  <a:pt x="6040288" y="92553"/>
                </a:lnTo>
                <a:lnTo>
                  <a:pt x="6040009" y="92539"/>
                </a:lnTo>
                <a:lnTo>
                  <a:pt x="6039762" y="92531"/>
                </a:lnTo>
                <a:lnTo>
                  <a:pt x="6039554" y="92529"/>
                </a:lnTo>
                <a:lnTo>
                  <a:pt x="6039387" y="92528"/>
                </a:lnTo>
                <a:lnTo>
                  <a:pt x="6038963" y="92531"/>
                </a:lnTo>
                <a:lnTo>
                  <a:pt x="6038558" y="92542"/>
                </a:lnTo>
                <a:lnTo>
                  <a:pt x="6038172" y="92560"/>
                </a:lnTo>
                <a:lnTo>
                  <a:pt x="6037804" y="92588"/>
                </a:lnTo>
                <a:lnTo>
                  <a:pt x="6037453" y="92626"/>
                </a:lnTo>
                <a:lnTo>
                  <a:pt x="6037118" y="92676"/>
                </a:lnTo>
                <a:lnTo>
                  <a:pt x="6036799" y="92738"/>
                </a:lnTo>
                <a:lnTo>
                  <a:pt x="6036494" y="92814"/>
                </a:lnTo>
                <a:lnTo>
                  <a:pt x="6036204" y="92905"/>
                </a:lnTo>
                <a:lnTo>
                  <a:pt x="6035927" y="93012"/>
                </a:lnTo>
                <a:lnTo>
                  <a:pt x="6035663" y="93135"/>
                </a:lnTo>
                <a:lnTo>
                  <a:pt x="6035410" y="93277"/>
                </a:lnTo>
                <a:lnTo>
                  <a:pt x="6035168" y="93438"/>
                </a:lnTo>
                <a:lnTo>
                  <a:pt x="6034937" y="93619"/>
                </a:lnTo>
                <a:lnTo>
                  <a:pt x="6034715" y="93821"/>
                </a:lnTo>
                <a:lnTo>
                  <a:pt x="6034502" y="94045"/>
                </a:lnTo>
                <a:lnTo>
                  <a:pt x="6034297" y="94294"/>
                </a:lnTo>
                <a:lnTo>
                  <a:pt x="6034100" y="94566"/>
                </a:lnTo>
                <a:lnTo>
                  <a:pt x="6033908" y="94865"/>
                </a:lnTo>
                <a:lnTo>
                  <a:pt x="6033723" y="95190"/>
                </a:lnTo>
                <a:lnTo>
                  <a:pt x="6033543" y="95543"/>
                </a:lnTo>
                <a:lnTo>
                  <a:pt x="6033366" y="95924"/>
                </a:lnTo>
                <a:lnTo>
                  <a:pt x="6033194" y="96336"/>
                </a:lnTo>
                <a:lnTo>
                  <a:pt x="6033024" y="96779"/>
                </a:lnTo>
                <a:lnTo>
                  <a:pt x="6032462" y="97967"/>
                </a:lnTo>
                <a:lnTo>
                  <a:pt x="6031841" y="99073"/>
                </a:lnTo>
                <a:lnTo>
                  <a:pt x="6031166" y="100100"/>
                </a:lnTo>
                <a:lnTo>
                  <a:pt x="6030441" y="101051"/>
                </a:lnTo>
                <a:lnTo>
                  <a:pt x="6029670" y="101929"/>
                </a:lnTo>
                <a:lnTo>
                  <a:pt x="6028860" y="102736"/>
                </a:lnTo>
                <a:lnTo>
                  <a:pt x="6028015" y="103476"/>
                </a:lnTo>
                <a:lnTo>
                  <a:pt x="6027140" y="104150"/>
                </a:lnTo>
                <a:lnTo>
                  <a:pt x="6026239" y="104763"/>
                </a:lnTo>
                <a:lnTo>
                  <a:pt x="6025317" y="105315"/>
                </a:lnTo>
                <a:lnTo>
                  <a:pt x="6024380" y="105811"/>
                </a:lnTo>
                <a:lnTo>
                  <a:pt x="6023432" y="106253"/>
                </a:lnTo>
                <a:lnTo>
                  <a:pt x="6022478" y="106644"/>
                </a:lnTo>
                <a:lnTo>
                  <a:pt x="6021522" y="106986"/>
                </a:lnTo>
                <a:lnTo>
                  <a:pt x="6020571" y="107282"/>
                </a:lnTo>
                <a:lnTo>
                  <a:pt x="6019628" y="107536"/>
                </a:lnTo>
                <a:lnTo>
                  <a:pt x="6018698" y="107749"/>
                </a:lnTo>
                <a:lnTo>
                  <a:pt x="6017787" y="107925"/>
                </a:lnTo>
                <a:lnTo>
                  <a:pt x="6016898" y="108067"/>
                </a:lnTo>
                <a:lnTo>
                  <a:pt x="6016038" y="108176"/>
                </a:lnTo>
                <a:lnTo>
                  <a:pt x="6015210" y="108256"/>
                </a:lnTo>
                <a:lnTo>
                  <a:pt x="6014420" y="108310"/>
                </a:lnTo>
                <a:lnTo>
                  <a:pt x="6013673" y="108341"/>
                </a:lnTo>
                <a:lnTo>
                  <a:pt x="6012973" y="108350"/>
                </a:lnTo>
                <a:lnTo>
                  <a:pt x="6011166" y="108300"/>
                </a:lnTo>
                <a:lnTo>
                  <a:pt x="6009365" y="108151"/>
                </a:lnTo>
                <a:lnTo>
                  <a:pt x="6007573" y="107903"/>
                </a:lnTo>
                <a:lnTo>
                  <a:pt x="6005796" y="107559"/>
                </a:lnTo>
                <a:lnTo>
                  <a:pt x="6004039" y="107119"/>
                </a:lnTo>
                <a:lnTo>
                  <a:pt x="6002306" y="106584"/>
                </a:lnTo>
                <a:lnTo>
                  <a:pt x="6000603" y="105956"/>
                </a:lnTo>
                <a:lnTo>
                  <a:pt x="5998935" y="105235"/>
                </a:lnTo>
                <a:lnTo>
                  <a:pt x="5997306" y="104424"/>
                </a:lnTo>
                <a:lnTo>
                  <a:pt x="5995722" y="103522"/>
                </a:lnTo>
                <a:lnTo>
                  <a:pt x="5994187" y="102531"/>
                </a:lnTo>
                <a:lnTo>
                  <a:pt x="5992706" y="101453"/>
                </a:lnTo>
                <a:lnTo>
                  <a:pt x="5991285" y="100288"/>
                </a:lnTo>
                <a:lnTo>
                  <a:pt x="5989927" y="99038"/>
                </a:lnTo>
                <a:lnTo>
                  <a:pt x="5988639" y="97703"/>
                </a:lnTo>
                <a:lnTo>
                  <a:pt x="5987425" y="96285"/>
                </a:lnTo>
                <a:lnTo>
                  <a:pt x="5986290" y="94786"/>
                </a:lnTo>
                <a:lnTo>
                  <a:pt x="5985238" y="93206"/>
                </a:lnTo>
                <a:lnTo>
                  <a:pt x="5984276" y="91546"/>
                </a:lnTo>
                <a:lnTo>
                  <a:pt x="5983407" y="89808"/>
                </a:lnTo>
                <a:lnTo>
                  <a:pt x="5982637" y="87992"/>
                </a:lnTo>
                <a:lnTo>
                  <a:pt x="5981971" y="86100"/>
                </a:lnTo>
                <a:lnTo>
                  <a:pt x="5981413" y="84134"/>
                </a:lnTo>
                <a:lnTo>
                  <a:pt x="5980969" y="82093"/>
                </a:lnTo>
                <a:lnTo>
                  <a:pt x="6038422" y="82093"/>
                </a:lnTo>
                <a:lnTo>
                  <a:pt x="6038926" y="82093"/>
                </a:lnTo>
                <a:lnTo>
                  <a:pt x="6039424" y="82089"/>
                </a:lnTo>
                <a:lnTo>
                  <a:pt x="6039915" y="82079"/>
                </a:lnTo>
                <a:lnTo>
                  <a:pt x="6040399" y="82060"/>
                </a:lnTo>
                <a:lnTo>
                  <a:pt x="6040872" y="82029"/>
                </a:lnTo>
                <a:lnTo>
                  <a:pt x="6041334" y="81982"/>
                </a:lnTo>
                <a:lnTo>
                  <a:pt x="6041784" y="81916"/>
                </a:lnTo>
                <a:lnTo>
                  <a:pt x="6042220" y="81829"/>
                </a:lnTo>
                <a:lnTo>
                  <a:pt x="6042640" y="81717"/>
                </a:lnTo>
                <a:lnTo>
                  <a:pt x="6043044" y="81577"/>
                </a:lnTo>
                <a:lnTo>
                  <a:pt x="6043429" y="81406"/>
                </a:lnTo>
                <a:lnTo>
                  <a:pt x="6043795" y="81202"/>
                </a:lnTo>
                <a:lnTo>
                  <a:pt x="6044140" y="80960"/>
                </a:lnTo>
                <a:lnTo>
                  <a:pt x="6044462" y="80677"/>
                </a:lnTo>
                <a:lnTo>
                  <a:pt x="6044760" y="80352"/>
                </a:lnTo>
                <a:lnTo>
                  <a:pt x="6045033" y="79980"/>
                </a:lnTo>
                <a:lnTo>
                  <a:pt x="6045279" y="79559"/>
                </a:lnTo>
                <a:lnTo>
                  <a:pt x="6045497" y="79084"/>
                </a:lnTo>
                <a:lnTo>
                  <a:pt x="6045685" y="78555"/>
                </a:lnTo>
                <a:lnTo>
                  <a:pt x="6045842" y="77966"/>
                </a:lnTo>
                <a:lnTo>
                  <a:pt x="6045967" y="77316"/>
                </a:lnTo>
                <a:lnTo>
                  <a:pt x="6046058" y="76600"/>
                </a:lnTo>
                <a:lnTo>
                  <a:pt x="6046114" y="75816"/>
                </a:lnTo>
                <a:lnTo>
                  <a:pt x="6046132" y="74962"/>
                </a:lnTo>
                <a:lnTo>
                  <a:pt x="6046068" y="72231"/>
                </a:lnTo>
                <a:lnTo>
                  <a:pt x="6045875" y="69539"/>
                </a:lnTo>
                <a:lnTo>
                  <a:pt x="6045553" y="66893"/>
                </a:lnTo>
                <a:lnTo>
                  <a:pt x="6045102" y="64300"/>
                </a:lnTo>
                <a:lnTo>
                  <a:pt x="6044522" y="61766"/>
                </a:lnTo>
                <a:lnTo>
                  <a:pt x="6043813" y="59299"/>
                </a:lnTo>
                <a:lnTo>
                  <a:pt x="6042974" y="56905"/>
                </a:lnTo>
                <a:lnTo>
                  <a:pt x="6042005" y="54591"/>
                </a:lnTo>
                <a:lnTo>
                  <a:pt x="6040907" y="52365"/>
                </a:lnTo>
                <a:lnTo>
                  <a:pt x="6039678" y="50232"/>
                </a:lnTo>
                <a:lnTo>
                  <a:pt x="6038320" y="48200"/>
                </a:lnTo>
                <a:lnTo>
                  <a:pt x="6036830" y="46276"/>
                </a:lnTo>
                <a:lnTo>
                  <a:pt x="6035211" y="44467"/>
                </a:lnTo>
                <a:lnTo>
                  <a:pt x="6033460" y="42778"/>
                </a:lnTo>
                <a:lnTo>
                  <a:pt x="6031579" y="41218"/>
                </a:lnTo>
                <a:lnTo>
                  <a:pt x="6029567" y="39793"/>
                </a:lnTo>
                <a:lnTo>
                  <a:pt x="6027423" y="38510"/>
                </a:lnTo>
                <a:lnTo>
                  <a:pt x="6025149" y="37376"/>
                </a:lnTo>
                <a:lnTo>
                  <a:pt x="6022742" y="36397"/>
                </a:lnTo>
                <a:lnTo>
                  <a:pt x="6020204" y="35581"/>
                </a:lnTo>
                <a:lnTo>
                  <a:pt x="6017534" y="34935"/>
                </a:lnTo>
                <a:lnTo>
                  <a:pt x="6014732" y="34464"/>
                </a:lnTo>
                <a:lnTo>
                  <a:pt x="6011797" y="34177"/>
                </a:lnTo>
                <a:lnTo>
                  <a:pt x="6008731" y="34080"/>
                </a:lnTo>
                <a:lnTo>
                  <a:pt x="6005887" y="34179"/>
                </a:lnTo>
                <a:lnTo>
                  <a:pt x="6003096" y="34473"/>
                </a:lnTo>
                <a:lnTo>
                  <a:pt x="6000363" y="34955"/>
                </a:lnTo>
                <a:lnTo>
                  <a:pt x="5997694" y="35618"/>
                </a:lnTo>
                <a:lnTo>
                  <a:pt x="5995096" y="36457"/>
                </a:lnTo>
                <a:lnTo>
                  <a:pt x="5992575" y="37464"/>
                </a:lnTo>
                <a:lnTo>
                  <a:pt x="5990137" y="38633"/>
                </a:lnTo>
                <a:lnTo>
                  <a:pt x="5987788" y="39958"/>
                </a:lnTo>
                <a:lnTo>
                  <a:pt x="5985533" y="41432"/>
                </a:lnTo>
                <a:lnTo>
                  <a:pt x="5983380" y="43050"/>
                </a:lnTo>
                <a:lnTo>
                  <a:pt x="5981335" y="44803"/>
                </a:lnTo>
                <a:lnTo>
                  <a:pt x="5979402" y="46687"/>
                </a:lnTo>
                <a:lnTo>
                  <a:pt x="5977589" y="48694"/>
                </a:lnTo>
                <a:lnTo>
                  <a:pt x="5975902" y="50818"/>
                </a:lnTo>
                <a:lnTo>
                  <a:pt x="5974347" y="53053"/>
                </a:lnTo>
                <a:lnTo>
                  <a:pt x="5972929" y="55392"/>
                </a:lnTo>
                <a:lnTo>
                  <a:pt x="5971655" y="57829"/>
                </a:lnTo>
                <a:lnTo>
                  <a:pt x="5970531" y="60357"/>
                </a:lnTo>
                <a:lnTo>
                  <a:pt x="5969564" y="62971"/>
                </a:lnTo>
                <a:lnTo>
                  <a:pt x="5968758" y="65662"/>
                </a:lnTo>
                <a:lnTo>
                  <a:pt x="5968121" y="68425"/>
                </a:lnTo>
                <a:lnTo>
                  <a:pt x="5967659" y="71254"/>
                </a:lnTo>
                <a:lnTo>
                  <a:pt x="5967376" y="74142"/>
                </a:lnTo>
                <a:lnTo>
                  <a:pt x="5967281" y="77083"/>
                </a:lnTo>
                <a:lnTo>
                  <a:pt x="5967382" y="80005"/>
                </a:lnTo>
                <a:lnTo>
                  <a:pt x="5967679" y="82878"/>
                </a:lnTo>
                <a:lnTo>
                  <a:pt x="5968166" y="85696"/>
                </a:lnTo>
                <a:lnTo>
                  <a:pt x="5968839" y="88451"/>
                </a:lnTo>
                <a:lnTo>
                  <a:pt x="5969689" y="91136"/>
                </a:lnTo>
                <a:lnTo>
                  <a:pt x="5970712" y="93746"/>
                </a:lnTo>
                <a:lnTo>
                  <a:pt x="5971901" y="96274"/>
                </a:lnTo>
                <a:lnTo>
                  <a:pt x="5973250" y="98712"/>
                </a:lnTo>
                <a:lnTo>
                  <a:pt x="5974754" y="101054"/>
                </a:lnTo>
                <a:lnTo>
                  <a:pt x="5976405" y="103294"/>
                </a:lnTo>
                <a:lnTo>
                  <a:pt x="5978197" y="105424"/>
                </a:lnTo>
                <a:lnTo>
                  <a:pt x="5980126" y="107439"/>
                </a:lnTo>
                <a:lnTo>
                  <a:pt x="5982184" y="109330"/>
                </a:lnTo>
                <a:lnTo>
                  <a:pt x="5984365" y="111092"/>
                </a:lnTo>
                <a:lnTo>
                  <a:pt x="5986663" y="112719"/>
                </a:lnTo>
                <a:lnTo>
                  <a:pt x="5989073" y="114202"/>
                </a:lnTo>
                <a:lnTo>
                  <a:pt x="5991588" y="115536"/>
                </a:lnTo>
                <a:lnTo>
                  <a:pt x="5994202" y="116714"/>
                </a:lnTo>
                <a:lnTo>
                  <a:pt x="5996909" y="117729"/>
                </a:lnTo>
                <a:lnTo>
                  <a:pt x="5999703" y="118574"/>
                </a:lnTo>
                <a:lnTo>
                  <a:pt x="6002577" y="119244"/>
                </a:lnTo>
                <a:lnTo>
                  <a:pt x="6005526" y="119730"/>
                </a:lnTo>
                <a:lnTo>
                  <a:pt x="6008543" y="120027"/>
                </a:lnTo>
                <a:lnTo>
                  <a:pt x="6011622" y="120127"/>
                </a:lnTo>
                <a:lnTo>
                  <a:pt x="6014719" y="120039"/>
                </a:lnTo>
                <a:lnTo>
                  <a:pt x="6017648" y="119783"/>
                </a:lnTo>
                <a:lnTo>
                  <a:pt x="6020412" y="119372"/>
                </a:lnTo>
                <a:lnTo>
                  <a:pt x="6023015" y="118819"/>
                </a:lnTo>
                <a:lnTo>
                  <a:pt x="6025461" y="118137"/>
                </a:lnTo>
                <a:lnTo>
                  <a:pt x="6027751" y="117339"/>
                </a:lnTo>
                <a:lnTo>
                  <a:pt x="6029890" y="116438"/>
                </a:lnTo>
                <a:lnTo>
                  <a:pt x="6031880" y="115447"/>
                </a:lnTo>
                <a:lnTo>
                  <a:pt x="6033725" y="114379"/>
                </a:lnTo>
                <a:lnTo>
                  <a:pt x="6035428" y="113247"/>
                </a:lnTo>
                <a:lnTo>
                  <a:pt x="6036992" y="112064"/>
                </a:lnTo>
                <a:lnTo>
                  <a:pt x="6038421" y="110843"/>
                </a:lnTo>
                <a:lnTo>
                  <a:pt x="6039717" y="109596"/>
                </a:lnTo>
                <a:lnTo>
                  <a:pt x="6040883" y="108338"/>
                </a:lnTo>
                <a:lnTo>
                  <a:pt x="6041923" y="107080"/>
                </a:lnTo>
                <a:lnTo>
                  <a:pt x="6042841" y="105836"/>
                </a:lnTo>
                <a:lnTo>
                  <a:pt x="6043638" y="104619"/>
                </a:lnTo>
                <a:lnTo>
                  <a:pt x="6044319" y="103441"/>
                </a:lnTo>
                <a:lnTo>
                  <a:pt x="6044886" y="102316"/>
                </a:lnTo>
                <a:lnTo>
                  <a:pt x="6045343" y="101257"/>
                </a:lnTo>
                <a:lnTo>
                  <a:pt x="6045693" y="100276"/>
                </a:lnTo>
                <a:lnTo>
                  <a:pt x="6045939" y="99387"/>
                </a:lnTo>
                <a:lnTo>
                  <a:pt x="6046085" y="98603"/>
                </a:lnTo>
                <a:lnTo>
                  <a:pt x="6046132" y="97937"/>
                </a:lnTo>
                <a:lnTo>
                  <a:pt x="6046104" y="97290"/>
                </a:lnTo>
                <a:lnTo>
                  <a:pt x="6046022" y="96696"/>
                </a:lnTo>
                <a:lnTo>
                  <a:pt x="6045890" y="96153"/>
                </a:lnTo>
                <a:lnTo>
                  <a:pt x="6045713" y="95659"/>
                </a:lnTo>
                <a:lnTo>
                  <a:pt x="6045495" y="95213"/>
                </a:lnTo>
                <a:lnTo>
                  <a:pt x="6045241" y="94811"/>
                </a:lnTo>
                <a:lnTo>
                  <a:pt x="6044955" y="94451"/>
                </a:lnTo>
                <a:close/>
                <a:moveTo>
                  <a:pt x="5984711" y="60730"/>
                </a:moveTo>
                <a:lnTo>
                  <a:pt x="5985576" y="59270"/>
                </a:lnTo>
                <a:lnTo>
                  <a:pt x="5986511" y="57869"/>
                </a:lnTo>
                <a:lnTo>
                  <a:pt x="5987513" y="56529"/>
                </a:lnTo>
                <a:lnTo>
                  <a:pt x="5988581" y="55253"/>
                </a:lnTo>
                <a:lnTo>
                  <a:pt x="5989710" y="54043"/>
                </a:lnTo>
                <a:lnTo>
                  <a:pt x="5990898" y="52905"/>
                </a:lnTo>
                <a:lnTo>
                  <a:pt x="5992143" y="51839"/>
                </a:lnTo>
                <a:lnTo>
                  <a:pt x="5993441" y="50850"/>
                </a:lnTo>
                <a:lnTo>
                  <a:pt x="5994790" y="49940"/>
                </a:lnTo>
                <a:lnTo>
                  <a:pt x="5996186" y="49113"/>
                </a:lnTo>
                <a:lnTo>
                  <a:pt x="5997627" y="48372"/>
                </a:lnTo>
                <a:lnTo>
                  <a:pt x="5999110" y="47719"/>
                </a:lnTo>
                <a:lnTo>
                  <a:pt x="6000632" y="47158"/>
                </a:lnTo>
                <a:lnTo>
                  <a:pt x="6002191" y="46693"/>
                </a:lnTo>
                <a:lnTo>
                  <a:pt x="6003783" y="46325"/>
                </a:lnTo>
                <a:lnTo>
                  <a:pt x="6005405" y="46059"/>
                </a:lnTo>
                <a:lnTo>
                  <a:pt x="6007055" y="45897"/>
                </a:lnTo>
                <a:lnTo>
                  <a:pt x="6008731" y="45842"/>
                </a:lnTo>
                <a:lnTo>
                  <a:pt x="6009993" y="45868"/>
                </a:lnTo>
                <a:lnTo>
                  <a:pt x="6011270" y="45948"/>
                </a:lnTo>
                <a:lnTo>
                  <a:pt x="6012557" y="46088"/>
                </a:lnTo>
                <a:lnTo>
                  <a:pt x="6013848" y="46291"/>
                </a:lnTo>
                <a:lnTo>
                  <a:pt x="6015138" y="46562"/>
                </a:lnTo>
                <a:lnTo>
                  <a:pt x="6016421" y="46906"/>
                </a:lnTo>
                <a:lnTo>
                  <a:pt x="6017693" y="47326"/>
                </a:lnTo>
                <a:lnTo>
                  <a:pt x="6018949" y="47828"/>
                </a:lnTo>
                <a:lnTo>
                  <a:pt x="6020182" y="48415"/>
                </a:lnTo>
                <a:lnTo>
                  <a:pt x="6021388" y="49092"/>
                </a:lnTo>
                <a:lnTo>
                  <a:pt x="6022561" y="49865"/>
                </a:lnTo>
                <a:lnTo>
                  <a:pt x="6023696" y="50736"/>
                </a:lnTo>
                <a:lnTo>
                  <a:pt x="6024788" y="51710"/>
                </a:lnTo>
                <a:lnTo>
                  <a:pt x="6025832" y="52792"/>
                </a:lnTo>
                <a:lnTo>
                  <a:pt x="6026822" y="53987"/>
                </a:lnTo>
                <a:lnTo>
                  <a:pt x="6027753" y="55299"/>
                </a:lnTo>
                <a:lnTo>
                  <a:pt x="6028620" y="56731"/>
                </a:lnTo>
                <a:lnTo>
                  <a:pt x="6029417" y="58289"/>
                </a:lnTo>
                <a:lnTo>
                  <a:pt x="6030139" y="59978"/>
                </a:lnTo>
                <a:lnTo>
                  <a:pt x="6030781" y="61800"/>
                </a:lnTo>
                <a:lnTo>
                  <a:pt x="6031338" y="63762"/>
                </a:lnTo>
                <a:lnTo>
                  <a:pt x="6031805" y="65867"/>
                </a:lnTo>
                <a:lnTo>
                  <a:pt x="6032175" y="68120"/>
                </a:lnTo>
                <a:lnTo>
                  <a:pt x="6032444" y="70525"/>
                </a:lnTo>
                <a:lnTo>
                  <a:pt x="5981163" y="70525"/>
                </a:lnTo>
                <a:lnTo>
                  <a:pt x="5981545" y="68784"/>
                </a:lnTo>
                <a:lnTo>
                  <a:pt x="5982015" y="67082"/>
                </a:lnTo>
                <a:lnTo>
                  <a:pt x="5982569" y="65423"/>
                </a:lnTo>
                <a:lnTo>
                  <a:pt x="5983205" y="63809"/>
                </a:lnTo>
                <a:lnTo>
                  <a:pt x="5983920" y="62243"/>
                </a:lnTo>
                <a:lnTo>
                  <a:pt x="5984711" y="60730"/>
                </a:lnTo>
                <a:close/>
                <a:moveTo>
                  <a:pt x="6247674" y="94811"/>
                </a:moveTo>
                <a:lnTo>
                  <a:pt x="6247387" y="94451"/>
                </a:lnTo>
                <a:lnTo>
                  <a:pt x="6247073" y="94131"/>
                </a:lnTo>
                <a:lnTo>
                  <a:pt x="6246736" y="93849"/>
                </a:lnTo>
                <a:lnTo>
                  <a:pt x="6246379" y="93602"/>
                </a:lnTo>
                <a:lnTo>
                  <a:pt x="6246008" y="93388"/>
                </a:lnTo>
                <a:lnTo>
                  <a:pt x="6245626" y="93205"/>
                </a:lnTo>
                <a:lnTo>
                  <a:pt x="6245238" y="93049"/>
                </a:lnTo>
                <a:lnTo>
                  <a:pt x="6244849" y="92920"/>
                </a:lnTo>
                <a:lnTo>
                  <a:pt x="6244462" y="92814"/>
                </a:lnTo>
                <a:lnTo>
                  <a:pt x="6244082" y="92729"/>
                </a:lnTo>
                <a:lnTo>
                  <a:pt x="6243714" y="92662"/>
                </a:lnTo>
                <a:lnTo>
                  <a:pt x="6243361" y="92613"/>
                </a:lnTo>
                <a:lnTo>
                  <a:pt x="6243029" y="92577"/>
                </a:lnTo>
                <a:lnTo>
                  <a:pt x="6242721" y="92553"/>
                </a:lnTo>
                <a:lnTo>
                  <a:pt x="6242441" y="92539"/>
                </a:lnTo>
                <a:lnTo>
                  <a:pt x="6242195" y="92531"/>
                </a:lnTo>
                <a:lnTo>
                  <a:pt x="6241986" y="92529"/>
                </a:lnTo>
                <a:lnTo>
                  <a:pt x="6241820" y="92528"/>
                </a:lnTo>
                <a:lnTo>
                  <a:pt x="6241396" y="92531"/>
                </a:lnTo>
                <a:lnTo>
                  <a:pt x="6240991" y="92542"/>
                </a:lnTo>
                <a:lnTo>
                  <a:pt x="6240605" y="92560"/>
                </a:lnTo>
                <a:lnTo>
                  <a:pt x="6240237" y="92588"/>
                </a:lnTo>
                <a:lnTo>
                  <a:pt x="6239886" y="92626"/>
                </a:lnTo>
                <a:lnTo>
                  <a:pt x="6239551" y="92676"/>
                </a:lnTo>
                <a:lnTo>
                  <a:pt x="6239232" y="92738"/>
                </a:lnTo>
                <a:lnTo>
                  <a:pt x="6238927" y="92814"/>
                </a:lnTo>
                <a:lnTo>
                  <a:pt x="6238637" y="92905"/>
                </a:lnTo>
                <a:lnTo>
                  <a:pt x="6238360" y="93012"/>
                </a:lnTo>
                <a:lnTo>
                  <a:pt x="6238095" y="93135"/>
                </a:lnTo>
                <a:lnTo>
                  <a:pt x="6237843" y="93277"/>
                </a:lnTo>
                <a:lnTo>
                  <a:pt x="6237601" y="93438"/>
                </a:lnTo>
                <a:lnTo>
                  <a:pt x="6237370" y="93619"/>
                </a:lnTo>
                <a:lnTo>
                  <a:pt x="6237148" y="93821"/>
                </a:lnTo>
                <a:lnTo>
                  <a:pt x="6236935" y="94045"/>
                </a:lnTo>
                <a:lnTo>
                  <a:pt x="6236730" y="94294"/>
                </a:lnTo>
                <a:lnTo>
                  <a:pt x="6236532" y="94566"/>
                </a:lnTo>
                <a:lnTo>
                  <a:pt x="6236341" y="94865"/>
                </a:lnTo>
                <a:lnTo>
                  <a:pt x="6236156" y="95190"/>
                </a:lnTo>
                <a:lnTo>
                  <a:pt x="6235975" y="95543"/>
                </a:lnTo>
                <a:lnTo>
                  <a:pt x="6235799" y="95924"/>
                </a:lnTo>
                <a:lnTo>
                  <a:pt x="6235626" y="96336"/>
                </a:lnTo>
                <a:lnTo>
                  <a:pt x="6235457" y="96779"/>
                </a:lnTo>
                <a:lnTo>
                  <a:pt x="6234895" y="97967"/>
                </a:lnTo>
                <a:lnTo>
                  <a:pt x="6234274" y="99073"/>
                </a:lnTo>
                <a:lnTo>
                  <a:pt x="6233598" y="100100"/>
                </a:lnTo>
                <a:lnTo>
                  <a:pt x="6232873" y="101051"/>
                </a:lnTo>
                <a:lnTo>
                  <a:pt x="6232103" y="101929"/>
                </a:lnTo>
                <a:lnTo>
                  <a:pt x="6231293" y="102736"/>
                </a:lnTo>
                <a:lnTo>
                  <a:pt x="6230448" y="103476"/>
                </a:lnTo>
                <a:lnTo>
                  <a:pt x="6229572" y="104150"/>
                </a:lnTo>
                <a:lnTo>
                  <a:pt x="6228671" y="104763"/>
                </a:lnTo>
                <a:lnTo>
                  <a:pt x="6227750" y="105315"/>
                </a:lnTo>
                <a:lnTo>
                  <a:pt x="6226813" y="105811"/>
                </a:lnTo>
                <a:lnTo>
                  <a:pt x="6225865" y="106253"/>
                </a:lnTo>
                <a:lnTo>
                  <a:pt x="6224910" y="106644"/>
                </a:lnTo>
                <a:lnTo>
                  <a:pt x="6223955" y="106986"/>
                </a:lnTo>
                <a:lnTo>
                  <a:pt x="6223003" y="107282"/>
                </a:lnTo>
                <a:lnTo>
                  <a:pt x="6222060" y="107536"/>
                </a:lnTo>
                <a:lnTo>
                  <a:pt x="6221131" y="107749"/>
                </a:lnTo>
                <a:lnTo>
                  <a:pt x="6220219" y="107925"/>
                </a:lnTo>
                <a:lnTo>
                  <a:pt x="6219331" y="108067"/>
                </a:lnTo>
                <a:lnTo>
                  <a:pt x="6218470" y="108176"/>
                </a:lnTo>
                <a:lnTo>
                  <a:pt x="6217643" y="108256"/>
                </a:lnTo>
                <a:lnTo>
                  <a:pt x="6216853" y="108310"/>
                </a:lnTo>
                <a:lnTo>
                  <a:pt x="6216106" y="108341"/>
                </a:lnTo>
                <a:lnTo>
                  <a:pt x="6215405" y="108350"/>
                </a:lnTo>
                <a:lnTo>
                  <a:pt x="6213599" y="108300"/>
                </a:lnTo>
                <a:lnTo>
                  <a:pt x="6211797" y="108151"/>
                </a:lnTo>
                <a:lnTo>
                  <a:pt x="6210006" y="107903"/>
                </a:lnTo>
                <a:lnTo>
                  <a:pt x="6208229" y="107559"/>
                </a:lnTo>
                <a:lnTo>
                  <a:pt x="6206472" y="107119"/>
                </a:lnTo>
                <a:lnTo>
                  <a:pt x="6204739" y="106584"/>
                </a:lnTo>
                <a:lnTo>
                  <a:pt x="6203036" y="105956"/>
                </a:lnTo>
                <a:lnTo>
                  <a:pt x="6201368" y="105235"/>
                </a:lnTo>
                <a:lnTo>
                  <a:pt x="6199739" y="104424"/>
                </a:lnTo>
                <a:lnTo>
                  <a:pt x="6198155" y="103522"/>
                </a:lnTo>
                <a:lnTo>
                  <a:pt x="6196620" y="102531"/>
                </a:lnTo>
                <a:lnTo>
                  <a:pt x="6195139" y="101453"/>
                </a:lnTo>
                <a:lnTo>
                  <a:pt x="6193717" y="100288"/>
                </a:lnTo>
                <a:lnTo>
                  <a:pt x="6192360" y="99038"/>
                </a:lnTo>
                <a:lnTo>
                  <a:pt x="6191072" y="97703"/>
                </a:lnTo>
                <a:lnTo>
                  <a:pt x="6189858" y="96285"/>
                </a:lnTo>
                <a:lnTo>
                  <a:pt x="6188722" y="94786"/>
                </a:lnTo>
                <a:lnTo>
                  <a:pt x="6187671" y="93206"/>
                </a:lnTo>
                <a:lnTo>
                  <a:pt x="6186709" y="91546"/>
                </a:lnTo>
                <a:lnTo>
                  <a:pt x="6185840" y="89808"/>
                </a:lnTo>
                <a:lnTo>
                  <a:pt x="6185070" y="87992"/>
                </a:lnTo>
                <a:lnTo>
                  <a:pt x="6184404" y="86100"/>
                </a:lnTo>
                <a:lnTo>
                  <a:pt x="6183846" y="84134"/>
                </a:lnTo>
                <a:lnTo>
                  <a:pt x="6183402" y="82093"/>
                </a:lnTo>
                <a:lnTo>
                  <a:pt x="6240855" y="82093"/>
                </a:lnTo>
                <a:lnTo>
                  <a:pt x="6241358" y="82093"/>
                </a:lnTo>
                <a:lnTo>
                  <a:pt x="6241857" y="82089"/>
                </a:lnTo>
                <a:lnTo>
                  <a:pt x="6242348" y="82079"/>
                </a:lnTo>
                <a:lnTo>
                  <a:pt x="6242831" y="82060"/>
                </a:lnTo>
                <a:lnTo>
                  <a:pt x="6243305" y="82029"/>
                </a:lnTo>
                <a:lnTo>
                  <a:pt x="6243767" y="81982"/>
                </a:lnTo>
                <a:lnTo>
                  <a:pt x="6244217" y="81916"/>
                </a:lnTo>
                <a:lnTo>
                  <a:pt x="6244653" y="81829"/>
                </a:lnTo>
                <a:lnTo>
                  <a:pt x="6245073" y="81717"/>
                </a:lnTo>
                <a:lnTo>
                  <a:pt x="6245477" y="81577"/>
                </a:lnTo>
                <a:lnTo>
                  <a:pt x="6245862" y="81406"/>
                </a:lnTo>
                <a:lnTo>
                  <a:pt x="6246228" y="81202"/>
                </a:lnTo>
                <a:lnTo>
                  <a:pt x="6246572" y="80960"/>
                </a:lnTo>
                <a:lnTo>
                  <a:pt x="6246895" y="80677"/>
                </a:lnTo>
                <a:lnTo>
                  <a:pt x="6247193" y="80352"/>
                </a:lnTo>
                <a:lnTo>
                  <a:pt x="6247466" y="79980"/>
                </a:lnTo>
                <a:lnTo>
                  <a:pt x="6247712" y="79559"/>
                </a:lnTo>
                <a:lnTo>
                  <a:pt x="6247930" y="79084"/>
                </a:lnTo>
                <a:lnTo>
                  <a:pt x="6248118" y="78555"/>
                </a:lnTo>
                <a:lnTo>
                  <a:pt x="6248275" y="77966"/>
                </a:lnTo>
                <a:lnTo>
                  <a:pt x="6248400" y="77316"/>
                </a:lnTo>
                <a:lnTo>
                  <a:pt x="6248491" y="76600"/>
                </a:lnTo>
                <a:lnTo>
                  <a:pt x="6248546" y="75816"/>
                </a:lnTo>
                <a:lnTo>
                  <a:pt x="6248565" y="74962"/>
                </a:lnTo>
                <a:lnTo>
                  <a:pt x="6248501" y="72231"/>
                </a:lnTo>
                <a:lnTo>
                  <a:pt x="6248308" y="69539"/>
                </a:lnTo>
                <a:lnTo>
                  <a:pt x="6247986" y="66893"/>
                </a:lnTo>
                <a:lnTo>
                  <a:pt x="6247535" y="64300"/>
                </a:lnTo>
                <a:lnTo>
                  <a:pt x="6246955" y="61766"/>
                </a:lnTo>
                <a:lnTo>
                  <a:pt x="6246246" y="59299"/>
                </a:lnTo>
                <a:lnTo>
                  <a:pt x="6245407" y="56905"/>
                </a:lnTo>
                <a:lnTo>
                  <a:pt x="6244438" y="54591"/>
                </a:lnTo>
                <a:lnTo>
                  <a:pt x="6243340" y="52365"/>
                </a:lnTo>
                <a:lnTo>
                  <a:pt x="6242111" y="50232"/>
                </a:lnTo>
                <a:lnTo>
                  <a:pt x="6240752" y="48200"/>
                </a:lnTo>
                <a:lnTo>
                  <a:pt x="6239263" y="46276"/>
                </a:lnTo>
                <a:lnTo>
                  <a:pt x="6237644" y="44467"/>
                </a:lnTo>
                <a:lnTo>
                  <a:pt x="6235893" y="42778"/>
                </a:lnTo>
                <a:lnTo>
                  <a:pt x="6234012" y="41218"/>
                </a:lnTo>
                <a:lnTo>
                  <a:pt x="6232000" y="39793"/>
                </a:lnTo>
                <a:lnTo>
                  <a:pt x="6229856" y="38510"/>
                </a:lnTo>
                <a:lnTo>
                  <a:pt x="6227581" y="37376"/>
                </a:lnTo>
                <a:lnTo>
                  <a:pt x="6225175" y="36397"/>
                </a:lnTo>
                <a:lnTo>
                  <a:pt x="6222637" y="35581"/>
                </a:lnTo>
                <a:lnTo>
                  <a:pt x="6219967" y="34935"/>
                </a:lnTo>
                <a:lnTo>
                  <a:pt x="6217164" y="34464"/>
                </a:lnTo>
                <a:lnTo>
                  <a:pt x="6214230" y="34177"/>
                </a:lnTo>
                <a:lnTo>
                  <a:pt x="6211163" y="34080"/>
                </a:lnTo>
                <a:lnTo>
                  <a:pt x="6208320" y="34179"/>
                </a:lnTo>
                <a:lnTo>
                  <a:pt x="6205528" y="34473"/>
                </a:lnTo>
                <a:lnTo>
                  <a:pt x="6202795" y="34955"/>
                </a:lnTo>
                <a:lnTo>
                  <a:pt x="6200127" y="35618"/>
                </a:lnTo>
                <a:lnTo>
                  <a:pt x="6197529" y="36457"/>
                </a:lnTo>
                <a:lnTo>
                  <a:pt x="6195008" y="37464"/>
                </a:lnTo>
                <a:lnTo>
                  <a:pt x="6192570" y="38633"/>
                </a:lnTo>
                <a:lnTo>
                  <a:pt x="6190220" y="39958"/>
                </a:lnTo>
                <a:lnTo>
                  <a:pt x="6187966" y="41432"/>
                </a:lnTo>
                <a:lnTo>
                  <a:pt x="6185813" y="43050"/>
                </a:lnTo>
                <a:lnTo>
                  <a:pt x="6183767" y="44803"/>
                </a:lnTo>
                <a:lnTo>
                  <a:pt x="6181835" y="46687"/>
                </a:lnTo>
                <a:lnTo>
                  <a:pt x="6180022" y="48694"/>
                </a:lnTo>
                <a:lnTo>
                  <a:pt x="6178335" y="50818"/>
                </a:lnTo>
                <a:lnTo>
                  <a:pt x="6176779" y="53053"/>
                </a:lnTo>
                <a:lnTo>
                  <a:pt x="6175362" y="55392"/>
                </a:lnTo>
                <a:lnTo>
                  <a:pt x="6174088" y="57829"/>
                </a:lnTo>
                <a:lnTo>
                  <a:pt x="6172964" y="60357"/>
                </a:lnTo>
                <a:lnTo>
                  <a:pt x="6171996" y="62971"/>
                </a:lnTo>
                <a:lnTo>
                  <a:pt x="6171191" y="65662"/>
                </a:lnTo>
                <a:lnTo>
                  <a:pt x="6170554" y="68425"/>
                </a:lnTo>
                <a:lnTo>
                  <a:pt x="6170091" y="71254"/>
                </a:lnTo>
                <a:lnTo>
                  <a:pt x="6169809" y="74142"/>
                </a:lnTo>
                <a:lnTo>
                  <a:pt x="6169714" y="77083"/>
                </a:lnTo>
                <a:lnTo>
                  <a:pt x="6169814" y="80005"/>
                </a:lnTo>
                <a:lnTo>
                  <a:pt x="6170111" y="82878"/>
                </a:lnTo>
                <a:lnTo>
                  <a:pt x="6170599" y="85696"/>
                </a:lnTo>
                <a:lnTo>
                  <a:pt x="6171271" y="88451"/>
                </a:lnTo>
                <a:lnTo>
                  <a:pt x="6172122" y="91136"/>
                </a:lnTo>
                <a:lnTo>
                  <a:pt x="6173145" y="93746"/>
                </a:lnTo>
                <a:lnTo>
                  <a:pt x="6174334" y="96274"/>
                </a:lnTo>
                <a:lnTo>
                  <a:pt x="6175683" y="98712"/>
                </a:lnTo>
                <a:lnTo>
                  <a:pt x="6177186" y="101054"/>
                </a:lnTo>
                <a:lnTo>
                  <a:pt x="6178837" y="103294"/>
                </a:lnTo>
                <a:lnTo>
                  <a:pt x="6180630" y="105424"/>
                </a:lnTo>
                <a:lnTo>
                  <a:pt x="6182558" y="107439"/>
                </a:lnTo>
                <a:lnTo>
                  <a:pt x="6184616" y="109330"/>
                </a:lnTo>
                <a:lnTo>
                  <a:pt x="6186798" y="111092"/>
                </a:lnTo>
                <a:lnTo>
                  <a:pt x="6189096" y="112719"/>
                </a:lnTo>
                <a:lnTo>
                  <a:pt x="6191506" y="114202"/>
                </a:lnTo>
                <a:lnTo>
                  <a:pt x="6194021" y="115536"/>
                </a:lnTo>
                <a:lnTo>
                  <a:pt x="6196635" y="116714"/>
                </a:lnTo>
                <a:lnTo>
                  <a:pt x="6199342" y="117729"/>
                </a:lnTo>
                <a:lnTo>
                  <a:pt x="6202135" y="118574"/>
                </a:lnTo>
                <a:lnTo>
                  <a:pt x="6205010" y="119244"/>
                </a:lnTo>
                <a:lnTo>
                  <a:pt x="6207958" y="119730"/>
                </a:lnTo>
                <a:lnTo>
                  <a:pt x="6210976" y="120027"/>
                </a:lnTo>
                <a:lnTo>
                  <a:pt x="6214055" y="120127"/>
                </a:lnTo>
                <a:lnTo>
                  <a:pt x="6217152" y="120039"/>
                </a:lnTo>
                <a:lnTo>
                  <a:pt x="6220080" y="119783"/>
                </a:lnTo>
                <a:lnTo>
                  <a:pt x="6222845" y="119372"/>
                </a:lnTo>
                <a:lnTo>
                  <a:pt x="6225448" y="118819"/>
                </a:lnTo>
                <a:lnTo>
                  <a:pt x="6227893" y="118137"/>
                </a:lnTo>
                <a:lnTo>
                  <a:pt x="6230184" y="117339"/>
                </a:lnTo>
                <a:lnTo>
                  <a:pt x="6232323" y="116438"/>
                </a:lnTo>
                <a:lnTo>
                  <a:pt x="6234313" y="115447"/>
                </a:lnTo>
                <a:lnTo>
                  <a:pt x="6236158" y="114379"/>
                </a:lnTo>
                <a:lnTo>
                  <a:pt x="6237861" y="113247"/>
                </a:lnTo>
                <a:lnTo>
                  <a:pt x="6239425" y="112064"/>
                </a:lnTo>
                <a:lnTo>
                  <a:pt x="6240854" y="110843"/>
                </a:lnTo>
                <a:lnTo>
                  <a:pt x="6242149" y="109596"/>
                </a:lnTo>
                <a:lnTo>
                  <a:pt x="6243316" y="108338"/>
                </a:lnTo>
                <a:lnTo>
                  <a:pt x="6244356" y="107080"/>
                </a:lnTo>
                <a:lnTo>
                  <a:pt x="6245273" y="105836"/>
                </a:lnTo>
                <a:lnTo>
                  <a:pt x="6246071" y="104619"/>
                </a:lnTo>
                <a:lnTo>
                  <a:pt x="6246752" y="103441"/>
                </a:lnTo>
                <a:lnTo>
                  <a:pt x="6247319" y="102316"/>
                </a:lnTo>
                <a:lnTo>
                  <a:pt x="6247776" y="101257"/>
                </a:lnTo>
                <a:lnTo>
                  <a:pt x="6248126" y="100276"/>
                </a:lnTo>
                <a:lnTo>
                  <a:pt x="6248372" y="99387"/>
                </a:lnTo>
                <a:lnTo>
                  <a:pt x="6248517" y="98603"/>
                </a:lnTo>
                <a:lnTo>
                  <a:pt x="6248565" y="97937"/>
                </a:lnTo>
                <a:lnTo>
                  <a:pt x="6248537" y="97290"/>
                </a:lnTo>
                <a:lnTo>
                  <a:pt x="6248454" y="96696"/>
                </a:lnTo>
                <a:lnTo>
                  <a:pt x="6248323" y="96153"/>
                </a:lnTo>
                <a:lnTo>
                  <a:pt x="6248146" y="95659"/>
                </a:lnTo>
                <a:lnTo>
                  <a:pt x="6247928" y="95213"/>
                </a:lnTo>
                <a:lnTo>
                  <a:pt x="6247674" y="94811"/>
                </a:lnTo>
                <a:close/>
                <a:moveTo>
                  <a:pt x="6186353" y="62243"/>
                </a:moveTo>
                <a:lnTo>
                  <a:pt x="6187144" y="60730"/>
                </a:lnTo>
                <a:lnTo>
                  <a:pt x="6188008" y="59270"/>
                </a:lnTo>
                <a:lnTo>
                  <a:pt x="6188943" y="57869"/>
                </a:lnTo>
                <a:lnTo>
                  <a:pt x="6189946" y="56529"/>
                </a:lnTo>
                <a:lnTo>
                  <a:pt x="6191013" y="55253"/>
                </a:lnTo>
                <a:lnTo>
                  <a:pt x="6192143" y="54043"/>
                </a:lnTo>
                <a:lnTo>
                  <a:pt x="6193331" y="52905"/>
                </a:lnTo>
                <a:lnTo>
                  <a:pt x="6194576" y="51839"/>
                </a:lnTo>
                <a:lnTo>
                  <a:pt x="6195874" y="50850"/>
                </a:lnTo>
                <a:lnTo>
                  <a:pt x="6197222" y="49940"/>
                </a:lnTo>
                <a:lnTo>
                  <a:pt x="6198618" y="49113"/>
                </a:lnTo>
                <a:lnTo>
                  <a:pt x="6200060" y="48372"/>
                </a:lnTo>
                <a:lnTo>
                  <a:pt x="6201543" y="47719"/>
                </a:lnTo>
                <a:lnTo>
                  <a:pt x="6203065" y="47158"/>
                </a:lnTo>
                <a:lnTo>
                  <a:pt x="6204623" y="46693"/>
                </a:lnTo>
                <a:lnTo>
                  <a:pt x="6206215" y="46325"/>
                </a:lnTo>
                <a:lnTo>
                  <a:pt x="6207838" y="46059"/>
                </a:lnTo>
                <a:lnTo>
                  <a:pt x="6209488" y="45897"/>
                </a:lnTo>
                <a:lnTo>
                  <a:pt x="6211163" y="45842"/>
                </a:lnTo>
                <a:lnTo>
                  <a:pt x="6212426" y="45868"/>
                </a:lnTo>
                <a:lnTo>
                  <a:pt x="6213703" y="45948"/>
                </a:lnTo>
                <a:lnTo>
                  <a:pt x="6214990" y="46088"/>
                </a:lnTo>
                <a:lnTo>
                  <a:pt x="6216281" y="46291"/>
                </a:lnTo>
                <a:lnTo>
                  <a:pt x="6217570" y="46562"/>
                </a:lnTo>
                <a:lnTo>
                  <a:pt x="6218854" y="46906"/>
                </a:lnTo>
                <a:lnTo>
                  <a:pt x="6220126" y="47326"/>
                </a:lnTo>
                <a:lnTo>
                  <a:pt x="6221381" y="47828"/>
                </a:lnTo>
                <a:lnTo>
                  <a:pt x="6222615" y="48415"/>
                </a:lnTo>
                <a:lnTo>
                  <a:pt x="6223820" y="49092"/>
                </a:lnTo>
                <a:lnTo>
                  <a:pt x="6224994" y="49865"/>
                </a:lnTo>
                <a:lnTo>
                  <a:pt x="6226129" y="50736"/>
                </a:lnTo>
                <a:lnTo>
                  <a:pt x="6227221" y="51710"/>
                </a:lnTo>
                <a:lnTo>
                  <a:pt x="6228265" y="52792"/>
                </a:lnTo>
                <a:lnTo>
                  <a:pt x="6229255" y="53987"/>
                </a:lnTo>
                <a:lnTo>
                  <a:pt x="6230186" y="55299"/>
                </a:lnTo>
                <a:lnTo>
                  <a:pt x="6231052" y="56731"/>
                </a:lnTo>
                <a:lnTo>
                  <a:pt x="6231849" y="58289"/>
                </a:lnTo>
                <a:lnTo>
                  <a:pt x="6232572" y="59978"/>
                </a:lnTo>
                <a:lnTo>
                  <a:pt x="6233214" y="61800"/>
                </a:lnTo>
                <a:lnTo>
                  <a:pt x="6233771" y="63762"/>
                </a:lnTo>
                <a:lnTo>
                  <a:pt x="6234237" y="65867"/>
                </a:lnTo>
                <a:lnTo>
                  <a:pt x="6234608" y="68120"/>
                </a:lnTo>
                <a:lnTo>
                  <a:pt x="6234877" y="70525"/>
                </a:lnTo>
                <a:lnTo>
                  <a:pt x="6183596" y="70525"/>
                </a:lnTo>
                <a:lnTo>
                  <a:pt x="6183978" y="68784"/>
                </a:lnTo>
                <a:lnTo>
                  <a:pt x="6184447" y="67082"/>
                </a:lnTo>
                <a:lnTo>
                  <a:pt x="6185002" y="65423"/>
                </a:lnTo>
                <a:lnTo>
                  <a:pt x="6185638" y="63809"/>
                </a:lnTo>
                <a:lnTo>
                  <a:pt x="6186353" y="62243"/>
                </a:lnTo>
                <a:close/>
                <a:moveTo>
                  <a:pt x="6650870" y="60369"/>
                </a:moveTo>
                <a:lnTo>
                  <a:pt x="6649787" y="57823"/>
                </a:lnTo>
                <a:lnTo>
                  <a:pt x="6648561" y="55372"/>
                </a:lnTo>
                <a:lnTo>
                  <a:pt x="6647197" y="53023"/>
                </a:lnTo>
                <a:lnTo>
                  <a:pt x="6645703" y="50781"/>
                </a:lnTo>
                <a:lnTo>
                  <a:pt x="6644083" y="48652"/>
                </a:lnTo>
                <a:lnTo>
                  <a:pt x="6642345" y="46643"/>
                </a:lnTo>
                <a:lnTo>
                  <a:pt x="6640494" y="44760"/>
                </a:lnTo>
                <a:lnTo>
                  <a:pt x="6638538" y="43008"/>
                </a:lnTo>
                <a:lnTo>
                  <a:pt x="6636481" y="41394"/>
                </a:lnTo>
                <a:lnTo>
                  <a:pt x="6634330" y="39924"/>
                </a:lnTo>
                <a:lnTo>
                  <a:pt x="6632091" y="38604"/>
                </a:lnTo>
                <a:lnTo>
                  <a:pt x="6629771" y="37441"/>
                </a:lnTo>
                <a:lnTo>
                  <a:pt x="6627376" y="36439"/>
                </a:lnTo>
                <a:lnTo>
                  <a:pt x="6624912" y="35606"/>
                </a:lnTo>
                <a:lnTo>
                  <a:pt x="6622384" y="34948"/>
                </a:lnTo>
                <a:lnTo>
                  <a:pt x="6619800" y="34470"/>
                </a:lnTo>
                <a:lnTo>
                  <a:pt x="6617165" y="34178"/>
                </a:lnTo>
                <a:lnTo>
                  <a:pt x="6614487" y="34080"/>
                </a:lnTo>
                <a:lnTo>
                  <a:pt x="6611808" y="34178"/>
                </a:lnTo>
                <a:lnTo>
                  <a:pt x="6609173" y="34470"/>
                </a:lnTo>
                <a:lnTo>
                  <a:pt x="6606589" y="34948"/>
                </a:lnTo>
                <a:lnTo>
                  <a:pt x="6604061" y="35606"/>
                </a:lnTo>
                <a:lnTo>
                  <a:pt x="6601597" y="36439"/>
                </a:lnTo>
                <a:lnTo>
                  <a:pt x="6599202" y="37441"/>
                </a:lnTo>
                <a:lnTo>
                  <a:pt x="6596882" y="38604"/>
                </a:lnTo>
                <a:lnTo>
                  <a:pt x="6594643" y="39924"/>
                </a:lnTo>
                <a:lnTo>
                  <a:pt x="6592492" y="41394"/>
                </a:lnTo>
                <a:lnTo>
                  <a:pt x="6590435" y="43008"/>
                </a:lnTo>
                <a:lnTo>
                  <a:pt x="6588479" y="44760"/>
                </a:lnTo>
                <a:lnTo>
                  <a:pt x="6586628" y="46643"/>
                </a:lnTo>
                <a:lnTo>
                  <a:pt x="6584890" y="48652"/>
                </a:lnTo>
                <a:lnTo>
                  <a:pt x="6583270" y="50781"/>
                </a:lnTo>
                <a:lnTo>
                  <a:pt x="6581776" y="53023"/>
                </a:lnTo>
                <a:lnTo>
                  <a:pt x="6580412" y="55372"/>
                </a:lnTo>
                <a:lnTo>
                  <a:pt x="6579186" y="57823"/>
                </a:lnTo>
                <a:lnTo>
                  <a:pt x="6578103" y="60369"/>
                </a:lnTo>
                <a:lnTo>
                  <a:pt x="6577169" y="63003"/>
                </a:lnTo>
                <a:lnTo>
                  <a:pt x="6576392" y="65721"/>
                </a:lnTo>
                <a:lnTo>
                  <a:pt x="6575776" y="68515"/>
                </a:lnTo>
                <a:lnTo>
                  <a:pt x="6575329" y="71380"/>
                </a:lnTo>
                <a:lnTo>
                  <a:pt x="6575056" y="74310"/>
                </a:lnTo>
                <a:lnTo>
                  <a:pt x="6574964" y="77298"/>
                </a:lnTo>
                <a:lnTo>
                  <a:pt x="6575058" y="80328"/>
                </a:lnTo>
                <a:lnTo>
                  <a:pt x="6575336" y="83289"/>
                </a:lnTo>
                <a:lnTo>
                  <a:pt x="6575792" y="86175"/>
                </a:lnTo>
                <a:lnTo>
                  <a:pt x="6576419" y="88980"/>
                </a:lnTo>
                <a:lnTo>
                  <a:pt x="6577209" y="91700"/>
                </a:lnTo>
                <a:lnTo>
                  <a:pt x="6578157" y="94330"/>
                </a:lnTo>
                <a:lnTo>
                  <a:pt x="6579255" y="96863"/>
                </a:lnTo>
                <a:lnTo>
                  <a:pt x="6580498" y="99295"/>
                </a:lnTo>
                <a:lnTo>
                  <a:pt x="6581877" y="101620"/>
                </a:lnTo>
                <a:lnTo>
                  <a:pt x="6583387" y="103833"/>
                </a:lnTo>
                <a:lnTo>
                  <a:pt x="6585021" y="105930"/>
                </a:lnTo>
                <a:lnTo>
                  <a:pt x="6586772" y="107903"/>
                </a:lnTo>
                <a:lnTo>
                  <a:pt x="6588634" y="109750"/>
                </a:lnTo>
                <a:lnTo>
                  <a:pt x="6590599" y="111463"/>
                </a:lnTo>
                <a:lnTo>
                  <a:pt x="6592662" y="113038"/>
                </a:lnTo>
                <a:lnTo>
                  <a:pt x="6594814" y="114470"/>
                </a:lnTo>
                <a:lnTo>
                  <a:pt x="6597051" y="115753"/>
                </a:lnTo>
                <a:lnTo>
                  <a:pt x="6599364" y="116882"/>
                </a:lnTo>
                <a:lnTo>
                  <a:pt x="6601748" y="117851"/>
                </a:lnTo>
                <a:lnTo>
                  <a:pt x="6604195" y="118656"/>
                </a:lnTo>
                <a:lnTo>
                  <a:pt x="6606699" y="119292"/>
                </a:lnTo>
                <a:lnTo>
                  <a:pt x="6609254" y="119752"/>
                </a:lnTo>
                <a:lnTo>
                  <a:pt x="6611852" y="120032"/>
                </a:lnTo>
                <a:lnTo>
                  <a:pt x="6614487" y="120127"/>
                </a:lnTo>
                <a:lnTo>
                  <a:pt x="6617121" y="120031"/>
                </a:lnTo>
                <a:lnTo>
                  <a:pt x="6619719" y="119749"/>
                </a:lnTo>
                <a:lnTo>
                  <a:pt x="6622274" y="119284"/>
                </a:lnTo>
                <a:lnTo>
                  <a:pt x="6624778" y="118643"/>
                </a:lnTo>
                <a:lnTo>
                  <a:pt x="6627225" y="117831"/>
                </a:lnTo>
                <a:lnTo>
                  <a:pt x="6629609" y="116854"/>
                </a:lnTo>
                <a:lnTo>
                  <a:pt x="6631922" y="115717"/>
                </a:lnTo>
                <a:lnTo>
                  <a:pt x="6634159" y="114426"/>
                </a:lnTo>
                <a:lnTo>
                  <a:pt x="6636311" y="112987"/>
                </a:lnTo>
                <a:lnTo>
                  <a:pt x="6638374" y="111404"/>
                </a:lnTo>
                <a:lnTo>
                  <a:pt x="6640339" y="109683"/>
                </a:lnTo>
                <a:lnTo>
                  <a:pt x="6642201" y="107831"/>
                </a:lnTo>
                <a:lnTo>
                  <a:pt x="6643952" y="105851"/>
                </a:lnTo>
                <a:lnTo>
                  <a:pt x="6645586" y="103751"/>
                </a:lnTo>
                <a:lnTo>
                  <a:pt x="6647096" y="101535"/>
                </a:lnTo>
                <a:lnTo>
                  <a:pt x="6648475" y="99208"/>
                </a:lnTo>
                <a:lnTo>
                  <a:pt x="6649718" y="96778"/>
                </a:lnTo>
                <a:lnTo>
                  <a:pt x="6650816" y="94248"/>
                </a:lnTo>
                <a:lnTo>
                  <a:pt x="6651764" y="91624"/>
                </a:lnTo>
                <a:lnTo>
                  <a:pt x="6652554" y="88913"/>
                </a:lnTo>
                <a:lnTo>
                  <a:pt x="6653181" y="86119"/>
                </a:lnTo>
                <a:lnTo>
                  <a:pt x="6653637" y="83248"/>
                </a:lnTo>
                <a:lnTo>
                  <a:pt x="6653915" y="80306"/>
                </a:lnTo>
                <a:lnTo>
                  <a:pt x="6654009" y="77298"/>
                </a:lnTo>
                <a:lnTo>
                  <a:pt x="6653917" y="74310"/>
                </a:lnTo>
                <a:lnTo>
                  <a:pt x="6653644" y="71380"/>
                </a:lnTo>
                <a:lnTo>
                  <a:pt x="6653197" y="68515"/>
                </a:lnTo>
                <a:lnTo>
                  <a:pt x="6652581" y="65721"/>
                </a:lnTo>
                <a:lnTo>
                  <a:pt x="6651804" y="63003"/>
                </a:lnTo>
                <a:lnTo>
                  <a:pt x="6650870" y="60369"/>
                </a:lnTo>
                <a:close/>
                <a:moveTo>
                  <a:pt x="6638616" y="88584"/>
                </a:moveTo>
                <a:lnTo>
                  <a:pt x="6637895" y="90491"/>
                </a:lnTo>
                <a:lnTo>
                  <a:pt x="6637079" y="92329"/>
                </a:lnTo>
                <a:lnTo>
                  <a:pt x="6636172" y="94092"/>
                </a:lnTo>
                <a:lnTo>
                  <a:pt x="6635178" y="95776"/>
                </a:lnTo>
                <a:lnTo>
                  <a:pt x="6634102" y="97376"/>
                </a:lnTo>
                <a:lnTo>
                  <a:pt x="6632947" y="98887"/>
                </a:lnTo>
                <a:lnTo>
                  <a:pt x="6631718" y="100305"/>
                </a:lnTo>
                <a:lnTo>
                  <a:pt x="6630418" y="101625"/>
                </a:lnTo>
                <a:lnTo>
                  <a:pt x="6629053" y="102842"/>
                </a:lnTo>
                <a:lnTo>
                  <a:pt x="6627625" y="103951"/>
                </a:lnTo>
                <a:lnTo>
                  <a:pt x="6626141" y="104947"/>
                </a:lnTo>
                <a:lnTo>
                  <a:pt x="6624603" y="105826"/>
                </a:lnTo>
                <a:lnTo>
                  <a:pt x="6623015" y="106583"/>
                </a:lnTo>
                <a:lnTo>
                  <a:pt x="6621383" y="107213"/>
                </a:lnTo>
                <a:lnTo>
                  <a:pt x="6619710" y="107711"/>
                </a:lnTo>
                <a:lnTo>
                  <a:pt x="6618000" y="108073"/>
                </a:lnTo>
                <a:lnTo>
                  <a:pt x="6616257" y="108293"/>
                </a:lnTo>
                <a:lnTo>
                  <a:pt x="6614487" y="108368"/>
                </a:lnTo>
                <a:lnTo>
                  <a:pt x="6612716" y="108293"/>
                </a:lnTo>
                <a:lnTo>
                  <a:pt x="6610973" y="108073"/>
                </a:lnTo>
                <a:lnTo>
                  <a:pt x="6609264" y="107711"/>
                </a:lnTo>
                <a:lnTo>
                  <a:pt x="6607590" y="107213"/>
                </a:lnTo>
                <a:lnTo>
                  <a:pt x="6605958" y="106583"/>
                </a:lnTo>
                <a:lnTo>
                  <a:pt x="6604371" y="105826"/>
                </a:lnTo>
                <a:lnTo>
                  <a:pt x="6602832" y="104947"/>
                </a:lnTo>
                <a:lnTo>
                  <a:pt x="6601348" y="103951"/>
                </a:lnTo>
                <a:lnTo>
                  <a:pt x="6599920" y="102842"/>
                </a:lnTo>
                <a:lnTo>
                  <a:pt x="6598555" y="101625"/>
                </a:lnTo>
                <a:lnTo>
                  <a:pt x="6597256" y="100305"/>
                </a:lnTo>
                <a:lnTo>
                  <a:pt x="6596026" y="98887"/>
                </a:lnTo>
                <a:lnTo>
                  <a:pt x="6594871" y="97376"/>
                </a:lnTo>
                <a:lnTo>
                  <a:pt x="6593795" y="95776"/>
                </a:lnTo>
                <a:lnTo>
                  <a:pt x="6592801" y="94092"/>
                </a:lnTo>
                <a:lnTo>
                  <a:pt x="6591894" y="92329"/>
                </a:lnTo>
                <a:lnTo>
                  <a:pt x="6591078" y="90491"/>
                </a:lnTo>
                <a:lnTo>
                  <a:pt x="6590357" y="88584"/>
                </a:lnTo>
                <a:lnTo>
                  <a:pt x="6589736" y="86612"/>
                </a:lnTo>
                <a:lnTo>
                  <a:pt x="6589218" y="84580"/>
                </a:lnTo>
                <a:lnTo>
                  <a:pt x="6588808" y="82493"/>
                </a:lnTo>
                <a:lnTo>
                  <a:pt x="6588510" y="80355"/>
                </a:lnTo>
                <a:lnTo>
                  <a:pt x="6588328" y="78172"/>
                </a:lnTo>
                <a:lnTo>
                  <a:pt x="6588267" y="75947"/>
                </a:lnTo>
                <a:lnTo>
                  <a:pt x="6588331" y="73779"/>
                </a:lnTo>
                <a:lnTo>
                  <a:pt x="6588521" y="71666"/>
                </a:lnTo>
                <a:lnTo>
                  <a:pt x="6588832" y="69612"/>
                </a:lnTo>
                <a:lnTo>
                  <a:pt x="6589258" y="67620"/>
                </a:lnTo>
                <a:lnTo>
                  <a:pt x="6589795" y="65693"/>
                </a:lnTo>
                <a:lnTo>
                  <a:pt x="6590439" y="63835"/>
                </a:lnTo>
                <a:lnTo>
                  <a:pt x="6591183" y="62049"/>
                </a:lnTo>
                <a:lnTo>
                  <a:pt x="6592023" y="60337"/>
                </a:lnTo>
                <a:lnTo>
                  <a:pt x="6592954" y="58705"/>
                </a:lnTo>
                <a:lnTo>
                  <a:pt x="6593971" y="57154"/>
                </a:lnTo>
                <a:lnTo>
                  <a:pt x="6595069" y="55687"/>
                </a:lnTo>
                <a:lnTo>
                  <a:pt x="6596243" y="54309"/>
                </a:lnTo>
                <a:lnTo>
                  <a:pt x="6597489" y="53023"/>
                </a:lnTo>
                <a:lnTo>
                  <a:pt x="6598801" y="51831"/>
                </a:lnTo>
                <a:lnTo>
                  <a:pt x="6600175" y="50737"/>
                </a:lnTo>
                <a:lnTo>
                  <a:pt x="6601605" y="49745"/>
                </a:lnTo>
                <a:lnTo>
                  <a:pt x="6603087" y="48857"/>
                </a:lnTo>
                <a:lnTo>
                  <a:pt x="6604615" y="48076"/>
                </a:lnTo>
                <a:lnTo>
                  <a:pt x="6606185" y="47407"/>
                </a:lnTo>
                <a:lnTo>
                  <a:pt x="6607792" y="46852"/>
                </a:lnTo>
                <a:lnTo>
                  <a:pt x="6609430" y="46415"/>
                </a:lnTo>
                <a:lnTo>
                  <a:pt x="6611095" y="46099"/>
                </a:lnTo>
                <a:lnTo>
                  <a:pt x="6612782" y="45907"/>
                </a:lnTo>
                <a:lnTo>
                  <a:pt x="6614487" y="45842"/>
                </a:lnTo>
                <a:lnTo>
                  <a:pt x="6616213" y="45907"/>
                </a:lnTo>
                <a:lnTo>
                  <a:pt x="6617919" y="46099"/>
                </a:lnTo>
                <a:lnTo>
                  <a:pt x="6619599" y="46415"/>
                </a:lnTo>
                <a:lnTo>
                  <a:pt x="6621249" y="46852"/>
                </a:lnTo>
                <a:lnTo>
                  <a:pt x="6622864" y="47407"/>
                </a:lnTo>
                <a:lnTo>
                  <a:pt x="6624440" y="48076"/>
                </a:lnTo>
                <a:lnTo>
                  <a:pt x="6625972" y="48857"/>
                </a:lnTo>
                <a:lnTo>
                  <a:pt x="6627454" y="49745"/>
                </a:lnTo>
                <a:lnTo>
                  <a:pt x="6628883" y="50737"/>
                </a:lnTo>
                <a:lnTo>
                  <a:pt x="6630254" y="51831"/>
                </a:lnTo>
                <a:lnTo>
                  <a:pt x="6631562" y="53023"/>
                </a:lnTo>
                <a:lnTo>
                  <a:pt x="6632802" y="54309"/>
                </a:lnTo>
                <a:lnTo>
                  <a:pt x="6633970" y="55687"/>
                </a:lnTo>
                <a:lnTo>
                  <a:pt x="6635061" y="57154"/>
                </a:lnTo>
                <a:lnTo>
                  <a:pt x="6636071" y="58705"/>
                </a:lnTo>
                <a:lnTo>
                  <a:pt x="6636994" y="60337"/>
                </a:lnTo>
                <a:lnTo>
                  <a:pt x="6637826" y="62049"/>
                </a:lnTo>
                <a:lnTo>
                  <a:pt x="6638562" y="63835"/>
                </a:lnTo>
                <a:lnTo>
                  <a:pt x="6639198" y="65693"/>
                </a:lnTo>
                <a:lnTo>
                  <a:pt x="6639728" y="67620"/>
                </a:lnTo>
                <a:lnTo>
                  <a:pt x="6640149" y="69612"/>
                </a:lnTo>
                <a:lnTo>
                  <a:pt x="6640456" y="71666"/>
                </a:lnTo>
                <a:lnTo>
                  <a:pt x="6640643" y="73779"/>
                </a:lnTo>
                <a:lnTo>
                  <a:pt x="6640707" y="75947"/>
                </a:lnTo>
                <a:lnTo>
                  <a:pt x="6640645" y="78172"/>
                </a:lnTo>
                <a:lnTo>
                  <a:pt x="6640463" y="80355"/>
                </a:lnTo>
                <a:lnTo>
                  <a:pt x="6640165" y="82493"/>
                </a:lnTo>
                <a:lnTo>
                  <a:pt x="6639755" y="84580"/>
                </a:lnTo>
                <a:lnTo>
                  <a:pt x="6639237" y="86612"/>
                </a:lnTo>
                <a:lnTo>
                  <a:pt x="6638616" y="88584"/>
                </a:lnTo>
                <a:close/>
                <a:moveTo>
                  <a:pt x="7053350" y="82607"/>
                </a:moveTo>
                <a:lnTo>
                  <a:pt x="7052066" y="81064"/>
                </a:lnTo>
                <a:lnTo>
                  <a:pt x="7050655" y="79649"/>
                </a:lnTo>
                <a:lnTo>
                  <a:pt x="7049137" y="78355"/>
                </a:lnTo>
                <a:lnTo>
                  <a:pt x="7047530" y="77178"/>
                </a:lnTo>
                <a:lnTo>
                  <a:pt x="7045853" y="76112"/>
                </a:lnTo>
                <a:lnTo>
                  <a:pt x="7044125" y="75151"/>
                </a:lnTo>
                <a:lnTo>
                  <a:pt x="7042365" y="74289"/>
                </a:lnTo>
                <a:lnTo>
                  <a:pt x="7040591" y="73521"/>
                </a:lnTo>
                <a:lnTo>
                  <a:pt x="7038823" y="72842"/>
                </a:lnTo>
                <a:lnTo>
                  <a:pt x="7037080" y="72245"/>
                </a:lnTo>
                <a:lnTo>
                  <a:pt x="7035381" y="71725"/>
                </a:lnTo>
                <a:lnTo>
                  <a:pt x="7033744" y="71276"/>
                </a:lnTo>
                <a:lnTo>
                  <a:pt x="7032188" y="70894"/>
                </a:lnTo>
                <a:lnTo>
                  <a:pt x="7030732" y="70572"/>
                </a:lnTo>
                <a:lnTo>
                  <a:pt x="7029396" y="70304"/>
                </a:lnTo>
                <a:lnTo>
                  <a:pt x="7028197" y="70085"/>
                </a:lnTo>
                <a:lnTo>
                  <a:pt x="7027156" y="69910"/>
                </a:lnTo>
                <a:lnTo>
                  <a:pt x="7026291" y="69772"/>
                </a:lnTo>
                <a:lnTo>
                  <a:pt x="7013182" y="67457"/>
                </a:lnTo>
                <a:lnTo>
                  <a:pt x="7012446" y="67352"/>
                </a:lnTo>
                <a:lnTo>
                  <a:pt x="7011640" y="67229"/>
                </a:lnTo>
                <a:lnTo>
                  <a:pt x="7010773" y="67087"/>
                </a:lnTo>
                <a:lnTo>
                  <a:pt x="7009855" y="66924"/>
                </a:lnTo>
                <a:lnTo>
                  <a:pt x="7008895" y="66739"/>
                </a:lnTo>
                <a:lnTo>
                  <a:pt x="7007901" y="66530"/>
                </a:lnTo>
                <a:lnTo>
                  <a:pt x="7006882" y="66295"/>
                </a:lnTo>
                <a:lnTo>
                  <a:pt x="7005848" y="66033"/>
                </a:lnTo>
                <a:lnTo>
                  <a:pt x="7004808" y="65742"/>
                </a:lnTo>
                <a:lnTo>
                  <a:pt x="7003769" y="65421"/>
                </a:lnTo>
                <a:lnTo>
                  <a:pt x="7002742" y="65068"/>
                </a:lnTo>
                <a:lnTo>
                  <a:pt x="7001735" y="64681"/>
                </a:lnTo>
                <a:lnTo>
                  <a:pt x="7000757" y="64259"/>
                </a:lnTo>
                <a:lnTo>
                  <a:pt x="6999817" y="63801"/>
                </a:lnTo>
                <a:lnTo>
                  <a:pt x="6998924" y="63304"/>
                </a:lnTo>
                <a:lnTo>
                  <a:pt x="6998087" y="62767"/>
                </a:lnTo>
                <a:lnTo>
                  <a:pt x="6997315" y="62188"/>
                </a:lnTo>
                <a:lnTo>
                  <a:pt x="6996617" y="61567"/>
                </a:lnTo>
                <a:lnTo>
                  <a:pt x="6996002" y="60900"/>
                </a:lnTo>
                <a:lnTo>
                  <a:pt x="6995478" y="60188"/>
                </a:lnTo>
                <a:lnTo>
                  <a:pt x="6995056" y="59427"/>
                </a:lnTo>
                <a:lnTo>
                  <a:pt x="6994743" y="58617"/>
                </a:lnTo>
                <a:lnTo>
                  <a:pt x="6994548" y="57756"/>
                </a:lnTo>
                <a:lnTo>
                  <a:pt x="6994481" y="56842"/>
                </a:lnTo>
                <a:lnTo>
                  <a:pt x="6994514" y="56210"/>
                </a:lnTo>
                <a:lnTo>
                  <a:pt x="6994613" y="55572"/>
                </a:lnTo>
                <a:lnTo>
                  <a:pt x="6994782" y="54929"/>
                </a:lnTo>
                <a:lnTo>
                  <a:pt x="6995023" y="54285"/>
                </a:lnTo>
                <a:lnTo>
                  <a:pt x="6995339" y="53644"/>
                </a:lnTo>
                <a:lnTo>
                  <a:pt x="6995731" y="53007"/>
                </a:lnTo>
                <a:lnTo>
                  <a:pt x="6996204" y="52378"/>
                </a:lnTo>
                <a:lnTo>
                  <a:pt x="6996759" y="51761"/>
                </a:lnTo>
                <a:lnTo>
                  <a:pt x="6997399" y="51157"/>
                </a:lnTo>
                <a:lnTo>
                  <a:pt x="6998127" y="50571"/>
                </a:lnTo>
                <a:lnTo>
                  <a:pt x="6998945" y="50004"/>
                </a:lnTo>
                <a:lnTo>
                  <a:pt x="6999855" y="49461"/>
                </a:lnTo>
                <a:lnTo>
                  <a:pt x="7000861" y="48944"/>
                </a:lnTo>
                <a:lnTo>
                  <a:pt x="7001965" y="48456"/>
                </a:lnTo>
                <a:lnTo>
                  <a:pt x="7003170" y="48000"/>
                </a:lnTo>
                <a:lnTo>
                  <a:pt x="7004478" y="47579"/>
                </a:lnTo>
                <a:lnTo>
                  <a:pt x="7005891" y="47197"/>
                </a:lnTo>
                <a:lnTo>
                  <a:pt x="7007413" y="46855"/>
                </a:lnTo>
                <a:lnTo>
                  <a:pt x="7009046" y="46558"/>
                </a:lnTo>
                <a:lnTo>
                  <a:pt x="7010793" y="46308"/>
                </a:lnTo>
                <a:lnTo>
                  <a:pt x="7012655" y="46109"/>
                </a:lnTo>
                <a:lnTo>
                  <a:pt x="7014636" y="45963"/>
                </a:lnTo>
                <a:lnTo>
                  <a:pt x="7016739" y="45873"/>
                </a:lnTo>
                <a:lnTo>
                  <a:pt x="7018966" y="45842"/>
                </a:lnTo>
                <a:lnTo>
                  <a:pt x="7020897" y="45872"/>
                </a:lnTo>
                <a:lnTo>
                  <a:pt x="7022695" y="45959"/>
                </a:lnTo>
                <a:lnTo>
                  <a:pt x="7024364" y="46101"/>
                </a:lnTo>
                <a:lnTo>
                  <a:pt x="7025909" y="46294"/>
                </a:lnTo>
                <a:lnTo>
                  <a:pt x="7027335" y="46536"/>
                </a:lnTo>
                <a:lnTo>
                  <a:pt x="7028647" y="46825"/>
                </a:lnTo>
                <a:lnTo>
                  <a:pt x="7029849" y="47157"/>
                </a:lnTo>
                <a:lnTo>
                  <a:pt x="7030947" y="47529"/>
                </a:lnTo>
                <a:lnTo>
                  <a:pt x="7031945" y="47938"/>
                </a:lnTo>
                <a:lnTo>
                  <a:pt x="7032848" y="48383"/>
                </a:lnTo>
                <a:lnTo>
                  <a:pt x="7033661" y="48859"/>
                </a:lnTo>
                <a:lnTo>
                  <a:pt x="7034389" y="49364"/>
                </a:lnTo>
                <a:lnTo>
                  <a:pt x="7035036" y="49895"/>
                </a:lnTo>
                <a:lnTo>
                  <a:pt x="7035608" y="50450"/>
                </a:lnTo>
                <a:lnTo>
                  <a:pt x="7036110" y="51024"/>
                </a:lnTo>
                <a:lnTo>
                  <a:pt x="7036546" y="51617"/>
                </a:lnTo>
                <a:lnTo>
                  <a:pt x="7036920" y="52224"/>
                </a:lnTo>
                <a:lnTo>
                  <a:pt x="7037239" y="52843"/>
                </a:lnTo>
                <a:lnTo>
                  <a:pt x="7037507" y="53471"/>
                </a:lnTo>
                <a:lnTo>
                  <a:pt x="7037728" y="54106"/>
                </a:lnTo>
                <a:lnTo>
                  <a:pt x="7037908" y="54743"/>
                </a:lnTo>
                <a:lnTo>
                  <a:pt x="7038051" y="55381"/>
                </a:lnTo>
                <a:lnTo>
                  <a:pt x="7038162" y="56017"/>
                </a:lnTo>
                <a:lnTo>
                  <a:pt x="7038246" y="56648"/>
                </a:lnTo>
                <a:lnTo>
                  <a:pt x="7038271" y="57058"/>
                </a:lnTo>
                <a:lnTo>
                  <a:pt x="7038301" y="57467"/>
                </a:lnTo>
                <a:lnTo>
                  <a:pt x="7038337" y="57873"/>
                </a:lnTo>
                <a:lnTo>
                  <a:pt x="7038383" y="58274"/>
                </a:lnTo>
                <a:lnTo>
                  <a:pt x="7038440" y="58670"/>
                </a:lnTo>
                <a:lnTo>
                  <a:pt x="7038510" y="59059"/>
                </a:lnTo>
                <a:lnTo>
                  <a:pt x="7038597" y="59439"/>
                </a:lnTo>
                <a:lnTo>
                  <a:pt x="7038702" y="59809"/>
                </a:lnTo>
                <a:lnTo>
                  <a:pt x="7038828" y="60167"/>
                </a:lnTo>
                <a:lnTo>
                  <a:pt x="7038977" y="60513"/>
                </a:lnTo>
                <a:lnTo>
                  <a:pt x="7039151" y="60845"/>
                </a:lnTo>
                <a:lnTo>
                  <a:pt x="7039353" y="61161"/>
                </a:lnTo>
                <a:lnTo>
                  <a:pt x="7039586" y="61460"/>
                </a:lnTo>
                <a:lnTo>
                  <a:pt x="7039850" y="61740"/>
                </a:lnTo>
                <a:lnTo>
                  <a:pt x="7040150" y="62000"/>
                </a:lnTo>
                <a:lnTo>
                  <a:pt x="7040487" y="62239"/>
                </a:lnTo>
                <a:lnTo>
                  <a:pt x="7040863" y="62456"/>
                </a:lnTo>
                <a:lnTo>
                  <a:pt x="7041281" y="62648"/>
                </a:lnTo>
                <a:lnTo>
                  <a:pt x="7041744" y="62814"/>
                </a:lnTo>
                <a:lnTo>
                  <a:pt x="7042253" y="62953"/>
                </a:lnTo>
                <a:lnTo>
                  <a:pt x="7042810" y="63064"/>
                </a:lnTo>
                <a:lnTo>
                  <a:pt x="7043419" y="63145"/>
                </a:lnTo>
                <a:lnTo>
                  <a:pt x="7044082" y="63195"/>
                </a:lnTo>
                <a:lnTo>
                  <a:pt x="7044800" y="63211"/>
                </a:lnTo>
                <a:lnTo>
                  <a:pt x="7045609" y="63191"/>
                </a:lnTo>
                <a:lnTo>
                  <a:pt x="7046351" y="63129"/>
                </a:lnTo>
                <a:lnTo>
                  <a:pt x="7047028" y="63030"/>
                </a:lnTo>
                <a:lnTo>
                  <a:pt x="7047643" y="62893"/>
                </a:lnTo>
                <a:lnTo>
                  <a:pt x="7048200" y="62722"/>
                </a:lnTo>
                <a:lnTo>
                  <a:pt x="7048702" y="62518"/>
                </a:lnTo>
                <a:lnTo>
                  <a:pt x="7049150" y="62282"/>
                </a:lnTo>
                <a:lnTo>
                  <a:pt x="7049549" y="62017"/>
                </a:lnTo>
                <a:lnTo>
                  <a:pt x="7049901" y="61725"/>
                </a:lnTo>
                <a:lnTo>
                  <a:pt x="7050209" y="61407"/>
                </a:lnTo>
                <a:lnTo>
                  <a:pt x="7050476" y="61066"/>
                </a:lnTo>
                <a:lnTo>
                  <a:pt x="7050705" y="60702"/>
                </a:lnTo>
                <a:lnTo>
                  <a:pt x="7050899" y="60318"/>
                </a:lnTo>
                <a:lnTo>
                  <a:pt x="7051061" y="59916"/>
                </a:lnTo>
                <a:lnTo>
                  <a:pt x="7051193" y="59498"/>
                </a:lnTo>
                <a:lnTo>
                  <a:pt x="7051299" y="59065"/>
                </a:lnTo>
                <a:lnTo>
                  <a:pt x="7051381" y="58619"/>
                </a:lnTo>
                <a:lnTo>
                  <a:pt x="7051443" y="58162"/>
                </a:lnTo>
                <a:lnTo>
                  <a:pt x="7051488" y="57697"/>
                </a:lnTo>
                <a:lnTo>
                  <a:pt x="7051518" y="57224"/>
                </a:lnTo>
                <a:lnTo>
                  <a:pt x="7051536" y="56746"/>
                </a:lnTo>
                <a:lnTo>
                  <a:pt x="7051545" y="56264"/>
                </a:lnTo>
                <a:lnTo>
                  <a:pt x="7051548" y="55781"/>
                </a:lnTo>
                <a:lnTo>
                  <a:pt x="7051549" y="55297"/>
                </a:lnTo>
                <a:lnTo>
                  <a:pt x="7051549" y="41985"/>
                </a:lnTo>
                <a:lnTo>
                  <a:pt x="7051548" y="41591"/>
                </a:lnTo>
                <a:lnTo>
                  <a:pt x="7051545" y="41182"/>
                </a:lnTo>
                <a:lnTo>
                  <a:pt x="7051538" y="40760"/>
                </a:lnTo>
                <a:lnTo>
                  <a:pt x="7051522" y="40329"/>
                </a:lnTo>
                <a:lnTo>
                  <a:pt x="7051496" y="39891"/>
                </a:lnTo>
                <a:lnTo>
                  <a:pt x="7051458" y="39449"/>
                </a:lnTo>
                <a:lnTo>
                  <a:pt x="7051405" y="39006"/>
                </a:lnTo>
                <a:lnTo>
                  <a:pt x="7051334" y="38565"/>
                </a:lnTo>
                <a:lnTo>
                  <a:pt x="7051244" y="38129"/>
                </a:lnTo>
                <a:lnTo>
                  <a:pt x="7051130" y="37700"/>
                </a:lnTo>
                <a:lnTo>
                  <a:pt x="7050992" y="37282"/>
                </a:lnTo>
                <a:lnTo>
                  <a:pt x="7050826" y="36876"/>
                </a:lnTo>
                <a:lnTo>
                  <a:pt x="7050629" y="36487"/>
                </a:lnTo>
                <a:lnTo>
                  <a:pt x="7050400" y="36117"/>
                </a:lnTo>
                <a:lnTo>
                  <a:pt x="7050136" y="35768"/>
                </a:lnTo>
                <a:lnTo>
                  <a:pt x="7049834" y="35444"/>
                </a:lnTo>
                <a:lnTo>
                  <a:pt x="7049492" y="35148"/>
                </a:lnTo>
                <a:lnTo>
                  <a:pt x="7049108" y="34881"/>
                </a:lnTo>
                <a:lnTo>
                  <a:pt x="7048678" y="34648"/>
                </a:lnTo>
                <a:lnTo>
                  <a:pt x="7048200" y="34451"/>
                </a:lnTo>
                <a:lnTo>
                  <a:pt x="7047672" y="34293"/>
                </a:lnTo>
                <a:lnTo>
                  <a:pt x="7047092" y="34177"/>
                </a:lnTo>
                <a:lnTo>
                  <a:pt x="7046456" y="34105"/>
                </a:lnTo>
                <a:lnTo>
                  <a:pt x="7045762" y="34080"/>
                </a:lnTo>
                <a:lnTo>
                  <a:pt x="7045204" y="34094"/>
                </a:lnTo>
                <a:lnTo>
                  <a:pt x="7044684" y="34134"/>
                </a:lnTo>
                <a:lnTo>
                  <a:pt x="7044202" y="34199"/>
                </a:lnTo>
                <a:lnTo>
                  <a:pt x="7043755" y="34286"/>
                </a:lnTo>
                <a:lnTo>
                  <a:pt x="7043342" y="34395"/>
                </a:lnTo>
                <a:lnTo>
                  <a:pt x="7042962" y="34523"/>
                </a:lnTo>
                <a:lnTo>
                  <a:pt x="7042613" y="34669"/>
                </a:lnTo>
                <a:lnTo>
                  <a:pt x="7042293" y="34830"/>
                </a:lnTo>
                <a:lnTo>
                  <a:pt x="7042002" y="35006"/>
                </a:lnTo>
                <a:lnTo>
                  <a:pt x="7041737" y="35193"/>
                </a:lnTo>
                <a:lnTo>
                  <a:pt x="7041497" y="35392"/>
                </a:lnTo>
                <a:lnTo>
                  <a:pt x="7041281" y="35599"/>
                </a:lnTo>
                <a:lnTo>
                  <a:pt x="7041087" y="35813"/>
                </a:lnTo>
                <a:lnTo>
                  <a:pt x="7040913" y="36033"/>
                </a:lnTo>
                <a:lnTo>
                  <a:pt x="7040759" y="36256"/>
                </a:lnTo>
                <a:lnTo>
                  <a:pt x="7040622" y="36481"/>
                </a:lnTo>
                <a:lnTo>
                  <a:pt x="7040501" y="36705"/>
                </a:lnTo>
                <a:lnTo>
                  <a:pt x="7040395" y="36928"/>
                </a:lnTo>
                <a:lnTo>
                  <a:pt x="7040302" y="37148"/>
                </a:lnTo>
                <a:lnTo>
                  <a:pt x="7040220" y="37362"/>
                </a:lnTo>
                <a:lnTo>
                  <a:pt x="7040148" y="37569"/>
                </a:lnTo>
                <a:lnTo>
                  <a:pt x="7040085" y="37768"/>
                </a:lnTo>
                <a:lnTo>
                  <a:pt x="7040029" y="37955"/>
                </a:lnTo>
                <a:lnTo>
                  <a:pt x="7039979" y="38131"/>
                </a:lnTo>
                <a:lnTo>
                  <a:pt x="7038919" y="37645"/>
                </a:lnTo>
                <a:lnTo>
                  <a:pt x="7037861" y="37200"/>
                </a:lnTo>
                <a:lnTo>
                  <a:pt x="7036808" y="36794"/>
                </a:lnTo>
                <a:lnTo>
                  <a:pt x="7035760" y="36424"/>
                </a:lnTo>
                <a:lnTo>
                  <a:pt x="7034721" y="36090"/>
                </a:lnTo>
                <a:lnTo>
                  <a:pt x="7033693" y="35789"/>
                </a:lnTo>
                <a:lnTo>
                  <a:pt x="7032677" y="35520"/>
                </a:lnTo>
                <a:lnTo>
                  <a:pt x="7031675" y="35280"/>
                </a:lnTo>
                <a:lnTo>
                  <a:pt x="7030691" y="35069"/>
                </a:lnTo>
                <a:lnTo>
                  <a:pt x="7029725" y="34884"/>
                </a:lnTo>
                <a:lnTo>
                  <a:pt x="7028780" y="34724"/>
                </a:lnTo>
                <a:lnTo>
                  <a:pt x="7027858" y="34586"/>
                </a:lnTo>
                <a:lnTo>
                  <a:pt x="7026961" y="34470"/>
                </a:lnTo>
                <a:lnTo>
                  <a:pt x="7026091" y="34373"/>
                </a:lnTo>
                <a:lnTo>
                  <a:pt x="7025251" y="34294"/>
                </a:lnTo>
                <a:lnTo>
                  <a:pt x="7024442" y="34230"/>
                </a:lnTo>
                <a:lnTo>
                  <a:pt x="7023667" y="34180"/>
                </a:lnTo>
                <a:lnTo>
                  <a:pt x="7022927" y="34143"/>
                </a:lnTo>
                <a:lnTo>
                  <a:pt x="7022224" y="34117"/>
                </a:lnTo>
                <a:lnTo>
                  <a:pt x="7021562" y="34099"/>
                </a:lnTo>
                <a:lnTo>
                  <a:pt x="7020941" y="34088"/>
                </a:lnTo>
                <a:lnTo>
                  <a:pt x="7020364" y="34082"/>
                </a:lnTo>
                <a:lnTo>
                  <a:pt x="7019834" y="34080"/>
                </a:lnTo>
                <a:lnTo>
                  <a:pt x="7019351" y="34080"/>
                </a:lnTo>
                <a:lnTo>
                  <a:pt x="7015469" y="34160"/>
                </a:lnTo>
                <a:lnTo>
                  <a:pt x="7011867" y="34395"/>
                </a:lnTo>
                <a:lnTo>
                  <a:pt x="7008533" y="34773"/>
                </a:lnTo>
                <a:lnTo>
                  <a:pt x="7005458" y="35284"/>
                </a:lnTo>
                <a:lnTo>
                  <a:pt x="7002632" y="35916"/>
                </a:lnTo>
                <a:lnTo>
                  <a:pt x="7000044" y="36660"/>
                </a:lnTo>
                <a:lnTo>
                  <a:pt x="6997685" y="37504"/>
                </a:lnTo>
                <a:lnTo>
                  <a:pt x="6995544" y="38438"/>
                </a:lnTo>
                <a:lnTo>
                  <a:pt x="6993611" y="39451"/>
                </a:lnTo>
                <a:lnTo>
                  <a:pt x="6991877" y="40532"/>
                </a:lnTo>
                <a:lnTo>
                  <a:pt x="6990330" y="41671"/>
                </a:lnTo>
                <a:lnTo>
                  <a:pt x="6988962" y="42856"/>
                </a:lnTo>
                <a:lnTo>
                  <a:pt x="6987760" y="44078"/>
                </a:lnTo>
                <a:lnTo>
                  <a:pt x="6986717" y="45325"/>
                </a:lnTo>
                <a:lnTo>
                  <a:pt x="6985821" y="46587"/>
                </a:lnTo>
                <a:lnTo>
                  <a:pt x="6985062" y="47854"/>
                </a:lnTo>
                <a:lnTo>
                  <a:pt x="6984430" y="49113"/>
                </a:lnTo>
                <a:lnTo>
                  <a:pt x="6983916" y="50355"/>
                </a:lnTo>
                <a:lnTo>
                  <a:pt x="6983508" y="51569"/>
                </a:lnTo>
                <a:lnTo>
                  <a:pt x="6983198" y="52744"/>
                </a:lnTo>
                <a:lnTo>
                  <a:pt x="6982974" y="53870"/>
                </a:lnTo>
                <a:lnTo>
                  <a:pt x="6982826" y="54935"/>
                </a:lnTo>
                <a:lnTo>
                  <a:pt x="6982745" y="55929"/>
                </a:lnTo>
                <a:lnTo>
                  <a:pt x="6982720" y="56842"/>
                </a:lnTo>
                <a:lnTo>
                  <a:pt x="6982824" y="58987"/>
                </a:lnTo>
                <a:lnTo>
                  <a:pt x="6983129" y="60987"/>
                </a:lnTo>
                <a:lnTo>
                  <a:pt x="6983625" y="62849"/>
                </a:lnTo>
                <a:lnTo>
                  <a:pt x="6984302" y="64578"/>
                </a:lnTo>
                <a:lnTo>
                  <a:pt x="6985150" y="66180"/>
                </a:lnTo>
                <a:lnTo>
                  <a:pt x="6986160" y="67661"/>
                </a:lnTo>
                <a:lnTo>
                  <a:pt x="6987322" y="69028"/>
                </a:lnTo>
                <a:lnTo>
                  <a:pt x="6988625" y="70287"/>
                </a:lnTo>
                <a:lnTo>
                  <a:pt x="6990060" y="71443"/>
                </a:lnTo>
                <a:lnTo>
                  <a:pt x="6991618" y="72502"/>
                </a:lnTo>
                <a:lnTo>
                  <a:pt x="6993287" y="73471"/>
                </a:lnTo>
                <a:lnTo>
                  <a:pt x="6995059" y="74355"/>
                </a:lnTo>
                <a:lnTo>
                  <a:pt x="6996923" y="75161"/>
                </a:lnTo>
                <a:lnTo>
                  <a:pt x="6998869" y="75895"/>
                </a:lnTo>
                <a:lnTo>
                  <a:pt x="7000888" y="76562"/>
                </a:lnTo>
                <a:lnTo>
                  <a:pt x="7002970" y="77169"/>
                </a:lnTo>
                <a:lnTo>
                  <a:pt x="7005105" y="77722"/>
                </a:lnTo>
                <a:lnTo>
                  <a:pt x="7007283" y="78227"/>
                </a:lnTo>
                <a:lnTo>
                  <a:pt x="7009494" y="78689"/>
                </a:lnTo>
                <a:lnTo>
                  <a:pt x="7011729" y="79115"/>
                </a:lnTo>
                <a:lnTo>
                  <a:pt x="7013976" y="79511"/>
                </a:lnTo>
                <a:lnTo>
                  <a:pt x="7016228" y="79883"/>
                </a:lnTo>
                <a:lnTo>
                  <a:pt x="7018473" y="80236"/>
                </a:lnTo>
                <a:lnTo>
                  <a:pt x="7020701" y="80578"/>
                </a:lnTo>
                <a:lnTo>
                  <a:pt x="7021912" y="80776"/>
                </a:lnTo>
                <a:lnTo>
                  <a:pt x="7023175" y="80988"/>
                </a:lnTo>
                <a:lnTo>
                  <a:pt x="7024482" y="81216"/>
                </a:lnTo>
                <a:lnTo>
                  <a:pt x="7025823" y="81462"/>
                </a:lnTo>
                <a:lnTo>
                  <a:pt x="7027190" y="81730"/>
                </a:lnTo>
                <a:lnTo>
                  <a:pt x="7028572" y="82023"/>
                </a:lnTo>
                <a:lnTo>
                  <a:pt x="7029961" y="82343"/>
                </a:lnTo>
                <a:lnTo>
                  <a:pt x="7031347" y="82694"/>
                </a:lnTo>
                <a:lnTo>
                  <a:pt x="7032721" y="83079"/>
                </a:lnTo>
                <a:lnTo>
                  <a:pt x="7034074" y="83500"/>
                </a:lnTo>
                <a:lnTo>
                  <a:pt x="7035396" y="83960"/>
                </a:lnTo>
                <a:lnTo>
                  <a:pt x="7036679" y="84462"/>
                </a:lnTo>
                <a:lnTo>
                  <a:pt x="7037912" y="85010"/>
                </a:lnTo>
                <a:lnTo>
                  <a:pt x="7039086" y="85606"/>
                </a:lnTo>
                <a:lnTo>
                  <a:pt x="7040193" y="86253"/>
                </a:lnTo>
                <a:lnTo>
                  <a:pt x="7041223" y="86954"/>
                </a:lnTo>
                <a:lnTo>
                  <a:pt x="7042166" y="87712"/>
                </a:lnTo>
                <a:lnTo>
                  <a:pt x="7043014" y="88530"/>
                </a:lnTo>
                <a:lnTo>
                  <a:pt x="7043756" y="89411"/>
                </a:lnTo>
                <a:lnTo>
                  <a:pt x="7044385" y="90357"/>
                </a:lnTo>
                <a:lnTo>
                  <a:pt x="7044890" y="91372"/>
                </a:lnTo>
                <a:lnTo>
                  <a:pt x="7045262" y="92459"/>
                </a:lnTo>
                <a:lnTo>
                  <a:pt x="7045492" y="93620"/>
                </a:lnTo>
                <a:lnTo>
                  <a:pt x="7045571" y="94858"/>
                </a:lnTo>
                <a:lnTo>
                  <a:pt x="7045534" y="95746"/>
                </a:lnTo>
                <a:lnTo>
                  <a:pt x="7045421" y="96624"/>
                </a:lnTo>
                <a:lnTo>
                  <a:pt x="7045230" y="97489"/>
                </a:lnTo>
                <a:lnTo>
                  <a:pt x="7044961" y="98338"/>
                </a:lnTo>
                <a:lnTo>
                  <a:pt x="7044613" y="99170"/>
                </a:lnTo>
                <a:lnTo>
                  <a:pt x="7044182" y="99981"/>
                </a:lnTo>
                <a:lnTo>
                  <a:pt x="7043669" y="100770"/>
                </a:lnTo>
                <a:lnTo>
                  <a:pt x="7043072" y="101534"/>
                </a:lnTo>
                <a:lnTo>
                  <a:pt x="7042389" y="102271"/>
                </a:lnTo>
                <a:lnTo>
                  <a:pt x="7041619" y="102977"/>
                </a:lnTo>
                <a:lnTo>
                  <a:pt x="7040760" y="103651"/>
                </a:lnTo>
                <a:lnTo>
                  <a:pt x="7039811" y="104291"/>
                </a:lnTo>
                <a:lnTo>
                  <a:pt x="7038771" y="104893"/>
                </a:lnTo>
                <a:lnTo>
                  <a:pt x="7037638" y="105455"/>
                </a:lnTo>
                <a:lnTo>
                  <a:pt x="7036411" y="105976"/>
                </a:lnTo>
                <a:lnTo>
                  <a:pt x="7035088" y="106452"/>
                </a:lnTo>
                <a:lnTo>
                  <a:pt x="7033669" y="106881"/>
                </a:lnTo>
                <a:lnTo>
                  <a:pt x="7032150" y="107261"/>
                </a:lnTo>
                <a:lnTo>
                  <a:pt x="7030532" y="107589"/>
                </a:lnTo>
                <a:lnTo>
                  <a:pt x="7028813" y="107863"/>
                </a:lnTo>
                <a:lnTo>
                  <a:pt x="7026990" y="108080"/>
                </a:lnTo>
                <a:lnTo>
                  <a:pt x="7025064" y="108238"/>
                </a:lnTo>
                <a:lnTo>
                  <a:pt x="7023032" y="108335"/>
                </a:lnTo>
                <a:lnTo>
                  <a:pt x="7020893" y="108368"/>
                </a:lnTo>
                <a:lnTo>
                  <a:pt x="7019752" y="108356"/>
                </a:lnTo>
                <a:lnTo>
                  <a:pt x="7018596" y="108317"/>
                </a:lnTo>
                <a:lnTo>
                  <a:pt x="7017429" y="108247"/>
                </a:lnTo>
                <a:lnTo>
                  <a:pt x="7016253" y="108141"/>
                </a:lnTo>
                <a:lnTo>
                  <a:pt x="7015073" y="107994"/>
                </a:lnTo>
                <a:lnTo>
                  <a:pt x="7013892" y="107801"/>
                </a:lnTo>
                <a:lnTo>
                  <a:pt x="7012713" y="107558"/>
                </a:lnTo>
                <a:lnTo>
                  <a:pt x="7011539" y="107260"/>
                </a:lnTo>
                <a:lnTo>
                  <a:pt x="7010374" y="106902"/>
                </a:lnTo>
                <a:lnTo>
                  <a:pt x="7009221" y="106480"/>
                </a:lnTo>
                <a:lnTo>
                  <a:pt x="7008083" y="105989"/>
                </a:lnTo>
                <a:lnTo>
                  <a:pt x="7006964" y="105424"/>
                </a:lnTo>
                <a:lnTo>
                  <a:pt x="7005867" y="104781"/>
                </a:lnTo>
                <a:lnTo>
                  <a:pt x="7004796" y="104055"/>
                </a:lnTo>
                <a:lnTo>
                  <a:pt x="7003753" y="103241"/>
                </a:lnTo>
                <a:lnTo>
                  <a:pt x="7002743" y="102335"/>
                </a:lnTo>
                <a:lnTo>
                  <a:pt x="7001768" y="101331"/>
                </a:lnTo>
                <a:lnTo>
                  <a:pt x="7000831" y="100226"/>
                </a:lnTo>
                <a:lnTo>
                  <a:pt x="6999937" y="99014"/>
                </a:lnTo>
                <a:lnTo>
                  <a:pt x="6999089" y="97691"/>
                </a:lnTo>
                <a:lnTo>
                  <a:pt x="6998289" y="96252"/>
                </a:lnTo>
                <a:lnTo>
                  <a:pt x="6997542" y="94692"/>
                </a:lnTo>
                <a:lnTo>
                  <a:pt x="6996850" y="93007"/>
                </a:lnTo>
                <a:lnTo>
                  <a:pt x="6996217" y="91193"/>
                </a:lnTo>
                <a:lnTo>
                  <a:pt x="6996097" y="90765"/>
                </a:lnTo>
                <a:lnTo>
                  <a:pt x="6995977" y="90353"/>
                </a:lnTo>
                <a:lnTo>
                  <a:pt x="6995856" y="89955"/>
                </a:lnTo>
                <a:lnTo>
                  <a:pt x="6995730" y="89572"/>
                </a:lnTo>
                <a:lnTo>
                  <a:pt x="6995599" y="89204"/>
                </a:lnTo>
                <a:lnTo>
                  <a:pt x="6995460" y="88852"/>
                </a:lnTo>
                <a:lnTo>
                  <a:pt x="6995312" y="88517"/>
                </a:lnTo>
                <a:lnTo>
                  <a:pt x="6995153" y="88198"/>
                </a:lnTo>
                <a:lnTo>
                  <a:pt x="6994979" y="87895"/>
                </a:lnTo>
                <a:lnTo>
                  <a:pt x="6994791" y="87610"/>
                </a:lnTo>
                <a:lnTo>
                  <a:pt x="6994586" y="87342"/>
                </a:lnTo>
                <a:lnTo>
                  <a:pt x="6994361" y="87092"/>
                </a:lnTo>
                <a:lnTo>
                  <a:pt x="6994115" y="86860"/>
                </a:lnTo>
                <a:lnTo>
                  <a:pt x="6993846" y="86646"/>
                </a:lnTo>
                <a:lnTo>
                  <a:pt x="6993552" y="86451"/>
                </a:lnTo>
                <a:lnTo>
                  <a:pt x="6993232" y="86276"/>
                </a:lnTo>
                <a:lnTo>
                  <a:pt x="6992882" y="86119"/>
                </a:lnTo>
                <a:lnTo>
                  <a:pt x="6992502" y="85983"/>
                </a:lnTo>
                <a:lnTo>
                  <a:pt x="6992089" y="85866"/>
                </a:lnTo>
                <a:lnTo>
                  <a:pt x="6991642" y="85770"/>
                </a:lnTo>
                <a:lnTo>
                  <a:pt x="6991158" y="85695"/>
                </a:lnTo>
                <a:lnTo>
                  <a:pt x="6990636" y="85641"/>
                </a:lnTo>
                <a:lnTo>
                  <a:pt x="6990073" y="85608"/>
                </a:lnTo>
                <a:lnTo>
                  <a:pt x="6989469" y="85597"/>
                </a:lnTo>
                <a:lnTo>
                  <a:pt x="6988660" y="85618"/>
                </a:lnTo>
                <a:lnTo>
                  <a:pt x="6987918" y="85679"/>
                </a:lnTo>
                <a:lnTo>
                  <a:pt x="6987241" y="85779"/>
                </a:lnTo>
                <a:lnTo>
                  <a:pt x="6986626" y="85915"/>
                </a:lnTo>
                <a:lnTo>
                  <a:pt x="6986069" y="86086"/>
                </a:lnTo>
                <a:lnTo>
                  <a:pt x="6985567" y="86290"/>
                </a:lnTo>
                <a:lnTo>
                  <a:pt x="6985119" y="86526"/>
                </a:lnTo>
                <a:lnTo>
                  <a:pt x="6984720" y="86790"/>
                </a:lnTo>
                <a:lnTo>
                  <a:pt x="6984368" y="87082"/>
                </a:lnTo>
                <a:lnTo>
                  <a:pt x="6984060" y="87400"/>
                </a:lnTo>
                <a:lnTo>
                  <a:pt x="6983793" y="87742"/>
                </a:lnTo>
                <a:lnTo>
                  <a:pt x="6983564" y="88105"/>
                </a:lnTo>
                <a:lnTo>
                  <a:pt x="6983370" y="88489"/>
                </a:lnTo>
                <a:lnTo>
                  <a:pt x="6983208" y="88890"/>
                </a:lnTo>
                <a:lnTo>
                  <a:pt x="6983076" y="89309"/>
                </a:lnTo>
                <a:lnTo>
                  <a:pt x="6982970" y="89741"/>
                </a:lnTo>
                <a:lnTo>
                  <a:pt x="6982888" y="90187"/>
                </a:lnTo>
                <a:lnTo>
                  <a:pt x="6982826" y="90643"/>
                </a:lnTo>
                <a:lnTo>
                  <a:pt x="6982781" y="91109"/>
                </a:lnTo>
                <a:lnTo>
                  <a:pt x="6982751" y="91582"/>
                </a:lnTo>
                <a:lnTo>
                  <a:pt x="6982733" y="92060"/>
                </a:lnTo>
                <a:lnTo>
                  <a:pt x="6982724" y="92541"/>
                </a:lnTo>
                <a:lnTo>
                  <a:pt x="6982721" y="93025"/>
                </a:lnTo>
                <a:lnTo>
                  <a:pt x="6982720" y="93508"/>
                </a:lnTo>
                <a:lnTo>
                  <a:pt x="6982720" y="112225"/>
                </a:lnTo>
                <a:lnTo>
                  <a:pt x="6982721" y="112619"/>
                </a:lnTo>
                <a:lnTo>
                  <a:pt x="6982724" y="113028"/>
                </a:lnTo>
                <a:lnTo>
                  <a:pt x="6982731" y="113450"/>
                </a:lnTo>
                <a:lnTo>
                  <a:pt x="6982747" y="113881"/>
                </a:lnTo>
                <a:lnTo>
                  <a:pt x="6982772" y="114319"/>
                </a:lnTo>
                <a:lnTo>
                  <a:pt x="6982811" y="114760"/>
                </a:lnTo>
                <a:lnTo>
                  <a:pt x="6982864" y="115203"/>
                </a:lnTo>
                <a:lnTo>
                  <a:pt x="6982934" y="115644"/>
                </a:lnTo>
                <a:lnTo>
                  <a:pt x="6983025" y="116080"/>
                </a:lnTo>
                <a:lnTo>
                  <a:pt x="6983139" y="116509"/>
                </a:lnTo>
                <a:lnTo>
                  <a:pt x="6983277" y="116927"/>
                </a:lnTo>
                <a:lnTo>
                  <a:pt x="6983443" y="117332"/>
                </a:lnTo>
                <a:lnTo>
                  <a:pt x="6983639" y="117721"/>
                </a:lnTo>
                <a:lnTo>
                  <a:pt x="6983868" y="118091"/>
                </a:lnTo>
                <a:lnTo>
                  <a:pt x="6984132" y="118440"/>
                </a:lnTo>
                <a:lnTo>
                  <a:pt x="6984434" y="118763"/>
                </a:lnTo>
                <a:lnTo>
                  <a:pt x="6984776" y="119060"/>
                </a:lnTo>
                <a:lnTo>
                  <a:pt x="6985160" y="119326"/>
                </a:lnTo>
                <a:lnTo>
                  <a:pt x="6985590" y="119559"/>
                </a:lnTo>
                <a:lnTo>
                  <a:pt x="6986067" y="119756"/>
                </a:lnTo>
                <a:lnTo>
                  <a:pt x="6986595" y="119914"/>
                </a:lnTo>
                <a:lnTo>
                  <a:pt x="6987175" y="120030"/>
                </a:lnTo>
                <a:lnTo>
                  <a:pt x="6987810" y="120102"/>
                </a:lnTo>
                <a:lnTo>
                  <a:pt x="6988504" y="120127"/>
                </a:lnTo>
                <a:lnTo>
                  <a:pt x="6988728" y="120125"/>
                </a:lnTo>
                <a:lnTo>
                  <a:pt x="6988965" y="120119"/>
                </a:lnTo>
                <a:lnTo>
                  <a:pt x="6989214" y="120105"/>
                </a:lnTo>
                <a:lnTo>
                  <a:pt x="6989474" y="120080"/>
                </a:lnTo>
                <a:lnTo>
                  <a:pt x="6989745" y="120041"/>
                </a:lnTo>
                <a:lnTo>
                  <a:pt x="6990025" y="119986"/>
                </a:lnTo>
                <a:lnTo>
                  <a:pt x="6990314" y="119911"/>
                </a:lnTo>
                <a:lnTo>
                  <a:pt x="6990611" y="119813"/>
                </a:lnTo>
                <a:lnTo>
                  <a:pt x="6990914" y="119690"/>
                </a:lnTo>
                <a:lnTo>
                  <a:pt x="6991223" y="119539"/>
                </a:lnTo>
                <a:lnTo>
                  <a:pt x="6991537" y="119356"/>
                </a:lnTo>
                <a:lnTo>
                  <a:pt x="6991854" y="119140"/>
                </a:lnTo>
                <a:lnTo>
                  <a:pt x="6992175" y="118886"/>
                </a:lnTo>
                <a:lnTo>
                  <a:pt x="6992498" y="118592"/>
                </a:lnTo>
                <a:lnTo>
                  <a:pt x="6992822" y="118254"/>
                </a:lnTo>
                <a:lnTo>
                  <a:pt x="6993146" y="117871"/>
                </a:lnTo>
                <a:lnTo>
                  <a:pt x="6993470" y="117440"/>
                </a:lnTo>
                <a:lnTo>
                  <a:pt x="6993791" y="116956"/>
                </a:lnTo>
                <a:lnTo>
                  <a:pt x="6994111" y="116417"/>
                </a:lnTo>
                <a:lnTo>
                  <a:pt x="6994427" y="115821"/>
                </a:lnTo>
                <a:lnTo>
                  <a:pt x="6994738" y="115165"/>
                </a:lnTo>
                <a:lnTo>
                  <a:pt x="6995045" y="114444"/>
                </a:lnTo>
                <a:lnTo>
                  <a:pt x="6995345" y="113658"/>
                </a:lnTo>
                <a:lnTo>
                  <a:pt x="6995638" y="112801"/>
                </a:lnTo>
                <a:lnTo>
                  <a:pt x="6996822" y="113635"/>
                </a:lnTo>
                <a:lnTo>
                  <a:pt x="6998012" y="114403"/>
                </a:lnTo>
                <a:lnTo>
                  <a:pt x="6999205" y="115109"/>
                </a:lnTo>
                <a:lnTo>
                  <a:pt x="7000399" y="115754"/>
                </a:lnTo>
                <a:lnTo>
                  <a:pt x="7001591" y="116341"/>
                </a:lnTo>
                <a:lnTo>
                  <a:pt x="7002780" y="116874"/>
                </a:lnTo>
                <a:lnTo>
                  <a:pt x="7003961" y="117354"/>
                </a:lnTo>
                <a:lnTo>
                  <a:pt x="7005134" y="117785"/>
                </a:lnTo>
                <a:lnTo>
                  <a:pt x="7006296" y="118169"/>
                </a:lnTo>
                <a:lnTo>
                  <a:pt x="7007443" y="118509"/>
                </a:lnTo>
                <a:lnTo>
                  <a:pt x="7008575" y="118807"/>
                </a:lnTo>
                <a:lnTo>
                  <a:pt x="7009687" y="119067"/>
                </a:lnTo>
                <a:lnTo>
                  <a:pt x="7010779" y="119290"/>
                </a:lnTo>
                <a:lnTo>
                  <a:pt x="7011847" y="119480"/>
                </a:lnTo>
                <a:lnTo>
                  <a:pt x="7012889" y="119639"/>
                </a:lnTo>
                <a:lnTo>
                  <a:pt x="7013903" y="119770"/>
                </a:lnTo>
                <a:lnTo>
                  <a:pt x="7014886" y="119876"/>
                </a:lnTo>
                <a:lnTo>
                  <a:pt x="7015836" y="119958"/>
                </a:lnTo>
                <a:lnTo>
                  <a:pt x="7016750" y="120021"/>
                </a:lnTo>
                <a:lnTo>
                  <a:pt x="7017626" y="120066"/>
                </a:lnTo>
                <a:lnTo>
                  <a:pt x="7018462" y="120097"/>
                </a:lnTo>
                <a:lnTo>
                  <a:pt x="7019255" y="120115"/>
                </a:lnTo>
                <a:lnTo>
                  <a:pt x="7020002" y="120124"/>
                </a:lnTo>
                <a:lnTo>
                  <a:pt x="7020701" y="120127"/>
                </a:lnTo>
                <a:lnTo>
                  <a:pt x="7024384" y="120045"/>
                </a:lnTo>
                <a:lnTo>
                  <a:pt x="7027821" y="119807"/>
                </a:lnTo>
                <a:lnTo>
                  <a:pt x="7031020" y="119421"/>
                </a:lnTo>
                <a:lnTo>
                  <a:pt x="7033991" y="118899"/>
                </a:lnTo>
                <a:lnTo>
                  <a:pt x="7036740" y="118249"/>
                </a:lnTo>
                <a:lnTo>
                  <a:pt x="7039275" y="117482"/>
                </a:lnTo>
                <a:lnTo>
                  <a:pt x="7041604" y="116607"/>
                </a:lnTo>
                <a:lnTo>
                  <a:pt x="7043736" y="115635"/>
                </a:lnTo>
                <a:lnTo>
                  <a:pt x="7045677" y="114575"/>
                </a:lnTo>
                <a:lnTo>
                  <a:pt x="7047436" y="113437"/>
                </a:lnTo>
                <a:lnTo>
                  <a:pt x="7049021" y="112231"/>
                </a:lnTo>
                <a:lnTo>
                  <a:pt x="7050439" y="110967"/>
                </a:lnTo>
                <a:lnTo>
                  <a:pt x="7051699" y="109654"/>
                </a:lnTo>
                <a:lnTo>
                  <a:pt x="7052807" y="108304"/>
                </a:lnTo>
                <a:lnTo>
                  <a:pt x="7053773" y="106925"/>
                </a:lnTo>
                <a:lnTo>
                  <a:pt x="7054604" y="105527"/>
                </a:lnTo>
                <a:lnTo>
                  <a:pt x="7055308" y="104120"/>
                </a:lnTo>
                <a:lnTo>
                  <a:pt x="7055892" y="102715"/>
                </a:lnTo>
                <a:lnTo>
                  <a:pt x="7056365" y="101320"/>
                </a:lnTo>
                <a:lnTo>
                  <a:pt x="7056734" y="99947"/>
                </a:lnTo>
                <a:lnTo>
                  <a:pt x="7057008" y="98604"/>
                </a:lnTo>
                <a:lnTo>
                  <a:pt x="7057193" y="97302"/>
                </a:lnTo>
                <a:lnTo>
                  <a:pt x="7057299" y="96050"/>
                </a:lnTo>
                <a:lnTo>
                  <a:pt x="7057332" y="94858"/>
                </a:lnTo>
                <a:lnTo>
                  <a:pt x="7057206" y="92432"/>
                </a:lnTo>
                <a:lnTo>
                  <a:pt x="7056839" y="90167"/>
                </a:lnTo>
                <a:lnTo>
                  <a:pt x="7056252" y="88058"/>
                </a:lnTo>
                <a:lnTo>
                  <a:pt x="7055461" y="86098"/>
                </a:lnTo>
                <a:lnTo>
                  <a:pt x="7054488" y="84283"/>
                </a:lnTo>
                <a:lnTo>
                  <a:pt x="7053350" y="82607"/>
                </a:lnTo>
                <a:close/>
                <a:moveTo>
                  <a:pt x="6962418" y="109759"/>
                </a:moveTo>
                <a:lnTo>
                  <a:pt x="6962144" y="109362"/>
                </a:lnTo>
                <a:lnTo>
                  <a:pt x="6961840" y="109009"/>
                </a:lnTo>
                <a:lnTo>
                  <a:pt x="6961508" y="108697"/>
                </a:lnTo>
                <a:lnTo>
                  <a:pt x="6961151" y="108424"/>
                </a:lnTo>
                <a:lnTo>
                  <a:pt x="6960774" y="108188"/>
                </a:lnTo>
                <a:lnTo>
                  <a:pt x="6960378" y="107985"/>
                </a:lnTo>
                <a:lnTo>
                  <a:pt x="6959968" y="107813"/>
                </a:lnTo>
                <a:lnTo>
                  <a:pt x="6959545" y="107670"/>
                </a:lnTo>
                <a:lnTo>
                  <a:pt x="6959114" y="107553"/>
                </a:lnTo>
                <a:lnTo>
                  <a:pt x="6958676" y="107459"/>
                </a:lnTo>
                <a:lnTo>
                  <a:pt x="6958236" y="107386"/>
                </a:lnTo>
                <a:lnTo>
                  <a:pt x="6957797" y="107331"/>
                </a:lnTo>
                <a:lnTo>
                  <a:pt x="6957361" y="107292"/>
                </a:lnTo>
                <a:lnTo>
                  <a:pt x="6956931" y="107266"/>
                </a:lnTo>
                <a:lnTo>
                  <a:pt x="6956512" y="107250"/>
                </a:lnTo>
                <a:lnTo>
                  <a:pt x="6956105" y="107242"/>
                </a:lnTo>
                <a:lnTo>
                  <a:pt x="6955714" y="107239"/>
                </a:lnTo>
                <a:lnTo>
                  <a:pt x="6955342" y="107238"/>
                </a:lnTo>
                <a:lnTo>
                  <a:pt x="6947631" y="107238"/>
                </a:lnTo>
                <a:lnTo>
                  <a:pt x="6922953" y="76230"/>
                </a:lnTo>
                <a:lnTo>
                  <a:pt x="6944931" y="47725"/>
                </a:lnTo>
                <a:lnTo>
                  <a:pt x="6952644" y="47725"/>
                </a:lnTo>
                <a:lnTo>
                  <a:pt x="6952994" y="47724"/>
                </a:lnTo>
                <a:lnTo>
                  <a:pt x="6953366" y="47721"/>
                </a:lnTo>
                <a:lnTo>
                  <a:pt x="6953758" y="47714"/>
                </a:lnTo>
                <a:lnTo>
                  <a:pt x="6954166" y="47698"/>
                </a:lnTo>
                <a:lnTo>
                  <a:pt x="6954587" y="47673"/>
                </a:lnTo>
                <a:lnTo>
                  <a:pt x="6955017" y="47634"/>
                </a:lnTo>
                <a:lnTo>
                  <a:pt x="6955453" y="47581"/>
                </a:lnTo>
                <a:lnTo>
                  <a:pt x="6955892" y="47511"/>
                </a:lnTo>
                <a:lnTo>
                  <a:pt x="6956331" y="47420"/>
                </a:lnTo>
                <a:lnTo>
                  <a:pt x="6956765" y="47306"/>
                </a:lnTo>
                <a:lnTo>
                  <a:pt x="6957192" y="47168"/>
                </a:lnTo>
                <a:lnTo>
                  <a:pt x="6957608" y="47002"/>
                </a:lnTo>
                <a:lnTo>
                  <a:pt x="6958010" y="46806"/>
                </a:lnTo>
                <a:lnTo>
                  <a:pt x="6958395" y="46577"/>
                </a:lnTo>
                <a:lnTo>
                  <a:pt x="6958759" y="46313"/>
                </a:lnTo>
                <a:lnTo>
                  <a:pt x="6959099" y="46011"/>
                </a:lnTo>
                <a:lnTo>
                  <a:pt x="6959411" y="45669"/>
                </a:lnTo>
                <a:lnTo>
                  <a:pt x="6959693" y="45285"/>
                </a:lnTo>
                <a:lnTo>
                  <a:pt x="6959940" y="44855"/>
                </a:lnTo>
                <a:lnTo>
                  <a:pt x="6960150" y="44378"/>
                </a:lnTo>
                <a:lnTo>
                  <a:pt x="6960320" y="43850"/>
                </a:lnTo>
                <a:lnTo>
                  <a:pt x="6960445" y="43270"/>
                </a:lnTo>
                <a:lnTo>
                  <a:pt x="6960522" y="42634"/>
                </a:lnTo>
                <a:lnTo>
                  <a:pt x="6960549" y="41941"/>
                </a:lnTo>
                <a:lnTo>
                  <a:pt x="6960523" y="41224"/>
                </a:lnTo>
                <a:lnTo>
                  <a:pt x="6960448" y="40567"/>
                </a:lnTo>
                <a:lnTo>
                  <a:pt x="6960328" y="39968"/>
                </a:lnTo>
                <a:lnTo>
                  <a:pt x="6960164" y="39422"/>
                </a:lnTo>
                <a:lnTo>
                  <a:pt x="6959960" y="38929"/>
                </a:lnTo>
                <a:lnTo>
                  <a:pt x="6959720" y="38485"/>
                </a:lnTo>
                <a:lnTo>
                  <a:pt x="6959446" y="38087"/>
                </a:lnTo>
                <a:lnTo>
                  <a:pt x="6959142" y="37734"/>
                </a:lnTo>
                <a:lnTo>
                  <a:pt x="6958810" y="37422"/>
                </a:lnTo>
                <a:lnTo>
                  <a:pt x="6958454" y="37149"/>
                </a:lnTo>
                <a:lnTo>
                  <a:pt x="6958076" y="36913"/>
                </a:lnTo>
                <a:lnTo>
                  <a:pt x="6957681" y="36710"/>
                </a:lnTo>
                <a:lnTo>
                  <a:pt x="6957270" y="36538"/>
                </a:lnTo>
                <a:lnTo>
                  <a:pt x="6956847" y="36395"/>
                </a:lnTo>
                <a:lnTo>
                  <a:pt x="6956416" y="36278"/>
                </a:lnTo>
                <a:lnTo>
                  <a:pt x="6955979" y="36184"/>
                </a:lnTo>
                <a:lnTo>
                  <a:pt x="6955539" y="36111"/>
                </a:lnTo>
                <a:lnTo>
                  <a:pt x="6955099" y="36056"/>
                </a:lnTo>
                <a:lnTo>
                  <a:pt x="6954663" y="36017"/>
                </a:lnTo>
                <a:lnTo>
                  <a:pt x="6954234" y="35990"/>
                </a:lnTo>
                <a:lnTo>
                  <a:pt x="6953814" y="35974"/>
                </a:lnTo>
                <a:lnTo>
                  <a:pt x="6953407" y="35966"/>
                </a:lnTo>
                <a:lnTo>
                  <a:pt x="6953016" y="35963"/>
                </a:lnTo>
                <a:lnTo>
                  <a:pt x="6952644" y="35963"/>
                </a:lnTo>
                <a:lnTo>
                  <a:pt x="6930087" y="35963"/>
                </a:lnTo>
                <a:lnTo>
                  <a:pt x="6929716" y="35963"/>
                </a:lnTo>
                <a:lnTo>
                  <a:pt x="6929327" y="35966"/>
                </a:lnTo>
                <a:lnTo>
                  <a:pt x="6928925" y="35974"/>
                </a:lnTo>
                <a:lnTo>
                  <a:pt x="6928511" y="35990"/>
                </a:lnTo>
                <a:lnTo>
                  <a:pt x="6928089" y="36015"/>
                </a:lnTo>
                <a:lnTo>
                  <a:pt x="6927662" y="36053"/>
                </a:lnTo>
                <a:lnTo>
                  <a:pt x="6927232" y="36106"/>
                </a:lnTo>
                <a:lnTo>
                  <a:pt x="6926802" y="36177"/>
                </a:lnTo>
                <a:lnTo>
                  <a:pt x="6926376" y="36268"/>
                </a:lnTo>
                <a:lnTo>
                  <a:pt x="6925956" y="36381"/>
                </a:lnTo>
                <a:lnTo>
                  <a:pt x="6925546" y="36520"/>
                </a:lnTo>
                <a:lnTo>
                  <a:pt x="6925147" y="36686"/>
                </a:lnTo>
                <a:lnTo>
                  <a:pt x="6924763" y="36882"/>
                </a:lnTo>
                <a:lnTo>
                  <a:pt x="6924398" y="37111"/>
                </a:lnTo>
                <a:lnTo>
                  <a:pt x="6924053" y="37376"/>
                </a:lnTo>
                <a:lnTo>
                  <a:pt x="6923733" y="37677"/>
                </a:lnTo>
                <a:lnTo>
                  <a:pt x="6923439" y="38019"/>
                </a:lnTo>
                <a:lnTo>
                  <a:pt x="6923174" y="38404"/>
                </a:lnTo>
                <a:lnTo>
                  <a:pt x="6922943" y="38834"/>
                </a:lnTo>
                <a:lnTo>
                  <a:pt x="6922747" y="39312"/>
                </a:lnTo>
                <a:lnTo>
                  <a:pt x="6922589" y="39840"/>
                </a:lnTo>
                <a:lnTo>
                  <a:pt x="6922473" y="40420"/>
                </a:lnTo>
                <a:lnTo>
                  <a:pt x="6922401" y="41056"/>
                </a:lnTo>
                <a:lnTo>
                  <a:pt x="6922376" y="41750"/>
                </a:lnTo>
                <a:lnTo>
                  <a:pt x="6922398" y="42466"/>
                </a:lnTo>
                <a:lnTo>
                  <a:pt x="6922463" y="43122"/>
                </a:lnTo>
                <a:lnTo>
                  <a:pt x="6922569" y="43722"/>
                </a:lnTo>
                <a:lnTo>
                  <a:pt x="6922715" y="44267"/>
                </a:lnTo>
                <a:lnTo>
                  <a:pt x="6922899" y="44760"/>
                </a:lnTo>
                <a:lnTo>
                  <a:pt x="6923120" y="45204"/>
                </a:lnTo>
                <a:lnTo>
                  <a:pt x="6923377" y="45601"/>
                </a:lnTo>
                <a:lnTo>
                  <a:pt x="6923669" y="45954"/>
                </a:lnTo>
                <a:lnTo>
                  <a:pt x="6923993" y="46266"/>
                </a:lnTo>
                <a:lnTo>
                  <a:pt x="6924348" y="46539"/>
                </a:lnTo>
                <a:lnTo>
                  <a:pt x="6924734" y="46775"/>
                </a:lnTo>
                <a:lnTo>
                  <a:pt x="6925148" y="46978"/>
                </a:lnTo>
                <a:lnTo>
                  <a:pt x="6925589" y="47150"/>
                </a:lnTo>
                <a:lnTo>
                  <a:pt x="6926056" y="47293"/>
                </a:lnTo>
                <a:lnTo>
                  <a:pt x="6926547" y="47410"/>
                </a:lnTo>
                <a:lnTo>
                  <a:pt x="6927060" y="47504"/>
                </a:lnTo>
                <a:lnTo>
                  <a:pt x="6927596" y="47577"/>
                </a:lnTo>
                <a:lnTo>
                  <a:pt x="6928151" y="47631"/>
                </a:lnTo>
                <a:lnTo>
                  <a:pt x="6928725" y="47671"/>
                </a:lnTo>
                <a:lnTo>
                  <a:pt x="6929316" y="47697"/>
                </a:lnTo>
                <a:lnTo>
                  <a:pt x="6929922" y="47713"/>
                </a:lnTo>
                <a:lnTo>
                  <a:pt x="6930543" y="47721"/>
                </a:lnTo>
                <a:lnTo>
                  <a:pt x="6931177" y="47724"/>
                </a:lnTo>
                <a:lnTo>
                  <a:pt x="6931822" y="47725"/>
                </a:lnTo>
                <a:lnTo>
                  <a:pt x="6917555" y="67177"/>
                </a:lnTo>
                <a:lnTo>
                  <a:pt x="6902905" y="47725"/>
                </a:lnTo>
                <a:lnTo>
                  <a:pt x="6903527" y="47724"/>
                </a:lnTo>
                <a:lnTo>
                  <a:pt x="6904140" y="47721"/>
                </a:lnTo>
                <a:lnTo>
                  <a:pt x="6904741" y="47713"/>
                </a:lnTo>
                <a:lnTo>
                  <a:pt x="6905331" y="47697"/>
                </a:lnTo>
                <a:lnTo>
                  <a:pt x="6905906" y="47671"/>
                </a:lnTo>
                <a:lnTo>
                  <a:pt x="6906465" y="47631"/>
                </a:lnTo>
                <a:lnTo>
                  <a:pt x="6907007" y="47577"/>
                </a:lnTo>
                <a:lnTo>
                  <a:pt x="6907531" y="47504"/>
                </a:lnTo>
                <a:lnTo>
                  <a:pt x="6908035" y="47410"/>
                </a:lnTo>
                <a:lnTo>
                  <a:pt x="6908517" y="47293"/>
                </a:lnTo>
                <a:lnTo>
                  <a:pt x="6908976" y="47150"/>
                </a:lnTo>
                <a:lnTo>
                  <a:pt x="6909410" y="46978"/>
                </a:lnTo>
                <a:lnTo>
                  <a:pt x="6909819" y="46775"/>
                </a:lnTo>
                <a:lnTo>
                  <a:pt x="6910199" y="46539"/>
                </a:lnTo>
                <a:lnTo>
                  <a:pt x="6910551" y="46266"/>
                </a:lnTo>
                <a:lnTo>
                  <a:pt x="6910872" y="45954"/>
                </a:lnTo>
                <a:lnTo>
                  <a:pt x="6911161" y="45601"/>
                </a:lnTo>
                <a:lnTo>
                  <a:pt x="6911416" y="45204"/>
                </a:lnTo>
                <a:lnTo>
                  <a:pt x="6911636" y="44760"/>
                </a:lnTo>
                <a:lnTo>
                  <a:pt x="6911819" y="44267"/>
                </a:lnTo>
                <a:lnTo>
                  <a:pt x="6911965" y="43722"/>
                </a:lnTo>
                <a:lnTo>
                  <a:pt x="6912070" y="43122"/>
                </a:lnTo>
                <a:lnTo>
                  <a:pt x="6912135" y="42466"/>
                </a:lnTo>
                <a:lnTo>
                  <a:pt x="6912157" y="41750"/>
                </a:lnTo>
                <a:lnTo>
                  <a:pt x="6912132" y="41056"/>
                </a:lnTo>
                <a:lnTo>
                  <a:pt x="6912060" y="40420"/>
                </a:lnTo>
                <a:lnTo>
                  <a:pt x="6911944" y="39840"/>
                </a:lnTo>
                <a:lnTo>
                  <a:pt x="6911786" y="39312"/>
                </a:lnTo>
                <a:lnTo>
                  <a:pt x="6911590" y="38834"/>
                </a:lnTo>
                <a:lnTo>
                  <a:pt x="6911358" y="38404"/>
                </a:lnTo>
                <a:lnTo>
                  <a:pt x="6911094" y="38019"/>
                </a:lnTo>
                <a:lnTo>
                  <a:pt x="6910800" y="37677"/>
                </a:lnTo>
                <a:lnTo>
                  <a:pt x="6910479" y="37376"/>
                </a:lnTo>
                <a:lnTo>
                  <a:pt x="6910135" y="37111"/>
                </a:lnTo>
                <a:lnTo>
                  <a:pt x="6909769" y="36882"/>
                </a:lnTo>
                <a:lnTo>
                  <a:pt x="6909386" y="36686"/>
                </a:lnTo>
                <a:lnTo>
                  <a:pt x="6908987" y="36520"/>
                </a:lnTo>
                <a:lnTo>
                  <a:pt x="6908576" y="36381"/>
                </a:lnTo>
                <a:lnTo>
                  <a:pt x="6908157" y="36268"/>
                </a:lnTo>
                <a:lnTo>
                  <a:pt x="6907730" y="36177"/>
                </a:lnTo>
                <a:lnTo>
                  <a:pt x="6907301" y="36106"/>
                </a:lnTo>
                <a:lnTo>
                  <a:pt x="6906871" y="36053"/>
                </a:lnTo>
                <a:lnTo>
                  <a:pt x="6906443" y="36015"/>
                </a:lnTo>
                <a:lnTo>
                  <a:pt x="6906021" y="35990"/>
                </a:lnTo>
                <a:lnTo>
                  <a:pt x="6905608" y="35974"/>
                </a:lnTo>
                <a:lnTo>
                  <a:pt x="6905205" y="35966"/>
                </a:lnTo>
                <a:lnTo>
                  <a:pt x="6904817" y="35963"/>
                </a:lnTo>
                <a:lnTo>
                  <a:pt x="6904446" y="35963"/>
                </a:lnTo>
                <a:lnTo>
                  <a:pt x="6881889" y="35963"/>
                </a:lnTo>
                <a:lnTo>
                  <a:pt x="6881517" y="35963"/>
                </a:lnTo>
                <a:lnTo>
                  <a:pt x="6881126" y="35966"/>
                </a:lnTo>
                <a:lnTo>
                  <a:pt x="6880719" y="35974"/>
                </a:lnTo>
                <a:lnTo>
                  <a:pt x="6880299" y="35990"/>
                </a:lnTo>
                <a:lnTo>
                  <a:pt x="6879870" y="36017"/>
                </a:lnTo>
                <a:lnTo>
                  <a:pt x="6879434" y="36056"/>
                </a:lnTo>
                <a:lnTo>
                  <a:pt x="6878994" y="36111"/>
                </a:lnTo>
                <a:lnTo>
                  <a:pt x="6878554" y="36184"/>
                </a:lnTo>
                <a:lnTo>
                  <a:pt x="6878117" y="36278"/>
                </a:lnTo>
                <a:lnTo>
                  <a:pt x="6877685" y="36395"/>
                </a:lnTo>
                <a:lnTo>
                  <a:pt x="6877263" y="36538"/>
                </a:lnTo>
                <a:lnTo>
                  <a:pt x="6876852" y="36710"/>
                </a:lnTo>
                <a:lnTo>
                  <a:pt x="6876456" y="36913"/>
                </a:lnTo>
                <a:lnTo>
                  <a:pt x="6876079" y="37149"/>
                </a:lnTo>
                <a:lnTo>
                  <a:pt x="6875723" y="37422"/>
                </a:lnTo>
                <a:lnTo>
                  <a:pt x="6875391" y="37734"/>
                </a:lnTo>
                <a:lnTo>
                  <a:pt x="6875086" y="38087"/>
                </a:lnTo>
                <a:lnTo>
                  <a:pt x="6874813" y="38485"/>
                </a:lnTo>
                <a:lnTo>
                  <a:pt x="6874572" y="38929"/>
                </a:lnTo>
                <a:lnTo>
                  <a:pt x="6874369" y="39422"/>
                </a:lnTo>
                <a:lnTo>
                  <a:pt x="6874205" y="39968"/>
                </a:lnTo>
                <a:lnTo>
                  <a:pt x="6874084" y="40567"/>
                </a:lnTo>
                <a:lnTo>
                  <a:pt x="6874010" y="41224"/>
                </a:lnTo>
                <a:lnTo>
                  <a:pt x="6873984" y="41941"/>
                </a:lnTo>
                <a:lnTo>
                  <a:pt x="6874011" y="42634"/>
                </a:lnTo>
                <a:lnTo>
                  <a:pt x="6874088" y="43270"/>
                </a:lnTo>
                <a:lnTo>
                  <a:pt x="6874213" y="43850"/>
                </a:lnTo>
                <a:lnTo>
                  <a:pt x="6874382" y="44378"/>
                </a:lnTo>
                <a:lnTo>
                  <a:pt x="6874592" y="44855"/>
                </a:lnTo>
                <a:lnTo>
                  <a:pt x="6874840" y="45285"/>
                </a:lnTo>
                <a:lnTo>
                  <a:pt x="6875121" y="45669"/>
                </a:lnTo>
                <a:lnTo>
                  <a:pt x="6875434" y="46011"/>
                </a:lnTo>
                <a:lnTo>
                  <a:pt x="6875774" y="46313"/>
                </a:lnTo>
                <a:lnTo>
                  <a:pt x="6876138" y="46577"/>
                </a:lnTo>
                <a:lnTo>
                  <a:pt x="6876523" y="46806"/>
                </a:lnTo>
                <a:lnTo>
                  <a:pt x="6876925" y="47002"/>
                </a:lnTo>
                <a:lnTo>
                  <a:pt x="6877341" y="47168"/>
                </a:lnTo>
                <a:lnTo>
                  <a:pt x="6877768" y="47306"/>
                </a:lnTo>
                <a:lnTo>
                  <a:pt x="6878202" y="47420"/>
                </a:lnTo>
                <a:lnTo>
                  <a:pt x="6878640" y="47511"/>
                </a:lnTo>
                <a:lnTo>
                  <a:pt x="6879079" y="47581"/>
                </a:lnTo>
                <a:lnTo>
                  <a:pt x="6879515" y="47634"/>
                </a:lnTo>
                <a:lnTo>
                  <a:pt x="6879946" y="47673"/>
                </a:lnTo>
                <a:lnTo>
                  <a:pt x="6880366" y="47698"/>
                </a:lnTo>
                <a:lnTo>
                  <a:pt x="6880774" y="47714"/>
                </a:lnTo>
                <a:lnTo>
                  <a:pt x="6881166" y="47721"/>
                </a:lnTo>
                <a:lnTo>
                  <a:pt x="6881539" y="47724"/>
                </a:lnTo>
                <a:lnTo>
                  <a:pt x="6881889" y="47725"/>
                </a:lnTo>
                <a:lnTo>
                  <a:pt x="6889602" y="47725"/>
                </a:lnTo>
                <a:lnTo>
                  <a:pt x="6912351" y="76230"/>
                </a:lnTo>
                <a:lnTo>
                  <a:pt x="6888443" y="107238"/>
                </a:lnTo>
                <a:lnTo>
                  <a:pt x="6880733" y="107238"/>
                </a:lnTo>
                <a:lnTo>
                  <a:pt x="6880361" y="107239"/>
                </a:lnTo>
                <a:lnTo>
                  <a:pt x="6879970" y="107242"/>
                </a:lnTo>
                <a:lnTo>
                  <a:pt x="6879563" y="107250"/>
                </a:lnTo>
                <a:lnTo>
                  <a:pt x="6879143" y="107266"/>
                </a:lnTo>
                <a:lnTo>
                  <a:pt x="6878713" y="107292"/>
                </a:lnTo>
                <a:lnTo>
                  <a:pt x="6878277" y="107331"/>
                </a:lnTo>
                <a:lnTo>
                  <a:pt x="6877838" y="107386"/>
                </a:lnTo>
                <a:lnTo>
                  <a:pt x="6877398" y="107459"/>
                </a:lnTo>
                <a:lnTo>
                  <a:pt x="6876961" y="107553"/>
                </a:lnTo>
                <a:lnTo>
                  <a:pt x="6876529" y="107670"/>
                </a:lnTo>
                <a:lnTo>
                  <a:pt x="6876107" y="107813"/>
                </a:lnTo>
                <a:lnTo>
                  <a:pt x="6875696" y="107985"/>
                </a:lnTo>
                <a:lnTo>
                  <a:pt x="6875300" y="108188"/>
                </a:lnTo>
                <a:lnTo>
                  <a:pt x="6874923" y="108424"/>
                </a:lnTo>
                <a:lnTo>
                  <a:pt x="6874567" y="108697"/>
                </a:lnTo>
                <a:lnTo>
                  <a:pt x="6874235" y="109009"/>
                </a:lnTo>
                <a:lnTo>
                  <a:pt x="6873930" y="109362"/>
                </a:lnTo>
                <a:lnTo>
                  <a:pt x="6873656" y="109759"/>
                </a:lnTo>
                <a:lnTo>
                  <a:pt x="6873416" y="110203"/>
                </a:lnTo>
                <a:lnTo>
                  <a:pt x="6873213" y="110696"/>
                </a:lnTo>
                <a:lnTo>
                  <a:pt x="6873049" y="111241"/>
                </a:lnTo>
                <a:lnTo>
                  <a:pt x="6872928" y="111841"/>
                </a:lnTo>
                <a:lnTo>
                  <a:pt x="6872854" y="112497"/>
                </a:lnTo>
                <a:lnTo>
                  <a:pt x="6872828" y="113213"/>
                </a:lnTo>
                <a:lnTo>
                  <a:pt x="6872855" y="113907"/>
                </a:lnTo>
                <a:lnTo>
                  <a:pt x="6872932" y="114542"/>
                </a:lnTo>
                <a:lnTo>
                  <a:pt x="6873057" y="115122"/>
                </a:lnTo>
                <a:lnTo>
                  <a:pt x="6873226" y="115650"/>
                </a:lnTo>
                <a:lnTo>
                  <a:pt x="6873436" y="116127"/>
                </a:lnTo>
                <a:lnTo>
                  <a:pt x="6873683" y="116557"/>
                </a:lnTo>
                <a:lnTo>
                  <a:pt x="6873965" y="116942"/>
                </a:lnTo>
                <a:lnTo>
                  <a:pt x="6874277" y="117283"/>
                </a:lnTo>
                <a:lnTo>
                  <a:pt x="6874617" y="117585"/>
                </a:lnTo>
                <a:lnTo>
                  <a:pt x="6874981" y="117849"/>
                </a:lnTo>
                <a:lnTo>
                  <a:pt x="6875365" y="118078"/>
                </a:lnTo>
                <a:lnTo>
                  <a:pt x="6875768" y="118274"/>
                </a:lnTo>
                <a:lnTo>
                  <a:pt x="6876184" y="118440"/>
                </a:lnTo>
                <a:lnTo>
                  <a:pt x="6876610" y="118579"/>
                </a:lnTo>
                <a:lnTo>
                  <a:pt x="6877045" y="118692"/>
                </a:lnTo>
                <a:lnTo>
                  <a:pt x="6877483" y="118783"/>
                </a:lnTo>
                <a:lnTo>
                  <a:pt x="6877922" y="118854"/>
                </a:lnTo>
                <a:lnTo>
                  <a:pt x="6878358" y="118907"/>
                </a:lnTo>
                <a:lnTo>
                  <a:pt x="6878788" y="118945"/>
                </a:lnTo>
                <a:lnTo>
                  <a:pt x="6879209" y="118970"/>
                </a:lnTo>
                <a:lnTo>
                  <a:pt x="6879618" y="118986"/>
                </a:lnTo>
                <a:lnTo>
                  <a:pt x="6880010" y="118994"/>
                </a:lnTo>
                <a:lnTo>
                  <a:pt x="6880382" y="118997"/>
                </a:lnTo>
                <a:lnTo>
                  <a:pt x="6880733" y="118997"/>
                </a:lnTo>
                <a:lnTo>
                  <a:pt x="6903290" y="118997"/>
                </a:lnTo>
                <a:lnTo>
                  <a:pt x="6903661" y="118997"/>
                </a:lnTo>
                <a:lnTo>
                  <a:pt x="6904049" y="118994"/>
                </a:lnTo>
                <a:lnTo>
                  <a:pt x="6904452" y="118986"/>
                </a:lnTo>
                <a:lnTo>
                  <a:pt x="6904865" y="118970"/>
                </a:lnTo>
                <a:lnTo>
                  <a:pt x="6905287" y="118945"/>
                </a:lnTo>
                <a:lnTo>
                  <a:pt x="6905715" y="118907"/>
                </a:lnTo>
                <a:lnTo>
                  <a:pt x="6906145" y="118854"/>
                </a:lnTo>
                <a:lnTo>
                  <a:pt x="6906574" y="118783"/>
                </a:lnTo>
                <a:lnTo>
                  <a:pt x="6907000" y="118692"/>
                </a:lnTo>
                <a:lnTo>
                  <a:pt x="6907420" y="118579"/>
                </a:lnTo>
                <a:lnTo>
                  <a:pt x="6907831" y="118440"/>
                </a:lnTo>
                <a:lnTo>
                  <a:pt x="6908230" y="118274"/>
                </a:lnTo>
                <a:lnTo>
                  <a:pt x="6908613" y="118078"/>
                </a:lnTo>
                <a:lnTo>
                  <a:pt x="6908979" y="117849"/>
                </a:lnTo>
                <a:lnTo>
                  <a:pt x="6909323" y="117585"/>
                </a:lnTo>
                <a:lnTo>
                  <a:pt x="6909644" y="117283"/>
                </a:lnTo>
                <a:lnTo>
                  <a:pt x="6909938" y="116942"/>
                </a:lnTo>
                <a:lnTo>
                  <a:pt x="6910202" y="116557"/>
                </a:lnTo>
                <a:lnTo>
                  <a:pt x="6910434" y="116127"/>
                </a:lnTo>
                <a:lnTo>
                  <a:pt x="6910630" y="115650"/>
                </a:lnTo>
                <a:lnTo>
                  <a:pt x="6910788" y="115122"/>
                </a:lnTo>
                <a:lnTo>
                  <a:pt x="6910904" y="114542"/>
                </a:lnTo>
                <a:lnTo>
                  <a:pt x="6910976" y="113907"/>
                </a:lnTo>
                <a:lnTo>
                  <a:pt x="6911000" y="113213"/>
                </a:lnTo>
                <a:lnTo>
                  <a:pt x="6910979" y="112497"/>
                </a:lnTo>
                <a:lnTo>
                  <a:pt x="6910917" y="111841"/>
                </a:lnTo>
                <a:lnTo>
                  <a:pt x="6910815" y="111241"/>
                </a:lnTo>
                <a:lnTo>
                  <a:pt x="6910673" y="110696"/>
                </a:lnTo>
                <a:lnTo>
                  <a:pt x="6910492" y="110203"/>
                </a:lnTo>
                <a:lnTo>
                  <a:pt x="6910275" y="109759"/>
                </a:lnTo>
                <a:lnTo>
                  <a:pt x="6910020" y="109362"/>
                </a:lnTo>
                <a:lnTo>
                  <a:pt x="6909730" y="109009"/>
                </a:lnTo>
                <a:lnTo>
                  <a:pt x="6909404" y="108697"/>
                </a:lnTo>
                <a:lnTo>
                  <a:pt x="6909045" y="108424"/>
                </a:lnTo>
                <a:lnTo>
                  <a:pt x="6908653" y="108188"/>
                </a:lnTo>
                <a:lnTo>
                  <a:pt x="6908229" y="107985"/>
                </a:lnTo>
                <a:lnTo>
                  <a:pt x="6907774" y="107813"/>
                </a:lnTo>
                <a:lnTo>
                  <a:pt x="6907289" y="107670"/>
                </a:lnTo>
                <a:lnTo>
                  <a:pt x="6906774" y="107553"/>
                </a:lnTo>
                <a:lnTo>
                  <a:pt x="6906231" y="107459"/>
                </a:lnTo>
                <a:lnTo>
                  <a:pt x="6905660" y="107386"/>
                </a:lnTo>
                <a:lnTo>
                  <a:pt x="6905063" y="107331"/>
                </a:lnTo>
                <a:lnTo>
                  <a:pt x="6904440" y="107292"/>
                </a:lnTo>
                <a:lnTo>
                  <a:pt x="6903793" y="107266"/>
                </a:lnTo>
                <a:lnTo>
                  <a:pt x="6903122" y="107250"/>
                </a:lnTo>
                <a:lnTo>
                  <a:pt x="6902428" y="107242"/>
                </a:lnTo>
                <a:lnTo>
                  <a:pt x="6901712" y="107239"/>
                </a:lnTo>
                <a:lnTo>
                  <a:pt x="6900975" y="107238"/>
                </a:lnTo>
                <a:lnTo>
                  <a:pt x="6917555" y="83523"/>
                </a:lnTo>
                <a:lnTo>
                  <a:pt x="6934714" y="107238"/>
                </a:lnTo>
                <a:lnTo>
                  <a:pt x="6934045" y="107239"/>
                </a:lnTo>
                <a:lnTo>
                  <a:pt x="6933390" y="107242"/>
                </a:lnTo>
                <a:lnTo>
                  <a:pt x="6932750" y="107250"/>
                </a:lnTo>
                <a:lnTo>
                  <a:pt x="6932126" y="107266"/>
                </a:lnTo>
                <a:lnTo>
                  <a:pt x="6931519" y="107292"/>
                </a:lnTo>
                <a:lnTo>
                  <a:pt x="6930930" y="107331"/>
                </a:lnTo>
                <a:lnTo>
                  <a:pt x="6930362" y="107386"/>
                </a:lnTo>
                <a:lnTo>
                  <a:pt x="6929816" y="107459"/>
                </a:lnTo>
                <a:lnTo>
                  <a:pt x="6929292" y="107553"/>
                </a:lnTo>
                <a:lnTo>
                  <a:pt x="6928792" y="107670"/>
                </a:lnTo>
                <a:lnTo>
                  <a:pt x="6928317" y="107813"/>
                </a:lnTo>
                <a:lnTo>
                  <a:pt x="6927870" y="107985"/>
                </a:lnTo>
                <a:lnTo>
                  <a:pt x="6927450" y="108188"/>
                </a:lnTo>
                <a:lnTo>
                  <a:pt x="6927060" y="108424"/>
                </a:lnTo>
                <a:lnTo>
                  <a:pt x="6926701" y="108697"/>
                </a:lnTo>
                <a:lnTo>
                  <a:pt x="6926374" y="109009"/>
                </a:lnTo>
                <a:lnTo>
                  <a:pt x="6926080" y="109362"/>
                </a:lnTo>
                <a:lnTo>
                  <a:pt x="6925821" y="109759"/>
                </a:lnTo>
                <a:lnTo>
                  <a:pt x="6925598" y="110203"/>
                </a:lnTo>
                <a:lnTo>
                  <a:pt x="6925413" y="110696"/>
                </a:lnTo>
                <a:lnTo>
                  <a:pt x="6925267" y="111241"/>
                </a:lnTo>
                <a:lnTo>
                  <a:pt x="6925160" y="111841"/>
                </a:lnTo>
                <a:lnTo>
                  <a:pt x="6925096" y="112497"/>
                </a:lnTo>
                <a:lnTo>
                  <a:pt x="6925074" y="113213"/>
                </a:lnTo>
                <a:lnTo>
                  <a:pt x="6925098" y="113907"/>
                </a:lnTo>
                <a:lnTo>
                  <a:pt x="6925170" y="114542"/>
                </a:lnTo>
                <a:lnTo>
                  <a:pt x="6925287" y="115122"/>
                </a:lnTo>
                <a:lnTo>
                  <a:pt x="6925444" y="115650"/>
                </a:lnTo>
                <a:lnTo>
                  <a:pt x="6925641" y="116127"/>
                </a:lnTo>
                <a:lnTo>
                  <a:pt x="6925872" y="116557"/>
                </a:lnTo>
                <a:lnTo>
                  <a:pt x="6926137" y="116942"/>
                </a:lnTo>
                <a:lnTo>
                  <a:pt x="6926431" y="117283"/>
                </a:lnTo>
                <a:lnTo>
                  <a:pt x="6926752" y="117585"/>
                </a:lnTo>
                <a:lnTo>
                  <a:pt x="6927097" y="117849"/>
                </a:lnTo>
                <a:lnTo>
                  <a:pt x="6927462" y="118078"/>
                </a:lnTo>
                <a:lnTo>
                  <a:pt x="6927846" y="118274"/>
                </a:lnTo>
                <a:lnTo>
                  <a:pt x="6928245" y="118440"/>
                </a:lnTo>
                <a:lnTo>
                  <a:pt x="6928656" y="118579"/>
                </a:lnTo>
                <a:lnTo>
                  <a:pt x="6929076" y="118692"/>
                </a:lnTo>
                <a:lnTo>
                  <a:pt x="6929502" y="118783"/>
                </a:lnTo>
                <a:lnTo>
                  <a:pt x="6929932" y="118854"/>
                </a:lnTo>
                <a:lnTo>
                  <a:pt x="6930362" y="118907"/>
                </a:lnTo>
                <a:lnTo>
                  <a:pt x="6930790" y="118945"/>
                </a:lnTo>
                <a:lnTo>
                  <a:pt x="6931212" y="118970"/>
                </a:lnTo>
                <a:lnTo>
                  <a:pt x="6931625" y="118986"/>
                </a:lnTo>
                <a:lnTo>
                  <a:pt x="6932028" y="118994"/>
                </a:lnTo>
                <a:lnTo>
                  <a:pt x="6932416" y="118997"/>
                </a:lnTo>
                <a:lnTo>
                  <a:pt x="6932787" y="118997"/>
                </a:lnTo>
                <a:lnTo>
                  <a:pt x="6955342" y="118997"/>
                </a:lnTo>
                <a:lnTo>
                  <a:pt x="6955692" y="118997"/>
                </a:lnTo>
                <a:lnTo>
                  <a:pt x="6956065" y="118994"/>
                </a:lnTo>
                <a:lnTo>
                  <a:pt x="6956457" y="118986"/>
                </a:lnTo>
                <a:lnTo>
                  <a:pt x="6956865" y="118970"/>
                </a:lnTo>
                <a:lnTo>
                  <a:pt x="6957286" y="118945"/>
                </a:lnTo>
                <a:lnTo>
                  <a:pt x="6957716" y="118907"/>
                </a:lnTo>
                <a:lnTo>
                  <a:pt x="6958152" y="118854"/>
                </a:lnTo>
                <a:lnTo>
                  <a:pt x="6958591" y="118783"/>
                </a:lnTo>
                <a:lnTo>
                  <a:pt x="6959030" y="118692"/>
                </a:lnTo>
                <a:lnTo>
                  <a:pt x="6959464" y="118579"/>
                </a:lnTo>
                <a:lnTo>
                  <a:pt x="6959891" y="118440"/>
                </a:lnTo>
                <a:lnTo>
                  <a:pt x="6960307" y="118274"/>
                </a:lnTo>
                <a:lnTo>
                  <a:pt x="6960709" y="118078"/>
                </a:lnTo>
                <a:lnTo>
                  <a:pt x="6961093" y="117849"/>
                </a:lnTo>
                <a:lnTo>
                  <a:pt x="6961457" y="117585"/>
                </a:lnTo>
                <a:lnTo>
                  <a:pt x="6961797" y="117283"/>
                </a:lnTo>
                <a:lnTo>
                  <a:pt x="6962109" y="116942"/>
                </a:lnTo>
                <a:lnTo>
                  <a:pt x="6962391" y="116557"/>
                </a:lnTo>
                <a:lnTo>
                  <a:pt x="6962638" y="116127"/>
                </a:lnTo>
                <a:lnTo>
                  <a:pt x="6962848" y="115650"/>
                </a:lnTo>
                <a:lnTo>
                  <a:pt x="6963017" y="115122"/>
                </a:lnTo>
                <a:lnTo>
                  <a:pt x="6963142" y="114542"/>
                </a:lnTo>
                <a:lnTo>
                  <a:pt x="6963220" y="113907"/>
                </a:lnTo>
                <a:lnTo>
                  <a:pt x="6963246" y="113213"/>
                </a:lnTo>
                <a:lnTo>
                  <a:pt x="6963221" y="112497"/>
                </a:lnTo>
                <a:lnTo>
                  <a:pt x="6963146" y="111841"/>
                </a:lnTo>
                <a:lnTo>
                  <a:pt x="6963025" y="111241"/>
                </a:lnTo>
                <a:lnTo>
                  <a:pt x="6962862" y="110696"/>
                </a:lnTo>
                <a:lnTo>
                  <a:pt x="6962658" y="110203"/>
                </a:lnTo>
                <a:lnTo>
                  <a:pt x="6962418" y="109759"/>
                </a:lnTo>
                <a:close/>
                <a:moveTo>
                  <a:pt x="5135188" y="97937"/>
                </a:moveTo>
                <a:lnTo>
                  <a:pt x="5135188" y="97939"/>
                </a:lnTo>
                <a:lnTo>
                  <a:pt x="5135188" y="97936"/>
                </a:lnTo>
                <a:lnTo>
                  <a:pt x="5135188" y="97937"/>
                </a:lnTo>
                <a:close/>
                <a:moveTo>
                  <a:pt x="5843700" y="97937"/>
                </a:moveTo>
                <a:lnTo>
                  <a:pt x="5843700" y="97939"/>
                </a:lnTo>
                <a:lnTo>
                  <a:pt x="5843700" y="97936"/>
                </a:lnTo>
                <a:lnTo>
                  <a:pt x="5843700" y="97937"/>
                </a:lnTo>
                <a:close/>
                <a:moveTo>
                  <a:pt x="6046132" y="97937"/>
                </a:moveTo>
                <a:lnTo>
                  <a:pt x="6046132" y="97939"/>
                </a:lnTo>
                <a:lnTo>
                  <a:pt x="6046132" y="97936"/>
                </a:lnTo>
                <a:lnTo>
                  <a:pt x="6046132" y="97937"/>
                </a:lnTo>
                <a:close/>
                <a:moveTo>
                  <a:pt x="6248565" y="97939"/>
                </a:moveTo>
                <a:lnTo>
                  <a:pt x="6248565" y="97936"/>
                </a:lnTo>
                <a:lnTo>
                  <a:pt x="6248565" y="97937"/>
                </a:lnTo>
                <a:lnTo>
                  <a:pt x="6248565" y="97939"/>
                </a:lnTo>
                <a:close/>
                <a:moveTo>
                  <a:pt x="7135005" y="105050"/>
                </a:moveTo>
                <a:lnTo>
                  <a:pt x="7134498" y="103952"/>
                </a:lnTo>
                <a:lnTo>
                  <a:pt x="7133935" y="102909"/>
                </a:lnTo>
                <a:lnTo>
                  <a:pt x="7133319" y="101922"/>
                </a:lnTo>
                <a:lnTo>
                  <a:pt x="7132654" y="100995"/>
                </a:lnTo>
                <a:lnTo>
                  <a:pt x="7131942" y="100127"/>
                </a:lnTo>
                <a:lnTo>
                  <a:pt x="7131185" y="99320"/>
                </a:lnTo>
                <a:lnTo>
                  <a:pt x="7130387" y="98576"/>
                </a:lnTo>
                <a:lnTo>
                  <a:pt x="7129551" y="97896"/>
                </a:lnTo>
                <a:lnTo>
                  <a:pt x="7128679" y="97282"/>
                </a:lnTo>
                <a:lnTo>
                  <a:pt x="7127774" y="96734"/>
                </a:lnTo>
                <a:lnTo>
                  <a:pt x="7126839" y="96255"/>
                </a:lnTo>
                <a:lnTo>
                  <a:pt x="7125877" y="95846"/>
                </a:lnTo>
                <a:lnTo>
                  <a:pt x="7124891" y="95508"/>
                </a:lnTo>
                <a:lnTo>
                  <a:pt x="7123884" y="95243"/>
                </a:lnTo>
                <a:lnTo>
                  <a:pt x="7122858" y="95051"/>
                </a:lnTo>
                <a:lnTo>
                  <a:pt x="7121816" y="94935"/>
                </a:lnTo>
                <a:lnTo>
                  <a:pt x="7120761" y="94897"/>
                </a:lnTo>
                <a:lnTo>
                  <a:pt x="7119814" y="94926"/>
                </a:lnTo>
                <a:lnTo>
                  <a:pt x="7118902" y="95014"/>
                </a:lnTo>
                <a:lnTo>
                  <a:pt x="7118025" y="95157"/>
                </a:lnTo>
                <a:lnTo>
                  <a:pt x="7117183" y="95354"/>
                </a:lnTo>
                <a:lnTo>
                  <a:pt x="7116378" y="95601"/>
                </a:lnTo>
                <a:lnTo>
                  <a:pt x="7115609" y="95897"/>
                </a:lnTo>
                <a:lnTo>
                  <a:pt x="7114878" y="96239"/>
                </a:lnTo>
                <a:lnTo>
                  <a:pt x="7114184" y="96625"/>
                </a:lnTo>
                <a:lnTo>
                  <a:pt x="7113528" y="97053"/>
                </a:lnTo>
                <a:lnTo>
                  <a:pt x="7112911" y="97520"/>
                </a:lnTo>
                <a:lnTo>
                  <a:pt x="7112333" y="98023"/>
                </a:lnTo>
                <a:lnTo>
                  <a:pt x="7111795" y="98561"/>
                </a:lnTo>
                <a:lnTo>
                  <a:pt x="7111297" y="99131"/>
                </a:lnTo>
                <a:lnTo>
                  <a:pt x="7110840" y="99731"/>
                </a:lnTo>
                <a:lnTo>
                  <a:pt x="7110424" y="100359"/>
                </a:lnTo>
                <a:lnTo>
                  <a:pt x="7110050" y="101011"/>
                </a:lnTo>
                <a:lnTo>
                  <a:pt x="7109717" y="101686"/>
                </a:lnTo>
                <a:lnTo>
                  <a:pt x="7109428" y="102382"/>
                </a:lnTo>
                <a:lnTo>
                  <a:pt x="7109181" y="103096"/>
                </a:lnTo>
                <a:lnTo>
                  <a:pt x="7108979" y="103825"/>
                </a:lnTo>
                <a:lnTo>
                  <a:pt x="7108820" y="104568"/>
                </a:lnTo>
                <a:lnTo>
                  <a:pt x="7108706" y="105321"/>
                </a:lnTo>
                <a:lnTo>
                  <a:pt x="7108638" y="106084"/>
                </a:lnTo>
                <a:lnTo>
                  <a:pt x="7108615" y="106853"/>
                </a:lnTo>
                <a:lnTo>
                  <a:pt x="7108643" y="107755"/>
                </a:lnTo>
                <a:lnTo>
                  <a:pt x="7108728" y="108631"/>
                </a:lnTo>
                <a:lnTo>
                  <a:pt x="7108867" y="109478"/>
                </a:lnTo>
                <a:lnTo>
                  <a:pt x="7109058" y="110296"/>
                </a:lnTo>
                <a:lnTo>
                  <a:pt x="7109299" y="111084"/>
                </a:lnTo>
                <a:lnTo>
                  <a:pt x="7109587" y="111841"/>
                </a:lnTo>
                <a:lnTo>
                  <a:pt x="7109921" y="112566"/>
                </a:lnTo>
                <a:lnTo>
                  <a:pt x="7110299" y="113257"/>
                </a:lnTo>
                <a:lnTo>
                  <a:pt x="7110719" y="113915"/>
                </a:lnTo>
                <a:lnTo>
                  <a:pt x="7111177" y="114537"/>
                </a:lnTo>
                <a:lnTo>
                  <a:pt x="7111673" y="115123"/>
                </a:lnTo>
                <a:lnTo>
                  <a:pt x="7112205" y="115672"/>
                </a:lnTo>
                <a:lnTo>
                  <a:pt x="7112769" y="116183"/>
                </a:lnTo>
                <a:lnTo>
                  <a:pt x="7113364" y="116655"/>
                </a:lnTo>
                <a:lnTo>
                  <a:pt x="7113989" y="117086"/>
                </a:lnTo>
                <a:lnTo>
                  <a:pt x="7114640" y="117477"/>
                </a:lnTo>
                <a:lnTo>
                  <a:pt x="7115316" y="117825"/>
                </a:lnTo>
                <a:lnTo>
                  <a:pt x="7116015" y="118130"/>
                </a:lnTo>
                <a:lnTo>
                  <a:pt x="7116734" y="118391"/>
                </a:lnTo>
                <a:lnTo>
                  <a:pt x="7117472" y="118606"/>
                </a:lnTo>
                <a:lnTo>
                  <a:pt x="7118226" y="118776"/>
                </a:lnTo>
                <a:lnTo>
                  <a:pt x="7118995" y="118898"/>
                </a:lnTo>
                <a:lnTo>
                  <a:pt x="7119776" y="118972"/>
                </a:lnTo>
                <a:lnTo>
                  <a:pt x="7120567" y="118997"/>
                </a:lnTo>
                <a:lnTo>
                  <a:pt x="7120712" y="118996"/>
                </a:lnTo>
                <a:lnTo>
                  <a:pt x="7120860" y="118993"/>
                </a:lnTo>
                <a:lnTo>
                  <a:pt x="7121009" y="118988"/>
                </a:lnTo>
                <a:lnTo>
                  <a:pt x="7121160" y="118981"/>
                </a:lnTo>
                <a:lnTo>
                  <a:pt x="7121313" y="118972"/>
                </a:lnTo>
                <a:lnTo>
                  <a:pt x="7121467" y="118961"/>
                </a:lnTo>
                <a:lnTo>
                  <a:pt x="7121623" y="118948"/>
                </a:lnTo>
                <a:lnTo>
                  <a:pt x="7121781" y="118933"/>
                </a:lnTo>
                <a:lnTo>
                  <a:pt x="7121939" y="118916"/>
                </a:lnTo>
                <a:lnTo>
                  <a:pt x="7122099" y="118897"/>
                </a:lnTo>
                <a:lnTo>
                  <a:pt x="7122260" y="118876"/>
                </a:lnTo>
                <a:lnTo>
                  <a:pt x="7122422" y="118853"/>
                </a:lnTo>
                <a:lnTo>
                  <a:pt x="7122586" y="118828"/>
                </a:lnTo>
                <a:lnTo>
                  <a:pt x="7122750" y="118801"/>
                </a:lnTo>
                <a:lnTo>
                  <a:pt x="7122915" y="118772"/>
                </a:lnTo>
                <a:lnTo>
                  <a:pt x="7123080" y="118741"/>
                </a:lnTo>
                <a:lnTo>
                  <a:pt x="7123247" y="118708"/>
                </a:lnTo>
                <a:lnTo>
                  <a:pt x="7123414" y="118673"/>
                </a:lnTo>
                <a:lnTo>
                  <a:pt x="7123581" y="118636"/>
                </a:lnTo>
                <a:lnTo>
                  <a:pt x="7123749" y="118597"/>
                </a:lnTo>
                <a:lnTo>
                  <a:pt x="7123918" y="118556"/>
                </a:lnTo>
                <a:lnTo>
                  <a:pt x="7124086" y="118513"/>
                </a:lnTo>
                <a:lnTo>
                  <a:pt x="7124255" y="118468"/>
                </a:lnTo>
                <a:lnTo>
                  <a:pt x="7124424" y="118421"/>
                </a:lnTo>
                <a:lnTo>
                  <a:pt x="7124031" y="119869"/>
                </a:lnTo>
                <a:lnTo>
                  <a:pt x="7123580" y="121228"/>
                </a:lnTo>
                <a:lnTo>
                  <a:pt x="7123075" y="122500"/>
                </a:lnTo>
                <a:lnTo>
                  <a:pt x="7122523" y="123689"/>
                </a:lnTo>
                <a:lnTo>
                  <a:pt x="7121929" y="124796"/>
                </a:lnTo>
                <a:lnTo>
                  <a:pt x="7121299" y="125825"/>
                </a:lnTo>
                <a:lnTo>
                  <a:pt x="7120639" y="126779"/>
                </a:lnTo>
                <a:lnTo>
                  <a:pt x="7119953" y="127661"/>
                </a:lnTo>
                <a:lnTo>
                  <a:pt x="7119248" y="128473"/>
                </a:lnTo>
                <a:lnTo>
                  <a:pt x="7118529" y="129218"/>
                </a:lnTo>
                <a:lnTo>
                  <a:pt x="7117802" y="129899"/>
                </a:lnTo>
                <a:lnTo>
                  <a:pt x="7117072" y="130519"/>
                </a:lnTo>
                <a:lnTo>
                  <a:pt x="7116346" y="131081"/>
                </a:lnTo>
                <a:lnTo>
                  <a:pt x="7115628" y="131587"/>
                </a:lnTo>
                <a:lnTo>
                  <a:pt x="7114924" y="132041"/>
                </a:lnTo>
                <a:lnTo>
                  <a:pt x="7114240" y="132446"/>
                </a:lnTo>
                <a:lnTo>
                  <a:pt x="7113582" y="132803"/>
                </a:lnTo>
                <a:lnTo>
                  <a:pt x="7112954" y="133116"/>
                </a:lnTo>
                <a:lnTo>
                  <a:pt x="7112363" y="133388"/>
                </a:lnTo>
                <a:lnTo>
                  <a:pt x="7111815" y="133622"/>
                </a:lnTo>
                <a:lnTo>
                  <a:pt x="7111314" y="133820"/>
                </a:lnTo>
                <a:lnTo>
                  <a:pt x="7110867" y="133986"/>
                </a:lnTo>
                <a:lnTo>
                  <a:pt x="7110479" y="134122"/>
                </a:lnTo>
                <a:lnTo>
                  <a:pt x="7110156" y="134231"/>
                </a:lnTo>
                <a:lnTo>
                  <a:pt x="7109907" y="134305"/>
                </a:lnTo>
                <a:lnTo>
                  <a:pt x="7109645" y="134385"/>
                </a:lnTo>
                <a:lnTo>
                  <a:pt x="7109371" y="134470"/>
                </a:lnTo>
                <a:lnTo>
                  <a:pt x="7109087" y="134563"/>
                </a:lnTo>
                <a:lnTo>
                  <a:pt x="7108796" y="134664"/>
                </a:lnTo>
                <a:lnTo>
                  <a:pt x="7108500" y="134775"/>
                </a:lnTo>
                <a:lnTo>
                  <a:pt x="7108200" y="134897"/>
                </a:lnTo>
                <a:lnTo>
                  <a:pt x="7107900" y="135030"/>
                </a:lnTo>
                <a:lnTo>
                  <a:pt x="7107601" y="135175"/>
                </a:lnTo>
                <a:lnTo>
                  <a:pt x="7107306" y="135335"/>
                </a:lnTo>
                <a:lnTo>
                  <a:pt x="7107016" y="135509"/>
                </a:lnTo>
                <a:lnTo>
                  <a:pt x="7106734" y="135700"/>
                </a:lnTo>
                <a:lnTo>
                  <a:pt x="7106463" y="135908"/>
                </a:lnTo>
                <a:lnTo>
                  <a:pt x="7106203" y="136133"/>
                </a:lnTo>
                <a:lnTo>
                  <a:pt x="7105958" y="136378"/>
                </a:lnTo>
                <a:lnTo>
                  <a:pt x="7105729" y="136644"/>
                </a:lnTo>
                <a:lnTo>
                  <a:pt x="7105519" y="136930"/>
                </a:lnTo>
                <a:lnTo>
                  <a:pt x="7105330" y="137240"/>
                </a:lnTo>
                <a:lnTo>
                  <a:pt x="7105164" y="137573"/>
                </a:lnTo>
                <a:lnTo>
                  <a:pt x="7105024" y="137930"/>
                </a:lnTo>
                <a:lnTo>
                  <a:pt x="7104911" y="138314"/>
                </a:lnTo>
                <a:lnTo>
                  <a:pt x="7104827" y="138724"/>
                </a:lnTo>
                <a:lnTo>
                  <a:pt x="7104776" y="139162"/>
                </a:lnTo>
                <a:lnTo>
                  <a:pt x="7104758" y="139629"/>
                </a:lnTo>
                <a:lnTo>
                  <a:pt x="7104773" y="139993"/>
                </a:lnTo>
                <a:lnTo>
                  <a:pt x="7104817" y="140358"/>
                </a:lnTo>
                <a:lnTo>
                  <a:pt x="7104888" y="140725"/>
                </a:lnTo>
                <a:lnTo>
                  <a:pt x="7104987" y="141090"/>
                </a:lnTo>
                <a:lnTo>
                  <a:pt x="7105112" y="141454"/>
                </a:lnTo>
                <a:lnTo>
                  <a:pt x="7105261" y="141813"/>
                </a:lnTo>
                <a:lnTo>
                  <a:pt x="7105434" y="142167"/>
                </a:lnTo>
                <a:lnTo>
                  <a:pt x="7105629" y="142514"/>
                </a:lnTo>
                <a:lnTo>
                  <a:pt x="7105846" y="142852"/>
                </a:lnTo>
                <a:lnTo>
                  <a:pt x="7106083" y="143180"/>
                </a:lnTo>
                <a:lnTo>
                  <a:pt x="7106339" y="143496"/>
                </a:lnTo>
                <a:lnTo>
                  <a:pt x="7106613" y="143798"/>
                </a:lnTo>
                <a:lnTo>
                  <a:pt x="7106905" y="144086"/>
                </a:lnTo>
                <a:lnTo>
                  <a:pt x="7107212" y="144357"/>
                </a:lnTo>
                <a:lnTo>
                  <a:pt x="7107535" y="144609"/>
                </a:lnTo>
                <a:lnTo>
                  <a:pt x="7107871" y="144842"/>
                </a:lnTo>
                <a:lnTo>
                  <a:pt x="7108220" y="145053"/>
                </a:lnTo>
                <a:lnTo>
                  <a:pt x="7108580" y="145241"/>
                </a:lnTo>
                <a:lnTo>
                  <a:pt x="7108951" y="145405"/>
                </a:lnTo>
                <a:lnTo>
                  <a:pt x="7109332" y="145543"/>
                </a:lnTo>
                <a:lnTo>
                  <a:pt x="7109721" y="145652"/>
                </a:lnTo>
                <a:lnTo>
                  <a:pt x="7110117" y="145733"/>
                </a:lnTo>
                <a:lnTo>
                  <a:pt x="7110519" y="145782"/>
                </a:lnTo>
                <a:lnTo>
                  <a:pt x="7110927" y="145799"/>
                </a:lnTo>
                <a:lnTo>
                  <a:pt x="7111766" y="145744"/>
                </a:lnTo>
                <a:lnTo>
                  <a:pt x="7112731" y="145582"/>
                </a:lnTo>
                <a:lnTo>
                  <a:pt x="7113808" y="145310"/>
                </a:lnTo>
                <a:lnTo>
                  <a:pt x="7114982" y="144929"/>
                </a:lnTo>
                <a:lnTo>
                  <a:pt x="7116240" y="144440"/>
                </a:lnTo>
                <a:lnTo>
                  <a:pt x="7117566" y="143840"/>
                </a:lnTo>
                <a:lnTo>
                  <a:pt x="7118946" y="143132"/>
                </a:lnTo>
                <a:lnTo>
                  <a:pt x="7120366" y="142314"/>
                </a:lnTo>
                <a:lnTo>
                  <a:pt x="7121812" y="141386"/>
                </a:lnTo>
                <a:lnTo>
                  <a:pt x="7123269" y="140348"/>
                </a:lnTo>
                <a:lnTo>
                  <a:pt x="7124722" y="139200"/>
                </a:lnTo>
                <a:lnTo>
                  <a:pt x="7126157" y="137942"/>
                </a:lnTo>
                <a:lnTo>
                  <a:pt x="7127561" y="136573"/>
                </a:lnTo>
                <a:lnTo>
                  <a:pt x="7128918" y="135094"/>
                </a:lnTo>
                <a:lnTo>
                  <a:pt x="7130214" y="133503"/>
                </a:lnTo>
                <a:lnTo>
                  <a:pt x="7131434" y="131802"/>
                </a:lnTo>
                <a:lnTo>
                  <a:pt x="7132565" y="129990"/>
                </a:lnTo>
                <a:lnTo>
                  <a:pt x="7133592" y="128066"/>
                </a:lnTo>
                <a:lnTo>
                  <a:pt x="7134501" y="126031"/>
                </a:lnTo>
                <a:lnTo>
                  <a:pt x="7135276" y="123885"/>
                </a:lnTo>
                <a:lnTo>
                  <a:pt x="7135904" y="121626"/>
                </a:lnTo>
                <a:lnTo>
                  <a:pt x="7136371" y="119256"/>
                </a:lnTo>
                <a:lnTo>
                  <a:pt x="7136661" y="116773"/>
                </a:lnTo>
                <a:lnTo>
                  <a:pt x="7136761" y="114178"/>
                </a:lnTo>
                <a:lnTo>
                  <a:pt x="7136723" y="112730"/>
                </a:lnTo>
                <a:lnTo>
                  <a:pt x="7136609" y="111328"/>
                </a:lnTo>
                <a:lnTo>
                  <a:pt x="7136422" y="109973"/>
                </a:lnTo>
                <a:lnTo>
                  <a:pt x="7136165" y="108666"/>
                </a:lnTo>
                <a:lnTo>
                  <a:pt x="7135842" y="107409"/>
                </a:lnTo>
                <a:lnTo>
                  <a:pt x="7135454" y="106203"/>
                </a:lnTo>
                <a:lnTo>
                  <a:pt x="7135005" y="105050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min_end_hereistheminimumproductofanysublistendingatthelast">
            <a:extLst xmlns:a="http://schemas.openxmlformats.org/drawingml/2006/main">
              <a:ext uri="{FF2B5EF4-FFF2-40B4-BE49-F238E27FC236}">
                <a16:creationId xmlns:a16="http://schemas.microsoft.com/office/drawing/2014/main" id="{F202262B-34F1-466F-B23B-4705151C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1567" y="3784255"/>
            <a:ext cx="6969995" cy="163142"/>
          </a:xfrm>
          <a:custGeom xmlns:a="http://schemas.openxmlformats.org/drawingml/2006/main">
            <a:pathLst>
              <a:path w="6969995" h="163142">
                <a:moveTo>
                  <a:pt x="161584" y="8305"/>
                </a:moveTo>
                <a:lnTo>
                  <a:pt x="161326" y="7737"/>
                </a:lnTo>
                <a:lnTo>
                  <a:pt x="161032" y="7190"/>
                </a:lnTo>
                <a:lnTo>
                  <a:pt x="160705" y="6666"/>
                </a:lnTo>
                <a:lnTo>
                  <a:pt x="160346" y="6166"/>
                </a:lnTo>
                <a:lnTo>
                  <a:pt x="159956" y="5691"/>
                </a:lnTo>
                <a:lnTo>
                  <a:pt x="159537" y="5244"/>
                </a:lnTo>
                <a:lnTo>
                  <a:pt x="159089" y="4824"/>
                </a:lnTo>
                <a:lnTo>
                  <a:pt x="158615" y="4434"/>
                </a:lnTo>
                <a:lnTo>
                  <a:pt x="158115" y="4075"/>
                </a:lnTo>
                <a:lnTo>
                  <a:pt x="157592" y="3748"/>
                </a:lnTo>
                <a:lnTo>
                  <a:pt x="157045" y="3454"/>
                </a:lnTo>
                <a:lnTo>
                  <a:pt x="156477" y="3195"/>
                </a:lnTo>
                <a:lnTo>
                  <a:pt x="155889" y="2972"/>
                </a:lnTo>
                <a:lnTo>
                  <a:pt x="155282" y="2787"/>
                </a:lnTo>
                <a:lnTo>
                  <a:pt x="154658" y="2641"/>
                </a:lnTo>
                <a:lnTo>
                  <a:pt x="154017" y="2534"/>
                </a:lnTo>
                <a:lnTo>
                  <a:pt x="153362" y="2470"/>
                </a:lnTo>
                <a:lnTo>
                  <a:pt x="152694" y="2448"/>
                </a:lnTo>
                <a:lnTo>
                  <a:pt x="152025" y="2470"/>
                </a:lnTo>
                <a:lnTo>
                  <a:pt x="151370" y="2534"/>
                </a:lnTo>
                <a:lnTo>
                  <a:pt x="150729" y="2641"/>
                </a:lnTo>
                <a:lnTo>
                  <a:pt x="150104" y="2787"/>
                </a:lnTo>
                <a:lnTo>
                  <a:pt x="149497" y="2972"/>
                </a:lnTo>
                <a:lnTo>
                  <a:pt x="148909" y="3195"/>
                </a:lnTo>
                <a:lnTo>
                  <a:pt x="148341" y="3454"/>
                </a:lnTo>
                <a:lnTo>
                  <a:pt x="147794" y="3748"/>
                </a:lnTo>
                <a:lnTo>
                  <a:pt x="147270" y="4075"/>
                </a:lnTo>
                <a:lnTo>
                  <a:pt x="146770" y="4434"/>
                </a:lnTo>
                <a:lnTo>
                  <a:pt x="146296" y="4824"/>
                </a:lnTo>
                <a:lnTo>
                  <a:pt x="145848" y="5244"/>
                </a:lnTo>
                <a:lnTo>
                  <a:pt x="145429" y="5691"/>
                </a:lnTo>
                <a:lnTo>
                  <a:pt x="145039" y="6166"/>
                </a:lnTo>
                <a:lnTo>
                  <a:pt x="144680" y="6666"/>
                </a:lnTo>
                <a:lnTo>
                  <a:pt x="144353" y="7190"/>
                </a:lnTo>
                <a:lnTo>
                  <a:pt x="144059" y="7737"/>
                </a:lnTo>
                <a:lnTo>
                  <a:pt x="143800" y="8305"/>
                </a:lnTo>
                <a:lnTo>
                  <a:pt x="143578" y="8893"/>
                </a:lnTo>
                <a:lnTo>
                  <a:pt x="143393" y="9500"/>
                </a:lnTo>
                <a:lnTo>
                  <a:pt x="143246" y="10124"/>
                </a:lnTo>
                <a:lnTo>
                  <a:pt x="143140" y="10765"/>
                </a:lnTo>
                <a:lnTo>
                  <a:pt x="143076" y="11420"/>
                </a:lnTo>
                <a:lnTo>
                  <a:pt x="143054" y="12089"/>
                </a:lnTo>
                <a:lnTo>
                  <a:pt x="143076" y="12757"/>
                </a:lnTo>
                <a:lnTo>
                  <a:pt x="143140" y="13412"/>
                </a:lnTo>
                <a:lnTo>
                  <a:pt x="143246" y="14053"/>
                </a:lnTo>
                <a:lnTo>
                  <a:pt x="143393" y="14677"/>
                </a:lnTo>
                <a:lnTo>
                  <a:pt x="143578" y="15284"/>
                </a:lnTo>
                <a:lnTo>
                  <a:pt x="143800" y="15872"/>
                </a:lnTo>
                <a:lnTo>
                  <a:pt x="144059" y="16441"/>
                </a:lnTo>
                <a:lnTo>
                  <a:pt x="144353" y="16987"/>
                </a:lnTo>
                <a:lnTo>
                  <a:pt x="144680" y="17511"/>
                </a:lnTo>
                <a:lnTo>
                  <a:pt x="145039" y="18011"/>
                </a:lnTo>
                <a:lnTo>
                  <a:pt x="145429" y="18486"/>
                </a:lnTo>
                <a:lnTo>
                  <a:pt x="145848" y="18933"/>
                </a:lnTo>
                <a:lnTo>
                  <a:pt x="146296" y="19353"/>
                </a:lnTo>
                <a:lnTo>
                  <a:pt x="146770" y="19743"/>
                </a:lnTo>
                <a:lnTo>
                  <a:pt x="147270" y="20102"/>
                </a:lnTo>
                <a:lnTo>
                  <a:pt x="147794" y="20430"/>
                </a:lnTo>
                <a:lnTo>
                  <a:pt x="148341" y="20723"/>
                </a:lnTo>
                <a:lnTo>
                  <a:pt x="148909" y="20982"/>
                </a:lnTo>
                <a:lnTo>
                  <a:pt x="149497" y="21205"/>
                </a:lnTo>
                <a:lnTo>
                  <a:pt x="150104" y="21390"/>
                </a:lnTo>
                <a:lnTo>
                  <a:pt x="150729" y="21537"/>
                </a:lnTo>
                <a:lnTo>
                  <a:pt x="151370" y="21643"/>
                </a:lnTo>
                <a:lnTo>
                  <a:pt x="152025" y="21708"/>
                </a:lnTo>
                <a:lnTo>
                  <a:pt x="152694" y="21729"/>
                </a:lnTo>
                <a:lnTo>
                  <a:pt x="153362" y="21708"/>
                </a:lnTo>
                <a:lnTo>
                  <a:pt x="154017" y="21643"/>
                </a:lnTo>
                <a:lnTo>
                  <a:pt x="154658" y="21537"/>
                </a:lnTo>
                <a:lnTo>
                  <a:pt x="155282" y="21390"/>
                </a:lnTo>
                <a:lnTo>
                  <a:pt x="155889" y="21205"/>
                </a:lnTo>
                <a:lnTo>
                  <a:pt x="156477" y="20982"/>
                </a:lnTo>
                <a:lnTo>
                  <a:pt x="157045" y="20723"/>
                </a:lnTo>
                <a:lnTo>
                  <a:pt x="157592" y="20430"/>
                </a:lnTo>
                <a:lnTo>
                  <a:pt x="158115" y="20102"/>
                </a:lnTo>
                <a:lnTo>
                  <a:pt x="158615" y="19743"/>
                </a:lnTo>
                <a:lnTo>
                  <a:pt x="159089" y="19353"/>
                </a:lnTo>
                <a:lnTo>
                  <a:pt x="159537" y="18933"/>
                </a:lnTo>
                <a:lnTo>
                  <a:pt x="159956" y="18486"/>
                </a:lnTo>
                <a:lnTo>
                  <a:pt x="160346" y="18011"/>
                </a:lnTo>
                <a:lnTo>
                  <a:pt x="160705" y="17511"/>
                </a:lnTo>
                <a:lnTo>
                  <a:pt x="161032" y="16987"/>
                </a:lnTo>
                <a:lnTo>
                  <a:pt x="161326" y="16441"/>
                </a:lnTo>
                <a:lnTo>
                  <a:pt x="161584" y="15872"/>
                </a:lnTo>
                <a:lnTo>
                  <a:pt x="161807" y="15284"/>
                </a:lnTo>
                <a:lnTo>
                  <a:pt x="161992" y="14677"/>
                </a:lnTo>
                <a:lnTo>
                  <a:pt x="162138" y="14053"/>
                </a:lnTo>
                <a:lnTo>
                  <a:pt x="162245" y="13412"/>
                </a:lnTo>
                <a:lnTo>
                  <a:pt x="162309" y="12757"/>
                </a:lnTo>
                <a:lnTo>
                  <a:pt x="162331" y="12089"/>
                </a:lnTo>
                <a:lnTo>
                  <a:pt x="162309" y="11420"/>
                </a:lnTo>
                <a:lnTo>
                  <a:pt x="162245" y="10765"/>
                </a:lnTo>
                <a:lnTo>
                  <a:pt x="162138" y="10124"/>
                </a:lnTo>
                <a:lnTo>
                  <a:pt x="161992" y="9500"/>
                </a:lnTo>
                <a:lnTo>
                  <a:pt x="161807" y="8893"/>
                </a:lnTo>
                <a:lnTo>
                  <a:pt x="161584" y="8305"/>
                </a:lnTo>
                <a:close/>
                <a:moveTo>
                  <a:pt x="1376169" y="8305"/>
                </a:moveTo>
                <a:lnTo>
                  <a:pt x="1375911" y="7737"/>
                </a:lnTo>
                <a:lnTo>
                  <a:pt x="1375617" y="7190"/>
                </a:lnTo>
                <a:lnTo>
                  <a:pt x="1375290" y="6666"/>
                </a:lnTo>
                <a:lnTo>
                  <a:pt x="1374931" y="6166"/>
                </a:lnTo>
                <a:lnTo>
                  <a:pt x="1374541" y="5691"/>
                </a:lnTo>
                <a:lnTo>
                  <a:pt x="1374122" y="5244"/>
                </a:lnTo>
                <a:lnTo>
                  <a:pt x="1373674" y="4824"/>
                </a:lnTo>
                <a:lnTo>
                  <a:pt x="1373200" y="4434"/>
                </a:lnTo>
                <a:lnTo>
                  <a:pt x="1372700" y="4075"/>
                </a:lnTo>
                <a:lnTo>
                  <a:pt x="1372177" y="3748"/>
                </a:lnTo>
                <a:lnTo>
                  <a:pt x="1371630" y="3454"/>
                </a:lnTo>
                <a:lnTo>
                  <a:pt x="1371062" y="3195"/>
                </a:lnTo>
                <a:lnTo>
                  <a:pt x="1370474" y="2972"/>
                </a:lnTo>
                <a:lnTo>
                  <a:pt x="1369867" y="2787"/>
                </a:lnTo>
                <a:lnTo>
                  <a:pt x="1369243" y="2641"/>
                </a:lnTo>
                <a:lnTo>
                  <a:pt x="1368602" y="2534"/>
                </a:lnTo>
                <a:lnTo>
                  <a:pt x="1367947" y="2470"/>
                </a:lnTo>
                <a:lnTo>
                  <a:pt x="1367279" y="2448"/>
                </a:lnTo>
                <a:lnTo>
                  <a:pt x="1366610" y="2470"/>
                </a:lnTo>
                <a:lnTo>
                  <a:pt x="1365955" y="2534"/>
                </a:lnTo>
                <a:lnTo>
                  <a:pt x="1365314" y="2641"/>
                </a:lnTo>
                <a:lnTo>
                  <a:pt x="1364689" y="2787"/>
                </a:lnTo>
                <a:lnTo>
                  <a:pt x="1364082" y="2972"/>
                </a:lnTo>
                <a:lnTo>
                  <a:pt x="1363494" y="3195"/>
                </a:lnTo>
                <a:lnTo>
                  <a:pt x="1362926" y="3454"/>
                </a:lnTo>
                <a:lnTo>
                  <a:pt x="1362379" y="3748"/>
                </a:lnTo>
                <a:lnTo>
                  <a:pt x="1361855" y="4075"/>
                </a:lnTo>
                <a:lnTo>
                  <a:pt x="1361355" y="4434"/>
                </a:lnTo>
                <a:lnTo>
                  <a:pt x="1360881" y="4824"/>
                </a:lnTo>
                <a:lnTo>
                  <a:pt x="1360433" y="5244"/>
                </a:lnTo>
                <a:lnTo>
                  <a:pt x="1360014" y="5691"/>
                </a:lnTo>
                <a:lnTo>
                  <a:pt x="1359624" y="6166"/>
                </a:lnTo>
                <a:lnTo>
                  <a:pt x="1359265" y="6666"/>
                </a:lnTo>
                <a:lnTo>
                  <a:pt x="1358938" y="7190"/>
                </a:lnTo>
                <a:lnTo>
                  <a:pt x="1358644" y="7737"/>
                </a:lnTo>
                <a:lnTo>
                  <a:pt x="1358385" y="8305"/>
                </a:lnTo>
                <a:lnTo>
                  <a:pt x="1358163" y="8893"/>
                </a:lnTo>
                <a:lnTo>
                  <a:pt x="1357978" y="9500"/>
                </a:lnTo>
                <a:lnTo>
                  <a:pt x="1357831" y="10124"/>
                </a:lnTo>
                <a:lnTo>
                  <a:pt x="1357725" y="10765"/>
                </a:lnTo>
                <a:lnTo>
                  <a:pt x="1357660" y="11420"/>
                </a:lnTo>
                <a:lnTo>
                  <a:pt x="1357639" y="12089"/>
                </a:lnTo>
                <a:lnTo>
                  <a:pt x="1357660" y="12757"/>
                </a:lnTo>
                <a:lnTo>
                  <a:pt x="1357725" y="13412"/>
                </a:lnTo>
                <a:lnTo>
                  <a:pt x="1357831" y="14053"/>
                </a:lnTo>
                <a:lnTo>
                  <a:pt x="1357978" y="14677"/>
                </a:lnTo>
                <a:lnTo>
                  <a:pt x="1358163" y="15284"/>
                </a:lnTo>
                <a:lnTo>
                  <a:pt x="1358385" y="15872"/>
                </a:lnTo>
                <a:lnTo>
                  <a:pt x="1358644" y="16441"/>
                </a:lnTo>
                <a:lnTo>
                  <a:pt x="1358938" y="16987"/>
                </a:lnTo>
                <a:lnTo>
                  <a:pt x="1359265" y="17511"/>
                </a:lnTo>
                <a:lnTo>
                  <a:pt x="1359624" y="18011"/>
                </a:lnTo>
                <a:lnTo>
                  <a:pt x="1360014" y="18486"/>
                </a:lnTo>
                <a:lnTo>
                  <a:pt x="1360433" y="18933"/>
                </a:lnTo>
                <a:lnTo>
                  <a:pt x="1360881" y="19353"/>
                </a:lnTo>
                <a:lnTo>
                  <a:pt x="1361355" y="19743"/>
                </a:lnTo>
                <a:lnTo>
                  <a:pt x="1361855" y="20102"/>
                </a:lnTo>
                <a:lnTo>
                  <a:pt x="1362379" y="20430"/>
                </a:lnTo>
                <a:lnTo>
                  <a:pt x="1362926" y="20723"/>
                </a:lnTo>
                <a:lnTo>
                  <a:pt x="1363494" y="20982"/>
                </a:lnTo>
                <a:lnTo>
                  <a:pt x="1364082" y="21205"/>
                </a:lnTo>
                <a:lnTo>
                  <a:pt x="1364689" y="21390"/>
                </a:lnTo>
                <a:lnTo>
                  <a:pt x="1365314" y="21537"/>
                </a:lnTo>
                <a:lnTo>
                  <a:pt x="1365955" y="21643"/>
                </a:lnTo>
                <a:lnTo>
                  <a:pt x="1366610" y="21708"/>
                </a:lnTo>
                <a:lnTo>
                  <a:pt x="1367279" y="21729"/>
                </a:lnTo>
                <a:lnTo>
                  <a:pt x="1367947" y="21708"/>
                </a:lnTo>
                <a:lnTo>
                  <a:pt x="1368602" y="21643"/>
                </a:lnTo>
                <a:lnTo>
                  <a:pt x="1369243" y="21537"/>
                </a:lnTo>
                <a:lnTo>
                  <a:pt x="1369867" y="21390"/>
                </a:lnTo>
                <a:lnTo>
                  <a:pt x="1370474" y="21205"/>
                </a:lnTo>
                <a:lnTo>
                  <a:pt x="1371062" y="20982"/>
                </a:lnTo>
                <a:lnTo>
                  <a:pt x="1371630" y="20723"/>
                </a:lnTo>
                <a:lnTo>
                  <a:pt x="1372177" y="20430"/>
                </a:lnTo>
                <a:lnTo>
                  <a:pt x="1372700" y="20102"/>
                </a:lnTo>
                <a:lnTo>
                  <a:pt x="1373200" y="19743"/>
                </a:lnTo>
                <a:lnTo>
                  <a:pt x="1373674" y="19353"/>
                </a:lnTo>
                <a:lnTo>
                  <a:pt x="1374122" y="18933"/>
                </a:lnTo>
                <a:lnTo>
                  <a:pt x="1374541" y="18486"/>
                </a:lnTo>
                <a:lnTo>
                  <a:pt x="1374931" y="18011"/>
                </a:lnTo>
                <a:lnTo>
                  <a:pt x="1375290" y="17511"/>
                </a:lnTo>
                <a:lnTo>
                  <a:pt x="1375617" y="16987"/>
                </a:lnTo>
                <a:lnTo>
                  <a:pt x="1375911" y="16441"/>
                </a:lnTo>
                <a:lnTo>
                  <a:pt x="1376169" y="15872"/>
                </a:lnTo>
                <a:lnTo>
                  <a:pt x="1376392" y="15284"/>
                </a:lnTo>
                <a:lnTo>
                  <a:pt x="1376577" y="14677"/>
                </a:lnTo>
                <a:lnTo>
                  <a:pt x="1376723" y="14053"/>
                </a:lnTo>
                <a:lnTo>
                  <a:pt x="1376830" y="13412"/>
                </a:lnTo>
                <a:lnTo>
                  <a:pt x="1376894" y="12757"/>
                </a:lnTo>
                <a:lnTo>
                  <a:pt x="1376916" y="12089"/>
                </a:lnTo>
                <a:lnTo>
                  <a:pt x="1376894" y="11420"/>
                </a:lnTo>
                <a:lnTo>
                  <a:pt x="1376830" y="10765"/>
                </a:lnTo>
                <a:lnTo>
                  <a:pt x="1376723" y="10124"/>
                </a:lnTo>
                <a:lnTo>
                  <a:pt x="1376577" y="9500"/>
                </a:lnTo>
                <a:lnTo>
                  <a:pt x="1376392" y="8893"/>
                </a:lnTo>
                <a:lnTo>
                  <a:pt x="1376169" y="8305"/>
                </a:lnTo>
                <a:close/>
                <a:moveTo>
                  <a:pt x="2185892" y="8305"/>
                </a:moveTo>
                <a:lnTo>
                  <a:pt x="2185634" y="7737"/>
                </a:lnTo>
                <a:lnTo>
                  <a:pt x="2185340" y="7190"/>
                </a:lnTo>
                <a:lnTo>
                  <a:pt x="2185013" y="6666"/>
                </a:lnTo>
                <a:lnTo>
                  <a:pt x="2184654" y="6166"/>
                </a:lnTo>
                <a:lnTo>
                  <a:pt x="2184264" y="5691"/>
                </a:lnTo>
                <a:lnTo>
                  <a:pt x="2183845" y="5244"/>
                </a:lnTo>
                <a:lnTo>
                  <a:pt x="2183397" y="4824"/>
                </a:lnTo>
                <a:lnTo>
                  <a:pt x="2182923" y="4434"/>
                </a:lnTo>
                <a:lnTo>
                  <a:pt x="2182423" y="4075"/>
                </a:lnTo>
                <a:lnTo>
                  <a:pt x="2181899" y="3748"/>
                </a:lnTo>
                <a:lnTo>
                  <a:pt x="2181353" y="3454"/>
                </a:lnTo>
                <a:lnTo>
                  <a:pt x="2180785" y="3195"/>
                </a:lnTo>
                <a:lnTo>
                  <a:pt x="2180197" y="2972"/>
                </a:lnTo>
                <a:lnTo>
                  <a:pt x="2179590" y="2787"/>
                </a:lnTo>
                <a:lnTo>
                  <a:pt x="2178966" y="2641"/>
                </a:lnTo>
                <a:lnTo>
                  <a:pt x="2178325" y="2534"/>
                </a:lnTo>
                <a:lnTo>
                  <a:pt x="2177670" y="2470"/>
                </a:lnTo>
                <a:lnTo>
                  <a:pt x="2177002" y="2448"/>
                </a:lnTo>
                <a:lnTo>
                  <a:pt x="2176333" y="2470"/>
                </a:lnTo>
                <a:lnTo>
                  <a:pt x="2175677" y="2534"/>
                </a:lnTo>
                <a:lnTo>
                  <a:pt x="2175037" y="2641"/>
                </a:lnTo>
                <a:lnTo>
                  <a:pt x="2174412" y="2787"/>
                </a:lnTo>
                <a:lnTo>
                  <a:pt x="2173805" y="2972"/>
                </a:lnTo>
                <a:lnTo>
                  <a:pt x="2173217" y="3195"/>
                </a:lnTo>
                <a:lnTo>
                  <a:pt x="2172649" y="3454"/>
                </a:lnTo>
                <a:lnTo>
                  <a:pt x="2172102" y="3748"/>
                </a:lnTo>
                <a:lnTo>
                  <a:pt x="2171578" y="4075"/>
                </a:lnTo>
                <a:lnTo>
                  <a:pt x="2171078" y="4434"/>
                </a:lnTo>
                <a:lnTo>
                  <a:pt x="2170604" y="4824"/>
                </a:lnTo>
                <a:lnTo>
                  <a:pt x="2170156" y="5244"/>
                </a:lnTo>
                <a:lnTo>
                  <a:pt x="2169737" y="5691"/>
                </a:lnTo>
                <a:lnTo>
                  <a:pt x="2169347" y="6166"/>
                </a:lnTo>
                <a:lnTo>
                  <a:pt x="2168988" y="6666"/>
                </a:lnTo>
                <a:lnTo>
                  <a:pt x="2168661" y="7190"/>
                </a:lnTo>
                <a:lnTo>
                  <a:pt x="2168367" y="7737"/>
                </a:lnTo>
                <a:lnTo>
                  <a:pt x="2168108" y="8305"/>
                </a:lnTo>
                <a:lnTo>
                  <a:pt x="2167886" y="8893"/>
                </a:lnTo>
                <a:lnTo>
                  <a:pt x="2167701" y="9500"/>
                </a:lnTo>
                <a:lnTo>
                  <a:pt x="2167554" y="10124"/>
                </a:lnTo>
                <a:lnTo>
                  <a:pt x="2167448" y="10765"/>
                </a:lnTo>
                <a:lnTo>
                  <a:pt x="2167383" y="11420"/>
                </a:lnTo>
                <a:lnTo>
                  <a:pt x="2167362" y="12089"/>
                </a:lnTo>
                <a:lnTo>
                  <a:pt x="2167383" y="12757"/>
                </a:lnTo>
                <a:lnTo>
                  <a:pt x="2167448" y="13412"/>
                </a:lnTo>
                <a:lnTo>
                  <a:pt x="2167554" y="14053"/>
                </a:lnTo>
                <a:lnTo>
                  <a:pt x="2167701" y="14677"/>
                </a:lnTo>
                <a:lnTo>
                  <a:pt x="2167886" y="15284"/>
                </a:lnTo>
                <a:lnTo>
                  <a:pt x="2168108" y="15872"/>
                </a:lnTo>
                <a:lnTo>
                  <a:pt x="2168367" y="16441"/>
                </a:lnTo>
                <a:lnTo>
                  <a:pt x="2168661" y="16987"/>
                </a:lnTo>
                <a:lnTo>
                  <a:pt x="2168988" y="17511"/>
                </a:lnTo>
                <a:lnTo>
                  <a:pt x="2169347" y="18011"/>
                </a:lnTo>
                <a:lnTo>
                  <a:pt x="2169737" y="18486"/>
                </a:lnTo>
                <a:lnTo>
                  <a:pt x="2170156" y="18933"/>
                </a:lnTo>
                <a:lnTo>
                  <a:pt x="2170604" y="19353"/>
                </a:lnTo>
                <a:lnTo>
                  <a:pt x="2171078" y="19743"/>
                </a:lnTo>
                <a:lnTo>
                  <a:pt x="2171578" y="20102"/>
                </a:lnTo>
                <a:lnTo>
                  <a:pt x="2172102" y="20430"/>
                </a:lnTo>
                <a:lnTo>
                  <a:pt x="2172649" y="20723"/>
                </a:lnTo>
                <a:lnTo>
                  <a:pt x="2173217" y="20982"/>
                </a:lnTo>
                <a:lnTo>
                  <a:pt x="2173805" y="21205"/>
                </a:lnTo>
                <a:lnTo>
                  <a:pt x="2174412" y="21390"/>
                </a:lnTo>
                <a:lnTo>
                  <a:pt x="2175037" y="21537"/>
                </a:lnTo>
                <a:lnTo>
                  <a:pt x="2175677" y="21643"/>
                </a:lnTo>
                <a:lnTo>
                  <a:pt x="2176333" y="21708"/>
                </a:lnTo>
                <a:lnTo>
                  <a:pt x="2177002" y="21729"/>
                </a:lnTo>
                <a:lnTo>
                  <a:pt x="2177670" y="21708"/>
                </a:lnTo>
                <a:lnTo>
                  <a:pt x="2178325" y="21643"/>
                </a:lnTo>
                <a:lnTo>
                  <a:pt x="2178966" y="21537"/>
                </a:lnTo>
                <a:lnTo>
                  <a:pt x="2179590" y="21390"/>
                </a:lnTo>
                <a:lnTo>
                  <a:pt x="2180197" y="21205"/>
                </a:lnTo>
                <a:lnTo>
                  <a:pt x="2180785" y="20982"/>
                </a:lnTo>
                <a:lnTo>
                  <a:pt x="2181353" y="20723"/>
                </a:lnTo>
                <a:lnTo>
                  <a:pt x="2181899" y="20430"/>
                </a:lnTo>
                <a:lnTo>
                  <a:pt x="2182423" y="20102"/>
                </a:lnTo>
                <a:lnTo>
                  <a:pt x="2182923" y="19743"/>
                </a:lnTo>
                <a:lnTo>
                  <a:pt x="2183397" y="19353"/>
                </a:lnTo>
                <a:lnTo>
                  <a:pt x="2183845" y="18933"/>
                </a:lnTo>
                <a:lnTo>
                  <a:pt x="2184264" y="18486"/>
                </a:lnTo>
                <a:lnTo>
                  <a:pt x="2184654" y="18011"/>
                </a:lnTo>
                <a:lnTo>
                  <a:pt x="2185013" y="17511"/>
                </a:lnTo>
                <a:lnTo>
                  <a:pt x="2185340" y="16987"/>
                </a:lnTo>
                <a:lnTo>
                  <a:pt x="2185634" y="16441"/>
                </a:lnTo>
                <a:lnTo>
                  <a:pt x="2185892" y="15872"/>
                </a:lnTo>
                <a:lnTo>
                  <a:pt x="2186115" y="15284"/>
                </a:lnTo>
                <a:lnTo>
                  <a:pt x="2186300" y="14677"/>
                </a:lnTo>
                <a:lnTo>
                  <a:pt x="2186446" y="14053"/>
                </a:lnTo>
                <a:lnTo>
                  <a:pt x="2186552" y="13412"/>
                </a:lnTo>
                <a:lnTo>
                  <a:pt x="2186617" y="12757"/>
                </a:lnTo>
                <a:lnTo>
                  <a:pt x="2186639" y="12089"/>
                </a:lnTo>
                <a:lnTo>
                  <a:pt x="2186617" y="11420"/>
                </a:lnTo>
                <a:lnTo>
                  <a:pt x="2186552" y="10765"/>
                </a:lnTo>
                <a:lnTo>
                  <a:pt x="2186446" y="10124"/>
                </a:lnTo>
                <a:lnTo>
                  <a:pt x="2186300" y="9500"/>
                </a:lnTo>
                <a:lnTo>
                  <a:pt x="2186115" y="8893"/>
                </a:lnTo>
                <a:lnTo>
                  <a:pt x="2185892" y="8305"/>
                </a:lnTo>
                <a:close/>
                <a:moveTo>
                  <a:pt x="1819343" y="109759"/>
                </a:moveTo>
                <a:lnTo>
                  <a:pt x="1819077" y="109362"/>
                </a:lnTo>
                <a:lnTo>
                  <a:pt x="1818781" y="109009"/>
                </a:lnTo>
                <a:lnTo>
                  <a:pt x="1818457" y="108697"/>
                </a:lnTo>
                <a:lnTo>
                  <a:pt x="1818109" y="108424"/>
                </a:lnTo>
                <a:lnTo>
                  <a:pt x="1817738" y="108188"/>
                </a:lnTo>
                <a:lnTo>
                  <a:pt x="1817349" y="107985"/>
                </a:lnTo>
                <a:lnTo>
                  <a:pt x="1816944" y="107813"/>
                </a:lnTo>
                <a:lnTo>
                  <a:pt x="1816526" y="107670"/>
                </a:lnTo>
                <a:lnTo>
                  <a:pt x="1816097" y="107553"/>
                </a:lnTo>
                <a:lnTo>
                  <a:pt x="1815661" y="107459"/>
                </a:lnTo>
                <a:lnTo>
                  <a:pt x="1815220" y="107386"/>
                </a:lnTo>
                <a:lnTo>
                  <a:pt x="1814777" y="107331"/>
                </a:lnTo>
                <a:lnTo>
                  <a:pt x="1814335" y="107292"/>
                </a:lnTo>
                <a:lnTo>
                  <a:pt x="1813897" y="107266"/>
                </a:lnTo>
                <a:lnTo>
                  <a:pt x="1813465" y="107250"/>
                </a:lnTo>
                <a:lnTo>
                  <a:pt x="1813044" y="107242"/>
                </a:lnTo>
                <a:lnTo>
                  <a:pt x="1812634" y="107239"/>
                </a:lnTo>
                <a:lnTo>
                  <a:pt x="1812240" y="107238"/>
                </a:lnTo>
                <a:lnTo>
                  <a:pt x="1803756" y="107238"/>
                </a:lnTo>
                <a:lnTo>
                  <a:pt x="1803756" y="62576"/>
                </a:lnTo>
                <a:lnTo>
                  <a:pt x="1803705" y="60203"/>
                </a:lnTo>
                <a:lnTo>
                  <a:pt x="1803554" y="57944"/>
                </a:lnTo>
                <a:lnTo>
                  <a:pt x="1803304" y="55800"/>
                </a:lnTo>
                <a:lnTo>
                  <a:pt x="1802957" y="53768"/>
                </a:lnTo>
                <a:lnTo>
                  <a:pt x="1802516" y="51847"/>
                </a:lnTo>
                <a:lnTo>
                  <a:pt x="1801982" y="50036"/>
                </a:lnTo>
                <a:lnTo>
                  <a:pt x="1801357" y="48334"/>
                </a:lnTo>
                <a:lnTo>
                  <a:pt x="1800643" y="46739"/>
                </a:lnTo>
                <a:lnTo>
                  <a:pt x="1799842" y="45251"/>
                </a:lnTo>
                <a:lnTo>
                  <a:pt x="1798956" y="43867"/>
                </a:lnTo>
                <a:lnTo>
                  <a:pt x="1797987" y="42588"/>
                </a:lnTo>
                <a:lnTo>
                  <a:pt x="1796936" y="41411"/>
                </a:lnTo>
                <a:lnTo>
                  <a:pt x="1795807" y="40335"/>
                </a:lnTo>
                <a:lnTo>
                  <a:pt x="1794600" y="39360"/>
                </a:lnTo>
                <a:lnTo>
                  <a:pt x="1793317" y="38483"/>
                </a:lnTo>
                <a:lnTo>
                  <a:pt x="1791961" y="37704"/>
                </a:lnTo>
                <a:lnTo>
                  <a:pt x="1790533" y="37021"/>
                </a:lnTo>
                <a:lnTo>
                  <a:pt x="1789036" y="36433"/>
                </a:lnTo>
                <a:lnTo>
                  <a:pt x="1787470" y="35939"/>
                </a:lnTo>
                <a:lnTo>
                  <a:pt x="1785839" y="35537"/>
                </a:lnTo>
                <a:lnTo>
                  <a:pt x="1784144" y="35227"/>
                </a:lnTo>
                <a:lnTo>
                  <a:pt x="1782387" y="35007"/>
                </a:lnTo>
                <a:lnTo>
                  <a:pt x="1780570" y="34876"/>
                </a:lnTo>
                <a:lnTo>
                  <a:pt x="1778695" y="34833"/>
                </a:lnTo>
                <a:lnTo>
                  <a:pt x="1777102" y="34867"/>
                </a:lnTo>
                <a:lnTo>
                  <a:pt x="1775554" y="34964"/>
                </a:lnTo>
                <a:lnTo>
                  <a:pt x="1774051" y="35122"/>
                </a:lnTo>
                <a:lnTo>
                  <a:pt x="1772593" y="35336"/>
                </a:lnTo>
                <a:lnTo>
                  <a:pt x="1771181" y="35601"/>
                </a:lnTo>
                <a:lnTo>
                  <a:pt x="1769814" y="35915"/>
                </a:lnTo>
                <a:lnTo>
                  <a:pt x="1768494" y="36272"/>
                </a:lnTo>
                <a:lnTo>
                  <a:pt x="1767220" y="36669"/>
                </a:lnTo>
                <a:lnTo>
                  <a:pt x="1765993" y="37101"/>
                </a:lnTo>
                <a:lnTo>
                  <a:pt x="1764813" y="37565"/>
                </a:lnTo>
                <a:lnTo>
                  <a:pt x="1763681" y="38056"/>
                </a:lnTo>
                <a:lnTo>
                  <a:pt x="1762596" y="38570"/>
                </a:lnTo>
                <a:lnTo>
                  <a:pt x="1761560" y="39103"/>
                </a:lnTo>
                <a:lnTo>
                  <a:pt x="1760572" y="39651"/>
                </a:lnTo>
                <a:lnTo>
                  <a:pt x="1759633" y="40210"/>
                </a:lnTo>
                <a:lnTo>
                  <a:pt x="1758744" y="40776"/>
                </a:lnTo>
                <a:lnTo>
                  <a:pt x="1757904" y="41344"/>
                </a:lnTo>
                <a:lnTo>
                  <a:pt x="1757113" y="41911"/>
                </a:lnTo>
                <a:lnTo>
                  <a:pt x="1756373" y="42473"/>
                </a:lnTo>
                <a:lnTo>
                  <a:pt x="1755683" y="43025"/>
                </a:lnTo>
                <a:lnTo>
                  <a:pt x="1755045" y="43563"/>
                </a:lnTo>
                <a:lnTo>
                  <a:pt x="1754457" y="44083"/>
                </a:lnTo>
                <a:lnTo>
                  <a:pt x="1753921" y="44581"/>
                </a:lnTo>
                <a:lnTo>
                  <a:pt x="1753437" y="45053"/>
                </a:lnTo>
                <a:lnTo>
                  <a:pt x="1753437" y="9035"/>
                </a:lnTo>
                <a:lnTo>
                  <a:pt x="1753430" y="8309"/>
                </a:lnTo>
                <a:lnTo>
                  <a:pt x="1753410" y="7624"/>
                </a:lnTo>
                <a:lnTo>
                  <a:pt x="1753374" y="6980"/>
                </a:lnTo>
                <a:lnTo>
                  <a:pt x="1753321" y="6375"/>
                </a:lnTo>
                <a:lnTo>
                  <a:pt x="1753248" y="5808"/>
                </a:lnTo>
                <a:lnTo>
                  <a:pt x="1753154" y="5279"/>
                </a:lnTo>
                <a:lnTo>
                  <a:pt x="1753036" y="4786"/>
                </a:lnTo>
                <a:lnTo>
                  <a:pt x="1752894" y="4330"/>
                </a:lnTo>
                <a:lnTo>
                  <a:pt x="1752725" y="3908"/>
                </a:lnTo>
                <a:lnTo>
                  <a:pt x="1752528" y="3520"/>
                </a:lnTo>
                <a:lnTo>
                  <a:pt x="1752300" y="3165"/>
                </a:lnTo>
                <a:lnTo>
                  <a:pt x="1752039" y="2842"/>
                </a:lnTo>
                <a:lnTo>
                  <a:pt x="1751745" y="2550"/>
                </a:lnTo>
                <a:lnTo>
                  <a:pt x="1751415" y="2288"/>
                </a:lnTo>
                <a:lnTo>
                  <a:pt x="1751046" y="2055"/>
                </a:lnTo>
                <a:lnTo>
                  <a:pt x="1750638" y="1851"/>
                </a:lnTo>
                <a:lnTo>
                  <a:pt x="1750189" y="1675"/>
                </a:lnTo>
                <a:lnTo>
                  <a:pt x="1749696" y="1525"/>
                </a:lnTo>
                <a:lnTo>
                  <a:pt x="1749158" y="1400"/>
                </a:lnTo>
                <a:lnTo>
                  <a:pt x="1748573" y="1300"/>
                </a:lnTo>
                <a:lnTo>
                  <a:pt x="1747939" y="1224"/>
                </a:lnTo>
                <a:lnTo>
                  <a:pt x="1747255" y="1171"/>
                </a:lnTo>
                <a:lnTo>
                  <a:pt x="1746518" y="1140"/>
                </a:lnTo>
                <a:lnTo>
                  <a:pt x="1745726" y="1130"/>
                </a:lnTo>
                <a:lnTo>
                  <a:pt x="1731653" y="1130"/>
                </a:lnTo>
                <a:lnTo>
                  <a:pt x="1731259" y="1130"/>
                </a:lnTo>
                <a:lnTo>
                  <a:pt x="1730849" y="1133"/>
                </a:lnTo>
                <a:lnTo>
                  <a:pt x="1730427" y="1141"/>
                </a:lnTo>
                <a:lnTo>
                  <a:pt x="1729996" y="1157"/>
                </a:lnTo>
                <a:lnTo>
                  <a:pt x="1729558" y="1184"/>
                </a:lnTo>
                <a:lnTo>
                  <a:pt x="1729116" y="1223"/>
                </a:lnTo>
                <a:lnTo>
                  <a:pt x="1728673" y="1278"/>
                </a:lnTo>
                <a:lnTo>
                  <a:pt x="1728232" y="1351"/>
                </a:lnTo>
                <a:lnTo>
                  <a:pt x="1727796" y="1445"/>
                </a:lnTo>
                <a:lnTo>
                  <a:pt x="1727367" y="1562"/>
                </a:lnTo>
                <a:lnTo>
                  <a:pt x="1726949" y="1705"/>
                </a:lnTo>
                <a:lnTo>
                  <a:pt x="1726543" y="1877"/>
                </a:lnTo>
                <a:lnTo>
                  <a:pt x="1726154" y="2080"/>
                </a:lnTo>
                <a:lnTo>
                  <a:pt x="1725784" y="2316"/>
                </a:lnTo>
                <a:lnTo>
                  <a:pt x="1725436" y="2589"/>
                </a:lnTo>
                <a:lnTo>
                  <a:pt x="1725112" y="2901"/>
                </a:lnTo>
                <a:lnTo>
                  <a:pt x="1724816" y="3254"/>
                </a:lnTo>
                <a:lnTo>
                  <a:pt x="1724550" y="3652"/>
                </a:lnTo>
                <a:lnTo>
                  <a:pt x="1724317" y="4096"/>
                </a:lnTo>
                <a:lnTo>
                  <a:pt x="1724120" y="4589"/>
                </a:lnTo>
                <a:lnTo>
                  <a:pt x="1723961" y="5135"/>
                </a:lnTo>
                <a:lnTo>
                  <a:pt x="1723845" y="5734"/>
                </a:lnTo>
                <a:lnTo>
                  <a:pt x="1723773" y="6391"/>
                </a:lnTo>
                <a:lnTo>
                  <a:pt x="1723748" y="7108"/>
                </a:lnTo>
                <a:lnTo>
                  <a:pt x="1723774" y="7801"/>
                </a:lnTo>
                <a:lnTo>
                  <a:pt x="1723849" y="8437"/>
                </a:lnTo>
                <a:lnTo>
                  <a:pt x="1723969" y="9017"/>
                </a:lnTo>
                <a:lnTo>
                  <a:pt x="1724132" y="9545"/>
                </a:lnTo>
                <a:lnTo>
                  <a:pt x="1724335" y="10022"/>
                </a:lnTo>
                <a:lnTo>
                  <a:pt x="1724574" y="10452"/>
                </a:lnTo>
                <a:lnTo>
                  <a:pt x="1724846" y="10836"/>
                </a:lnTo>
                <a:lnTo>
                  <a:pt x="1725148" y="11178"/>
                </a:lnTo>
                <a:lnTo>
                  <a:pt x="1725477" y="11480"/>
                </a:lnTo>
                <a:lnTo>
                  <a:pt x="1725829" y="11744"/>
                </a:lnTo>
                <a:lnTo>
                  <a:pt x="1726202" y="11973"/>
                </a:lnTo>
                <a:lnTo>
                  <a:pt x="1726592" y="12169"/>
                </a:lnTo>
                <a:lnTo>
                  <a:pt x="1726996" y="12335"/>
                </a:lnTo>
                <a:lnTo>
                  <a:pt x="1727411" y="12473"/>
                </a:lnTo>
                <a:lnTo>
                  <a:pt x="1727834" y="12587"/>
                </a:lnTo>
                <a:lnTo>
                  <a:pt x="1728261" y="12678"/>
                </a:lnTo>
                <a:lnTo>
                  <a:pt x="1728689" y="12748"/>
                </a:lnTo>
                <a:lnTo>
                  <a:pt x="1729116" y="12801"/>
                </a:lnTo>
                <a:lnTo>
                  <a:pt x="1729538" y="12839"/>
                </a:lnTo>
                <a:lnTo>
                  <a:pt x="1729951" y="12865"/>
                </a:lnTo>
                <a:lnTo>
                  <a:pt x="1730353" y="12880"/>
                </a:lnTo>
                <a:lnTo>
                  <a:pt x="1730740" y="12888"/>
                </a:lnTo>
                <a:lnTo>
                  <a:pt x="1731110" y="12891"/>
                </a:lnTo>
                <a:lnTo>
                  <a:pt x="1731459" y="12892"/>
                </a:lnTo>
                <a:lnTo>
                  <a:pt x="1740137" y="12892"/>
                </a:lnTo>
                <a:lnTo>
                  <a:pt x="1740137" y="107238"/>
                </a:lnTo>
                <a:lnTo>
                  <a:pt x="1731653" y="107238"/>
                </a:lnTo>
                <a:lnTo>
                  <a:pt x="1731259" y="107239"/>
                </a:lnTo>
                <a:lnTo>
                  <a:pt x="1730849" y="107242"/>
                </a:lnTo>
                <a:lnTo>
                  <a:pt x="1730427" y="107250"/>
                </a:lnTo>
                <a:lnTo>
                  <a:pt x="1729996" y="107266"/>
                </a:lnTo>
                <a:lnTo>
                  <a:pt x="1729558" y="107292"/>
                </a:lnTo>
                <a:lnTo>
                  <a:pt x="1729116" y="107331"/>
                </a:lnTo>
                <a:lnTo>
                  <a:pt x="1728673" y="107386"/>
                </a:lnTo>
                <a:lnTo>
                  <a:pt x="1728232" y="107459"/>
                </a:lnTo>
                <a:lnTo>
                  <a:pt x="1727796" y="107553"/>
                </a:lnTo>
                <a:lnTo>
                  <a:pt x="1727367" y="107670"/>
                </a:lnTo>
                <a:lnTo>
                  <a:pt x="1726949" y="107813"/>
                </a:lnTo>
                <a:lnTo>
                  <a:pt x="1726543" y="107985"/>
                </a:lnTo>
                <a:lnTo>
                  <a:pt x="1726154" y="108188"/>
                </a:lnTo>
                <a:lnTo>
                  <a:pt x="1725784" y="108424"/>
                </a:lnTo>
                <a:lnTo>
                  <a:pt x="1725436" y="108697"/>
                </a:lnTo>
                <a:lnTo>
                  <a:pt x="1725112" y="109009"/>
                </a:lnTo>
                <a:lnTo>
                  <a:pt x="1724816" y="109362"/>
                </a:lnTo>
                <a:lnTo>
                  <a:pt x="1724550" y="109759"/>
                </a:lnTo>
                <a:lnTo>
                  <a:pt x="1724317" y="110203"/>
                </a:lnTo>
                <a:lnTo>
                  <a:pt x="1724120" y="110696"/>
                </a:lnTo>
                <a:lnTo>
                  <a:pt x="1723961" y="111241"/>
                </a:lnTo>
                <a:lnTo>
                  <a:pt x="1723845" y="111841"/>
                </a:lnTo>
                <a:lnTo>
                  <a:pt x="1723773" y="112497"/>
                </a:lnTo>
                <a:lnTo>
                  <a:pt x="1723748" y="113213"/>
                </a:lnTo>
                <a:lnTo>
                  <a:pt x="1723774" y="113907"/>
                </a:lnTo>
                <a:lnTo>
                  <a:pt x="1723849" y="114542"/>
                </a:lnTo>
                <a:lnTo>
                  <a:pt x="1723969" y="115122"/>
                </a:lnTo>
                <a:lnTo>
                  <a:pt x="1724132" y="115650"/>
                </a:lnTo>
                <a:lnTo>
                  <a:pt x="1724335" y="116127"/>
                </a:lnTo>
                <a:lnTo>
                  <a:pt x="1724574" y="116557"/>
                </a:lnTo>
                <a:lnTo>
                  <a:pt x="1724846" y="116942"/>
                </a:lnTo>
                <a:lnTo>
                  <a:pt x="1725148" y="117283"/>
                </a:lnTo>
                <a:lnTo>
                  <a:pt x="1725477" y="117585"/>
                </a:lnTo>
                <a:lnTo>
                  <a:pt x="1725829" y="117849"/>
                </a:lnTo>
                <a:lnTo>
                  <a:pt x="1726202" y="118078"/>
                </a:lnTo>
                <a:lnTo>
                  <a:pt x="1726592" y="118274"/>
                </a:lnTo>
                <a:lnTo>
                  <a:pt x="1726996" y="118440"/>
                </a:lnTo>
                <a:lnTo>
                  <a:pt x="1727411" y="118579"/>
                </a:lnTo>
                <a:lnTo>
                  <a:pt x="1727834" y="118692"/>
                </a:lnTo>
                <a:lnTo>
                  <a:pt x="1728261" y="118783"/>
                </a:lnTo>
                <a:lnTo>
                  <a:pt x="1728689" y="118854"/>
                </a:lnTo>
                <a:lnTo>
                  <a:pt x="1729116" y="118907"/>
                </a:lnTo>
                <a:lnTo>
                  <a:pt x="1729538" y="118945"/>
                </a:lnTo>
                <a:lnTo>
                  <a:pt x="1729951" y="118970"/>
                </a:lnTo>
                <a:lnTo>
                  <a:pt x="1730353" y="118986"/>
                </a:lnTo>
                <a:lnTo>
                  <a:pt x="1730740" y="118994"/>
                </a:lnTo>
                <a:lnTo>
                  <a:pt x="1731110" y="118997"/>
                </a:lnTo>
                <a:lnTo>
                  <a:pt x="1731459" y="118997"/>
                </a:lnTo>
                <a:lnTo>
                  <a:pt x="1762115" y="118997"/>
                </a:lnTo>
                <a:lnTo>
                  <a:pt x="1762464" y="118997"/>
                </a:lnTo>
                <a:lnTo>
                  <a:pt x="1762833" y="118994"/>
                </a:lnTo>
                <a:lnTo>
                  <a:pt x="1763221" y="118986"/>
                </a:lnTo>
                <a:lnTo>
                  <a:pt x="1763623" y="118970"/>
                </a:lnTo>
                <a:lnTo>
                  <a:pt x="1764036" y="118945"/>
                </a:lnTo>
                <a:lnTo>
                  <a:pt x="1764458" y="118907"/>
                </a:lnTo>
                <a:lnTo>
                  <a:pt x="1764884" y="118854"/>
                </a:lnTo>
                <a:lnTo>
                  <a:pt x="1765313" y="118783"/>
                </a:lnTo>
                <a:lnTo>
                  <a:pt x="1765740" y="118692"/>
                </a:lnTo>
                <a:lnTo>
                  <a:pt x="1766163" y="118579"/>
                </a:lnTo>
                <a:lnTo>
                  <a:pt x="1766578" y="118440"/>
                </a:lnTo>
                <a:lnTo>
                  <a:pt x="1766982" y="118274"/>
                </a:lnTo>
                <a:lnTo>
                  <a:pt x="1767372" y="118078"/>
                </a:lnTo>
                <a:lnTo>
                  <a:pt x="1767745" y="117849"/>
                </a:lnTo>
                <a:lnTo>
                  <a:pt x="1768097" y="117585"/>
                </a:lnTo>
                <a:lnTo>
                  <a:pt x="1768426" y="117283"/>
                </a:lnTo>
                <a:lnTo>
                  <a:pt x="1768728" y="116942"/>
                </a:lnTo>
                <a:lnTo>
                  <a:pt x="1769000" y="116557"/>
                </a:lnTo>
                <a:lnTo>
                  <a:pt x="1769239" y="116127"/>
                </a:lnTo>
                <a:lnTo>
                  <a:pt x="1769442" y="115650"/>
                </a:lnTo>
                <a:lnTo>
                  <a:pt x="1769605" y="115122"/>
                </a:lnTo>
                <a:lnTo>
                  <a:pt x="1769725" y="114542"/>
                </a:lnTo>
                <a:lnTo>
                  <a:pt x="1769800" y="113907"/>
                </a:lnTo>
                <a:lnTo>
                  <a:pt x="1769825" y="113213"/>
                </a:lnTo>
                <a:lnTo>
                  <a:pt x="1769801" y="112497"/>
                </a:lnTo>
                <a:lnTo>
                  <a:pt x="1769729" y="111841"/>
                </a:lnTo>
                <a:lnTo>
                  <a:pt x="1769612" y="111241"/>
                </a:lnTo>
                <a:lnTo>
                  <a:pt x="1769454" y="110696"/>
                </a:lnTo>
                <a:lnTo>
                  <a:pt x="1769257" y="110203"/>
                </a:lnTo>
                <a:lnTo>
                  <a:pt x="1769024" y="109759"/>
                </a:lnTo>
                <a:lnTo>
                  <a:pt x="1768758" y="109362"/>
                </a:lnTo>
                <a:lnTo>
                  <a:pt x="1768462" y="109009"/>
                </a:lnTo>
                <a:lnTo>
                  <a:pt x="1768138" y="108697"/>
                </a:lnTo>
                <a:lnTo>
                  <a:pt x="1767790" y="108424"/>
                </a:lnTo>
                <a:lnTo>
                  <a:pt x="1767419" y="108188"/>
                </a:lnTo>
                <a:lnTo>
                  <a:pt x="1767030" y="107985"/>
                </a:lnTo>
                <a:lnTo>
                  <a:pt x="1766625" y="107813"/>
                </a:lnTo>
                <a:lnTo>
                  <a:pt x="1766207" y="107670"/>
                </a:lnTo>
                <a:lnTo>
                  <a:pt x="1765778" y="107553"/>
                </a:lnTo>
                <a:lnTo>
                  <a:pt x="1765342" y="107459"/>
                </a:lnTo>
                <a:lnTo>
                  <a:pt x="1764901" y="107386"/>
                </a:lnTo>
                <a:lnTo>
                  <a:pt x="1764458" y="107331"/>
                </a:lnTo>
                <a:lnTo>
                  <a:pt x="1764016" y="107292"/>
                </a:lnTo>
                <a:lnTo>
                  <a:pt x="1763578" y="107266"/>
                </a:lnTo>
                <a:lnTo>
                  <a:pt x="1763146" y="107250"/>
                </a:lnTo>
                <a:lnTo>
                  <a:pt x="1762725" y="107242"/>
                </a:lnTo>
                <a:lnTo>
                  <a:pt x="1762315" y="107239"/>
                </a:lnTo>
                <a:lnTo>
                  <a:pt x="1761921" y="107238"/>
                </a:lnTo>
                <a:lnTo>
                  <a:pt x="1753437" y="107238"/>
                </a:lnTo>
                <a:lnTo>
                  <a:pt x="1753437" y="73164"/>
                </a:lnTo>
                <a:lnTo>
                  <a:pt x="1753510" y="70819"/>
                </a:lnTo>
                <a:lnTo>
                  <a:pt x="1753723" y="68597"/>
                </a:lnTo>
                <a:lnTo>
                  <a:pt x="1754069" y="66495"/>
                </a:lnTo>
                <a:lnTo>
                  <a:pt x="1754539" y="64511"/>
                </a:lnTo>
                <a:lnTo>
                  <a:pt x="1755125" y="62644"/>
                </a:lnTo>
                <a:lnTo>
                  <a:pt x="1755820" y="60891"/>
                </a:lnTo>
                <a:lnTo>
                  <a:pt x="1756614" y="59250"/>
                </a:lnTo>
                <a:lnTo>
                  <a:pt x="1757500" y="57719"/>
                </a:lnTo>
                <a:lnTo>
                  <a:pt x="1758470" y="56297"/>
                </a:lnTo>
                <a:lnTo>
                  <a:pt x="1759515" y="54981"/>
                </a:lnTo>
                <a:lnTo>
                  <a:pt x="1760628" y="53769"/>
                </a:lnTo>
                <a:lnTo>
                  <a:pt x="1761800" y="52660"/>
                </a:lnTo>
                <a:lnTo>
                  <a:pt x="1763023" y="51651"/>
                </a:lnTo>
                <a:lnTo>
                  <a:pt x="1764290" y="50740"/>
                </a:lnTo>
                <a:lnTo>
                  <a:pt x="1765591" y="49925"/>
                </a:lnTo>
                <a:lnTo>
                  <a:pt x="1766919" y="49205"/>
                </a:lnTo>
                <a:lnTo>
                  <a:pt x="1768266" y="48577"/>
                </a:lnTo>
                <a:lnTo>
                  <a:pt x="1769624" y="48039"/>
                </a:lnTo>
                <a:lnTo>
                  <a:pt x="1770984" y="47590"/>
                </a:lnTo>
                <a:lnTo>
                  <a:pt x="1772339" y="47226"/>
                </a:lnTo>
                <a:lnTo>
                  <a:pt x="1773680" y="46947"/>
                </a:lnTo>
                <a:lnTo>
                  <a:pt x="1774999" y="46750"/>
                </a:lnTo>
                <a:lnTo>
                  <a:pt x="1776288" y="46634"/>
                </a:lnTo>
                <a:lnTo>
                  <a:pt x="1777539" y="46595"/>
                </a:lnTo>
                <a:lnTo>
                  <a:pt x="1778777" y="46623"/>
                </a:lnTo>
                <a:lnTo>
                  <a:pt x="1779939" y="46708"/>
                </a:lnTo>
                <a:lnTo>
                  <a:pt x="1781027" y="46849"/>
                </a:lnTo>
                <a:lnTo>
                  <a:pt x="1782043" y="47048"/>
                </a:lnTo>
                <a:lnTo>
                  <a:pt x="1782989" y="47304"/>
                </a:lnTo>
                <a:lnTo>
                  <a:pt x="1783867" y="47618"/>
                </a:lnTo>
                <a:lnTo>
                  <a:pt x="1784679" y="47990"/>
                </a:lnTo>
                <a:lnTo>
                  <a:pt x="1785428" y="48421"/>
                </a:lnTo>
                <a:lnTo>
                  <a:pt x="1786115" y="48910"/>
                </a:lnTo>
                <a:lnTo>
                  <a:pt x="1786742" y="49459"/>
                </a:lnTo>
                <a:lnTo>
                  <a:pt x="1787312" y="50067"/>
                </a:lnTo>
                <a:lnTo>
                  <a:pt x="1787827" y="50735"/>
                </a:lnTo>
                <a:lnTo>
                  <a:pt x="1788289" y="51463"/>
                </a:lnTo>
                <a:lnTo>
                  <a:pt x="1788699" y="52252"/>
                </a:lnTo>
                <a:lnTo>
                  <a:pt x="1789061" y="53101"/>
                </a:lnTo>
                <a:lnTo>
                  <a:pt x="1789375" y="54012"/>
                </a:lnTo>
                <a:lnTo>
                  <a:pt x="1789645" y="54984"/>
                </a:lnTo>
                <a:lnTo>
                  <a:pt x="1789872" y="56018"/>
                </a:lnTo>
                <a:lnTo>
                  <a:pt x="1790058" y="57114"/>
                </a:lnTo>
                <a:lnTo>
                  <a:pt x="1790206" y="58272"/>
                </a:lnTo>
                <a:lnTo>
                  <a:pt x="1790317" y="59494"/>
                </a:lnTo>
                <a:lnTo>
                  <a:pt x="1790394" y="60778"/>
                </a:lnTo>
                <a:lnTo>
                  <a:pt x="1790439" y="62126"/>
                </a:lnTo>
                <a:lnTo>
                  <a:pt x="1790453" y="63538"/>
                </a:lnTo>
                <a:lnTo>
                  <a:pt x="1790453" y="107238"/>
                </a:lnTo>
                <a:lnTo>
                  <a:pt x="1782937" y="107238"/>
                </a:lnTo>
                <a:lnTo>
                  <a:pt x="1782543" y="107239"/>
                </a:lnTo>
                <a:lnTo>
                  <a:pt x="1782133" y="107242"/>
                </a:lnTo>
                <a:lnTo>
                  <a:pt x="1781711" y="107250"/>
                </a:lnTo>
                <a:lnTo>
                  <a:pt x="1781280" y="107266"/>
                </a:lnTo>
                <a:lnTo>
                  <a:pt x="1780842" y="107292"/>
                </a:lnTo>
                <a:lnTo>
                  <a:pt x="1780400" y="107331"/>
                </a:lnTo>
                <a:lnTo>
                  <a:pt x="1779957" y="107386"/>
                </a:lnTo>
                <a:lnTo>
                  <a:pt x="1779516" y="107459"/>
                </a:lnTo>
                <a:lnTo>
                  <a:pt x="1779080" y="107553"/>
                </a:lnTo>
                <a:lnTo>
                  <a:pt x="1778651" y="107670"/>
                </a:lnTo>
                <a:lnTo>
                  <a:pt x="1778233" y="107813"/>
                </a:lnTo>
                <a:lnTo>
                  <a:pt x="1777827" y="107985"/>
                </a:lnTo>
                <a:lnTo>
                  <a:pt x="1777438" y="108188"/>
                </a:lnTo>
                <a:lnTo>
                  <a:pt x="1777068" y="108424"/>
                </a:lnTo>
                <a:lnTo>
                  <a:pt x="1776720" y="108697"/>
                </a:lnTo>
                <a:lnTo>
                  <a:pt x="1776396" y="109009"/>
                </a:lnTo>
                <a:lnTo>
                  <a:pt x="1776100" y="109362"/>
                </a:lnTo>
                <a:lnTo>
                  <a:pt x="1775833" y="109759"/>
                </a:lnTo>
                <a:lnTo>
                  <a:pt x="1775600" y="110203"/>
                </a:lnTo>
                <a:lnTo>
                  <a:pt x="1775404" y="110696"/>
                </a:lnTo>
                <a:lnTo>
                  <a:pt x="1775245" y="111241"/>
                </a:lnTo>
                <a:lnTo>
                  <a:pt x="1775129" y="111841"/>
                </a:lnTo>
                <a:lnTo>
                  <a:pt x="1775057" y="112497"/>
                </a:lnTo>
                <a:lnTo>
                  <a:pt x="1775032" y="113213"/>
                </a:lnTo>
                <a:lnTo>
                  <a:pt x="1775059" y="113907"/>
                </a:lnTo>
                <a:lnTo>
                  <a:pt x="1775136" y="114542"/>
                </a:lnTo>
                <a:lnTo>
                  <a:pt x="1775261" y="115122"/>
                </a:lnTo>
                <a:lnTo>
                  <a:pt x="1775430" y="115650"/>
                </a:lnTo>
                <a:lnTo>
                  <a:pt x="1775640" y="116127"/>
                </a:lnTo>
                <a:lnTo>
                  <a:pt x="1775888" y="116557"/>
                </a:lnTo>
                <a:lnTo>
                  <a:pt x="1776169" y="116942"/>
                </a:lnTo>
                <a:lnTo>
                  <a:pt x="1776482" y="117283"/>
                </a:lnTo>
                <a:lnTo>
                  <a:pt x="1776821" y="117585"/>
                </a:lnTo>
                <a:lnTo>
                  <a:pt x="1777185" y="117849"/>
                </a:lnTo>
                <a:lnTo>
                  <a:pt x="1777570" y="118078"/>
                </a:lnTo>
                <a:lnTo>
                  <a:pt x="1777972" y="118274"/>
                </a:lnTo>
                <a:lnTo>
                  <a:pt x="1778388" y="118440"/>
                </a:lnTo>
                <a:lnTo>
                  <a:pt x="1778815" y="118579"/>
                </a:lnTo>
                <a:lnTo>
                  <a:pt x="1779249" y="118692"/>
                </a:lnTo>
                <a:lnTo>
                  <a:pt x="1779687" y="118783"/>
                </a:lnTo>
                <a:lnTo>
                  <a:pt x="1780126" y="118854"/>
                </a:lnTo>
                <a:lnTo>
                  <a:pt x="1780562" y="118907"/>
                </a:lnTo>
                <a:lnTo>
                  <a:pt x="1780993" y="118945"/>
                </a:lnTo>
                <a:lnTo>
                  <a:pt x="1781414" y="118970"/>
                </a:lnTo>
                <a:lnTo>
                  <a:pt x="1781822" y="118986"/>
                </a:lnTo>
                <a:lnTo>
                  <a:pt x="1782214" y="118994"/>
                </a:lnTo>
                <a:lnTo>
                  <a:pt x="1782587" y="118997"/>
                </a:lnTo>
                <a:lnTo>
                  <a:pt x="1782937" y="118997"/>
                </a:lnTo>
                <a:lnTo>
                  <a:pt x="1812434" y="118997"/>
                </a:lnTo>
                <a:lnTo>
                  <a:pt x="1812783" y="118997"/>
                </a:lnTo>
                <a:lnTo>
                  <a:pt x="1813152" y="118994"/>
                </a:lnTo>
                <a:lnTo>
                  <a:pt x="1813540" y="118986"/>
                </a:lnTo>
                <a:lnTo>
                  <a:pt x="1813942" y="118970"/>
                </a:lnTo>
                <a:lnTo>
                  <a:pt x="1814355" y="118945"/>
                </a:lnTo>
                <a:lnTo>
                  <a:pt x="1814777" y="118907"/>
                </a:lnTo>
                <a:lnTo>
                  <a:pt x="1815203" y="118854"/>
                </a:lnTo>
                <a:lnTo>
                  <a:pt x="1815632" y="118783"/>
                </a:lnTo>
                <a:lnTo>
                  <a:pt x="1816059" y="118692"/>
                </a:lnTo>
                <a:lnTo>
                  <a:pt x="1816482" y="118579"/>
                </a:lnTo>
                <a:lnTo>
                  <a:pt x="1816897" y="118440"/>
                </a:lnTo>
                <a:lnTo>
                  <a:pt x="1817301" y="118274"/>
                </a:lnTo>
                <a:lnTo>
                  <a:pt x="1817691" y="118078"/>
                </a:lnTo>
                <a:lnTo>
                  <a:pt x="1818064" y="117849"/>
                </a:lnTo>
                <a:lnTo>
                  <a:pt x="1818416" y="117585"/>
                </a:lnTo>
                <a:lnTo>
                  <a:pt x="1818745" y="117283"/>
                </a:lnTo>
                <a:lnTo>
                  <a:pt x="1819047" y="116942"/>
                </a:lnTo>
                <a:lnTo>
                  <a:pt x="1819319" y="116557"/>
                </a:lnTo>
                <a:lnTo>
                  <a:pt x="1819558" y="116127"/>
                </a:lnTo>
                <a:lnTo>
                  <a:pt x="1819761" y="115650"/>
                </a:lnTo>
                <a:lnTo>
                  <a:pt x="1819924" y="115122"/>
                </a:lnTo>
                <a:lnTo>
                  <a:pt x="1820044" y="114542"/>
                </a:lnTo>
                <a:lnTo>
                  <a:pt x="1820119" y="113907"/>
                </a:lnTo>
                <a:lnTo>
                  <a:pt x="1820144" y="113213"/>
                </a:lnTo>
                <a:lnTo>
                  <a:pt x="1820120" y="112497"/>
                </a:lnTo>
                <a:lnTo>
                  <a:pt x="1820048" y="111841"/>
                </a:lnTo>
                <a:lnTo>
                  <a:pt x="1819931" y="111241"/>
                </a:lnTo>
                <a:lnTo>
                  <a:pt x="1819773" y="110696"/>
                </a:lnTo>
                <a:lnTo>
                  <a:pt x="1819576" y="110203"/>
                </a:lnTo>
                <a:lnTo>
                  <a:pt x="1819343" y="109759"/>
                </a:lnTo>
                <a:close/>
                <a:moveTo>
                  <a:pt x="908404" y="109759"/>
                </a:moveTo>
                <a:lnTo>
                  <a:pt x="908138" y="109362"/>
                </a:lnTo>
                <a:lnTo>
                  <a:pt x="907842" y="109009"/>
                </a:lnTo>
                <a:lnTo>
                  <a:pt x="907518" y="108697"/>
                </a:lnTo>
                <a:lnTo>
                  <a:pt x="907170" y="108424"/>
                </a:lnTo>
                <a:lnTo>
                  <a:pt x="906799" y="108188"/>
                </a:lnTo>
                <a:lnTo>
                  <a:pt x="906410" y="107985"/>
                </a:lnTo>
                <a:lnTo>
                  <a:pt x="906005" y="107813"/>
                </a:lnTo>
                <a:lnTo>
                  <a:pt x="905587" y="107670"/>
                </a:lnTo>
                <a:lnTo>
                  <a:pt x="905158" y="107553"/>
                </a:lnTo>
                <a:lnTo>
                  <a:pt x="904722" y="107459"/>
                </a:lnTo>
                <a:lnTo>
                  <a:pt x="904281" y="107386"/>
                </a:lnTo>
                <a:lnTo>
                  <a:pt x="903838" y="107331"/>
                </a:lnTo>
                <a:lnTo>
                  <a:pt x="903396" y="107292"/>
                </a:lnTo>
                <a:lnTo>
                  <a:pt x="902958" y="107266"/>
                </a:lnTo>
                <a:lnTo>
                  <a:pt x="902526" y="107250"/>
                </a:lnTo>
                <a:lnTo>
                  <a:pt x="902105" y="107242"/>
                </a:lnTo>
                <a:lnTo>
                  <a:pt x="901695" y="107239"/>
                </a:lnTo>
                <a:lnTo>
                  <a:pt x="901301" y="107238"/>
                </a:lnTo>
                <a:lnTo>
                  <a:pt x="892817" y="107238"/>
                </a:lnTo>
                <a:lnTo>
                  <a:pt x="892817" y="62576"/>
                </a:lnTo>
                <a:lnTo>
                  <a:pt x="892766" y="60203"/>
                </a:lnTo>
                <a:lnTo>
                  <a:pt x="892615" y="57944"/>
                </a:lnTo>
                <a:lnTo>
                  <a:pt x="892365" y="55800"/>
                </a:lnTo>
                <a:lnTo>
                  <a:pt x="892018" y="53768"/>
                </a:lnTo>
                <a:lnTo>
                  <a:pt x="891577" y="51847"/>
                </a:lnTo>
                <a:lnTo>
                  <a:pt x="891043" y="50036"/>
                </a:lnTo>
                <a:lnTo>
                  <a:pt x="890418" y="48334"/>
                </a:lnTo>
                <a:lnTo>
                  <a:pt x="889704" y="46739"/>
                </a:lnTo>
                <a:lnTo>
                  <a:pt x="888903" y="45251"/>
                </a:lnTo>
                <a:lnTo>
                  <a:pt x="888017" y="43867"/>
                </a:lnTo>
                <a:lnTo>
                  <a:pt x="887048" y="42588"/>
                </a:lnTo>
                <a:lnTo>
                  <a:pt x="885997" y="41411"/>
                </a:lnTo>
                <a:lnTo>
                  <a:pt x="884868" y="40335"/>
                </a:lnTo>
                <a:lnTo>
                  <a:pt x="883661" y="39360"/>
                </a:lnTo>
                <a:lnTo>
                  <a:pt x="882378" y="38483"/>
                </a:lnTo>
                <a:lnTo>
                  <a:pt x="881022" y="37704"/>
                </a:lnTo>
                <a:lnTo>
                  <a:pt x="879594" y="37021"/>
                </a:lnTo>
                <a:lnTo>
                  <a:pt x="878097" y="36433"/>
                </a:lnTo>
                <a:lnTo>
                  <a:pt x="876531" y="35939"/>
                </a:lnTo>
                <a:lnTo>
                  <a:pt x="874900" y="35537"/>
                </a:lnTo>
                <a:lnTo>
                  <a:pt x="873205" y="35227"/>
                </a:lnTo>
                <a:lnTo>
                  <a:pt x="871448" y="35007"/>
                </a:lnTo>
                <a:lnTo>
                  <a:pt x="869631" y="34876"/>
                </a:lnTo>
                <a:lnTo>
                  <a:pt x="867756" y="34833"/>
                </a:lnTo>
                <a:lnTo>
                  <a:pt x="866163" y="34867"/>
                </a:lnTo>
                <a:lnTo>
                  <a:pt x="864615" y="34964"/>
                </a:lnTo>
                <a:lnTo>
                  <a:pt x="863112" y="35122"/>
                </a:lnTo>
                <a:lnTo>
                  <a:pt x="861654" y="35336"/>
                </a:lnTo>
                <a:lnTo>
                  <a:pt x="860242" y="35601"/>
                </a:lnTo>
                <a:lnTo>
                  <a:pt x="858875" y="35915"/>
                </a:lnTo>
                <a:lnTo>
                  <a:pt x="857555" y="36272"/>
                </a:lnTo>
                <a:lnTo>
                  <a:pt x="856281" y="36669"/>
                </a:lnTo>
                <a:lnTo>
                  <a:pt x="855054" y="37101"/>
                </a:lnTo>
                <a:lnTo>
                  <a:pt x="853874" y="37565"/>
                </a:lnTo>
                <a:lnTo>
                  <a:pt x="852742" y="38056"/>
                </a:lnTo>
                <a:lnTo>
                  <a:pt x="851657" y="38570"/>
                </a:lnTo>
                <a:lnTo>
                  <a:pt x="850621" y="39103"/>
                </a:lnTo>
                <a:lnTo>
                  <a:pt x="849633" y="39651"/>
                </a:lnTo>
                <a:lnTo>
                  <a:pt x="848694" y="40210"/>
                </a:lnTo>
                <a:lnTo>
                  <a:pt x="847805" y="40776"/>
                </a:lnTo>
                <a:lnTo>
                  <a:pt x="846965" y="41344"/>
                </a:lnTo>
                <a:lnTo>
                  <a:pt x="846174" y="41911"/>
                </a:lnTo>
                <a:lnTo>
                  <a:pt x="845434" y="42473"/>
                </a:lnTo>
                <a:lnTo>
                  <a:pt x="844744" y="43025"/>
                </a:lnTo>
                <a:lnTo>
                  <a:pt x="844106" y="43563"/>
                </a:lnTo>
                <a:lnTo>
                  <a:pt x="843518" y="44083"/>
                </a:lnTo>
                <a:lnTo>
                  <a:pt x="842982" y="44581"/>
                </a:lnTo>
                <a:lnTo>
                  <a:pt x="842498" y="45053"/>
                </a:lnTo>
                <a:lnTo>
                  <a:pt x="842498" y="9035"/>
                </a:lnTo>
                <a:lnTo>
                  <a:pt x="842491" y="8309"/>
                </a:lnTo>
                <a:lnTo>
                  <a:pt x="842471" y="7624"/>
                </a:lnTo>
                <a:lnTo>
                  <a:pt x="842435" y="6980"/>
                </a:lnTo>
                <a:lnTo>
                  <a:pt x="842382" y="6375"/>
                </a:lnTo>
                <a:lnTo>
                  <a:pt x="842309" y="5808"/>
                </a:lnTo>
                <a:lnTo>
                  <a:pt x="842215" y="5279"/>
                </a:lnTo>
                <a:lnTo>
                  <a:pt x="842097" y="4786"/>
                </a:lnTo>
                <a:lnTo>
                  <a:pt x="841955" y="4330"/>
                </a:lnTo>
                <a:lnTo>
                  <a:pt x="841786" y="3908"/>
                </a:lnTo>
                <a:lnTo>
                  <a:pt x="841589" y="3520"/>
                </a:lnTo>
                <a:lnTo>
                  <a:pt x="841361" y="3165"/>
                </a:lnTo>
                <a:lnTo>
                  <a:pt x="841100" y="2842"/>
                </a:lnTo>
                <a:lnTo>
                  <a:pt x="840806" y="2550"/>
                </a:lnTo>
                <a:lnTo>
                  <a:pt x="840476" y="2288"/>
                </a:lnTo>
                <a:lnTo>
                  <a:pt x="840107" y="2055"/>
                </a:lnTo>
                <a:lnTo>
                  <a:pt x="839699" y="1851"/>
                </a:lnTo>
                <a:lnTo>
                  <a:pt x="839250" y="1675"/>
                </a:lnTo>
                <a:lnTo>
                  <a:pt x="838757" y="1525"/>
                </a:lnTo>
                <a:lnTo>
                  <a:pt x="838219" y="1400"/>
                </a:lnTo>
                <a:lnTo>
                  <a:pt x="837634" y="1300"/>
                </a:lnTo>
                <a:lnTo>
                  <a:pt x="837000" y="1224"/>
                </a:lnTo>
                <a:lnTo>
                  <a:pt x="836316" y="1171"/>
                </a:lnTo>
                <a:lnTo>
                  <a:pt x="835579" y="1140"/>
                </a:lnTo>
                <a:lnTo>
                  <a:pt x="834787" y="1130"/>
                </a:lnTo>
                <a:lnTo>
                  <a:pt x="820714" y="1130"/>
                </a:lnTo>
                <a:lnTo>
                  <a:pt x="820320" y="1130"/>
                </a:lnTo>
                <a:lnTo>
                  <a:pt x="819910" y="1133"/>
                </a:lnTo>
                <a:lnTo>
                  <a:pt x="819488" y="1141"/>
                </a:lnTo>
                <a:lnTo>
                  <a:pt x="819057" y="1157"/>
                </a:lnTo>
                <a:lnTo>
                  <a:pt x="818619" y="1184"/>
                </a:lnTo>
                <a:lnTo>
                  <a:pt x="818177" y="1223"/>
                </a:lnTo>
                <a:lnTo>
                  <a:pt x="817734" y="1278"/>
                </a:lnTo>
                <a:lnTo>
                  <a:pt x="817293" y="1351"/>
                </a:lnTo>
                <a:lnTo>
                  <a:pt x="816857" y="1445"/>
                </a:lnTo>
                <a:lnTo>
                  <a:pt x="816428" y="1562"/>
                </a:lnTo>
                <a:lnTo>
                  <a:pt x="816010" y="1705"/>
                </a:lnTo>
                <a:lnTo>
                  <a:pt x="815604" y="1877"/>
                </a:lnTo>
                <a:lnTo>
                  <a:pt x="815215" y="2080"/>
                </a:lnTo>
                <a:lnTo>
                  <a:pt x="814845" y="2316"/>
                </a:lnTo>
                <a:lnTo>
                  <a:pt x="814497" y="2589"/>
                </a:lnTo>
                <a:lnTo>
                  <a:pt x="814173" y="2901"/>
                </a:lnTo>
                <a:lnTo>
                  <a:pt x="813877" y="3254"/>
                </a:lnTo>
                <a:lnTo>
                  <a:pt x="813611" y="3652"/>
                </a:lnTo>
                <a:lnTo>
                  <a:pt x="813378" y="4096"/>
                </a:lnTo>
                <a:lnTo>
                  <a:pt x="813181" y="4589"/>
                </a:lnTo>
                <a:lnTo>
                  <a:pt x="813022" y="5135"/>
                </a:lnTo>
                <a:lnTo>
                  <a:pt x="812906" y="5734"/>
                </a:lnTo>
                <a:lnTo>
                  <a:pt x="812834" y="6391"/>
                </a:lnTo>
                <a:lnTo>
                  <a:pt x="812809" y="7108"/>
                </a:lnTo>
                <a:lnTo>
                  <a:pt x="812835" y="7801"/>
                </a:lnTo>
                <a:lnTo>
                  <a:pt x="812910" y="8437"/>
                </a:lnTo>
                <a:lnTo>
                  <a:pt x="813030" y="9017"/>
                </a:lnTo>
                <a:lnTo>
                  <a:pt x="813193" y="9545"/>
                </a:lnTo>
                <a:lnTo>
                  <a:pt x="813396" y="10022"/>
                </a:lnTo>
                <a:lnTo>
                  <a:pt x="813635" y="10452"/>
                </a:lnTo>
                <a:lnTo>
                  <a:pt x="813907" y="10836"/>
                </a:lnTo>
                <a:lnTo>
                  <a:pt x="814209" y="11178"/>
                </a:lnTo>
                <a:lnTo>
                  <a:pt x="814538" y="11480"/>
                </a:lnTo>
                <a:lnTo>
                  <a:pt x="814890" y="11744"/>
                </a:lnTo>
                <a:lnTo>
                  <a:pt x="815263" y="11973"/>
                </a:lnTo>
                <a:lnTo>
                  <a:pt x="815653" y="12169"/>
                </a:lnTo>
                <a:lnTo>
                  <a:pt x="816057" y="12335"/>
                </a:lnTo>
                <a:lnTo>
                  <a:pt x="816472" y="12473"/>
                </a:lnTo>
                <a:lnTo>
                  <a:pt x="816895" y="12587"/>
                </a:lnTo>
                <a:lnTo>
                  <a:pt x="817322" y="12678"/>
                </a:lnTo>
                <a:lnTo>
                  <a:pt x="817750" y="12748"/>
                </a:lnTo>
                <a:lnTo>
                  <a:pt x="818177" y="12801"/>
                </a:lnTo>
                <a:lnTo>
                  <a:pt x="818599" y="12839"/>
                </a:lnTo>
                <a:lnTo>
                  <a:pt x="819012" y="12865"/>
                </a:lnTo>
                <a:lnTo>
                  <a:pt x="819414" y="12880"/>
                </a:lnTo>
                <a:lnTo>
                  <a:pt x="819801" y="12888"/>
                </a:lnTo>
                <a:lnTo>
                  <a:pt x="820171" y="12891"/>
                </a:lnTo>
                <a:lnTo>
                  <a:pt x="820520" y="12892"/>
                </a:lnTo>
                <a:lnTo>
                  <a:pt x="829198" y="12892"/>
                </a:lnTo>
                <a:lnTo>
                  <a:pt x="829198" y="107238"/>
                </a:lnTo>
                <a:lnTo>
                  <a:pt x="820714" y="107238"/>
                </a:lnTo>
                <a:lnTo>
                  <a:pt x="820320" y="107239"/>
                </a:lnTo>
                <a:lnTo>
                  <a:pt x="819910" y="107242"/>
                </a:lnTo>
                <a:lnTo>
                  <a:pt x="819488" y="107250"/>
                </a:lnTo>
                <a:lnTo>
                  <a:pt x="819057" y="107266"/>
                </a:lnTo>
                <a:lnTo>
                  <a:pt x="818619" y="107292"/>
                </a:lnTo>
                <a:lnTo>
                  <a:pt x="818177" y="107331"/>
                </a:lnTo>
                <a:lnTo>
                  <a:pt x="817734" y="107386"/>
                </a:lnTo>
                <a:lnTo>
                  <a:pt x="817293" y="107459"/>
                </a:lnTo>
                <a:lnTo>
                  <a:pt x="816857" y="107553"/>
                </a:lnTo>
                <a:lnTo>
                  <a:pt x="816428" y="107670"/>
                </a:lnTo>
                <a:lnTo>
                  <a:pt x="816010" y="107813"/>
                </a:lnTo>
                <a:lnTo>
                  <a:pt x="815604" y="107985"/>
                </a:lnTo>
                <a:lnTo>
                  <a:pt x="815215" y="108188"/>
                </a:lnTo>
                <a:lnTo>
                  <a:pt x="814845" y="108424"/>
                </a:lnTo>
                <a:lnTo>
                  <a:pt x="814497" y="108697"/>
                </a:lnTo>
                <a:lnTo>
                  <a:pt x="814173" y="109009"/>
                </a:lnTo>
                <a:lnTo>
                  <a:pt x="813877" y="109362"/>
                </a:lnTo>
                <a:lnTo>
                  <a:pt x="813611" y="109759"/>
                </a:lnTo>
                <a:lnTo>
                  <a:pt x="813378" y="110203"/>
                </a:lnTo>
                <a:lnTo>
                  <a:pt x="813181" y="110696"/>
                </a:lnTo>
                <a:lnTo>
                  <a:pt x="813022" y="111241"/>
                </a:lnTo>
                <a:lnTo>
                  <a:pt x="812906" y="111841"/>
                </a:lnTo>
                <a:lnTo>
                  <a:pt x="812834" y="112497"/>
                </a:lnTo>
                <a:lnTo>
                  <a:pt x="812809" y="113213"/>
                </a:lnTo>
                <a:lnTo>
                  <a:pt x="812835" y="113907"/>
                </a:lnTo>
                <a:lnTo>
                  <a:pt x="812910" y="114542"/>
                </a:lnTo>
                <a:lnTo>
                  <a:pt x="813030" y="115122"/>
                </a:lnTo>
                <a:lnTo>
                  <a:pt x="813193" y="115650"/>
                </a:lnTo>
                <a:lnTo>
                  <a:pt x="813396" y="116127"/>
                </a:lnTo>
                <a:lnTo>
                  <a:pt x="813635" y="116557"/>
                </a:lnTo>
                <a:lnTo>
                  <a:pt x="813907" y="116942"/>
                </a:lnTo>
                <a:lnTo>
                  <a:pt x="814209" y="117283"/>
                </a:lnTo>
                <a:lnTo>
                  <a:pt x="814538" y="117585"/>
                </a:lnTo>
                <a:lnTo>
                  <a:pt x="814890" y="117849"/>
                </a:lnTo>
                <a:lnTo>
                  <a:pt x="815263" y="118078"/>
                </a:lnTo>
                <a:lnTo>
                  <a:pt x="815653" y="118274"/>
                </a:lnTo>
                <a:lnTo>
                  <a:pt x="816057" y="118440"/>
                </a:lnTo>
                <a:lnTo>
                  <a:pt x="816472" y="118579"/>
                </a:lnTo>
                <a:lnTo>
                  <a:pt x="816895" y="118692"/>
                </a:lnTo>
                <a:lnTo>
                  <a:pt x="817322" y="118783"/>
                </a:lnTo>
                <a:lnTo>
                  <a:pt x="817750" y="118854"/>
                </a:lnTo>
                <a:lnTo>
                  <a:pt x="818177" y="118907"/>
                </a:lnTo>
                <a:lnTo>
                  <a:pt x="818599" y="118945"/>
                </a:lnTo>
                <a:lnTo>
                  <a:pt x="819012" y="118970"/>
                </a:lnTo>
                <a:lnTo>
                  <a:pt x="819414" y="118986"/>
                </a:lnTo>
                <a:lnTo>
                  <a:pt x="819801" y="118994"/>
                </a:lnTo>
                <a:lnTo>
                  <a:pt x="820171" y="118997"/>
                </a:lnTo>
                <a:lnTo>
                  <a:pt x="820520" y="118997"/>
                </a:lnTo>
                <a:lnTo>
                  <a:pt x="851176" y="118997"/>
                </a:lnTo>
                <a:lnTo>
                  <a:pt x="851525" y="118997"/>
                </a:lnTo>
                <a:lnTo>
                  <a:pt x="851894" y="118994"/>
                </a:lnTo>
                <a:lnTo>
                  <a:pt x="852282" y="118986"/>
                </a:lnTo>
                <a:lnTo>
                  <a:pt x="852684" y="118970"/>
                </a:lnTo>
                <a:lnTo>
                  <a:pt x="853097" y="118945"/>
                </a:lnTo>
                <a:lnTo>
                  <a:pt x="853519" y="118907"/>
                </a:lnTo>
                <a:lnTo>
                  <a:pt x="853945" y="118854"/>
                </a:lnTo>
                <a:lnTo>
                  <a:pt x="854374" y="118783"/>
                </a:lnTo>
                <a:lnTo>
                  <a:pt x="854801" y="118692"/>
                </a:lnTo>
                <a:lnTo>
                  <a:pt x="855224" y="118579"/>
                </a:lnTo>
                <a:lnTo>
                  <a:pt x="855639" y="118440"/>
                </a:lnTo>
                <a:lnTo>
                  <a:pt x="856043" y="118274"/>
                </a:lnTo>
                <a:lnTo>
                  <a:pt x="856433" y="118078"/>
                </a:lnTo>
                <a:lnTo>
                  <a:pt x="856806" y="117849"/>
                </a:lnTo>
                <a:lnTo>
                  <a:pt x="857158" y="117585"/>
                </a:lnTo>
                <a:lnTo>
                  <a:pt x="857487" y="117283"/>
                </a:lnTo>
                <a:lnTo>
                  <a:pt x="857789" y="116942"/>
                </a:lnTo>
                <a:lnTo>
                  <a:pt x="858061" y="116557"/>
                </a:lnTo>
                <a:lnTo>
                  <a:pt x="858300" y="116127"/>
                </a:lnTo>
                <a:lnTo>
                  <a:pt x="858503" y="115650"/>
                </a:lnTo>
                <a:lnTo>
                  <a:pt x="858666" y="115122"/>
                </a:lnTo>
                <a:lnTo>
                  <a:pt x="858786" y="114542"/>
                </a:lnTo>
                <a:lnTo>
                  <a:pt x="858861" y="113907"/>
                </a:lnTo>
                <a:lnTo>
                  <a:pt x="858886" y="113213"/>
                </a:lnTo>
                <a:lnTo>
                  <a:pt x="858862" y="112497"/>
                </a:lnTo>
                <a:lnTo>
                  <a:pt x="858790" y="111841"/>
                </a:lnTo>
                <a:lnTo>
                  <a:pt x="858673" y="111241"/>
                </a:lnTo>
                <a:lnTo>
                  <a:pt x="858515" y="110696"/>
                </a:lnTo>
                <a:lnTo>
                  <a:pt x="858318" y="110203"/>
                </a:lnTo>
                <a:lnTo>
                  <a:pt x="858085" y="109759"/>
                </a:lnTo>
                <a:lnTo>
                  <a:pt x="857819" y="109362"/>
                </a:lnTo>
                <a:lnTo>
                  <a:pt x="857523" y="109009"/>
                </a:lnTo>
                <a:lnTo>
                  <a:pt x="857199" y="108697"/>
                </a:lnTo>
                <a:lnTo>
                  <a:pt x="856851" y="108424"/>
                </a:lnTo>
                <a:lnTo>
                  <a:pt x="856480" y="108188"/>
                </a:lnTo>
                <a:lnTo>
                  <a:pt x="856091" y="107985"/>
                </a:lnTo>
                <a:lnTo>
                  <a:pt x="855686" y="107813"/>
                </a:lnTo>
                <a:lnTo>
                  <a:pt x="855268" y="107670"/>
                </a:lnTo>
                <a:lnTo>
                  <a:pt x="854839" y="107553"/>
                </a:lnTo>
                <a:lnTo>
                  <a:pt x="854403" y="107459"/>
                </a:lnTo>
                <a:lnTo>
                  <a:pt x="853962" y="107386"/>
                </a:lnTo>
                <a:lnTo>
                  <a:pt x="853519" y="107331"/>
                </a:lnTo>
                <a:lnTo>
                  <a:pt x="853077" y="107292"/>
                </a:lnTo>
                <a:lnTo>
                  <a:pt x="852639" y="107266"/>
                </a:lnTo>
                <a:lnTo>
                  <a:pt x="852207" y="107250"/>
                </a:lnTo>
                <a:lnTo>
                  <a:pt x="851786" y="107242"/>
                </a:lnTo>
                <a:lnTo>
                  <a:pt x="851376" y="107239"/>
                </a:lnTo>
                <a:lnTo>
                  <a:pt x="850982" y="107238"/>
                </a:lnTo>
                <a:lnTo>
                  <a:pt x="842498" y="107238"/>
                </a:lnTo>
                <a:lnTo>
                  <a:pt x="842498" y="73164"/>
                </a:lnTo>
                <a:lnTo>
                  <a:pt x="842571" y="70819"/>
                </a:lnTo>
                <a:lnTo>
                  <a:pt x="842784" y="68597"/>
                </a:lnTo>
                <a:lnTo>
                  <a:pt x="843130" y="66495"/>
                </a:lnTo>
                <a:lnTo>
                  <a:pt x="843600" y="64511"/>
                </a:lnTo>
                <a:lnTo>
                  <a:pt x="844186" y="62644"/>
                </a:lnTo>
                <a:lnTo>
                  <a:pt x="844881" y="60891"/>
                </a:lnTo>
                <a:lnTo>
                  <a:pt x="845675" y="59250"/>
                </a:lnTo>
                <a:lnTo>
                  <a:pt x="846561" y="57719"/>
                </a:lnTo>
                <a:lnTo>
                  <a:pt x="847531" y="56297"/>
                </a:lnTo>
                <a:lnTo>
                  <a:pt x="848576" y="54981"/>
                </a:lnTo>
                <a:lnTo>
                  <a:pt x="849689" y="53769"/>
                </a:lnTo>
                <a:lnTo>
                  <a:pt x="850861" y="52660"/>
                </a:lnTo>
                <a:lnTo>
                  <a:pt x="852084" y="51651"/>
                </a:lnTo>
                <a:lnTo>
                  <a:pt x="853351" y="50740"/>
                </a:lnTo>
                <a:lnTo>
                  <a:pt x="854652" y="49925"/>
                </a:lnTo>
                <a:lnTo>
                  <a:pt x="855980" y="49205"/>
                </a:lnTo>
                <a:lnTo>
                  <a:pt x="857327" y="48577"/>
                </a:lnTo>
                <a:lnTo>
                  <a:pt x="858685" y="48039"/>
                </a:lnTo>
                <a:lnTo>
                  <a:pt x="860045" y="47590"/>
                </a:lnTo>
                <a:lnTo>
                  <a:pt x="861400" y="47226"/>
                </a:lnTo>
                <a:lnTo>
                  <a:pt x="862741" y="46947"/>
                </a:lnTo>
                <a:lnTo>
                  <a:pt x="864060" y="46750"/>
                </a:lnTo>
                <a:lnTo>
                  <a:pt x="865349" y="46634"/>
                </a:lnTo>
                <a:lnTo>
                  <a:pt x="866600" y="46595"/>
                </a:lnTo>
                <a:lnTo>
                  <a:pt x="867838" y="46623"/>
                </a:lnTo>
                <a:lnTo>
                  <a:pt x="869000" y="46708"/>
                </a:lnTo>
                <a:lnTo>
                  <a:pt x="870088" y="46849"/>
                </a:lnTo>
                <a:lnTo>
                  <a:pt x="871104" y="47048"/>
                </a:lnTo>
                <a:lnTo>
                  <a:pt x="872050" y="47304"/>
                </a:lnTo>
                <a:lnTo>
                  <a:pt x="872928" y="47618"/>
                </a:lnTo>
                <a:lnTo>
                  <a:pt x="873740" y="47990"/>
                </a:lnTo>
                <a:lnTo>
                  <a:pt x="874489" y="48421"/>
                </a:lnTo>
                <a:lnTo>
                  <a:pt x="875176" y="48910"/>
                </a:lnTo>
                <a:lnTo>
                  <a:pt x="875803" y="49459"/>
                </a:lnTo>
                <a:lnTo>
                  <a:pt x="876373" y="50067"/>
                </a:lnTo>
                <a:lnTo>
                  <a:pt x="876888" y="50735"/>
                </a:lnTo>
                <a:lnTo>
                  <a:pt x="877350" y="51463"/>
                </a:lnTo>
                <a:lnTo>
                  <a:pt x="877760" y="52252"/>
                </a:lnTo>
                <a:lnTo>
                  <a:pt x="878122" y="53101"/>
                </a:lnTo>
                <a:lnTo>
                  <a:pt x="878436" y="54012"/>
                </a:lnTo>
                <a:lnTo>
                  <a:pt x="878706" y="54984"/>
                </a:lnTo>
                <a:lnTo>
                  <a:pt x="878933" y="56018"/>
                </a:lnTo>
                <a:lnTo>
                  <a:pt x="879119" y="57114"/>
                </a:lnTo>
                <a:lnTo>
                  <a:pt x="879267" y="58272"/>
                </a:lnTo>
                <a:lnTo>
                  <a:pt x="879378" y="59494"/>
                </a:lnTo>
                <a:lnTo>
                  <a:pt x="879455" y="60778"/>
                </a:lnTo>
                <a:lnTo>
                  <a:pt x="879500" y="62126"/>
                </a:lnTo>
                <a:lnTo>
                  <a:pt x="879514" y="63538"/>
                </a:lnTo>
                <a:lnTo>
                  <a:pt x="879514" y="107238"/>
                </a:lnTo>
                <a:lnTo>
                  <a:pt x="871998" y="107238"/>
                </a:lnTo>
                <a:lnTo>
                  <a:pt x="871604" y="107239"/>
                </a:lnTo>
                <a:lnTo>
                  <a:pt x="871194" y="107242"/>
                </a:lnTo>
                <a:lnTo>
                  <a:pt x="870772" y="107250"/>
                </a:lnTo>
                <a:lnTo>
                  <a:pt x="870341" y="107266"/>
                </a:lnTo>
                <a:lnTo>
                  <a:pt x="869903" y="107292"/>
                </a:lnTo>
                <a:lnTo>
                  <a:pt x="869461" y="107331"/>
                </a:lnTo>
                <a:lnTo>
                  <a:pt x="869018" y="107386"/>
                </a:lnTo>
                <a:lnTo>
                  <a:pt x="868577" y="107459"/>
                </a:lnTo>
                <a:lnTo>
                  <a:pt x="868141" y="107553"/>
                </a:lnTo>
                <a:lnTo>
                  <a:pt x="867712" y="107670"/>
                </a:lnTo>
                <a:lnTo>
                  <a:pt x="867294" y="107813"/>
                </a:lnTo>
                <a:lnTo>
                  <a:pt x="866888" y="107985"/>
                </a:lnTo>
                <a:lnTo>
                  <a:pt x="866499" y="108188"/>
                </a:lnTo>
                <a:lnTo>
                  <a:pt x="866129" y="108424"/>
                </a:lnTo>
                <a:lnTo>
                  <a:pt x="865781" y="108697"/>
                </a:lnTo>
                <a:lnTo>
                  <a:pt x="865457" y="109009"/>
                </a:lnTo>
                <a:lnTo>
                  <a:pt x="865161" y="109362"/>
                </a:lnTo>
                <a:lnTo>
                  <a:pt x="864894" y="109759"/>
                </a:lnTo>
                <a:lnTo>
                  <a:pt x="864661" y="110203"/>
                </a:lnTo>
                <a:lnTo>
                  <a:pt x="864465" y="110696"/>
                </a:lnTo>
                <a:lnTo>
                  <a:pt x="864306" y="111241"/>
                </a:lnTo>
                <a:lnTo>
                  <a:pt x="864190" y="111841"/>
                </a:lnTo>
                <a:lnTo>
                  <a:pt x="864118" y="112497"/>
                </a:lnTo>
                <a:lnTo>
                  <a:pt x="864093" y="113213"/>
                </a:lnTo>
                <a:lnTo>
                  <a:pt x="864120" y="113907"/>
                </a:lnTo>
                <a:lnTo>
                  <a:pt x="864197" y="114542"/>
                </a:lnTo>
                <a:lnTo>
                  <a:pt x="864322" y="115122"/>
                </a:lnTo>
                <a:lnTo>
                  <a:pt x="864491" y="115650"/>
                </a:lnTo>
                <a:lnTo>
                  <a:pt x="864701" y="116127"/>
                </a:lnTo>
                <a:lnTo>
                  <a:pt x="864949" y="116557"/>
                </a:lnTo>
                <a:lnTo>
                  <a:pt x="865230" y="116942"/>
                </a:lnTo>
                <a:lnTo>
                  <a:pt x="865543" y="117283"/>
                </a:lnTo>
                <a:lnTo>
                  <a:pt x="865882" y="117585"/>
                </a:lnTo>
                <a:lnTo>
                  <a:pt x="866246" y="117849"/>
                </a:lnTo>
                <a:lnTo>
                  <a:pt x="866631" y="118078"/>
                </a:lnTo>
                <a:lnTo>
                  <a:pt x="867033" y="118274"/>
                </a:lnTo>
                <a:lnTo>
                  <a:pt x="867449" y="118440"/>
                </a:lnTo>
                <a:lnTo>
                  <a:pt x="867876" y="118579"/>
                </a:lnTo>
                <a:lnTo>
                  <a:pt x="868310" y="118692"/>
                </a:lnTo>
                <a:lnTo>
                  <a:pt x="868748" y="118783"/>
                </a:lnTo>
                <a:lnTo>
                  <a:pt x="869187" y="118854"/>
                </a:lnTo>
                <a:lnTo>
                  <a:pt x="869623" y="118907"/>
                </a:lnTo>
                <a:lnTo>
                  <a:pt x="870054" y="118945"/>
                </a:lnTo>
                <a:lnTo>
                  <a:pt x="870475" y="118970"/>
                </a:lnTo>
                <a:lnTo>
                  <a:pt x="870883" y="118986"/>
                </a:lnTo>
                <a:lnTo>
                  <a:pt x="871275" y="118994"/>
                </a:lnTo>
                <a:lnTo>
                  <a:pt x="871648" y="118997"/>
                </a:lnTo>
                <a:lnTo>
                  <a:pt x="871998" y="118997"/>
                </a:lnTo>
                <a:lnTo>
                  <a:pt x="901495" y="118997"/>
                </a:lnTo>
                <a:lnTo>
                  <a:pt x="901844" y="118997"/>
                </a:lnTo>
                <a:lnTo>
                  <a:pt x="902213" y="118994"/>
                </a:lnTo>
                <a:lnTo>
                  <a:pt x="902601" y="118986"/>
                </a:lnTo>
                <a:lnTo>
                  <a:pt x="903003" y="118970"/>
                </a:lnTo>
                <a:lnTo>
                  <a:pt x="903416" y="118945"/>
                </a:lnTo>
                <a:lnTo>
                  <a:pt x="903838" y="118907"/>
                </a:lnTo>
                <a:lnTo>
                  <a:pt x="904264" y="118854"/>
                </a:lnTo>
                <a:lnTo>
                  <a:pt x="904693" y="118783"/>
                </a:lnTo>
                <a:lnTo>
                  <a:pt x="905120" y="118692"/>
                </a:lnTo>
                <a:lnTo>
                  <a:pt x="905543" y="118579"/>
                </a:lnTo>
                <a:lnTo>
                  <a:pt x="905958" y="118440"/>
                </a:lnTo>
                <a:lnTo>
                  <a:pt x="906362" y="118274"/>
                </a:lnTo>
                <a:lnTo>
                  <a:pt x="906752" y="118078"/>
                </a:lnTo>
                <a:lnTo>
                  <a:pt x="907125" y="117849"/>
                </a:lnTo>
                <a:lnTo>
                  <a:pt x="907477" y="117585"/>
                </a:lnTo>
                <a:lnTo>
                  <a:pt x="907806" y="117283"/>
                </a:lnTo>
                <a:lnTo>
                  <a:pt x="908108" y="116942"/>
                </a:lnTo>
                <a:lnTo>
                  <a:pt x="908380" y="116557"/>
                </a:lnTo>
                <a:lnTo>
                  <a:pt x="908619" y="116127"/>
                </a:lnTo>
                <a:lnTo>
                  <a:pt x="908822" y="115650"/>
                </a:lnTo>
                <a:lnTo>
                  <a:pt x="908985" y="115122"/>
                </a:lnTo>
                <a:lnTo>
                  <a:pt x="909105" y="114542"/>
                </a:lnTo>
                <a:lnTo>
                  <a:pt x="909180" y="113907"/>
                </a:lnTo>
                <a:lnTo>
                  <a:pt x="909205" y="113213"/>
                </a:lnTo>
                <a:lnTo>
                  <a:pt x="909181" y="112497"/>
                </a:lnTo>
                <a:lnTo>
                  <a:pt x="909109" y="111841"/>
                </a:lnTo>
                <a:lnTo>
                  <a:pt x="908992" y="111241"/>
                </a:lnTo>
                <a:lnTo>
                  <a:pt x="908834" y="110696"/>
                </a:lnTo>
                <a:lnTo>
                  <a:pt x="908637" y="110203"/>
                </a:lnTo>
                <a:lnTo>
                  <a:pt x="908404" y="109759"/>
                </a:lnTo>
                <a:close/>
                <a:moveTo>
                  <a:pt x="705949" y="109678"/>
                </a:moveTo>
                <a:lnTo>
                  <a:pt x="705677" y="109294"/>
                </a:lnTo>
                <a:lnTo>
                  <a:pt x="705375" y="108952"/>
                </a:lnTo>
                <a:lnTo>
                  <a:pt x="705046" y="108650"/>
                </a:lnTo>
                <a:lnTo>
                  <a:pt x="704694" y="108386"/>
                </a:lnTo>
                <a:lnTo>
                  <a:pt x="704321" y="108157"/>
                </a:lnTo>
                <a:lnTo>
                  <a:pt x="703931" y="107961"/>
                </a:lnTo>
                <a:lnTo>
                  <a:pt x="703527" y="107795"/>
                </a:lnTo>
                <a:lnTo>
                  <a:pt x="703112" y="107657"/>
                </a:lnTo>
                <a:lnTo>
                  <a:pt x="702689" y="107543"/>
                </a:lnTo>
                <a:lnTo>
                  <a:pt x="702262" y="107452"/>
                </a:lnTo>
                <a:lnTo>
                  <a:pt x="701833" y="107382"/>
                </a:lnTo>
                <a:lnTo>
                  <a:pt x="701407" y="107329"/>
                </a:lnTo>
                <a:lnTo>
                  <a:pt x="700985" y="107290"/>
                </a:lnTo>
                <a:lnTo>
                  <a:pt x="700572" y="107265"/>
                </a:lnTo>
                <a:lnTo>
                  <a:pt x="700170" y="107249"/>
                </a:lnTo>
                <a:lnTo>
                  <a:pt x="699782" y="107241"/>
                </a:lnTo>
                <a:lnTo>
                  <a:pt x="699413" y="107239"/>
                </a:lnTo>
                <a:lnTo>
                  <a:pt x="699064" y="107238"/>
                </a:lnTo>
                <a:lnTo>
                  <a:pt x="690386" y="107238"/>
                </a:lnTo>
                <a:lnTo>
                  <a:pt x="690386" y="9035"/>
                </a:lnTo>
                <a:lnTo>
                  <a:pt x="690379" y="8309"/>
                </a:lnTo>
                <a:lnTo>
                  <a:pt x="690359" y="7624"/>
                </a:lnTo>
                <a:lnTo>
                  <a:pt x="690323" y="6980"/>
                </a:lnTo>
                <a:lnTo>
                  <a:pt x="690270" y="6375"/>
                </a:lnTo>
                <a:lnTo>
                  <a:pt x="690197" y="5808"/>
                </a:lnTo>
                <a:lnTo>
                  <a:pt x="690103" y="5279"/>
                </a:lnTo>
                <a:lnTo>
                  <a:pt x="689985" y="4786"/>
                </a:lnTo>
                <a:lnTo>
                  <a:pt x="689843" y="4330"/>
                </a:lnTo>
                <a:lnTo>
                  <a:pt x="689674" y="3908"/>
                </a:lnTo>
                <a:lnTo>
                  <a:pt x="689477" y="3520"/>
                </a:lnTo>
                <a:lnTo>
                  <a:pt x="689249" y="3165"/>
                </a:lnTo>
                <a:lnTo>
                  <a:pt x="688988" y="2842"/>
                </a:lnTo>
                <a:lnTo>
                  <a:pt x="688694" y="2550"/>
                </a:lnTo>
                <a:lnTo>
                  <a:pt x="688364" y="2288"/>
                </a:lnTo>
                <a:lnTo>
                  <a:pt x="687995" y="2055"/>
                </a:lnTo>
                <a:lnTo>
                  <a:pt x="687587" y="1851"/>
                </a:lnTo>
                <a:lnTo>
                  <a:pt x="687138" y="1675"/>
                </a:lnTo>
                <a:lnTo>
                  <a:pt x="686645" y="1525"/>
                </a:lnTo>
                <a:lnTo>
                  <a:pt x="686107" y="1400"/>
                </a:lnTo>
                <a:lnTo>
                  <a:pt x="685522" y="1300"/>
                </a:lnTo>
                <a:lnTo>
                  <a:pt x="684888" y="1224"/>
                </a:lnTo>
                <a:lnTo>
                  <a:pt x="684204" y="1171"/>
                </a:lnTo>
                <a:lnTo>
                  <a:pt x="683467" y="1140"/>
                </a:lnTo>
                <a:lnTo>
                  <a:pt x="682675" y="1130"/>
                </a:lnTo>
                <a:lnTo>
                  <a:pt x="668602" y="1130"/>
                </a:lnTo>
                <a:lnTo>
                  <a:pt x="668208" y="1130"/>
                </a:lnTo>
                <a:lnTo>
                  <a:pt x="667798" y="1133"/>
                </a:lnTo>
                <a:lnTo>
                  <a:pt x="667376" y="1141"/>
                </a:lnTo>
                <a:lnTo>
                  <a:pt x="666945" y="1157"/>
                </a:lnTo>
                <a:lnTo>
                  <a:pt x="666507" y="1184"/>
                </a:lnTo>
                <a:lnTo>
                  <a:pt x="666065" y="1223"/>
                </a:lnTo>
                <a:lnTo>
                  <a:pt x="665622" y="1278"/>
                </a:lnTo>
                <a:lnTo>
                  <a:pt x="665181" y="1351"/>
                </a:lnTo>
                <a:lnTo>
                  <a:pt x="664745" y="1445"/>
                </a:lnTo>
                <a:lnTo>
                  <a:pt x="664316" y="1562"/>
                </a:lnTo>
                <a:lnTo>
                  <a:pt x="663898" y="1705"/>
                </a:lnTo>
                <a:lnTo>
                  <a:pt x="663492" y="1877"/>
                </a:lnTo>
                <a:lnTo>
                  <a:pt x="663103" y="2080"/>
                </a:lnTo>
                <a:lnTo>
                  <a:pt x="662733" y="2316"/>
                </a:lnTo>
                <a:lnTo>
                  <a:pt x="662385" y="2589"/>
                </a:lnTo>
                <a:lnTo>
                  <a:pt x="662061" y="2901"/>
                </a:lnTo>
                <a:lnTo>
                  <a:pt x="661765" y="3254"/>
                </a:lnTo>
                <a:lnTo>
                  <a:pt x="661499" y="3652"/>
                </a:lnTo>
                <a:lnTo>
                  <a:pt x="661266" y="4096"/>
                </a:lnTo>
                <a:lnTo>
                  <a:pt x="661069" y="4589"/>
                </a:lnTo>
                <a:lnTo>
                  <a:pt x="660910" y="5135"/>
                </a:lnTo>
                <a:lnTo>
                  <a:pt x="660794" y="5734"/>
                </a:lnTo>
                <a:lnTo>
                  <a:pt x="660722" y="6391"/>
                </a:lnTo>
                <a:lnTo>
                  <a:pt x="660697" y="7108"/>
                </a:lnTo>
                <a:lnTo>
                  <a:pt x="660723" y="7801"/>
                </a:lnTo>
                <a:lnTo>
                  <a:pt x="660798" y="8437"/>
                </a:lnTo>
                <a:lnTo>
                  <a:pt x="660918" y="9017"/>
                </a:lnTo>
                <a:lnTo>
                  <a:pt x="661081" y="9545"/>
                </a:lnTo>
                <a:lnTo>
                  <a:pt x="661284" y="10022"/>
                </a:lnTo>
                <a:lnTo>
                  <a:pt x="661523" y="10452"/>
                </a:lnTo>
                <a:lnTo>
                  <a:pt x="661795" y="10836"/>
                </a:lnTo>
                <a:lnTo>
                  <a:pt x="662097" y="11178"/>
                </a:lnTo>
                <a:lnTo>
                  <a:pt x="662426" y="11480"/>
                </a:lnTo>
                <a:lnTo>
                  <a:pt x="662778" y="11744"/>
                </a:lnTo>
                <a:lnTo>
                  <a:pt x="663151" y="11973"/>
                </a:lnTo>
                <a:lnTo>
                  <a:pt x="663541" y="12169"/>
                </a:lnTo>
                <a:lnTo>
                  <a:pt x="663945" y="12335"/>
                </a:lnTo>
                <a:lnTo>
                  <a:pt x="664360" y="12473"/>
                </a:lnTo>
                <a:lnTo>
                  <a:pt x="664783" y="12587"/>
                </a:lnTo>
                <a:lnTo>
                  <a:pt x="665210" y="12678"/>
                </a:lnTo>
                <a:lnTo>
                  <a:pt x="665638" y="12748"/>
                </a:lnTo>
                <a:lnTo>
                  <a:pt x="666065" y="12801"/>
                </a:lnTo>
                <a:lnTo>
                  <a:pt x="666487" y="12839"/>
                </a:lnTo>
                <a:lnTo>
                  <a:pt x="666900" y="12865"/>
                </a:lnTo>
                <a:lnTo>
                  <a:pt x="667302" y="12880"/>
                </a:lnTo>
                <a:lnTo>
                  <a:pt x="667689" y="12888"/>
                </a:lnTo>
                <a:lnTo>
                  <a:pt x="668059" y="12891"/>
                </a:lnTo>
                <a:lnTo>
                  <a:pt x="668408" y="12892"/>
                </a:lnTo>
                <a:lnTo>
                  <a:pt x="677083" y="12892"/>
                </a:lnTo>
                <a:lnTo>
                  <a:pt x="677083" y="43512"/>
                </a:lnTo>
                <a:lnTo>
                  <a:pt x="676280" y="42826"/>
                </a:lnTo>
                <a:lnTo>
                  <a:pt x="675462" y="42166"/>
                </a:lnTo>
                <a:lnTo>
                  <a:pt x="674628" y="41533"/>
                </a:lnTo>
                <a:lnTo>
                  <a:pt x="673780" y="40927"/>
                </a:lnTo>
                <a:lnTo>
                  <a:pt x="672917" y="40348"/>
                </a:lnTo>
                <a:lnTo>
                  <a:pt x="672042" y="39796"/>
                </a:lnTo>
                <a:lnTo>
                  <a:pt x="671153" y="39272"/>
                </a:lnTo>
                <a:lnTo>
                  <a:pt x="670251" y="38776"/>
                </a:lnTo>
                <a:lnTo>
                  <a:pt x="669338" y="38308"/>
                </a:lnTo>
                <a:lnTo>
                  <a:pt x="668412" y="37868"/>
                </a:lnTo>
                <a:lnTo>
                  <a:pt x="667476" y="37457"/>
                </a:lnTo>
                <a:lnTo>
                  <a:pt x="666529" y="37075"/>
                </a:lnTo>
                <a:lnTo>
                  <a:pt x="665573" y="36722"/>
                </a:lnTo>
                <a:lnTo>
                  <a:pt x="664606" y="36398"/>
                </a:lnTo>
                <a:lnTo>
                  <a:pt x="663631" y="36104"/>
                </a:lnTo>
                <a:lnTo>
                  <a:pt x="662647" y="35840"/>
                </a:lnTo>
                <a:lnTo>
                  <a:pt x="661655" y="35606"/>
                </a:lnTo>
                <a:lnTo>
                  <a:pt x="660656" y="35403"/>
                </a:lnTo>
                <a:lnTo>
                  <a:pt x="659649" y="35230"/>
                </a:lnTo>
                <a:lnTo>
                  <a:pt x="658636" y="35088"/>
                </a:lnTo>
                <a:lnTo>
                  <a:pt x="657617" y="34977"/>
                </a:lnTo>
                <a:lnTo>
                  <a:pt x="656592" y="34897"/>
                </a:lnTo>
                <a:lnTo>
                  <a:pt x="655563" y="34849"/>
                </a:lnTo>
                <a:lnTo>
                  <a:pt x="654528" y="34833"/>
                </a:lnTo>
                <a:lnTo>
                  <a:pt x="651916" y="34928"/>
                </a:lnTo>
                <a:lnTo>
                  <a:pt x="649336" y="35207"/>
                </a:lnTo>
                <a:lnTo>
                  <a:pt x="646796" y="35667"/>
                </a:lnTo>
                <a:lnTo>
                  <a:pt x="644304" y="36302"/>
                </a:lnTo>
                <a:lnTo>
                  <a:pt x="641865" y="37107"/>
                </a:lnTo>
                <a:lnTo>
                  <a:pt x="639487" y="38076"/>
                </a:lnTo>
                <a:lnTo>
                  <a:pt x="637177" y="39204"/>
                </a:lnTo>
                <a:lnTo>
                  <a:pt x="634941" y="40485"/>
                </a:lnTo>
                <a:lnTo>
                  <a:pt x="632788" y="41915"/>
                </a:lnTo>
                <a:lnTo>
                  <a:pt x="630723" y="43488"/>
                </a:lnTo>
                <a:lnTo>
                  <a:pt x="628753" y="45200"/>
                </a:lnTo>
                <a:lnTo>
                  <a:pt x="626886" y="47043"/>
                </a:lnTo>
                <a:lnTo>
                  <a:pt x="625129" y="49014"/>
                </a:lnTo>
                <a:lnTo>
                  <a:pt x="623487" y="51108"/>
                </a:lnTo>
                <a:lnTo>
                  <a:pt x="621970" y="53318"/>
                </a:lnTo>
                <a:lnTo>
                  <a:pt x="620582" y="55639"/>
                </a:lnTo>
                <a:lnTo>
                  <a:pt x="619332" y="58067"/>
                </a:lnTo>
                <a:lnTo>
                  <a:pt x="618226" y="60596"/>
                </a:lnTo>
                <a:lnTo>
                  <a:pt x="617271" y="63220"/>
                </a:lnTo>
                <a:lnTo>
                  <a:pt x="616474" y="65935"/>
                </a:lnTo>
                <a:lnTo>
                  <a:pt x="615842" y="68734"/>
                </a:lnTo>
                <a:lnTo>
                  <a:pt x="615382" y="71614"/>
                </a:lnTo>
                <a:lnTo>
                  <a:pt x="615101" y="74568"/>
                </a:lnTo>
                <a:lnTo>
                  <a:pt x="615006" y="77592"/>
                </a:lnTo>
                <a:lnTo>
                  <a:pt x="615095" y="80543"/>
                </a:lnTo>
                <a:lnTo>
                  <a:pt x="615359" y="83435"/>
                </a:lnTo>
                <a:lnTo>
                  <a:pt x="615791" y="86262"/>
                </a:lnTo>
                <a:lnTo>
                  <a:pt x="616386" y="89018"/>
                </a:lnTo>
                <a:lnTo>
                  <a:pt x="617136" y="91697"/>
                </a:lnTo>
                <a:lnTo>
                  <a:pt x="618036" y="94292"/>
                </a:lnTo>
                <a:lnTo>
                  <a:pt x="619080" y="96799"/>
                </a:lnTo>
                <a:lnTo>
                  <a:pt x="620261" y="99212"/>
                </a:lnTo>
                <a:lnTo>
                  <a:pt x="621573" y="101524"/>
                </a:lnTo>
                <a:lnTo>
                  <a:pt x="623011" y="103729"/>
                </a:lnTo>
                <a:lnTo>
                  <a:pt x="624567" y="105822"/>
                </a:lnTo>
                <a:lnTo>
                  <a:pt x="626236" y="107797"/>
                </a:lnTo>
                <a:lnTo>
                  <a:pt x="628011" y="109647"/>
                </a:lnTo>
                <a:lnTo>
                  <a:pt x="629886" y="111368"/>
                </a:lnTo>
                <a:lnTo>
                  <a:pt x="631856" y="112953"/>
                </a:lnTo>
                <a:lnTo>
                  <a:pt x="633913" y="114396"/>
                </a:lnTo>
                <a:lnTo>
                  <a:pt x="636052" y="115691"/>
                </a:lnTo>
                <a:lnTo>
                  <a:pt x="638267" y="116832"/>
                </a:lnTo>
                <a:lnTo>
                  <a:pt x="640551" y="117814"/>
                </a:lnTo>
                <a:lnTo>
                  <a:pt x="642898" y="118631"/>
                </a:lnTo>
                <a:lnTo>
                  <a:pt x="645302" y="119277"/>
                </a:lnTo>
                <a:lnTo>
                  <a:pt x="647756" y="119745"/>
                </a:lnTo>
                <a:lnTo>
                  <a:pt x="650255" y="120031"/>
                </a:lnTo>
                <a:lnTo>
                  <a:pt x="652793" y="120127"/>
                </a:lnTo>
                <a:lnTo>
                  <a:pt x="654128" y="120100"/>
                </a:lnTo>
                <a:lnTo>
                  <a:pt x="655436" y="120021"/>
                </a:lnTo>
                <a:lnTo>
                  <a:pt x="656715" y="119892"/>
                </a:lnTo>
                <a:lnTo>
                  <a:pt x="657966" y="119716"/>
                </a:lnTo>
                <a:lnTo>
                  <a:pt x="659189" y="119493"/>
                </a:lnTo>
                <a:lnTo>
                  <a:pt x="660384" y="119226"/>
                </a:lnTo>
                <a:lnTo>
                  <a:pt x="661550" y="118918"/>
                </a:lnTo>
                <a:lnTo>
                  <a:pt x="662689" y="118571"/>
                </a:lnTo>
                <a:lnTo>
                  <a:pt x="663800" y="118185"/>
                </a:lnTo>
                <a:lnTo>
                  <a:pt x="664882" y="117765"/>
                </a:lnTo>
                <a:lnTo>
                  <a:pt x="665936" y="117311"/>
                </a:lnTo>
                <a:lnTo>
                  <a:pt x="666962" y="116826"/>
                </a:lnTo>
                <a:lnTo>
                  <a:pt x="667960" y="116311"/>
                </a:lnTo>
                <a:lnTo>
                  <a:pt x="668930" y="115770"/>
                </a:lnTo>
                <a:lnTo>
                  <a:pt x="669872" y="115204"/>
                </a:lnTo>
                <a:lnTo>
                  <a:pt x="670786" y="114615"/>
                </a:lnTo>
                <a:lnTo>
                  <a:pt x="671671" y="114005"/>
                </a:lnTo>
                <a:lnTo>
                  <a:pt x="672529" y="113376"/>
                </a:lnTo>
                <a:lnTo>
                  <a:pt x="673358" y="112731"/>
                </a:lnTo>
                <a:lnTo>
                  <a:pt x="674159" y="112072"/>
                </a:lnTo>
                <a:lnTo>
                  <a:pt x="674932" y="111400"/>
                </a:lnTo>
                <a:lnTo>
                  <a:pt x="675677" y="110717"/>
                </a:lnTo>
                <a:lnTo>
                  <a:pt x="676394" y="110027"/>
                </a:lnTo>
                <a:lnTo>
                  <a:pt x="677083" y="109330"/>
                </a:lnTo>
                <a:lnTo>
                  <a:pt x="677084" y="110179"/>
                </a:lnTo>
                <a:lnTo>
                  <a:pt x="677088" y="110984"/>
                </a:lnTo>
                <a:lnTo>
                  <a:pt x="677098" y="111746"/>
                </a:lnTo>
                <a:lnTo>
                  <a:pt x="677119" y="112466"/>
                </a:lnTo>
                <a:lnTo>
                  <a:pt x="677153" y="113144"/>
                </a:lnTo>
                <a:lnTo>
                  <a:pt x="677204" y="113781"/>
                </a:lnTo>
                <a:lnTo>
                  <a:pt x="677274" y="114377"/>
                </a:lnTo>
                <a:lnTo>
                  <a:pt x="677369" y="114934"/>
                </a:lnTo>
                <a:lnTo>
                  <a:pt x="677490" y="115451"/>
                </a:lnTo>
                <a:lnTo>
                  <a:pt x="677641" y="115931"/>
                </a:lnTo>
                <a:lnTo>
                  <a:pt x="677826" y="116372"/>
                </a:lnTo>
                <a:lnTo>
                  <a:pt x="678047" y="116777"/>
                </a:lnTo>
                <a:lnTo>
                  <a:pt x="678309" y="117146"/>
                </a:lnTo>
                <a:lnTo>
                  <a:pt x="678614" y="117478"/>
                </a:lnTo>
                <a:lnTo>
                  <a:pt x="678966" y="117776"/>
                </a:lnTo>
                <a:lnTo>
                  <a:pt x="679368" y="118040"/>
                </a:lnTo>
                <a:lnTo>
                  <a:pt x="679824" y="118270"/>
                </a:lnTo>
                <a:lnTo>
                  <a:pt x="680337" y="118467"/>
                </a:lnTo>
                <a:lnTo>
                  <a:pt x="680910" y="118632"/>
                </a:lnTo>
                <a:lnTo>
                  <a:pt x="681547" y="118765"/>
                </a:lnTo>
                <a:lnTo>
                  <a:pt x="682250" y="118868"/>
                </a:lnTo>
                <a:lnTo>
                  <a:pt x="683024" y="118940"/>
                </a:lnTo>
                <a:lnTo>
                  <a:pt x="683872" y="118983"/>
                </a:lnTo>
                <a:lnTo>
                  <a:pt x="684796" y="118997"/>
                </a:lnTo>
                <a:lnTo>
                  <a:pt x="698870" y="118997"/>
                </a:lnTo>
                <a:lnTo>
                  <a:pt x="699264" y="118997"/>
                </a:lnTo>
                <a:lnTo>
                  <a:pt x="699674" y="118994"/>
                </a:lnTo>
                <a:lnTo>
                  <a:pt x="700095" y="118986"/>
                </a:lnTo>
                <a:lnTo>
                  <a:pt x="700527" y="118970"/>
                </a:lnTo>
                <a:lnTo>
                  <a:pt x="700965" y="118943"/>
                </a:lnTo>
                <a:lnTo>
                  <a:pt x="701407" y="118904"/>
                </a:lnTo>
                <a:lnTo>
                  <a:pt x="701850" y="118849"/>
                </a:lnTo>
                <a:lnTo>
                  <a:pt x="702291" y="118776"/>
                </a:lnTo>
                <a:lnTo>
                  <a:pt x="702727" y="118682"/>
                </a:lnTo>
                <a:lnTo>
                  <a:pt x="703156" y="118565"/>
                </a:lnTo>
                <a:lnTo>
                  <a:pt x="703574" y="118422"/>
                </a:lnTo>
                <a:lnTo>
                  <a:pt x="703979" y="118250"/>
                </a:lnTo>
                <a:lnTo>
                  <a:pt x="704368" y="118048"/>
                </a:lnTo>
                <a:lnTo>
                  <a:pt x="704739" y="117811"/>
                </a:lnTo>
                <a:lnTo>
                  <a:pt x="705087" y="117538"/>
                </a:lnTo>
                <a:lnTo>
                  <a:pt x="705411" y="117227"/>
                </a:lnTo>
                <a:lnTo>
                  <a:pt x="705707" y="116874"/>
                </a:lnTo>
                <a:lnTo>
                  <a:pt x="705973" y="116476"/>
                </a:lnTo>
                <a:lnTo>
                  <a:pt x="706206" y="116033"/>
                </a:lnTo>
                <a:lnTo>
                  <a:pt x="706403" y="115539"/>
                </a:lnTo>
                <a:lnTo>
                  <a:pt x="706561" y="114994"/>
                </a:lnTo>
                <a:lnTo>
                  <a:pt x="706678" y="114395"/>
                </a:lnTo>
                <a:lnTo>
                  <a:pt x="706750" y="113738"/>
                </a:lnTo>
                <a:lnTo>
                  <a:pt x="706774" y="113022"/>
                </a:lnTo>
                <a:lnTo>
                  <a:pt x="706749" y="112329"/>
                </a:lnTo>
                <a:lnTo>
                  <a:pt x="706674" y="111693"/>
                </a:lnTo>
                <a:lnTo>
                  <a:pt x="706554" y="111113"/>
                </a:lnTo>
                <a:lnTo>
                  <a:pt x="706391" y="110585"/>
                </a:lnTo>
                <a:lnTo>
                  <a:pt x="706188" y="110108"/>
                </a:lnTo>
                <a:lnTo>
                  <a:pt x="705949" y="109678"/>
                </a:lnTo>
                <a:close/>
                <a:moveTo>
                  <a:pt x="675496" y="90334"/>
                </a:moveTo>
                <a:lnTo>
                  <a:pt x="674931" y="91840"/>
                </a:lnTo>
                <a:lnTo>
                  <a:pt x="674284" y="93336"/>
                </a:lnTo>
                <a:lnTo>
                  <a:pt x="673555" y="94812"/>
                </a:lnTo>
                <a:lnTo>
                  <a:pt x="672746" y="96259"/>
                </a:lnTo>
                <a:lnTo>
                  <a:pt x="671857" y="97669"/>
                </a:lnTo>
                <a:lnTo>
                  <a:pt x="670890" y="99031"/>
                </a:lnTo>
                <a:lnTo>
                  <a:pt x="669845" y="100338"/>
                </a:lnTo>
                <a:lnTo>
                  <a:pt x="668725" y="101578"/>
                </a:lnTo>
                <a:lnTo>
                  <a:pt x="667529" y="102745"/>
                </a:lnTo>
                <a:lnTo>
                  <a:pt x="666259" y="103827"/>
                </a:lnTo>
                <a:lnTo>
                  <a:pt x="664916" y="104816"/>
                </a:lnTo>
                <a:lnTo>
                  <a:pt x="663501" y="105703"/>
                </a:lnTo>
                <a:lnTo>
                  <a:pt x="662015" y="106479"/>
                </a:lnTo>
                <a:lnTo>
                  <a:pt x="660460" y="107135"/>
                </a:lnTo>
                <a:lnTo>
                  <a:pt x="658836" y="107660"/>
                </a:lnTo>
                <a:lnTo>
                  <a:pt x="657145" y="108047"/>
                </a:lnTo>
                <a:lnTo>
                  <a:pt x="655387" y="108286"/>
                </a:lnTo>
                <a:lnTo>
                  <a:pt x="653564" y="108368"/>
                </a:lnTo>
                <a:lnTo>
                  <a:pt x="651864" y="108297"/>
                </a:lnTo>
                <a:lnTo>
                  <a:pt x="650191" y="108089"/>
                </a:lnTo>
                <a:lnTo>
                  <a:pt x="648548" y="107747"/>
                </a:lnTo>
                <a:lnTo>
                  <a:pt x="646940" y="107277"/>
                </a:lnTo>
                <a:lnTo>
                  <a:pt x="645370" y="106681"/>
                </a:lnTo>
                <a:lnTo>
                  <a:pt x="643843" y="105965"/>
                </a:lnTo>
                <a:lnTo>
                  <a:pt x="642362" y="105134"/>
                </a:lnTo>
                <a:lnTo>
                  <a:pt x="640932" y="104191"/>
                </a:lnTo>
                <a:lnTo>
                  <a:pt x="639557" y="103142"/>
                </a:lnTo>
                <a:lnTo>
                  <a:pt x="638242" y="101990"/>
                </a:lnTo>
                <a:lnTo>
                  <a:pt x="636989" y="100739"/>
                </a:lnTo>
                <a:lnTo>
                  <a:pt x="635803" y="99396"/>
                </a:lnTo>
                <a:lnTo>
                  <a:pt x="634689" y="97963"/>
                </a:lnTo>
                <a:lnTo>
                  <a:pt x="633650" y="96445"/>
                </a:lnTo>
                <a:lnTo>
                  <a:pt x="632690" y="94847"/>
                </a:lnTo>
                <a:lnTo>
                  <a:pt x="631814" y="93172"/>
                </a:lnTo>
                <a:lnTo>
                  <a:pt x="631026" y="91427"/>
                </a:lnTo>
                <a:lnTo>
                  <a:pt x="630330" y="89614"/>
                </a:lnTo>
                <a:lnTo>
                  <a:pt x="629729" y="87739"/>
                </a:lnTo>
                <a:lnTo>
                  <a:pt x="629229" y="85805"/>
                </a:lnTo>
                <a:lnTo>
                  <a:pt x="628832" y="83818"/>
                </a:lnTo>
                <a:lnTo>
                  <a:pt x="628544" y="81781"/>
                </a:lnTo>
                <a:lnTo>
                  <a:pt x="628368" y="79699"/>
                </a:lnTo>
                <a:lnTo>
                  <a:pt x="628308" y="77577"/>
                </a:lnTo>
                <a:lnTo>
                  <a:pt x="628378" y="75300"/>
                </a:lnTo>
                <a:lnTo>
                  <a:pt x="628582" y="73087"/>
                </a:lnTo>
                <a:lnTo>
                  <a:pt x="628915" y="70942"/>
                </a:lnTo>
                <a:lnTo>
                  <a:pt x="629371" y="68868"/>
                </a:lnTo>
                <a:lnTo>
                  <a:pt x="629944" y="66867"/>
                </a:lnTo>
                <a:lnTo>
                  <a:pt x="630628" y="64943"/>
                </a:lnTo>
                <a:lnTo>
                  <a:pt x="631418" y="63098"/>
                </a:lnTo>
                <a:lnTo>
                  <a:pt x="632307" y="61335"/>
                </a:lnTo>
                <a:lnTo>
                  <a:pt x="633290" y="59656"/>
                </a:lnTo>
                <a:lnTo>
                  <a:pt x="634361" y="58066"/>
                </a:lnTo>
                <a:lnTo>
                  <a:pt x="635514" y="56566"/>
                </a:lnTo>
                <a:lnTo>
                  <a:pt x="636743" y="55159"/>
                </a:lnTo>
                <a:lnTo>
                  <a:pt x="638042" y="53848"/>
                </a:lnTo>
                <a:lnTo>
                  <a:pt x="639406" y="52637"/>
                </a:lnTo>
                <a:lnTo>
                  <a:pt x="640828" y="51527"/>
                </a:lnTo>
                <a:lnTo>
                  <a:pt x="642303" y="50522"/>
                </a:lnTo>
                <a:lnTo>
                  <a:pt x="643825" y="49625"/>
                </a:lnTo>
                <a:lnTo>
                  <a:pt x="645388" y="48838"/>
                </a:lnTo>
                <a:lnTo>
                  <a:pt x="646986" y="48165"/>
                </a:lnTo>
                <a:lnTo>
                  <a:pt x="648614" y="47607"/>
                </a:lnTo>
                <a:lnTo>
                  <a:pt x="650264" y="47169"/>
                </a:lnTo>
                <a:lnTo>
                  <a:pt x="651933" y="46852"/>
                </a:lnTo>
                <a:lnTo>
                  <a:pt x="653613" y="46660"/>
                </a:lnTo>
                <a:lnTo>
                  <a:pt x="655299" y="46595"/>
                </a:lnTo>
                <a:lnTo>
                  <a:pt x="656826" y="46650"/>
                </a:lnTo>
                <a:lnTo>
                  <a:pt x="658320" y="46813"/>
                </a:lnTo>
                <a:lnTo>
                  <a:pt x="659778" y="47079"/>
                </a:lnTo>
                <a:lnTo>
                  <a:pt x="661197" y="47442"/>
                </a:lnTo>
                <a:lnTo>
                  <a:pt x="662575" y="47899"/>
                </a:lnTo>
                <a:lnTo>
                  <a:pt x="663908" y="48444"/>
                </a:lnTo>
                <a:lnTo>
                  <a:pt x="665194" y="49073"/>
                </a:lnTo>
                <a:lnTo>
                  <a:pt x="666430" y="49781"/>
                </a:lnTo>
                <a:lnTo>
                  <a:pt x="667614" y="50563"/>
                </a:lnTo>
                <a:lnTo>
                  <a:pt x="668741" y="51414"/>
                </a:lnTo>
                <a:lnTo>
                  <a:pt x="669810" y="52331"/>
                </a:lnTo>
                <a:lnTo>
                  <a:pt x="670818" y="53306"/>
                </a:lnTo>
                <a:lnTo>
                  <a:pt x="671761" y="54338"/>
                </a:lnTo>
                <a:lnTo>
                  <a:pt x="672637" y="55419"/>
                </a:lnTo>
                <a:lnTo>
                  <a:pt x="673444" y="56546"/>
                </a:lnTo>
                <a:lnTo>
                  <a:pt x="674177" y="57714"/>
                </a:lnTo>
                <a:lnTo>
                  <a:pt x="674835" y="58918"/>
                </a:lnTo>
                <a:lnTo>
                  <a:pt x="675414" y="60153"/>
                </a:lnTo>
                <a:lnTo>
                  <a:pt x="675912" y="61415"/>
                </a:lnTo>
                <a:lnTo>
                  <a:pt x="676326" y="62699"/>
                </a:lnTo>
                <a:lnTo>
                  <a:pt x="676653" y="64000"/>
                </a:lnTo>
                <a:lnTo>
                  <a:pt x="676890" y="65313"/>
                </a:lnTo>
                <a:lnTo>
                  <a:pt x="677034" y="66633"/>
                </a:lnTo>
                <a:lnTo>
                  <a:pt x="677083" y="67957"/>
                </a:lnTo>
                <a:lnTo>
                  <a:pt x="677083" y="81593"/>
                </a:lnTo>
                <a:lnTo>
                  <a:pt x="677038" y="82969"/>
                </a:lnTo>
                <a:lnTo>
                  <a:pt x="676904" y="84389"/>
                </a:lnTo>
                <a:lnTo>
                  <a:pt x="676681" y="85845"/>
                </a:lnTo>
                <a:lnTo>
                  <a:pt x="676372" y="87327"/>
                </a:lnTo>
                <a:lnTo>
                  <a:pt x="675976" y="88827"/>
                </a:lnTo>
                <a:lnTo>
                  <a:pt x="675496" y="90334"/>
                </a:lnTo>
                <a:close/>
                <a:moveTo>
                  <a:pt x="1706677" y="92064"/>
                </a:moveTo>
                <a:lnTo>
                  <a:pt x="1706615" y="91634"/>
                </a:lnTo>
                <a:lnTo>
                  <a:pt x="1706532" y="91213"/>
                </a:lnTo>
                <a:lnTo>
                  <a:pt x="1706426" y="90801"/>
                </a:lnTo>
                <a:lnTo>
                  <a:pt x="1706294" y="90401"/>
                </a:lnTo>
                <a:lnTo>
                  <a:pt x="1706132" y="90015"/>
                </a:lnTo>
                <a:lnTo>
                  <a:pt x="1705938" y="89646"/>
                </a:lnTo>
                <a:lnTo>
                  <a:pt x="1705709" y="89294"/>
                </a:lnTo>
                <a:lnTo>
                  <a:pt x="1705442" y="88963"/>
                </a:lnTo>
                <a:lnTo>
                  <a:pt x="1705134" y="88653"/>
                </a:lnTo>
                <a:lnTo>
                  <a:pt x="1704782" y="88368"/>
                </a:lnTo>
                <a:lnTo>
                  <a:pt x="1704384" y="88108"/>
                </a:lnTo>
                <a:lnTo>
                  <a:pt x="1703935" y="87877"/>
                </a:lnTo>
                <a:lnTo>
                  <a:pt x="1703434" y="87676"/>
                </a:lnTo>
                <a:lnTo>
                  <a:pt x="1702877" y="87507"/>
                </a:lnTo>
                <a:lnTo>
                  <a:pt x="1702261" y="87372"/>
                </a:lnTo>
                <a:lnTo>
                  <a:pt x="1701584" y="87273"/>
                </a:lnTo>
                <a:lnTo>
                  <a:pt x="1700842" y="87212"/>
                </a:lnTo>
                <a:lnTo>
                  <a:pt x="1700034" y="87191"/>
                </a:lnTo>
                <a:lnTo>
                  <a:pt x="1699270" y="87212"/>
                </a:lnTo>
                <a:lnTo>
                  <a:pt x="1698569" y="87273"/>
                </a:lnTo>
                <a:lnTo>
                  <a:pt x="1697926" y="87372"/>
                </a:lnTo>
                <a:lnTo>
                  <a:pt x="1697340" y="87506"/>
                </a:lnTo>
                <a:lnTo>
                  <a:pt x="1696807" y="87674"/>
                </a:lnTo>
                <a:lnTo>
                  <a:pt x="1696326" y="87874"/>
                </a:lnTo>
                <a:lnTo>
                  <a:pt x="1695894" y="88104"/>
                </a:lnTo>
                <a:lnTo>
                  <a:pt x="1695508" y="88361"/>
                </a:lnTo>
                <a:lnTo>
                  <a:pt x="1695165" y="88643"/>
                </a:lnTo>
                <a:lnTo>
                  <a:pt x="1694863" y="88949"/>
                </a:lnTo>
                <a:lnTo>
                  <a:pt x="1694599" y="89276"/>
                </a:lnTo>
                <a:lnTo>
                  <a:pt x="1694371" y="89622"/>
                </a:lnTo>
                <a:lnTo>
                  <a:pt x="1694177" y="89985"/>
                </a:lnTo>
                <a:lnTo>
                  <a:pt x="1694012" y="90363"/>
                </a:lnTo>
                <a:lnTo>
                  <a:pt x="1693876" y="90753"/>
                </a:lnTo>
                <a:lnTo>
                  <a:pt x="1693765" y="91155"/>
                </a:lnTo>
                <a:lnTo>
                  <a:pt x="1693677" y="91565"/>
                </a:lnTo>
                <a:lnTo>
                  <a:pt x="1693609" y="91982"/>
                </a:lnTo>
                <a:lnTo>
                  <a:pt x="1693559" y="92404"/>
                </a:lnTo>
                <a:lnTo>
                  <a:pt x="1693523" y="92828"/>
                </a:lnTo>
                <a:lnTo>
                  <a:pt x="1693500" y="93252"/>
                </a:lnTo>
                <a:lnTo>
                  <a:pt x="1693487" y="93674"/>
                </a:lnTo>
                <a:lnTo>
                  <a:pt x="1693481" y="94093"/>
                </a:lnTo>
                <a:lnTo>
                  <a:pt x="1693479" y="94505"/>
                </a:lnTo>
                <a:lnTo>
                  <a:pt x="1693400" y="95946"/>
                </a:lnTo>
                <a:lnTo>
                  <a:pt x="1693217" y="97285"/>
                </a:lnTo>
                <a:lnTo>
                  <a:pt x="1692935" y="98528"/>
                </a:lnTo>
                <a:lnTo>
                  <a:pt x="1692564" y="99676"/>
                </a:lnTo>
                <a:lnTo>
                  <a:pt x="1692111" y="100735"/>
                </a:lnTo>
                <a:lnTo>
                  <a:pt x="1691582" y="101707"/>
                </a:lnTo>
                <a:lnTo>
                  <a:pt x="1690987" y="102595"/>
                </a:lnTo>
                <a:lnTo>
                  <a:pt x="1690331" y="103404"/>
                </a:lnTo>
                <a:lnTo>
                  <a:pt x="1689624" y="104137"/>
                </a:lnTo>
                <a:lnTo>
                  <a:pt x="1688871" y="104797"/>
                </a:lnTo>
                <a:lnTo>
                  <a:pt x="1688082" y="105387"/>
                </a:lnTo>
                <a:lnTo>
                  <a:pt x="1687263" y="105912"/>
                </a:lnTo>
                <a:lnTo>
                  <a:pt x="1686421" y="106375"/>
                </a:lnTo>
                <a:lnTo>
                  <a:pt x="1685566" y="106780"/>
                </a:lnTo>
                <a:lnTo>
                  <a:pt x="1684703" y="107129"/>
                </a:lnTo>
                <a:lnTo>
                  <a:pt x="1683841" y="107426"/>
                </a:lnTo>
                <a:lnTo>
                  <a:pt x="1682986" y="107676"/>
                </a:lnTo>
                <a:lnTo>
                  <a:pt x="1682148" y="107880"/>
                </a:lnTo>
                <a:lnTo>
                  <a:pt x="1681332" y="108044"/>
                </a:lnTo>
                <a:lnTo>
                  <a:pt x="1680547" y="108170"/>
                </a:lnTo>
                <a:lnTo>
                  <a:pt x="1679800" y="108262"/>
                </a:lnTo>
                <a:lnTo>
                  <a:pt x="1679099" y="108323"/>
                </a:lnTo>
                <a:lnTo>
                  <a:pt x="1678451" y="108357"/>
                </a:lnTo>
                <a:lnTo>
                  <a:pt x="1677864" y="108368"/>
                </a:lnTo>
                <a:lnTo>
                  <a:pt x="1676085" y="108317"/>
                </a:lnTo>
                <a:lnTo>
                  <a:pt x="1674454" y="108168"/>
                </a:lnTo>
                <a:lnTo>
                  <a:pt x="1672965" y="107928"/>
                </a:lnTo>
                <a:lnTo>
                  <a:pt x="1671611" y="107604"/>
                </a:lnTo>
                <a:lnTo>
                  <a:pt x="1670385" y="107202"/>
                </a:lnTo>
                <a:lnTo>
                  <a:pt x="1669283" y="106728"/>
                </a:lnTo>
                <a:lnTo>
                  <a:pt x="1668296" y="106190"/>
                </a:lnTo>
                <a:lnTo>
                  <a:pt x="1667418" y="105594"/>
                </a:lnTo>
                <a:lnTo>
                  <a:pt x="1666644" y="104946"/>
                </a:lnTo>
                <a:lnTo>
                  <a:pt x="1665967" y="104254"/>
                </a:lnTo>
                <a:lnTo>
                  <a:pt x="1665379" y="103523"/>
                </a:lnTo>
                <a:lnTo>
                  <a:pt x="1664876" y="102760"/>
                </a:lnTo>
                <a:lnTo>
                  <a:pt x="1664449" y="101973"/>
                </a:lnTo>
                <a:lnTo>
                  <a:pt x="1664094" y="101167"/>
                </a:lnTo>
                <a:lnTo>
                  <a:pt x="1663803" y="100349"/>
                </a:lnTo>
                <a:lnTo>
                  <a:pt x="1663570" y="99526"/>
                </a:lnTo>
                <a:lnTo>
                  <a:pt x="1663389" y="98704"/>
                </a:lnTo>
                <a:lnTo>
                  <a:pt x="1663252" y="97890"/>
                </a:lnTo>
                <a:lnTo>
                  <a:pt x="1663154" y="97091"/>
                </a:lnTo>
                <a:lnTo>
                  <a:pt x="1663089" y="96313"/>
                </a:lnTo>
                <a:lnTo>
                  <a:pt x="1663049" y="95562"/>
                </a:lnTo>
                <a:lnTo>
                  <a:pt x="1663029" y="94846"/>
                </a:lnTo>
                <a:lnTo>
                  <a:pt x="1663021" y="94171"/>
                </a:lnTo>
                <a:lnTo>
                  <a:pt x="1663020" y="93543"/>
                </a:lnTo>
                <a:lnTo>
                  <a:pt x="1663020" y="47725"/>
                </a:lnTo>
                <a:lnTo>
                  <a:pt x="1694635" y="47725"/>
                </a:lnTo>
                <a:lnTo>
                  <a:pt x="1695006" y="47724"/>
                </a:lnTo>
                <a:lnTo>
                  <a:pt x="1695395" y="47721"/>
                </a:lnTo>
                <a:lnTo>
                  <a:pt x="1695797" y="47714"/>
                </a:lnTo>
                <a:lnTo>
                  <a:pt x="1696211" y="47698"/>
                </a:lnTo>
                <a:lnTo>
                  <a:pt x="1696633" y="47673"/>
                </a:lnTo>
                <a:lnTo>
                  <a:pt x="1697061" y="47634"/>
                </a:lnTo>
                <a:lnTo>
                  <a:pt x="1697491" y="47581"/>
                </a:lnTo>
                <a:lnTo>
                  <a:pt x="1697920" y="47511"/>
                </a:lnTo>
                <a:lnTo>
                  <a:pt x="1698347" y="47420"/>
                </a:lnTo>
                <a:lnTo>
                  <a:pt x="1698767" y="47306"/>
                </a:lnTo>
                <a:lnTo>
                  <a:pt x="1699178" y="47168"/>
                </a:lnTo>
                <a:lnTo>
                  <a:pt x="1699576" y="47002"/>
                </a:lnTo>
                <a:lnTo>
                  <a:pt x="1699960" y="46806"/>
                </a:lnTo>
                <a:lnTo>
                  <a:pt x="1700326" y="46577"/>
                </a:lnTo>
                <a:lnTo>
                  <a:pt x="1700671" y="46313"/>
                </a:lnTo>
                <a:lnTo>
                  <a:pt x="1700992" y="46011"/>
                </a:lnTo>
                <a:lnTo>
                  <a:pt x="1701286" y="45669"/>
                </a:lnTo>
                <a:lnTo>
                  <a:pt x="1701550" y="45285"/>
                </a:lnTo>
                <a:lnTo>
                  <a:pt x="1701782" y="44855"/>
                </a:lnTo>
                <a:lnTo>
                  <a:pt x="1701978" y="44378"/>
                </a:lnTo>
                <a:lnTo>
                  <a:pt x="1702136" y="43850"/>
                </a:lnTo>
                <a:lnTo>
                  <a:pt x="1702252" y="43270"/>
                </a:lnTo>
                <a:lnTo>
                  <a:pt x="1702324" y="42634"/>
                </a:lnTo>
                <a:lnTo>
                  <a:pt x="1702349" y="41941"/>
                </a:lnTo>
                <a:lnTo>
                  <a:pt x="1702325" y="41224"/>
                </a:lnTo>
                <a:lnTo>
                  <a:pt x="1702256" y="40567"/>
                </a:lnTo>
                <a:lnTo>
                  <a:pt x="1702144" y="39968"/>
                </a:lnTo>
                <a:lnTo>
                  <a:pt x="1701992" y="39422"/>
                </a:lnTo>
                <a:lnTo>
                  <a:pt x="1701802" y="38929"/>
                </a:lnTo>
                <a:lnTo>
                  <a:pt x="1701578" y="38485"/>
                </a:lnTo>
                <a:lnTo>
                  <a:pt x="1701321" y="38087"/>
                </a:lnTo>
                <a:lnTo>
                  <a:pt x="1701035" y="37734"/>
                </a:lnTo>
                <a:lnTo>
                  <a:pt x="1700722" y="37422"/>
                </a:lnTo>
                <a:lnTo>
                  <a:pt x="1700385" y="37149"/>
                </a:lnTo>
                <a:lnTo>
                  <a:pt x="1700026" y="36913"/>
                </a:lnTo>
                <a:lnTo>
                  <a:pt x="1699649" y="36710"/>
                </a:lnTo>
                <a:lnTo>
                  <a:pt x="1699256" y="36538"/>
                </a:lnTo>
                <a:lnTo>
                  <a:pt x="1698849" y="36395"/>
                </a:lnTo>
                <a:lnTo>
                  <a:pt x="1698432" y="36278"/>
                </a:lnTo>
                <a:lnTo>
                  <a:pt x="1698007" y="36184"/>
                </a:lnTo>
                <a:lnTo>
                  <a:pt x="1697576" y="36111"/>
                </a:lnTo>
                <a:lnTo>
                  <a:pt x="1697143" y="36056"/>
                </a:lnTo>
                <a:lnTo>
                  <a:pt x="1696709" y="36017"/>
                </a:lnTo>
                <a:lnTo>
                  <a:pt x="1696278" y="35990"/>
                </a:lnTo>
                <a:lnTo>
                  <a:pt x="1695853" y="35974"/>
                </a:lnTo>
                <a:lnTo>
                  <a:pt x="1695435" y="35966"/>
                </a:lnTo>
                <a:lnTo>
                  <a:pt x="1695029" y="35963"/>
                </a:lnTo>
                <a:lnTo>
                  <a:pt x="1694635" y="35963"/>
                </a:lnTo>
                <a:lnTo>
                  <a:pt x="1663020" y="35963"/>
                </a:lnTo>
                <a:lnTo>
                  <a:pt x="1663020" y="20156"/>
                </a:lnTo>
                <a:lnTo>
                  <a:pt x="1663020" y="19695"/>
                </a:lnTo>
                <a:lnTo>
                  <a:pt x="1663016" y="19230"/>
                </a:lnTo>
                <a:lnTo>
                  <a:pt x="1663007" y="18763"/>
                </a:lnTo>
                <a:lnTo>
                  <a:pt x="1662990" y="18297"/>
                </a:lnTo>
                <a:lnTo>
                  <a:pt x="1662961" y="17833"/>
                </a:lnTo>
                <a:lnTo>
                  <a:pt x="1662918" y="17374"/>
                </a:lnTo>
                <a:lnTo>
                  <a:pt x="1662858" y="16921"/>
                </a:lnTo>
                <a:lnTo>
                  <a:pt x="1662777" y="16477"/>
                </a:lnTo>
                <a:lnTo>
                  <a:pt x="1662674" y="16043"/>
                </a:lnTo>
                <a:lnTo>
                  <a:pt x="1662546" y="15623"/>
                </a:lnTo>
                <a:lnTo>
                  <a:pt x="1662389" y="15217"/>
                </a:lnTo>
                <a:lnTo>
                  <a:pt x="1662201" y="14828"/>
                </a:lnTo>
                <a:lnTo>
                  <a:pt x="1661978" y="14459"/>
                </a:lnTo>
                <a:lnTo>
                  <a:pt x="1661719" y="14110"/>
                </a:lnTo>
                <a:lnTo>
                  <a:pt x="1661419" y="13785"/>
                </a:lnTo>
                <a:lnTo>
                  <a:pt x="1661077" y="13485"/>
                </a:lnTo>
                <a:lnTo>
                  <a:pt x="1660690" y="13213"/>
                </a:lnTo>
                <a:lnTo>
                  <a:pt x="1660254" y="12970"/>
                </a:lnTo>
                <a:lnTo>
                  <a:pt x="1659767" y="12759"/>
                </a:lnTo>
                <a:lnTo>
                  <a:pt x="1659226" y="12581"/>
                </a:lnTo>
                <a:lnTo>
                  <a:pt x="1658627" y="12440"/>
                </a:lnTo>
                <a:lnTo>
                  <a:pt x="1657969" y="12336"/>
                </a:lnTo>
                <a:lnTo>
                  <a:pt x="1657249" y="12272"/>
                </a:lnTo>
                <a:lnTo>
                  <a:pt x="1656463" y="12250"/>
                </a:lnTo>
                <a:lnTo>
                  <a:pt x="1655654" y="12271"/>
                </a:lnTo>
                <a:lnTo>
                  <a:pt x="1654913" y="12332"/>
                </a:lnTo>
                <a:lnTo>
                  <a:pt x="1654236" y="12432"/>
                </a:lnTo>
                <a:lnTo>
                  <a:pt x="1653621" y="12568"/>
                </a:lnTo>
                <a:lnTo>
                  <a:pt x="1653064" y="12739"/>
                </a:lnTo>
                <a:lnTo>
                  <a:pt x="1652563" y="12943"/>
                </a:lnTo>
                <a:lnTo>
                  <a:pt x="1652115" y="13178"/>
                </a:lnTo>
                <a:lnTo>
                  <a:pt x="1651716" y="13443"/>
                </a:lnTo>
                <a:lnTo>
                  <a:pt x="1651364" y="13735"/>
                </a:lnTo>
                <a:lnTo>
                  <a:pt x="1651056" y="14052"/>
                </a:lnTo>
                <a:lnTo>
                  <a:pt x="1650790" y="14393"/>
                </a:lnTo>
                <a:lnTo>
                  <a:pt x="1650561" y="14757"/>
                </a:lnTo>
                <a:lnTo>
                  <a:pt x="1650367" y="15140"/>
                </a:lnTo>
                <a:lnTo>
                  <a:pt x="1650205" y="15541"/>
                </a:lnTo>
                <a:lnTo>
                  <a:pt x="1650073" y="15959"/>
                </a:lnTo>
                <a:lnTo>
                  <a:pt x="1649967" y="16392"/>
                </a:lnTo>
                <a:lnTo>
                  <a:pt x="1649885" y="16837"/>
                </a:lnTo>
                <a:lnTo>
                  <a:pt x="1649823" y="17293"/>
                </a:lnTo>
                <a:lnTo>
                  <a:pt x="1649779" y="17758"/>
                </a:lnTo>
                <a:lnTo>
                  <a:pt x="1649749" y="18231"/>
                </a:lnTo>
                <a:lnTo>
                  <a:pt x="1649731" y="18708"/>
                </a:lnTo>
                <a:lnTo>
                  <a:pt x="1649721" y="19190"/>
                </a:lnTo>
                <a:lnTo>
                  <a:pt x="1649718" y="19673"/>
                </a:lnTo>
                <a:lnTo>
                  <a:pt x="1649718" y="20156"/>
                </a:lnTo>
                <a:lnTo>
                  <a:pt x="1649718" y="35963"/>
                </a:lnTo>
                <a:lnTo>
                  <a:pt x="1632944" y="35963"/>
                </a:lnTo>
                <a:lnTo>
                  <a:pt x="1632549" y="35963"/>
                </a:lnTo>
                <a:lnTo>
                  <a:pt x="1632140" y="35966"/>
                </a:lnTo>
                <a:lnTo>
                  <a:pt x="1631718" y="35974"/>
                </a:lnTo>
                <a:lnTo>
                  <a:pt x="1631287" y="35990"/>
                </a:lnTo>
                <a:lnTo>
                  <a:pt x="1630848" y="36017"/>
                </a:lnTo>
                <a:lnTo>
                  <a:pt x="1630407" y="36056"/>
                </a:lnTo>
                <a:lnTo>
                  <a:pt x="1629964" y="36111"/>
                </a:lnTo>
                <a:lnTo>
                  <a:pt x="1629523" y="36184"/>
                </a:lnTo>
                <a:lnTo>
                  <a:pt x="1629086" y="36278"/>
                </a:lnTo>
                <a:lnTo>
                  <a:pt x="1628658" y="36395"/>
                </a:lnTo>
                <a:lnTo>
                  <a:pt x="1628239" y="36538"/>
                </a:lnTo>
                <a:lnTo>
                  <a:pt x="1627834" y="36710"/>
                </a:lnTo>
                <a:lnTo>
                  <a:pt x="1627445" y="36913"/>
                </a:lnTo>
                <a:lnTo>
                  <a:pt x="1627075" y="37149"/>
                </a:lnTo>
                <a:lnTo>
                  <a:pt x="1626726" y="37422"/>
                </a:lnTo>
                <a:lnTo>
                  <a:pt x="1626403" y="37734"/>
                </a:lnTo>
                <a:lnTo>
                  <a:pt x="1626106" y="38087"/>
                </a:lnTo>
                <a:lnTo>
                  <a:pt x="1625840" y="38485"/>
                </a:lnTo>
                <a:lnTo>
                  <a:pt x="1625607" y="38929"/>
                </a:lnTo>
                <a:lnTo>
                  <a:pt x="1625410" y="39422"/>
                </a:lnTo>
                <a:lnTo>
                  <a:pt x="1625252" y="39968"/>
                </a:lnTo>
                <a:lnTo>
                  <a:pt x="1625136" y="40567"/>
                </a:lnTo>
                <a:lnTo>
                  <a:pt x="1625064" y="41224"/>
                </a:lnTo>
                <a:lnTo>
                  <a:pt x="1625039" y="41941"/>
                </a:lnTo>
                <a:lnTo>
                  <a:pt x="1625064" y="42634"/>
                </a:lnTo>
                <a:lnTo>
                  <a:pt x="1625135" y="43270"/>
                </a:lnTo>
                <a:lnTo>
                  <a:pt x="1625252" y="43850"/>
                </a:lnTo>
                <a:lnTo>
                  <a:pt x="1625409" y="44378"/>
                </a:lnTo>
                <a:lnTo>
                  <a:pt x="1625605" y="44855"/>
                </a:lnTo>
                <a:lnTo>
                  <a:pt x="1625837" y="45285"/>
                </a:lnTo>
                <a:lnTo>
                  <a:pt x="1626101" y="45669"/>
                </a:lnTo>
                <a:lnTo>
                  <a:pt x="1626395" y="46011"/>
                </a:lnTo>
                <a:lnTo>
                  <a:pt x="1626716" y="46313"/>
                </a:lnTo>
                <a:lnTo>
                  <a:pt x="1627061" y="46577"/>
                </a:lnTo>
                <a:lnTo>
                  <a:pt x="1627426" y="46806"/>
                </a:lnTo>
                <a:lnTo>
                  <a:pt x="1627810" y="47002"/>
                </a:lnTo>
                <a:lnTo>
                  <a:pt x="1628208" y="47168"/>
                </a:lnTo>
                <a:lnTo>
                  <a:pt x="1628619" y="47306"/>
                </a:lnTo>
                <a:lnTo>
                  <a:pt x="1629039" y="47420"/>
                </a:lnTo>
                <a:lnTo>
                  <a:pt x="1629465" y="47511"/>
                </a:lnTo>
                <a:lnTo>
                  <a:pt x="1629895" y="47581"/>
                </a:lnTo>
                <a:lnTo>
                  <a:pt x="1630325" y="47634"/>
                </a:lnTo>
                <a:lnTo>
                  <a:pt x="1630752" y="47673"/>
                </a:lnTo>
                <a:lnTo>
                  <a:pt x="1631174" y="47698"/>
                </a:lnTo>
                <a:lnTo>
                  <a:pt x="1631588" y="47714"/>
                </a:lnTo>
                <a:lnTo>
                  <a:pt x="1631990" y="47721"/>
                </a:lnTo>
                <a:lnTo>
                  <a:pt x="1632378" y="47724"/>
                </a:lnTo>
                <a:lnTo>
                  <a:pt x="1632749" y="47725"/>
                </a:lnTo>
                <a:lnTo>
                  <a:pt x="1649718" y="47725"/>
                </a:lnTo>
                <a:lnTo>
                  <a:pt x="1649718" y="94699"/>
                </a:lnTo>
                <a:lnTo>
                  <a:pt x="1649785" y="96951"/>
                </a:lnTo>
                <a:lnTo>
                  <a:pt x="1649984" y="99083"/>
                </a:lnTo>
                <a:lnTo>
                  <a:pt x="1650308" y="101100"/>
                </a:lnTo>
                <a:lnTo>
                  <a:pt x="1650754" y="103002"/>
                </a:lnTo>
                <a:lnTo>
                  <a:pt x="1651315" y="104792"/>
                </a:lnTo>
                <a:lnTo>
                  <a:pt x="1651986" y="106472"/>
                </a:lnTo>
                <a:lnTo>
                  <a:pt x="1652762" y="108043"/>
                </a:lnTo>
                <a:lnTo>
                  <a:pt x="1653637" y="109508"/>
                </a:lnTo>
                <a:lnTo>
                  <a:pt x="1654607" y="110869"/>
                </a:lnTo>
                <a:lnTo>
                  <a:pt x="1655666" y="112128"/>
                </a:lnTo>
                <a:lnTo>
                  <a:pt x="1656809" y="113286"/>
                </a:lnTo>
                <a:lnTo>
                  <a:pt x="1658031" y="114346"/>
                </a:lnTo>
                <a:lnTo>
                  <a:pt x="1659326" y="115310"/>
                </a:lnTo>
                <a:lnTo>
                  <a:pt x="1660689" y="116179"/>
                </a:lnTo>
                <a:lnTo>
                  <a:pt x="1662114" y="116956"/>
                </a:lnTo>
                <a:lnTo>
                  <a:pt x="1663597" y="117643"/>
                </a:lnTo>
                <a:lnTo>
                  <a:pt x="1665133" y="118241"/>
                </a:lnTo>
                <a:lnTo>
                  <a:pt x="1666715" y="118754"/>
                </a:lnTo>
                <a:lnTo>
                  <a:pt x="1668339" y="119182"/>
                </a:lnTo>
                <a:lnTo>
                  <a:pt x="1669999" y="119527"/>
                </a:lnTo>
                <a:lnTo>
                  <a:pt x="1671691" y="119793"/>
                </a:lnTo>
                <a:lnTo>
                  <a:pt x="1673408" y="119980"/>
                </a:lnTo>
                <a:lnTo>
                  <a:pt x="1675146" y="120090"/>
                </a:lnTo>
                <a:lnTo>
                  <a:pt x="1676899" y="120127"/>
                </a:lnTo>
                <a:lnTo>
                  <a:pt x="1678689" y="120084"/>
                </a:lnTo>
                <a:lnTo>
                  <a:pt x="1680485" y="119954"/>
                </a:lnTo>
                <a:lnTo>
                  <a:pt x="1682280" y="119737"/>
                </a:lnTo>
                <a:lnTo>
                  <a:pt x="1684067" y="119434"/>
                </a:lnTo>
                <a:lnTo>
                  <a:pt x="1685839" y="119042"/>
                </a:lnTo>
                <a:lnTo>
                  <a:pt x="1687588" y="118564"/>
                </a:lnTo>
                <a:lnTo>
                  <a:pt x="1689307" y="117997"/>
                </a:lnTo>
                <a:lnTo>
                  <a:pt x="1690988" y="117343"/>
                </a:lnTo>
                <a:lnTo>
                  <a:pt x="1692624" y="116600"/>
                </a:lnTo>
                <a:lnTo>
                  <a:pt x="1694209" y="115769"/>
                </a:lnTo>
                <a:lnTo>
                  <a:pt x="1695733" y="114849"/>
                </a:lnTo>
                <a:lnTo>
                  <a:pt x="1697191" y="113840"/>
                </a:lnTo>
                <a:lnTo>
                  <a:pt x="1698575" y="112741"/>
                </a:lnTo>
                <a:lnTo>
                  <a:pt x="1699876" y="111553"/>
                </a:lnTo>
                <a:lnTo>
                  <a:pt x="1701089" y="110276"/>
                </a:lnTo>
                <a:lnTo>
                  <a:pt x="1702205" y="108908"/>
                </a:lnTo>
                <a:lnTo>
                  <a:pt x="1703218" y="107450"/>
                </a:lnTo>
                <a:lnTo>
                  <a:pt x="1704119" y="105902"/>
                </a:lnTo>
                <a:lnTo>
                  <a:pt x="1704902" y="104263"/>
                </a:lnTo>
                <a:lnTo>
                  <a:pt x="1705559" y="102533"/>
                </a:lnTo>
                <a:lnTo>
                  <a:pt x="1706083" y="100712"/>
                </a:lnTo>
                <a:lnTo>
                  <a:pt x="1706467" y="98800"/>
                </a:lnTo>
                <a:lnTo>
                  <a:pt x="1706702" y="96796"/>
                </a:lnTo>
                <a:lnTo>
                  <a:pt x="1706782" y="94699"/>
                </a:lnTo>
                <a:lnTo>
                  <a:pt x="1706782" y="94264"/>
                </a:lnTo>
                <a:lnTo>
                  <a:pt x="1706778" y="93824"/>
                </a:lnTo>
                <a:lnTo>
                  <a:pt x="1706769" y="93382"/>
                </a:lnTo>
                <a:lnTo>
                  <a:pt x="1706751" y="92940"/>
                </a:lnTo>
                <a:lnTo>
                  <a:pt x="1706721" y="92500"/>
                </a:lnTo>
                <a:lnTo>
                  <a:pt x="1706677" y="92064"/>
                </a:lnTo>
                <a:close/>
                <a:moveTo>
                  <a:pt x="99248" y="109362"/>
                </a:moveTo>
                <a:lnTo>
                  <a:pt x="98946" y="109009"/>
                </a:lnTo>
                <a:lnTo>
                  <a:pt x="98606" y="108697"/>
                </a:lnTo>
                <a:lnTo>
                  <a:pt x="98228" y="108424"/>
                </a:lnTo>
                <a:lnTo>
                  <a:pt x="97813" y="108188"/>
                </a:lnTo>
                <a:lnTo>
                  <a:pt x="97361" y="107985"/>
                </a:lnTo>
                <a:lnTo>
                  <a:pt x="96873" y="107813"/>
                </a:lnTo>
                <a:lnTo>
                  <a:pt x="96350" y="107670"/>
                </a:lnTo>
                <a:lnTo>
                  <a:pt x="95791" y="107553"/>
                </a:lnTo>
                <a:lnTo>
                  <a:pt x="95198" y="107459"/>
                </a:lnTo>
                <a:lnTo>
                  <a:pt x="94571" y="107386"/>
                </a:lnTo>
                <a:lnTo>
                  <a:pt x="93910" y="107331"/>
                </a:lnTo>
                <a:lnTo>
                  <a:pt x="93215" y="107292"/>
                </a:lnTo>
                <a:lnTo>
                  <a:pt x="92489" y="107266"/>
                </a:lnTo>
                <a:lnTo>
                  <a:pt x="91730" y="107250"/>
                </a:lnTo>
                <a:lnTo>
                  <a:pt x="90939" y="107242"/>
                </a:lnTo>
                <a:lnTo>
                  <a:pt x="90117" y="107239"/>
                </a:lnTo>
                <a:lnTo>
                  <a:pt x="89265" y="107238"/>
                </a:lnTo>
                <a:lnTo>
                  <a:pt x="89265" y="60649"/>
                </a:lnTo>
                <a:lnTo>
                  <a:pt x="89264" y="60076"/>
                </a:lnTo>
                <a:lnTo>
                  <a:pt x="89255" y="59332"/>
                </a:lnTo>
                <a:lnTo>
                  <a:pt x="89232" y="58434"/>
                </a:lnTo>
                <a:lnTo>
                  <a:pt x="89186" y="57399"/>
                </a:lnTo>
                <a:lnTo>
                  <a:pt x="89110" y="56246"/>
                </a:lnTo>
                <a:lnTo>
                  <a:pt x="88997" y="54991"/>
                </a:lnTo>
                <a:lnTo>
                  <a:pt x="88839" y="53651"/>
                </a:lnTo>
                <a:lnTo>
                  <a:pt x="88630" y="52244"/>
                </a:lnTo>
                <a:lnTo>
                  <a:pt x="88360" y="50788"/>
                </a:lnTo>
                <a:lnTo>
                  <a:pt x="88024" y="49300"/>
                </a:lnTo>
                <a:lnTo>
                  <a:pt x="87613" y="47797"/>
                </a:lnTo>
                <a:lnTo>
                  <a:pt x="87120" y="46297"/>
                </a:lnTo>
                <a:lnTo>
                  <a:pt x="86538" y="44817"/>
                </a:lnTo>
                <a:lnTo>
                  <a:pt x="85859" y="43374"/>
                </a:lnTo>
                <a:lnTo>
                  <a:pt x="85076" y="41986"/>
                </a:lnTo>
                <a:lnTo>
                  <a:pt x="84181" y="40670"/>
                </a:lnTo>
                <a:lnTo>
                  <a:pt x="83167" y="39444"/>
                </a:lnTo>
                <a:lnTo>
                  <a:pt x="82026" y="38325"/>
                </a:lnTo>
                <a:lnTo>
                  <a:pt x="80751" y="37331"/>
                </a:lnTo>
                <a:lnTo>
                  <a:pt x="79335" y="36478"/>
                </a:lnTo>
                <a:lnTo>
                  <a:pt x="77770" y="35784"/>
                </a:lnTo>
                <a:lnTo>
                  <a:pt x="76048" y="35267"/>
                </a:lnTo>
                <a:lnTo>
                  <a:pt x="74163" y="34945"/>
                </a:lnTo>
                <a:lnTo>
                  <a:pt x="72106" y="34833"/>
                </a:lnTo>
                <a:lnTo>
                  <a:pt x="71372" y="34846"/>
                </a:lnTo>
                <a:lnTo>
                  <a:pt x="70618" y="34887"/>
                </a:lnTo>
                <a:lnTo>
                  <a:pt x="69847" y="34955"/>
                </a:lnTo>
                <a:lnTo>
                  <a:pt x="69059" y="35054"/>
                </a:lnTo>
                <a:lnTo>
                  <a:pt x="68257" y="35182"/>
                </a:lnTo>
                <a:lnTo>
                  <a:pt x="67443" y="35342"/>
                </a:lnTo>
                <a:lnTo>
                  <a:pt x="66619" y="35535"/>
                </a:lnTo>
                <a:lnTo>
                  <a:pt x="65787" y="35761"/>
                </a:lnTo>
                <a:lnTo>
                  <a:pt x="64949" y="36023"/>
                </a:lnTo>
                <a:lnTo>
                  <a:pt x="64106" y="36320"/>
                </a:lnTo>
                <a:lnTo>
                  <a:pt x="63262" y="36654"/>
                </a:lnTo>
                <a:lnTo>
                  <a:pt x="62418" y="37026"/>
                </a:lnTo>
                <a:lnTo>
                  <a:pt x="61576" y="37438"/>
                </a:lnTo>
                <a:lnTo>
                  <a:pt x="60738" y="37889"/>
                </a:lnTo>
                <a:lnTo>
                  <a:pt x="59906" y="38382"/>
                </a:lnTo>
                <a:lnTo>
                  <a:pt x="59082" y="38918"/>
                </a:lnTo>
                <a:lnTo>
                  <a:pt x="58268" y="39497"/>
                </a:lnTo>
                <a:lnTo>
                  <a:pt x="57466" y="40120"/>
                </a:lnTo>
                <a:lnTo>
                  <a:pt x="56678" y="40790"/>
                </a:lnTo>
                <a:lnTo>
                  <a:pt x="55906" y="41506"/>
                </a:lnTo>
                <a:lnTo>
                  <a:pt x="55152" y="42270"/>
                </a:lnTo>
                <a:lnTo>
                  <a:pt x="54419" y="43082"/>
                </a:lnTo>
                <a:lnTo>
                  <a:pt x="53707" y="43945"/>
                </a:lnTo>
                <a:lnTo>
                  <a:pt x="53020" y="44859"/>
                </a:lnTo>
                <a:lnTo>
                  <a:pt x="52645" y="44056"/>
                </a:lnTo>
                <a:lnTo>
                  <a:pt x="52245" y="43285"/>
                </a:lnTo>
                <a:lnTo>
                  <a:pt x="51821" y="42547"/>
                </a:lnTo>
                <a:lnTo>
                  <a:pt x="51372" y="41841"/>
                </a:lnTo>
                <a:lnTo>
                  <a:pt x="50900" y="41168"/>
                </a:lnTo>
                <a:lnTo>
                  <a:pt x="50405" y="40527"/>
                </a:lnTo>
                <a:lnTo>
                  <a:pt x="49888" y="39920"/>
                </a:lnTo>
                <a:lnTo>
                  <a:pt x="49349" y="39347"/>
                </a:lnTo>
                <a:lnTo>
                  <a:pt x="48790" y="38806"/>
                </a:lnTo>
                <a:lnTo>
                  <a:pt x="48211" y="38300"/>
                </a:lnTo>
                <a:lnTo>
                  <a:pt x="47612" y="37827"/>
                </a:lnTo>
                <a:lnTo>
                  <a:pt x="46995" y="37388"/>
                </a:lnTo>
                <a:lnTo>
                  <a:pt x="46359" y="36983"/>
                </a:lnTo>
                <a:lnTo>
                  <a:pt x="45706" y="36613"/>
                </a:lnTo>
                <a:lnTo>
                  <a:pt x="45037" y="36277"/>
                </a:lnTo>
                <a:lnTo>
                  <a:pt x="44351" y="35976"/>
                </a:lnTo>
                <a:lnTo>
                  <a:pt x="43650" y="35709"/>
                </a:lnTo>
                <a:lnTo>
                  <a:pt x="42934" y="35478"/>
                </a:lnTo>
                <a:lnTo>
                  <a:pt x="42204" y="35282"/>
                </a:lnTo>
                <a:lnTo>
                  <a:pt x="41461" y="35121"/>
                </a:lnTo>
                <a:lnTo>
                  <a:pt x="40704" y="34995"/>
                </a:lnTo>
                <a:lnTo>
                  <a:pt x="39936" y="34905"/>
                </a:lnTo>
                <a:lnTo>
                  <a:pt x="39157" y="34851"/>
                </a:lnTo>
                <a:lnTo>
                  <a:pt x="38367" y="34833"/>
                </a:lnTo>
                <a:lnTo>
                  <a:pt x="37598" y="34847"/>
                </a:lnTo>
                <a:lnTo>
                  <a:pt x="36833" y="34889"/>
                </a:lnTo>
                <a:lnTo>
                  <a:pt x="36073" y="34957"/>
                </a:lnTo>
                <a:lnTo>
                  <a:pt x="35318" y="35053"/>
                </a:lnTo>
                <a:lnTo>
                  <a:pt x="34568" y="35174"/>
                </a:lnTo>
                <a:lnTo>
                  <a:pt x="33824" y="35321"/>
                </a:lnTo>
                <a:lnTo>
                  <a:pt x="33086" y="35494"/>
                </a:lnTo>
                <a:lnTo>
                  <a:pt x="32355" y="35690"/>
                </a:lnTo>
                <a:lnTo>
                  <a:pt x="31630" y="35911"/>
                </a:lnTo>
                <a:lnTo>
                  <a:pt x="30912" y="36156"/>
                </a:lnTo>
                <a:lnTo>
                  <a:pt x="30201" y="36423"/>
                </a:lnTo>
                <a:lnTo>
                  <a:pt x="29499" y="36714"/>
                </a:lnTo>
                <a:lnTo>
                  <a:pt x="28804" y="37026"/>
                </a:lnTo>
                <a:lnTo>
                  <a:pt x="28117" y="37360"/>
                </a:lnTo>
                <a:lnTo>
                  <a:pt x="27440" y="37715"/>
                </a:lnTo>
                <a:lnTo>
                  <a:pt x="26771" y="38091"/>
                </a:lnTo>
                <a:lnTo>
                  <a:pt x="26112" y="38486"/>
                </a:lnTo>
                <a:lnTo>
                  <a:pt x="25462" y="38902"/>
                </a:lnTo>
                <a:lnTo>
                  <a:pt x="24822" y="39336"/>
                </a:lnTo>
                <a:lnTo>
                  <a:pt x="24193" y="39789"/>
                </a:lnTo>
                <a:lnTo>
                  <a:pt x="23575" y="40260"/>
                </a:lnTo>
                <a:lnTo>
                  <a:pt x="22967" y="40748"/>
                </a:lnTo>
                <a:lnTo>
                  <a:pt x="22371" y="41254"/>
                </a:lnTo>
                <a:lnTo>
                  <a:pt x="21787" y="41776"/>
                </a:lnTo>
                <a:lnTo>
                  <a:pt x="21721" y="41079"/>
                </a:lnTo>
                <a:lnTo>
                  <a:pt x="21620" y="40441"/>
                </a:lnTo>
                <a:lnTo>
                  <a:pt x="21487" y="39857"/>
                </a:lnTo>
                <a:lnTo>
                  <a:pt x="21323" y="39327"/>
                </a:lnTo>
                <a:lnTo>
                  <a:pt x="21129" y="38847"/>
                </a:lnTo>
                <a:lnTo>
                  <a:pt x="20907" y="38415"/>
                </a:lnTo>
                <a:lnTo>
                  <a:pt x="20659" y="38029"/>
                </a:lnTo>
                <a:lnTo>
                  <a:pt x="20387" y="37685"/>
                </a:lnTo>
                <a:lnTo>
                  <a:pt x="20092" y="37382"/>
                </a:lnTo>
                <a:lnTo>
                  <a:pt x="19776" y="37117"/>
                </a:lnTo>
                <a:lnTo>
                  <a:pt x="19441" y="36887"/>
                </a:lnTo>
                <a:lnTo>
                  <a:pt x="19087" y="36689"/>
                </a:lnTo>
                <a:lnTo>
                  <a:pt x="18718" y="36522"/>
                </a:lnTo>
                <a:lnTo>
                  <a:pt x="18334" y="36383"/>
                </a:lnTo>
                <a:lnTo>
                  <a:pt x="17938" y="36269"/>
                </a:lnTo>
                <a:lnTo>
                  <a:pt x="17530" y="36178"/>
                </a:lnTo>
                <a:lnTo>
                  <a:pt x="17113" y="36107"/>
                </a:lnTo>
                <a:lnTo>
                  <a:pt x="16689" y="36054"/>
                </a:lnTo>
                <a:lnTo>
                  <a:pt x="16258" y="36015"/>
                </a:lnTo>
                <a:lnTo>
                  <a:pt x="15823" y="35990"/>
                </a:lnTo>
                <a:lnTo>
                  <a:pt x="15386" y="35974"/>
                </a:lnTo>
                <a:lnTo>
                  <a:pt x="14947" y="35966"/>
                </a:lnTo>
                <a:lnTo>
                  <a:pt x="14509" y="35963"/>
                </a:lnTo>
                <a:lnTo>
                  <a:pt x="14073" y="35963"/>
                </a:lnTo>
                <a:lnTo>
                  <a:pt x="7905" y="35963"/>
                </a:lnTo>
                <a:lnTo>
                  <a:pt x="7533" y="35963"/>
                </a:lnTo>
                <a:lnTo>
                  <a:pt x="7142" y="35966"/>
                </a:lnTo>
                <a:lnTo>
                  <a:pt x="6735" y="35974"/>
                </a:lnTo>
                <a:lnTo>
                  <a:pt x="6315" y="35990"/>
                </a:lnTo>
                <a:lnTo>
                  <a:pt x="5886" y="36015"/>
                </a:lnTo>
                <a:lnTo>
                  <a:pt x="5449" y="36053"/>
                </a:lnTo>
                <a:lnTo>
                  <a:pt x="5010" y="36106"/>
                </a:lnTo>
                <a:lnTo>
                  <a:pt x="4570" y="36177"/>
                </a:lnTo>
                <a:lnTo>
                  <a:pt x="4133" y="36268"/>
                </a:lnTo>
                <a:lnTo>
                  <a:pt x="3701" y="36381"/>
                </a:lnTo>
                <a:lnTo>
                  <a:pt x="3279" y="36520"/>
                </a:lnTo>
                <a:lnTo>
                  <a:pt x="2868" y="36686"/>
                </a:lnTo>
                <a:lnTo>
                  <a:pt x="2472" y="36882"/>
                </a:lnTo>
                <a:lnTo>
                  <a:pt x="2095" y="37111"/>
                </a:lnTo>
                <a:lnTo>
                  <a:pt x="1739" y="37376"/>
                </a:lnTo>
                <a:lnTo>
                  <a:pt x="1407" y="37677"/>
                </a:lnTo>
                <a:lnTo>
                  <a:pt x="1102" y="38019"/>
                </a:lnTo>
                <a:lnTo>
                  <a:pt x="828" y="38404"/>
                </a:lnTo>
                <a:lnTo>
                  <a:pt x="588" y="38834"/>
                </a:lnTo>
                <a:lnTo>
                  <a:pt x="385" y="39312"/>
                </a:lnTo>
                <a:lnTo>
                  <a:pt x="221" y="39840"/>
                </a:lnTo>
                <a:lnTo>
                  <a:pt x="100" y="40420"/>
                </a:lnTo>
                <a:lnTo>
                  <a:pt x="26" y="41056"/>
                </a:lnTo>
                <a:lnTo>
                  <a:pt x="0" y="41750"/>
                </a:lnTo>
                <a:lnTo>
                  <a:pt x="21" y="42466"/>
                </a:lnTo>
                <a:lnTo>
                  <a:pt x="84" y="43122"/>
                </a:lnTo>
                <a:lnTo>
                  <a:pt x="188" y="43722"/>
                </a:lnTo>
                <a:lnTo>
                  <a:pt x="332" y="44267"/>
                </a:lnTo>
                <a:lnTo>
                  <a:pt x="517" y="44760"/>
                </a:lnTo>
                <a:lnTo>
                  <a:pt x="741" y="45204"/>
                </a:lnTo>
                <a:lnTo>
                  <a:pt x="1005" y="45601"/>
                </a:lnTo>
                <a:lnTo>
                  <a:pt x="1307" y="45954"/>
                </a:lnTo>
                <a:lnTo>
                  <a:pt x="1648" y="46266"/>
                </a:lnTo>
                <a:lnTo>
                  <a:pt x="2026" y="46539"/>
                </a:lnTo>
                <a:lnTo>
                  <a:pt x="2441" y="46775"/>
                </a:lnTo>
                <a:lnTo>
                  <a:pt x="2893" y="46978"/>
                </a:lnTo>
                <a:lnTo>
                  <a:pt x="3381" y="47150"/>
                </a:lnTo>
                <a:lnTo>
                  <a:pt x="3905" y="47293"/>
                </a:lnTo>
                <a:lnTo>
                  <a:pt x="4463" y="47410"/>
                </a:lnTo>
                <a:lnTo>
                  <a:pt x="5057" y="47504"/>
                </a:lnTo>
                <a:lnTo>
                  <a:pt x="5684" y="47577"/>
                </a:lnTo>
                <a:lnTo>
                  <a:pt x="6346" y="47631"/>
                </a:lnTo>
                <a:lnTo>
                  <a:pt x="7040" y="47671"/>
                </a:lnTo>
                <a:lnTo>
                  <a:pt x="7767" y="47697"/>
                </a:lnTo>
                <a:lnTo>
                  <a:pt x="8526" y="47713"/>
                </a:lnTo>
                <a:lnTo>
                  <a:pt x="9316" y="47721"/>
                </a:lnTo>
                <a:lnTo>
                  <a:pt x="10138" y="47724"/>
                </a:lnTo>
                <a:lnTo>
                  <a:pt x="10990" y="47725"/>
                </a:lnTo>
                <a:lnTo>
                  <a:pt x="10990" y="107238"/>
                </a:lnTo>
                <a:lnTo>
                  <a:pt x="10138" y="107239"/>
                </a:lnTo>
                <a:lnTo>
                  <a:pt x="9316" y="107242"/>
                </a:lnTo>
                <a:lnTo>
                  <a:pt x="8526" y="107250"/>
                </a:lnTo>
                <a:lnTo>
                  <a:pt x="7767" y="107266"/>
                </a:lnTo>
                <a:lnTo>
                  <a:pt x="7040" y="107292"/>
                </a:lnTo>
                <a:lnTo>
                  <a:pt x="6346" y="107331"/>
                </a:lnTo>
                <a:lnTo>
                  <a:pt x="5684" y="107386"/>
                </a:lnTo>
                <a:lnTo>
                  <a:pt x="5057" y="107459"/>
                </a:lnTo>
                <a:lnTo>
                  <a:pt x="4463" y="107553"/>
                </a:lnTo>
                <a:lnTo>
                  <a:pt x="3905" y="107670"/>
                </a:lnTo>
                <a:lnTo>
                  <a:pt x="3381" y="107813"/>
                </a:lnTo>
                <a:lnTo>
                  <a:pt x="2893" y="107985"/>
                </a:lnTo>
                <a:lnTo>
                  <a:pt x="2441" y="108188"/>
                </a:lnTo>
                <a:lnTo>
                  <a:pt x="2026" y="108424"/>
                </a:lnTo>
                <a:lnTo>
                  <a:pt x="1648" y="108697"/>
                </a:lnTo>
                <a:lnTo>
                  <a:pt x="1307" y="109009"/>
                </a:lnTo>
                <a:lnTo>
                  <a:pt x="1005" y="109362"/>
                </a:lnTo>
                <a:lnTo>
                  <a:pt x="741" y="109759"/>
                </a:lnTo>
                <a:lnTo>
                  <a:pt x="517" y="110203"/>
                </a:lnTo>
                <a:lnTo>
                  <a:pt x="332" y="110696"/>
                </a:lnTo>
                <a:lnTo>
                  <a:pt x="188" y="111241"/>
                </a:lnTo>
                <a:lnTo>
                  <a:pt x="84" y="111841"/>
                </a:lnTo>
                <a:lnTo>
                  <a:pt x="21" y="112497"/>
                </a:lnTo>
                <a:lnTo>
                  <a:pt x="0" y="113213"/>
                </a:lnTo>
                <a:lnTo>
                  <a:pt x="27" y="113907"/>
                </a:lnTo>
                <a:lnTo>
                  <a:pt x="104" y="114542"/>
                </a:lnTo>
                <a:lnTo>
                  <a:pt x="229" y="115122"/>
                </a:lnTo>
                <a:lnTo>
                  <a:pt x="398" y="115650"/>
                </a:lnTo>
                <a:lnTo>
                  <a:pt x="608" y="116127"/>
                </a:lnTo>
                <a:lnTo>
                  <a:pt x="856" y="116557"/>
                </a:lnTo>
                <a:lnTo>
                  <a:pt x="1137" y="116942"/>
                </a:lnTo>
                <a:lnTo>
                  <a:pt x="1450" y="117283"/>
                </a:lnTo>
                <a:lnTo>
                  <a:pt x="1790" y="117585"/>
                </a:lnTo>
                <a:lnTo>
                  <a:pt x="2154" y="117849"/>
                </a:lnTo>
                <a:lnTo>
                  <a:pt x="2539" y="118078"/>
                </a:lnTo>
                <a:lnTo>
                  <a:pt x="2941" y="118274"/>
                </a:lnTo>
                <a:lnTo>
                  <a:pt x="3357" y="118440"/>
                </a:lnTo>
                <a:lnTo>
                  <a:pt x="3784" y="118579"/>
                </a:lnTo>
                <a:lnTo>
                  <a:pt x="4218" y="118692"/>
                </a:lnTo>
                <a:lnTo>
                  <a:pt x="4656" y="118783"/>
                </a:lnTo>
                <a:lnTo>
                  <a:pt x="5095" y="118854"/>
                </a:lnTo>
                <a:lnTo>
                  <a:pt x="5531" y="118907"/>
                </a:lnTo>
                <a:lnTo>
                  <a:pt x="5962" y="118945"/>
                </a:lnTo>
                <a:lnTo>
                  <a:pt x="6382" y="118970"/>
                </a:lnTo>
                <a:lnTo>
                  <a:pt x="6790" y="118986"/>
                </a:lnTo>
                <a:lnTo>
                  <a:pt x="7182" y="118994"/>
                </a:lnTo>
                <a:lnTo>
                  <a:pt x="7555" y="118997"/>
                </a:lnTo>
                <a:lnTo>
                  <a:pt x="7905" y="118997"/>
                </a:lnTo>
                <a:lnTo>
                  <a:pt x="24873" y="118997"/>
                </a:lnTo>
                <a:lnTo>
                  <a:pt x="25245" y="118997"/>
                </a:lnTo>
                <a:lnTo>
                  <a:pt x="25636" y="118994"/>
                </a:lnTo>
                <a:lnTo>
                  <a:pt x="26042" y="118986"/>
                </a:lnTo>
                <a:lnTo>
                  <a:pt x="26462" y="118970"/>
                </a:lnTo>
                <a:lnTo>
                  <a:pt x="26891" y="118945"/>
                </a:lnTo>
                <a:lnTo>
                  <a:pt x="27327" y="118907"/>
                </a:lnTo>
                <a:lnTo>
                  <a:pt x="27767" y="118854"/>
                </a:lnTo>
                <a:lnTo>
                  <a:pt x="28206" y="118783"/>
                </a:lnTo>
                <a:lnTo>
                  <a:pt x="28644" y="118692"/>
                </a:lnTo>
                <a:lnTo>
                  <a:pt x="29075" y="118579"/>
                </a:lnTo>
                <a:lnTo>
                  <a:pt x="29497" y="118440"/>
                </a:lnTo>
                <a:lnTo>
                  <a:pt x="29908" y="118274"/>
                </a:lnTo>
                <a:lnTo>
                  <a:pt x="30303" y="118078"/>
                </a:lnTo>
                <a:lnTo>
                  <a:pt x="30681" y="117849"/>
                </a:lnTo>
                <a:lnTo>
                  <a:pt x="31037" y="117585"/>
                </a:lnTo>
                <a:lnTo>
                  <a:pt x="31368" y="117283"/>
                </a:lnTo>
                <a:lnTo>
                  <a:pt x="31673" y="116942"/>
                </a:lnTo>
                <a:lnTo>
                  <a:pt x="31946" y="116557"/>
                </a:lnTo>
                <a:lnTo>
                  <a:pt x="32186" y="116127"/>
                </a:lnTo>
                <a:lnTo>
                  <a:pt x="32390" y="115650"/>
                </a:lnTo>
                <a:lnTo>
                  <a:pt x="32553" y="115122"/>
                </a:lnTo>
                <a:lnTo>
                  <a:pt x="32674" y="114542"/>
                </a:lnTo>
                <a:lnTo>
                  <a:pt x="32749" y="113907"/>
                </a:lnTo>
                <a:lnTo>
                  <a:pt x="32774" y="113213"/>
                </a:lnTo>
                <a:lnTo>
                  <a:pt x="32753" y="112497"/>
                </a:lnTo>
                <a:lnTo>
                  <a:pt x="32691" y="111841"/>
                </a:lnTo>
                <a:lnTo>
                  <a:pt x="32587" y="111241"/>
                </a:lnTo>
                <a:lnTo>
                  <a:pt x="32442" y="110696"/>
                </a:lnTo>
                <a:lnTo>
                  <a:pt x="32258" y="110203"/>
                </a:lnTo>
                <a:lnTo>
                  <a:pt x="32033" y="109759"/>
                </a:lnTo>
                <a:lnTo>
                  <a:pt x="31770" y="109362"/>
                </a:lnTo>
                <a:lnTo>
                  <a:pt x="31468" y="109009"/>
                </a:lnTo>
                <a:lnTo>
                  <a:pt x="31128" y="108697"/>
                </a:lnTo>
                <a:lnTo>
                  <a:pt x="30750" y="108424"/>
                </a:lnTo>
                <a:lnTo>
                  <a:pt x="30335" y="108188"/>
                </a:lnTo>
                <a:lnTo>
                  <a:pt x="29883" y="107985"/>
                </a:lnTo>
                <a:lnTo>
                  <a:pt x="29395" y="107813"/>
                </a:lnTo>
                <a:lnTo>
                  <a:pt x="28872" y="107670"/>
                </a:lnTo>
                <a:lnTo>
                  <a:pt x="28313" y="107553"/>
                </a:lnTo>
                <a:lnTo>
                  <a:pt x="27720" y="107459"/>
                </a:lnTo>
                <a:lnTo>
                  <a:pt x="27092" y="107386"/>
                </a:lnTo>
                <a:lnTo>
                  <a:pt x="26431" y="107331"/>
                </a:lnTo>
                <a:lnTo>
                  <a:pt x="25737" y="107292"/>
                </a:lnTo>
                <a:lnTo>
                  <a:pt x="25010" y="107266"/>
                </a:lnTo>
                <a:lnTo>
                  <a:pt x="24251" y="107250"/>
                </a:lnTo>
                <a:lnTo>
                  <a:pt x="23461" y="107242"/>
                </a:lnTo>
                <a:lnTo>
                  <a:pt x="22639" y="107239"/>
                </a:lnTo>
                <a:lnTo>
                  <a:pt x="21787" y="107238"/>
                </a:lnTo>
                <a:lnTo>
                  <a:pt x="21787" y="72764"/>
                </a:lnTo>
                <a:lnTo>
                  <a:pt x="21827" y="70666"/>
                </a:lnTo>
                <a:lnTo>
                  <a:pt x="21947" y="68653"/>
                </a:lnTo>
                <a:lnTo>
                  <a:pt x="22142" y="66724"/>
                </a:lnTo>
                <a:lnTo>
                  <a:pt x="22409" y="64881"/>
                </a:lnTo>
                <a:lnTo>
                  <a:pt x="22745" y="63124"/>
                </a:lnTo>
                <a:lnTo>
                  <a:pt x="23145" y="61453"/>
                </a:lnTo>
                <a:lnTo>
                  <a:pt x="23608" y="59868"/>
                </a:lnTo>
                <a:lnTo>
                  <a:pt x="24129" y="58371"/>
                </a:lnTo>
                <a:lnTo>
                  <a:pt x="24705" y="56961"/>
                </a:lnTo>
                <a:lnTo>
                  <a:pt x="25332" y="55639"/>
                </a:lnTo>
                <a:lnTo>
                  <a:pt x="26007" y="54405"/>
                </a:lnTo>
                <a:lnTo>
                  <a:pt x="26727" y="53260"/>
                </a:lnTo>
                <a:lnTo>
                  <a:pt x="27488" y="52204"/>
                </a:lnTo>
                <a:lnTo>
                  <a:pt x="28287" y="51238"/>
                </a:lnTo>
                <a:lnTo>
                  <a:pt x="29120" y="50361"/>
                </a:lnTo>
                <a:lnTo>
                  <a:pt x="29984" y="49575"/>
                </a:lnTo>
                <a:lnTo>
                  <a:pt x="30875" y="48880"/>
                </a:lnTo>
                <a:lnTo>
                  <a:pt x="31791" y="48277"/>
                </a:lnTo>
                <a:lnTo>
                  <a:pt x="32727" y="47765"/>
                </a:lnTo>
                <a:lnTo>
                  <a:pt x="33680" y="47345"/>
                </a:lnTo>
                <a:lnTo>
                  <a:pt x="34647" y="47017"/>
                </a:lnTo>
                <a:lnTo>
                  <a:pt x="35624" y="46783"/>
                </a:lnTo>
                <a:lnTo>
                  <a:pt x="36608" y="46642"/>
                </a:lnTo>
                <a:lnTo>
                  <a:pt x="37596" y="46595"/>
                </a:lnTo>
                <a:lnTo>
                  <a:pt x="38141" y="46613"/>
                </a:lnTo>
                <a:lnTo>
                  <a:pt x="38667" y="46667"/>
                </a:lnTo>
                <a:lnTo>
                  <a:pt x="39175" y="46760"/>
                </a:lnTo>
                <a:lnTo>
                  <a:pt x="39664" y="46896"/>
                </a:lnTo>
                <a:lnTo>
                  <a:pt x="40132" y="47075"/>
                </a:lnTo>
                <a:lnTo>
                  <a:pt x="40581" y="47302"/>
                </a:lnTo>
                <a:lnTo>
                  <a:pt x="41009" y="47579"/>
                </a:lnTo>
                <a:lnTo>
                  <a:pt x="41416" y="47907"/>
                </a:lnTo>
                <a:lnTo>
                  <a:pt x="41801" y="48291"/>
                </a:lnTo>
                <a:lnTo>
                  <a:pt x="42165" y="48732"/>
                </a:lnTo>
                <a:lnTo>
                  <a:pt x="42506" y="49233"/>
                </a:lnTo>
                <a:lnTo>
                  <a:pt x="42825" y="49796"/>
                </a:lnTo>
                <a:lnTo>
                  <a:pt x="43121" y="50425"/>
                </a:lnTo>
                <a:lnTo>
                  <a:pt x="43393" y="51121"/>
                </a:lnTo>
                <a:lnTo>
                  <a:pt x="43641" y="51888"/>
                </a:lnTo>
                <a:lnTo>
                  <a:pt x="43865" y="52728"/>
                </a:lnTo>
                <a:lnTo>
                  <a:pt x="44064" y="53643"/>
                </a:lnTo>
                <a:lnTo>
                  <a:pt x="44238" y="54636"/>
                </a:lnTo>
                <a:lnTo>
                  <a:pt x="44387" y="55711"/>
                </a:lnTo>
                <a:lnTo>
                  <a:pt x="44509" y="56868"/>
                </a:lnTo>
                <a:lnTo>
                  <a:pt x="44605" y="58111"/>
                </a:lnTo>
                <a:lnTo>
                  <a:pt x="44674" y="59443"/>
                </a:lnTo>
                <a:lnTo>
                  <a:pt x="44716" y="60865"/>
                </a:lnTo>
                <a:lnTo>
                  <a:pt x="44730" y="62382"/>
                </a:lnTo>
                <a:lnTo>
                  <a:pt x="44730" y="107238"/>
                </a:lnTo>
                <a:lnTo>
                  <a:pt x="44266" y="107239"/>
                </a:lnTo>
                <a:lnTo>
                  <a:pt x="43793" y="107242"/>
                </a:lnTo>
                <a:lnTo>
                  <a:pt x="43314" y="107250"/>
                </a:lnTo>
                <a:lnTo>
                  <a:pt x="42829" y="107266"/>
                </a:lnTo>
                <a:lnTo>
                  <a:pt x="42344" y="107292"/>
                </a:lnTo>
                <a:lnTo>
                  <a:pt x="41859" y="107331"/>
                </a:lnTo>
                <a:lnTo>
                  <a:pt x="41378" y="107386"/>
                </a:lnTo>
                <a:lnTo>
                  <a:pt x="40902" y="107459"/>
                </a:lnTo>
                <a:lnTo>
                  <a:pt x="40436" y="107553"/>
                </a:lnTo>
                <a:lnTo>
                  <a:pt x="39980" y="107670"/>
                </a:lnTo>
                <a:lnTo>
                  <a:pt x="39539" y="107813"/>
                </a:lnTo>
                <a:lnTo>
                  <a:pt x="39114" y="107985"/>
                </a:lnTo>
                <a:lnTo>
                  <a:pt x="38708" y="108188"/>
                </a:lnTo>
                <a:lnTo>
                  <a:pt x="38324" y="108424"/>
                </a:lnTo>
                <a:lnTo>
                  <a:pt x="37964" y="108697"/>
                </a:lnTo>
                <a:lnTo>
                  <a:pt x="37631" y="109009"/>
                </a:lnTo>
                <a:lnTo>
                  <a:pt x="37328" y="109362"/>
                </a:lnTo>
                <a:lnTo>
                  <a:pt x="37056" y="109759"/>
                </a:lnTo>
                <a:lnTo>
                  <a:pt x="36819" y="110203"/>
                </a:lnTo>
                <a:lnTo>
                  <a:pt x="36620" y="110696"/>
                </a:lnTo>
                <a:lnTo>
                  <a:pt x="36460" y="111241"/>
                </a:lnTo>
                <a:lnTo>
                  <a:pt x="36343" y="111841"/>
                </a:lnTo>
                <a:lnTo>
                  <a:pt x="36270" y="112497"/>
                </a:lnTo>
                <a:lnTo>
                  <a:pt x="36246" y="113213"/>
                </a:lnTo>
                <a:lnTo>
                  <a:pt x="36272" y="113907"/>
                </a:lnTo>
                <a:lnTo>
                  <a:pt x="36350" y="114542"/>
                </a:lnTo>
                <a:lnTo>
                  <a:pt x="36475" y="115122"/>
                </a:lnTo>
                <a:lnTo>
                  <a:pt x="36644" y="115650"/>
                </a:lnTo>
                <a:lnTo>
                  <a:pt x="36854" y="116127"/>
                </a:lnTo>
                <a:lnTo>
                  <a:pt x="37101" y="116557"/>
                </a:lnTo>
                <a:lnTo>
                  <a:pt x="37383" y="116942"/>
                </a:lnTo>
                <a:lnTo>
                  <a:pt x="37695" y="117283"/>
                </a:lnTo>
                <a:lnTo>
                  <a:pt x="38035" y="117585"/>
                </a:lnTo>
                <a:lnTo>
                  <a:pt x="38399" y="117849"/>
                </a:lnTo>
                <a:lnTo>
                  <a:pt x="38784" y="118078"/>
                </a:lnTo>
                <a:lnTo>
                  <a:pt x="39186" y="118274"/>
                </a:lnTo>
                <a:lnTo>
                  <a:pt x="39602" y="118440"/>
                </a:lnTo>
                <a:lnTo>
                  <a:pt x="40029" y="118579"/>
                </a:lnTo>
                <a:lnTo>
                  <a:pt x="40464" y="118692"/>
                </a:lnTo>
                <a:lnTo>
                  <a:pt x="40902" y="118783"/>
                </a:lnTo>
                <a:lnTo>
                  <a:pt x="41341" y="118854"/>
                </a:lnTo>
                <a:lnTo>
                  <a:pt x="41777" y="118907"/>
                </a:lnTo>
                <a:lnTo>
                  <a:pt x="42207" y="118945"/>
                </a:lnTo>
                <a:lnTo>
                  <a:pt x="42628" y="118970"/>
                </a:lnTo>
                <a:lnTo>
                  <a:pt x="43036" y="118986"/>
                </a:lnTo>
                <a:lnTo>
                  <a:pt x="43428" y="118994"/>
                </a:lnTo>
                <a:lnTo>
                  <a:pt x="43800" y="118997"/>
                </a:lnTo>
                <a:lnTo>
                  <a:pt x="44150" y="118997"/>
                </a:lnTo>
                <a:lnTo>
                  <a:pt x="58609" y="118997"/>
                </a:lnTo>
                <a:lnTo>
                  <a:pt x="58981" y="118997"/>
                </a:lnTo>
                <a:lnTo>
                  <a:pt x="59372" y="118994"/>
                </a:lnTo>
                <a:lnTo>
                  <a:pt x="59779" y="118986"/>
                </a:lnTo>
                <a:lnTo>
                  <a:pt x="60199" y="118970"/>
                </a:lnTo>
                <a:lnTo>
                  <a:pt x="60628" y="118945"/>
                </a:lnTo>
                <a:lnTo>
                  <a:pt x="61064" y="118907"/>
                </a:lnTo>
                <a:lnTo>
                  <a:pt x="61504" y="118854"/>
                </a:lnTo>
                <a:lnTo>
                  <a:pt x="61943" y="118783"/>
                </a:lnTo>
                <a:lnTo>
                  <a:pt x="62381" y="118692"/>
                </a:lnTo>
                <a:lnTo>
                  <a:pt x="62812" y="118579"/>
                </a:lnTo>
                <a:lnTo>
                  <a:pt x="63235" y="118440"/>
                </a:lnTo>
                <a:lnTo>
                  <a:pt x="63646" y="118274"/>
                </a:lnTo>
                <a:lnTo>
                  <a:pt x="64041" y="118078"/>
                </a:lnTo>
                <a:lnTo>
                  <a:pt x="64419" y="117849"/>
                </a:lnTo>
                <a:lnTo>
                  <a:pt x="64775" y="117585"/>
                </a:lnTo>
                <a:lnTo>
                  <a:pt x="65107" y="117283"/>
                </a:lnTo>
                <a:lnTo>
                  <a:pt x="65411" y="116942"/>
                </a:lnTo>
                <a:lnTo>
                  <a:pt x="65685" y="116557"/>
                </a:lnTo>
                <a:lnTo>
                  <a:pt x="65925" y="116127"/>
                </a:lnTo>
                <a:lnTo>
                  <a:pt x="66129" y="115650"/>
                </a:lnTo>
                <a:lnTo>
                  <a:pt x="66292" y="115122"/>
                </a:lnTo>
                <a:lnTo>
                  <a:pt x="66413" y="114542"/>
                </a:lnTo>
                <a:lnTo>
                  <a:pt x="66488" y="113907"/>
                </a:lnTo>
                <a:lnTo>
                  <a:pt x="66513" y="113213"/>
                </a:lnTo>
                <a:lnTo>
                  <a:pt x="66492" y="112497"/>
                </a:lnTo>
                <a:lnTo>
                  <a:pt x="66430" y="111841"/>
                </a:lnTo>
                <a:lnTo>
                  <a:pt x="66326" y="111241"/>
                </a:lnTo>
                <a:lnTo>
                  <a:pt x="66181" y="110696"/>
                </a:lnTo>
                <a:lnTo>
                  <a:pt x="65997" y="110203"/>
                </a:lnTo>
                <a:lnTo>
                  <a:pt x="65773" y="109759"/>
                </a:lnTo>
                <a:lnTo>
                  <a:pt x="65509" y="109362"/>
                </a:lnTo>
                <a:lnTo>
                  <a:pt x="65207" y="109009"/>
                </a:lnTo>
                <a:lnTo>
                  <a:pt x="64867" y="108697"/>
                </a:lnTo>
                <a:lnTo>
                  <a:pt x="64489" y="108424"/>
                </a:lnTo>
                <a:lnTo>
                  <a:pt x="64074" y="108188"/>
                </a:lnTo>
                <a:lnTo>
                  <a:pt x="63622" y="107985"/>
                </a:lnTo>
                <a:lnTo>
                  <a:pt x="63134" y="107813"/>
                </a:lnTo>
                <a:lnTo>
                  <a:pt x="62611" y="107670"/>
                </a:lnTo>
                <a:lnTo>
                  <a:pt x="62052" y="107553"/>
                </a:lnTo>
                <a:lnTo>
                  <a:pt x="61459" y="107459"/>
                </a:lnTo>
                <a:lnTo>
                  <a:pt x="60831" y="107386"/>
                </a:lnTo>
                <a:lnTo>
                  <a:pt x="60170" y="107331"/>
                </a:lnTo>
                <a:lnTo>
                  <a:pt x="59476" y="107292"/>
                </a:lnTo>
                <a:lnTo>
                  <a:pt x="58749" y="107266"/>
                </a:lnTo>
                <a:lnTo>
                  <a:pt x="57990" y="107250"/>
                </a:lnTo>
                <a:lnTo>
                  <a:pt x="57200" y="107242"/>
                </a:lnTo>
                <a:lnTo>
                  <a:pt x="56378" y="107239"/>
                </a:lnTo>
                <a:lnTo>
                  <a:pt x="55526" y="107238"/>
                </a:lnTo>
                <a:lnTo>
                  <a:pt x="55526" y="72779"/>
                </a:lnTo>
                <a:lnTo>
                  <a:pt x="55567" y="70679"/>
                </a:lnTo>
                <a:lnTo>
                  <a:pt x="55686" y="68664"/>
                </a:lnTo>
                <a:lnTo>
                  <a:pt x="55881" y="66734"/>
                </a:lnTo>
                <a:lnTo>
                  <a:pt x="56148" y="64890"/>
                </a:lnTo>
                <a:lnTo>
                  <a:pt x="56484" y="63131"/>
                </a:lnTo>
                <a:lnTo>
                  <a:pt x="56885" y="61459"/>
                </a:lnTo>
                <a:lnTo>
                  <a:pt x="57347" y="59874"/>
                </a:lnTo>
                <a:lnTo>
                  <a:pt x="57868" y="58375"/>
                </a:lnTo>
                <a:lnTo>
                  <a:pt x="58444" y="56964"/>
                </a:lnTo>
                <a:lnTo>
                  <a:pt x="59071" y="55642"/>
                </a:lnTo>
                <a:lnTo>
                  <a:pt x="59746" y="54407"/>
                </a:lnTo>
                <a:lnTo>
                  <a:pt x="60466" y="53262"/>
                </a:lnTo>
                <a:lnTo>
                  <a:pt x="61227" y="52205"/>
                </a:lnTo>
                <a:lnTo>
                  <a:pt x="62026" y="51239"/>
                </a:lnTo>
                <a:lnTo>
                  <a:pt x="62859" y="50362"/>
                </a:lnTo>
                <a:lnTo>
                  <a:pt x="63723" y="49576"/>
                </a:lnTo>
                <a:lnTo>
                  <a:pt x="64615" y="48881"/>
                </a:lnTo>
                <a:lnTo>
                  <a:pt x="65530" y="48277"/>
                </a:lnTo>
                <a:lnTo>
                  <a:pt x="66466" y="47765"/>
                </a:lnTo>
                <a:lnTo>
                  <a:pt x="67419" y="47345"/>
                </a:lnTo>
                <a:lnTo>
                  <a:pt x="68386" y="47017"/>
                </a:lnTo>
                <a:lnTo>
                  <a:pt x="69363" y="46783"/>
                </a:lnTo>
                <a:lnTo>
                  <a:pt x="70348" y="46642"/>
                </a:lnTo>
                <a:lnTo>
                  <a:pt x="71335" y="46595"/>
                </a:lnTo>
                <a:lnTo>
                  <a:pt x="71880" y="46613"/>
                </a:lnTo>
                <a:lnTo>
                  <a:pt x="72407" y="46667"/>
                </a:lnTo>
                <a:lnTo>
                  <a:pt x="72914" y="46760"/>
                </a:lnTo>
                <a:lnTo>
                  <a:pt x="73403" y="46896"/>
                </a:lnTo>
                <a:lnTo>
                  <a:pt x="73871" y="47075"/>
                </a:lnTo>
                <a:lnTo>
                  <a:pt x="74320" y="47302"/>
                </a:lnTo>
                <a:lnTo>
                  <a:pt x="74748" y="47579"/>
                </a:lnTo>
                <a:lnTo>
                  <a:pt x="75155" y="47907"/>
                </a:lnTo>
                <a:lnTo>
                  <a:pt x="75540" y="48291"/>
                </a:lnTo>
                <a:lnTo>
                  <a:pt x="75904" y="48732"/>
                </a:lnTo>
                <a:lnTo>
                  <a:pt x="76246" y="49233"/>
                </a:lnTo>
                <a:lnTo>
                  <a:pt x="76564" y="49796"/>
                </a:lnTo>
                <a:lnTo>
                  <a:pt x="76860" y="50425"/>
                </a:lnTo>
                <a:lnTo>
                  <a:pt x="77132" y="51121"/>
                </a:lnTo>
                <a:lnTo>
                  <a:pt x="77381" y="51888"/>
                </a:lnTo>
                <a:lnTo>
                  <a:pt x="77604" y="52728"/>
                </a:lnTo>
                <a:lnTo>
                  <a:pt x="77804" y="53643"/>
                </a:lnTo>
                <a:lnTo>
                  <a:pt x="77978" y="54636"/>
                </a:lnTo>
                <a:lnTo>
                  <a:pt x="78126" y="55711"/>
                </a:lnTo>
                <a:lnTo>
                  <a:pt x="78248" y="56868"/>
                </a:lnTo>
                <a:lnTo>
                  <a:pt x="78344" y="58111"/>
                </a:lnTo>
                <a:lnTo>
                  <a:pt x="78413" y="59443"/>
                </a:lnTo>
                <a:lnTo>
                  <a:pt x="78455" y="60865"/>
                </a:lnTo>
                <a:lnTo>
                  <a:pt x="78469" y="62382"/>
                </a:lnTo>
                <a:lnTo>
                  <a:pt x="78469" y="107238"/>
                </a:lnTo>
                <a:lnTo>
                  <a:pt x="78005" y="107239"/>
                </a:lnTo>
                <a:lnTo>
                  <a:pt x="77532" y="107242"/>
                </a:lnTo>
                <a:lnTo>
                  <a:pt x="77052" y="107250"/>
                </a:lnTo>
                <a:lnTo>
                  <a:pt x="76568" y="107266"/>
                </a:lnTo>
                <a:lnTo>
                  <a:pt x="76082" y="107292"/>
                </a:lnTo>
                <a:lnTo>
                  <a:pt x="75597" y="107331"/>
                </a:lnTo>
                <a:lnTo>
                  <a:pt x="75115" y="107386"/>
                </a:lnTo>
                <a:lnTo>
                  <a:pt x="74640" y="107459"/>
                </a:lnTo>
                <a:lnTo>
                  <a:pt x="74174" y="107553"/>
                </a:lnTo>
                <a:lnTo>
                  <a:pt x="73718" y="107670"/>
                </a:lnTo>
                <a:lnTo>
                  <a:pt x="73277" y="107813"/>
                </a:lnTo>
                <a:lnTo>
                  <a:pt x="72852" y="107985"/>
                </a:lnTo>
                <a:lnTo>
                  <a:pt x="72447" y="108188"/>
                </a:lnTo>
                <a:lnTo>
                  <a:pt x="72062" y="108424"/>
                </a:lnTo>
                <a:lnTo>
                  <a:pt x="71703" y="108697"/>
                </a:lnTo>
                <a:lnTo>
                  <a:pt x="71370" y="109009"/>
                </a:lnTo>
                <a:lnTo>
                  <a:pt x="71066" y="109362"/>
                </a:lnTo>
                <a:lnTo>
                  <a:pt x="70795" y="109759"/>
                </a:lnTo>
                <a:lnTo>
                  <a:pt x="70558" y="110203"/>
                </a:lnTo>
                <a:lnTo>
                  <a:pt x="70359" y="110696"/>
                </a:lnTo>
                <a:lnTo>
                  <a:pt x="70199" y="111241"/>
                </a:lnTo>
                <a:lnTo>
                  <a:pt x="70082" y="111841"/>
                </a:lnTo>
                <a:lnTo>
                  <a:pt x="70009" y="112497"/>
                </a:lnTo>
                <a:lnTo>
                  <a:pt x="69985" y="113213"/>
                </a:lnTo>
                <a:lnTo>
                  <a:pt x="70011" y="113907"/>
                </a:lnTo>
                <a:lnTo>
                  <a:pt x="70089" y="114542"/>
                </a:lnTo>
                <a:lnTo>
                  <a:pt x="70214" y="115122"/>
                </a:lnTo>
                <a:lnTo>
                  <a:pt x="70383" y="115650"/>
                </a:lnTo>
                <a:lnTo>
                  <a:pt x="70593" y="116127"/>
                </a:lnTo>
                <a:lnTo>
                  <a:pt x="70840" y="116557"/>
                </a:lnTo>
                <a:lnTo>
                  <a:pt x="71122" y="116942"/>
                </a:lnTo>
                <a:lnTo>
                  <a:pt x="71434" y="117283"/>
                </a:lnTo>
                <a:lnTo>
                  <a:pt x="71774" y="117585"/>
                </a:lnTo>
                <a:lnTo>
                  <a:pt x="72138" y="117849"/>
                </a:lnTo>
                <a:lnTo>
                  <a:pt x="72522" y="118078"/>
                </a:lnTo>
                <a:lnTo>
                  <a:pt x="72924" y="118274"/>
                </a:lnTo>
                <a:lnTo>
                  <a:pt x="73340" y="118440"/>
                </a:lnTo>
                <a:lnTo>
                  <a:pt x="73767" y="118579"/>
                </a:lnTo>
                <a:lnTo>
                  <a:pt x="74201" y="118692"/>
                </a:lnTo>
                <a:lnTo>
                  <a:pt x="74640" y="118783"/>
                </a:lnTo>
                <a:lnTo>
                  <a:pt x="75079" y="118854"/>
                </a:lnTo>
                <a:lnTo>
                  <a:pt x="75515" y="118907"/>
                </a:lnTo>
                <a:lnTo>
                  <a:pt x="75945" y="118945"/>
                </a:lnTo>
                <a:lnTo>
                  <a:pt x="76366" y="118970"/>
                </a:lnTo>
                <a:lnTo>
                  <a:pt x="76774" y="118986"/>
                </a:lnTo>
                <a:lnTo>
                  <a:pt x="77166" y="118994"/>
                </a:lnTo>
                <a:lnTo>
                  <a:pt x="77539" y="118997"/>
                </a:lnTo>
                <a:lnTo>
                  <a:pt x="77889" y="118997"/>
                </a:lnTo>
                <a:lnTo>
                  <a:pt x="92348" y="118997"/>
                </a:lnTo>
                <a:lnTo>
                  <a:pt x="92720" y="118997"/>
                </a:lnTo>
                <a:lnTo>
                  <a:pt x="93111" y="118994"/>
                </a:lnTo>
                <a:lnTo>
                  <a:pt x="93518" y="118986"/>
                </a:lnTo>
                <a:lnTo>
                  <a:pt x="93938" y="118970"/>
                </a:lnTo>
                <a:lnTo>
                  <a:pt x="94367" y="118945"/>
                </a:lnTo>
                <a:lnTo>
                  <a:pt x="94803" y="118907"/>
                </a:lnTo>
                <a:lnTo>
                  <a:pt x="95243" y="118854"/>
                </a:lnTo>
                <a:lnTo>
                  <a:pt x="95683" y="118783"/>
                </a:lnTo>
                <a:lnTo>
                  <a:pt x="96120" y="118692"/>
                </a:lnTo>
                <a:lnTo>
                  <a:pt x="96551" y="118579"/>
                </a:lnTo>
                <a:lnTo>
                  <a:pt x="96974" y="118440"/>
                </a:lnTo>
                <a:lnTo>
                  <a:pt x="97385" y="118274"/>
                </a:lnTo>
                <a:lnTo>
                  <a:pt x="97780" y="118078"/>
                </a:lnTo>
                <a:lnTo>
                  <a:pt x="98158" y="117849"/>
                </a:lnTo>
                <a:lnTo>
                  <a:pt x="98514" y="117585"/>
                </a:lnTo>
                <a:lnTo>
                  <a:pt x="98846" y="117283"/>
                </a:lnTo>
                <a:lnTo>
                  <a:pt x="99150" y="116942"/>
                </a:lnTo>
                <a:lnTo>
                  <a:pt x="99424" y="116557"/>
                </a:lnTo>
                <a:lnTo>
                  <a:pt x="99664" y="116127"/>
                </a:lnTo>
                <a:lnTo>
                  <a:pt x="99868" y="115650"/>
                </a:lnTo>
                <a:lnTo>
                  <a:pt x="100032" y="115122"/>
                </a:lnTo>
                <a:lnTo>
                  <a:pt x="100152" y="114542"/>
                </a:lnTo>
                <a:lnTo>
                  <a:pt x="100227" y="113907"/>
                </a:lnTo>
                <a:lnTo>
                  <a:pt x="100253" y="113213"/>
                </a:lnTo>
                <a:lnTo>
                  <a:pt x="100232" y="112497"/>
                </a:lnTo>
                <a:lnTo>
                  <a:pt x="100169" y="111841"/>
                </a:lnTo>
                <a:lnTo>
                  <a:pt x="100065" y="111241"/>
                </a:lnTo>
                <a:lnTo>
                  <a:pt x="99921" y="110696"/>
                </a:lnTo>
                <a:lnTo>
                  <a:pt x="99736" y="110203"/>
                </a:lnTo>
                <a:lnTo>
                  <a:pt x="99512" y="109759"/>
                </a:lnTo>
                <a:lnTo>
                  <a:pt x="99248" y="109362"/>
                </a:lnTo>
                <a:close/>
                <a:moveTo>
                  <a:pt x="604492" y="109362"/>
                </a:moveTo>
                <a:lnTo>
                  <a:pt x="604195" y="109009"/>
                </a:lnTo>
                <a:lnTo>
                  <a:pt x="603871" y="108697"/>
                </a:lnTo>
                <a:lnTo>
                  <a:pt x="603523" y="108424"/>
                </a:lnTo>
                <a:lnTo>
                  <a:pt x="603153" y="108188"/>
                </a:lnTo>
                <a:lnTo>
                  <a:pt x="602764" y="107985"/>
                </a:lnTo>
                <a:lnTo>
                  <a:pt x="602359" y="107813"/>
                </a:lnTo>
                <a:lnTo>
                  <a:pt x="601940" y="107670"/>
                </a:lnTo>
                <a:lnTo>
                  <a:pt x="601511" y="107553"/>
                </a:lnTo>
                <a:lnTo>
                  <a:pt x="601075" y="107459"/>
                </a:lnTo>
                <a:lnTo>
                  <a:pt x="600634" y="107386"/>
                </a:lnTo>
                <a:lnTo>
                  <a:pt x="600191" y="107331"/>
                </a:lnTo>
                <a:lnTo>
                  <a:pt x="599749" y="107292"/>
                </a:lnTo>
                <a:lnTo>
                  <a:pt x="599311" y="107266"/>
                </a:lnTo>
                <a:lnTo>
                  <a:pt x="598880" y="107250"/>
                </a:lnTo>
                <a:lnTo>
                  <a:pt x="598458" y="107242"/>
                </a:lnTo>
                <a:lnTo>
                  <a:pt x="598049" y="107239"/>
                </a:lnTo>
                <a:lnTo>
                  <a:pt x="597654" y="107238"/>
                </a:lnTo>
                <a:lnTo>
                  <a:pt x="589170" y="107238"/>
                </a:lnTo>
                <a:lnTo>
                  <a:pt x="589170" y="62576"/>
                </a:lnTo>
                <a:lnTo>
                  <a:pt x="589119" y="60203"/>
                </a:lnTo>
                <a:lnTo>
                  <a:pt x="588968" y="57944"/>
                </a:lnTo>
                <a:lnTo>
                  <a:pt x="588718" y="55800"/>
                </a:lnTo>
                <a:lnTo>
                  <a:pt x="588371" y="53768"/>
                </a:lnTo>
                <a:lnTo>
                  <a:pt x="587930" y="51847"/>
                </a:lnTo>
                <a:lnTo>
                  <a:pt x="587396" y="50036"/>
                </a:lnTo>
                <a:lnTo>
                  <a:pt x="586771" y="48334"/>
                </a:lnTo>
                <a:lnTo>
                  <a:pt x="586057" y="46739"/>
                </a:lnTo>
                <a:lnTo>
                  <a:pt x="585256" y="45251"/>
                </a:lnTo>
                <a:lnTo>
                  <a:pt x="584370" y="43867"/>
                </a:lnTo>
                <a:lnTo>
                  <a:pt x="583401" y="42588"/>
                </a:lnTo>
                <a:lnTo>
                  <a:pt x="582351" y="41411"/>
                </a:lnTo>
                <a:lnTo>
                  <a:pt x="581221" y="40335"/>
                </a:lnTo>
                <a:lnTo>
                  <a:pt x="580014" y="39360"/>
                </a:lnTo>
                <a:lnTo>
                  <a:pt x="578731" y="38483"/>
                </a:lnTo>
                <a:lnTo>
                  <a:pt x="577375" y="37704"/>
                </a:lnTo>
                <a:lnTo>
                  <a:pt x="575947" y="37021"/>
                </a:lnTo>
                <a:lnTo>
                  <a:pt x="574450" y="36433"/>
                </a:lnTo>
                <a:lnTo>
                  <a:pt x="572885" y="35939"/>
                </a:lnTo>
                <a:lnTo>
                  <a:pt x="571254" y="35537"/>
                </a:lnTo>
                <a:lnTo>
                  <a:pt x="569559" y="35227"/>
                </a:lnTo>
                <a:lnTo>
                  <a:pt x="567802" y="35007"/>
                </a:lnTo>
                <a:lnTo>
                  <a:pt x="565985" y="34876"/>
                </a:lnTo>
                <a:lnTo>
                  <a:pt x="564109" y="34833"/>
                </a:lnTo>
                <a:lnTo>
                  <a:pt x="562517" y="34867"/>
                </a:lnTo>
                <a:lnTo>
                  <a:pt x="560969" y="34964"/>
                </a:lnTo>
                <a:lnTo>
                  <a:pt x="559466" y="35122"/>
                </a:lnTo>
                <a:lnTo>
                  <a:pt x="558008" y="35336"/>
                </a:lnTo>
                <a:lnTo>
                  <a:pt x="556595" y="35601"/>
                </a:lnTo>
                <a:lnTo>
                  <a:pt x="555229" y="35915"/>
                </a:lnTo>
                <a:lnTo>
                  <a:pt x="553908" y="36272"/>
                </a:lnTo>
                <a:lnTo>
                  <a:pt x="552634" y="36669"/>
                </a:lnTo>
                <a:lnTo>
                  <a:pt x="551407" y="37101"/>
                </a:lnTo>
                <a:lnTo>
                  <a:pt x="550228" y="37565"/>
                </a:lnTo>
                <a:lnTo>
                  <a:pt x="549095" y="38056"/>
                </a:lnTo>
                <a:lnTo>
                  <a:pt x="548011" y="38570"/>
                </a:lnTo>
                <a:lnTo>
                  <a:pt x="546975" y="39103"/>
                </a:lnTo>
                <a:lnTo>
                  <a:pt x="545987" y="39651"/>
                </a:lnTo>
                <a:lnTo>
                  <a:pt x="545048" y="40210"/>
                </a:lnTo>
                <a:lnTo>
                  <a:pt x="544158" y="40776"/>
                </a:lnTo>
                <a:lnTo>
                  <a:pt x="543318" y="41344"/>
                </a:lnTo>
                <a:lnTo>
                  <a:pt x="542528" y="41911"/>
                </a:lnTo>
                <a:lnTo>
                  <a:pt x="541788" y="42473"/>
                </a:lnTo>
                <a:lnTo>
                  <a:pt x="541098" y="43025"/>
                </a:lnTo>
                <a:lnTo>
                  <a:pt x="540459" y="43563"/>
                </a:lnTo>
                <a:lnTo>
                  <a:pt x="539872" y="44083"/>
                </a:lnTo>
                <a:lnTo>
                  <a:pt x="539335" y="44581"/>
                </a:lnTo>
                <a:lnTo>
                  <a:pt x="538851" y="45053"/>
                </a:lnTo>
                <a:lnTo>
                  <a:pt x="538851" y="44296"/>
                </a:lnTo>
                <a:lnTo>
                  <a:pt x="538847" y="43573"/>
                </a:lnTo>
                <a:lnTo>
                  <a:pt x="538836" y="42884"/>
                </a:lnTo>
                <a:lnTo>
                  <a:pt x="538816" y="42229"/>
                </a:lnTo>
                <a:lnTo>
                  <a:pt x="538782" y="41607"/>
                </a:lnTo>
                <a:lnTo>
                  <a:pt x="538731" y="41019"/>
                </a:lnTo>
                <a:lnTo>
                  <a:pt x="538660" y="40465"/>
                </a:lnTo>
                <a:lnTo>
                  <a:pt x="538566" y="39943"/>
                </a:lnTo>
                <a:lnTo>
                  <a:pt x="538445" y="39454"/>
                </a:lnTo>
                <a:lnTo>
                  <a:pt x="538293" y="38999"/>
                </a:lnTo>
                <a:lnTo>
                  <a:pt x="538109" y="38575"/>
                </a:lnTo>
                <a:lnTo>
                  <a:pt x="537887" y="38185"/>
                </a:lnTo>
                <a:lnTo>
                  <a:pt x="537626" y="37826"/>
                </a:lnTo>
                <a:lnTo>
                  <a:pt x="537321" y="37500"/>
                </a:lnTo>
                <a:lnTo>
                  <a:pt x="536969" y="37205"/>
                </a:lnTo>
                <a:lnTo>
                  <a:pt x="536567" y="36943"/>
                </a:lnTo>
                <a:lnTo>
                  <a:pt x="536111" y="36712"/>
                </a:lnTo>
                <a:lnTo>
                  <a:pt x="535598" y="36512"/>
                </a:lnTo>
                <a:lnTo>
                  <a:pt x="535026" y="36343"/>
                </a:lnTo>
                <a:lnTo>
                  <a:pt x="534389" y="36206"/>
                </a:lnTo>
                <a:lnTo>
                  <a:pt x="533686" y="36099"/>
                </a:lnTo>
                <a:lnTo>
                  <a:pt x="532912" y="36023"/>
                </a:lnTo>
                <a:lnTo>
                  <a:pt x="532065" y="35978"/>
                </a:lnTo>
                <a:lnTo>
                  <a:pt x="531141" y="35963"/>
                </a:lnTo>
                <a:lnTo>
                  <a:pt x="517067" y="35963"/>
                </a:lnTo>
                <a:lnTo>
                  <a:pt x="516673" y="35963"/>
                </a:lnTo>
                <a:lnTo>
                  <a:pt x="516264" y="35966"/>
                </a:lnTo>
                <a:lnTo>
                  <a:pt x="515842" y="35974"/>
                </a:lnTo>
                <a:lnTo>
                  <a:pt x="515410" y="35990"/>
                </a:lnTo>
                <a:lnTo>
                  <a:pt x="514972" y="36017"/>
                </a:lnTo>
                <a:lnTo>
                  <a:pt x="514530" y="36056"/>
                </a:lnTo>
                <a:lnTo>
                  <a:pt x="514088" y="36111"/>
                </a:lnTo>
                <a:lnTo>
                  <a:pt x="513647" y="36184"/>
                </a:lnTo>
                <a:lnTo>
                  <a:pt x="513210" y="36278"/>
                </a:lnTo>
                <a:lnTo>
                  <a:pt x="512781" y="36395"/>
                </a:lnTo>
                <a:lnTo>
                  <a:pt x="512363" y="36538"/>
                </a:lnTo>
                <a:lnTo>
                  <a:pt x="511958" y="36710"/>
                </a:lnTo>
                <a:lnTo>
                  <a:pt x="511569" y="36913"/>
                </a:lnTo>
                <a:lnTo>
                  <a:pt x="511199" y="37149"/>
                </a:lnTo>
                <a:lnTo>
                  <a:pt x="510850" y="37422"/>
                </a:lnTo>
                <a:lnTo>
                  <a:pt x="510526" y="37734"/>
                </a:lnTo>
                <a:lnTo>
                  <a:pt x="510230" y="38087"/>
                </a:lnTo>
                <a:lnTo>
                  <a:pt x="509964" y="38485"/>
                </a:lnTo>
                <a:lnTo>
                  <a:pt x="509731" y="38929"/>
                </a:lnTo>
                <a:lnTo>
                  <a:pt x="509534" y="39422"/>
                </a:lnTo>
                <a:lnTo>
                  <a:pt x="509376" y="39968"/>
                </a:lnTo>
                <a:lnTo>
                  <a:pt x="509259" y="40567"/>
                </a:lnTo>
                <a:lnTo>
                  <a:pt x="509188" y="41224"/>
                </a:lnTo>
                <a:lnTo>
                  <a:pt x="509163" y="41941"/>
                </a:lnTo>
                <a:lnTo>
                  <a:pt x="509188" y="42634"/>
                </a:lnTo>
                <a:lnTo>
                  <a:pt x="509263" y="43270"/>
                </a:lnTo>
                <a:lnTo>
                  <a:pt x="509384" y="43850"/>
                </a:lnTo>
                <a:lnTo>
                  <a:pt x="509547" y="44378"/>
                </a:lnTo>
                <a:lnTo>
                  <a:pt x="509749" y="44855"/>
                </a:lnTo>
                <a:lnTo>
                  <a:pt x="509988" y="45285"/>
                </a:lnTo>
                <a:lnTo>
                  <a:pt x="510260" y="45669"/>
                </a:lnTo>
                <a:lnTo>
                  <a:pt x="510562" y="46011"/>
                </a:lnTo>
                <a:lnTo>
                  <a:pt x="510891" y="46313"/>
                </a:lnTo>
                <a:lnTo>
                  <a:pt x="511244" y="46577"/>
                </a:lnTo>
                <a:lnTo>
                  <a:pt x="511616" y="46806"/>
                </a:lnTo>
                <a:lnTo>
                  <a:pt x="512006" y="47002"/>
                </a:lnTo>
                <a:lnTo>
                  <a:pt x="512411" y="47168"/>
                </a:lnTo>
                <a:lnTo>
                  <a:pt x="512826" y="47306"/>
                </a:lnTo>
                <a:lnTo>
                  <a:pt x="513248" y="47420"/>
                </a:lnTo>
                <a:lnTo>
                  <a:pt x="513675" y="47511"/>
                </a:lnTo>
                <a:lnTo>
                  <a:pt x="514104" y="47581"/>
                </a:lnTo>
                <a:lnTo>
                  <a:pt x="514530" y="47634"/>
                </a:lnTo>
                <a:lnTo>
                  <a:pt x="514952" y="47673"/>
                </a:lnTo>
                <a:lnTo>
                  <a:pt x="515365" y="47698"/>
                </a:lnTo>
                <a:lnTo>
                  <a:pt x="515767" y="47714"/>
                </a:lnTo>
                <a:lnTo>
                  <a:pt x="516155" y="47721"/>
                </a:lnTo>
                <a:lnTo>
                  <a:pt x="516525" y="47724"/>
                </a:lnTo>
                <a:lnTo>
                  <a:pt x="516873" y="47725"/>
                </a:lnTo>
                <a:lnTo>
                  <a:pt x="525551" y="47725"/>
                </a:lnTo>
                <a:lnTo>
                  <a:pt x="525551" y="107238"/>
                </a:lnTo>
                <a:lnTo>
                  <a:pt x="517067" y="107238"/>
                </a:lnTo>
                <a:lnTo>
                  <a:pt x="516673" y="107239"/>
                </a:lnTo>
                <a:lnTo>
                  <a:pt x="516264" y="107242"/>
                </a:lnTo>
                <a:lnTo>
                  <a:pt x="515842" y="107250"/>
                </a:lnTo>
                <a:lnTo>
                  <a:pt x="515410" y="107266"/>
                </a:lnTo>
                <a:lnTo>
                  <a:pt x="514972" y="107292"/>
                </a:lnTo>
                <a:lnTo>
                  <a:pt x="514530" y="107331"/>
                </a:lnTo>
                <a:lnTo>
                  <a:pt x="514088" y="107386"/>
                </a:lnTo>
                <a:lnTo>
                  <a:pt x="513647" y="107459"/>
                </a:lnTo>
                <a:lnTo>
                  <a:pt x="513210" y="107553"/>
                </a:lnTo>
                <a:lnTo>
                  <a:pt x="512781" y="107670"/>
                </a:lnTo>
                <a:lnTo>
                  <a:pt x="512363" y="107813"/>
                </a:lnTo>
                <a:lnTo>
                  <a:pt x="511958" y="107985"/>
                </a:lnTo>
                <a:lnTo>
                  <a:pt x="511569" y="108188"/>
                </a:lnTo>
                <a:lnTo>
                  <a:pt x="511199" y="108424"/>
                </a:lnTo>
                <a:lnTo>
                  <a:pt x="510850" y="108697"/>
                </a:lnTo>
                <a:lnTo>
                  <a:pt x="510526" y="109009"/>
                </a:lnTo>
                <a:lnTo>
                  <a:pt x="510230" y="109362"/>
                </a:lnTo>
                <a:lnTo>
                  <a:pt x="509964" y="109759"/>
                </a:lnTo>
                <a:lnTo>
                  <a:pt x="509731" y="110203"/>
                </a:lnTo>
                <a:lnTo>
                  <a:pt x="509534" y="110696"/>
                </a:lnTo>
                <a:lnTo>
                  <a:pt x="509376" y="111241"/>
                </a:lnTo>
                <a:lnTo>
                  <a:pt x="509259" y="111841"/>
                </a:lnTo>
                <a:lnTo>
                  <a:pt x="509188" y="112497"/>
                </a:lnTo>
                <a:lnTo>
                  <a:pt x="509163" y="113213"/>
                </a:lnTo>
                <a:lnTo>
                  <a:pt x="509188" y="113907"/>
                </a:lnTo>
                <a:lnTo>
                  <a:pt x="509263" y="114542"/>
                </a:lnTo>
                <a:lnTo>
                  <a:pt x="509384" y="115122"/>
                </a:lnTo>
                <a:lnTo>
                  <a:pt x="509547" y="115650"/>
                </a:lnTo>
                <a:lnTo>
                  <a:pt x="509749" y="116127"/>
                </a:lnTo>
                <a:lnTo>
                  <a:pt x="509988" y="116557"/>
                </a:lnTo>
                <a:lnTo>
                  <a:pt x="510260" y="116942"/>
                </a:lnTo>
                <a:lnTo>
                  <a:pt x="510562" y="117283"/>
                </a:lnTo>
                <a:lnTo>
                  <a:pt x="510891" y="117585"/>
                </a:lnTo>
                <a:lnTo>
                  <a:pt x="511244" y="117849"/>
                </a:lnTo>
                <a:lnTo>
                  <a:pt x="511616" y="118078"/>
                </a:lnTo>
                <a:lnTo>
                  <a:pt x="512006" y="118274"/>
                </a:lnTo>
                <a:lnTo>
                  <a:pt x="512411" y="118440"/>
                </a:lnTo>
                <a:lnTo>
                  <a:pt x="512826" y="118579"/>
                </a:lnTo>
                <a:lnTo>
                  <a:pt x="513248" y="118692"/>
                </a:lnTo>
                <a:lnTo>
                  <a:pt x="513675" y="118783"/>
                </a:lnTo>
                <a:lnTo>
                  <a:pt x="514104" y="118854"/>
                </a:lnTo>
                <a:lnTo>
                  <a:pt x="514530" y="118907"/>
                </a:lnTo>
                <a:lnTo>
                  <a:pt x="514952" y="118945"/>
                </a:lnTo>
                <a:lnTo>
                  <a:pt x="515365" y="118970"/>
                </a:lnTo>
                <a:lnTo>
                  <a:pt x="515767" y="118986"/>
                </a:lnTo>
                <a:lnTo>
                  <a:pt x="516155" y="118994"/>
                </a:lnTo>
                <a:lnTo>
                  <a:pt x="516525" y="118997"/>
                </a:lnTo>
                <a:lnTo>
                  <a:pt x="516873" y="118997"/>
                </a:lnTo>
                <a:lnTo>
                  <a:pt x="547529" y="118997"/>
                </a:lnTo>
                <a:lnTo>
                  <a:pt x="547878" y="118997"/>
                </a:lnTo>
                <a:lnTo>
                  <a:pt x="548248" y="118994"/>
                </a:lnTo>
                <a:lnTo>
                  <a:pt x="548635" y="118986"/>
                </a:lnTo>
                <a:lnTo>
                  <a:pt x="549037" y="118970"/>
                </a:lnTo>
                <a:lnTo>
                  <a:pt x="549451" y="118945"/>
                </a:lnTo>
                <a:lnTo>
                  <a:pt x="549872" y="118907"/>
                </a:lnTo>
                <a:lnTo>
                  <a:pt x="550299" y="118854"/>
                </a:lnTo>
                <a:lnTo>
                  <a:pt x="550727" y="118783"/>
                </a:lnTo>
                <a:lnTo>
                  <a:pt x="551155" y="118692"/>
                </a:lnTo>
                <a:lnTo>
                  <a:pt x="551577" y="118579"/>
                </a:lnTo>
                <a:lnTo>
                  <a:pt x="551992" y="118440"/>
                </a:lnTo>
                <a:lnTo>
                  <a:pt x="552396" y="118274"/>
                </a:lnTo>
                <a:lnTo>
                  <a:pt x="552786" y="118078"/>
                </a:lnTo>
                <a:lnTo>
                  <a:pt x="553159" y="117849"/>
                </a:lnTo>
                <a:lnTo>
                  <a:pt x="553512" y="117585"/>
                </a:lnTo>
                <a:lnTo>
                  <a:pt x="553840" y="117283"/>
                </a:lnTo>
                <a:lnTo>
                  <a:pt x="554142" y="116942"/>
                </a:lnTo>
                <a:lnTo>
                  <a:pt x="554414" y="116557"/>
                </a:lnTo>
                <a:lnTo>
                  <a:pt x="554653" y="116127"/>
                </a:lnTo>
                <a:lnTo>
                  <a:pt x="554856" y="115650"/>
                </a:lnTo>
                <a:lnTo>
                  <a:pt x="555019" y="115122"/>
                </a:lnTo>
                <a:lnTo>
                  <a:pt x="555140" y="114542"/>
                </a:lnTo>
                <a:lnTo>
                  <a:pt x="555214" y="113907"/>
                </a:lnTo>
                <a:lnTo>
                  <a:pt x="555240" y="113213"/>
                </a:lnTo>
                <a:lnTo>
                  <a:pt x="555215" y="112497"/>
                </a:lnTo>
                <a:lnTo>
                  <a:pt x="555143" y="111841"/>
                </a:lnTo>
                <a:lnTo>
                  <a:pt x="555027" y="111241"/>
                </a:lnTo>
                <a:lnTo>
                  <a:pt x="554869" y="110696"/>
                </a:lnTo>
                <a:lnTo>
                  <a:pt x="554672" y="110203"/>
                </a:lnTo>
                <a:lnTo>
                  <a:pt x="554439" y="109759"/>
                </a:lnTo>
                <a:lnTo>
                  <a:pt x="554173" y="109362"/>
                </a:lnTo>
                <a:lnTo>
                  <a:pt x="553876" y="109009"/>
                </a:lnTo>
                <a:lnTo>
                  <a:pt x="553552" y="108697"/>
                </a:lnTo>
                <a:lnTo>
                  <a:pt x="553204" y="108424"/>
                </a:lnTo>
                <a:lnTo>
                  <a:pt x="552834" y="108188"/>
                </a:lnTo>
                <a:lnTo>
                  <a:pt x="552445" y="107985"/>
                </a:lnTo>
                <a:lnTo>
                  <a:pt x="552040" y="107813"/>
                </a:lnTo>
                <a:lnTo>
                  <a:pt x="551621" y="107670"/>
                </a:lnTo>
                <a:lnTo>
                  <a:pt x="551192" y="107553"/>
                </a:lnTo>
                <a:lnTo>
                  <a:pt x="550756" y="107459"/>
                </a:lnTo>
                <a:lnTo>
                  <a:pt x="550315" y="107386"/>
                </a:lnTo>
                <a:lnTo>
                  <a:pt x="549872" y="107331"/>
                </a:lnTo>
                <a:lnTo>
                  <a:pt x="549430" y="107292"/>
                </a:lnTo>
                <a:lnTo>
                  <a:pt x="548992" y="107266"/>
                </a:lnTo>
                <a:lnTo>
                  <a:pt x="548561" y="107250"/>
                </a:lnTo>
                <a:lnTo>
                  <a:pt x="548139" y="107242"/>
                </a:lnTo>
                <a:lnTo>
                  <a:pt x="547730" y="107239"/>
                </a:lnTo>
                <a:lnTo>
                  <a:pt x="547335" y="107238"/>
                </a:lnTo>
                <a:lnTo>
                  <a:pt x="538851" y="107238"/>
                </a:lnTo>
                <a:lnTo>
                  <a:pt x="538851" y="73149"/>
                </a:lnTo>
                <a:lnTo>
                  <a:pt x="538924" y="70806"/>
                </a:lnTo>
                <a:lnTo>
                  <a:pt x="539138" y="68586"/>
                </a:lnTo>
                <a:lnTo>
                  <a:pt x="539484" y="66485"/>
                </a:lnTo>
                <a:lnTo>
                  <a:pt x="539954" y="64503"/>
                </a:lnTo>
                <a:lnTo>
                  <a:pt x="540540" y="62636"/>
                </a:lnTo>
                <a:lnTo>
                  <a:pt x="541234" y="60884"/>
                </a:lnTo>
                <a:lnTo>
                  <a:pt x="542028" y="59245"/>
                </a:lnTo>
                <a:lnTo>
                  <a:pt x="542914" y="57715"/>
                </a:lnTo>
                <a:lnTo>
                  <a:pt x="543884" y="56293"/>
                </a:lnTo>
                <a:lnTo>
                  <a:pt x="544929" y="54978"/>
                </a:lnTo>
                <a:lnTo>
                  <a:pt x="546042" y="53767"/>
                </a:lnTo>
                <a:lnTo>
                  <a:pt x="547214" y="52658"/>
                </a:lnTo>
                <a:lnTo>
                  <a:pt x="548438" y="51649"/>
                </a:lnTo>
                <a:lnTo>
                  <a:pt x="549704" y="50739"/>
                </a:lnTo>
                <a:lnTo>
                  <a:pt x="551005" y="49925"/>
                </a:lnTo>
                <a:lnTo>
                  <a:pt x="552334" y="49205"/>
                </a:lnTo>
                <a:lnTo>
                  <a:pt x="553681" y="48577"/>
                </a:lnTo>
                <a:lnTo>
                  <a:pt x="555038" y="48039"/>
                </a:lnTo>
                <a:lnTo>
                  <a:pt x="556399" y="47589"/>
                </a:lnTo>
                <a:lnTo>
                  <a:pt x="557753" y="47226"/>
                </a:lnTo>
                <a:lnTo>
                  <a:pt x="559094" y="46947"/>
                </a:lnTo>
                <a:lnTo>
                  <a:pt x="560413" y="46750"/>
                </a:lnTo>
                <a:lnTo>
                  <a:pt x="561702" y="46634"/>
                </a:lnTo>
                <a:lnTo>
                  <a:pt x="562953" y="46595"/>
                </a:lnTo>
                <a:lnTo>
                  <a:pt x="564191" y="46623"/>
                </a:lnTo>
                <a:lnTo>
                  <a:pt x="565354" y="46708"/>
                </a:lnTo>
                <a:lnTo>
                  <a:pt x="566441" y="46849"/>
                </a:lnTo>
                <a:lnTo>
                  <a:pt x="567457" y="47048"/>
                </a:lnTo>
                <a:lnTo>
                  <a:pt x="568403" y="47304"/>
                </a:lnTo>
                <a:lnTo>
                  <a:pt x="569281" y="47618"/>
                </a:lnTo>
                <a:lnTo>
                  <a:pt x="570094" y="47990"/>
                </a:lnTo>
                <a:lnTo>
                  <a:pt x="570842" y="48421"/>
                </a:lnTo>
                <a:lnTo>
                  <a:pt x="571529" y="48910"/>
                </a:lnTo>
                <a:lnTo>
                  <a:pt x="572157" y="49459"/>
                </a:lnTo>
                <a:lnTo>
                  <a:pt x="572727" y="50067"/>
                </a:lnTo>
                <a:lnTo>
                  <a:pt x="573242" y="50735"/>
                </a:lnTo>
                <a:lnTo>
                  <a:pt x="573703" y="51463"/>
                </a:lnTo>
                <a:lnTo>
                  <a:pt x="574114" y="52252"/>
                </a:lnTo>
                <a:lnTo>
                  <a:pt x="574475" y="53101"/>
                </a:lnTo>
                <a:lnTo>
                  <a:pt x="574790" y="54012"/>
                </a:lnTo>
                <a:lnTo>
                  <a:pt x="575059" y="54984"/>
                </a:lnTo>
                <a:lnTo>
                  <a:pt x="575286" y="56018"/>
                </a:lnTo>
                <a:lnTo>
                  <a:pt x="575473" y="57114"/>
                </a:lnTo>
                <a:lnTo>
                  <a:pt x="575620" y="58272"/>
                </a:lnTo>
                <a:lnTo>
                  <a:pt x="575732" y="59494"/>
                </a:lnTo>
                <a:lnTo>
                  <a:pt x="575809" y="60778"/>
                </a:lnTo>
                <a:lnTo>
                  <a:pt x="575853" y="62126"/>
                </a:lnTo>
                <a:lnTo>
                  <a:pt x="575868" y="63538"/>
                </a:lnTo>
                <a:lnTo>
                  <a:pt x="575868" y="107238"/>
                </a:lnTo>
                <a:lnTo>
                  <a:pt x="568351" y="107238"/>
                </a:lnTo>
                <a:lnTo>
                  <a:pt x="567957" y="107239"/>
                </a:lnTo>
                <a:lnTo>
                  <a:pt x="567548" y="107242"/>
                </a:lnTo>
                <a:lnTo>
                  <a:pt x="567126" y="107250"/>
                </a:lnTo>
                <a:lnTo>
                  <a:pt x="566694" y="107266"/>
                </a:lnTo>
                <a:lnTo>
                  <a:pt x="566256" y="107292"/>
                </a:lnTo>
                <a:lnTo>
                  <a:pt x="565814" y="107331"/>
                </a:lnTo>
                <a:lnTo>
                  <a:pt x="565371" y="107386"/>
                </a:lnTo>
                <a:lnTo>
                  <a:pt x="564930" y="107459"/>
                </a:lnTo>
                <a:lnTo>
                  <a:pt x="564494" y="107553"/>
                </a:lnTo>
                <a:lnTo>
                  <a:pt x="564065" y="107670"/>
                </a:lnTo>
                <a:lnTo>
                  <a:pt x="563647" y="107813"/>
                </a:lnTo>
                <a:lnTo>
                  <a:pt x="563242" y="107985"/>
                </a:lnTo>
                <a:lnTo>
                  <a:pt x="562853" y="108188"/>
                </a:lnTo>
                <a:lnTo>
                  <a:pt x="562483" y="108424"/>
                </a:lnTo>
                <a:lnTo>
                  <a:pt x="562134" y="108697"/>
                </a:lnTo>
                <a:lnTo>
                  <a:pt x="561810" y="109009"/>
                </a:lnTo>
                <a:lnTo>
                  <a:pt x="561514" y="109362"/>
                </a:lnTo>
                <a:lnTo>
                  <a:pt x="561248" y="109759"/>
                </a:lnTo>
                <a:lnTo>
                  <a:pt x="561015" y="110203"/>
                </a:lnTo>
                <a:lnTo>
                  <a:pt x="560818" y="110696"/>
                </a:lnTo>
                <a:lnTo>
                  <a:pt x="560660" y="111241"/>
                </a:lnTo>
                <a:lnTo>
                  <a:pt x="560543" y="111841"/>
                </a:lnTo>
                <a:lnTo>
                  <a:pt x="560471" y="112497"/>
                </a:lnTo>
                <a:lnTo>
                  <a:pt x="560447" y="113213"/>
                </a:lnTo>
                <a:lnTo>
                  <a:pt x="560473" y="113907"/>
                </a:lnTo>
                <a:lnTo>
                  <a:pt x="560551" y="114542"/>
                </a:lnTo>
                <a:lnTo>
                  <a:pt x="560676" y="115122"/>
                </a:lnTo>
                <a:lnTo>
                  <a:pt x="560845" y="115650"/>
                </a:lnTo>
                <a:lnTo>
                  <a:pt x="561055" y="116127"/>
                </a:lnTo>
                <a:lnTo>
                  <a:pt x="561302" y="116557"/>
                </a:lnTo>
                <a:lnTo>
                  <a:pt x="561584" y="116942"/>
                </a:lnTo>
                <a:lnTo>
                  <a:pt x="561896" y="117283"/>
                </a:lnTo>
                <a:lnTo>
                  <a:pt x="562236" y="117585"/>
                </a:lnTo>
                <a:lnTo>
                  <a:pt x="562600" y="117849"/>
                </a:lnTo>
                <a:lnTo>
                  <a:pt x="562984" y="118078"/>
                </a:lnTo>
                <a:lnTo>
                  <a:pt x="563386" y="118274"/>
                </a:lnTo>
                <a:lnTo>
                  <a:pt x="563802" y="118440"/>
                </a:lnTo>
                <a:lnTo>
                  <a:pt x="564229" y="118579"/>
                </a:lnTo>
                <a:lnTo>
                  <a:pt x="564664" y="118692"/>
                </a:lnTo>
                <a:lnTo>
                  <a:pt x="565102" y="118783"/>
                </a:lnTo>
                <a:lnTo>
                  <a:pt x="565541" y="118854"/>
                </a:lnTo>
                <a:lnTo>
                  <a:pt x="565977" y="118907"/>
                </a:lnTo>
                <a:lnTo>
                  <a:pt x="566407" y="118945"/>
                </a:lnTo>
                <a:lnTo>
                  <a:pt x="566828" y="118970"/>
                </a:lnTo>
                <a:lnTo>
                  <a:pt x="567236" y="118986"/>
                </a:lnTo>
                <a:lnTo>
                  <a:pt x="567628" y="118994"/>
                </a:lnTo>
                <a:lnTo>
                  <a:pt x="568001" y="118997"/>
                </a:lnTo>
                <a:lnTo>
                  <a:pt x="568351" y="118997"/>
                </a:lnTo>
                <a:lnTo>
                  <a:pt x="597848" y="118997"/>
                </a:lnTo>
                <a:lnTo>
                  <a:pt x="598197" y="118997"/>
                </a:lnTo>
                <a:lnTo>
                  <a:pt x="598567" y="118994"/>
                </a:lnTo>
                <a:lnTo>
                  <a:pt x="598954" y="118986"/>
                </a:lnTo>
                <a:lnTo>
                  <a:pt x="599356" y="118970"/>
                </a:lnTo>
                <a:lnTo>
                  <a:pt x="599770" y="118945"/>
                </a:lnTo>
                <a:lnTo>
                  <a:pt x="600191" y="118907"/>
                </a:lnTo>
                <a:lnTo>
                  <a:pt x="600618" y="118854"/>
                </a:lnTo>
                <a:lnTo>
                  <a:pt x="601046" y="118783"/>
                </a:lnTo>
                <a:lnTo>
                  <a:pt x="601474" y="118692"/>
                </a:lnTo>
                <a:lnTo>
                  <a:pt x="601896" y="118579"/>
                </a:lnTo>
                <a:lnTo>
                  <a:pt x="602311" y="118440"/>
                </a:lnTo>
                <a:lnTo>
                  <a:pt x="602715" y="118274"/>
                </a:lnTo>
                <a:lnTo>
                  <a:pt x="603105" y="118078"/>
                </a:lnTo>
                <a:lnTo>
                  <a:pt x="603478" y="117849"/>
                </a:lnTo>
                <a:lnTo>
                  <a:pt x="603831" y="117585"/>
                </a:lnTo>
                <a:lnTo>
                  <a:pt x="604159" y="117283"/>
                </a:lnTo>
                <a:lnTo>
                  <a:pt x="604461" y="116942"/>
                </a:lnTo>
                <a:lnTo>
                  <a:pt x="604733" y="116557"/>
                </a:lnTo>
                <a:lnTo>
                  <a:pt x="604972" y="116127"/>
                </a:lnTo>
                <a:lnTo>
                  <a:pt x="605175" y="115650"/>
                </a:lnTo>
                <a:lnTo>
                  <a:pt x="605338" y="115122"/>
                </a:lnTo>
                <a:lnTo>
                  <a:pt x="605459" y="114542"/>
                </a:lnTo>
                <a:lnTo>
                  <a:pt x="605533" y="113907"/>
                </a:lnTo>
                <a:lnTo>
                  <a:pt x="605559" y="113213"/>
                </a:lnTo>
                <a:lnTo>
                  <a:pt x="605534" y="112497"/>
                </a:lnTo>
                <a:lnTo>
                  <a:pt x="605462" y="111841"/>
                </a:lnTo>
                <a:lnTo>
                  <a:pt x="605346" y="111241"/>
                </a:lnTo>
                <a:lnTo>
                  <a:pt x="605188" y="110696"/>
                </a:lnTo>
                <a:lnTo>
                  <a:pt x="604991" y="110203"/>
                </a:lnTo>
                <a:lnTo>
                  <a:pt x="604758" y="109759"/>
                </a:lnTo>
                <a:lnTo>
                  <a:pt x="604492" y="109362"/>
                </a:lnTo>
                <a:close/>
                <a:moveTo>
                  <a:pt x="1106206" y="43294"/>
                </a:moveTo>
                <a:lnTo>
                  <a:pt x="1105945" y="42638"/>
                </a:lnTo>
                <a:lnTo>
                  <a:pt x="1105625" y="41975"/>
                </a:lnTo>
                <a:lnTo>
                  <a:pt x="1105241" y="41311"/>
                </a:lnTo>
                <a:lnTo>
                  <a:pt x="1104789" y="40651"/>
                </a:lnTo>
                <a:lnTo>
                  <a:pt x="1104264" y="40001"/>
                </a:lnTo>
                <a:lnTo>
                  <a:pt x="1103660" y="39365"/>
                </a:lnTo>
                <a:lnTo>
                  <a:pt x="1102973" y="38749"/>
                </a:lnTo>
                <a:lnTo>
                  <a:pt x="1102197" y="38159"/>
                </a:lnTo>
                <a:lnTo>
                  <a:pt x="1101329" y="37599"/>
                </a:lnTo>
                <a:lnTo>
                  <a:pt x="1100362" y="37076"/>
                </a:lnTo>
                <a:lnTo>
                  <a:pt x="1099292" y="36594"/>
                </a:lnTo>
                <a:lnTo>
                  <a:pt x="1098114" y="36159"/>
                </a:lnTo>
                <a:lnTo>
                  <a:pt x="1096823" y="35776"/>
                </a:lnTo>
                <a:lnTo>
                  <a:pt x="1095415" y="35451"/>
                </a:lnTo>
                <a:lnTo>
                  <a:pt x="1093883" y="35189"/>
                </a:lnTo>
                <a:lnTo>
                  <a:pt x="1092224" y="34995"/>
                </a:lnTo>
                <a:lnTo>
                  <a:pt x="1090432" y="34874"/>
                </a:lnTo>
                <a:lnTo>
                  <a:pt x="1088502" y="34833"/>
                </a:lnTo>
                <a:lnTo>
                  <a:pt x="1087260" y="34852"/>
                </a:lnTo>
                <a:lnTo>
                  <a:pt x="1085994" y="34908"/>
                </a:lnTo>
                <a:lnTo>
                  <a:pt x="1084705" y="35006"/>
                </a:lnTo>
                <a:lnTo>
                  <a:pt x="1083396" y="35146"/>
                </a:lnTo>
                <a:lnTo>
                  <a:pt x="1082068" y="35332"/>
                </a:lnTo>
                <a:lnTo>
                  <a:pt x="1080723" y="35565"/>
                </a:lnTo>
                <a:lnTo>
                  <a:pt x="1079364" y="35848"/>
                </a:lnTo>
                <a:lnTo>
                  <a:pt x="1077990" y="36183"/>
                </a:lnTo>
                <a:lnTo>
                  <a:pt x="1076606" y="36572"/>
                </a:lnTo>
                <a:lnTo>
                  <a:pt x="1075212" y="37018"/>
                </a:lnTo>
                <a:lnTo>
                  <a:pt x="1073811" y="37522"/>
                </a:lnTo>
                <a:lnTo>
                  <a:pt x="1072403" y="38087"/>
                </a:lnTo>
                <a:lnTo>
                  <a:pt x="1070992" y="38716"/>
                </a:lnTo>
                <a:lnTo>
                  <a:pt x="1069578" y="39410"/>
                </a:lnTo>
                <a:lnTo>
                  <a:pt x="1068164" y="40172"/>
                </a:lnTo>
                <a:lnTo>
                  <a:pt x="1066752" y="41004"/>
                </a:lnTo>
                <a:lnTo>
                  <a:pt x="1065343" y="41908"/>
                </a:lnTo>
                <a:lnTo>
                  <a:pt x="1063939" y="42887"/>
                </a:lnTo>
                <a:lnTo>
                  <a:pt x="1062542" y="43942"/>
                </a:lnTo>
                <a:lnTo>
                  <a:pt x="1061154" y="45077"/>
                </a:lnTo>
                <a:lnTo>
                  <a:pt x="1059777" y="46293"/>
                </a:lnTo>
                <a:lnTo>
                  <a:pt x="1058412" y="47593"/>
                </a:lnTo>
                <a:lnTo>
                  <a:pt x="1057062" y="48978"/>
                </a:lnTo>
                <a:lnTo>
                  <a:pt x="1055728" y="50452"/>
                </a:lnTo>
                <a:lnTo>
                  <a:pt x="1055728" y="43897"/>
                </a:lnTo>
                <a:lnTo>
                  <a:pt x="1055722" y="43168"/>
                </a:lnTo>
                <a:lnTo>
                  <a:pt x="1055701" y="42480"/>
                </a:lnTo>
                <a:lnTo>
                  <a:pt x="1055665" y="41832"/>
                </a:lnTo>
                <a:lnTo>
                  <a:pt x="1055612" y="41225"/>
                </a:lnTo>
                <a:lnTo>
                  <a:pt x="1055539" y="40656"/>
                </a:lnTo>
                <a:lnTo>
                  <a:pt x="1055445" y="40124"/>
                </a:lnTo>
                <a:lnTo>
                  <a:pt x="1055327" y="39630"/>
                </a:lnTo>
                <a:lnTo>
                  <a:pt x="1055185" y="39171"/>
                </a:lnTo>
                <a:lnTo>
                  <a:pt x="1055016" y="38748"/>
                </a:lnTo>
                <a:lnTo>
                  <a:pt x="1054818" y="38359"/>
                </a:lnTo>
                <a:lnTo>
                  <a:pt x="1054590" y="38002"/>
                </a:lnTo>
                <a:lnTo>
                  <a:pt x="1054329" y="37678"/>
                </a:lnTo>
                <a:lnTo>
                  <a:pt x="1054035" y="37386"/>
                </a:lnTo>
                <a:lnTo>
                  <a:pt x="1053704" y="37123"/>
                </a:lnTo>
                <a:lnTo>
                  <a:pt x="1053336" y="36890"/>
                </a:lnTo>
                <a:lnTo>
                  <a:pt x="1052927" y="36686"/>
                </a:lnTo>
                <a:lnTo>
                  <a:pt x="1052478" y="36509"/>
                </a:lnTo>
                <a:lnTo>
                  <a:pt x="1051985" y="36358"/>
                </a:lnTo>
                <a:lnTo>
                  <a:pt x="1051447" y="36233"/>
                </a:lnTo>
                <a:lnTo>
                  <a:pt x="1050862" y="36134"/>
                </a:lnTo>
                <a:lnTo>
                  <a:pt x="1050228" y="36057"/>
                </a:lnTo>
                <a:lnTo>
                  <a:pt x="1049543" y="36004"/>
                </a:lnTo>
                <a:lnTo>
                  <a:pt x="1048806" y="35973"/>
                </a:lnTo>
                <a:lnTo>
                  <a:pt x="1048015" y="35963"/>
                </a:lnTo>
                <a:lnTo>
                  <a:pt x="1026807" y="35963"/>
                </a:lnTo>
                <a:lnTo>
                  <a:pt x="1026436" y="35963"/>
                </a:lnTo>
                <a:lnTo>
                  <a:pt x="1026048" y="35966"/>
                </a:lnTo>
                <a:lnTo>
                  <a:pt x="1025646" y="35974"/>
                </a:lnTo>
                <a:lnTo>
                  <a:pt x="1025232" y="35990"/>
                </a:lnTo>
                <a:lnTo>
                  <a:pt x="1024810" y="36015"/>
                </a:lnTo>
                <a:lnTo>
                  <a:pt x="1024383" y="36053"/>
                </a:lnTo>
                <a:lnTo>
                  <a:pt x="1023953" y="36106"/>
                </a:lnTo>
                <a:lnTo>
                  <a:pt x="1023523" y="36177"/>
                </a:lnTo>
                <a:lnTo>
                  <a:pt x="1023097" y="36268"/>
                </a:lnTo>
                <a:lnTo>
                  <a:pt x="1022677" y="36381"/>
                </a:lnTo>
                <a:lnTo>
                  <a:pt x="1022266" y="36520"/>
                </a:lnTo>
                <a:lnTo>
                  <a:pt x="1021868" y="36686"/>
                </a:lnTo>
                <a:lnTo>
                  <a:pt x="1021484" y="36882"/>
                </a:lnTo>
                <a:lnTo>
                  <a:pt x="1021119" y="37111"/>
                </a:lnTo>
                <a:lnTo>
                  <a:pt x="1020774" y="37376"/>
                </a:lnTo>
                <a:lnTo>
                  <a:pt x="1020453" y="37677"/>
                </a:lnTo>
                <a:lnTo>
                  <a:pt x="1020159" y="38019"/>
                </a:lnTo>
                <a:lnTo>
                  <a:pt x="1019895" y="38404"/>
                </a:lnTo>
                <a:lnTo>
                  <a:pt x="1019664" y="38834"/>
                </a:lnTo>
                <a:lnTo>
                  <a:pt x="1019467" y="39312"/>
                </a:lnTo>
                <a:lnTo>
                  <a:pt x="1019310" y="39840"/>
                </a:lnTo>
                <a:lnTo>
                  <a:pt x="1019194" y="40420"/>
                </a:lnTo>
                <a:lnTo>
                  <a:pt x="1019122" y="41056"/>
                </a:lnTo>
                <a:lnTo>
                  <a:pt x="1019097" y="41750"/>
                </a:lnTo>
                <a:lnTo>
                  <a:pt x="1019121" y="42466"/>
                </a:lnTo>
                <a:lnTo>
                  <a:pt x="1019190" y="43122"/>
                </a:lnTo>
                <a:lnTo>
                  <a:pt x="1019302" y="43722"/>
                </a:lnTo>
                <a:lnTo>
                  <a:pt x="1019454" y="44267"/>
                </a:lnTo>
                <a:lnTo>
                  <a:pt x="1019644" y="44760"/>
                </a:lnTo>
                <a:lnTo>
                  <a:pt x="1019868" y="45204"/>
                </a:lnTo>
                <a:lnTo>
                  <a:pt x="1020125" y="45601"/>
                </a:lnTo>
                <a:lnTo>
                  <a:pt x="1020411" y="45954"/>
                </a:lnTo>
                <a:lnTo>
                  <a:pt x="1020724" y="46266"/>
                </a:lnTo>
                <a:lnTo>
                  <a:pt x="1021061" y="46539"/>
                </a:lnTo>
                <a:lnTo>
                  <a:pt x="1021419" y="46775"/>
                </a:lnTo>
                <a:lnTo>
                  <a:pt x="1021796" y="46978"/>
                </a:lnTo>
                <a:lnTo>
                  <a:pt x="1022189" y="47150"/>
                </a:lnTo>
                <a:lnTo>
                  <a:pt x="1022596" y="47293"/>
                </a:lnTo>
                <a:lnTo>
                  <a:pt x="1023013" y="47410"/>
                </a:lnTo>
                <a:lnTo>
                  <a:pt x="1023438" y="47504"/>
                </a:lnTo>
                <a:lnTo>
                  <a:pt x="1023869" y="47577"/>
                </a:lnTo>
                <a:lnTo>
                  <a:pt x="1024302" y="47631"/>
                </a:lnTo>
                <a:lnTo>
                  <a:pt x="1024735" y="47671"/>
                </a:lnTo>
                <a:lnTo>
                  <a:pt x="1025166" y="47697"/>
                </a:lnTo>
                <a:lnTo>
                  <a:pt x="1025591" y="47713"/>
                </a:lnTo>
                <a:lnTo>
                  <a:pt x="1026008" y="47721"/>
                </a:lnTo>
                <a:lnTo>
                  <a:pt x="1026414" y="47724"/>
                </a:lnTo>
                <a:lnTo>
                  <a:pt x="1026807" y="47725"/>
                </a:lnTo>
                <a:lnTo>
                  <a:pt x="1042425" y="47725"/>
                </a:lnTo>
                <a:lnTo>
                  <a:pt x="1042425" y="107238"/>
                </a:lnTo>
                <a:lnTo>
                  <a:pt x="1026807" y="107238"/>
                </a:lnTo>
                <a:lnTo>
                  <a:pt x="1026436" y="107239"/>
                </a:lnTo>
                <a:lnTo>
                  <a:pt x="1026048" y="107241"/>
                </a:lnTo>
                <a:lnTo>
                  <a:pt x="1025646" y="107249"/>
                </a:lnTo>
                <a:lnTo>
                  <a:pt x="1025232" y="107265"/>
                </a:lnTo>
                <a:lnTo>
                  <a:pt x="1024810" y="107290"/>
                </a:lnTo>
                <a:lnTo>
                  <a:pt x="1024383" y="107329"/>
                </a:lnTo>
                <a:lnTo>
                  <a:pt x="1023953" y="107382"/>
                </a:lnTo>
                <a:lnTo>
                  <a:pt x="1023523" y="107452"/>
                </a:lnTo>
                <a:lnTo>
                  <a:pt x="1023097" y="107543"/>
                </a:lnTo>
                <a:lnTo>
                  <a:pt x="1022677" y="107657"/>
                </a:lnTo>
                <a:lnTo>
                  <a:pt x="1022266" y="107795"/>
                </a:lnTo>
                <a:lnTo>
                  <a:pt x="1021868" y="107961"/>
                </a:lnTo>
                <a:lnTo>
                  <a:pt x="1021484" y="108157"/>
                </a:lnTo>
                <a:lnTo>
                  <a:pt x="1021119" y="108386"/>
                </a:lnTo>
                <a:lnTo>
                  <a:pt x="1020774" y="108650"/>
                </a:lnTo>
                <a:lnTo>
                  <a:pt x="1020453" y="108952"/>
                </a:lnTo>
                <a:lnTo>
                  <a:pt x="1020159" y="109294"/>
                </a:lnTo>
                <a:lnTo>
                  <a:pt x="1019895" y="109678"/>
                </a:lnTo>
                <a:lnTo>
                  <a:pt x="1019664" y="110108"/>
                </a:lnTo>
                <a:lnTo>
                  <a:pt x="1019467" y="110585"/>
                </a:lnTo>
                <a:lnTo>
                  <a:pt x="1019310" y="111113"/>
                </a:lnTo>
                <a:lnTo>
                  <a:pt x="1019194" y="111693"/>
                </a:lnTo>
                <a:lnTo>
                  <a:pt x="1019122" y="112329"/>
                </a:lnTo>
                <a:lnTo>
                  <a:pt x="1019097" y="113022"/>
                </a:lnTo>
                <a:lnTo>
                  <a:pt x="1019121" y="113738"/>
                </a:lnTo>
                <a:lnTo>
                  <a:pt x="1019190" y="114395"/>
                </a:lnTo>
                <a:lnTo>
                  <a:pt x="1019302" y="114994"/>
                </a:lnTo>
                <a:lnTo>
                  <a:pt x="1019454" y="115539"/>
                </a:lnTo>
                <a:lnTo>
                  <a:pt x="1019644" y="116033"/>
                </a:lnTo>
                <a:lnTo>
                  <a:pt x="1019868" y="116476"/>
                </a:lnTo>
                <a:lnTo>
                  <a:pt x="1020125" y="116874"/>
                </a:lnTo>
                <a:lnTo>
                  <a:pt x="1020411" y="117227"/>
                </a:lnTo>
                <a:lnTo>
                  <a:pt x="1020724" y="117538"/>
                </a:lnTo>
                <a:lnTo>
                  <a:pt x="1021061" y="117811"/>
                </a:lnTo>
                <a:lnTo>
                  <a:pt x="1021419" y="118048"/>
                </a:lnTo>
                <a:lnTo>
                  <a:pt x="1021796" y="118250"/>
                </a:lnTo>
                <a:lnTo>
                  <a:pt x="1022189" y="118422"/>
                </a:lnTo>
                <a:lnTo>
                  <a:pt x="1022596" y="118565"/>
                </a:lnTo>
                <a:lnTo>
                  <a:pt x="1023013" y="118682"/>
                </a:lnTo>
                <a:lnTo>
                  <a:pt x="1023438" y="118776"/>
                </a:lnTo>
                <a:lnTo>
                  <a:pt x="1023869" y="118849"/>
                </a:lnTo>
                <a:lnTo>
                  <a:pt x="1024302" y="118904"/>
                </a:lnTo>
                <a:lnTo>
                  <a:pt x="1024735" y="118943"/>
                </a:lnTo>
                <a:lnTo>
                  <a:pt x="1025166" y="118970"/>
                </a:lnTo>
                <a:lnTo>
                  <a:pt x="1025591" y="118986"/>
                </a:lnTo>
                <a:lnTo>
                  <a:pt x="1026008" y="118994"/>
                </a:lnTo>
                <a:lnTo>
                  <a:pt x="1026414" y="118997"/>
                </a:lnTo>
                <a:lnTo>
                  <a:pt x="1026807" y="118997"/>
                </a:lnTo>
                <a:lnTo>
                  <a:pt x="1077126" y="118997"/>
                </a:lnTo>
                <a:lnTo>
                  <a:pt x="1077498" y="118997"/>
                </a:lnTo>
                <a:lnTo>
                  <a:pt x="1077889" y="118994"/>
                </a:lnTo>
                <a:lnTo>
                  <a:pt x="1078296" y="118986"/>
                </a:lnTo>
                <a:lnTo>
                  <a:pt x="1078716" y="118970"/>
                </a:lnTo>
                <a:lnTo>
                  <a:pt x="1079145" y="118945"/>
                </a:lnTo>
                <a:lnTo>
                  <a:pt x="1079582" y="118907"/>
                </a:lnTo>
                <a:lnTo>
                  <a:pt x="1080021" y="118854"/>
                </a:lnTo>
                <a:lnTo>
                  <a:pt x="1080461" y="118783"/>
                </a:lnTo>
                <a:lnTo>
                  <a:pt x="1080898" y="118692"/>
                </a:lnTo>
                <a:lnTo>
                  <a:pt x="1081330" y="118579"/>
                </a:lnTo>
                <a:lnTo>
                  <a:pt x="1081752" y="118440"/>
                </a:lnTo>
                <a:lnTo>
                  <a:pt x="1082163" y="118274"/>
                </a:lnTo>
                <a:lnTo>
                  <a:pt x="1082559" y="118078"/>
                </a:lnTo>
                <a:lnTo>
                  <a:pt x="1082936" y="117849"/>
                </a:lnTo>
                <a:lnTo>
                  <a:pt x="1083292" y="117585"/>
                </a:lnTo>
                <a:lnTo>
                  <a:pt x="1083624" y="117283"/>
                </a:lnTo>
                <a:lnTo>
                  <a:pt x="1083929" y="116942"/>
                </a:lnTo>
                <a:lnTo>
                  <a:pt x="1084203" y="116557"/>
                </a:lnTo>
                <a:lnTo>
                  <a:pt x="1084443" y="116127"/>
                </a:lnTo>
                <a:lnTo>
                  <a:pt x="1084646" y="115650"/>
                </a:lnTo>
                <a:lnTo>
                  <a:pt x="1084810" y="115122"/>
                </a:lnTo>
                <a:lnTo>
                  <a:pt x="1084931" y="114542"/>
                </a:lnTo>
                <a:lnTo>
                  <a:pt x="1085005" y="113907"/>
                </a:lnTo>
                <a:lnTo>
                  <a:pt x="1085031" y="113213"/>
                </a:lnTo>
                <a:lnTo>
                  <a:pt x="1085005" y="112497"/>
                </a:lnTo>
                <a:lnTo>
                  <a:pt x="1084931" y="111841"/>
                </a:lnTo>
                <a:lnTo>
                  <a:pt x="1084810" y="111241"/>
                </a:lnTo>
                <a:lnTo>
                  <a:pt x="1084646" y="110696"/>
                </a:lnTo>
                <a:lnTo>
                  <a:pt x="1084443" y="110203"/>
                </a:lnTo>
                <a:lnTo>
                  <a:pt x="1084203" y="109759"/>
                </a:lnTo>
                <a:lnTo>
                  <a:pt x="1083929" y="109362"/>
                </a:lnTo>
                <a:lnTo>
                  <a:pt x="1083624" y="109009"/>
                </a:lnTo>
                <a:lnTo>
                  <a:pt x="1083292" y="108697"/>
                </a:lnTo>
                <a:lnTo>
                  <a:pt x="1082936" y="108424"/>
                </a:lnTo>
                <a:lnTo>
                  <a:pt x="1082559" y="108188"/>
                </a:lnTo>
                <a:lnTo>
                  <a:pt x="1082163" y="107985"/>
                </a:lnTo>
                <a:lnTo>
                  <a:pt x="1081752" y="107813"/>
                </a:lnTo>
                <a:lnTo>
                  <a:pt x="1081330" y="107670"/>
                </a:lnTo>
                <a:lnTo>
                  <a:pt x="1080898" y="107553"/>
                </a:lnTo>
                <a:lnTo>
                  <a:pt x="1080461" y="107459"/>
                </a:lnTo>
                <a:lnTo>
                  <a:pt x="1080021" y="107386"/>
                </a:lnTo>
                <a:lnTo>
                  <a:pt x="1079582" y="107331"/>
                </a:lnTo>
                <a:lnTo>
                  <a:pt x="1079145" y="107292"/>
                </a:lnTo>
                <a:lnTo>
                  <a:pt x="1078716" y="107266"/>
                </a:lnTo>
                <a:lnTo>
                  <a:pt x="1078296" y="107250"/>
                </a:lnTo>
                <a:lnTo>
                  <a:pt x="1077889" y="107242"/>
                </a:lnTo>
                <a:lnTo>
                  <a:pt x="1077498" y="107239"/>
                </a:lnTo>
                <a:lnTo>
                  <a:pt x="1077126" y="107238"/>
                </a:lnTo>
                <a:lnTo>
                  <a:pt x="1055728" y="107238"/>
                </a:lnTo>
                <a:lnTo>
                  <a:pt x="1055728" y="83164"/>
                </a:lnTo>
                <a:lnTo>
                  <a:pt x="1055787" y="80906"/>
                </a:lnTo>
                <a:lnTo>
                  <a:pt x="1055965" y="78651"/>
                </a:lnTo>
                <a:lnTo>
                  <a:pt x="1056262" y="76408"/>
                </a:lnTo>
                <a:lnTo>
                  <a:pt x="1056678" y="74185"/>
                </a:lnTo>
                <a:lnTo>
                  <a:pt x="1057214" y="71990"/>
                </a:lnTo>
                <a:lnTo>
                  <a:pt x="1057870" y="69832"/>
                </a:lnTo>
                <a:lnTo>
                  <a:pt x="1058645" y="67718"/>
                </a:lnTo>
                <a:lnTo>
                  <a:pt x="1059541" y="65657"/>
                </a:lnTo>
                <a:lnTo>
                  <a:pt x="1060557" y="63658"/>
                </a:lnTo>
                <a:lnTo>
                  <a:pt x="1061694" y="61727"/>
                </a:lnTo>
                <a:lnTo>
                  <a:pt x="1062951" y="59875"/>
                </a:lnTo>
                <a:lnTo>
                  <a:pt x="1064330" y="58108"/>
                </a:lnTo>
                <a:lnTo>
                  <a:pt x="1065831" y="56435"/>
                </a:lnTo>
                <a:lnTo>
                  <a:pt x="1067453" y="54864"/>
                </a:lnTo>
                <a:lnTo>
                  <a:pt x="1069198" y="53404"/>
                </a:lnTo>
                <a:lnTo>
                  <a:pt x="1071064" y="52063"/>
                </a:lnTo>
                <a:lnTo>
                  <a:pt x="1073054" y="50849"/>
                </a:lnTo>
                <a:lnTo>
                  <a:pt x="1075165" y="49770"/>
                </a:lnTo>
                <a:lnTo>
                  <a:pt x="1077400" y="48834"/>
                </a:lnTo>
                <a:lnTo>
                  <a:pt x="1079759" y="48050"/>
                </a:lnTo>
                <a:lnTo>
                  <a:pt x="1082240" y="47426"/>
                </a:lnTo>
                <a:lnTo>
                  <a:pt x="1084846" y="46970"/>
                </a:lnTo>
                <a:lnTo>
                  <a:pt x="1087575" y="46690"/>
                </a:lnTo>
                <a:lnTo>
                  <a:pt x="1090429" y="46595"/>
                </a:lnTo>
                <a:lnTo>
                  <a:pt x="1090469" y="47169"/>
                </a:lnTo>
                <a:lnTo>
                  <a:pt x="1090541" y="47734"/>
                </a:lnTo>
                <a:lnTo>
                  <a:pt x="1090643" y="48288"/>
                </a:lnTo>
                <a:lnTo>
                  <a:pt x="1090776" y="48830"/>
                </a:lnTo>
                <a:lnTo>
                  <a:pt x="1090938" y="49359"/>
                </a:lnTo>
                <a:lnTo>
                  <a:pt x="1091129" y="49873"/>
                </a:lnTo>
                <a:lnTo>
                  <a:pt x="1091348" y="50371"/>
                </a:lnTo>
                <a:lnTo>
                  <a:pt x="1091594" y="50852"/>
                </a:lnTo>
                <a:lnTo>
                  <a:pt x="1091867" y="51313"/>
                </a:lnTo>
                <a:lnTo>
                  <a:pt x="1092166" y="51755"/>
                </a:lnTo>
                <a:lnTo>
                  <a:pt x="1092491" y="52175"/>
                </a:lnTo>
                <a:lnTo>
                  <a:pt x="1092840" y="52573"/>
                </a:lnTo>
                <a:lnTo>
                  <a:pt x="1093213" y="52946"/>
                </a:lnTo>
                <a:lnTo>
                  <a:pt x="1093610" y="53294"/>
                </a:lnTo>
                <a:lnTo>
                  <a:pt x="1094030" y="53615"/>
                </a:lnTo>
                <a:lnTo>
                  <a:pt x="1094471" y="53908"/>
                </a:lnTo>
                <a:lnTo>
                  <a:pt x="1094934" y="54172"/>
                </a:lnTo>
                <a:lnTo>
                  <a:pt x="1095418" y="54405"/>
                </a:lnTo>
                <a:lnTo>
                  <a:pt x="1095922" y="54605"/>
                </a:lnTo>
                <a:lnTo>
                  <a:pt x="1096445" y="54773"/>
                </a:lnTo>
                <a:lnTo>
                  <a:pt x="1096987" y="54905"/>
                </a:lnTo>
                <a:lnTo>
                  <a:pt x="1097547" y="55001"/>
                </a:lnTo>
                <a:lnTo>
                  <a:pt x="1098125" y="55060"/>
                </a:lnTo>
                <a:lnTo>
                  <a:pt x="1098719" y="55080"/>
                </a:lnTo>
                <a:lnTo>
                  <a:pt x="1099247" y="55064"/>
                </a:lnTo>
                <a:lnTo>
                  <a:pt x="1099770" y="55016"/>
                </a:lnTo>
                <a:lnTo>
                  <a:pt x="1100285" y="54937"/>
                </a:lnTo>
                <a:lnTo>
                  <a:pt x="1100792" y="54827"/>
                </a:lnTo>
                <a:lnTo>
                  <a:pt x="1101289" y="54687"/>
                </a:lnTo>
                <a:lnTo>
                  <a:pt x="1101774" y="54516"/>
                </a:lnTo>
                <a:lnTo>
                  <a:pt x="1102246" y="54316"/>
                </a:lnTo>
                <a:lnTo>
                  <a:pt x="1102704" y="54087"/>
                </a:lnTo>
                <a:lnTo>
                  <a:pt x="1103146" y="53829"/>
                </a:lnTo>
                <a:lnTo>
                  <a:pt x="1103570" y="53542"/>
                </a:lnTo>
                <a:lnTo>
                  <a:pt x="1103975" y="53228"/>
                </a:lnTo>
                <a:lnTo>
                  <a:pt x="1104359" y="52886"/>
                </a:lnTo>
                <a:lnTo>
                  <a:pt x="1104721" y="52517"/>
                </a:lnTo>
                <a:lnTo>
                  <a:pt x="1105060" y="52121"/>
                </a:lnTo>
                <a:lnTo>
                  <a:pt x="1105374" y="51699"/>
                </a:lnTo>
                <a:lnTo>
                  <a:pt x="1105661" y="51252"/>
                </a:lnTo>
                <a:lnTo>
                  <a:pt x="1105920" y="50778"/>
                </a:lnTo>
                <a:lnTo>
                  <a:pt x="1106149" y="50280"/>
                </a:lnTo>
                <a:lnTo>
                  <a:pt x="1106347" y="49757"/>
                </a:lnTo>
                <a:lnTo>
                  <a:pt x="1106512" y="49210"/>
                </a:lnTo>
                <a:lnTo>
                  <a:pt x="1106644" y="48640"/>
                </a:lnTo>
                <a:lnTo>
                  <a:pt x="1106739" y="48046"/>
                </a:lnTo>
                <a:lnTo>
                  <a:pt x="1106798" y="47429"/>
                </a:lnTo>
                <a:lnTo>
                  <a:pt x="1106818" y="46789"/>
                </a:lnTo>
                <a:lnTo>
                  <a:pt x="1106805" y="46286"/>
                </a:lnTo>
                <a:lnTo>
                  <a:pt x="1106763" y="45744"/>
                </a:lnTo>
                <a:lnTo>
                  <a:pt x="1106687" y="45168"/>
                </a:lnTo>
                <a:lnTo>
                  <a:pt x="1106572" y="44564"/>
                </a:lnTo>
                <a:lnTo>
                  <a:pt x="1106413" y="43938"/>
                </a:lnTo>
                <a:lnTo>
                  <a:pt x="1106206" y="43294"/>
                </a:lnTo>
                <a:close/>
                <a:moveTo>
                  <a:pt x="301111" y="109759"/>
                </a:moveTo>
                <a:lnTo>
                  <a:pt x="300845" y="109362"/>
                </a:lnTo>
                <a:lnTo>
                  <a:pt x="300549" y="109009"/>
                </a:lnTo>
                <a:lnTo>
                  <a:pt x="300225" y="108697"/>
                </a:lnTo>
                <a:lnTo>
                  <a:pt x="299877" y="108424"/>
                </a:lnTo>
                <a:lnTo>
                  <a:pt x="299506" y="108188"/>
                </a:lnTo>
                <a:lnTo>
                  <a:pt x="299117" y="107985"/>
                </a:lnTo>
                <a:lnTo>
                  <a:pt x="298712" y="107813"/>
                </a:lnTo>
                <a:lnTo>
                  <a:pt x="298294" y="107670"/>
                </a:lnTo>
                <a:lnTo>
                  <a:pt x="297865" y="107553"/>
                </a:lnTo>
                <a:lnTo>
                  <a:pt x="297429" y="107459"/>
                </a:lnTo>
                <a:lnTo>
                  <a:pt x="296988" y="107386"/>
                </a:lnTo>
                <a:lnTo>
                  <a:pt x="296545" y="107331"/>
                </a:lnTo>
                <a:lnTo>
                  <a:pt x="296103" y="107292"/>
                </a:lnTo>
                <a:lnTo>
                  <a:pt x="295665" y="107266"/>
                </a:lnTo>
                <a:lnTo>
                  <a:pt x="295233" y="107250"/>
                </a:lnTo>
                <a:lnTo>
                  <a:pt x="294812" y="107242"/>
                </a:lnTo>
                <a:lnTo>
                  <a:pt x="294402" y="107239"/>
                </a:lnTo>
                <a:lnTo>
                  <a:pt x="294008" y="107238"/>
                </a:lnTo>
                <a:lnTo>
                  <a:pt x="285524" y="107238"/>
                </a:lnTo>
                <a:lnTo>
                  <a:pt x="285524" y="62576"/>
                </a:lnTo>
                <a:lnTo>
                  <a:pt x="285473" y="60203"/>
                </a:lnTo>
                <a:lnTo>
                  <a:pt x="285321" y="57944"/>
                </a:lnTo>
                <a:lnTo>
                  <a:pt x="285072" y="55800"/>
                </a:lnTo>
                <a:lnTo>
                  <a:pt x="284725" y="53768"/>
                </a:lnTo>
                <a:lnTo>
                  <a:pt x="284284" y="51847"/>
                </a:lnTo>
                <a:lnTo>
                  <a:pt x="283750" y="50036"/>
                </a:lnTo>
                <a:lnTo>
                  <a:pt x="283125" y="48334"/>
                </a:lnTo>
                <a:lnTo>
                  <a:pt x="282411" y="46739"/>
                </a:lnTo>
                <a:lnTo>
                  <a:pt x="281610" y="45251"/>
                </a:lnTo>
                <a:lnTo>
                  <a:pt x="280724" y="43867"/>
                </a:lnTo>
                <a:lnTo>
                  <a:pt x="279755" y="42588"/>
                </a:lnTo>
                <a:lnTo>
                  <a:pt x="278704" y="41411"/>
                </a:lnTo>
                <a:lnTo>
                  <a:pt x="277575" y="40335"/>
                </a:lnTo>
                <a:lnTo>
                  <a:pt x="276367" y="39360"/>
                </a:lnTo>
                <a:lnTo>
                  <a:pt x="275085" y="38483"/>
                </a:lnTo>
                <a:lnTo>
                  <a:pt x="273729" y="37704"/>
                </a:lnTo>
                <a:lnTo>
                  <a:pt x="272301" y="37021"/>
                </a:lnTo>
                <a:lnTo>
                  <a:pt x="270804" y="36433"/>
                </a:lnTo>
                <a:lnTo>
                  <a:pt x="269238" y="35939"/>
                </a:lnTo>
                <a:lnTo>
                  <a:pt x="267607" y="35537"/>
                </a:lnTo>
                <a:lnTo>
                  <a:pt x="265912" y="35227"/>
                </a:lnTo>
                <a:lnTo>
                  <a:pt x="264155" y="35007"/>
                </a:lnTo>
                <a:lnTo>
                  <a:pt x="262338" y="34876"/>
                </a:lnTo>
                <a:lnTo>
                  <a:pt x="260463" y="34833"/>
                </a:lnTo>
                <a:lnTo>
                  <a:pt x="258870" y="34867"/>
                </a:lnTo>
                <a:lnTo>
                  <a:pt x="257322" y="34964"/>
                </a:lnTo>
                <a:lnTo>
                  <a:pt x="255819" y="35122"/>
                </a:lnTo>
                <a:lnTo>
                  <a:pt x="254361" y="35336"/>
                </a:lnTo>
                <a:lnTo>
                  <a:pt x="252949" y="35601"/>
                </a:lnTo>
                <a:lnTo>
                  <a:pt x="251582" y="35915"/>
                </a:lnTo>
                <a:lnTo>
                  <a:pt x="250262" y="36272"/>
                </a:lnTo>
                <a:lnTo>
                  <a:pt x="248988" y="36669"/>
                </a:lnTo>
                <a:lnTo>
                  <a:pt x="247761" y="37101"/>
                </a:lnTo>
                <a:lnTo>
                  <a:pt x="246581" y="37565"/>
                </a:lnTo>
                <a:lnTo>
                  <a:pt x="245449" y="38056"/>
                </a:lnTo>
                <a:lnTo>
                  <a:pt x="244364" y="38570"/>
                </a:lnTo>
                <a:lnTo>
                  <a:pt x="243328" y="39103"/>
                </a:lnTo>
                <a:lnTo>
                  <a:pt x="242340" y="39651"/>
                </a:lnTo>
                <a:lnTo>
                  <a:pt x="241401" y="40210"/>
                </a:lnTo>
                <a:lnTo>
                  <a:pt x="240512" y="40776"/>
                </a:lnTo>
                <a:lnTo>
                  <a:pt x="239671" y="41344"/>
                </a:lnTo>
                <a:lnTo>
                  <a:pt x="238881" y="41911"/>
                </a:lnTo>
                <a:lnTo>
                  <a:pt x="238141" y="42473"/>
                </a:lnTo>
                <a:lnTo>
                  <a:pt x="237451" y="43025"/>
                </a:lnTo>
                <a:lnTo>
                  <a:pt x="236813" y="43563"/>
                </a:lnTo>
                <a:lnTo>
                  <a:pt x="236225" y="44083"/>
                </a:lnTo>
                <a:lnTo>
                  <a:pt x="235689" y="44581"/>
                </a:lnTo>
                <a:lnTo>
                  <a:pt x="235205" y="45053"/>
                </a:lnTo>
                <a:lnTo>
                  <a:pt x="235204" y="44296"/>
                </a:lnTo>
                <a:lnTo>
                  <a:pt x="235200" y="43573"/>
                </a:lnTo>
                <a:lnTo>
                  <a:pt x="235190" y="42884"/>
                </a:lnTo>
                <a:lnTo>
                  <a:pt x="235169" y="42229"/>
                </a:lnTo>
                <a:lnTo>
                  <a:pt x="235135" y="41607"/>
                </a:lnTo>
                <a:lnTo>
                  <a:pt x="235084" y="41019"/>
                </a:lnTo>
                <a:lnTo>
                  <a:pt x="235013" y="40465"/>
                </a:lnTo>
                <a:lnTo>
                  <a:pt x="234919" y="39943"/>
                </a:lnTo>
                <a:lnTo>
                  <a:pt x="234798" y="39454"/>
                </a:lnTo>
                <a:lnTo>
                  <a:pt x="234647" y="38999"/>
                </a:lnTo>
                <a:lnTo>
                  <a:pt x="234462" y="38575"/>
                </a:lnTo>
                <a:lnTo>
                  <a:pt x="234241" y="38185"/>
                </a:lnTo>
                <a:lnTo>
                  <a:pt x="233979" y="37826"/>
                </a:lnTo>
                <a:lnTo>
                  <a:pt x="233674" y="37500"/>
                </a:lnTo>
                <a:lnTo>
                  <a:pt x="233322" y="37205"/>
                </a:lnTo>
                <a:lnTo>
                  <a:pt x="232920" y="36943"/>
                </a:lnTo>
                <a:lnTo>
                  <a:pt x="232464" y="36712"/>
                </a:lnTo>
                <a:lnTo>
                  <a:pt x="231952" y="36512"/>
                </a:lnTo>
                <a:lnTo>
                  <a:pt x="231379" y="36343"/>
                </a:lnTo>
                <a:lnTo>
                  <a:pt x="230743" y="36206"/>
                </a:lnTo>
                <a:lnTo>
                  <a:pt x="230039" y="36099"/>
                </a:lnTo>
                <a:lnTo>
                  <a:pt x="229266" y="36023"/>
                </a:lnTo>
                <a:lnTo>
                  <a:pt x="228419" y="35978"/>
                </a:lnTo>
                <a:lnTo>
                  <a:pt x="227494" y="35963"/>
                </a:lnTo>
                <a:lnTo>
                  <a:pt x="213421" y="35963"/>
                </a:lnTo>
                <a:lnTo>
                  <a:pt x="213027" y="35963"/>
                </a:lnTo>
                <a:lnTo>
                  <a:pt x="212617" y="35966"/>
                </a:lnTo>
                <a:lnTo>
                  <a:pt x="212195" y="35974"/>
                </a:lnTo>
                <a:lnTo>
                  <a:pt x="211764" y="35990"/>
                </a:lnTo>
                <a:lnTo>
                  <a:pt x="211326" y="36017"/>
                </a:lnTo>
                <a:lnTo>
                  <a:pt x="210884" y="36056"/>
                </a:lnTo>
                <a:lnTo>
                  <a:pt x="210441" y="36111"/>
                </a:lnTo>
                <a:lnTo>
                  <a:pt x="210000" y="36184"/>
                </a:lnTo>
                <a:lnTo>
                  <a:pt x="209564" y="36278"/>
                </a:lnTo>
                <a:lnTo>
                  <a:pt x="209135" y="36395"/>
                </a:lnTo>
                <a:lnTo>
                  <a:pt x="208717" y="36538"/>
                </a:lnTo>
                <a:lnTo>
                  <a:pt x="208311" y="36710"/>
                </a:lnTo>
                <a:lnTo>
                  <a:pt x="207922" y="36913"/>
                </a:lnTo>
                <a:lnTo>
                  <a:pt x="207552" y="37149"/>
                </a:lnTo>
                <a:lnTo>
                  <a:pt x="207204" y="37422"/>
                </a:lnTo>
                <a:lnTo>
                  <a:pt x="206880" y="37734"/>
                </a:lnTo>
                <a:lnTo>
                  <a:pt x="206584" y="38087"/>
                </a:lnTo>
                <a:lnTo>
                  <a:pt x="206317" y="38485"/>
                </a:lnTo>
                <a:lnTo>
                  <a:pt x="206085" y="38929"/>
                </a:lnTo>
                <a:lnTo>
                  <a:pt x="205888" y="39422"/>
                </a:lnTo>
                <a:lnTo>
                  <a:pt x="205729" y="39968"/>
                </a:lnTo>
                <a:lnTo>
                  <a:pt x="205613" y="40567"/>
                </a:lnTo>
                <a:lnTo>
                  <a:pt x="205541" y="41224"/>
                </a:lnTo>
                <a:lnTo>
                  <a:pt x="205516" y="41941"/>
                </a:lnTo>
                <a:lnTo>
                  <a:pt x="205542" y="42634"/>
                </a:lnTo>
                <a:lnTo>
                  <a:pt x="205617" y="43270"/>
                </a:lnTo>
                <a:lnTo>
                  <a:pt x="205737" y="43850"/>
                </a:lnTo>
                <a:lnTo>
                  <a:pt x="205900" y="44378"/>
                </a:lnTo>
                <a:lnTo>
                  <a:pt x="206103" y="44855"/>
                </a:lnTo>
                <a:lnTo>
                  <a:pt x="206342" y="45285"/>
                </a:lnTo>
                <a:lnTo>
                  <a:pt x="206614" y="45669"/>
                </a:lnTo>
                <a:lnTo>
                  <a:pt x="206916" y="46011"/>
                </a:lnTo>
                <a:lnTo>
                  <a:pt x="207245" y="46313"/>
                </a:lnTo>
                <a:lnTo>
                  <a:pt x="207597" y="46577"/>
                </a:lnTo>
                <a:lnTo>
                  <a:pt x="207970" y="46806"/>
                </a:lnTo>
                <a:lnTo>
                  <a:pt x="208360" y="47002"/>
                </a:lnTo>
                <a:lnTo>
                  <a:pt x="208764" y="47168"/>
                </a:lnTo>
                <a:lnTo>
                  <a:pt x="209179" y="47306"/>
                </a:lnTo>
                <a:lnTo>
                  <a:pt x="209602" y="47420"/>
                </a:lnTo>
                <a:lnTo>
                  <a:pt x="210029" y="47511"/>
                </a:lnTo>
                <a:lnTo>
                  <a:pt x="210457" y="47581"/>
                </a:lnTo>
                <a:lnTo>
                  <a:pt x="210884" y="47634"/>
                </a:lnTo>
                <a:lnTo>
                  <a:pt x="211306" y="47673"/>
                </a:lnTo>
                <a:lnTo>
                  <a:pt x="211719" y="47698"/>
                </a:lnTo>
                <a:lnTo>
                  <a:pt x="212121" y="47714"/>
                </a:lnTo>
                <a:lnTo>
                  <a:pt x="212508" y="47721"/>
                </a:lnTo>
                <a:lnTo>
                  <a:pt x="212878" y="47724"/>
                </a:lnTo>
                <a:lnTo>
                  <a:pt x="213227" y="47725"/>
                </a:lnTo>
                <a:lnTo>
                  <a:pt x="221905" y="47725"/>
                </a:lnTo>
                <a:lnTo>
                  <a:pt x="221905" y="107238"/>
                </a:lnTo>
                <a:lnTo>
                  <a:pt x="213421" y="107238"/>
                </a:lnTo>
                <a:lnTo>
                  <a:pt x="213027" y="107239"/>
                </a:lnTo>
                <a:lnTo>
                  <a:pt x="212617" y="107242"/>
                </a:lnTo>
                <a:lnTo>
                  <a:pt x="212195" y="107250"/>
                </a:lnTo>
                <a:lnTo>
                  <a:pt x="211764" y="107266"/>
                </a:lnTo>
                <a:lnTo>
                  <a:pt x="211326" y="107292"/>
                </a:lnTo>
                <a:lnTo>
                  <a:pt x="210884" y="107331"/>
                </a:lnTo>
                <a:lnTo>
                  <a:pt x="210441" y="107386"/>
                </a:lnTo>
                <a:lnTo>
                  <a:pt x="210000" y="107459"/>
                </a:lnTo>
                <a:lnTo>
                  <a:pt x="209564" y="107553"/>
                </a:lnTo>
                <a:lnTo>
                  <a:pt x="209135" y="107670"/>
                </a:lnTo>
                <a:lnTo>
                  <a:pt x="208717" y="107813"/>
                </a:lnTo>
                <a:lnTo>
                  <a:pt x="208311" y="107985"/>
                </a:lnTo>
                <a:lnTo>
                  <a:pt x="207922" y="108188"/>
                </a:lnTo>
                <a:lnTo>
                  <a:pt x="207552" y="108424"/>
                </a:lnTo>
                <a:lnTo>
                  <a:pt x="207204" y="108697"/>
                </a:lnTo>
                <a:lnTo>
                  <a:pt x="206880" y="109009"/>
                </a:lnTo>
                <a:lnTo>
                  <a:pt x="206584" y="109362"/>
                </a:lnTo>
                <a:lnTo>
                  <a:pt x="206317" y="109759"/>
                </a:lnTo>
                <a:lnTo>
                  <a:pt x="206085" y="110203"/>
                </a:lnTo>
                <a:lnTo>
                  <a:pt x="205888" y="110696"/>
                </a:lnTo>
                <a:lnTo>
                  <a:pt x="205729" y="111241"/>
                </a:lnTo>
                <a:lnTo>
                  <a:pt x="205613" y="111841"/>
                </a:lnTo>
                <a:lnTo>
                  <a:pt x="205541" y="112497"/>
                </a:lnTo>
                <a:lnTo>
                  <a:pt x="205516" y="113213"/>
                </a:lnTo>
                <a:lnTo>
                  <a:pt x="205542" y="113907"/>
                </a:lnTo>
                <a:lnTo>
                  <a:pt x="205617" y="114542"/>
                </a:lnTo>
                <a:lnTo>
                  <a:pt x="205737" y="115122"/>
                </a:lnTo>
                <a:lnTo>
                  <a:pt x="205900" y="115650"/>
                </a:lnTo>
                <a:lnTo>
                  <a:pt x="206103" y="116127"/>
                </a:lnTo>
                <a:lnTo>
                  <a:pt x="206342" y="116557"/>
                </a:lnTo>
                <a:lnTo>
                  <a:pt x="206614" y="116942"/>
                </a:lnTo>
                <a:lnTo>
                  <a:pt x="206916" y="117283"/>
                </a:lnTo>
                <a:lnTo>
                  <a:pt x="207245" y="117585"/>
                </a:lnTo>
                <a:lnTo>
                  <a:pt x="207597" y="117849"/>
                </a:lnTo>
                <a:lnTo>
                  <a:pt x="207970" y="118078"/>
                </a:lnTo>
                <a:lnTo>
                  <a:pt x="208360" y="118274"/>
                </a:lnTo>
                <a:lnTo>
                  <a:pt x="208764" y="118440"/>
                </a:lnTo>
                <a:lnTo>
                  <a:pt x="209179" y="118579"/>
                </a:lnTo>
                <a:lnTo>
                  <a:pt x="209602" y="118692"/>
                </a:lnTo>
                <a:lnTo>
                  <a:pt x="210029" y="118783"/>
                </a:lnTo>
                <a:lnTo>
                  <a:pt x="210457" y="118854"/>
                </a:lnTo>
                <a:lnTo>
                  <a:pt x="210884" y="118907"/>
                </a:lnTo>
                <a:lnTo>
                  <a:pt x="211306" y="118945"/>
                </a:lnTo>
                <a:lnTo>
                  <a:pt x="211719" y="118970"/>
                </a:lnTo>
                <a:lnTo>
                  <a:pt x="212121" y="118986"/>
                </a:lnTo>
                <a:lnTo>
                  <a:pt x="212508" y="118994"/>
                </a:lnTo>
                <a:lnTo>
                  <a:pt x="212878" y="118997"/>
                </a:lnTo>
                <a:lnTo>
                  <a:pt x="213227" y="118997"/>
                </a:lnTo>
                <a:lnTo>
                  <a:pt x="243883" y="118997"/>
                </a:lnTo>
                <a:lnTo>
                  <a:pt x="244232" y="118997"/>
                </a:lnTo>
                <a:lnTo>
                  <a:pt x="244601" y="118994"/>
                </a:lnTo>
                <a:lnTo>
                  <a:pt x="244989" y="118986"/>
                </a:lnTo>
                <a:lnTo>
                  <a:pt x="245391" y="118970"/>
                </a:lnTo>
                <a:lnTo>
                  <a:pt x="245804" y="118945"/>
                </a:lnTo>
                <a:lnTo>
                  <a:pt x="246226" y="118907"/>
                </a:lnTo>
                <a:lnTo>
                  <a:pt x="246652" y="118854"/>
                </a:lnTo>
                <a:lnTo>
                  <a:pt x="247081" y="118783"/>
                </a:lnTo>
                <a:lnTo>
                  <a:pt x="247508" y="118692"/>
                </a:lnTo>
                <a:lnTo>
                  <a:pt x="247931" y="118579"/>
                </a:lnTo>
                <a:lnTo>
                  <a:pt x="248346" y="118440"/>
                </a:lnTo>
                <a:lnTo>
                  <a:pt x="248750" y="118274"/>
                </a:lnTo>
                <a:lnTo>
                  <a:pt x="249140" y="118078"/>
                </a:lnTo>
                <a:lnTo>
                  <a:pt x="249513" y="117849"/>
                </a:lnTo>
                <a:lnTo>
                  <a:pt x="249865" y="117585"/>
                </a:lnTo>
                <a:lnTo>
                  <a:pt x="250194" y="117283"/>
                </a:lnTo>
                <a:lnTo>
                  <a:pt x="250496" y="116942"/>
                </a:lnTo>
                <a:lnTo>
                  <a:pt x="250768" y="116557"/>
                </a:lnTo>
                <a:lnTo>
                  <a:pt x="251007" y="116127"/>
                </a:lnTo>
                <a:lnTo>
                  <a:pt x="251210" y="115650"/>
                </a:lnTo>
                <a:lnTo>
                  <a:pt x="251373" y="115122"/>
                </a:lnTo>
                <a:lnTo>
                  <a:pt x="251493" y="114542"/>
                </a:lnTo>
                <a:lnTo>
                  <a:pt x="251568" y="113907"/>
                </a:lnTo>
                <a:lnTo>
                  <a:pt x="251593" y="113213"/>
                </a:lnTo>
                <a:lnTo>
                  <a:pt x="251569" y="112497"/>
                </a:lnTo>
                <a:lnTo>
                  <a:pt x="251497" y="111841"/>
                </a:lnTo>
                <a:lnTo>
                  <a:pt x="251380" y="111241"/>
                </a:lnTo>
                <a:lnTo>
                  <a:pt x="251222" y="110696"/>
                </a:lnTo>
                <a:lnTo>
                  <a:pt x="251025" y="110203"/>
                </a:lnTo>
                <a:lnTo>
                  <a:pt x="250792" y="109759"/>
                </a:lnTo>
                <a:lnTo>
                  <a:pt x="250526" y="109362"/>
                </a:lnTo>
                <a:lnTo>
                  <a:pt x="250230" y="109009"/>
                </a:lnTo>
                <a:lnTo>
                  <a:pt x="249906" y="108697"/>
                </a:lnTo>
                <a:lnTo>
                  <a:pt x="249558" y="108424"/>
                </a:lnTo>
                <a:lnTo>
                  <a:pt x="249187" y="108188"/>
                </a:lnTo>
                <a:lnTo>
                  <a:pt x="248798" y="107985"/>
                </a:lnTo>
                <a:lnTo>
                  <a:pt x="248393" y="107813"/>
                </a:lnTo>
                <a:lnTo>
                  <a:pt x="247975" y="107670"/>
                </a:lnTo>
                <a:lnTo>
                  <a:pt x="247546" y="107553"/>
                </a:lnTo>
                <a:lnTo>
                  <a:pt x="247110" y="107459"/>
                </a:lnTo>
                <a:lnTo>
                  <a:pt x="246669" y="107386"/>
                </a:lnTo>
                <a:lnTo>
                  <a:pt x="246226" y="107331"/>
                </a:lnTo>
                <a:lnTo>
                  <a:pt x="245784" y="107292"/>
                </a:lnTo>
                <a:lnTo>
                  <a:pt x="245346" y="107266"/>
                </a:lnTo>
                <a:lnTo>
                  <a:pt x="244914" y="107250"/>
                </a:lnTo>
                <a:lnTo>
                  <a:pt x="244493" y="107242"/>
                </a:lnTo>
                <a:lnTo>
                  <a:pt x="244083" y="107239"/>
                </a:lnTo>
                <a:lnTo>
                  <a:pt x="243689" y="107238"/>
                </a:lnTo>
                <a:lnTo>
                  <a:pt x="235205" y="107238"/>
                </a:lnTo>
                <a:lnTo>
                  <a:pt x="235205" y="73149"/>
                </a:lnTo>
                <a:lnTo>
                  <a:pt x="235278" y="70806"/>
                </a:lnTo>
                <a:lnTo>
                  <a:pt x="235491" y="68586"/>
                </a:lnTo>
                <a:lnTo>
                  <a:pt x="235837" y="66485"/>
                </a:lnTo>
                <a:lnTo>
                  <a:pt x="236307" y="64503"/>
                </a:lnTo>
                <a:lnTo>
                  <a:pt x="236893" y="62636"/>
                </a:lnTo>
                <a:lnTo>
                  <a:pt x="237588" y="60884"/>
                </a:lnTo>
                <a:lnTo>
                  <a:pt x="238382" y="59245"/>
                </a:lnTo>
                <a:lnTo>
                  <a:pt x="239268" y="57715"/>
                </a:lnTo>
                <a:lnTo>
                  <a:pt x="240238" y="56293"/>
                </a:lnTo>
                <a:lnTo>
                  <a:pt x="241283" y="54978"/>
                </a:lnTo>
                <a:lnTo>
                  <a:pt x="242396" y="53767"/>
                </a:lnTo>
                <a:lnTo>
                  <a:pt x="243568" y="52658"/>
                </a:lnTo>
                <a:lnTo>
                  <a:pt x="244791" y="51649"/>
                </a:lnTo>
                <a:lnTo>
                  <a:pt x="246058" y="50739"/>
                </a:lnTo>
                <a:lnTo>
                  <a:pt x="247359" y="49925"/>
                </a:lnTo>
                <a:lnTo>
                  <a:pt x="248687" y="49205"/>
                </a:lnTo>
                <a:lnTo>
                  <a:pt x="250034" y="48577"/>
                </a:lnTo>
                <a:lnTo>
                  <a:pt x="251392" y="48039"/>
                </a:lnTo>
                <a:lnTo>
                  <a:pt x="252752" y="47589"/>
                </a:lnTo>
                <a:lnTo>
                  <a:pt x="254107" y="47226"/>
                </a:lnTo>
                <a:lnTo>
                  <a:pt x="255447" y="46947"/>
                </a:lnTo>
                <a:lnTo>
                  <a:pt x="256767" y="46750"/>
                </a:lnTo>
                <a:lnTo>
                  <a:pt x="258056" y="46634"/>
                </a:lnTo>
                <a:lnTo>
                  <a:pt x="259307" y="46595"/>
                </a:lnTo>
                <a:lnTo>
                  <a:pt x="260545" y="46623"/>
                </a:lnTo>
                <a:lnTo>
                  <a:pt x="261707" y="46708"/>
                </a:lnTo>
                <a:lnTo>
                  <a:pt x="262795" y="46849"/>
                </a:lnTo>
                <a:lnTo>
                  <a:pt x="263811" y="47048"/>
                </a:lnTo>
                <a:lnTo>
                  <a:pt x="264757" y="47304"/>
                </a:lnTo>
                <a:lnTo>
                  <a:pt x="265635" y="47618"/>
                </a:lnTo>
                <a:lnTo>
                  <a:pt x="266447" y="47990"/>
                </a:lnTo>
                <a:lnTo>
                  <a:pt x="267196" y="48421"/>
                </a:lnTo>
                <a:lnTo>
                  <a:pt x="267883" y="48910"/>
                </a:lnTo>
                <a:lnTo>
                  <a:pt x="268510" y="49459"/>
                </a:lnTo>
                <a:lnTo>
                  <a:pt x="269080" y="50067"/>
                </a:lnTo>
                <a:lnTo>
                  <a:pt x="269595" y="50735"/>
                </a:lnTo>
                <a:lnTo>
                  <a:pt x="270057" y="51463"/>
                </a:lnTo>
                <a:lnTo>
                  <a:pt x="270467" y="52252"/>
                </a:lnTo>
                <a:lnTo>
                  <a:pt x="270829" y="53101"/>
                </a:lnTo>
                <a:lnTo>
                  <a:pt x="271143" y="54012"/>
                </a:lnTo>
                <a:lnTo>
                  <a:pt x="271413" y="54984"/>
                </a:lnTo>
                <a:lnTo>
                  <a:pt x="271640" y="56018"/>
                </a:lnTo>
                <a:lnTo>
                  <a:pt x="271826" y="57114"/>
                </a:lnTo>
                <a:lnTo>
                  <a:pt x="271974" y="58272"/>
                </a:lnTo>
                <a:lnTo>
                  <a:pt x="272085" y="59494"/>
                </a:lnTo>
                <a:lnTo>
                  <a:pt x="272162" y="60778"/>
                </a:lnTo>
                <a:lnTo>
                  <a:pt x="272207" y="62126"/>
                </a:lnTo>
                <a:lnTo>
                  <a:pt x="272221" y="63538"/>
                </a:lnTo>
                <a:lnTo>
                  <a:pt x="272221" y="107238"/>
                </a:lnTo>
                <a:lnTo>
                  <a:pt x="264705" y="107238"/>
                </a:lnTo>
                <a:lnTo>
                  <a:pt x="264311" y="107239"/>
                </a:lnTo>
                <a:lnTo>
                  <a:pt x="263901" y="107242"/>
                </a:lnTo>
                <a:lnTo>
                  <a:pt x="263479" y="107250"/>
                </a:lnTo>
                <a:lnTo>
                  <a:pt x="263048" y="107266"/>
                </a:lnTo>
                <a:lnTo>
                  <a:pt x="262610" y="107292"/>
                </a:lnTo>
                <a:lnTo>
                  <a:pt x="262168" y="107331"/>
                </a:lnTo>
                <a:lnTo>
                  <a:pt x="261725" y="107386"/>
                </a:lnTo>
                <a:lnTo>
                  <a:pt x="261284" y="107459"/>
                </a:lnTo>
                <a:lnTo>
                  <a:pt x="260848" y="107553"/>
                </a:lnTo>
                <a:lnTo>
                  <a:pt x="260419" y="107670"/>
                </a:lnTo>
                <a:lnTo>
                  <a:pt x="260000" y="107813"/>
                </a:lnTo>
                <a:lnTo>
                  <a:pt x="259595" y="107985"/>
                </a:lnTo>
                <a:lnTo>
                  <a:pt x="259206" y="108188"/>
                </a:lnTo>
                <a:lnTo>
                  <a:pt x="258836" y="108424"/>
                </a:lnTo>
                <a:lnTo>
                  <a:pt x="258488" y="108697"/>
                </a:lnTo>
                <a:lnTo>
                  <a:pt x="258164" y="109009"/>
                </a:lnTo>
                <a:lnTo>
                  <a:pt x="257867" y="109362"/>
                </a:lnTo>
                <a:lnTo>
                  <a:pt x="257601" y="109759"/>
                </a:lnTo>
                <a:lnTo>
                  <a:pt x="257368" y="110203"/>
                </a:lnTo>
                <a:lnTo>
                  <a:pt x="257171" y="110696"/>
                </a:lnTo>
                <a:lnTo>
                  <a:pt x="257013" y="111241"/>
                </a:lnTo>
                <a:lnTo>
                  <a:pt x="256897" y="111841"/>
                </a:lnTo>
                <a:lnTo>
                  <a:pt x="256825" y="112497"/>
                </a:lnTo>
                <a:lnTo>
                  <a:pt x="256800" y="113213"/>
                </a:lnTo>
                <a:lnTo>
                  <a:pt x="256827" y="113907"/>
                </a:lnTo>
                <a:lnTo>
                  <a:pt x="256904" y="114542"/>
                </a:lnTo>
                <a:lnTo>
                  <a:pt x="257029" y="115122"/>
                </a:lnTo>
                <a:lnTo>
                  <a:pt x="257198" y="115650"/>
                </a:lnTo>
                <a:lnTo>
                  <a:pt x="257408" y="116127"/>
                </a:lnTo>
                <a:lnTo>
                  <a:pt x="257656" y="116557"/>
                </a:lnTo>
                <a:lnTo>
                  <a:pt x="257937" y="116942"/>
                </a:lnTo>
                <a:lnTo>
                  <a:pt x="258249" y="117283"/>
                </a:lnTo>
                <a:lnTo>
                  <a:pt x="258589" y="117585"/>
                </a:lnTo>
                <a:lnTo>
                  <a:pt x="258953" y="117849"/>
                </a:lnTo>
                <a:lnTo>
                  <a:pt x="259338" y="118078"/>
                </a:lnTo>
                <a:lnTo>
                  <a:pt x="259740" y="118274"/>
                </a:lnTo>
                <a:lnTo>
                  <a:pt x="260156" y="118440"/>
                </a:lnTo>
                <a:lnTo>
                  <a:pt x="260583" y="118579"/>
                </a:lnTo>
                <a:lnTo>
                  <a:pt x="261017" y="118692"/>
                </a:lnTo>
                <a:lnTo>
                  <a:pt x="261455" y="118783"/>
                </a:lnTo>
                <a:lnTo>
                  <a:pt x="261894" y="118854"/>
                </a:lnTo>
                <a:lnTo>
                  <a:pt x="262330" y="118907"/>
                </a:lnTo>
                <a:lnTo>
                  <a:pt x="262761" y="118945"/>
                </a:lnTo>
                <a:lnTo>
                  <a:pt x="263182" y="118970"/>
                </a:lnTo>
                <a:lnTo>
                  <a:pt x="263590" y="118986"/>
                </a:lnTo>
                <a:lnTo>
                  <a:pt x="263982" y="118994"/>
                </a:lnTo>
                <a:lnTo>
                  <a:pt x="264355" y="118997"/>
                </a:lnTo>
                <a:lnTo>
                  <a:pt x="264705" y="118997"/>
                </a:lnTo>
                <a:lnTo>
                  <a:pt x="294202" y="118997"/>
                </a:lnTo>
                <a:lnTo>
                  <a:pt x="294551" y="118997"/>
                </a:lnTo>
                <a:lnTo>
                  <a:pt x="294920" y="118994"/>
                </a:lnTo>
                <a:lnTo>
                  <a:pt x="295308" y="118986"/>
                </a:lnTo>
                <a:lnTo>
                  <a:pt x="295710" y="118970"/>
                </a:lnTo>
                <a:lnTo>
                  <a:pt x="296123" y="118945"/>
                </a:lnTo>
                <a:lnTo>
                  <a:pt x="296545" y="118907"/>
                </a:lnTo>
                <a:lnTo>
                  <a:pt x="296971" y="118854"/>
                </a:lnTo>
                <a:lnTo>
                  <a:pt x="297400" y="118783"/>
                </a:lnTo>
                <a:lnTo>
                  <a:pt x="297827" y="118692"/>
                </a:lnTo>
                <a:lnTo>
                  <a:pt x="298250" y="118579"/>
                </a:lnTo>
                <a:lnTo>
                  <a:pt x="298665" y="118440"/>
                </a:lnTo>
                <a:lnTo>
                  <a:pt x="299069" y="118274"/>
                </a:lnTo>
                <a:lnTo>
                  <a:pt x="299459" y="118078"/>
                </a:lnTo>
                <a:lnTo>
                  <a:pt x="299832" y="117849"/>
                </a:lnTo>
                <a:lnTo>
                  <a:pt x="300184" y="117585"/>
                </a:lnTo>
                <a:lnTo>
                  <a:pt x="300513" y="117283"/>
                </a:lnTo>
                <a:lnTo>
                  <a:pt x="300815" y="116942"/>
                </a:lnTo>
                <a:lnTo>
                  <a:pt x="301087" y="116557"/>
                </a:lnTo>
                <a:lnTo>
                  <a:pt x="301326" y="116127"/>
                </a:lnTo>
                <a:lnTo>
                  <a:pt x="301529" y="115650"/>
                </a:lnTo>
                <a:lnTo>
                  <a:pt x="301692" y="115122"/>
                </a:lnTo>
                <a:lnTo>
                  <a:pt x="301812" y="114542"/>
                </a:lnTo>
                <a:lnTo>
                  <a:pt x="301887" y="113907"/>
                </a:lnTo>
                <a:lnTo>
                  <a:pt x="301912" y="113213"/>
                </a:lnTo>
                <a:lnTo>
                  <a:pt x="301888" y="112497"/>
                </a:lnTo>
                <a:lnTo>
                  <a:pt x="301816" y="111841"/>
                </a:lnTo>
                <a:lnTo>
                  <a:pt x="301699" y="111241"/>
                </a:lnTo>
                <a:lnTo>
                  <a:pt x="301541" y="110696"/>
                </a:lnTo>
                <a:lnTo>
                  <a:pt x="301344" y="110203"/>
                </a:lnTo>
                <a:lnTo>
                  <a:pt x="301111" y="109759"/>
                </a:lnTo>
                <a:close/>
                <a:moveTo>
                  <a:pt x="2123820" y="109759"/>
                </a:moveTo>
                <a:lnTo>
                  <a:pt x="2123557" y="109362"/>
                </a:lnTo>
                <a:lnTo>
                  <a:pt x="2123255" y="109009"/>
                </a:lnTo>
                <a:lnTo>
                  <a:pt x="2122914" y="108697"/>
                </a:lnTo>
                <a:lnTo>
                  <a:pt x="2122536" y="108424"/>
                </a:lnTo>
                <a:lnTo>
                  <a:pt x="2122121" y="108188"/>
                </a:lnTo>
                <a:lnTo>
                  <a:pt x="2121670" y="107985"/>
                </a:lnTo>
                <a:lnTo>
                  <a:pt x="2121182" y="107813"/>
                </a:lnTo>
                <a:lnTo>
                  <a:pt x="2120658" y="107670"/>
                </a:lnTo>
                <a:lnTo>
                  <a:pt x="2120100" y="107553"/>
                </a:lnTo>
                <a:lnTo>
                  <a:pt x="2119506" y="107459"/>
                </a:lnTo>
                <a:lnTo>
                  <a:pt x="2118879" y="107386"/>
                </a:lnTo>
                <a:lnTo>
                  <a:pt x="2118218" y="107331"/>
                </a:lnTo>
                <a:lnTo>
                  <a:pt x="2117524" y="107292"/>
                </a:lnTo>
                <a:lnTo>
                  <a:pt x="2116797" y="107266"/>
                </a:lnTo>
                <a:lnTo>
                  <a:pt x="2116038" y="107250"/>
                </a:lnTo>
                <a:lnTo>
                  <a:pt x="2115248" y="107242"/>
                </a:lnTo>
                <a:lnTo>
                  <a:pt x="2114426" y="107239"/>
                </a:lnTo>
                <a:lnTo>
                  <a:pt x="2113574" y="107238"/>
                </a:lnTo>
                <a:lnTo>
                  <a:pt x="2113574" y="60649"/>
                </a:lnTo>
                <a:lnTo>
                  <a:pt x="2113572" y="60076"/>
                </a:lnTo>
                <a:lnTo>
                  <a:pt x="2113564" y="59332"/>
                </a:lnTo>
                <a:lnTo>
                  <a:pt x="2113540" y="58434"/>
                </a:lnTo>
                <a:lnTo>
                  <a:pt x="2113494" y="57399"/>
                </a:lnTo>
                <a:lnTo>
                  <a:pt x="2113418" y="56246"/>
                </a:lnTo>
                <a:lnTo>
                  <a:pt x="2113305" y="54991"/>
                </a:lnTo>
                <a:lnTo>
                  <a:pt x="2113148" y="53651"/>
                </a:lnTo>
                <a:lnTo>
                  <a:pt x="2112938" y="52244"/>
                </a:lnTo>
                <a:lnTo>
                  <a:pt x="2112669" y="50788"/>
                </a:lnTo>
                <a:lnTo>
                  <a:pt x="2112332" y="49300"/>
                </a:lnTo>
                <a:lnTo>
                  <a:pt x="2111921" y="47797"/>
                </a:lnTo>
                <a:lnTo>
                  <a:pt x="2111429" y="46297"/>
                </a:lnTo>
                <a:lnTo>
                  <a:pt x="2110846" y="44817"/>
                </a:lnTo>
                <a:lnTo>
                  <a:pt x="2110167" y="43374"/>
                </a:lnTo>
                <a:lnTo>
                  <a:pt x="2109384" y="41986"/>
                </a:lnTo>
                <a:lnTo>
                  <a:pt x="2108489" y="40670"/>
                </a:lnTo>
                <a:lnTo>
                  <a:pt x="2107475" y="39444"/>
                </a:lnTo>
                <a:lnTo>
                  <a:pt x="2106334" y="38325"/>
                </a:lnTo>
                <a:lnTo>
                  <a:pt x="2105060" y="37331"/>
                </a:lnTo>
                <a:lnTo>
                  <a:pt x="2103643" y="36478"/>
                </a:lnTo>
                <a:lnTo>
                  <a:pt x="2102078" y="35784"/>
                </a:lnTo>
                <a:lnTo>
                  <a:pt x="2100356" y="35267"/>
                </a:lnTo>
                <a:lnTo>
                  <a:pt x="2098471" y="34945"/>
                </a:lnTo>
                <a:lnTo>
                  <a:pt x="2096414" y="34833"/>
                </a:lnTo>
                <a:lnTo>
                  <a:pt x="2095681" y="34846"/>
                </a:lnTo>
                <a:lnTo>
                  <a:pt x="2094927" y="34887"/>
                </a:lnTo>
                <a:lnTo>
                  <a:pt x="2094155" y="34955"/>
                </a:lnTo>
                <a:lnTo>
                  <a:pt x="2093367" y="35054"/>
                </a:lnTo>
                <a:lnTo>
                  <a:pt x="2092565" y="35182"/>
                </a:lnTo>
                <a:lnTo>
                  <a:pt x="2091751" y="35342"/>
                </a:lnTo>
                <a:lnTo>
                  <a:pt x="2090927" y="35535"/>
                </a:lnTo>
                <a:lnTo>
                  <a:pt x="2090095" y="35761"/>
                </a:lnTo>
                <a:lnTo>
                  <a:pt x="2089257" y="36023"/>
                </a:lnTo>
                <a:lnTo>
                  <a:pt x="2088415" y="36320"/>
                </a:lnTo>
                <a:lnTo>
                  <a:pt x="2087571" y="36654"/>
                </a:lnTo>
                <a:lnTo>
                  <a:pt x="2086727" y="37026"/>
                </a:lnTo>
                <a:lnTo>
                  <a:pt x="2085884" y="37438"/>
                </a:lnTo>
                <a:lnTo>
                  <a:pt x="2085046" y="37889"/>
                </a:lnTo>
                <a:lnTo>
                  <a:pt x="2084214" y="38382"/>
                </a:lnTo>
                <a:lnTo>
                  <a:pt x="2083390" y="38918"/>
                </a:lnTo>
                <a:lnTo>
                  <a:pt x="2082576" y="39497"/>
                </a:lnTo>
                <a:lnTo>
                  <a:pt x="2081774" y="40120"/>
                </a:lnTo>
                <a:lnTo>
                  <a:pt x="2080986" y="40790"/>
                </a:lnTo>
                <a:lnTo>
                  <a:pt x="2080214" y="41506"/>
                </a:lnTo>
                <a:lnTo>
                  <a:pt x="2079461" y="42270"/>
                </a:lnTo>
                <a:lnTo>
                  <a:pt x="2078727" y="43082"/>
                </a:lnTo>
                <a:lnTo>
                  <a:pt x="2078015" y="43945"/>
                </a:lnTo>
                <a:lnTo>
                  <a:pt x="2077328" y="44859"/>
                </a:lnTo>
                <a:lnTo>
                  <a:pt x="2076954" y="44056"/>
                </a:lnTo>
                <a:lnTo>
                  <a:pt x="2076554" y="43285"/>
                </a:lnTo>
                <a:lnTo>
                  <a:pt x="2076129" y="42547"/>
                </a:lnTo>
                <a:lnTo>
                  <a:pt x="2075680" y="41841"/>
                </a:lnTo>
                <a:lnTo>
                  <a:pt x="2075208" y="41168"/>
                </a:lnTo>
                <a:lnTo>
                  <a:pt x="2074713" y="40527"/>
                </a:lnTo>
                <a:lnTo>
                  <a:pt x="2074196" y="39920"/>
                </a:lnTo>
                <a:lnTo>
                  <a:pt x="2073658" y="39347"/>
                </a:lnTo>
                <a:lnTo>
                  <a:pt x="2073099" y="38806"/>
                </a:lnTo>
                <a:lnTo>
                  <a:pt x="2072519" y="38300"/>
                </a:lnTo>
                <a:lnTo>
                  <a:pt x="2071921" y="37827"/>
                </a:lnTo>
                <a:lnTo>
                  <a:pt x="2071303" y="37388"/>
                </a:lnTo>
                <a:lnTo>
                  <a:pt x="2070668" y="36983"/>
                </a:lnTo>
                <a:lnTo>
                  <a:pt x="2070015" y="36613"/>
                </a:lnTo>
                <a:lnTo>
                  <a:pt x="2069345" y="36277"/>
                </a:lnTo>
                <a:lnTo>
                  <a:pt x="2068659" y="35976"/>
                </a:lnTo>
                <a:lnTo>
                  <a:pt x="2067958" y="35709"/>
                </a:lnTo>
                <a:lnTo>
                  <a:pt x="2067242" y="35478"/>
                </a:lnTo>
                <a:lnTo>
                  <a:pt x="2066512" y="35282"/>
                </a:lnTo>
                <a:lnTo>
                  <a:pt x="2065769" y="35121"/>
                </a:lnTo>
                <a:lnTo>
                  <a:pt x="2065013" y="34995"/>
                </a:lnTo>
                <a:lnTo>
                  <a:pt x="2064245" y="34905"/>
                </a:lnTo>
                <a:lnTo>
                  <a:pt x="2063465" y="34851"/>
                </a:lnTo>
                <a:lnTo>
                  <a:pt x="2062675" y="34833"/>
                </a:lnTo>
                <a:lnTo>
                  <a:pt x="2061906" y="34847"/>
                </a:lnTo>
                <a:lnTo>
                  <a:pt x="2061141" y="34889"/>
                </a:lnTo>
                <a:lnTo>
                  <a:pt x="2060381" y="34957"/>
                </a:lnTo>
                <a:lnTo>
                  <a:pt x="2059626" y="35053"/>
                </a:lnTo>
                <a:lnTo>
                  <a:pt x="2058877" y="35174"/>
                </a:lnTo>
                <a:lnTo>
                  <a:pt x="2058133" y="35321"/>
                </a:lnTo>
                <a:lnTo>
                  <a:pt x="2057395" y="35494"/>
                </a:lnTo>
                <a:lnTo>
                  <a:pt x="2056663" y="35690"/>
                </a:lnTo>
                <a:lnTo>
                  <a:pt x="2055938" y="35911"/>
                </a:lnTo>
                <a:lnTo>
                  <a:pt x="2055220" y="36156"/>
                </a:lnTo>
                <a:lnTo>
                  <a:pt x="2054510" y="36423"/>
                </a:lnTo>
                <a:lnTo>
                  <a:pt x="2053807" y="36714"/>
                </a:lnTo>
                <a:lnTo>
                  <a:pt x="2053112" y="37026"/>
                </a:lnTo>
                <a:lnTo>
                  <a:pt x="2052426" y="37360"/>
                </a:lnTo>
                <a:lnTo>
                  <a:pt x="2051748" y="37715"/>
                </a:lnTo>
                <a:lnTo>
                  <a:pt x="2051079" y="38091"/>
                </a:lnTo>
                <a:lnTo>
                  <a:pt x="2050420" y="38486"/>
                </a:lnTo>
                <a:lnTo>
                  <a:pt x="2049770" y="38902"/>
                </a:lnTo>
                <a:lnTo>
                  <a:pt x="2049131" y="39336"/>
                </a:lnTo>
                <a:lnTo>
                  <a:pt x="2048502" y="39789"/>
                </a:lnTo>
                <a:lnTo>
                  <a:pt x="2047883" y="40260"/>
                </a:lnTo>
                <a:lnTo>
                  <a:pt x="2047276" y="40748"/>
                </a:lnTo>
                <a:lnTo>
                  <a:pt x="2046680" y="41254"/>
                </a:lnTo>
                <a:lnTo>
                  <a:pt x="2046095" y="41776"/>
                </a:lnTo>
                <a:lnTo>
                  <a:pt x="2046029" y="41079"/>
                </a:lnTo>
                <a:lnTo>
                  <a:pt x="2045929" y="40441"/>
                </a:lnTo>
                <a:lnTo>
                  <a:pt x="2045795" y="39857"/>
                </a:lnTo>
                <a:lnTo>
                  <a:pt x="2045631" y="39327"/>
                </a:lnTo>
                <a:lnTo>
                  <a:pt x="2045437" y="38847"/>
                </a:lnTo>
                <a:lnTo>
                  <a:pt x="2045216" y="38415"/>
                </a:lnTo>
                <a:lnTo>
                  <a:pt x="2044968" y="38029"/>
                </a:lnTo>
                <a:lnTo>
                  <a:pt x="2044696" y="37685"/>
                </a:lnTo>
                <a:lnTo>
                  <a:pt x="2044401" y="37382"/>
                </a:lnTo>
                <a:lnTo>
                  <a:pt x="2044084" y="37117"/>
                </a:lnTo>
                <a:lnTo>
                  <a:pt x="2043749" y="36887"/>
                </a:lnTo>
                <a:lnTo>
                  <a:pt x="2043396" y="36689"/>
                </a:lnTo>
                <a:lnTo>
                  <a:pt x="2043026" y="36522"/>
                </a:lnTo>
                <a:lnTo>
                  <a:pt x="2042643" y="36383"/>
                </a:lnTo>
                <a:lnTo>
                  <a:pt x="2042246" y="36269"/>
                </a:lnTo>
                <a:lnTo>
                  <a:pt x="2041839" y="36178"/>
                </a:lnTo>
                <a:lnTo>
                  <a:pt x="2041422" y="36107"/>
                </a:lnTo>
                <a:lnTo>
                  <a:pt x="2040997" y="36054"/>
                </a:lnTo>
                <a:lnTo>
                  <a:pt x="2040567" y="36015"/>
                </a:lnTo>
                <a:lnTo>
                  <a:pt x="2040132" y="35990"/>
                </a:lnTo>
                <a:lnTo>
                  <a:pt x="2039694" y="35974"/>
                </a:lnTo>
                <a:lnTo>
                  <a:pt x="2039255" y="35966"/>
                </a:lnTo>
                <a:lnTo>
                  <a:pt x="2038818" y="35963"/>
                </a:lnTo>
                <a:lnTo>
                  <a:pt x="2038382" y="35963"/>
                </a:lnTo>
                <a:lnTo>
                  <a:pt x="2032213" y="35963"/>
                </a:lnTo>
                <a:lnTo>
                  <a:pt x="2031841" y="35963"/>
                </a:lnTo>
                <a:lnTo>
                  <a:pt x="2031450" y="35966"/>
                </a:lnTo>
                <a:lnTo>
                  <a:pt x="2031043" y="35974"/>
                </a:lnTo>
                <a:lnTo>
                  <a:pt x="2030623" y="35990"/>
                </a:lnTo>
                <a:lnTo>
                  <a:pt x="2030194" y="36015"/>
                </a:lnTo>
                <a:lnTo>
                  <a:pt x="2029758" y="36053"/>
                </a:lnTo>
                <a:lnTo>
                  <a:pt x="2029318" y="36106"/>
                </a:lnTo>
                <a:lnTo>
                  <a:pt x="2028878" y="36177"/>
                </a:lnTo>
                <a:lnTo>
                  <a:pt x="2028441" y="36268"/>
                </a:lnTo>
                <a:lnTo>
                  <a:pt x="2028010" y="36381"/>
                </a:lnTo>
                <a:lnTo>
                  <a:pt x="2027587" y="36520"/>
                </a:lnTo>
                <a:lnTo>
                  <a:pt x="2027176" y="36686"/>
                </a:lnTo>
                <a:lnTo>
                  <a:pt x="2026781" y="36882"/>
                </a:lnTo>
                <a:lnTo>
                  <a:pt x="2026403" y="37111"/>
                </a:lnTo>
                <a:lnTo>
                  <a:pt x="2026047" y="37376"/>
                </a:lnTo>
                <a:lnTo>
                  <a:pt x="2025715" y="37677"/>
                </a:lnTo>
                <a:lnTo>
                  <a:pt x="2025411" y="38019"/>
                </a:lnTo>
                <a:lnTo>
                  <a:pt x="2025137" y="38404"/>
                </a:lnTo>
                <a:lnTo>
                  <a:pt x="2024897" y="38834"/>
                </a:lnTo>
                <a:lnTo>
                  <a:pt x="2024693" y="39312"/>
                </a:lnTo>
                <a:lnTo>
                  <a:pt x="2024529" y="39840"/>
                </a:lnTo>
                <a:lnTo>
                  <a:pt x="2024409" y="40420"/>
                </a:lnTo>
                <a:lnTo>
                  <a:pt x="2024334" y="41056"/>
                </a:lnTo>
                <a:lnTo>
                  <a:pt x="2024308" y="41750"/>
                </a:lnTo>
                <a:lnTo>
                  <a:pt x="2024329" y="42466"/>
                </a:lnTo>
                <a:lnTo>
                  <a:pt x="2024392" y="43122"/>
                </a:lnTo>
                <a:lnTo>
                  <a:pt x="2024496" y="43722"/>
                </a:lnTo>
                <a:lnTo>
                  <a:pt x="2024641" y="44267"/>
                </a:lnTo>
                <a:lnTo>
                  <a:pt x="2024825" y="44760"/>
                </a:lnTo>
                <a:lnTo>
                  <a:pt x="2025050" y="45204"/>
                </a:lnTo>
                <a:lnTo>
                  <a:pt x="2025313" y="45601"/>
                </a:lnTo>
                <a:lnTo>
                  <a:pt x="2025616" y="45954"/>
                </a:lnTo>
                <a:lnTo>
                  <a:pt x="2025956" y="46266"/>
                </a:lnTo>
                <a:lnTo>
                  <a:pt x="2026334" y="46539"/>
                </a:lnTo>
                <a:lnTo>
                  <a:pt x="2026749" y="46775"/>
                </a:lnTo>
                <a:lnTo>
                  <a:pt x="2027201" y="46978"/>
                </a:lnTo>
                <a:lnTo>
                  <a:pt x="2027689" y="47150"/>
                </a:lnTo>
                <a:lnTo>
                  <a:pt x="2028213" y="47293"/>
                </a:lnTo>
                <a:lnTo>
                  <a:pt x="2028772" y="47410"/>
                </a:lnTo>
                <a:lnTo>
                  <a:pt x="2029365" y="47504"/>
                </a:lnTo>
                <a:lnTo>
                  <a:pt x="2029993" y="47577"/>
                </a:lnTo>
                <a:lnTo>
                  <a:pt x="2030654" y="47631"/>
                </a:lnTo>
                <a:lnTo>
                  <a:pt x="2031348" y="47671"/>
                </a:lnTo>
                <a:lnTo>
                  <a:pt x="2032075" y="47697"/>
                </a:lnTo>
                <a:lnTo>
                  <a:pt x="2032834" y="47713"/>
                </a:lnTo>
                <a:lnTo>
                  <a:pt x="2033625" y="47721"/>
                </a:lnTo>
                <a:lnTo>
                  <a:pt x="2034447" y="47724"/>
                </a:lnTo>
                <a:lnTo>
                  <a:pt x="2035299" y="47725"/>
                </a:lnTo>
                <a:lnTo>
                  <a:pt x="2035299" y="107238"/>
                </a:lnTo>
                <a:lnTo>
                  <a:pt x="2034447" y="107239"/>
                </a:lnTo>
                <a:lnTo>
                  <a:pt x="2033625" y="107242"/>
                </a:lnTo>
                <a:lnTo>
                  <a:pt x="2032834" y="107250"/>
                </a:lnTo>
                <a:lnTo>
                  <a:pt x="2032075" y="107266"/>
                </a:lnTo>
                <a:lnTo>
                  <a:pt x="2031348" y="107292"/>
                </a:lnTo>
                <a:lnTo>
                  <a:pt x="2030654" y="107331"/>
                </a:lnTo>
                <a:lnTo>
                  <a:pt x="2029993" y="107386"/>
                </a:lnTo>
                <a:lnTo>
                  <a:pt x="2029365" y="107459"/>
                </a:lnTo>
                <a:lnTo>
                  <a:pt x="2028772" y="107553"/>
                </a:lnTo>
                <a:lnTo>
                  <a:pt x="2028213" y="107670"/>
                </a:lnTo>
                <a:lnTo>
                  <a:pt x="2027689" y="107813"/>
                </a:lnTo>
                <a:lnTo>
                  <a:pt x="2027201" y="107985"/>
                </a:lnTo>
                <a:lnTo>
                  <a:pt x="2026749" y="108188"/>
                </a:lnTo>
                <a:lnTo>
                  <a:pt x="2026334" y="108424"/>
                </a:lnTo>
                <a:lnTo>
                  <a:pt x="2025956" y="108697"/>
                </a:lnTo>
                <a:lnTo>
                  <a:pt x="2025616" y="109009"/>
                </a:lnTo>
                <a:lnTo>
                  <a:pt x="2025313" y="109362"/>
                </a:lnTo>
                <a:lnTo>
                  <a:pt x="2025050" y="109759"/>
                </a:lnTo>
                <a:lnTo>
                  <a:pt x="2024825" y="110203"/>
                </a:lnTo>
                <a:lnTo>
                  <a:pt x="2024641" y="110696"/>
                </a:lnTo>
                <a:lnTo>
                  <a:pt x="2024496" y="111241"/>
                </a:lnTo>
                <a:lnTo>
                  <a:pt x="2024392" y="111841"/>
                </a:lnTo>
                <a:lnTo>
                  <a:pt x="2024329" y="112497"/>
                </a:lnTo>
                <a:lnTo>
                  <a:pt x="2024308" y="113213"/>
                </a:lnTo>
                <a:lnTo>
                  <a:pt x="2024335" y="113907"/>
                </a:lnTo>
                <a:lnTo>
                  <a:pt x="2024412" y="114542"/>
                </a:lnTo>
                <a:lnTo>
                  <a:pt x="2024537" y="115122"/>
                </a:lnTo>
                <a:lnTo>
                  <a:pt x="2024707" y="115650"/>
                </a:lnTo>
                <a:lnTo>
                  <a:pt x="2024917" y="116127"/>
                </a:lnTo>
                <a:lnTo>
                  <a:pt x="2025164" y="116557"/>
                </a:lnTo>
                <a:lnTo>
                  <a:pt x="2025446" y="116942"/>
                </a:lnTo>
                <a:lnTo>
                  <a:pt x="2025758" y="117283"/>
                </a:lnTo>
                <a:lnTo>
                  <a:pt x="2026098" y="117585"/>
                </a:lnTo>
                <a:lnTo>
                  <a:pt x="2026462" y="117849"/>
                </a:lnTo>
                <a:lnTo>
                  <a:pt x="2026847" y="118078"/>
                </a:lnTo>
                <a:lnTo>
                  <a:pt x="2027249" y="118274"/>
                </a:lnTo>
                <a:lnTo>
                  <a:pt x="2027665" y="118440"/>
                </a:lnTo>
                <a:lnTo>
                  <a:pt x="2028092" y="118579"/>
                </a:lnTo>
                <a:lnTo>
                  <a:pt x="2028526" y="118692"/>
                </a:lnTo>
                <a:lnTo>
                  <a:pt x="2028965" y="118783"/>
                </a:lnTo>
                <a:lnTo>
                  <a:pt x="2029404" y="118854"/>
                </a:lnTo>
                <a:lnTo>
                  <a:pt x="2029840" y="118907"/>
                </a:lnTo>
                <a:lnTo>
                  <a:pt x="2030270" y="118945"/>
                </a:lnTo>
                <a:lnTo>
                  <a:pt x="2030691" y="118970"/>
                </a:lnTo>
                <a:lnTo>
                  <a:pt x="2031099" y="118986"/>
                </a:lnTo>
                <a:lnTo>
                  <a:pt x="2031491" y="118994"/>
                </a:lnTo>
                <a:lnTo>
                  <a:pt x="2031863" y="118997"/>
                </a:lnTo>
                <a:lnTo>
                  <a:pt x="2032213" y="118997"/>
                </a:lnTo>
                <a:lnTo>
                  <a:pt x="2049181" y="118997"/>
                </a:lnTo>
                <a:lnTo>
                  <a:pt x="2049553" y="118997"/>
                </a:lnTo>
                <a:lnTo>
                  <a:pt x="2049944" y="118994"/>
                </a:lnTo>
                <a:lnTo>
                  <a:pt x="2050351" y="118986"/>
                </a:lnTo>
                <a:lnTo>
                  <a:pt x="2050770" y="118970"/>
                </a:lnTo>
                <a:lnTo>
                  <a:pt x="2051200" y="118945"/>
                </a:lnTo>
                <a:lnTo>
                  <a:pt x="2051636" y="118907"/>
                </a:lnTo>
                <a:lnTo>
                  <a:pt x="2052075" y="118854"/>
                </a:lnTo>
                <a:lnTo>
                  <a:pt x="2052515" y="118783"/>
                </a:lnTo>
                <a:lnTo>
                  <a:pt x="2052952" y="118692"/>
                </a:lnTo>
                <a:lnTo>
                  <a:pt x="2053383" y="118579"/>
                </a:lnTo>
                <a:lnTo>
                  <a:pt x="2053806" y="118440"/>
                </a:lnTo>
                <a:lnTo>
                  <a:pt x="2054216" y="118274"/>
                </a:lnTo>
                <a:lnTo>
                  <a:pt x="2054612" y="118078"/>
                </a:lnTo>
                <a:lnTo>
                  <a:pt x="2054989" y="117849"/>
                </a:lnTo>
                <a:lnTo>
                  <a:pt x="2055345" y="117585"/>
                </a:lnTo>
                <a:lnTo>
                  <a:pt x="2055677" y="117283"/>
                </a:lnTo>
                <a:lnTo>
                  <a:pt x="2055981" y="116942"/>
                </a:lnTo>
                <a:lnTo>
                  <a:pt x="2056255" y="116557"/>
                </a:lnTo>
                <a:lnTo>
                  <a:pt x="2056495" y="116127"/>
                </a:lnTo>
                <a:lnTo>
                  <a:pt x="2056698" y="115650"/>
                </a:lnTo>
                <a:lnTo>
                  <a:pt x="2056862" y="115122"/>
                </a:lnTo>
                <a:lnTo>
                  <a:pt x="2056982" y="114542"/>
                </a:lnTo>
                <a:lnTo>
                  <a:pt x="2057057" y="113907"/>
                </a:lnTo>
                <a:lnTo>
                  <a:pt x="2057083" y="113213"/>
                </a:lnTo>
                <a:lnTo>
                  <a:pt x="2057062" y="112497"/>
                </a:lnTo>
                <a:lnTo>
                  <a:pt x="2056999" y="111841"/>
                </a:lnTo>
                <a:lnTo>
                  <a:pt x="2056895" y="111241"/>
                </a:lnTo>
                <a:lnTo>
                  <a:pt x="2056751" y="110696"/>
                </a:lnTo>
                <a:lnTo>
                  <a:pt x="2056566" y="110203"/>
                </a:lnTo>
                <a:lnTo>
                  <a:pt x="2056342" y="109759"/>
                </a:lnTo>
                <a:lnTo>
                  <a:pt x="2056078" y="109362"/>
                </a:lnTo>
                <a:lnTo>
                  <a:pt x="2055776" y="109009"/>
                </a:lnTo>
                <a:lnTo>
                  <a:pt x="2055436" y="108697"/>
                </a:lnTo>
                <a:lnTo>
                  <a:pt x="2055058" y="108424"/>
                </a:lnTo>
                <a:lnTo>
                  <a:pt x="2054643" y="108188"/>
                </a:lnTo>
                <a:lnTo>
                  <a:pt x="2054191" y="107985"/>
                </a:lnTo>
                <a:lnTo>
                  <a:pt x="2053703" y="107813"/>
                </a:lnTo>
                <a:lnTo>
                  <a:pt x="2053180" y="107670"/>
                </a:lnTo>
                <a:lnTo>
                  <a:pt x="2052621" y="107553"/>
                </a:lnTo>
                <a:lnTo>
                  <a:pt x="2052028" y="107459"/>
                </a:lnTo>
                <a:lnTo>
                  <a:pt x="2051401" y="107386"/>
                </a:lnTo>
                <a:lnTo>
                  <a:pt x="2050740" y="107331"/>
                </a:lnTo>
                <a:lnTo>
                  <a:pt x="2050045" y="107292"/>
                </a:lnTo>
                <a:lnTo>
                  <a:pt x="2049319" y="107266"/>
                </a:lnTo>
                <a:lnTo>
                  <a:pt x="2048560" y="107250"/>
                </a:lnTo>
                <a:lnTo>
                  <a:pt x="2047769" y="107242"/>
                </a:lnTo>
                <a:lnTo>
                  <a:pt x="2046948" y="107239"/>
                </a:lnTo>
                <a:lnTo>
                  <a:pt x="2046095" y="107238"/>
                </a:lnTo>
                <a:lnTo>
                  <a:pt x="2046095" y="72764"/>
                </a:lnTo>
                <a:lnTo>
                  <a:pt x="2046136" y="70666"/>
                </a:lnTo>
                <a:lnTo>
                  <a:pt x="2046255" y="68653"/>
                </a:lnTo>
                <a:lnTo>
                  <a:pt x="2046450" y="66724"/>
                </a:lnTo>
                <a:lnTo>
                  <a:pt x="2046717" y="64881"/>
                </a:lnTo>
                <a:lnTo>
                  <a:pt x="2047053" y="63124"/>
                </a:lnTo>
                <a:lnTo>
                  <a:pt x="2047454" y="61453"/>
                </a:lnTo>
                <a:lnTo>
                  <a:pt x="2047916" y="59868"/>
                </a:lnTo>
                <a:lnTo>
                  <a:pt x="2048437" y="58371"/>
                </a:lnTo>
                <a:lnTo>
                  <a:pt x="2049013" y="56961"/>
                </a:lnTo>
                <a:lnTo>
                  <a:pt x="2049640" y="55639"/>
                </a:lnTo>
                <a:lnTo>
                  <a:pt x="2050316" y="54405"/>
                </a:lnTo>
                <a:lnTo>
                  <a:pt x="2051036" y="53260"/>
                </a:lnTo>
                <a:lnTo>
                  <a:pt x="2051797" y="52204"/>
                </a:lnTo>
                <a:lnTo>
                  <a:pt x="2052595" y="51238"/>
                </a:lnTo>
                <a:lnTo>
                  <a:pt x="2053429" y="50361"/>
                </a:lnTo>
                <a:lnTo>
                  <a:pt x="2054292" y="49575"/>
                </a:lnTo>
                <a:lnTo>
                  <a:pt x="2055184" y="48880"/>
                </a:lnTo>
                <a:lnTo>
                  <a:pt x="2056099" y="48277"/>
                </a:lnTo>
                <a:lnTo>
                  <a:pt x="2057035" y="47765"/>
                </a:lnTo>
                <a:lnTo>
                  <a:pt x="2057989" y="47345"/>
                </a:lnTo>
                <a:lnTo>
                  <a:pt x="2058956" y="47017"/>
                </a:lnTo>
                <a:lnTo>
                  <a:pt x="2059933" y="46783"/>
                </a:lnTo>
                <a:lnTo>
                  <a:pt x="2060917" y="46642"/>
                </a:lnTo>
                <a:lnTo>
                  <a:pt x="2061904" y="46595"/>
                </a:lnTo>
                <a:lnTo>
                  <a:pt x="2062449" y="46613"/>
                </a:lnTo>
                <a:lnTo>
                  <a:pt x="2062976" y="46667"/>
                </a:lnTo>
                <a:lnTo>
                  <a:pt x="2063484" y="46760"/>
                </a:lnTo>
                <a:lnTo>
                  <a:pt x="2063972" y="46896"/>
                </a:lnTo>
                <a:lnTo>
                  <a:pt x="2064441" y="47075"/>
                </a:lnTo>
                <a:lnTo>
                  <a:pt x="2064889" y="47302"/>
                </a:lnTo>
                <a:lnTo>
                  <a:pt x="2065317" y="47579"/>
                </a:lnTo>
                <a:lnTo>
                  <a:pt x="2065724" y="47907"/>
                </a:lnTo>
                <a:lnTo>
                  <a:pt x="2066110" y="48291"/>
                </a:lnTo>
                <a:lnTo>
                  <a:pt x="2066473" y="48732"/>
                </a:lnTo>
                <a:lnTo>
                  <a:pt x="2066815" y="49233"/>
                </a:lnTo>
                <a:lnTo>
                  <a:pt x="2067134" y="49796"/>
                </a:lnTo>
                <a:lnTo>
                  <a:pt x="2067429" y="50425"/>
                </a:lnTo>
                <a:lnTo>
                  <a:pt x="2067702" y="51121"/>
                </a:lnTo>
                <a:lnTo>
                  <a:pt x="2067950" y="51888"/>
                </a:lnTo>
                <a:lnTo>
                  <a:pt x="2068174" y="52728"/>
                </a:lnTo>
                <a:lnTo>
                  <a:pt x="2068373" y="53643"/>
                </a:lnTo>
                <a:lnTo>
                  <a:pt x="2068547" y="54636"/>
                </a:lnTo>
                <a:lnTo>
                  <a:pt x="2068695" y="55711"/>
                </a:lnTo>
                <a:lnTo>
                  <a:pt x="2068818" y="56868"/>
                </a:lnTo>
                <a:lnTo>
                  <a:pt x="2068913" y="58111"/>
                </a:lnTo>
                <a:lnTo>
                  <a:pt x="2068982" y="59443"/>
                </a:lnTo>
                <a:lnTo>
                  <a:pt x="2069024" y="60865"/>
                </a:lnTo>
                <a:lnTo>
                  <a:pt x="2069038" y="62382"/>
                </a:lnTo>
                <a:lnTo>
                  <a:pt x="2069038" y="107238"/>
                </a:lnTo>
                <a:lnTo>
                  <a:pt x="2068575" y="107239"/>
                </a:lnTo>
                <a:lnTo>
                  <a:pt x="2068102" y="107242"/>
                </a:lnTo>
                <a:lnTo>
                  <a:pt x="2067622" y="107250"/>
                </a:lnTo>
                <a:lnTo>
                  <a:pt x="2067138" y="107266"/>
                </a:lnTo>
                <a:lnTo>
                  <a:pt x="2066652" y="107292"/>
                </a:lnTo>
                <a:lnTo>
                  <a:pt x="2066167" y="107331"/>
                </a:lnTo>
                <a:lnTo>
                  <a:pt x="2065686" y="107386"/>
                </a:lnTo>
                <a:lnTo>
                  <a:pt x="2065211" y="107459"/>
                </a:lnTo>
                <a:lnTo>
                  <a:pt x="2064744" y="107553"/>
                </a:lnTo>
                <a:lnTo>
                  <a:pt x="2064289" y="107670"/>
                </a:lnTo>
                <a:lnTo>
                  <a:pt x="2063848" y="107813"/>
                </a:lnTo>
                <a:lnTo>
                  <a:pt x="2063423" y="107985"/>
                </a:lnTo>
                <a:lnTo>
                  <a:pt x="2063017" y="108188"/>
                </a:lnTo>
                <a:lnTo>
                  <a:pt x="2062633" y="108424"/>
                </a:lnTo>
                <a:lnTo>
                  <a:pt x="2062273" y="108697"/>
                </a:lnTo>
                <a:lnTo>
                  <a:pt x="2061940" y="109009"/>
                </a:lnTo>
                <a:lnTo>
                  <a:pt x="2061636" y="109362"/>
                </a:lnTo>
                <a:lnTo>
                  <a:pt x="2061365" y="109759"/>
                </a:lnTo>
                <a:lnTo>
                  <a:pt x="2061128" y="110203"/>
                </a:lnTo>
                <a:lnTo>
                  <a:pt x="2060928" y="110696"/>
                </a:lnTo>
                <a:lnTo>
                  <a:pt x="2060768" y="111241"/>
                </a:lnTo>
                <a:lnTo>
                  <a:pt x="2060651" y="111841"/>
                </a:lnTo>
                <a:lnTo>
                  <a:pt x="2060579" y="112497"/>
                </a:lnTo>
                <a:lnTo>
                  <a:pt x="2060554" y="113213"/>
                </a:lnTo>
                <a:lnTo>
                  <a:pt x="2060581" y="113907"/>
                </a:lnTo>
                <a:lnTo>
                  <a:pt x="2060658" y="114542"/>
                </a:lnTo>
                <a:lnTo>
                  <a:pt x="2060783" y="115122"/>
                </a:lnTo>
                <a:lnTo>
                  <a:pt x="2060952" y="115650"/>
                </a:lnTo>
                <a:lnTo>
                  <a:pt x="2061162" y="116127"/>
                </a:lnTo>
                <a:lnTo>
                  <a:pt x="2061410" y="116557"/>
                </a:lnTo>
                <a:lnTo>
                  <a:pt x="2061691" y="116942"/>
                </a:lnTo>
                <a:lnTo>
                  <a:pt x="2062004" y="117283"/>
                </a:lnTo>
                <a:lnTo>
                  <a:pt x="2062344" y="117585"/>
                </a:lnTo>
                <a:lnTo>
                  <a:pt x="2062708" y="117849"/>
                </a:lnTo>
                <a:lnTo>
                  <a:pt x="2063093" y="118078"/>
                </a:lnTo>
                <a:lnTo>
                  <a:pt x="2063495" y="118274"/>
                </a:lnTo>
                <a:lnTo>
                  <a:pt x="2063911" y="118440"/>
                </a:lnTo>
                <a:lnTo>
                  <a:pt x="2064338" y="118579"/>
                </a:lnTo>
                <a:lnTo>
                  <a:pt x="2064772" y="118692"/>
                </a:lnTo>
                <a:lnTo>
                  <a:pt x="2065210" y="118783"/>
                </a:lnTo>
                <a:lnTo>
                  <a:pt x="2065649" y="118854"/>
                </a:lnTo>
                <a:lnTo>
                  <a:pt x="2066085" y="118907"/>
                </a:lnTo>
                <a:lnTo>
                  <a:pt x="2066516" y="118945"/>
                </a:lnTo>
                <a:lnTo>
                  <a:pt x="2066936" y="118970"/>
                </a:lnTo>
                <a:lnTo>
                  <a:pt x="2067344" y="118986"/>
                </a:lnTo>
                <a:lnTo>
                  <a:pt x="2067736" y="118994"/>
                </a:lnTo>
                <a:lnTo>
                  <a:pt x="2068109" y="118997"/>
                </a:lnTo>
                <a:lnTo>
                  <a:pt x="2068459" y="118997"/>
                </a:lnTo>
                <a:lnTo>
                  <a:pt x="2082917" y="118997"/>
                </a:lnTo>
                <a:lnTo>
                  <a:pt x="2083289" y="118997"/>
                </a:lnTo>
                <a:lnTo>
                  <a:pt x="2083680" y="118994"/>
                </a:lnTo>
                <a:lnTo>
                  <a:pt x="2084087" y="118986"/>
                </a:lnTo>
                <a:lnTo>
                  <a:pt x="2084507" y="118970"/>
                </a:lnTo>
                <a:lnTo>
                  <a:pt x="2084936" y="118945"/>
                </a:lnTo>
                <a:lnTo>
                  <a:pt x="2085372" y="118907"/>
                </a:lnTo>
                <a:lnTo>
                  <a:pt x="2085812" y="118854"/>
                </a:lnTo>
                <a:lnTo>
                  <a:pt x="2086252" y="118783"/>
                </a:lnTo>
                <a:lnTo>
                  <a:pt x="2086689" y="118692"/>
                </a:lnTo>
                <a:lnTo>
                  <a:pt x="2087121" y="118579"/>
                </a:lnTo>
                <a:lnTo>
                  <a:pt x="2087543" y="118440"/>
                </a:lnTo>
                <a:lnTo>
                  <a:pt x="2087954" y="118274"/>
                </a:lnTo>
                <a:lnTo>
                  <a:pt x="2088350" y="118078"/>
                </a:lnTo>
                <a:lnTo>
                  <a:pt x="2088727" y="117849"/>
                </a:lnTo>
                <a:lnTo>
                  <a:pt x="2089083" y="117585"/>
                </a:lnTo>
                <a:lnTo>
                  <a:pt x="2089415" y="117283"/>
                </a:lnTo>
                <a:lnTo>
                  <a:pt x="2089720" y="116942"/>
                </a:lnTo>
                <a:lnTo>
                  <a:pt x="2089993" y="116557"/>
                </a:lnTo>
                <a:lnTo>
                  <a:pt x="2090234" y="116127"/>
                </a:lnTo>
                <a:lnTo>
                  <a:pt x="2090437" y="115650"/>
                </a:lnTo>
                <a:lnTo>
                  <a:pt x="2090601" y="115122"/>
                </a:lnTo>
                <a:lnTo>
                  <a:pt x="2090722" y="114542"/>
                </a:lnTo>
                <a:lnTo>
                  <a:pt x="2090796" y="113907"/>
                </a:lnTo>
                <a:lnTo>
                  <a:pt x="2090822" y="113213"/>
                </a:lnTo>
                <a:lnTo>
                  <a:pt x="2090801" y="112497"/>
                </a:lnTo>
                <a:lnTo>
                  <a:pt x="2090738" y="111841"/>
                </a:lnTo>
                <a:lnTo>
                  <a:pt x="2090634" y="111241"/>
                </a:lnTo>
                <a:lnTo>
                  <a:pt x="2090490" y="110696"/>
                </a:lnTo>
                <a:lnTo>
                  <a:pt x="2090305" y="110203"/>
                </a:lnTo>
                <a:lnTo>
                  <a:pt x="2090081" y="109759"/>
                </a:lnTo>
                <a:lnTo>
                  <a:pt x="2089818" y="109362"/>
                </a:lnTo>
                <a:lnTo>
                  <a:pt x="2089515" y="109009"/>
                </a:lnTo>
                <a:lnTo>
                  <a:pt x="2089175" y="108697"/>
                </a:lnTo>
                <a:lnTo>
                  <a:pt x="2088797" y="108424"/>
                </a:lnTo>
                <a:lnTo>
                  <a:pt x="2088382" y="108188"/>
                </a:lnTo>
                <a:lnTo>
                  <a:pt x="2087930" y="107985"/>
                </a:lnTo>
                <a:lnTo>
                  <a:pt x="2087443" y="107813"/>
                </a:lnTo>
                <a:lnTo>
                  <a:pt x="2086919" y="107670"/>
                </a:lnTo>
                <a:lnTo>
                  <a:pt x="2086361" y="107553"/>
                </a:lnTo>
                <a:lnTo>
                  <a:pt x="2085767" y="107459"/>
                </a:lnTo>
                <a:lnTo>
                  <a:pt x="2085140" y="107386"/>
                </a:lnTo>
                <a:lnTo>
                  <a:pt x="2084479" y="107331"/>
                </a:lnTo>
                <a:lnTo>
                  <a:pt x="2083785" y="107292"/>
                </a:lnTo>
                <a:lnTo>
                  <a:pt x="2083058" y="107266"/>
                </a:lnTo>
                <a:lnTo>
                  <a:pt x="2082299" y="107250"/>
                </a:lnTo>
                <a:lnTo>
                  <a:pt x="2081508" y="107242"/>
                </a:lnTo>
                <a:lnTo>
                  <a:pt x="2080687" y="107239"/>
                </a:lnTo>
                <a:lnTo>
                  <a:pt x="2079834" y="107238"/>
                </a:lnTo>
                <a:lnTo>
                  <a:pt x="2079834" y="72779"/>
                </a:lnTo>
                <a:lnTo>
                  <a:pt x="2079875" y="70679"/>
                </a:lnTo>
                <a:lnTo>
                  <a:pt x="2079994" y="68664"/>
                </a:lnTo>
                <a:lnTo>
                  <a:pt x="2080189" y="66734"/>
                </a:lnTo>
                <a:lnTo>
                  <a:pt x="2080456" y="64890"/>
                </a:lnTo>
                <a:lnTo>
                  <a:pt x="2080792" y="63131"/>
                </a:lnTo>
                <a:lnTo>
                  <a:pt x="2081193" y="61459"/>
                </a:lnTo>
                <a:lnTo>
                  <a:pt x="2081656" y="59874"/>
                </a:lnTo>
                <a:lnTo>
                  <a:pt x="2082176" y="58375"/>
                </a:lnTo>
                <a:lnTo>
                  <a:pt x="2082752" y="56964"/>
                </a:lnTo>
                <a:lnTo>
                  <a:pt x="2083380" y="55642"/>
                </a:lnTo>
                <a:lnTo>
                  <a:pt x="2084055" y="54407"/>
                </a:lnTo>
                <a:lnTo>
                  <a:pt x="2084775" y="53262"/>
                </a:lnTo>
                <a:lnTo>
                  <a:pt x="2085536" y="52205"/>
                </a:lnTo>
                <a:lnTo>
                  <a:pt x="2086335" y="51239"/>
                </a:lnTo>
                <a:lnTo>
                  <a:pt x="2087168" y="50362"/>
                </a:lnTo>
                <a:lnTo>
                  <a:pt x="2088032" y="49576"/>
                </a:lnTo>
                <a:lnTo>
                  <a:pt x="2088923" y="48881"/>
                </a:lnTo>
                <a:lnTo>
                  <a:pt x="2089839" y="48277"/>
                </a:lnTo>
                <a:lnTo>
                  <a:pt x="2090775" y="47765"/>
                </a:lnTo>
                <a:lnTo>
                  <a:pt x="2091728" y="47345"/>
                </a:lnTo>
                <a:lnTo>
                  <a:pt x="2092695" y="47017"/>
                </a:lnTo>
                <a:lnTo>
                  <a:pt x="2093672" y="46783"/>
                </a:lnTo>
                <a:lnTo>
                  <a:pt x="2094656" y="46642"/>
                </a:lnTo>
                <a:lnTo>
                  <a:pt x="2095643" y="46595"/>
                </a:lnTo>
                <a:lnTo>
                  <a:pt x="2096189" y="46613"/>
                </a:lnTo>
                <a:lnTo>
                  <a:pt x="2096715" y="46667"/>
                </a:lnTo>
                <a:lnTo>
                  <a:pt x="2097223" y="46760"/>
                </a:lnTo>
                <a:lnTo>
                  <a:pt x="2097711" y="46896"/>
                </a:lnTo>
                <a:lnTo>
                  <a:pt x="2098180" y="47075"/>
                </a:lnTo>
                <a:lnTo>
                  <a:pt x="2098628" y="47302"/>
                </a:lnTo>
                <a:lnTo>
                  <a:pt x="2099056" y="47579"/>
                </a:lnTo>
                <a:lnTo>
                  <a:pt x="2099463" y="47907"/>
                </a:lnTo>
                <a:lnTo>
                  <a:pt x="2099849" y="48291"/>
                </a:lnTo>
                <a:lnTo>
                  <a:pt x="2100213" y="48732"/>
                </a:lnTo>
                <a:lnTo>
                  <a:pt x="2100554" y="49233"/>
                </a:lnTo>
                <a:lnTo>
                  <a:pt x="2100873" y="49796"/>
                </a:lnTo>
                <a:lnTo>
                  <a:pt x="2101169" y="50425"/>
                </a:lnTo>
                <a:lnTo>
                  <a:pt x="2101441" y="51121"/>
                </a:lnTo>
                <a:lnTo>
                  <a:pt x="2101689" y="51888"/>
                </a:lnTo>
                <a:lnTo>
                  <a:pt x="2101913" y="52728"/>
                </a:lnTo>
                <a:lnTo>
                  <a:pt x="2102112" y="53643"/>
                </a:lnTo>
                <a:lnTo>
                  <a:pt x="2102286" y="54636"/>
                </a:lnTo>
                <a:lnTo>
                  <a:pt x="2102434" y="55711"/>
                </a:lnTo>
                <a:lnTo>
                  <a:pt x="2102557" y="56868"/>
                </a:lnTo>
                <a:lnTo>
                  <a:pt x="2102653" y="58111"/>
                </a:lnTo>
                <a:lnTo>
                  <a:pt x="2102722" y="59443"/>
                </a:lnTo>
                <a:lnTo>
                  <a:pt x="2102763" y="60865"/>
                </a:lnTo>
                <a:lnTo>
                  <a:pt x="2102777" y="62382"/>
                </a:lnTo>
                <a:lnTo>
                  <a:pt x="2102777" y="107238"/>
                </a:lnTo>
                <a:lnTo>
                  <a:pt x="2102313" y="107239"/>
                </a:lnTo>
                <a:lnTo>
                  <a:pt x="2101840" y="107242"/>
                </a:lnTo>
                <a:lnTo>
                  <a:pt x="2101360" y="107250"/>
                </a:lnTo>
                <a:lnTo>
                  <a:pt x="2100876" y="107266"/>
                </a:lnTo>
                <a:lnTo>
                  <a:pt x="2100390" y="107292"/>
                </a:lnTo>
                <a:lnTo>
                  <a:pt x="2099905" y="107331"/>
                </a:lnTo>
                <a:lnTo>
                  <a:pt x="2099424" y="107386"/>
                </a:lnTo>
                <a:lnTo>
                  <a:pt x="2098949" y="107459"/>
                </a:lnTo>
                <a:lnTo>
                  <a:pt x="2098482" y="107553"/>
                </a:lnTo>
                <a:lnTo>
                  <a:pt x="2098027" y="107670"/>
                </a:lnTo>
                <a:lnTo>
                  <a:pt x="2097585" y="107813"/>
                </a:lnTo>
                <a:lnTo>
                  <a:pt x="2097161" y="107985"/>
                </a:lnTo>
                <a:lnTo>
                  <a:pt x="2096755" y="108188"/>
                </a:lnTo>
                <a:lnTo>
                  <a:pt x="2096371" y="108424"/>
                </a:lnTo>
                <a:lnTo>
                  <a:pt x="2096011" y="108697"/>
                </a:lnTo>
                <a:lnTo>
                  <a:pt x="2095678" y="109009"/>
                </a:lnTo>
                <a:lnTo>
                  <a:pt x="2095375" y="109362"/>
                </a:lnTo>
                <a:lnTo>
                  <a:pt x="2095103" y="109759"/>
                </a:lnTo>
                <a:lnTo>
                  <a:pt x="2094867" y="110203"/>
                </a:lnTo>
                <a:lnTo>
                  <a:pt x="2094667" y="110696"/>
                </a:lnTo>
                <a:lnTo>
                  <a:pt x="2094507" y="111241"/>
                </a:lnTo>
                <a:lnTo>
                  <a:pt x="2094390" y="111841"/>
                </a:lnTo>
                <a:lnTo>
                  <a:pt x="2094318" y="112497"/>
                </a:lnTo>
                <a:lnTo>
                  <a:pt x="2094293" y="113213"/>
                </a:lnTo>
                <a:lnTo>
                  <a:pt x="2094320" y="113907"/>
                </a:lnTo>
                <a:lnTo>
                  <a:pt x="2094397" y="114542"/>
                </a:lnTo>
                <a:lnTo>
                  <a:pt x="2094522" y="115122"/>
                </a:lnTo>
                <a:lnTo>
                  <a:pt x="2094691" y="115650"/>
                </a:lnTo>
                <a:lnTo>
                  <a:pt x="2094901" y="116127"/>
                </a:lnTo>
                <a:lnTo>
                  <a:pt x="2095148" y="116557"/>
                </a:lnTo>
                <a:lnTo>
                  <a:pt x="2095430" y="116942"/>
                </a:lnTo>
                <a:lnTo>
                  <a:pt x="2095742" y="117283"/>
                </a:lnTo>
                <a:lnTo>
                  <a:pt x="2096082" y="117585"/>
                </a:lnTo>
                <a:lnTo>
                  <a:pt x="2096446" y="117849"/>
                </a:lnTo>
                <a:lnTo>
                  <a:pt x="2096831" y="118078"/>
                </a:lnTo>
                <a:lnTo>
                  <a:pt x="2097233" y="118274"/>
                </a:lnTo>
                <a:lnTo>
                  <a:pt x="2097649" y="118440"/>
                </a:lnTo>
                <a:lnTo>
                  <a:pt x="2098076" y="118579"/>
                </a:lnTo>
                <a:lnTo>
                  <a:pt x="2098510" y="118692"/>
                </a:lnTo>
                <a:lnTo>
                  <a:pt x="2098948" y="118783"/>
                </a:lnTo>
                <a:lnTo>
                  <a:pt x="2099387" y="118854"/>
                </a:lnTo>
                <a:lnTo>
                  <a:pt x="2099823" y="118907"/>
                </a:lnTo>
                <a:lnTo>
                  <a:pt x="2100254" y="118945"/>
                </a:lnTo>
                <a:lnTo>
                  <a:pt x="2100675" y="118970"/>
                </a:lnTo>
                <a:lnTo>
                  <a:pt x="2101083" y="118986"/>
                </a:lnTo>
                <a:lnTo>
                  <a:pt x="2101475" y="118994"/>
                </a:lnTo>
                <a:lnTo>
                  <a:pt x="2101848" y="118997"/>
                </a:lnTo>
                <a:lnTo>
                  <a:pt x="2102198" y="118997"/>
                </a:lnTo>
                <a:lnTo>
                  <a:pt x="2116657" y="118997"/>
                </a:lnTo>
                <a:lnTo>
                  <a:pt x="2117029" y="118997"/>
                </a:lnTo>
                <a:lnTo>
                  <a:pt x="2117420" y="118994"/>
                </a:lnTo>
                <a:lnTo>
                  <a:pt x="2117826" y="118986"/>
                </a:lnTo>
                <a:lnTo>
                  <a:pt x="2118246" y="118970"/>
                </a:lnTo>
                <a:lnTo>
                  <a:pt x="2118676" y="118945"/>
                </a:lnTo>
                <a:lnTo>
                  <a:pt x="2119112" y="118907"/>
                </a:lnTo>
                <a:lnTo>
                  <a:pt x="2119551" y="118854"/>
                </a:lnTo>
                <a:lnTo>
                  <a:pt x="2119991" y="118783"/>
                </a:lnTo>
                <a:lnTo>
                  <a:pt x="2120428" y="118692"/>
                </a:lnTo>
                <a:lnTo>
                  <a:pt x="2120860" y="118579"/>
                </a:lnTo>
                <a:lnTo>
                  <a:pt x="2121283" y="118440"/>
                </a:lnTo>
                <a:lnTo>
                  <a:pt x="2121693" y="118274"/>
                </a:lnTo>
                <a:lnTo>
                  <a:pt x="2122089" y="118078"/>
                </a:lnTo>
                <a:lnTo>
                  <a:pt x="2122466" y="117849"/>
                </a:lnTo>
                <a:lnTo>
                  <a:pt x="2122822" y="117585"/>
                </a:lnTo>
                <a:lnTo>
                  <a:pt x="2123154" y="117283"/>
                </a:lnTo>
                <a:lnTo>
                  <a:pt x="2123459" y="116942"/>
                </a:lnTo>
                <a:lnTo>
                  <a:pt x="2123733" y="116557"/>
                </a:lnTo>
                <a:lnTo>
                  <a:pt x="2123973" y="116127"/>
                </a:lnTo>
                <a:lnTo>
                  <a:pt x="2124176" y="115650"/>
                </a:lnTo>
                <a:lnTo>
                  <a:pt x="2124340" y="115122"/>
                </a:lnTo>
                <a:lnTo>
                  <a:pt x="2124461" y="114542"/>
                </a:lnTo>
                <a:lnTo>
                  <a:pt x="2124535" y="113907"/>
                </a:lnTo>
                <a:lnTo>
                  <a:pt x="2124561" y="113213"/>
                </a:lnTo>
                <a:lnTo>
                  <a:pt x="2124540" y="112497"/>
                </a:lnTo>
                <a:lnTo>
                  <a:pt x="2124477" y="111841"/>
                </a:lnTo>
                <a:lnTo>
                  <a:pt x="2124374" y="111241"/>
                </a:lnTo>
                <a:lnTo>
                  <a:pt x="2124229" y="110696"/>
                </a:lnTo>
                <a:lnTo>
                  <a:pt x="2124044" y="110203"/>
                </a:lnTo>
                <a:lnTo>
                  <a:pt x="2123820" y="109759"/>
                </a:lnTo>
                <a:close/>
                <a:moveTo>
                  <a:pt x="1000274" y="94811"/>
                </a:moveTo>
                <a:lnTo>
                  <a:pt x="999988" y="94451"/>
                </a:lnTo>
                <a:lnTo>
                  <a:pt x="999674" y="94131"/>
                </a:lnTo>
                <a:lnTo>
                  <a:pt x="999336" y="93849"/>
                </a:lnTo>
                <a:lnTo>
                  <a:pt x="998980" y="93602"/>
                </a:lnTo>
                <a:lnTo>
                  <a:pt x="998608" y="93388"/>
                </a:lnTo>
                <a:lnTo>
                  <a:pt x="998227" y="93205"/>
                </a:lnTo>
                <a:lnTo>
                  <a:pt x="997839" y="93049"/>
                </a:lnTo>
                <a:lnTo>
                  <a:pt x="997449" y="92920"/>
                </a:lnTo>
                <a:lnTo>
                  <a:pt x="997063" y="92814"/>
                </a:lnTo>
                <a:lnTo>
                  <a:pt x="996683" y="92729"/>
                </a:lnTo>
                <a:lnTo>
                  <a:pt x="996315" y="92662"/>
                </a:lnTo>
                <a:lnTo>
                  <a:pt x="995962" y="92613"/>
                </a:lnTo>
                <a:lnTo>
                  <a:pt x="995629" y="92577"/>
                </a:lnTo>
                <a:lnTo>
                  <a:pt x="995321" y="92553"/>
                </a:lnTo>
                <a:lnTo>
                  <a:pt x="995042" y="92539"/>
                </a:lnTo>
                <a:lnTo>
                  <a:pt x="994796" y="92531"/>
                </a:lnTo>
                <a:lnTo>
                  <a:pt x="994587" y="92529"/>
                </a:lnTo>
                <a:lnTo>
                  <a:pt x="994420" y="92528"/>
                </a:lnTo>
                <a:lnTo>
                  <a:pt x="993996" y="92531"/>
                </a:lnTo>
                <a:lnTo>
                  <a:pt x="993592" y="92542"/>
                </a:lnTo>
                <a:lnTo>
                  <a:pt x="993206" y="92560"/>
                </a:lnTo>
                <a:lnTo>
                  <a:pt x="992837" y="92588"/>
                </a:lnTo>
                <a:lnTo>
                  <a:pt x="992486" y="92626"/>
                </a:lnTo>
                <a:lnTo>
                  <a:pt x="992152" y="92676"/>
                </a:lnTo>
                <a:lnTo>
                  <a:pt x="991832" y="92738"/>
                </a:lnTo>
                <a:lnTo>
                  <a:pt x="991528" y="92814"/>
                </a:lnTo>
                <a:lnTo>
                  <a:pt x="991238" y="92905"/>
                </a:lnTo>
                <a:lnTo>
                  <a:pt x="990961" y="93012"/>
                </a:lnTo>
                <a:lnTo>
                  <a:pt x="990696" y="93135"/>
                </a:lnTo>
                <a:lnTo>
                  <a:pt x="990443" y="93277"/>
                </a:lnTo>
                <a:lnTo>
                  <a:pt x="990202" y="93438"/>
                </a:lnTo>
                <a:lnTo>
                  <a:pt x="989970" y="93619"/>
                </a:lnTo>
                <a:lnTo>
                  <a:pt x="989749" y="93821"/>
                </a:lnTo>
                <a:lnTo>
                  <a:pt x="989536" y="94045"/>
                </a:lnTo>
                <a:lnTo>
                  <a:pt x="989331" y="94294"/>
                </a:lnTo>
                <a:lnTo>
                  <a:pt x="989133" y="94566"/>
                </a:lnTo>
                <a:lnTo>
                  <a:pt x="988942" y="94865"/>
                </a:lnTo>
                <a:lnTo>
                  <a:pt x="988756" y="95190"/>
                </a:lnTo>
                <a:lnTo>
                  <a:pt x="988576" y="95543"/>
                </a:lnTo>
                <a:lnTo>
                  <a:pt x="988400" y="95924"/>
                </a:lnTo>
                <a:lnTo>
                  <a:pt x="988227" y="96336"/>
                </a:lnTo>
                <a:lnTo>
                  <a:pt x="988057" y="96779"/>
                </a:lnTo>
                <a:lnTo>
                  <a:pt x="987496" y="97967"/>
                </a:lnTo>
                <a:lnTo>
                  <a:pt x="986875" y="99073"/>
                </a:lnTo>
                <a:lnTo>
                  <a:pt x="986199" y="100100"/>
                </a:lnTo>
                <a:lnTo>
                  <a:pt x="985474" y="101051"/>
                </a:lnTo>
                <a:lnTo>
                  <a:pt x="984704" y="101929"/>
                </a:lnTo>
                <a:lnTo>
                  <a:pt x="983894" y="102736"/>
                </a:lnTo>
                <a:lnTo>
                  <a:pt x="983049" y="103476"/>
                </a:lnTo>
                <a:lnTo>
                  <a:pt x="982173" y="104150"/>
                </a:lnTo>
                <a:lnTo>
                  <a:pt x="981272" y="104763"/>
                </a:lnTo>
                <a:lnTo>
                  <a:pt x="980351" y="105315"/>
                </a:lnTo>
                <a:lnTo>
                  <a:pt x="979413" y="105811"/>
                </a:lnTo>
                <a:lnTo>
                  <a:pt x="978465" y="106253"/>
                </a:lnTo>
                <a:lnTo>
                  <a:pt x="977511" y="106644"/>
                </a:lnTo>
                <a:lnTo>
                  <a:pt x="976556" y="106986"/>
                </a:lnTo>
                <a:lnTo>
                  <a:pt x="975604" y="107282"/>
                </a:lnTo>
                <a:lnTo>
                  <a:pt x="974661" y="107536"/>
                </a:lnTo>
                <a:lnTo>
                  <a:pt x="973731" y="107749"/>
                </a:lnTo>
                <a:lnTo>
                  <a:pt x="972820" y="107925"/>
                </a:lnTo>
                <a:lnTo>
                  <a:pt x="971932" y="108067"/>
                </a:lnTo>
                <a:lnTo>
                  <a:pt x="971071" y="108176"/>
                </a:lnTo>
                <a:lnTo>
                  <a:pt x="970244" y="108256"/>
                </a:lnTo>
                <a:lnTo>
                  <a:pt x="969454" y="108310"/>
                </a:lnTo>
                <a:lnTo>
                  <a:pt x="968706" y="108341"/>
                </a:lnTo>
                <a:lnTo>
                  <a:pt x="968006" y="108350"/>
                </a:lnTo>
                <a:lnTo>
                  <a:pt x="966200" y="108300"/>
                </a:lnTo>
                <a:lnTo>
                  <a:pt x="964398" y="108151"/>
                </a:lnTo>
                <a:lnTo>
                  <a:pt x="962606" y="107903"/>
                </a:lnTo>
                <a:lnTo>
                  <a:pt x="960829" y="107559"/>
                </a:lnTo>
                <a:lnTo>
                  <a:pt x="959072" y="107119"/>
                </a:lnTo>
                <a:lnTo>
                  <a:pt x="957340" y="106584"/>
                </a:lnTo>
                <a:lnTo>
                  <a:pt x="955637" y="105956"/>
                </a:lnTo>
                <a:lnTo>
                  <a:pt x="953969" y="105235"/>
                </a:lnTo>
                <a:lnTo>
                  <a:pt x="952340" y="104424"/>
                </a:lnTo>
                <a:lnTo>
                  <a:pt x="950755" y="103522"/>
                </a:lnTo>
                <a:lnTo>
                  <a:pt x="949220" y="102531"/>
                </a:lnTo>
                <a:lnTo>
                  <a:pt x="947740" y="101453"/>
                </a:lnTo>
                <a:lnTo>
                  <a:pt x="946318" y="100288"/>
                </a:lnTo>
                <a:lnTo>
                  <a:pt x="944961" y="99038"/>
                </a:lnTo>
                <a:lnTo>
                  <a:pt x="943672" y="97703"/>
                </a:lnTo>
                <a:lnTo>
                  <a:pt x="942458" y="96285"/>
                </a:lnTo>
                <a:lnTo>
                  <a:pt x="941323" y="94786"/>
                </a:lnTo>
                <a:lnTo>
                  <a:pt x="940272" y="93206"/>
                </a:lnTo>
                <a:lnTo>
                  <a:pt x="939309" y="91546"/>
                </a:lnTo>
                <a:lnTo>
                  <a:pt x="938441" y="89808"/>
                </a:lnTo>
                <a:lnTo>
                  <a:pt x="937671" y="87992"/>
                </a:lnTo>
                <a:lnTo>
                  <a:pt x="937004" y="86100"/>
                </a:lnTo>
                <a:lnTo>
                  <a:pt x="936447" y="84134"/>
                </a:lnTo>
                <a:lnTo>
                  <a:pt x="936003" y="82093"/>
                </a:lnTo>
                <a:lnTo>
                  <a:pt x="993455" y="82093"/>
                </a:lnTo>
                <a:lnTo>
                  <a:pt x="993959" y="82093"/>
                </a:lnTo>
                <a:lnTo>
                  <a:pt x="994457" y="82089"/>
                </a:lnTo>
                <a:lnTo>
                  <a:pt x="994949" y="82079"/>
                </a:lnTo>
                <a:lnTo>
                  <a:pt x="995432" y="82060"/>
                </a:lnTo>
                <a:lnTo>
                  <a:pt x="995906" y="82029"/>
                </a:lnTo>
                <a:lnTo>
                  <a:pt x="996368" y="81982"/>
                </a:lnTo>
                <a:lnTo>
                  <a:pt x="996818" y="81916"/>
                </a:lnTo>
                <a:lnTo>
                  <a:pt x="997253" y="81829"/>
                </a:lnTo>
                <a:lnTo>
                  <a:pt x="997674" y="81717"/>
                </a:lnTo>
                <a:lnTo>
                  <a:pt x="998077" y="81577"/>
                </a:lnTo>
                <a:lnTo>
                  <a:pt x="998463" y="81406"/>
                </a:lnTo>
                <a:lnTo>
                  <a:pt x="998829" y="81202"/>
                </a:lnTo>
                <a:lnTo>
                  <a:pt x="999173" y="80960"/>
                </a:lnTo>
                <a:lnTo>
                  <a:pt x="999495" y="80677"/>
                </a:lnTo>
                <a:lnTo>
                  <a:pt x="999793" y="80352"/>
                </a:lnTo>
                <a:lnTo>
                  <a:pt x="1000066" y="79980"/>
                </a:lnTo>
                <a:lnTo>
                  <a:pt x="1000312" y="79559"/>
                </a:lnTo>
                <a:lnTo>
                  <a:pt x="1000530" y="79084"/>
                </a:lnTo>
                <a:lnTo>
                  <a:pt x="1000719" y="78555"/>
                </a:lnTo>
                <a:lnTo>
                  <a:pt x="1000876" y="77966"/>
                </a:lnTo>
                <a:lnTo>
                  <a:pt x="1001001" y="77316"/>
                </a:lnTo>
                <a:lnTo>
                  <a:pt x="1001091" y="76600"/>
                </a:lnTo>
                <a:lnTo>
                  <a:pt x="1001147" y="75816"/>
                </a:lnTo>
                <a:lnTo>
                  <a:pt x="1001166" y="74962"/>
                </a:lnTo>
                <a:lnTo>
                  <a:pt x="1001101" y="72231"/>
                </a:lnTo>
                <a:lnTo>
                  <a:pt x="1000909" y="69539"/>
                </a:lnTo>
                <a:lnTo>
                  <a:pt x="1000587" y="66893"/>
                </a:lnTo>
                <a:lnTo>
                  <a:pt x="1000136" y="64300"/>
                </a:lnTo>
                <a:lnTo>
                  <a:pt x="999556" y="61766"/>
                </a:lnTo>
                <a:lnTo>
                  <a:pt x="998846" y="59299"/>
                </a:lnTo>
                <a:lnTo>
                  <a:pt x="998007" y="56905"/>
                </a:lnTo>
                <a:lnTo>
                  <a:pt x="997039" y="54591"/>
                </a:lnTo>
                <a:lnTo>
                  <a:pt x="995940" y="52365"/>
                </a:lnTo>
                <a:lnTo>
                  <a:pt x="994712" y="50232"/>
                </a:lnTo>
                <a:lnTo>
                  <a:pt x="993353" y="48200"/>
                </a:lnTo>
                <a:lnTo>
                  <a:pt x="991864" y="46276"/>
                </a:lnTo>
                <a:lnTo>
                  <a:pt x="990244" y="44467"/>
                </a:lnTo>
                <a:lnTo>
                  <a:pt x="988494" y="42778"/>
                </a:lnTo>
                <a:lnTo>
                  <a:pt x="986613" y="41218"/>
                </a:lnTo>
                <a:lnTo>
                  <a:pt x="984600" y="39793"/>
                </a:lnTo>
                <a:lnTo>
                  <a:pt x="982457" y="38510"/>
                </a:lnTo>
                <a:lnTo>
                  <a:pt x="980182" y="37376"/>
                </a:lnTo>
                <a:lnTo>
                  <a:pt x="977775" y="36397"/>
                </a:lnTo>
                <a:lnTo>
                  <a:pt x="975237" y="35581"/>
                </a:lnTo>
                <a:lnTo>
                  <a:pt x="972567" y="34935"/>
                </a:lnTo>
                <a:lnTo>
                  <a:pt x="969765" y="34464"/>
                </a:lnTo>
                <a:lnTo>
                  <a:pt x="966831" y="34177"/>
                </a:lnTo>
                <a:lnTo>
                  <a:pt x="963764" y="34080"/>
                </a:lnTo>
                <a:lnTo>
                  <a:pt x="960920" y="34179"/>
                </a:lnTo>
                <a:lnTo>
                  <a:pt x="958129" y="34473"/>
                </a:lnTo>
                <a:lnTo>
                  <a:pt x="955396" y="34955"/>
                </a:lnTo>
                <a:lnTo>
                  <a:pt x="952727" y="35618"/>
                </a:lnTo>
                <a:lnTo>
                  <a:pt x="950130" y="36457"/>
                </a:lnTo>
                <a:lnTo>
                  <a:pt x="947609" y="37464"/>
                </a:lnTo>
                <a:lnTo>
                  <a:pt x="945170" y="38633"/>
                </a:lnTo>
                <a:lnTo>
                  <a:pt x="942821" y="39958"/>
                </a:lnTo>
                <a:lnTo>
                  <a:pt x="940567" y="41432"/>
                </a:lnTo>
                <a:lnTo>
                  <a:pt x="938414" y="43050"/>
                </a:lnTo>
                <a:lnTo>
                  <a:pt x="936368" y="44803"/>
                </a:lnTo>
                <a:lnTo>
                  <a:pt x="934436" y="46687"/>
                </a:lnTo>
                <a:lnTo>
                  <a:pt x="932623" y="48694"/>
                </a:lnTo>
                <a:lnTo>
                  <a:pt x="930936" y="50818"/>
                </a:lnTo>
                <a:lnTo>
                  <a:pt x="929380" y="53053"/>
                </a:lnTo>
                <a:lnTo>
                  <a:pt x="927962" y="55392"/>
                </a:lnTo>
                <a:lnTo>
                  <a:pt x="926688" y="57829"/>
                </a:lnTo>
                <a:lnTo>
                  <a:pt x="925565" y="60357"/>
                </a:lnTo>
                <a:lnTo>
                  <a:pt x="924597" y="62971"/>
                </a:lnTo>
                <a:lnTo>
                  <a:pt x="923792" y="65662"/>
                </a:lnTo>
                <a:lnTo>
                  <a:pt x="923155" y="68425"/>
                </a:lnTo>
                <a:lnTo>
                  <a:pt x="922692" y="71254"/>
                </a:lnTo>
                <a:lnTo>
                  <a:pt x="922410" y="74142"/>
                </a:lnTo>
                <a:lnTo>
                  <a:pt x="922315" y="77083"/>
                </a:lnTo>
                <a:lnTo>
                  <a:pt x="922415" y="80005"/>
                </a:lnTo>
                <a:lnTo>
                  <a:pt x="922712" y="82878"/>
                </a:lnTo>
                <a:lnTo>
                  <a:pt x="923200" y="85696"/>
                </a:lnTo>
                <a:lnTo>
                  <a:pt x="923872" y="88451"/>
                </a:lnTo>
                <a:lnTo>
                  <a:pt x="924723" y="91136"/>
                </a:lnTo>
                <a:lnTo>
                  <a:pt x="925746" y="93746"/>
                </a:lnTo>
                <a:lnTo>
                  <a:pt x="926935" y="96274"/>
                </a:lnTo>
                <a:lnTo>
                  <a:pt x="928284" y="98712"/>
                </a:lnTo>
                <a:lnTo>
                  <a:pt x="929787" y="101054"/>
                </a:lnTo>
                <a:lnTo>
                  <a:pt x="931438" y="103294"/>
                </a:lnTo>
                <a:lnTo>
                  <a:pt x="933231" y="105424"/>
                </a:lnTo>
                <a:lnTo>
                  <a:pt x="935159" y="107439"/>
                </a:lnTo>
                <a:lnTo>
                  <a:pt x="937217" y="109330"/>
                </a:lnTo>
                <a:lnTo>
                  <a:pt x="939398" y="111092"/>
                </a:lnTo>
                <a:lnTo>
                  <a:pt x="941697" y="112719"/>
                </a:lnTo>
                <a:lnTo>
                  <a:pt x="944107" y="114202"/>
                </a:lnTo>
                <a:lnTo>
                  <a:pt x="946622" y="115536"/>
                </a:lnTo>
                <a:lnTo>
                  <a:pt x="949236" y="116714"/>
                </a:lnTo>
                <a:lnTo>
                  <a:pt x="951942" y="117729"/>
                </a:lnTo>
                <a:lnTo>
                  <a:pt x="954736" y="118574"/>
                </a:lnTo>
                <a:lnTo>
                  <a:pt x="957610" y="119244"/>
                </a:lnTo>
                <a:lnTo>
                  <a:pt x="960559" y="119730"/>
                </a:lnTo>
                <a:lnTo>
                  <a:pt x="963576" y="120027"/>
                </a:lnTo>
                <a:lnTo>
                  <a:pt x="966656" y="120127"/>
                </a:lnTo>
                <a:lnTo>
                  <a:pt x="969752" y="120039"/>
                </a:lnTo>
                <a:lnTo>
                  <a:pt x="972681" y="119783"/>
                </a:lnTo>
                <a:lnTo>
                  <a:pt x="975445" y="119372"/>
                </a:lnTo>
                <a:lnTo>
                  <a:pt x="978049" y="118819"/>
                </a:lnTo>
                <a:lnTo>
                  <a:pt x="980494" y="118137"/>
                </a:lnTo>
                <a:lnTo>
                  <a:pt x="982784" y="117339"/>
                </a:lnTo>
                <a:lnTo>
                  <a:pt x="984923" y="116438"/>
                </a:lnTo>
                <a:lnTo>
                  <a:pt x="986914" y="115447"/>
                </a:lnTo>
                <a:lnTo>
                  <a:pt x="988759" y="114379"/>
                </a:lnTo>
                <a:lnTo>
                  <a:pt x="990462" y="113247"/>
                </a:lnTo>
                <a:lnTo>
                  <a:pt x="992026" y="112064"/>
                </a:lnTo>
                <a:lnTo>
                  <a:pt x="993454" y="110843"/>
                </a:lnTo>
                <a:lnTo>
                  <a:pt x="994750" y="109596"/>
                </a:lnTo>
                <a:lnTo>
                  <a:pt x="995917" y="108338"/>
                </a:lnTo>
                <a:lnTo>
                  <a:pt x="996957" y="107080"/>
                </a:lnTo>
                <a:lnTo>
                  <a:pt x="997874" y="105836"/>
                </a:lnTo>
                <a:lnTo>
                  <a:pt x="998672" y="104619"/>
                </a:lnTo>
                <a:lnTo>
                  <a:pt x="999352" y="103441"/>
                </a:lnTo>
                <a:lnTo>
                  <a:pt x="999920" y="102316"/>
                </a:lnTo>
                <a:lnTo>
                  <a:pt x="1000377" y="101257"/>
                </a:lnTo>
                <a:lnTo>
                  <a:pt x="1000727" y="100276"/>
                </a:lnTo>
                <a:lnTo>
                  <a:pt x="1000973" y="99387"/>
                </a:lnTo>
                <a:lnTo>
                  <a:pt x="1001118" y="98603"/>
                </a:lnTo>
                <a:lnTo>
                  <a:pt x="1001166" y="97937"/>
                </a:lnTo>
                <a:lnTo>
                  <a:pt x="1001137" y="97290"/>
                </a:lnTo>
                <a:lnTo>
                  <a:pt x="1001055" y="96696"/>
                </a:lnTo>
                <a:lnTo>
                  <a:pt x="1000923" y="96153"/>
                </a:lnTo>
                <a:lnTo>
                  <a:pt x="1000746" y="95659"/>
                </a:lnTo>
                <a:lnTo>
                  <a:pt x="1000529" y="95213"/>
                </a:lnTo>
                <a:lnTo>
                  <a:pt x="1000274" y="94811"/>
                </a:lnTo>
                <a:close/>
                <a:moveTo>
                  <a:pt x="938953" y="62243"/>
                </a:moveTo>
                <a:lnTo>
                  <a:pt x="939745" y="60730"/>
                </a:lnTo>
                <a:lnTo>
                  <a:pt x="940609" y="59270"/>
                </a:lnTo>
                <a:lnTo>
                  <a:pt x="941544" y="57869"/>
                </a:lnTo>
                <a:lnTo>
                  <a:pt x="942547" y="56529"/>
                </a:lnTo>
                <a:lnTo>
                  <a:pt x="943614" y="55253"/>
                </a:lnTo>
                <a:lnTo>
                  <a:pt x="944743" y="54043"/>
                </a:lnTo>
                <a:lnTo>
                  <a:pt x="945932" y="52905"/>
                </a:lnTo>
                <a:lnTo>
                  <a:pt x="947176" y="51839"/>
                </a:lnTo>
                <a:lnTo>
                  <a:pt x="948474" y="50850"/>
                </a:lnTo>
                <a:lnTo>
                  <a:pt x="949823" y="49940"/>
                </a:lnTo>
                <a:lnTo>
                  <a:pt x="951219" y="49113"/>
                </a:lnTo>
                <a:lnTo>
                  <a:pt x="952660" y="48372"/>
                </a:lnTo>
                <a:lnTo>
                  <a:pt x="954143" y="47719"/>
                </a:lnTo>
                <a:lnTo>
                  <a:pt x="955666" y="47158"/>
                </a:lnTo>
                <a:lnTo>
                  <a:pt x="957224" y="46693"/>
                </a:lnTo>
                <a:lnTo>
                  <a:pt x="958816" y="46325"/>
                </a:lnTo>
                <a:lnTo>
                  <a:pt x="960439" y="46059"/>
                </a:lnTo>
                <a:lnTo>
                  <a:pt x="962089" y="45897"/>
                </a:lnTo>
                <a:lnTo>
                  <a:pt x="963764" y="45842"/>
                </a:lnTo>
                <a:lnTo>
                  <a:pt x="965026" y="45868"/>
                </a:lnTo>
                <a:lnTo>
                  <a:pt x="966304" y="45948"/>
                </a:lnTo>
                <a:lnTo>
                  <a:pt x="967590" y="46088"/>
                </a:lnTo>
                <a:lnTo>
                  <a:pt x="968881" y="46291"/>
                </a:lnTo>
                <a:lnTo>
                  <a:pt x="970171" y="46562"/>
                </a:lnTo>
                <a:lnTo>
                  <a:pt x="971455" y="46906"/>
                </a:lnTo>
                <a:lnTo>
                  <a:pt x="972727" y="47326"/>
                </a:lnTo>
                <a:lnTo>
                  <a:pt x="973982" y="47828"/>
                </a:lnTo>
                <a:lnTo>
                  <a:pt x="975215" y="48415"/>
                </a:lnTo>
                <a:lnTo>
                  <a:pt x="976421" y="49092"/>
                </a:lnTo>
                <a:lnTo>
                  <a:pt x="977594" y="49865"/>
                </a:lnTo>
                <a:lnTo>
                  <a:pt x="978730" y="50736"/>
                </a:lnTo>
                <a:lnTo>
                  <a:pt x="979822" y="51710"/>
                </a:lnTo>
                <a:lnTo>
                  <a:pt x="980865" y="52792"/>
                </a:lnTo>
                <a:lnTo>
                  <a:pt x="981855" y="53987"/>
                </a:lnTo>
                <a:lnTo>
                  <a:pt x="982786" y="55299"/>
                </a:lnTo>
                <a:lnTo>
                  <a:pt x="983653" y="56731"/>
                </a:lnTo>
                <a:lnTo>
                  <a:pt x="984450" y="58289"/>
                </a:lnTo>
                <a:lnTo>
                  <a:pt x="985172" y="59978"/>
                </a:lnTo>
                <a:lnTo>
                  <a:pt x="985815" y="61800"/>
                </a:lnTo>
                <a:lnTo>
                  <a:pt x="986372" y="63762"/>
                </a:lnTo>
                <a:lnTo>
                  <a:pt x="986838" y="65867"/>
                </a:lnTo>
                <a:lnTo>
                  <a:pt x="987208" y="68120"/>
                </a:lnTo>
                <a:lnTo>
                  <a:pt x="987478" y="70525"/>
                </a:lnTo>
                <a:lnTo>
                  <a:pt x="936197" y="70525"/>
                </a:lnTo>
                <a:lnTo>
                  <a:pt x="936579" y="68784"/>
                </a:lnTo>
                <a:lnTo>
                  <a:pt x="937048" y="67082"/>
                </a:lnTo>
                <a:lnTo>
                  <a:pt x="937602" y="65423"/>
                </a:lnTo>
                <a:lnTo>
                  <a:pt x="938238" y="63809"/>
                </a:lnTo>
                <a:lnTo>
                  <a:pt x="938953" y="62243"/>
                </a:lnTo>
                <a:close/>
                <a:moveTo>
                  <a:pt x="494197" y="94811"/>
                </a:moveTo>
                <a:lnTo>
                  <a:pt x="493911" y="94451"/>
                </a:lnTo>
                <a:lnTo>
                  <a:pt x="493597" y="94131"/>
                </a:lnTo>
                <a:lnTo>
                  <a:pt x="493259" y="93849"/>
                </a:lnTo>
                <a:lnTo>
                  <a:pt x="492902" y="93602"/>
                </a:lnTo>
                <a:lnTo>
                  <a:pt x="492531" y="93388"/>
                </a:lnTo>
                <a:lnTo>
                  <a:pt x="492149" y="93205"/>
                </a:lnTo>
                <a:lnTo>
                  <a:pt x="491762" y="93049"/>
                </a:lnTo>
                <a:lnTo>
                  <a:pt x="491372" y="92920"/>
                </a:lnTo>
                <a:lnTo>
                  <a:pt x="490985" y="92814"/>
                </a:lnTo>
                <a:lnTo>
                  <a:pt x="490606" y="92729"/>
                </a:lnTo>
                <a:lnTo>
                  <a:pt x="490237" y="92662"/>
                </a:lnTo>
                <a:lnTo>
                  <a:pt x="489885" y="92613"/>
                </a:lnTo>
                <a:lnTo>
                  <a:pt x="489552" y="92577"/>
                </a:lnTo>
                <a:lnTo>
                  <a:pt x="489244" y="92553"/>
                </a:lnTo>
                <a:lnTo>
                  <a:pt x="488965" y="92539"/>
                </a:lnTo>
                <a:lnTo>
                  <a:pt x="488719" y="92531"/>
                </a:lnTo>
                <a:lnTo>
                  <a:pt x="488510" y="92529"/>
                </a:lnTo>
                <a:lnTo>
                  <a:pt x="488343" y="92528"/>
                </a:lnTo>
                <a:lnTo>
                  <a:pt x="487919" y="92531"/>
                </a:lnTo>
                <a:lnTo>
                  <a:pt x="487514" y="92542"/>
                </a:lnTo>
                <a:lnTo>
                  <a:pt x="487128" y="92560"/>
                </a:lnTo>
                <a:lnTo>
                  <a:pt x="486760" y="92588"/>
                </a:lnTo>
                <a:lnTo>
                  <a:pt x="486409" y="92626"/>
                </a:lnTo>
                <a:lnTo>
                  <a:pt x="486074" y="92676"/>
                </a:lnTo>
                <a:lnTo>
                  <a:pt x="485755" y="92738"/>
                </a:lnTo>
                <a:lnTo>
                  <a:pt x="485451" y="92814"/>
                </a:lnTo>
                <a:lnTo>
                  <a:pt x="485160" y="92905"/>
                </a:lnTo>
                <a:lnTo>
                  <a:pt x="484883" y="93012"/>
                </a:lnTo>
                <a:lnTo>
                  <a:pt x="484619" y="93135"/>
                </a:lnTo>
                <a:lnTo>
                  <a:pt x="484366" y="93277"/>
                </a:lnTo>
                <a:lnTo>
                  <a:pt x="484125" y="93438"/>
                </a:lnTo>
                <a:lnTo>
                  <a:pt x="483893" y="93619"/>
                </a:lnTo>
                <a:lnTo>
                  <a:pt x="483671" y="93821"/>
                </a:lnTo>
                <a:lnTo>
                  <a:pt x="483458" y="94045"/>
                </a:lnTo>
                <a:lnTo>
                  <a:pt x="483253" y="94294"/>
                </a:lnTo>
                <a:lnTo>
                  <a:pt x="483056" y="94566"/>
                </a:lnTo>
                <a:lnTo>
                  <a:pt x="482865" y="94865"/>
                </a:lnTo>
                <a:lnTo>
                  <a:pt x="482679" y="95190"/>
                </a:lnTo>
                <a:lnTo>
                  <a:pt x="482499" y="95543"/>
                </a:lnTo>
                <a:lnTo>
                  <a:pt x="482323" y="95924"/>
                </a:lnTo>
                <a:lnTo>
                  <a:pt x="482150" y="96336"/>
                </a:lnTo>
                <a:lnTo>
                  <a:pt x="481980" y="96779"/>
                </a:lnTo>
                <a:lnTo>
                  <a:pt x="481418" y="97967"/>
                </a:lnTo>
                <a:lnTo>
                  <a:pt x="480797" y="99073"/>
                </a:lnTo>
                <a:lnTo>
                  <a:pt x="480122" y="100100"/>
                </a:lnTo>
                <a:lnTo>
                  <a:pt x="479397" y="101051"/>
                </a:lnTo>
                <a:lnTo>
                  <a:pt x="478627" y="101929"/>
                </a:lnTo>
                <a:lnTo>
                  <a:pt x="477817" y="102736"/>
                </a:lnTo>
                <a:lnTo>
                  <a:pt x="476971" y="103476"/>
                </a:lnTo>
                <a:lnTo>
                  <a:pt x="476096" y="104150"/>
                </a:lnTo>
                <a:lnTo>
                  <a:pt x="475195" y="104763"/>
                </a:lnTo>
                <a:lnTo>
                  <a:pt x="474273" y="105315"/>
                </a:lnTo>
                <a:lnTo>
                  <a:pt x="473336" y="105811"/>
                </a:lnTo>
                <a:lnTo>
                  <a:pt x="472388" y="106253"/>
                </a:lnTo>
                <a:lnTo>
                  <a:pt x="471434" y="106644"/>
                </a:lnTo>
                <a:lnTo>
                  <a:pt x="470479" y="106986"/>
                </a:lnTo>
                <a:lnTo>
                  <a:pt x="469527" y="107282"/>
                </a:lnTo>
                <a:lnTo>
                  <a:pt x="468584" y="107536"/>
                </a:lnTo>
                <a:lnTo>
                  <a:pt x="467654" y="107749"/>
                </a:lnTo>
                <a:lnTo>
                  <a:pt x="466743" y="107925"/>
                </a:lnTo>
                <a:lnTo>
                  <a:pt x="465854" y="108067"/>
                </a:lnTo>
                <a:lnTo>
                  <a:pt x="464994" y="108176"/>
                </a:lnTo>
                <a:lnTo>
                  <a:pt x="464166" y="108256"/>
                </a:lnTo>
                <a:lnTo>
                  <a:pt x="463376" y="108310"/>
                </a:lnTo>
                <a:lnTo>
                  <a:pt x="462629" y="108341"/>
                </a:lnTo>
                <a:lnTo>
                  <a:pt x="461929" y="108350"/>
                </a:lnTo>
                <a:lnTo>
                  <a:pt x="460122" y="108300"/>
                </a:lnTo>
                <a:lnTo>
                  <a:pt x="458321" y="108151"/>
                </a:lnTo>
                <a:lnTo>
                  <a:pt x="456529" y="107903"/>
                </a:lnTo>
                <a:lnTo>
                  <a:pt x="454752" y="107559"/>
                </a:lnTo>
                <a:lnTo>
                  <a:pt x="452995" y="107119"/>
                </a:lnTo>
                <a:lnTo>
                  <a:pt x="451262" y="106584"/>
                </a:lnTo>
                <a:lnTo>
                  <a:pt x="449560" y="105956"/>
                </a:lnTo>
                <a:lnTo>
                  <a:pt x="447891" y="105235"/>
                </a:lnTo>
                <a:lnTo>
                  <a:pt x="446262" y="104424"/>
                </a:lnTo>
                <a:lnTo>
                  <a:pt x="444678" y="103522"/>
                </a:lnTo>
                <a:lnTo>
                  <a:pt x="443143" y="102531"/>
                </a:lnTo>
                <a:lnTo>
                  <a:pt x="441662" y="101453"/>
                </a:lnTo>
                <a:lnTo>
                  <a:pt x="440241" y="100288"/>
                </a:lnTo>
                <a:lnTo>
                  <a:pt x="438883" y="99038"/>
                </a:lnTo>
                <a:lnTo>
                  <a:pt x="437595" y="97703"/>
                </a:lnTo>
                <a:lnTo>
                  <a:pt x="436381" y="96285"/>
                </a:lnTo>
                <a:lnTo>
                  <a:pt x="435246" y="94786"/>
                </a:lnTo>
                <a:lnTo>
                  <a:pt x="434195" y="93206"/>
                </a:lnTo>
                <a:lnTo>
                  <a:pt x="433232" y="91546"/>
                </a:lnTo>
                <a:lnTo>
                  <a:pt x="432363" y="89808"/>
                </a:lnTo>
                <a:lnTo>
                  <a:pt x="431593" y="87992"/>
                </a:lnTo>
                <a:lnTo>
                  <a:pt x="430927" y="86100"/>
                </a:lnTo>
                <a:lnTo>
                  <a:pt x="430370" y="84134"/>
                </a:lnTo>
                <a:lnTo>
                  <a:pt x="429925" y="82093"/>
                </a:lnTo>
                <a:lnTo>
                  <a:pt x="487378" y="82093"/>
                </a:lnTo>
                <a:lnTo>
                  <a:pt x="487882" y="82093"/>
                </a:lnTo>
                <a:lnTo>
                  <a:pt x="488380" y="82089"/>
                </a:lnTo>
                <a:lnTo>
                  <a:pt x="488872" y="82079"/>
                </a:lnTo>
                <a:lnTo>
                  <a:pt x="489355" y="82060"/>
                </a:lnTo>
                <a:lnTo>
                  <a:pt x="489828" y="82029"/>
                </a:lnTo>
                <a:lnTo>
                  <a:pt x="490291" y="81982"/>
                </a:lnTo>
                <a:lnTo>
                  <a:pt x="490740" y="81916"/>
                </a:lnTo>
                <a:lnTo>
                  <a:pt x="491176" y="81829"/>
                </a:lnTo>
                <a:lnTo>
                  <a:pt x="491597" y="81717"/>
                </a:lnTo>
                <a:lnTo>
                  <a:pt x="492000" y="81577"/>
                </a:lnTo>
                <a:lnTo>
                  <a:pt x="492386" y="81406"/>
                </a:lnTo>
                <a:lnTo>
                  <a:pt x="492751" y="81202"/>
                </a:lnTo>
                <a:lnTo>
                  <a:pt x="493096" y="80960"/>
                </a:lnTo>
                <a:lnTo>
                  <a:pt x="493418" y="80677"/>
                </a:lnTo>
                <a:lnTo>
                  <a:pt x="493716" y="80352"/>
                </a:lnTo>
                <a:lnTo>
                  <a:pt x="493989" y="79980"/>
                </a:lnTo>
                <a:lnTo>
                  <a:pt x="494235" y="79559"/>
                </a:lnTo>
                <a:lnTo>
                  <a:pt x="494453" y="79084"/>
                </a:lnTo>
                <a:lnTo>
                  <a:pt x="494641" y="78555"/>
                </a:lnTo>
                <a:lnTo>
                  <a:pt x="494798" y="77966"/>
                </a:lnTo>
                <a:lnTo>
                  <a:pt x="494923" y="77316"/>
                </a:lnTo>
                <a:lnTo>
                  <a:pt x="495014" y="76600"/>
                </a:lnTo>
                <a:lnTo>
                  <a:pt x="495070" y="75816"/>
                </a:lnTo>
                <a:lnTo>
                  <a:pt x="495089" y="74962"/>
                </a:lnTo>
                <a:lnTo>
                  <a:pt x="495024" y="72231"/>
                </a:lnTo>
                <a:lnTo>
                  <a:pt x="494831" y="69539"/>
                </a:lnTo>
                <a:lnTo>
                  <a:pt x="494509" y="66893"/>
                </a:lnTo>
                <a:lnTo>
                  <a:pt x="494059" y="64300"/>
                </a:lnTo>
                <a:lnTo>
                  <a:pt x="493479" y="61766"/>
                </a:lnTo>
                <a:lnTo>
                  <a:pt x="492769" y="59299"/>
                </a:lnTo>
                <a:lnTo>
                  <a:pt x="491930" y="56905"/>
                </a:lnTo>
                <a:lnTo>
                  <a:pt x="490962" y="54591"/>
                </a:lnTo>
                <a:lnTo>
                  <a:pt x="489863" y="52365"/>
                </a:lnTo>
                <a:lnTo>
                  <a:pt x="488635" y="50232"/>
                </a:lnTo>
                <a:lnTo>
                  <a:pt x="487276" y="48200"/>
                </a:lnTo>
                <a:lnTo>
                  <a:pt x="485787" y="46276"/>
                </a:lnTo>
                <a:lnTo>
                  <a:pt x="484167" y="44467"/>
                </a:lnTo>
                <a:lnTo>
                  <a:pt x="482417" y="42778"/>
                </a:lnTo>
                <a:lnTo>
                  <a:pt x="480535" y="41218"/>
                </a:lnTo>
                <a:lnTo>
                  <a:pt x="478523" y="39793"/>
                </a:lnTo>
                <a:lnTo>
                  <a:pt x="476380" y="38510"/>
                </a:lnTo>
                <a:lnTo>
                  <a:pt x="474105" y="37376"/>
                </a:lnTo>
                <a:lnTo>
                  <a:pt x="471698" y="36397"/>
                </a:lnTo>
                <a:lnTo>
                  <a:pt x="469160" y="35581"/>
                </a:lnTo>
                <a:lnTo>
                  <a:pt x="466490" y="34935"/>
                </a:lnTo>
                <a:lnTo>
                  <a:pt x="463688" y="34464"/>
                </a:lnTo>
                <a:lnTo>
                  <a:pt x="460754" y="34177"/>
                </a:lnTo>
                <a:lnTo>
                  <a:pt x="457687" y="34080"/>
                </a:lnTo>
                <a:lnTo>
                  <a:pt x="454843" y="34179"/>
                </a:lnTo>
                <a:lnTo>
                  <a:pt x="452052" y="34473"/>
                </a:lnTo>
                <a:lnTo>
                  <a:pt x="449319" y="34955"/>
                </a:lnTo>
                <a:lnTo>
                  <a:pt x="446650" y="35618"/>
                </a:lnTo>
                <a:lnTo>
                  <a:pt x="444052" y="36457"/>
                </a:lnTo>
                <a:lnTo>
                  <a:pt x="441531" y="37464"/>
                </a:lnTo>
                <a:lnTo>
                  <a:pt x="439093" y="38633"/>
                </a:lnTo>
                <a:lnTo>
                  <a:pt x="436744" y="39958"/>
                </a:lnTo>
                <a:lnTo>
                  <a:pt x="434490" y="41432"/>
                </a:lnTo>
                <a:lnTo>
                  <a:pt x="432337" y="43050"/>
                </a:lnTo>
                <a:lnTo>
                  <a:pt x="430291" y="44803"/>
                </a:lnTo>
                <a:lnTo>
                  <a:pt x="428358" y="46687"/>
                </a:lnTo>
                <a:lnTo>
                  <a:pt x="426546" y="48694"/>
                </a:lnTo>
                <a:lnTo>
                  <a:pt x="424858" y="50818"/>
                </a:lnTo>
                <a:lnTo>
                  <a:pt x="423303" y="53053"/>
                </a:lnTo>
                <a:lnTo>
                  <a:pt x="421885" y="55392"/>
                </a:lnTo>
                <a:lnTo>
                  <a:pt x="420611" y="57829"/>
                </a:lnTo>
                <a:lnTo>
                  <a:pt x="419487" y="60357"/>
                </a:lnTo>
                <a:lnTo>
                  <a:pt x="418520" y="62971"/>
                </a:lnTo>
                <a:lnTo>
                  <a:pt x="417714" y="65662"/>
                </a:lnTo>
                <a:lnTo>
                  <a:pt x="417077" y="68425"/>
                </a:lnTo>
                <a:lnTo>
                  <a:pt x="416615" y="71254"/>
                </a:lnTo>
                <a:lnTo>
                  <a:pt x="416333" y="74142"/>
                </a:lnTo>
                <a:lnTo>
                  <a:pt x="416237" y="77083"/>
                </a:lnTo>
                <a:lnTo>
                  <a:pt x="416338" y="80005"/>
                </a:lnTo>
                <a:lnTo>
                  <a:pt x="416635" y="82878"/>
                </a:lnTo>
                <a:lnTo>
                  <a:pt x="417123" y="85696"/>
                </a:lnTo>
                <a:lnTo>
                  <a:pt x="417795" y="88451"/>
                </a:lnTo>
                <a:lnTo>
                  <a:pt x="418645" y="91136"/>
                </a:lnTo>
                <a:lnTo>
                  <a:pt x="419668" y="93746"/>
                </a:lnTo>
                <a:lnTo>
                  <a:pt x="420857" y="96274"/>
                </a:lnTo>
                <a:lnTo>
                  <a:pt x="422207" y="98712"/>
                </a:lnTo>
                <a:lnTo>
                  <a:pt x="423710" y="101054"/>
                </a:lnTo>
                <a:lnTo>
                  <a:pt x="425361" y="103294"/>
                </a:lnTo>
                <a:lnTo>
                  <a:pt x="427153" y="105424"/>
                </a:lnTo>
                <a:lnTo>
                  <a:pt x="429082" y="107439"/>
                </a:lnTo>
                <a:lnTo>
                  <a:pt x="431140" y="109330"/>
                </a:lnTo>
                <a:lnTo>
                  <a:pt x="433321" y="111092"/>
                </a:lnTo>
                <a:lnTo>
                  <a:pt x="435620" y="112719"/>
                </a:lnTo>
                <a:lnTo>
                  <a:pt x="438029" y="114202"/>
                </a:lnTo>
                <a:lnTo>
                  <a:pt x="440544" y="115536"/>
                </a:lnTo>
                <a:lnTo>
                  <a:pt x="443158" y="116714"/>
                </a:lnTo>
                <a:lnTo>
                  <a:pt x="445865" y="117729"/>
                </a:lnTo>
                <a:lnTo>
                  <a:pt x="448659" y="118574"/>
                </a:lnTo>
                <a:lnTo>
                  <a:pt x="451533" y="119244"/>
                </a:lnTo>
                <a:lnTo>
                  <a:pt x="454482" y="119730"/>
                </a:lnTo>
                <a:lnTo>
                  <a:pt x="457499" y="120027"/>
                </a:lnTo>
                <a:lnTo>
                  <a:pt x="460579" y="120127"/>
                </a:lnTo>
                <a:lnTo>
                  <a:pt x="463675" y="120039"/>
                </a:lnTo>
                <a:lnTo>
                  <a:pt x="466604" y="119783"/>
                </a:lnTo>
                <a:lnTo>
                  <a:pt x="469368" y="119372"/>
                </a:lnTo>
                <a:lnTo>
                  <a:pt x="471971" y="118819"/>
                </a:lnTo>
                <a:lnTo>
                  <a:pt x="474417" y="118137"/>
                </a:lnTo>
                <a:lnTo>
                  <a:pt x="476707" y="117339"/>
                </a:lnTo>
                <a:lnTo>
                  <a:pt x="478846" y="116438"/>
                </a:lnTo>
                <a:lnTo>
                  <a:pt x="480836" y="115447"/>
                </a:lnTo>
                <a:lnTo>
                  <a:pt x="482682" y="114379"/>
                </a:lnTo>
                <a:lnTo>
                  <a:pt x="484385" y="113247"/>
                </a:lnTo>
                <a:lnTo>
                  <a:pt x="485949" y="112064"/>
                </a:lnTo>
                <a:lnTo>
                  <a:pt x="487377" y="110843"/>
                </a:lnTo>
                <a:lnTo>
                  <a:pt x="488673" y="109596"/>
                </a:lnTo>
                <a:lnTo>
                  <a:pt x="489839" y="108338"/>
                </a:lnTo>
                <a:lnTo>
                  <a:pt x="490880" y="107080"/>
                </a:lnTo>
                <a:lnTo>
                  <a:pt x="491797" y="105836"/>
                </a:lnTo>
                <a:lnTo>
                  <a:pt x="492594" y="104619"/>
                </a:lnTo>
                <a:lnTo>
                  <a:pt x="493275" y="103441"/>
                </a:lnTo>
                <a:lnTo>
                  <a:pt x="493842" y="102316"/>
                </a:lnTo>
                <a:lnTo>
                  <a:pt x="494300" y="101257"/>
                </a:lnTo>
                <a:lnTo>
                  <a:pt x="494649" y="100276"/>
                </a:lnTo>
                <a:lnTo>
                  <a:pt x="494896" y="99387"/>
                </a:lnTo>
                <a:lnTo>
                  <a:pt x="495041" y="98603"/>
                </a:lnTo>
                <a:lnTo>
                  <a:pt x="495088" y="97937"/>
                </a:lnTo>
                <a:lnTo>
                  <a:pt x="495060" y="97290"/>
                </a:lnTo>
                <a:lnTo>
                  <a:pt x="494978" y="96696"/>
                </a:lnTo>
                <a:lnTo>
                  <a:pt x="494846" y="96153"/>
                </a:lnTo>
                <a:lnTo>
                  <a:pt x="494669" y="95659"/>
                </a:lnTo>
                <a:lnTo>
                  <a:pt x="494451" y="95213"/>
                </a:lnTo>
                <a:lnTo>
                  <a:pt x="494197" y="94811"/>
                </a:lnTo>
                <a:close/>
                <a:moveTo>
                  <a:pt x="432876" y="62243"/>
                </a:moveTo>
                <a:lnTo>
                  <a:pt x="433667" y="60730"/>
                </a:lnTo>
                <a:lnTo>
                  <a:pt x="434532" y="59270"/>
                </a:lnTo>
                <a:lnTo>
                  <a:pt x="435467" y="57869"/>
                </a:lnTo>
                <a:lnTo>
                  <a:pt x="436469" y="56529"/>
                </a:lnTo>
                <a:lnTo>
                  <a:pt x="437537" y="55253"/>
                </a:lnTo>
                <a:lnTo>
                  <a:pt x="438666" y="54043"/>
                </a:lnTo>
                <a:lnTo>
                  <a:pt x="439855" y="52905"/>
                </a:lnTo>
                <a:lnTo>
                  <a:pt x="441099" y="51839"/>
                </a:lnTo>
                <a:lnTo>
                  <a:pt x="442397" y="50850"/>
                </a:lnTo>
                <a:lnTo>
                  <a:pt x="443746" y="49940"/>
                </a:lnTo>
                <a:lnTo>
                  <a:pt x="445142" y="49113"/>
                </a:lnTo>
                <a:lnTo>
                  <a:pt x="446583" y="48372"/>
                </a:lnTo>
                <a:lnTo>
                  <a:pt x="448066" y="47719"/>
                </a:lnTo>
                <a:lnTo>
                  <a:pt x="449588" y="47158"/>
                </a:lnTo>
                <a:lnTo>
                  <a:pt x="451147" y="46693"/>
                </a:lnTo>
                <a:lnTo>
                  <a:pt x="452739" y="46325"/>
                </a:lnTo>
                <a:lnTo>
                  <a:pt x="454361" y="46059"/>
                </a:lnTo>
                <a:lnTo>
                  <a:pt x="456012" y="45897"/>
                </a:lnTo>
                <a:lnTo>
                  <a:pt x="457687" y="45842"/>
                </a:lnTo>
                <a:lnTo>
                  <a:pt x="458949" y="45868"/>
                </a:lnTo>
                <a:lnTo>
                  <a:pt x="460226" y="45948"/>
                </a:lnTo>
                <a:lnTo>
                  <a:pt x="461513" y="46088"/>
                </a:lnTo>
                <a:lnTo>
                  <a:pt x="462804" y="46291"/>
                </a:lnTo>
                <a:lnTo>
                  <a:pt x="464094" y="46562"/>
                </a:lnTo>
                <a:lnTo>
                  <a:pt x="465378" y="46906"/>
                </a:lnTo>
                <a:lnTo>
                  <a:pt x="466650" y="47326"/>
                </a:lnTo>
                <a:lnTo>
                  <a:pt x="467905" y="47828"/>
                </a:lnTo>
                <a:lnTo>
                  <a:pt x="469138" y="48415"/>
                </a:lnTo>
                <a:lnTo>
                  <a:pt x="470344" y="49092"/>
                </a:lnTo>
                <a:lnTo>
                  <a:pt x="471517" y="49865"/>
                </a:lnTo>
                <a:lnTo>
                  <a:pt x="472652" y="50736"/>
                </a:lnTo>
                <a:lnTo>
                  <a:pt x="473744" y="51710"/>
                </a:lnTo>
                <a:lnTo>
                  <a:pt x="474788" y="52792"/>
                </a:lnTo>
                <a:lnTo>
                  <a:pt x="475778" y="53987"/>
                </a:lnTo>
                <a:lnTo>
                  <a:pt x="476709" y="55299"/>
                </a:lnTo>
                <a:lnTo>
                  <a:pt x="477576" y="56731"/>
                </a:lnTo>
                <a:lnTo>
                  <a:pt x="478373" y="58289"/>
                </a:lnTo>
                <a:lnTo>
                  <a:pt x="479095" y="59978"/>
                </a:lnTo>
                <a:lnTo>
                  <a:pt x="479737" y="61800"/>
                </a:lnTo>
                <a:lnTo>
                  <a:pt x="480294" y="63762"/>
                </a:lnTo>
                <a:lnTo>
                  <a:pt x="480761" y="65867"/>
                </a:lnTo>
                <a:lnTo>
                  <a:pt x="481131" y="68120"/>
                </a:lnTo>
                <a:lnTo>
                  <a:pt x="481400" y="70525"/>
                </a:lnTo>
                <a:lnTo>
                  <a:pt x="430120" y="70525"/>
                </a:lnTo>
                <a:lnTo>
                  <a:pt x="430501" y="68784"/>
                </a:lnTo>
                <a:lnTo>
                  <a:pt x="430971" y="67082"/>
                </a:lnTo>
                <a:lnTo>
                  <a:pt x="431525" y="65423"/>
                </a:lnTo>
                <a:lnTo>
                  <a:pt x="432161" y="63809"/>
                </a:lnTo>
                <a:lnTo>
                  <a:pt x="432876" y="62243"/>
                </a:lnTo>
                <a:close/>
                <a:moveTo>
                  <a:pt x="1202705" y="94811"/>
                </a:moveTo>
                <a:lnTo>
                  <a:pt x="1202419" y="94451"/>
                </a:lnTo>
                <a:lnTo>
                  <a:pt x="1202105" y="94131"/>
                </a:lnTo>
                <a:lnTo>
                  <a:pt x="1201767" y="93849"/>
                </a:lnTo>
                <a:lnTo>
                  <a:pt x="1201411" y="93602"/>
                </a:lnTo>
                <a:lnTo>
                  <a:pt x="1201039" y="93388"/>
                </a:lnTo>
                <a:lnTo>
                  <a:pt x="1200658" y="93205"/>
                </a:lnTo>
                <a:lnTo>
                  <a:pt x="1200270" y="93049"/>
                </a:lnTo>
                <a:lnTo>
                  <a:pt x="1199880" y="92920"/>
                </a:lnTo>
                <a:lnTo>
                  <a:pt x="1199494" y="92814"/>
                </a:lnTo>
                <a:lnTo>
                  <a:pt x="1199114" y="92729"/>
                </a:lnTo>
                <a:lnTo>
                  <a:pt x="1198746" y="92662"/>
                </a:lnTo>
                <a:lnTo>
                  <a:pt x="1198393" y="92613"/>
                </a:lnTo>
                <a:lnTo>
                  <a:pt x="1198061" y="92577"/>
                </a:lnTo>
                <a:lnTo>
                  <a:pt x="1197752" y="92553"/>
                </a:lnTo>
                <a:lnTo>
                  <a:pt x="1197473" y="92539"/>
                </a:lnTo>
                <a:lnTo>
                  <a:pt x="1197227" y="92531"/>
                </a:lnTo>
                <a:lnTo>
                  <a:pt x="1197018" y="92529"/>
                </a:lnTo>
                <a:lnTo>
                  <a:pt x="1196851" y="92528"/>
                </a:lnTo>
                <a:lnTo>
                  <a:pt x="1196427" y="92531"/>
                </a:lnTo>
                <a:lnTo>
                  <a:pt x="1196023" y="92542"/>
                </a:lnTo>
                <a:lnTo>
                  <a:pt x="1195637" y="92560"/>
                </a:lnTo>
                <a:lnTo>
                  <a:pt x="1195268" y="92588"/>
                </a:lnTo>
                <a:lnTo>
                  <a:pt x="1194917" y="92626"/>
                </a:lnTo>
                <a:lnTo>
                  <a:pt x="1194583" y="92676"/>
                </a:lnTo>
                <a:lnTo>
                  <a:pt x="1194263" y="92738"/>
                </a:lnTo>
                <a:lnTo>
                  <a:pt x="1193959" y="92814"/>
                </a:lnTo>
                <a:lnTo>
                  <a:pt x="1193669" y="92905"/>
                </a:lnTo>
                <a:lnTo>
                  <a:pt x="1193392" y="93012"/>
                </a:lnTo>
                <a:lnTo>
                  <a:pt x="1193127" y="93135"/>
                </a:lnTo>
                <a:lnTo>
                  <a:pt x="1192874" y="93277"/>
                </a:lnTo>
                <a:lnTo>
                  <a:pt x="1192633" y="93438"/>
                </a:lnTo>
                <a:lnTo>
                  <a:pt x="1192401" y="93619"/>
                </a:lnTo>
                <a:lnTo>
                  <a:pt x="1192180" y="93821"/>
                </a:lnTo>
                <a:lnTo>
                  <a:pt x="1191967" y="94045"/>
                </a:lnTo>
                <a:lnTo>
                  <a:pt x="1191762" y="94294"/>
                </a:lnTo>
                <a:lnTo>
                  <a:pt x="1191564" y="94566"/>
                </a:lnTo>
                <a:lnTo>
                  <a:pt x="1191373" y="94865"/>
                </a:lnTo>
                <a:lnTo>
                  <a:pt x="1191187" y="95190"/>
                </a:lnTo>
                <a:lnTo>
                  <a:pt x="1191007" y="95543"/>
                </a:lnTo>
                <a:lnTo>
                  <a:pt x="1190831" y="95924"/>
                </a:lnTo>
                <a:lnTo>
                  <a:pt x="1190658" y="96336"/>
                </a:lnTo>
                <a:lnTo>
                  <a:pt x="1190488" y="96779"/>
                </a:lnTo>
                <a:lnTo>
                  <a:pt x="1189927" y="97967"/>
                </a:lnTo>
                <a:lnTo>
                  <a:pt x="1189306" y="99073"/>
                </a:lnTo>
                <a:lnTo>
                  <a:pt x="1188630" y="100100"/>
                </a:lnTo>
                <a:lnTo>
                  <a:pt x="1187905" y="101051"/>
                </a:lnTo>
                <a:lnTo>
                  <a:pt x="1187135" y="101929"/>
                </a:lnTo>
                <a:lnTo>
                  <a:pt x="1186325" y="102736"/>
                </a:lnTo>
                <a:lnTo>
                  <a:pt x="1185480" y="103476"/>
                </a:lnTo>
                <a:lnTo>
                  <a:pt x="1184604" y="104150"/>
                </a:lnTo>
                <a:lnTo>
                  <a:pt x="1183703" y="104763"/>
                </a:lnTo>
                <a:lnTo>
                  <a:pt x="1182782" y="105315"/>
                </a:lnTo>
                <a:lnTo>
                  <a:pt x="1181844" y="105811"/>
                </a:lnTo>
                <a:lnTo>
                  <a:pt x="1180896" y="106253"/>
                </a:lnTo>
                <a:lnTo>
                  <a:pt x="1179942" y="106644"/>
                </a:lnTo>
                <a:lnTo>
                  <a:pt x="1178987" y="106986"/>
                </a:lnTo>
                <a:lnTo>
                  <a:pt x="1178035" y="107282"/>
                </a:lnTo>
                <a:lnTo>
                  <a:pt x="1177092" y="107536"/>
                </a:lnTo>
                <a:lnTo>
                  <a:pt x="1176162" y="107749"/>
                </a:lnTo>
                <a:lnTo>
                  <a:pt x="1175251" y="107925"/>
                </a:lnTo>
                <a:lnTo>
                  <a:pt x="1174363" y="108067"/>
                </a:lnTo>
                <a:lnTo>
                  <a:pt x="1173502" y="108176"/>
                </a:lnTo>
                <a:lnTo>
                  <a:pt x="1172675" y="108256"/>
                </a:lnTo>
                <a:lnTo>
                  <a:pt x="1171885" y="108310"/>
                </a:lnTo>
                <a:lnTo>
                  <a:pt x="1171137" y="108341"/>
                </a:lnTo>
                <a:lnTo>
                  <a:pt x="1170437" y="108350"/>
                </a:lnTo>
                <a:lnTo>
                  <a:pt x="1168631" y="108300"/>
                </a:lnTo>
                <a:lnTo>
                  <a:pt x="1166829" y="108151"/>
                </a:lnTo>
                <a:lnTo>
                  <a:pt x="1165037" y="107903"/>
                </a:lnTo>
                <a:lnTo>
                  <a:pt x="1163260" y="107559"/>
                </a:lnTo>
                <a:lnTo>
                  <a:pt x="1161503" y="107119"/>
                </a:lnTo>
                <a:lnTo>
                  <a:pt x="1159771" y="106584"/>
                </a:lnTo>
                <a:lnTo>
                  <a:pt x="1158068" y="105956"/>
                </a:lnTo>
                <a:lnTo>
                  <a:pt x="1156400" y="105235"/>
                </a:lnTo>
                <a:lnTo>
                  <a:pt x="1154771" y="104424"/>
                </a:lnTo>
                <a:lnTo>
                  <a:pt x="1153186" y="103522"/>
                </a:lnTo>
                <a:lnTo>
                  <a:pt x="1151651" y="102531"/>
                </a:lnTo>
                <a:lnTo>
                  <a:pt x="1150171" y="101453"/>
                </a:lnTo>
                <a:lnTo>
                  <a:pt x="1148749" y="100288"/>
                </a:lnTo>
                <a:lnTo>
                  <a:pt x="1147392" y="99038"/>
                </a:lnTo>
                <a:lnTo>
                  <a:pt x="1146103" y="97703"/>
                </a:lnTo>
                <a:lnTo>
                  <a:pt x="1144889" y="96285"/>
                </a:lnTo>
                <a:lnTo>
                  <a:pt x="1143754" y="94786"/>
                </a:lnTo>
                <a:lnTo>
                  <a:pt x="1142703" y="93206"/>
                </a:lnTo>
                <a:lnTo>
                  <a:pt x="1141740" y="91546"/>
                </a:lnTo>
                <a:lnTo>
                  <a:pt x="1140872" y="89808"/>
                </a:lnTo>
                <a:lnTo>
                  <a:pt x="1140102" y="87992"/>
                </a:lnTo>
                <a:lnTo>
                  <a:pt x="1139435" y="86100"/>
                </a:lnTo>
                <a:lnTo>
                  <a:pt x="1138878" y="84134"/>
                </a:lnTo>
                <a:lnTo>
                  <a:pt x="1138434" y="82093"/>
                </a:lnTo>
                <a:lnTo>
                  <a:pt x="1195886" y="82093"/>
                </a:lnTo>
                <a:lnTo>
                  <a:pt x="1196390" y="82093"/>
                </a:lnTo>
                <a:lnTo>
                  <a:pt x="1196888" y="82089"/>
                </a:lnTo>
                <a:lnTo>
                  <a:pt x="1197380" y="82079"/>
                </a:lnTo>
                <a:lnTo>
                  <a:pt x="1197863" y="82060"/>
                </a:lnTo>
                <a:lnTo>
                  <a:pt x="1198337" y="82029"/>
                </a:lnTo>
                <a:lnTo>
                  <a:pt x="1198799" y="81982"/>
                </a:lnTo>
                <a:lnTo>
                  <a:pt x="1199249" y="81916"/>
                </a:lnTo>
                <a:lnTo>
                  <a:pt x="1199684" y="81829"/>
                </a:lnTo>
                <a:lnTo>
                  <a:pt x="1200105" y="81717"/>
                </a:lnTo>
                <a:lnTo>
                  <a:pt x="1200508" y="81577"/>
                </a:lnTo>
                <a:lnTo>
                  <a:pt x="1200894" y="81406"/>
                </a:lnTo>
                <a:lnTo>
                  <a:pt x="1201260" y="81202"/>
                </a:lnTo>
                <a:lnTo>
                  <a:pt x="1201604" y="80960"/>
                </a:lnTo>
                <a:lnTo>
                  <a:pt x="1201926" y="80677"/>
                </a:lnTo>
                <a:lnTo>
                  <a:pt x="1202224" y="80352"/>
                </a:lnTo>
                <a:lnTo>
                  <a:pt x="1202497" y="79980"/>
                </a:lnTo>
                <a:lnTo>
                  <a:pt x="1202743" y="79559"/>
                </a:lnTo>
                <a:lnTo>
                  <a:pt x="1202961" y="79084"/>
                </a:lnTo>
                <a:lnTo>
                  <a:pt x="1203150" y="78555"/>
                </a:lnTo>
                <a:lnTo>
                  <a:pt x="1203307" y="77966"/>
                </a:lnTo>
                <a:lnTo>
                  <a:pt x="1203432" y="77316"/>
                </a:lnTo>
                <a:lnTo>
                  <a:pt x="1203522" y="76600"/>
                </a:lnTo>
                <a:lnTo>
                  <a:pt x="1203578" y="75816"/>
                </a:lnTo>
                <a:lnTo>
                  <a:pt x="1203597" y="74962"/>
                </a:lnTo>
                <a:lnTo>
                  <a:pt x="1203533" y="72231"/>
                </a:lnTo>
                <a:lnTo>
                  <a:pt x="1203340" y="69539"/>
                </a:lnTo>
                <a:lnTo>
                  <a:pt x="1203018" y="66893"/>
                </a:lnTo>
                <a:lnTo>
                  <a:pt x="1202567" y="64300"/>
                </a:lnTo>
                <a:lnTo>
                  <a:pt x="1201987" y="61766"/>
                </a:lnTo>
                <a:lnTo>
                  <a:pt x="1201277" y="59299"/>
                </a:lnTo>
                <a:lnTo>
                  <a:pt x="1200438" y="56905"/>
                </a:lnTo>
                <a:lnTo>
                  <a:pt x="1199470" y="54591"/>
                </a:lnTo>
                <a:lnTo>
                  <a:pt x="1198371" y="52365"/>
                </a:lnTo>
                <a:lnTo>
                  <a:pt x="1197143" y="50232"/>
                </a:lnTo>
                <a:lnTo>
                  <a:pt x="1195784" y="48200"/>
                </a:lnTo>
                <a:lnTo>
                  <a:pt x="1194295" y="46276"/>
                </a:lnTo>
                <a:lnTo>
                  <a:pt x="1192675" y="44467"/>
                </a:lnTo>
                <a:lnTo>
                  <a:pt x="1190925" y="42778"/>
                </a:lnTo>
                <a:lnTo>
                  <a:pt x="1189044" y="41218"/>
                </a:lnTo>
                <a:lnTo>
                  <a:pt x="1187031" y="39793"/>
                </a:lnTo>
                <a:lnTo>
                  <a:pt x="1184888" y="38510"/>
                </a:lnTo>
                <a:lnTo>
                  <a:pt x="1182613" y="37376"/>
                </a:lnTo>
                <a:lnTo>
                  <a:pt x="1180207" y="36397"/>
                </a:lnTo>
                <a:lnTo>
                  <a:pt x="1177668" y="35581"/>
                </a:lnTo>
                <a:lnTo>
                  <a:pt x="1174998" y="34935"/>
                </a:lnTo>
                <a:lnTo>
                  <a:pt x="1172196" y="34464"/>
                </a:lnTo>
                <a:lnTo>
                  <a:pt x="1169262" y="34177"/>
                </a:lnTo>
                <a:lnTo>
                  <a:pt x="1166195" y="34080"/>
                </a:lnTo>
                <a:lnTo>
                  <a:pt x="1163351" y="34179"/>
                </a:lnTo>
                <a:lnTo>
                  <a:pt x="1160560" y="34473"/>
                </a:lnTo>
                <a:lnTo>
                  <a:pt x="1157827" y="34955"/>
                </a:lnTo>
                <a:lnTo>
                  <a:pt x="1155158" y="35618"/>
                </a:lnTo>
                <a:lnTo>
                  <a:pt x="1152561" y="36457"/>
                </a:lnTo>
                <a:lnTo>
                  <a:pt x="1150040" y="37464"/>
                </a:lnTo>
                <a:lnTo>
                  <a:pt x="1147601" y="38633"/>
                </a:lnTo>
                <a:lnTo>
                  <a:pt x="1145252" y="39958"/>
                </a:lnTo>
                <a:lnTo>
                  <a:pt x="1142998" y="41432"/>
                </a:lnTo>
                <a:lnTo>
                  <a:pt x="1140845" y="43050"/>
                </a:lnTo>
                <a:lnTo>
                  <a:pt x="1138799" y="44803"/>
                </a:lnTo>
                <a:lnTo>
                  <a:pt x="1136867" y="46687"/>
                </a:lnTo>
                <a:lnTo>
                  <a:pt x="1135054" y="48694"/>
                </a:lnTo>
                <a:lnTo>
                  <a:pt x="1133367" y="50818"/>
                </a:lnTo>
                <a:lnTo>
                  <a:pt x="1131811" y="53053"/>
                </a:lnTo>
                <a:lnTo>
                  <a:pt x="1130393" y="55392"/>
                </a:lnTo>
                <a:lnTo>
                  <a:pt x="1129119" y="57829"/>
                </a:lnTo>
                <a:lnTo>
                  <a:pt x="1127996" y="60357"/>
                </a:lnTo>
                <a:lnTo>
                  <a:pt x="1127028" y="62971"/>
                </a:lnTo>
                <a:lnTo>
                  <a:pt x="1126223" y="65662"/>
                </a:lnTo>
                <a:lnTo>
                  <a:pt x="1125586" y="68425"/>
                </a:lnTo>
                <a:lnTo>
                  <a:pt x="1125123" y="71254"/>
                </a:lnTo>
                <a:lnTo>
                  <a:pt x="1124841" y="74142"/>
                </a:lnTo>
                <a:lnTo>
                  <a:pt x="1124746" y="77083"/>
                </a:lnTo>
                <a:lnTo>
                  <a:pt x="1124846" y="80005"/>
                </a:lnTo>
                <a:lnTo>
                  <a:pt x="1125143" y="82878"/>
                </a:lnTo>
                <a:lnTo>
                  <a:pt x="1125631" y="85696"/>
                </a:lnTo>
                <a:lnTo>
                  <a:pt x="1126303" y="88451"/>
                </a:lnTo>
                <a:lnTo>
                  <a:pt x="1127154" y="91136"/>
                </a:lnTo>
                <a:lnTo>
                  <a:pt x="1128177" y="93746"/>
                </a:lnTo>
                <a:lnTo>
                  <a:pt x="1129366" y="96274"/>
                </a:lnTo>
                <a:lnTo>
                  <a:pt x="1130715" y="98712"/>
                </a:lnTo>
                <a:lnTo>
                  <a:pt x="1132218" y="101054"/>
                </a:lnTo>
                <a:lnTo>
                  <a:pt x="1133869" y="103294"/>
                </a:lnTo>
                <a:lnTo>
                  <a:pt x="1135662" y="105424"/>
                </a:lnTo>
                <a:lnTo>
                  <a:pt x="1137590" y="107439"/>
                </a:lnTo>
                <a:lnTo>
                  <a:pt x="1139648" y="109330"/>
                </a:lnTo>
                <a:lnTo>
                  <a:pt x="1141829" y="111092"/>
                </a:lnTo>
                <a:lnTo>
                  <a:pt x="1144128" y="112719"/>
                </a:lnTo>
                <a:lnTo>
                  <a:pt x="1146538" y="114202"/>
                </a:lnTo>
                <a:lnTo>
                  <a:pt x="1149053" y="115536"/>
                </a:lnTo>
                <a:lnTo>
                  <a:pt x="1151667" y="116714"/>
                </a:lnTo>
                <a:lnTo>
                  <a:pt x="1154373" y="117729"/>
                </a:lnTo>
                <a:lnTo>
                  <a:pt x="1157167" y="118574"/>
                </a:lnTo>
                <a:lnTo>
                  <a:pt x="1160041" y="119244"/>
                </a:lnTo>
                <a:lnTo>
                  <a:pt x="1162990" y="119730"/>
                </a:lnTo>
                <a:lnTo>
                  <a:pt x="1166007" y="120027"/>
                </a:lnTo>
                <a:lnTo>
                  <a:pt x="1169087" y="120127"/>
                </a:lnTo>
                <a:lnTo>
                  <a:pt x="1172183" y="120039"/>
                </a:lnTo>
                <a:lnTo>
                  <a:pt x="1175112" y="119783"/>
                </a:lnTo>
                <a:lnTo>
                  <a:pt x="1177876" y="119372"/>
                </a:lnTo>
                <a:lnTo>
                  <a:pt x="1180480" y="118819"/>
                </a:lnTo>
                <a:lnTo>
                  <a:pt x="1182925" y="118137"/>
                </a:lnTo>
                <a:lnTo>
                  <a:pt x="1185215" y="117339"/>
                </a:lnTo>
                <a:lnTo>
                  <a:pt x="1187354" y="116438"/>
                </a:lnTo>
                <a:lnTo>
                  <a:pt x="1189345" y="115447"/>
                </a:lnTo>
                <a:lnTo>
                  <a:pt x="1191190" y="114379"/>
                </a:lnTo>
                <a:lnTo>
                  <a:pt x="1192893" y="113247"/>
                </a:lnTo>
                <a:lnTo>
                  <a:pt x="1194457" y="112064"/>
                </a:lnTo>
                <a:lnTo>
                  <a:pt x="1195885" y="110843"/>
                </a:lnTo>
                <a:lnTo>
                  <a:pt x="1197181" y="109596"/>
                </a:lnTo>
                <a:lnTo>
                  <a:pt x="1198348" y="108338"/>
                </a:lnTo>
                <a:lnTo>
                  <a:pt x="1199388" y="107080"/>
                </a:lnTo>
                <a:lnTo>
                  <a:pt x="1200305" y="105836"/>
                </a:lnTo>
                <a:lnTo>
                  <a:pt x="1201103" y="104619"/>
                </a:lnTo>
                <a:lnTo>
                  <a:pt x="1201783" y="103441"/>
                </a:lnTo>
                <a:lnTo>
                  <a:pt x="1202351" y="102316"/>
                </a:lnTo>
                <a:lnTo>
                  <a:pt x="1202808" y="101257"/>
                </a:lnTo>
                <a:lnTo>
                  <a:pt x="1203158" y="100276"/>
                </a:lnTo>
                <a:lnTo>
                  <a:pt x="1203404" y="99387"/>
                </a:lnTo>
                <a:lnTo>
                  <a:pt x="1203549" y="98603"/>
                </a:lnTo>
                <a:lnTo>
                  <a:pt x="1203597" y="97937"/>
                </a:lnTo>
                <a:lnTo>
                  <a:pt x="1203568" y="97290"/>
                </a:lnTo>
                <a:lnTo>
                  <a:pt x="1203486" y="96696"/>
                </a:lnTo>
                <a:lnTo>
                  <a:pt x="1203354" y="96153"/>
                </a:lnTo>
                <a:lnTo>
                  <a:pt x="1203177" y="95659"/>
                </a:lnTo>
                <a:lnTo>
                  <a:pt x="1202960" y="95213"/>
                </a:lnTo>
                <a:lnTo>
                  <a:pt x="1202705" y="94811"/>
                </a:lnTo>
                <a:close/>
                <a:moveTo>
                  <a:pt x="1141384" y="62243"/>
                </a:moveTo>
                <a:lnTo>
                  <a:pt x="1142176" y="60730"/>
                </a:lnTo>
                <a:lnTo>
                  <a:pt x="1143040" y="59270"/>
                </a:lnTo>
                <a:lnTo>
                  <a:pt x="1143975" y="57869"/>
                </a:lnTo>
                <a:lnTo>
                  <a:pt x="1144978" y="56529"/>
                </a:lnTo>
                <a:lnTo>
                  <a:pt x="1146045" y="55253"/>
                </a:lnTo>
                <a:lnTo>
                  <a:pt x="1147174" y="54043"/>
                </a:lnTo>
                <a:lnTo>
                  <a:pt x="1148363" y="52905"/>
                </a:lnTo>
                <a:lnTo>
                  <a:pt x="1149607" y="51839"/>
                </a:lnTo>
                <a:lnTo>
                  <a:pt x="1150905" y="50850"/>
                </a:lnTo>
                <a:lnTo>
                  <a:pt x="1152254" y="49940"/>
                </a:lnTo>
                <a:lnTo>
                  <a:pt x="1153650" y="49113"/>
                </a:lnTo>
                <a:lnTo>
                  <a:pt x="1155091" y="48372"/>
                </a:lnTo>
                <a:lnTo>
                  <a:pt x="1156574" y="47719"/>
                </a:lnTo>
                <a:lnTo>
                  <a:pt x="1158097" y="47158"/>
                </a:lnTo>
                <a:lnTo>
                  <a:pt x="1159655" y="46693"/>
                </a:lnTo>
                <a:lnTo>
                  <a:pt x="1161247" y="46325"/>
                </a:lnTo>
                <a:lnTo>
                  <a:pt x="1162870" y="46059"/>
                </a:lnTo>
                <a:lnTo>
                  <a:pt x="1164520" y="45897"/>
                </a:lnTo>
                <a:lnTo>
                  <a:pt x="1166195" y="45842"/>
                </a:lnTo>
                <a:lnTo>
                  <a:pt x="1167457" y="45868"/>
                </a:lnTo>
                <a:lnTo>
                  <a:pt x="1168735" y="45948"/>
                </a:lnTo>
                <a:lnTo>
                  <a:pt x="1170021" y="46088"/>
                </a:lnTo>
                <a:lnTo>
                  <a:pt x="1171312" y="46291"/>
                </a:lnTo>
                <a:lnTo>
                  <a:pt x="1172602" y="46562"/>
                </a:lnTo>
                <a:lnTo>
                  <a:pt x="1173886" y="46906"/>
                </a:lnTo>
                <a:lnTo>
                  <a:pt x="1175158" y="47326"/>
                </a:lnTo>
                <a:lnTo>
                  <a:pt x="1176413" y="47828"/>
                </a:lnTo>
                <a:lnTo>
                  <a:pt x="1177646" y="48415"/>
                </a:lnTo>
                <a:lnTo>
                  <a:pt x="1178852" y="49092"/>
                </a:lnTo>
                <a:lnTo>
                  <a:pt x="1180025" y="49865"/>
                </a:lnTo>
                <a:lnTo>
                  <a:pt x="1181161" y="50736"/>
                </a:lnTo>
                <a:lnTo>
                  <a:pt x="1182253" y="51710"/>
                </a:lnTo>
                <a:lnTo>
                  <a:pt x="1183296" y="52792"/>
                </a:lnTo>
                <a:lnTo>
                  <a:pt x="1184286" y="53987"/>
                </a:lnTo>
                <a:lnTo>
                  <a:pt x="1185217" y="55299"/>
                </a:lnTo>
                <a:lnTo>
                  <a:pt x="1186084" y="56731"/>
                </a:lnTo>
                <a:lnTo>
                  <a:pt x="1186881" y="58289"/>
                </a:lnTo>
                <a:lnTo>
                  <a:pt x="1187603" y="59978"/>
                </a:lnTo>
                <a:lnTo>
                  <a:pt x="1188246" y="61800"/>
                </a:lnTo>
                <a:lnTo>
                  <a:pt x="1188803" y="63762"/>
                </a:lnTo>
                <a:lnTo>
                  <a:pt x="1189269" y="65867"/>
                </a:lnTo>
                <a:lnTo>
                  <a:pt x="1189639" y="68120"/>
                </a:lnTo>
                <a:lnTo>
                  <a:pt x="1189909" y="70525"/>
                </a:lnTo>
                <a:lnTo>
                  <a:pt x="1138628" y="70525"/>
                </a:lnTo>
                <a:lnTo>
                  <a:pt x="1139010" y="68784"/>
                </a:lnTo>
                <a:lnTo>
                  <a:pt x="1139479" y="67082"/>
                </a:lnTo>
                <a:lnTo>
                  <a:pt x="1140033" y="65423"/>
                </a:lnTo>
                <a:lnTo>
                  <a:pt x="1140669" y="63809"/>
                </a:lnTo>
                <a:lnTo>
                  <a:pt x="1141384" y="62243"/>
                </a:lnTo>
                <a:close/>
                <a:moveTo>
                  <a:pt x="1502298" y="82607"/>
                </a:moveTo>
                <a:lnTo>
                  <a:pt x="1501014" y="81064"/>
                </a:lnTo>
                <a:lnTo>
                  <a:pt x="1499604" y="79649"/>
                </a:lnTo>
                <a:lnTo>
                  <a:pt x="1498086" y="78355"/>
                </a:lnTo>
                <a:lnTo>
                  <a:pt x="1496478" y="77178"/>
                </a:lnTo>
                <a:lnTo>
                  <a:pt x="1494801" y="76112"/>
                </a:lnTo>
                <a:lnTo>
                  <a:pt x="1493073" y="75151"/>
                </a:lnTo>
                <a:lnTo>
                  <a:pt x="1491313" y="74289"/>
                </a:lnTo>
                <a:lnTo>
                  <a:pt x="1489540" y="73521"/>
                </a:lnTo>
                <a:lnTo>
                  <a:pt x="1487772" y="72842"/>
                </a:lnTo>
                <a:lnTo>
                  <a:pt x="1486029" y="72245"/>
                </a:lnTo>
                <a:lnTo>
                  <a:pt x="1484329" y="71725"/>
                </a:lnTo>
                <a:lnTo>
                  <a:pt x="1482692" y="71276"/>
                </a:lnTo>
                <a:lnTo>
                  <a:pt x="1481136" y="70894"/>
                </a:lnTo>
                <a:lnTo>
                  <a:pt x="1479681" y="70572"/>
                </a:lnTo>
                <a:lnTo>
                  <a:pt x="1478344" y="70304"/>
                </a:lnTo>
                <a:lnTo>
                  <a:pt x="1477146" y="70085"/>
                </a:lnTo>
                <a:lnTo>
                  <a:pt x="1476105" y="69910"/>
                </a:lnTo>
                <a:lnTo>
                  <a:pt x="1475239" y="69772"/>
                </a:lnTo>
                <a:lnTo>
                  <a:pt x="1462131" y="67457"/>
                </a:lnTo>
                <a:lnTo>
                  <a:pt x="1461394" y="67352"/>
                </a:lnTo>
                <a:lnTo>
                  <a:pt x="1460588" y="67229"/>
                </a:lnTo>
                <a:lnTo>
                  <a:pt x="1459722" y="67087"/>
                </a:lnTo>
                <a:lnTo>
                  <a:pt x="1458804" y="66924"/>
                </a:lnTo>
                <a:lnTo>
                  <a:pt x="1457843" y="66739"/>
                </a:lnTo>
                <a:lnTo>
                  <a:pt x="1456849" y="66530"/>
                </a:lnTo>
                <a:lnTo>
                  <a:pt x="1455831" y="66295"/>
                </a:lnTo>
                <a:lnTo>
                  <a:pt x="1454797" y="66033"/>
                </a:lnTo>
                <a:lnTo>
                  <a:pt x="1453756" y="65742"/>
                </a:lnTo>
                <a:lnTo>
                  <a:pt x="1452718" y="65421"/>
                </a:lnTo>
                <a:lnTo>
                  <a:pt x="1451690" y="65068"/>
                </a:lnTo>
                <a:lnTo>
                  <a:pt x="1450683" y="64681"/>
                </a:lnTo>
                <a:lnTo>
                  <a:pt x="1449705" y="64259"/>
                </a:lnTo>
                <a:lnTo>
                  <a:pt x="1448765" y="63801"/>
                </a:lnTo>
                <a:lnTo>
                  <a:pt x="1447872" y="63304"/>
                </a:lnTo>
                <a:lnTo>
                  <a:pt x="1447035" y="62767"/>
                </a:lnTo>
                <a:lnTo>
                  <a:pt x="1446264" y="62188"/>
                </a:lnTo>
                <a:lnTo>
                  <a:pt x="1445565" y="61567"/>
                </a:lnTo>
                <a:lnTo>
                  <a:pt x="1444950" y="60900"/>
                </a:lnTo>
                <a:lnTo>
                  <a:pt x="1444427" y="60188"/>
                </a:lnTo>
                <a:lnTo>
                  <a:pt x="1444004" y="59427"/>
                </a:lnTo>
                <a:lnTo>
                  <a:pt x="1443691" y="58617"/>
                </a:lnTo>
                <a:lnTo>
                  <a:pt x="1443497" y="57756"/>
                </a:lnTo>
                <a:lnTo>
                  <a:pt x="1443430" y="56842"/>
                </a:lnTo>
                <a:lnTo>
                  <a:pt x="1443462" y="56210"/>
                </a:lnTo>
                <a:lnTo>
                  <a:pt x="1443562" y="55572"/>
                </a:lnTo>
                <a:lnTo>
                  <a:pt x="1443731" y="54929"/>
                </a:lnTo>
                <a:lnTo>
                  <a:pt x="1443972" y="54285"/>
                </a:lnTo>
                <a:lnTo>
                  <a:pt x="1444287" y="53644"/>
                </a:lnTo>
                <a:lnTo>
                  <a:pt x="1444680" y="53007"/>
                </a:lnTo>
                <a:lnTo>
                  <a:pt x="1445153" y="52378"/>
                </a:lnTo>
                <a:lnTo>
                  <a:pt x="1445708" y="51761"/>
                </a:lnTo>
                <a:lnTo>
                  <a:pt x="1446348" y="51157"/>
                </a:lnTo>
                <a:lnTo>
                  <a:pt x="1447075" y="50571"/>
                </a:lnTo>
                <a:lnTo>
                  <a:pt x="1447893" y="50004"/>
                </a:lnTo>
                <a:lnTo>
                  <a:pt x="1448804" y="49461"/>
                </a:lnTo>
                <a:lnTo>
                  <a:pt x="1449810" y="48944"/>
                </a:lnTo>
                <a:lnTo>
                  <a:pt x="1450914" y="48456"/>
                </a:lnTo>
                <a:lnTo>
                  <a:pt x="1452118" y="48000"/>
                </a:lnTo>
                <a:lnTo>
                  <a:pt x="1453426" y="47579"/>
                </a:lnTo>
                <a:lnTo>
                  <a:pt x="1454840" y="47197"/>
                </a:lnTo>
                <a:lnTo>
                  <a:pt x="1456362" y="46855"/>
                </a:lnTo>
                <a:lnTo>
                  <a:pt x="1457995" y="46558"/>
                </a:lnTo>
                <a:lnTo>
                  <a:pt x="1459741" y="46308"/>
                </a:lnTo>
                <a:lnTo>
                  <a:pt x="1461604" y="46109"/>
                </a:lnTo>
                <a:lnTo>
                  <a:pt x="1463585" y="45963"/>
                </a:lnTo>
                <a:lnTo>
                  <a:pt x="1465688" y="45873"/>
                </a:lnTo>
                <a:lnTo>
                  <a:pt x="1467914" y="45842"/>
                </a:lnTo>
                <a:lnTo>
                  <a:pt x="1469846" y="45872"/>
                </a:lnTo>
                <a:lnTo>
                  <a:pt x="1471644" y="45959"/>
                </a:lnTo>
                <a:lnTo>
                  <a:pt x="1473313" y="46101"/>
                </a:lnTo>
                <a:lnTo>
                  <a:pt x="1474858" y="46294"/>
                </a:lnTo>
                <a:lnTo>
                  <a:pt x="1476284" y="46536"/>
                </a:lnTo>
                <a:lnTo>
                  <a:pt x="1477595" y="46825"/>
                </a:lnTo>
                <a:lnTo>
                  <a:pt x="1478798" y="47157"/>
                </a:lnTo>
                <a:lnTo>
                  <a:pt x="1479895" y="47529"/>
                </a:lnTo>
                <a:lnTo>
                  <a:pt x="1480893" y="47938"/>
                </a:lnTo>
                <a:lnTo>
                  <a:pt x="1481796" y="48383"/>
                </a:lnTo>
                <a:lnTo>
                  <a:pt x="1482609" y="48859"/>
                </a:lnTo>
                <a:lnTo>
                  <a:pt x="1483337" y="49364"/>
                </a:lnTo>
                <a:lnTo>
                  <a:pt x="1483985" y="49895"/>
                </a:lnTo>
                <a:lnTo>
                  <a:pt x="1484557" y="50450"/>
                </a:lnTo>
                <a:lnTo>
                  <a:pt x="1485058" y="51024"/>
                </a:lnTo>
                <a:lnTo>
                  <a:pt x="1485494" y="51617"/>
                </a:lnTo>
                <a:lnTo>
                  <a:pt x="1485869" y="52224"/>
                </a:lnTo>
                <a:lnTo>
                  <a:pt x="1486188" y="52843"/>
                </a:lnTo>
                <a:lnTo>
                  <a:pt x="1486455" y="53471"/>
                </a:lnTo>
                <a:lnTo>
                  <a:pt x="1486676" y="54106"/>
                </a:lnTo>
                <a:lnTo>
                  <a:pt x="1486856" y="54743"/>
                </a:lnTo>
                <a:lnTo>
                  <a:pt x="1486999" y="55381"/>
                </a:lnTo>
                <a:lnTo>
                  <a:pt x="1487110" y="56017"/>
                </a:lnTo>
                <a:lnTo>
                  <a:pt x="1487195" y="56648"/>
                </a:lnTo>
                <a:lnTo>
                  <a:pt x="1487220" y="57058"/>
                </a:lnTo>
                <a:lnTo>
                  <a:pt x="1487250" y="57467"/>
                </a:lnTo>
                <a:lnTo>
                  <a:pt x="1487286" y="57873"/>
                </a:lnTo>
                <a:lnTo>
                  <a:pt x="1487331" y="58274"/>
                </a:lnTo>
                <a:lnTo>
                  <a:pt x="1487388" y="58670"/>
                </a:lnTo>
                <a:lnTo>
                  <a:pt x="1487459" y="59059"/>
                </a:lnTo>
                <a:lnTo>
                  <a:pt x="1487545" y="59439"/>
                </a:lnTo>
                <a:lnTo>
                  <a:pt x="1487650" y="59809"/>
                </a:lnTo>
                <a:lnTo>
                  <a:pt x="1487776" y="60167"/>
                </a:lnTo>
                <a:lnTo>
                  <a:pt x="1487925" y="60513"/>
                </a:lnTo>
                <a:lnTo>
                  <a:pt x="1488100" y="60845"/>
                </a:lnTo>
                <a:lnTo>
                  <a:pt x="1488302" y="61161"/>
                </a:lnTo>
                <a:lnTo>
                  <a:pt x="1488534" y="61460"/>
                </a:lnTo>
                <a:lnTo>
                  <a:pt x="1488799" y="61740"/>
                </a:lnTo>
                <a:lnTo>
                  <a:pt x="1489099" y="62000"/>
                </a:lnTo>
                <a:lnTo>
                  <a:pt x="1489435" y="62239"/>
                </a:lnTo>
                <a:lnTo>
                  <a:pt x="1489812" y="62456"/>
                </a:lnTo>
                <a:lnTo>
                  <a:pt x="1490230" y="62648"/>
                </a:lnTo>
                <a:lnTo>
                  <a:pt x="1490692" y="62814"/>
                </a:lnTo>
                <a:lnTo>
                  <a:pt x="1491201" y="62953"/>
                </a:lnTo>
                <a:lnTo>
                  <a:pt x="1491759" y="63064"/>
                </a:lnTo>
                <a:lnTo>
                  <a:pt x="1492368" y="63145"/>
                </a:lnTo>
                <a:lnTo>
                  <a:pt x="1493030" y="63195"/>
                </a:lnTo>
                <a:lnTo>
                  <a:pt x="1493749" y="63211"/>
                </a:lnTo>
                <a:lnTo>
                  <a:pt x="1494558" y="63191"/>
                </a:lnTo>
                <a:lnTo>
                  <a:pt x="1495299" y="63129"/>
                </a:lnTo>
                <a:lnTo>
                  <a:pt x="1495976" y="63030"/>
                </a:lnTo>
                <a:lnTo>
                  <a:pt x="1496592" y="62893"/>
                </a:lnTo>
                <a:lnTo>
                  <a:pt x="1497149" y="62722"/>
                </a:lnTo>
                <a:lnTo>
                  <a:pt x="1497650" y="62518"/>
                </a:lnTo>
                <a:lnTo>
                  <a:pt x="1498099" y="62282"/>
                </a:lnTo>
                <a:lnTo>
                  <a:pt x="1498498" y="62017"/>
                </a:lnTo>
                <a:lnTo>
                  <a:pt x="1498850" y="61725"/>
                </a:lnTo>
                <a:lnTo>
                  <a:pt x="1499158" y="61407"/>
                </a:lnTo>
                <a:lnTo>
                  <a:pt x="1499425" y="61066"/>
                </a:lnTo>
                <a:lnTo>
                  <a:pt x="1499654" y="60702"/>
                </a:lnTo>
                <a:lnTo>
                  <a:pt x="1499848" y="60318"/>
                </a:lnTo>
                <a:lnTo>
                  <a:pt x="1500009" y="59916"/>
                </a:lnTo>
                <a:lnTo>
                  <a:pt x="1500141" y="59498"/>
                </a:lnTo>
                <a:lnTo>
                  <a:pt x="1500247" y="59065"/>
                </a:lnTo>
                <a:lnTo>
                  <a:pt x="1500330" y="58619"/>
                </a:lnTo>
                <a:lnTo>
                  <a:pt x="1500392" y="58162"/>
                </a:lnTo>
                <a:lnTo>
                  <a:pt x="1500436" y="57697"/>
                </a:lnTo>
                <a:lnTo>
                  <a:pt x="1500466" y="57224"/>
                </a:lnTo>
                <a:lnTo>
                  <a:pt x="1500484" y="56746"/>
                </a:lnTo>
                <a:lnTo>
                  <a:pt x="1500493" y="56264"/>
                </a:lnTo>
                <a:lnTo>
                  <a:pt x="1500497" y="55781"/>
                </a:lnTo>
                <a:lnTo>
                  <a:pt x="1500497" y="55297"/>
                </a:lnTo>
                <a:lnTo>
                  <a:pt x="1500497" y="41985"/>
                </a:lnTo>
                <a:lnTo>
                  <a:pt x="1500497" y="41591"/>
                </a:lnTo>
                <a:lnTo>
                  <a:pt x="1500494" y="41182"/>
                </a:lnTo>
                <a:lnTo>
                  <a:pt x="1500486" y="40760"/>
                </a:lnTo>
                <a:lnTo>
                  <a:pt x="1500470" y="40329"/>
                </a:lnTo>
                <a:lnTo>
                  <a:pt x="1500445" y="39891"/>
                </a:lnTo>
                <a:lnTo>
                  <a:pt x="1500407" y="39449"/>
                </a:lnTo>
                <a:lnTo>
                  <a:pt x="1500354" y="39006"/>
                </a:lnTo>
                <a:lnTo>
                  <a:pt x="1500283" y="38565"/>
                </a:lnTo>
                <a:lnTo>
                  <a:pt x="1500192" y="38129"/>
                </a:lnTo>
                <a:lnTo>
                  <a:pt x="1500079" y="37700"/>
                </a:lnTo>
                <a:lnTo>
                  <a:pt x="1499940" y="37282"/>
                </a:lnTo>
                <a:lnTo>
                  <a:pt x="1499774" y="36876"/>
                </a:lnTo>
                <a:lnTo>
                  <a:pt x="1499578" y="36487"/>
                </a:lnTo>
                <a:lnTo>
                  <a:pt x="1499349" y="36117"/>
                </a:lnTo>
                <a:lnTo>
                  <a:pt x="1499085" y="35768"/>
                </a:lnTo>
                <a:lnTo>
                  <a:pt x="1498783" y="35444"/>
                </a:lnTo>
                <a:lnTo>
                  <a:pt x="1498441" y="35148"/>
                </a:lnTo>
                <a:lnTo>
                  <a:pt x="1498056" y="34881"/>
                </a:lnTo>
                <a:lnTo>
                  <a:pt x="1497626" y="34648"/>
                </a:lnTo>
                <a:lnTo>
                  <a:pt x="1497149" y="34451"/>
                </a:lnTo>
                <a:lnTo>
                  <a:pt x="1496621" y="34293"/>
                </a:lnTo>
                <a:lnTo>
                  <a:pt x="1496040" y="34177"/>
                </a:lnTo>
                <a:lnTo>
                  <a:pt x="1495404" y="34105"/>
                </a:lnTo>
                <a:lnTo>
                  <a:pt x="1494711" y="34080"/>
                </a:lnTo>
                <a:lnTo>
                  <a:pt x="1494153" y="34094"/>
                </a:lnTo>
                <a:lnTo>
                  <a:pt x="1493633" y="34134"/>
                </a:lnTo>
                <a:lnTo>
                  <a:pt x="1493150" y="34199"/>
                </a:lnTo>
                <a:lnTo>
                  <a:pt x="1492703" y="34286"/>
                </a:lnTo>
                <a:lnTo>
                  <a:pt x="1492291" y="34395"/>
                </a:lnTo>
                <a:lnTo>
                  <a:pt x="1491910" y="34523"/>
                </a:lnTo>
                <a:lnTo>
                  <a:pt x="1491561" y="34669"/>
                </a:lnTo>
                <a:lnTo>
                  <a:pt x="1491242" y="34830"/>
                </a:lnTo>
                <a:lnTo>
                  <a:pt x="1490950" y="35006"/>
                </a:lnTo>
                <a:lnTo>
                  <a:pt x="1490685" y="35193"/>
                </a:lnTo>
                <a:lnTo>
                  <a:pt x="1490446" y="35392"/>
                </a:lnTo>
                <a:lnTo>
                  <a:pt x="1490229" y="35599"/>
                </a:lnTo>
                <a:lnTo>
                  <a:pt x="1490035" y="35813"/>
                </a:lnTo>
                <a:lnTo>
                  <a:pt x="1489862" y="36033"/>
                </a:lnTo>
                <a:lnTo>
                  <a:pt x="1489707" y="36256"/>
                </a:lnTo>
                <a:lnTo>
                  <a:pt x="1489570" y="36481"/>
                </a:lnTo>
                <a:lnTo>
                  <a:pt x="1489449" y="36705"/>
                </a:lnTo>
                <a:lnTo>
                  <a:pt x="1489343" y="36928"/>
                </a:lnTo>
                <a:lnTo>
                  <a:pt x="1489250" y="37148"/>
                </a:lnTo>
                <a:lnTo>
                  <a:pt x="1489168" y="37362"/>
                </a:lnTo>
                <a:lnTo>
                  <a:pt x="1489097" y="37569"/>
                </a:lnTo>
                <a:lnTo>
                  <a:pt x="1489034" y="37768"/>
                </a:lnTo>
                <a:lnTo>
                  <a:pt x="1488978" y="37955"/>
                </a:lnTo>
                <a:lnTo>
                  <a:pt x="1488927" y="38131"/>
                </a:lnTo>
                <a:lnTo>
                  <a:pt x="1487867" y="37645"/>
                </a:lnTo>
                <a:lnTo>
                  <a:pt x="1486810" y="37200"/>
                </a:lnTo>
                <a:lnTo>
                  <a:pt x="1485756" y="36794"/>
                </a:lnTo>
                <a:lnTo>
                  <a:pt x="1484709" y="36424"/>
                </a:lnTo>
                <a:lnTo>
                  <a:pt x="1483670" y="36090"/>
                </a:lnTo>
                <a:lnTo>
                  <a:pt x="1482641" y="35789"/>
                </a:lnTo>
                <a:lnTo>
                  <a:pt x="1481625" y="35520"/>
                </a:lnTo>
                <a:lnTo>
                  <a:pt x="1480624" y="35280"/>
                </a:lnTo>
                <a:lnTo>
                  <a:pt x="1479639" y="35069"/>
                </a:lnTo>
                <a:lnTo>
                  <a:pt x="1478673" y="34884"/>
                </a:lnTo>
                <a:lnTo>
                  <a:pt x="1477728" y="34724"/>
                </a:lnTo>
                <a:lnTo>
                  <a:pt x="1476806" y="34586"/>
                </a:lnTo>
                <a:lnTo>
                  <a:pt x="1475910" y="34470"/>
                </a:lnTo>
                <a:lnTo>
                  <a:pt x="1475040" y="34373"/>
                </a:lnTo>
                <a:lnTo>
                  <a:pt x="1474200" y="34294"/>
                </a:lnTo>
                <a:lnTo>
                  <a:pt x="1473391" y="34230"/>
                </a:lnTo>
                <a:lnTo>
                  <a:pt x="1472615" y="34180"/>
                </a:lnTo>
                <a:lnTo>
                  <a:pt x="1471875" y="34143"/>
                </a:lnTo>
                <a:lnTo>
                  <a:pt x="1471173" y="34117"/>
                </a:lnTo>
                <a:lnTo>
                  <a:pt x="1470510" y="34099"/>
                </a:lnTo>
                <a:lnTo>
                  <a:pt x="1469890" y="34088"/>
                </a:lnTo>
                <a:lnTo>
                  <a:pt x="1469313" y="34082"/>
                </a:lnTo>
                <a:lnTo>
                  <a:pt x="1468782" y="34080"/>
                </a:lnTo>
                <a:lnTo>
                  <a:pt x="1468300" y="34080"/>
                </a:lnTo>
                <a:lnTo>
                  <a:pt x="1464418" y="34160"/>
                </a:lnTo>
                <a:lnTo>
                  <a:pt x="1460815" y="34395"/>
                </a:lnTo>
                <a:lnTo>
                  <a:pt x="1457481" y="34773"/>
                </a:lnTo>
                <a:lnTo>
                  <a:pt x="1454406" y="35284"/>
                </a:lnTo>
                <a:lnTo>
                  <a:pt x="1451580" y="35916"/>
                </a:lnTo>
                <a:lnTo>
                  <a:pt x="1448993" y="36660"/>
                </a:lnTo>
                <a:lnTo>
                  <a:pt x="1446633" y="37504"/>
                </a:lnTo>
                <a:lnTo>
                  <a:pt x="1444493" y="38438"/>
                </a:lnTo>
                <a:lnTo>
                  <a:pt x="1442560" y="39451"/>
                </a:lnTo>
                <a:lnTo>
                  <a:pt x="1440825" y="40532"/>
                </a:lnTo>
                <a:lnTo>
                  <a:pt x="1439279" y="41671"/>
                </a:lnTo>
                <a:lnTo>
                  <a:pt x="1437910" y="42856"/>
                </a:lnTo>
                <a:lnTo>
                  <a:pt x="1436709" y="44078"/>
                </a:lnTo>
                <a:lnTo>
                  <a:pt x="1435665" y="45325"/>
                </a:lnTo>
                <a:lnTo>
                  <a:pt x="1434769" y="46587"/>
                </a:lnTo>
                <a:lnTo>
                  <a:pt x="1434011" y="47854"/>
                </a:lnTo>
                <a:lnTo>
                  <a:pt x="1433379" y="49113"/>
                </a:lnTo>
                <a:lnTo>
                  <a:pt x="1432864" y="50355"/>
                </a:lnTo>
                <a:lnTo>
                  <a:pt x="1432457" y="51569"/>
                </a:lnTo>
                <a:lnTo>
                  <a:pt x="1432146" y="52744"/>
                </a:lnTo>
                <a:lnTo>
                  <a:pt x="1431922" y="53870"/>
                </a:lnTo>
                <a:lnTo>
                  <a:pt x="1431775" y="54935"/>
                </a:lnTo>
                <a:lnTo>
                  <a:pt x="1431693" y="55929"/>
                </a:lnTo>
                <a:lnTo>
                  <a:pt x="1431669" y="56842"/>
                </a:lnTo>
                <a:lnTo>
                  <a:pt x="1431772" y="58987"/>
                </a:lnTo>
                <a:lnTo>
                  <a:pt x="1432077" y="60987"/>
                </a:lnTo>
                <a:lnTo>
                  <a:pt x="1432573" y="62849"/>
                </a:lnTo>
                <a:lnTo>
                  <a:pt x="1433250" y="64578"/>
                </a:lnTo>
                <a:lnTo>
                  <a:pt x="1434099" y="66180"/>
                </a:lnTo>
                <a:lnTo>
                  <a:pt x="1435109" y="67661"/>
                </a:lnTo>
                <a:lnTo>
                  <a:pt x="1436270" y="69028"/>
                </a:lnTo>
                <a:lnTo>
                  <a:pt x="1437574" y="70287"/>
                </a:lnTo>
                <a:lnTo>
                  <a:pt x="1439009" y="71443"/>
                </a:lnTo>
                <a:lnTo>
                  <a:pt x="1440566" y="72502"/>
                </a:lnTo>
                <a:lnTo>
                  <a:pt x="1442236" y="73471"/>
                </a:lnTo>
                <a:lnTo>
                  <a:pt x="1444007" y="74355"/>
                </a:lnTo>
                <a:lnTo>
                  <a:pt x="1445871" y="75161"/>
                </a:lnTo>
                <a:lnTo>
                  <a:pt x="1447818" y="75895"/>
                </a:lnTo>
                <a:lnTo>
                  <a:pt x="1449837" y="76562"/>
                </a:lnTo>
                <a:lnTo>
                  <a:pt x="1451919" y="77169"/>
                </a:lnTo>
                <a:lnTo>
                  <a:pt x="1454054" y="77722"/>
                </a:lnTo>
                <a:lnTo>
                  <a:pt x="1456232" y="78227"/>
                </a:lnTo>
                <a:lnTo>
                  <a:pt x="1458443" y="78689"/>
                </a:lnTo>
                <a:lnTo>
                  <a:pt x="1460677" y="79115"/>
                </a:lnTo>
                <a:lnTo>
                  <a:pt x="1462925" y="79511"/>
                </a:lnTo>
                <a:lnTo>
                  <a:pt x="1465176" y="79883"/>
                </a:lnTo>
                <a:lnTo>
                  <a:pt x="1467421" y="80236"/>
                </a:lnTo>
                <a:lnTo>
                  <a:pt x="1469650" y="80578"/>
                </a:lnTo>
                <a:lnTo>
                  <a:pt x="1470860" y="80776"/>
                </a:lnTo>
                <a:lnTo>
                  <a:pt x="1472124" y="80988"/>
                </a:lnTo>
                <a:lnTo>
                  <a:pt x="1473431" y="81216"/>
                </a:lnTo>
                <a:lnTo>
                  <a:pt x="1474772" y="81462"/>
                </a:lnTo>
                <a:lnTo>
                  <a:pt x="1476138" y="81730"/>
                </a:lnTo>
                <a:lnTo>
                  <a:pt x="1477521" y="82023"/>
                </a:lnTo>
                <a:lnTo>
                  <a:pt x="1478910" y="82343"/>
                </a:lnTo>
                <a:lnTo>
                  <a:pt x="1480296" y="82694"/>
                </a:lnTo>
                <a:lnTo>
                  <a:pt x="1481670" y="83079"/>
                </a:lnTo>
                <a:lnTo>
                  <a:pt x="1483023" y="83500"/>
                </a:lnTo>
                <a:lnTo>
                  <a:pt x="1484345" y="83960"/>
                </a:lnTo>
                <a:lnTo>
                  <a:pt x="1485627" y="84462"/>
                </a:lnTo>
                <a:lnTo>
                  <a:pt x="1486860" y="85010"/>
                </a:lnTo>
                <a:lnTo>
                  <a:pt x="1488035" y="85606"/>
                </a:lnTo>
                <a:lnTo>
                  <a:pt x="1489141" y="86253"/>
                </a:lnTo>
                <a:lnTo>
                  <a:pt x="1490171" y="86954"/>
                </a:lnTo>
                <a:lnTo>
                  <a:pt x="1491114" y="87712"/>
                </a:lnTo>
                <a:lnTo>
                  <a:pt x="1491962" y="88530"/>
                </a:lnTo>
                <a:lnTo>
                  <a:pt x="1492705" y="89411"/>
                </a:lnTo>
                <a:lnTo>
                  <a:pt x="1493333" y="90357"/>
                </a:lnTo>
                <a:lnTo>
                  <a:pt x="1493838" y="91372"/>
                </a:lnTo>
                <a:lnTo>
                  <a:pt x="1494211" y="92459"/>
                </a:lnTo>
                <a:lnTo>
                  <a:pt x="1494441" y="93620"/>
                </a:lnTo>
                <a:lnTo>
                  <a:pt x="1494520" y="94858"/>
                </a:lnTo>
                <a:lnTo>
                  <a:pt x="1494482" y="95746"/>
                </a:lnTo>
                <a:lnTo>
                  <a:pt x="1494369" y="96624"/>
                </a:lnTo>
                <a:lnTo>
                  <a:pt x="1494179" y="97489"/>
                </a:lnTo>
                <a:lnTo>
                  <a:pt x="1493910" y="98338"/>
                </a:lnTo>
                <a:lnTo>
                  <a:pt x="1493561" y="99170"/>
                </a:lnTo>
                <a:lnTo>
                  <a:pt x="1493131" y="99981"/>
                </a:lnTo>
                <a:lnTo>
                  <a:pt x="1492618" y="100770"/>
                </a:lnTo>
                <a:lnTo>
                  <a:pt x="1492020" y="101534"/>
                </a:lnTo>
                <a:lnTo>
                  <a:pt x="1491337" y="102271"/>
                </a:lnTo>
                <a:lnTo>
                  <a:pt x="1490567" y="102977"/>
                </a:lnTo>
                <a:lnTo>
                  <a:pt x="1489708" y="103651"/>
                </a:lnTo>
                <a:lnTo>
                  <a:pt x="1488760" y="104291"/>
                </a:lnTo>
                <a:lnTo>
                  <a:pt x="1487720" y="104893"/>
                </a:lnTo>
                <a:lnTo>
                  <a:pt x="1486587" y="105455"/>
                </a:lnTo>
                <a:lnTo>
                  <a:pt x="1485360" y="105976"/>
                </a:lnTo>
                <a:lnTo>
                  <a:pt x="1484037" y="106452"/>
                </a:lnTo>
                <a:lnTo>
                  <a:pt x="1482617" y="106881"/>
                </a:lnTo>
                <a:lnTo>
                  <a:pt x="1481099" y="107261"/>
                </a:lnTo>
                <a:lnTo>
                  <a:pt x="1479481" y="107589"/>
                </a:lnTo>
                <a:lnTo>
                  <a:pt x="1477761" y="107863"/>
                </a:lnTo>
                <a:lnTo>
                  <a:pt x="1475939" y="108080"/>
                </a:lnTo>
                <a:lnTo>
                  <a:pt x="1474012" y="108238"/>
                </a:lnTo>
                <a:lnTo>
                  <a:pt x="1471980" y="108335"/>
                </a:lnTo>
                <a:lnTo>
                  <a:pt x="1469841" y="108368"/>
                </a:lnTo>
                <a:lnTo>
                  <a:pt x="1468700" y="108356"/>
                </a:lnTo>
                <a:lnTo>
                  <a:pt x="1467544" y="108317"/>
                </a:lnTo>
                <a:lnTo>
                  <a:pt x="1466377" y="108247"/>
                </a:lnTo>
                <a:lnTo>
                  <a:pt x="1465202" y="108141"/>
                </a:lnTo>
                <a:lnTo>
                  <a:pt x="1464022" y="107994"/>
                </a:lnTo>
                <a:lnTo>
                  <a:pt x="1462841" y="107801"/>
                </a:lnTo>
                <a:lnTo>
                  <a:pt x="1461661" y="107558"/>
                </a:lnTo>
                <a:lnTo>
                  <a:pt x="1460488" y="107260"/>
                </a:lnTo>
                <a:lnTo>
                  <a:pt x="1459322" y="106902"/>
                </a:lnTo>
                <a:lnTo>
                  <a:pt x="1458169" y="106480"/>
                </a:lnTo>
                <a:lnTo>
                  <a:pt x="1457031" y="105989"/>
                </a:lnTo>
                <a:lnTo>
                  <a:pt x="1455913" y="105424"/>
                </a:lnTo>
                <a:lnTo>
                  <a:pt x="1454816" y="104781"/>
                </a:lnTo>
                <a:lnTo>
                  <a:pt x="1453744" y="104055"/>
                </a:lnTo>
                <a:lnTo>
                  <a:pt x="1452702" y="103241"/>
                </a:lnTo>
                <a:lnTo>
                  <a:pt x="1451691" y="102335"/>
                </a:lnTo>
                <a:lnTo>
                  <a:pt x="1450716" y="101331"/>
                </a:lnTo>
                <a:lnTo>
                  <a:pt x="1449780" y="100226"/>
                </a:lnTo>
                <a:lnTo>
                  <a:pt x="1448886" y="99014"/>
                </a:lnTo>
                <a:lnTo>
                  <a:pt x="1448037" y="97691"/>
                </a:lnTo>
                <a:lnTo>
                  <a:pt x="1447238" y="96252"/>
                </a:lnTo>
                <a:lnTo>
                  <a:pt x="1446490" y="94692"/>
                </a:lnTo>
                <a:lnTo>
                  <a:pt x="1445798" y="93007"/>
                </a:lnTo>
                <a:lnTo>
                  <a:pt x="1445165" y="91193"/>
                </a:lnTo>
                <a:lnTo>
                  <a:pt x="1445046" y="90765"/>
                </a:lnTo>
                <a:lnTo>
                  <a:pt x="1444926" y="90353"/>
                </a:lnTo>
                <a:lnTo>
                  <a:pt x="1444804" y="89955"/>
                </a:lnTo>
                <a:lnTo>
                  <a:pt x="1444679" y="89572"/>
                </a:lnTo>
                <a:lnTo>
                  <a:pt x="1444548" y="89204"/>
                </a:lnTo>
                <a:lnTo>
                  <a:pt x="1444409" y="88852"/>
                </a:lnTo>
                <a:lnTo>
                  <a:pt x="1444261" y="88517"/>
                </a:lnTo>
                <a:lnTo>
                  <a:pt x="1444101" y="88198"/>
                </a:lnTo>
                <a:lnTo>
                  <a:pt x="1443928" y="87895"/>
                </a:lnTo>
                <a:lnTo>
                  <a:pt x="1443740" y="87610"/>
                </a:lnTo>
                <a:lnTo>
                  <a:pt x="1443534" y="87342"/>
                </a:lnTo>
                <a:lnTo>
                  <a:pt x="1443309" y="87092"/>
                </a:lnTo>
                <a:lnTo>
                  <a:pt x="1443063" y="86860"/>
                </a:lnTo>
                <a:lnTo>
                  <a:pt x="1442795" y="86646"/>
                </a:lnTo>
                <a:lnTo>
                  <a:pt x="1442501" y="86451"/>
                </a:lnTo>
                <a:lnTo>
                  <a:pt x="1442180" y="86276"/>
                </a:lnTo>
                <a:lnTo>
                  <a:pt x="1441831" y="86119"/>
                </a:lnTo>
                <a:lnTo>
                  <a:pt x="1441451" y="85983"/>
                </a:lnTo>
                <a:lnTo>
                  <a:pt x="1441038" y="85866"/>
                </a:lnTo>
                <a:lnTo>
                  <a:pt x="1440590" y="85770"/>
                </a:lnTo>
                <a:lnTo>
                  <a:pt x="1440107" y="85695"/>
                </a:lnTo>
                <a:lnTo>
                  <a:pt x="1439584" y="85641"/>
                </a:lnTo>
                <a:lnTo>
                  <a:pt x="1439022" y="85608"/>
                </a:lnTo>
                <a:lnTo>
                  <a:pt x="1438417" y="85597"/>
                </a:lnTo>
                <a:lnTo>
                  <a:pt x="1437608" y="85618"/>
                </a:lnTo>
                <a:lnTo>
                  <a:pt x="1436867" y="85679"/>
                </a:lnTo>
                <a:lnTo>
                  <a:pt x="1436190" y="85779"/>
                </a:lnTo>
                <a:lnTo>
                  <a:pt x="1435574" y="85915"/>
                </a:lnTo>
                <a:lnTo>
                  <a:pt x="1435017" y="86086"/>
                </a:lnTo>
                <a:lnTo>
                  <a:pt x="1434516" y="86290"/>
                </a:lnTo>
                <a:lnTo>
                  <a:pt x="1434067" y="86526"/>
                </a:lnTo>
                <a:lnTo>
                  <a:pt x="1433668" y="86790"/>
                </a:lnTo>
                <a:lnTo>
                  <a:pt x="1433316" y="87082"/>
                </a:lnTo>
                <a:lnTo>
                  <a:pt x="1433008" y="87400"/>
                </a:lnTo>
                <a:lnTo>
                  <a:pt x="1432741" y="87742"/>
                </a:lnTo>
                <a:lnTo>
                  <a:pt x="1432512" y="88105"/>
                </a:lnTo>
                <a:lnTo>
                  <a:pt x="1432318" y="88489"/>
                </a:lnTo>
                <a:lnTo>
                  <a:pt x="1432157" y="88890"/>
                </a:lnTo>
                <a:lnTo>
                  <a:pt x="1432025" y="89309"/>
                </a:lnTo>
                <a:lnTo>
                  <a:pt x="1431919" y="89741"/>
                </a:lnTo>
                <a:lnTo>
                  <a:pt x="1431836" y="90187"/>
                </a:lnTo>
                <a:lnTo>
                  <a:pt x="1431774" y="90643"/>
                </a:lnTo>
                <a:lnTo>
                  <a:pt x="1431730" y="91109"/>
                </a:lnTo>
                <a:lnTo>
                  <a:pt x="1431700" y="91582"/>
                </a:lnTo>
                <a:lnTo>
                  <a:pt x="1431682" y="92060"/>
                </a:lnTo>
                <a:lnTo>
                  <a:pt x="1431673" y="92541"/>
                </a:lnTo>
                <a:lnTo>
                  <a:pt x="1431669" y="93025"/>
                </a:lnTo>
                <a:lnTo>
                  <a:pt x="1431669" y="93508"/>
                </a:lnTo>
                <a:lnTo>
                  <a:pt x="1431669" y="112225"/>
                </a:lnTo>
                <a:lnTo>
                  <a:pt x="1431669" y="112619"/>
                </a:lnTo>
                <a:lnTo>
                  <a:pt x="1431672" y="113028"/>
                </a:lnTo>
                <a:lnTo>
                  <a:pt x="1431680" y="113450"/>
                </a:lnTo>
                <a:lnTo>
                  <a:pt x="1431695" y="113881"/>
                </a:lnTo>
                <a:lnTo>
                  <a:pt x="1431721" y="114319"/>
                </a:lnTo>
                <a:lnTo>
                  <a:pt x="1431759" y="114760"/>
                </a:lnTo>
                <a:lnTo>
                  <a:pt x="1431812" y="115203"/>
                </a:lnTo>
                <a:lnTo>
                  <a:pt x="1431883" y="115644"/>
                </a:lnTo>
                <a:lnTo>
                  <a:pt x="1431974" y="116080"/>
                </a:lnTo>
                <a:lnTo>
                  <a:pt x="1432087" y="116509"/>
                </a:lnTo>
                <a:lnTo>
                  <a:pt x="1432225" y="116927"/>
                </a:lnTo>
                <a:lnTo>
                  <a:pt x="1432392" y="117332"/>
                </a:lnTo>
                <a:lnTo>
                  <a:pt x="1432588" y="117721"/>
                </a:lnTo>
                <a:lnTo>
                  <a:pt x="1432817" y="118091"/>
                </a:lnTo>
                <a:lnTo>
                  <a:pt x="1433081" y="118440"/>
                </a:lnTo>
                <a:lnTo>
                  <a:pt x="1433382" y="118763"/>
                </a:lnTo>
                <a:lnTo>
                  <a:pt x="1433724" y="119060"/>
                </a:lnTo>
                <a:lnTo>
                  <a:pt x="1434109" y="119326"/>
                </a:lnTo>
                <a:lnTo>
                  <a:pt x="1434538" y="119559"/>
                </a:lnTo>
                <a:lnTo>
                  <a:pt x="1435016" y="119756"/>
                </a:lnTo>
                <a:lnTo>
                  <a:pt x="1435543" y="119914"/>
                </a:lnTo>
                <a:lnTo>
                  <a:pt x="1436123" y="120030"/>
                </a:lnTo>
                <a:lnTo>
                  <a:pt x="1436759" y="120102"/>
                </a:lnTo>
                <a:lnTo>
                  <a:pt x="1437452" y="120127"/>
                </a:lnTo>
                <a:lnTo>
                  <a:pt x="1437676" y="120125"/>
                </a:lnTo>
                <a:lnTo>
                  <a:pt x="1437913" y="120119"/>
                </a:lnTo>
                <a:lnTo>
                  <a:pt x="1438162" y="120105"/>
                </a:lnTo>
                <a:lnTo>
                  <a:pt x="1438423" y="120080"/>
                </a:lnTo>
                <a:lnTo>
                  <a:pt x="1438694" y="120041"/>
                </a:lnTo>
                <a:lnTo>
                  <a:pt x="1438974" y="119986"/>
                </a:lnTo>
                <a:lnTo>
                  <a:pt x="1439263" y="119911"/>
                </a:lnTo>
                <a:lnTo>
                  <a:pt x="1439559" y="119813"/>
                </a:lnTo>
                <a:lnTo>
                  <a:pt x="1439862" y="119690"/>
                </a:lnTo>
                <a:lnTo>
                  <a:pt x="1440171" y="119539"/>
                </a:lnTo>
                <a:lnTo>
                  <a:pt x="1440485" y="119356"/>
                </a:lnTo>
                <a:lnTo>
                  <a:pt x="1440803" y="119140"/>
                </a:lnTo>
                <a:lnTo>
                  <a:pt x="1441124" y="118886"/>
                </a:lnTo>
                <a:lnTo>
                  <a:pt x="1441446" y="118592"/>
                </a:lnTo>
                <a:lnTo>
                  <a:pt x="1441770" y="118254"/>
                </a:lnTo>
                <a:lnTo>
                  <a:pt x="1442094" y="117871"/>
                </a:lnTo>
                <a:lnTo>
                  <a:pt x="1442418" y="117440"/>
                </a:lnTo>
                <a:lnTo>
                  <a:pt x="1442740" y="116956"/>
                </a:lnTo>
                <a:lnTo>
                  <a:pt x="1443059" y="116417"/>
                </a:lnTo>
                <a:lnTo>
                  <a:pt x="1443375" y="115821"/>
                </a:lnTo>
                <a:lnTo>
                  <a:pt x="1443687" y="115165"/>
                </a:lnTo>
                <a:lnTo>
                  <a:pt x="1443993" y="114444"/>
                </a:lnTo>
                <a:lnTo>
                  <a:pt x="1444293" y="113658"/>
                </a:lnTo>
                <a:lnTo>
                  <a:pt x="1444586" y="112801"/>
                </a:lnTo>
                <a:lnTo>
                  <a:pt x="1445770" y="113635"/>
                </a:lnTo>
                <a:lnTo>
                  <a:pt x="1446960" y="114403"/>
                </a:lnTo>
                <a:lnTo>
                  <a:pt x="1448154" y="115109"/>
                </a:lnTo>
                <a:lnTo>
                  <a:pt x="1449348" y="115754"/>
                </a:lnTo>
                <a:lnTo>
                  <a:pt x="1450540" y="116341"/>
                </a:lnTo>
                <a:lnTo>
                  <a:pt x="1451728" y="116874"/>
                </a:lnTo>
                <a:lnTo>
                  <a:pt x="1452910" y="117354"/>
                </a:lnTo>
                <a:lnTo>
                  <a:pt x="1454083" y="117785"/>
                </a:lnTo>
                <a:lnTo>
                  <a:pt x="1455244" y="118169"/>
                </a:lnTo>
                <a:lnTo>
                  <a:pt x="1456392" y="118509"/>
                </a:lnTo>
                <a:lnTo>
                  <a:pt x="1457523" y="118807"/>
                </a:lnTo>
                <a:lnTo>
                  <a:pt x="1458636" y="119067"/>
                </a:lnTo>
                <a:lnTo>
                  <a:pt x="1459728" y="119290"/>
                </a:lnTo>
                <a:lnTo>
                  <a:pt x="1460796" y="119480"/>
                </a:lnTo>
                <a:lnTo>
                  <a:pt x="1461838" y="119639"/>
                </a:lnTo>
                <a:lnTo>
                  <a:pt x="1462852" y="119770"/>
                </a:lnTo>
                <a:lnTo>
                  <a:pt x="1463835" y="119876"/>
                </a:lnTo>
                <a:lnTo>
                  <a:pt x="1464785" y="119958"/>
                </a:lnTo>
                <a:lnTo>
                  <a:pt x="1465699" y="120021"/>
                </a:lnTo>
                <a:lnTo>
                  <a:pt x="1466575" y="120066"/>
                </a:lnTo>
                <a:lnTo>
                  <a:pt x="1467410" y="120097"/>
                </a:lnTo>
                <a:lnTo>
                  <a:pt x="1468203" y="120115"/>
                </a:lnTo>
                <a:lnTo>
                  <a:pt x="1468950" y="120124"/>
                </a:lnTo>
                <a:lnTo>
                  <a:pt x="1469650" y="120127"/>
                </a:lnTo>
                <a:lnTo>
                  <a:pt x="1473332" y="120045"/>
                </a:lnTo>
                <a:lnTo>
                  <a:pt x="1476769" y="119807"/>
                </a:lnTo>
                <a:lnTo>
                  <a:pt x="1479969" y="119421"/>
                </a:lnTo>
                <a:lnTo>
                  <a:pt x="1482939" y="118899"/>
                </a:lnTo>
                <a:lnTo>
                  <a:pt x="1485688" y="118249"/>
                </a:lnTo>
                <a:lnTo>
                  <a:pt x="1488223" y="117482"/>
                </a:lnTo>
                <a:lnTo>
                  <a:pt x="1490553" y="116607"/>
                </a:lnTo>
                <a:lnTo>
                  <a:pt x="1492684" y="115635"/>
                </a:lnTo>
                <a:lnTo>
                  <a:pt x="1494625" y="114575"/>
                </a:lnTo>
                <a:lnTo>
                  <a:pt x="1496385" y="113437"/>
                </a:lnTo>
                <a:lnTo>
                  <a:pt x="1497969" y="112231"/>
                </a:lnTo>
                <a:lnTo>
                  <a:pt x="1499387" y="110967"/>
                </a:lnTo>
                <a:lnTo>
                  <a:pt x="1500647" y="109654"/>
                </a:lnTo>
                <a:lnTo>
                  <a:pt x="1501756" y="108304"/>
                </a:lnTo>
                <a:lnTo>
                  <a:pt x="1502722" y="106925"/>
                </a:lnTo>
                <a:lnTo>
                  <a:pt x="1503553" y="105527"/>
                </a:lnTo>
                <a:lnTo>
                  <a:pt x="1504256" y="104120"/>
                </a:lnTo>
                <a:lnTo>
                  <a:pt x="1504841" y="102715"/>
                </a:lnTo>
                <a:lnTo>
                  <a:pt x="1505313" y="101320"/>
                </a:lnTo>
                <a:lnTo>
                  <a:pt x="1505683" y="99947"/>
                </a:lnTo>
                <a:lnTo>
                  <a:pt x="1505956" y="98604"/>
                </a:lnTo>
                <a:lnTo>
                  <a:pt x="1506142" y="97302"/>
                </a:lnTo>
                <a:lnTo>
                  <a:pt x="1506247" y="96050"/>
                </a:lnTo>
                <a:lnTo>
                  <a:pt x="1506281" y="94858"/>
                </a:lnTo>
                <a:lnTo>
                  <a:pt x="1506154" y="92432"/>
                </a:lnTo>
                <a:lnTo>
                  <a:pt x="1505788" y="90167"/>
                </a:lnTo>
                <a:lnTo>
                  <a:pt x="1505200" y="88058"/>
                </a:lnTo>
                <a:lnTo>
                  <a:pt x="1504410" y="86098"/>
                </a:lnTo>
                <a:lnTo>
                  <a:pt x="1503436" y="84283"/>
                </a:lnTo>
                <a:lnTo>
                  <a:pt x="1502298" y="82607"/>
                </a:lnTo>
                <a:close/>
                <a:moveTo>
                  <a:pt x="1910927" y="94451"/>
                </a:moveTo>
                <a:lnTo>
                  <a:pt x="1910613" y="94131"/>
                </a:lnTo>
                <a:lnTo>
                  <a:pt x="1910275" y="93849"/>
                </a:lnTo>
                <a:lnTo>
                  <a:pt x="1909919" y="93602"/>
                </a:lnTo>
                <a:lnTo>
                  <a:pt x="1909547" y="93388"/>
                </a:lnTo>
                <a:lnTo>
                  <a:pt x="1909166" y="93205"/>
                </a:lnTo>
                <a:lnTo>
                  <a:pt x="1908778" y="93049"/>
                </a:lnTo>
                <a:lnTo>
                  <a:pt x="1908388" y="92920"/>
                </a:lnTo>
                <a:lnTo>
                  <a:pt x="1908002" y="92814"/>
                </a:lnTo>
                <a:lnTo>
                  <a:pt x="1907622" y="92729"/>
                </a:lnTo>
                <a:lnTo>
                  <a:pt x="1907254" y="92662"/>
                </a:lnTo>
                <a:lnTo>
                  <a:pt x="1906901" y="92613"/>
                </a:lnTo>
                <a:lnTo>
                  <a:pt x="1906568" y="92577"/>
                </a:lnTo>
                <a:lnTo>
                  <a:pt x="1906260" y="92553"/>
                </a:lnTo>
                <a:lnTo>
                  <a:pt x="1905981" y="92539"/>
                </a:lnTo>
                <a:lnTo>
                  <a:pt x="1905735" y="92531"/>
                </a:lnTo>
                <a:lnTo>
                  <a:pt x="1905526" y="92529"/>
                </a:lnTo>
                <a:lnTo>
                  <a:pt x="1905359" y="92528"/>
                </a:lnTo>
                <a:lnTo>
                  <a:pt x="1904935" y="92531"/>
                </a:lnTo>
                <a:lnTo>
                  <a:pt x="1904531" y="92542"/>
                </a:lnTo>
                <a:lnTo>
                  <a:pt x="1904145" y="92560"/>
                </a:lnTo>
                <a:lnTo>
                  <a:pt x="1903776" y="92588"/>
                </a:lnTo>
                <a:lnTo>
                  <a:pt x="1903425" y="92626"/>
                </a:lnTo>
                <a:lnTo>
                  <a:pt x="1903090" y="92676"/>
                </a:lnTo>
                <a:lnTo>
                  <a:pt x="1902771" y="92738"/>
                </a:lnTo>
                <a:lnTo>
                  <a:pt x="1902467" y="92814"/>
                </a:lnTo>
                <a:lnTo>
                  <a:pt x="1902177" y="92905"/>
                </a:lnTo>
                <a:lnTo>
                  <a:pt x="1901900" y="93012"/>
                </a:lnTo>
                <a:lnTo>
                  <a:pt x="1901635" y="93135"/>
                </a:lnTo>
                <a:lnTo>
                  <a:pt x="1901382" y="93277"/>
                </a:lnTo>
                <a:lnTo>
                  <a:pt x="1901141" y="93438"/>
                </a:lnTo>
                <a:lnTo>
                  <a:pt x="1900909" y="93619"/>
                </a:lnTo>
                <a:lnTo>
                  <a:pt x="1900688" y="93821"/>
                </a:lnTo>
                <a:lnTo>
                  <a:pt x="1900475" y="94045"/>
                </a:lnTo>
                <a:lnTo>
                  <a:pt x="1900270" y="94294"/>
                </a:lnTo>
                <a:lnTo>
                  <a:pt x="1900072" y="94566"/>
                </a:lnTo>
                <a:lnTo>
                  <a:pt x="1899881" y="94865"/>
                </a:lnTo>
                <a:lnTo>
                  <a:pt x="1899695" y="95190"/>
                </a:lnTo>
                <a:lnTo>
                  <a:pt x="1899515" y="95543"/>
                </a:lnTo>
                <a:lnTo>
                  <a:pt x="1899339" y="95924"/>
                </a:lnTo>
                <a:lnTo>
                  <a:pt x="1899166" y="96336"/>
                </a:lnTo>
                <a:lnTo>
                  <a:pt x="1898996" y="96779"/>
                </a:lnTo>
                <a:lnTo>
                  <a:pt x="1898435" y="97967"/>
                </a:lnTo>
                <a:lnTo>
                  <a:pt x="1897814" y="99073"/>
                </a:lnTo>
                <a:lnTo>
                  <a:pt x="1897138" y="100100"/>
                </a:lnTo>
                <a:lnTo>
                  <a:pt x="1896413" y="101051"/>
                </a:lnTo>
                <a:lnTo>
                  <a:pt x="1895643" y="101929"/>
                </a:lnTo>
                <a:lnTo>
                  <a:pt x="1894833" y="102736"/>
                </a:lnTo>
                <a:lnTo>
                  <a:pt x="1893988" y="103476"/>
                </a:lnTo>
                <a:lnTo>
                  <a:pt x="1893112" y="104150"/>
                </a:lnTo>
                <a:lnTo>
                  <a:pt x="1892211" y="104763"/>
                </a:lnTo>
                <a:lnTo>
                  <a:pt x="1891290" y="105315"/>
                </a:lnTo>
                <a:lnTo>
                  <a:pt x="1890352" y="105811"/>
                </a:lnTo>
                <a:lnTo>
                  <a:pt x="1889404" y="106253"/>
                </a:lnTo>
                <a:lnTo>
                  <a:pt x="1888450" y="106644"/>
                </a:lnTo>
                <a:lnTo>
                  <a:pt x="1887495" y="106986"/>
                </a:lnTo>
                <a:lnTo>
                  <a:pt x="1886543" y="107282"/>
                </a:lnTo>
                <a:lnTo>
                  <a:pt x="1885600" y="107536"/>
                </a:lnTo>
                <a:lnTo>
                  <a:pt x="1884670" y="107749"/>
                </a:lnTo>
                <a:lnTo>
                  <a:pt x="1883759" y="107925"/>
                </a:lnTo>
                <a:lnTo>
                  <a:pt x="1882871" y="108067"/>
                </a:lnTo>
                <a:lnTo>
                  <a:pt x="1882010" y="108176"/>
                </a:lnTo>
                <a:lnTo>
                  <a:pt x="1881183" y="108256"/>
                </a:lnTo>
                <a:lnTo>
                  <a:pt x="1880393" y="108310"/>
                </a:lnTo>
                <a:lnTo>
                  <a:pt x="1879645" y="108341"/>
                </a:lnTo>
                <a:lnTo>
                  <a:pt x="1878945" y="108350"/>
                </a:lnTo>
                <a:lnTo>
                  <a:pt x="1877139" y="108300"/>
                </a:lnTo>
                <a:lnTo>
                  <a:pt x="1875337" y="108151"/>
                </a:lnTo>
                <a:lnTo>
                  <a:pt x="1873545" y="107903"/>
                </a:lnTo>
                <a:lnTo>
                  <a:pt x="1871768" y="107559"/>
                </a:lnTo>
                <a:lnTo>
                  <a:pt x="1870011" y="107119"/>
                </a:lnTo>
                <a:lnTo>
                  <a:pt x="1868279" y="106584"/>
                </a:lnTo>
                <a:lnTo>
                  <a:pt x="1866576" y="105956"/>
                </a:lnTo>
                <a:lnTo>
                  <a:pt x="1864908" y="105235"/>
                </a:lnTo>
                <a:lnTo>
                  <a:pt x="1863279" y="104424"/>
                </a:lnTo>
                <a:lnTo>
                  <a:pt x="1861694" y="103522"/>
                </a:lnTo>
                <a:lnTo>
                  <a:pt x="1860159" y="102531"/>
                </a:lnTo>
                <a:lnTo>
                  <a:pt x="1858679" y="101453"/>
                </a:lnTo>
                <a:lnTo>
                  <a:pt x="1857257" y="100288"/>
                </a:lnTo>
                <a:lnTo>
                  <a:pt x="1855900" y="99038"/>
                </a:lnTo>
                <a:lnTo>
                  <a:pt x="1854611" y="97703"/>
                </a:lnTo>
                <a:lnTo>
                  <a:pt x="1853397" y="96285"/>
                </a:lnTo>
                <a:lnTo>
                  <a:pt x="1852262" y="94786"/>
                </a:lnTo>
                <a:lnTo>
                  <a:pt x="1851211" y="93206"/>
                </a:lnTo>
                <a:lnTo>
                  <a:pt x="1850248" y="91546"/>
                </a:lnTo>
                <a:lnTo>
                  <a:pt x="1849380" y="89808"/>
                </a:lnTo>
                <a:lnTo>
                  <a:pt x="1848610" y="87992"/>
                </a:lnTo>
                <a:lnTo>
                  <a:pt x="1847943" y="86100"/>
                </a:lnTo>
                <a:lnTo>
                  <a:pt x="1847386" y="84134"/>
                </a:lnTo>
                <a:lnTo>
                  <a:pt x="1846942" y="82093"/>
                </a:lnTo>
                <a:lnTo>
                  <a:pt x="1904394" y="82093"/>
                </a:lnTo>
                <a:lnTo>
                  <a:pt x="1904898" y="82093"/>
                </a:lnTo>
                <a:lnTo>
                  <a:pt x="1905396" y="82089"/>
                </a:lnTo>
                <a:lnTo>
                  <a:pt x="1905888" y="82079"/>
                </a:lnTo>
                <a:lnTo>
                  <a:pt x="1906371" y="82060"/>
                </a:lnTo>
                <a:lnTo>
                  <a:pt x="1906845" y="82029"/>
                </a:lnTo>
                <a:lnTo>
                  <a:pt x="1907307" y="81982"/>
                </a:lnTo>
                <a:lnTo>
                  <a:pt x="1907757" y="81916"/>
                </a:lnTo>
                <a:lnTo>
                  <a:pt x="1908192" y="81829"/>
                </a:lnTo>
                <a:lnTo>
                  <a:pt x="1908613" y="81717"/>
                </a:lnTo>
                <a:lnTo>
                  <a:pt x="1909016" y="81577"/>
                </a:lnTo>
                <a:lnTo>
                  <a:pt x="1909402" y="81406"/>
                </a:lnTo>
                <a:lnTo>
                  <a:pt x="1909768" y="81202"/>
                </a:lnTo>
                <a:lnTo>
                  <a:pt x="1910112" y="80960"/>
                </a:lnTo>
                <a:lnTo>
                  <a:pt x="1910434" y="80677"/>
                </a:lnTo>
                <a:lnTo>
                  <a:pt x="1910732" y="80352"/>
                </a:lnTo>
                <a:lnTo>
                  <a:pt x="1911005" y="79980"/>
                </a:lnTo>
                <a:lnTo>
                  <a:pt x="1911251" y="79559"/>
                </a:lnTo>
                <a:lnTo>
                  <a:pt x="1911469" y="79084"/>
                </a:lnTo>
                <a:lnTo>
                  <a:pt x="1911658" y="78555"/>
                </a:lnTo>
                <a:lnTo>
                  <a:pt x="1911815" y="77966"/>
                </a:lnTo>
                <a:lnTo>
                  <a:pt x="1911939" y="77316"/>
                </a:lnTo>
                <a:lnTo>
                  <a:pt x="1912030" y="76600"/>
                </a:lnTo>
                <a:lnTo>
                  <a:pt x="1912086" y="75816"/>
                </a:lnTo>
                <a:lnTo>
                  <a:pt x="1912105" y="74962"/>
                </a:lnTo>
                <a:lnTo>
                  <a:pt x="1912040" y="72231"/>
                </a:lnTo>
                <a:lnTo>
                  <a:pt x="1911848" y="69539"/>
                </a:lnTo>
                <a:lnTo>
                  <a:pt x="1911526" y="66893"/>
                </a:lnTo>
                <a:lnTo>
                  <a:pt x="1911075" y="64300"/>
                </a:lnTo>
                <a:lnTo>
                  <a:pt x="1910495" y="61766"/>
                </a:lnTo>
                <a:lnTo>
                  <a:pt x="1909785" y="59299"/>
                </a:lnTo>
                <a:lnTo>
                  <a:pt x="1908946" y="56905"/>
                </a:lnTo>
                <a:lnTo>
                  <a:pt x="1907978" y="54591"/>
                </a:lnTo>
                <a:lnTo>
                  <a:pt x="1906879" y="52365"/>
                </a:lnTo>
                <a:lnTo>
                  <a:pt x="1905651" y="50232"/>
                </a:lnTo>
                <a:lnTo>
                  <a:pt x="1904292" y="48200"/>
                </a:lnTo>
                <a:lnTo>
                  <a:pt x="1902803" y="46276"/>
                </a:lnTo>
                <a:lnTo>
                  <a:pt x="1901183" y="44467"/>
                </a:lnTo>
                <a:lnTo>
                  <a:pt x="1899433" y="42778"/>
                </a:lnTo>
                <a:lnTo>
                  <a:pt x="1897552" y="41218"/>
                </a:lnTo>
                <a:lnTo>
                  <a:pt x="1895539" y="39793"/>
                </a:lnTo>
                <a:lnTo>
                  <a:pt x="1893396" y="38510"/>
                </a:lnTo>
                <a:lnTo>
                  <a:pt x="1891121" y="37376"/>
                </a:lnTo>
                <a:lnTo>
                  <a:pt x="1888714" y="36397"/>
                </a:lnTo>
                <a:lnTo>
                  <a:pt x="1886176" y="35581"/>
                </a:lnTo>
                <a:lnTo>
                  <a:pt x="1883506" y="34935"/>
                </a:lnTo>
                <a:lnTo>
                  <a:pt x="1880704" y="34464"/>
                </a:lnTo>
                <a:lnTo>
                  <a:pt x="1877770" y="34177"/>
                </a:lnTo>
                <a:lnTo>
                  <a:pt x="1874703" y="34080"/>
                </a:lnTo>
                <a:lnTo>
                  <a:pt x="1871859" y="34179"/>
                </a:lnTo>
                <a:lnTo>
                  <a:pt x="1869068" y="34473"/>
                </a:lnTo>
                <a:lnTo>
                  <a:pt x="1866335" y="34955"/>
                </a:lnTo>
                <a:lnTo>
                  <a:pt x="1863666" y="35618"/>
                </a:lnTo>
                <a:lnTo>
                  <a:pt x="1861069" y="36457"/>
                </a:lnTo>
                <a:lnTo>
                  <a:pt x="1858548" y="37464"/>
                </a:lnTo>
                <a:lnTo>
                  <a:pt x="1856109" y="38633"/>
                </a:lnTo>
                <a:lnTo>
                  <a:pt x="1853760" y="39958"/>
                </a:lnTo>
                <a:lnTo>
                  <a:pt x="1851506" y="41432"/>
                </a:lnTo>
                <a:lnTo>
                  <a:pt x="1849353" y="43050"/>
                </a:lnTo>
                <a:lnTo>
                  <a:pt x="1847307" y="44803"/>
                </a:lnTo>
                <a:lnTo>
                  <a:pt x="1845375" y="46687"/>
                </a:lnTo>
                <a:lnTo>
                  <a:pt x="1843562" y="48694"/>
                </a:lnTo>
                <a:lnTo>
                  <a:pt x="1841875" y="50818"/>
                </a:lnTo>
                <a:lnTo>
                  <a:pt x="1840319" y="53053"/>
                </a:lnTo>
                <a:lnTo>
                  <a:pt x="1838901" y="55392"/>
                </a:lnTo>
                <a:lnTo>
                  <a:pt x="1837627" y="57829"/>
                </a:lnTo>
                <a:lnTo>
                  <a:pt x="1836504" y="60357"/>
                </a:lnTo>
                <a:lnTo>
                  <a:pt x="1835536" y="62971"/>
                </a:lnTo>
                <a:lnTo>
                  <a:pt x="1834731" y="65662"/>
                </a:lnTo>
                <a:lnTo>
                  <a:pt x="1834094" y="68425"/>
                </a:lnTo>
                <a:lnTo>
                  <a:pt x="1833631" y="71254"/>
                </a:lnTo>
                <a:lnTo>
                  <a:pt x="1833349" y="74142"/>
                </a:lnTo>
                <a:lnTo>
                  <a:pt x="1833254" y="77083"/>
                </a:lnTo>
                <a:lnTo>
                  <a:pt x="1833354" y="80005"/>
                </a:lnTo>
                <a:lnTo>
                  <a:pt x="1833651" y="82878"/>
                </a:lnTo>
                <a:lnTo>
                  <a:pt x="1834139" y="85696"/>
                </a:lnTo>
                <a:lnTo>
                  <a:pt x="1834811" y="88451"/>
                </a:lnTo>
                <a:lnTo>
                  <a:pt x="1835662" y="91136"/>
                </a:lnTo>
                <a:lnTo>
                  <a:pt x="1836685" y="93746"/>
                </a:lnTo>
                <a:lnTo>
                  <a:pt x="1837874" y="96274"/>
                </a:lnTo>
                <a:lnTo>
                  <a:pt x="1839223" y="98712"/>
                </a:lnTo>
                <a:lnTo>
                  <a:pt x="1840726" y="101054"/>
                </a:lnTo>
                <a:lnTo>
                  <a:pt x="1842377" y="103294"/>
                </a:lnTo>
                <a:lnTo>
                  <a:pt x="1844170" y="105424"/>
                </a:lnTo>
                <a:lnTo>
                  <a:pt x="1846098" y="107439"/>
                </a:lnTo>
                <a:lnTo>
                  <a:pt x="1848156" y="109330"/>
                </a:lnTo>
                <a:lnTo>
                  <a:pt x="1850337" y="111092"/>
                </a:lnTo>
                <a:lnTo>
                  <a:pt x="1852636" y="112719"/>
                </a:lnTo>
                <a:lnTo>
                  <a:pt x="1855046" y="114202"/>
                </a:lnTo>
                <a:lnTo>
                  <a:pt x="1857561" y="115536"/>
                </a:lnTo>
                <a:lnTo>
                  <a:pt x="1860175" y="116714"/>
                </a:lnTo>
                <a:lnTo>
                  <a:pt x="1862881" y="117729"/>
                </a:lnTo>
                <a:lnTo>
                  <a:pt x="1865675" y="118574"/>
                </a:lnTo>
                <a:lnTo>
                  <a:pt x="1868549" y="119244"/>
                </a:lnTo>
                <a:lnTo>
                  <a:pt x="1871498" y="119730"/>
                </a:lnTo>
                <a:lnTo>
                  <a:pt x="1874515" y="120027"/>
                </a:lnTo>
                <a:lnTo>
                  <a:pt x="1877595" y="120127"/>
                </a:lnTo>
                <a:lnTo>
                  <a:pt x="1880691" y="120039"/>
                </a:lnTo>
                <a:lnTo>
                  <a:pt x="1883620" y="119783"/>
                </a:lnTo>
                <a:lnTo>
                  <a:pt x="1886384" y="119372"/>
                </a:lnTo>
                <a:lnTo>
                  <a:pt x="1888988" y="118819"/>
                </a:lnTo>
                <a:lnTo>
                  <a:pt x="1891433" y="118137"/>
                </a:lnTo>
                <a:lnTo>
                  <a:pt x="1893723" y="117339"/>
                </a:lnTo>
                <a:lnTo>
                  <a:pt x="1895862" y="116438"/>
                </a:lnTo>
                <a:lnTo>
                  <a:pt x="1897853" y="115447"/>
                </a:lnTo>
                <a:lnTo>
                  <a:pt x="1899698" y="114379"/>
                </a:lnTo>
                <a:lnTo>
                  <a:pt x="1901401" y="113247"/>
                </a:lnTo>
                <a:lnTo>
                  <a:pt x="1902965" y="112064"/>
                </a:lnTo>
                <a:lnTo>
                  <a:pt x="1904393" y="110843"/>
                </a:lnTo>
                <a:lnTo>
                  <a:pt x="1905689" y="109596"/>
                </a:lnTo>
                <a:lnTo>
                  <a:pt x="1906856" y="108338"/>
                </a:lnTo>
                <a:lnTo>
                  <a:pt x="1907896" y="107080"/>
                </a:lnTo>
                <a:lnTo>
                  <a:pt x="1908813" y="105836"/>
                </a:lnTo>
                <a:lnTo>
                  <a:pt x="1909611" y="104619"/>
                </a:lnTo>
                <a:lnTo>
                  <a:pt x="1910291" y="103441"/>
                </a:lnTo>
                <a:lnTo>
                  <a:pt x="1910859" y="102316"/>
                </a:lnTo>
                <a:lnTo>
                  <a:pt x="1911316" y="101257"/>
                </a:lnTo>
                <a:lnTo>
                  <a:pt x="1911666" y="100276"/>
                </a:lnTo>
                <a:lnTo>
                  <a:pt x="1911912" y="99387"/>
                </a:lnTo>
                <a:lnTo>
                  <a:pt x="1912057" y="98603"/>
                </a:lnTo>
                <a:lnTo>
                  <a:pt x="1912105" y="97937"/>
                </a:lnTo>
                <a:lnTo>
                  <a:pt x="1912076" y="97290"/>
                </a:lnTo>
                <a:lnTo>
                  <a:pt x="1911994" y="96696"/>
                </a:lnTo>
                <a:lnTo>
                  <a:pt x="1911862" y="96153"/>
                </a:lnTo>
                <a:lnTo>
                  <a:pt x="1911685" y="95659"/>
                </a:lnTo>
                <a:lnTo>
                  <a:pt x="1911468" y="95213"/>
                </a:lnTo>
                <a:lnTo>
                  <a:pt x="1911213" y="94811"/>
                </a:lnTo>
                <a:lnTo>
                  <a:pt x="1910927" y="94451"/>
                </a:lnTo>
                <a:close/>
                <a:moveTo>
                  <a:pt x="1850684" y="60730"/>
                </a:moveTo>
                <a:lnTo>
                  <a:pt x="1851548" y="59270"/>
                </a:lnTo>
                <a:lnTo>
                  <a:pt x="1852483" y="57869"/>
                </a:lnTo>
                <a:lnTo>
                  <a:pt x="1853486" y="56529"/>
                </a:lnTo>
                <a:lnTo>
                  <a:pt x="1854553" y="55253"/>
                </a:lnTo>
                <a:lnTo>
                  <a:pt x="1855682" y="54043"/>
                </a:lnTo>
                <a:lnTo>
                  <a:pt x="1856871" y="52905"/>
                </a:lnTo>
                <a:lnTo>
                  <a:pt x="1858115" y="51839"/>
                </a:lnTo>
                <a:lnTo>
                  <a:pt x="1859413" y="50850"/>
                </a:lnTo>
                <a:lnTo>
                  <a:pt x="1860762" y="49940"/>
                </a:lnTo>
                <a:lnTo>
                  <a:pt x="1862158" y="49113"/>
                </a:lnTo>
                <a:lnTo>
                  <a:pt x="1863599" y="48372"/>
                </a:lnTo>
                <a:lnTo>
                  <a:pt x="1865082" y="47719"/>
                </a:lnTo>
                <a:lnTo>
                  <a:pt x="1866605" y="47158"/>
                </a:lnTo>
                <a:lnTo>
                  <a:pt x="1868163" y="46693"/>
                </a:lnTo>
                <a:lnTo>
                  <a:pt x="1869755" y="46325"/>
                </a:lnTo>
                <a:lnTo>
                  <a:pt x="1871378" y="46059"/>
                </a:lnTo>
                <a:lnTo>
                  <a:pt x="1873028" y="45897"/>
                </a:lnTo>
                <a:lnTo>
                  <a:pt x="1874703" y="45842"/>
                </a:lnTo>
                <a:lnTo>
                  <a:pt x="1875965" y="45868"/>
                </a:lnTo>
                <a:lnTo>
                  <a:pt x="1877243" y="45948"/>
                </a:lnTo>
                <a:lnTo>
                  <a:pt x="1878529" y="46088"/>
                </a:lnTo>
                <a:lnTo>
                  <a:pt x="1879820" y="46291"/>
                </a:lnTo>
                <a:lnTo>
                  <a:pt x="1881110" y="46562"/>
                </a:lnTo>
                <a:lnTo>
                  <a:pt x="1882394" y="46906"/>
                </a:lnTo>
                <a:lnTo>
                  <a:pt x="1883666" y="47326"/>
                </a:lnTo>
                <a:lnTo>
                  <a:pt x="1884921" y="47828"/>
                </a:lnTo>
                <a:lnTo>
                  <a:pt x="1886154" y="48415"/>
                </a:lnTo>
                <a:lnTo>
                  <a:pt x="1887360" y="49092"/>
                </a:lnTo>
                <a:lnTo>
                  <a:pt x="1888533" y="49865"/>
                </a:lnTo>
                <a:lnTo>
                  <a:pt x="1889669" y="50736"/>
                </a:lnTo>
                <a:lnTo>
                  <a:pt x="1890761" y="51710"/>
                </a:lnTo>
                <a:lnTo>
                  <a:pt x="1891804" y="52792"/>
                </a:lnTo>
                <a:lnTo>
                  <a:pt x="1892794" y="53987"/>
                </a:lnTo>
                <a:lnTo>
                  <a:pt x="1893725" y="55299"/>
                </a:lnTo>
                <a:lnTo>
                  <a:pt x="1894592" y="56731"/>
                </a:lnTo>
                <a:lnTo>
                  <a:pt x="1895389" y="58289"/>
                </a:lnTo>
                <a:lnTo>
                  <a:pt x="1896111" y="59978"/>
                </a:lnTo>
                <a:lnTo>
                  <a:pt x="1896754" y="61800"/>
                </a:lnTo>
                <a:lnTo>
                  <a:pt x="1897311" y="63762"/>
                </a:lnTo>
                <a:lnTo>
                  <a:pt x="1897777" y="65867"/>
                </a:lnTo>
                <a:lnTo>
                  <a:pt x="1898147" y="68120"/>
                </a:lnTo>
                <a:lnTo>
                  <a:pt x="1898417" y="70525"/>
                </a:lnTo>
                <a:lnTo>
                  <a:pt x="1847136" y="70525"/>
                </a:lnTo>
                <a:lnTo>
                  <a:pt x="1847518" y="68784"/>
                </a:lnTo>
                <a:lnTo>
                  <a:pt x="1847987" y="67082"/>
                </a:lnTo>
                <a:lnTo>
                  <a:pt x="1848541" y="65423"/>
                </a:lnTo>
                <a:lnTo>
                  <a:pt x="1849177" y="63809"/>
                </a:lnTo>
                <a:lnTo>
                  <a:pt x="1849892" y="62243"/>
                </a:lnTo>
                <a:lnTo>
                  <a:pt x="1850684" y="60730"/>
                </a:lnTo>
                <a:close/>
                <a:moveTo>
                  <a:pt x="1403190" y="109362"/>
                </a:moveTo>
                <a:lnTo>
                  <a:pt x="1402886" y="109009"/>
                </a:lnTo>
                <a:lnTo>
                  <a:pt x="1402554" y="108697"/>
                </a:lnTo>
                <a:lnTo>
                  <a:pt x="1402198" y="108424"/>
                </a:lnTo>
                <a:lnTo>
                  <a:pt x="1401821" y="108188"/>
                </a:lnTo>
                <a:lnTo>
                  <a:pt x="1401425" y="107985"/>
                </a:lnTo>
                <a:lnTo>
                  <a:pt x="1401015" y="107813"/>
                </a:lnTo>
                <a:lnTo>
                  <a:pt x="1400592" y="107670"/>
                </a:lnTo>
                <a:lnTo>
                  <a:pt x="1400161" y="107553"/>
                </a:lnTo>
                <a:lnTo>
                  <a:pt x="1399723" y="107459"/>
                </a:lnTo>
                <a:lnTo>
                  <a:pt x="1399284" y="107386"/>
                </a:lnTo>
                <a:lnTo>
                  <a:pt x="1398844" y="107331"/>
                </a:lnTo>
                <a:lnTo>
                  <a:pt x="1398408" y="107292"/>
                </a:lnTo>
                <a:lnTo>
                  <a:pt x="1397978" y="107266"/>
                </a:lnTo>
                <a:lnTo>
                  <a:pt x="1397558" y="107250"/>
                </a:lnTo>
                <a:lnTo>
                  <a:pt x="1397151" y="107242"/>
                </a:lnTo>
                <a:lnTo>
                  <a:pt x="1396760" y="107239"/>
                </a:lnTo>
                <a:lnTo>
                  <a:pt x="1396388" y="107238"/>
                </a:lnTo>
                <a:lnTo>
                  <a:pt x="1376145" y="107238"/>
                </a:lnTo>
                <a:lnTo>
                  <a:pt x="1376145" y="43868"/>
                </a:lnTo>
                <a:lnTo>
                  <a:pt x="1376139" y="43142"/>
                </a:lnTo>
                <a:lnTo>
                  <a:pt x="1376119" y="42457"/>
                </a:lnTo>
                <a:lnTo>
                  <a:pt x="1376083" y="41813"/>
                </a:lnTo>
                <a:lnTo>
                  <a:pt x="1376029" y="41208"/>
                </a:lnTo>
                <a:lnTo>
                  <a:pt x="1375956" y="40641"/>
                </a:lnTo>
                <a:lnTo>
                  <a:pt x="1375862" y="40112"/>
                </a:lnTo>
                <a:lnTo>
                  <a:pt x="1375745" y="39619"/>
                </a:lnTo>
                <a:lnTo>
                  <a:pt x="1375603" y="39163"/>
                </a:lnTo>
                <a:lnTo>
                  <a:pt x="1375434" y="38741"/>
                </a:lnTo>
                <a:lnTo>
                  <a:pt x="1375236" y="38353"/>
                </a:lnTo>
                <a:lnTo>
                  <a:pt x="1375008" y="37998"/>
                </a:lnTo>
                <a:lnTo>
                  <a:pt x="1374748" y="37675"/>
                </a:lnTo>
                <a:lnTo>
                  <a:pt x="1374454" y="37383"/>
                </a:lnTo>
                <a:lnTo>
                  <a:pt x="1374123" y="37121"/>
                </a:lnTo>
                <a:lnTo>
                  <a:pt x="1373755" y="36889"/>
                </a:lnTo>
                <a:lnTo>
                  <a:pt x="1373347" y="36684"/>
                </a:lnTo>
                <a:lnTo>
                  <a:pt x="1372897" y="36508"/>
                </a:lnTo>
                <a:lnTo>
                  <a:pt x="1372405" y="36358"/>
                </a:lnTo>
                <a:lnTo>
                  <a:pt x="1371867" y="36233"/>
                </a:lnTo>
                <a:lnTo>
                  <a:pt x="1371282" y="36133"/>
                </a:lnTo>
                <a:lnTo>
                  <a:pt x="1370648" y="36057"/>
                </a:lnTo>
                <a:lnTo>
                  <a:pt x="1369963" y="36004"/>
                </a:lnTo>
                <a:lnTo>
                  <a:pt x="1369226" y="35973"/>
                </a:lnTo>
                <a:lnTo>
                  <a:pt x="1368435" y="35963"/>
                </a:lnTo>
                <a:lnTo>
                  <a:pt x="1341059" y="35963"/>
                </a:lnTo>
                <a:lnTo>
                  <a:pt x="1340687" y="35963"/>
                </a:lnTo>
                <a:lnTo>
                  <a:pt x="1340296" y="35966"/>
                </a:lnTo>
                <a:lnTo>
                  <a:pt x="1339889" y="35974"/>
                </a:lnTo>
                <a:lnTo>
                  <a:pt x="1339469" y="35990"/>
                </a:lnTo>
                <a:lnTo>
                  <a:pt x="1339040" y="36015"/>
                </a:lnTo>
                <a:lnTo>
                  <a:pt x="1338604" y="36053"/>
                </a:lnTo>
                <a:lnTo>
                  <a:pt x="1338164" y="36106"/>
                </a:lnTo>
                <a:lnTo>
                  <a:pt x="1337724" y="36177"/>
                </a:lnTo>
                <a:lnTo>
                  <a:pt x="1337287" y="36268"/>
                </a:lnTo>
                <a:lnTo>
                  <a:pt x="1336855" y="36381"/>
                </a:lnTo>
                <a:lnTo>
                  <a:pt x="1336433" y="36520"/>
                </a:lnTo>
                <a:lnTo>
                  <a:pt x="1336022" y="36686"/>
                </a:lnTo>
                <a:lnTo>
                  <a:pt x="1335626" y="36882"/>
                </a:lnTo>
                <a:lnTo>
                  <a:pt x="1335249" y="37111"/>
                </a:lnTo>
                <a:lnTo>
                  <a:pt x="1334893" y="37376"/>
                </a:lnTo>
                <a:lnTo>
                  <a:pt x="1334561" y="37677"/>
                </a:lnTo>
                <a:lnTo>
                  <a:pt x="1334257" y="38019"/>
                </a:lnTo>
                <a:lnTo>
                  <a:pt x="1333983" y="38404"/>
                </a:lnTo>
                <a:lnTo>
                  <a:pt x="1333742" y="38834"/>
                </a:lnTo>
                <a:lnTo>
                  <a:pt x="1333539" y="39312"/>
                </a:lnTo>
                <a:lnTo>
                  <a:pt x="1333375" y="39840"/>
                </a:lnTo>
                <a:lnTo>
                  <a:pt x="1333255" y="40420"/>
                </a:lnTo>
                <a:lnTo>
                  <a:pt x="1333180" y="41056"/>
                </a:lnTo>
                <a:lnTo>
                  <a:pt x="1333154" y="41750"/>
                </a:lnTo>
                <a:lnTo>
                  <a:pt x="1333180" y="42466"/>
                </a:lnTo>
                <a:lnTo>
                  <a:pt x="1333255" y="43122"/>
                </a:lnTo>
                <a:lnTo>
                  <a:pt x="1333375" y="43722"/>
                </a:lnTo>
                <a:lnTo>
                  <a:pt x="1333539" y="44267"/>
                </a:lnTo>
                <a:lnTo>
                  <a:pt x="1333742" y="44760"/>
                </a:lnTo>
                <a:lnTo>
                  <a:pt x="1333983" y="45204"/>
                </a:lnTo>
                <a:lnTo>
                  <a:pt x="1334257" y="45601"/>
                </a:lnTo>
                <a:lnTo>
                  <a:pt x="1334561" y="45954"/>
                </a:lnTo>
                <a:lnTo>
                  <a:pt x="1334893" y="46266"/>
                </a:lnTo>
                <a:lnTo>
                  <a:pt x="1335249" y="46539"/>
                </a:lnTo>
                <a:lnTo>
                  <a:pt x="1335626" y="46775"/>
                </a:lnTo>
                <a:lnTo>
                  <a:pt x="1336022" y="46978"/>
                </a:lnTo>
                <a:lnTo>
                  <a:pt x="1336433" y="47150"/>
                </a:lnTo>
                <a:lnTo>
                  <a:pt x="1336855" y="47293"/>
                </a:lnTo>
                <a:lnTo>
                  <a:pt x="1337287" y="47410"/>
                </a:lnTo>
                <a:lnTo>
                  <a:pt x="1337724" y="47504"/>
                </a:lnTo>
                <a:lnTo>
                  <a:pt x="1338164" y="47577"/>
                </a:lnTo>
                <a:lnTo>
                  <a:pt x="1338604" y="47631"/>
                </a:lnTo>
                <a:lnTo>
                  <a:pt x="1339040" y="47671"/>
                </a:lnTo>
                <a:lnTo>
                  <a:pt x="1339469" y="47697"/>
                </a:lnTo>
                <a:lnTo>
                  <a:pt x="1339889" y="47713"/>
                </a:lnTo>
                <a:lnTo>
                  <a:pt x="1340296" y="47721"/>
                </a:lnTo>
                <a:lnTo>
                  <a:pt x="1340687" y="47724"/>
                </a:lnTo>
                <a:lnTo>
                  <a:pt x="1341059" y="47725"/>
                </a:lnTo>
                <a:lnTo>
                  <a:pt x="1362843" y="47725"/>
                </a:lnTo>
                <a:lnTo>
                  <a:pt x="1362843" y="107238"/>
                </a:lnTo>
                <a:lnTo>
                  <a:pt x="1339514" y="107238"/>
                </a:lnTo>
                <a:lnTo>
                  <a:pt x="1339120" y="107239"/>
                </a:lnTo>
                <a:lnTo>
                  <a:pt x="1338711" y="107242"/>
                </a:lnTo>
                <a:lnTo>
                  <a:pt x="1338290" y="107250"/>
                </a:lnTo>
                <a:lnTo>
                  <a:pt x="1337858" y="107266"/>
                </a:lnTo>
                <a:lnTo>
                  <a:pt x="1337420" y="107292"/>
                </a:lnTo>
                <a:lnTo>
                  <a:pt x="1336979" y="107331"/>
                </a:lnTo>
                <a:lnTo>
                  <a:pt x="1336536" y="107386"/>
                </a:lnTo>
                <a:lnTo>
                  <a:pt x="1336095" y="107459"/>
                </a:lnTo>
                <a:lnTo>
                  <a:pt x="1335658" y="107553"/>
                </a:lnTo>
                <a:lnTo>
                  <a:pt x="1335230" y="107670"/>
                </a:lnTo>
                <a:lnTo>
                  <a:pt x="1334811" y="107813"/>
                </a:lnTo>
                <a:lnTo>
                  <a:pt x="1334406" y="107985"/>
                </a:lnTo>
                <a:lnTo>
                  <a:pt x="1334017" y="108188"/>
                </a:lnTo>
                <a:lnTo>
                  <a:pt x="1333647" y="108424"/>
                </a:lnTo>
                <a:lnTo>
                  <a:pt x="1333298" y="108697"/>
                </a:lnTo>
                <a:lnTo>
                  <a:pt x="1332974" y="109009"/>
                </a:lnTo>
                <a:lnTo>
                  <a:pt x="1332678" y="109362"/>
                </a:lnTo>
                <a:lnTo>
                  <a:pt x="1332411" y="109759"/>
                </a:lnTo>
                <a:lnTo>
                  <a:pt x="1332178" y="110203"/>
                </a:lnTo>
                <a:lnTo>
                  <a:pt x="1331981" y="110696"/>
                </a:lnTo>
                <a:lnTo>
                  <a:pt x="1331823" y="111241"/>
                </a:lnTo>
                <a:lnTo>
                  <a:pt x="1331706" y="111841"/>
                </a:lnTo>
                <a:lnTo>
                  <a:pt x="1331634" y="112497"/>
                </a:lnTo>
                <a:lnTo>
                  <a:pt x="1331610" y="113213"/>
                </a:lnTo>
                <a:lnTo>
                  <a:pt x="1331635" y="113907"/>
                </a:lnTo>
                <a:lnTo>
                  <a:pt x="1331710" y="114542"/>
                </a:lnTo>
                <a:lnTo>
                  <a:pt x="1331831" y="115122"/>
                </a:lnTo>
                <a:lnTo>
                  <a:pt x="1331995" y="115650"/>
                </a:lnTo>
                <a:lnTo>
                  <a:pt x="1332198" y="116127"/>
                </a:lnTo>
                <a:lnTo>
                  <a:pt x="1332438" y="116557"/>
                </a:lnTo>
                <a:lnTo>
                  <a:pt x="1332712" y="116942"/>
                </a:lnTo>
                <a:lnTo>
                  <a:pt x="1333017" y="117283"/>
                </a:lnTo>
                <a:lnTo>
                  <a:pt x="1333348" y="117585"/>
                </a:lnTo>
                <a:lnTo>
                  <a:pt x="1333705" y="117849"/>
                </a:lnTo>
                <a:lnTo>
                  <a:pt x="1334082" y="118078"/>
                </a:lnTo>
                <a:lnTo>
                  <a:pt x="1334478" y="118274"/>
                </a:lnTo>
                <a:lnTo>
                  <a:pt x="1334888" y="118440"/>
                </a:lnTo>
                <a:lnTo>
                  <a:pt x="1335311" y="118579"/>
                </a:lnTo>
                <a:lnTo>
                  <a:pt x="1335743" y="118692"/>
                </a:lnTo>
                <a:lnTo>
                  <a:pt x="1336180" y="118783"/>
                </a:lnTo>
                <a:lnTo>
                  <a:pt x="1336620" y="118854"/>
                </a:lnTo>
                <a:lnTo>
                  <a:pt x="1337059" y="118907"/>
                </a:lnTo>
                <a:lnTo>
                  <a:pt x="1337495" y="118945"/>
                </a:lnTo>
                <a:lnTo>
                  <a:pt x="1337925" y="118970"/>
                </a:lnTo>
                <a:lnTo>
                  <a:pt x="1338344" y="118986"/>
                </a:lnTo>
                <a:lnTo>
                  <a:pt x="1338751" y="118994"/>
                </a:lnTo>
                <a:lnTo>
                  <a:pt x="1339142" y="118997"/>
                </a:lnTo>
                <a:lnTo>
                  <a:pt x="1339514" y="118997"/>
                </a:lnTo>
                <a:lnTo>
                  <a:pt x="1396388" y="118997"/>
                </a:lnTo>
                <a:lnTo>
                  <a:pt x="1396760" y="118997"/>
                </a:lnTo>
                <a:lnTo>
                  <a:pt x="1397151" y="118994"/>
                </a:lnTo>
                <a:lnTo>
                  <a:pt x="1397558" y="118986"/>
                </a:lnTo>
                <a:lnTo>
                  <a:pt x="1397978" y="118970"/>
                </a:lnTo>
                <a:lnTo>
                  <a:pt x="1398408" y="118945"/>
                </a:lnTo>
                <a:lnTo>
                  <a:pt x="1398844" y="118907"/>
                </a:lnTo>
                <a:lnTo>
                  <a:pt x="1399284" y="118854"/>
                </a:lnTo>
                <a:lnTo>
                  <a:pt x="1399723" y="118783"/>
                </a:lnTo>
                <a:lnTo>
                  <a:pt x="1400161" y="118692"/>
                </a:lnTo>
                <a:lnTo>
                  <a:pt x="1400592" y="118579"/>
                </a:lnTo>
                <a:lnTo>
                  <a:pt x="1401015" y="118440"/>
                </a:lnTo>
                <a:lnTo>
                  <a:pt x="1401425" y="118274"/>
                </a:lnTo>
                <a:lnTo>
                  <a:pt x="1401821" y="118078"/>
                </a:lnTo>
                <a:lnTo>
                  <a:pt x="1402198" y="117849"/>
                </a:lnTo>
                <a:lnTo>
                  <a:pt x="1402554" y="117585"/>
                </a:lnTo>
                <a:lnTo>
                  <a:pt x="1402886" y="117283"/>
                </a:lnTo>
                <a:lnTo>
                  <a:pt x="1403190" y="116942"/>
                </a:lnTo>
                <a:lnTo>
                  <a:pt x="1403464" y="116557"/>
                </a:lnTo>
                <a:lnTo>
                  <a:pt x="1403704" y="116127"/>
                </a:lnTo>
                <a:lnTo>
                  <a:pt x="1403908" y="115650"/>
                </a:lnTo>
                <a:lnTo>
                  <a:pt x="1404071" y="115122"/>
                </a:lnTo>
                <a:lnTo>
                  <a:pt x="1404192" y="114542"/>
                </a:lnTo>
                <a:lnTo>
                  <a:pt x="1404267" y="113907"/>
                </a:lnTo>
                <a:lnTo>
                  <a:pt x="1404292" y="113213"/>
                </a:lnTo>
                <a:lnTo>
                  <a:pt x="1404267" y="112497"/>
                </a:lnTo>
                <a:lnTo>
                  <a:pt x="1404192" y="111841"/>
                </a:lnTo>
                <a:lnTo>
                  <a:pt x="1404071" y="111241"/>
                </a:lnTo>
                <a:lnTo>
                  <a:pt x="1403908" y="110696"/>
                </a:lnTo>
                <a:lnTo>
                  <a:pt x="1403704" y="110203"/>
                </a:lnTo>
                <a:lnTo>
                  <a:pt x="1403464" y="109759"/>
                </a:lnTo>
                <a:lnTo>
                  <a:pt x="1403190" y="109362"/>
                </a:lnTo>
                <a:close/>
                <a:moveTo>
                  <a:pt x="188879" y="109759"/>
                </a:moveTo>
                <a:lnTo>
                  <a:pt x="188605" y="109362"/>
                </a:lnTo>
                <a:lnTo>
                  <a:pt x="188301" y="109009"/>
                </a:lnTo>
                <a:lnTo>
                  <a:pt x="187969" y="108697"/>
                </a:lnTo>
                <a:lnTo>
                  <a:pt x="187613" y="108424"/>
                </a:lnTo>
                <a:lnTo>
                  <a:pt x="187236" y="108188"/>
                </a:lnTo>
                <a:lnTo>
                  <a:pt x="186840" y="107985"/>
                </a:lnTo>
                <a:lnTo>
                  <a:pt x="186430" y="107813"/>
                </a:lnTo>
                <a:lnTo>
                  <a:pt x="186007" y="107670"/>
                </a:lnTo>
                <a:lnTo>
                  <a:pt x="185576" y="107553"/>
                </a:lnTo>
                <a:lnTo>
                  <a:pt x="185139" y="107459"/>
                </a:lnTo>
                <a:lnTo>
                  <a:pt x="184699" y="107386"/>
                </a:lnTo>
                <a:lnTo>
                  <a:pt x="184259" y="107331"/>
                </a:lnTo>
                <a:lnTo>
                  <a:pt x="183823" y="107292"/>
                </a:lnTo>
                <a:lnTo>
                  <a:pt x="183393" y="107266"/>
                </a:lnTo>
                <a:lnTo>
                  <a:pt x="182973" y="107250"/>
                </a:lnTo>
                <a:lnTo>
                  <a:pt x="182566" y="107242"/>
                </a:lnTo>
                <a:lnTo>
                  <a:pt x="182175" y="107239"/>
                </a:lnTo>
                <a:lnTo>
                  <a:pt x="181803" y="107238"/>
                </a:lnTo>
                <a:lnTo>
                  <a:pt x="161560" y="107238"/>
                </a:lnTo>
                <a:lnTo>
                  <a:pt x="161560" y="43868"/>
                </a:lnTo>
                <a:lnTo>
                  <a:pt x="161554" y="43142"/>
                </a:lnTo>
                <a:lnTo>
                  <a:pt x="161534" y="42457"/>
                </a:lnTo>
                <a:lnTo>
                  <a:pt x="161498" y="41813"/>
                </a:lnTo>
                <a:lnTo>
                  <a:pt x="161444" y="41208"/>
                </a:lnTo>
                <a:lnTo>
                  <a:pt x="161371" y="40641"/>
                </a:lnTo>
                <a:lnTo>
                  <a:pt x="161277" y="40112"/>
                </a:lnTo>
                <a:lnTo>
                  <a:pt x="161160" y="39619"/>
                </a:lnTo>
                <a:lnTo>
                  <a:pt x="161018" y="39163"/>
                </a:lnTo>
                <a:lnTo>
                  <a:pt x="160849" y="38741"/>
                </a:lnTo>
                <a:lnTo>
                  <a:pt x="160651" y="38353"/>
                </a:lnTo>
                <a:lnTo>
                  <a:pt x="160423" y="37998"/>
                </a:lnTo>
                <a:lnTo>
                  <a:pt x="160163" y="37675"/>
                </a:lnTo>
                <a:lnTo>
                  <a:pt x="159869" y="37383"/>
                </a:lnTo>
                <a:lnTo>
                  <a:pt x="159538" y="37121"/>
                </a:lnTo>
                <a:lnTo>
                  <a:pt x="159170" y="36889"/>
                </a:lnTo>
                <a:lnTo>
                  <a:pt x="158762" y="36684"/>
                </a:lnTo>
                <a:lnTo>
                  <a:pt x="158313" y="36508"/>
                </a:lnTo>
                <a:lnTo>
                  <a:pt x="157820" y="36358"/>
                </a:lnTo>
                <a:lnTo>
                  <a:pt x="157282" y="36233"/>
                </a:lnTo>
                <a:lnTo>
                  <a:pt x="156697" y="36133"/>
                </a:lnTo>
                <a:lnTo>
                  <a:pt x="156063" y="36057"/>
                </a:lnTo>
                <a:lnTo>
                  <a:pt x="155379" y="36004"/>
                </a:lnTo>
                <a:lnTo>
                  <a:pt x="154641" y="35973"/>
                </a:lnTo>
                <a:lnTo>
                  <a:pt x="153850" y="35963"/>
                </a:lnTo>
                <a:lnTo>
                  <a:pt x="126474" y="35963"/>
                </a:lnTo>
                <a:lnTo>
                  <a:pt x="126102" y="35963"/>
                </a:lnTo>
                <a:lnTo>
                  <a:pt x="125711" y="35966"/>
                </a:lnTo>
                <a:lnTo>
                  <a:pt x="125304" y="35974"/>
                </a:lnTo>
                <a:lnTo>
                  <a:pt x="124884" y="35990"/>
                </a:lnTo>
                <a:lnTo>
                  <a:pt x="124455" y="36015"/>
                </a:lnTo>
                <a:lnTo>
                  <a:pt x="124019" y="36053"/>
                </a:lnTo>
                <a:lnTo>
                  <a:pt x="123579" y="36106"/>
                </a:lnTo>
                <a:lnTo>
                  <a:pt x="123139" y="36177"/>
                </a:lnTo>
                <a:lnTo>
                  <a:pt x="122702" y="36268"/>
                </a:lnTo>
                <a:lnTo>
                  <a:pt x="122270" y="36381"/>
                </a:lnTo>
                <a:lnTo>
                  <a:pt x="121848" y="36520"/>
                </a:lnTo>
                <a:lnTo>
                  <a:pt x="121437" y="36686"/>
                </a:lnTo>
                <a:lnTo>
                  <a:pt x="121042" y="36882"/>
                </a:lnTo>
                <a:lnTo>
                  <a:pt x="120664" y="37111"/>
                </a:lnTo>
                <a:lnTo>
                  <a:pt x="120308" y="37376"/>
                </a:lnTo>
                <a:lnTo>
                  <a:pt x="119976" y="37677"/>
                </a:lnTo>
                <a:lnTo>
                  <a:pt x="119672" y="38019"/>
                </a:lnTo>
                <a:lnTo>
                  <a:pt x="119398" y="38404"/>
                </a:lnTo>
                <a:lnTo>
                  <a:pt x="119158" y="38834"/>
                </a:lnTo>
                <a:lnTo>
                  <a:pt x="118954" y="39312"/>
                </a:lnTo>
                <a:lnTo>
                  <a:pt x="118790" y="39840"/>
                </a:lnTo>
                <a:lnTo>
                  <a:pt x="118670" y="40420"/>
                </a:lnTo>
                <a:lnTo>
                  <a:pt x="118595" y="41056"/>
                </a:lnTo>
                <a:lnTo>
                  <a:pt x="118569" y="41750"/>
                </a:lnTo>
                <a:lnTo>
                  <a:pt x="118595" y="42466"/>
                </a:lnTo>
                <a:lnTo>
                  <a:pt x="118670" y="43122"/>
                </a:lnTo>
                <a:lnTo>
                  <a:pt x="118790" y="43722"/>
                </a:lnTo>
                <a:lnTo>
                  <a:pt x="118954" y="44267"/>
                </a:lnTo>
                <a:lnTo>
                  <a:pt x="119158" y="44760"/>
                </a:lnTo>
                <a:lnTo>
                  <a:pt x="119398" y="45204"/>
                </a:lnTo>
                <a:lnTo>
                  <a:pt x="119672" y="45601"/>
                </a:lnTo>
                <a:lnTo>
                  <a:pt x="119976" y="45954"/>
                </a:lnTo>
                <a:lnTo>
                  <a:pt x="120308" y="46266"/>
                </a:lnTo>
                <a:lnTo>
                  <a:pt x="120664" y="46539"/>
                </a:lnTo>
                <a:lnTo>
                  <a:pt x="121042" y="46775"/>
                </a:lnTo>
                <a:lnTo>
                  <a:pt x="121437" y="46978"/>
                </a:lnTo>
                <a:lnTo>
                  <a:pt x="121848" y="47150"/>
                </a:lnTo>
                <a:lnTo>
                  <a:pt x="122270" y="47293"/>
                </a:lnTo>
                <a:lnTo>
                  <a:pt x="122702" y="47410"/>
                </a:lnTo>
                <a:lnTo>
                  <a:pt x="123139" y="47504"/>
                </a:lnTo>
                <a:lnTo>
                  <a:pt x="123579" y="47577"/>
                </a:lnTo>
                <a:lnTo>
                  <a:pt x="124019" y="47631"/>
                </a:lnTo>
                <a:lnTo>
                  <a:pt x="124455" y="47671"/>
                </a:lnTo>
                <a:lnTo>
                  <a:pt x="124884" y="47697"/>
                </a:lnTo>
                <a:lnTo>
                  <a:pt x="125304" y="47713"/>
                </a:lnTo>
                <a:lnTo>
                  <a:pt x="125711" y="47721"/>
                </a:lnTo>
                <a:lnTo>
                  <a:pt x="126102" y="47724"/>
                </a:lnTo>
                <a:lnTo>
                  <a:pt x="126474" y="47725"/>
                </a:lnTo>
                <a:lnTo>
                  <a:pt x="148258" y="47725"/>
                </a:lnTo>
                <a:lnTo>
                  <a:pt x="148258" y="107238"/>
                </a:lnTo>
                <a:lnTo>
                  <a:pt x="124929" y="107238"/>
                </a:lnTo>
                <a:lnTo>
                  <a:pt x="124535" y="107239"/>
                </a:lnTo>
                <a:lnTo>
                  <a:pt x="124126" y="107242"/>
                </a:lnTo>
                <a:lnTo>
                  <a:pt x="123705" y="107250"/>
                </a:lnTo>
                <a:lnTo>
                  <a:pt x="123273" y="107266"/>
                </a:lnTo>
                <a:lnTo>
                  <a:pt x="122835" y="107292"/>
                </a:lnTo>
                <a:lnTo>
                  <a:pt x="122394" y="107331"/>
                </a:lnTo>
                <a:lnTo>
                  <a:pt x="121951" y="107386"/>
                </a:lnTo>
                <a:lnTo>
                  <a:pt x="121510" y="107459"/>
                </a:lnTo>
                <a:lnTo>
                  <a:pt x="121074" y="107553"/>
                </a:lnTo>
                <a:lnTo>
                  <a:pt x="120645" y="107670"/>
                </a:lnTo>
                <a:lnTo>
                  <a:pt x="120226" y="107813"/>
                </a:lnTo>
                <a:lnTo>
                  <a:pt x="119821" y="107985"/>
                </a:lnTo>
                <a:lnTo>
                  <a:pt x="119432" y="108188"/>
                </a:lnTo>
                <a:lnTo>
                  <a:pt x="119062" y="108424"/>
                </a:lnTo>
                <a:lnTo>
                  <a:pt x="118713" y="108697"/>
                </a:lnTo>
                <a:lnTo>
                  <a:pt x="118389" y="109009"/>
                </a:lnTo>
                <a:lnTo>
                  <a:pt x="118093" y="109362"/>
                </a:lnTo>
                <a:lnTo>
                  <a:pt x="117826" y="109759"/>
                </a:lnTo>
                <a:lnTo>
                  <a:pt x="117593" y="110203"/>
                </a:lnTo>
                <a:lnTo>
                  <a:pt x="117396" y="110696"/>
                </a:lnTo>
                <a:lnTo>
                  <a:pt x="117238" y="111241"/>
                </a:lnTo>
                <a:lnTo>
                  <a:pt x="117122" y="111841"/>
                </a:lnTo>
                <a:lnTo>
                  <a:pt x="117050" y="112497"/>
                </a:lnTo>
                <a:lnTo>
                  <a:pt x="117025" y="113213"/>
                </a:lnTo>
                <a:lnTo>
                  <a:pt x="117050" y="113907"/>
                </a:lnTo>
                <a:lnTo>
                  <a:pt x="117125" y="114542"/>
                </a:lnTo>
                <a:lnTo>
                  <a:pt x="117246" y="115122"/>
                </a:lnTo>
                <a:lnTo>
                  <a:pt x="117410" y="115650"/>
                </a:lnTo>
                <a:lnTo>
                  <a:pt x="117613" y="116127"/>
                </a:lnTo>
                <a:lnTo>
                  <a:pt x="117853" y="116557"/>
                </a:lnTo>
                <a:lnTo>
                  <a:pt x="118127" y="116942"/>
                </a:lnTo>
                <a:lnTo>
                  <a:pt x="118432" y="117283"/>
                </a:lnTo>
                <a:lnTo>
                  <a:pt x="118763" y="117585"/>
                </a:lnTo>
                <a:lnTo>
                  <a:pt x="119120" y="117849"/>
                </a:lnTo>
                <a:lnTo>
                  <a:pt x="119497" y="118078"/>
                </a:lnTo>
                <a:lnTo>
                  <a:pt x="119893" y="118274"/>
                </a:lnTo>
                <a:lnTo>
                  <a:pt x="120303" y="118440"/>
                </a:lnTo>
                <a:lnTo>
                  <a:pt x="120726" y="118579"/>
                </a:lnTo>
                <a:lnTo>
                  <a:pt x="121158" y="118692"/>
                </a:lnTo>
                <a:lnTo>
                  <a:pt x="121595" y="118783"/>
                </a:lnTo>
                <a:lnTo>
                  <a:pt x="122035" y="118854"/>
                </a:lnTo>
                <a:lnTo>
                  <a:pt x="122474" y="118907"/>
                </a:lnTo>
                <a:lnTo>
                  <a:pt x="122910" y="118945"/>
                </a:lnTo>
                <a:lnTo>
                  <a:pt x="123340" y="118970"/>
                </a:lnTo>
                <a:lnTo>
                  <a:pt x="123760" y="118986"/>
                </a:lnTo>
                <a:lnTo>
                  <a:pt x="124166" y="118994"/>
                </a:lnTo>
                <a:lnTo>
                  <a:pt x="124557" y="118997"/>
                </a:lnTo>
                <a:lnTo>
                  <a:pt x="124929" y="118997"/>
                </a:lnTo>
                <a:lnTo>
                  <a:pt x="181803" y="118997"/>
                </a:lnTo>
                <a:lnTo>
                  <a:pt x="182175" y="118997"/>
                </a:lnTo>
                <a:lnTo>
                  <a:pt x="182566" y="118994"/>
                </a:lnTo>
                <a:lnTo>
                  <a:pt x="182973" y="118986"/>
                </a:lnTo>
                <a:lnTo>
                  <a:pt x="183393" y="118970"/>
                </a:lnTo>
                <a:lnTo>
                  <a:pt x="183823" y="118945"/>
                </a:lnTo>
                <a:lnTo>
                  <a:pt x="184259" y="118907"/>
                </a:lnTo>
                <a:lnTo>
                  <a:pt x="184699" y="118854"/>
                </a:lnTo>
                <a:lnTo>
                  <a:pt x="185139" y="118783"/>
                </a:lnTo>
                <a:lnTo>
                  <a:pt x="185576" y="118692"/>
                </a:lnTo>
                <a:lnTo>
                  <a:pt x="186007" y="118579"/>
                </a:lnTo>
                <a:lnTo>
                  <a:pt x="186430" y="118440"/>
                </a:lnTo>
                <a:lnTo>
                  <a:pt x="186840" y="118274"/>
                </a:lnTo>
                <a:lnTo>
                  <a:pt x="187236" y="118078"/>
                </a:lnTo>
                <a:lnTo>
                  <a:pt x="187613" y="117849"/>
                </a:lnTo>
                <a:lnTo>
                  <a:pt x="187969" y="117585"/>
                </a:lnTo>
                <a:lnTo>
                  <a:pt x="188301" y="117283"/>
                </a:lnTo>
                <a:lnTo>
                  <a:pt x="188605" y="116942"/>
                </a:lnTo>
                <a:lnTo>
                  <a:pt x="188879" y="116557"/>
                </a:lnTo>
                <a:lnTo>
                  <a:pt x="189119" y="116127"/>
                </a:lnTo>
                <a:lnTo>
                  <a:pt x="189323" y="115650"/>
                </a:lnTo>
                <a:lnTo>
                  <a:pt x="189486" y="115122"/>
                </a:lnTo>
                <a:lnTo>
                  <a:pt x="189607" y="114542"/>
                </a:lnTo>
                <a:lnTo>
                  <a:pt x="189682" y="113907"/>
                </a:lnTo>
                <a:lnTo>
                  <a:pt x="189707" y="113213"/>
                </a:lnTo>
                <a:lnTo>
                  <a:pt x="189682" y="112497"/>
                </a:lnTo>
                <a:lnTo>
                  <a:pt x="189607" y="111841"/>
                </a:lnTo>
                <a:lnTo>
                  <a:pt x="189486" y="111241"/>
                </a:lnTo>
                <a:lnTo>
                  <a:pt x="189323" y="110696"/>
                </a:lnTo>
                <a:lnTo>
                  <a:pt x="189119" y="110203"/>
                </a:lnTo>
                <a:lnTo>
                  <a:pt x="188879" y="109759"/>
                </a:lnTo>
                <a:close/>
                <a:moveTo>
                  <a:pt x="495088" y="97937"/>
                </a:moveTo>
                <a:lnTo>
                  <a:pt x="495089" y="97939"/>
                </a:lnTo>
                <a:lnTo>
                  <a:pt x="495089" y="97936"/>
                </a:lnTo>
                <a:lnTo>
                  <a:pt x="495088" y="97937"/>
                </a:lnTo>
                <a:close/>
                <a:moveTo>
                  <a:pt x="1203597" y="97937"/>
                </a:moveTo>
                <a:lnTo>
                  <a:pt x="1203597" y="97939"/>
                </a:lnTo>
                <a:lnTo>
                  <a:pt x="1203597" y="97936"/>
                </a:lnTo>
                <a:lnTo>
                  <a:pt x="1203597" y="97937"/>
                </a:lnTo>
                <a:close/>
                <a:moveTo>
                  <a:pt x="1912105" y="97937"/>
                </a:moveTo>
                <a:lnTo>
                  <a:pt x="1912105" y="97939"/>
                </a:lnTo>
                <a:lnTo>
                  <a:pt x="1912105" y="97936"/>
                </a:lnTo>
                <a:lnTo>
                  <a:pt x="1912105" y="97937"/>
                </a:lnTo>
                <a:close/>
                <a:moveTo>
                  <a:pt x="1001166" y="97937"/>
                </a:moveTo>
                <a:lnTo>
                  <a:pt x="1001166" y="97939"/>
                </a:lnTo>
                <a:lnTo>
                  <a:pt x="1001166" y="97936"/>
                </a:lnTo>
                <a:lnTo>
                  <a:pt x="1001166" y="97937"/>
                </a:lnTo>
                <a:close/>
                <a:moveTo>
                  <a:pt x="798415" y="140547"/>
                </a:moveTo>
                <a:lnTo>
                  <a:pt x="798061" y="140098"/>
                </a:lnTo>
                <a:lnTo>
                  <a:pt x="797671" y="139699"/>
                </a:lnTo>
                <a:lnTo>
                  <a:pt x="797249" y="139347"/>
                </a:lnTo>
                <a:lnTo>
                  <a:pt x="796801" y="139039"/>
                </a:lnTo>
                <a:lnTo>
                  <a:pt x="796330" y="138772"/>
                </a:lnTo>
                <a:lnTo>
                  <a:pt x="795843" y="138543"/>
                </a:lnTo>
                <a:lnTo>
                  <a:pt x="795344" y="138349"/>
                </a:lnTo>
                <a:lnTo>
                  <a:pt x="794838" y="138188"/>
                </a:lnTo>
                <a:lnTo>
                  <a:pt x="794329" y="138055"/>
                </a:lnTo>
                <a:lnTo>
                  <a:pt x="793823" y="137949"/>
                </a:lnTo>
                <a:lnTo>
                  <a:pt x="793324" y="137867"/>
                </a:lnTo>
                <a:lnTo>
                  <a:pt x="792837" y="137805"/>
                </a:lnTo>
                <a:lnTo>
                  <a:pt x="792368" y="137760"/>
                </a:lnTo>
                <a:lnTo>
                  <a:pt x="791920" y="137731"/>
                </a:lnTo>
                <a:lnTo>
                  <a:pt x="791499" y="137713"/>
                </a:lnTo>
                <a:lnTo>
                  <a:pt x="791109" y="137703"/>
                </a:lnTo>
                <a:lnTo>
                  <a:pt x="790757" y="137700"/>
                </a:lnTo>
                <a:lnTo>
                  <a:pt x="790445" y="137699"/>
                </a:lnTo>
                <a:lnTo>
                  <a:pt x="729138" y="137699"/>
                </a:lnTo>
                <a:lnTo>
                  <a:pt x="728827" y="137700"/>
                </a:lnTo>
                <a:lnTo>
                  <a:pt x="728474" y="137703"/>
                </a:lnTo>
                <a:lnTo>
                  <a:pt x="728084" y="137713"/>
                </a:lnTo>
                <a:lnTo>
                  <a:pt x="727663" y="137731"/>
                </a:lnTo>
                <a:lnTo>
                  <a:pt x="727216" y="137760"/>
                </a:lnTo>
                <a:lnTo>
                  <a:pt x="726746" y="137805"/>
                </a:lnTo>
                <a:lnTo>
                  <a:pt x="726259" y="137867"/>
                </a:lnTo>
                <a:lnTo>
                  <a:pt x="725760" y="137949"/>
                </a:lnTo>
                <a:lnTo>
                  <a:pt x="725254" y="138055"/>
                </a:lnTo>
                <a:lnTo>
                  <a:pt x="724745" y="138188"/>
                </a:lnTo>
                <a:lnTo>
                  <a:pt x="724239" y="138349"/>
                </a:lnTo>
                <a:lnTo>
                  <a:pt x="723740" y="138543"/>
                </a:lnTo>
                <a:lnTo>
                  <a:pt x="723253" y="138772"/>
                </a:lnTo>
                <a:lnTo>
                  <a:pt x="722783" y="139039"/>
                </a:lnTo>
                <a:lnTo>
                  <a:pt x="722334" y="139347"/>
                </a:lnTo>
                <a:lnTo>
                  <a:pt x="721912" y="139699"/>
                </a:lnTo>
                <a:lnTo>
                  <a:pt x="721522" y="140098"/>
                </a:lnTo>
                <a:lnTo>
                  <a:pt x="721168" y="140547"/>
                </a:lnTo>
                <a:lnTo>
                  <a:pt x="720855" y="141048"/>
                </a:lnTo>
                <a:lnTo>
                  <a:pt x="720588" y="141605"/>
                </a:lnTo>
                <a:lnTo>
                  <a:pt x="720372" y="142221"/>
                </a:lnTo>
                <a:lnTo>
                  <a:pt x="720212" y="142898"/>
                </a:lnTo>
                <a:lnTo>
                  <a:pt x="720112" y="143639"/>
                </a:lnTo>
                <a:lnTo>
                  <a:pt x="720078" y="144448"/>
                </a:lnTo>
                <a:lnTo>
                  <a:pt x="720112" y="145257"/>
                </a:lnTo>
                <a:lnTo>
                  <a:pt x="720212" y="145998"/>
                </a:lnTo>
                <a:lnTo>
                  <a:pt x="720372" y="146675"/>
                </a:lnTo>
                <a:lnTo>
                  <a:pt x="720588" y="147290"/>
                </a:lnTo>
                <a:lnTo>
                  <a:pt x="720855" y="147847"/>
                </a:lnTo>
                <a:lnTo>
                  <a:pt x="721168" y="148348"/>
                </a:lnTo>
                <a:lnTo>
                  <a:pt x="721522" y="148797"/>
                </a:lnTo>
                <a:lnTo>
                  <a:pt x="721912" y="149195"/>
                </a:lnTo>
                <a:lnTo>
                  <a:pt x="722334" y="149547"/>
                </a:lnTo>
                <a:lnTo>
                  <a:pt x="722783" y="149855"/>
                </a:lnTo>
                <a:lnTo>
                  <a:pt x="723253" y="150122"/>
                </a:lnTo>
                <a:lnTo>
                  <a:pt x="723740" y="150351"/>
                </a:lnTo>
                <a:lnTo>
                  <a:pt x="724239" y="150545"/>
                </a:lnTo>
                <a:lnTo>
                  <a:pt x="724745" y="150706"/>
                </a:lnTo>
                <a:lnTo>
                  <a:pt x="725254" y="150839"/>
                </a:lnTo>
                <a:lnTo>
                  <a:pt x="725760" y="150944"/>
                </a:lnTo>
                <a:lnTo>
                  <a:pt x="726259" y="151027"/>
                </a:lnTo>
                <a:lnTo>
                  <a:pt x="726746" y="151089"/>
                </a:lnTo>
                <a:lnTo>
                  <a:pt x="727216" y="151133"/>
                </a:lnTo>
                <a:lnTo>
                  <a:pt x="727663" y="151163"/>
                </a:lnTo>
                <a:lnTo>
                  <a:pt x="728084" y="151181"/>
                </a:lnTo>
                <a:lnTo>
                  <a:pt x="728474" y="151190"/>
                </a:lnTo>
                <a:lnTo>
                  <a:pt x="728827" y="151194"/>
                </a:lnTo>
                <a:lnTo>
                  <a:pt x="729138" y="151194"/>
                </a:lnTo>
                <a:lnTo>
                  <a:pt x="790445" y="151194"/>
                </a:lnTo>
                <a:lnTo>
                  <a:pt x="790757" y="151194"/>
                </a:lnTo>
                <a:lnTo>
                  <a:pt x="791109" y="151190"/>
                </a:lnTo>
                <a:lnTo>
                  <a:pt x="791499" y="151181"/>
                </a:lnTo>
                <a:lnTo>
                  <a:pt x="791920" y="151163"/>
                </a:lnTo>
                <a:lnTo>
                  <a:pt x="792368" y="151133"/>
                </a:lnTo>
                <a:lnTo>
                  <a:pt x="792837" y="151089"/>
                </a:lnTo>
                <a:lnTo>
                  <a:pt x="793324" y="151027"/>
                </a:lnTo>
                <a:lnTo>
                  <a:pt x="793823" y="150944"/>
                </a:lnTo>
                <a:lnTo>
                  <a:pt x="794329" y="150839"/>
                </a:lnTo>
                <a:lnTo>
                  <a:pt x="794838" y="150706"/>
                </a:lnTo>
                <a:lnTo>
                  <a:pt x="795344" y="150545"/>
                </a:lnTo>
                <a:lnTo>
                  <a:pt x="795843" y="150351"/>
                </a:lnTo>
                <a:lnTo>
                  <a:pt x="796330" y="150122"/>
                </a:lnTo>
                <a:lnTo>
                  <a:pt x="796801" y="149855"/>
                </a:lnTo>
                <a:lnTo>
                  <a:pt x="797249" y="149547"/>
                </a:lnTo>
                <a:lnTo>
                  <a:pt x="797671" y="149195"/>
                </a:lnTo>
                <a:lnTo>
                  <a:pt x="798061" y="148797"/>
                </a:lnTo>
                <a:lnTo>
                  <a:pt x="798415" y="148348"/>
                </a:lnTo>
                <a:lnTo>
                  <a:pt x="798728" y="147847"/>
                </a:lnTo>
                <a:lnTo>
                  <a:pt x="798995" y="147290"/>
                </a:lnTo>
                <a:lnTo>
                  <a:pt x="799211" y="146675"/>
                </a:lnTo>
                <a:lnTo>
                  <a:pt x="799371" y="145998"/>
                </a:lnTo>
                <a:lnTo>
                  <a:pt x="799471" y="145257"/>
                </a:lnTo>
                <a:lnTo>
                  <a:pt x="799506" y="144448"/>
                </a:lnTo>
                <a:lnTo>
                  <a:pt x="799471" y="143639"/>
                </a:lnTo>
                <a:lnTo>
                  <a:pt x="799371" y="142898"/>
                </a:lnTo>
                <a:lnTo>
                  <a:pt x="799211" y="142221"/>
                </a:lnTo>
                <a:lnTo>
                  <a:pt x="798995" y="141605"/>
                </a:lnTo>
                <a:lnTo>
                  <a:pt x="798728" y="141048"/>
                </a:lnTo>
                <a:lnTo>
                  <a:pt x="798415" y="140547"/>
                </a:lnTo>
                <a:close/>
                <a:moveTo>
                  <a:pt x="393554" y="140547"/>
                </a:moveTo>
                <a:lnTo>
                  <a:pt x="393200" y="140098"/>
                </a:lnTo>
                <a:lnTo>
                  <a:pt x="392810" y="139699"/>
                </a:lnTo>
                <a:lnTo>
                  <a:pt x="392388" y="139347"/>
                </a:lnTo>
                <a:lnTo>
                  <a:pt x="391940" y="139039"/>
                </a:lnTo>
                <a:lnTo>
                  <a:pt x="391470" y="138772"/>
                </a:lnTo>
                <a:lnTo>
                  <a:pt x="390982" y="138543"/>
                </a:lnTo>
                <a:lnTo>
                  <a:pt x="390483" y="138349"/>
                </a:lnTo>
                <a:lnTo>
                  <a:pt x="389977" y="138188"/>
                </a:lnTo>
                <a:lnTo>
                  <a:pt x="389468" y="138055"/>
                </a:lnTo>
                <a:lnTo>
                  <a:pt x="388962" y="137949"/>
                </a:lnTo>
                <a:lnTo>
                  <a:pt x="388463" y="137867"/>
                </a:lnTo>
                <a:lnTo>
                  <a:pt x="387976" y="137805"/>
                </a:lnTo>
                <a:lnTo>
                  <a:pt x="387507" y="137760"/>
                </a:lnTo>
                <a:lnTo>
                  <a:pt x="387059" y="137731"/>
                </a:lnTo>
                <a:lnTo>
                  <a:pt x="386638" y="137713"/>
                </a:lnTo>
                <a:lnTo>
                  <a:pt x="386249" y="137703"/>
                </a:lnTo>
                <a:lnTo>
                  <a:pt x="385896" y="137700"/>
                </a:lnTo>
                <a:lnTo>
                  <a:pt x="385584" y="137699"/>
                </a:lnTo>
                <a:lnTo>
                  <a:pt x="324277" y="137699"/>
                </a:lnTo>
                <a:lnTo>
                  <a:pt x="323966" y="137700"/>
                </a:lnTo>
                <a:lnTo>
                  <a:pt x="323613" y="137703"/>
                </a:lnTo>
                <a:lnTo>
                  <a:pt x="323223" y="137713"/>
                </a:lnTo>
                <a:lnTo>
                  <a:pt x="322802" y="137731"/>
                </a:lnTo>
                <a:lnTo>
                  <a:pt x="322355" y="137760"/>
                </a:lnTo>
                <a:lnTo>
                  <a:pt x="321885" y="137805"/>
                </a:lnTo>
                <a:lnTo>
                  <a:pt x="321398" y="137867"/>
                </a:lnTo>
                <a:lnTo>
                  <a:pt x="320899" y="137949"/>
                </a:lnTo>
                <a:lnTo>
                  <a:pt x="320393" y="138055"/>
                </a:lnTo>
                <a:lnTo>
                  <a:pt x="319884" y="138188"/>
                </a:lnTo>
                <a:lnTo>
                  <a:pt x="319378" y="138349"/>
                </a:lnTo>
                <a:lnTo>
                  <a:pt x="318879" y="138543"/>
                </a:lnTo>
                <a:lnTo>
                  <a:pt x="318392" y="138772"/>
                </a:lnTo>
                <a:lnTo>
                  <a:pt x="317922" y="139039"/>
                </a:lnTo>
                <a:lnTo>
                  <a:pt x="317473" y="139347"/>
                </a:lnTo>
                <a:lnTo>
                  <a:pt x="317051" y="139699"/>
                </a:lnTo>
                <a:lnTo>
                  <a:pt x="316661" y="140098"/>
                </a:lnTo>
                <a:lnTo>
                  <a:pt x="316307" y="140547"/>
                </a:lnTo>
                <a:lnTo>
                  <a:pt x="315994" y="141048"/>
                </a:lnTo>
                <a:lnTo>
                  <a:pt x="315727" y="141605"/>
                </a:lnTo>
                <a:lnTo>
                  <a:pt x="315511" y="142221"/>
                </a:lnTo>
                <a:lnTo>
                  <a:pt x="315351" y="142898"/>
                </a:lnTo>
                <a:lnTo>
                  <a:pt x="315251" y="143639"/>
                </a:lnTo>
                <a:lnTo>
                  <a:pt x="315217" y="144448"/>
                </a:lnTo>
                <a:lnTo>
                  <a:pt x="315251" y="145257"/>
                </a:lnTo>
                <a:lnTo>
                  <a:pt x="315351" y="145998"/>
                </a:lnTo>
                <a:lnTo>
                  <a:pt x="315511" y="146675"/>
                </a:lnTo>
                <a:lnTo>
                  <a:pt x="315727" y="147290"/>
                </a:lnTo>
                <a:lnTo>
                  <a:pt x="315994" y="147847"/>
                </a:lnTo>
                <a:lnTo>
                  <a:pt x="316307" y="148348"/>
                </a:lnTo>
                <a:lnTo>
                  <a:pt x="316661" y="148797"/>
                </a:lnTo>
                <a:lnTo>
                  <a:pt x="317051" y="149195"/>
                </a:lnTo>
                <a:lnTo>
                  <a:pt x="317473" y="149547"/>
                </a:lnTo>
                <a:lnTo>
                  <a:pt x="317922" y="149855"/>
                </a:lnTo>
                <a:lnTo>
                  <a:pt x="318392" y="150122"/>
                </a:lnTo>
                <a:lnTo>
                  <a:pt x="318879" y="150351"/>
                </a:lnTo>
                <a:lnTo>
                  <a:pt x="319378" y="150545"/>
                </a:lnTo>
                <a:lnTo>
                  <a:pt x="319884" y="150706"/>
                </a:lnTo>
                <a:lnTo>
                  <a:pt x="320393" y="150839"/>
                </a:lnTo>
                <a:lnTo>
                  <a:pt x="320899" y="150944"/>
                </a:lnTo>
                <a:lnTo>
                  <a:pt x="321398" y="151027"/>
                </a:lnTo>
                <a:lnTo>
                  <a:pt x="321885" y="151089"/>
                </a:lnTo>
                <a:lnTo>
                  <a:pt x="322355" y="151133"/>
                </a:lnTo>
                <a:lnTo>
                  <a:pt x="322802" y="151163"/>
                </a:lnTo>
                <a:lnTo>
                  <a:pt x="323223" y="151181"/>
                </a:lnTo>
                <a:lnTo>
                  <a:pt x="323613" y="151190"/>
                </a:lnTo>
                <a:lnTo>
                  <a:pt x="323966" y="151194"/>
                </a:lnTo>
                <a:lnTo>
                  <a:pt x="324277" y="151194"/>
                </a:lnTo>
                <a:lnTo>
                  <a:pt x="385584" y="151194"/>
                </a:lnTo>
                <a:lnTo>
                  <a:pt x="385896" y="151194"/>
                </a:lnTo>
                <a:lnTo>
                  <a:pt x="386249" y="151190"/>
                </a:lnTo>
                <a:lnTo>
                  <a:pt x="386638" y="151181"/>
                </a:lnTo>
                <a:lnTo>
                  <a:pt x="387059" y="151163"/>
                </a:lnTo>
                <a:lnTo>
                  <a:pt x="387507" y="151133"/>
                </a:lnTo>
                <a:lnTo>
                  <a:pt x="387976" y="151089"/>
                </a:lnTo>
                <a:lnTo>
                  <a:pt x="388463" y="151027"/>
                </a:lnTo>
                <a:lnTo>
                  <a:pt x="388962" y="150944"/>
                </a:lnTo>
                <a:lnTo>
                  <a:pt x="389468" y="150839"/>
                </a:lnTo>
                <a:lnTo>
                  <a:pt x="389977" y="150706"/>
                </a:lnTo>
                <a:lnTo>
                  <a:pt x="390483" y="150545"/>
                </a:lnTo>
                <a:lnTo>
                  <a:pt x="390982" y="150351"/>
                </a:lnTo>
                <a:lnTo>
                  <a:pt x="391470" y="150122"/>
                </a:lnTo>
                <a:lnTo>
                  <a:pt x="391940" y="149855"/>
                </a:lnTo>
                <a:lnTo>
                  <a:pt x="392388" y="149547"/>
                </a:lnTo>
                <a:lnTo>
                  <a:pt x="392810" y="149195"/>
                </a:lnTo>
                <a:lnTo>
                  <a:pt x="393200" y="148797"/>
                </a:lnTo>
                <a:lnTo>
                  <a:pt x="393554" y="148348"/>
                </a:lnTo>
                <a:lnTo>
                  <a:pt x="393867" y="147847"/>
                </a:lnTo>
                <a:lnTo>
                  <a:pt x="394134" y="147290"/>
                </a:lnTo>
                <a:lnTo>
                  <a:pt x="394350" y="146675"/>
                </a:lnTo>
                <a:lnTo>
                  <a:pt x="394511" y="145998"/>
                </a:lnTo>
                <a:lnTo>
                  <a:pt x="394610" y="145257"/>
                </a:lnTo>
                <a:lnTo>
                  <a:pt x="394645" y="144448"/>
                </a:lnTo>
                <a:lnTo>
                  <a:pt x="394610" y="143639"/>
                </a:lnTo>
                <a:lnTo>
                  <a:pt x="394511" y="142898"/>
                </a:lnTo>
                <a:lnTo>
                  <a:pt x="394350" y="142221"/>
                </a:lnTo>
                <a:lnTo>
                  <a:pt x="394134" y="141605"/>
                </a:lnTo>
                <a:lnTo>
                  <a:pt x="393867" y="141048"/>
                </a:lnTo>
                <a:lnTo>
                  <a:pt x="393554" y="140547"/>
                </a:lnTo>
                <a:close/>
                <a:moveTo>
                  <a:pt x="2388065" y="7737"/>
                </a:moveTo>
                <a:lnTo>
                  <a:pt x="2387771" y="7190"/>
                </a:lnTo>
                <a:lnTo>
                  <a:pt x="2387444" y="6666"/>
                </a:lnTo>
                <a:lnTo>
                  <a:pt x="2387085" y="6166"/>
                </a:lnTo>
                <a:lnTo>
                  <a:pt x="2386695" y="5691"/>
                </a:lnTo>
                <a:lnTo>
                  <a:pt x="2386276" y="5244"/>
                </a:lnTo>
                <a:lnTo>
                  <a:pt x="2385828" y="4824"/>
                </a:lnTo>
                <a:lnTo>
                  <a:pt x="2385354" y="4434"/>
                </a:lnTo>
                <a:lnTo>
                  <a:pt x="2384854" y="4075"/>
                </a:lnTo>
                <a:lnTo>
                  <a:pt x="2384330" y="3748"/>
                </a:lnTo>
                <a:lnTo>
                  <a:pt x="2383784" y="3454"/>
                </a:lnTo>
                <a:lnTo>
                  <a:pt x="2383216" y="3195"/>
                </a:lnTo>
                <a:lnTo>
                  <a:pt x="2382628" y="2972"/>
                </a:lnTo>
                <a:lnTo>
                  <a:pt x="2382021" y="2787"/>
                </a:lnTo>
                <a:lnTo>
                  <a:pt x="2381397" y="2641"/>
                </a:lnTo>
                <a:lnTo>
                  <a:pt x="2380756" y="2534"/>
                </a:lnTo>
                <a:lnTo>
                  <a:pt x="2380101" y="2470"/>
                </a:lnTo>
                <a:lnTo>
                  <a:pt x="2379433" y="2448"/>
                </a:lnTo>
                <a:lnTo>
                  <a:pt x="2378764" y="2470"/>
                </a:lnTo>
                <a:lnTo>
                  <a:pt x="2378108" y="2534"/>
                </a:lnTo>
                <a:lnTo>
                  <a:pt x="2377468" y="2641"/>
                </a:lnTo>
                <a:lnTo>
                  <a:pt x="2376843" y="2787"/>
                </a:lnTo>
                <a:lnTo>
                  <a:pt x="2376236" y="2972"/>
                </a:lnTo>
                <a:lnTo>
                  <a:pt x="2375648" y="3195"/>
                </a:lnTo>
                <a:lnTo>
                  <a:pt x="2375080" y="3454"/>
                </a:lnTo>
                <a:lnTo>
                  <a:pt x="2374533" y="3748"/>
                </a:lnTo>
                <a:lnTo>
                  <a:pt x="2374009" y="4075"/>
                </a:lnTo>
                <a:lnTo>
                  <a:pt x="2373509" y="4434"/>
                </a:lnTo>
                <a:lnTo>
                  <a:pt x="2373035" y="4824"/>
                </a:lnTo>
                <a:lnTo>
                  <a:pt x="2372587" y="5244"/>
                </a:lnTo>
                <a:lnTo>
                  <a:pt x="2372168" y="5691"/>
                </a:lnTo>
                <a:lnTo>
                  <a:pt x="2371778" y="6166"/>
                </a:lnTo>
                <a:lnTo>
                  <a:pt x="2371419" y="6666"/>
                </a:lnTo>
                <a:lnTo>
                  <a:pt x="2371092" y="7190"/>
                </a:lnTo>
                <a:lnTo>
                  <a:pt x="2370798" y="7737"/>
                </a:lnTo>
                <a:lnTo>
                  <a:pt x="2370539" y="8305"/>
                </a:lnTo>
                <a:lnTo>
                  <a:pt x="2370317" y="8893"/>
                </a:lnTo>
                <a:lnTo>
                  <a:pt x="2370132" y="9500"/>
                </a:lnTo>
                <a:lnTo>
                  <a:pt x="2369985" y="10124"/>
                </a:lnTo>
                <a:lnTo>
                  <a:pt x="2369879" y="10765"/>
                </a:lnTo>
                <a:lnTo>
                  <a:pt x="2369814" y="11420"/>
                </a:lnTo>
                <a:lnTo>
                  <a:pt x="2369793" y="12089"/>
                </a:lnTo>
                <a:lnTo>
                  <a:pt x="2369814" y="12757"/>
                </a:lnTo>
                <a:lnTo>
                  <a:pt x="2369879" y="13412"/>
                </a:lnTo>
                <a:lnTo>
                  <a:pt x="2369985" y="14053"/>
                </a:lnTo>
                <a:lnTo>
                  <a:pt x="2370132" y="14677"/>
                </a:lnTo>
                <a:lnTo>
                  <a:pt x="2370317" y="15284"/>
                </a:lnTo>
                <a:lnTo>
                  <a:pt x="2370539" y="15872"/>
                </a:lnTo>
                <a:lnTo>
                  <a:pt x="2370798" y="16441"/>
                </a:lnTo>
                <a:lnTo>
                  <a:pt x="2371092" y="16987"/>
                </a:lnTo>
                <a:lnTo>
                  <a:pt x="2371419" y="17511"/>
                </a:lnTo>
                <a:lnTo>
                  <a:pt x="2371778" y="18011"/>
                </a:lnTo>
                <a:lnTo>
                  <a:pt x="2372168" y="18486"/>
                </a:lnTo>
                <a:lnTo>
                  <a:pt x="2372587" y="18933"/>
                </a:lnTo>
                <a:lnTo>
                  <a:pt x="2373035" y="19353"/>
                </a:lnTo>
                <a:lnTo>
                  <a:pt x="2373509" y="19743"/>
                </a:lnTo>
                <a:lnTo>
                  <a:pt x="2374009" y="20102"/>
                </a:lnTo>
                <a:lnTo>
                  <a:pt x="2374533" y="20430"/>
                </a:lnTo>
                <a:lnTo>
                  <a:pt x="2375080" y="20723"/>
                </a:lnTo>
                <a:lnTo>
                  <a:pt x="2375648" y="20982"/>
                </a:lnTo>
                <a:lnTo>
                  <a:pt x="2376236" y="21205"/>
                </a:lnTo>
                <a:lnTo>
                  <a:pt x="2376843" y="21390"/>
                </a:lnTo>
                <a:lnTo>
                  <a:pt x="2377468" y="21537"/>
                </a:lnTo>
                <a:lnTo>
                  <a:pt x="2378108" y="21643"/>
                </a:lnTo>
                <a:lnTo>
                  <a:pt x="2378764" y="21708"/>
                </a:lnTo>
                <a:lnTo>
                  <a:pt x="2379433" y="21729"/>
                </a:lnTo>
                <a:lnTo>
                  <a:pt x="2380101" y="21708"/>
                </a:lnTo>
                <a:lnTo>
                  <a:pt x="2380756" y="21643"/>
                </a:lnTo>
                <a:lnTo>
                  <a:pt x="2381397" y="21537"/>
                </a:lnTo>
                <a:lnTo>
                  <a:pt x="2382021" y="21390"/>
                </a:lnTo>
                <a:lnTo>
                  <a:pt x="2382628" y="21205"/>
                </a:lnTo>
                <a:lnTo>
                  <a:pt x="2383216" y="20982"/>
                </a:lnTo>
                <a:lnTo>
                  <a:pt x="2383784" y="20723"/>
                </a:lnTo>
                <a:lnTo>
                  <a:pt x="2384330" y="20430"/>
                </a:lnTo>
                <a:lnTo>
                  <a:pt x="2384854" y="20102"/>
                </a:lnTo>
                <a:lnTo>
                  <a:pt x="2385354" y="19743"/>
                </a:lnTo>
                <a:lnTo>
                  <a:pt x="2385828" y="19353"/>
                </a:lnTo>
                <a:lnTo>
                  <a:pt x="2386276" y="18933"/>
                </a:lnTo>
                <a:lnTo>
                  <a:pt x="2386695" y="18486"/>
                </a:lnTo>
                <a:lnTo>
                  <a:pt x="2387085" y="18011"/>
                </a:lnTo>
                <a:lnTo>
                  <a:pt x="2387444" y="17511"/>
                </a:lnTo>
                <a:lnTo>
                  <a:pt x="2387771" y="16987"/>
                </a:lnTo>
                <a:lnTo>
                  <a:pt x="2388065" y="16441"/>
                </a:lnTo>
                <a:lnTo>
                  <a:pt x="2388323" y="15872"/>
                </a:lnTo>
                <a:lnTo>
                  <a:pt x="2388546" y="15284"/>
                </a:lnTo>
                <a:lnTo>
                  <a:pt x="2388731" y="14677"/>
                </a:lnTo>
                <a:lnTo>
                  <a:pt x="2388877" y="14053"/>
                </a:lnTo>
                <a:lnTo>
                  <a:pt x="2388983" y="13412"/>
                </a:lnTo>
                <a:lnTo>
                  <a:pt x="2389048" y="12757"/>
                </a:lnTo>
                <a:lnTo>
                  <a:pt x="2389070" y="12089"/>
                </a:lnTo>
                <a:lnTo>
                  <a:pt x="2389048" y="11420"/>
                </a:lnTo>
                <a:lnTo>
                  <a:pt x="2388983" y="10765"/>
                </a:lnTo>
                <a:lnTo>
                  <a:pt x="2388877" y="10124"/>
                </a:lnTo>
                <a:lnTo>
                  <a:pt x="2388731" y="9500"/>
                </a:lnTo>
                <a:lnTo>
                  <a:pt x="2388546" y="8893"/>
                </a:lnTo>
                <a:lnTo>
                  <a:pt x="2388323" y="8305"/>
                </a:lnTo>
                <a:lnTo>
                  <a:pt x="2388065" y="7737"/>
                </a:lnTo>
                <a:close/>
                <a:moveTo>
                  <a:pt x="3826746" y="4112"/>
                </a:moveTo>
                <a:lnTo>
                  <a:pt x="3825880" y="3428"/>
                </a:lnTo>
                <a:lnTo>
                  <a:pt x="3824951" y="2825"/>
                </a:lnTo>
                <a:lnTo>
                  <a:pt x="3823968" y="2297"/>
                </a:lnTo>
                <a:lnTo>
                  <a:pt x="3822946" y="1839"/>
                </a:lnTo>
                <a:lnTo>
                  <a:pt x="3821896" y="1446"/>
                </a:lnTo>
                <a:lnTo>
                  <a:pt x="3820829" y="1114"/>
                </a:lnTo>
                <a:lnTo>
                  <a:pt x="3819759" y="837"/>
                </a:lnTo>
                <a:lnTo>
                  <a:pt x="3818696" y="610"/>
                </a:lnTo>
                <a:lnTo>
                  <a:pt x="3817654" y="429"/>
                </a:lnTo>
                <a:lnTo>
                  <a:pt x="3816644" y="287"/>
                </a:lnTo>
                <a:lnTo>
                  <a:pt x="3815678" y="181"/>
                </a:lnTo>
                <a:lnTo>
                  <a:pt x="3814768" y="105"/>
                </a:lnTo>
                <a:lnTo>
                  <a:pt x="3813926" y="54"/>
                </a:lnTo>
                <a:lnTo>
                  <a:pt x="3813165" y="23"/>
                </a:lnTo>
                <a:lnTo>
                  <a:pt x="3812496" y="7"/>
                </a:lnTo>
                <a:lnTo>
                  <a:pt x="3811932" y="1"/>
                </a:lnTo>
                <a:lnTo>
                  <a:pt x="3811484" y="0"/>
                </a:lnTo>
                <a:lnTo>
                  <a:pt x="3809560" y="46"/>
                </a:lnTo>
                <a:lnTo>
                  <a:pt x="3807648" y="184"/>
                </a:lnTo>
                <a:lnTo>
                  <a:pt x="3805755" y="414"/>
                </a:lnTo>
                <a:lnTo>
                  <a:pt x="3803886" y="735"/>
                </a:lnTo>
                <a:lnTo>
                  <a:pt x="3802048" y="1147"/>
                </a:lnTo>
                <a:lnTo>
                  <a:pt x="3800248" y="1649"/>
                </a:lnTo>
                <a:lnTo>
                  <a:pt x="3798490" y="2241"/>
                </a:lnTo>
                <a:lnTo>
                  <a:pt x="3796782" y="2923"/>
                </a:lnTo>
                <a:lnTo>
                  <a:pt x="3795129" y="3694"/>
                </a:lnTo>
                <a:lnTo>
                  <a:pt x="3793538" y="4554"/>
                </a:lnTo>
                <a:lnTo>
                  <a:pt x="3792015" y="5503"/>
                </a:lnTo>
                <a:lnTo>
                  <a:pt x="3790566" y="6539"/>
                </a:lnTo>
                <a:lnTo>
                  <a:pt x="3789197" y="7664"/>
                </a:lnTo>
                <a:lnTo>
                  <a:pt x="3787915" y="8875"/>
                </a:lnTo>
                <a:lnTo>
                  <a:pt x="3786726" y="10173"/>
                </a:lnTo>
                <a:lnTo>
                  <a:pt x="3785636" y="11558"/>
                </a:lnTo>
                <a:lnTo>
                  <a:pt x="3784650" y="13029"/>
                </a:lnTo>
                <a:lnTo>
                  <a:pt x="3783776" y="14586"/>
                </a:lnTo>
                <a:lnTo>
                  <a:pt x="3783020" y="16228"/>
                </a:lnTo>
                <a:lnTo>
                  <a:pt x="3782387" y="17955"/>
                </a:lnTo>
                <a:lnTo>
                  <a:pt x="3781884" y="19766"/>
                </a:lnTo>
                <a:lnTo>
                  <a:pt x="3781517" y="21662"/>
                </a:lnTo>
                <a:lnTo>
                  <a:pt x="3781292" y="23641"/>
                </a:lnTo>
                <a:lnTo>
                  <a:pt x="3781216" y="25704"/>
                </a:lnTo>
                <a:lnTo>
                  <a:pt x="3781216" y="35963"/>
                </a:lnTo>
                <a:lnTo>
                  <a:pt x="3761938" y="35963"/>
                </a:lnTo>
                <a:lnTo>
                  <a:pt x="3761544" y="35963"/>
                </a:lnTo>
                <a:lnTo>
                  <a:pt x="3761135" y="35966"/>
                </a:lnTo>
                <a:lnTo>
                  <a:pt x="3760713" y="35974"/>
                </a:lnTo>
                <a:lnTo>
                  <a:pt x="3760281" y="35990"/>
                </a:lnTo>
                <a:lnTo>
                  <a:pt x="3759843" y="36017"/>
                </a:lnTo>
                <a:lnTo>
                  <a:pt x="3759402" y="36056"/>
                </a:lnTo>
                <a:lnTo>
                  <a:pt x="3758959" y="36111"/>
                </a:lnTo>
                <a:lnTo>
                  <a:pt x="3758518" y="36184"/>
                </a:lnTo>
                <a:lnTo>
                  <a:pt x="3758081" y="36278"/>
                </a:lnTo>
                <a:lnTo>
                  <a:pt x="3757653" y="36395"/>
                </a:lnTo>
                <a:lnTo>
                  <a:pt x="3757234" y="36538"/>
                </a:lnTo>
                <a:lnTo>
                  <a:pt x="3756829" y="36710"/>
                </a:lnTo>
                <a:lnTo>
                  <a:pt x="3756440" y="36913"/>
                </a:lnTo>
                <a:lnTo>
                  <a:pt x="3756070" y="37149"/>
                </a:lnTo>
                <a:lnTo>
                  <a:pt x="3755721" y="37422"/>
                </a:lnTo>
                <a:lnTo>
                  <a:pt x="3755398" y="37734"/>
                </a:lnTo>
                <a:lnTo>
                  <a:pt x="3755101" y="38087"/>
                </a:lnTo>
                <a:lnTo>
                  <a:pt x="3754835" y="38485"/>
                </a:lnTo>
                <a:lnTo>
                  <a:pt x="3754602" y="38929"/>
                </a:lnTo>
                <a:lnTo>
                  <a:pt x="3754405" y="39422"/>
                </a:lnTo>
                <a:lnTo>
                  <a:pt x="3754247" y="39968"/>
                </a:lnTo>
                <a:lnTo>
                  <a:pt x="3754131" y="40567"/>
                </a:lnTo>
                <a:lnTo>
                  <a:pt x="3754059" y="41224"/>
                </a:lnTo>
                <a:lnTo>
                  <a:pt x="3754034" y="41941"/>
                </a:lnTo>
                <a:lnTo>
                  <a:pt x="3754059" y="42634"/>
                </a:lnTo>
                <a:lnTo>
                  <a:pt x="3754130" y="43270"/>
                </a:lnTo>
                <a:lnTo>
                  <a:pt x="3754247" y="43850"/>
                </a:lnTo>
                <a:lnTo>
                  <a:pt x="3754404" y="44378"/>
                </a:lnTo>
                <a:lnTo>
                  <a:pt x="3754600" y="44855"/>
                </a:lnTo>
                <a:lnTo>
                  <a:pt x="3754832" y="45285"/>
                </a:lnTo>
                <a:lnTo>
                  <a:pt x="3755096" y="45669"/>
                </a:lnTo>
                <a:lnTo>
                  <a:pt x="3755390" y="46011"/>
                </a:lnTo>
                <a:lnTo>
                  <a:pt x="3755711" y="46313"/>
                </a:lnTo>
                <a:lnTo>
                  <a:pt x="3756056" y="46577"/>
                </a:lnTo>
                <a:lnTo>
                  <a:pt x="3756421" y="46806"/>
                </a:lnTo>
                <a:lnTo>
                  <a:pt x="3756805" y="47002"/>
                </a:lnTo>
                <a:lnTo>
                  <a:pt x="3757203" y="47168"/>
                </a:lnTo>
                <a:lnTo>
                  <a:pt x="3757614" y="47306"/>
                </a:lnTo>
                <a:lnTo>
                  <a:pt x="3758034" y="47420"/>
                </a:lnTo>
                <a:lnTo>
                  <a:pt x="3758460" y="47511"/>
                </a:lnTo>
                <a:lnTo>
                  <a:pt x="3758890" y="47581"/>
                </a:lnTo>
                <a:lnTo>
                  <a:pt x="3759320" y="47634"/>
                </a:lnTo>
                <a:lnTo>
                  <a:pt x="3759747" y="47673"/>
                </a:lnTo>
                <a:lnTo>
                  <a:pt x="3760169" y="47698"/>
                </a:lnTo>
                <a:lnTo>
                  <a:pt x="3760583" y="47714"/>
                </a:lnTo>
                <a:lnTo>
                  <a:pt x="3760985" y="47721"/>
                </a:lnTo>
                <a:lnTo>
                  <a:pt x="3761373" y="47724"/>
                </a:lnTo>
                <a:lnTo>
                  <a:pt x="3761744" y="47725"/>
                </a:lnTo>
                <a:lnTo>
                  <a:pt x="3781216" y="47725"/>
                </a:lnTo>
                <a:lnTo>
                  <a:pt x="3781216" y="107238"/>
                </a:lnTo>
                <a:lnTo>
                  <a:pt x="3761744" y="107238"/>
                </a:lnTo>
                <a:lnTo>
                  <a:pt x="3761372" y="107239"/>
                </a:lnTo>
                <a:lnTo>
                  <a:pt x="3760981" y="107241"/>
                </a:lnTo>
                <a:lnTo>
                  <a:pt x="3760574" y="107249"/>
                </a:lnTo>
                <a:lnTo>
                  <a:pt x="3760155" y="107265"/>
                </a:lnTo>
                <a:lnTo>
                  <a:pt x="3759725" y="107290"/>
                </a:lnTo>
                <a:lnTo>
                  <a:pt x="3759289" y="107329"/>
                </a:lnTo>
                <a:lnTo>
                  <a:pt x="3758850" y="107382"/>
                </a:lnTo>
                <a:lnTo>
                  <a:pt x="3758410" y="107452"/>
                </a:lnTo>
                <a:lnTo>
                  <a:pt x="3757972" y="107543"/>
                </a:lnTo>
                <a:lnTo>
                  <a:pt x="3757541" y="107657"/>
                </a:lnTo>
                <a:lnTo>
                  <a:pt x="3757118" y="107795"/>
                </a:lnTo>
                <a:lnTo>
                  <a:pt x="3756708" y="107961"/>
                </a:lnTo>
                <a:lnTo>
                  <a:pt x="3756312" y="108157"/>
                </a:lnTo>
                <a:lnTo>
                  <a:pt x="3755935" y="108386"/>
                </a:lnTo>
                <a:lnTo>
                  <a:pt x="3755578" y="108650"/>
                </a:lnTo>
                <a:lnTo>
                  <a:pt x="3755247" y="108952"/>
                </a:lnTo>
                <a:lnTo>
                  <a:pt x="3754942" y="109294"/>
                </a:lnTo>
                <a:lnTo>
                  <a:pt x="3754668" y="109678"/>
                </a:lnTo>
                <a:lnTo>
                  <a:pt x="3754428" y="110108"/>
                </a:lnTo>
                <a:lnTo>
                  <a:pt x="3754224" y="110585"/>
                </a:lnTo>
                <a:lnTo>
                  <a:pt x="3754061" y="111113"/>
                </a:lnTo>
                <a:lnTo>
                  <a:pt x="3753940" y="111693"/>
                </a:lnTo>
                <a:lnTo>
                  <a:pt x="3753865" y="112329"/>
                </a:lnTo>
                <a:lnTo>
                  <a:pt x="3753840" y="113022"/>
                </a:lnTo>
                <a:lnTo>
                  <a:pt x="3753865" y="113738"/>
                </a:lnTo>
                <a:lnTo>
                  <a:pt x="3753940" y="114395"/>
                </a:lnTo>
                <a:lnTo>
                  <a:pt x="3754061" y="114994"/>
                </a:lnTo>
                <a:lnTo>
                  <a:pt x="3754224" y="115539"/>
                </a:lnTo>
                <a:lnTo>
                  <a:pt x="3754428" y="116033"/>
                </a:lnTo>
                <a:lnTo>
                  <a:pt x="3754668" y="116476"/>
                </a:lnTo>
                <a:lnTo>
                  <a:pt x="3754942" y="116874"/>
                </a:lnTo>
                <a:lnTo>
                  <a:pt x="3755247" y="117227"/>
                </a:lnTo>
                <a:lnTo>
                  <a:pt x="3755578" y="117538"/>
                </a:lnTo>
                <a:lnTo>
                  <a:pt x="3755935" y="117811"/>
                </a:lnTo>
                <a:lnTo>
                  <a:pt x="3756312" y="118048"/>
                </a:lnTo>
                <a:lnTo>
                  <a:pt x="3756708" y="118250"/>
                </a:lnTo>
                <a:lnTo>
                  <a:pt x="3757118" y="118422"/>
                </a:lnTo>
                <a:lnTo>
                  <a:pt x="3757541" y="118565"/>
                </a:lnTo>
                <a:lnTo>
                  <a:pt x="3757972" y="118682"/>
                </a:lnTo>
                <a:lnTo>
                  <a:pt x="3758410" y="118776"/>
                </a:lnTo>
                <a:lnTo>
                  <a:pt x="3758850" y="118849"/>
                </a:lnTo>
                <a:lnTo>
                  <a:pt x="3759289" y="118904"/>
                </a:lnTo>
                <a:lnTo>
                  <a:pt x="3759725" y="118943"/>
                </a:lnTo>
                <a:lnTo>
                  <a:pt x="3760155" y="118970"/>
                </a:lnTo>
                <a:lnTo>
                  <a:pt x="3760574" y="118986"/>
                </a:lnTo>
                <a:lnTo>
                  <a:pt x="3760981" y="118994"/>
                </a:lnTo>
                <a:lnTo>
                  <a:pt x="3761372" y="118997"/>
                </a:lnTo>
                <a:lnTo>
                  <a:pt x="3761744" y="118997"/>
                </a:lnTo>
                <a:lnTo>
                  <a:pt x="3813990" y="118997"/>
                </a:lnTo>
                <a:lnTo>
                  <a:pt x="3814362" y="118997"/>
                </a:lnTo>
                <a:lnTo>
                  <a:pt x="3814753" y="118994"/>
                </a:lnTo>
                <a:lnTo>
                  <a:pt x="3815160" y="118986"/>
                </a:lnTo>
                <a:lnTo>
                  <a:pt x="3815580" y="118970"/>
                </a:lnTo>
                <a:lnTo>
                  <a:pt x="3816009" y="118945"/>
                </a:lnTo>
                <a:lnTo>
                  <a:pt x="3816445" y="118907"/>
                </a:lnTo>
                <a:lnTo>
                  <a:pt x="3816885" y="118854"/>
                </a:lnTo>
                <a:lnTo>
                  <a:pt x="3817325" y="118783"/>
                </a:lnTo>
                <a:lnTo>
                  <a:pt x="3817762" y="118692"/>
                </a:lnTo>
                <a:lnTo>
                  <a:pt x="3818194" y="118579"/>
                </a:lnTo>
                <a:lnTo>
                  <a:pt x="3818616" y="118440"/>
                </a:lnTo>
                <a:lnTo>
                  <a:pt x="3819027" y="118274"/>
                </a:lnTo>
                <a:lnTo>
                  <a:pt x="3819422" y="118078"/>
                </a:lnTo>
                <a:lnTo>
                  <a:pt x="3819800" y="117849"/>
                </a:lnTo>
                <a:lnTo>
                  <a:pt x="3820156" y="117585"/>
                </a:lnTo>
                <a:lnTo>
                  <a:pt x="3820488" y="117283"/>
                </a:lnTo>
                <a:lnTo>
                  <a:pt x="3820792" y="116942"/>
                </a:lnTo>
                <a:lnTo>
                  <a:pt x="3821066" y="116557"/>
                </a:lnTo>
                <a:lnTo>
                  <a:pt x="3821307" y="116127"/>
                </a:lnTo>
                <a:lnTo>
                  <a:pt x="3821510" y="115650"/>
                </a:lnTo>
                <a:lnTo>
                  <a:pt x="3821674" y="115122"/>
                </a:lnTo>
                <a:lnTo>
                  <a:pt x="3821794" y="114542"/>
                </a:lnTo>
                <a:lnTo>
                  <a:pt x="3821869" y="113907"/>
                </a:lnTo>
                <a:lnTo>
                  <a:pt x="3821895" y="113213"/>
                </a:lnTo>
                <a:lnTo>
                  <a:pt x="3821869" y="112497"/>
                </a:lnTo>
                <a:lnTo>
                  <a:pt x="3821794" y="111841"/>
                </a:lnTo>
                <a:lnTo>
                  <a:pt x="3821674" y="111241"/>
                </a:lnTo>
                <a:lnTo>
                  <a:pt x="3821510" y="110696"/>
                </a:lnTo>
                <a:lnTo>
                  <a:pt x="3821307" y="110203"/>
                </a:lnTo>
                <a:lnTo>
                  <a:pt x="3821066" y="109759"/>
                </a:lnTo>
                <a:lnTo>
                  <a:pt x="3820792" y="109362"/>
                </a:lnTo>
                <a:lnTo>
                  <a:pt x="3820488" y="109009"/>
                </a:lnTo>
                <a:lnTo>
                  <a:pt x="3820156" y="108697"/>
                </a:lnTo>
                <a:lnTo>
                  <a:pt x="3819800" y="108424"/>
                </a:lnTo>
                <a:lnTo>
                  <a:pt x="3819422" y="108188"/>
                </a:lnTo>
                <a:lnTo>
                  <a:pt x="3819027" y="107985"/>
                </a:lnTo>
                <a:lnTo>
                  <a:pt x="3818616" y="107813"/>
                </a:lnTo>
                <a:lnTo>
                  <a:pt x="3818194" y="107670"/>
                </a:lnTo>
                <a:lnTo>
                  <a:pt x="3817762" y="107553"/>
                </a:lnTo>
                <a:lnTo>
                  <a:pt x="3817325" y="107459"/>
                </a:lnTo>
                <a:lnTo>
                  <a:pt x="3816885" y="107386"/>
                </a:lnTo>
                <a:lnTo>
                  <a:pt x="3816445" y="107331"/>
                </a:lnTo>
                <a:lnTo>
                  <a:pt x="3816009" y="107292"/>
                </a:lnTo>
                <a:lnTo>
                  <a:pt x="3815580" y="107266"/>
                </a:lnTo>
                <a:lnTo>
                  <a:pt x="3815160" y="107250"/>
                </a:lnTo>
                <a:lnTo>
                  <a:pt x="3814753" y="107242"/>
                </a:lnTo>
                <a:lnTo>
                  <a:pt x="3814362" y="107239"/>
                </a:lnTo>
                <a:lnTo>
                  <a:pt x="3813990" y="107238"/>
                </a:lnTo>
                <a:lnTo>
                  <a:pt x="3794519" y="107238"/>
                </a:lnTo>
                <a:lnTo>
                  <a:pt x="3794519" y="47725"/>
                </a:lnTo>
                <a:lnTo>
                  <a:pt x="3818041" y="47725"/>
                </a:lnTo>
                <a:lnTo>
                  <a:pt x="3818412" y="47724"/>
                </a:lnTo>
                <a:lnTo>
                  <a:pt x="3818800" y="47721"/>
                </a:lnTo>
                <a:lnTo>
                  <a:pt x="3819203" y="47714"/>
                </a:lnTo>
                <a:lnTo>
                  <a:pt x="3819616" y="47698"/>
                </a:lnTo>
                <a:lnTo>
                  <a:pt x="3820038" y="47673"/>
                </a:lnTo>
                <a:lnTo>
                  <a:pt x="3820466" y="47634"/>
                </a:lnTo>
                <a:lnTo>
                  <a:pt x="3820896" y="47581"/>
                </a:lnTo>
                <a:lnTo>
                  <a:pt x="3821325" y="47511"/>
                </a:lnTo>
                <a:lnTo>
                  <a:pt x="3821751" y="47420"/>
                </a:lnTo>
                <a:lnTo>
                  <a:pt x="3822171" y="47306"/>
                </a:lnTo>
                <a:lnTo>
                  <a:pt x="3822582" y="47168"/>
                </a:lnTo>
                <a:lnTo>
                  <a:pt x="3822981" y="47002"/>
                </a:lnTo>
                <a:lnTo>
                  <a:pt x="3823364" y="46806"/>
                </a:lnTo>
                <a:lnTo>
                  <a:pt x="3823730" y="46577"/>
                </a:lnTo>
                <a:lnTo>
                  <a:pt x="3824074" y="46313"/>
                </a:lnTo>
                <a:lnTo>
                  <a:pt x="3824395" y="46011"/>
                </a:lnTo>
                <a:lnTo>
                  <a:pt x="3824689" y="45669"/>
                </a:lnTo>
                <a:lnTo>
                  <a:pt x="3824953" y="45285"/>
                </a:lnTo>
                <a:lnTo>
                  <a:pt x="3825185" y="44855"/>
                </a:lnTo>
                <a:lnTo>
                  <a:pt x="3825381" y="44378"/>
                </a:lnTo>
                <a:lnTo>
                  <a:pt x="3825539" y="43850"/>
                </a:lnTo>
                <a:lnTo>
                  <a:pt x="3825655" y="43270"/>
                </a:lnTo>
                <a:lnTo>
                  <a:pt x="3825727" y="42634"/>
                </a:lnTo>
                <a:lnTo>
                  <a:pt x="3825751" y="41941"/>
                </a:lnTo>
                <a:lnTo>
                  <a:pt x="3825728" y="41224"/>
                </a:lnTo>
                <a:lnTo>
                  <a:pt x="3825659" y="40567"/>
                </a:lnTo>
                <a:lnTo>
                  <a:pt x="3825547" y="39968"/>
                </a:lnTo>
                <a:lnTo>
                  <a:pt x="3825394" y="39422"/>
                </a:lnTo>
                <a:lnTo>
                  <a:pt x="3825205" y="38929"/>
                </a:lnTo>
                <a:lnTo>
                  <a:pt x="3824980" y="38485"/>
                </a:lnTo>
                <a:lnTo>
                  <a:pt x="3824724" y="38087"/>
                </a:lnTo>
                <a:lnTo>
                  <a:pt x="3824438" y="37734"/>
                </a:lnTo>
                <a:lnTo>
                  <a:pt x="3824125" y="37422"/>
                </a:lnTo>
                <a:lnTo>
                  <a:pt x="3823788" y="37149"/>
                </a:lnTo>
                <a:lnTo>
                  <a:pt x="3823429" y="36913"/>
                </a:lnTo>
                <a:lnTo>
                  <a:pt x="3823052" y="36710"/>
                </a:lnTo>
                <a:lnTo>
                  <a:pt x="3822659" y="36538"/>
                </a:lnTo>
                <a:lnTo>
                  <a:pt x="3822253" y="36395"/>
                </a:lnTo>
                <a:lnTo>
                  <a:pt x="3821835" y="36278"/>
                </a:lnTo>
                <a:lnTo>
                  <a:pt x="3821410" y="36184"/>
                </a:lnTo>
                <a:lnTo>
                  <a:pt x="3820980" y="36111"/>
                </a:lnTo>
                <a:lnTo>
                  <a:pt x="3820546" y="36056"/>
                </a:lnTo>
                <a:lnTo>
                  <a:pt x="3820113" y="36017"/>
                </a:lnTo>
                <a:lnTo>
                  <a:pt x="3819683" y="35990"/>
                </a:lnTo>
                <a:lnTo>
                  <a:pt x="3819257" y="35974"/>
                </a:lnTo>
                <a:lnTo>
                  <a:pt x="3818840" y="35966"/>
                </a:lnTo>
                <a:lnTo>
                  <a:pt x="3818434" y="35963"/>
                </a:lnTo>
                <a:lnTo>
                  <a:pt x="3818041" y="35963"/>
                </a:lnTo>
                <a:lnTo>
                  <a:pt x="3794519" y="35963"/>
                </a:lnTo>
                <a:lnTo>
                  <a:pt x="3794519" y="26863"/>
                </a:lnTo>
                <a:lnTo>
                  <a:pt x="3794584" y="25053"/>
                </a:lnTo>
                <a:lnTo>
                  <a:pt x="3794776" y="23394"/>
                </a:lnTo>
                <a:lnTo>
                  <a:pt x="3795085" y="21879"/>
                </a:lnTo>
                <a:lnTo>
                  <a:pt x="3795502" y="20501"/>
                </a:lnTo>
                <a:lnTo>
                  <a:pt x="3796019" y="19255"/>
                </a:lnTo>
                <a:lnTo>
                  <a:pt x="3796627" y="18133"/>
                </a:lnTo>
                <a:lnTo>
                  <a:pt x="3797318" y="17129"/>
                </a:lnTo>
                <a:lnTo>
                  <a:pt x="3798082" y="16236"/>
                </a:lnTo>
                <a:lnTo>
                  <a:pt x="3798911" y="15449"/>
                </a:lnTo>
                <a:lnTo>
                  <a:pt x="3799796" y="14760"/>
                </a:lnTo>
                <a:lnTo>
                  <a:pt x="3800729" y="14162"/>
                </a:lnTo>
                <a:lnTo>
                  <a:pt x="3801700" y="13650"/>
                </a:lnTo>
                <a:lnTo>
                  <a:pt x="3802702" y="13216"/>
                </a:lnTo>
                <a:lnTo>
                  <a:pt x="3803725" y="12854"/>
                </a:lnTo>
                <a:lnTo>
                  <a:pt x="3804761" y="12558"/>
                </a:lnTo>
                <a:lnTo>
                  <a:pt x="3805801" y="12321"/>
                </a:lnTo>
                <a:lnTo>
                  <a:pt x="3806836" y="12137"/>
                </a:lnTo>
                <a:lnTo>
                  <a:pt x="3807858" y="11998"/>
                </a:lnTo>
                <a:lnTo>
                  <a:pt x="3808857" y="11899"/>
                </a:lnTo>
                <a:lnTo>
                  <a:pt x="3809826" y="11832"/>
                </a:lnTo>
                <a:lnTo>
                  <a:pt x="3810755" y="11792"/>
                </a:lnTo>
                <a:lnTo>
                  <a:pt x="3811637" y="11771"/>
                </a:lnTo>
                <a:lnTo>
                  <a:pt x="3812461" y="11763"/>
                </a:lnTo>
                <a:lnTo>
                  <a:pt x="3813219" y="11762"/>
                </a:lnTo>
                <a:lnTo>
                  <a:pt x="3813229" y="11893"/>
                </a:lnTo>
                <a:lnTo>
                  <a:pt x="3813257" y="12088"/>
                </a:lnTo>
                <a:lnTo>
                  <a:pt x="3813307" y="12342"/>
                </a:lnTo>
                <a:lnTo>
                  <a:pt x="3813379" y="12647"/>
                </a:lnTo>
                <a:lnTo>
                  <a:pt x="3813475" y="12999"/>
                </a:lnTo>
                <a:lnTo>
                  <a:pt x="3813596" y="13389"/>
                </a:lnTo>
                <a:lnTo>
                  <a:pt x="3813744" y="13813"/>
                </a:lnTo>
                <a:lnTo>
                  <a:pt x="3813919" y="14264"/>
                </a:lnTo>
                <a:lnTo>
                  <a:pt x="3814124" y="14736"/>
                </a:lnTo>
                <a:lnTo>
                  <a:pt x="3814360" y="15223"/>
                </a:lnTo>
                <a:lnTo>
                  <a:pt x="3814629" y="15718"/>
                </a:lnTo>
                <a:lnTo>
                  <a:pt x="3814931" y="16215"/>
                </a:lnTo>
                <a:lnTo>
                  <a:pt x="3815268" y="16708"/>
                </a:lnTo>
                <a:lnTo>
                  <a:pt x="3815642" y="17191"/>
                </a:lnTo>
                <a:lnTo>
                  <a:pt x="3816053" y="17658"/>
                </a:lnTo>
                <a:lnTo>
                  <a:pt x="3816505" y="18101"/>
                </a:lnTo>
                <a:lnTo>
                  <a:pt x="3816997" y="18516"/>
                </a:lnTo>
                <a:lnTo>
                  <a:pt x="3817531" y="18896"/>
                </a:lnTo>
                <a:lnTo>
                  <a:pt x="3818109" y="19234"/>
                </a:lnTo>
                <a:lnTo>
                  <a:pt x="3818732" y="19525"/>
                </a:lnTo>
                <a:lnTo>
                  <a:pt x="3819401" y="19762"/>
                </a:lnTo>
                <a:lnTo>
                  <a:pt x="3820119" y="19939"/>
                </a:lnTo>
                <a:lnTo>
                  <a:pt x="3820886" y="20050"/>
                </a:lnTo>
                <a:lnTo>
                  <a:pt x="3821704" y="20088"/>
                </a:lnTo>
                <a:lnTo>
                  <a:pt x="3822188" y="20072"/>
                </a:lnTo>
                <a:lnTo>
                  <a:pt x="3822676" y="20024"/>
                </a:lnTo>
                <a:lnTo>
                  <a:pt x="3823166" y="19944"/>
                </a:lnTo>
                <a:lnTo>
                  <a:pt x="3823656" y="19833"/>
                </a:lnTo>
                <a:lnTo>
                  <a:pt x="3824143" y="19691"/>
                </a:lnTo>
                <a:lnTo>
                  <a:pt x="3824625" y="19519"/>
                </a:lnTo>
                <a:lnTo>
                  <a:pt x="3825100" y="19317"/>
                </a:lnTo>
                <a:lnTo>
                  <a:pt x="3825566" y="19084"/>
                </a:lnTo>
                <a:lnTo>
                  <a:pt x="3826020" y="18822"/>
                </a:lnTo>
                <a:lnTo>
                  <a:pt x="3826461" y="18531"/>
                </a:lnTo>
                <a:lnTo>
                  <a:pt x="3826886" y="18210"/>
                </a:lnTo>
                <a:lnTo>
                  <a:pt x="3827294" y="17861"/>
                </a:lnTo>
                <a:lnTo>
                  <a:pt x="3827681" y="17484"/>
                </a:lnTo>
                <a:lnTo>
                  <a:pt x="3828046" y="17080"/>
                </a:lnTo>
                <a:lnTo>
                  <a:pt x="3828387" y="16647"/>
                </a:lnTo>
                <a:lnTo>
                  <a:pt x="3828701" y="16187"/>
                </a:lnTo>
                <a:lnTo>
                  <a:pt x="3828986" y="15701"/>
                </a:lnTo>
                <a:lnTo>
                  <a:pt x="3829240" y="15188"/>
                </a:lnTo>
                <a:lnTo>
                  <a:pt x="3829461" y="14648"/>
                </a:lnTo>
                <a:lnTo>
                  <a:pt x="3829647" y="14083"/>
                </a:lnTo>
                <a:lnTo>
                  <a:pt x="3829795" y="13493"/>
                </a:lnTo>
                <a:lnTo>
                  <a:pt x="3829904" y="12877"/>
                </a:lnTo>
                <a:lnTo>
                  <a:pt x="3829971" y="12236"/>
                </a:lnTo>
                <a:lnTo>
                  <a:pt x="3829993" y="11571"/>
                </a:lnTo>
                <a:lnTo>
                  <a:pt x="3829915" y="10184"/>
                </a:lnTo>
                <a:lnTo>
                  <a:pt x="3829688" y="8912"/>
                </a:lnTo>
                <a:lnTo>
                  <a:pt x="3829325" y="7752"/>
                </a:lnTo>
                <a:lnTo>
                  <a:pt x="3828837" y="6696"/>
                </a:lnTo>
                <a:lnTo>
                  <a:pt x="3828236" y="5741"/>
                </a:lnTo>
                <a:lnTo>
                  <a:pt x="3827535" y="4881"/>
                </a:lnTo>
                <a:lnTo>
                  <a:pt x="3826746" y="4112"/>
                </a:lnTo>
                <a:close/>
                <a:moveTo>
                  <a:pt x="4745945" y="109759"/>
                </a:moveTo>
                <a:lnTo>
                  <a:pt x="4745688" y="109362"/>
                </a:lnTo>
                <a:lnTo>
                  <a:pt x="4745402" y="109009"/>
                </a:lnTo>
                <a:lnTo>
                  <a:pt x="4745089" y="108697"/>
                </a:lnTo>
                <a:lnTo>
                  <a:pt x="4744752" y="108424"/>
                </a:lnTo>
                <a:lnTo>
                  <a:pt x="4744394" y="108188"/>
                </a:lnTo>
                <a:lnTo>
                  <a:pt x="4744017" y="107985"/>
                </a:lnTo>
                <a:lnTo>
                  <a:pt x="4743623" y="107813"/>
                </a:lnTo>
                <a:lnTo>
                  <a:pt x="4743217" y="107670"/>
                </a:lnTo>
                <a:lnTo>
                  <a:pt x="4742799" y="107553"/>
                </a:lnTo>
                <a:lnTo>
                  <a:pt x="4742374" y="107459"/>
                </a:lnTo>
                <a:lnTo>
                  <a:pt x="4741943" y="107386"/>
                </a:lnTo>
                <a:lnTo>
                  <a:pt x="4741510" y="107331"/>
                </a:lnTo>
                <a:lnTo>
                  <a:pt x="4741076" y="107292"/>
                </a:lnTo>
                <a:lnTo>
                  <a:pt x="4740645" y="107266"/>
                </a:lnTo>
                <a:lnTo>
                  <a:pt x="4740220" y="107250"/>
                </a:lnTo>
                <a:lnTo>
                  <a:pt x="4739803" y="107242"/>
                </a:lnTo>
                <a:lnTo>
                  <a:pt x="4739396" y="107239"/>
                </a:lnTo>
                <a:lnTo>
                  <a:pt x="4739003" y="107238"/>
                </a:lnTo>
                <a:lnTo>
                  <a:pt x="4713942" y="107238"/>
                </a:lnTo>
                <a:lnTo>
                  <a:pt x="4713942" y="9035"/>
                </a:lnTo>
                <a:lnTo>
                  <a:pt x="4713935" y="8309"/>
                </a:lnTo>
                <a:lnTo>
                  <a:pt x="4713915" y="7624"/>
                </a:lnTo>
                <a:lnTo>
                  <a:pt x="4713879" y="6980"/>
                </a:lnTo>
                <a:lnTo>
                  <a:pt x="4713826" y="6375"/>
                </a:lnTo>
                <a:lnTo>
                  <a:pt x="4713753" y="5808"/>
                </a:lnTo>
                <a:lnTo>
                  <a:pt x="4713659" y="5279"/>
                </a:lnTo>
                <a:lnTo>
                  <a:pt x="4713541" y="4786"/>
                </a:lnTo>
                <a:lnTo>
                  <a:pt x="4713399" y="4330"/>
                </a:lnTo>
                <a:lnTo>
                  <a:pt x="4713230" y="3908"/>
                </a:lnTo>
                <a:lnTo>
                  <a:pt x="4713032" y="3520"/>
                </a:lnTo>
                <a:lnTo>
                  <a:pt x="4712804" y="3165"/>
                </a:lnTo>
                <a:lnTo>
                  <a:pt x="4712544" y="2842"/>
                </a:lnTo>
                <a:lnTo>
                  <a:pt x="4712249" y="2550"/>
                </a:lnTo>
                <a:lnTo>
                  <a:pt x="4711919" y="2288"/>
                </a:lnTo>
                <a:lnTo>
                  <a:pt x="4711550" y="2055"/>
                </a:lnTo>
                <a:lnTo>
                  <a:pt x="4711142" y="1851"/>
                </a:lnTo>
                <a:lnTo>
                  <a:pt x="4710693" y="1675"/>
                </a:lnTo>
                <a:lnTo>
                  <a:pt x="4710200" y="1525"/>
                </a:lnTo>
                <a:lnTo>
                  <a:pt x="4709662" y="1400"/>
                </a:lnTo>
                <a:lnTo>
                  <a:pt x="4709077" y="1300"/>
                </a:lnTo>
                <a:lnTo>
                  <a:pt x="4708442" y="1224"/>
                </a:lnTo>
                <a:lnTo>
                  <a:pt x="4707758" y="1171"/>
                </a:lnTo>
                <a:lnTo>
                  <a:pt x="4707020" y="1140"/>
                </a:lnTo>
                <a:lnTo>
                  <a:pt x="4706228" y="1130"/>
                </a:lnTo>
                <a:lnTo>
                  <a:pt x="4675769" y="1130"/>
                </a:lnTo>
                <a:lnTo>
                  <a:pt x="4675375" y="1130"/>
                </a:lnTo>
                <a:lnTo>
                  <a:pt x="4674965" y="1133"/>
                </a:lnTo>
                <a:lnTo>
                  <a:pt x="4674544" y="1141"/>
                </a:lnTo>
                <a:lnTo>
                  <a:pt x="4674112" y="1157"/>
                </a:lnTo>
                <a:lnTo>
                  <a:pt x="4673674" y="1184"/>
                </a:lnTo>
                <a:lnTo>
                  <a:pt x="4673232" y="1223"/>
                </a:lnTo>
                <a:lnTo>
                  <a:pt x="4672789" y="1278"/>
                </a:lnTo>
                <a:lnTo>
                  <a:pt x="4672348" y="1351"/>
                </a:lnTo>
                <a:lnTo>
                  <a:pt x="4671912" y="1445"/>
                </a:lnTo>
                <a:lnTo>
                  <a:pt x="4671483" y="1562"/>
                </a:lnTo>
                <a:lnTo>
                  <a:pt x="4671065" y="1705"/>
                </a:lnTo>
                <a:lnTo>
                  <a:pt x="4670660" y="1877"/>
                </a:lnTo>
                <a:lnTo>
                  <a:pt x="4670271" y="2080"/>
                </a:lnTo>
                <a:lnTo>
                  <a:pt x="4669900" y="2316"/>
                </a:lnTo>
                <a:lnTo>
                  <a:pt x="4669552" y="2589"/>
                </a:lnTo>
                <a:lnTo>
                  <a:pt x="4669228" y="2901"/>
                </a:lnTo>
                <a:lnTo>
                  <a:pt x="4668932" y="3254"/>
                </a:lnTo>
                <a:lnTo>
                  <a:pt x="4668666" y="3652"/>
                </a:lnTo>
                <a:lnTo>
                  <a:pt x="4668433" y="4096"/>
                </a:lnTo>
                <a:lnTo>
                  <a:pt x="4668236" y="4589"/>
                </a:lnTo>
                <a:lnTo>
                  <a:pt x="4668078" y="5135"/>
                </a:lnTo>
                <a:lnTo>
                  <a:pt x="4667961" y="5734"/>
                </a:lnTo>
                <a:lnTo>
                  <a:pt x="4667889" y="6391"/>
                </a:lnTo>
                <a:lnTo>
                  <a:pt x="4667865" y="7108"/>
                </a:lnTo>
                <a:lnTo>
                  <a:pt x="4667890" y="7801"/>
                </a:lnTo>
                <a:lnTo>
                  <a:pt x="4667965" y="8437"/>
                </a:lnTo>
                <a:lnTo>
                  <a:pt x="4668085" y="9017"/>
                </a:lnTo>
                <a:lnTo>
                  <a:pt x="4668249" y="9545"/>
                </a:lnTo>
                <a:lnTo>
                  <a:pt x="4668451" y="10022"/>
                </a:lnTo>
                <a:lnTo>
                  <a:pt x="4668690" y="10452"/>
                </a:lnTo>
                <a:lnTo>
                  <a:pt x="4668962" y="10836"/>
                </a:lnTo>
                <a:lnTo>
                  <a:pt x="4669264" y="11178"/>
                </a:lnTo>
                <a:lnTo>
                  <a:pt x="4669593" y="11480"/>
                </a:lnTo>
                <a:lnTo>
                  <a:pt x="4669945" y="11744"/>
                </a:lnTo>
                <a:lnTo>
                  <a:pt x="4670318" y="11973"/>
                </a:lnTo>
                <a:lnTo>
                  <a:pt x="4670708" y="12169"/>
                </a:lnTo>
                <a:lnTo>
                  <a:pt x="4671112" y="12335"/>
                </a:lnTo>
                <a:lnTo>
                  <a:pt x="4671527" y="12473"/>
                </a:lnTo>
                <a:lnTo>
                  <a:pt x="4671950" y="12587"/>
                </a:lnTo>
                <a:lnTo>
                  <a:pt x="4672377" y="12678"/>
                </a:lnTo>
                <a:lnTo>
                  <a:pt x="4672806" y="12748"/>
                </a:lnTo>
                <a:lnTo>
                  <a:pt x="4673232" y="12801"/>
                </a:lnTo>
                <a:lnTo>
                  <a:pt x="4673654" y="12839"/>
                </a:lnTo>
                <a:lnTo>
                  <a:pt x="4674067" y="12865"/>
                </a:lnTo>
                <a:lnTo>
                  <a:pt x="4674469" y="12880"/>
                </a:lnTo>
                <a:lnTo>
                  <a:pt x="4674857" y="12888"/>
                </a:lnTo>
                <a:lnTo>
                  <a:pt x="4675226" y="12891"/>
                </a:lnTo>
                <a:lnTo>
                  <a:pt x="4675575" y="12892"/>
                </a:lnTo>
                <a:lnTo>
                  <a:pt x="4700639" y="12892"/>
                </a:lnTo>
                <a:lnTo>
                  <a:pt x="4700639" y="107238"/>
                </a:lnTo>
                <a:lnTo>
                  <a:pt x="4675769" y="107238"/>
                </a:lnTo>
                <a:lnTo>
                  <a:pt x="4675375" y="107239"/>
                </a:lnTo>
                <a:lnTo>
                  <a:pt x="4674965" y="107242"/>
                </a:lnTo>
                <a:lnTo>
                  <a:pt x="4674544" y="107250"/>
                </a:lnTo>
                <a:lnTo>
                  <a:pt x="4674112" y="107266"/>
                </a:lnTo>
                <a:lnTo>
                  <a:pt x="4673674" y="107292"/>
                </a:lnTo>
                <a:lnTo>
                  <a:pt x="4673232" y="107331"/>
                </a:lnTo>
                <a:lnTo>
                  <a:pt x="4672789" y="107386"/>
                </a:lnTo>
                <a:lnTo>
                  <a:pt x="4672348" y="107459"/>
                </a:lnTo>
                <a:lnTo>
                  <a:pt x="4671912" y="107553"/>
                </a:lnTo>
                <a:lnTo>
                  <a:pt x="4671483" y="107670"/>
                </a:lnTo>
                <a:lnTo>
                  <a:pt x="4671065" y="107813"/>
                </a:lnTo>
                <a:lnTo>
                  <a:pt x="4670660" y="107985"/>
                </a:lnTo>
                <a:lnTo>
                  <a:pt x="4670271" y="108188"/>
                </a:lnTo>
                <a:lnTo>
                  <a:pt x="4669900" y="108424"/>
                </a:lnTo>
                <a:lnTo>
                  <a:pt x="4669552" y="108697"/>
                </a:lnTo>
                <a:lnTo>
                  <a:pt x="4669228" y="109009"/>
                </a:lnTo>
                <a:lnTo>
                  <a:pt x="4668932" y="109362"/>
                </a:lnTo>
                <a:lnTo>
                  <a:pt x="4668666" y="109759"/>
                </a:lnTo>
                <a:lnTo>
                  <a:pt x="4668433" y="110203"/>
                </a:lnTo>
                <a:lnTo>
                  <a:pt x="4668236" y="110696"/>
                </a:lnTo>
                <a:lnTo>
                  <a:pt x="4668078" y="111241"/>
                </a:lnTo>
                <a:lnTo>
                  <a:pt x="4667961" y="111841"/>
                </a:lnTo>
                <a:lnTo>
                  <a:pt x="4667889" y="112497"/>
                </a:lnTo>
                <a:lnTo>
                  <a:pt x="4667865" y="113213"/>
                </a:lnTo>
                <a:lnTo>
                  <a:pt x="4667890" y="113907"/>
                </a:lnTo>
                <a:lnTo>
                  <a:pt x="4667965" y="114542"/>
                </a:lnTo>
                <a:lnTo>
                  <a:pt x="4668085" y="115122"/>
                </a:lnTo>
                <a:lnTo>
                  <a:pt x="4668249" y="115650"/>
                </a:lnTo>
                <a:lnTo>
                  <a:pt x="4668451" y="116127"/>
                </a:lnTo>
                <a:lnTo>
                  <a:pt x="4668690" y="116557"/>
                </a:lnTo>
                <a:lnTo>
                  <a:pt x="4668962" y="116942"/>
                </a:lnTo>
                <a:lnTo>
                  <a:pt x="4669264" y="117283"/>
                </a:lnTo>
                <a:lnTo>
                  <a:pt x="4669593" y="117585"/>
                </a:lnTo>
                <a:lnTo>
                  <a:pt x="4669945" y="117849"/>
                </a:lnTo>
                <a:lnTo>
                  <a:pt x="4670318" y="118078"/>
                </a:lnTo>
                <a:lnTo>
                  <a:pt x="4670708" y="118274"/>
                </a:lnTo>
                <a:lnTo>
                  <a:pt x="4671112" y="118440"/>
                </a:lnTo>
                <a:lnTo>
                  <a:pt x="4671527" y="118579"/>
                </a:lnTo>
                <a:lnTo>
                  <a:pt x="4671950" y="118692"/>
                </a:lnTo>
                <a:lnTo>
                  <a:pt x="4672377" y="118783"/>
                </a:lnTo>
                <a:lnTo>
                  <a:pt x="4672806" y="118854"/>
                </a:lnTo>
                <a:lnTo>
                  <a:pt x="4673232" y="118907"/>
                </a:lnTo>
                <a:lnTo>
                  <a:pt x="4673654" y="118945"/>
                </a:lnTo>
                <a:lnTo>
                  <a:pt x="4674067" y="118970"/>
                </a:lnTo>
                <a:lnTo>
                  <a:pt x="4674469" y="118986"/>
                </a:lnTo>
                <a:lnTo>
                  <a:pt x="4674857" y="118994"/>
                </a:lnTo>
                <a:lnTo>
                  <a:pt x="4675226" y="118997"/>
                </a:lnTo>
                <a:lnTo>
                  <a:pt x="4675575" y="118997"/>
                </a:lnTo>
                <a:lnTo>
                  <a:pt x="4739003" y="118997"/>
                </a:lnTo>
                <a:lnTo>
                  <a:pt x="4739374" y="118997"/>
                </a:lnTo>
                <a:lnTo>
                  <a:pt x="4739762" y="118994"/>
                </a:lnTo>
                <a:lnTo>
                  <a:pt x="4740164" y="118986"/>
                </a:lnTo>
                <a:lnTo>
                  <a:pt x="4740578" y="118970"/>
                </a:lnTo>
                <a:lnTo>
                  <a:pt x="4741000" y="118945"/>
                </a:lnTo>
                <a:lnTo>
                  <a:pt x="4741428" y="118907"/>
                </a:lnTo>
                <a:lnTo>
                  <a:pt x="4741858" y="118854"/>
                </a:lnTo>
                <a:lnTo>
                  <a:pt x="4742288" y="118783"/>
                </a:lnTo>
                <a:lnTo>
                  <a:pt x="4742714" y="118692"/>
                </a:lnTo>
                <a:lnTo>
                  <a:pt x="4743134" y="118579"/>
                </a:lnTo>
                <a:lnTo>
                  <a:pt x="4743545" y="118440"/>
                </a:lnTo>
                <a:lnTo>
                  <a:pt x="4743944" y="118274"/>
                </a:lnTo>
                <a:lnTo>
                  <a:pt x="4744327" y="118078"/>
                </a:lnTo>
                <a:lnTo>
                  <a:pt x="4744693" y="117849"/>
                </a:lnTo>
                <a:lnTo>
                  <a:pt x="4745038" y="117585"/>
                </a:lnTo>
                <a:lnTo>
                  <a:pt x="4745359" y="117283"/>
                </a:lnTo>
                <a:lnTo>
                  <a:pt x="4745653" y="116942"/>
                </a:lnTo>
                <a:lnTo>
                  <a:pt x="4745917" y="116557"/>
                </a:lnTo>
                <a:lnTo>
                  <a:pt x="4746149" y="116127"/>
                </a:lnTo>
                <a:lnTo>
                  <a:pt x="4746345" y="115650"/>
                </a:lnTo>
                <a:lnTo>
                  <a:pt x="4746503" y="115122"/>
                </a:lnTo>
                <a:lnTo>
                  <a:pt x="4746619" y="114542"/>
                </a:lnTo>
                <a:lnTo>
                  <a:pt x="4746691" y="113907"/>
                </a:lnTo>
                <a:lnTo>
                  <a:pt x="4746716" y="113213"/>
                </a:lnTo>
                <a:lnTo>
                  <a:pt x="4746692" y="112497"/>
                </a:lnTo>
                <a:lnTo>
                  <a:pt x="4746623" y="111841"/>
                </a:lnTo>
                <a:lnTo>
                  <a:pt x="4746511" y="111241"/>
                </a:lnTo>
                <a:lnTo>
                  <a:pt x="4746359" y="110696"/>
                </a:lnTo>
                <a:lnTo>
                  <a:pt x="4746169" y="110203"/>
                </a:lnTo>
                <a:lnTo>
                  <a:pt x="4745945" y="109759"/>
                </a:lnTo>
                <a:close/>
                <a:moveTo>
                  <a:pt x="3236334" y="109678"/>
                </a:moveTo>
                <a:lnTo>
                  <a:pt x="3236062" y="109294"/>
                </a:lnTo>
                <a:lnTo>
                  <a:pt x="3235760" y="108952"/>
                </a:lnTo>
                <a:lnTo>
                  <a:pt x="3235431" y="108650"/>
                </a:lnTo>
                <a:lnTo>
                  <a:pt x="3235078" y="108386"/>
                </a:lnTo>
                <a:lnTo>
                  <a:pt x="3234706" y="108157"/>
                </a:lnTo>
                <a:lnTo>
                  <a:pt x="3234316" y="107961"/>
                </a:lnTo>
                <a:lnTo>
                  <a:pt x="3233912" y="107795"/>
                </a:lnTo>
                <a:lnTo>
                  <a:pt x="3233497" y="107657"/>
                </a:lnTo>
                <a:lnTo>
                  <a:pt x="3233074" y="107543"/>
                </a:lnTo>
                <a:lnTo>
                  <a:pt x="3232647" y="107452"/>
                </a:lnTo>
                <a:lnTo>
                  <a:pt x="3232218" y="107382"/>
                </a:lnTo>
                <a:lnTo>
                  <a:pt x="3231792" y="107329"/>
                </a:lnTo>
                <a:lnTo>
                  <a:pt x="3231370" y="107290"/>
                </a:lnTo>
                <a:lnTo>
                  <a:pt x="3230957" y="107265"/>
                </a:lnTo>
                <a:lnTo>
                  <a:pt x="3230555" y="107249"/>
                </a:lnTo>
                <a:lnTo>
                  <a:pt x="3230167" y="107241"/>
                </a:lnTo>
                <a:lnTo>
                  <a:pt x="3229798" y="107239"/>
                </a:lnTo>
                <a:lnTo>
                  <a:pt x="3229449" y="107238"/>
                </a:lnTo>
                <a:lnTo>
                  <a:pt x="3220771" y="107238"/>
                </a:lnTo>
                <a:lnTo>
                  <a:pt x="3220771" y="9035"/>
                </a:lnTo>
                <a:lnTo>
                  <a:pt x="3220764" y="8309"/>
                </a:lnTo>
                <a:lnTo>
                  <a:pt x="3220744" y="7624"/>
                </a:lnTo>
                <a:lnTo>
                  <a:pt x="3220708" y="6980"/>
                </a:lnTo>
                <a:lnTo>
                  <a:pt x="3220655" y="6375"/>
                </a:lnTo>
                <a:lnTo>
                  <a:pt x="3220582" y="5808"/>
                </a:lnTo>
                <a:lnTo>
                  <a:pt x="3220488" y="5279"/>
                </a:lnTo>
                <a:lnTo>
                  <a:pt x="3220370" y="4786"/>
                </a:lnTo>
                <a:lnTo>
                  <a:pt x="3220228" y="4330"/>
                </a:lnTo>
                <a:lnTo>
                  <a:pt x="3220059" y="3908"/>
                </a:lnTo>
                <a:lnTo>
                  <a:pt x="3219862" y="3520"/>
                </a:lnTo>
                <a:lnTo>
                  <a:pt x="3219634" y="3165"/>
                </a:lnTo>
                <a:lnTo>
                  <a:pt x="3219373" y="2842"/>
                </a:lnTo>
                <a:lnTo>
                  <a:pt x="3219079" y="2550"/>
                </a:lnTo>
                <a:lnTo>
                  <a:pt x="3218748" y="2288"/>
                </a:lnTo>
                <a:lnTo>
                  <a:pt x="3218380" y="2055"/>
                </a:lnTo>
                <a:lnTo>
                  <a:pt x="3217972" y="1851"/>
                </a:lnTo>
                <a:lnTo>
                  <a:pt x="3217523" y="1675"/>
                </a:lnTo>
                <a:lnTo>
                  <a:pt x="3217030" y="1525"/>
                </a:lnTo>
                <a:lnTo>
                  <a:pt x="3216492" y="1400"/>
                </a:lnTo>
                <a:lnTo>
                  <a:pt x="3215907" y="1300"/>
                </a:lnTo>
                <a:lnTo>
                  <a:pt x="3215273" y="1224"/>
                </a:lnTo>
                <a:lnTo>
                  <a:pt x="3214589" y="1171"/>
                </a:lnTo>
                <a:lnTo>
                  <a:pt x="3213852" y="1140"/>
                </a:lnTo>
                <a:lnTo>
                  <a:pt x="3213060" y="1130"/>
                </a:lnTo>
                <a:lnTo>
                  <a:pt x="3198987" y="1130"/>
                </a:lnTo>
                <a:lnTo>
                  <a:pt x="3198592" y="1130"/>
                </a:lnTo>
                <a:lnTo>
                  <a:pt x="3198183" y="1133"/>
                </a:lnTo>
                <a:lnTo>
                  <a:pt x="3197761" y="1141"/>
                </a:lnTo>
                <a:lnTo>
                  <a:pt x="3197330" y="1157"/>
                </a:lnTo>
                <a:lnTo>
                  <a:pt x="3196892" y="1184"/>
                </a:lnTo>
                <a:lnTo>
                  <a:pt x="3196450" y="1223"/>
                </a:lnTo>
                <a:lnTo>
                  <a:pt x="3196007" y="1278"/>
                </a:lnTo>
                <a:lnTo>
                  <a:pt x="3195566" y="1351"/>
                </a:lnTo>
                <a:lnTo>
                  <a:pt x="3195130" y="1445"/>
                </a:lnTo>
                <a:lnTo>
                  <a:pt x="3194701" y="1562"/>
                </a:lnTo>
                <a:lnTo>
                  <a:pt x="3194282" y="1705"/>
                </a:lnTo>
                <a:lnTo>
                  <a:pt x="3193877" y="1877"/>
                </a:lnTo>
                <a:lnTo>
                  <a:pt x="3193488" y="2080"/>
                </a:lnTo>
                <a:lnTo>
                  <a:pt x="3193118" y="2316"/>
                </a:lnTo>
                <a:lnTo>
                  <a:pt x="3192770" y="2589"/>
                </a:lnTo>
                <a:lnTo>
                  <a:pt x="3192446" y="2901"/>
                </a:lnTo>
                <a:lnTo>
                  <a:pt x="3192149" y="3254"/>
                </a:lnTo>
                <a:lnTo>
                  <a:pt x="3191883" y="3652"/>
                </a:lnTo>
                <a:lnTo>
                  <a:pt x="3191650" y="4096"/>
                </a:lnTo>
                <a:lnTo>
                  <a:pt x="3191453" y="4589"/>
                </a:lnTo>
                <a:lnTo>
                  <a:pt x="3191295" y="5135"/>
                </a:lnTo>
                <a:lnTo>
                  <a:pt x="3191179" y="5734"/>
                </a:lnTo>
                <a:lnTo>
                  <a:pt x="3191107" y="6391"/>
                </a:lnTo>
                <a:lnTo>
                  <a:pt x="3191082" y="7108"/>
                </a:lnTo>
                <a:lnTo>
                  <a:pt x="3191108" y="7801"/>
                </a:lnTo>
                <a:lnTo>
                  <a:pt x="3191182" y="8437"/>
                </a:lnTo>
                <a:lnTo>
                  <a:pt x="3191303" y="9017"/>
                </a:lnTo>
                <a:lnTo>
                  <a:pt x="3191466" y="9545"/>
                </a:lnTo>
                <a:lnTo>
                  <a:pt x="3191669" y="10022"/>
                </a:lnTo>
                <a:lnTo>
                  <a:pt x="3191908" y="10452"/>
                </a:lnTo>
                <a:lnTo>
                  <a:pt x="3192180" y="10836"/>
                </a:lnTo>
                <a:lnTo>
                  <a:pt x="3192482" y="11178"/>
                </a:lnTo>
                <a:lnTo>
                  <a:pt x="3192811" y="11480"/>
                </a:lnTo>
                <a:lnTo>
                  <a:pt x="3193163" y="11744"/>
                </a:lnTo>
                <a:lnTo>
                  <a:pt x="3193536" y="11973"/>
                </a:lnTo>
                <a:lnTo>
                  <a:pt x="3193926" y="12169"/>
                </a:lnTo>
                <a:lnTo>
                  <a:pt x="3194330" y="12335"/>
                </a:lnTo>
                <a:lnTo>
                  <a:pt x="3194745" y="12473"/>
                </a:lnTo>
                <a:lnTo>
                  <a:pt x="3195168" y="12587"/>
                </a:lnTo>
                <a:lnTo>
                  <a:pt x="3195595" y="12678"/>
                </a:lnTo>
                <a:lnTo>
                  <a:pt x="3196023" y="12748"/>
                </a:lnTo>
                <a:lnTo>
                  <a:pt x="3196450" y="12801"/>
                </a:lnTo>
                <a:lnTo>
                  <a:pt x="3196871" y="12839"/>
                </a:lnTo>
                <a:lnTo>
                  <a:pt x="3197285" y="12865"/>
                </a:lnTo>
                <a:lnTo>
                  <a:pt x="3197687" y="12880"/>
                </a:lnTo>
                <a:lnTo>
                  <a:pt x="3198074" y="12888"/>
                </a:lnTo>
                <a:lnTo>
                  <a:pt x="3198444" y="12891"/>
                </a:lnTo>
                <a:lnTo>
                  <a:pt x="3198793" y="12892"/>
                </a:lnTo>
                <a:lnTo>
                  <a:pt x="3207468" y="12892"/>
                </a:lnTo>
                <a:lnTo>
                  <a:pt x="3207468" y="43512"/>
                </a:lnTo>
                <a:lnTo>
                  <a:pt x="3206665" y="42826"/>
                </a:lnTo>
                <a:lnTo>
                  <a:pt x="3205846" y="42166"/>
                </a:lnTo>
                <a:lnTo>
                  <a:pt x="3205013" y="41533"/>
                </a:lnTo>
                <a:lnTo>
                  <a:pt x="3204164" y="40927"/>
                </a:lnTo>
                <a:lnTo>
                  <a:pt x="3203302" y="40348"/>
                </a:lnTo>
                <a:lnTo>
                  <a:pt x="3202426" y="39796"/>
                </a:lnTo>
                <a:lnTo>
                  <a:pt x="3201537" y="39272"/>
                </a:lnTo>
                <a:lnTo>
                  <a:pt x="3200636" y="38776"/>
                </a:lnTo>
                <a:lnTo>
                  <a:pt x="3199722" y="38308"/>
                </a:lnTo>
                <a:lnTo>
                  <a:pt x="3198797" y="37868"/>
                </a:lnTo>
                <a:lnTo>
                  <a:pt x="3197861" y="37457"/>
                </a:lnTo>
                <a:lnTo>
                  <a:pt x="3196914" y="37075"/>
                </a:lnTo>
                <a:lnTo>
                  <a:pt x="3195957" y="36722"/>
                </a:lnTo>
                <a:lnTo>
                  <a:pt x="3194991" y="36398"/>
                </a:lnTo>
                <a:lnTo>
                  <a:pt x="3194016" y="36104"/>
                </a:lnTo>
                <a:lnTo>
                  <a:pt x="3193032" y="35840"/>
                </a:lnTo>
                <a:lnTo>
                  <a:pt x="3192040" y="35606"/>
                </a:lnTo>
                <a:lnTo>
                  <a:pt x="3191040" y="35403"/>
                </a:lnTo>
                <a:lnTo>
                  <a:pt x="3190034" y="35230"/>
                </a:lnTo>
                <a:lnTo>
                  <a:pt x="3189021" y="35088"/>
                </a:lnTo>
                <a:lnTo>
                  <a:pt x="3188002" y="34977"/>
                </a:lnTo>
                <a:lnTo>
                  <a:pt x="3186977" y="34897"/>
                </a:lnTo>
                <a:lnTo>
                  <a:pt x="3185947" y="34849"/>
                </a:lnTo>
                <a:lnTo>
                  <a:pt x="3184913" y="34833"/>
                </a:lnTo>
                <a:lnTo>
                  <a:pt x="3182301" y="34928"/>
                </a:lnTo>
                <a:lnTo>
                  <a:pt x="3179721" y="35207"/>
                </a:lnTo>
                <a:lnTo>
                  <a:pt x="3177181" y="35667"/>
                </a:lnTo>
                <a:lnTo>
                  <a:pt x="3174688" y="36302"/>
                </a:lnTo>
                <a:lnTo>
                  <a:pt x="3172250" y="37107"/>
                </a:lnTo>
                <a:lnTo>
                  <a:pt x="3169872" y="38076"/>
                </a:lnTo>
                <a:lnTo>
                  <a:pt x="3167562" y="39204"/>
                </a:lnTo>
                <a:lnTo>
                  <a:pt x="3165326" y="40485"/>
                </a:lnTo>
                <a:lnTo>
                  <a:pt x="3163173" y="41915"/>
                </a:lnTo>
                <a:lnTo>
                  <a:pt x="3161107" y="43488"/>
                </a:lnTo>
                <a:lnTo>
                  <a:pt x="3159138" y="45200"/>
                </a:lnTo>
                <a:lnTo>
                  <a:pt x="3157271" y="47043"/>
                </a:lnTo>
                <a:lnTo>
                  <a:pt x="3155513" y="49014"/>
                </a:lnTo>
                <a:lnTo>
                  <a:pt x="3153872" y="51108"/>
                </a:lnTo>
                <a:lnTo>
                  <a:pt x="3152355" y="53318"/>
                </a:lnTo>
                <a:lnTo>
                  <a:pt x="3150967" y="55639"/>
                </a:lnTo>
                <a:lnTo>
                  <a:pt x="3149717" y="58067"/>
                </a:lnTo>
                <a:lnTo>
                  <a:pt x="3148611" y="60596"/>
                </a:lnTo>
                <a:lnTo>
                  <a:pt x="3147656" y="63220"/>
                </a:lnTo>
                <a:lnTo>
                  <a:pt x="3146859" y="65935"/>
                </a:lnTo>
                <a:lnTo>
                  <a:pt x="3146227" y="68734"/>
                </a:lnTo>
                <a:lnTo>
                  <a:pt x="3145767" y="71614"/>
                </a:lnTo>
                <a:lnTo>
                  <a:pt x="3145486" y="74568"/>
                </a:lnTo>
                <a:lnTo>
                  <a:pt x="3145391" y="77592"/>
                </a:lnTo>
                <a:lnTo>
                  <a:pt x="3145480" y="80543"/>
                </a:lnTo>
                <a:lnTo>
                  <a:pt x="3145744" y="83435"/>
                </a:lnTo>
                <a:lnTo>
                  <a:pt x="3146176" y="86262"/>
                </a:lnTo>
                <a:lnTo>
                  <a:pt x="3146770" y="89018"/>
                </a:lnTo>
                <a:lnTo>
                  <a:pt x="3147521" y="91697"/>
                </a:lnTo>
                <a:lnTo>
                  <a:pt x="3148421" y="94292"/>
                </a:lnTo>
                <a:lnTo>
                  <a:pt x="3149465" y="96799"/>
                </a:lnTo>
                <a:lnTo>
                  <a:pt x="3150646" y="99212"/>
                </a:lnTo>
                <a:lnTo>
                  <a:pt x="3151958" y="101524"/>
                </a:lnTo>
                <a:lnTo>
                  <a:pt x="3153396" y="103729"/>
                </a:lnTo>
                <a:lnTo>
                  <a:pt x="3154952" y="105822"/>
                </a:lnTo>
                <a:lnTo>
                  <a:pt x="3156620" y="107797"/>
                </a:lnTo>
                <a:lnTo>
                  <a:pt x="3158396" y="109647"/>
                </a:lnTo>
                <a:lnTo>
                  <a:pt x="3160271" y="111368"/>
                </a:lnTo>
                <a:lnTo>
                  <a:pt x="3162241" y="112953"/>
                </a:lnTo>
                <a:lnTo>
                  <a:pt x="3164298" y="114396"/>
                </a:lnTo>
                <a:lnTo>
                  <a:pt x="3166437" y="115691"/>
                </a:lnTo>
                <a:lnTo>
                  <a:pt x="3168652" y="116832"/>
                </a:lnTo>
                <a:lnTo>
                  <a:pt x="3170936" y="117814"/>
                </a:lnTo>
                <a:lnTo>
                  <a:pt x="3173283" y="118631"/>
                </a:lnTo>
                <a:lnTo>
                  <a:pt x="3175687" y="119277"/>
                </a:lnTo>
                <a:lnTo>
                  <a:pt x="3178141" y="119745"/>
                </a:lnTo>
                <a:lnTo>
                  <a:pt x="3180640" y="120031"/>
                </a:lnTo>
                <a:lnTo>
                  <a:pt x="3183178" y="120127"/>
                </a:lnTo>
                <a:lnTo>
                  <a:pt x="3184513" y="120100"/>
                </a:lnTo>
                <a:lnTo>
                  <a:pt x="3185820" y="120021"/>
                </a:lnTo>
                <a:lnTo>
                  <a:pt x="3187100" y="119892"/>
                </a:lnTo>
                <a:lnTo>
                  <a:pt x="3188351" y="119716"/>
                </a:lnTo>
                <a:lnTo>
                  <a:pt x="3189574" y="119493"/>
                </a:lnTo>
                <a:lnTo>
                  <a:pt x="3190769" y="119226"/>
                </a:lnTo>
                <a:lnTo>
                  <a:pt x="3191935" y="118918"/>
                </a:lnTo>
                <a:lnTo>
                  <a:pt x="3193074" y="118571"/>
                </a:lnTo>
                <a:lnTo>
                  <a:pt x="3194184" y="118185"/>
                </a:lnTo>
                <a:lnTo>
                  <a:pt x="3195267" y="117765"/>
                </a:lnTo>
                <a:lnTo>
                  <a:pt x="3196321" y="117311"/>
                </a:lnTo>
                <a:lnTo>
                  <a:pt x="3197347" y="116826"/>
                </a:lnTo>
                <a:lnTo>
                  <a:pt x="3198345" y="116311"/>
                </a:lnTo>
                <a:lnTo>
                  <a:pt x="3199315" y="115770"/>
                </a:lnTo>
                <a:lnTo>
                  <a:pt x="3200257" y="115204"/>
                </a:lnTo>
                <a:lnTo>
                  <a:pt x="3201170" y="114615"/>
                </a:lnTo>
                <a:lnTo>
                  <a:pt x="3202056" y="114005"/>
                </a:lnTo>
                <a:lnTo>
                  <a:pt x="3202913" y="113376"/>
                </a:lnTo>
                <a:lnTo>
                  <a:pt x="3203743" y="112731"/>
                </a:lnTo>
                <a:lnTo>
                  <a:pt x="3204544" y="112072"/>
                </a:lnTo>
                <a:lnTo>
                  <a:pt x="3205317" y="111400"/>
                </a:lnTo>
                <a:lnTo>
                  <a:pt x="3206062" y="110717"/>
                </a:lnTo>
                <a:lnTo>
                  <a:pt x="3206779" y="110027"/>
                </a:lnTo>
                <a:lnTo>
                  <a:pt x="3207468" y="109330"/>
                </a:lnTo>
                <a:lnTo>
                  <a:pt x="3207468" y="110179"/>
                </a:lnTo>
                <a:lnTo>
                  <a:pt x="3207472" y="110984"/>
                </a:lnTo>
                <a:lnTo>
                  <a:pt x="3207483" y="111746"/>
                </a:lnTo>
                <a:lnTo>
                  <a:pt x="3207504" y="112466"/>
                </a:lnTo>
                <a:lnTo>
                  <a:pt x="3207538" y="113144"/>
                </a:lnTo>
                <a:lnTo>
                  <a:pt x="3207588" y="113781"/>
                </a:lnTo>
                <a:lnTo>
                  <a:pt x="3207659" y="114377"/>
                </a:lnTo>
                <a:lnTo>
                  <a:pt x="3207754" y="114934"/>
                </a:lnTo>
                <a:lnTo>
                  <a:pt x="3207875" y="115451"/>
                </a:lnTo>
                <a:lnTo>
                  <a:pt x="3208026" y="115931"/>
                </a:lnTo>
                <a:lnTo>
                  <a:pt x="3208211" y="116372"/>
                </a:lnTo>
                <a:lnTo>
                  <a:pt x="3208432" y="116777"/>
                </a:lnTo>
                <a:lnTo>
                  <a:pt x="3208694" y="117146"/>
                </a:lnTo>
                <a:lnTo>
                  <a:pt x="3208999" y="117478"/>
                </a:lnTo>
                <a:lnTo>
                  <a:pt x="3209351" y="117776"/>
                </a:lnTo>
                <a:lnTo>
                  <a:pt x="3209753" y="118040"/>
                </a:lnTo>
                <a:lnTo>
                  <a:pt x="3210209" y="118270"/>
                </a:lnTo>
                <a:lnTo>
                  <a:pt x="3210722" y="118467"/>
                </a:lnTo>
                <a:lnTo>
                  <a:pt x="3211295" y="118632"/>
                </a:lnTo>
                <a:lnTo>
                  <a:pt x="3211932" y="118765"/>
                </a:lnTo>
                <a:lnTo>
                  <a:pt x="3212635" y="118868"/>
                </a:lnTo>
                <a:lnTo>
                  <a:pt x="3213409" y="118940"/>
                </a:lnTo>
                <a:lnTo>
                  <a:pt x="3214257" y="118983"/>
                </a:lnTo>
                <a:lnTo>
                  <a:pt x="3215181" y="118997"/>
                </a:lnTo>
                <a:lnTo>
                  <a:pt x="3229255" y="118997"/>
                </a:lnTo>
                <a:lnTo>
                  <a:pt x="3229649" y="118997"/>
                </a:lnTo>
                <a:lnTo>
                  <a:pt x="3230058" y="118994"/>
                </a:lnTo>
                <a:lnTo>
                  <a:pt x="3230480" y="118986"/>
                </a:lnTo>
                <a:lnTo>
                  <a:pt x="3230912" y="118970"/>
                </a:lnTo>
                <a:lnTo>
                  <a:pt x="3231350" y="118943"/>
                </a:lnTo>
                <a:lnTo>
                  <a:pt x="3231792" y="118904"/>
                </a:lnTo>
                <a:lnTo>
                  <a:pt x="3232234" y="118849"/>
                </a:lnTo>
                <a:lnTo>
                  <a:pt x="3232675" y="118776"/>
                </a:lnTo>
                <a:lnTo>
                  <a:pt x="3233112" y="118682"/>
                </a:lnTo>
                <a:lnTo>
                  <a:pt x="3233541" y="118565"/>
                </a:lnTo>
                <a:lnTo>
                  <a:pt x="3233959" y="118422"/>
                </a:lnTo>
                <a:lnTo>
                  <a:pt x="3234364" y="118250"/>
                </a:lnTo>
                <a:lnTo>
                  <a:pt x="3234753" y="118048"/>
                </a:lnTo>
                <a:lnTo>
                  <a:pt x="3235123" y="117811"/>
                </a:lnTo>
                <a:lnTo>
                  <a:pt x="3235472" y="117538"/>
                </a:lnTo>
                <a:lnTo>
                  <a:pt x="3235796" y="117227"/>
                </a:lnTo>
                <a:lnTo>
                  <a:pt x="3236092" y="116874"/>
                </a:lnTo>
                <a:lnTo>
                  <a:pt x="3236358" y="116476"/>
                </a:lnTo>
                <a:lnTo>
                  <a:pt x="3236591" y="116033"/>
                </a:lnTo>
                <a:lnTo>
                  <a:pt x="3236788" y="115539"/>
                </a:lnTo>
                <a:lnTo>
                  <a:pt x="3236946" y="114994"/>
                </a:lnTo>
                <a:lnTo>
                  <a:pt x="3237063" y="114395"/>
                </a:lnTo>
                <a:lnTo>
                  <a:pt x="3237135" y="113738"/>
                </a:lnTo>
                <a:lnTo>
                  <a:pt x="3237159" y="113022"/>
                </a:lnTo>
                <a:lnTo>
                  <a:pt x="3237134" y="112329"/>
                </a:lnTo>
                <a:lnTo>
                  <a:pt x="3237059" y="111693"/>
                </a:lnTo>
                <a:lnTo>
                  <a:pt x="3236939" y="111113"/>
                </a:lnTo>
                <a:lnTo>
                  <a:pt x="3236775" y="110585"/>
                </a:lnTo>
                <a:lnTo>
                  <a:pt x="3236573" y="110108"/>
                </a:lnTo>
                <a:lnTo>
                  <a:pt x="3236334" y="109678"/>
                </a:lnTo>
                <a:close/>
                <a:moveTo>
                  <a:pt x="3205880" y="90334"/>
                </a:moveTo>
                <a:lnTo>
                  <a:pt x="3205316" y="91840"/>
                </a:lnTo>
                <a:lnTo>
                  <a:pt x="3204669" y="93336"/>
                </a:lnTo>
                <a:lnTo>
                  <a:pt x="3203940" y="94812"/>
                </a:lnTo>
                <a:lnTo>
                  <a:pt x="3203131" y="96259"/>
                </a:lnTo>
                <a:lnTo>
                  <a:pt x="3202242" y="97669"/>
                </a:lnTo>
                <a:lnTo>
                  <a:pt x="3201275" y="99031"/>
                </a:lnTo>
                <a:lnTo>
                  <a:pt x="3200230" y="100338"/>
                </a:lnTo>
                <a:lnTo>
                  <a:pt x="3199109" y="101578"/>
                </a:lnTo>
                <a:lnTo>
                  <a:pt x="3197913" y="102745"/>
                </a:lnTo>
                <a:lnTo>
                  <a:pt x="3196643" y="103827"/>
                </a:lnTo>
                <a:lnTo>
                  <a:pt x="3195301" y="104816"/>
                </a:lnTo>
                <a:lnTo>
                  <a:pt x="3193886" y="105703"/>
                </a:lnTo>
                <a:lnTo>
                  <a:pt x="3192400" y="106479"/>
                </a:lnTo>
                <a:lnTo>
                  <a:pt x="3190845" y="107135"/>
                </a:lnTo>
                <a:lnTo>
                  <a:pt x="3189221" y="107660"/>
                </a:lnTo>
                <a:lnTo>
                  <a:pt x="3187530" y="108047"/>
                </a:lnTo>
                <a:lnTo>
                  <a:pt x="3185772" y="108286"/>
                </a:lnTo>
                <a:lnTo>
                  <a:pt x="3183948" y="108368"/>
                </a:lnTo>
                <a:lnTo>
                  <a:pt x="3182249" y="108297"/>
                </a:lnTo>
                <a:lnTo>
                  <a:pt x="3180576" y="108089"/>
                </a:lnTo>
                <a:lnTo>
                  <a:pt x="3178933" y="107747"/>
                </a:lnTo>
                <a:lnTo>
                  <a:pt x="3177325" y="107277"/>
                </a:lnTo>
                <a:lnTo>
                  <a:pt x="3175755" y="106681"/>
                </a:lnTo>
                <a:lnTo>
                  <a:pt x="3174228" y="105965"/>
                </a:lnTo>
                <a:lnTo>
                  <a:pt x="3172747" y="105134"/>
                </a:lnTo>
                <a:lnTo>
                  <a:pt x="3171317" y="104191"/>
                </a:lnTo>
                <a:lnTo>
                  <a:pt x="3169942" y="103142"/>
                </a:lnTo>
                <a:lnTo>
                  <a:pt x="3168626" y="101990"/>
                </a:lnTo>
                <a:lnTo>
                  <a:pt x="3167374" y="100739"/>
                </a:lnTo>
                <a:lnTo>
                  <a:pt x="3166188" y="99396"/>
                </a:lnTo>
                <a:lnTo>
                  <a:pt x="3165073" y="97963"/>
                </a:lnTo>
                <a:lnTo>
                  <a:pt x="3164035" y="96445"/>
                </a:lnTo>
                <a:lnTo>
                  <a:pt x="3163075" y="94847"/>
                </a:lnTo>
                <a:lnTo>
                  <a:pt x="3162199" y="93172"/>
                </a:lnTo>
                <a:lnTo>
                  <a:pt x="3161411" y="91427"/>
                </a:lnTo>
                <a:lnTo>
                  <a:pt x="3160715" y="89614"/>
                </a:lnTo>
                <a:lnTo>
                  <a:pt x="3160114" y="87739"/>
                </a:lnTo>
                <a:lnTo>
                  <a:pt x="3159614" y="85805"/>
                </a:lnTo>
                <a:lnTo>
                  <a:pt x="3159217" y="83818"/>
                </a:lnTo>
                <a:lnTo>
                  <a:pt x="3158929" y="81781"/>
                </a:lnTo>
                <a:lnTo>
                  <a:pt x="3158753" y="79699"/>
                </a:lnTo>
                <a:lnTo>
                  <a:pt x="3158693" y="77577"/>
                </a:lnTo>
                <a:lnTo>
                  <a:pt x="3158763" y="75300"/>
                </a:lnTo>
                <a:lnTo>
                  <a:pt x="3158967" y="73087"/>
                </a:lnTo>
                <a:lnTo>
                  <a:pt x="3159299" y="70942"/>
                </a:lnTo>
                <a:lnTo>
                  <a:pt x="3159755" y="68868"/>
                </a:lnTo>
                <a:lnTo>
                  <a:pt x="3160328" y="66867"/>
                </a:lnTo>
                <a:lnTo>
                  <a:pt x="3161013" y="64943"/>
                </a:lnTo>
                <a:lnTo>
                  <a:pt x="3161802" y="63098"/>
                </a:lnTo>
                <a:lnTo>
                  <a:pt x="3162692" y="61335"/>
                </a:lnTo>
                <a:lnTo>
                  <a:pt x="3163675" y="59656"/>
                </a:lnTo>
                <a:lnTo>
                  <a:pt x="3164745" y="58066"/>
                </a:lnTo>
                <a:lnTo>
                  <a:pt x="3165898" y="56566"/>
                </a:lnTo>
                <a:lnTo>
                  <a:pt x="3167127" y="55159"/>
                </a:lnTo>
                <a:lnTo>
                  <a:pt x="3168427" y="53848"/>
                </a:lnTo>
                <a:lnTo>
                  <a:pt x="3169790" y="52637"/>
                </a:lnTo>
                <a:lnTo>
                  <a:pt x="3171213" y="51527"/>
                </a:lnTo>
                <a:lnTo>
                  <a:pt x="3172688" y="50522"/>
                </a:lnTo>
                <a:lnTo>
                  <a:pt x="3174210" y="49625"/>
                </a:lnTo>
                <a:lnTo>
                  <a:pt x="3175773" y="48838"/>
                </a:lnTo>
                <a:lnTo>
                  <a:pt x="3177371" y="48165"/>
                </a:lnTo>
                <a:lnTo>
                  <a:pt x="3178998" y="47607"/>
                </a:lnTo>
                <a:lnTo>
                  <a:pt x="3180649" y="47169"/>
                </a:lnTo>
                <a:lnTo>
                  <a:pt x="3182318" y="46852"/>
                </a:lnTo>
                <a:lnTo>
                  <a:pt x="3183998" y="46660"/>
                </a:lnTo>
                <a:lnTo>
                  <a:pt x="3185684" y="46595"/>
                </a:lnTo>
                <a:lnTo>
                  <a:pt x="3187211" y="46650"/>
                </a:lnTo>
                <a:lnTo>
                  <a:pt x="3188704" y="46813"/>
                </a:lnTo>
                <a:lnTo>
                  <a:pt x="3190162" y="47079"/>
                </a:lnTo>
                <a:lnTo>
                  <a:pt x="3191582" y="47442"/>
                </a:lnTo>
                <a:lnTo>
                  <a:pt x="3192959" y="47899"/>
                </a:lnTo>
                <a:lnTo>
                  <a:pt x="3194293" y="48444"/>
                </a:lnTo>
                <a:lnTo>
                  <a:pt x="3195579" y="49073"/>
                </a:lnTo>
                <a:lnTo>
                  <a:pt x="3196815" y="49781"/>
                </a:lnTo>
                <a:lnTo>
                  <a:pt x="3197998" y="50563"/>
                </a:lnTo>
                <a:lnTo>
                  <a:pt x="3199126" y="51414"/>
                </a:lnTo>
                <a:lnTo>
                  <a:pt x="3200195" y="52331"/>
                </a:lnTo>
                <a:lnTo>
                  <a:pt x="3201203" y="53306"/>
                </a:lnTo>
                <a:lnTo>
                  <a:pt x="3202146" y="54338"/>
                </a:lnTo>
                <a:lnTo>
                  <a:pt x="3203022" y="55419"/>
                </a:lnTo>
                <a:lnTo>
                  <a:pt x="3203828" y="56546"/>
                </a:lnTo>
                <a:lnTo>
                  <a:pt x="3204562" y="57714"/>
                </a:lnTo>
                <a:lnTo>
                  <a:pt x="3205220" y="58918"/>
                </a:lnTo>
                <a:lnTo>
                  <a:pt x="3205799" y="60153"/>
                </a:lnTo>
                <a:lnTo>
                  <a:pt x="3206297" y="61415"/>
                </a:lnTo>
                <a:lnTo>
                  <a:pt x="3206711" y="62699"/>
                </a:lnTo>
                <a:lnTo>
                  <a:pt x="3207038" y="64000"/>
                </a:lnTo>
                <a:lnTo>
                  <a:pt x="3207275" y="65313"/>
                </a:lnTo>
                <a:lnTo>
                  <a:pt x="3207419" y="66633"/>
                </a:lnTo>
                <a:lnTo>
                  <a:pt x="3207468" y="67957"/>
                </a:lnTo>
                <a:lnTo>
                  <a:pt x="3207468" y="81593"/>
                </a:lnTo>
                <a:lnTo>
                  <a:pt x="3207423" y="82969"/>
                </a:lnTo>
                <a:lnTo>
                  <a:pt x="3207289" y="84389"/>
                </a:lnTo>
                <a:lnTo>
                  <a:pt x="3207066" y="85845"/>
                </a:lnTo>
                <a:lnTo>
                  <a:pt x="3206757" y="87327"/>
                </a:lnTo>
                <a:lnTo>
                  <a:pt x="3206361" y="88827"/>
                </a:lnTo>
                <a:lnTo>
                  <a:pt x="3205880" y="90334"/>
                </a:lnTo>
                <a:close/>
                <a:moveTo>
                  <a:pt x="4646547" y="60751"/>
                </a:moveTo>
                <a:lnTo>
                  <a:pt x="4645513" y="58246"/>
                </a:lnTo>
                <a:lnTo>
                  <a:pt x="4644342" y="55833"/>
                </a:lnTo>
                <a:lnTo>
                  <a:pt x="4643041" y="53520"/>
                </a:lnTo>
                <a:lnTo>
                  <a:pt x="4641615" y="51311"/>
                </a:lnTo>
                <a:lnTo>
                  <a:pt x="4640071" y="49213"/>
                </a:lnTo>
                <a:lnTo>
                  <a:pt x="4638414" y="47233"/>
                </a:lnTo>
                <a:lnTo>
                  <a:pt x="4636651" y="45376"/>
                </a:lnTo>
                <a:lnTo>
                  <a:pt x="4634787" y="43648"/>
                </a:lnTo>
                <a:lnTo>
                  <a:pt x="4632829" y="42056"/>
                </a:lnTo>
                <a:lnTo>
                  <a:pt x="4630783" y="40605"/>
                </a:lnTo>
                <a:lnTo>
                  <a:pt x="4628654" y="39302"/>
                </a:lnTo>
                <a:lnTo>
                  <a:pt x="4626449" y="38153"/>
                </a:lnTo>
                <a:lnTo>
                  <a:pt x="4624174" y="37164"/>
                </a:lnTo>
                <a:lnTo>
                  <a:pt x="4621834" y="36341"/>
                </a:lnTo>
                <a:lnTo>
                  <a:pt x="4619437" y="35691"/>
                </a:lnTo>
                <a:lnTo>
                  <a:pt x="4616987" y="35218"/>
                </a:lnTo>
                <a:lnTo>
                  <a:pt x="4614491" y="34930"/>
                </a:lnTo>
                <a:lnTo>
                  <a:pt x="4611955" y="34833"/>
                </a:lnTo>
                <a:lnTo>
                  <a:pt x="4610801" y="34851"/>
                </a:lnTo>
                <a:lnTo>
                  <a:pt x="4609654" y="34905"/>
                </a:lnTo>
                <a:lnTo>
                  <a:pt x="4608514" y="34994"/>
                </a:lnTo>
                <a:lnTo>
                  <a:pt x="4607383" y="35118"/>
                </a:lnTo>
                <a:lnTo>
                  <a:pt x="4606260" y="35276"/>
                </a:lnTo>
                <a:lnTo>
                  <a:pt x="4605146" y="35469"/>
                </a:lnTo>
                <a:lnTo>
                  <a:pt x="4604043" y="35695"/>
                </a:lnTo>
                <a:lnTo>
                  <a:pt x="4602950" y="35954"/>
                </a:lnTo>
                <a:lnTo>
                  <a:pt x="4601869" y="36247"/>
                </a:lnTo>
                <a:lnTo>
                  <a:pt x="4600799" y="36571"/>
                </a:lnTo>
                <a:lnTo>
                  <a:pt x="4599743" y="36928"/>
                </a:lnTo>
                <a:lnTo>
                  <a:pt x="4598700" y="37316"/>
                </a:lnTo>
                <a:lnTo>
                  <a:pt x="4597670" y="37735"/>
                </a:lnTo>
                <a:lnTo>
                  <a:pt x="4596656" y="38185"/>
                </a:lnTo>
                <a:lnTo>
                  <a:pt x="4595657" y="38666"/>
                </a:lnTo>
                <a:lnTo>
                  <a:pt x="4594674" y="39176"/>
                </a:lnTo>
                <a:lnTo>
                  <a:pt x="4593707" y="39715"/>
                </a:lnTo>
                <a:lnTo>
                  <a:pt x="4592759" y="40284"/>
                </a:lnTo>
                <a:lnTo>
                  <a:pt x="4591828" y="40881"/>
                </a:lnTo>
                <a:lnTo>
                  <a:pt x="4590916" y="41507"/>
                </a:lnTo>
                <a:lnTo>
                  <a:pt x="4590023" y="42160"/>
                </a:lnTo>
                <a:lnTo>
                  <a:pt x="4589150" y="42841"/>
                </a:lnTo>
                <a:lnTo>
                  <a:pt x="4588298" y="43549"/>
                </a:lnTo>
                <a:lnTo>
                  <a:pt x="4587468" y="44283"/>
                </a:lnTo>
                <a:lnTo>
                  <a:pt x="4587468" y="9035"/>
                </a:lnTo>
                <a:lnTo>
                  <a:pt x="4587461" y="8309"/>
                </a:lnTo>
                <a:lnTo>
                  <a:pt x="4587441" y="7624"/>
                </a:lnTo>
                <a:lnTo>
                  <a:pt x="4587405" y="6980"/>
                </a:lnTo>
                <a:lnTo>
                  <a:pt x="4587352" y="6375"/>
                </a:lnTo>
                <a:lnTo>
                  <a:pt x="4587279" y="5808"/>
                </a:lnTo>
                <a:lnTo>
                  <a:pt x="4587184" y="5279"/>
                </a:lnTo>
                <a:lnTo>
                  <a:pt x="4587067" y="4786"/>
                </a:lnTo>
                <a:lnTo>
                  <a:pt x="4586925" y="4330"/>
                </a:lnTo>
                <a:lnTo>
                  <a:pt x="4586756" y="3908"/>
                </a:lnTo>
                <a:lnTo>
                  <a:pt x="4586559" y="3520"/>
                </a:lnTo>
                <a:lnTo>
                  <a:pt x="4586331" y="3165"/>
                </a:lnTo>
                <a:lnTo>
                  <a:pt x="4586070" y="2842"/>
                </a:lnTo>
                <a:lnTo>
                  <a:pt x="4585776" y="2550"/>
                </a:lnTo>
                <a:lnTo>
                  <a:pt x="4585445" y="2288"/>
                </a:lnTo>
                <a:lnTo>
                  <a:pt x="4585077" y="2055"/>
                </a:lnTo>
                <a:lnTo>
                  <a:pt x="4584669" y="1851"/>
                </a:lnTo>
                <a:lnTo>
                  <a:pt x="4584220" y="1675"/>
                </a:lnTo>
                <a:lnTo>
                  <a:pt x="4583727" y="1525"/>
                </a:lnTo>
                <a:lnTo>
                  <a:pt x="4583189" y="1400"/>
                </a:lnTo>
                <a:lnTo>
                  <a:pt x="4582604" y="1300"/>
                </a:lnTo>
                <a:lnTo>
                  <a:pt x="4581970" y="1224"/>
                </a:lnTo>
                <a:lnTo>
                  <a:pt x="4581286" y="1171"/>
                </a:lnTo>
                <a:lnTo>
                  <a:pt x="4580549" y="1140"/>
                </a:lnTo>
                <a:lnTo>
                  <a:pt x="4579757" y="1130"/>
                </a:lnTo>
                <a:lnTo>
                  <a:pt x="4565684" y="1130"/>
                </a:lnTo>
                <a:lnTo>
                  <a:pt x="4565289" y="1130"/>
                </a:lnTo>
                <a:lnTo>
                  <a:pt x="4564880" y="1133"/>
                </a:lnTo>
                <a:lnTo>
                  <a:pt x="4564458" y="1141"/>
                </a:lnTo>
                <a:lnTo>
                  <a:pt x="4564027" y="1157"/>
                </a:lnTo>
                <a:lnTo>
                  <a:pt x="4563589" y="1184"/>
                </a:lnTo>
                <a:lnTo>
                  <a:pt x="4563147" y="1223"/>
                </a:lnTo>
                <a:lnTo>
                  <a:pt x="4562704" y="1278"/>
                </a:lnTo>
                <a:lnTo>
                  <a:pt x="4562263" y="1351"/>
                </a:lnTo>
                <a:lnTo>
                  <a:pt x="4561827" y="1445"/>
                </a:lnTo>
                <a:lnTo>
                  <a:pt x="4561398" y="1562"/>
                </a:lnTo>
                <a:lnTo>
                  <a:pt x="4560979" y="1705"/>
                </a:lnTo>
                <a:lnTo>
                  <a:pt x="4560574" y="1877"/>
                </a:lnTo>
                <a:lnTo>
                  <a:pt x="4560185" y="2080"/>
                </a:lnTo>
                <a:lnTo>
                  <a:pt x="4559815" y="2316"/>
                </a:lnTo>
                <a:lnTo>
                  <a:pt x="4559467" y="2589"/>
                </a:lnTo>
                <a:lnTo>
                  <a:pt x="4559143" y="2901"/>
                </a:lnTo>
                <a:lnTo>
                  <a:pt x="4558846" y="3254"/>
                </a:lnTo>
                <a:lnTo>
                  <a:pt x="4558580" y="3652"/>
                </a:lnTo>
                <a:lnTo>
                  <a:pt x="4558347" y="4096"/>
                </a:lnTo>
                <a:lnTo>
                  <a:pt x="4558150" y="4589"/>
                </a:lnTo>
                <a:lnTo>
                  <a:pt x="4557992" y="5135"/>
                </a:lnTo>
                <a:lnTo>
                  <a:pt x="4557876" y="5734"/>
                </a:lnTo>
                <a:lnTo>
                  <a:pt x="4557804" y="6391"/>
                </a:lnTo>
                <a:lnTo>
                  <a:pt x="4557779" y="7108"/>
                </a:lnTo>
                <a:lnTo>
                  <a:pt x="4557805" y="7801"/>
                </a:lnTo>
                <a:lnTo>
                  <a:pt x="4557879" y="8437"/>
                </a:lnTo>
                <a:lnTo>
                  <a:pt x="4558000" y="9017"/>
                </a:lnTo>
                <a:lnTo>
                  <a:pt x="4558163" y="9545"/>
                </a:lnTo>
                <a:lnTo>
                  <a:pt x="4558366" y="10022"/>
                </a:lnTo>
                <a:lnTo>
                  <a:pt x="4558605" y="10452"/>
                </a:lnTo>
                <a:lnTo>
                  <a:pt x="4558877" y="10836"/>
                </a:lnTo>
                <a:lnTo>
                  <a:pt x="4559179" y="11178"/>
                </a:lnTo>
                <a:lnTo>
                  <a:pt x="4559508" y="11480"/>
                </a:lnTo>
                <a:lnTo>
                  <a:pt x="4559860" y="11744"/>
                </a:lnTo>
                <a:lnTo>
                  <a:pt x="4560233" y="11973"/>
                </a:lnTo>
                <a:lnTo>
                  <a:pt x="4560623" y="12169"/>
                </a:lnTo>
                <a:lnTo>
                  <a:pt x="4561027" y="12335"/>
                </a:lnTo>
                <a:lnTo>
                  <a:pt x="4561442" y="12473"/>
                </a:lnTo>
                <a:lnTo>
                  <a:pt x="4561864" y="12587"/>
                </a:lnTo>
                <a:lnTo>
                  <a:pt x="4562292" y="12678"/>
                </a:lnTo>
                <a:lnTo>
                  <a:pt x="4562720" y="12748"/>
                </a:lnTo>
                <a:lnTo>
                  <a:pt x="4563147" y="12801"/>
                </a:lnTo>
                <a:lnTo>
                  <a:pt x="4563568" y="12839"/>
                </a:lnTo>
                <a:lnTo>
                  <a:pt x="4563982" y="12865"/>
                </a:lnTo>
                <a:lnTo>
                  <a:pt x="4564384" y="12880"/>
                </a:lnTo>
                <a:lnTo>
                  <a:pt x="4564771" y="12888"/>
                </a:lnTo>
                <a:lnTo>
                  <a:pt x="4565141" y="12891"/>
                </a:lnTo>
                <a:lnTo>
                  <a:pt x="4565490" y="12892"/>
                </a:lnTo>
                <a:lnTo>
                  <a:pt x="4574168" y="12892"/>
                </a:lnTo>
                <a:lnTo>
                  <a:pt x="4574168" y="111066"/>
                </a:lnTo>
                <a:lnTo>
                  <a:pt x="4574168" y="111548"/>
                </a:lnTo>
                <a:lnTo>
                  <a:pt x="4574172" y="112031"/>
                </a:lnTo>
                <a:lnTo>
                  <a:pt x="4574181" y="112513"/>
                </a:lnTo>
                <a:lnTo>
                  <a:pt x="4574199" y="112990"/>
                </a:lnTo>
                <a:lnTo>
                  <a:pt x="4574229" y="113463"/>
                </a:lnTo>
                <a:lnTo>
                  <a:pt x="4574273" y="113928"/>
                </a:lnTo>
                <a:lnTo>
                  <a:pt x="4574335" y="114384"/>
                </a:lnTo>
                <a:lnTo>
                  <a:pt x="4574418" y="114829"/>
                </a:lnTo>
                <a:lnTo>
                  <a:pt x="4574524" y="115262"/>
                </a:lnTo>
                <a:lnTo>
                  <a:pt x="4574656" y="115680"/>
                </a:lnTo>
                <a:lnTo>
                  <a:pt x="4574817" y="116081"/>
                </a:lnTo>
                <a:lnTo>
                  <a:pt x="4575011" y="116465"/>
                </a:lnTo>
                <a:lnTo>
                  <a:pt x="4575240" y="116828"/>
                </a:lnTo>
                <a:lnTo>
                  <a:pt x="4575507" y="117169"/>
                </a:lnTo>
                <a:lnTo>
                  <a:pt x="4575815" y="117486"/>
                </a:lnTo>
                <a:lnTo>
                  <a:pt x="4576166" y="117778"/>
                </a:lnTo>
                <a:lnTo>
                  <a:pt x="4576565" y="118043"/>
                </a:lnTo>
                <a:lnTo>
                  <a:pt x="4577014" y="118278"/>
                </a:lnTo>
                <a:lnTo>
                  <a:pt x="4577515" y="118482"/>
                </a:lnTo>
                <a:lnTo>
                  <a:pt x="4578071" y="118653"/>
                </a:lnTo>
                <a:lnTo>
                  <a:pt x="4578687" y="118789"/>
                </a:lnTo>
                <a:lnTo>
                  <a:pt x="4579364" y="118889"/>
                </a:lnTo>
                <a:lnTo>
                  <a:pt x="4580105" y="118950"/>
                </a:lnTo>
                <a:lnTo>
                  <a:pt x="4580913" y="118971"/>
                </a:lnTo>
                <a:lnTo>
                  <a:pt x="4581699" y="118951"/>
                </a:lnTo>
                <a:lnTo>
                  <a:pt x="4582419" y="118892"/>
                </a:lnTo>
                <a:lnTo>
                  <a:pt x="4583077" y="118796"/>
                </a:lnTo>
                <a:lnTo>
                  <a:pt x="4583675" y="118663"/>
                </a:lnTo>
                <a:lnTo>
                  <a:pt x="4584216" y="118495"/>
                </a:lnTo>
                <a:lnTo>
                  <a:pt x="4584702" y="118293"/>
                </a:lnTo>
                <a:lnTo>
                  <a:pt x="4585138" y="118059"/>
                </a:lnTo>
                <a:lnTo>
                  <a:pt x="4585526" y="117793"/>
                </a:lnTo>
                <a:lnTo>
                  <a:pt x="4585867" y="117497"/>
                </a:lnTo>
                <a:lnTo>
                  <a:pt x="4586167" y="117172"/>
                </a:lnTo>
                <a:lnTo>
                  <a:pt x="4586426" y="116820"/>
                </a:lnTo>
                <a:lnTo>
                  <a:pt x="4586648" y="116441"/>
                </a:lnTo>
                <a:lnTo>
                  <a:pt x="4586836" y="116037"/>
                </a:lnTo>
                <a:lnTo>
                  <a:pt x="4586993" y="115609"/>
                </a:lnTo>
                <a:lnTo>
                  <a:pt x="4587122" y="115159"/>
                </a:lnTo>
                <a:lnTo>
                  <a:pt x="4587225" y="114687"/>
                </a:lnTo>
                <a:lnTo>
                  <a:pt x="4587305" y="114195"/>
                </a:lnTo>
                <a:lnTo>
                  <a:pt x="4587365" y="113685"/>
                </a:lnTo>
                <a:lnTo>
                  <a:pt x="4587408" y="113156"/>
                </a:lnTo>
                <a:lnTo>
                  <a:pt x="4587437" y="112612"/>
                </a:lnTo>
                <a:lnTo>
                  <a:pt x="4587455" y="112052"/>
                </a:lnTo>
                <a:lnTo>
                  <a:pt x="4587464" y="111478"/>
                </a:lnTo>
                <a:lnTo>
                  <a:pt x="4587467" y="110892"/>
                </a:lnTo>
                <a:lnTo>
                  <a:pt x="4587468" y="110295"/>
                </a:lnTo>
                <a:lnTo>
                  <a:pt x="4588457" y="111274"/>
                </a:lnTo>
                <a:lnTo>
                  <a:pt x="4589450" y="112190"/>
                </a:lnTo>
                <a:lnTo>
                  <a:pt x="4590445" y="113043"/>
                </a:lnTo>
                <a:lnTo>
                  <a:pt x="4591441" y="113835"/>
                </a:lnTo>
                <a:lnTo>
                  <a:pt x="4592436" y="114570"/>
                </a:lnTo>
                <a:lnTo>
                  <a:pt x="4593429" y="115248"/>
                </a:lnTo>
                <a:lnTo>
                  <a:pt x="4594421" y="115872"/>
                </a:lnTo>
                <a:lnTo>
                  <a:pt x="4595408" y="116444"/>
                </a:lnTo>
                <a:lnTo>
                  <a:pt x="4596391" y="116965"/>
                </a:lnTo>
                <a:lnTo>
                  <a:pt x="4597369" y="117438"/>
                </a:lnTo>
                <a:lnTo>
                  <a:pt x="4598339" y="117865"/>
                </a:lnTo>
                <a:lnTo>
                  <a:pt x="4599302" y="118248"/>
                </a:lnTo>
                <a:lnTo>
                  <a:pt x="4600255" y="118589"/>
                </a:lnTo>
                <a:lnTo>
                  <a:pt x="4601198" y="118889"/>
                </a:lnTo>
                <a:lnTo>
                  <a:pt x="4602130" y="119152"/>
                </a:lnTo>
                <a:lnTo>
                  <a:pt x="4603050" y="119378"/>
                </a:lnTo>
                <a:lnTo>
                  <a:pt x="4603956" y="119570"/>
                </a:lnTo>
                <a:lnTo>
                  <a:pt x="4604848" y="119730"/>
                </a:lnTo>
                <a:lnTo>
                  <a:pt x="4605724" y="119859"/>
                </a:lnTo>
                <a:lnTo>
                  <a:pt x="4606584" y="119961"/>
                </a:lnTo>
                <a:lnTo>
                  <a:pt x="4607426" y="120037"/>
                </a:lnTo>
                <a:lnTo>
                  <a:pt x="4608249" y="120088"/>
                </a:lnTo>
                <a:lnTo>
                  <a:pt x="4609052" y="120118"/>
                </a:lnTo>
                <a:lnTo>
                  <a:pt x="4609834" y="120127"/>
                </a:lnTo>
                <a:lnTo>
                  <a:pt x="4612447" y="120033"/>
                </a:lnTo>
                <a:lnTo>
                  <a:pt x="4615029" y="119753"/>
                </a:lnTo>
                <a:lnTo>
                  <a:pt x="4617573" y="119293"/>
                </a:lnTo>
                <a:lnTo>
                  <a:pt x="4620072" y="118658"/>
                </a:lnTo>
                <a:lnTo>
                  <a:pt x="4622518" y="117854"/>
                </a:lnTo>
                <a:lnTo>
                  <a:pt x="4624904" y="116885"/>
                </a:lnTo>
                <a:lnTo>
                  <a:pt x="4627224" y="115758"/>
                </a:lnTo>
                <a:lnTo>
                  <a:pt x="4629469" y="114477"/>
                </a:lnTo>
                <a:lnTo>
                  <a:pt x="4631634" y="113047"/>
                </a:lnTo>
                <a:lnTo>
                  <a:pt x="4633710" y="111475"/>
                </a:lnTo>
                <a:lnTo>
                  <a:pt x="4635692" y="109764"/>
                </a:lnTo>
                <a:lnTo>
                  <a:pt x="4637571" y="107921"/>
                </a:lnTo>
                <a:lnTo>
                  <a:pt x="4639340" y="105951"/>
                </a:lnTo>
                <a:lnTo>
                  <a:pt x="4640993" y="103858"/>
                </a:lnTo>
                <a:lnTo>
                  <a:pt x="4642523" y="101649"/>
                </a:lnTo>
                <a:lnTo>
                  <a:pt x="4643921" y="99329"/>
                </a:lnTo>
                <a:lnTo>
                  <a:pt x="4645182" y="96902"/>
                </a:lnTo>
                <a:lnTo>
                  <a:pt x="4646297" y="94374"/>
                </a:lnTo>
                <a:lnTo>
                  <a:pt x="4647261" y="91751"/>
                </a:lnTo>
                <a:lnTo>
                  <a:pt x="4648065" y="89038"/>
                </a:lnTo>
                <a:lnTo>
                  <a:pt x="4648703" y="86239"/>
                </a:lnTo>
                <a:lnTo>
                  <a:pt x="4649168" y="83361"/>
                </a:lnTo>
                <a:lnTo>
                  <a:pt x="4649452" y="80408"/>
                </a:lnTo>
                <a:lnTo>
                  <a:pt x="4649548" y="77386"/>
                </a:lnTo>
                <a:lnTo>
                  <a:pt x="4649459" y="74453"/>
                </a:lnTo>
                <a:lnTo>
                  <a:pt x="4649198" y="71576"/>
                </a:lnTo>
                <a:lnTo>
                  <a:pt x="4648771" y="68761"/>
                </a:lnTo>
                <a:lnTo>
                  <a:pt x="4648182" y="66015"/>
                </a:lnTo>
                <a:lnTo>
                  <a:pt x="4647439" y="63342"/>
                </a:lnTo>
                <a:lnTo>
                  <a:pt x="4646547" y="60751"/>
                </a:lnTo>
                <a:close/>
                <a:moveTo>
                  <a:pt x="4633926" y="90020"/>
                </a:moveTo>
                <a:lnTo>
                  <a:pt x="4633136" y="91865"/>
                </a:lnTo>
                <a:lnTo>
                  <a:pt x="4632247" y="93628"/>
                </a:lnTo>
                <a:lnTo>
                  <a:pt x="4631264" y="95307"/>
                </a:lnTo>
                <a:lnTo>
                  <a:pt x="4630193" y="96897"/>
                </a:lnTo>
                <a:lnTo>
                  <a:pt x="4629040" y="98397"/>
                </a:lnTo>
                <a:lnTo>
                  <a:pt x="4627811" y="99804"/>
                </a:lnTo>
                <a:lnTo>
                  <a:pt x="4626512" y="101115"/>
                </a:lnTo>
                <a:lnTo>
                  <a:pt x="4625148" y="102326"/>
                </a:lnTo>
                <a:lnTo>
                  <a:pt x="4623726" y="103436"/>
                </a:lnTo>
                <a:lnTo>
                  <a:pt x="4622251" y="104441"/>
                </a:lnTo>
                <a:lnTo>
                  <a:pt x="4620729" y="105338"/>
                </a:lnTo>
                <a:lnTo>
                  <a:pt x="4619166" y="106125"/>
                </a:lnTo>
                <a:lnTo>
                  <a:pt x="4617567" y="106798"/>
                </a:lnTo>
                <a:lnTo>
                  <a:pt x="4615940" y="107356"/>
                </a:lnTo>
                <a:lnTo>
                  <a:pt x="4614289" y="107794"/>
                </a:lnTo>
                <a:lnTo>
                  <a:pt x="4612621" y="108111"/>
                </a:lnTo>
                <a:lnTo>
                  <a:pt x="4610940" y="108303"/>
                </a:lnTo>
                <a:lnTo>
                  <a:pt x="4609254" y="108368"/>
                </a:lnTo>
                <a:lnTo>
                  <a:pt x="4607418" y="108281"/>
                </a:lnTo>
                <a:lnTo>
                  <a:pt x="4605667" y="108029"/>
                </a:lnTo>
                <a:lnTo>
                  <a:pt x="4604001" y="107622"/>
                </a:lnTo>
                <a:lnTo>
                  <a:pt x="4602419" y="107071"/>
                </a:lnTo>
                <a:lnTo>
                  <a:pt x="4600921" y="106386"/>
                </a:lnTo>
                <a:lnTo>
                  <a:pt x="4599506" y="105578"/>
                </a:lnTo>
                <a:lnTo>
                  <a:pt x="4598173" y="104657"/>
                </a:lnTo>
                <a:lnTo>
                  <a:pt x="4596922" y="103635"/>
                </a:lnTo>
                <a:lnTo>
                  <a:pt x="4595752" y="102523"/>
                </a:lnTo>
                <a:lnTo>
                  <a:pt x="4594663" y="101330"/>
                </a:lnTo>
                <a:lnTo>
                  <a:pt x="4593653" y="100067"/>
                </a:lnTo>
                <a:lnTo>
                  <a:pt x="4592722" y="98746"/>
                </a:lnTo>
                <a:lnTo>
                  <a:pt x="4591869" y="97377"/>
                </a:lnTo>
                <a:lnTo>
                  <a:pt x="4591094" y="95970"/>
                </a:lnTo>
                <a:lnTo>
                  <a:pt x="4590396" y="94537"/>
                </a:lnTo>
                <a:lnTo>
                  <a:pt x="4589774" y="93087"/>
                </a:lnTo>
                <a:lnTo>
                  <a:pt x="4589228" y="91632"/>
                </a:lnTo>
                <a:lnTo>
                  <a:pt x="4588757" y="90183"/>
                </a:lnTo>
                <a:lnTo>
                  <a:pt x="4588360" y="88749"/>
                </a:lnTo>
                <a:lnTo>
                  <a:pt x="4588037" y="87342"/>
                </a:lnTo>
                <a:lnTo>
                  <a:pt x="4587787" y="85973"/>
                </a:lnTo>
                <a:lnTo>
                  <a:pt x="4587609" y="84652"/>
                </a:lnTo>
                <a:lnTo>
                  <a:pt x="4587503" y="83389"/>
                </a:lnTo>
                <a:lnTo>
                  <a:pt x="4587468" y="82196"/>
                </a:lnTo>
                <a:lnTo>
                  <a:pt x="4587468" y="68148"/>
                </a:lnTo>
                <a:lnTo>
                  <a:pt x="4587525" y="66736"/>
                </a:lnTo>
                <a:lnTo>
                  <a:pt x="4587695" y="65339"/>
                </a:lnTo>
                <a:lnTo>
                  <a:pt x="4587972" y="63962"/>
                </a:lnTo>
                <a:lnTo>
                  <a:pt x="4588352" y="62609"/>
                </a:lnTo>
                <a:lnTo>
                  <a:pt x="4588831" y="61284"/>
                </a:lnTo>
                <a:lnTo>
                  <a:pt x="4589405" y="59991"/>
                </a:lnTo>
                <a:lnTo>
                  <a:pt x="4590068" y="58733"/>
                </a:lnTo>
                <a:lnTo>
                  <a:pt x="4590817" y="57514"/>
                </a:lnTo>
                <a:lnTo>
                  <a:pt x="4591647" y="56339"/>
                </a:lnTo>
                <a:lnTo>
                  <a:pt x="4592553" y="55212"/>
                </a:lnTo>
                <a:lnTo>
                  <a:pt x="4593532" y="54135"/>
                </a:lnTo>
                <a:lnTo>
                  <a:pt x="4594578" y="53114"/>
                </a:lnTo>
                <a:lnTo>
                  <a:pt x="4595687" y="52152"/>
                </a:lnTo>
                <a:lnTo>
                  <a:pt x="4596855" y="51253"/>
                </a:lnTo>
                <a:lnTo>
                  <a:pt x="4598078" y="50421"/>
                </a:lnTo>
                <a:lnTo>
                  <a:pt x="4599351" y="49660"/>
                </a:lnTo>
                <a:lnTo>
                  <a:pt x="4600669" y="48974"/>
                </a:lnTo>
                <a:lnTo>
                  <a:pt x="4602028" y="48366"/>
                </a:lnTo>
                <a:lnTo>
                  <a:pt x="4603423" y="47841"/>
                </a:lnTo>
                <a:lnTo>
                  <a:pt x="4604851" y="47403"/>
                </a:lnTo>
                <a:lnTo>
                  <a:pt x="4606307" y="47056"/>
                </a:lnTo>
                <a:lnTo>
                  <a:pt x="4607786" y="46802"/>
                </a:lnTo>
                <a:lnTo>
                  <a:pt x="4609284" y="46648"/>
                </a:lnTo>
                <a:lnTo>
                  <a:pt x="4610796" y="46595"/>
                </a:lnTo>
                <a:lnTo>
                  <a:pt x="4612563" y="46667"/>
                </a:lnTo>
                <a:lnTo>
                  <a:pt x="4614294" y="46881"/>
                </a:lnTo>
                <a:lnTo>
                  <a:pt x="4615986" y="47231"/>
                </a:lnTo>
                <a:lnTo>
                  <a:pt x="4617635" y="47713"/>
                </a:lnTo>
                <a:lnTo>
                  <a:pt x="4619238" y="48322"/>
                </a:lnTo>
                <a:lnTo>
                  <a:pt x="4620791" y="49052"/>
                </a:lnTo>
                <a:lnTo>
                  <a:pt x="4622292" y="49899"/>
                </a:lnTo>
                <a:lnTo>
                  <a:pt x="4623735" y="50857"/>
                </a:lnTo>
                <a:lnTo>
                  <a:pt x="4625118" y="51923"/>
                </a:lnTo>
                <a:lnTo>
                  <a:pt x="4626437" y="53090"/>
                </a:lnTo>
                <a:lnTo>
                  <a:pt x="4627689" y="54355"/>
                </a:lnTo>
                <a:lnTo>
                  <a:pt x="4628871" y="55712"/>
                </a:lnTo>
                <a:lnTo>
                  <a:pt x="4629978" y="57156"/>
                </a:lnTo>
                <a:lnTo>
                  <a:pt x="4631007" y="58682"/>
                </a:lnTo>
                <a:lnTo>
                  <a:pt x="4631955" y="60286"/>
                </a:lnTo>
                <a:lnTo>
                  <a:pt x="4632818" y="61962"/>
                </a:lnTo>
                <a:lnTo>
                  <a:pt x="4633592" y="63705"/>
                </a:lnTo>
                <a:lnTo>
                  <a:pt x="4634275" y="65511"/>
                </a:lnTo>
                <a:lnTo>
                  <a:pt x="4634862" y="67375"/>
                </a:lnTo>
                <a:lnTo>
                  <a:pt x="4635351" y="69292"/>
                </a:lnTo>
                <a:lnTo>
                  <a:pt x="4635737" y="71256"/>
                </a:lnTo>
                <a:lnTo>
                  <a:pt x="4636017" y="73263"/>
                </a:lnTo>
                <a:lnTo>
                  <a:pt x="4636187" y="75308"/>
                </a:lnTo>
                <a:lnTo>
                  <a:pt x="4636245" y="77386"/>
                </a:lnTo>
                <a:lnTo>
                  <a:pt x="4636176" y="79663"/>
                </a:lnTo>
                <a:lnTo>
                  <a:pt x="4635972" y="81876"/>
                </a:lnTo>
                <a:lnTo>
                  <a:pt x="4635639" y="84021"/>
                </a:lnTo>
                <a:lnTo>
                  <a:pt x="4635183" y="86095"/>
                </a:lnTo>
                <a:lnTo>
                  <a:pt x="4634610" y="88096"/>
                </a:lnTo>
                <a:lnTo>
                  <a:pt x="4633926" y="90020"/>
                </a:lnTo>
                <a:close/>
                <a:moveTo>
                  <a:pt x="3528554" y="92064"/>
                </a:moveTo>
                <a:lnTo>
                  <a:pt x="3528492" y="91634"/>
                </a:lnTo>
                <a:lnTo>
                  <a:pt x="3528409" y="91213"/>
                </a:lnTo>
                <a:lnTo>
                  <a:pt x="3528303" y="90801"/>
                </a:lnTo>
                <a:lnTo>
                  <a:pt x="3528171" y="90401"/>
                </a:lnTo>
                <a:lnTo>
                  <a:pt x="3528009" y="90015"/>
                </a:lnTo>
                <a:lnTo>
                  <a:pt x="3527816" y="89646"/>
                </a:lnTo>
                <a:lnTo>
                  <a:pt x="3527587" y="89294"/>
                </a:lnTo>
                <a:lnTo>
                  <a:pt x="3527320" y="88963"/>
                </a:lnTo>
                <a:lnTo>
                  <a:pt x="3527012" y="88653"/>
                </a:lnTo>
                <a:lnTo>
                  <a:pt x="3526660" y="88368"/>
                </a:lnTo>
                <a:lnTo>
                  <a:pt x="3526261" y="88108"/>
                </a:lnTo>
                <a:lnTo>
                  <a:pt x="3525812" y="87877"/>
                </a:lnTo>
                <a:lnTo>
                  <a:pt x="3525311" y="87676"/>
                </a:lnTo>
                <a:lnTo>
                  <a:pt x="3524754" y="87507"/>
                </a:lnTo>
                <a:lnTo>
                  <a:pt x="3524138" y="87372"/>
                </a:lnTo>
                <a:lnTo>
                  <a:pt x="3523461" y="87273"/>
                </a:lnTo>
                <a:lnTo>
                  <a:pt x="3522720" y="87212"/>
                </a:lnTo>
                <a:lnTo>
                  <a:pt x="3521911" y="87191"/>
                </a:lnTo>
                <a:lnTo>
                  <a:pt x="3521147" y="87212"/>
                </a:lnTo>
                <a:lnTo>
                  <a:pt x="3520446" y="87273"/>
                </a:lnTo>
                <a:lnTo>
                  <a:pt x="3519803" y="87372"/>
                </a:lnTo>
                <a:lnTo>
                  <a:pt x="3519217" y="87506"/>
                </a:lnTo>
                <a:lnTo>
                  <a:pt x="3518685" y="87674"/>
                </a:lnTo>
                <a:lnTo>
                  <a:pt x="3518203" y="87874"/>
                </a:lnTo>
                <a:lnTo>
                  <a:pt x="3517771" y="88104"/>
                </a:lnTo>
                <a:lnTo>
                  <a:pt x="3517385" y="88361"/>
                </a:lnTo>
                <a:lnTo>
                  <a:pt x="3517042" y="88643"/>
                </a:lnTo>
                <a:lnTo>
                  <a:pt x="3516740" y="88949"/>
                </a:lnTo>
                <a:lnTo>
                  <a:pt x="3516476" y="89276"/>
                </a:lnTo>
                <a:lnTo>
                  <a:pt x="3516249" y="89622"/>
                </a:lnTo>
                <a:lnTo>
                  <a:pt x="3516054" y="89985"/>
                </a:lnTo>
                <a:lnTo>
                  <a:pt x="3515890" y="90363"/>
                </a:lnTo>
                <a:lnTo>
                  <a:pt x="3515753" y="90753"/>
                </a:lnTo>
                <a:lnTo>
                  <a:pt x="3515642" y="91155"/>
                </a:lnTo>
                <a:lnTo>
                  <a:pt x="3515554" y="91565"/>
                </a:lnTo>
                <a:lnTo>
                  <a:pt x="3515486" y="91982"/>
                </a:lnTo>
                <a:lnTo>
                  <a:pt x="3515436" y="92404"/>
                </a:lnTo>
                <a:lnTo>
                  <a:pt x="3515400" y="92828"/>
                </a:lnTo>
                <a:lnTo>
                  <a:pt x="3515377" y="93252"/>
                </a:lnTo>
                <a:lnTo>
                  <a:pt x="3515364" y="93674"/>
                </a:lnTo>
                <a:lnTo>
                  <a:pt x="3515358" y="94093"/>
                </a:lnTo>
                <a:lnTo>
                  <a:pt x="3515356" y="94505"/>
                </a:lnTo>
                <a:lnTo>
                  <a:pt x="3515278" y="95946"/>
                </a:lnTo>
                <a:lnTo>
                  <a:pt x="3515094" y="97285"/>
                </a:lnTo>
                <a:lnTo>
                  <a:pt x="3514812" y="98528"/>
                </a:lnTo>
                <a:lnTo>
                  <a:pt x="3514441" y="99676"/>
                </a:lnTo>
                <a:lnTo>
                  <a:pt x="3513988" y="100735"/>
                </a:lnTo>
                <a:lnTo>
                  <a:pt x="3513459" y="101707"/>
                </a:lnTo>
                <a:lnTo>
                  <a:pt x="3512864" y="102595"/>
                </a:lnTo>
                <a:lnTo>
                  <a:pt x="3512208" y="103404"/>
                </a:lnTo>
                <a:lnTo>
                  <a:pt x="3511501" y="104137"/>
                </a:lnTo>
                <a:lnTo>
                  <a:pt x="3510748" y="104797"/>
                </a:lnTo>
                <a:lnTo>
                  <a:pt x="3509959" y="105387"/>
                </a:lnTo>
                <a:lnTo>
                  <a:pt x="3509140" y="105912"/>
                </a:lnTo>
                <a:lnTo>
                  <a:pt x="3508299" y="106375"/>
                </a:lnTo>
                <a:lnTo>
                  <a:pt x="3507443" y="106780"/>
                </a:lnTo>
                <a:lnTo>
                  <a:pt x="3506580" y="107129"/>
                </a:lnTo>
                <a:lnTo>
                  <a:pt x="3505718" y="107426"/>
                </a:lnTo>
                <a:lnTo>
                  <a:pt x="3504863" y="107676"/>
                </a:lnTo>
                <a:lnTo>
                  <a:pt x="3504025" y="107880"/>
                </a:lnTo>
                <a:lnTo>
                  <a:pt x="3503209" y="108044"/>
                </a:lnTo>
                <a:lnTo>
                  <a:pt x="3502424" y="108170"/>
                </a:lnTo>
                <a:lnTo>
                  <a:pt x="3501677" y="108262"/>
                </a:lnTo>
                <a:lnTo>
                  <a:pt x="3500976" y="108323"/>
                </a:lnTo>
                <a:lnTo>
                  <a:pt x="3500329" y="108357"/>
                </a:lnTo>
                <a:lnTo>
                  <a:pt x="3499742" y="108368"/>
                </a:lnTo>
                <a:lnTo>
                  <a:pt x="3497962" y="108317"/>
                </a:lnTo>
                <a:lnTo>
                  <a:pt x="3496331" y="108168"/>
                </a:lnTo>
                <a:lnTo>
                  <a:pt x="3494842" y="107928"/>
                </a:lnTo>
                <a:lnTo>
                  <a:pt x="3493488" y="107604"/>
                </a:lnTo>
                <a:lnTo>
                  <a:pt x="3492263" y="107202"/>
                </a:lnTo>
                <a:lnTo>
                  <a:pt x="3491160" y="106728"/>
                </a:lnTo>
                <a:lnTo>
                  <a:pt x="3490173" y="106190"/>
                </a:lnTo>
                <a:lnTo>
                  <a:pt x="3489296" y="105594"/>
                </a:lnTo>
                <a:lnTo>
                  <a:pt x="3488521" y="104946"/>
                </a:lnTo>
                <a:lnTo>
                  <a:pt x="3487844" y="104254"/>
                </a:lnTo>
                <a:lnTo>
                  <a:pt x="3487256" y="103523"/>
                </a:lnTo>
                <a:lnTo>
                  <a:pt x="3486753" y="102760"/>
                </a:lnTo>
                <a:lnTo>
                  <a:pt x="3486327" y="101973"/>
                </a:lnTo>
                <a:lnTo>
                  <a:pt x="3485971" y="101167"/>
                </a:lnTo>
                <a:lnTo>
                  <a:pt x="3485680" y="100349"/>
                </a:lnTo>
                <a:lnTo>
                  <a:pt x="3485447" y="99526"/>
                </a:lnTo>
                <a:lnTo>
                  <a:pt x="3485266" y="98704"/>
                </a:lnTo>
                <a:lnTo>
                  <a:pt x="3485129" y="97890"/>
                </a:lnTo>
                <a:lnTo>
                  <a:pt x="3485032" y="97091"/>
                </a:lnTo>
                <a:lnTo>
                  <a:pt x="3484966" y="96313"/>
                </a:lnTo>
                <a:lnTo>
                  <a:pt x="3484926" y="95562"/>
                </a:lnTo>
                <a:lnTo>
                  <a:pt x="3484906" y="94846"/>
                </a:lnTo>
                <a:lnTo>
                  <a:pt x="3484898" y="94171"/>
                </a:lnTo>
                <a:lnTo>
                  <a:pt x="3484897" y="93543"/>
                </a:lnTo>
                <a:lnTo>
                  <a:pt x="3484897" y="47725"/>
                </a:lnTo>
                <a:lnTo>
                  <a:pt x="3516513" y="47725"/>
                </a:lnTo>
                <a:lnTo>
                  <a:pt x="3516884" y="47724"/>
                </a:lnTo>
                <a:lnTo>
                  <a:pt x="3517272" y="47721"/>
                </a:lnTo>
                <a:lnTo>
                  <a:pt x="3517674" y="47714"/>
                </a:lnTo>
                <a:lnTo>
                  <a:pt x="3518088" y="47698"/>
                </a:lnTo>
                <a:lnTo>
                  <a:pt x="3518510" y="47673"/>
                </a:lnTo>
                <a:lnTo>
                  <a:pt x="3518938" y="47634"/>
                </a:lnTo>
                <a:lnTo>
                  <a:pt x="3519368" y="47581"/>
                </a:lnTo>
                <a:lnTo>
                  <a:pt x="3519798" y="47511"/>
                </a:lnTo>
                <a:lnTo>
                  <a:pt x="3520224" y="47420"/>
                </a:lnTo>
                <a:lnTo>
                  <a:pt x="3520644" y="47306"/>
                </a:lnTo>
                <a:lnTo>
                  <a:pt x="3521055" y="47168"/>
                </a:lnTo>
                <a:lnTo>
                  <a:pt x="3521454" y="47002"/>
                </a:lnTo>
                <a:lnTo>
                  <a:pt x="3521837" y="46806"/>
                </a:lnTo>
                <a:lnTo>
                  <a:pt x="3522203" y="46577"/>
                </a:lnTo>
                <a:lnTo>
                  <a:pt x="3522548" y="46313"/>
                </a:lnTo>
                <a:lnTo>
                  <a:pt x="3522869" y="46011"/>
                </a:lnTo>
                <a:lnTo>
                  <a:pt x="3523163" y="45669"/>
                </a:lnTo>
                <a:lnTo>
                  <a:pt x="3523427" y="45285"/>
                </a:lnTo>
                <a:lnTo>
                  <a:pt x="3523659" y="44855"/>
                </a:lnTo>
                <a:lnTo>
                  <a:pt x="3523855" y="44378"/>
                </a:lnTo>
                <a:lnTo>
                  <a:pt x="3524013" y="43850"/>
                </a:lnTo>
                <a:lnTo>
                  <a:pt x="3524129" y="43270"/>
                </a:lnTo>
                <a:lnTo>
                  <a:pt x="3524201" y="42634"/>
                </a:lnTo>
                <a:lnTo>
                  <a:pt x="3524226" y="41941"/>
                </a:lnTo>
                <a:lnTo>
                  <a:pt x="3524202" y="41224"/>
                </a:lnTo>
                <a:lnTo>
                  <a:pt x="3524133" y="40567"/>
                </a:lnTo>
                <a:lnTo>
                  <a:pt x="3524021" y="39968"/>
                </a:lnTo>
                <a:lnTo>
                  <a:pt x="3523869" y="39422"/>
                </a:lnTo>
                <a:lnTo>
                  <a:pt x="3523679" y="38929"/>
                </a:lnTo>
                <a:lnTo>
                  <a:pt x="3523455" y="38485"/>
                </a:lnTo>
                <a:lnTo>
                  <a:pt x="3523198" y="38087"/>
                </a:lnTo>
                <a:lnTo>
                  <a:pt x="3522912" y="37734"/>
                </a:lnTo>
                <a:lnTo>
                  <a:pt x="3522599" y="37422"/>
                </a:lnTo>
                <a:lnTo>
                  <a:pt x="3522262" y="37149"/>
                </a:lnTo>
                <a:lnTo>
                  <a:pt x="3521904" y="36913"/>
                </a:lnTo>
                <a:lnTo>
                  <a:pt x="3521526" y="36710"/>
                </a:lnTo>
                <a:lnTo>
                  <a:pt x="3521133" y="36538"/>
                </a:lnTo>
                <a:lnTo>
                  <a:pt x="3520727" y="36395"/>
                </a:lnTo>
                <a:lnTo>
                  <a:pt x="3520309" y="36278"/>
                </a:lnTo>
                <a:lnTo>
                  <a:pt x="3519884" y="36184"/>
                </a:lnTo>
                <a:lnTo>
                  <a:pt x="3519453" y="36111"/>
                </a:lnTo>
                <a:lnTo>
                  <a:pt x="3519020" y="36056"/>
                </a:lnTo>
                <a:lnTo>
                  <a:pt x="3518586" y="36017"/>
                </a:lnTo>
                <a:lnTo>
                  <a:pt x="3518155" y="35990"/>
                </a:lnTo>
                <a:lnTo>
                  <a:pt x="3517730" y="35974"/>
                </a:lnTo>
                <a:lnTo>
                  <a:pt x="3517313" y="35966"/>
                </a:lnTo>
                <a:lnTo>
                  <a:pt x="3516906" y="35963"/>
                </a:lnTo>
                <a:lnTo>
                  <a:pt x="3516513" y="35963"/>
                </a:lnTo>
                <a:lnTo>
                  <a:pt x="3484897" y="35963"/>
                </a:lnTo>
                <a:lnTo>
                  <a:pt x="3484897" y="20156"/>
                </a:lnTo>
                <a:lnTo>
                  <a:pt x="3484897" y="19695"/>
                </a:lnTo>
                <a:lnTo>
                  <a:pt x="3484894" y="19230"/>
                </a:lnTo>
                <a:lnTo>
                  <a:pt x="3484885" y="18763"/>
                </a:lnTo>
                <a:lnTo>
                  <a:pt x="3484867" y="18297"/>
                </a:lnTo>
                <a:lnTo>
                  <a:pt x="3484838" y="17833"/>
                </a:lnTo>
                <a:lnTo>
                  <a:pt x="3484795" y="17374"/>
                </a:lnTo>
                <a:lnTo>
                  <a:pt x="3484735" y="16921"/>
                </a:lnTo>
                <a:lnTo>
                  <a:pt x="3484654" y="16477"/>
                </a:lnTo>
                <a:lnTo>
                  <a:pt x="3484552" y="16043"/>
                </a:lnTo>
                <a:lnTo>
                  <a:pt x="3484423" y="15623"/>
                </a:lnTo>
                <a:lnTo>
                  <a:pt x="3484266" y="15217"/>
                </a:lnTo>
                <a:lnTo>
                  <a:pt x="3484078" y="14828"/>
                </a:lnTo>
                <a:lnTo>
                  <a:pt x="3483855" y="14459"/>
                </a:lnTo>
                <a:lnTo>
                  <a:pt x="3483596" y="14110"/>
                </a:lnTo>
                <a:lnTo>
                  <a:pt x="3483296" y="13785"/>
                </a:lnTo>
                <a:lnTo>
                  <a:pt x="3482954" y="13485"/>
                </a:lnTo>
                <a:lnTo>
                  <a:pt x="3482567" y="13213"/>
                </a:lnTo>
                <a:lnTo>
                  <a:pt x="3482131" y="12970"/>
                </a:lnTo>
                <a:lnTo>
                  <a:pt x="3481644" y="12759"/>
                </a:lnTo>
                <a:lnTo>
                  <a:pt x="3481103" y="12581"/>
                </a:lnTo>
                <a:lnTo>
                  <a:pt x="3480505" y="12440"/>
                </a:lnTo>
                <a:lnTo>
                  <a:pt x="3479847" y="12336"/>
                </a:lnTo>
                <a:lnTo>
                  <a:pt x="3479126" y="12272"/>
                </a:lnTo>
                <a:lnTo>
                  <a:pt x="3478340" y="12250"/>
                </a:lnTo>
                <a:lnTo>
                  <a:pt x="3477532" y="12271"/>
                </a:lnTo>
                <a:lnTo>
                  <a:pt x="3476790" y="12332"/>
                </a:lnTo>
                <a:lnTo>
                  <a:pt x="3476114" y="12432"/>
                </a:lnTo>
                <a:lnTo>
                  <a:pt x="3475498" y="12568"/>
                </a:lnTo>
                <a:lnTo>
                  <a:pt x="3474942" y="12739"/>
                </a:lnTo>
                <a:lnTo>
                  <a:pt x="3474440" y="12943"/>
                </a:lnTo>
                <a:lnTo>
                  <a:pt x="3473992" y="13178"/>
                </a:lnTo>
                <a:lnTo>
                  <a:pt x="3473593" y="13443"/>
                </a:lnTo>
                <a:lnTo>
                  <a:pt x="3473241" y="13735"/>
                </a:lnTo>
                <a:lnTo>
                  <a:pt x="3472934" y="14052"/>
                </a:lnTo>
                <a:lnTo>
                  <a:pt x="3472667" y="14393"/>
                </a:lnTo>
                <a:lnTo>
                  <a:pt x="3472438" y="14757"/>
                </a:lnTo>
                <a:lnTo>
                  <a:pt x="3472244" y="15140"/>
                </a:lnTo>
                <a:lnTo>
                  <a:pt x="3472083" y="15541"/>
                </a:lnTo>
                <a:lnTo>
                  <a:pt x="3471950" y="15959"/>
                </a:lnTo>
                <a:lnTo>
                  <a:pt x="3471844" y="16392"/>
                </a:lnTo>
                <a:lnTo>
                  <a:pt x="3471762" y="16837"/>
                </a:lnTo>
                <a:lnTo>
                  <a:pt x="3471700" y="17293"/>
                </a:lnTo>
                <a:lnTo>
                  <a:pt x="3471656" y="17758"/>
                </a:lnTo>
                <a:lnTo>
                  <a:pt x="3471626" y="18231"/>
                </a:lnTo>
                <a:lnTo>
                  <a:pt x="3471608" y="18708"/>
                </a:lnTo>
                <a:lnTo>
                  <a:pt x="3471599" y="19190"/>
                </a:lnTo>
                <a:lnTo>
                  <a:pt x="3471595" y="19673"/>
                </a:lnTo>
                <a:lnTo>
                  <a:pt x="3471595" y="20156"/>
                </a:lnTo>
                <a:lnTo>
                  <a:pt x="3471595" y="35963"/>
                </a:lnTo>
                <a:lnTo>
                  <a:pt x="3454821" y="35963"/>
                </a:lnTo>
                <a:lnTo>
                  <a:pt x="3454426" y="35963"/>
                </a:lnTo>
                <a:lnTo>
                  <a:pt x="3454017" y="35966"/>
                </a:lnTo>
                <a:lnTo>
                  <a:pt x="3453595" y="35974"/>
                </a:lnTo>
                <a:lnTo>
                  <a:pt x="3453164" y="35990"/>
                </a:lnTo>
                <a:lnTo>
                  <a:pt x="3452726" y="36017"/>
                </a:lnTo>
                <a:lnTo>
                  <a:pt x="3452284" y="36056"/>
                </a:lnTo>
                <a:lnTo>
                  <a:pt x="3451841" y="36111"/>
                </a:lnTo>
                <a:lnTo>
                  <a:pt x="3451400" y="36184"/>
                </a:lnTo>
                <a:lnTo>
                  <a:pt x="3450964" y="36278"/>
                </a:lnTo>
                <a:lnTo>
                  <a:pt x="3450535" y="36395"/>
                </a:lnTo>
                <a:lnTo>
                  <a:pt x="3450116" y="36538"/>
                </a:lnTo>
                <a:lnTo>
                  <a:pt x="3449711" y="36710"/>
                </a:lnTo>
                <a:lnTo>
                  <a:pt x="3449322" y="36913"/>
                </a:lnTo>
                <a:lnTo>
                  <a:pt x="3448952" y="37149"/>
                </a:lnTo>
                <a:lnTo>
                  <a:pt x="3448604" y="37422"/>
                </a:lnTo>
                <a:lnTo>
                  <a:pt x="3448280" y="37734"/>
                </a:lnTo>
                <a:lnTo>
                  <a:pt x="3447983" y="38087"/>
                </a:lnTo>
                <a:lnTo>
                  <a:pt x="3447717" y="38485"/>
                </a:lnTo>
                <a:lnTo>
                  <a:pt x="3447484" y="38929"/>
                </a:lnTo>
                <a:lnTo>
                  <a:pt x="3447287" y="39422"/>
                </a:lnTo>
                <a:lnTo>
                  <a:pt x="3447129" y="39968"/>
                </a:lnTo>
                <a:lnTo>
                  <a:pt x="3447013" y="40567"/>
                </a:lnTo>
                <a:lnTo>
                  <a:pt x="3446941" y="41224"/>
                </a:lnTo>
                <a:lnTo>
                  <a:pt x="3446916" y="41941"/>
                </a:lnTo>
                <a:lnTo>
                  <a:pt x="3446941" y="42634"/>
                </a:lnTo>
                <a:lnTo>
                  <a:pt x="3447013" y="43270"/>
                </a:lnTo>
                <a:lnTo>
                  <a:pt x="3447129" y="43850"/>
                </a:lnTo>
                <a:lnTo>
                  <a:pt x="3447286" y="44378"/>
                </a:lnTo>
                <a:lnTo>
                  <a:pt x="3447483" y="44855"/>
                </a:lnTo>
                <a:lnTo>
                  <a:pt x="3447714" y="45285"/>
                </a:lnTo>
                <a:lnTo>
                  <a:pt x="3447979" y="45669"/>
                </a:lnTo>
                <a:lnTo>
                  <a:pt x="3448273" y="46011"/>
                </a:lnTo>
                <a:lnTo>
                  <a:pt x="3448593" y="46313"/>
                </a:lnTo>
                <a:lnTo>
                  <a:pt x="3448938" y="46577"/>
                </a:lnTo>
                <a:lnTo>
                  <a:pt x="3449303" y="46806"/>
                </a:lnTo>
                <a:lnTo>
                  <a:pt x="3449687" y="47002"/>
                </a:lnTo>
                <a:lnTo>
                  <a:pt x="3450085" y="47168"/>
                </a:lnTo>
                <a:lnTo>
                  <a:pt x="3450496" y="47306"/>
                </a:lnTo>
                <a:lnTo>
                  <a:pt x="3450916" y="47420"/>
                </a:lnTo>
                <a:lnTo>
                  <a:pt x="3451342" y="47511"/>
                </a:lnTo>
                <a:lnTo>
                  <a:pt x="3451772" y="47581"/>
                </a:lnTo>
                <a:lnTo>
                  <a:pt x="3452202" y="47634"/>
                </a:lnTo>
                <a:lnTo>
                  <a:pt x="3452629" y="47673"/>
                </a:lnTo>
                <a:lnTo>
                  <a:pt x="3453051" y="47698"/>
                </a:lnTo>
                <a:lnTo>
                  <a:pt x="3453465" y="47714"/>
                </a:lnTo>
                <a:lnTo>
                  <a:pt x="3453867" y="47721"/>
                </a:lnTo>
                <a:lnTo>
                  <a:pt x="3454255" y="47724"/>
                </a:lnTo>
                <a:lnTo>
                  <a:pt x="3454627" y="47725"/>
                </a:lnTo>
                <a:lnTo>
                  <a:pt x="3471595" y="47725"/>
                </a:lnTo>
                <a:lnTo>
                  <a:pt x="3471595" y="94699"/>
                </a:lnTo>
                <a:lnTo>
                  <a:pt x="3471662" y="96951"/>
                </a:lnTo>
                <a:lnTo>
                  <a:pt x="3471861" y="99083"/>
                </a:lnTo>
                <a:lnTo>
                  <a:pt x="3472185" y="101100"/>
                </a:lnTo>
                <a:lnTo>
                  <a:pt x="3472631" y="103002"/>
                </a:lnTo>
                <a:lnTo>
                  <a:pt x="3473192" y="104792"/>
                </a:lnTo>
                <a:lnTo>
                  <a:pt x="3473863" y="106472"/>
                </a:lnTo>
                <a:lnTo>
                  <a:pt x="3474639" y="108043"/>
                </a:lnTo>
                <a:lnTo>
                  <a:pt x="3475514" y="109508"/>
                </a:lnTo>
                <a:lnTo>
                  <a:pt x="3476484" y="110869"/>
                </a:lnTo>
                <a:lnTo>
                  <a:pt x="3477544" y="112128"/>
                </a:lnTo>
                <a:lnTo>
                  <a:pt x="3478687" y="113286"/>
                </a:lnTo>
                <a:lnTo>
                  <a:pt x="3479908" y="114346"/>
                </a:lnTo>
                <a:lnTo>
                  <a:pt x="3481203" y="115310"/>
                </a:lnTo>
                <a:lnTo>
                  <a:pt x="3482566" y="116179"/>
                </a:lnTo>
                <a:lnTo>
                  <a:pt x="3483991" y="116956"/>
                </a:lnTo>
                <a:lnTo>
                  <a:pt x="3485475" y="117643"/>
                </a:lnTo>
                <a:lnTo>
                  <a:pt x="3487010" y="118241"/>
                </a:lnTo>
                <a:lnTo>
                  <a:pt x="3488592" y="118754"/>
                </a:lnTo>
                <a:lnTo>
                  <a:pt x="3490216" y="119182"/>
                </a:lnTo>
                <a:lnTo>
                  <a:pt x="3491877" y="119527"/>
                </a:lnTo>
                <a:lnTo>
                  <a:pt x="3493568" y="119793"/>
                </a:lnTo>
                <a:lnTo>
                  <a:pt x="3495285" y="119980"/>
                </a:lnTo>
                <a:lnTo>
                  <a:pt x="3497023" y="120090"/>
                </a:lnTo>
                <a:lnTo>
                  <a:pt x="3498777" y="120127"/>
                </a:lnTo>
                <a:lnTo>
                  <a:pt x="3500566" y="120084"/>
                </a:lnTo>
                <a:lnTo>
                  <a:pt x="3502362" y="119954"/>
                </a:lnTo>
                <a:lnTo>
                  <a:pt x="3504157" y="119737"/>
                </a:lnTo>
                <a:lnTo>
                  <a:pt x="3505944" y="119434"/>
                </a:lnTo>
                <a:lnTo>
                  <a:pt x="3507716" y="119042"/>
                </a:lnTo>
                <a:lnTo>
                  <a:pt x="3509465" y="118564"/>
                </a:lnTo>
                <a:lnTo>
                  <a:pt x="3511184" y="117997"/>
                </a:lnTo>
                <a:lnTo>
                  <a:pt x="3512865" y="117343"/>
                </a:lnTo>
                <a:lnTo>
                  <a:pt x="3514502" y="116600"/>
                </a:lnTo>
                <a:lnTo>
                  <a:pt x="3516086" y="115769"/>
                </a:lnTo>
                <a:lnTo>
                  <a:pt x="3517611" y="114849"/>
                </a:lnTo>
                <a:lnTo>
                  <a:pt x="3519068" y="113840"/>
                </a:lnTo>
                <a:lnTo>
                  <a:pt x="3520452" y="112741"/>
                </a:lnTo>
                <a:lnTo>
                  <a:pt x="3521753" y="111553"/>
                </a:lnTo>
                <a:lnTo>
                  <a:pt x="3522966" y="110276"/>
                </a:lnTo>
                <a:lnTo>
                  <a:pt x="3524082" y="108908"/>
                </a:lnTo>
                <a:lnTo>
                  <a:pt x="3525095" y="107450"/>
                </a:lnTo>
                <a:lnTo>
                  <a:pt x="3525996" y="105902"/>
                </a:lnTo>
                <a:lnTo>
                  <a:pt x="3526779" y="104263"/>
                </a:lnTo>
                <a:lnTo>
                  <a:pt x="3527436" y="102533"/>
                </a:lnTo>
                <a:lnTo>
                  <a:pt x="3527960" y="100712"/>
                </a:lnTo>
                <a:lnTo>
                  <a:pt x="3528344" y="98800"/>
                </a:lnTo>
                <a:lnTo>
                  <a:pt x="3528579" y="96796"/>
                </a:lnTo>
                <a:lnTo>
                  <a:pt x="3528659" y="94699"/>
                </a:lnTo>
                <a:lnTo>
                  <a:pt x="3528659" y="94264"/>
                </a:lnTo>
                <a:lnTo>
                  <a:pt x="3528655" y="93824"/>
                </a:lnTo>
                <a:lnTo>
                  <a:pt x="3528646" y="93382"/>
                </a:lnTo>
                <a:lnTo>
                  <a:pt x="3528628" y="92940"/>
                </a:lnTo>
                <a:lnTo>
                  <a:pt x="3528598" y="92500"/>
                </a:lnTo>
                <a:lnTo>
                  <a:pt x="3528554" y="92064"/>
                </a:lnTo>
                <a:close/>
                <a:moveTo>
                  <a:pt x="2528681" y="109759"/>
                </a:moveTo>
                <a:lnTo>
                  <a:pt x="2528418" y="109362"/>
                </a:lnTo>
                <a:lnTo>
                  <a:pt x="2528116" y="109009"/>
                </a:lnTo>
                <a:lnTo>
                  <a:pt x="2527776" y="108697"/>
                </a:lnTo>
                <a:lnTo>
                  <a:pt x="2527398" y="108424"/>
                </a:lnTo>
                <a:lnTo>
                  <a:pt x="2526983" y="108188"/>
                </a:lnTo>
                <a:lnTo>
                  <a:pt x="2526531" y="107985"/>
                </a:lnTo>
                <a:lnTo>
                  <a:pt x="2526043" y="107813"/>
                </a:lnTo>
                <a:lnTo>
                  <a:pt x="2525520" y="107670"/>
                </a:lnTo>
                <a:lnTo>
                  <a:pt x="2524961" y="107553"/>
                </a:lnTo>
                <a:lnTo>
                  <a:pt x="2524368" y="107459"/>
                </a:lnTo>
                <a:lnTo>
                  <a:pt x="2523740" y="107386"/>
                </a:lnTo>
                <a:lnTo>
                  <a:pt x="2523079" y="107331"/>
                </a:lnTo>
                <a:lnTo>
                  <a:pt x="2522385" y="107292"/>
                </a:lnTo>
                <a:lnTo>
                  <a:pt x="2521658" y="107266"/>
                </a:lnTo>
                <a:lnTo>
                  <a:pt x="2520899" y="107250"/>
                </a:lnTo>
                <a:lnTo>
                  <a:pt x="2520109" y="107242"/>
                </a:lnTo>
                <a:lnTo>
                  <a:pt x="2519287" y="107239"/>
                </a:lnTo>
                <a:lnTo>
                  <a:pt x="2518435" y="107238"/>
                </a:lnTo>
                <a:lnTo>
                  <a:pt x="2518435" y="60649"/>
                </a:lnTo>
                <a:lnTo>
                  <a:pt x="2518433" y="60076"/>
                </a:lnTo>
                <a:lnTo>
                  <a:pt x="2518425" y="59332"/>
                </a:lnTo>
                <a:lnTo>
                  <a:pt x="2518401" y="58434"/>
                </a:lnTo>
                <a:lnTo>
                  <a:pt x="2518355" y="57399"/>
                </a:lnTo>
                <a:lnTo>
                  <a:pt x="2518280" y="56246"/>
                </a:lnTo>
                <a:lnTo>
                  <a:pt x="2518167" y="54991"/>
                </a:lnTo>
                <a:lnTo>
                  <a:pt x="2518009" y="53651"/>
                </a:lnTo>
                <a:lnTo>
                  <a:pt x="2517799" y="52244"/>
                </a:lnTo>
                <a:lnTo>
                  <a:pt x="2517530" y="50788"/>
                </a:lnTo>
                <a:lnTo>
                  <a:pt x="2517193" y="49300"/>
                </a:lnTo>
                <a:lnTo>
                  <a:pt x="2516783" y="47797"/>
                </a:lnTo>
                <a:lnTo>
                  <a:pt x="2516290" y="46297"/>
                </a:lnTo>
                <a:lnTo>
                  <a:pt x="2515708" y="44817"/>
                </a:lnTo>
                <a:lnTo>
                  <a:pt x="2515029" y="43374"/>
                </a:lnTo>
                <a:lnTo>
                  <a:pt x="2514245" y="41986"/>
                </a:lnTo>
                <a:lnTo>
                  <a:pt x="2513350" y="40670"/>
                </a:lnTo>
                <a:lnTo>
                  <a:pt x="2512336" y="39444"/>
                </a:lnTo>
                <a:lnTo>
                  <a:pt x="2511196" y="38325"/>
                </a:lnTo>
                <a:lnTo>
                  <a:pt x="2509921" y="37331"/>
                </a:lnTo>
                <a:lnTo>
                  <a:pt x="2508505" y="36478"/>
                </a:lnTo>
                <a:lnTo>
                  <a:pt x="2506939" y="35784"/>
                </a:lnTo>
                <a:lnTo>
                  <a:pt x="2505218" y="35267"/>
                </a:lnTo>
                <a:lnTo>
                  <a:pt x="2503332" y="34945"/>
                </a:lnTo>
                <a:lnTo>
                  <a:pt x="2501275" y="34833"/>
                </a:lnTo>
                <a:lnTo>
                  <a:pt x="2500542" y="34846"/>
                </a:lnTo>
                <a:lnTo>
                  <a:pt x="2499788" y="34887"/>
                </a:lnTo>
                <a:lnTo>
                  <a:pt x="2499016" y="34955"/>
                </a:lnTo>
                <a:lnTo>
                  <a:pt x="2498228" y="35054"/>
                </a:lnTo>
                <a:lnTo>
                  <a:pt x="2497426" y="35182"/>
                </a:lnTo>
                <a:lnTo>
                  <a:pt x="2496612" y="35342"/>
                </a:lnTo>
                <a:lnTo>
                  <a:pt x="2495788" y="35535"/>
                </a:lnTo>
                <a:lnTo>
                  <a:pt x="2494956" y="35761"/>
                </a:lnTo>
                <a:lnTo>
                  <a:pt x="2494118" y="36023"/>
                </a:lnTo>
                <a:lnTo>
                  <a:pt x="2493276" y="36320"/>
                </a:lnTo>
                <a:lnTo>
                  <a:pt x="2492432" y="36654"/>
                </a:lnTo>
                <a:lnTo>
                  <a:pt x="2491588" y="37026"/>
                </a:lnTo>
                <a:lnTo>
                  <a:pt x="2490746" y="37438"/>
                </a:lnTo>
                <a:lnTo>
                  <a:pt x="2489908" y="37889"/>
                </a:lnTo>
                <a:lnTo>
                  <a:pt x="2489075" y="38382"/>
                </a:lnTo>
                <a:lnTo>
                  <a:pt x="2488251" y="38918"/>
                </a:lnTo>
                <a:lnTo>
                  <a:pt x="2487437" y="39497"/>
                </a:lnTo>
                <a:lnTo>
                  <a:pt x="2486635" y="40120"/>
                </a:lnTo>
                <a:lnTo>
                  <a:pt x="2485848" y="40790"/>
                </a:lnTo>
                <a:lnTo>
                  <a:pt x="2485076" y="41506"/>
                </a:lnTo>
                <a:lnTo>
                  <a:pt x="2484322" y="42270"/>
                </a:lnTo>
                <a:lnTo>
                  <a:pt x="2483588" y="43082"/>
                </a:lnTo>
                <a:lnTo>
                  <a:pt x="2482877" y="43945"/>
                </a:lnTo>
                <a:lnTo>
                  <a:pt x="2482189" y="44859"/>
                </a:lnTo>
                <a:lnTo>
                  <a:pt x="2481815" y="44056"/>
                </a:lnTo>
                <a:lnTo>
                  <a:pt x="2481415" y="43285"/>
                </a:lnTo>
                <a:lnTo>
                  <a:pt x="2480990" y="42547"/>
                </a:lnTo>
                <a:lnTo>
                  <a:pt x="2480542" y="41841"/>
                </a:lnTo>
                <a:lnTo>
                  <a:pt x="2480069" y="41168"/>
                </a:lnTo>
                <a:lnTo>
                  <a:pt x="2479574" y="40527"/>
                </a:lnTo>
                <a:lnTo>
                  <a:pt x="2479057" y="39920"/>
                </a:lnTo>
                <a:lnTo>
                  <a:pt x="2478519" y="39347"/>
                </a:lnTo>
                <a:lnTo>
                  <a:pt x="2477960" y="38806"/>
                </a:lnTo>
                <a:lnTo>
                  <a:pt x="2477381" y="38300"/>
                </a:lnTo>
                <a:lnTo>
                  <a:pt x="2476782" y="37827"/>
                </a:lnTo>
                <a:lnTo>
                  <a:pt x="2476164" y="37388"/>
                </a:lnTo>
                <a:lnTo>
                  <a:pt x="2475529" y="36983"/>
                </a:lnTo>
                <a:lnTo>
                  <a:pt x="2474876" y="36613"/>
                </a:lnTo>
                <a:lnTo>
                  <a:pt x="2474206" y="36277"/>
                </a:lnTo>
                <a:lnTo>
                  <a:pt x="2473521" y="35976"/>
                </a:lnTo>
                <a:lnTo>
                  <a:pt x="2472819" y="35709"/>
                </a:lnTo>
                <a:lnTo>
                  <a:pt x="2472103" y="35478"/>
                </a:lnTo>
                <a:lnTo>
                  <a:pt x="2471374" y="35282"/>
                </a:lnTo>
                <a:lnTo>
                  <a:pt x="2470630" y="35121"/>
                </a:lnTo>
                <a:lnTo>
                  <a:pt x="2469874" y="34995"/>
                </a:lnTo>
                <a:lnTo>
                  <a:pt x="2469106" y="34905"/>
                </a:lnTo>
                <a:lnTo>
                  <a:pt x="2468326" y="34851"/>
                </a:lnTo>
                <a:lnTo>
                  <a:pt x="2467536" y="34833"/>
                </a:lnTo>
                <a:lnTo>
                  <a:pt x="2466767" y="34847"/>
                </a:lnTo>
                <a:lnTo>
                  <a:pt x="2466002" y="34889"/>
                </a:lnTo>
                <a:lnTo>
                  <a:pt x="2465242" y="34957"/>
                </a:lnTo>
                <a:lnTo>
                  <a:pt x="2464487" y="35053"/>
                </a:lnTo>
                <a:lnTo>
                  <a:pt x="2463738" y="35174"/>
                </a:lnTo>
                <a:lnTo>
                  <a:pt x="2462994" y="35321"/>
                </a:lnTo>
                <a:lnTo>
                  <a:pt x="2462256" y="35494"/>
                </a:lnTo>
                <a:lnTo>
                  <a:pt x="2461524" y="35690"/>
                </a:lnTo>
                <a:lnTo>
                  <a:pt x="2460799" y="35911"/>
                </a:lnTo>
                <a:lnTo>
                  <a:pt x="2460082" y="36156"/>
                </a:lnTo>
                <a:lnTo>
                  <a:pt x="2459371" y="36423"/>
                </a:lnTo>
                <a:lnTo>
                  <a:pt x="2458668" y="36714"/>
                </a:lnTo>
                <a:lnTo>
                  <a:pt x="2457973" y="37026"/>
                </a:lnTo>
                <a:lnTo>
                  <a:pt x="2457287" y="37360"/>
                </a:lnTo>
                <a:lnTo>
                  <a:pt x="2456609" y="37715"/>
                </a:lnTo>
                <a:lnTo>
                  <a:pt x="2455941" y="38091"/>
                </a:lnTo>
                <a:lnTo>
                  <a:pt x="2455281" y="38486"/>
                </a:lnTo>
                <a:lnTo>
                  <a:pt x="2454632" y="38902"/>
                </a:lnTo>
                <a:lnTo>
                  <a:pt x="2453992" y="39336"/>
                </a:lnTo>
                <a:lnTo>
                  <a:pt x="2453363" y="39789"/>
                </a:lnTo>
                <a:lnTo>
                  <a:pt x="2452744" y="40260"/>
                </a:lnTo>
                <a:lnTo>
                  <a:pt x="2452137" y="40748"/>
                </a:lnTo>
                <a:lnTo>
                  <a:pt x="2451541" y="41254"/>
                </a:lnTo>
                <a:lnTo>
                  <a:pt x="2450956" y="41776"/>
                </a:lnTo>
                <a:lnTo>
                  <a:pt x="2450890" y="41079"/>
                </a:lnTo>
                <a:lnTo>
                  <a:pt x="2450790" y="40441"/>
                </a:lnTo>
                <a:lnTo>
                  <a:pt x="2450657" y="39857"/>
                </a:lnTo>
                <a:lnTo>
                  <a:pt x="2450492" y="39327"/>
                </a:lnTo>
                <a:lnTo>
                  <a:pt x="2450298" y="38847"/>
                </a:lnTo>
                <a:lnTo>
                  <a:pt x="2450077" y="38415"/>
                </a:lnTo>
                <a:lnTo>
                  <a:pt x="2449829" y="38029"/>
                </a:lnTo>
                <a:lnTo>
                  <a:pt x="2449557" y="37685"/>
                </a:lnTo>
                <a:lnTo>
                  <a:pt x="2449262" y="37382"/>
                </a:lnTo>
                <a:lnTo>
                  <a:pt x="2448946" y="37117"/>
                </a:lnTo>
                <a:lnTo>
                  <a:pt x="2448610" y="36887"/>
                </a:lnTo>
                <a:lnTo>
                  <a:pt x="2448257" y="36689"/>
                </a:lnTo>
                <a:lnTo>
                  <a:pt x="2447888" y="36522"/>
                </a:lnTo>
                <a:lnTo>
                  <a:pt x="2447504" y="36383"/>
                </a:lnTo>
                <a:lnTo>
                  <a:pt x="2447107" y="36269"/>
                </a:lnTo>
                <a:lnTo>
                  <a:pt x="2446700" y="36178"/>
                </a:lnTo>
                <a:lnTo>
                  <a:pt x="2446283" y="36107"/>
                </a:lnTo>
                <a:lnTo>
                  <a:pt x="2445859" y="36054"/>
                </a:lnTo>
                <a:lnTo>
                  <a:pt x="2445428" y="36015"/>
                </a:lnTo>
                <a:lnTo>
                  <a:pt x="2444993" y="35990"/>
                </a:lnTo>
                <a:lnTo>
                  <a:pt x="2444555" y="35974"/>
                </a:lnTo>
                <a:lnTo>
                  <a:pt x="2444117" y="35966"/>
                </a:lnTo>
                <a:lnTo>
                  <a:pt x="2443679" y="35963"/>
                </a:lnTo>
                <a:lnTo>
                  <a:pt x="2443243" y="35963"/>
                </a:lnTo>
                <a:lnTo>
                  <a:pt x="2437074" y="35963"/>
                </a:lnTo>
                <a:lnTo>
                  <a:pt x="2436702" y="35963"/>
                </a:lnTo>
                <a:lnTo>
                  <a:pt x="2436311" y="35966"/>
                </a:lnTo>
                <a:lnTo>
                  <a:pt x="2435904" y="35974"/>
                </a:lnTo>
                <a:lnTo>
                  <a:pt x="2435485" y="35990"/>
                </a:lnTo>
                <a:lnTo>
                  <a:pt x="2435055" y="36015"/>
                </a:lnTo>
                <a:lnTo>
                  <a:pt x="2434619" y="36053"/>
                </a:lnTo>
                <a:lnTo>
                  <a:pt x="2434180" y="36106"/>
                </a:lnTo>
                <a:lnTo>
                  <a:pt x="2433740" y="36177"/>
                </a:lnTo>
                <a:lnTo>
                  <a:pt x="2433302" y="36268"/>
                </a:lnTo>
                <a:lnTo>
                  <a:pt x="2432871" y="36381"/>
                </a:lnTo>
                <a:lnTo>
                  <a:pt x="2432448" y="36520"/>
                </a:lnTo>
                <a:lnTo>
                  <a:pt x="2432037" y="36686"/>
                </a:lnTo>
                <a:lnTo>
                  <a:pt x="2431642" y="36882"/>
                </a:lnTo>
                <a:lnTo>
                  <a:pt x="2431264" y="37111"/>
                </a:lnTo>
                <a:lnTo>
                  <a:pt x="2430908" y="37376"/>
                </a:lnTo>
                <a:lnTo>
                  <a:pt x="2430576" y="37677"/>
                </a:lnTo>
                <a:lnTo>
                  <a:pt x="2430272" y="38019"/>
                </a:lnTo>
                <a:lnTo>
                  <a:pt x="2429998" y="38404"/>
                </a:lnTo>
                <a:lnTo>
                  <a:pt x="2429758" y="38834"/>
                </a:lnTo>
                <a:lnTo>
                  <a:pt x="2429554" y="39312"/>
                </a:lnTo>
                <a:lnTo>
                  <a:pt x="2429391" y="39840"/>
                </a:lnTo>
                <a:lnTo>
                  <a:pt x="2429270" y="40420"/>
                </a:lnTo>
                <a:lnTo>
                  <a:pt x="2429195" y="41056"/>
                </a:lnTo>
                <a:lnTo>
                  <a:pt x="2429170" y="41750"/>
                </a:lnTo>
                <a:lnTo>
                  <a:pt x="2429191" y="42466"/>
                </a:lnTo>
                <a:lnTo>
                  <a:pt x="2429253" y="43122"/>
                </a:lnTo>
                <a:lnTo>
                  <a:pt x="2429357" y="43722"/>
                </a:lnTo>
                <a:lnTo>
                  <a:pt x="2429502" y="44267"/>
                </a:lnTo>
                <a:lnTo>
                  <a:pt x="2429687" y="44760"/>
                </a:lnTo>
                <a:lnTo>
                  <a:pt x="2429911" y="45204"/>
                </a:lnTo>
                <a:lnTo>
                  <a:pt x="2430175" y="45601"/>
                </a:lnTo>
                <a:lnTo>
                  <a:pt x="2430477" y="45954"/>
                </a:lnTo>
                <a:lnTo>
                  <a:pt x="2430817" y="46266"/>
                </a:lnTo>
                <a:lnTo>
                  <a:pt x="2431195" y="46539"/>
                </a:lnTo>
                <a:lnTo>
                  <a:pt x="2431611" y="46775"/>
                </a:lnTo>
                <a:lnTo>
                  <a:pt x="2432062" y="46978"/>
                </a:lnTo>
                <a:lnTo>
                  <a:pt x="2432551" y="47150"/>
                </a:lnTo>
                <a:lnTo>
                  <a:pt x="2433074" y="47293"/>
                </a:lnTo>
                <a:lnTo>
                  <a:pt x="2433633" y="47410"/>
                </a:lnTo>
                <a:lnTo>
                  <a:pt x="2434226" y="47504"/>
                </a:lnTo>
                <a:lnTo>
                  <a:pt x="2434854" y="47577"/>
                </a:lnTo>
                <a:lnTo>
                  <a:pt x="2435515" y="47631"/>
                </a:lnTo>
                <a:lnTo>
                  <a:pt x="2436209" y="47671"/>
                </a:lnTo>
                <a:lnTo>
                  <a:pt x="2436936" y="47697"/>
                </a:lnTo>
                <a:lnTo>
                  <a:pt x="2437695" y="47713"/>
                </a:lnTo>
                <a:lnTo>
                  <a:pt x="2438486" y="47721"/>
                </a:lnTo>
                <a:lnTo>
                  <a:pt x="2439308" y="47724"/>
                </a:lnTo>
                <a:lnTo>
                  <a:pt x="2440160" y="47725"/>
                </a:lnTo>
                <a:lnTo>
                  <a:pt x="2440160" y="107238"/>
                </a:lnTo>
                <a:lnTo>
                  <a:pt x="2439308" y="107239"/>
                </a:lnTo>
                <a:lnTo>
                  <a:pt x="2438486" y="107242"/>
                </a:lnTo>
                <a:lnTo>
                  <a:pt x="2437695" y="107250"/>
                </a:lnTo>
                <a:lnTo>
                  <a:pt x="2436936" y="107266"/>
                </a:lnTo>
                <a:lnTo>
                  <a:pt x="2436209" y="107292"/>
                </a:lnTo>
                <a:lnTo>
                  <a:pt x="2435515" y="107331"/>
                </a:lnTo>
                <a:lnTo>
                  <a:pt x="2434854" y="107386"/>
                </a:lnTo>
                <a:lnTo>
                  <a:pt x="2434226" y="107459"/>
                </a:lnTo>
                <a:lnTo>
                  <a:pt x="2433633" y="107553"/>
                </a:lnTo>
                <a:lnTo>
                  <a:pt x="2433074" y="107670"/>
                </a:lnTo>
                <a:lnTo>
                  <a:pt x="2432551" y="107813"/>
                </a:lnTo>
                <a:lnTo>
                  <a:pt x="2432062" y="107985"/>
                </a:lnTo>
                <a:lnTo>
                  <a:pt x="2431611" y="108188"/>
                </a:lnTo>
                <a:lnTo>
                  <a:pt x="2431195" y="108424"/>
                </a:lnTo>
                <a:lnTo>
                  <a:pt x="2430817" y="108697"/>
                </a:lnTo>
                <a:lnTo>
                  <a:pt x="2430477" y="109009"/>
                </a:lnTo>
                <a:lnTo>
                  <a:pt x="2430175" y="109362"/>
                </a:lnTo>
                <a:lnTo>
                  <a:pt x="2429911" y="109759"/>
                </a:lnTo>
                <a:lnTo>
                  <a:pt x="2429687" y="110203"/>
                </a:lnTo>
                <a:lnTo>
                  <a:pt x="2429502" y="110696"/>
                </a:lnTo>
                <a:lnTo>
                  <a:pt x="2429357" y="111241"/>
                </a:lnTo>
                <a:lnTo>
                  <a:pt x="2429253" y="111841"/>
                </a:lnTo>
                <a:lnTo>
                  <a:pt x="2429191" y="112497"/>
                </a:lnTo>
                <a:lnTo>
                  <a:pt x="2429170" y="113213"/>
                </a:lnTo>
                <a:lnTo>
                  <a:pt x="2429196" y="113907"/>
                </a:lnTo>
                <a:lnTo>
                  <a:pt x="2429274" y="114542"/>
                </a:lnTo>
                <a:lnTo>
                  <a:pt x="2429399" y="115122"/>
                </a:lnTo>
                <a:lnTo>
                  <a:pt x="2429568" y="115650"/>
                </a:lnTo>
                <a:lnTo>
                  <a:pt x="2429778" y="116127"/>
                </a:lnTo>
                <a:lnTo>
                  <a:pt x="2430025" y="116557"/>
                </a:lnTo>
                <a:lnTo>
                  <a:pt x="2430307" y="116942"/>
                </a:lnTo>
                <a:lnTo>
                  <a:pt x="2430619" y="117283"/>
                </a:lnTo>
                <a:lnTo>
                  <a:pt x="2430959" y="117585"/>
                </a:lnTo>
                <a:lnTo>
                  <a:pt x="2431323" y="117849"/>
                </a:lnTo>
                <a:lnTo>
                  <a:pt x="2431708" y="118078"/>
                </a:lnTo>
                <a:lnTo>
                  <a:pt x="2432110" y="118274"/>
                </a:lnTo>
                <a:lnTo>
                  <a:pt x="2432526" y="118440"/>
                </a:lnTo>
                <a:lnTo>
                  <a:pt x="2432953" y="118579"/>
                </a:lnTo>
                <a:lnTo>
                  <a:pt x="2433388" y="118692"/>
                </a:lnTo>
                <a:lnTo>
                  <a:pt x="2433826" y="118783"/>
                </a:lnTo>
                <a:lnTo>
                  <a:pt x="2434265" y="118854"/>
                </a:lnTo>
                <a:lnTo>
                  <a:pt x="2434701" y="118907"/>
                </a:lnTo>
                <a:lnTo>
                  <a:pt x="2435131" y="118945"/>
                </a:lnTo>
                <a:lnTo>
                  <a:pt x="2435552" y="118970"/>
                </a:lnTo>
                <a:lnTo>
                  <a:pt x="2435960" y="118986"/>
                </a:lnTo>
                <a:lnTo>
                  <a:pt x="2436352" y="118994"/>
                </a:lnTo>
                <a:lnTo>
                  <a:pt x="2436724" y="118997"/>
                </a:lnTo>
                <a:lnTo>
                  <a:pt x="2437074" y="118997"/>
                </a:lnTo>
                <a:lnTo>
                  <a:pt x="2454042" y="118997"/>
                </a:lnTo>
                <a:lnTo>
                  <a:pt x="2454414" y="118997"/>
                </a:lnTo>
                <a:lnTo>
                  <a:pt x="2454805" y="118994"/>
                </a:lnTo>
                <a:lnTo>
                  <a:pt x="2455212" y="118986"/>
                </a:lnTo>
                <a:lnTo>
                  <a:pt x="2455632" y="118970"/>
                </a:lnTo>
                <a:lnTo>
                  <a:pt x="2456061" y="118945"/>
                </a:lnTo>
                <a:lnTo>
                  <a:pt x="2456497" y="118907"/>
                </a:lnTo>
                <a:lnTo>
                  <a:pt x="2456936" y="118854"/>
                </a:lnTo>
                <a:lnTo>
                  <a:pt x="2457376" y="118783"/>
                </a:lnTo>
                <a:lnTo>
                  <a:pt x="2457813" y="118692"/>
                </a:lnTo>
                <a:lnTo>
                  <a:pt x="2458245" y="118579"/>
                </a:lnTo>
                <a:lnTo>
                  <a:pt x="2458667" y="118440"/>
                </a:lnTo>
                <a:lnTo>
                  <a:pt x="2459077" y="118274"/>
                </a:lnTo>
                <a:lnTo>
                  <a:pt x="2459473" y="118078"/>
                </a:lnTo>
                <a:lnTo>
                  <a:pt x="2459850" y="117849"/>
                </a:lnTo>
                <a:lnTo>
                  <a:pt x="2460206" y="117585"/>
                </a:lnTo>
                <a:lnTo>
                  <a:pt x="2460538" y="117283"/>
                </a:lnTo>
                <a:lnTo>
                  <a:pt x="2460842" y="116942"/>
                </a:lnTo>
                <a:lnTo>
                  <a:pt x="2461116" y="116557"/>
                </a:lnTo>
                <a:lnTo>
                  <a:pt x="2461356" y="116127"/>
                </a:lnTo>
                <a:lnTo>
                  <a:pt x="2461559" y="115650"/>
                </a:lnTo>
                <a:lnTo>
                  <a:pt x="2461723" y="115122"/>
                </a:lnTo>
                <a:lnTo>
                  <a:pt x="2461844" y="114542"/>
                </a:lnTo>
                <a:lnTo>
                  <a:pt x="2461918" y="113907"/>
                </a:lnTo>
                <a:lnTo>
                  <a:pt x="2461944" y="113213"/>
                </a:lnTo>
                <a:lnTo>
                  <a:pt x="2461923" y="112497"/>
                </a:lnTo>
                <a:lnTo>
                  <a:pt x="2461860" y="111841"/>
                </a:lnTo>
                <a:lnTo>
                  <a:pt x="2461756" y="111241"/>
                </a:lnTo>
                <a:lnTo>
                  <a:pt x="2461612" y="110696"/>
                </a:lnTo>
                <a:lnTo>
                  <a:pt x="2461427" y="110203"/>
                </a:lnTo>
                <a:lnTo>
                  <a:pt x="2461203" y="109759"/>
                </a:lnTo>
                <a:lnTo>
                  <a:pt x="2460940" y="109362"/>
                </a:lnTo>
                <a:lnTo>
                  <a:pt x="2460637" y="109009"/>
                </a:lnTo>
                <a:lnTo>
                  <a:pt x="2460297" y="108697"/>
                </a:lnTo>
                <a:lnTo>
                  <a:pt x="2459919" y="108424"/>
                </a:lnTo>
                <a:lnTo>
                  <a:pt x="2459504" y="108188"/>
                </a:lnTo>
                <a:lnTo>
                  <a:pt x="2459052" y="107985"/>
                </a:lnTo>
                <a:lnTo>
                  <a:pt x="2458565" y="107813"/>
                </a:lnTo>
                <a:lnTo>
                  <a:pt x="2458041" y="107670"/>
                </a:lnTo>
                <a:lnTo>
                  <a:pt x="2457483" y="107553"/>
                </a:lnTo>
                <a:lnTo>
                  <a:pt x="2456889" y="107459"/>
                </a:lnTo>
                <a:lnTo>
                  <a:pt x="2456262" y="107386"/>
                </a:lnTo>
                <a:lnTo>
                  <a:pt x="2455601" y="107331"/>
                </a:lnTo>
                <a:lnTo>
                  <a:pt x="2454907" y="107292"/>
                </a:lnTo>
                <a:lnTo>
                  <a:pt x="2454180" y="107266"/>
                </a:lnTo>
                <a:lnTo>
                  <a:pt x="2453421" y="107250"/>
                </a:lnTo>
                <a:lnTo>
                  <a:pt x="2452630" y="107242"/>
                </a:lnTo>
                <a:lnTo>
                  <a:pt x="2451809" y="107239"/>
                </a:lnTo>
                <a:lnTo>
                  <a:pt x="2450956" y="107238"/>
                </a:lnTo>
                <a:lnTo>
                  <a:pt x="2450956" y="72764"/>
                </a:lnTo>
                <a:lnTo>
                  <a:pt x="2450997" y="70666"/>
                </a:lnTo>
                <a:lnTo>
                  <a:pt x="2451116" y="68653"/>
                </a:lnTo>
                <a:lnTo>
                  <a:pt x="2451311" y="66724"/>
                </a:lnTo>
                <a:lnTo>
                  <a:pt x="2451578" y="64881"/>
                </a:lnTo>
                <a:lnTo>
                  <a:pt x="2451914" y="63124"/>
                </a:lnTo>
                <a:lnTo>
                  <a:pt x="2452315" y="61453"/>
                </a:lnTo>
                <a:lnTo>
                  <a:pt x="2452778" y="59868"/>
                </a:lnTo>
                <a:lnTo>
                  <a:pt x="2453298" y="58371"/>
                </a:lnTo>
                <a:lnTo>
                  <a:pt x="2453874" y="56961"/>
                </a:lnTo>
                <a:lnTo>
                  <a:pt x="2454502" y="55639"/>
                </a:lnTo>
                <a:lnTo>
                  <a:pt x="2455177" y="54405"/>
                </a:lnTo>
                <a:lnTo>
                  <a:pt x="2455897" y="53260"/>
                </a:lnTo>
                <a:lnTo>
                  <a:pt x="2456658" y="52204"/>
                </a:lnTo>
                <a:lnTo>
                  <a:pt x="2457457" y="51238"/>
                </a:lnTo>
                <a:lnTo>
                  <a:pt x="2458290" y="50361"/>
                </a:lnTo>
                <a:lnTo>
                  <a:pt x="2459154" y="49575"/>
                </a:lnTo>
                <a:lnTo>
                  <a:pt x="2460045" y="48880"/>
                </a:lnTo>
                <a:lnTo>
                  <a:pt x="2460961" y="48277"/>
                </a:lnTo>
                <a:lnTo>
                  <a:pt x="2461897" y="47765"/>
                </a:lnTo>
                <a:lnTo>
                  <a:pt x="2462850" y="47345"/>
                </a:lnTo>
                <a:lnTo>
                  <a:pt x="2463817" y="47017"/>
                </a:lnTo>
                <a:lnTo>
                  <a:pt x="2464794" y="46783"/>
                </a:lnTo>
                <a:lnTo>
                  <a:pt x="2465778" y="46642"/>
                </a:lnTo>
                <a:lnTo>
                  <a:pt x="2466765" y="46595"/>
                </a:lnTo>
                <a:lnTo>
                  <a:pt x="2467311" y="46613"/>
                </a:lnTo>
                <a:lnTo>
                  <a:pt x="2467837" y="46667"/>
                </a:lnTo>
                <a:lnTo>
                  <a:pt x="2468345" y="46760"/>
                </a:lnTo>
                <a:lnTo>
                  <a:pt x="2468833" y="46896"/>
                </a:lnTo>
                <a:lnTo>
                  <a:pt x="2469302" y="47075"/>
                </a:lnTo>
                <a:lnTo>
                  <a:pt x="2469750" y="47302"/>
                </a:lnTo>
                <a:lnTo>
                  <a:pt x="2470178" y="47579"/>
                </a:lnTo>
                <a:lnTo>
                  <a:pt x="2470585" y="47907"/>
                </a:lnTo>
                <a:lnTo>
                  <a:pt x="2470971" y="48291"/>
                </a:lnTo>
                <a:lnTo>
                  <a:pt x="2471335" y="48732"/>
                </a:lnTo>
                <a:lnTo>
                  <a:pt x="2471676" y="49233"/>
                </a:lnTo>
                <a:lnTo>
                  <a:pt x="2471995" y="49796"/>
                </a:lnTo>
                <a:lnTo>
                  <a:pt x="2472291" y="50425"/>
                </a:lnTo>
                <a:lnTo>
                  <a:pt x="2472563" y="51121"/>
                </a:lnTo>
                <a:lnTo>
                  <a:pt x="2472811" y="51888"/>
                </a:lnTo>
                <a:lnTo>
                  <a:pt x="2473035" y="52728"/>
                </a:lnTo>
                <a:lnTo>
                  <a:pt x="2473234" y="53643"/>
                </a:lnTo>
                <a:lnTo>
                  <a:pt x="2473408" y="54636"/>
                </a:lnTo>
                <a:lnTo>
                  <a:pt x="2473556" y="55711"/>
                </a:lnTo>
                <a:lnTo>
                  <a:pt x="2473679" y="56868"/>
                </a:lnTo>
                <a:lnTo>
                  <a:pt x="2473775" y="58111"/>
                </a:lnTo>
                <a:lnTo>
                  <a:pt x="2473844" y="59443"/>
                </a:lnTo>
                <a:lnTo>
                  <a:pt x="2473885" y="60865"/>
                </a:lnTo>
                <a:lnTo>
                  <a:pt x="2473899" y="62382"/>
                </a:lnTo>
                <a:lnTo>
                  <a:pt x="2473899" y="107238"/>
                </a:lnTo>
                <a:lnTo>
                  <a:pt x="2473436" y="107239"/>
                </a:lnTo>
                <a:lnTo>
                  <a:pt x="2472963" y="107242"/>
                </a:lnTo>
                <a:lnTo>
                  <a:pt x="2472483" y="107250"/>
                </a:lnTo>
                <a:lnTo>
                  <a:pt x="2471999" y="107266"/>
                </a:lnTo>
                <a:lnTo>
                  <a:pt x="2471513" y="107292"/>
                </a:lnTo>
                <a:lnTo>
                  <a:pt x="2471028" y="107331"/>
                </a:lnTo>
                <a:lnTo>
                  <a:pt x="2470547" y="107386"/>
                </a:lnTo>
                <a:lnTo>
                  <a:pt x="2470072" y="107459"/>
                </a:lnTo>
                <a:lnTo>
                  <a:pt x="2469605" y="107553"/>
                </a:lnTo>
                <a:lnTo>
                  <a:pt x="2469150" y="107670"/>
                </a:lnTo>
                <a:lnTo>
                  <a:pt x="2468709" y="107813"/>
                </a:lnTo>
                <a:lnTo>
                  <a:pt x="2468284" y="107985"/>
                </a:lnTo>
                <a:lnTo>
                  <a:pt x="2467878" y="108188"/>
                </a:lnTo>
                <a:lnTo>
                  <a:pt x="2467494" y="108424"/>
                </a:lnTo>
                <a:lnTo>
                  <a:pt x="2467134" y="108697"/>
                </a:lnTo>
                <a:lnTo>
                  <a:pt x="2466801" y="109009"/>
                </a:lnTo>
                <a:lnTo>
                  <a:pt x="2466497" y="109362"/>
                </a:lnTo>
                <a:lnTo>
                  <a:pt x="2466226" y="109759"/>
                </a:lnTo>
                <a:lnTo>
                  <a:pt x="2465989" y="110203"/>
                </a:lnTo>
                <a:lnTo>
                  <a:pt x="2465789" y="110696"/>
                </a:lnTo>
                <a:lnTo>
                  <a:pt x="2465630" y="111241"/>
                </a:lnTo>
                <a:lnTo>
                  <a:pt x="2465512" y="111841"/>
                </a:lnTo>
                <a:lnTo>
                  <a:pt x="2465440" y="112497"/>
                </a:lnTo>
                <a:lnTo>
                  <a:pt x="2465415" y="113213"/>
                </a:lnTo>
                <a:lnTo>
                  <a:pt x="2465442" y="113907"/>
                </a:lnTo>
                <a:lnTo>
                  <a:pt x="2465519" y="114542"/>
                </a:lnTo>
                <a:lnTo>
                  <a:pt x="2465644" y="115122"/>
                </a:lnTo>
                <a:lnTo>
                  <a:pt x="2465813" y="115650"/>
                </a:lnTo>
                <a:lnTo>
                  <a:pt x="2466023" y="116127"/>
                </a:lnTo>
                <a:lnTo>
                  <a:pt x="2466271" y="116557"/>
                </a:lnTo>
                <a:lnTo>
                  <a:pt x="2466553" y="116942"/>
                </a:lnTo>
                <a:lnTo>
                  <a:pt x="2466865" y="117283"/>
                </a:lnTo>
                <a:lnTo>
                  <a:pt x="2467205" y="117585"/>
                </a:lnTo>
                <a:lnTo>
                  <a:pt x="2467569" y="117849"/>
                </a:lnTo>
                <a:lnTo>
                  <a:pt x="2467954" y="118078"/>
                </a:lnTo>
                <a:lnTo>
                  <a:pt x="2468356" y="118274"/>
                </a:lnTo>
                <a:lnTo>
                  <a:pt x="2468772" y="118440"/>
                </a:lnTo>
                <a:lnTo>
                  <a:pt x="2469199" y="118579"/>
                </a:lnTo>
                <a:lnTo>
                  <a:pt x="2469633" y="118692"/>
                </a:lnTo>
                <a:lnTo>
                  <a:pt x="2470071" y="118783"/>
                </a:lnTo>
                <a:lnTo>
                  <a:pt x="2470510" y="118854"/>
                </a:lnTo>
                <a:lnTo>
                  <a:pt x="2470947" y="118907"/>
                </a:lnTo>
                <a:lnTo>
                  <a:pt x="2471377" y="118945"/>
                </a:lnTo>
                <a:lnTo>
                  <a:pt x="2471798" y="118970"/>
                </a:lnTo>
                <a:lnTo>
                  <a:pt x="2472206" y="118986"/>
                </a:lnTo>
                <a:lnTo>
                  <a:pt x="2472597" y="118994"/>
                </a:lnTo>
                <a:lnTo>
                  <a:pt x="2472970" y="118997"/>
                </a:lnTo>
                <a:lnTo>
                  <a:pt x="2473320" y="118997"/>
                </a:lnTo>
                <a:lnTo>
                  <a:pt x="2487779" y="118997"/>
                </a:lnTo>
                <a:lnTo>
                  <a:pt x="2488151" y="118997"/>
                </a:lnTo>
                <a:lnTo>
                  <a:pt x="2488542" y="118994"/>
                </a:lnTo>
                <a:lnTo>
                  <a:pt x="2488948" y="118986"/>
                </a:lnTo>
                <a:lnTo>
                  <a:pt x="2489368" y="118970"/>
                </a:lnTo>
                <a:lnTo>
                  <a:pt x="2489798" y="118945"/>
                </a:lnTo>
                <a:lnTo>
                  <a:pt x="2490234" y="118907"/>
                </a:lnTo>
                <a:lnTo>
                  <a:pt x="2490673" y="118854"/>
                </a:lnTo>
                <a:lnTo>
                  <a:pt x="2491113" y="118783"/>
                </a:lnTo>
                <a:lnTo>
                  <a:pt x="2491550" y="118692"/>
                </a:lnTo>
                <a:lnTo>
                  <a:pt x="2491982" y="118579"/>
                </a:lnTo>
                <a:lnTo>
                  <a:pt x="2492405" y="118440"/>
                </a:lnTo>
                <a:lnTo>
                  <a:pt x="2492815" y="118274"/>
                </a:lnTo>
                <a:lnTo>
                  <a:pt x="2493211" y="118078"/>
                </a:lnTo>
                <a:lnTo>
                  <a:pt x="2493588" y="117849"/>
                </a:lnTo>
                <a:lnTo>
                  <a:pt x="2493944" y="117585"/>
                </a:lnTo>
                <a:lnTo>
                  <a:pt x="2494276" y="117283"/>
                </a:lnTo>
                <a:lnTo>
                  <a:pt x="2494581" y="116942"/>
                </a:lnTo>
                <a:lnTo>
                  <a:pt x="2494855" y="116557"/>
                </a:lnTo>
                <a:lnTo>
                  <a:pt x="2495095" y="116127"/>
                </a:lnTo>
                <a:lnTo>
                  <a:pt x="2495298" y="115650"/>
                </a:lnTo>
                <a:lnTo>
                  <a:pt x="2495462" y="115122"/>
                </a:lnTo>
                <a:lnTo>
                  <a:pt x="2495583" y="114542"/>
                </a:lnTo>
                <a:lnTo>
                  <a:pt x="2495657" y="113907"/>
                </a:lnTo>
                <a:lnTo>
                  <a:pt x="2495683" y="113213"/>
                </a:lnTo>
                <a:lnTo>
                  <a:pt x="2495662" y="112497"/>
                </a:lnTo>
                <a:lnTo>
                  <a:pt x="2495599" y="111841"/>
                </a:lnTo>
                <a:lnTo>
                  <a:pt x="2495496" y="111241"/>
                </a:lnTo>
                <a:lnTo>
                  <a:pt x="2495351" y="110696"/>
                </a:lnTo>
                <a:lnTo>
                  <a:pt x="2495166" y="110203"/>
                </a:lnTo>
                <a:lnTo>
                  <a:pt x="2494942" y="109759"/>
                </a:lnTo>
                <a:lnTo>
                  <a:pt x="2494679" y="109362"/>
                </a:lnTo>
                <a:lnTo>
                  <a:pt x="2494377" y="109009"/>
                </a:lnTo>
                <a:lnTo>
                  <a:pt x="2494036" y="108697"/>
                </a:lnTo>
                <a:lnTo>
                  <a:pt x="2493658" y="108424"/>
                </a:lnTo>
                <a:lnTo>
                  <a:pt x="2493243" y="108188"/>
                </a:lnTo>
                <a:lnTo>
                  <a:pt x="2492792" y="107985"/>
                </a:lnTo>
                <a:lnTo>
                  <a:pt x="2492304" y="107813"/>
                </a:lnTo>
                <a:lnTo>
                  <a:pt x="2491780" y="107670"/>
                </a:lnTo>
                <a:lnTo>
                  <a:pt x="2491222" y="107553"/>
                </a:lnTo>
                <a:lnTo>
                  <a:pt x="2490628" y="107459"/>
                </a:lnTo>
                <a:lnTo>
                  <a:pt x="2490001" y="107386"/>
                </a:lnTo>
                <a:lnTo>
                  <a:pt x="2489340" y="107331"/>
                </a:lnTo>
                <a:lnTo>
                  <a:pt x="2488646" y="107292"/>
                </a:lnTo>
                <a:lnTo>
                  <a:pt x="2487919" y="107266"/>
                </a:lnTo>
                <a:lnTo>
                  <a:pt x="2487160" y="107250"/>
                </a:lnTo>
                <a:lnTo>
                  <a:pt x="2486370" y="107242"/>
                </a:lnTo>
                <a:lnTo>
                  <a:pt x="2485548" y="107239"/>
                </a:lnTo>
                <a:lnTo>
                  <a:pt x="2484696" y="107238"/>
                </a:lnTo>
                <a:lnTo>
                  <a:pt x="2484696" y="72779"/>
                </a:lnTo>
                <a:lnTo>
                  <a:pt x="2484736" y="70679"/>
                </a:lnTo>
                <a:lnTo>
                  <a:pt x="2484856" y="68664"/>
                </a:lnTo>
                <a:lnTo>
                  <a:pt x="2485051" y="66734"/>
                </a:lnTo>
                <a:lnTo>
                  <a:pt x="2485318" y="64890"/>
                </a:lnTo>
                <a:lnTo>
                  <a:pt x="2485653" y="63131"/>
                </a:lnTo>
                <a:lnTo>
                  <a:pt x="2486054" y="61459"/>
                </a:lnTo>
                <a:lnTo>
                  <a:pt x="2486517" y="59874"/>
                </a:lnTo>
                <a:lnTo>
                  <a:pt x="2487038" y="58375"/>
                </a:lnTo>
                <a:lnTo>
                  <a:pt x="2487613" y="56964"/>
                </a:lnTo>
                <a:lnTo>
                  <a:pt x="2488241" y="55642"/>
                </a:lnTo>
                <a:lnTo>
                  <a:pt x="2488916" y="54407"/>
                </a:lnTo>
                <a:lnTo>
                  <a:pt x="2489636" y="53262"/>
                </a:lnTo>
                <a:lnTo>
                  <a:pt x="2490397" y="52205"/>
                </a:lnTo>
                <a:lnTo>
                  <a:pt x="2491196" y="51239"/>
                </a:lnTo>
                <a:lnTo>
                  <a:pt x="2492029" y="50362"/>
                </a:lnTo>
                <a:lnTo>
                  <a:pt x="2492893" y="49576"/>
                </a:lnTo>
                <a:lnTo>
                  <a:pt x="2493784" y="48881"/>
                </a:lnTo>
                <a:lnTo>
                  <a:pt x="2494700" y="48277"/>
                </a:lnTo>
                <a:lnTo>
                  <a:pt x="2495636" y="47765"/>
                </a:lnTo>
                <a:lnTo>
                  <a:pt x="2496589" y="47345"/>
                </a:lnTo>
                <a:lnTo>
                  <a:pt x="2497556" y="47017"/>
                </a:lnTo>
                <a:lnTo>
                  <a:pt x="2498533" y="46783"/>
                </a:lnTo>
                <a:lnTo>
                  <a:pt x="2499517" y="46642"/>
                </a:lnTo>
                <a:lnTo>
                  <a:pt x="2500505" y="46595"/>
                </a:lnTo>
                <a:lnTo>
                  <a:pt x="2501050" y="46613"/>
                </a:lnTo>
                <a:lnTo>
                  <a:pt x="2501576" y="46667"/>
                </a:lnTo>
                <a:lnTo>
                  <a:pt x="2502084" y="46760"/>
                </a:lnTo>
                <a:lnTo>
                  <a:pt x="2502572" y="46896"/>
                </a:lnTo>
                <a:lnTo>
                  <a:pt x="2503041" y="47075"/>
                </a:lnTo>
                <a:lnTo>
                  <a:pt x="2503490" y="47302"/>
                </a:lnTo>
                <a:lnTo>
                  <a:pt x="2503917" y="47579"/>
                </a:lnTo>
                <a:lnTo>
                  <a:pt x="2504324" y="47907"/>
                </a:lnTo>
                <a:lnTo>
                  <a:pt x="2504710" y="48291"/>
                </a:lnTo>
                <a:lnTo>
                  <a:pt x="2505074" y="48732"/>
                </a:lnTo>
                <a:lnTo>
                  <a:pt x="2505415" y="49233"/>
                </a:lnTo>
                <a:lnTo>
                  <a:pt x="2505734" y="49796"/>
                </a:lnTo>
                <a:lnTo>
                  <a:pt x="2506030" y="50425"/>
                </a:lnTo>
                <a:lnTo>
                  <a:pt x="2506302" y="51121"/>
                </a:lnTo>
                <a:lnTo>
                  <a:pt x="2506550" y="51888"/>
                </a:lnTo>
                <a:lnTo>
                  <a:pt x="2506774" y="52728"/>
                </a:lnTo>
                <a:lnTo>
                  <a:pt x="2506973" y="53643"/>
                </a:lnTo>
                <a:lnTo>
                  <a:pt x="2507147" y="54636"/>
                </a:lnTo>
                <a:lnTo>
                  <a:pt x="2507296" y="55711"/>
                </a:lnTo>
                <a:lnTo>
                  <a:pt x="2507418" y="56868"/>
                </a:lnTo>
                <a:lnTo>
                  <a:pt x="2507514" y="58111"/>
                </a:lnTo>
                <a:lnTo>
                  <a:pt x="2507583" y="59443"/>
                </a:lnTo>
                <a:lnTo>
                  <a:pt x="2507624" y="60865"/>
                </a:lnTo>
                <a:lnTo>
                  <a:pt x="2507638" y="62382"/>
                </a:lnTo>
                <a:lnTo>
                  <a:pt x="2507638" y="107238"/>
                </a:lnTo>
                <a:lnTo>
                  <a:pt x="2507175" y="107239"/>
                </a:lnTo>
                <a:lnTo>
                  <a:pt x="2506701" y="107242"/>
                </a:lnTo>
                <a:lnTo>
                  <a:pt x="2506221" y="107250"/>
                </a:lnTo>
                <a:lnTo>
                  <a:pt x="2505737" y="107266"/>
                </a:lnTo>
                <a:lnTo>
                  <a:pt x="2505251" y="107292"/>
                </a:lnTo>
                <a:lnTo>
                  <a:pt x="2504766" y="107331"/>
                </a:lnTo>
                <a:lnTo>
                  <a:pt x="2504285" y="107386"/>
                </a:lnTo>
                <a:lnTo>
                  <a:pt x="2503810" y="107459"/>
                </a:lnTo>
                <a:lnTo>
                  <a:pt x="2503343" y="107553"/>
                </a:lnTo>
                <a:lnTo>
                  <a:pt x="2502888" y="107670"/>
                </a:lnTo>
                <a:lnTo>
                  <a:pt x="2502447" y="107813"/>
                </a:lnTo>
                <a:lnTo>
                  <a:pt x="2502022" y="107985"/>
                </a:lnTo>
                <a:lnTo>
                  <a:pt x="2501616" y="108188"/>
                </a:lnTo>
                <a:lnTo>
                  <a:pt x="2501232" y="108424"/>
                </a:lnTo>
                <a:lnTo>
                  <a:pt x="2500872" y="108697"/>
                </a:lnTo>
                <a:lnTo>
                  <a:pt x="2500539" y="109009"/>
                </a:lnTo>
                <a:lnTo>
                  <a:pt x="2500236" y="109362"/>
                </a:lnTo>
                <a:lnTo>
                  <a:pt x="2499965" y="109759"/>
                </a:lnTo>
                <a:lnTo>
                  <a:pt x="2499728" y="110203"/>
                </a:lnTo>
                <a:lnTo>
                  <a:pt x="2499528" y="110696"/>
                </a:lnTo>
                <a:lnTo>
                  <a:pt x="2499369" y="111241"/>
                </a:lnTo>
                <a:lnTo>
                  <a:pt x="2499251" y="111841"/>
                </a:lnTo>
                <a:lnTo>
                  <a:pt x="2499179" y="112497"/>
                </a:lnTo>
                <a:lnTo>
                  <a:pt x="2499154" y="113213"/>
                </a:lnTo>
                <a:lnTo>
                  <a:pt x="2499181" y="113907"/>
                </a:lnTo>
                <a:lnTo>
                  <a:pt x="2499258" y="114542"/>
                </a:lnTo>
                <a:lnTo>
                  <a:pt x="2499383" y="115122"/>
                </a:lnTo>
                <a:lnTo>
                  <a:pt x="2499552" y="115650"/>
                </a:lnTo>
                <a:lnTo>
                  <a:pt x="2499762" y="116127"/>
                </a:lnTo>
                <a:lnTo>
                  <a:pt x="2500010" y="116557"/>
                </a:lnTo>
                <a:lnTo>
                  <a:pt x="2500291" y="116942"/>
                </a:lnTo>
                <a:lnTo>
                  <a:pt x="2500604" y="117283"/>
                </a:lnTo>
                <a:lnTo>
                  <a:pt x="2500943" y="117585"/>
                </a:lnTo>
                <a:lnTo>
                  <a:pt x="2501307" y="117849"/>
                </a:lnTo>
                <a:lnTo>
                  <a:pt x="2501692" y="118078"/>
                </a:lnTo>
                <a:lnTo>
                  <a:pt x="2502094" y="118274"/>
                </a:lnTo>
                <a:lnTo>
                  <a:pt x="2502510" y="118440"/>
                </a:lnTo>
                <a:lnTo>
                  <a:pt x="2502937" y="118579"/>
                </a:lnTo>
                <a:lnTo>
                  <a:pt x="2503371" y="118692"/>
                </a:lnTo>
                <a:lnTo>
                  <a:pt x="2503809" y="118783"/>
                </a:lnTo>
                <a:lnTo>
                  <a:pt x="2504248" y="118854"/>
                </a:lnTo>
                <a:lnTo>
                  <a:pt x="2504685" y="118907"/>
                </a:lnTo>
                <a:lnTo>
                  <a:pt x="2505115" y="118945"/>
                </a:lnTo>
                <a:lnTo>
                  <a:pt x="2505536" y="118970"/>
                </a:lnTo>
                <a:lnTo>
                  <a:pt x="2505944" y="118986"/>
                </a:lnTo>
                <a:lnTo>
                  <a:pt x="2506336" y="118994"/>
                </a:lnTo>
                <a:lnTo>
                  <a:pt x="2506709" y="118997"/>
                </a:lnTo>
                <a:lnTo>
                  <a:pt x="2507059" y="118997"/>
                </a:lnTo>
                <a:lnTo>
                  <a:pt x="2521518" y="118997"/>
                </a:lnTo>
                <a:lnTo>
                  <a:pt x="2521890" y="118997"/>
                </a:lnTo>
                <a:lnTo>
                  <a:pt x="2522281" y="118994"/>
                </a:lnTo>
                <a:lnTo>
                  <a:pt x="2522688" y="118986"/>
                </a:lnTo>
                <a:lnTo>
                  <a:pt x="2523107" y="118970"/>
                </a:lnTo>
                <a:lnTo>
                  <a:pt x="2523537" y="118945"/>
                </a:lnTo>
                <a:lnTo>
                  <a:pt x="2523973" y="118907"/>
                </a:lnTo>
                <a:lnTo>
                  <a:pt x="2524412" y="118854"/>
                </a:lnTo>
                <a:lnTo>
                  <a:pt x="2524852" y="118783"/>
                </a:lnTo>
                <a:lnTo>
                  <a:pt x="2525290" y="118692"/>
                </a:lnTo>
                <a:lnTo>
                  <a:pt x="2525721" y="118579"/>
                </a:lnTo>
                <a:lnTo>
                  <a:pt x="2526144" y="118440"/>
                </a:lnTo>
                <a:lnTo>
                  <a:pt x="2526554" y="118274"/>
                </a:lnTo>
                <a:lnTo>
                  <a:pt x="2526950" y="118078"/>
                </a:lnTo>
                <a:lnTo>
                  <a:pt x="2527327" y="117849"/>
                </a:lnTo>
                <a:lnTo>
                  <a:pt x="2527684" y="117585"/>
                </a:lnTo>
                <a:lnTo>
                  <a:pt x="2528016" y="117283"/>
                </a:lnTo>
                <a:lnTo>
                  <a:pt x="2528320" y="116942"/>
                </a:lnTo>
                <a:lnTo>
                  <a:pt x="2528594" y="116557"/>
                </a:lnTo>
                <a:lnTo>
                  <a:pt x="2528834" y="116127"/>
                </a:lnTo>
                <a:lnTo>
                  <a:pt x="2529038" y="115650"/>
                </a:lnTo>
                <a:lnTo>
                  <a:pt x="2529201" y="115122"/>
                </a:lnTo>
                <a:lnTo>
                  <a:pt x="2529322" y="114542"/>
                </a:lnTo>
                <a:lnTo>
                  <a:pt x="2529397" y="113907"/>
                </a:lnTo>
                <a:lnTo>
                  <a:pt x="2529422" y="113213"/>
                </a:lnTo>
                <a:lnTo>
                  <a:pt x="2529401" y="112497"/>
                </a:lnTo>
                <a:lnTo>
                  <a:pt x="2529339" y="111841"/>
                </a:lnTo>
                <a:lnTo>
                  <a:pt x="2529235" y="111241"/>
                </a:lnTo>
                <a:lnTo>
                  <a:pt x="2529090" y="110696"/>
                </a:lnTo>
                <a:lnTo>
                  <a:pt x="2528906" y="110203"/>
                </a:lnTo>
                <a:lnTo>
                  <a:pt x="2528681" y="109759"/>
                </a:lnTo>
                <a:close/>
                <a:moveTo>
                  <a:pt x="2731112" y="109759"/>
                </a:moveTo>
                <a:lnTo>
                  <a:pt x="2730849" y="109362"/>
                </a:lnTo>
                <a:lnTo>
                  <a:pt x="2730547" y="109009"/>
                </a:lnTo>
                <a:lnTo>
                  <a:pt x="2730207" y="108697"/>
                </a:lnTo>
                <a:lnTo>
                  <a:pt x="2729829" y="108424"/>
                </a:lnTo>
                <a:lnTo>
                  <a:pt x="2729414" y="108188"/>
                </a:lnTo>
                <a:lnTo>
                  <a:pt x="2728962" y="107985"/>
                </a:lnTo>
                <a:lnTo>
                  <a:pt x="2728474" y="107813"/>
                </a:lnTo>
                <a:lnTo>
                  <a:pt x="2727951" y="107670"/>
                </a:lnTo>
                <a:lnTo>
                  <a:pt x="2727392" y="107553"/>
                </a:lnTo>
                <a:lnTo>
                  <a:pt x="2726799" y="107459"/>
                </a:lnTo>
                <a:lnTo>
                  <a:pt x="2726171" y="107386"/>
                </a:lnTo>
                <a:lnTo>
                  <a:pt x="2725510" y="107331"/>
                </a:lnTo>
                <a:lnTo>
                  <a:pt x="2724816" y="107292"/>
                </a:lnTo>
                <a:lnTo>
                  <a:pt x="2724089" y="107266"/>
                </a:lnTo>
                <a:lnTo>
                  <a:pt x="2723330" y="107250"/>
                </a:lnTo>
                <a:lnTo>
                  <a:pt x="2722540" y="107242"/>
                </a:lnTo>
                <a:lnTo>
                  <a:pt x="2721718" y="107239"/>
                </a:lnTo>
                <a:lnTo>
                  <a:pt x="2720866" y="107238"/>
                </a:lnTo>
                <a:lnTo>
                  <a:pt x="2720866" y="60649"/>
                </a:lnTo>
                <a:lnTo>
                  <a:pt x="2720864" y="60076"/>
                </a:lnTo>
                <a:lnTo>
                  <a:pt x="2720856" y="59332"/>
                </a:lnTo>
                <a:lnTo>
                  <a:pt x="2720832" y="58434"/>
                </a:lnTo>
                <a:lnTo>
                  <a:pt x="2720786" y="57399"/>
                </a:lnTo>
                <a:lnTo>
                  <a:pt x="2720711" y="56246"/>
                </a:lnTo>
                <a:lnTo>
                  <a:pt x="2720598" y="54991"/>
                </a:lnTo>
                <a:lnTo>
                  <a:pt x="2720440" y="53651"/>
                </a:lnTo>
                <a:lnTo>
                  <a:pt x="2720230" y="52244"/>
                </a:lnTo>
                <a:lnTo>
                  <a:pt x="2719961" y="50788"/>
                </a:lnTo>
                <a:lnTo>
                  <a:pt x="2719624" y="49300"/>
                </a:lnTo>
                <a:lnTo>
                  <a:pt x="2719214" y="47797"/>
                </a:lnTo>
                <a:lnTo>
                  <a:pt x="2718721" y="46297"/>
                </a:lnTo>
                <a:lnTo>
                  <a:pt x="2718139" y="44817"/>
                </a:lnTo>
                <a:lnTo>
                  <a:pt x="2717460" y="43374"/>
                </a:lnTo>
                <a:lnTo>
                  <a:pt x="2716676" y="41986"/>
                </a:lnTo>
                <a:lnTo>
                  <a:pt x="2715781" y="40670"/>
                </a:lnTo>
                <a:lnTo>
                  <a:pt x="2714767" y="39444"/>
                </a:lnTo>
                <a:lnTo>
                  <a:pt x="2713627" y="38325"/>
                </a:lnTo>
                <a:lnTo>
                  <a:pt x="2712352" y="37331"/>
                </a:lnTo>
                <a:lnTo>
                  <a:pt x="2710936" y="36478"/>
                </a:lnTo>
                <a:lnTo>
                  <a:pt x="2709370" y="35784"/>
                </a:lnTo>
                <a:lnTo>
                  <a:pt x="2707649" y="35267"/>
                </a:lnTo>
                <a:lnTo>
                  <a:pt x="2705763" y="34945"/>
                </a:lnTo>
                <a:lnTo>
                  <a:pt x="2703706" y="34833"/>
                </a:lnTo>
                <a:lnTo>
                  <a:pt x="2702973" y="34846"/>
                </a:lnTo>
                <a:lnTo>
                  <a:pt x="2702219" y="34887"/>
                </a:lnTo>
                <a:lnTo>
                  <a:pt x="2701447" y="34955"/>
                </a:lnTo>
                <a:lnTo>
                  <a:pt x="2700659" y="35054"/>
                </a:lnTo>
                <a:lnTo>
                  <a:pt x="2699857" y="35182"/>
                </a:lnTo>
                <a:lnTo>
                  <a:pt x="2699043" y="35342"/>
                </a:lnTo>
                <a:lnTo>
                  <a:pt x="2698219" y="35535"/>
                </a:lnTo>
                <a:lnTo>
                  <a:pt x="2697387" y="35761"/>
                </a:lnTo>
                <a:lnTo>
                  <a:pt x="2696549" y="36023"/>
                </a:lnTo>
                <a:lnTo>
                  <a:pt x="2695707" y="36320"/>
                </a:lnTo>
                <a:lnTo>
                  <a:pt x="2694863" y="36654"/>
                </a:lnTo>
                <a:lnTo>
                  <a:pt x="2694019" y="37026"/>
                </a:lnTo>
                <a:lnTo>
                  <a:pt x="2693177" y="37438"/>
                </a:lnTo>
                <a:lnTo>
                  <a:pt x="2692339" y="37889"/>
                </a:lnTo>
                <a:lnTo>
                  <a:pt x="2691506" y="38382"/>
                </a:lnTo>
                <a:lnTo>
                  <a:pt x="2690682" y="38918"/>
                </a:lnTo>
                <a:lnTo>
                  <a:pt x="2689868" y="39497"/>
                </a:lnTo>
                <a:lnTo>
                  <a:pt x="2689066" y="40120"/>
                </a:lnTo>
                <a:lnTo>
                  <a:pt x="2688279" y="40790"/>
                </a:lnTo>
                <a:lnTo>
                  <a:pt x="2687507" y="41506"/>
                </a:lnTo>
                <a:lnTo>
                  <a:pt x="2686753" y="42270"/>
                </a:lnTo>
                <a:lnTo>
                  <a:pt x="2686019" y="43082"/>
                </a:lnTo>
                <a:lnTo>
                  <a:pt x="2685308" y="43945"/>
                </a:lnTo>
                <a:lnTo>
                  <a:pt x="2684620" y="44859"/>
                </a:lnTo>
                <a:lnTo>
                  <a:pt x="2684246" y="44056"/>
                </a:lnTo>
                <a:lnTo>
                  <a:pt x="2683846" y="43285"/>
                </a:lnTo>
                <a:lnTo>
                  <a:pt x="2683421" y="42547"/>
                </a:lnTo>
                <a:lnTo>
                  <a:pt x="2682973" y="41841"/>
                </a:lnTo>
                <a:lnTo>
                  <a:pt x="2682500" y="41168"/>
                </a:lnTo>
                <a:lnTo>
                  <a:pt x="2682005" y="40527"/>
                </a:lnTo>
                <a:lnTo>
                  <a:pt x="2681488" y="39920"/>
                </a:lnTo>
                <a:lnTo>
                  <a:pt x="2680950" y="39347"/>
                </a:lnTo>
                <a:lnTo>
                  <a:pt x="2680391" y="38806"/>
                </a:lnTo>
                <a:lnTo>
                  <a:pt x="2679812" y="38300"/>
                </a:lnTo>
                <a:lnTo>
                  <a:pt x="2679213" y="37827"/>
                </a:lnTo>
                <a:lnTo>
                  <a:pt x="2678595" y="37388"/>
                </a:lnTo>
                <a:lnTo>
                  <a:pt x="2677960" y="36983"/>
                </a:lnTo>
                <a:lnTo>
                  <a:pt x="2677307" y="36613"/>
                </a:lnTo>
                <a:lnTo>
                  <a:pt x="2676637" y="36277"/>
                </a:lnTo>
                <a:lnTo>
                  <a:pt x="2675952" y="35976"/>
                </a:lnTo>
                <a:lnTo>
                  <a:pt x="2675250" y="35709"/>
                </a:lnTo>
                <a:lnTo>
                  <a:pt x="2674534" y="35478"/>
                </a:lnTo>
                <a:lnTo>
                  <a:pt x="2673805" y="35282"/>
                </a:lnTo>
                <a:lnTo>
                  <a:pt x="2673061" y="35121"/>
                </a:lnTo>
                <a:lnTo>
                  <a:pt x="2672305" y="34995"/>
                </a:lnTo>
                <a:lnTo>
                  <a:pt x="2671537" y="34905"/>
                </a:lnTo>
                <a:lnTo>
                  <a:pt x="2670757" y="34851"/>
                </a:lnTo>
                <a:lnTo>
                  <a:pt x="2669967" y="34833"/>
                </a:lnTo>
                <a:lnTo>
                  <a:pt x="2669198" y="34847"/>
                </a:lnTo>
                <a:lnTo>
                  <a:pt x="2668433" y="34889"/>
                </a:lnTo>
                <a:lnTo>
                  <a:pt x="2667673" y="34957"/>
                </a:lnTo>
                <a:lnTo>
                  <a:pt x="2666918" y="35053"/>
                </a:lnTo>
                <a:lnTo>
                  <a:pt x="2666169" y="35174"/>
                </a:lnTo>
                <a:lnTo>
                  <a:pt x="2665425" y="35321"/>
                </a:lnTo>
                <a:lnTo>
                  <a:pt x="2664687" y="35494"/>
                </a:lnTo>
                <a:lnTo>
                  <a:pt x="2663955" y="35690"/>
                </a:lnTo>
                <a:lnTo>
                  <a:pt x="2663230" y="35911"/>
                </a:lnTo>
                <a:lnTo>
                  <a:pt x="2662513" y="36156"/>
                </a:lnTo>
                <a:lnTo>
                  <a:pt x="2661802" y="36423"/>
                </a:lnTo>
                <a:lnTo>
                  <a:pt x="2661099" y="36714"/>
                </a:lnTo>
                <a:lnTo>
                  <a:pt x="2660404" y="37026"/>
                </a:lnTo>
                <a:lnTo>
                  <a:pt x="2659718" y="37360"/>
                </a:lnTo>
                <a:lnTo>
                  <a:pt x="2659040" y="37715"/>
                </a:lnTo>
                <a:lnTo>
                  <a:pt x="2658372" y="38091"/>
                </a:lnTo>
                <a:lnTo>
                  <a:pt x="2657712" y="38486"/>
                </a:lnTo>
                <a:lnTo>
                  <a:pt x="2657063" y="38902"/>
                </a:lnTo>
                <a:lnTo>
                  <a:pt x="2656423" y="39336"/>
                </a:lnTo>
                <a:lnTo>
                  <a:pt x="2655794" y="39789"/>
                </a:lnTo>
                <a:lnTo>
                  <a:pt x="2655175" y="40260"/>
                </a:lnTo>
                <a:lnTo>
                  <a:pt x="2654568" y="40748"/>
                </a:lnTo>
                <a:lnTo>
                  <a:pt x="2653972" y="41254"/>
                </a:lnTo>
                <a:lnTo>
                  <a:pt x="2653387" y="41776"/>
                </a:lnTo>
                <a:lnTo>
                  <a:pt x="2653321" y="41079"/>
                </a:lnTo>
                <a:lnTo>
                  <a:pt x="2653221" y="40441"/>
                </a:lnTo>
                <a:lnTo>
                  <a:pt x="2653088" y="39857"/>
                </a:lnTo>
                <a:lnTo>
                  <a:pt x="2652923" y="39327"/>
                </a:lnTo>
                <a:lnTo>
                  <a:pt x="2652729" y="38847"/>
                </a:lnTo>
                <a:lnTo>
                  <a:pt x="2652508" y="38415"/>
                </a:lnTo>
                <a:lnTo>
                  <a:pt x="2652260" y="38029"/>
                </a:lnTo>
                <a:lnTo>
                  <a:pt x="2651988" y="37685"/>
                </a:lnTo>
                <a:lnTo>
                  <a:pt x="2651693" y="37382"/>
                </a:lnTo>
                <a:lnTo>
                  <a:pt x="2651377" y="37117"/>
                </a:lnTo>
                <a:lnTo>
                  <a:pt x="2651041" y="36887"/>
                </a:lnTo>
                <a:lnTo>
                  <a:pt x="2650688" y="36689"/>
                </a:lnTo>
                <a:lnTo>
                  <a:pt x="2650319" y="36522"/>
                </a:lnTo>
                <a:lnTo>
                  <a:pt x="2649935" y="36383"/>
                </a:lnTo>
                <a:lnTo>
                  <a:pt x="2649538" y="36269"/>
                </a:lnTo>
                <a:lnTo>
                  <a:pt x="2649131" y="36178"/>
                </a:lnTo>
                <a:lnTo>
                  <a:pt x="2648714" y="36107"/>
                </a:lnTo>
                <a:lnTo>
                  <a:pt x="2648290" y="36054"/>
                </a:lnTo>
                <a:lnTo>
                  <a:pt x="2647859" y="36015"/>
                </a:lnTo>
                <a:lnTo>
                  <a:pt x="2647424" y="35990"/>
                </a:lnTo>
                <a:lnTo>
                  <a:pt x="2646986" y="35974"/>
                </a:lnTo>
                <a:lnTo>
                  <a:pt x="2646548" y="35966"/>
                </a:lnTo>
                <a:lnTo>
                  <a:pt x="2646110" y="35963"/>
                </a:lnTo>
                <a:lnTo>
                  <a:pt x="2645674" y="35963"/>
                </a:lnTo>
                <a:lnTo>
                  <a:pt x="2639505" y="35963"/>
                </a:lnTo>
                <a:lnTo>
                  <a:pt x="2639133" y="35963"/>
                </a:lnTo>
                <a:lnTo>
                  <a:pt x="2638742" y="35966"/>
                </a:lnTo>
                <a:lnTo>
                  <a:pt x="2638335" y="35974"/>
                </a:lnTo>
                <a:lnTo>
                  <a:pt x="2637916" y="35990"/>
                </a:lnTo>
                <a:lnTo>
                  <a:pt x="2637486" y="36015"/>
                </a:lnTo>
                <a:lnTo>
                  <a:pt x="2637050" y="36053"/>
                </a:lnTo>
                <a:lnTo>
                  <a:pt x="2636611" y="36106"/>
                </a:lnTo>
                <a:lnTo>
                  <a:pt x="2636171" y="36177"/>
                </a:lnTo>
                <a:lnTo>
                  <a:pt x="2635733" y="36268"/>
                </a:lnTo>
                <a:lnTo>
                  <a:pt x="2635302" y="36381"/>
                </a:lnTo>
                <a:lnTo>
                  <a:pt x="2634879" y="36520"/>
                </a:lnTo>
                <a:lnTo>
                  <a:pt x="2634468" y="36686"/>
                </a:lnTo>
                <a:lnTo>
                  <a:pt x="2634073" y="36882"/>
                </a:lnTo>
                <a:lnTo>
                  <a:pt x="2633695" y="37111"/>
                </a:lnTo>
                <a:lnTo>
                  <a:pt x="2633339" y="37376"/>
                </a:lnTo>
                <a:lnTo>
                  <a:pt x="2633007" y="37677"/>
                </a:lnTo>
                <a:lnTo>
                  <a:pt x="2632703" y="38019"/>
                </a:lnTo>
                <a:lnTo>
                  <a:pt x="2632429" y="38404"/>
                </a:lnTo>
                <a:lnTo>
                  <a:pt x="2632189" y="38834"/>
                </a:lnTo>
                <a:lnTo>
                  <a:pt x="2631985" y="39312"/>
                </a:lnTo>
                <a:lnTo>
                  <a:pt x="2631822" y="39840"/>
                </a:lnTo>
                <a:lnTo>
                  <a:pt x="2631701" y="40420"/>
                </a:lnTo>
                <a:lnTo>
                  <a:pt x="2631626" y="41056"/>
                </a:lnTo>
                <a:lnTo>
                  <a:pt x="2631601" y="41750"/>
                </a:lnTo>
                <a:lnTo>
                  <a:pt x="2631622" y="42466"/>
                </a:lnTo>
                <a:lnTo>
                  <a:pt x="2631684" y="43122"/>
                </a:lnTo>
                <a:lnTo>
                  <a:pt x="2631788" y="43722"/>
                </a:lnTo>
                <a:lnTo>
                  <a:pt x="2631933" y="44267"/>
                </a:lnTo>
                <a:lnTo>
                  <a:pt x="2632118" y="44760"/>
                </a:lnTo>
                <a:lnTo>
                  <a:pt x="2632342" y="45204"/>
                </a:lnTo>
                <a:lnTo>
                  <a:pt x="2632606" y="45601"/>
                </a:lnTo>
                <a:lnTo>
                  <a:pt x="2632908" y="45954"/>
                </a:lnTo>
                <a:lnTo>
                  <a:pt x="2633248" y="46266"/>
                </a:lnTo>
                <a:lnTo>
                  <a:pt x="2633626" y="46539"/>
                </a:lnTo>
                <a:lnTo>
                  <a:pt x="2634042" y="46775"/>
                </a:lnTo>
                <a:lnTo>
                  <a:pt x="2634493" y="46978"/>
                </a:lnTo>
                <a:lnTo>
                  <a:pt x="2634982" y="47150"/>
                </a:lnTo>
                <a:lnTo>
                  <a:pt x="2635505" y="47293"/>
                </a:lnTo>
                <a:lnTo>
                  <a:pt x="2636064" y="47410"/>
                </a:lnTo>
                <a:lnTo>
                  <a:pt x="2636657" y="47504"/>
                </a:lnTo>
                <a:lnTo>
                  <a:pt x="2637285" y="47577"/>
                </a:lnTo>
                <a:lnTo>
                  <a:pt x="2637946" y="47631"/>
                </a:lnTo>
                <a:lnTo>
                  <a:pt x="2638640" y="47671"/>
                </a:lnTo>
                <a:lnTo>
                  <a:pt x="2639367" y="47697"/>
                </a:lnTo>
                <a:lnTo>
                  <a:pt x="2640126" y="47713"/>
                </a:lnTo>
                <a:lnTo>
                  <a:pt x="2640917" y="47721"/>
                </a:lnTo>
                <a:lnTo>
                  <a:pt x="2641739" y="47724"/>
                </a:lnTo>
                <a:lnTo>
                  <a:pt x="2642591" y="47725"/>
                </a:lnTo>
                <a:lnTo>
                  <a:pt x="2642591" y="107238"/>
                </a:lnTo>
                <a:lnTo>
                  <a:pt x="2641739" y="107239"/>
                </a:lnTo>
                <a:lnTo>
                  <a:pt x="2640917" y="107242"/>
                </a:lnTo>
                <a:lnTo>
                  <a:pt x="2640126" y="107250"/>
                </a:lnTo>
                <a:lnTo>
                  <a:pt x="2639367" y="107266"/>
                </a:lnTo>
                <a:lnTo>
                  <a:pt x="2638640" y="107292"/>
                </a:lnTo>
                <a:lnTo>
                  <a:pt x="2637946" y="107331"/>
                </a:lnTo>
                <a:lnTo>
                  <a:pt x="2637285" y="107386"/>
                </a:lnTo>
                <a:lnTo>
                  <a:pt x="2636657" y="107459"/>
                </a:lnTo>
                <a:lnTo>
                  <a:pt x="2636064" y="107553"/>
                </a:lnTo>
                <a:lnTo>
                  <a:pt x="2635505" y="107670"/>
                </a:lnTo>
                <a:lnTo>
                  <a:pt x="2634982" y="107813"/>
                </a:lnTo>
                <a:lnTo>
                  <a:pt x="2634493" y="107985"/>
                </a:lnTo>
                <a:lnTo>
                  <a:pt x="2634042" y="108188"/>
                </a:lnTo>
                <a:lnTo>
                  <a:pt x="2633626" y="108424"/>
                </a:lnTo>
                <a:lnTo>
                  <a:pt x="2633248" y="108697"/>
                </a:lnTo>
                <a:lnTo>
                  <a:pt x="2632908" y="109009"/>
                </a:lnTo>
                <a:lnTo>
                  <a:pt x="2632606" y="109362"/>
                </a:lnTo>
                <a:lnTo>
                  <a:pt x="2632342" y="109759"/>
                </a:lnTo>
                <a:lnTo>
                  <a:pt x="2632118" y="110203"/>
                </a:lnTo>
                <a:lnTo>
                  <a:pt x="2631933" y="110696"/>
                </a:lnTo>
                <a:lnTo>
                  <a:pt x="2631788" y="111241"/>
                </a:lnTo>
                <a:lnTo>
                  <a:pt x="2631684" y="111841"/>
                </a:lnTo>
                <a:lnTo>
                  <a:pt x="2631622" y="112497"/>
                </a:lnTo>
                <a:lnTo>
                  <a:pt x="2631601" y="113213"/>
                </a:lnTo>
                <a:lnTo>
                  <a:pt x="2631627" y="113907"/>
                </a:lnTo>
                <a:lnTo>
                  <a:pt x="2631705" y="114542"/>
                </a:lnTo>
                <a:lnTo>
                  <a:pt x="2631830" y="115122"/>
                </a:lnTo>
                <a:lnTo>
                  <a:pt x="2631999" y="115650"/>
                </a:lnTo>
                <a:lnTo>
                  <a:pt x="2632209" y="116127"/>
                </a:lnTo>
                <a:lnTo>
                  <a:pt x="2632456" y="116557"/>
                </a:lnTo>
                <a:lnTo>
                  <a:pt x="2632738" y="116942"/>
                </a:lnTo>
                <a:lnTo>
                  <a:pt x="2633050" y="117283"/>
                </a:lnTo>
                <a:lnTo>
                  <a:pt x="2633390" y="117585"/>
                </a:lnTo>
                <a:lnTo>
                  <a:pt x="2633754" y="117849"/>
                </a:lnTo>
                <a:lnTo>
                  <a:pt x="2634139" y="118078"/>
                </a:lnTo>
                <a:lnTo>
                  <a:pt x="2634541" y="118274"/>
                </a:lnTo>
                <a:lnTo>
                  <a:pt x="2634957" y="118440"/>
                </a:lnTo>
                <a:lnTo>
                  <a:pt x="2635384" y="118579"/>
                </a:lnTo>
                <a:lnTo>
                  <a:pt x="2635819" y="118692"/>
                </a:lnTo>
                <a:lnTo>
                  <a:pt x="2636257" y="118783"/>
                </a:lnTo>
                <a:lnTo>
                  <a:pt x="2636696" y="118854"/>
                </a:lnTo>
                <a:lnTo>
                  <a:pt x="2637132" y="118907"/>
                </a:lnTo>
                <a:lnTo>
                  <a:pt x="2637562" y="118945"/>
                </a:lnTo>
                <a:lnTo>
                  <a:pt x="2637983" y="118970"/>
                </a:lnTo>
                <a:lnTo>
                  <a:pt x="2638391" y="118986"/>
                </a:lnTo>
                <a:lnTo>
                  <a:pt x="2638783" y="118994"/>
                </a:lnTo>
                <a:lnTo>
                  <a:pt x="2639155" y="118997"/>
                </a:lnTo>
                <a:lnTo>
                  <a:pt x="2639505" y="118997"/>
                </a:lnTo>
                <a:lnTo>
                  <a:pt x="2656473" y="118997"/>
                </a:lnTo>
                <a:lnTo>
                  <a:pt x="2656845" y="118997"/>
                </a:lnTo>
                <a:lnTo>
                  <a:pt x="2657236" y="118994"/>
                </a:lnTo>
                <a:lnTo>
                  <a:pt x="2657643" y="118986"/>
                </a:lnTo>
                <a:lnTo>
                  <a:pt x="2658063" y="118970"/>
                </a:lnTo>
                <a:lnTo>
                  <a:pt x="2658492" y="118945"/>
                </a:lnTo>
                <a:lnTo>
                  <a:pt x="2658928" y="118907"/>
                </a:lnTo>
                <a:lnTo>
                  <a:pt x="2659367" y="118854"/>
                </a:lnTo>
                <a:lnTo>
                  <a:pt x="2659807" y="118783"/>
                </a:lnTo>
                <a:lnTo>
                  <a:pt x="2660244" y="118692"/>
                </a:lnTo>
                <a:lnTo>
                  <a:pt x="2660676" y="118579"/>
                </a:lnTo>
                <a:lnTo>
                  <a:pt x="2661098" y="118440"/>
                </a:lnTo>
                <a:lnTo>
                  <a:pt x="2661509" y="118274"/>
                </a:lnTo>
                <a:lnTo>
                  <a:pt x="2661904" y="118078"/>
                </a:lnTo>
                <a:lnTo>
                  <a:pt x="2662281" y="117849"/>
                </a:lnTo>
                <a:lnTo>
                  <a:pt x="2662637" y="117585"/>
                </a:lnTo>
                <a:lnTo>
                  <a:pt x="2662969" y="117283"/>
                </a:lnTo>
                <a:lnTo>
                  <a:pt x="2663273" y="116942"/>
                </a:lnTo>
                <a:lnTo>
                  <a:pt x="2663547" y="116557"/>
                </a:lnTo>
                <a:lnTo>
                  <a:pt x="2663787" y="116127"/>
                </a:lnTo>
                <a:lnTo>
                  <a:pt x="2663990" y="115650"/>
                </a:lnTo>
                <a:lnTo>
                  <a:pt x="2664154" y="115122"/>
                </a:lnTo>
                <a:lnTo>
                  <a:pt x="2664275" y="114542"/>
                </a:lnTo>
                <a:lnTo>
                  <a:pt x="2664349" y="113907"/>
                </a:lnTo>
                <a:lnTo>
                  <a:pt x="2664375" y="113213"/>
                </a:lnTo>
                <a:lnTo>
                  <a:pt x="2664354" y="112497"/>
                </a:lnTo>
                <a:lnTo>
                  <a:pt x="2664291" y="111841"/>
                </a:lnTo>
                <a:lnTo>
                  <a:pt x="2664187" y="111241"/>
                </a:lnTo>
                <a:lnTo>
                  <a:pt x="2664043" y="110696"/>
                </a:lnTo>
                <a:lnTo>
                  <a:pt x="2663858" y="110203"/>
                </a:lnTo>
                <a:lnTo>
                  <a:pt x="2663634" y="109759"/>
                </a:lnTo>
                <a:lnTo>
                  <a:pt x="2663371" y="109362"/>
                </a:lnTo>
                <a:lnTo>
                  <a:pt x="2663068" y="109009"/>
                </a:lnTo>
                <a:lnTo>
                  <a:pt x="2662728" y="108697"/>
                </a:lnTo>
                <a:lnTo>
                  <a:pt x="2662350" y="108424"/>
                </a:lnTo>
                <a:lnTo>
                  <a:pt x="2661935" y="108188"/>
                </a:lnTo>
                <a:lnTo>
                  <a:pt x="2661484" y="107985"/>
                </a:lnTo>
                <a:lnTo>
                  <a:pt x="2660996" y="107813"/>
                </a:lnTo>
                <a:lnTo>
                  <a:pt x="2660472" y="107670"/>
                </a:lnTo>
                <a:lnTo>
                  <a:pt x="2659914" y="107553"/>
                </a:lnTo>
                <a:lnTo>
                  <a:pt x="2659320" y="107459"/>
                </a:lnTo>
                <a:lnTo>
                  <a:pt x="2658693" y="107386"/>
                </a:lnTo>
                <a:lnTo>
                  <a:pt x="2658032" y="107331"/>
                </a:lnTo>
                <a:lnTo>
                  <a:pt x="2657338" y="107292"/>
                </a:lnTo>
                <a:lnTo>
                  <a:pt x="2656611" y="107266"/>
                </a:lnTo>
                <a:lnTo>
                  <a:pt x="2655852" y="107250"/>
                </a:lnTo>
                <a:lnTo>
                  <a:pt x="2655061" y="107242"/>
                </a:lnTo>
                <a:lnTo>
                  <a:pt x="2654240" y="107239"/>
                </a:lnTo>
                <a:lnTo>
                  <a:pt x="2653387" y="107238"/>
                </a:lnTo>
                <a:lnTo>
                  <a:pt x="2653387" y="72764"/>
                </a:lnTo>
                <a:lnTo>
                  <a:pt x="2653428" y="70666"/>
                </a:lnTo>
                <a:lnTo>
                  <a:pt x="2653547" y="68653"/>
                </a:lnTo>
                <a:lnTo>
                  <a:pt x="2653742" y="66724"/>
                </a:lnTo>
                <a:lnTo>
                  <a:pt x="2654009" y="64881"/>
                </a:lnTo>
                <a:lnTo>
                  <a:pt x="2654345" y="63124"/>
                </a:lnTo>
                <a:lnTo>
                  <a:pt x="2654746" y="61453"/>
                </a:lnTo>
                <a:lnTo>
                  <a:pt x="2655209" y="59868"/>
                </a:lnTo>
                <a:lnTo>
                  <a:pt x="2655729" y="58371"/>
                </a:lnTo>
                <a:lnTo>
                  <a:pt x="2656305" y="56961"/>
                </a:lnTo>
                <a:lnTo>
                  <a:pt x="2656933" y="55639"/>
                </a:lnTo>
                <a:lnTo>
                  <a:pt x="2657608" y="54405"/>
                </a:lnTo>
                <a:lnTo>
                  <a:pt x="2658328" y="53260"/>
                </a:lnTo>
                <a:lnTo>
                  <a:pt x="2659089" y="52204"/>
                </a:lnTo>
                <a:lnTo>
                  <a:pt x="2659888" y="51238"/>
                </a:lnTo>
                <a:lnTo>
                  <a:pt x="2660721" y="50361"/>
                </a:lnTo>
                <a:lnTo>
                  <a:pt x="2661585" y="49575"/>
                </a:lnTo>
                <a:lnTo>
                  <a:pt x="2662476" y="48880"/>
                </a:lnTo>
                <a:lnTo>
                  <a:pt x="2663392" y="48277"/>
                </a:lnTo>
                <a:lnTo>
                  <a:pt x="2664328" y="47765"/>
                </a:lnTo>
                <a:lnTo>
                  <a:pt x="2665281" y="47345"/>
                </a:lnTo>
                <a:lnTo>
                  <a:pt x="2666248" y="47017"/>
                </a:lnTo>
                <a:lnTo>
                  <a:pt x="2667225" y="46783"/>
                </a:lnTo>
                <a:lnTo>
                  <a:pt x="2668209" y="46642"/>
                </a:lnTo>
                <a:lnTo>
                  <a:pt x="2669196" y="46595"/>
                </a:lnTo>
                <a:lnTo>
                  <a:pt x="2669742" y="46613"/>
                </a:lnTo>
                <a:lnTo>
                  <a:pt x="2670268" y="46667"/>
                </a:lnTo>
                <a:lnTo>
                  <a:pt x="2670776" y="46760"/>
                </a:lnTo>
                <a:lnTo>
                  <a:pt x="2671264" y="46896"/>
                </a:lnTo>
                <a:lnTo>
                  <a:pt x="2671733" y="47075"/>
                </a:lnTo>
                <a:lnTo>
                  <a:pt x="2672181" y="47302"/>
                </a:lnTo>
                <a:lnTo>
                  <a:pt x="2672609" y="47579"/>
                </a:lnTo>
                <a:lnTo>
                  <a:pt x="2673016" y="47907"/>
                </a:lnTo>
                <a:lnTo>
                  <a:pt x="2673402" y="48291"/>
                </a:lnTo>
                <a:lnTo>
                  <a:pt x="2673766" y="48732"/>
                </a:lnTo>
                <a:lnTo>
                  <a:pt x="2674107" y="49233"/>
                </a:lnTo>
                <a:lnTo>
                  <a:pt x="2674426" y="49796"/>
                </a:lnTo>
                <a:lnTo>
                  <a:pt x="2674722" y="50425"/>
                </a:lnTo>
                <a:lnTo>
                  <a:pt x="2674994" y="51121"/>
                </a:lnTo>
                <a:lnTo>
                  <a:pt x="2675242" y="51888"/>
                </a:lnTo>
                <a:lnTo>
                  <a:pt x="2675466" y="52728"/>
                </a:lnTo>
                <a:lnTo>
                  <a:pt x="2675665" y="53643"/>
                </a:lnTo>
                <a:lnTo>
                  <a:pt x="2675839" y="54636"/>
                </a:lnTo>
                <a:lnTo>
                  <a:pt x="2675987" y="55711"/>
                </a:lnTo>
                <a:lnTo>
                  <a:pt x="2676110" y="56868"/>
                </a:lnTo>
                <a:lnTo>
                  <a:pt x="2676206" y="58111"/>
                </a:lnTo>
                <a:lnTo>
                  <a:pt x="2676275" y="59443"/>
                </a:lnTo>
                <a:lnTo>
                  <a:pt x="2676316" y="60865"/>
                </a:lnTo>
                <a:lnTo>
                  <a:pt x="2676330" y="62382"/>
                </a:lnTo>
                <a:lnTo>
                  <a:pt x="2676330" y="107238"/>
                </a:lnTo>
                <a:lnTo>
                  <a:pt x="2675867" y="107239"/>
                </a:lnTo>
                <a:lnTo>
                  <a:pt x="2675394" y="107242"/>
                </a:lnTo>
                <a:lnTo>
                  <a:pt x="2674914" y="107250"/>
                </a:lnTo>
                <a:lnTo>
                  <a:pt x="2674430" y="107266"/>
                </a:lnTo>
                <a:lnTo>
                  <a:pt x="2673944" y="107292"/>
                </a:lnTo>
                <a:lnTo>
                  <a:pt x="2673460" y="107331"/>
                </a:lnTo>
                <a:lnTo>
                  <a:pt x="2672978" y="107386"/>
                </a:lnTo>
                <a:lnTo>
                  <a:pt x="2672503" y="107459"/>
                </a:lnTo>
                <a:lnTo>
                  <a:pt x="2672036" y="107553"/>
                </a:lnTo>
                <a:lnTo>
                  <a:pt x="2671581" y="107670"/>
                </a:lnTo>
                <a:lnTo>
                  <a:pt x="2671140" y="107813"/>
                </a:lnTo>
                <a:lnTo>
                  <a:pt x="2670715" y="107985"/>
                </a:lnTo>
                <a:lnTo>
                  <a:pt x="2670309" y="108188"/>
                </a:lnTo>
                <a:lnTo>
                  <a:pt x="2669925" y="108424"/>
                </a:lnTo>
                <a:lnTo>
                  <a:pt x="2669565" y="108697"/>
                </a:lnTo>
                <a:lnTo>
                  <a:pt x="2669232" y="109009"/>
                </a:lnTo>
                <a:lnTo>
                  <a:pt x="2668928" y="109362"/>
                </a:lnTo>
                <a:lnTo>
                  <a:pt x="2668657" y="109759"/>
                </a:lnTo>
                <a:lnTo>
                  <a:pt x="2668420" y="110203"/>
                </a:lnTo>
                <a:lnTo>
                  <a:pt x="2668220" y="110696"/>
                </a:lnTo>
                <a:lnTo>
                  <a:pt x="2668061" y="111241"/>
                </a:lnTo>
                <a:lnTo>
                  <a:pt x="2667943" y="111841"/>
                </a:lnTo>
                <a:lnTo>
                  <a:pt x="2667871" y="112497"/>
                </a:lnTo>
                <a:lnTo>
                  <a:pt x="2667846" y="113213"/>
                </a:lnTo>
                <a:lnTo>
                  <a:pt x="2667873" y="113907"/>
                </a:lnTo>
                <a:lnTo>
                  <a:pt x="2667950" y="114542"/>
                </a:lnTo>
                <a:lnTo>
                  <a:pt x="2668075" y="115122"/>
                </a:lnTo>
                <a:lnTo>
                  <a:pt x="2668244" y="115650"/>
                </a:lnTo>
                <a:lnTo>
                  <a:pt x="2668454" y="116127"/>
                </a:lnTo>
                <a:lnTo>
                  <a:pt x="2668702" y="116557"/>
                </a:lnTo>
                <a:lnTo>
                  <a:pt x="2668984" y="116942"/>
                </a:lnTo>
                <a:lnTo>
                  <a:pt x="2669296" y="117283"/>
                </a:lnTo>
                <a:lnTo>
                  <a:pt x="2669636" y="117585"/>
                </a:lnTo>
                <a:lnTo>
                  <a:pt x="2670000" y="117849"/>
                </a:lnTo>
                <a:lnTo>
                  <a:pt x="2670385" y="118078"/>
                </a:lnTo>
                <a:lnTo>
                  <a:pt x="2670787" y="118274"/>
                </a:lnTo>
                <a:lnTo>
                  <a:pt x="2671203" y="118440"/>
                </a:lnTo>
                <a:lnTo>
                  <a:pt x="2671630" y="118579"/>
                </a:lnTo>
                <a:lnTo>
                  <a:pt x="2672064" y="118692"/>
                </a:lnTo>
                <a:lnTo>
                  <a:pt x="2672502" y="118783"/>
                </a:lnTo>
                <a:lnTo>
                  <a:pt x="2672941" y="118854"/>
                </a:lnTo>
                <a:lnTo>
                  <a:pt x="2673378" y="118907"/>
                </a:lnTo>
                <a:lnTo>
                  <a:pt x="2673808" y="118945"/>
                </a:lnTo>
                <a:lnTo>
                  <a:pt x="2674229" y="118970"/>
                </a:lnTo>
                <a:lnTo>
                  <a:pt x="2674637" y="118986"/>
                </a:lnTo>
                <a:lnTo>
                  <a:pt x="2675029" y="118994"/>
                </a:lnTo>
                <a:lnTo>
                  <a:pt x="2675401" y="118997"/>
                </a:lnTo>
                <a:lnTo>
                  <a:pt x="2675751" y="118997"/>
                </a:lnTo>
                <a:lnTo>
                  <a:pt x="2690210" y="118997"/>
                </a:lnTo>
                <a:lnTo>
                  <a:pt x="2690582" y="118997"/>
                </a:lnTo>
                <a:lnTo>
                  <a:pt x="2690973" y="118994"/>
                </a:lnTo>
                <a:lnTo>
                  <a:pt x="2691379" y="118986"/>
                </a:lnTo>
                <a:lnTo>
                  <a:pt x="2691799" y="118970"/>
                </a:lnTo>
                <a:lnTo>
                  <a:pt x="2692229" y="118945"/>
                </a:lnTo>
                <a:lnTo>
                  <a:pt x="2692665" y="118907"/>
                </a:lnTo>
                <a:lnTo>
                  <a:pt x="2693104" y="118854"/>
                </a:lnTo>
                <a:lnTo>
                  <a:pt x="2693544" y="118783"/>
                </a:lnTo>
                <a:lnTo>
                  <a:pt x="2693981" y="118692"/>
                </a:lnTo>
                <a:lnTo>
                  <a:pt x="2694413" y="118579"/>
                </a:lnTo>
                <a:lnTo>
                  <a:pt x="2694836" y="118440"/>
                </a:lnTo>
                <a:lnTo>
                  <a:pt x="2695246" y="118274"/>
                </a:lnTo>
                <a:lnTo>
                  <a:pt x="2695642" y="118078"/>
                </a:lnTo>
                <a:lnTo>
                  <a:pt x="2696019" y="117849"/>
                </a:lnTo>
                <a:lnTo>
                  <a:pt x="2696376" y="117585"/>
                </a:lnTo>
                <a:lnTo>
                  <a:pt x="2696707" y="117283"/>
                </a:lnTo>
                <a:lnTo>
                  <a:pt x="2697012" y="116942"/>
                </a:lnTo>
                <a:lnTo>
                  <a:pt x="2697286" y="116557"/>
                </a:lnTo>
                <a:lnTo>
                  <a:pt x="2697526" y="116127"/>
                </a:lnTo>
                <a:lnTo>
                  <a:pt x="2697729" y="115650"/>
                </a:lnTo>
                <a:lnTo>
                  <a:pt x="2697893" y="115122"/>
                </a:lnTo>
                <a:lnTo>
                  <a:pt x="2698014" y="114542"/>
                </a:lnTo>
                <a:lnTo>
                  <a:pt x="2698088" y="113907"/>
                </a:lnTo>
                <a:lnTo>
                  <a:pt x="2698114" y="113213"/>
                </a:lnTo>
                <a:lnTo>
                  <a:pt x="2698093" y="112497"/>
                </a:lnTo>
                <a:lnTo>
                  <a:pt x="2698030" y="111841"/>
                </a:lnTo>
                <a:lnTo>
                  <a:pt x="2697927" y="111241"/>
                </a:lnTo>
                <a:lnTo>
                  <a:pt x="2697782" y="110696"/>
                </a:lnTo>
                <a:lnTo>
                  <a:pt x="2697597" y="110203"/>
                </a:lnTo>
                <a:lnTo>
                  <a:pt x="2697373" y="109759"/>
                </a:lnTo>
                <a:lnTo>
                  <a:pt x="2697110" y="109362"/>
                </a:lnTo>
                <a:lnTo>
                  <a:pt x="2696808" y="109009"/>
                </a:lnTo>
                <a:lnTo>
                  <a:pt x="2696467" y="108697"/>
                </a:lnTo>
                <a:lnTo>
                  <a:pt x="2696089" y="108424"/>
                </a:lnTo>
                <a:lnTo>
                  <a:pt x="2695674" y="108188"/>
                </a:lnTo>
                <a:lnTo>
                  <a:pt x="2695223" y="107985"/>
                </a:lnTo>
                <a:lnTo>
                  <a:pt x="2694735" y="107813"/>
                </a:lnTo>
                <a:lnTo>
                  <a:pt x="2694211" y="107670"/>
                </a:lnTo>
                <a:lnTo>
                  <a:pt x="2693653" y="107553"/>
                </a:lnTo>
                <a:lnTo>
                  <a:pt x="2693059" y="107459"/>
                </a:lnTo>
                <a:lnTo>
                  <a:pt x="2692432" y="107386"/>
                </a:lnTo>
                <a:lnTo>
                  <a:pt x="2691771" y="107331"/>
                </a:lnTo>
                <a:lnTo>
                  <a:pt x="2691077" y="107292"/>
                </a:lnTo>
                <a:lnTo>
                  <a:pt x="2690350" y="107266"/>
                </a:lnTo>
                <a:lnTo>
                  <a:pt x="2689591" y="107250"/>
                </a:lnTo>
                <a:lnTo>
                  <a:pt x="2688801" y="107242"/>
                </a:lnTo>
                <a:lnTo>
                  <a:pt x="2687979" y="107239"/>
                </a:lnTo>
                <a:lnTo>
                  <a:pt x="2687127" y="107238"/>
                </a:lnTo>
                <a:lnTo>
                  <a:pt x="2687127" y="72779"/>
                </a:lnTo>
                <a:lnTo>
                  <a:pt x="2687167" y="70679"/>
                </a:lnTo>
                <a:lnTo>
                  <a:pt x="2687287" y="68664"/>
                </a:lnTo>
                <a:lnTo>
                  <a:pt x="2687482" y="66734"/>
                </a:lnTo>
                <a:lnTo>
                  <a:pt x="2687749" y="64890"/>
                </a:lnTo>
                <a:lnTo>
                  <a:pt x="2688084" y="63131"/>
                </a:lnTo>
                <a:lnTo>
                  <a:pt x="2688485" y="61459"/>
                </a:lnTo>
                <a:lnTo>
                  <a:pt x="2688948" y="59874"/>
                </a:lnTo>
                <a:lnTo>
                  <a:pt x="2689469" y="58375"/>
                </a:lnTo>
                <a:lnTo>
                  <a:pt x="2690044" y="56964"/>
                </a:lnTo>
                <a:lnTo>
                  <a:pt x="2690672" y="55642"/>
                </a:lnTo>
                <a:lnTo>
                  <a:pt x="2691347" y="54407"/>
                </a:lnTo>
                <a:lnTo>
                  <a:pt x="2692067" y="53262"/>
                </a:lnTo>
                <a:lnTo>
                  <a:pt x="2692828" y="52205"/>
                </a:lnTo>
                <a:lnTo>
                  <a:pt x="2693627" y="51239"/>
                </a:lnTo>
                <a:lnTo>
                  <a:pt x="2694460" y="50362"/>
                </a:lnTo>
                <a:lnTo>
                  <a:pt x="2695324" y="49576"/>
                </a:lnTo>
                <a:lnTo>
                  <a:pt x="2696215" y="48881"/>
                </a:lnTo>
                <a:lnTo>
                  <a:pt x="2697131" y="48277"/>
                </a:lnTo>
                <a:lnTo>
                  <a:pt x="2698067" y="47765"/>
                </a:lnTo>
                <a:lnTo>
                  <a:pt x="2699020" y="47345"/>
                </a:lnTo>
                <a:lnTo>
                  <a:pt x="2699987" y="47017"/>
                </a:lnTo>
                <a:lnTo>
                  <a:pt x="2700964" y="46783"/>
                </a:lnTo>
                <a:lnTo>
                  <a:pt x="2701948" y="46642"/>
                </a:lnTo>
                <a:lnTo>
                  <a:pt x="2702936" y="46595"/>
                </a:lnTo>
                <a:lnTo>
                  <a:pt x="2703481" y="46613"/>
                </a:lnTo>
                <a:lnTo>
                  <a:pt x="2704007" y="46667"/>
                </a:lnTo>
                <a:lnTo>
                  <a:pt x="2704515" y="46760"/>
                </a:lnTo>
                <a:lnTo>
                  <a:pt x="2705003" y="46896"/>
                </a:lnTo>
                <a:lnTo>
                  <a:pt x="2705472" y="47075"/>
                </a:lnTo>
                <a:lnTo>
                  <a:pt x="2705921" y="47302"/>
                </a:lnTo>
                <a:lnTo>
                  <a:pt x="2706349" y="47579"/>
                </a:lnTo>
                <a:lnTo>
                  <a:pt x="2706755" y="47907"/>
                </a:lnTo>
                <a:lnTo>
                  <a:pt x="2707141" y="48291"/>
                </a:lnTo>
                <a:lnTo>
                  <a:pt x="2707505" y="48732"/>
                </a:lnTo>
                <a:lnTo>
                  <a:pt x="2707846" y="49233"/>
                </a:lnTo>
                <a:lnTo>
                  <a:pt x="2708165" y="49796"/>
                </a:lnTo>
                <a:lnTo>
                  <a:pt x="2708461" y="50425"/>
                </a:lnTo>
                <a:lnTo>
                  <a:pt x="2708733" y="51121"/>
                </a:lnTo>
                <a:lnTo>
                  <a:pt x="2708981" y="51888"/>
                </a:lnTo>
                <a:lnTo>
                  <a:pt x="2709205" y="52728"/>
                </a:lnTo>
                <a:lnTo>
                  <a:pt x="2709404" y="53643"/>
                </a:lnTo>
                <a:lnTo>
                  <a:pt x="2709578" y="54636"/>
                </a:lnTo>
                <a:lnTo>
                  <a:pt x="2709727" y="55711"/>
                </a:lnTo>
                <a:lnTo>
                  <a:pt x="2709849" y="56868"/>
                </a:lnTo>
                <a:lnTo>
                  <a:pt x="2709945" y="58111"/>
                </a:lnTo>
                <a:lnTo>
                  <a:pt x="2710014" y="59443"/>
                </a:lnTo>
                <a:lnTo>
                  <a:pt x="2710055" y="60865"/>
                </a:lnTo>
                <a:lnTo>
                  <a:pt x="2710069" y="62382"/>
                </a:lnTo>
                <a:lnTo>
                  <a:pt x="2710069" y="107238"/>
                </a:lnTo>
                <a:lnTo>
                  <a:pt x="2709606" y="107239"/>
                </a:lnTo>
                <a:lnTo>
                  <a:pt x="2709133" y="107242"/>
                </a:lnTo>
                <a:lnTo>
                  <a:pt x="2708652" y="107250"/>
                </a:lnTo>
                <a:lnTo>
                  <a:pt x="2708168" y="107266"/>
                </a:lnTo>
                <a:lnTo>
                  <a:pt x="2707682" y="107292"/>
                </a:lnTo>
                <a:lnTo>
                  <a:pt x="2707197" y="107331"/>
                </a:lnTo>
                <a:lnTo>
                  <a:pt x="2706716" y="107386"/>
                </a:lnTo>
                <a:lnTo>
                  <a:pt x="2706241" y="107459"/>
                </a:lnTo>
                <a:lnTo>
                  <a:pt x="2705774" y="107553"/>
                </a:lnTo>
                <a:lnTo>
                  <a:pt x="2705319" y="107670"/>
                </a:lnTo>
                <a:lnTo>
                  <a:pt x="2704878" y="107813"/>
                </a:lnTo>
                <a:lnTo>
                  <a:pt x="2704453" y="107985"/>
                </a:lnTo>
                <a:lnTo>
                  <a:pt x="2704047" y="108188"/>
                </a:lnTo>
                <a:lnTo>
                  <a:pt x="2703663" y="108424"/>
                </a:lnTo>
                <a:lnTo>
                  <a:pt x="2703303" y="108697"/>
                </a:lnTo>
                <a:lnTo>
                  <a:pt x="2702970" y="109009"/>
                </a:lnTo>
                <a:lnTo>
                  <a:pt x="2702667" y="109362"/>
                </a:lnTo>
                <a:lnTo>
                  <a:pt x="2702396" y="109759"/>
                </a:lnTo>
                <a:lnTo>
                  <a:pt x="2702159" y="110203"/>
                </a:lnTo>
                <a:lnTo>
                  <a:pt x="2701959" y="110696"/>
                </a:lnTo>
                <a:lnTo>
                  <a:pt x="2701800" y="111241"/>
                </a:lnTo>
                <a:lnTo>
                  <a:pt x="2701682" y="111841"/>
                </a:lnTo>
                <a:lnTo>
                  <a:pt x="2701610" y="112497"/>
                </a:lnTo>
                <a:lnTo>
                  <a:pt x="2701585" y="113213"/>
                </a:lnTo>
                <a:lnTo>
                  <a:pt x="2701612" y="113907"/>
                </a:lnTo>
                <a:lnTo>
                  <a:pt x="2701689" y="114542"/>
                </a:lnTo>
                <a:lnTo>
                  <a:pt x="2701814" y="115122"/>
                </a:lnTo>
                <a:lnTo>
                  <a:pt x="2701983" y="115650"/>
                </a:lnTo>
                <a:lnTo>
                  <a:pt x="2702193" y="116127"/>
                </a:lnTo>
                <a:lnTo>
                  <a:pt x="2702441" y="116557"/>
                </a:lnTo>
                <a:lnTo>
                  <a:pt x="2702722" y="116942"/>
                </a:lnTo>
                <a:lnTo>
                  <a:pt x="2703035" y="117283"/>
                </a:lnTo>
                <a:lnTo>
                  <a:pt x="2703374" y="117585"/>
                </a:lnTo>
                <a:lnTo>
                  <a:pt x="2703738" y="117849"/>
                </a:lnTo>
                <a:lnTo>
                  <a:pt x="2704123" y="118078"/>
                </a:lnTo>
                <a:lnTo>
                  <a:pt x="2704525" y="118274"/>
                </a:lnTo>
                <a:lnTo>
                  <a:pt x="2704941" y="118440"/>
                </a:lnTo>
                <a:lnTo>
                  <a:pt x="2705368" y="118579"/>
                </a:lnTo>
                <a:lnTo>
                  <a:pt x="2705802" y="118692"/>
                </a:lnTo>
                <a:lnTo>
                  <a:pt x="2706240" y="118783"/>
                </a:lnTo>
                <a:lnTo>
                  <a:pt x="2706679" y="118854"/>
                </a:lnTo>
                <a:lnTo>
                  <a:pt x="2707116" y="118907"/>
                </a:lnTo>
                <a:lnTo>
                  <a:pt x="2707546" y="118945"/>
                </a:lnTo>
                <a:lnTo>
                  <a:pt x="2707967" y="118970"/>
                </a:lnTo>
                <a:lnTo>
                  <a:pt x="2708375" y="118986"/>
                </a:lnTo>
                <a:lnTo>
                  <a:pt x="2708767" y="118994"/>
                </a:lnTo>
                <a:lnTo>
                  <a:pt x="2709140" y="118997"/>
                </a:lnTo>
                <a:lnTo>
                  <a:pt x="2709490" y="118997"/>
                </a:lnTo>
                <a:lnTo>
                  <a:pt x="2723949" y="118997"/>
                </a:lnTo>
                <a:lnTo>
                  <a:pt x="2724321" y="118997"/>
                </a:lnTo>
                <a:lnTo>
                  <a:pt x="2724712" y="118994"/>
                </a:lnTo>
                <a:lnTo>
                  <a:pt x="2725119" y="118986"/>
                </a:lnTo>
                <a:lnTo>
                  <a:pt x="2725538" y="118970"/>
                </a:lnTo>
                <a:lnTo>
                  <a:pt x="2725968" y="118945"/>
                </a:lnTo>
                <a:lnTo>
                  <a:pt x="2726404" y="118907"/>
                </a:lnTo>
                <a:lnTo>
                  <a:pt x="2726843" y="118854"/>
                </a:lnTo>
                <a:lnTo>
                  <a:pt x="2727283" y="118783"/>
                </a:lnTo>
                <a:lnTo>
                  <a:pt x="2727721" y="118692"/>
                </a:lnTo>
                <a:lnTo>
                  <a:pt x="2728152" y="118579"/>
                </a:lnTo>
                <a:lnTo>
                  <a:pt x="2728575" y="118440"/>
                </a:lnTo>
                <a:lnTo>
                  <a:pt x="2728985" y="118274"/>
                </a:lnTo>
                <a:lnTo>
                  <a:pt x="2729381" y="118078"/>
                </a:lnTo>
                <a:lnTo>
                  <a:pt x="2729758" y="117849"/>
                </a:lnTo>
                <a:lnTo>
                  <a:pt x="2730115" y="117585"/>
                </a:lnTo>
                <a:lnTo>
                  <a:pt x="2730447" y="117283"/>
                </a:lnTo>
                <a:lnTo>
                  <a:pt x="2730751" y="116942"/>
                </a:lnTo>
                <a:lnTo>
                  <a:pt x="2731025" y="116557"/>
                </a:lnTo>
                <a:lnTo>
                  <a:pt x="2731265" y="116127"/>
                </a:lnTo>
                <a:lnTo>
                  <a:pt x="2731469" y="115650"/>
                </a:lnTo>
                <a:lnTo>
                  <a:pt x="2731632" y="115122"/>
                </a:lnTo>
                <a:lnTo>
                  <a:pt x="2731753" y="114542"/>
                </a:lnTo>
                <a:lnTo>
                  <a:pt x="2731828" y="113907"/>
                </a:lnTo>
                <a:lnTo>
                  <a:pt x="2731853" y="113213"/>
                </a:lnTo>
                <a:lnTo>
                  <a:pt x="2731832" y="112497"/>
                </a:lnTo>
                <a:lnTo>
                  <a:pt x="2731770" y="111841"/>
                </a:lnTo>
                <a:lnTo>
                  <a:pt x="2731666" y="111241"/>
                </a:lnTo>
                <a:lnTo>
                  <a:pt x="2731521" y="110696"/>
                </a:lnTo>
                <a:lnTo>
                  <a:pt x="2731337" y="110203"/>
                </a:lnTo>
                <a:lnTo>
                  <a:pt x="2731112" y="109759"/>
                </a:lnTo>
                <a:close/>
                <a:moveTo>
                  <a:pt x="3029299" y="43294"/>
                </a:moveTo>
                <a:lnTo>
                  <a:pt x="3029038" y="42638"/>
                </a:lnTo>
                <a:lnTo>
                  <a:pt x="3028718" y="41975"/>
                </a:lnTo>
                <a:lnTo>
                  <a:pt x="3028334" y="41311"/>
                </a:lnTo>
                <a:lnTo>
                  <a:pt x="3027882" y="40651"/>
                </a:lnTo>
                <a:lnTo>
                  <a:pt x="3027357" y="40001"/>
                </a:lnTo>
                <a:lnTo>
                  <a:pt x="3026753" y="39365"/>
                </a:lnTo>
                <a:lnTo>
                  <a:pt x="3026066" y="38749"/>
                </a:lnTo>
                <a:lnTo>
                  <a:pt x="3025290" y="38159"/>
                </a:lnTo>
                <a:lnTo>
                  <a:pt x="3024422" y="37599"/>
                </a:lnTo>
                <a:lnTo>
                  <a:pt x="3023455" y="37076"/>
                </a:lnTo>
                <a:lnTo>
                  <a:pt x="3022385" y="36594"/>
                </a:lnTo>
                <a:lnTo>
                  <a:pt x="3021207" y="36159"/>
                </a:lnTo>
                <a:lnTo>
                  <a:pt x="3019916" y="35776"/>
                </a:lnTo>
                <a:lnTo>
                  <a:pt x="3018508" y="35451"/>
                </a:lnTo>
                <a:lnTo>
                  <a:pt x="3016976" y="35189"/>
                </a:lnTo>
                <a:lnTo>
                  <a:pt x="3015317" y="34995"/>
                </a:lnTo>
                <a:lnTo>
                  <a:pt x="3013525" y="34874"/>
                </a:lnTo>
                <a:lnTo>
                  <a:pt x="3011595" y="34833"/>
                </a:lnTo>
                <a:lnTo>
                  <a:pt x="3010353" y="34852"/>
                </a:lnTo>
                <a:lnTo>
                  <a:pt x="3009087" y="34908"/>
                </a:lnTo>
                <a:lnTo>
                  <a:pt x="3007798" y="35006"/>
                </a:lnTo>
                <a:lnTo>
                  <a:pt x="3006489" y="35146"/>
                </a:lnTo>
                <a:lnTo>
                  <a:pt x="3005161" y="35332"/>
                </a:lnTo>
                <a:lnTo>
                  <a:pt x="3003816" y="35565"/>
                </a:lnTo>
                <a:lnTo>
                  <a:pt x="3002456" y="35848"/>
                </a:lnTo>
                <a:lnTo>
                  <a:pt x="3001083" y="36183"/>
                </a:lnTo>
                <a:lnTo>
                  <a:pt x="2999699" y="36572"/>
                </a:lnTo>
                <a:lnTo>
                  <a:pt x="2998305" y="37018"/>
                </a:lnTo>
                <a:lnTo>
                  <a:pt x="2996903" y="37522"/>
                </a:lnTo>
                <a:lnTo>
                  <a:pt x="2995496" y="38087"/>
                </a:lnTo>
                <a:lnTo>
                  <a:pt x="2994085" y="38716"/>
                </a:lnTo>
                <a:lnTo>
                  <a:pt x="2992671" y="39410"/>
                </a:lnTo>
                <a:lnTo>
                  <a:pt x="2991257" y="40172"/>
                </a:lnTo>
                <a:lnTo>
                  <a:pt x="2989845" y="41004"/>
                </a:lnTo>
                <a:lnTo>
                  <a:pt x="2988436" y="41908"/>
                </a:lnTo>
                <a:lnTo>
                  <a:pt x="2987032" y="42887"/>
                </a:lnTo>
                <a:lnTo>
                  <a:pt x="2985635" y="43942"/>
                </a:lnTo>
                <a:lnTo>
                  <a:pt x="2984247" y="45077"/>
                </a:lnTo>
                <a:lnTo>
                  <a:pt x="2982870" y="46293"/>
                </a:lnTo>
                <a:lnTo>
                  <a:pt x="2981505" y="47593"/>
                </a:lnTo>
                <a:lnTo>
                  <a:pt x="2980155" y="48978"/>
                </a:lnTo>
                <a:lnTo>
                  <a:pt x="2978821" y="50452"/>
                </a:lnTo>
                <a:lnTo>
                  <a:pt x="2978821" y="43897"/>
                </a:lnTo>
                <a:lnTo>
                  <a:pt x="2978815" y="43168"/>
                </a:lnTo>
                <a:lnTo>
                  <a:pt x="2978794" y="42480"/>
                </a:lnTo>
                <a:lnTo>
                  <a:pt x="2978758" y="41832"/>
                </a:lnTo>
                <a:lnTo>
                  <a:pt x="2978705" y="41225"/>
                </a:lnTo>
                <a:lnTo>
                  <a:pt x="2978632" y="40656"/>
                </a:lnTo>
                <a:lnTo>
                  <a:pt x="2978537" y="40124"/>
                </a:lnTo>
                <a:lnTo>
                  <a:pt x="2978420" y="39630"/>
                </a:lnTo>
                <a:lnTo>
                  <a:pt x="2978278" y="39171"/>
                </a:lnTo>
                <a:lnTo>
                  <a:pt x="2978109" y="38748"/>
                </a:lnTo>
                <a:lnTo>
                  <a:pt x="2977911" y="38359"/>
                </a:lnTo>
                <a:lnTo>
                  <a:pt x="2977683" y="38002"/>
                </a:lnTo>
                <a:lnTo>
                  <a:pt x="2977422" y="37678"/>
                </a:lnTo>
                <a:lnTo>
                  <a:pt x="2977127" y="37386"/>
                </a:lnTo>
                <a:lnTo>
                  <a:pt x="2976797" y="37123"/>
                </a:lnTo>
                <a:lnTo>
                  <a:pt x="2976428" y="36890"/>
                </a:lnTo>
                <a:lnTo>
                  <a:pt x="2976020" y="36686"/>
                </a:lnTo>
                <a:lnTo>
                  <a:pt x="2975571" y="36509"/>
                </a:lnTo>
                <a:lnTo>
                  <a:pt x="2975078" y="36358"/>
                </a:lnTo>
                <a:lnTo>
                  <a:pt x="2974540" y="36233"/>
                </a:lnTo>
                <a:lnTo>
                  <a:pt x="2973955" y="36134"/>
                </a:lnTo>
                <a:lnTo>
                  <a:pt x="2973321" y="36057"/>
                </a:lnTo>
                <a:lnTo>
                  <a:pt x="2972636" y="36004"/>
                </a:lnTo>
                <a:lnTo>
                  <a:pt x="2971899" y="35973"/>
                </a:lnTo>
                <a:lnTo>
                  <a:pt x="2971108" y="35963"/>
                </a:lnTo>
                <a:lnTo>
                  <a:pt x="2949900" y="35963"/>
                </a:lnTo>
                <a:lnTo>
                  <a:pt x="2949529" y="35963"/>
                </a:lnTo>
                <a:lnTo>
                  <a:pt x="2949141" y="35966"/>
                </a:lnTo>
                <a:lnTo>
                  <a:pt x="2948739" y="35974"/>
                </a:lnTo>
                <a:lnTo>
                  <a:pt x="2948325" y="35990"/>
                </a:lnTo>
                <a:lnTo>
                  <a:pt x="2947903" y="36015"/>
                </a:lnTo>
                <a:lnTo>
                  <a:pt x="2947476" y="36053"/>
                </a:lnTo>
                <a:lnTo>
                  <a:pt x="2947046" y="36106"/>
                </a:lnTo>
                <a:lnTo>
                  <a:pt x="2946616" y="36177"/>
                </a:lnTo>
                <a:lnTo>
                  <a:pt x="2946190" y="36268"/>
                </a:lnTo>
                <a:lnTo>
                  <a:pt x="2945770" y="36381"/>
                </a:lnTo>
                <a:lnTo>
                  <a:pt x="2945359" y="36520"/>
                </a:lnTo>
                <a:lnTo>
                  <a:pt x="2944961" y="36686"/>
                </a:lnTo>
                <a:lnTo>
                  <a:pt x="2944577" y="36882"/>
                </a:lnTo>
                <a:lnTo>
                  <a:pt x="2944212" y="37111"/>
                </a:lnTo>
                <a:lnTo>
                  <a:pt x="2943867" y="37376"/>
                </a:lnTo>
                <a:lnTo>
                  <a:pt x="2943546" y="37677"/>
                </a:lnTo>
                <a:lnTo>
                  <a:pt x="2943252" y="38019"/>
                </a:lnTo>
                <a:lnTo>
                  <a:pt x="2942988" y="38404"/>
                </a:lnTo>
                <a:lnTo>
                  <a:pt x="2942756" y="38834"/>
                </a:lnTo>
                <a:lnTo>
                  <a:pt x="2942560" y="39312"/>
                </a:lnTo>
                <a:lnTo>
                  <a:pt x="2942403" y="39840"/>
                </a:lnTo>
                <a:lnTo>
                  <a:pt x="2942286" y="40420"/>
                </a:lnTo>
                <a:lnTo>
                  <a:pt x="2942215" y="41056"/>
                </a:lnTo>
                <a:lnTo>
                  <a:pt x="2942190" y="41750"/>
                </a:lnTo>
                <a:lnTo>
                  <a:pt x="2942214" y="42466"/>
                </a:lnTo>
                <a:lnTo>
                  <a:pt x="2942283" y="43122"/>
                </a:lnTo>
                <a:lnTo>
                  <a:pt x="2942395" y="43722"/>
                </a:lnTo>
                <a:lnTo>
                  <a:pt x="2942547" y="44267"/>
                </a:lnTo>
                <a:lnTo>
                  <a:pt x="2942737" y="44760"/>
                </a:lnTo>
                <a:lnTo>
                  <a:pt x="2942961" y="45204"/>
                </a:lnTo>
                <a:lnTo>
                  <a:pt x="2943218" y="45601"/>
                </a:lnTo>
                <a:lnTo>
                  <a:pt x="2943504" y="45954"/>
                </a:lnTo>
                <a:lnTo>
                  <a:pt x="2943817" y="46266"/>
                </a:lnTo>
                <a:lnTo>
                  <a:pt x="2944154" y="46539"/>
                </a:lnTo>
                <a:lnTo>
                  <a:pt x="2944512" y="46775"/>
                </a:lnTo>
                <a:lnTo>
                  <a:pt x="2944889" y="46978"/>
                </a:lnTo>
                <a:lnTo>
                  <a:pt x="2945282" y="47150"/>
                </a:lnTo>
                <a:lnTo>
                  <a:pt x="2945689" y="47293"/>
                </a:lnTo>
                <a:lnTo>
                  <a:pt x="2946106" y="47410"/>
                </a:lnTo>
                <a:lnTo>
                  <a:pt x="2946531" y="47504"/>
                </a:lnTo>
                <a:lnTo>
                  <a:pt x="2946962" y="47577"/>
                </a:lnTo>
                <a:lnTo>
                  <a:pt x="2947395" y="47631"/>
                </a:lnTo>
                <a:lnTo>
                  <a:pt x="2947828" y="47671"/>
                </a:lnTo>
                <a:lnTo>
                  <a:pt x="2948259" y="47697"/>
                </a:lnTo>
                <a:lnTo>
                  <a:pt x="2948684" y="47713"/>
                </a:lnTo>
                <a:lnTo>
                  <a:pt x="2949101" y="47721"/>
                </a:lnTo>
                <a:lnTo>
                  <a:pt x="2949507" y="47724"/>
                </a:lnTo>
                <a:lnTo>
                  <a:pt x="2949900" y="47725"/>
                </a:lnTo>
                <a:lnTo>
                  <a:pt x="2965518" y="47725"/>
                </a:lnTo>
                <a:lnTo>
                  <a:pt x="2965518" y="107238"/>
                </a:lnTo>
                <a:lnTo>
                  <a:pt x="2949900" y="107238"/>
                </a:lnTo>
                <a:lnTo>
                  <a:pt x="2949529" y="107239"/>
                </a:lnTo>
                <a:lnTo>
                  <a:pt x="2949141" y="107241"/>
                </a:lnTo>
                <a:lnTo>
                  <a:pt x="2948739" y="107249"/>
                </a:lnTo>
                <a:lnTo>
                  <a:pt x="2948325" y="107265"/>
                </a:lnTo>
                <a:lnTo>
                  <a:pt x="2947903" y="107290"/>
                </a:lnTo>
                <a:lnTo>
                  <a:pt x="2947476" y="107329"/>
                </a:lnTo>
                <a:lnTo>
                  <a:pt x="2947046" y="107382"/>
                </a:lnTo>
                <a:lnTo>
                  <a:pt x="2946616" y="107452"/>
                </a:lnTo>
                <a:lnTo>
                  <a:pt x="2946190" y="107543"/>
                </a:lnTo>
                <a:lnTo>
                  <a:pt x="2945770" y="107657"/>
                </a:lnTo>
                <a:lnTo>
                  <a:pt x="2945359" y="107795"/>
                </a:lnTo>
                <a:lnTo>
                  <a:pt x="2944961" y="107961"/>
                </a:lnTo>
                <a:lnTo>
                  <a:pt x="2944577" y="108157"/>
                </a:lnTo>
                <a:lnTo>
                  <a:pt x="2944212" y="108386"/>
                </a:lnTo>
                <a:lnTo>
                  <a:pt x="2943867" y="108650"/>
                </a:lnTo>
                <a:lnTo>
                  <a:pt x="2943546" y="108952"/>
                </a:lnTo>
                <a:lnTo>
                  <a:pt x="2943252" y="109294"/>
                </a:lnTo>
                <a:lnTo>
                  <a:pt x="2942988" y="109678"/>
                </a:lnTo>
                <a:lnTo>
                  <a:pt x="2942756" y="110108"/>
                </a:lnTo>
                <a:lnTo>
                  <a:pt x="2942560" y="110585"/>
                </a:lnTo>
                <a:lnTo>
                  <a:pt x="2942403" y="111113"/>
                </a:lnTo>
                <a:lnTo>
                  <a:pt x="2942286" y="111693"/>
                </a:lnTo>
                <a:lnTo>
                  <a:pt x="2942215" y="112329"/>
                </a:lnTo>
                <a:lnTo>
                  <a:pt x="2942190" y="113022"/>
                </a:lnTo>
                <a:lnTo>
                  <a:pt x="2942214" y="113738"/>
                </a:lnTo>
                <a:lnTo>
                  <a:pt x="2942283" y="114395"/>
                </a:lnTo>
                <a:lnTo>
                  <a:pt x="2942395" y="114994"/>
                </a:lnTo>
                <a:lnTo>
                  <a:pt x="2942547" y="115539"/>
                </a:lnTo>
                <a:lnTo>
                  <a:pt x="2942737" y="116033"/>
                </a:lnTo>
                <a:lnTo>
                  <a:pt x="2942961" y="116476"/>
                </a:lnTo>
                <a:lnTo>
                  <a:pt x="2943218" y="116874"/>
                </a:lnTo>
                <a:lnTo>
                  <a:pt x="2943504" y="117227"/>
                </a:lnTo>
                <a:lnTo>
                  <a:pt x="2943817" y="117538"/>
                </a:lnTo>
                <a:lnTo>
                  <a:pt x="2944154" y="117811"/>
                </a:lnTo>
                <a:lnTo>
                  <a:pt x="2944512" y="118048"/>
                </a:lnTo>
                <a:lnTo>
                  <a:pt x="2944889" y="118250"/>
                </a:lnTo>
                <a:lnTo>
                  <a:pt x="2945282" y="118422"/>
                </a:lnTo>
                <a:lnTo>
                  <a:pt x="2945689" y="118565"/>
                </a:lnTo>
                <a:lnTo>
                  <a:pt x="2946106" y="118682"/>
                </a:lnTo>
                <a:lnTo>
                  <a:pt x="2946531" y="118776"/>
                </a:lnTo>
                <a:lnTo>
                  <a:pt x="2946962" y="118849"/>
                </a:lnTo>
                <a:lnTo>
                  <a:pt x="2947395" y="118904"/>
                </a:lnTo>
                <a:lnTo>
                  <a:pt x="2947828" y="118943"/>
                </a:lnTo>
                <a:lnTo>
                  <a:pt x="2948259" y="118970"/>
                </a:lnTo>
                <a:lnTo>
                  <a:pt x="2948684" y="118986"/>
                </a:lnTo>
                <a:lnTo>
                  <a:pt x="2949101" y="118994"/>
                </a:lnTo>
                <a:lnTo>
                  <a:pt x="2949507" y="118997"/>
                </a:lnTo>
                <a:lnTo>
                  <a:pt x="2949900" y="118997"/>
                </a:lnTo>
                <a:lnTo>
                  <a:pt x="3000219" y="118997"/>
                </a:lnTo>
                <a:lnTo>
                  <a:pt x="3000591" y="118997"/>
                </a:lnTo>
                <a:lnTo>
                  <a:pt x="3000982" y="118994"/>
                </a:lnTo>
                <a:lnTo>
                  <a:pt x="3001389" y="118986"/>
                </a:lnTo>
                <a:lnTo>
                  <a:pt x="3001809" y="118970"/>
                </a:lnTo>
                <a:lnTo>
                  <a:pt x="3002238" y="118945"/>
                </a:lnTo>
                <a:lnTo>
                  <a:pt x="3002674" y="118907"/>
                </a:lnTo>
                <a:lnTo>
                  <a:pt x="3003114" y="118854"/>
                </a:lnTo>
                <a:lnTo>
                  <a:pt x="3003554" y="118783"/>
                </a:lnTo>
                <a:lnTo>
                  <a:pt x="3003991" y="118692"/>
                </a:lnTo>
                <a:lnTo>
                  <a:pt x="3004423" y="118579"/>
                </a:lnTo>
                <a:lnTo>
                  <a:pt x="3004845" y="118440"/>
                </a:lnTo>
                <a:lnTo>
                  <a:pt x="3005256" y="118274"/>
                </a:lnTo>
                <a:lnTo>
                  <a:pt x="3005652" y="118078"/>
                </a:lnTo>
                <a:lnTo>
                  <a:pt x="3006029" y="117849"/>
                </a:lnTo>
                <a:lnTo>
                  <a:pt x="3006385" y="117585"/>
                </a:lnTo>
                <a:lnTo>
                  <a:pt x="3006717" y="117283"/>
                </a:lnTo>
                <a:lnTo>
                  <a:pt x="3007022" y="116942"/>
                </a:lnTo>
                <a:lnTo>
                  <a:pt x="3007296" y="116557"/>
                </a:lnTo>
                <a:lnTo>
                  <a:pt x="3007536" y="116127"/>
                </a:lnTo>
                <a:lnTo>
                  <a:pt x="3007739" y="115650"/>
                </a:lnTo>
                <a:lnTo>
                  <a:pt x="3007903" y="115122"/>
                </a:lnTo>
                <a:lnTo>
                  <a:pt x="3008024" y="114542"/>
                </a:lnTo>
                <a:lnTo>
                  <a:pt x="3008098" y="113907"/>
                </a:lnTo>
                <a:lnTo>
                  <a:pt x="3008124" y="113213"/>
                </a:lnTo>
                <a:lnTo>
                  <a:pt x="3008098" y="112497"/>
                </a:lnTo>
                <a:lnTo>
                  <a:pt x="3008024" y="111841"/>
                </a:lnTo>
                <a:lnTo>
                  <a:pt x="3007903" y="111241"/>
                </a:lnTo>
                <a:lnTo>
                  <a:pt x="3007739" y="110696"/>
                </a:lnTo>
                <a:lnTo>
                  <a:pt x="3007536" y="110203"/>
                </a:lnTo>
                <a:lnTo>
                  <a:pt x="3007296" y="109759"/>
                </a:lnTo>
                <a:lnTo>
                  <a:pt x="3007022" y="109362"/>
                </a:lnTo>
                <a:lnTo>
                  <a:pt x="3006717" y="109009"/>
                </a:lnTo>
                <a:lnTo>
                  <a:pt x="3006385" y="108697"/>
                </a:lnTo>
                <a:lnTo>
                  <a:pt x="3006029" y="108424"/>
                </a:lnTo>
                <a:lnTo>
                  <a:pt x="3005652" y="108188"/>
                </a:lnTo>
                <a:lnTo>
                  <a:pt x="3005256" y="107985"/>
                </a:lnTo>
                <a:lnTo>
                  <a:pt x="3004845" y="107813"/>
                </a:lnTo>
                <a:lnTo>
                  <a:pt x="3004423" y="107670"/>
                </a:lnTo>
                <a:lnTo>
                  <a:pt x="3003991" y="107553"/>
                </a:lnTo>
                <a:lnTo>
                  <a:pt x="3003554" y="107459"/>
                </a:lnTo>
                <a:lnTo>
                  <a:pt x="3003114" y="107386"/>
                </a:lnTo>
                <a:lnTo>
                  <a:pt x="3002674" y="107331"/>
                </a:lnTo>
                <a:lnTo>
                  <a:pt x="3002238" y="107292"/>
                </a:lnTo>
                <a:lnTo>
                  <a:pt x="3001809" y="107266"/>
                </a:lnTo>
                <a:lnTo>
                  <a:pt x="3001389" y="107250"/>
                </a:lnTo>
                <a:lnTo>
                  <a:pt x="3000982" y="107242"/>
                </a:lnTo>
                <a:lnTo>
                  <a:pt x="3000591" y="107239"/>
                </a:lnTo>
                <a:lnTo>
                  <a:pt x="3000219" y="107238"/>
                </a:lnTo>
                <a:lnTo>
                  <a:pt x="2978821" y="107238"/>
                </a:lnTo>
                <a:lnTo>
                  <a:pt x="2978821" y="83164"/>
                </a:lnTo>
                <a:lnTo>
                  <a:pt x="2978880" y="80906"/>
                </a:lnTo>
                <a:lnTo>
                  <a:pt x="2979058" y="78651"/>
                </a:lnTo>
                <a:lnTo>
                  <a:pt x="2979355" y="76408"/>
                </a:lnTo>
                <a:lnTo>
                  <a:pt x="2979771" y="74185"/>
                </a:lnTo>
                <a:lnTo>
                  <a:pt x="2980307" y="71990"/>
                </a:lnTo>
                <a:lnTo>
                  <a:pt x="2980962" y="69832"/>
                </a:lnTo>
                <a:lnTo>
                  <a:pt x="2981738" y="67718"/>
                </a:lnTo>
                <a:lnTo>
                  <a:pt x="2982633" y="65657"/>
                </a:lnTo>
                <a:lnTo>
                  <a:pt x="2983650" y="63658"/>
                </a:lnTo>
                <a:lnTo>
                  <a:pt x="2984786" y="61727"/>
                </a:lnTo>
                <a:lnTo>
                  <a:pt x="2986044" y="59875"/>
                </a:lnTo>
                <a:lnTo>
                  <a:pt x="2987423" y="58108"/>
                </a:lnTo>
                <a:lnTo>
                  <a:pt x="2988924" y="56435"/>
                </a:lnTo>
                <a:lnTo>
                  <a:pt x="2990546" y="54864"/>
                </a:lnTo>
                <a:lnTo>
                  <a:pt x="2992291" y="53404"/>
                </a:lnTo>
                <a:lnTo>
                  <a:pt x="2994157" y="52063"/>
                </a:lnTo>
                <a:lnTo>
                  <a:pt x="2996147" y="50849"/>
                </a:lnTo>
                <a:lnTo>
                  <a:pt x="2998258" y="49770"/>
                </a:lnTo>
                <a:lnTo>
                  <a:pt x="3000493" y="48834"/>
                </a:lnTo>
                <a:lnTo>
                  <a:pt x="3002852" y="48050"/>
                </a:lnTo>
                <a:lnTo>
                  <a:pt x="3005333" y="47426"/>
                </a:lnTo>
                <a:lnTo>
                  <a:pt x="3007939" y="46970"/>
                </a:lnTo>
                <a:lnTo>
                  <a:pt x="3010668" y="46690"/>
                </a:lnTo>
                <a:lnTo>
                  <a:pt x="3013522" y="46595"/>
                </a:lnTo>
                <a:lnTo>
                  <a:pt x="3013562" y="47169"/>
                </a:lnTo>
                <a:lnTo>
                  <a:pt x="3013634" y="47734"/>
                </a:lnTo>
                <a:lnTo>
                  <a:pt x="3013736" y="48288"/>
                </a:lnTo>
                <a:lnTo>
                  <a:pt x="3013869" y="48830"/>
                </a:lnTo>
                <a:lnTo>
                  <a:pt x="3014031" y="49359"/>
                </a:lnTo>
                <a:lnTo>
                  <a:pt x="3014222" y="49873"/>
                </a:lnTo>
                <a:lnTo>
                  <a:pt x="3014441" y="50371"/>
                </a:lnTo>
                <a:lnTo>
                  <a:pt x="3014687" y="50852"/>
                </a:lnTo>
                <a:lnTo>
                  <a:pt x="3014960" y="51313"/>
                </a:lnTo>
                <a:lnTo>
                  <a:pt x="3015259" y="51755"/>
                </a:lnTo>
                <a:lnTo>
                  <a:pt x="3015584" y="52175"/>
                </a:lnTo>
                <a:lnTo>
                  <a:pt x="3015933" y="52573"/>
                </a:lnTo>
                <a:lnTo>
                  <a:pt x="3016306" y="52946"/>
                </a:lnTo>
                <a:lnTo>
                  <a:pt x="3016703" y="53294"/>
                </a:lnTo>
                <a:lnTo>
                  <a:pt x="3017123" y="53615"/>
                </a:lnTo>
                <a:lnTo>
                  <a:pt x="3017564" y="53908"/>
                </a:lnTo>
                <a:lnTo>
                  <a:pt x="3018027" y="54172"/>
                </a:lnTo>
                <a:lnTo>
                  <a:pt x="3018511" y="54405"/>
                </a:lnTo>
                <a:lnTo>
                  <a:pt x="3019015" y="54605"/>
                </a:lnTo>
                <a:lnTo>
                  <a:pt x="3019538" y="54773"/>
                </a:lnTo>
                <a:lnTo>
                  <a:pt x="3020080" y="54905"/>
                </a:lnTo>
                <a:lnTo>
                  <a:pt x="3020640" y="55001"/>
                </a:lnTo>
                <a:lnTo>
                  <a:pt x="3021218" y="55060"/>
                </a:lnTo>
                <a:lnTo>
                  <a:pt x="3021812" y="55080"/>
                </a:lnTo>
                <a:lnTo>
                  <a:pt x="3022340" y="55064"/>
                </a:lnTo>
                <a:lnTo>
                  <a:pt x="3022862" y="55016"/>
                </a:lnTo>
                <a:lnTo>
                  <a:pt x="3023378" y="54937"/>
                </a:lnTo>
                <a:lnTo>
                  <a:pt x="3023885" y="54827"/>
                </a:lnTo>
                <a:lnTo>
                  <a:pt x="3024382" y="54687"/>
                </a:lnTo>
                <a:lnTo>
                  <a:pt x="3024867" y="54516"/>
                </a:lnTo>
                <a:lnTo>
                  <a:pt x="3025339" y="54316"/>
                </a:lnTo>
                <a:lnTo>
                  <a:pt x="3025797" y="54087"/>
                </a:lnTo>
                <a:lnTo>
                  <a:pt x="3026239" y="53829"/>
                </a:lnTo>
                <a:lnTo>
                  <a:pt x="3026663" y="53542"/>
                </a:lnTo>
                <a:lnTo>
                  <a:pt x="3027068" y="53228"/>
                </a:lnTo>
                <a:lnTo>
                  <a:pt x="3027452" y="52886"/>
                </a:lnTo>
                <a:lnTo>
                  <a:pt x="3027814" y="52517"/>
                </a:lnTo>
                <a:lnTo>
                  <a:pt x="3028153" y="52121"/>
                </a:lnTo>
                <a:lnTo>
                  <a:pt x="3028467" y="51699"/>
                </a:lnTo>
                <a:lnTo>
                  <a:pt x="3028754" y="51252"/>
                </a:lnTo>
                <a:lnTo>
                  <a:pt x="3029013" y="50778"/>
                </a:lnTo>
                <a:lnTo>
                  <a:pt x="3029242" y="50280"/>
                </a:lnTo>
                <a:lnTo>
                  <a:pt x="3029440" y="49757"/>
                </a:lnTo>
                <a:lnTo>
                  <a:pt x="3029605" y="49210"/>
                </a:lnTo>
                <a:lnTo>
                  <a:pt x="3029737" y="48640"/>
                </a:lnTo>
                <a:lnTo>
                  <a:pt x="3029832" y="48046"/>
                </a:lnTo>
                <a:lnTo>
                  <a:pt x="3029891" y="47429"/>
                </a:lnTo>
                <a:lnTo>
                  <a:pt x="3029911" y="46789"/>
                </a:lnTo>
                <a:lnTo>
                  <a:pt x="3029898" y="46286"/>
                </a:lnTo>
                <a:lnTo>
                  <a:pt x="3029856" y="45744"/>
                </a:lnTo>
                <a:lnTo>
                  <a:pt x="3029780" y="45168"/>
                </a:lnTo>
                <a:lnTo>
                  <a:pt x="3029665" y="44564"/>
                </a:lnTo>
                <a:lnTo>
                  <a:pt x="3029506" y="43938"/>
                </a:lnTo>
                <a:lnTo>
                  <a:pt x="3029299" y="43294"/>
                </a:lnTo>
                <a:close/>
                <a:moveTo>
                  <a:pt x="2325154" y="109362"/>
                </a:moveTo>
                <a:lnTo>
                  <a:pt x="2324858" y="109009"/>
                </a:lnTo>
                <a:lnTo>
                  <a:pt x="2324534" y="108697"/>
                </a:lnTo>
                <a:lnTo>
                  <a:pt x="2324186" y="108424"/>
                </a:lnTo>
                <a:lnTo>
                  <a:pt x="2323815" y="108188"/>
                </a:lnTo>
                <a:lnTo>
                  <a:pt x="2323426" y="107985"/>
                </a:lnTo>
                <a:lnTo>
                  <a:pt x="2323021" y="107813"/>
                </a:lnTo>
                <a:lnTo>
                  <a:pt x="2322603" y="107670"/>
                </a:lnTo>
                <a:lnTo>
                  <a:pt x="2322174" y="107553"/>
                </a:lnTo>
                <a:lnTo>
                  <a:pt x="2321738" y="107459"/>
                </a:lnTo>
                <a:lnTo>
                  <a:pt x="2321297" y="107386"/>
                </a:lnTo>
                <a:lnTo>
                  <a:pt x="2320854" y="107331"/>
                </a:lnTo>
                <a:lnTo>
                  <a:pt x="2320412" y="107292"/>
                </a:lnTo>
                <a:lnTo>
                  <a:pt x="2319974" y="107266"/>
                </a:lnTo>
                <a:lnTo>
                  <a:pt x="2319542" y="107250"/>
                </a:lnTo>
                <a:lnTo>
                  <a:pt x="2319121" y="107242"/>
                </a:lnTo>
                <a:lnTo>
                  <a:pt x="2318711" y="107239"/>
                </a:lnTo>
                <a:lnTo>
                  <a:pt x="2318317" y="107238"/>
                </a:lnTo>
                <a:lnTo>
                  <a:pt x="2309833" y="107238"/>
                </a:lnTo>
                <a:lnTo>
                  <a:pt x="2309833" y="62576"/>
                </a:lnTo>
                <a:lnTo>
                  <a:pt x="2309782" y="60203"/>
                </a:lnTo>
                <a:lnTo>
                  <a:pt x="2309630" y="57944"/>
                </a:lnTo>
                <a:lnTo>
                  <a:pt x="2309381" y="55800"/>
                </a:lnTo>
                <a:lnTo>
                  <a:pt x="2309034" y="53768"/>
                </a:lnTo>
                <a:lnTo>
                  <a:pt x="2308593" y="51847"/>
                </a:lnTo>
                <a:lnTo>
                  <a:pt x="2308059" y="50036"/>
                </a:lnTo>
                <a:lnTo>
                  <a:pt x="2307434" y="48334"/>
                </a:lnTo>
                <a:lnTo>
                  <a:pt x="2306720" y="46739"/>
                </a:lnTo>
                <a:lnTo>
                  <a:pt x="2305919" y="45251"/>
                </a:lnTo>
                <a:lnTo>
                  <a:pt x="2305033" y="43867"/>
                </a:lnTo>
                <a:lnTo>
                  <a:pt x="2304064" y="42588"/>
                </a:lnTo>
                <a:lnTo>
                  <a:pt x="2303013" y="41411"/>
                </a:lnTo>
                <a:lnTo>
                  <a:pt x="2301884" y="40335"/>
                </a:lnTo>
                <a:lnTo>
                  <a:pt x="2300676" y="39360"/>
                </a:lnTo>
                <a:lnTo>
                  <a:pt x="2299394" y="38483"/>
                </a:lnTo>
                <a:lnTo>
                  <a:pt x="2298038" y="37704"/>
                </a:lnTo>
                <a:lnTo>
                  <a:pt x="2296610" y="37021"/>
                </a:lnTo>
                <a:lnTo>
                  <a:pt x="2295113" y="36433"/>
                </a:lnTo>
                <a:lnTo>
                  <a:pt x="2293547" y="35939"/>
                </a:lnTo>
                <a:lnTo>
                  <a:pt x="2291916" y="35537"/>
                </a:lnTo>
                <a:lnTo>
                  <a:pt x="2290221" y="35227"/>
                </a:lnTo>
                <a:lnTo>
                  <a:pt x="2288464" y="35007"/>
                </a:lnTo>
                <a:lnTo>
                  <a:pt x="2286647" y="34876"/>
                </a:lnTo>
                <a:lnTo>
                  <a:pt x="2284772" y="34833"/>
                </a:lnTo>
                <a:lnTo>
                  <a:pt x="2283179" y="34867"/>
                </a:lnTo>
                <a:lnTo>
                  <a:pt x="2281631" y="34964"/>
                </a:lnTo>
                <a:lnTo>
                  <a:pt x="2280128" y="35122"/>
                </a:lnTo>
                <a:lnTo>
                  <a:pt x="2278670" y="35336"/>
                </a:lnTo>
                <a:lnTo>
                  <a:pt x="2277258" y="35601"/>
                </a:lnTo>
                <a:lnTo>
                  <a:pt x="2275891" y="35915"/>
                </a:lnTo>
                <a:lnTo>
                  <a:pt x="2274571" y="36272"/>
                </a:lnTo>
                <a:lnTo>
                  <a:pt x="2273297" y="36669"/>
                </a:lnTo>
                <a:lnTo>
                  <a:pt x="2272070" y="37101"/>
                </a:lnTo>
                <a:lnTo>
                  <a:pt x="2270890" y="37565"/>
                </a:lnTo>
                <a:lnTo>
                  <a:pt x="2269758" y="38056"/>
                </a:lnTo>
                <a:lnTo>
                  <a:pt x="2268673" y="38570"/>
                </a:lnTo>
                <a:lnTo>
                  <a:pt x="2267637" y="39103"/>
                </a:lnTo>
                <a:lnTo>
                  <a:pt x="2266649" y="39651"/>
                </a:lnTo>
                <a:lnTo>
                  <a:pt x="2265710" y="40210"/>
                </a:lnTo>
                <a:lnTo>
                  <a:pt x="2264821" y="40776"/>
                </a:lnTo>
                <a:lnTo>
                  <a:pt x="2263980" y="41344"/>
                </a:lnTo>
                <a:lnTo>
                  <a:pt x="2263190" y="41911"/>
                </a:lnTo>
                <a:lnTo>
                  <a:pt x="2262450" y="42473"/>
                </a:lnTo>
                <a:lnTo>
                  <a:pt x="2261760" y="43025"/>
                </a:lnTo>
                <a:lnTo>
                  <a:pt x="2261122" y="43563"/>
                </a:lnTo>
                <a:lnTo>
                  <a:pt x="2260534" y="44083"/>
                </a:lnTo>
                <a:lnTo>
                  <a:pt x="2259998" y="44581"/>
                </a:lnTo>
                <a:lnTo>
                  <a:pt x="2259514" y="45053"/>
                </a:lnTo>
                <a:lnTo>
                  <a:pt x="2259513" y="44296"/>
                </a:lnTo>
                <a:lnTo>
                  <a:pt x="2259509" y="43573"/>
                </a:lnTo>
                <a:lnTo>
                  <a:pt x="2259499" y="42884"/>
                </a:lnTo>
                <a:lnTo>
                  <a:pt x="2259478" y="42229"/>
                </a:lnTo>
                <a:lnTo>
                  <a:pt x="2259444" y="41607"/>
                </a:lnTo>
                <a:lnTo>
                  <a:pt x="2259393" y="41019"/>
                </a:lnTo>
                <a:lnTo>
                  <a:pt x="2259322" y="40465"/>
                </a:lnTo>
                <a:lnTo>
                  <a:pt x="2259228" y="39943"/>
                </a:lnTo>
                <a:lnTo>
                  <a:pt x="2259107" y="39454"/>
                </a:lnTo>
                <a:lnTo>
                  <a:pt x="2258956" y="38999"/>
                </a:lnTo>
                <a:lnTo>
                  <a:pt x="2258771" y="38575"/>
                </a:lnTo>
                <a:lnTo>
                  <a:pt x="2258550" y="38185"/>
                </a:lnTo>
                <a:lnTo>
                  <a:pt x="2258288" y="37826"/>
                </a:lnTo>
                <a:lnTo>
                  <a:pt x="2257983" y="37500"/>
                </a:lnTo>
                <a:lnTo>
                  <a:pt x="2257631" y="37205"/>
                </a:lnTo>
                <a:lnTo>
                  <a:pt x="2257229" y="36943"/>
                </a:lnTo>
                <a:lnTo>
                  <a:pt x="2256773" y="36712"/>
                </a:lnTo>
                <a:lnTo>
                  <a:pt x="2256261" y="36512"/>
                </a:lnTo>
                <a:lnTo>
                  <a:pt x="2255688" y="36343"/>
                </a:lnTo>
                <a:lnTo>
                  <a:pt x="2255052" y="36206"/>
                </a:lnTo>
                <a:lnTo>
                  <a:pt x="2254348" y="36099"/>
                </a:lnTo>
                <a:lnTo>
                  <a:pt x="2253575" y="36023"/>
                </a:lnTo>
                <a:lnTo>
                  <a:pt x="2252728" y="35978"/>
                </a:lnTo>
                <a:lnTo>
                  <a:pt x="2251803" y="35963"/>
                </a:lnTo>
                <a:lnTo>
                  <a:pt x="2237730" y="35963"/>
                </a:lnTo>
                <a:lnTo>
                  <a:pt x="2237336" y="35963"/>
                </a:lnTo>
                <a:lnTo>
                  <a:pt x="2236926" y="35966"/>
                </a:lnTo>
                <a:lnTo>
                  <a:pt x="2236504" y="35974"/>
                </a:lnTo>
                <a:lnTo>
                  <a:pt x="2236073" y="35990"/>
                </a:lnTo>
                <a:lnTo>
                  <a:pt x="2235635" y="36017"/>
                </a:lnTo>
                <a:lnTo>
                  <a:pt x="2235193" y="36056"/>
                </a:lnTo>
                <a:lnTo>
                  <a:pt x="2234750" y="36111"/>
                </a:lnTo>
                <a:lnTo>
                  <a:pt x="2234309" y="36184"/>
                </a:lnTo>
                <a:lnTo>
                  <a:pt x="2233873" y="36278"/>
                </a:lnTo>
                <a:lnTo>
                  <a:pt x="2233444" y="36395"/>
                </a:lnTo>
                <a:lnTo>
                  <a:pt x="2233026" y="36538"/>
                </a:lnTo>
                <a:lnTo>
                  <a:pt x="2232620" y="36710"/>
                </a:lnTo>
                <a:lnTo>
                  <a:pt x="2232231" y="36913"/>
                </a:lnTo>
                <a:lnTo>
                  <a:pt x="2231861" y="37149"/>
                </a:lnTo>
                <a:lnTo>
                  <a:pt x="2231513" y="37422"/>
                </a:lnTo>
                <a:lnTo>
                  <a:pt x="2231189" y="37734"/>
                </a:lnTo>
                <a:lnTo>
                  <a:pt x="2230893" y="38087"/>
                </a:lnTo>
                <a:lnTo>
                  <a:pt x="2230626" y="38485"/>
                </a:lnTo>
                <a:lnTo>
                  <a:pt x="2230394" y="38929"/>
                </a:lnTo>
                <a:lnTo>
                  <a:pt x="2230197" y="39422"/>
                </a:lnTo>
                <a:lnTo>
                  <a:pt x="2230038" y="39968"/>
                </a:lnTo>
                <a:lnTo>
                  <a:pt x="2229922" y="40567"/>
                </a:lnTo>
                <a:lnTo>
                  <a:pt x="2229850" y="41224"/>
                </a:lnTo>
                <a:lnTo>
                  <a:pt x="2229825" y="41941"/>
                </a:lnTo>
                <a:lnTo>
                  <a:pt x="2229851" y="42634"/>
                </a:lnTo>
                <a:lnTo>
                  <a:pt x="2229926" y="43270"/>
                </a:lnTo>
                <a:lnTo>
                  <a:pt x="2230046" y="43850"/>
                </a:lnTo>
                <a:lnTo>
                  <a:pt x="2230209" y="44378"/>
                </a:lnTo>
                <a:lnTo>
                  <a:pt x="2230412" y="44855"/>
                </a:lnTo>
                <a:lnTo>
                  <a:pt x="2230651" y="45285"/>
                </a:lnTo>
                <a:lnTo>
                  <a:pt x="2230923" y="45669"/>
                </a:lnTo>
                <a:lnTo>
                  <a:pt x="2231225" y="46011"/>
                </a:lnTo>
                <a:lnTo>
                  <a:pt x="2231554" y="46313"/>
                </a:lnTo>
                <a:lnTo>
                  <a:pt x="2231906" y="46577"/>
                </a:lnTo>
                <a:lnTo>
                  <a:pt x="2232279" y="46806"/>
                </a:lnTo>
                <a:lnTo>
                  <a:pt x="2232669" y="47002"/>
                </a:lnTo>
                <a:lnTo>
                  <a:pt x="2233073" y="47168"/>
                </a:lnTo>
                <a:lnTo>
                  <a:pt x="2233488" y="47306"/>
                </a:lnTo>
                <a:lnTo>
                  <a:pt x="2233911" y="47420"/>
                </a:lnTo>
                <a:lnTo>
                  <a:pt x="2234338" y="47511"/>
                </a:lnTo>
                <a:lnTo>
                  <a:pt x="2234766" y="47581"/>
                </a:lnTo>
                <a:lnTo>
                  <a:pt x="2235193" y="47634"/>
                </a:lnTo>
                <a:lnTo>
                  <a:pt x="2235615" y="47673"/>
                </a:lnTo>
                <a:lnTo>
                  <a:pt x="2236028" y="47698"/>
                </a:lnTo>
                <a:lnTo>
                  <a:pt x="2236430" y="47714"/>
                </a:lnTo>
                <a:lnTo>
                  <a:pt x="2236817" y="47721"/>
                </a:lnTo>
                <a:lnTo>
                  <a:pt x="2237187" y="47724"/>
                </a:lnTo>
                <a:lnTo>
                  <a:pt x="2237536" y="47725"/>
                </a:lnTo>
                <a:lnTo>
                  <a:pt x="2246214" y="47725"/>
                </a:lnTo>
                <a:lnTo>
                  <a:pt x="2246214" y="107238"/>
                </a:lnTo>
                <a:lnTo>
                  <a:pt x="2237730" y="107238"/>
                </a:lnTo>
                <a:lnTo>
                  <a:pt x="2237336" y="107239"/>
                </a:lnTo>
                <a:lnTo>
                  <a:pt x="2236926" y="107242"/>
                </a:lnTo>
                <a:lnTo>
                  <a:pt x="2236504" y="107250"/>
                </a:lnTo>
                <a:lnTo>
                  <a:pt x="2236073" y="107266"/>
                </a:lnTo>
                <a:lnTo>
                  <a:pt x="2235635" y="107292"/>
                </a:lnTo>
                <a:lnTo>
                  <a:pt x="2235193" y="107331"/>
                </a:lnTo>
                <a:lnTo>
                  <a:pt x="2234750" y="107386"/>
                </a:lnTo>
                <a:lnTo>
                  <a:pt x="2234309" y="107459"/>
                </a:lnTo>
                <a:lnTo>
                  <a:pt x="2233873" y="107553"/>
                </a:lnTo>
                <a:lnTo>
                  <a:pt x="2233444" y="107670"/>
                </a:lnTo>
                <a:lnTo>
                  <a:pt x="2233026" y="107813"/>
                </a:lnTo>
                <a:lnTo>
                  <a:pt x="2232620" y="107985"/>
                </a:lnTo>
                <a:lnTo>
                  <a:pt x="2232231" y="108188"/>
                </a:lnTo>
                <a:lnTo>
                  <a:pt x="2231861" y="108424"/>
                </a:lnTo>
                <a:lnTo>
                  <a:pt x="2231513" y="108697"/>
                </a:lnTo>
                <a:lnTo>
                  <a:pt x="2231189" y="109009"/>
                </a:lnTo>
                <a:lnTo>
                  <a:pt x="2230893" y="109362"/>
                </a:lnTo>
                <a:lnTo>
                  <a:pt x="2230626" y="109759"/>
                </a:lnTo>
                <a:lnTo>
                  <a:pt x="2230394" y="110203"/>
                </a:lnTo>
                <a:lnTo>
                  <a:pt x="2230197" y="110696"/>
                </a:lnTo>
                <a:lnTo>
                  <a:pt x="2230038" y="111241"/>
                </a:lnTo>
                <a:lnTo>
                  <a:pt x="2229922" y="111841"/>
                </a:lnTo>
                <a:lnTo>
                  <a:pt x="2229850" y="112497"/>
                </a:lnTo>
                <a:lnTo>
                  <a:pt x="2229825" y="113213"/>
                </a:lnTo>
                <a:lnTo>
                  <a:pt x="2229851" y="113907"/>
                </a:lnTo>
                <a:lnTo>
                  <a:pt x="2229926" y="114542"/>
                </a:lnTo>
                <a:lnTo>
                  <a:pt x="2230046" y="115122"/>
                </a:lnTo>
                <a:lnTo>
                  <a:pt x="2230209" y="115650"/>
                </a:lnTo>
                <a:lnTo>
                  <a:pt x="2230412" y="116127"/>
                </a:lnTo>
                <a:lnTo>
                  <a:pt x="2230651" y="116557"/>
                </a:lnTo>
                <a:lnTo>
                  <a:pt x="2230923" y="116942"/>
                </a:lnTo>
                <a:lnTo>
                  <a:pt x="2231225" y="117283"/>
                </a:lnTo>
                <a:lnTo>
                  <a:pt x="2231554" y="117585"/>
                </a:lnTo>
                <a:lnTo>
                  <a:pt x="2231906" y="117849"/>
                </a:lnTo>
                <a:lnTo>
                  <a:pt x="2232279" y="118078"/>
                </a:lnTo>
                <a:lnTo>
                  <a:pt x="2232669" y="118274"/>
                </a:lnTo>
                <a:lnTo>
                  <a:pt x="2233073" y="118440"/>
                </a:lnTo>
                <a:lnTo>
                  <a:pt x="2233488" y="118579"/>
                </a:lnTo>
                <a:lnTo>
                  <a:pt x="2233911" y="118692"/>
                </a:lnTo>
                <a:lnTo>
                  <a:pt x="2234338" y="118783"/>
                </a:lnTo>
                <a:lnTo>
                  <a:pt x="2234766" y="118854"/>
                </a:lnTo>
                <a:lnTo>
                  <a:pt x="2235193" y="118907"/>
                </a:lnTo>
                <a:lnTo>
                  <a:pt x="2235615" y="118945"/>
                </a:lnTo>
                <a:lnTo>
                  <a:pt x="2236028" y="118970"/>
                </a:lnTo>
                <a:lnTo>
                  <a:pt x="2236430" y="118986"/>
                </a:lnTo>
                <a:lnTo>
                  <a:pt x="2236817" y="118994"/>
                </a:lnTo>
                <a:lnTo>
                  <a:pt x="2237187" y="118997"/>
                </a:lnTo>
                <a:lnTo>
                  <a:pt x="2237536" y="118997"/>
                </a:lnTo>
                <a:lnTo>
                  <a:pt x="2268192" y="118997"/>
                </a:lnTo>
                <a:lnTo>
                  <a:pt x="2268541" y="118997"/>
                </a:lnTo>
                <a:lnTo>
                  <a:pt x="2268910" y="118994"/>
                </a:lnTo>
                <a:lnTo>
                  <a:pt x="2269298" y="118986"/>
                </a:lnTo>
                <a:lnTo>
                  <a:pt x="2269700" y="118970"/>
                </a:lnTo>
                <a:lnTo>
                  <a:pt x="2270113" y="118945"/>
                </a:lnTo>
                <a:lnTo>
                  <a:pt x="2270535" y="118907"/>
                </a:lnTo>
                <a:lnTo>
                  <a:pt x="2270961" y="118854"/>
                </a:lnTo>
                <a:lnTo>
                  <a:pt x="2271390" y="118783"/>
                </a:lnTo>
                <a:lnTo>
                  <a:pt x="2271817" y="118692"/>
                </a:lnTo>
                <a:lnTo>
                  <a:pt x="2272240" y="118579"/>
                </a:lnTo>
                <a:lnTo>
                  <a:pt x="2272655" y="118440"/>
                </a:lnTo>
                <a:lnTo>
                  <a:pt x="2273059" y="118274"/>
                </a:lnTo>
                <a:lnTo>
                  <a:pt x="2273449" y="118078"/>
                </a:lnTo>
                <a:lnTo>
                  <a:pt x="2273822" y="117849"/>
                </a:lnTo>
                <a:lnTo>
                  <a:pt x="2274174" y="117585"/>
                </a:lnTo>
                <a:lnTo>
                  <a:pt x="2274503" y="117283"/>
                </a:lnTo>
                <a:lnTo>
                  <a:pt x="2274805" y="116942"/>
                </a:lnTo>
                <a:lnTo>
                  <a:pt x="2275077" y="116557"/>
                </a:lnTo>
                <a:lnTo>
                  <a:pt x="2275316" y="116127"/>
                </a:lnTo>
                <a:lnTo>
                  <a:pt x="2275519" y="115650"/>
                </a:lnTo>
                <a:lnTo>
                  <a:pt x="2275682" y="115122"/>
                </a:lnTo>
                <a:lnTo>
                  <a:pt x="2275802" y="114542"/>
                </a:lnTo>
                <a:lnTo>
                  <a:pt x="2275877" y="113907"/>
                </a:lnTo>
                <a:lnTo>
                  <a:pt x="2275902" y="113213"/>
                </a:lnTo>
                <a:lnTo>
                  <a:pt x="2275878" y="112497"/>
                </a:lnTo>
                <a:lnTo>
                  <a:pt x="2275806" y="111841"/>
                </a:lnTo>
                <a:lnTo>
                  <a:pt x="2275689" y="111241"/>
                </a:lnTo>
                <a:lnTo>
                  <a:pt x="2275531" y="110696"/>
                </a:lnTo>
                <a:lnTo>
                  <a:pt x="2275334" y="110203"/>
                </a:lnTo>
                <a:lnTo>
                  <a:pt x="2275101" y="109759"/>
                </a:lnTo>
                <a:lnTo>
                  <a:pt x="2274835" y="109362"/>
                </a:lnTo>
                <a:lnTo>
                  <a:pt x="2274539" y="109009"/>
                </a:lnTo>
                <a:lnTo>
                  <a:pt x="2274215" y="108697"/>
                </a:lnTo>
                <a:lnTo>
                  <a:pt x="2273867" y="108424"/>
                </a:lnTo>
                <a:lnTo>
                  <a:pt x="2273496" y="108188"/>
                </a:lnTo>
                <a:lnTo>
                  <a:pt x="2273107" y="107985"/>
                </a:lnTo>
                <a:lnTo>
                  <a:pt x="2272702" y="107813"/>
                </a:lnTo>
                <a:lnTo>
                  <a:pt x="2272284" y="107670"/>
                </a:lnTo>
                <a:lnTo>
                  <a:pt x="2271855" y="107553"/>
                </a:lnTo>
                <a:lnTo>
                  <a:pt x="2271419" y="107459"/>
                </a:lnTo>
                <a:lnTo>
                  <a:pt x="2270978" y="107386"/>
                </a:lnTo>
                <a:lnTo>
                  <a:pt x="2270535" y="107331"/>
                </a:lnTo>
                <a:lnTo>
                  <a:pt x="2270093" y="107292"/>
                </a:lnTo>
                <a:lnTo>
                  <a:pt x="2269655" y="107266"/>
                </a:lnTo>
                <a:lnTo>
                  <a:pt x="2269223" y="107250"/>
                </a:lnTo>
                <a:lnTo>
                  <a:pt x="2268802" y="107242"/>
                </a:lnTo>
                <a:lnTo>
                  <a:pt x="2268392" y="107239"/>
                </a:lnTo>
                <a:lnTo>
                  <a:pt x="2267998" y="107238"/>
                </a:lnTo>
                <a:lnTo>
                  <a:pt x="2259514" y="107238"/>
                </a:lnTo>
                <a:lnTo>
                  <a:pt x="2259514" y="73149"/>
                </a:lnTo>
                <a:lnTo>
                  <a:pt x="2259587" y="70806"/>
                </a:lnTo>
                <a:lnTo>
                  <a:pt x="2259800" y="68586"/>
                </a:lnTo>
                <a:lnTo>
                  <a:pt x="2260146" y="66485"/>
                </a:lnTo>
                <a:lnTo>
                  <a:pt x="2260616" y="64503"/>
                </a:lnTo>
                <a:lnTo>
                  <a:pt x="2261202" y="62636"/>
                </a:lnTo>
                <a:lnTo>
                  <a:pt x="2261897" y="60884"/>
                </a:lnTo>
                <a:lnTo>
                  <a:pt x="2262691" y="59245"/>
                </a:lnTo>
                <a:lnTo>
                  <a:pt x="2263577" y="57715"/>
                </a:lnTo>
                <a:lnTo>
                  <a:pt x="2264547" y="56293"/>
                </a:lnTo>
                <a:lnTo>
                  <a:pt x="2265592" y="54978"/>
                </a:lnTo>
                <a:lnTo>
                  <a:pt x="2266705" y="53767"/>
                </a:lnTo>
                <a:lnTo>
                  <a:pt x="2267877" y="52658"/>
                </a:lnTo>
                <a:lnTo>
                  <a:pt x="2269100" y="51649"/>
                </a:lnTo>
                <a:lnTo>
                  <a:pt x="2270367" y="50739"/>
                </a:lnTo>
                <a:lnTo>
                  <a:pt x="2271668" y="49925"/>
                </a:lnTo>
                <a:lnTo>
                  <a:pt x="2272996" y="49205"/>
                </a:lnTo>
                <a:lnTo>
                  <a:pt x="2274343" y="48577"/>
                </a:lnTo>
                <a:lnTo>
                  <a:pt x="2275701" y="48039"/>
                </a:lnTo>
                <a:lnTo>
                  <a:pt x="2277061" y="47589"/>
                </a:lnTo>
                <a:lnTo>
                  <a:pt x="2278416" y="47226"/>
                </a:lnTo>
                <a:lnTo>
                  <a:pt x="2279756" y="46947"/>
                </a:lnTo>
                <a:lnTo>
                  <a:pt x="2281076" y="46750"/>
                </a:lnTo>
                <a:lnTo>
                  <a:pt x="2282365" y="46634"/>
                </a:lnTo>
                <a:lnTo>
                  <a:pt x="2283616" y="46595"/>
                </a:lnTo>
                <a:lnTo>
                  <a:pt x="2284854" y="46623"/>
                </a:lnTo>
                <a:lnTo>
                  <a:pt x="2286016" y="46708"/>
                </a:lnTo>
                <a:lnTo>
                  <a:pt x="2287104" y="46849"/>
                </a:lnTo>
                <a:lnTo>
                  <a:pt x="2288120" y="47048"/>
                </a:lnTo>
                <a:lnTo>
                  <a:pt x="2289066" y="47304"/>
                </a:lnTo>
                <a:lnTo>
                  <a:pt x="2289944" y="47618"/>
                </a:lnTo>
                <a:lnTo>
                  <a:pt x="2290756" y="47990"/>
                </a:lnTo>
                <a:lnTo>
                  <a:pt x="2291505" y="48421"/>
                </a:lnTo>
                <a:lnTo>
                  <a:pt x="2292192" y="48910"/>
                </a:lnTo>
                <a:lnTo>
                  <a:pt x="2292819" y="49459"/>
                </a:lnTo>
                <a:lnTo>
                  <a:pt x="2293389" y="50067"/>
                </a:lnTo>
                <a:lnTo>
                  <a:pt x="2293904" y="50735"/>
                </a:lnTo>
                <a:lnTo>
                  <a:pt x="2294366" y="51463"/>
                </a:lnTo>
                <a:lnTo>
                  <a:pt x="2294776" y="52252"/>
                </a:lnTo>
                <a:lnTo>
                  <a:pt x="2295138" y="53101"/>
                </a:lnTo>
                <a:lnTo>
                  <a:pt x="2295452" y="54012"/>
                </a:lnTo>
                <a:lnTo>
                  <a:pt x="2295722" y="54984"/>
                </a:lnTo>
                <a:lnTo>
                  <a:pt x="2295949" y="56018"/>
                </a:lnTo>
                <a:lnTo>
                  <a:pt x="2296135" y="57114"/>
                </a:lnTo>
                <a:lnTo>
                  <a:pt x="2296283" y="58272"/>
                </a:lnTo>
                <a:lnTo>
                  <a:pt x="2296394" y="59494"/>
                </a:lnTo>
                <a:lnTo>
                  <a:pt x="2296471" y="60778"/>
                </a:lnTo>
                <a:lnTo>
                  <a:pt x="2296516" y="62126"/>
                </a:lnTo>
                <a:lnTo>
                  <a:pt x="2296530" y="63538"/>
                </a:lnTo>
                <a:lnTo>
                  <a:pt x="2296530" y="107238"/>
                </a:lnTo>
                <a:lnTo>
                  <a:pt x="2289014" y="107238"/>
                </a:lnTo>
                <a:lnTo>
                  <a:pt x="2288620" y="107239"/>
                </a:lnTo>
                <a:lnTo>
                  <a:pt x="2288210" y="107242"/>
                </a:lnTo>
                <a:lnTo>
                  <a:pt x="2287788" y="107250"/>
                </a:lnTo>
                <a:lnTo>
                  <a:pt x="2287357" y="107266"/>
                </a:lnTo>
                <a:lnTo>
                  <a:pt x="2286919" y="107292"/>
                </a:lnTo>
                <a:lnTo>
                  <a:pt x="2286477" y="107331"/>
                </a:lnTo>
                <a:lnTo>
                  <a:pt x="2286034" y="107386"/>
                </a:lnTo>
                <a:lnTo>
                  <a:pt x="2285593" y="107459"/>
                </a:lnTo>
                <a:lnTo>
                  <a:pt x="2285157" y="107553"/>
                </a:lnTo>
                <a:lnTo>
                  <a:pt x="2284728" y="107670"/>
                </a:lnTo>
                <a:lnTo>
                  <a:pt x="2284309" y="107813"/>
                </a:lnTo>
                <a:lnTo>
                  <a:pt x="2283904" y="107985"/>
                </a:lnTo>
                <a:lnTo>
                  <a:pt x="2283515" y="108188"/>
                </a:lnTo>
                <a:lnTo>
                  <a:pt x="2283145" y="108424"/>
                </a:lnTo>
                <a:lnTo>
                  <a:pt x="2282797" y="108697"/>
                </a:lnTo>
                <a:lnTo>
                  <a:pt x="2282473" y="109009"/>
                </a:lnTo>
                <a:lnTo>
                  <a:pt x="2282176" y="109362"/>
                </a:lnTo>
                <a:lnTo>
                  <a:pt x="2281910" y="109759"/>
                </a:lnTo>
                <a:lnTo>
                  <a:pt x="2281677" y="110203"/>
                </a:lnTo>
                <a:lnTo>
                  <a:pt x="2281480" y="110696"/>
                </a:lnTo>
                <a:lnTo>
                  <a:pt x="2281322" y="111241"/>
                </a:lnTo>
                <a:lnTo>
                  <a:pt x="2281206" y="111841"/>
                </a:lnTo>
                <a:lnTo>
                  <a:pt x="2281134" y="112497"/>
                </a:lnTo>
                <a:lnTo>
                  <a:pt x="2281109" y="113213"/>
                </a:lnTo>
                <a:lnTo>
                  <a:pt x="2281136" y="113907"/>
                </a:lnTo>
                <a:lnTo>
                  <a:pt x="2281213" y="114542"/>
                </a:lnTo>
                <a:lnTo>
                  <a:pt x="2281338" y="115122"/>
                </a:lnTo>
                <a:lnTo>
                  <a:pt x="2281507" y="115650"/>
                </a:lnTo>
                <a:lnTo>
                  <a:pt x="2281717" y="116127"/>
                </a:lnTo>
                <a:lnTo>
                  <a:pt x="2281965" y="116557"/>
                </a:lnTo>
                <a:lnTo>
                  <a:pt x="2282246" y="116942"/>
                </a:lnTo>
                <a:lnTo>
                  <a:pt x="2282558" y="117283"/>
                </a:lnTo>
                <a:lnTo>
                  <a:pt x="2282898" y="117585"/>
                </a:lnTo>
                <a:lnTo>
                  <a:pt x="2283262" y="117849"/>
                </a:lnTo>
                <a:lnTo>
                  <a:pt x="2283647" y="118078"/>
                </a:lnTo>
                <a:lnTo>
                  <a:pt x="2284049" y="118274"/>
                </a:lnTo>
                <a:lnTo>
                  <a:pt x="2284465" y="118440"/>
                </a:lnTo>
                <a:lnTo>
                  <a:pt x="2284892" y="118579"/>
                </a:lnTo>
                <a:lnTo>
                  <a:pt x="2285326" y="118692"/>
                </a:lnTo>
                <a:lnTo>
                  <a:pt x="2285764" y="118783"/>
                </a:lnTo>
                <a:lnTo>
                  <a:pt x="2286203" y="118854"/>
                </a:lnTo>
                <a:lnTo>
                  <a:pt x="2286639" y="118907"/>
                </a:lnTo>
                <a:lnTo>
                  <a:pt x="2287070" y="118945"/>
                </a:lnTo>
                <a:lnTo>
                  <a:pt x="2287491" y="118970"/>
                </a:lnTo>
                <a:lnTo>
                  <a:pt x="2287899" y="118986"/>
                </a:lnTo>
                <a:lnTo>
                  <a:pt x="2288291" y="118994"/>
                </a:lnTo>
                <a:lnTo>
                  <a:pt x="2288664" y="118997"/>
                </a:lnTo>
                <a:lnTo>
                  <a:pt x="2289014" y="118997"/>
                </a:lnTo>
                <a:lnTo>
                  <a:pt x="2318511" y="118997"/>
                </a:lnTo>
                <a:lnTo>
                  <a:pt x="2318860" y="118997"/>
                </a:lnTo>
                <a:lnTo>
                  <a:pt x="2319229" y="118994"/>
                </a:lnTo>
                <a:lnTo>
                  <a:pt x="2319617" y="118986"/>
                </a:lnTo>
                <a:lnTo>
                  <a:pt x="2320019" y="118970"/>
                </a:lnTo>
                <a:lnTo>
                  <a:pt x="2320432" y="118945"/>
                </a:lnTo>
                <a:lnTo>
                  <a:pt x="2320854" y="118907"/>
                </a:lnTo>
                <a:lnTo>
                  <a:pt x="2321280" y="118854"/>
                </a:lnTo>
                <a:lnTo>
                  <a:pt x="2321709" y="118783"/>
                </a:lnTo>
                <a:lnTo>
                  <a:pt x="2322136" y="118692"/>
                </a:lnTo>
                <a:lnTo>
                  <a:pt x="2322559" y="118579"/>
                </a:lnTo>
                <a:lnTo>
                  <a:pt x="2322974" y="118440"/>
                </a:lnTo>
                <a:lnTo>
                  <a:pt x="2323378" y="118274"/>
                </a:lnTo>
                <a:lnTo>
                  <a:pt x="2323768" y="118078"/>
                </a:lnTo>
                <a:lnTo>
                  <a:pt x="2324141" y="117849"/>
                </a:lnTo>
                <a:lnTo>
                  <a:pt x="2324493" y="117585"/>
                </a:lnTo>
                <a:lnTo>
                  <a:pt x="2324822" y="117283"/>
                </a:lnTo>
                <a:lnTo>
                  <a:pt x="2325124" y="116942"/>
                </a:lnTo>
                <a:lnTo>
                  <a:pt x="2325396" y="116557"/>
                </a:lnTo>
                <a:lnTo>
                  <a:pt x="2325635" y="116127"/>
                </a:lnTo>
                <a:lnTo>
                  <a:pt x="2325838" y="115650"/>
                </a:lnTo>
                <a:lnTo>
                  <a:pt x="2326001" y="115122"/>
                </a:lnTo>
                <a:lnTo>
                  <a:pt x="2326121" y="114542"/>
                </a:lnTo>
                <a:lnTo>
                  <a:pt x="2326196" y="113907"/>
                </a:lnTo>
                <a:lnTo>
                  <a:pt x="2326221" y="113213"/>
                </a:lnTo>
                <a:lnTo>
                  <a:pt x="2326197" y="112497"/>
                </a:lnTo>
                <a:lnTo>
                  <a:pt x="2326125" y="111841"/>
                </a:lnTo>
                <a:lnTo>
                  <a:pt x="2326008" y="111241"/>
                </a:lnTo>
                <a:lnTo>
                  <a:pt x="2325850" y="110696"/>
                </a:lnTo>
                <a:lnTo>
                  <a:pt x="2325653" y="110203"/>
                </a:lnTo>
                <a:lnTo>
                  <a:pt x="2325420" y="109759"/>
                </a:lnTo>
                <a:lnTo>
                  <a:pt x="2325154" y="109362"/>
                </a:lnTo>
                <a:close/>
                <a:moveTo>
                  <a:pt x="4147031" y="109362"/>
                </a:moveTo>
                <a:lnTo>
                  <a:pt x="4146735" y="109009"/>
                </a:lnTo>
                <a:lnTo>
                  <a:pt x="4146411" y="108697"/>
                </a:lnTo>
                <a:lnTo>
                  <a:pt x="4146062" y="108424"/>
                </a:lnTo>
                <a:lnTo>
                  <a:pt x="4145692" y="108188"/>
                </a:lnTo>
                <a:lnTo>
                  <a:pt x="4145303" y="107985"/>
                </a:lnTo>
                <a:lnTo>
                  <a:pt x="4144898" y="107813"/>
                </a:lnTo>
                <a:lnTo>
                  <a:pt x="4144480" y="107670"/>
                </a:lnTo>
                <a:lnTo>
                  <a:pt x="4144051" y="107553"/>
                </a:lnTo>
                <a:lnTo>
                  <a:pt x="4143614" y="107459"/>
                </a:lnTo>
                <a:lnTo>
                  <a:pt x="4143173" y="107386"/>
                </a:lnTo>
                <a:lnTo>
                  <a:pt x="4142731" y="107331"/>
                </a:lnTo>
                <a:lnTo>
                  <a:pt x="4142289" y="107292"/>
                </a:lnTo>
                <a:lnTo>
                  <a:pt x="4141851" y="107266"/>
                </a:lnTo>
                <a:lnTo>
                  <a:pt x="4141419" y="107250"/>
                </a:lnTo>
                <a:lnTo>
                  <a:pt x="4140997" y="107242"/>
                </a:lnTo>
                <a:lnTo>
                  <a:pt x="4140588" y="107239"/>
                </a:lnTo>
                <a:lnTo>
                  <a:pt x="4140194" y="107238"/>
                </a:lnTo>
                <a:lnTo>
                  <a:pt x="4131710" y="107238"/>
                </a:lnTo>
                <a:lnTo>
                  <a:pt x="4131710" y="62576"/>
                </a:lnTo>
                <a:lnTo>
                  <a:pt x="4131659" y="60203"/>
                </a:lnTo>
                <a:lnTo>
                  <a:pt x="4131507" y="57944"/>
                </a:lnTo>
                <a:lnTo>
                  <a:pt x="4131257" y="55800"/>
                </a:lnTo>
                <a:lnTo>
                  <a:pt x="4130911" y="53768"/>
                </a:lnTo>
                <a:lnTo>
                  <a:pt x="4130470" y="51847"/>
                </a:lnTo>
                <a:lnTo>
                  <a:pt x="4129935" y="50036"/>
                </a:lnTo>
                <a:lnTo>
                  <a:pt x="4129311" y="48334"/>
                </a:lnTo>
                <a:lnTo>
                  <a:pt x="4128597" y="46739"/>
                </a:lnTo>
                <a:lnTo>
                  <a:pt x="4127796" y="45251"/>
                </a:lnTo>
                <a:lnTo>
                  <a:pt x="4126910" y="43867"/>
                </a:lnTo>
                <a:lnTo>
                  <a:pt x="4125941" y="42588"/>
                </a:lnTo>
                <a:lnTo>
                  <a:pt x="4124890" y="41411"/>
                </a:lnTo>
                <a:lnTo>
                  <a:pt x="4123760" y="40335"/>
                </a:lnTo>
                <a:lnTo>
                  <a:pt x="4122553" y="39360"/>
                </a:lnTo>
                <a:lnTo>
                  <a:pt x="4121271" y="38483"/>
                </a:lnTo>
                <a:lnTo>
                  <a:pt x="4119915" y="37704"/>
                </a:lnTo>
                <a:lnTo>
                  <a:pt x="4118487" y="37021"/>
                </a:lnTo>
                <a:lnTo>
                  <a:pt x="4116989" y="36433"/>
                </a:lnTo>
                <a:lnTo>
                  <a:pt x="4115424" y="35939"/>
                </a:lnTo>
                <a:lnTo>
                  <a:pt x="4113793" y="35537"/>
                </a:lnTo>
                <a:lnTo>
                  <a:pt x="4112098" y="35227"/>
                </a:lnTo>
                <a:lnTo>
                  <a:pt x="4110341" y="35007"/>
                </a:lnTo>
                <a:lnTo>
                  <a:pt x="4108524" y="34876"/>
                </a:lnTo>
                <a:lnTo>
                  <a:pt x="4106649" y="34833"/>
                </a:lnTo>
                <a:lnTo>
                  <a:pt x="4105056" y="34867"/>
                </a:lnTo>
                <a:lnTo>
                  <a:pt x="4103508" y="34964"/>
                </a:lnTo>
                <a:lnTo>
                  <a:pt x="4102005" y="35122"/>
                </a:lnTo>
                <a:lnTo>
                  <a:pt x="4100547" y="35336"/>
                </a:lnTo>
                <a:lnTo>
                  <a:pt x="4099135" y="35601"/>
                </a:lnTo>
                <a:lnTo>
                  <a:pt x="4097768" y="35915"/>
                </a:lnTo>
                <a:lnTo>
                  <a:pt x="4096448" y="36272"/>
                </a:lnTo>
                <a:lnTo>
                  <a:pt x="4095174" y="36669"/>
                </a:lnTo>
                <a:lnTo>
                  <a:pt x="4093947" y="37101"/>
                </a:lnTo>
                <a:lnTo>
                  <a:pt x="4092767" y="37565"/>
                </a:lnTo>
                <a:lnTo>
                  <a:pt x="4091635" y="38056"/>
                </a:lnTo>
                <a:lnTo>
                  <a:pt x="4090550" y="38570"/>
                </a:lnTo>
                <a:lnTo>
                  <a:pt x="4089514" y="39103"/>
                </a:lnTo>
                <a:lnTo>
                  <a:pt x="4088526" y="39651"/>
                </a:lnTo>
                <a:lnTo>
                  <a:pt x="4087587" y="40210"/>
                </a:lnTo>
                <a:lnTo>
                  <a:pt x="4086698" y="40776"/>
                </a:lnTo>
                <a:lnTo>
                  <a:pt x="4085857" y="41344"/>
                </a:lnTo>
                <a:lnTo>
                  <a:pt x="4085067" y="41911"/>
                </a:lnTo>
                <a:lnTo>
                  <a:pt x="4084327" y="42473"/>
                </a:lnTo>
                <a:lnTo>
                  <a:pt x="4083637" y="43025"/>
                </a:lnTo>
                <a:lnTo>
                  <a:pt x="4082998" y="43563"/>
                </a:lnTo>
                <a:lnTo>
                  <a:pt x="4082411" y="44083"/>
                </a:lnTo>
                <a:lnTo>
                  <a:pt x="4081875" y="44581"/>
                </a:lnTo>
                <a:lnTo>
                  <a:pt x="4081391" y="45053"/>
                </a:lnTo>
                <a:lnTo>
                  <a:pt x="4081390" y="44296"/>
                </a:lnTo>
                <a:lnTo>
                  <a:pt x="4081386" y="43573"/>
                </a:lnTo>
                <a:lnTo>
                  <a:pt x="4081376" y="42884"/>
                </a:lnTo>
                <a:lnTo>
                  <a:pt x="4081355" y="42229"/>
                </a:lnTo>
                <a:lnTo>
                  <a:pt x="4081321" y="41607"/>
                </a:lnTo>
                <a:lnTo>
                  <a:pt x="4081270" y="41019"/>
                </a:lnTo>
                <a:lnTo>
                  <a:pt x="4081199" y="40465"/>
                </a:lnTo>
                <a:lnTo>
                  <a:pt x="4081105" y="39943"/>
                </a:lnTo>
                <a:lnTo>
                  <a:pt x="4080984" y="39454"/>
                </a:lnTo>
                <a:lnTo>
                  <a:pt x="4080833" y="38999"/>
                </a:lnTo>
                <a:lnTo>
                  <a:pt x="4080648" y="38575"/>
                </a:lnTo>
                <a:lnTo>
                  <a:pt x="4080427" y="38185"/>
                </a:lnTo>
                <a:lnTo>
                  <a:pt x="4080165" y="37826"/>
                </a:lnTo>
                <a:lnTo>
                  <a:pt x="4079860" y="37500"/>
                </a:lnTo>
                <a:lnTo>
                  <a:pt x="4079508" y="37205"/>
                </a:lnTo>
                <a:lnTo>
                  <a:pt x="4079106" y="36943"/>
                </a:lnTo>
                <a:lnTo>
                  <a:pt x="4078650" y="36712"/>
                </a:lnTo>
                <a:lnTo>
                  <a:pt x="4078138" y="36512"/>
                </a:lnTo>
                <a:lnTo>
                  <a:pt x="4077565" y="36343"/>
                </a:lnTo>
                <a:lnTo>
                  <a:pt x="4076929" y="36206"/>
                </a:lnTo>
                <a:lnTo>
                  <a:pt x="4076225" y="36099"/>
                </a:lnTo>
                <a:lnTo>
                  <a:pt x="4075452" y="36023"/>
                </a:lnTo>
                <a:lnTo>
                  <a:pt x="4074604" y="35978"/>
                </a:lnTo>
                <a:lnTo>
                  <a:pt x="4073680" y="35963"/>
                </a:lnTo>
                <a:lnTo>
                  <a:pt x="4059607" y="35963"/>
                </a:lnTo>
                <a:lnTo>
                  <a:pt x="4059212" y="35963"/>
                </a:lnTo>
                <a:lnTo>
                  <a:pt x="4058803" y="35966"/>
                </a:lnTo>
                <a:lnTo>
                  <a:pt x="4058381" y="35974"/>
                </a:lnTo>
                <a:lnTo>
                  <a:pt x="4057950" y="35990"/>
                </a:lnTo>
                <a:lnTo>
                  <a:pt x="4057512" y="36017"/>
                </a:lnTo>
                <a:lnTo>
                  <a:pt x="4057070" y="36056"/>
                </a:lnTo>
                <a:lnTo>
                  <a:pt x="4056627" y="36111"/>
                </a:lnTo>
                <a:lnTo>
                  <a:pt x="4056186" y="36184"/>
                </a:lnTo>
                <a:lnTo>
                  <a:pt x="4055750" y="36278"/>
                </a:lnTo>
                <a:lnTo>
                  <a:pt x="4055321" y="36395"/>
                </a:lnTo>
                <a:lnTo>
                  <a:pt x="4054902" y="36538"/>
                </a:lnTo>
                <a:lnTo>
                  <a:pt x="4054497" y="36710"/>
                </a:lnTo>
                <a:lnTo>
                  <a:pt x="4054108" y="36913"/>
                </a:lnTo>
                <a:lnTo>
                  <a:pt x="4053738" y="37149"/>
                </a:lnTo>
                <a:lnTo>
                  <a:pt x="4053390" y="37422"/>
                </a:lnTo>
                <a:lnTo>
                  <a:pt x="4053066" y="37734"/>
                </a:lnTo>
                <a:lnTo>
                  <a:pt x="4052769" y="38087"/>
                </a:lnTo>
                <a:lnTo>
                  <a:pt x="4052503" y="38485"/>
                </a:lnTo>
                <a:lnTo>
                  <a:pt x="4052270" y="38929"/>
                </a:lnTo>
                <a:lnTo>
                  <a:pt x="4052073" y="39422"/>
                </a:lnTo>
                <a:lnTo>
                  <a:pt x="4051915" y="39968"/>
                </a:lnTo>
                <a:lnTo>
                  <a:pt x="4051799" y="40567"/>
                </a:lnTo>
                <a:lnTo>
                  <a:pt x="4051727" y="41224"/>
                </a:lnTo>
                <a:lnTo>
                  <a:pt x="4051702" y="41941"/>
                </a:lnTo>
                <a:lnTo>
                  <a:pt x="4051728" y="42634"/>
                </a:lnTo>
                <a:lnTo>
                  <a:pt x="4051802" y="43270"/>
                </a:lnTo>
                <a:lnTo>
                  <a:pt x="4051923" y="43850"/>
                </a:lnTo>
                <a:lnTo>
                  <a:pt x="4052086" y="44378"/>
                </a:lnTo>
                <a:lnTo>
                  <a:pt x="4052289" y="44855"/>
                </a:lnTo>
                <a:lnTo>
                  <a:pt x="4052528" y="45285"/>
                </a:lnTo>
                <a:lnTo>
                  <a:pt x="4052800" y="45669"/>
                </a:lnTo>
                <a:lnTo>
                  <a:pt x="4053102" y="46011"/>
                </a:lnTo>
                <a:lnTo>
                  <a:pt x="4053431" y="46313"/>
                </a:lnTo>
                <a:lnTo>
                  <a:pt x="4053783" y="46577"/>
                </a:lnTo>
                <a:lnTo>
                  <a:pt x="4054156" y="46806"/>
                </a:lnTo>
                <a:lnTo>
                  <a:pt x="4054546" y="47002"/>
                </a:lnTo>
                <a:lnTo>
                  <a:pt x="4054950" y="47168"/>
                </a:lnTo>
                <a:lnTo>
                  <a:pt x="4055365" y="47306"/>
                </a:lnTo>
                <a:lnTo>
                  <a:pt x="4055788" y="47420"/>
                </a:lnTo>
                <a:lnTo>
                  <a:pt x="4056215" y="47511"/>
                </a:lnTo>
                <a:lnTo>
                  <a:pt x="4056643" y="47581"/>
                </a:lnTo>
                <a:lnTo>
                  <a:pt x="4057070" y="47634"/>
                </a:lnTo>
                <a:lnTo>
                  <a:pt x="4057491" y="47673"/>
                </a:lnTo>
                <a:lnTo>
                  <a:pt x="4057905" y="47698"/>
                </a:lnTo>
                <a:lnTo>
                  <a:pt x="4058307" y="47714"/>
                </a:lnTo>
                <a:lnTo>
                  <a:pt x="4058694" y="47721"/>
                </a:lnTo>
                <a:lnTo>
                  <a:pt x="4059064" y="47724"/>
                </a:lnTo>
                <a:lnTo>
                  <a:pt x="4059413" y="47725"/>
                </a:lnTo>
                <a:lnTo>
                  <a:pt x="4068091" y="47725"/>
                </a:lnTo>
                <a:lnTo>
                  <a:pt x="4068091" y="107238"/>
                </a:lnTo>
                <a:lnTo>
                  <a:pt x="4059607" y="107238"/>
                </a:lnTo>
                <a:lnTo>
                  <a:pt x="4059212" y="107239"/>
                </a:lnTo>
                <a:lnTo>
                  <a:pt x="4058803" y="107242"/>
                </a:lnTo>
                <a:lnTo>
                  <a:pt x="4058381" y="107250"/>
                </a:lnTo>
                <a:lnTo>
                  <a:pt x="4057950" y="107266"/>
                </a:lnTo>
                <a:lnTo>
                  <a:pt x="4057512" y="107292"/>
                </a:lnTo>
                <a:lnTo>
                  <a:pt x="4057070" y="107331"/>
                </a:lnTo>
                <a:lnTo>
                  <a:pt x="4056627" y="107386"/>
                </a:lnTo>
                <a:lnTo>
                  <a:pt x="4056186" y="107459"/>
                </a:lnTo>
                <a:lnTo>
                  <a:pt x="4055750" y="107553"/>
                </a:lnTo>
                <a:lnTo>
                  <a:pt x="4055321" y="107670"/>
                </a:lnTo>
                <a:lnTo>
                  <a:pt x="4054902" y="107813"/>
                </a:lnTo>
                <a:lnTo>
                  <a:pt x="4054497" y="107985"/>
                </a:lnTo>
                <a:lnTo>
                  <a:pt x="4054108" y="108188"/>
                </a:lnTo>
                <a:lnTo>
                  <a:pt x="4053738" y="108424"/>
                </a:lnTo>
                <a:lnTo>
                  <a:pt x="4053390" y="108697"/>
                </a:lnTo>
                <a:lnTo>
                  <a:pt x="4053066" y="109009"/>
                </a:lnTo>
                <a:lnTo>
                  <a:pt x="4052769" y="109362"/>
                </a:lnTo>
                <a:lnTo>
                  <a:pt x="4052503" y="109759"/>
                </a:lnTo>
                <a:lnTo>
                  <a:pt x="4052270" y="110203"/>
                </a:lnTo>
                <a:lnTo>
                  <a:pt x="4052073" y="110696"/>
                </a:lnTo>
                <a:lnTo>
                  <a:pt x="4051915" y="111241"/>
                </a:lnTo>
                <a:lnTo>
                  <a:pt x="4051799" y="111841"/>
                </a:lnTo>
                <a:lnTo>
                  <a:pt x="4051727" y="112497"/>
                </a:lnTo>
                <a:lnTo>
                  <a:pt x="4051702" y="113213"/>
                </a:lnTo>
                <a:lnTo>
                  <a:pt x="4051728" y="113907"/>
                </a:lnTo>
                <a:lnTo>
                  <a:pt x="4051802" y="114542"/>
                </a:lnTo>
                <a:lnTo>
                  <a:pt x="4051923" y="115122"/>
                </a:lnTo>
                <a:lnTo>
                  <a:pt x="4052086" y="115650"/>
                </a:lnTo>
                <a:lnTo>
                  <a:pt x="4052289" y="116127"/>
                </a:lnTo>
                <a:lnTo>
                  <a:pt x="4052528" y="116557"/>
                </a:lnTo>
                <a:lnTo>
                  <a:pt x="4052800" y="116942"/>
                </a:lnTo>
                <a:lnTo>
                  <a:pt x="4053102" y="117283"/>
                </a:lnTo>
                <a:lnTo>
                  <a:pt x="4053431" y="117585"/>
                </a:lnTo>
                <a:lnTo>
                  <a:pt x="4053783" y="117849"/>
                </a:lnTo>
                <a:lnTo>
                  <a:pt x="4054156" y="118078"/>
                </a:lnTo>
                <a:lnTo>
                  <a:pt x="4054546" y="118274"/>
                </a:lnTo>
                <a:lnTo>
                  <a:pt x="4054950" y="118440"/>
                </a:lnTo>
                <a:lnTo>
                  <a:pt x="4055365" y="118579"/>
                </a:lnTo>
                <a:lnTo>
                  <a:pt x="4055788" y="118692"/>
                </a:lnTo>
                <a:lnTo>
                  <a:pt x="4056215" y="118783"/>
                </a:lnTo>
                <a:lnTo>
                  <a:pt x="4056643" y="118854"/>
                </a:lnTo>
                <a:lnTo>
                  <a:pt x="4057070" y="118907"/>
                </a:lnTo>
                <a:lnTo>
                  <a:pt x="4057491" y="118945"/>
                </a:lnTo>
                <a:lnTo>
                  <a:pt x="4057905" y="118970"/>
                </a:lnTo>
                <a:lnTo>
                  <a:pt x="4058307" y="118986"/>
                </a:lnTo>
                <a:lnTo>
                  <a:pt x="4058694" y="118994"/>
                </a:lnTo>
                <a:lnTo>
                  <a:pt x="4059064" y="118997"/>
                </a:lnTo>
                <a:lnTo>
                  <a:pt x="4059413" y="118997"/>
                </a:lnTo>
                <a:lnTo>
                  <a:pt x="4090069" y="118997"/>
                </a:lnTo>
                <a:lnTo>
                  <a:pt x="4090418" y="118997"/>
                </a:lnTo>
                <a:lnTo>
                  <a:pt x="4090787" y="118994"/>
                </a:lnTo>
                <a:lnTo>
                  <a:pt x="4091175" y="118986"/>
                </a:lnTo>
                <a:lnTo>
                  <a:pt x="4091577" y="118970"/>
                </a:lnTo>
                <a:lnTo>
                  <a:pt x="4091990" y="118945"/>
                </a:lnTo>
                <a:lnTo>
                  <a:pt x="4092412" y="118907"/>
                </a:lnTo>
                <a:lnTo>
                  <a:pt x="4092838" y="118854"/>
                </a:lnTo>
                <a:lnTo>
                  <a:pt x="4093267" y="118783"/>
                </a:lnTo>
                <a:lnTo>
                  <a:pt x="4093694" y="118692"/>
                </a:lnTo>
                <a:lnTo>
                  <a:pt x="4094117" y="118579"/>
                </a:lnTo>
                <a:lnTo>
                  <a:pt x="4094531" y="118440"/>
                </a:lnTo>
                <a:lnTo>
                  <a:pt x="4094936" y="118274"/>
                </a:lnTo>
                <a:lnTo>
                  <a:pt x="4095326" y="118078"/>
                </a:lnTo>
                <a:lnTo>
                  <a:pt x="4095698" y="117849"/>
                </a:lnTo>
                <a:lnTo>
                  <a:pt x="4096051" y="117585"/>
                </a:lnTo>
                <a:lnTo>
                  <a:pt x="4096380" y="117283"/>
                </a:lnTo>
                <a:lnTo>
                  <a:pt x="4096682" y="116942"/>
                </a:lnTo>
                <a:lnTo>
                  <a:pt x="4096954" y="116557"/>
                </a:lnTo>
                <a:lnTo>
                  <a:pt x="4097193" y="116127"/>
                </a:lnTo>
                <a:lnTo>
                  <a:pt x="4097395" y="115650"/>
                </a:lnTo>
                <a:lnTo>
                  <a:pt x="4097559" y="115122"/>
                </a:lnTo>
                <a:lnTo>
                  <a:pt x="4097679" y="114542"/>
                </a:lnTo>
                <a:lnTo>
                  <a:pt x="4097754" y="113907"/>
                </a:lnTo>
                <a:lnTo>
                  <a:pt x="4097779" y="113213"/>
                </a:lnTo>
                <a:lnTo>
                  <a:pt x="4097755" y="112497"/>
                </a:lnTo>
                <a:lnTo>
                  <a:pt x="4097683" y="111841"/>
                </a:lnTo>
                <a:lnTo>
                  <a:pt x="4097566" y="111241"/>
                </a:lnTo>
                <a:lnTo>
                  <a:pt x="4097408" y="110696"/>
                </a:lnTo>
                <a:lnTo>
                  <a:pt x="4097211" y="110203"/>
                </a:lnTo>
                <a:lnTo>
                  <a:pt x="4096978" y="109759"/>
                </a:lnTo>
                <a:lnTo>
                  <a:pt x="4096712" y="109362"/>
                </a:lnTo>
                <a:lnTo>
                  <a:pt x="4096416" y="109009"/>
                </a:lnTo>
                <a:lnTo>
                  <a:pt x="4096092" y="108697"/>
                </a:lnTo>
                <a:lnTo>
                  <a:pt x="4095743" y="108424"/>
                </a:lnTo>
                <a:lnTo>
                  <a:pt x="4095373" y="108188"/>
                </a:lnTo>
                <a:lnTo>
                  <a:pt x="4094984" y="107985"/>
                </a:lnTo>
                <a:lnTo>
                  <a:pt x="4094579" y="107813"/>
                </a:lnTo>
                <a:lnTo>
                  <a:pt x="4094161" y="107670"/>
                </a:lnTo>
                <a:lnTo>
                  <a:pt x="4093732" y="107553"/>
                </a:lnTo>
                <a:lnTo>
                  <a:pt x="4093295" y="107459"/>
                </a:lnTo>
                <a:lnTo>
                  <a:pt x="4092854" y="107386"/>
                </a:lnTo>
                <a:lnTo>
                  <a:pt x="4092412" y="107331"/>
                </a:lnTo>
                <a:lnTo>
                  <a:pt x="4091970" y="107292"/>
                </a:lnTo>
                <a:lnTo>
                  <a:pt x="4091532" y="107266"/>
                </a:lnTo>
                <a:lnTo>
                  <a:pt x="4091100" y="107250"/>
                </a:lnTo>
                <a:lnTo>
                  <a:pt x="4090678" y="107242"/>
                </a:lnTo>
                <a:lnTo>
                  <a:pt x="4090269" y="107239"/>
                </a:lnTo>
                <a:lnTo>
                  <a:pt x="4089875" y="107238"/>
                </a:lnTo>
                <a:lnTo>
                  <a:pt x="4081391" y="107238"/>
                </a:lnTo>
                <a:lnTo>
                  <a:pt x="4081391" y="73149"/>
                </a:lnTo>
                <a:lnTo>
                  <a:pt x="4081464" y="70806"/>
                </a:lnTo>
                <a:lnTo>
                  <a:pt x="4081677" y="68586"/>
                </a:lnTo>
                <a:lnTo>
                  <a:pt x="4082023" y="66485"/>
                </a:lnTo>
                <a:lnTo>
                  <a:pt x="4082493" y="64503"/>
                </a:lnTo>
                <a:lnTo>
                  <a:pt x="4083079" y="62636"/>
                </a:lnTo>
                <a:lnTo>
                  <a:pt x="4083774" y="60884"/>
                </a:lnTo>
                <a:lnTo>
                  <a:pt x="4084568" y="59245"/>
                </a:lnTo>
                <a:lnTo>
                  <a:pt x="4085454" y="57715"/>
                </a:lnTo>
                <a:lnTo>
                  <a:pt x="4086424" y="56293"/>
                </a:lnTo>
                <a:lnTo>
                  <a:pt x="4087469" y="54978"/>
                </a:lnTo>
                <a:lnTo>
                  <a:pt x="4088582" y="53767"/>
                </a:lnTo>
                <a:lnTo>
                  <a:pt x="4089754" y="52658"/>
                </a:lnTo>
                <a:lnTo>
                  <a:pt x="4090977" y="51649"/>
                </a:lnTo>
                <a:lnTo>
                  <a:pt x="4092243" y="50739"/>
                </a:lnTo>
                <a:lnTo>
                  <a:pt x="4093545" y="49925"/>
                </a:lnTo>
                <a:lnTo>
                  <a:pt x="4094873" y="49205"/>
                </a:lnTo>
                <a:lnTo>
                  <a:pt x="4096220" y="48577"/>
                </a:lnTo>
                <a:lnTo>
                  <a:pt x="4097578" y="48039"/>
                </a:lnTo>
                <a:lnTo>
                  <a:pt x="4098938" y="47589"/>
                </a:lnTo>
                <a:lnTo>
                  <a:pt x="4100292" y="47226"/>
                </a:lnTo>
                <a:lnTo>
                  <a:pt x="4101633" y="46947"/>
                </a:lnTo>
                <a:lnTo>
                  <a:pt x="4102952" y="46750"/>
                </a:lnTo>
                <a:lnTo>
                  <a:pt x="4104241" y="46634"/>
                </a:lnTo>
                <a:lnTo>
                  <a:pt x="4105493" y="46595"/>
                </a:lnTo>
                <a:lnTo>
                  <a:pt x="4106731" y="46623"/>
                </a:lnTo>
                <a:lnTo>
                  <a:pt x="4107893" y="46708"/>
                </a:lnTo>
                <a:lnTo>
                  <a:pt x="4108981" y="46849"/>
                </a:lnTo>
                <a:lnTo>
                  <a:pt x="4109997" y="47048"/>
                </a:lnTo>
                <a:lnTo>
                  <a:pt x="4110943" y="47304"/>
                </a:lnTo>
                <a:lnTo>
                  <a:pt x="4111821" y="47618"/>
                </a:lnTo>
                <a:lnTo>
                  <a:pt x="4112633" y="47990"/>
                </a:lnTo>
                <a:lnTo>
                  <a:pt x="4113381" y="48421"/>
                </a:lnTo>
                <a:lnTo>
                  <a:pt x="4114068" y="48910"/>
                </a:lnTo>
                <a:lnTo>
                  <a:pt x="4114696" y="49459"/>
                </a:lnTo>
                <a:lnTo>
                  <a:pt x="4115266" y="50067"/>
                </a:lnTo>
                <a:lnTo>
                  <a:pt x="4115781" y="50735"/>
                </a:lnTo>
                <a:lnTo>
                  <a:pt x="4116243" y="51463"/>
                </a:lnTo>
                <a:lnTo>
                  <a:pt x="4116653" y="52252"/>
                </a:lnTo>
                <a:lnTo>
                  <a:pt x="4117015" y="53101"/>
                </a:lnTo>
                <a:lnTo>
                  <a:pt x="4117329" y="54012"/>
                </a:lnTo>
                <a:lnTo>
                  <a:pt x="4117599" y="54984"/>
                </a:lnTo>
                <a:lnTo>
                  <a:pt x="4117826" y="56018"/>
                </a:lnTo>
                <a:lnTo>
                  <a:pt x="4118012" y="57114"/>
                </a:lnTo>
                <a:lnTo>
                  <a:pt x="4118160" y="58272"/>
                </a:lnTo>
                <a:lnTo>
                  <a:pt x="4118271" y="59494"/>
                </a:lnTo>
                <a:lnTo>
                  <a:pt x="4118348" y="60778"/>
                </a:lnTo>
                <a:lnTo>
                  <a:pt x="4118392" y="62126"/>
                </a:lnTo>
                <a:lnTo>
                  <a:pt x="4118407" y="63538"/>
                </a:lnTo>
                <a:lnTo>
                  <a:pt x="4118407" y="107238"/>
                </a:lnTo>
                <a:lnTo>
                  <a:pt x="4110891" y="107238"/>
                </a:lnTo>
                <a:lnTo>
                  <a:pt x="4110496" y="107239"/>
                </a:lnTo>
                <a:lnTo>
                  <a:pt x="4110087" y="107242"/>
                </a:lnTo>
                <a:lnTo>
                  <a:pt x="4109665" y="107250"/>
                </a:lnTo>
                <a:lnTo>
                  <a:pt x="4109234" y="107266"/>
                </a:lnTo>
                <a:lnTo>
                  <a:pt x="4108796" y="107292"/>
                </a:lnTo>
                <a:lnTo>
                  <a:pt x="4108354" y="107331"/>
                </a:lnTo>
                <a:lnTo>
                  <a:pt x="4107911" y="107386"/>
                </a:lnTo>
                <a:lnTo>
                  <a:pt x="4107470" y="107459"/>
                </a:lnTo>
                <a:lnTo>
                  <a:pt x="4107033" y="107553"/>
                </a:lnTo>
                <a:lnTo>
                  <a:pt x="4106605" y="107670"/>
                </a:lnTo>
                <a:lnTo>
                  <a:pt x="4106186" y="107813"/>
                </a:lnTo>
                <a:lnTo>
                  <a:pt x="4105781" y="107985"/>
                </a:lnTo>
                <a:lnTo>
                  <a:pt x="4105392" y="108188"/>
                </a:lnTo>
                <a:lnTo>
                  <a:pt x="4105022" y="108424"/>
                </a:lnTo>
                <a:lnTo>
                  <a:pt x="4104673" y="108697"/>
                </a:lnTo>
                <a:lnTo>
                  <a:pt x="4104350" y="109009"/>
                </a:lnTo>
                <a:lnTo>
                  <a:pt x="4104053" y="109362"/>
                </a:lnTo>
                <a:lnTo>
                  <a:pt x="4103787" y="109759"/>
                </a:lnTo>
                <a:lnTo>
                  <a:pt x="4103554" y="110203"/>
                </a:lnTo>
                <a:lnTo>
                  <a:pt x="4103357" y="110696"/>
                </a:lnTo>
                <a:lnTo>
                  <a:pt x="4103199" y="111241"/>
                </a:lnTo>
                <a:lnTo>
                  <a:pt x="4103083" y="111841"/>
                </a:lnTo>
                <a:lnTo>
                  <a:pt x="4103011" y="112497"/>
                </a:lnTo>
                <a:lnTo>
                  <a:pt x="4102986" y="113213"/>
                </a:lnTo>
                <a:lnTo>
                  <a:pt x="4103013" y="113907"/>
                </a:lnTo>
                <a:lnTo>
                  <a:pt x="4103090" y="114542"/>
                </a:lnTo>
                <a:lnTo>
                  <a:pt x="4103215" y="115122"/>
                </a:lnTo>
                <a:lnTo>
                  <a:pt x="4103384" y="115650"/>
                </a:lnTo>
                <a:lnTo>
                  <a:pt x="4103594" y="116127"/>
                </a:lnTo>
                <a:lnTo>
                  <a:pt x="4103841" y="116557"/>
                </a:lnTo>
                <a:lnTo>
                  <a:pt x="4104123" y="116942"/>
                </a:lnTo>
                <a:lnTo>
                  <a:pt x="4104435" y="117283"/>
                </a:lnTo>
                <a:lnTo>
                  <a:pt x="4104775" y="117585"/>
                </a:lnTo>
                <a:lnTo>
                  <a:pt x="4105139" y="117849"/>
                </a:lnTo>
                <a:lnTo>
                  <a:pt x="4105524" y="118078"/>
                </a:lnTo>
                <a:lnTo>
                  <a:pt x="4105926" y="118274"/>
                </a:lnTo>
                <a:lnTo>
                  <a:pt x="4106342" y="118440"/>
                </a:lnTo>
                <a:lnTo>
                  <a:pt x="4106769" y="118579"/>
                </a:lnTo>
                <a:lnTo>
                  <a:pt x="4107203" y="118692"/>
                </a:lnTo>
                <a:lnTo>
                  <a:pt x="4107641" y="118783"/>
                </a:lnTo>
                <a:lnTo>
                  <a:pt x="4108080" y="118854"/>
                </a:lnTo>
                <a:lnTo>
                  <a:pt x="4108516" y="118907"/>
                </a:lnTo>
                <a:lnTo>
                  <a:pt x="4108947" y="118945"/>
                </a:lnTo>
                <a:lnTo>
                  <a:pt x="4109367" y="118970"/>
                </a:lnTo>
                <a:lnTo>
                  <a:pt x="4109776" y="118986"/>
                </a:lnTo>
                <a:lnTo>
                  <a:pt x="4110168" y="118994"/>
                </a:lnTo>
                <a:lnTo>
                  <a:pt x="4110541" y="118997"/>
                </a:lnTo>
                <a:lnTo>
                  <a:pt x="4110891" y="118997"/>
                </a:lnTo>
                <a:lnTo>
                  <a:pt x="4140388" y="118997"/>
                </a:lnTo>
                <a:lnTo>
                  <a:pt x="4140737" y="118997"/>
                </a:lnTo>
                <a:lnTo>
                  <a:pt x="4141106" y="118994"/>
                </a:lnTo>
                <a:lnTo>
                  <a:pt x="4141494" y="118986"/>
                </a:lnTo>
                <a:lnTo>
                  <a:pt x="4141896" y="118970"/>
                </a:lnTo>
                <a:lnTo>
                  <a:pt x="4142309" y="118945"/>
                </a:lnTo>
                <a:lnTo>
                  <a:pt x="4142731" y="118907"/>
                </a:lnTo>
                <a:lnTo>
                  <a:pt x="4143157" y="118854"/>
                </a:lnTo>
                <a:lnTo>
                  <a:pt x="4143586" y="118783"/>
                </a:lnTo>
                <a:lnTo>
                  <a:pt x="4144013" y="118692"/>
                </a:lnTo>
                <a:lnTo>
                  <a:pt x="4144436" y="118579"/>
                </a:lnTo>
                <a:lnTo>
                  <a:pt x="4144850" y="118440"/>
                </a:lnTo>
                <a:lnTo>
                  <a:pt x="4145255" y="118274"/>
                </a:lnTo>
                <a:lnTo>
                  <a:pt x="4145645" y="118078"/>
                </a:lnTo>
                <a:lnTo>
                  <a:pt x="4146017" y="117849"/>
                </a:lnTo>
                <a:lnTo>
                  <a:pt x="4146370" y="117585"/>
                </a:lnTo>
                <a:lnTo>
                  <a:pt x="4146699" y="117283"/>
                </a:lnTo>
                <a:lnTo>
                  <a:pt x="4147001" y="116942"/>
                </a:lnTo>
                <a:lnTo>
                  <a:pt x="4147273" y="116557"/>
                </a:lnTo>
                <a:lnTo>
                  <a:pt x="4147512" y="116127"/>
                </a:lnTo>
                <a:lnTo>
                  <a:pt x="4147714" y="115650"/>
                </a:lnTo>
                <a:lnTo>
                  <a:pt x="4147878" y="115122"/>
                </a:lnTo>
                <a:lnTo>
                  <a:pt x="4147998" y="114542"/>
                </a:lnTo>
                <a:lnTo>
                  <a:pt x="4148073" y="113907"/>
                </a:lnTo>
                <a:lnTo>
                  <a:pt x="4148098" y="113213"/>
                </a:lnTo>
                <a:lnTo>
                  <a:pt x="4148074" y="112497"/>
                </a:lnTo>
                <a:lnTo>
                  <a:pt x="4148002" y="111841"/>
                </a:lnTo>
                <a:lnTo>
                  <a:pt x="4147885" y="111241"/>
                </a:lnTo>
                <a:lnTo>
                  <a:pt x="4147727" y="110696"/>
                </a:lnTo>
                <a:lnTo>
                  <a:pt x="4147530" y="110203"/>
                </a:lnTo>
                <a:lnTo>
                  <a:pt x="4147297" y="109759"/>
                </a:lnTo>
                <a:lnTo>
                  <a:pt x="4147031" y="109362"/>
                </a:lnTo>
                <a:close/>
                <a:moveTo>
                  <a:pt x="3124129" y="60369"/>
                </a:moveTo>
                <a:lnTo>
                  <a:pt x="3123046" y="57823"/>
                </a:lnTo>
                <a:lnTo>
                  <a:pt x="3121820" y="55372"/>
                </a:lnTo>
                <a:lnTo>
                  <a:pt x="3120457" y="53023"/>
                </a:lnTo>
                <a:lnTo>
                  <a:pt x="3118962" y="50781"/>
                </a:lnTo>
                <a:lnTo>
                  <a:pt x="3117342" y="48652"/>
                </a:lnTo>
                <a:lnTo>
                  <a:pt x="3115604" y="46643"/>
                </a:lnTo>
                <a:lnTo>
                  <a:pt x="3113754" y="44760"/>
                </a:lnTo>
                <a:lnTo>
                  <a:pt x="3111797" y="43008"/>
                </a:lnTo>
                <a:lnTo>
                  <a:pt x="3109740" y="41394"/>
                </a:lnTo>
                <a:lnTo>
                  <a:pt x="3107589" y="39924"/>
                </a:lnTo>
                <a:lnTo>
                  <a:pt x="3105351" y="38604"/>
                </a:lnTo>
                <a:lnTo>
                  <a:pt x="3103030" y="37441"/>
                </a:lnTo>
                <a:lnTo>
                  <a:pt x="3100635" y="36439"/>
                </a:lnTo>
                <a:lnTo>
                  <a:pt x="3098171" y="35606"/>
                </a:lnTo>
                <a:lnTo>
                  <a:pt x="3095643" y="34948"/>
                </a:lnTo>
                <a:lnTo>
                  <a:pt x="3093059" y="34470"/>
                </a:lnTo>
                <a:lnTo>
                  <a:pt x="3090425" y="34178"/>
                </a:lnTo>
                <a:lnTo>
                  <a:pt x="3087746" y="34080"/>
                </a:lnTo>
                <a:lnTo>
                  <a:pt x="3085067" y="34178"/>
                </a:lnTo>
                <a:lnTo>
                  <a:pt x="3082432" y="34470"/>
                </a:lnTo>
                <a:lnTo>
                  <a:pt x="3079848" y="34948"/>
                </a:lnTo>
                <a:lnTo>
                  <a:pt x="3077321" y="35606"/>
                </a:lnTo>
                <a:lnTo>
                  <a:pt x="3074856" y="36439"/>
                </a:lnTo>
                <a:lnTo>
                  <a:pt x="3072461" y="37441"/>
                </a:lnTo>
                <a:lnTo>
                  <a:pt x="3070141" y="38604"/>
                </a:lnTo>
                <a:lnTo>
                  <a:pt x="3067902" y="39924"/>
                </a:lnTo>
                <a:lnTo>
                  <a:pt x="3065752" y="41394"/>
                </a:lnTo>
                <a:lnTo>
                  <a:pt x="3063695" y="43008"/>
                </a:lnTo>
                <a:lnTo>
                  <a:pt x="3061738" y="44760"/>
                </a:lnTo>
                <a:lnTo>
                  <a:pt x="3059887" y="46643"/>
                </a:lnTo>
                <a:lnTo>
                  <a:pt x="3058149" y="48652"/>
                </a:lnTo>
                <a:lnTo>
                  <a:pt x="3056530" y="50781"/>
                </a:lnTo>
                <a:lnTo>
                  <a:pt x="3055035" y="53023"/>
                </a:lnTo>
                <a:lnTo>
                  <a:pt x="3053671" y="55372"/>
                </a:lnTo>
                <a:lnTo>
                  <a:pt x="3052445" y="57823"/>
                </a:lnTo>
                <a:lnTo>
                  <a:pt x="3051362" y="60369"/>
                </a:lnTo>
                <a:lnTo>
                  <a:pt x="3050429" y="63003"/>
                </a:lnTo>
                <a:lnTo>
                  <a:pt x="3049651" y="65721"/>
                </a:lnTo>
                <a:lnTo>
                  <a:pt x="3049036" y="68515"/>
                </a:lnTo>
                <a:lnTo>
                  <a:pt x="3048588" y="71380"/>
                </a:lnTo>
                <a:lnTo>
                  <a:pt x="3048315" y="74310"/>
                </a:lnTo>
                <a:lnTo>
                  <a:pt x="3048223" y="77298"/>
                </a:lnTo>
                <a:lnTo>
                  <a:pt x="3048317" y="80328"/>
                </a:lnTo>
                <a:lnTo>
                  <a:pt x="3048596" y="83289"/>
                </a:lnTo>
                <a:lnTo>
                  <a:pt x="3049051" y="86175"/>
                </a:lnTo>
                <a:lnTo>
                  <a:pt x="3049678" y="88980"/>
                </a:lnTo>
                <a:lnTo>
                  <a:pt x="3050468" y="91700"/>
                </a:lnTo>
                <a:lnTo>
                  <a:pt x="3051416" y="94330"/>
                </a:lnTo>
                <a:lnTo>
                  <a:pt x="3052515" y="96863"/>
                </a:lnTo>
                <a:lnTo>
                  <a:pt x="3053757" y="99295"/>
                </a:lnTo>
                <a:lnTo>
                  <a:pt x="3055136" y="101620"/>
                </a:lnTo>
                <a:lnTo>
                  <a:pt x="3056647" y="103833"/>
                </a:lnTo>
                <a:lnTo>
                  <a:pt x="3058281" y="105930"/>
                </a:lnTo>
                <a:lnTo>
                  <a:pt x="3060032" y="107903"/>
                </a:lnTo>
                <a:lnTo>
                  <a:pt x="3061893" y="109750"/>
                </a:lnTo>
                <a:lnTo>
                  <a:pt x="3063859" y="111463"/>
                </a:lnTo>
                <a:lnTo>
                  <a:pt x="3065921" y="113038"/>
                </a:lnTo>
                <a:lnTo>
                  <a:pt x="3068074" y="114470"/>
                </a:lnTo>
                <a:lnTo>
                  <a:pt x="3070310" y="115753"/>
                </a:lnTo>
                <a:lnTo>
                  <a:pt x="3072623" y="116882"/>
                </a:lnTo>
                <a:lnTo>
                  <a:pt x="3075007" y="117851"/>
                </a:lnTo>
                <a:lnTo>
                  <a:pt x="3077454" y="118656"/>
                </a:lnTo>
                <a:lnTo>
                  <a:pt x="3079959" y="119292"/>
                </a:lnTo>
                <a:lnTo>
                  <a:pt x="3082513" y="119752"/>
                </a:lnTo>
                <a:lnTo>
                  <a:pt x="3085111" y="120032"/>
                </a:lnTo>
                <a:lnTo>
                  <a:pt x="3087746" y="120127"/>
                </a:lnTo>
                <a:lnTo>
                  <a:pt x="3090380" y="120031"/>
                </a:lnTo>
                <a:lnTo>
                  <a:pt x="3092978" y="119749"/>
                </a:lnTo>
                <a:lnTo>
                  <a:pt x="3095533" y="119284"/>
                </a:lnTo>
                <a:lnTo>
                  <a:pt x="3098037" y="118643"/>
                </a:lnTo>
                <a:lnTo>
                  <a:pt x="3100484" y="117831"/>
                </a:lnTo>
                <a:lnTo>
                  <a:pt x="3102868" y="116854"/>
                </a:lnTo>
                <a:lnTo>
                  <a:pt x="3105181" y="115717"/>
                </a:lnTo>
                <a:lnTo>
                  <a:pt x="3107418" y="114426"/>
                </a:lnTo>
                <a:lnTo>
                  <a:pt x="3109571" y="112987"/>
                </a:lnTo>
                <a:lnTo>
                  <a:pt x="3111633" y="111404"/>
                </a:lnTo>
                <a:lnTo>
                  <a:pt x="3113598" y="109683"/>
                </a:lnTo>
                <a:lnTo>
                  <a:pt x="3115460" y="107831"/>
                </a:lnTo>
                <a:lnTo>
                  <a:pt x="3117211" y="105851"/>
                </a:lnTo>
                <a:lnTo>
                  <a:pt x="3118845" y="103751"/>
                </a:lnTo>
                <a:lnTo>
                  <a:pt x="3120355" y="101535"/>
                </a:lnTo>
                <a:lnTo>
                  <a:pt x="3121734" y="99208"/>
                </a:lnTo>
                <a:lnTo>
                  <a:pt x="3122977" y="96778"/>
                </a:lnTo>
                <a:lnTo>
                  <a:pt x="3124075" y="94248"/>
                </a:lnTo>
                <a:lnTo>
                  <a:pt x="3125023" y="91624"/>
                </a:lnTo>
                <a:lnTo>
                  <a:pt x="3125814" y="88913"/>
                </a:lnTo>
                <a:lnTo>
                  <a:pt x="3126440" y="86119"/>
                </a:lnTo>
                <a:lnTo>
                  <a:pt x="3126896" y="83248"/>
                </a:lnTo>
                <a:lnTo>
                  <a:pt x="3127174" y="80306"/>
                </a:lnTo>
                <a:lnTo>
                  <a:pt x="3127268" y="77298"/>
                </a:lnTo>
                <a:lnTo>
                  <a:pt x="3127176" y="74310"/>
                </a:lnTo>
                <a:lnTo>
                  <a:pt x="3126903" y="71380"/>
                </a:lnTo>
                <a:lnTo>
                  <a:pt x="3126456" y="68515"/>
                </a:lnTo>
                <a:lnTo>
                  <a:pt x="3125840" y="65721"/>
                </a:lnTo>
                <a:lnTo>
                  <a:pt x="3125063" y="63003"/>
                </a:lnTo>
                <a:lnTo>
                  <a:pt x="3124129" y="60369"/>
                </a:lnTo>
                <a:close/>
                <a:moveTo>
                  <a:pt x="3111875" y="88584"/>
                </a:moveTo>
                <a:lnTo>
                  <a:pt x="3111154" y="90491"/>
                </a:lnTo>
                <a:lnTo>
                  <a:pt x="3110339" y="92329"/>
                </a:lnTo>
                <a:lnTo>
                  <a:pt x="3109431" y="94092"/>
                </a:lnTo>
                <a:lnTo>
                  <a:pt x="3108438" y="95776"/>
                </a:lnTo>
                <a:lnTo>
                  <a:pt x="3107361" y="97376"/>
                </a:lnTo>
                <a:lnTo>
                  <a:pt x="3106206" y="98887"/>
                </a:lnTo>
                <a:lnTo>
                  <a:pt x="3104977" y="100305"/>
                </a:lnTo>
                <a:lnTo>
                  <a:pt x="3103677" y="101625"/>
                </a:lnTo>
                <a:lnTo>
                  <a:pt x="3102312" y="102842"/>
                </a:lnTo>
                <a:lnTo>
                  <a:pt x="3100885" y="103951"/>
                </a:lnTo>
                <a:lnTo>
                  <a:pt x="3099400" y="104947"/>
                </a:lnTo>
                <a:lnTo>
                  <a:pt x="3097862" y="105826"/>
                </a:lnTo>
                <a:lnTo>
                  <a:pt x="3096274" y="106583"/>
                </a:lnTo>
                <a:lnTo>
                  <a:pt x="3094642" y="107213"/>
                </a:lnTo>
                <a:lnTo>
                  <a:pt x="3092969" y="107711"/>
                </a:lnTo>
                <a:lnTo>
                  <a:pt x="3091259" y="108073"/>
                </a:lnTo>
                <a:lnTo>
                  <a:pt x="3089516" y="108293"/>
                </a:lnTo>
                <a:lnTo>
                  <a:pt x="3087746" y="108368"/>
                </a:lnTo>
                <a:lnTo>
                  <a:pt x="3085975" y="108293"/>
                </a:lnTo>
                <a:lnTo>
                  <a:pt x="3084233" y="108073"/>
                </a:lnTo>
                <a:lnTo>
                  <a:pt x="3082523" y="107711"/>
                </a:lnTo>
                <a:lnTo>
                  <a:pt x="3080849" y="107213"/>
                </a:lnTo>
                <a:lnTo>
                  <a:pt x="3079217" y="106583"/>
                </a:lnTo>
                <a:lnTo>
                  <a:pt x="3077630" y="105826"/>
                </a:lnTo>
                <a:lnTo>
                  <a:pt x="3076092" y="104947"/>
                </a:lnTo>
                <a:lnTo>
                  <a:pt x="3074607" y="103951"/>
                </a:lnTo>
                <a:lnTo>
                  <a:pt x="3073180" y="102842"/>
                </a:lnTo>
                <a:lnTo>
                  <a:pt x="3071814" y="101625"/>
                </a:lnTo>
                <a:lnTo>
                  <a:pt x="3070515" y="100305"/>
                </a:lnTo>
                <a:lnTo>
                  <a:pt x="3069285" y="98887"/>
                </a:lnTo>
                <a:lnTo>
                  <a:pt x="3068130" y="97376"/>
                </a:lnTo>
                <a:lnTo>
                  <a:pt x="3067054" y="95776"/>
                </a:lnTo>
                <a:lnTo>
                  <a:pt x="3066060" y="94092"/>
                </a:lnTo>
                <a:lnTo>
                  <a:pt x="3065153" y="92329"/>
                </a:lnTo>
                <a:lnTo>
                  <a:pt x="3064337" y="90491"/>
                </a:lnTo>
                <a:lnTo>
                  <a:pt x="3063616" y="88584"/>
                </a:lnTo>
                <a:lnTo>
                  <a:pt x="3062995" y="86612"/>
                </a:lnTo>
                <a:lnTo>
                  <a:pt x="3062477" y="84580"/>
                </a:lnTo>
                <a:lnTo>
                  <a:pt x="3062067" y="82493"/>
                </a:lnTo>
                <a:lnTo>
                  <a:pt x="3061769" y="80355"/>
                </a:lnTo>
                <a:lnTo>
                  <a:pt x="3061587" y="78172"/>
                </a:lnTo>
                <a:lnTo>
                  <a:pt x="3061526" y="75947"/>
                </a:lnTo>
                <a:lnTo>
                  <a:pt x="3061590" y="73779"/>
                </a:lnTo>
                <a:lnTo>
                  <a:pt x="3061780" y="71666"/>
                </a:lnTo>
                <a:lnTo>
                  <a:pt x="3062091" y="69612"/>
                </a:lnTo>
                <a:lnTo>
                  <a:pt x="3062517" y="67620"/>
                </a:lnTo>
                <a:lnTo>
                  <a:pt x="3063055" y="65693"/>
                </a:lnTo>
                <a:lnTo>
                  <a:pt x="3063698" y="63835"/>
                </a:lnTo>
                <a:lnTo>
                  <a:pt x="3064442" y="62049"/>
                </a:lnTo>
                <a:lnTo>
                  <a:pt x="3065282" y="60337"/>
                </a:lnTo>
                <a:lnTo>
                  <a:pt x="3066213" y="58705"/>
                </a:lnTo>
                <a:lnTo>
                  <a:pt x="3067230" y="57154"/>
                </a:lnTo>
                <a:lnTo>
                  <a:pt x="3068328" y="55687"/>
                </a:lnTo>
                <a:lnTo>
                  <a:pt x="3069503" y="54309"/>
                </a:lnTo>
                <a:lnTo>
                  <a:pt x="3070748" y="53023"/>
                </a:lnTo>
                <a:lnTo>
                  <a:pt x="3072061" y="51831"/>
                </a:lnTo>
                <a:lnTo>
                  <a:pt x="3073434" y="50737"/>
                </a:lnTo>
                <a:lnTo>
                  <a:pt x="3074864" y="49745"/>
                </a:lnTo>
                <a:lnTo>
                  <a:pt x="3076346" y="48857"/>
                </a:lnTo>
                <a:lnTo>
                  <a:pt x="3077874" y="48076"/>
                </a:lnTo>
                <a:lnTo>
                  <a:pt x="3079444" y="47407"/>
                </a:lnTo>
                <a:lnTo>
                  <a:pt x="3081051" y="46852"/>
                </a:lnTo>
                <a:lnTo>
                  <a:pt x="3082689" y="46415"/>
                </a:lnTo>
                <a:lnTo>
                  <a:pt x="3084354" y="46099"/>
                </a:lnTo>
                <a:lnTo>
                  <a:pt x="3086042" y="45907"/>
                </a:lnTo>
                <a:lnTo>
                  <a:pt x="3087746" y="45842"/>
                </a:lnTo>
                <a:lnTo>
                  <a:pt x="3089472" y="45907"/>
                </a:lnTo>
                <a:lnTo>
                  <a:pt x="3091178" y="46099"/>
                </a:lnTo>
                <a:lnTo>
                  <a:pt x="3092858" y="46415"/>
                </a:lnTo>
                <a:lnTo>
                  <a:pt x="3094508" y="46852"/>
                </a:lnTo>
                <a:lnTo>
                  <a:pt x="3096123" y="47407"/>
                </a:lnTo>
                <a:lnTo>
                  <a:pt x="3097699" y="48076"/>
                </a:lnTo>
                <a:lnTo>
                  <a:pt x="3099231" y="48857"/>
                </a:lnTo>
                <a:lnTo>
                  <a:pt x="3100713" y="49745"/>
                </a:lnTo>
                <a:lnTo>
                  <a:pt x="3102142" y="50737"/>
                </a:lnTo>
                <a:lnTo>
                  <a:pt x="3103513" y="51831"/>
                </a:lnTo>
                <a:lnTo>
                  <a:pt x="3104821" y="53023"/>
                </a:lnTo>
                <a:lnTo>
                  <a:pt x="3106062" y="54309"/>
                </a:lnTo>
                <a:lnTo>
                  <a:pt x="3107230" y="55687"/>
                </a:lnTo>
                <a:lnTo>
                  <a:pt x="3108321" y="57154"/>
                </a:lnTo>
                <a:lnTo>
                  <a:pt x="3109330" y="58705"/>
                </a:lnTo>
                <a:lnTo>
                  <a:pt x="3110253" y="60337"/>
                </a:lnTo>
                <a:lnTo>
                  <a:pt x="3111085" y="62049"/>
                </a:lnTo>
                <a:lnTo>
                  <a:pt x="3111821" y="63835"/>
                </a:lnTo>
                <a:lnTo>
                  <a:pt x="3112457" y="65693"/>
                </a:lnTo>
                <a:lnTo>
                  <a:pt x="3112988" y="67620"/>
                </a:lnTo>
                <a:lnTo>
                  <a:pt x="3113408" y="69612"/>
                </a:lnTo>
                <a:lnTo>
                  <a:pt x="3113715" y="71666"/>
                </a:lnTo>
                <a:lnTo>
                  <a:pt x="3113902" y="73779"/>
                </a:lnTo>
                <a:lnTo>
                  <a:pt x="3113966" y="75947"/>
                </a:lnTo>
                <a:lnTo>
                  <a:pt x="3113904" y="78172"/>
                </a:lnTo>
                <a:lnTo>
                  <a:pt x="3113722" y="80355"/>
                </a:lnTo>
                <a:lnTo>
                  <a:pt x="3113424" y="82493"/>
                </a:lnTo>
                <a:lnTo>
                  <a:pt x="3113014" y="84580"/>
                </a:lnTo>
                <a:lnTo>
                  <a:pt x="3112497" y="86612"/>
                </a:lnTo>
                <a:lnTo>
                  <a:pt x="3111875" y="88584"/>
                </a:lnTo>
                <a:close/>
                <a:moveTo>
                  <a:pt x="3429829" y="94823"/>
                </a:moveTo>
                <a:lnTo>
                  <a:pt x="3429543" y="94464"/>
                </a:lnTo>
                <a:lnTo>
                  <a:pt x="3429229" y="94144"/>
                </a:lnTo>
                <a:lnTo>
                  <a:pt x="3428891" y="93862"/>
                </a:lnTo>
                <a:lnTo>
                  <a:pt x="3428535" y="93616"/>
                </a:lnTo>
                <a:lnTo>
                  <a:pt x="3428163" y="93402"/>
                </a:lnTo>
                <a:lnTo>
                  <a:pt x="3427782" y="93218"/>
                </a:lnTo>
                <a:lnTo>
                  <a:pt x="3427394" y="93063"/>
                </a:lnTo>
                <a:lnTo>
                  <a:pt x="3427004" y="92934"/>
                </a:lnTo>
                <a:lnTo>
                  <a:pt x="3426618" y="92828"/>
                </a:lnTo>
                <a:lnTo>
                  <a:pt x="3426238" y="92743"/>
                </a:lnTo>
                <a:lnTo>
                  <a:pt x="3425870" y="92677"/>
                </a:lnTo>
                <a:lnTo>
                  <a:pt x="3425517" y="92627"/>
                </a:lnTo>
                <a:lnTo>
                  <a:pt x="3425184" y="92592"/>
                </a:lnTo>
                <a:lnTo>
                  <a:pt x="3424876" y="92568"/>
                </a:lnTo>
                <a:lnTo>
                  <a:pt x="3424597" y="92553"/>
                </a:lnTo>
                <a:lnTo>
                  <a:pt x="3424351" y="92546"/>
                </a:lnTo>
                <a:lnTo>
                  <a:pt x="3424142" y="92543"/>
                </a:lnTo>
                <a:lnTo>
                  <a:pt x="3423975" y="92543"/>
                </a:lnTo>
                <a:lnTo>
                  <a:pt x="3423596" y="92545"/>
                </a:lnTo>
                <a:lnTo>
                  <a:pt x="3423228" y="92553"/>
                </a:lnTo>
                <a:lnTo>
                  <a:pt x="3422871" y="92567"/>
                </a:lnTo>
                <a:lnTo>
                  <a:pt x="3422526" y="92589"/>
                </a:lnTo>
                <a:lnTo>
                  <a:pt x="3422192" y="92621"/>
                </a:lnTo>
                <a:lnTo>
                  <a:pt x="3421869" y="92663"/>
                </a:lnTo>
                <a:lnTo>
                  <a:pt x="3421556" y="92718"/>
                </a:lnTo>
                <a:lnTo>
                  <a:pt x="3421254" y="92786"/>
                </a:lnTo>
                <a:lnTo>
                  <a:pt x="3420962" y="92868"/>
                </a:lnTo>
                <a:lnTo>
                  <a:pt x="3420679" y="92967"/>
                </a:lnTo>
                <a:lnTo>
                  <a:pt x="3420407" y="93083"/>
                </a:lnTo>
                <a:lnTo>
                  <a:pt x="3420143" y="93218"/>
                </a:lnTo>
                <a:lnTo>
                  <a:pt x="3419888" y="93373"/>
                </a:lnTo>
                <a:lnTo>
                  <a:pt x="3419643" y="93550"/>
                </a:lnTo>
                <a:lnTo>
                  <a:pt x="3419405" y="93749"/>
                </a:lnTo>
                <a:lnTo>
                  <a:pt x="3419176" y="93972"/>
                </a:lnTo>
                <a:lnTo>
                  <a:pt x="3418955" y="94221"/>
                </a:lnTo>
                <a:lnTo>
                  <a:pt x="3418742" y="94497"/>
                </a:lnTo>
                <a:lnTo>
                  <a:pt x="3418536" y="94800"/>
                </a:lnTo>
                <a:lnTo>
                  <a:pt x="3418338" y="95134"/>
                </a:lnTo>
                <a:lnTo>
                  <a:pt x="3418147" y="95498"/>
                </a:lnTo>
                <a:lnTo>
                  <a:pt x="3417962" y="95894"/>
                </a:lnTo>
                <a:lnTo>
                  <a:pt x="3417784" y="96324"/>
                </a:lnTo>
                <a:lnTo>
                  <a:pt x="3417612" y="96788"/>
                </a:lnTo>
                <a:lnTo>
                  <a:pt x="3417454" y="97135"/>
                </a:lnTo>
                <a:lnTo>
                  <a:pt x="3417266" y="97543"/>
                </a:lnTo>
                <a:lnTo>
                  <a:pt x="3417045" y="98006"/>
                </a:lnTo>
                <a:lnTo>
                  <a:pt x="3416788" y="98517"/>
                </a:lnTo>
                <a:lnTo>
                  <a:pt x="3416490" y="99070"/>
                </a:lnTo>
                <a:lnTo>
                  <a:pt x="3416148" y="99656"/>
                </a:lnTo>
                <a:lnTo>
                  <a:pt x="3415759" y="100271"/>
                </a:lnTo>
                <a:lnTo>
                  <a:pt x="3415320" y="100906"/>
                </a:lnTo>
                <a:lnTo>
                  <a:pt x="3414826" y="101555"/>
                </a:lnTo>
                <a:lnTo>
                  <a:pt x="3414275" y="102211"/>
                </a:lnTo>
                <a:lnTo>
                  <a:pt x="3413662" y="102868"/>
                </a:lnTo>
                <a:lnTo>
                  <a:pt x="3412985" y="103519"/>
                </a:lnTo>
                <a:lnTo>
                  <a:pt x="3412239" y="104157"/>
                </a:lnTo>
                <a:lnTo>
                  <a:pt x="3411422" y="104775"/>
                </a:lnTo>
                <a:lnTo>
                  <a:pt x="3410529" y="105366"/>
                </a:lnTo>
                <a:lnTo>
                  <a:pt x="3409557" y="105923"/>
                </a:lnTo>
                <a:lnTo>
                  <a:pt x="3408503" y="106441"/>
                </a:lnTo>
                <a:lnTo>
                  <a:pt x="3407364" y="106911"/>
                </a:lnTo>
                <a:lnTo>
                  <a:pt x="3406134" y="107328"/>
                </a:lnTo>
                <a:lnTo>
                  <a:pt x="3404813" y="107684"/>
                </a:lnTo>
                <a:lnTo>
                  <a:pt x="3403394" y="107973"/>
                </a:lnTo>
                <a:lnTo>
                  <a:pt x="3401876" y="108188"/>
                </a:lnTo>
                <a:lnTo>
                  <a:pt x="3400254" y="108322"/>
                </a:lnTo>
                <a:lnTo>
                  <a:pt x="3398526" y="108368"/>
                </a:lnTo>
                <a:lnTo>
                  <a:pt x="3396491" y="108298"/>
                </a:lnTo>
                <a:lnTo>
                  <a:pt x="3394488" y="108092"/>
                </a:lnTo>
                <a:lnTo>
                  <a:pt x="3392520" y="107753"/>
                </a:lnTo>
                <a:lnTo>
                  <a:pt x="3390593" y="107286"/>
                </a:lnTo>
                <a:lnTo>
                  <a:pt x="3388713" y="106694"/>
                </a:lnTo>
                <a:lnTo>
                  <a:pt x="3386883" y="105983"/>
                </a:lnTo>
                <a:lnTo>
                  <a:pt x="3385108" y="105155"/>
                </a:lnTo>
                <a:lnTo>
                  <a:pt x="3383395" y="104215"/>
                </a:lnTo>
                <a:lnTo>
                  <a:pt x="3381747" y="103167"/>
                </a:lnTo>
                <a:lnTo>
                  <a:pt x="3380170" y="102016"/>
                </a:lnTo>
                <a:lnTo>
                  <a:pt x="3378668" y="100765"/>
                </a:lnTo>
                <a:lnTo>
                  <a:pt x="3377246" y="99418"/>
                </a:lnTo>
                <a:lnTo>
                  <a:pt x="3375910" y="97980"/>
                </a:lnTo>
                <a:lnTo>
                  <a:pt x="3374664" y="96454"/>
                </a:lnTo>
                <a:lnTo>
                  <a:pt x="3373514" y="94846"/>
                </a:lnTo>
                <a:lnTo>
                  <a:pt x="3372463" y="93158"/>
                </a:lnTo>
                <a:lnTo>
                  <a:pt x="3371518" y="91395"/>
                </a:lnTo>
                <a:lnTo>
                  <a:pt x="3370683" y="89561"/>
                </a:lnTo>
                <a:lnTo>
                  <a:pt x="3369963" y="87660"/>
                </a:lnTo>
                <a:lnTo>
                  <a:pt x="3369362" y="85697"/>
                </a:lnTo>
                <a:lnTo>
                  <a:pt x="3368887" y="83674"/>
                </a:lnTo>
                <a:lnTo>
                  <a:pt x="3368541" y="81598"/>
                </a:lnTo>
                <a:lnTo>
                  <a:pt x="3368330" y="79471"/>
                </a:lnTo>
                <a:lnTo>
                  <a:pt x="3368258" y="77298"/>
                </a:lnTo>
                <a:lnTo>
                  <a:pt x="3368287" y="76075"/>
                </a:lnTo>
                <a:lnTo>
                  <a:pt x="3368379" y="74733"/>
                </a:lnTo>
                <a:lnTo>
                  <a:pt x="3368541" y="73286"/>
                </a:lnTo>
                <a:lnTo>
                  <a:pt x="3368778" y="71751"/>
                </a:lnTo>
                <a:lnTo>
                  <a:pt x="3369099" y="70142"/>
                </a:lnTo>
                <a:lnTo>
                  <a:pt x="3369508" y="68474"/>
                </a:lnTo>
                <a:lnTo>
                  <a:pt x="3370014" y="66764"/>
                </a:lnTo>
                <a:lnTo>
                  <a:pt x="3370622" y="65025"/>
                </a:lnTo>
                <a:lnTo>
                  <a:pt x="3371339" y="63274"/>
                </a:lnTo>
                <a:lnTo>
                  <a:pt x="3372171" y="61525"/>
                </a:lnTo>
                <a:lnTo>
                  <a:pt x="3373126" y="59794"/>
                </a:lnTo>
                <a:lnTo>
                  <a:pt x="3374210" y="58096"/>
                </a:lnTo>
                <a:lnTo>
                  <a:pt x="3375430" y="56446"/>
                </a:lnTo>
                <a:lnTo>
                  <a:pt x="3376792" y="54860"/>
                </a:lnTo>
                <a:lnTo>
                  <a:pt x="3378302" y="53352"/>
                </a:lnTo>
                <a:lnTo>
                  <a:pt x="3379968" y="51938"/>
                </a:lnTo>
                <a:lnTo>
                  <a:pt x="3381796" y="50634"/>
                </a:lnTo>
                <a:lnTo>
                  <a:pt x="3383792" y="49454"/>
                </a:lnTo>
                <a:lnTo>
                  <a:pt x="3385964" y="48414"/>
                </a:lnTo>
                <a:lnTo>
                  <a:pt x="3388318" y="47529"/>
                </a:lnTo>
                <a:lnTo>
                  <a:pt x="3390860" y="46814"/>
                </a:lnTo>
                <a:lnTo>
                  <a:pt x="3393597" y="46284"/>
                </a:lnTo>
                <a:lnTo>
                  <a:pt x="3396535" y="45955"/>
                </a:lnTo>
                <a:lnTo>
                  <a:pt x="3399682" y="45842"/>
                </a:lnTo>
                <a:lnTo>
                  <a:pt x="3400205" y="45842"/>
                </a:lnTo>
                <a:lnTo>
                  <a:pt x="3400760" y="45843"/>
                </a:lnTo>
                <a:lnTo>
                  <a:pt x="3401341" y="45845"/>
                </a:lnTo>
                <a:lnTo>
                  <a:pt x="3401944" y="45850"/>
                </a:lnTo>
                <a:lnTo>
                  <a:pt x="3402565" y="45858"/>
                </a:lnTo>
                <a:lnTo>
                  <a:pt x="3403197" y="45869"/>
                </a:lnTo>
                <a:lnTo>
                  <a:pt x="3403837" y="45885"/>
                </a:lnTo>
                <a:lnTo>
                  <a:pt x="3404480" y="45906"/>
                </a:lnTo>
                <a:lnTo>
                  <a:pt x="3405121" y="45933"/>
                </a:lnTo>
                <a:lnTo>
                  <a:pt x="3405755" y="45968"/>
                </a:lnTo>
                <a:lnTo>
                  <a:pt x="3406377" y="46009"/>
                </a:lnTo>
                <a:lnTo>
                  <a:pt x="3406984" y="46059"/>
                </a:lnTo>
                <a:lnTo>
                  <a:pt x="3407569" y="46118"/>
                </a:lnTo>
                <a:lnTo>
                  <a:pt x="3408128" y="46186"/>
                </a:lnTo>
                <a:lnTo>
                  <a:pt x="3408657" y="46266"/>
                </a:lnTo>
                <a:lnTo>
                  <a:pt x="3409150" y="46356"/>
                </a:lnTo>
                <a:lnTo>
                  <a:pt x="3409603" y="46459"/>
                </a:lnTo>
                <a:lnTo>
                  <a:pt x="3410011" y="46574"/>
                </a:lnTo>
                <a:lnTo>
                  <a:pt x="3410369" y="46703"/>
                </a:lnTo>
                <a:lnTo>
                  <a:pt x="3410673" y="46846"/>
                </a:lnTo>
                <a:lnTo>
                  <a:pt x="3410918" y="47005"/>
                </a:lnTo>
                <a:lnTo>
                  <a:pt x="3411099" y="47179"/>
                </a:lnTo>
                <a:lnTo>
                  <a:pt x="3411211" y="47370"/>
                </a:lnTo>
                <a:lnTo>
                  <a:pt x="3411249" y="47578"/>
                </a:lnTo>
                <a:lnTo>
                  <a:pt x="3411291" y="48401"/>
                </a:lnTo>
                <a:lnTo>
                  <a:pt x="3411369" y="49183"/>
                </a:lnTo>
                <a:lnTo>
                  <a:pt x="3411480" y="49923"/>
                </a:lnTo>
                <a:lnTo>
                  <a:pt x="3411624" y="50624"/>
                </a:lnTo>
                <a:lnTo>
                  <a:pt x="3411799" y="51284"/>
                </a:lnTo>
                <a:lnTo>
                  <a:pt x="3412006" y="51905"/>
                </a:lnTo>
                <a:lnTo>
                  <a:pt x="3412242" y="52488"/>
                </a:lnTo>
                <a:lnTo>
                  <a:pt x="3412507" y="53032"/>
                </a:lnTo>
                <a:lnTo>
                  <a:pt x="3412799" y="53539"/>
                </a:lnTo>
                <a:lnTo>
                  <a:pt x="3413117" y="54009"/>
                </a:lnTo>
                <a:lnTo>
                  <a:pt x="3413461" y="54442"/>
                </a:lnTo>
                <a:lnTo>
                  <a:pt x="3413829" y="54840"/>
                </a:lnTo>
                <a:lnTo>
                  <a:pt x="3414220" y="55203"/>
                </a:lnTo>
                <a:lnTo>
                  <a:pt x="3414633" y="55531"/>
                </a:lnTo>
                <a:lnTo>
                  <a:pt x="3415066" y="55825"/>
                </a:lnTo>
                <a:lnTo>
                  <a:pt x="3415520" y="56085"/>
                </a:lnTo>
                <a:lnTo>
                  <a:pt x="3415993" y="56313"/>
                </a:lnTo>
                <a:lnTo>
                  <a:pt x="3416483" y="56508"/>
                </a:lnTo>
                <a:lnTo>
                  <a:pt x="3416989" y="56672"/>
                </a:lnTo>
                <a:lnTo>
                  <a:pt x="3417512" y="56805"/>
                </a:lnTo>
                <a:lnTo>
                  <a:pt x="3418048" y="56907"/>
                </a:lnTo>
                <a:lnTo>
                  <a:pt x="3418598" y="56979"/>
                </a:lnTo>
                <a:lnTo>
                  <a:pt x="3419160" y="57022"/>
                </a:lnTo>
                <a:lnTo>
                  <a:pt x="3419733" y="57036"/>
                </a:lnTo>
                <a:lnTo>
                  <a:pt x="3420308" y="57019"/>
                </a:lnTo>
                <a:lnTo>
                  <a:pt x="3420876" y="56968"/>
                </a:lnTo>
                <a:lnTo>
                  <a:pt x="3421435" y="56884"/>
                </a:lnTo>
                <a:lnTo>
                  <a:pt x="3421983" y="56767"/>
                </a:lnTo>
                <a:lnTo>
                  <a:pt x="3422519" y="56617"/>
                </a:lnTo>
                <a:lnTo>
                  <a:pt x="3423041" y="56436"/>
                </a:lnTo>
                <a:lnTo>
                  <a:pt x="3423548" y="56222"/>
                </a:lnTo>
                <a:lnTo>
                  <a:pt x="3424039" y="55978"/>
                </a:lnTo>
                <a:lnTo>
                  <a:pt x="3424512" y="55702"/>
                </a:lnTo>
                <a:lnTo>
                  <a:pt x="3424965" y="55396"/>
                </a:lnTo>
                <a:lnTo>
                  <a:pt x="3425397" y="55061"/>
                </a:lnTo>
                <a:lnTo>
                  <a:pt x="3425806" y="54695"/>
                </a:lnTo>
                <a:lnTo>
                  <a:pt x="3426191" y="54301"/>
                </a:lnTo>
                <a:lnTo>
                  <a:pt x="3426551" y="53877"/>
                </a:lnTo>
                <a:lnTo>
                  <a:pt x="3426884" y="53426"/>
                </a:lnTo>
                <a:lnTo>
                  <a:pt x="3427188" y="52946"/>
                </a:lnTo>
                <a:lnTo>
                  <a:pt x="3427462" y="52439"/>
                </a:lnTo>
                <a:lnTo>
                  <a:pt x="3427704" y="51905"/>
                </a:lnTo>
                <a:lnTo>
                  <a:pt x="3427913" y="51345"/>
                </a:lnTo>
                <a:lnTo>
                  <a:pt x="3428087" y="50758"/>
                </a:lnTo>
                <a:lnTo>
                  <a:pt x="3428226" y="50145"/>
                </a:lnTo>
                <a:lnTo>
                  <a:pt x="3428326" y="49507"/>
                </a:lnTo>
                <a:lnTo>
                  <a:pt x="3428388" y="48845"/>
                </a:lnTo>
                <a:lnTo>
                  <a:pt x="3428409" y="48157"/>
                </a:lnTo>
                <a:lnTo>
                  <a:pt x="3428306" y="46470"/>
                </a:lnTo>
                <a:lnTo>
                  <a:pt x="3428009" y="44923"/>
                </a:lnTo>
                <a:lnTo>
                  <a:pt x="3427530" y="43511"/>
                </a:lnTo>
                <a:lnTo>
                  <a:pt x="3426883" y="42227"/>
                </a:lnTo>
                <a:lnTo>
                  <a:pt x="3426082" y="41065"/>
                </a:lnTo>
                <a:lnTo>
                  <a:pt x="3425140" y="40019"/>
                </a:lnTo>
                <a:lnTo>
                  <a:pt x="3424071" y="39083"/>
                </a:lnTo>
                <a:lnTo>
                  <a:pt x="3422889" y="38251"/>
                </a:lnTo>
                <a:lnTo>
                  <a:pt x="3421607" y="37517"/>
                </a:lnTo>
                <a:lnTo>
                  <a:pt x="3420239" y="36874"/>
                </a:lnTo>
                <a:lnTo>
                  <a:pt x="3418798" y="36317"/>
                </a:lnTo>
                <a:lnTo>
                  <a:pt x="3417299" y="35840"/>
                </a:lnTo>
                <a:lnTo>
                  <a:pt x="3415754" y="35435"/>
                </a:lnTo>
                <a:lnTo>
                  <a:pt x="3414178" y="35098"/>
                </a:lnTo>
                <a:lnTo>
                  <a:pt x="3412584" y="34822"/>
                </a:lnTo>
                <a:lnTo>
                  <a:pt x="3410985" y="34601"/>
                </a:lnTo>
                <a:lnTo>
                  <a:pt x="3409396" y="34429"/>
                </a:lnTo>
                <a:lnTo>
                  <a:pt x="3407831" y="34300"/>
                </a:lnTo>
                <a:lnTo>
                  <a:pt x="3406301" y="34207"/>
                </a:lnTo>
                <a:lnTo>
                  <a:pt x="3404822" y="34145"/>
                </a:lnTo>
                <a:lnTo>
                  <a:pt x="3403407" y="34107"/>
                </a:lnTo>
                <a:lnTo>
                  <a:pt x="3402070" y="34088"/>
                </a:lnTo>
                <a:lnTo>
                  <a:pt x="3400824" y="34081"/>
                </a:lnTo>
                <a:lnTo>
                  <a:pt x="3399682" y="34080"/>
                </a:lnTo>
                <a:lnTo>
                  <a:pt x="3395649" y="34214"/>
                </a:lnTo>
                <a:lnTo>
                  <a:pt x="3391836" y="34606"/>
                </a:lnTo>
                <a:lnTo>
                  <a:pt x="3388240" y="35240"/>
                </a:lnTo>
                <a:lnTo>
                  <a:pt x="3384855" y="36102"/>
                </a:lnTo>
                <a:lnTo>
                  <a:pt x="3381678" y="37175"/>
                </a:lnTo>
                <a:lnTo>
                  <a:pt x="3378704" y="38445"/>
                </a:lnTo>
                <a:lnTo>
                  <a:pt x="3375929" y="39895"/>
                </a:lnTo>
                <a:lnTo>
                  <a:pt x="3373349" y="41511"/>
                </a:lnTo>
                <a:lnTo>
                  <a:pt x="3370958" y="43277"/>
                </a:lnTo>
                <a:lnTo>
                  <a:pt x="3368753" y="45177"/>
                </a:lnTo>
                <a:lnTo>
                  <a:pt x="3366730" y="47197"/>
                </a:lnTo>
                <a:lnTo>
                  <a:pt x="3364884" y="49321"/>
                </a:lnTo>
                <a:lnTo>
                  <a:pt x="3363210" y="51533"/>
                </a:lnTo>
                <a:lnTo>
                  <a:pt x="3361705" y="53818"/>
                </a:lnTo>
                <a:lnTo>
                  <a:pt x="3360364" y="56161"/>
                </a:lnTo>
                <a:lnTo>
                  <a:pt x="3359182" y="58546"/>
                </a:lnTo>
                <a:lnTo>
                  <a:pt x="3358156" y="60958"/>
                </a:lnTo>
                <a:lnTo>
                  <a:pt x="3357281" y="63381"/>
                </a:lnTo>
                <a:lnTo>
                  <a:pt x="3356552" y="65800"/>
                </a:lnTo>
                <a:lnTo>
                  <a:pt x="3355966" y="68200"/>
                </a:lnTo>
                <a:lnTo>
                  <a:pt x="3355517" y="70565"/>
                </a:lnTo>
                <a:lnTo>
                  <a:pt x="3355202" y="72880"/>
                </a:lnTo>
                <a:lnTo>
                  <a:pt x="3355016" y="75129"/>
                </a:lnTo>
                <a:lnTo>
                  <a:pt x="3354955" y="77298"/>
                </a:lnTo>
                <a:lnTo>
                  <a:pt x="3355049" y="80173"/>
                </a:lnTo>
                <a:lnTo>
                  <a:pt x="3355326" y="83005"/>
                </a:lnTo>
                <a:lnTo>
                  <a:pt x="3355782" y="85786"/>
                </a:lnTo>
                <a:lnTo>
                  <a:pt x="3356410" y="88511"/>
                </a:lnTo>
                <a:lnTo>
                  <a:pt x="3357207" y="91170"/>
                </a:lnTo>
                <a:lnTo>
                  <a:pt x="3358166" y="93759"/>
                </a:lnTo>
                <a:lnTo>
                  <a:pt x="3359284" y="96269"/>
                </a:lnTo>
                <a:lnTo>
                  <a:pt x="3360553" y="98693"/>
                </a:lnTo>
                <a:lnTo>
                  <a:pt x="3361970" y="101025"/>
                </a:lnTo>
                <a:lnTo>
                  <a:pt x="3363529" y="103258"/>
                </a:lnTo>
                <a:lnTo>
                  <a:pt x="3365225" y="105384"/>
                </a:lnTo>
                <a:lnTo>
                  <a:pt x="3367053" y="107396"/>
                </a:lnTo>
                <a:lnTo>
                  <a:pt x="3369007" y="109288"/>
                </a:lnTo>
                <a:lnTo>
                  <a:pt x="3371082" y="111052"/>
                </a:lnTo>
                <a:lnTo>
                  <a:pt x="3373274" y="112681"/>
                </a:lnTo>
                <a:lnTo>
                  <a:pt x="3375577" y="114169"/>
                </a:lnTo>
                <a:lnTo>
                  <a:pt x="3377985" y="115508"/>
                </a:lnTo>
                <a:lnTo>
                  <a:pt x="3380494" y="116691"/>
                </a:lnTo>
                <a:lnTo>
                  <a:pt x="3383098" y="117712"/>
                </a:lnTo>
                <a:lnTo>
                  <a:pt x="3385793" y="118562"/>
                </a:lnTo>
                <a:lnTo>
                  <a:pt x="3388573" y="119236"/>
                </a:lnTo>
                <a:lnTo>
                  <a:pt x="3391432" y="119726"/>
                </a:lnTo>
                <a:lnTo>
                  <a:pt x="3394366" y="120026"/>
                </a:lnTo>
                <a:lnTo>
                  <a:pt x="3397370" y="120127"/>
                </a:lnTo>
                <a:lnTo>
                  <a:pt x="3400615" y="120031"/>
                </a:lnTo>
                <a:lnTo>
                  <a:pt x="3403655" y="119753"/>
                </a:lnTo>
                <a:lnTo>
                  <a:pt x="3406496" y="119308"/>
                </a:lnTo>
                <a:lnTo>
                  <a:pt x="3409145" y="118712"/>
                </a:lnTo>
                <a:lnTo>
                  <a:pt x="3411606" y="117978"/>
                </a:lnTo>
                <a:lnTo>
                  <a:pt x="3413886" y="117123"/>
                </a:lnTo>
                <a:lnTo>
                  <a:pt x="3415991" y="116160"/>
                </a:lnTo>
                <a:lnTo>
                  <a:pt x="3417926" y="115106"/>
                </a:lnTo>
                <a:lnTo>
                  <a:pt x="3419698" y="113974"/>
                </a:lnTo>
                <a:lnTo>
                  <a:pt x="3421313" y="112781"/>
                </a:lnTo>
                <a:lnTo>
                  <a:pt x="3422776" y="111540"/>
                </a:lnTo>
                <a:lnTo>
                  <a:pt x="3424094" y="110267"/>
                </a:lnTo>
                <a:lnTo>
                  <a:pt x="3425272" y="108978"/>
                </a:lnTo>
                <a:lnTo>
                  <a:pt x="3426317" y="107686"/>
                </a:lnTo>
                <a:lnTo>
                  <a:pt x="3427234" y="106407"/>
                </a:lnTo>
                <a:lnTo>
                  <a:pt x="3428029" y="105156"/>
                </a:lnTo>
                <a:lnTo>
                  <a:pt x="3428708" y="103947"/>
                </a:lnTo>
                <a:lnTo>
                  <a:pt x="3429278" y="102797"/>
                </a:lnTo>
                <a:lnTo>
                  <a:pt x="3429744" y="101719"/>
                </a:lnTo>
                <a:lnTo>
                  <a:pt x="3430111" y="100729"/>
                </a:lnTo>
                <a:lnTo>
                  <a:pt x="3430387" y="99842"/>
                </a:lnTo>
                <a:lnTo>
                  <a:pt x="3430576" y="99073"/>
                </a:lnTo>
                <a:lnTo>
                  <a:pt x="3430686" y="98436"/>
                </a:lnTo>
                <a:lnTo>
                  <a:pt x="3430721" y="97947"/>
                </a:lnTo>
                <a:lnTo>
                  <a:pt x="3430692" y="97300"/>
                </a:lnTo>
                <a:lnTo>
                  <a:pt x="3430610" y="96706"/>
                </a:lnTo>
                <a:lnTo>
                  <a:pt x="3430478" y="96163"/>
                </a:lnTo>
                <a:lnTo>
                  <a:pt x="3430301" y="95670"/>
                </a:lnTo>
                <a:lnTo>
                  <a:pt x="3430084" y="95224"/>
                </a:lnTo>
                <a:lnTo>
                  <a:pt x="3429829" y="94823"/>
                </a:lnTo>
                <a:close/>
                <a:moveTo>
                  <a:pt x="3731422" y="60369"/>
                </a:moveTo>
                <a:lnTo>
                  <a:pt x="3730340" y="57823"/>
                </a:lnTo>
                <a:lnTo>
                  <a:pt x="3729113" y="55372"/>
                </a:lnTo>
                <a:lnTo>
                  <a:pt x="3727750" y="53023"/>
                </a:lnTo>
                <a:lnTo>
                  <a:pt x="3726255" y="50781"/>
                </a:lnTo>
                <a:lnTo>
                  <a:pt x="3724635" y="48652"/>
                </a:lnTo>
                <a:lnTo>
                  <a:pt x="3722897" y="46643"/>
                </a:lnTo>
                <a:lnTo>
                  <a:pt x="3721047" y="44760"/>
                </a:lnTo>
                <a:lnTo>
                  <a:pt x="3719090" y="43008"/>
                </a:lnTo>
                <a:lnTo>
                  <a:pt x="3717033" y="41394"/>
                </a:lnTo>
                <a:lnTo>
                  <a:pt x="3714882" y="39924"/>
                </a:lnTo>
                <a:lnTo>
                  <a:pt x="3712644" y="38604"/>
                </a:lnTo>
                <a:lnTo>
                  <a:pt x="3710324" y="37441"/>
                </a:lnTo>
                <a:lnTo>
                  <a:pt x="3707928" y="36439"/>
                </a:lnTo>
                <a:lnTo>
                  <a:pt x="3705464" y="35606"/>
                </a:lnTo>
                <a:lnTo>
                  <a:pt x="3702936" y="34948"/>
                </a:lnTo>
                <a:lnTo>
                  <a:pt x="3700352" y="34470"/>
                </a:lnTo>
                <a:lnTo>
                  <a:pt x="3697718" y="34178"/>
                </a:lnTo>
                <a:lnTo>
                  <a:pt x="3695039" y="34080"/>
                </a:lnTo>
                <a:lnTo>
                  <a:pt x="3692360" y="34178"/>
                </a:lnTo>
                <a:lnTo>
                  <a:pt x="3689725" y="34470"/>
                </a:lnTo>
                <a:lnTo>
                  <a:pt x="3687141" y="34948"/>
                </a:lnTo>
                <a:lnTo>
                  <a:pt x="3684614" y="35606"/>
                </a:lnTo>
                <a:lnTo>
                  <a:pt x="3682149" y="36439"/>
                </a:lnTo>
                <a:lnTo>
                  <a:pt x="3679754" y="37441"/>
                </a:lnTo>
                <a:lnTo>
                  <a:pt x="3677434" y="38604"/>
                </a:lnTo>
                <a:lnTo>
                  <a:pt x="3675195" y="39924"/>
                </a:lnTo>
                <a:lnTo>
                  <a:pt x="3673045" y="41394"/>
                </a:lnTo>
                <a:lnTo>
                  <a:pt x="3670988" y="43008"/>
                </a:lnTo>
                <a:lnTo>
                  <a:pt x="3669031" y="44760"/>
                </a:lnTo>
                <a:lnTo>
                  <a:pt x="3667180" y="46643"/>
                </a:lnTo>
                <a:lnTo>
                  <a:pt x="3665442" y="48652"/>
                </a:lnTo>
                <a:lnTo>
                  <a:pt x="3663823" y="50781"/>
                </a:lnTo>
                <a:lnTo>
                  <a:pt x="3662328" y="53023"/>
                </a:lnTo>
                <a:lnTo>
                  <a:pt x="3660964" y="55372"/>
                </a:lnTo>
                <a:lnTo>
                  <a:pt x="3659738" y="57823"/>
                </a:lnTo>
                <a:lnTo>
                  <a:pt x="3658655" y="60369"/>
                </a:lnTo>
                <a:lnTo>
                  <a:pt x="3657722" y="63003"/>
                </a:lnTo>
                <a:lnTo>
                  <a:pt x="3656944" y="65721"/>
                </a:lnTo>
                <a:lnTo>
                  <a:pt x="3656329" y="68515"/>
                </a:lnTo>
                <a:lnTo>
                  <a:pt x="3655881" y="71380"/>
                </a:lnTo>
                <a:lnTo>
                  <a:pt x="3655608" y="74310"/>
                </a:lnTo>
                <a:lnTo>
                  <a:pt x="3655516" y="77298"/>
                </a:lnTo>
                <a:lnTo>
                  <a:pt x="3655610" y="80328"/>
                </a:lnTo>
                <a:lnTo>
                  <a:pt x="3655889" y="83289"/>
                </a:lnTo>
                <a:lnTo>
                  <a:pt x="3656344" y="86175"/>
                </a:lnTo>
                <a:lnTo>
                  <a:pt x="3656971" y="88980"/>
                </a:lnTo>
                <a:lnTo>
                  <a:pt x="3657761" y="91700"/>
                </a:lnTo>
                <a:lnTo>
                  <a:pt x="3658709" y="94330"/>
                </a:lnTo>
                <a:lnTo>
                  <a:pt x="3659808" y="96863"/>
                </a:lnTo>
                <a:lnTo>
                  <a:pt x="3661050" y="99295"/>
                </a:lnTo>
                <a:lnTo>
                  <a:pt x="3662430" y="101620"/>
                </a:lnTo>
                <a:lnTo>
                  <a:pt x="3663940" y="103833"/>
                </a:lnTo>
                <a:lnTo>
                  <a:pt x="3665574" y="105930"/>
                </a:lnTo>
                <a:lnTo>
                  <a:pt x="3667325" y="107903"/>
                </a:lnTo>
                <a:lnTo>
                  <a:pt x="3669186" y="109750"/>
                </a:lnTo>
                <a:lnTo>
                  <a:pt x="3671152" y="111463"/>
                </a:lnTo>
                <a:lnTo>
                  <a:pt x="3673214" y="113038"/>
                </a:lnTo>
                <a:lnTo>
                  <a:pt x="3675367" y="114470"/>
                </a:lnTo>
                <a:lnTo>
                  <a:pt x="3677603" y="115753"/>
                </a:lnTo>
                <a:lnTo>
                  <a:pt x="3679917" y="116882"/>
                </a:lnTo>
                <a:lnTo>
                  <a:pt x="3682300" y="117851"/>
                </a:lnTo>
                <a:lnTo>
                  <a:pt x="3684748" y="118656"/>
                </a:lnTo>
                <a:lnTo>
                  <a:pt x="3687252" y="119292"/>
                </a:lnTo>
                <a:lnTo>
                  <a:pt x="3689806" y="119752"/>
                </a:lnTo>
                <a:lnTo>
                  <a:pt x="3692404" y="120032"/>
                </a:lnTo>
                <a:lnTo>
                  <a:pt x="3695039" y="120127"/>
                </a:lnTo>
                <a:lnTo>
                  <a:pt x="3697673" y="120031"/>
                </a:lnTo>
                <a:lnTo>
                  <a:pt x="3700271" y="119749"/>
                </a:lnTo>
                <a:lnTo>
                  <a:pt x="3702826" y="119284"/>
                </a:lnTo>
                <a:lnTo>
                  <a:pt x="3705330" y="118643"/>
                </a:lnTo>
                <a:lnTo>
                  <a:pt x="3707777" y="117831"/>
                </a:lnTo>
                <a:lnTo>
                  <a:pt x="3710161" y="116854"/>
                </a:lnTo>
                <a:lnTo>
                  <a:pt x="3712474" y="115717"/>
                </a:lnTo>
                <a:lnTo>
                  <a:pt x="3714711" y="114426"/>
                </a:lnTo>
                <a:lnTo>
                  <a:pt x="3716864" y="112987"/>
                </a:lnTo>
                <a:lnTo>
                  <a:pt x="3718926" y="111404"/>
                </a:lnTo>
                <a:lnTo>
                  <a:pt x="3720891" y="109683"/>
                </a:lnTo>
                <a:lnTo>
                  <a:pt x="3722753" y="107831"/>
                </a:lnTo>
                <a:lnTo>
                  <a:pt x="3724504" y="105851"/>
                </a:lnTo>
                <a:lnTo>
                  <a:pt x="3726138" y="103751"/>
                </a:lnTo>
                <a:lnTo>
                  <a:pt x="3727648" y="101535"/>
                </a:lnTo>
                <a:lnTo>
                  <a:pt x="3729028" y="99208"/>
                </a:lnTo>
                <a:lnTo>
                  <a:pt x="3730270" y="96778"/>
                </a:lnTo>
                <a:lnTo>
                  <a:pt x="3731368" y="94248"/>
                </a:lnTo>
                <a:lnTo>
                  <a:pt x="3732316" y="91624"/>
                </a:lnTo>
                <a:lnTo>
                  <a:pt x="3733107" y="88913"/>
                </a:lnTo>
                <a:lnTo>
                  <a:pt x="3733733" y="86119"/>
                </a:lnTo>
                <a:lnTo>
                  <a:pt x="3734189" y="83248"/>
                </a:lnTo>
                <a:lnTo>
                  <a:pt x="3734467" y="80306"/>
                </a:lnTo>
                <a:lnTo>
                  <a:pt x="3734561" y="77298"/>
                </a:lnTo>
                <a:lnTo>
                  <a:pt x="3734469" y="74310"/>
                </a:lnTo>
                <a:lnTo>
                  <a:pt x="3734196" y="71380"/>
                </a:lnTo>
                <a:lnTo>
                  <a:pt x="3733749" y="68515"/>
                </a:lnTo>
                <a:lnTo>
                  <a:pt x="3733133" y="65721"/>
                </a:lnTo>
                <a:lnTo>
                  <a:pt x="3732356" y="63003"/>
                </a:lnTo>
                <a:lnTo>
                  <a:pt x="3731422" y="60369"/>
                </a:lnTo>
                <a:close/>
                <a:moveTo>
                  <a:pt x="3719168" y="88584"/>
                </a:moveTo>
                <a:lnTo>
                  <a:pt x="3718448" y="90491"/>
                </a:lnTo>
                <a:lnTo>
                  <a:pt x="3717632" y="92329"/>
                </a:lnTo>
                <a:lnTo>
                  <a:pt x="3716725" y="94092"/>
                </a:lnTo>
                <a:lnTo>
                  <a:pt x="3715731" y="95776"/>
                </a:lnTo>
                <a:lnTo>
                  <a:pt x="3714654" y="97376"/>
                </a:lnTo>
                <a:lnTo>
                  <a:pt x="3713499" y="98887"/>
                </a:lnTo>
                <a:lnTo>
                  <a:pt x="3712270" y="100305"/>
                </a:lnTo>
                <a:lnTo>
                  <a:pt x="3710970" y="101625"/>
                </a:lnTo>
                <a:lnTo>
                  <a:pt x="3709605" y="102842"/>
                </a:lnTo>
                <a:lnTo>
                  <a:pt x="3708178" y="103951"/>
                </a:lnTo>
                <a:lnTo>
                  <a:pt x="3706693" y="104947"/>
                </a:lnTo>
                <a:lnTo>
                  <a:pt x="3705155" y="105826"/>
                </a:lnTo>
                <a:lnTo>
                  <a:pt x="3703567" y="106583"/>
                </a:lnTo>
                <a:lnTo>
                  <a:pt x="3701935" y="107213"/>
                </a:lnTo>
                <a:lnTo>
                  <a:pt x="3700262" y="107711"/>
                </a:lnTo>
                <a:lnTo>
                  <a:pt x="3698552" y="108073"/>
                </a:lnTo>
                <a:lnTo>
                  <a:pt x="3696809" y="108293"/>
                </a:lnTo>
                <a:lnTo>
                  <a:pt x="3695039" y="108368"/>
                </a:lnTo>
                <a:lnTo>
                  <a:pt x="3693268" y="108293"/>
                </a:lnTo>
                <a:lnTo>
                  <a:pt x="3691526" y="108073"/>
                </a:lnTo>
                <a:lnTo>
                  <a:pt x="3689816" y="107711"/>
                </a:lnTo>
                <a:lnTo>
                  <a:pt x="3688142" y="107213"/>
                </a:lnTo>
                <a:lnTo>
                  <a:pt x="3686510" y="106583"/>
                </a:lnTo>
                <a:lnTo>
                  <a:pt x="3684923" y="105826"/>
                </a:lnTo>
                <a:lnTo>
                  <a:pt x="3683385" y="104947"/>
                </a:lnTo>
                <a:lnTo>
                  <a:pt x="3681900" y="103951"/>
                </a:lnTo>
                <a:lnTo>
                  <a:pt x="3680473" y="102842"/>
                </a:lnTo>
                <a:lnTo>
                  <a:pt x="3679107" y="101625"/>
                </a:lnTo>
                <a:lnTo>
                  <a:pt x="3677808" y="100305"/>
                </a:lnTo>
                <a:lnTo>
                  <a:pt x="3676578" y="98887"/>
                </a:lnTo>
                <a:lnTo>
                  <a:pt x="3675423" y="97376"/>
                </a:lnTo>
                <a:lnTo>
                  <a:pt x="3674347" y="95776"/>
                </a:lnTo>
                <a:lnTo>
                  <a:pt x="3673353" y="94092"/>
                </a:lnTo>
                <a:lnTo>
                  <a:pt x="3672446" y="92329"/>
                </a:lnTo>
                <a:lnTo>
                  <a:pt x="3671630" y="90491"/>
                </a:lnTo>
                <a:lnTo>
                  <a:pt x="3670909" y="88584"/>
                </a:lnTo>
                <a:lnTo>
                  <a:pt x="3670288" y="86612"/>
                </a:lnTo>
                <a:lnTo>
                  <a:pt x="3669770" y="84580"/>
                </a:lnTo>
                <a:lnTo>
                  <a:pt x="3669360" y="82493"/>
                </a:lnTo>
                <a:lnTo>
                  <a:pt x="3669062" y="80355"/>
                </a:lnTo>
                <a:lnTo>
                  <a:pt x="3668880" y="78172"/>
                </a:lnTo>
                <a:lnTo>
                  <a:pt x="3668819" y="75947"/>
                </a:lnTo>
                <a:lnTo>
                  <a:pt x="3668883" y="73779"/>
                </a:lnTo>
                <a:lnTo>
                  <a:pt x="3669073" y="71666"/>
                </a:lnTo>
                <a:lnTo>
                  <a:pt x="3669384" y="69612"/>
                </a:lnTo>
                <a:lnTo>
                  <a:pt x="3669810" y="67620"/>
                </a:lnTo>
                <a:lnTo>
                  <a:pt x="3670348" y="65693"/>
                </a:lnTo>
                <a:lnTo>
                  <a:pt x="3670991" y="63835"/>
                </a:lnTo>
                <a:lnTo>
                  <a:pt x="3671735" y="62049"/>
                </a:lnTo>
                <a:lnTo>
                  <a:pt x="3672575" y="60337"/>
                </a:lnTo>
                <a:lnTo>
                  <a:pt x="3673506" y="58705"/>
                </a:lnTo>
                <a:lnTo>
                  <a:pt x="3674523" y="57154"/>
                </a:lnTo>
                <a:lnTo>
                  <a:pt x="3675621" y="55687"/>
                </a:lnTo>
                <a:lnTo>
                  <a:pt x="3676796" y="54309"/>
                </a:lnTo>
                <a:lnTo>
                  <a:pt x="3678042" y="53023"/>
                </a:lnTo>
                <a:lnTo>
                  <a:pt x="3679354" y="51831"/>
                </a:lnTo>
                <a:lnTo>
                  <a:pt x="3680727" y="50737"/>
                </a:lnTo>
                <a:lnTo>
                  <a:pt x="3682157" y="49745"/>
                </a:lnTo>
                <a:lnTo>
                  <a:pt x="3683639" y="48857"/>
                </a:lnTo>
                <a:lnTo>
                  <a:pt x="3685167" y="48076"/>
                </a:lnTo>
                <a:lnTo>
                  <a:pt x="3686737" y="47407"/>
                </a:lnTo>
                <a:lnTo>
                  <a:pt x="3688344" y="46852"/>
                </a:lnTo>
                <a:lnTo>
                  <a:pt x="3689982" y="46415"/>
                </a:lnTo>
                <a:lnTo>
                  <a:pt x="3691647" y="46099"/>
                </a:lnTo>
                <a:lnTo>
                  <a:pt x="3693335" y="45907"/>
                </a:lnTo>
                <a:lnTo>
                  <a:pt x="3695039" y="45842"/>
                </a:lnTo>
                <a:lnTo>
                  <a:pt x="3696765" y="45907"/>
                </a:lnTo>
                <a:lnTo>
                  <a:pt x="3698471" y="46099"/>
                </a:lnTo>
                <a:lnTo>
                  <a:pt x="3700151" y="46415"/>
                </a:lnTo>
                <a:lnTo>
                  <a:pt x="3701801" y="46852"/>
                </a:lnTo>
                <a:lnTo>
                  <a:pt x="3703416" y="47407"/>
                </a:lnTo>
                <a:lnTo>
                  <a:pt x="3704992" y="48076"/>
                </a:lnTo>
                <a:lnTo>
                  <a:pt x="3706524" y="48857"/>
                </a:lnTo>
                <a:lnTo>
                  <a:pt x="3708006" y="49745"/>
                </a:lnTo>
                <a:lnTo>
                  <a:pt x="3709435" y="50737"/>
                </a:lnTo>
                <a:lnTo>
                  <a:pt x="3710806" y="51831"/>
                </a:lnTo>
                <a:lnTo>
                  <a:pt x="3712114" y="53023"/>
                </a:lnTo>
                <a:lnTo>
                  <a:pt x="3713355" y="54309"/>
                </a:lnTo>
                <a:lnTo>
                  <a:pt x="3714523" y="55687"/>
                </a:lnTo>
                <a:lnTo>
                  <a:pt x="3715614" y="57154"/>
                </a:lnTo>
                <a:lnTo>
                  <a:pt x="3716623" y="58705"/>
                </a:lnTo>
                <a:lnTo>
                  <a:pt x="3717546" y="60337"/>
                </a:lnTo>
                <a:lnTo>
                  <a:pt x="3718378" y="62049"/>
                </a:lnTo>
                <a:lnTo>
                  <a:pt x="3719114" y="63835"/>
                </a:lnTo>
                <a:lnTo>
                  <a:pt x="3719750" y="65693"/>
                </a:lnTo>
                <a:lnTo>
                  <a:pt x="3720281" y="67620"/>
                </a:lnTo>
                <a:lnTo>
                  <a:pt x="3720701" y="69612"/>
                </a:lnTo>
                <a:lnTo>
                  <a:pt x="3721008" y="71666"/>
                </a:lnTo>
                <a:lnTo>
                  <a:pt x="3721195" y="73779"/>
                </a:lnTo>
                <a:lnTo>
                  <a:pt x="3721259" y="75947"/>
                </a:lnTo>
                <a:lnTo>
                  <a:pt x="3721197" y="78172"/>
                </a:lnTo>
                <a:lnTo>
                  <a:pt x="3721015" y="80355"/>
                </a:lnTo>
                <a:lnTo>
                  <a:pt x="3720717" y="82493"/>
                </a:lnTo>
                <a:lnTo>
                  <a:pt x="3720307" y="84580"/>
                </a:lnTo>
                <a:lnTo>
                  <a:pt x="3719790" y="86612"/>
                </a:lnTo>
                <a:lnTo>
                  <a:pt x="3719168" y="88584"/>
                </a:lnTo>
                <a:close/>
                <a:moveTo>
                  <a:pt x="4047435" y="109678"/>
                </a:moveTo>
                <a:lnTo>
                  <a:pt x="4047171" y="109294"/>
                </a:lnTo>
                <a:lnTo>
                  <a:pt x="4046876" y="108952"/>
                </a:lnTo>
                <a:lnTo>
                  <a:pt x="4046555" y="108650"/>
                </a:lnTo>
                <a:lnTo>
                  <a:pt x="4046211" y="108386"/>
                </a:lnTo>
                <a:lnTo>
                  <a:pt x="4045845" y="108157"/>
                </a:lnTo>
                <a:lnTo>
                  <a:pt x="4045461" y="107961"/>
                </a:lnTo>
                <a:lnTo>
                  <a:pt x="4045063" y="107795"/>
                </a:lnTo>
                <a:lnTo>
                  <a:pt x="4044652" y="107657"/>
                </a:lnTo>
                <a:lnTo>
                  <a:pt x="4044232" y="107543"/>
                </a:lnTo>
                <a:lnTo>
                  <a:pt x="4043805" y="107452"/>
                </a:lnTo>
                <a:lnTo>
                  <a:pt x="4043375" y="107382"/>
                </a:lnTo>
                <a:lnTo>
                  <a:pt x="4042945" y="107329"/>
                </a:lnTo>
                <a:lnTo>
                  <a:pt x="4042518" y="107290"/>
                </a:lnTo>
                <a:lnTo>
                  <a:pt x="4042096" y="107265"/>
                </a:lnTo>
                <a:lnTo>
                  <a:pt x="4041682" y="107249"/>
                </a:lnTo>
                <a:lnTo>
                  <a:pt x="4041279" y="107241"/>
                </a:lnTo>
                <a:lnTo>
                  <a:pt x="4040891" y="107239"/>
                </a:lnTo>
                <a:lnTo>
                  <a:pt x="4040520" y="107238"/>
                </a:lnTo>
                <a:lnTo>
                  <a:pt x="4039540" y="107233"/>
                </a:lnTo>
                <a:lnTo>
                  <a:pt x="4038621" y="107219"/>
                </a:lnTo>
                <a:lnTo>
                  <a:pt x="4037762" y="107196"/>
                </a:lnTo>
                <a:lnTo>
                  <a:pt x="4036959" y="107164"/>
                </a:lnTo>
                <a:lnTo>
                  <a:pt x="4036211" y="107125"/>
                </a:lnTo>
                <a:lnTo>
                  <a:pt x="4035514" y="107078"/>
                </a:lnTo>
                <a:lnTo>
                  <a:pt x="4034867" y="107025"/>
                </a:lnTo>
                <a:lnTo>
                  <a:pt x="4034266" y="106966"/>
                </a:lnTo>
                <a:lnTo>
                  <a:pt x="4033709" y="106902"/>
                </a:lnTo>
                <a:lnTo>
                  <a:pt x="4033194" y="106833"/>
                </a:lnTo>
                <a:lnTo>
                  <a:pt x="4032718" y="106760"/>
                </a:lnTo>
                <a:lnTo>
                  <a:pt x="4032279" y="106683"/>
                </a:lnTo>
                <a:lnTo>
                  <a:pt x="4031874" y="106603"/>
                </a:lnTo>
                <a:lnTo>
                  <a:pt x="4031500" y="106521"/>
                </a:lnTo>
                <a:lnTo>
                  <a:pt x="4031156" y="106437"/>
                </a:lnTo>
                <a:lnTo>
                  <a:pt x="4030838" y="106352"/>
                </a:lnTo>
                <a:lnTo>
                  <a:pt x="4030544" y="106266"/>
                </a:lnTo>
                <a:lnTo>
                  <a:pt x="4030272" y="106179"/>
                </a:lnTo>
                <a:lnTo>
                  <a:pt x="4030019" y="106094"/>
                </a:lnTo>
                <a:lnTo>
                  <a:pt x="4029783" y="106009"/>
                </a:lnTo>
                <a:lnTo>
                  <a:pt x="4029561" y="105926"/>
                </a:lnTo>
                <a:lnTo>
                  <a:pt x="4029350" y="105846"/>
                </a:lnTo>
                <a:lnTo>
                  <a:pt x="4029148" y="105768"/>
                </a:lnTo>
                <a:lnTo>
                  <a:pt x="4028953" y="105694"/>
                </a:lnTo>
                <a:lnTo>
                  <a:pt x="4028953" y="63991"/>
                </a:lnTo>
                <a:lnTo>
                  <a:pt x="4028898" y="62266"/>
                </a:lnTo>
                <a:lnTo>
                  <a:pt x="4028732" y="60523"/>
                </a:lnTo>
                <a:lnTo>
                  <a:pt x="4028452" y="58770"/>
                </a:lnTo>
                <a:lnTo>
                  <a:pt x="4028053" y="57016"/>
                </a:lnTo>
                <a:lnTo>
                  <a:pt x="4027535" y="55268"/>
                </a:lnTo>
                <a:lnTo>
                  <a:pt x="4026893" y="53535"/>
                </a:lnTo>
                <a:lnTo>
                  <a:pt x="4026124" y="51824"/>
                </a:lnTo>
                <a:lnTo>
                  <a:pt x="4025226" y="50144"/>
                </a:lnTo>
                <a:lnTo>
                  <a:pt x="4024195" y="48504"/>
                </a:lnTo>
                <a:lnTo>
                  <a:pt x="4023029" y="46910"/>
                </a:lnTo>
                <a:lnTo>
                  <a:pt x="4021724" y="45371"/>
                </a:lnTo>
                <a:lnTo>
                  <a:pt x="4020277" y="43895"/>
                </a:lnTo>
                <a:lnTo>
                  <a:pt x="4018686" y="42491"/>
                </a:lnTo>
                <a:lnTo>
                  <a:pt x="4016948" y="41167"/>
                </a:lnTo>
                <a:lnTo>
                  <a:pt x="4015059" y="39930"/>
                </a:lnTo>
                <a:lnTo>
                  <a:pt x="4013016" y="38789"/>
                </a:lnTo>
                <a:lnTo>
                  <a:pt x="4010816" y="37751"/>
                </a:lnTo>
                <a:lnTo>
                  <a:pt x="4008457" y="36826"/>
                </a:lnTo>
                <a:lnTo>
                  <a:pt x="4005935" y="36021"/>
                </a:lnTo>
                <a:lnTo>
                  <a:pt x="4003248" y="35344"/>
                </a:lnTo>
                <a:lnTo>
                  <a:pt x="4000392" y="34803"/>
                </a:lnTo>
                <a:lnTo>
                  <a:pt x="3997364" y="34407"/>
                </a:lnTo>
                <a:lnTo>
                  <a:pt x="3994161" y="34163"/>
                </a:lnTo>
                <a:lnTo>
                  <a:pt x="3990781" y="34080"/>
                </a:lnTo>
                <a:lnTo>
                  <a:pt x="3989687" y="34081"/>
                </a:lnTo>
                <a:lnTo>
                  <a:pt x="3988489" y="34088"/>
                </a:lnTo>
                <a:lnTo>
                  <a:pt x="3987199" y="34107"/>
                </a:lnTo>
                <a:lnTo>
                  <a:pt x="3985831" y="34145"/>
                </a:lnTo>
                <a:lnTo>
                  <a:pt x="3984399" y="34207"/>
                </a:lnTo>
                <a:lnTo>
                  <a:pt x="3982915" y="34300"/>
                </a:lnTo>
                <a:lnTo>
                  <a:pt x="3981394" y="34429"/>
                </a:lnTo>
                <a:lnTo>
                  <a:pt x="3979849" y="34601"/>
                </a:lnTo>
                <a:lnTo>
                  <a:pt x="3978292" y="34822"/>
                </a:lnTo>
                <a:lnTo>
                  <a:pt x="3976739" y="35098"/>
                </a:lnTo>
                <a:lnTo>
                  <a:pt x="3975202" y="35436"/>
                </a:lnTo>
                <a:lnTo>
                  <a:pt x="3973694" y="35840"/>
                </a:lnTo>
                <a:lnTo>
                  <a:pt x="3972230" y="36318"/>
                </a:lnTo>
                <a:lnTo>
                  <a:pt x="3970822" y="36875"/>
                </a:lnTo>
                <a:lnTo>
                  <a:pt x="3969485" y="37517"/>
                </a:lnTo>
                <a:lnTo>
                  <a:pt x="3968231" y="38252"/>
                </a:lnTo>
                <a:lnTo>
                  <a:pt x="3967074" y="39084"/>
                </a:lnTo>
                <a:lnTo>
                  <a:pt x="3966027" y="40020"/>
                </a:lnTo>
                <a:lnTo>
                  <a:pt x="3965105" y="41066"/>
                </a:lnTo>
                <a:lnTo>
                  <a:pt x="3964320" y="42228"/>
                </a:lnTo>
                <a:lnTo>
                  <a:pt x="3963686" y="43513"/>
                </a:lnTo>
                <a:lnTo>
                  <a:pt x="3963217" y="44925"/>
                </a:lnTo>
                <a:lnTo>
                  <a:pt x="3962925" y="46472"/>
                </a:lnTo>
                <a:lnTo>
                  <a:pt x="3962825" y="48160"/>
                </a:lnTo>
                <a:lnTo>
                  <a:pt x="3962846" y="48870"/>
                </a:lnTo>
                <a:lnTo>
                  <a:pt x="3962907" y="49552"/>
                </a:lnTo>
                <a:lnTo>
                  <a:pt x="3963008" y="50205"/>
                </a:lnTo>
                <a:lnTo>
                  <a:pt x="3963147" y="50830"/>
                </a:lnTo>
                <a:lnTo>
                  <a:pt x="3963321" y="51425"/>
                </a:lnTo>
                <a:lnTo>
                  <a:pt x="3963530" y="51992"/>
                </a:lnTo>
                <a:lnTo>
                  <a:pt x="3963773" y="52529"/>
                </a:lnTo>
                <a:lnTo>
                  <a:pt x="3964047" y="53037"/>
                </a:lnTo>
                <a:lnTo>
                  <a:pt x="3964351" y="53516"/>
                </a:lnTo>
                <a:lnTo>
                  <a:pt x="3964683" y="53965"/>
                </a:lnTo>
                <a:lnTo>
                  <a:pt x="3965043" y="54384"/>
                </a:lnTo>
                <a:lnTo>
                  <a:pt x="3965429" y="54773"/>
                </a:lnTo>
                <a:lnTo>
                  <a:pt x="3965838" y="55132"/>
                </a:lnTo>
                <a:lnTo>
                  <a:pt x="3966270" y="55461"/>
                </a:lnTo>
                <a:lnTo>
                  <a:pt x="3966723" y="55759"/>
                </a:lnTo>
                <a:lnTo>
                  <a:pt x="3967196" y="56027"/>
                </a:lnTo>
                <a:lnTo>
                  <a:pt x="3967687" y="56263"/>
                </a:lnTo>
                <a:lnTo>
                  <a:pt x="3968194" y="56469"/>
                </a:lnTo>
                <a:lnTo>
                  <a:pt x="3968716" y="56643"/>
                </a:lnTo>
                <a:lnTo>
                  <a:pt x="3969252" y="56786"/>
                </a:lnTo>
                <a:lnTo>
                  <a:pt x="3969800" y="56898"/>
                </a:lnTo>
                <a:lnTo>
                  <a:pt x="3970358" y="56978"/>
                </a:lnTo>
                <a:lnTo>
                  <a:pt x="3970926" y="57026"/>
                </a:lnTo>
                <a:lnTo>
                  <a:pt x="3971500" y="57042"/>
                </a:lnTo>
                <a:lnTo>
                  <a:pt x="3971874" y="57033"/>
                </a:lnTo>
                <a:lnTo>
                  <a:pt x="3972271" y="57004"/>
                </a:lnTo>
                <a:lnTo>
                  <a:pt x="3972687" y="56953"/>
                </a:lnTo>
                <a:lnTo>
                  <a:pt x="3973119" y="56880"/>
                </a:lnTo>
                <a:lnTo>
                  <a:pt x="3973564" y="56783"/>
                </a:lnTo>
                <a:lnTo>
                  <a:pt x="3974019" y="56659"/>
                </a:lnTo>
                <a:lnTo>
                  <a:pt x="3974479" y="56507"/>
                </a:lnTo>
                <a:lnTo>
                  <a:pt x="3974942" y="56327"/>
                </a:lnTo>
                <a:lnTo>
                  <a:pt x="3975404" y="56115"/>
                </a:lnTo>
                <a:lnTo>
                  <a:pt x="3975863" y="55871"/>
                </a:lnTo>
                <a:lnTo>
                  <a:pt x="3976314" y="55593"/>
                </a:lnTo>
                <a:lnTo>
                  <a:pt x="3976754" y="55280"/>
                </a:lnTo>
                <a:lnTo>
                  <a:pt x="3977180" y="54929"/>
                </a:lnTo>
                <a:lnTo>
                  <a:pt x="3977589" y="54540"/>
                </a:lnTo>
                <a:lnTo>
                  <a:pt x="3977977" y="54110"/>
                </a:lnTo>
                <a:lnTo>
                  <a:pt x="3978341" y="53638"/>
                </a:lnTo>
                <a:lnTo>
                  <a:pt x="3978678" y="53122"/>
                </a:lnTo>
                <a:lnTo>
                  <a:pt x="3978984" y="52562"/>
                </a:lnTo>
                <a:lnTo>
                  <a:pt x="3979255" y="51954"/>
                </a:lnTo>
                <a:lnTo>
                  <a:pt x="3979489" y="51298"/>
                </a:lnTo>
                <a:lnTo>
                  <a:pt x="3979683" y="50593"/>
                </a:lnTo>
                <a:lnTo>
                  <a:pt x="3979832" y="49836"/>
                </a:lnTo>
                <a:lnTo>
                  <a:pt x="3979934" y="49025"/>
                </a:lnTo>
                <a:lnTo>
                  <a:pt x="3979984" y="48160"/>
                </a:lnTo>
                <a:lnTo>
                  <a:pt x="3979986" y="47974"/>
                </a:lnTo>
                <a:lnTo>
                  <a:pt x="3979990" y="47801"/>
                </a:lnTo>
                <a:lnTo>
                  <a:pt x="3980000" y="47641"/>
                </a:lnTo>
                <a:lnTo>
                  <a:pt x="3980016" y="47493"/>
                </a:lnTo>
                <a:lnTo>
                  <a:pt x="3980041" y="47357"/>
                </a:lnTo>
                <a:lnTo>
                  <a:pt x="3980075" y="47231"/>
                </a:lnTo>
                <a:lnTo>
                  <a:pt x="3980119" y="47115"/>
                </a:lnTo>
                <a:lnTo>
                  <a:pt x="3980177" y="47009"/>
                </a:lnTo>
                <a:lnTo>
                  <a:pt x="3980248" y="46911"/>
                </a:lnTo>
                <a:lnTo>
                  <a:pt x="3980335" y="46821"/>
                </a:lnTo>
                <a:lnTo>
                  <a:pt x="3980439" y="46739"/>
                </a:lnTo>
                <a:lnTo>
                  <a:pt x="3980562" y="46663"/>
                </a:lnTo>
                <a:lnTo>
                  <a:pt x="3980705" y="46594"/>
                </a:lnTo>
                <a:lnTo>
                  <a:pt x="3980869" y="46530"/>
                </a:lnTo>
                <a:lnTo>
                  <a:pt x="3981057" y="46470"/>
                </a:lnTo>
                <a:lnTo>
                  <a:pt x="3981269" y="46415"/>
                </a:lnTo>
                <a:lnTo>
                  <a:pt x="3981507" y="46363"/>
                </a:lnTo>
                <a:lnTo>
                  <a:pt x="3981773" y="46313"/>
                </a:lnTo>
                <a:lnTo>
                  <a:pt x="3982068" y="46266"/>
                </a:lnTo>
                <a:lnTo>
                  <a:pt x="3982393" y="46220"/>
                </a:lnTo>
                <a:lnTo>
                  <a:pt x="3982751" y="46175"/>
                </a:lnTo>
                <a:lnTo>
                  <a:pt x="3983142" y="46129"/>
                </a:lnTo>
                <a:lnTo>
                  <a:pt x="3983569" y="46083"/>
                </a:lnTo>
                <a:lnTo>
                  <a:pt x="3984032" y="46036"/>
                </a:lnTo>
                <a:lnTo>
                  <a:pt x="3984369" y="46013"/>
                </a:lnTo>
                <a:lnTo>
                  <a:pt x="3984703" y="45992"/>
                </a:lnTo>
                <a:lnTo>
                  <a:pt x="3985035" y="45972"/>
                </a:lnTo>
                <a:lnTo>
                  <a:pt x="3985364" y="45954"/>
                </a:lnTo>
                <a:lnTo>
                  <a:pt x="3985690" y="45938"/>
                </a:lnTo>
                <a:lnTo>
                  <a:pt x="3986012" y="45924"/>
                </a:lnTo>
                <a:lnTo>
                  <a:pt x="3986331" y="45911"/>
                </a:lnTo>
                <a:lnTo>
                  <a:pt x="3986647" y="45899"/>
                </a:lnTo>
                <a:lnTo>
                  <a:pt x="3986958" y="45889"/>
                </a:lnTo>
                <a:lnTo>
                  <a:pt x="3987265" y="45880"/>
                </a:lnTo>
                <a:lnTo>
                  <a:pt x="3987568" y="45873"/>
                </a:lnTo>
                <a:lnTo>
                  <a:pt x="3987865" y="45866"/>
                </a:lnTo>
                <a:lnTo>
                  <a:pt x="3988158" y="45861"/>
                </a:lnTo>
                <a:lnTo>
                  <a:pt x="3988446" y="45856"/>
                </a:lnTo>
                <a:lnTo>
                  <a:pt x="3988728" y="45852"/>
                </a:lnTo>
                <a:lnTo>
                  <a:pt x="3989004" y="45849"/>
                </a:lnTo>
                <a:lnTo>
                  <a:pt x="3989274" y="45847"/>
                </a:lnTo>
                <a:lnTo>
                  <a:pt x="3989538" y="45845"/>
                </a:lnTo>
                <a:lnTo>
                  <a:pt x="3989795" y="45844"/>
                </a:lnTo>
                <a:lnTo>
                  <a:pt x="3990045" y="45843"/>
                </a:lnTo>
                <a:lnTo>
                  <a:pt x="3990289" y="45842"/>
                </a:lnTo>
                <a:lnTo>
                  <a:pt x="3990525" y="45842"/>
                </a:lnTo>
                <a:lnTo>
                  <a:pt x="3990754" y="45842"/>
                </a:lnTo>
                <a:lnTo>
                  <a:pt x="3990975" y="45842"/>
                </a:lnTo>
                <a:lnTo>
                  <a:pt x="3992782" y="45873"/>
                </a:lnTo>
                <a:lnTo>
                  <a:pt x="3994538" y="45968"/>
                </a:lnTo>
                <a:lnTo>
                  <a:pt x="3996241" y="46126"/>
                </a:lnTo>
                <a:lnTo>
                  <a:pt x="3997890" y="46349"/>
                </a:lnTo>
                <a:lnTo>
                  <a:pt x="3999480" y="46637"/>
                </a:lnTo>
                <a:lnTo>
                  <a:pt x="4001011" y="46992"/>
                </a:lnTo>
                <a:lnTo>
                  <a:pt x="4002479" y="47413"/>
                </a:lnTo>
                <a:lnTo>
                  <a:pt x="4003883" y="47902"/>
                </a:lnTo>
                <a:lnTo>
                  <a:pt x="4005220" y="48459"/>
                </a:lnTo>
                <a:lnTo>
                  <a:pt x="4006488" y="49085"/>
                </a:lnTo>
                <a:lnTo>
                  <a:pt x="4007684" y="49782"/>
                </a:lnTo>
                <a:lnTo>
                  <a:pt x="4008806" y="50549"/>
                </a:lnTo>
                <a:lnTo>
                  <a:pt x="4009852" y="51387"/>
                </a:lnTo>
                <a:lnTo>
                  <a:pt x="4010820" y="52298"/>
                </a:lnTo>
                <a:lnTo>
                  <a:pt x="4011706" y="53281"/>
                </a:lnTo>
                <a:lnTo>
                  <a:pt x="4012509" y="54338"/>
                </a:lnTo>
                <a:lnTo>
                  <a:pt x="4013226" y="55469"/>
                </a:lnTo>
                <a:lnTo>
                  <a:pt x="4013855" y="56676"/>
                </a:lnTo>
                <a:lnTo>
                  <a:pt x="4014394" y="57958"/>
                </a:lnTo>
                <a:lnTo>
                  <a:pt x="4014840" y="59318"/>
                </a:lnTo>
                <a:lnTo>
                  <a:pt x="4015191" y="60754"/>
                </a:lnTo>
                <a:lnTo>
                  <a:pt x="4015445" y="62269"/>
                </a:lnTo>
                <a:lnTo>
                  <a:pt x="4015599" y="63862"/>
                </a:lnTo>
                <a:lnTo>
                  <a:pt x="4015650" y="65536"/>
                </a:lnTo>
                <a:lnTo>
                  <a:pt x="4011440" y="65655"/>
                </a:lnTo>
                <a:lnTo>
                  <a:pt x="4007344" y="65869"/>
                </a:lnTo>
                <a:lnTo>
                  <a:pt x="4003368" y="66178"/>
                </a:lnTo>
                <a:lnTo>
                  <a:pt x="3999517" y="66581"/>
                </a:lnTo>
                <a:lnTo>
                  <a:pt x="3995798" y="67077"/>
                </a:lnTo>
                <a:lnTo>
                  <a:pt x="3992217" y="67668"/>
                </a:lnTo>
                <a:lnTo>
                  <a:pt x="3988779" y="68353"/>
                </a:lnTo>
                <a:lnTo>
                  <a:pt x="3985489" y="69132"/>
                </a:lnTo>
                <a:lnTo>
                  <a:pt x="3982354" y="70005"/>
                </a:lnTo>
                <a:lnTo>
                  <a:pt x="3979379" y="70972"/>
                </a:lnTo>
                <a:lnTo>
                  <a:pt x="3976571" y="72032"/>
                </a:lnTo>
                <a:lnTo>
                  <a:pt x="3973935" y="73186"/>
                </a:lnTo>
                <a:lnTo>
                  <a:pt x="3971476" y="74433"/>
                </a:lnTo>
                <a:lnTo>
                  <a:pt x="3969201" y="75774"/>
                </a:lnTo>
                <a:lnTo>
                  <a:pt x="3967115" y="77208"/>
                </a:lnTo>
                <a:lnTo>
                  <a:pt x="3965224" y="78735"/>
                </a:lnTo>
                <a:lnTo>
                  <a:pt x="3963534" y="80356"/>
                </a:lnTo>
                <a:lnTo>
                  <a:pt x="3962051" y="82070"/>
                </a:lnTo>
                <a:lnTo>
                  <a:pt x="3960780" y="83876"/>
                </a:lnTo>
                <a:lnTo>
                  <a:pt x="3959727" y="85776"/>
                </a:lnTo>
                <a:lnTo>
                  <a:pt x="3958898" y="87769"/>
                </a:lnTo>
                <a:lnTo>
                  <a:pt x="3958299" y="89854"/>
                </a:lnTo>
                <a:lnTo>
                  <a:pt x="3957935" y="92032"/>
                </a:lnTo>
                <a:lnTo>
                  <a:pt x="3957812" y="94302"/>
                </a:lnTo>
                <a:lnTo>
                  <a:pt x="3957875" y="95959"/>
                </a:lnTo>
                <a:lnTo>
                  <a:pt x="3958063" y="97603"/>
                </a:lnTo>
                <a:lnTo>
                  <a:pt x="3958373" y="99229"/>
                </a:lnTo>
                <a:lnTo>
                  <a:pt x="3958803" y="100831"/>
                </a:lnTo>
                <a:lnTo>
                  <a:pt x="3959352" y="102406"/>
                </a:lnTo>
                <a:lnTo>
                  <a:pt x="3960017" y="103946"/>
                </a:lnTo>
                <a:lnTo>
                  <a:pt x="3960797" y="105448"/>
                </a:lnTo>
                <a:lnTo>
                  <a:pt x="3961690" y="106906"/>
                </a:lnTo>
                <a:lnTo>
                  <a:pt x="3962693" y="108316"/>
                </a:lnTo>
                <a:lnTo>
                  <a:pt x="3963804" y="109671"/>
                </a:lnTo>
                <a:lnTo>
                  <a:pt x="3965022" y="110968"/>
                </a:lnTo>
                <a:lnTo>
                  <a:pt x="3966344" y="112200"/>
                </a:lnTo>
                <a:lnTo>
                  <a:pt x="3967768" y="113363"/>
                </a:lnTo>
                <a:lnTo>
                  <a:pt x="3969293" y="114452"/>
                </a:lnTo>
                <a:lnTo>
                  <a:pt x="3970917" y="115461"/>
                </a:lnTo>
                <a:lnTo>
                  <a:pt x="3972637" y="116386"/>
                </a:lnTo>
                <a:lnTo>
                  <a:pt x="3974451" y="117221"/>
                </a:lnTo>
                <a:lnTo>
                  <a:pt x="3976357" y="117961"/>
                </a:lnTo>
                <a:lnTo>
                  <a:pt x="3978354" y="118602"/>
                </a:lnTo>
                <a:lnTo>
                  <a:pt x="3980440" y="119137"/>
                </a:lnTo>
                <a:lnTo>
                  <a:pt x="3982611" y="119563"/>
                </a:lnTo>
                <a:lnTo>
                  <a:pt x="3984867" y="119873"/>
                </a:lnTo>
                <a:lnTo>
                  <a:pt x="3987206" y="120063"/>
                </a:lnTo>
                <a:lnTo>
                  <a:pt x="3989625" y="120127"/>
                </a:lnTo>
                <a:lnTo>
                  <a:pt x="3990541" y="120120"/>
                </a:lnTo>
                <a:lnTo>
                  <a:pt x="3991504" y="120097"/>
                </a:lnTo>
                <a:lnTo>
                  <a:pt x="3992511" y="120057"/>
                </a:lnTo>
                <a:lnTo>
                  <a:pt x="3993557" y="119999"/>
                </a:lnTo>
                <a:lnTo>
                  <a:pt x="3994641" y="119922"/>
                </a:lnTo>
                <a:lnTo>
                  <a:pt x="3995758" y="119823"/>
                </a:lnTo>
                <a:lnTo>
                  <a:pt x="3996905" y="119702"/>
                </a:lnTo>
                <a:lnTo>
                  <a:pt x="3998079" y="119556"/>
                </a:lnTo>
                <a:lnTo>
                  <a:pt x="3999276" y="119385"/>
                </a:lnTo>
                <a:lnTo>
                  <a:pt x="4000494" y="119188"/>
                </a:lnTo>
                <a:lnTo>
                  <a:pt x="4001728" y="118962"/>
                </a:lnTo>
                <a:lnTo>
                  <a:pt x="4002975" y="118706"/>
                </a:lnTo>
                <a:lnTo>
                  <a:pt x="4004233" y="118419"/>
                </a:lnTo>
                <a:lnTo>
                  <a:pt x="4005497" y="118100"/>
                </a:lnTo>
                <a:lnTo>
                  <a:pt x="4006765" y="117746"/>
                </a:lnTo>
                <a:lnTo>
                  <a:pt x="4008032" y="117358"/>
                </a:lnTo>
                <a:lnTo>
                  <a:pt x="4009297" y="116932"/>
                </a:lnTo>
                <a:lnTo>
                  <a:pt x="4010554" y="116468"/>
                </a:lnTo>
                <a:lnTo>
                  <a:pt x="4011802" y="115964"/>
                </a:lnTo>
                <a:lnTo>
                  <a:pt x="4013036" y="115420"/>
                </a:lnTo>
                <a:lnTo>
                  <a:pt x="4014253" y="114833"/>
                </a:lnTo>
                <a:lnTo>
                  <a:pt x="4015451" y="114201"/>
                </a:lnTo>
                <a:lnTo>
                  <a:pt x="4016624" y="113525"/>
                </a:lnTo>
                <a:lnTo>
                  <a:pt x="4017771" y="112801"/>
                </a:lnTo>
                <a:lnTo>
                  <a:pt x="4018327" y="113522"/>
                </a:lnTo>
                <a:lnTo>
                  <a:pt x="4018932" y="114185"/>
                </a:lnTo>
                <a:lnTo>
                  <a:pt x="4019584" y="114792"/>
                </a:lnTo>
                <a:lnTo>
                  <a:pt x="4020278" y="115345"/>
                </a:lnTo>
                <a:lnTo>
                  <a:pt x="4021013" y="115848"/>
                </a:lnTo>
                <a:lnTo>
                  <a:pt x="4021784" y="116303"/>
                </a:lnTo>
                <a:lnTo>
                  <a:pt x="4022590" y="116711"/>
                </a:lnTo>
                <a:lnTo>
                  <a:pt x="4023427" y="117076"/>
                </a:lnTo>
                <a:lnTo>
                  <a:pt x="4024292" y="117401"/>
                </a:lnTo>
                <a:lnTo>
                  <a:pt x="4025183" y="117686"/>
                </a:lnTo>
                <a:lnTo>
                  <a:pt x="4026095" y="117935"/>
                </a:lnTo>
                <a:lnTo>
                  <a:pt x="4027026" y="118151"/>
                </a:lnTo>
                <a:lnTo>
                  <a:pt x="4027974" y="118335"/>
                </a:lnTo>
                <a:lnTo>
                  <a:pt x="4028934" y="118491"/>
                </a:lnTo>
                <a:lnTo>
                  <a:pt x="4029905" y="118620"/>
                </a:lnTo>
                <a:lnTo>
                  <a:pt x="4030882" y="118725"/>
                </a:lnTo>
                <a:lnTo>
                  <a:pt x="4031864" y="118809"/>
                </a:lnTo>
                <a:lnTo>
                  <a:pt x="4032846" y="118874"/>
                </a:lnTo>
                <a:lnTo>
                  <a:pt x="4033827" y="118921"/>
                </a:lnTo>
                <a:lnTo>
                  <a:pt x="4034802" y="118955"/>
                </a:lnTo>
                <a:lnTo>
                  <a:pt x="4035770" y="118977"/>
                </a:lnTo>
                <a:lnTo>
                  <a:pt x="4036726" y="118990"/>
                </a:lnTo>
                <a:lnTo>
                  <a:pt x="4037668" y="118996"/>
                </a:lnTo>
                <a:lnTo>
                  <a:pt x="4038593" y="118997"/>
                </a:lnTo>
                <a:lnTo>
                  <a:pt x="4039262" y="118997"/>
                </a:lnTo>
                <a:lnTo>
                  <a:pt x="4039917" y="118994"/>
                </a:lnTo>
                <a:lnTo>
                  <a:pt x="4040557" y="118986"/>
                </a:lnTo>
                <a:lnTo>
                  <a:pt x="4041182" y="118970"/>
                </a:lnTo>
                <a:lnTo>
                  <a:pt x="4041789" y="118943"/>
                </a:lnTo>
                <a:lnTo>
                  <a:pt x="4042377" y="118904"/>
                </a:lnTo>
                <a:lnTo>
                  <a:pt x="4042945" y="118849"/>
                </a:lnTo>
                <a:lnTo>
                  <a:pt x="4043492" y="118776"/>
                </a:lnTo>
                <a:lnTo>
                  <a:pt x="4044016" y="118682"/>
                </a:lnTo>
                <a:lnTo>
                  <a:pt x="4044516" y="118565"/>
                </a:lnTo>
                <a:lnTo>
                  <a:pt x="4044990" y="118422"/>
                </a:lnTo>
                <a:lnTo>
                  <a:pt x="4045438" y="118250"/>
                </a:lnTo>
                <a:lnTo>
                  <a:pt x="4045857" y="118048"/>
                </a:lnTo>
                <a:lnTo>
                  <a:pt x="4046247" y="117811"/>
                </a:lnTo>
                <a:lnTo>
                  <a:pt x="4046607" y="117538"/>
                </a:lnTo>
                <a:lnTo>
                  <a:pt x="4046934" y="117227"/>
                </a:lnTo>
                <a:lnTo>
                  <a:pt x="4047227" y="116874"/>
                </a:lnTo>
                <a:lnTo>
                  <a:pt x="4047486" y="116476"/>
                </a:lnTo>
                <a:lnTo>
                  <a:pt x="4047709" y="116033"/>
                </a:lnTo>
                <a:lnTo>
                  <a:pt x="4047894" y="115539"/>
                </a:lnTo>
                <a:lnTo>
                  <a:pt x="4048041" y="114994"/>
                </a:lnTo>
                <a:lnTo>
                  <a:pt x="4048147" y="114395"/>
                </a:lnTo>
                <a:lnTo>
                  <a:pt x="4048212" y="113738"/>
                </a:lnTo>
                <a:lnTo>
                  <a:pt x="4048234" y="113022"/>
                </a:lnTo>
                <a:lnTo>
                  <a:pt x="4048209" y="112329"/>
                </a:lnTo>
                <a:lnTo>
                  <a:pt x="4048137" y="111693"/>
                </a:lnTo>
                <a:lnTo>
                  <a:pt x="4048021" y="111113"/>
                </a:lnTo>
                <a:lnTo>
                  <a:pt x="4047863" y="110585"/>
                </a:lnTo>
                <a:lnTo>
                  <a:pt x="4047667" y="110108"/>
                </a:lnTo>
                <a:lnTo>
                  <a:pt x="4047435" y="109678"/>
                </a:lnTo>
                <a:close/>
                <a:moveTo>
                  <a:pt x="4015533" y="96414"/>
                </a:moveTo>
                <a:lnTo>
                  <a:pt x="4015464" y="96940"/>
                </a:lnTo>
                <a:lnTo>
                  <a:pt x="4015372" y="97462"/>
                </a:lnTo>
                <a:lnTo>
                  <a:pt x="4015254" y="97979"/>
                </a:lnTo>
                <a:lnTo>
                  <a:pt x="4015107" y="98491"/>
                </a:lnTo>
                <a:lnTo>
                  <a:pt x="4014926" y="98999"/>
                </a:lnTo>
                <a:lnTo>
                  <a:pt x="4014711" y="99501"/>
                </a:lnTo>
                <a:lnTo>
                  <a:pt x="4014455" y="99999"/>
                </a:lnTo>
                <a:lnTo>
                  <a:pt x="4014158" y="100491"/>
                </a:lnTo>
                <a:lnTo>
                  <a:pt x="4013815" y="100978"/>
                </a:lnTo>
                <a:lnTo>
                  <a:pt x="4013423" y="101460"/>
                </a:lnTo>
                <a:lnTo>
                  <a:pt x="4012978" y="101937"/>
                </a:lnTo>
                <a:lnTo>
                  <a:pt x="4012478" y="102408"/>
                </a:lnTo>
                <a:lnTo>
                  <a:pt x="4011920" y="102874"/>
                </a:lnTo>
                <a:lnTo>
                  <a:pt x="4011299" y="103334"/>
                </a:lnTo>
                <a:lnTo>
                  <a:pt x="4010613" y="103788"/>
                </a:lnTo>
                <a:lnTo>
                  <a:pt x="4009859" y="104237"/>
                </a:lnTo>
                <a:lnTo>
                  <a:pt x="4009033" y="104680"/>
                </a:lnTo>
                <a:lnTo>
                  <a:pt x="4008131" y="105117"/>
                </a:lnTo>
                <a:lnTo>
                  <a:pt x="4007255" y="105507"/>
                </a:lnTo>
                <a:lnTo>
                  <a:pt x="4006365" y="105864"/>
                </a:lnTo>
                <a:lnTo>
                  <a:pt x="4005465" y="106190"/>
                </a:lnTo>
                <a:lnTo>
                  <a:pt x="4004558" y="106487"/>
                </a:lnTo>
                <a:lnTo>
                  <a:pt x="4003648" y="106755"/>
                </a:lnTo>
                <a:lnTo>
                  <a:pt x="4002740" y="106996"/>
                </a:lnTo>
                <a:lnTo>
                  <a:pt x="4001836" y="107213"/>
                </a:lnTo>
                <a:lnTo>
                  <a:pt x="4000942" y="107405"/>
                </a:lnTo>
                <a:lnTo>
                  <a:pt x="4000060" y="107574"/>
                </a:lnTo>
                <a:lnTo>
                  <a:pt x="3999194" y="107723"/>
                </a:lnTo>
                <a:lnTo>
                  <a:pt x="3998349" y="107851"/>
                </a:lnTo>
                <a:lnTo>
                  <a:pt x="3997529" y="107961"/>
                </a:lnTo>
                <a:lnTo>
                  <a:pt x="3996736" y="108055"/>
                </a:lnTo>
                <a:lnTo>
                  <a:pt x="3995976" y="108133"/>
                </a:lnTo>
                <a:lnTo>
                  <a:pt x="3995251" y="108196"/>
                </a:lnTo>
                <a:lnTo>
                  <a:pt x="3994566" y="108247"/>
                </a:lnTo>
                <a:lnTo>
                  <a:pt x="3993924" y="108287"/>
                </a:lnTo>
                <a:lnTo>
                  <a:pt x="3993330" y="108317"/>
                </a:lnTo>
                <a:lnTo>
                  <a:pt x="3992787" y="108338"/>
                </a:lnTo>
                <a:lnTo>
                  <a:pt x="3992299" y="108353"/>
                </a:lnTo>
                <a:lnTo>
                  <a:pt x="3991870" y="108362"/>
                </a:lnTo>
                <a:lnTo>
                  <a:pt x="3991504" y="108366"/>
                </a:lnTo>
                <a:lnTo>
                  <a:pt x="3991204" y="108368"/>
                </a:lnTo>
                <a:lnTo>
                  <a:pt x="3990975" y="108368"/>
                </a:lnTo>
                <a:lnTo>
                  <a:pt x="3989502" y="108334"/>
                </a:lnTo>
                <a:lnTo>
                  <a:pt x="3988073" y="108235"/>
                </a:lnTo>
                <a:lnTo>
                  <a:pt x="3986689" y="108072"/>
                </a:lnTo>
                <a:lnTo>
                  <a:pt x="3985353" y="107848"/>
                </a:lnTo>
                <a:lnTo>
                  <a:pt x="3984065" y="107565"/>
                </a:lnTo>
                <a:lnTo>
                  <a:pt x="3982828" y="107226"/>
                </a:lnTo>
                <a:lnTo>
                  <a:pt x="3981643" y="106834"/>
                </a:lnTo>
                <a:lnTo>
                  <a:pt x="3980513" y="106390"/>
                </a:lnTo>
                <a:lnTo>
                  <a:pt x="3979437" y="105897"/>
                </a:lnTo>
                <a:lnTo>
                  <a:pt x="3978419" y="105358"/>
                </a:lnTo>
                <a:lnTo>
                  <a:pt x="3977460" y="104775"/>
                </a:lnTo>
                <a:lnTo>
                  <a:pt x="3976562" y="104151"/>
                </a:lnTo>
                <a:lnTo>
                  <a:pt x="3975725" y="103487"/>
                </a:lnTo>
                <a:lnTo>
                  <a:pt x="3974953" y="102786"/>
                </a:lnTo>
                <a:lnTo>
                  <a:pt x="3974246" y="102051"/>
                </a:lnTo>
                <a:lnTo>
                  <a:pt x="3973607" y="101284"/>
                </a:lnTo>
                <a:lnTo>
                  <a:pt x="3973037" y="100488"/>
                </a:lnTo>
                <a:lnTo>
                  <a:pt x="3972537" y="99665"/>
                </a:lnTo>
                <a:lnTo>
                  <a:pt x="3972109" y="98817"/>
                </a:lnTo>
                <a:lnTo>
                  <a:pt x="3971756" y="97947"/>
                </a:lnTo>
                <a:lnTo>
                  <a:pt x="3971478" y="97057"/>
                </a:lnTo>
                <a:lnTo>
                  <a:pt x="3971277" y="96150"/>
                </a:lnTo>
                <a:lnTo>
                  <a:pt x="3971156" y="95228"/>
                </a:lnTo>
                <a:lnTo>
                  <a:pt x="3971115" y="94293"/>
                </a:lnTo>
                <a:lnTo>
                  <a:pt x="3971201" y="93125"/>
                </a:lnTo>
                <a:lnTo>
                  <a:pt x="3971457" y="91982"/>
                </a:lnTo>
                <a:lnTo>
                  <a:pt x="3971882" y="90866"/>
                </a:lnTo>
                <a:lnTo>
                  <a:pt x="3972473" y="89780"/>
                </a:lnTo>
                <a:lnTo>
                  <a:pt x="3973227" y="88726"/>
                </a:lnTo>
                <a:lnTo>
                  <a:pt x="3974142" y="87704"/>
                </a:lnTo>
                <a:lnTo>
                  <a:pt x="3975217" y="86717"/>
                </a:lnTo>
                <a:lnTo>
                  <a:pt x="3976449" y="85766"/>
                </a:lnTo>
                <a:lnTo>
                  <a:pt x="3977835" y="84854"/>
                </a:lnTo>
                <a:lnTo>
                  <a:pt x="3979374" y="83981"/>
                </a:lnTo>
                <a:lnTo>
                  <a:pt x="3981063" y="83150"/>
                </a:lnTo>
                <a:lnTo>
                  <a:pt x="3982899" y="82363"/>
                </a:lnTo>
                <a:lnTo>
                  <a:pt x="3984882" y="81620"/>
                </a:lnTo>
                <a:lnTo>
                  <a:pt x="3987007" y="80925"/>
                </a:lnTo>
                <a:lnTo>
                  <a:pt x="3989274" y="80278"/>
                </a:lnTo>
                <a:lnTo>
                  <a:pt x="3991679" y="79682"/>
                </a:lnTo>
                <a:lnTo>
                  <a:pt x="3994222" y="79138"/>
                </a:lnTo>
                <a:lnTo>
                  <a:pt x="3996898" y="78648"/>
                </a:lnTo>
                <a:lnTo>
                  <a:pt x="3999706" y="78214"/>
                </a:lnTo>
                <a:lnTo>
                  <a:pt x="4002645" y="77837"/>
                </a:lnTo>
                <a:lnTo>
                  <a:pt x="4005710" y="77519"/>
                </a:lnTo>
                <a:lnTo>
                  <a:pt x="4008902" y="77262"/>
                </a:lnTo>
                <a:lnTo>
                  <a:pt x="4012216" y="77068"/>
                </a:lnTo>
                <a:lnTo>
                  <a:pt x="4015650" y="76939"/>
                </a:lnTo>
                <a:lnTo>
                  <a:pt x="4015650" y="93164"/>
                </a:lnTo>
                <a:lnTo>
                  <a:pt x="4015650" y="93716"/>
                </a:lnTo>
                <a:lnTo>
                  <a:pt x="4015646" y="94264"/>
                </a:lnTo>
                <a:lnTo>
                  <a:pt x="4015636" y="94808"/>
                </a:lnTo>
                <a:lnTo>
                  <a:pt x="4015616" y="95347"/>
                </a:lnTo>
                <a:lnTo>
                  <a:pt x="4015582" y="95883"/>
                </a:lnTo>
                <a:lnTo>
                  <a:pt x="4015533" y="96414"/>
                </a:lnTo>
                <a:close/>
                <a:moveTo>
                  <a:pt x="4437545" y="82607"/>
                </a:moveTo>
                <a:lnTo>
                  <a:pt x="4436261" y="81064"/>
                </a:lnTo>
                <a:lnTo>
                  <a:pt x="4434851" y="79649"/>
                </a:lnTo>
                <a:lnTo>
                  <a:pt x="4433332" y="78355"/>
                </a:lnTo>
                <a:lnTo>
                  <a:pt x="4431725" y="77178"/>
                </a:lnTo>
                <a:lnTo>
                  <a:pt x="4430048" y="76112"/>
                </a:lnTo>
                <a:lnTo>
                  <a:pt x="4428320" y="75151"/>
                </a:lnTo>
                <a:lnTo>
                  <a:pt x="4426560" y="74289"/>
                </a:lnTo>
                <a:lnTo>
                  <a:pt x="4424787" y="73521"/>
                </a:lnTo>
                <a:lnTo>
                  <a:pt x="4423019" y="72842"/>
                </a:lnTo>
                <a:lnTo>
                  <a:pt x="4421276" y="72245"/>
                </a:lnTo>
                <a:lnTo>
                  <a:pt x="4419576" y="71725"/>
                </a:lnTo>
                <a:lnTo>
                  <a:pt x="4417939" y="71276"/>
                </a:lnTo>
                <a:lnTo>
                  <a:pt x="4416383" y="70894"/>
                </a:lnTo>
                <a:lnTo>
                  <a:pt x="4414927" y="70572"/>
                </a:lnTo>
                <a:lnTo>
                  <a:pt x="4413591" y="70304"/>
                </a:lnTo>
                <a:lnTo>
                  <a:pt x="4412393" y="70085"/>
                </a:lnTo>
                <a:lnTo>
                  <a:pt x="4411351" y="69910"/>
                </a:lnTo>
                <a:lnTo>
                  <a:pt x="4410486" y="69772"/>
                </a:lnTo>
                <a:lnTo>
                  <a:pt x="4397378" y="67457"/>
                </a:lnTo>
                <a:lnTo>
                  <a:pt x="4396641" y="67352"/>
                </a:lnTo>
                <a:lnTo>
                  <a:pt x="4395835" y="67229"/>
                </a:lnTo>
                <a:lnTo>
                  <a:pt x="4394968" y="67087"/>
                </a:lnTo>
                <a:lnTo>
                  <a:pt x="4394051" y="66924"/>
                </a:lnTo>
                <a:lnTo>
                  <a:pt x="4393090" y="66739"/>
                </a:lnTo>
                <a:lnTo>
                  <a:pt x="4392096" y="66530"/>
                </a:lnTo>
                <a:lnTo>
                  <a:pt x="4391078" y="66295"/>
                </a:lnTo>
                <a:lnTo>
                  <a:pt x="4390044" y="66033"/>
                </a:lnTo>
                <a:lnTo>
                  <a:pt x="4389003" y="65742"/>
                </a:lnTo>
                <a:lnTo>
                  <a:pt x="4387964" y="65421"/>
                </a:lnTo>
                <a:lnTo>
                  <a:pt x="4386937" y="65068"/>
                </a:lnTo>
                <a:lnTo>
                  <a:pt x="4385930" y="64681"/>
                </a:lnTo>
                <a:lnTo>
                  <a:pt x="4384952" y="64259"/>
                </a:lnTo>
                <a:lnTo>
                  <a:pt x="4384012" y="63801"/>
                </a:lnTo>
                <a:lnTo>
                  <a:pt x="4383119" y="63304"/>
                </a:lnTo>
                <a:lnTo>
                  <a:pt x="4382282" y="62767"/>
                </a:lnTo>
                <a:lnTo>
                  <a:pt x="4381510" y="62188"/>
                </a:lnTo>
                <a:lnTo>
                  <a:pt x="4380812" y="61567"/>
                </a:lnTo>
                <a:lnTo>
                  <a:pt x="4380197" y="60900"/>
                </a:lnTo>
                <a:lnTo>
                  <a:pt x="4379674" y="60188"/>
                </a:lnTo>
                <a:lnTo>
                  <a:pt x="4379251" y="59427"/>
                </a:lnTo>
                <a:lnTo>
                  <a:pt x="4378938" y="58617"/>
                </a:lnTo>
                <a:lnTo>
                  <a:pt x="4378743" y="57756"/>
                </a:lnTo>
                <a:lnTo>
                  <a:pt x="4378677" y="56842"/>
                </a:lnTo>
                <a:lnTo>
                  <a:pt x="4378709" y="56210"/>
                </a:lnTo>
                <a:lnTo>
                  <a:pt x="4378809" y="55572"/>
                </a:lnTo>
                <a:lnTo>
                  <a:pt x="4378978" y="54929"/>
                </a:lnTo>
                <a:lnTo>
                  <a:pt x="4379218" y="54285"/>
                </a:lnTo>
                <a:lnTo>
                  <a:pt x="4379534" y="53644"/>
                </a:lnTo>
                <a:lnTo>
                  <a:pt x="4379927" y="53007"/>
                </a:lnTo>
                <a:lnTo>
                  <a:pt x="4380399" y="52378"/>
                </a:lnTo>
                <a:lnTo>
                  <a:pt x="4380954" y="51761"/>
                </a:lnTo>
                <a:lnTo>
                  <a:pt x="4381594" y="51157"/>
                </a:lnTo>
                <a:lnTo>
                  <a:pt x="4382322" y="50571"/>
                </a:lnTo>
                <a:lnTo>
                  <a:pt x="4383140" y="50004"/>
                </a:lnTo>
                <a:lnTo>
                  <a:pt x="4384051" y="49461"/>
                </a:lnTo>
                <a:lnTo>
                  <a:pt x="4385057" y="48944"/>
                </a:lnTo>
                <a:lnTo>
                  <a:pt x="4386161" y="48456"/>
                </a:lnTo>
                <a:lnTo>
                  <a:pt x="4387365" y="48000"/>
                </a:lnTo>
                <a:lnTo>
                  <a:pt x="4388673" y="47579"/>
                </a:lnTo>
                <a:lnTo>
                  <a:pt x="4390087" y="47197"/>
                </a:lnTo>
                <a:lnTo>
                  <a:pt x="4391609" y="46855"/>
                </a:lnTo>
                <a:lnTo>
                  <a:pt x="4393241" y="46558"/>
                </a:lnTo>
                <a:lnTo>
                  <a:pt x="4394988" y="46308"/>
                </a:lnTo>
                <a:lnTo>
                  <a:pt x="4396850" y="46109"/>
                </a:lnTo>
                <a:lnTo>
                  <a:pt x="4398832" y="45963"/>
                </a:lnTo>
                <a:lnTo>
                  <a:pt x="4400934" y="45873"/>
                </a:lnTo>
                <a:lnTo>
                  <a:pt x="4403161" y="45842"/>
                </a:lnTo>
                <a:lnTo>
                  <a:pt x="4405093" y="45872"/>
                </a:lnTo>
                <a:lnTo>
                  <a:pt x="4406891" y="45959"/>
                </a:lnTo>
                <a:lnTo>
                  <a:pt x="4408560" y="46101"/>
                </a:lnTo>
                <a:lnTo>
                  <a:pt x="4410105" y="46294"/>
                </a:lnTo>
                <a:lnTo>
                  <a:pt x="4411531" y="46536"/>
                </a:lnTo>
                <a:lnTo>
                  <a:pt x="4412842" y="46825"/>
                </a:lnTo>
                <a:lnTo>
                  <a:pt x="4414044" y="47157"/>
                </a:lnTo>
                <a:lnTo>
                  <a:pt x="4415142" y="47529"/>
                </a:lnTo>
                <a:lnTo>
                  <a:pt x="4416140" y="47938"/>
                </a:lnTo>
                <a:lnTo>
                  <a:pt x="4417043" y="48383"/>
                </a:lnTo>
                <a:lnTo>
                  <a:pt x="4417856" y="48859"/>
                </a:lnTo>
                <a:lnTo>
                  <a:pt x="4418584" y="49364"/>
                </a:lnTo>
                <a:lnTo>
                  <a:pt x="4419232" y="49895"/>
                </a:lnTo>
                <a:lnTo>
                  <a:pt x="4419804" y="50450"/>
                </a:lnTo>
                <a:lnTo>
                  <a:pt x="4420305" y="51024"/>
                </a:lnTo>
                <a:lnTo>
                  <a:pt x="4420741" y="51617"/>
                </a:lnTo>
                <a:lnTo>
                  <a:pt x="4421116" y="52224"/>
                </a:lnTo>
                <a:lnTo>
                  <a:pt x="4421434" y="52843"/>
                </a:lnTo>
                <a:lnTo>
                  <a:pt x="4421702" y="53471"/>
                </a:lnTo>
                <a:lnTo>
                  <a:pt x="4421923" y="54106"/>
                </a:lnTo>
                <a:lnTo>
                  <a:pt x="4422103" y="54743"/>
                </a:lnTo>
                <a:lnTo>
                  <a:pt x="4422246" y="55381"/>
                </a:lnTo>
                <a:lnTo>
                  <a:pt x="4422357" y="56017"/>
                </a:lnTo>
                <a:lnTo>
                  <a:pt x="4422441" y="56648"/>
                </a:lnTo>
                <a:lnTo>
                  <a:pt x="4422467" y="57058"/>
                </a:lnTo>
                <a:lnTo>
                  <a:pt x="4422496" y="57467"/>
                </a:lnTo>
                <a:lnTo>
                  <a:pt x="4422533" y="57873"/>
                </a:lnTo>
                <a:lnTo>
                  <a:pt x="4422578" y="58274"/>
                </a:lnTo>
                <a:lnTo>
                  <a:pt x="4422635" y="58670"/>
                </a:lnTo>
                <a:lnTo>
                  <a:pt x="4422706" y="59059"/>
                </a:lnTo>
                <a:lnTo>
                  <a:pt x="4422792" y="59439"/>
                </a:lnTo>
                <a:lnTo>
                  <a:pt x="4422897" y="59809"/>
                </a:lnTo>
                <a:lnTo>
                  <a:pt x="4423023" y="60167"/>
                </a:lnTo>
                <a:lnTo>
                  <a:pt x="4423172" y="60513"/>
                </a:lnTo>
                <a:lnTo>
                  <a:pt x="4423346" y="60845"/>
                </a:lnTo>
                <a:lnTo>
                  <a:pt x="4423549" y="61161"/>
                </a:lnTo>
                <a:lnTo>
                  <a:pt x="4423781" y="61460"/>
                </a:lnTo>
                <a:lnTo>
                  <a:pt x="4424046" y="61740"/>
                </a:lnTo>
                <a:lnTo>
                  <a:pt x="4424345" y="62000"/>
                </a:lnTo>
                <a:lnTo>
                  <a:pt x="4424682" y="62239"/>
                </a:lnTo>
                <a:lnTo>
                  <a:pt x="4425058" y="62456"/>
                </a:lnTo>
                <a:lnTo>
                  <a:pt x="4425477" y="62648"/>
                </a:lnTo>
                <a:lnTo>
                  <a:pt x="4425939" y="62814"/>
                </a:lnTo>
                <a:lnTo>
                  <a:pt x="4426448" y="62953"/>
                </a:lnTo>
                <a:lnTo>
                  <a:pt x="4427006" y="63064"/>
                </a:lnTo>
                <a:lnTo>
                  <a:pt x="4427615" y="63145"/>
                </a:lnTo>
                <a:lnTo>
                  <a:pt x="4428277" y="63195"/>
                </a:lnTo>
                <a:lnTo>
                  <a:pt x="4428996" y="63211"/>
                </a:lnTo>
                <a:lnTo>
                  <a:pt x="4429805" y="63191"/>
                </a:lnTo>
                <a:lnTo>
                  <a:pt x="4430546" y="63129"/>
                </a:lnTo>
                <a:lnTo>
                  <a:pt x="4431223" y="63030"/>
                </a:lnTo>
                <a:lnTo>
                  <a:pt x="4431839" y="62893"/>
                </a:lnTo>
                <a:lnTo>
                  <a:pt x="4432396" y="62722"/>
                </a:lnTo>
                <a:lnTo>
                  <a:pt x="4432897" y="62518"/>
                </a:lnTo>
                <a:lnTo>
                  <a:pt x="4433346" y="62282"/>
                </a:lnTo>
                <a:lnTo>
                  <a:pt x="4433745" y="62017"/>
                </a:lnTo>
                <a:lnTo>
                  <a:pt x="4434097" y="61725"/>
                </a:lnTo>
                <a:lnTo>
                  <a:pt x="4434405" y="61407"/>
                </a:lnTo>
                <a:lnTo>
                  <a:pt x="4434672" y="61066"/>
                </a:lnTo>
                <a:lnTo>
                  <a:pt x="4434901" y="60702"/>
                </a:lnTo>
                <a:lnTo>
                  <a:pt x="4435094" y="60318"/>
                </a:lnTo>
                <a:lnTo>
                  <a:pt x="4435256" y="59916"/>
                </a:lnTo>
                <a:lnTo>
                  <a:pt x="4435388" y="59498"/>
                </a:lnTo>
                <a:lnTo>
                  <a:pt x="4435494" y="59065"/>
                </a:lnTo>
                <a:lnTo>
                  <a:pt x="4435577" y="58619"/>
                </a:lnTo>
                <a:lnTo>
                  <a:pt x="4435639" y="58162"/>
                </a:lnTo>
                <a:lnTo>
                  <a:pt x="4435683" y="57697"/>
                </a:lnTo>
                <a:lnTo>
                  <a:pt x="4435713" y="57224"/>
                </a:lnTo>
                <a:lnTo>
                  <a:pt x="4435731" y="56746"/>
                </a:lnTo>
                <a:lnTo>
                  <a:pt x="4435740" y="56264"/>
                </a:lnTo>
                <a:lnTo>
                  <a:pt x="4435744" y="55781"/>
                </a:lnTo>
                <a:lnTo>
                  <a:pt x="4435744" y="55297"/>
                </a:lnTo>
                <a:lnTo>
                  <a:pt x="4435744" y="41985"/>
                </a:lnTo>
                <a:lnTo>
                  <a:pt x="4435744" y="41591"/>
                </a:lnTo>
                <a:lnTo>
                  <a:pt x="4435741" y="41182"/>
                </a:lnTo>
                <a:lnTo>
                  <a:pt x="4435733" y="40760"/>
                </a:lnTo>
                <a:lnTo>
                  <a:pt x="4435717" y="40329"/>
                </a:lnTo>
                <a:lnTo>
                  <a:pt x="4435692" y="39891"/>
                </a:lnTo>
                <a:lnTo>
                  <a:pt x="4435654" y="39449"/>
                </a:lnTo>
                <a:lnTo>
                  <a:pt x="4435601" y="39006"/>
                </a:lnTo>
                <a:lnTo>
                  <a:pt x="4435530" y="38565"/>
                </a:lnTo>
                <a:lnTo>
                  <a:pt x="4435439" y="38129"/>
                </a:lnTo>
                <a:lnTo>
                  <a:pt x="4435326" y="37700"/>
                </a:lnTo>
                <a:lnTo>
                  <a:pt x="4435187" y="37282"/>
                </a:lnTo>
                <a:lnTo>
                  <a:pt x="4435021" y="36876"/>
                </a:lnTo>
                <a:lnTo>
                  <a:pt x="4434825" y="36487"/>
                </a:lnTo>
                <a:lnTo>
                  <a:pt x="4434596" y="36117"/>
                </a:lnTo>
                <a:lnTo>
                  <a:pt x="4434331" y="35768"/>
                </a:lnTo>
                <a:lnTo>
                  <a:pt x="4434030" y="35444"/>
                </a:lnTo>
                <a:lnTo>
                  <a:pt x="4433688" y="35148"/>
                </a:lnTo>
                <a:lnTo>
                  <a:pt x="4433303" y="34881"/>
                </a:lnTo>
                <a:lnTo>
                  <a:pt x="4432873" y="34648"/>
                </a:lnTo>
                <a:lnTo>
                  <a:pt x="4432395" y="34451"/>
                </a:lnTo>
                <a:lnTo>
                  <a:pt x="4431868" y="34293"/>
                </a:lnTo>
                <a:lnTo>
                  <a:pt x="4431287" y="34177"/>
                </a:lnTo>
                <a:lnTo>
                  <a:pt x="4430651" y="34105"/>
                </a:lnTo>
                <a:lnTo>
                  <a:pt x="4429958" y="34080"/>
                </a:lnTo>
                <a:lnTo>
                  <a:pt x="4429399" y="34094"/>
                </a:lnTo>
                <a:lnTo>
                  <a:pt x="4428880" y="34134"/>
                </a:lnTo>
                <a:lnTo>
                  <a:pt x="4428397" y="34199"/>
                </a:lnTo>
                <a:lnTo>
                  <a:pt x="4427950" y="34286"/>
                </a:lnTo>
                <a:lnTo>
                  <a:pt x="4427537" y="34395"/>
                </a:lnTo>
                <a:lnTo>
                  <a:pt x="4427157" y="34523"/>
                </a:lnTo>
                <a:lnTo>
                  <a:pt x="4426808" y="34669"/>
                </a:lnTo>
                <a:lnTo>
                  <a:pt x="4426489" y="34830"/>
                </a:lnTo>
                <a:lnTo>
                  <a:pt x="4426197" y="35006"/>
                </a:lnTo>
                <a:lnTo>
                  <a:pt x="4425932" y="35193"/>
                </a:lnTo>
                <a:lnTo>
                  <a:pt x="4425692" y="35392"/>
                </a:lnTo>
                <a:lnTo>
                  <a:pt x="4425476" y="35599"/>
                </a:lnTo>
                <a:lnTo>
                  <a:pt x="4425282" y="35813"/>
                </a:lnTo>
                <a:lnTo>
                  <a:pt x="4425109" y="36033"/>
                </a:lnTo>
                <a:lnTo>
                  <a:pt x="4424954" y="36256"/>
                </a:lnTo>
                <a:lnTo>
                  <a:pt x="4424817" y="36481"/>
                </a:lnTo>
                <a:lnTo>
                  <a:pt x="4424696" y="36705"/>
                </a:lnTo>
                <a:lnTo>
                  <a:pt x="4424590" y="36928"/>
                </a:lnTo>
                <a:lnTo>
                  <a:pt x="4424497" y="37148"/>
                </a:lnTo>
                <a:lnTo>
                  <a:pt x="4424415" y="37362"/>
                </a:lnTo>
                <a:lnTo>
                  <a:pt x="4424344" y="37569"/>
                </a:lnTo>
                <a:lnTo>
                  <a:pt x="4424281" y="37768"/>
                </a:lnTo>
                <a:lnTo>
                  <a:pt x="4424225" y="37955"/>
                </a:lnTo>
                <a:lnTo>
                  <a:pt x="4424174" y="38131"/>
                </a:lnTo>
                <a:lnTo>
                  <a:pt x="4423114" y="37645"/>
                </a:lnTo>
                <a:lnTo>
                  <a:pt x="4422057" y="37200"/>
                </a:lnTo>
                <a:lnTo>
                  <a:pt x="4421003" y="36794"/>
                </a:lnTo>
                <a:lnTo>
                  <a:pt x="4419956" y="36424"/>
                </a:lnTo>
                <a:lnTo>
                  <a:pt x="4418917" y="36090"/>
                </a:lnTo>
                <a:lnTo>
                  <a:pt x="4417888" y="35789"/>
                </a:lnTo>
                <a:lnTo>
                  <a:pt x="4416872" y="35520"/>
                </a:lnTo>
                <a:lnTo>
                  <a:pt x="4415871" y="35280"/>
                </a:lnTo>
                <a:lnTo>
                  <a:pt x="4414886" y="35069"/>
                </a:lnTo>
                <a:lnTo>
                  <a:pt x="4413920" y="34884"/>
                </a:lnTo>
                <a:lnTo>
                  <a:pt x="4412975" y="34724"/>
                </a:lnTo>
                <a:lnTo>
                  <a:pt x="4412053" y="34586"/>
                </a:lnTo>
                <a:lnTo>
                  <a:pt x="4411156" y="34470"/>
                </a:lnTo>
                <a:lnTo>
                  <a:pt x="4410287" y="34373"/>
                </a:lnTo>
                <a:lnTo>
                  <a:pt x="4409446" y="34294"/>
                </a:lnTo>
                <a:lnTo>
                  <a:pt x="4408637" y="34230"/>
                </a:lnTo>
                <a:lnTo>
                  <a:pt x="4407862" y="34180"/>
                </a:lnTo>
                <a:lnTo>
                  <a:pt x="4407122" y="34143"/>
                </a:lnTo>
                <a:lnTo>
                  <a:pt x="4406420" y="34117"/>
                </a:lnTo>
                <a:lnTo>
                  <a:pt x="4405757" y="34099"/>
                </a:lnTo>
                <a:lnTo>
                  <a:pt x="4405136" y="34088"/>
                </a:lnTo>
                <a:lnTo>
                  <a:pt x="4404560" y="34082"/>
                </a:lnTo>
                <a:lnTo>
                  <a:pt x="4404029" y="34080"/>
                </a:lnTo>
                <a:lnTo>
                  <a:pt x="4403546" y="34080"/>
                </a:lnTo>
                <a:lnTo>
                  <a:pt x="4399665" y="34160"/>
                </a:lnTo>
                <a:lnTo>
                  <a:pt x="4396062" y="34395"/>
                </a:lnTo>
                <a:lnTo>
                  <a:pt x="4392728" y="34773"/>
                </a:lnTo>
                <a:lnTo>
                  <a:pt x="4389653" y="35284"/>
                </a:lnTo>
                <a:lnTo>
                  <a:pt x="4386827" y="35916"/>
                </a:lnTo>
                <a:lnTo>
                  <a:pt x="4384239" y="36660"/>
                </a:lnTo>
                <a:lnTo>
                  <a:pt x="4381880" y="37504"/>
                </a:lnTo>
                <a:lnTo>
                  <a:pt x="4379739" y="38438"/>
                </a:lnTo>
                <a:lnTo>
                  <a:pt x="4377807" y="39451"/>
                </a:lnTo>
                <a:lnTo>
                  <a:pt x="4376072" y="40532"/>
                </a:lnTo>
                <a:lnTo>
                  <a:pt x="4374526" y="41671"/>
                </a:lnTo>
                <a:lnTo>
                  <a:pt x="4373157" y="42856"/>
                </a:lnTo>
                <a:lnTo>
                  <a:pt x="4371956" y="44078"/>
                </a:lnTo>
                <a:lnTo>
                  <a:pt x="4370912" y="45325"/>
                </a:lnTo>
                <a:lnTo>
                  <a:pt x="4370016" y="46587"/>
                </a:lnTo>
                <a:lnTo>
                  <a:pt x="4369257" y="47854"/>
                </a:lnTo>
                <a:lnTo>
                  <a:pt x="4368626" y="49113"/>
                </a:lnTo>
                <a:lnTo>
                  <a:pt x="4368111" y="50355"/>
                </a:lnTo>
                <a:lnTo>
                  <a:pt x="4367704" y="51569"/>
                </a:lnTo>
                <a:lnTo>
                  <a:pt x="4367393" y="52744"/>
                </a:lnTo>
                <a:lnTo>
                  <a:pt x="4367169" y="53870"/>
                </a:lnTo>
                <a:lnTo>
                  <a:pt x="4367021" y="54935"/>
                </a:lnTo>
                <a:lnTo>
                  <a:pt x="4366940" y="55929"/>
                </a:lnTo>
                <a:lnTo>
                  <a:pt x="4366915" y="56842"/>
                </a:lnTo>
                <a:lnTo>
                  <a:pt x="4367019" y="58987"/>
                </a:lnTo>
                <a:lnTo>
                  <a:pt x="4367324" y="60987"/>
                </a:lnTo>
                <a:lnTo>
                  <a:pt x="4367820" y="62849"/>
                </a:lnTo>
                <a:lnTo>
                  <a:pt x="4368497" y="64578"/>
                </a:lnTo>
                <a:lnTo>
                  <a:pt x="4369346" y="66180"/>
                </a:lnTo>
                <a:lnTo>
                  <a:pt x="4370356" y="67661"/>
                </a:lnTo>
                <a:lnTo>
                  <a:pt x="4371517" y="69028"/>
                </a:lnTo>
                <a:lnTo>
                  <a:pt x="4372821" y="70287"/>
                </a:lnTo>
                <a:lnTo>
                  <a:pt x="4374256" y="71443"/>
                </a:lnTo>
                <a:lnTo>
                  <a:pt x="4375813" y="72502"/>
                </a:lnTo>
                <a:lnTo>
                  <a:pt x="4377482" y="73471"/>
                </a:lnTo>
                <a:lnTo>
                  <a:pt x="4379254" y="74355"/>
                </a:lnTo>
                <a:lnTo>
                  <a:pt x="4381118" y="75161"/>
                </a:lnTo>
                <a:lnTo>
                  <a:pt x="4383065" y="75895"/>
                </a:lnTo>
                <a:lnTo>
                  <a:pt x="4385084" y="76562"/>
                </a:lnTo>
                <a:lnTo>
                  <a:pt x="4387166" y="77169"/>
                </a:lnTo>
                <a:lnTo>
                  <a:pt x="4389301" y="77722"/>
                </a:lnTo>
                <a:lnTo>
                  <a:pt x="4391479" y="78227"/>
                </a:lnTo>
                <a:lnTo>
                  <a:pt x="4393690" y="78689"/>
                </a:lnTo>
                <a:lnTo>
                  <a:pt x="4395924" y="79115"/>
                </a:lnTo>
                <a:lnTo>
                  <a:pt x="4398172" y="79511"/>
                </a:lnTo>
                <a:lnTo>
                  <a:pt x="4400423" y="79883"/>
                </a:lnTo>
                <a:lnTo>
                  <a:pt x="4402668" y="80236"/>
                </a:lnTo>
                <a:lnTo>
                  <a:pt x="4404897" y="80578"/>
                </a:lnTo>
                <a:lnTo>
                  <a:pt x="4406107" y="80776"/>
                </a:lnTo>
                <a:lnTo>
                  <a:pt x="4407370" y="80988"/>
                </a:lnTo>
                <a:lnTo>
                  <a:pt x="4408677" y="81216"/>
                </a:lnTo>
                <a:lnTo>
                  <a:pt x="4410019" y="81462"/>
                </a:lnTo>
                <a:lnTo>
                  <a:pt x="4411385" y="81730"/>
                </a:lnTo>
                <a:lnTo>
                  <a:pt x="4412768" y="82023"/>
                </a:lnTo>
                <a:lnTo>
                  <a:pt x="4414157" y="82343"/>
                </a:lnTo>
                <a:lnTo>
                  <a:pt x="4415543" y="82694"/>
                </a:lnTo>
                <a:lnTo>
                  <a:pt x="4416917" y="83079"/>
                </a:lnTo>
                <a:lnTo>
                  <a:pt x="4418269" y="83500"/>
                </a:lnTo>
                <a:lnTo>
                  <a:pt x="4419592" y="83960"/>
                </a:lnTo>
                <a:lnTo>
                  <a:pt x="4420874" y="84462"/>
                </a:lnTo>
                <a:lnTo>
                  <a:pt x="4422107" y="85010"/>
                </a:lnTo>
                <a:lnTo>
                  <a:pt x="4423281" y="85606"/>
                </a:lnTo>
                <a:lnTo>
                  <a:pt x="4424388" y="86253"/>
                </a:lnTo>
                <a:lnTo>
                  <a:pt x="4425418" y="86954"/>
                </a:lnTo>
                <a:lnTo>
                  <a:pt x="4426361" y="87712"/>
                </a:lnTo>
                <a:lnTo>
                  <a:pt x="4427209" y="88530"/>
                </a:lnTo>
                <a:lnTo>
                  <a:pt x="4427952" y="89411"/>
                </a:lnTo>
                <a:lnTo>
                  <a:pt x="4428580" y="90357"/>
                </a:lnTo>
                <a:lnTo>
                  <a:pt x="4429085" y="91372"/>
                </a:lnTo>
                <a:lnTo>
                  <a:pt x="4429458" y="92459"/>
                </a:lnTo>
                <a:lnTo>
                  <a:pt x="4429688" y="93620"/>
                </a:lnTo>
                <a:lnTo>
                  <a:pt x="4429766" y="94858"/>
                </a:lnTo>
                <a:lnTo>
                  <a:pt x="4429729" y="95746"/>
                </a:lnTo>
                <a:lnTo>
                  <a:pt x="4429616" y="96624"/>
                </a:lnTo>
                <a:lnTo>
                  <a:pt x="4429426" y="97489"/>
                </a:lnTo>
                <a:lnTo>
                  <a:pt x="4429157" y="98338"/>
                </a:lnTo>
                <a:lnTo>
                  <a:pt x="4428808" y="99170"/>
                </a:lnTo>
                <a:lnTo>
                  <a:pt x="4428378" y="99981"/>
                </a:lnTo>
                <a:lnTo>
                  <a:pt x="4427865" y="100770"/>
                </a:lnTo>
                <a:lnTo>
                  <a:pt x="4427267" y="101534"/>
                </a:lnTo>
                <a:lnTo>
                  <a:pt x="4426584" y="102271"/>
                </a:lnTo>
                <a:lnTo>
                  <a:pt x="4425814" y="102977"/>
                </a:lnTo>
                <a:lnTo>
                  <a:pt x="4424955" y="103651"/>
                </a:lnTo>
                <a:lnTo>
                  <a:pt x="4424006" y="104291"/>
                </a:lnTo>
                <a:lnTo>
                  <a:pt x="4422966" y="104893"/>
                </a:lnTo>
                <a:lnTo>
                  <a:pt x="4421834" y="105455"/>
                </a:lnTo>
                <a:lnTo>
                  <a:pt x="4420606" y="105976"/>
                </a:lnTo>
                <a:lnTo>
                  <a:pt x="4419284" y="106452"/>
                </a:lnTo>
                <a:lnTo>
                  <a:pt x="4417864" y="106881"/>
                </a:lnTo>
                <a:lnTo>
                  <a:pt x="4416346" y="107261"/>
                </a:lnTo>
                <a:lnTo>
                  <a:pt x="4414727" y="107589"/>
                </a:lnTo>
                <a:lnTo>
                  <a:pt x="4413008" y="107863"/>
                </a:lnTo>
                <a:lnTo>
                  <a:pt x="4411186" y="108080"/>
                </a:lnTo>
                <a:lnTo>
                  <a:pt x="4409259" y="108238"/>
                </a:lnTo>
                <a:lnTo>
                  <a:pt x="4407227" y="108335"/>
                </a:lnTo>
                <a:lnTo>
                  <a:pt x="4405088" y="108368"/>
                </a:lnTo>
                <a:lnTo>
                  <a:pt x="4403947" y="108356"/>
                </a:lnTo>
                <a:lnTo>
                  <a:pt x="4402791" y="108317"/>
                </a:lnTo>
                <a:lnTo>
                  <a:pt x="4401624" y="108247"/>
                </a:lnTo>
                <a:lnTo>
                  <a:pt x="4400449" y="108141"/>
                </a:lnTo>
                <a:lnTo>
                  <a:pt x="4399269" y="107994"/>
                </a:lnTo>
                <a:lnTo>
                  <a:pt x="4398088" y="107801"/>
                </a:lnTo>
                <a:lnTo>
                  <a:pt x="4396908" y="107558"/>
                </a:lnTo>
                <a:lnTo>
                  <a:pt x="4395734" y="107260"/>
                </a:lnTo>
                <a:lnTo>
                  <a:pt x="4394569" y="106902"/>
                </a:lnTo>
                <a:lnTo>
                  <a:pt x="4393416" y="106480"/>
                </a:lnTo>
                <a:lnTo>
                  <a:pt x="4392278" y="105989"/>
                </a:lnTo>
                <a:lnTo>
                  <a:pt x="4391159" y="105424"/>
                </a:lnTo>
                <a:lnTo>
                  <a:pt x="4390062" y="104781"/>
                </a:lnTo>
                <a:lnTo>
                  <a:pt x="4388991" y="104055"/>
                </a:lnTo>
                <a:lnTo>
                  <a:pt x="4387948" y="103241"/>
                </a:lnTo>
                <a:lnTo>
                  <a:pt x="4386938" y="102335"/>
                </a:lnTo>
                <a:lnTo>
                  <a:pt x="4385963" y="101331"/>
                </a:lnTo>
                <a:lnTo>
                  <a:pt x="4385027" y="100226"/>
                </a:lnTo>
                <a:lnTo>
                  <a:pt x="4384133" y="99014"/>
                </a:lnTo>
                <a:lnTo>
                  <a:pt x="4383284" y="97691"/>
                </a:lnTo>
                <a:lnTo>
                  <a:pt x="4382484" y="96252"/>
                </a:lnTo>
                <a:lnTo>
                  <a:pt x="4381737" y="94692"/>
                </a:lnTo>
                <a:lnTo>
                  <a:pt x="4381045" y="93007"/>
                </a:lnTo>
                <a:lnTo>
                  <a:pt x="4380412" y="91193"/>
                </a:lnTo>
                <a:lnTo>
                  <a:pt x="4380292" y="90765"/>
                </a:lnTo>
                <a:lnTo>
                  <a:pt x="4380173" y="90353"/>
                </a:lnTo>
                <a:lnTo>
                  <a:pt x="4380051" y="89955"/>
                </a:lnTo>
                <a:lnTo>
                  <a:pt x="4379926" y="89572"/>
                </a:lnTo>
                <a:lnTo>
                  <a:pt x="4379794" y="89204"/>
                </a:lnTo>
                <a:lnTo>
                  <a:pt x="4379656" y="88852"/>
                </a:lnTo>
                <a:lnTo>
                  <a:pt x="4379508" y="88517"/>
                </a:lnTo>
                <a:lnTo>
                  <a:pt x="4379348" y="88198"/>
                </a:lnTo>
                <a:lnTo>
                  <a:pt x="4379175" y="87895"/>
                </a:lnTo>
                <a:lnTo>
                  <a:pt x="4378986" y="87610"/>
                </a:lnTo>
                <a:lnTo>
                  <a:pt x="4378781" y="87342"/>
                </a:lnTo>
                <a:lnTo>
                  <a:pt x="4378556" y="87092"/>
                </a:lnTo>
                <a:lnTo>
                  <a:pt x="4378310" y="86860"/>
                </a:lnTo>
                <a:lnTo>
                  <a:pt x="4378041" y="86646"/>
                </a:lnTo>
                <a:lnTo>
                  <a:pt x="4377748" y="86451"/>
                </a:lnTo>
                <a:lnTo>
                  <a:pt x="4377427" y="86276"/>
                </a:lnTo>
                <a:lnTo>
                  <a:pt x="4377078" y="86119"/>
                </a:lnTo>
                <a:lnTo>
                  <a:pt x="4376697" y="85983"/>
                </a:lnTo>
                <a:lnTo>
                  <a:pt x="4376285" y="85866"/>
                </a:lnTo>
                <a:lnTo>
                  <a:pt x="4375837" y="85770"/>
                </a:lnTo>
                <a:lnTo>
                  <a:pt x="4375354" y="85695"/>
                </a:lnTo>
                <a:lnTo>
                  <a:pt x="4374831" y="85641"/>
                </a:lnTo>
                <a:lnTo>
                  <a:pt x="4374269" y="85608"/>
                </a:lnTo>
                <a:lnTo>
                  <a:pt x="4373664" y="85597"/>
                </a:lnTo>
                <a:lnTo>
                  <a:pt x="4372855" y="85618"/>
                </a:lnTo>
                <a:lnTo>
                  <a:pt x="4372114" y="85679"/>
                </a:lnTo>
                <a:lnTo>
                  <a:pt x="4371436" y="85779"/>
                </a:lnTo>
                <a:lnTo>
                  <a:pt x="4370821" y="85915"/>
                </a:lnTo>
                <a:lnTo>
                  <a:pt x="4370264" y="86086"/>
                </a:lnTo>
                <a:lnTo>
                  <a:pt x="4369762" y="86290"/>
                </a:lnTo>
                <a:lnTo>
                  <a:pt x="4369314" y="86526"/>
                </a:lnTo>
                <a:lnTo>
                  <a:pt x="4368915" y="86790"/>
                </a:lnTo>
                <a:lnTo>
                  <a:pt x="4368563" y="87082"/>
                </a:lnTo>
                <a:lnTo>
                  <a:pt x="4368255" y="87400"/>
                </a:lnTo>
                <a:lnTo>
                  <a:pt x="4367988" y="87742"/>
                </a:lnTo>
                <a:lnTo>
                  <a:pt x="4367759" y="88105"/>
                </a:lnTo>
                <a:lnTo>
                  <a:pt x="4367565" y="88489"/>
                </a:lnTo>
                <a:lnTo>
                  <a:pt x="4367404" y="88890"/>
                </a:lnTo>
                <a:lnTo>
                  <a:pt x="4367271" y="89309"/>
                </a:lnTo>
                <a:lnTo>
                  <a:pt x="4367165" y="89741"/>
                </a:lnTo>
                <a:lnTo>
                  <a:pt x="4367083" y="90187"/>
                </a:lnTo>
                <a:lnTo>
                  <a:pt x="4367021" y="90643"/>
                </a:lnTo>
                <a:lnTo>
                  <a:pt x="4366977" y="91109"/>
                </a:lnTo>
                <a:lnTo>
                  <a:pt x="4366947" y="91582"/>
                </a:lnTo>
                <a:lnTo>
                  <a:pt x="4366929" y="92060"/>
                </a:lnTo>
                <a:lnTo>
                  <a:pt x="4366919" y="92541"/>
                </a:lnTo>
                <a:lnTo>
                  <a:pt x="4366916" y="93025"/>
                </a:lnTo>
                <a:lnTo>
                  <a:pt x="4366915" y="93508"/>
                </a:lnTo>
                <a:lnTo>
                  <a:pt x="4366915" y="112225"/>
                </a:lnTo>
                <a:lnTo>
                  <a:pt x="4366916" y="112619"/>
                </a:lnTo>
                <a:lnTo>
                  <a:pt x="4366919" y="113028"/>
                </a:lnTo>
                <a:lnTo>
                  <a:pt x="4366927" y="113450"/>
                </a:lnTo>
                <a:lnTo>
                  <a:pt x="4366942" y="113881"/>
                </a:lnTo>
                <a:lnTo>
                  <a:pt x="4366968" y="114319"/>
                </a:lnTo>
                <a:lnTo>
                  <a:pt x="4367006" y="114760"/>
                </a:lnTo>
                <a:lnTo>
                  <a:pt x="4367059" y="115203"/>
                </a:lnTo>
                <a:lnTo>
                  <a:pt x="4367130" y="115644"/>
                </a:lnTo>
                <a:lnTo>
                  <a:pt x="4367220" y="116080"/>
                </a:lnTo>
                <a:lnTo>
                  <a:pt x="4367334" y="116509"/>
                </a:lnTo>
                <a:lnTo>
                  <a:pt x="4367472" y="116927"/>
                </a:lnTo>
                <a:lnTo>
                  <a:pt x="4367638" y="117332"/>
                </a:lnTo>
                <a:lnTo>
                  <a:pt x="4367835" y="117721"/>
                </a:lnTo>
                <a:lnTo>
                  <a:pt x="4368064" y="118091"/>
                </a:lnTo>
                <a:lnTo>
                  <a:pt x="4368327" y="118440"/>
                </a:lnTo>
                <a:lnTo>
                  <a:pt x="4368629" y="118763"/>
                </a:lnTo>
                <a:lnTo>
                  <a:pt x="4368971" y="119060"/>
                </a:lnTo>
                <a:lnTo>
                  <a:pt x="4369355" y="119326"/>
                </a:lnTo>
                <a:lnTo>
                  <a:pt x="4369785" y="119559"/>
                </a:lnTo>
                <a:lnTo>
                  <a:pt x="4370262" y="119756"/>
                </a:lnTo>
                <a:lnTo>
                  <a:pt x="4370790" y="119914"/>
                </a:lnTo>
                <a:lnTo>
                  <a:pt x="4371370" y="120030"/>
                </a:lnTo>
                <a:lnTo>
                  <a:pt x="4372006" y="120102"/>
                </a:lnTo>
                <a:lnTo>
                  <a:pt x="4372699" y="120127"/>
                </a:lnTo>
                <a:lnTo>
                  <a:pt x="4372923" y="120125"/>
                </a:lnTo>
                <a:lnTo>
                  <a:pt x="4373160" y="120119"/>
                </a:lnTo>
                <a:lnTo>
                  <a:pt x="4373409" y="120105"/>
                </a:lnTo>
                <a:lnTo>
                  <a:pt x="4373670" y="120080"/>
                </a:lnTo>
                <a:lnTo>
                  <a:pt x="4373940" y="120041"/>
                </a:lnTo>
                <a:lnTo>
                  <a:pt x="4374221" y="119986"/>
                </a:lnTo>
                <a:lnTo>
                  <a:pt x="4374510" y="119911"/>
                </a:lnTo>
                <a:lnTo>
                  <a:pt x="4374806" y="119813"/>
                </a:lnTo>
                <a:lnTo>
                  <a:pt x="4375109" y="119690"/>
                </a:lnTo>
                <a:lnTo>
                  <a:pt x="4375418" y="119539"/>
                </a:lnTo>
                <a:lnTo>
                  <a:pt x="4375732" y="119356"/>
                </a:lnTo>
                <a:lnTo>
                  <a:pt x="4376050" y="119140"/>
                </a:lnTo>
                <a:lnTo>
                  <a:pt x="4376370" y="118886"/>
                </a:lnTo>
                <a:lnTo>
                  <a:pt x="4376693" y="118592"/>
                </a:lnTo>
                <a:lnTo>
                  <a:pt x="4377017" y="118254"/>
                </a:lnTo>
                <a:lnTo>
                  <a:pt x="4377341" y="117871"/>
                </a:lnTo>
                <a:lnTo>
                  <a:pt x="4377665" y="117440"/>
                </a:lnTo>
                <a:lnTo>
                  <a:pt x="4377987" y="116956"/>
                </a:lnTo>
                <a:lnTo>
                  <a:pt x="4378306" y="116417"/>
                </a:lnTo>
                <a:lnTo>
                  <a:pt x="4378622" y="115821"/>
                </a:lnTo>
                <a:lnTo>
                  <a:pt x="4378934" y="115165"/>
                </a:lnTo>
                <a:lnTo>
                  <a:pt x="4379240" y="114444"/>
                </a:lnTo>
                <a:lnTo>
                  <a:pt x="4379540" y="113658"/>
                </a:lnTo>
                <a:lnTo>
                  <a:pt x="4379833" y="112801"/>
                </a:lnTo>
                <a:lnTo>
                  <a:pt x="4381017" y="113635"/>
                </a:lnTo>
                <a:lnTo>
                  <a:pt x="4382207" y="114403"/>
                </a:lnTo>
                <a:lnTo>
                  <a:pt x="4383400" y="115109"/>
                </a:lnTo>
                <a:lnTo>
                  <a:pt x="4384594" y="115754"/>
                </a:lnTo>
                <a:lnTo>
                  <a:pt x="4385787" y="116341"/>
                </a:lnTo>
                <a:lnTo>
                  <a:pt x="4386975" y="116874"/>
                </a:lnTo>
                <a:lnTo>
                  <a:pt x="4388157" y="117354"/>
                </a:lnTo>
                <a:lnTo>
                  <a:pt x="4389330" y="117785"/>
                </a:lnTo>
                <a:lnTo>
                  <a:pt x="4390491" y="118169"/>
                </a:lnTo>
                <a:lnTo>
                  <a:pt x="4391639" y="118509"/>
                </a:lnTo>
                <a:lnTo>
                  <a:pt x="4392770" y="118807"/>
                </a:lnTo>
                <a:lnTo>
                  <a:pt x="4393883" y="119067"/>
                </a:lnTo>
                <a:lnTo>
                  <a:pt x="4394974" y="119290"/>
                </a:lnTo>
                <a:lnTo>
                  <a:pt x="4396043" y="119480"/>
                </a:lnTo>
                <a:lnTo>
                  <a:pt x="4397085" y="119639"/>
                </a:lnTo>
                <a:lnTo>
                  <a:pt x="4398099" y="119770"/>
                </a:lnTo>
                <a:lnTo>
                  <a:pt x="4399082" y="119876"/>
                </a:lnTo>
                <a:lnTo>
                  <a:pt x="4400031" y="119958"/>
                </a:lnTo>
                <a:lnTo>
                  <a:pt x="4400946" y="120021"/>
                </a:lnTo>
                <a:lnTo>
                  <a:pt x="4401822" y="120066"/>
                </a:lnTo>
                <a:lnTo>
                  <a:pt x="4402657" y="120097"/>
                </a:lnTo>
                <a:lnTo>
                  <a:pt x="4403450" y="120115"/>
                </a:lnTo>
                <a:lnTo>
                  <a:pt x="4404197" y="120124"/>
                </a:lnTo>
                <a:lnTo>
                  <a:pt x="4404897" y="120127"/>
                </a:lnTo>
                <a:lnTo>
                  <a:pt x="4408579" y="120045"/>
                </a:lnTo>
                <a:lnTo>
                  <a:pt x="4412016" y="119807"/>
                </a:lnTo>
                <a:lnTo>
                  <a:pt x="4415216" y="119421"/>
                </a:lnTo>
                <a:lnTo>
                  <a:pt x="4418186" y="118899"/>
                </a:lnTo>
                <a:lnTo>
                  <a:pt x="4420935" y="118249"/>
                </a:lnTo>
                <a:lnTo>
                  <a:pt x="4423470" y="117482"/>
                </a:lnTo>
                <a:lnTo>
                  <a:pt x="4425800" y="116607"/>
                </a:lnTo>
                <a:lnTo>
                  <a:pt x="4427931" y="115635"/>
                </a:lnTo>
                <a:lnTo>
                  <a:pt x="4429872" y="114575"/>
                </a:lnTo>
                <a:lnTo>
                  <a:pt x="4431631" y="113437"/>
                </a:lnTo>
                <a:lnTo>
                  <a:pt x="4433216" y="112231"/>
                </a:lnTo>
                <a:lnTo>
                  <a:pt x="4434634" y="110967"/>
                </a:lnTo>
                <a:lnTo>
                  <a:pt x="4435894" y="109654"/>
                </a:lnTo>
                <a:lnTo>
                  <a:pt x="4437003" y="108304"/>
                </a:lnTo>
                <a:lnTo>
                  <a:pt x="4437969" y="106925"/>
                </a:lnTo>
                <a:lnTo>
                  <a:pt x="4438799" y="105527"/>
                </a:lnTo>
                <a:lnTo>
                  <a:pt x="4439503" y="104120"/>
                </a:lnTo>
                <a:lnTo>
                  <a:pt x="4440087" y="102715"/>
                </a:lnTo>
                <a:lnTo>
                  <a:pt x="4440560" y="101320"/>
                </a:lnTo>
                <a:lnTo>
                  <a:pt x="4440929" y="99947"/>
                </a:lnTo>
                <a:lnTo>
                  <a:pt x="4441203" y="98604"/>
                </a:lnTo>
                <a:lnTo>
                  <a:pt x="4441389" y="97302"/>
                </a:lnTo>
                <a:lnTo>
                  <a:pt x="4441494" y="96050"/>
                </a:lnTo>
                <a:lnTo>
                  <a:pt x="4441528" y="94858"/>
                </a:lnTo>
                <a:lnTo>
                  <a:pt x="4441401" y="92432"/>
                </a:lnTo>
                <a:lnTo>
                  <a:pt x="4441035" y="90167"/>
                </a:lnTo>
                <a:lnTo>
                  <a:pt x="4440447" y="88058"/>
                </a:lnTo>
                <a:lnTo>
                  <a:pt x="4439657" y="86098"/>
                </a:lnTo>
                <a:lnTo>
                  <a:pt x="4438683" y="84283"/>
                </a:lnTo>
                <a:lnTo>
                  <a:pt x="4437545" y="82607"/>
                </a:lnTo>
                <a:close/>
                <a:moveTo>
                  <a:pt x="2928885" y="77408"/>
                </a:moveTo>
                <a:lnTo>
                  <a:pt x="2928886" y="77445"/>
                </a:lnTo>
                <a:lnTo>
                  <a:pt x="2928886" y="77374"/>
                </a:lnTo>
                <a:lnTo>
                  <a:pt x="2928885" y="77408"/>
                </a:lnTo>
                <a:close/>
                <a:moveTo>
                  <a:pt x="2415344" y="109362"/>
                </a:moveTo>
                <a:lnTo>
                  <a:pt x="2415040" y="109009"/>
                </a:lnTo>
                <a:lnTo>
                  <a:pt x="2414708" y="108697"/>
                </a:lnTo>
                <a:lnTo>
                  <a:pt x="2414352" y="108424"/>
                </a:lnTo>
                <a:lnTo>
                  <a:pt x="2413975" y="108188"/>
                </a:lnTo>
                <a:lnTo>
                  <a:pt x="2413579" y="107985"/>
                </a:lnTo>
                <a:lnTo>
                  <a:pt x="2413169" y="107813"/>
                </a:lnTo>
                <a:lnTo>
                  <a:pt x="2412746" y="107670"/>
                </a:lnTo>
                <a:lnTo>
                  <a:pt x="2412315" y="107553"/>
                </a:lnTo>
                <a:lnTo>
                  <a:pt x="2411877" y="107459"/>
                </a:lnTo>
                <a:lnTo>
                  <a:pt x="2411437" y="107386"/>
                </a:lnTo>
                <a:lnTo>
                  <a:pt x="2410998" y="107331"/>
                </a:lnTo>
                <a:lnTo>
                  <a:pt x="2410562" y="107292"/>
                </a:lnTo>
                <a:lnTo>
                  <a:pt x="2410132" y="107266"/>
                </a:lnTo>
                <a:lnTo>
                  <a:pt x="2409712" y="107250"/>
                </a:lnTo>
                <a:lnTo>
                  <a:pt x="2409305" y="107242"/>
                </a:lnTo>
                <a:lnTo>
                  <a:pt x="2408914" y="107239"/>
                </a:lnTo>
                <a:lnTo>
                  <a:pt x="2408542" y="107238"/>
                </a:lnTo>
                <a:lnTo>
                  <a:pt x="2388299" y="107238"/>
                </a:lnTo>
                <a:lnTo>
                  <a:pt x="2388299" y="43868"/>
                </a:lnTo>
                <a:lnTo>
                  <a:pt x="2388293" y="43142"/>
                </a:lnTo>
                <a:lnTo>
                  <a:pt x="2388273" y="42457"/>
                </a:lnTo>
                <a:lnTo>
                  <a:pt x="2388237" y="41813"/>
                </a:lnTo>
                <a:lnTo>
                  <a:pt x="2388183" y="41208"/>
                </a:lnTo>
                <a:lnTo>
                  <a:pt x="2388110" y="40641"/>
                </a:lnTo>
                <a:lnTo>
                  <a:pt x="2388016" y="40112"/>
                </a:lnTo>
                <a:lnTo>
                  <a:pt x="2387899" y="39619"/>
                </a:lnTo>
                <a:lnTo>
                  <a:pt x="2387757" y="39163"/>
                </a:lnTo>
                <a:lnTo>
                  <a:pt x="2387588" y="38741"/>
                </a:lnTo>
                <a:lnTo>
                  <a:pt x="2387390" y="38353"/>
                </a:lnTo>
                <a:lnTo>
                  <a:pt x="2387162" y="37998"/>
                </a:lnTo>
                <a:lnTo>
                  <a:pt x="2386902" y="37675"/>
                </a:lnTo>
                <a:lnTo>
                  <a:pt x="2386607" y="37383"/>
                </a:lnTo>
                <a:lnTo>
                  <a:pt x="2386277" y="37121"/>
                </a:lnTo>
                <a:lnTo>
                  <a:pt x="2385909" y="36889"/>
                </a:lnTo>
                <a:lnTo>
                  <a:pt x="2385501" y="36684"/>
                </a:lnTo>
                <a:lnTo>
                  <a:pt x="2385051" y="36508"/>
                </a:lnTo>
                <a:lnTo>
                  <a:pt x="2384559" y="36358"/>
                </a:lnTo>
                <a:lnTo>
                  <a:pt x="2384021" y="36233"/>
                </a:lnTo>
                <a:lnTo>
                  <a:pt x="2383436" y="36133"/>
                </a:lnTo>
                <a:lnTo>
                  <a:pt x="2382802" y="36057"/>
                </a:lnTo>
                <a:lnTo>
                  <a:pt x="2382117" y="36004"/>
                </a:lnTo>
                <a:lnTo>
                  <a:pt x="2381380" y="35973"/>
                </a:lnTo>
                <a:lnTo>
                  <a:pt x="2380589" y="35963"/>
                </a:lnTo>
                <a:lnTo>
                  <a:pt x="2353213" y="35963"/>
                </a:lnTo>
                <a:lnTo>
                  <a:pt x="2352841" y="35963"/>
                </a:lnTo>
                <a:lnTo>
                  <a:pt x="2352450" y="35966"/>
                </a:lnTo>
                <a:lnTo>
                  <a:pt x="2352043" y="35974"/>
                </a:lnTo>
                <a:lnTo>
                  <a:pt x="2351623" y="35990"/>
                </a:lnTo>
                <a:lnTo>
                  <a:pt x="2351194" y="36015"/>
                </a:lnTo>
                <a:lnTo>
                  <a:pt x="2350758" y="36053"/>
                </a:lnTo>
                <a:lnTo>
                  <a:pt x="2350318" y="36106"/>
                </a:lnTo>
                <a:lnTo>
                  <a:pt x="2349878" y="36177"/>
                </a:lnTo>
                <a:lnTo>
                  <a:pt x="2349441" y="36268"/>
                </a:lnTo>
                <a:lnTo>
                  <a:pt x="2349009" y="36381"/>
                </a:lnTo>
                <a:lnTo>
                  <a:pt x="2348587" y="36520"/>
                </a:lnTo>
                <a:lnTo>
                  <a:pt x="2348176" y="36686"/>
                </a:lnTo>
                <a:lnTo>
                  <a:pt x="2347780" y="36882"/>
                </a:lnTo>
                <a:lnTo>
                  <a:pt x="2347403" y="37111"/>
                </a:lnTo>
                <a:lnTo>
                  <a:pt x="2347047" y="37376"/>
                </a:lnTo>
                <a:lnTo>
                  <a:pt x="2346715" y="37677"/>
                </a:lnTo>
                <a:lnTo>
                  <a:pt x="2346410" y="38019"/>
                </a:lnTo>
                <a:lnTo>
                  <a:pt x="2346137" y="38404"/>
                </a:lnTo>
                <a:lnTo>
                  <a:pt x="2345896" y="38834"/>
                </a:lnTo>
                <a:lnTo>
                  <a:pt x="2345693" y="39312"/>
                </a:lnTo>
                <a:lnTo>
                  <a:pt x="2345529" y="39840"/>
                </a:lnTo>
                <a:lnTo>
                  <a:pt x="2345408" y="40420"/>
                </a:lnTo>
                <a:lnTo>
                  <a:pt x="2345334" y="41056"/>
                </a:lnTo>
                <a:lnTo>
                  <a:pt x="2345308" y="41750"/>
                </a:lnTo>
                <a:lnTo>
                  <a:pt x="2345334" y="42466"/>
                </a:lnTo>
                <a:lnTo>
                  <a:pt x="2345408" y="43122"/>
                </a:lnTo>
                <a:lnTo>
                  <a:pt x="2345529" y="43722"/>
                </a:lnTo>
                <a:lnTo>
                  <a:pt x="2345693" y="44267"/>
                </a:lnTo>
                <a:lnTo>
                  <a:pt x="2345896" y="44760"/>
                </a:lnTo>
                <a:lnTo>
                  <a:pt x="2346137" y="45204"/>
                </a:lnTo>
                <a:lnTo>
                  <a:pt x="2346410" y="45601"/>
                </a:lnTo>
                <a:lnTo>
                  <a:pt x="2346715" y="45954"/>
                </a:lnTo>
                <a:lnTo>
                  <a:pt x="2347047" y="46266"/>
                </a:lnTo>
                <a:lnTo>
                  <a:pt x="2347403" y="46539"/>
                </a:lnTo>
                <a:lnTo>
                  <a:pt x="2347780" y="46775"/>
                </a:lnTo>
                <a:lnTo>
                  <a:pt x="2348176" y="46978"/>
                </a:lnTo>
                <a:lnTo>
                  <a:pt x="2348587" y="47150"/>
                </a:lnTo>
                <a:lnTo>
                  <a:pt x="2349009" y="47293"/>
                </a:lnTo>
                <a:lnTo>
                  <a:pt x="2349441" y="47410"/>
                </a:lnTo>
                <a:lnTo>
                  <a:pt x="2349878" y="47504"/>
                </a:lnTo>
                <a:lnTo>
                  <a:pt x="2350318" y="47577"/>
                </a:lnTo>
                <a:lnTo>
                  <a:pt x="2350758" y="47631"/>
                </a:lnTo>
                <a:lnTo>
                  <a:pt x="2351194" y="47671"/>
                </a:lnTo>
                <a:lnTo>
                  <a:pt x="2351623" y="47697"/>
                </a:lnTo>
                <a:lnTo>
                  <a:pt x="2352043" y="47713"/>
                </a:lnTo>
                <a:lnTo>
                  <a:pt x="2352450" y="47721"/>
                </a:lnTo>
                <a:lnTo>
                  <a:pt x="2352841" y="47724"/>
                </a:lnTo>
                <a:lnTo>
                  <a:pt x="2353213" y="47725"/>
                </a:lnTo>
                <a:lnTo>
                  <a:pt x="2374997" y="47725"/>
                </a:lnTo>
                <a:lnTo>
                  <a:pt x="2374997" y="107238"/>
                </a:lnTo>
                <a:lnTo>
                  <a:pt x="2351668" y="107238"/>
                </a:lnTo>
                <a:lnTo>
                  <a:pt x="2351274" y="107239"/>
                </a:lnTo>
                <a:lnTo>
                  <a:pt x="2350865" y="107242"/>
                </a:lnTo>
                <a:lnTo>
                  <a:pt x="2350443" y="107250"/>
                </a:lnTo>
                <a:lnTo>
                  <a:pt x="2350012" y="107266"/>
                </a:lnTo>
                <a:lnTo>
                  <a:pt x="2349574" y="107292"/>
                </a:lnTo>
                <a:lnTo>
                  <a:pt x="2349133" y="107331"/>
                </a:lnTo>
                <a:lnTo>
                  <a:pt x="2348690" y="107386"/>
                </a:lnTo>
                <a:lnTo>
                  <a:pt x="2348249" y="107459"/>
                </a:lnTo>
                <a:lnTo>
                  <a:pt x="2347812" y="107553"/>
                </a:lnTo>
                <a:lnTo>
                  <a:pt x="2347384" y="107670"/>
                </a:lnTo>
                <a:lnTo>
                  <a:pt x="2346965" y="107813"/>
                </a:lnTo>
                <a:lnTo>
                  <a:pt x="2346560" y="107985"/>
                </a:lnTo>
                <a:lnTo>
                  <a:pt x="2346171" y="108188"/>
                </a:lnTo>
                <a:lnTo>
                  <a:pt x="2345800" y="108424"/>
                </a:lnTo>
                <a:lnTo>
                  <a:pt x="2345452" y="108697"/>
                </a:lnTo>
                <a:lnTo>
                  <a:pt x="2345128" y="109009"/>
                </a:lnTo>
                <a:lnTo>
                  <a:pt x="2344831" y="109362"/>
                </a:lnTo>
                <a:lnTo>
                  <a:pt x="2344565" y="109759"/>
                </a:lnTo>
                <a:lnTo>
                  <a:pt x="2344332" y="110203"/>
                </a:lnTo>
                <a:lnTo>
                  <a:pt x="2344135" y="110696"/>
                </a:lnTo>
                <a:lnTo>
                  <a:pt x="2343977" y="111241"/>
                </a:lnTo>
                <a:lnTo>
                  <a:pt x="2343860" y="111841"/>
                </a:lnTo>
                <a:lnTo>
                  <a:pt x="2343788" y="112497"/>
                </a:lnTo>
                <a:lnTo>
                  <a:pt x="2343764" y="113213"/>
                </a:lnTo>
                <a:lnTo>
                  <a:pt x="2343789" y="113907"/>
                </a:lnTo>
                <a:lnTo>
                  <a:pt x="2343864" y="114542"/>
                </a:lnTo>
                <a:lnTo>
                  <a:pt x="2343985" y="115122"/>
                </a:lnTo>
                <a:lnTo>
                  <a:pt x="2344148" y="115650"/>
                </a:lnTo>
                <a:lnTo>
                  <a:pt x="2344352" y="116127"/>
                </a:lnTo>
                <a:lnTo>
                  <a:pt x="2344592" y="116557"/>
                </a:lnTo>
                <a:lnTo>
                  <a:pt x="2344866" y="116942"/>
                </a:lnTo>
                <a:lnTo>
                  <a:pt x="2345170" y="117283"/>
                </a:lnTo>
                <a:lnTo>
                  <a:pt x="2345502" y="117585"/>
                </a:lnTo>
                <a:lnTo>
                  <a:pt x="2345859" y="117849"/>
                </a:lnTo>
                <a:lnTo>
                  <a:pt x="2346236" y="118078"/>
                </a:lnTo>
                <a:lnTo>
                  <a:pt x="2346632" y="118274"/>
                </a:lnTo>
                <a:lnTo>
                  <a:pt x="2347042" y="118440"/>
                </a:lnTo>
                <a:lnTo>
                  <a:pt x="2347465" y="118579"/>
                </a:lnTo>
                <a:lnTo>
                  <a:pt x="2347896" y="118692"/>
                </a:lnTo>
                <a:lnTo>
                  <a:pt x="2348334" y="118783"/>
                </a:lnTo>
                <a:lnTo>
                  <a:pt x="2348774" y="118854"/>
                </a:lnTo>
                <a:lnTo>
                  <a:pt x="2349213" y="118907"/>
                </a:lnTo>
                <a:lnTo>
                  <a:pt x="2349649" y="118945"/>
                </a:lnTo>
                <a:lnTo>
                  <a:pt x="2350079" y="118970"/>
                </a:lnTo>
                <a:lnTo>
                  <a:pt x="2350498" y="118986"/>
                </a:lnTo>
                <a:lnTo>
                  <a:pt x="2350905" y="118994"/>
                </a:lnTo>
                <a:lnTo>
                  <a:pt x="2351296" y="118997"/>
                </a:lnTo>
                <a:lnTo>
                  <a:pt x="2351668" y="118997"/>
                </a:lnTo>
                <a:lnTo>
                  <a:pt x="2408542" y="118997"/>
                </a:lnTo>
                <a:lnTo>
                  <a:pt x="2408914" y="118997"/>
                </a:lnTo>
                <a:lnTo>
                  <a:pt x="2409305" y="118994"/>
                </a:lnTo>
                <a:lnTo>
                  <a:pt x="2409712" y="118986"/>
                </a:lnTo>
                <a:lnTo>
                  <a:pt x="2410132" y="118970"/>
                </a:lnTo>
                <a:lnTo>
                  <a:pt x="2410562" y="118945"/>
                </a:lnTo>
                <a:lnTo>
                  <a:pt x="2410998" y="118907"/>
                </a:lnTo>
                <a:lnTo>
                  <a:pt x="2411437" y="118854"/>
                </a:lnTo>
                <a:lnTo>
                  <a:pt x="2411877" y="118783"/>
                </a:lnTo>
                <a:lnTo>
                  <a:pt x="2412315" y="118692"/>
                </a:lnTo>
                <a:lnTo>
                  <a:pt x="2412746" y="118579"/>
                </a:lnTo>
                <a:lnTo>
                  <a:pt x="2413169" y="118440"/>
                </a:lnTo>
                <a:lnTo>
                  <a:pt x="2413579" y="118274"/>
                </a:lnTo>
                <a:lnTo>
                  <a:pt x="2413975" y="118078"/>
                </a:lnTo>
                <a:lnTo>
                  <a:pt x="2414352" y="117849"/>
                </a:lnTo>
                <a:lnTo>
                  <a:pt x="2414708" y="117585"/>
                </a:lnTo>
                <a:lnTo>
                  <a:pt x="2415040" y="117283"/>
                </a:lnTo>
                <a:lnTo>
                  <a:pt x="2415344" y="116942"/>
                </a:lnTo>
                <a:lnTo>
                  <a:pt x="2415618" y="116557"/>
                </a:lnTo>
                <a:lnTo>
                  <a:pt x="2415858" y="116127"/>
                </a:lnTo>
                <a:lnTo>
                  <a:pt x="2416062" y="115650"/>
                </a:lnTo>
                <a:lnTo>
                  <a:pt x="2416225" y="115122"/>
                </a:lnTo>
                <a:lnTo>
                  <a:pt x="2416346" y="114542"/>
                </a:lnTo>
                <a:lnTo>
                  <a:pt x="2416421" y="113907"/>
                </a:lnTo>
                <a:lnTo>
                  <a:pt x="2416446" y="113213"/>
                </a:lnTo>
                <a:lnTo>
                  <a:pt x="2416421" y="112497"/>
                </a:lnTo>
                <a:lnTo>
                  <a:pt x="2416346" y="111841"/>
                </a:lnTo>
                <a:lnTo>
                  <a:pt x="2416225" y="111241"/>
                </a:lnTo>
                <a:lnTo>
                  <a:pt x="2416062" y="110696"/>
                </a:lnTo>
                <a:lnTo>
                  <a:pt x="2415858" y="110203"/>
                </a:lnTo>
                <a:lnTo>
                  <a:pt x="2415618" y="109759"/>
                </a:lnTo>
                <a:lnTo>
                  <a:pt x="2415344" y="109362"/>
                </a:lnTo>
                <a:close/>
                <a:moveTo>
                  <a:pt x="2212913" y="109362"/>
                </a:moveTo>
                <a:lnTo>
                  <a:pt x="2212609" y="109009"/>
                </a:lnTo>
                <a:lnTo>
                  <a:pt x="2212277" y="108697"/>
                </a:lnTo>
                <a:lnTo>
                  <a:pt x="2211921" y="108424"/>
                </a:lnTo>
                <a:lnTo>
                  <a:pt x="2211544" y="108188"/>
                </a:lnTo>
                <a:lnTo>
                  <a:pt x="2211148" y="107985"/>
                </a:lnTo>
                <a:lnTo>
                  <a:pt x="2210738" y="107813"/>
                </a:lnTo>
                <a:lnTo>
                  <a:pt x="2210315" y="107670"/>
                </a:lnTo>
                <a:lnTo>
                  <a:pt x="2209884" y="107553"/>
                </a:lnTo>
                <a:lnTo>
                  <a:pt x="2209446" y="107459"/>
                </a:lnTo>
                <a:lnTo>
                  <a:pt x="2209006" y="107386"/>
                </a:lnTo>
                <a:lnTo>
                  <a:pt x="2208567" y="107331"/>
                </a:lnTo>
                <a:lnTo>
                  <a:pt x="2208131" y="107292"/>
                </a:lnTo>
                <a:lnTo>
                  <a:pt x="2207701" y="107266"/>
                </a:lnTo>
                <a:lnTo>
                  <a:pt x="2207281" y="107250"/>
                </a:lnTo>
                <a:lnTo>
                  <a:pt x="2206874" y="107242"/>
                </a:lnTo>
                <a:lnTo>
                  <a:pt x="2206483" y="107239"/>
                </a:lnTo>
                <a:lnTo>
                  <a:pt x="2206111" y="107238"/>
                </a:lnTo>
                <a:lnTo>
                  <a:pt x="2185868" y="107238"/>
                </a:lnTo>
                <a:lnTo>
                  <a:pt x="2185868" y="43868"/>
                </a:lnTo>
                <a:lnTo>
                  <a:pt x="2185862" y="43142"/>
                </a:lnTo>
                <a:lnTo>
                  <a:pt x="2185842" y="42457"/>
                </a:lnTo>
                <a:lnTo>
                  <a:pt x="2185806" y="41813"/>
                </a:lnTo>
                <a:lnTo>
                  <a:pt x="2185752" y="41208"/>
                </a:lnTo>
                <a:lnTo>
                  <a:pt x="2185679" y="40641"/>
                </a:lnTo>
                <a:lnTo>
                  <a:pt x="2185585" y="40112"/>
                </a:lnTo>
                <a:lnTo>
                  <a:pt x="2185468" y="39619"/>
                </a:lnTo>
                <a:lnTo>
                  <a:pt x="2185326" y="39163"/>
                </a:lnTo>
                <a:lnTo>
                  <a:pt x="2185157" y="38741"/>
                </a:lnTo>
                <a:lnTo>
                  <a:pt x="2184959" y="38353"/>
                </a:lnTo>
                <a:lnTo>
                  <a:pt x="2184731" y="37998"/>
                </a:lnTo>
                <a:lnTo>
                  <a:pt x="2184471" y="37675"/>
                </a:lnTo>
                <a:lnTo>
                  <a:pt x="2184176" y="37383"/>
                </a:lnTo>
                <a:lnTo>
                  <a:pt x="2183846" y="37121"/>
                </a:lnTo>
                <a:lnTo>
                  <a:pt x="2183478" y="36889"/>
                </a:lnTo>
                <a:lnTo>
                  <a:pt x="2183070" y="36684"/>
                </a:lnTo>
                <a:lnTo>
                  <a:pt x="2182620" y="36508"/>
                </a:lnTo>
                <a:lnTo>
                  <a:pt x="2182128" y="36358"/>
                </a:lnTo>
                <a:lnTo>
                  <a:pt x="2181590" y="36233"/>
                </a:lnTo>
                <a:lnTo>
                  <a:pt x="2181005" y="36133"/>
                </a:lnTo>
                <a:lnTo>
                  <a:pt x="2180371" y="36057"/>
                </a:lnTo>
                <a:lnTo>
                  <a:pt x="2179686" y="36004"/>
                </a:lnTo>
                <a:lnTo>
                  <a:pt x="2178949" y="35973"/>
                </a:lnTo>
                <a:lnTo>
                  <a:pt x="2178158" y="35963"/>
                </a:lnTo>
                <a:lnTo>
                  <a:pt x="2150782" y="35963"/>
                </a:lnTo>
                <a:lnTo>
                  <a:pt x="2150410" y="35963"/>
                </a:lnTo>
                <a:lnTo>
                  <a:pt x="2150019" y="35966"/>
                </a:lnTo>
                <a:lnTo>
                  <a:pt x="2149612" y="35974"/>
                </a:lnTo>
                <a:lnTo>
                  <a:pt x="2149192" y="35990"/>
                </a:lnTo>
                <a:lnTo>
                  <a:pt x="2148763" y="36015"/>
                </a:lnTo>
                <a:lnTo>
                  <a:pt x="2148327" y="36053"/>
                </a:lnTo>
                <a:lnTo>
                  <a:pt x="2147887" y="36106"/>
                </a:lnTo>
                <a:lnTo>
                  <a:pt x="2147447" y="36177"/>
                </a:lnTo>
                <a:lnTo>
                  <a:pt x="2147010" y="36268"/>
                </a:lnTo>
                <a:lnTo>
                  <a:pt x="2146578" y="36381"/>
                </a:lnTo>
                <a:lnTo>
                  <a:pt x="2146156" y="36520"/>
                </a:lnTo>
                <a:lnTo>
                  <a:pt x="2145745" y="36686"/>
                </a:lnTo>
                <a:lnTo>
                  <a:pt x="2145349" y="36882"/>
                </a:lnTo>
                <a:lnTo>
                  <a:pt x="2144972" y="37111"/>
                </a:lnTo>
                <a:lnTo>
                  <a:pt x="2144616" y="37376"/>
                </a:lnTo>
                <a:lnTo>
                  <a:pt x="2144284" y="37677"/>
                </a:lnTo>
                <a:lnTo>
                  <a:pt x="2143979" y="38019"/>
                </a:lnTo>
                <a:lnTo>
                  <a:pt x="2143706" y="38404"/>
                </a:lnTo>
                <a:lnTo>
                  <a:pt x="2143465" y="38834"/>
                </a:lnTo>
                <a:lnTo>
                  <a:pt x="2143262" y="39312"/>
                </a:lnTo>
                <a:lnTo>
                  <a:pt x="2143098" y="39840"/>
                </a:lnTo>
                <a:lnTo>
                  <a:pt x="2142977" y="40420"/>
                </a:lnTo>
                <a:lnTo>
                  <a:pt x="2142903" y="41056"/>
                </a:lnTo>
                <a:lnTo>
                  <a:pt x="2142877" y="41750"/>
                </a:lnTo>
                <a:lnTo>
                  <a:pt x="2142903" y="42466"/>
                </a:lnTo>
                <a:lnTo>
                  <a:pt x="2142977" y="43122"/>
                </a:lnTo>
                <a:lnTo>
                  <a:pt x="2143098" y="43722"/>
                </a:lnTo>
                <a:lnTo>
                  <a:pt x="2143262" y="44267"/>
                </a:lnTo>
                <a:lnTo>
                  <a:pt x="2143465" y="44760"/>
                </a:lnTo>
                <a:lnTo>
                  <a:pt x="2143706" y="45204"/>
                </a:lnTo>
                <a:lnTo>
                  <a:pt x="2143979" y="45601"/>
                </a:lnTo>
                <a:lnTo>
                  <a:pt x="2144284" y="45954"/>
                </a:lnTo>
                <a:lnTo>
                  <a:pt x="2144616" y="46266"/>
                </a:lnTo>
                <a:lnTo>
                  <a:pt x="2144972" y="46539"/>
                </a:lnTo>
                <a:lnTo>
                  <a:pt x="2145349" y="46775"/>
                </a:lnTo>
                <a:lnTo>
                  <a:pt x="2145745" y="46978"/>
                </a:lnTo>
                <a:lnTo>
                  <a:pt x="2146156" y="47150"/>
                </a:lnTo>
                <a:lnTo>
                  <a:pt x="2146578" y="47293"/>
                </a:lnTo>
                <a:lnTo>
                  <a:pt x="2147010" y="47410"/>
                </a:lnTo>
                <a:lnTo>
                  <a:pt x="2147447" y="47504"/>
                </a:lnTo>
                <a:lnTo>
                  <a:pt x="2147887" y="47577"/>
                </a:lnTo>
                <a:lnTo>
                  <a:pt x="2148327" y="47631"/>
                </a:lnTo>
                <a:lnTo>
                  <a:pt x="2148763" y="47671"/>
                </a:lnTo>
                <a:lnTo>
                  <a:pt x="2149192" y="47697"/>
                </a:lnTo>
                <a:lnTo>
                  <a:pt x="2149612" y="47713"/>
                </a:lnTo>
                <a:lnTo>
                  <a:pt x="2150019" y="47721"/>
                </a:lnTo>
                <a:lnTo>
                  <a:pt x="2150410" y="47724"/>
                </a:lnTo>
                <a:lnTo>
                  <a:pt x="2150782" y="47725"/>
                </a:lnTo>
                <a:lnTo>
                  <a:pt x="2172566" y="47725"/>
                </a:lnTo>
                <a:lnTo>
                  <a:pt x="2172566" y="107238"/>
                </a:lnTo>
                <a:lnTo>
                  <a:pt x="2149237" y="107238"/>
                </a:lnTo>
                <a:lnTo>
                  <a:pt x="2148843" y="107239"/>
                </a:lnTo>
                <a:lnTo>
                  <a:pt x="2148434" y="107242"/>
                </a:lnTo>
                <a:lnTo>
                  <a:pt x="2148012" y="107250"/>
                </a:lnTo>
                <a:lnTo>
                  <a:pt x="2147581" y="107266"/>
                </a:lnTo>
                <a:lnTo>
                  <a:pt x="2147143" y="107292"/>
                </a:lnTo>
                <a:lnTo>
                  <a:pt x="2146702" y="107331"/>
                </a:lnTo>
                <a:lnTo>
                  <a:pt x="2146259" y="107386"/>
                </a:lnTo>
                <a:lnTo>
                  <a:pt x="2145818" y="107459"/>
                </a:lnTo>
                <a:lnTo>
                  <a:pt x="2145381" y="107553"/>
                </a:lnTo>
                <a:lnTo>
                  <a:pt x="2144953" y="107670"/>
                </a:lnTo>
                <a:lnTo>
                  <a:pt x="2144534" y="107813"/>
                </a:lnTo>
                <a:lnTo>
                  <a:pt x="2144129" y="107985"/>
                </a:lnTo>
                <a:lnTo>
                  <a:pt x="2143740" y="108188"/>
                </a:lnTo>
                <a:lnTo>
                  <a:pt x="2143369" y="108424"/>
                </a:lnTo>
                <a:lnTo>
                  <a:pt x="2143021" y="108697"/>
                </a:lnTo>
                <a:lnTo>
                  <a:pt x="2142697" y="109009"/>
                </a:lnTo>
                <a:lnTo>
                  <a:pt x="2142400" y="109362"/>
                </a:lnTo>
                <a:lnTo>
                  <a:pt x="2142134" y="109759"/>
                </a:lnTo>
                <a:lnTo>
                  <a:pt x="2141901" y="110203"/>
                </a:lnTo>
                <a:lnTo>
                  <a:pt x="2141704" y="110696"/>
                </a:lnTo>
                <a:lnTo>
                  <a:pt x="2141546" y="111241"/>
                </a:lnTo>
                <a:lnTo>
                  <a:pt x="2141429" y="111841"/>
                </a:lnTo>
                <a:lnTo>
                  <a:pt x="2141357" y="112497"/>
                </a:lnTo>
                <a:lnTo>
                  <a:pt x="2141333" y="113213"/>
                </a:lnTo>
                <a:lnTo>
                  <a:pt x="2141358" y="113907"/>
                </a:lnTo>
                <a:lnTo>
                  <a:pt x="2141433" y="114542"/>
                </a:lnTo>
                <a:lnTo>
                  <a:pt x="2141554" y="115122"/>
                </a:lnTo>
                <a:lnTo>
                  <a:pt x="2141717" y="115650"/>
                </a:lnTo>
                <a:lnTo>
                  <a:pt x="2141921" y="116127"/>
                </a:lnTo>
                <a:lnTo>
                  <a:pt x="2142161" y="116557"/>
                </a:lnTo>
                <a:lnTo>
                  <a:pt x="2142435" y="116942"/>
                </a:lnTo>
                <a:lnTo>
                  <a:pt x="2142739" y="117283"/>
                </a:lnTo>
                <a:lnTo>
                  <a:pt x="2143071" y="117585"/>
                </a:lnTo>
                <a:lnTo>
                  <a:pt x="2143428" y="117849"/>
                </a:lnTo>
                <a:lnTo>
                  <a:pt x="2143805" y="118078"/>
                </a:lnTo>
                <a:lnTo>
                  <a:pt x="2144201" y="118274"/>
                </a:lnTo>
                <a:lnTo>
                  <a:pt x="2144611" y="118440"/>
                </a:lnTo>
                <a:lnTo>
                  <a:pt x="2145034" y="118579"/>
                </a:lnTo>
                <a:lnTo>
                  <a:pt x="2145465" y="118692"/>
                </a:lnTo>
                <a:lnTo>
                  <a:pt x="2145903" y="118783"/>
                </a:lnTo>
                <a:lnTo>
                  <a:pt x="2146343" y="118854"/>
                </a:lnTo>
                <a:lnTo>
                  <a:pt x="2146782" y="118907"/>
                </a:lnTo>
                <a:lnTo>
                  <a:pt x="2147218" y="118945"/>
                </a:lnTo>
                <a:lnTo>
                  <a:pt x="2147648" y="118970"/>
                </a:lnTo>
                <a:lnTo>
                  <a:pt x="2148067" y="118986"/>
                </a:lnTo>
                <a:lnTo>
                  <a:pt x="2148474" y="118994"/>
                </a:lnTo>
                <a:lnTo>
                  <a:pt x="2148865" y="118997"/>
                </a:lnTo>
                <a:lnTo>
                  <a:pt x="2149237" y="118997"/>
                </a:lnTo>
                <a:lnTo>
                  <a:pt x="2206111" y="118997"/>
                </a:lnTo>
                <a:lnTo>
                  <a:pt x="2206483" y="118997"/>
                </a:lnTo>
                <a:lnTo>
                  <a:pt x="2206874" y="118994"/>
                </a:lnTo>
                <a:lnTo>
                  <a:pt x="2207281" y="118986"/>
                </a:lnTo>
                <a:lnTo>
                  <a:pt x="2207701" y="118970"/>
                </a:lnTo>
                <a:lnTo>
                  <a:pt x="2208131" y="118945"/>
                </a:lnTo>
                <a:lnTo>
                  <a:pt x="2208567" y="118907"/>
                </a:lnTo>
                <a:lnTo>
                  <a:pt x="2209006" y="118854"/>
                </a:lnTo>
                <a:lnTo>
                  <a:pt x="2209446" y="118783"/>
                </a:lnTo>
                <a:lnTo>
                  <a:pt x="2209884" y="118692"/>
                </a:lnTo>
                <a:lnTo>
                  <a:pt x="2210315" y="118579"/>
                </a:lnTo>
                <a:lnTo>
                  <a:pt x="2210738" y="118440"/>
                </a:lnTo>
                <a:lnTo>
                  <a:pt x="2211148" y="118274"/>
                </a:lnTo>
                <a:lnTo>
                  <a:pt x="2211544" y="118078"/>
                </a:lnTo>
                <a:lnTo>
                  <a:pt x="2211921" y="117849"/>
                </a:lnTo>
                <a:lnTo>
                  <a:pt x="2212277" y="117585"/>
                </a:lnTo>
                <a:lnTo>
                  <a:pt x="2212609" y="117283"/>
                </a:lnTo>
                <a:lnTo>
                  <a:pt x="2212913" y="116942"/>
                </a:lnTo>
                <a:lnTo>
                  <a:pt x="2213187" y="116557"/>
                </a:lnTo>
                <a:lnTo>
                  <a:pt x="2213427" y="116127"/>
                </a:lnTo>
                <a:lnTo>
                  <a:pt x="2213631" y="115650"/>
                </a:lnTo>
                <a:lnTo>
                  <a:pt x="2213794" y="115122"/>
                </a:lnTo>
                <a:lnTo>
                  <a:pt x="2213915" y="114542"/>
                </a:lnTo>
                <a:lnTo>
                  <a:pt x="2213990" y="113907"/>
                </a:lnTo>
                <a:lnTo>
                  <a:pt x="2214015" y="113213"/>
                </a:lnTo>
                <a:lnTo>
                  <a:pt x="2213990" y="112497"/>
                </a:lnTo>
                <a:lnTo>
                  <a:pt x="2213915" y="111841"/>
                </a:lnTo>
                <a:lnTo>
                  <a:pt x="2213794" y="111241"/>
                </a:lnTo>
                <a:lnTo>
                  <a:pt x="2213631" y="110696"/>
                </a:lnTo>
                <a:lnTo>
                  <a:pt x="2213427" y="110203"/>
                </a:lnTo>
                <a:lnTo>
                  <a:pt x="2213187" y="109759"/>
                </a:lnTo>
                <a:lnTo>
                  <a:pt x="2212913" y="109362"/>
                </a:lnTo>
                <a:close/>
                <a:moveTo>
                  <a:pt x="2629042" y="109678"/>
                </a:moveTo>
                <a:lnTo>
                  <a:pt x="2628770" y="109294"/>
                </a:lnTo>
                <a:lnTo>
                  <a:pt x="2628468" y="108952"/>
                </a:lnTo>
                <a:lnTo>
                  <a:pt x="2628139" y="108650"/>
                </a:lnTo>
                <a:lnTo>
                  <a:pt x="2627787" y="108386"/>
                </a:lnTo>
                <a:lnTo>
                  <a:pt x="2627414" y="108157"/>
                </a:lnTo>
                <a:lnTo>
                  <a:pt x="2627024" y="107961"/>
                </a:lnTo>
                <a:lnTo>
                  <a:pt x="2626620" y="107795"/>
                </a:lnTo>
                <a:lnTo>
                  <a:pt x="2626205" y="107657"/>
                </a:lnTo>
                <a:lnTo>
                  <a:pt x="2625782" y="107543"/>
                </a:lnTo>
                <a:lnTo>
                  <a:pt x="2625355" y="107452"/>
                </a:lnTo>
                <a:lnTo>
                  <a:pt x="2624926" y="107382"/>
                </a:lnTo>
                <a:lnTo>
                  <a:pt x="2624500" y="107329"/>
                </a:lnTo>
                <a:lnTo>
                  <a:pt x="2624078" y="107290"/>
                </a:lnTo>
                <a:lnTo>
                  <a:pt x="2623665" y="107265"/>
                </a:lnTo>
                <a:lnTo>
                  <a:pt x="2623263" y="107249"/>
                </a:lnTo>
                <a:lnTo>
                  <a:pt x="2622875" y="107241"/>
                </a:lnTo>
                <a:lnTo>
                  <a:pt x="2622506" y="107239"/>
                </a:lnTo>
                <a:lnTo>
                  <a:pt x="2622157" y="107238"/>
                </a:lnTo>
                <a:lnTo>
                  <a:pt x="2613479" y="107238"/>
                </a:lnTo>
                <a:lnTo>
                  <a:pt x="2613479" y="43868"/>
                </a:lnTo>
                <a:lnTo>
                  <a:pt x="2613472" y="43142"/>
                </a:lnTo>
                <a:lnTo>
                  <a:pt x="2613452" y="42457"/>
                </a:lnTo>
                <a:lnTo>
                  <a:pt x="2613416" y="41813"/>
                </a:lnTo>
                <a:lnTo>
                  <a:pt x="2613363" y="41208"/>
                </a:lnTo>
                <a:lnTo>
                  <a:pt x="2613290" y="40641"/>
                </a:lnTo>
                <a:lnTo>
                  <a:pt x="2613196" y="40112"/>
                </a:lnTo>
                <a:lnTo>
                  <a:pt x="2613078" y="39619"/>
                </a:lnTo>
                <a:lnTo>
                  <a:pt x="2612936" y="39163"/>
                </a:lnTo>
                <a:lnTo>
                  <a:pt x="2612767" y="38741"/>
                </a:lnTo>
                <a:lnTo>
                  <a:pt x="2612570" y="38353"/>
                </a:lnTo>
                <a:lnTo>
                  <a:pt x="2612342" y="37998"/>
                </a:lnTo>
                <a:lnTo>
                  <a:pt x="2612081" y="37675"/>
                </a:lnTo>
                <a:lnTo>
                  <a:pt x="2611787" y="37383"/>
                </a:lnTo>
                <a:lnTo>
                  <a:pt x="2611456" y="37121"/>
                </a:lnTo>
                <a:lnTo>
                  <a:pt x="2611088" y="36889"/>
                </a:lnTo>
                <a:lnTo>
                  <a:pt x="2610680" y="36684"/>
                </a:lnTo>
                <a:lnTo>
                  <a:pt x="2610231" y="36508"/>
                </a:lnTo>
                <a:lnTo>
                  <a:pt x="2609738" y="36358"/>
                </a:lnTo>
                <a:lnTo>
                  <a:pt x="2609200" y="36233"/>
                </a:lnTo>
                <a:lnTo>
                  <a:pt x="2608615" y="36133"/>
                </a:lnTo>
                <a:lnTo>
                  <a:pt x="2607981" y="36057"/>
                </a:lnTo>
                <a:lnTo>
                  <a:pt x="2607297" y="36004"/>
                </a:lnTo>
                <a:lnTo>
                  <a:pt x="2606560" y="35973"/>
                </a:lnTo>
                <a:lnTo>
                  <a:pt x="2605768" y="35963"/>
                </a:lnTo>
                <a:lnTo>
                  <a:pt x="2591695" y="35963"/>
                </a:lnTo>
                <a:lnTo>
                  <a:pt x="2591301" y="35963"/>
                </a:lnTo>
                <a:lnTo>
                  <a:pt x="2590891" y="35966"/>
                </a:lnTo>
                <a:lnTo>
                  <a:pt x="2590469" y="35974"/>
                </a:lnTo>
                <a:lnTo>
                  <a:pt x="2590038" y="35990"/>
                </a:lnTo>
                <a:lnTo>
                  <a:pt x="2589600" y="36017"/>
                </a:lnTo>
                <a:lnTo>
                  <a:pt x="2589158" y="36056"/>
                </a:lnTo>
                <a:lnTo>
                  <a:pt x="2588715" y="36111"/>
                </a:lnTo>
                <a:lnTo>
                  <a:pt x="2588274" y="36184"/>
                </a:lnTo>
                <a:lnTo>
                  <a:pt x="2587838" y="36278"/>
                </a:lnTo>
                <a:lnTo>
                  <a:pt x="2587409" y="36395"/>
                </a:lnTo>
                <a:lnTo>
                  <a:pt x="2586991" y="36538"/>
                </a:lnTo>
                <a:lnTo>
                  <a:pt x="2586585" y="36710"/>
                </a:lnTo>
                <a:lnTo>
                  <a:pt x="2586196" y="36913"/>
                </a:lnTo>
                <a:lnTo>
                  <a:pt x="2585826" y="37149"/>
                </a:lnTo>
                <a:lnTo>
                  <a:pt x="2585478" y="37422"/>
                </a:lnTo>
                <a:lnTo>
                  <a:pt x="2585154" y="37734"/>
                </a:lnTo>
                <a:lnTo>
                  <a:pt x="2584858" y="38087"/>
                </a:lnTo>
                <a:lnTo>
                  <a:pt x="2584591" y="38485"/>
                </a:lnTo>
                <a:lnTo>
                  <a:pt x="2584359" y="38929"/>
                </a:lnTo>
                <a:lnTo>
                  <a:pt x="2584162" y="39422"/>
                </a:lnTo>
                <a:lnTo>
                  <a:pt x="2584003" y="39968"/>
                </a:lnTo>
                <a:lnTo>
                  <a:pt x="2583887" y="40567"/>
                </a:lnTo>
                <a:lnTo>
                  <a:pt x="2583815" y="41224"/>
                </a:lnTo>
                <a:lnTo>
                  <a:pt x="2583790" y="41941"/>
                </a:lnTo>
                <a:lnTo>
                  <a:pt x="2583816" y="42634"/>
                </a:lnTo>
                <a:lnTo>
                  <a:pt x="2583891" y="43270"/>
                </a:lnTo>
                <a:lnTo>
                  <a:pt x="2584011" y="43850"/>
                </a:lnTo>
                <a:lnTo>
                  <a:pt x="2584174" y="44378"/>
                </a:lnTo>
                <a:lnTo>
                  <a:pt x="2584377" y="44855"/>
                </a:lnTo>
                <a:lnTo>
                  <a:pt x="2584616" y="45285"/>
                </a:lnTo>
                <a:lnTo>
                  <a:pt x="2584888" y="45669"/>
                </a:lnTo>
                <a:lnTo>
                  <a:pt x="2585190" y="46011"/>
                </a:lnTo>
                <a:lnTo>
                  <a:pt x="2585519" y="46313"/>
                </a:lnTo>
                <a:lnTo>
                  <a:pt x="2585871" y="46577"/>
                </a:lnTo>
                <a:lnTo>
                  <a:pt x="2586244" y="46806"/>
                </a:lnTo>
                <a:lnTo>
                  <a:pt x="2586634" y="47002"/>
                </a:lnTo>
                <a:lnTo>
                  <a:pt x="2587038" y="47168"/>
                </a:lnTo>
                <a:lnTo>
                  <a:pt x="2587453" y="47306"/>
                </a:lnTo>
                <a:lnTo>
                  <a:pt x="2587876" y="47420"/>
                </a:lnTo>
                <a:lnTo>
                  <a:pt x="2588303" y="47511"/>
                </a:lnTo>
                <a:lnTo>
                  <a:pt x="2588731" y="47581"/>
                </a:lnTo>
                <a:lnTo>
                  <a:pt x="2589158" y="47634"/>
                </a:lnTo>
                <a:lnTo>
                  <a:pt x="2589580" y="47673"/>
                </a:lnTo>
                <a:lnTo>
                  <a:pt x="2589993" y="47698"/>
                </a:lnTo>
                <a:lnTo>
                  <a:pt x="2590395" y="47714"/>
                </a:lnTo>
                <a:lnTo>
                  <a:pt x="2590782" y="47721"/>
                </a:lnTo>
                <a:lnTo>
                  <a:pt x="2591152" y="47724"/>
                </a:lnTo>
                <a:lnTo>
                  <a:pt x="2591501" y="47725"/>
                </a:lnTo>
                <a:lnTo>
                  <a:pt x="2600176" y="47725"/>
                </a:lnTo>
                <a:lnTo>
                  <a:pt x="2600176" y="88748"/>
                </a:lnTo>
                <a:lnTo>
                  <a:pt x="2600096" y="90834"/>
                </a:lnTo>
                <a:lnTo>
                  <a:pt x="2599865" y="92770"/>
                </a:lnTo>
                <a:lnTo>
                  <a:pt x="2599493" y="94561"/>
                </a:lnTo>
                <a:lnTo>
                  <a:pt x="2598991" y="96212"/>
                </a:lnTo>
                <a:lnTo>
                  <a:pt x="2598369" y="97728"/>
                </a:lnTo>
                <a:lnTo>
                  <a:pt x="2597640" y="99116"/>
                </a:lnTo>
                <a:lnTo>
                  <a:pt x="2596813" y="100381"/>
                </a:lnTo>
                <a:lnTo>
                  <a:pt x="2595899" y="101528"/>
                </a:lnTo>
                <a:lnTo>
                  <a:pt x="2594910" y="102563"/>
                </a:lnTo>
                <a:lnTo>
                  <a:pt x="2593856" y="103491"/>
                </a:lnTo>
                <a:lnTo>
                  <a:pt x="2592748" y="104318"/>
                </a:lnTo>
                <a:lnTo>
                  <a:pt x="2591597" y="105049"/>
                </a:lnTo>
                <a:lnTo>
                  <a:pt x="2590414" y="105690"/>
                </a:lnTo>
                <a:lnTo>
                  <a:pt x="2589210" y="106247"/>
                </a:lnTo>
                <a:lnTo>
                  <a:pt x="2587996" y="106724"/>
                </a:lnTo>
                <a:lnTo>
                  <a:pt x="2586782" y="107128"/>
                </a:lnTo>
                <a:lnTo>
                  <a:pt x="2585579" y="107464"/>
                </a:lnTo>
                <a:lnTo>
                  <a:pt x="2584398" y="107737"/>
                </a:lnTo>
                <a:lnTo>
                  <a:pt x="2583251" y="107952"/>
                </a:lnTo>
                <a:lnTo>
                  <a:pt x="2582148" y="108117"/>
                </a:lnTo>
                <a:lnTo>
                  <a:pt x="2581099" y="108235"/>
                </a:lnTo>
                <a:lnTo>
                  <a:pt x="2580117" y="108312"/>
                </a:lnTo>
                <a:lnTo>
                  <a:pt x="2579211" y="108355"/>
                </a:lnTo>
                <a:lnTo>
                  <a:pt x="2578392" y="108368"/>
                </a:lnTo>
                <a:lnTo>
                  <a:pt x="2576566" y="108335"/>
                </a:lnTo>
                <a:lnTo>
                  <a:pt x="2574893" y="108239"/>
                </a:lnTo>
                <a:lnTo>
                  <a:pt x="2573364" y="108083"/>
                </a:lnTo>
                <a:lnTo>
                  <a:pt x="2571975" y="107869"/>
                </a:lnTo>
                <a:lnTo>
                  <a:pt x="2570718" y="107600"/>
                </a:lnTo>
                <a:lnTo>
                  <a:pt x="2569586" y="107279"/>
                </a:lnTo>
                <a:lnTo>
                  <a:pt x="2568573" y="106909"/>
                </a:lnTo>
                <a:lnTo>
                  <a:pt x="2567673" y="106492"/>
                </a:lnTo>
                <a:lnTo>
                  <a:pt x="2566879" y="106032"/>
                </a:lnTo>
                <a:lnTo>
                  <a:pt x="2566183" y="105532"/>
                </a:lnTo>
                <a:lnTo>
                  <a:pt x="2565581" y="104994"/>
                </a:lnTo>
                <a:lnTo>
                  <a:pt x="2565064" y="104420"/>
                </a:lnTo>
                <a:lnTo>
                  <a:pt x="2564626" y="103815"/>
                </a:lnTo>
                <a:lnTo>
                  <a:pt x="2564262" y="103181"/>
                </a:lnTo>
                <a:lnTo>
                  <a:pt x="2563963" y="102520"/>
                </a:lnTo>
                <a:lnTo>
                  <a:pt x="2563724" y="101835"/>
                </a:lnTo>
                <a:lnTo>
                  <a:pt x="2563538" y="101130"/>
                </a:lnTo>
                <a:lnTo>
                  <a:pt x="2563398" y="100407"/>
                </a:lnTo>
                <a:lnTo>
                  <a:pt x="2563297" y="99669"/>
                </a:lnTo>
                <a:lnTo>
                  <a:pt x="2563230" y="98919"/>
                </a:lnTo>
                <a:lnTo>
                  <a:pt x="2563189" y="98159"/>
                </a:lnTo>
                <a:lnTo>
                  <a:pt x="2563168" y="97393"/>
                </a:lnTo>
                <a:lnTo>
                  <a:pt x="2563161" y="96623"/>
                </a:lnTo>
                <a:lnTo>
                  <a:pt x="2563160" y="95853"/>
                </a:lnTo>
                <a:lnTo>
                  <a:pt x="2563160" y="43868"/>
                </a:lnTo>
                <a:lnTo>
                  <a:pt x="2563153" y="43142"/>
                </a:lnTo>
                <a:lnTo>
                  <a:pt x="2563133" y="42457"/>
                </a:lnTo>
                <a:lnTo>
                  <a:pt x="2563097" y="41813"/>
                </a:lnTo>
                <a:lnTo>
                  <a:pt x="2563044" y="41208"/>
                </a:lnTo>
                <a:lnTo>
                  <a:pt x="2562971" y="40641"/>
                </a:lnTo>
                <a:lnTo>
                  <a:pt x="2562877" y="40112"/>
                </a:lnTo>
                <a:lnTo>
                  <a:pt x="2562759" y="39619"/>
                </a:lnTo>
                <a:lnTo>
                  <a:pt x="2562617" y="39163"/>
                </a:lnTo>
                <a:lnTo>
                  <a:pt x="2562448" y="38741"/>
                </a:lnTo>
                <a:lnTo>
                  <a:pt x="2562251" y="38353"/>
                </a:lnTo>
                <a:lnTo>
                  <a:pt x="2562023" y="37998"/>
                </a:lnTo>
                <a:lnTo>
                  <a:pt x="2561762" y="37675"/>
                </a:lnTo>
                <a:lnTo>
                  <a:pt x="2561468" y="37383"/>
                </a:lnTo>
                <a:lnTo>
                  <a:pt x="2561137" y="37121"/>
                </a:lnTo>
                <a:lnTo>
                  <a:pt x="2560769" y="36889"/>
                </a:lnTo>
                <a:lnTo>
                  <a:pt x="2560361" y="36684"/>
                </a:lnTo>
                <a:lnTo>
                  <a:pt x="2559912" y="36508"/>
                </a:lnTo>
                <a:lnTo>
                  <a:pt x="2559419" y="36358"/>
                </a:lnTo>
                <a:lnTo>
                  <a:pt x="2558881" y="36233"/>
                </a:lnTo>
                <a:lnTo>
                  <a:pt x="2558296" y="36133"/>
                </a:lnTo>
                <a:lnTo>
                  <a:pt x="2557662" y="36057"/>
                </a:lnTo>
                <a:lnTo>
                  <a:pt x="2556978" y="36004"/>
                </a:lnTo>
                <a:lnTo>
                  <a:pt x="2556241" y="35973"/>
                </a:lnTo>
                <a:lnTo>
                  <a:pt x="2555449" y="35963"/>
                </a:lnTo>
                <a:lnTo>
                  <a:pt x="2541376" y="35963"/>
                </a:lnTo>
                <a:lnTo>
                  <a:pt x="2540982" y="35963"/>
                </a:lnTo>
                <a:lnTo>
                  <a:pt x="2540572" y="35966"/>
                </a:lnTo>
                <a:lnTo>
                  <a:pt x="2540150" y="35974"/>
                </a:lnTo>
                <a:lnTo>
                  <a:pt x="2539719" y="35990"/>
                </a:lnTo>
                <a:lnTo>
                  <a:pt x="2539281" y="36017"/>
                </a:lnTo>
                <a:lnTo>
                  <a:pt x="2538839" y="36056"/>
                </a:lnTo>
                <a:lnTo>
                  <a:pt x="2538396" y="36111"/>
                </a:lnTo>
                <a:lnTo>
                  <a:pt x="2537955" y="36184"/>
                </a:lnTo>
                <a:lnTo>
                  <a:pt x="2537519" y="36278"/>
                </a:lnTo>
                <a:lnTo>
                  <a:pt x="2537090" y="36395"/>
                </a:lnTo>
                <a:lnTo>
                  <a:pt x="2536672" y="36538"/>
                </a:lnTo>
                <a:lnTo>
                  <a:pt x="2536266" y="36710"/>
                </a:lnTo>
                <a:lnTo>
                  <a:pt x="2535877" y="36913"/>
                </a:lnTo>
                <a:lnTo>
                  <a:pt x="2535507" y="37149"/>
                </a:lnTo>
                <a:lnTo>
                  <a:pt x="2535159" y="37422"/>
                </a:lnTo>
                <a:lnTo>
                  <a:pt x="2534835" y="37734"/>
                </a:lnTo>
                <a:lnTo>
                  <a:pt x="2534539" y="38087"/>
                </a:lnTo>
                <a:lnTo>
                  <a:pt x="2534272" y="38485"/>
                </a:lnTo>
                <a:lnTo>
                  <a:pt x="2534040" y="38929"/>
                </a:lnTo>
                <a:lnTo>
                  <a:pt x="2533843" y="39422"/>
                </a:lnTo>
                <a:lnTo>
                  <a:pt x="2533684" y="39968"/>
                </a:lnTo>
                <a:lnTo>
                  <a:pt x="2533568" y="40567"/>
                </a:lnTo>
                <a:lnTo>
                  <a:pt x="2533496" y="41224"/>
                </a:lnTo>
                <a:lnTo>
                  <a:pt x="2533471" y="41941"/>
                </a:lnTo>
                <a:lnTo>
                  <a:pt x="2533497" y="42634"/>
                </a:lnTo>
                <a:lnTo>
                  <a:pt x="2533572" y="43270"/>
                </a:lnTo>
                <a:lnTo>
                  <a:pt x="2533692" y="43850"/>
                </a:lnTo>
                <a:lnTo>
                  <a:pt x="2533855" y="44378"/>
                </a:lnTo>
                <a:lnTo>
                  <a:pt x="2534058" y="44855"/>
                </a:lnTo>
                <a:lnTo>
                  <a:pt x="2534297" y="45285"/>
                </a:lnTo>
                <a:lnTo>
                  <a:pt x="2534569" y="45669"/>
                </a:lnTo>
                <a:lnTo>
                  <a:pt x="2534871" y="46011"/>
                </a:lnTo>
                <a:lnTo>
                  <a:pt x="2535200" y="46313"/>
                </a:lnTo>
                <a:lnTo>
                  <a:pt x="2535552" y="46577"/>
                </a:lnTo>
                <a:lnTo>
                  <a:pt x="2535925" y="46806"/>
                </a:lnTo>
                <a:lnTo>
                  <a:pt x="2536315" y="47002"/>
                </a:lnTo>
                <a:lnTo>
                  <a:pt x="2536719" y="47168"/>
                </a:lnTo>
                <a:lnTo>
                  <a:pt x="2537134" y="47306"/>
                </a:lnTo>
                <a:lnTo>
                  <a:pt x="2537557" y="47420"/>
                </a:lnTo>
                <a:lnTo>
                  <a:pt x="2537984" y="47511"/>
                </a:lnTo>
                <a:lnTo>
                  <a:pt x="2538412" y="47581"/>
                </a:lnTo>
                <a:lnTo>
                  <a:pt x="2538839" y="47634"/>
                </a:lnTo>
                <a:lnTo>
                  <a:pt x="2539261" y="47673"/>
                </a:lnTo>
                <a:lnTo>
                  <a:pt x="2539674" y="47698"/>
                </a:lnTo>
                <a:lnTo>
                  <a:pt x="2540076" y="47714"/>
                </a:lnTo>
                <a:lnTo>
                  <a:pt x="2540463" y="47721"/>
                </a:lnTo>
                <a:lnTo>
                  <a:pt x="2540833" y="47724"/>
                </a:lnTo>
                <a:lnTo>
                  <a:pt x="2541182" y="47725"/>
                </a:lnTo>
                <a:lnTo>
                  <a:pt x="2549860" y="47725"/>
                </a:lnTo>
                <a:lnTo>
                  <a:pt x="2549860" y="97009"/>
                </a:lnTo>
                <a:lnTo>
                  <a:pt x="2549928" y="99249"/>
                </a:lnTo>
                <a:lnTo>
                  <a:pt x="2550130" y="101349"/>
                </a:lnTo>
                <a:lnTo>
                  <a:pt x="2550459" y="103312"/>
                </a:lnTo>
                <a:lnTo>
                  <a:pt x="2550910" y="105143"/>
                </a:lnTo>
                <a:lnTo>
                  <a:pt x="2551478" y="106845"/>
                </a:lnTo>
                <a:lnTo>
                  <a:pt x="2552158" y="108423"/>
                </a:lnTo>
                <a:lnTo>
                  <a:pt x="2552943" y="109880"/>
                </a:lnTo>
                <a:lnTo>
                  <a:pt x="2553829" y="111222"/>
                </a:lnTo>
                <a:lnTo>
                  <a:pt x="2554810" y="112451"/>
                </a:lnTo>
                <a:lnTo>
                  <a:pt x="2555881" y="113571"/>
                </a:lnTo>
                <a:lnTo>
                  <a:pt x="2557036" y="114587"/>
                </a:lnTo>
                <a:lnTo>
                  <a:pt x="2558269" y="115503"/>
                </a:lnTo>
                <a:lnTo>
                  <a:pt x="2559576" y="116322"/>
                </a:lnTo>
                <a:lnTo>
                  <a:pt x="2560951" y="117050"/>
                </a:lnTo>
                <a:lnTo>
                  <a:pt x="2562388" y="117688"/>
                </a:lnTo>
                <a:lnTo>
                  <a:pt x="2563882" y="118243"/>
                </a:lnTo>
                <a:lnTo>
                  <a:pt x="2565428" y="118717"/>
                </a:lnTo>
                <a:lnTo>
                  <a:pt x="2567020" y="119115"/>
                </a:lnTo>
                <a:lnTo>
                  <a:pt x="2568653" y="119441"/>
                </a:lnTo>
                <a:lnTo>
                  <a:pt x="2570321" y="119699"/>
                </a:lnTo>
                <a:lnTo>
                  <a:pt x="2572018" y="119892"/>
                </a:lnTo>
                <a:lnTo>
                  <a:pt x="2573740" y="120025"/>
                </a:lnTo>
                <a:lnTo>
                  <a:pt x="2575481" y="120102"/>
                </a:lnTo>
                <a:lnTo>
                  <a:pt x="2577236" y="120127"/>
                </a:lnTo>
                <a:lnTo>
                  <a:pt x="2578224" y="120117"/>
                </a:lnTo>
                <a:lnTo>
                  <a:pt x="2579212" y="120086"/>
                </a:lnTo>
                <a:lnTo>
                  <a:pt x="2580199" y="120034"/>
                </a:lnTo>
                <a:lnTo>
                  <a:pt x="2581185" y="119959"/>
                </a:lnTo>
                <a:lnTo>
                  <a:pt x="2582169" y="119862"/>
                </a:lnTo>
                <a:lnTo>
                  <a:pt x="2583152" y="119742"/>
                </a:lnTo>
                <a:lnTo>
                  <a:pt x="2584133" y="119597"/>
                </a:lnTo>
                <a:lnTo>
                  <a:pt x="2585112" y="119427"/>
                </a:lnTo>
                <a:lnTo>
                  <a:pt x="2586088" y="119233"/>
                </a:lnTo>
                <a:lnTo>
                  <a:pt x="2587061" y="119012"/>
                </a:lnTo>
                <a:lnTo>
                  <a:pt x="2588030" y="118764"/>
                </a:lnTo>
                <a:lnTo>
                  <a:pt x="2588996" y="118489"/>
                </a:lnTo>
                <a:lnTo>
                  <a:pt x="2589958" y="118185"/>
                </a:lnTo>
                <a:lnTo>
                  <a:pt x="2590915" y="117853"/>
                </a:lnTo>
                <a:lnTo>
                  <a:pt x="2591868" y="117492"/>
                </a:lnTo>
                <a:lnTo>
                  <a:pt x="2592816" y="117100"/>
                </a:lnTo>
                <a:lnTo>
                  <a:pt x="2593758" y="116677"/>
                </a:lnTo>
                <a:lnTo>
                  <a:pt x="2594695" y="116224"/>
                </a:lnTo>
                <a:lnTo>
                  <a:pt x="2595625" y="115737"/>
                </a:lnTo>
                <a:lnTo>
                  <a:pt x="2596550" y="115219"/>
                </a:lnTo>
                <a:lnTo>
                  <a:pt x="2597467" y="114666"/>
                </a:lnTo>
                <a:lnTo>
                  <a:pt x="2598378" y="114080"/>
                </a:lnTo>
                <a:lnTo>
                  <a:pt x="2599281" y="113458"/>
                </a:lnTo>
                <a:lnTo>
                  <a:pt x="2600176" y="112801"/>
                </a:lnTo>
                <a:lnTo>
                  <a:pt x="2600220" y="113544"/>
                </a:lnTo>
                <a:lnTo>
                  <a:pt x="2600302" y="114225"/>
                </a:lnTo>
                <a:lnTo>
                  <a:pt x="2600421" y="114847"/>
                </a:lnTo>
                <a:lnTo>
                  <a:pt x="2600574" y="115412"/>
                </a:lnTo>
                <a:lnTo>
                  <a:pt x="2600759" y="115923"/>
                </a:lnTo>
                <a:lnTo>
                  <a:pt x="2600975" y="116383"/>
                </a:lnTo>
                <a:lnTo>
                  <a:pt x="2601219" y="116795"/>
                </a:lnTo>
                <a:lnTo>
                  <a:pt x="2601491" y="117161"/>
                </a:lnTo>
                <a:lnTo>
                  <a:pt x="2601787" y="117485"/>
                </a:lnTo>
                <a:lnTo>
                  <a:pt x="2602105" y="117767"/>
                </a:lnTo>
                <a:lnTo>
                  <a:pt x="2602445" y="118013"/>
                </a:lnTo>
                <a:lnTo>
                  <a:pt x="2602804" y="118223"/>
                </a:lnTo>
                <a:lnTo>
                  <a:pt x="2603179" y="118401"/>
                </a:lnTo>
                <a:lnTo>
                  <a:pt x="2603570" y="118549"/>
                </a:lnTo>
                <a:lnTo>
                  <a:pt x="2603974" y="118670"/>
                </a:lnTo>
                <a:lnTo>
                  <a:pt x="2604390" y="118768"/>
                </a:lnTo>
                <a:lnTo>
                  <a:pt x="2604815" y="118844"/>
                </a:lnTo>
                <a:lnTo>
                  <a:pt x="2605247" y="118900"/>
                </a:lnTo>
                <a:lnTo>
                  <a:pt x="2605685" y="118941"/>
                </a:lnTo>
                <a:lnTo>
                  <a:pt x="2606126" y="118969"/>
                </a:lnTo>
                <a:lnTo>
                  <a:pt x="2606569" y="118985"/>
                </a:lnTo>
                <a:lnTo>
                  <a:pt x="2607012" y="118994"/>
                </a:lnTo>
                <a:lnTo>
                  <a:pt x="2607453" y="118997"/>
                </a:lnTo>
                <a:lnTo>
                  <a:pt x="2607889" y="118997"/>
                </a:lnTo>
                <a:lnTo>
                  <a:pt x="2621963" y="118997"/>
                </a:lnTo>
                <a:lnTo>
                  <a:pt x="2622357" y="118997"/>
                </a:lnTo>
                <a:lnTo>
                  <a:pt x="2622767" y="118994"/>
                </a:lnTo>
                <a:lnTo>
                  <a:pt x="2623188" y="118986"/>
                </a:lnTo>
                <a:lnTo>
                  <a:pt x="2623620" y="118970"/>
                </a:lnTo>
                <a:lnTo>
                  <a:pt x="2624058" y="118943"/>
                </a:lnTo>
                <a:lnTo>
                  <a:pt x="2624500" y="118904"/>
                </a:lnTo>
                <a:lnTo>
                  <a:pt x="2624943" y="118849"/>
                </a:lnTo>
                <a:lnTo>
                  <a:pt x="2625384" y="118776"/>
                </a:lnTo>
                <a:lnTo>
                  <a:pt x="2625820" y="118682"/>
                </a:lnTo>
                <a:lnTo>
                  <a:pt x="2626249" y="118565"/>
                </a:lnTo>
                <a:lnTo>
                  <a:pt x="2626667" y="118422"/>
                </a:lnTo>
                <a:lnTo>
                  <a:pt x="2627072" y="118250"/>
                </a:lnTo>
                <a:lnTo>
                  <a:pt x="2627461" y="118048"/>
                </a:lnTo>
                <a:lnTo>
                  <a:pt x="2627831" y="117811"/>
                </a:lnTo>
                <a:lnTo>
                  <a:pt x="2628180" y="117538"/>
                </a:lnTo>
                <a:lnTo>
                  <a:pt x="2628504" y="117227"/>
                </a:lnTo>
                <a:lnTo>
                  <a:pt x="2628800" y="116874"/>
                </a:lnTo>
                <a:lnTo>
                  <a:pt x="2629066" y="116476"/>
                </a:lnTo>
                <a:lnTo>
                  <a:pt x="2629299" y="116033"/>
                </a:lnTo>
                <a:lnTo>
                  <a:pt x="2629496" y="115539"/>
                </a:lnTo>
                <a:lnTo>
                  <a:pt x="2629654" y="114994"/>
                </a:lnTo>
                <a:lnTo>
                  <a:pt x="2629771" y="114395"/>
                </a:lnTo>
                <a:lnTo>
                  <a:pt x="2629843" y="113738"/>
                </a:lnTo>
                <a:lnTo>
                  <a:pt x="2629867" y="113022"/>
                </a:lnTo>
                <a:lnTo>
                  <a:pt x="2629842" y="112329"/>
                </a:lnTo>
                <a:lnTo>
                  <a:pt x="2629767" y="111693"/>
                </a:lnTo>
                <a:lnTo>
                  <a:pt x="2629647" y="111113"/>
                </a:lnTo>
                <a:lnTo>
                  <a:pt x="2629483" y="110585"/>
                </a:lnTo>
                <a:lnTo>
                  <a:pt x="2629281" y="110108"/>
                </a:lnTo>
                <a:lnTo>
                  <a:pt x="2629042" y="109678"/>
                </a:lnTo>
                <a:close/>
                <a:moveTo>
                  <a:pt x="3337549" y="109678"/>
                </a:moveTo>
                <a:lnTo>
                  <a:pt x="3337277" y="109294"/>
                </a:lnTo>
                <a:lnTo>
                  <a:pt x="3336975" y="108952"/>
                </a:lnTo>
                <a:lnTo>
                  <a:pt x="3336646" y="108650"/>
                </a:lnTo>
                <a:lnTo>
                  <a:pt x="3336294" y="108386"/>
                </a:lnTo>
                <a:lnTo>
                  <a:pt x="3335921" y="108157"/>
                </a:lnTo>
                <a:lnTo>
                  <a:pt x="3335531" y="107961"/>
                </a:lnTo>
                <a:lnTo>
                  <a:pt x="3335127" y="107795"/>
                </a:lnTo>
                <a:lnTo>
                  <a:pt x="3334712" y="107657"/>
                </a:lnTo>
                <a:lnTo>
                  <a:pt x="3334289" y="107543"/>
                </a:lnTo>
                <a:lnTo>
                  <a:pt x="3333862" y="107452"/>
                </a:lnTo>
                <a:lnTo>
                  <a:pt x="3333434" y="107382"/>
                </a:lnTo>
                <a:lnTo>
                  <a:pt x="3333007" y="107329"/>
                </a:lnTo>
                <a:lnTo>
                  <a:pt x="3332586" y="107290"/>
                </a:lnTo>
                <a:lnTo>
                  <a:pt x="3332172" y="107265"/>
                </a:lnTo>
                <a:lnTo>
                  <a:pt x="3331770" y="107249"/>
                </a:lnTo>
                <a:lnTo>
                  <a:pt x="3331383" y="107241"/>
                </a:lnTo>
                <a:lnTo>
                  <a:pt x="3331013" y="107239"/>
                </a:lnTo>
                <a:lnTo>
                  <a:pt x="3330664" y="107238"/>
                </a:lnTo>
                <a:lnTo>
                  <a:pt x="3321986" y="107238"/>
                </a:lnTo>
                <a:lnTo>
                  <a:pt x="3321986" y="43868"/>
                </a:lnTo>
                <a:lnTo>
                  <a:pt x="3321980" y="43142"/>
                </a:lnTo>
                <a:lnTo>
                  <a:pt x="3321960" y="42457"/>
                </a:lnTo>
                <a:lnTo>
                  <a:pt x="3321924" y="41813"/>
                </a:lnTo>
                <a:lnTo>
                  <a:pt x="3321870" y="41208"/>
                </a:lnTo>
                <a:lnTo>
                  <a:pt x="3321797" y="40641"/>
                </a:lnTo>
                <a:lnTo>
                  <a:pt x="3321703" y="40112"/>
                </a:lnTo>
                <a:lnTo>
                  <a:pt x="3321586" y="39619"/>
                </a:lnTo>
                <a:lnTo>
                  <a:pt x="3321444" y="39163"/>
                </a:lnTo>
                <a:lnTo>
                  <a:pt x="3321275" y="38741"/>
                </a:lnTo>
                <a:lnTo>
                  <a:pt x="3321077" y="38353"/>
                </a:lnTo>
                <a:lnTo>
                  <a:pt x="3320849" y="37998"/>
                </a:lnTo>
                <a:lnTo>
                  <a:pt x="3320589" y="37675"/>
                </a:lnTo>
                <a:lnTo>
                  <a:pt x="3320294" y="37383"/>
                </a:lnTo>
                <a:lnTo>
                  <a:pt x="3319964" y="37121"/>
                </a:lnTo>
                <a:lnTo>
                  <a:pt x="3319596" y="36889"/>
                </a:lnTo>
                <a:lnTo>
                  <a:pt x="3319188" y="36684"/>
                </a:lnTo>
                <a:lnTo>
                  <a:pt x="3318738" y="36508"/>
                </a:lnTo>
                <a:lnTo>
                  <a:pt x="3318246" y="36358"/>
                </a:lnTo>
                <a:lnTo>
                  <a:pt x="3317708" y="36233"/>
                </a:lnTo>
                <a:lnTo>
                  <a:pt x="3317123" y="36133"/>
                </a:lnTo>
                <a:lnTo>
                  <a:pt x="3316489" y="36057"/>
                </a:lnTo>
                <a:lnTo>
                  <a:pt x="3315804" y="36004"/>
                </a:lnTo>
                <a:lnTo>
                  <a:pt x="3315067" y="35973"/>
                </a:lnTo>
                <a:lnTo>
                  <a:pt x="3314276" y="35963"/>
                </a:lnTo>
                <a:lnTo>
                  <a:pt x="3300202" y="35963"/>
                </a:lnTo>
                <a:lnTo>
                  <a:pt x="3299808" y="35963"/>
                </a:lnTo>
                <a:lnTo>
                  <a:pt x="3299398" y="35966"/>
                </a:lnTo>
                <a:lnTo>
                  <a:pt x="3298977" y="35974"/>
                </a:lnTo>
                <a:lnTo>
                  <a:pt x="3298545" y="35990"/>
                </a:lnTo>
                <a:lnTo>
                  <a:pt x="3298107" y="36017"/>
                </a:lnTo>
                <a:lnTo>
                  <a:pt x="3297665" y="36056"/>
                </a:lnTo>
                <a:lnTo>
                  <a:pt x="3297222" y="36111"/>
                </a:lnTo>
                <a:lnTo>
                  <a:pt x="3296781" y="36184"/>
                </a:lnTo>
                <a:lnTo>
                  <a:pt x="3296345" y="36278"/>
                </a:lnTo>
                <a:lnTo>
                  <a:pt x="3295916" y="36395"/>
                </a:lnTo>
                <a:lnTo>
                  <a:pt x="3295498" y="36538"/>
                </a:lnTo>
                <a:lnTo>
                  <a:pt x="3295093" y="36710"/>
                </a:lnTo>
                <a:lnTo>
                  <a:pt x="3294704" y="36913"/>
                </a:lnTo>
                <a:lnTo>
                  <a:pt x="3294334" y="37149"/>
                </a:lnTo>
                <a:lnTo>
                  <a:pt x="3293985" y="37422"/>
                </a:lnTo>
                <a:lnTo>
                  <a:pt x="3293661" y="37734"/>
                </a:lnTo>
                <a:lnTo>
                  <a:pt x="3293365" y="38087"/>
                </a:lnTo>
                <a:lnTo>
                  <a:pt x="3293099" y="38485"/>
                </a:lnTo>
                <a:lnTo>
                  <a:pt x="3292866" y="38929"/>
                </a:lnTo>
                <a:lnTo>
                  <a:pt x="3292669" y="39422"/>
                </a:lnTo>
                <a:lnTo>
                  <a:pt x="3292511" y="39968"/>
                </a:lnTo>
                <a:lnTo>
                  <a:pt x="3292394" y="40567"/>
                </a:lnTo>
                <a:lnTo>
                  <a:pt x="3292322" y="41224"/>
                </a:lnTo>
                <a:lnTo>
                  <a:pt x="3292298" y="41941"/>
                </a:lnTo>
                <a:lnTo>
                  <a:pt x="3292323" y="42634"/>
                </a:lnTo>
                <a:lnTo>
                  <a:pt x="3292398" y="43270"/>
                </a:lnTo>
                <a:lnTo>
                  <a:pt x="3292518" y="43850"/>
                </a:lnTo>
                <a:lnTo>
                  <a:pt x="3292682" y="44378"/>
                </a:lnTo>
                <a:lnTo>
                  <a:pt x="3292884" y="44855"/>
                </a:lnTo>
                <a:lnTo>
                  <a:pt x="3293123" y="45285"/>
                </a:lnTo>
                <a:lnTo>
                  <a:pt x="3293395" y="45669"/>
                </a:lnTo>
                <a:lnTo>
                  <a:pt x="3293697" y="46011"/>
                </a:lnTo>
                <a:lnTo>
                  <a:pt x="3294026" y="46313"/>
                </a:lnTo>
                <a:lnTo>
                  <a:pt x="3294378" y="46577"/>
                </a:lnTo>
                <a:lnTo>
                  <a:pt x="3294751" y="46806"/>
                </a:lnTo>
                <a:lnTo>
                  <a:pt x="3295141" y="47002"/>
                </a:lnTo>
                <a:lnTo>
                  <a:pt x="3295545" y="47168"/>
                </a:lnTo>
                <a:lnTo>
                  <a:pt x="3295960" y="47306"/>
                </a:lnTo>
                <a:lnTo>
                  <a:pt x="3296383" y="47420"/>
                </a:lnTo>
                <a:lnTo>
                  <a:pt x="3296810" y="47511"/>
                </a:lnTo>
                <a:lnTo>
                  <a:pt x="3297239" y="47581"/>
                </a:lnTo>
                <a:lnTo>
                  <a:pt x="3297665" y="47634"/>
                </a:lnTo>
                <a:lnTo>
                  <a:pt x="3298087" y="47673"/>
                </a:lnTo>
                <a:lnTo>
                  <a:pt x="3298500" y="47698"/>
                </a:lnTo>
                <a:lnTo>
                  <a:pt x="3298902" y="47714"/>
                </a:lnTo>
                <a:lnTo>
                  <a:pt x="3299290" y="47721"/>
                </a:lnTo>
                <a:lnTo>
                  <a:pt x="3299659" y="47724"/>
                </a:lnTo>
                <a:lnTo>
                  <a:pt x="3300008" y="47725"/>
                </a:lnTo>
                <a:lnTo>
                  <a:pt x="3308683" y="47725"/>
                </a:lnTo>
                <a:lnTo>
                  <a:pt x="3308683" y="88748"/>
                </a:lnTo>
                <a:lnTo>
                  <a:pt x="3308604" y="90834"/>
                </a:lnTo>
                <a:lnTo>
                  <a:pt x="3308373" y="92770"/>
                </a:lnTo>
                <a:lnTo>
                  <a:pt x="3308000" y="94561"/>
                </a:lnTo>
                <a:lnTo>
                  <a:pt x="3307498" y="96212"/>
                </a:lnTo>
                <a:lnTo>
                  <a:pt x="3306877" y="97728"/>
                </a:lnTo>
                <a:lnTo>
                  <a:pt x="3306147" y="99116"/>
                </a:lnTo>
                <a:lnTo>
                  <a:pt x="3305320" y="100381"/>
                </a:lnTo>
                <a:lnTo>
                  <a:pt x="3304407" y="101528"/>
                </a:lnTo>
                <a:lnTo>
                  <a:pt x="3303417" y="102563"/>
                </a:lnTo>
                <a:lnTo>
                  <a:pt x="3302363" y="103491"/>
                </a:lnTo>
                <a:lnTo>
                  <a:pt x="3301256" y="104318"/>
                </a:lnTo>
                <a:lnTo>
                  <a:pt x="3300105" y="105049"/>
                </a:lnTo>
                <a:lnTo>
                  <a:pt x="3298922" y="105690"/>
                </a:lnTo>
                <a:lnTo>
                  <a:pt x="3297718" y="106247"/>
                </a:lnTo>
                <a:lnTo>
                  <a:pt x="3296503" y="106724"/>
                </a:lnTo>
                <a:lnTo>
                  <a:pt x="3295289" y="107128"/>
                </a:lnTo>
                <a:lnTo>
                  <a:pt x="3294086" y="107464"/>
                </a:lnTo>
                <a:lnTo>
                  <a:pt x="3292906" y="107737"/>
                </a:lnTo>
                <a:lnTo>
                  <a:pt x="3291758" y="107952"/>
                </a:lnTo>
                <a:lnTo>
                  <a:pt x="3290655" y="108117"/>
                </a:lnTo>
                <a:lnTo>
                  <a:pt x="3289607" y="108235"/>
                </a:lnTo>
                <a:lnTo>
                  <a:pt x="3288624" y="108312"/>
                </a:lnTo>
                <a:lnTo>
                  <a:pt x="3287718" y="108355"/>
                </a:lnTo>
                <a:lnTo>
                  <a:pt x="3286900" y="108368"/>
                </a:lnTo>
                <a:lnTo>
                  <a:pt x="3285074" y="108335"/>
                </a:lnTo>
                <a:lnTo>
                  <a:pt x="3283400" y="108239"/>
                </a:lnTo>
                <a:lnTo>
                  <a:pt x="3281872" y="108083"/>
                </a:lnTo>
                <a:lnTo>
                  <a:pt x="3280482" y="107869"/>
                </a:lnTo>
                <a:lnTo>
                  <a:pt x="3279225" y="107600"/>
                </a:lnTo>
                <a:lnTo>
                  <a:pt x="3278093" y="107279"/>
                </a:lnTo>
                <a:lnTo>
                  <a:pt x="3277081" y="106909"/>
                </a:lnTo>
                <a:lnTo>
                  <a:pt x="3276180" y="106492"/>
                </a:lnTo>
                <a:lnTo>
                  <a:pt x="3275386" y="106032"/>
                </a:lnTo>
                <a:lnTo>
                  <a:pt x="3274691" y="105532"/>
                </a:lnTo>
                <a:lnTo>
                  <a:pt x="3274088" y="104994"/>
                </a:lnTo>
                <a:lnTo>
                  <a:pt x="3273571" y="104420"/>
                </a:lnTo>
                <a:lnTo>
                  <a:pt x="3273134" y="103815"/>
                </a:lnTo>
                <a:lnTo>
                  <a:pt x="3272769" y="103181"/>
                </a:lnTo>
                <a:lnTo>
                  <a:pt x="3272470" y="102520"/>
                </a:lnTo>
                <a:lnTo>
                  <a:pt x="3272231" y="101835"/>
                </a:lnTo>
                <a:lnTo>
                  <a:pt x="3272045" y="101130"/>
                </a:lnTo>
                <a:lnTo>
                  <a:pt x="3271905" y="100407"/>
                </a:lnTo>
                <a:lnTo>
                  <a:pt x="3271805" y="99669"/>
                </a:lnTo>
                <a:lnTo>
                  <a:pt x="3271738" y="98919"/>
                </a:lnTo>
                <a:lnTo>
                  <a:pt x="3271697" y="98159"/>
                </a:lnTo>
                <a:lnTo>
                  <a:pt x="3271676" y="97393"/>
                </a:lnTo>
                <a:lnTo>
                  <a:pt x="3271668" y="96623"/>
                </a:lnTo>
                <a:lnTo>
                  <a:pt x="3271667" y="95853"/>
                </a:lnTo>
                <a:lnTo>
                  <a:pt x="3271667" y="43868"/>
                </a:lnTo>
                <a:lnTo>
                  <a:pt x="3271661" y="43142"/>
                </a:lnTo>
                <a:lnTo>
                  <a:pt x="3271641" y="42457"/>
                </a:lnTo>
                <a:lnTo>
                  <a:pt x="3271605" y="41813"/>
                </a:lnTo>
                <a:lnTo>
                  <a:pt x="3271551" y="41208"/>
                </a:lnTo>
                <a:lnTo>
                  <a:pt x="3271478" y="40641"/>
                </a:lnTo>
                <a:lnTo>
                  <a:pt x="3271384" y="40112"/>
                </a:lnTo>
                <a:lnTo>
                  <a:pt x="3271267" y="39619"/>
                </a:lnTo>
                <a:lnTo>
                  <a:pt x="3271125" y="39163"/>
                </a:lnTo>
                <a:lnTo>
                  <a:pt x="3270956" y="38741"/>
                </a:lnTo>
                <a:lnTo>
                  <a:pt x="3270758" y="38353"/>
                </a:lnTo>
                <a:lnTo>
                  <a:pt x="3270530" y="37998"/>
                </a:lnTo>
                <a:lnTo>
                  <a:pt x="3270270" y="37675"/>
                </a:lnTo>
                <a:lnTo>
                  <a:pt x="3269975" y="37383"/>
                </a:lnTo>
                <a:lnTo>
                  <a:pt x="3269645" y="37121"/>
                </a:lnTo>
                <a:lnTo>
                  <a:pt x="3269277" y="36889"/>
                </a:lnTo>
                <a:lnTo>
                  <a:pt x="3268869" y="36684"/>
                </a:lnTo>
                <a:lnTo>
                  <a:pt x="3268419" y="36508"/>
                </a:lnTo>
                <a:lnTo>
                  <a:pt x="3267927" y="36358"/>
                </a:lnTo>
                <a:lnTo>
                  <a:pt x="3267389" y="36233"/>
                </a:lnTo>
                <a:lnTo>
                  <a:pt x="3266804" y="36133"/>
                </a:lnTo>
                <a:lnTo>
                  <a:pt x="3266170" y="36057"/>
                </a:lnTo>
                <a:lnTo>
                  <a:pt x="3265485" y="36004"/>
                </a:lnTo>
                <a:lnTo>
                  <a:pt x="3264748" y="35973"/>
                </a:lnTo>
                <a:lnTo>
                  <a:pt x="3263957" y="35963"/>
                </a:lnTo>
                <a:lnTo>
                  <a:pt x="3249883" y="35963"/>
                </a:lnTo>
                <a:lnTo>
                  <a:pt x="3249489" y="35963"/>
                </a:lnTo>
                <a:lnTo>
                  <a:pt x="3249079" y="35966"/>
                </a:lnTo>
                <a:lnTo>
                  <a:pt x="3248658" y="35974"/>
                </a:lnTo>
                <a:lnTo>
                  <a:pt x="3248226" y="35990"/>
                </a:lnTo>
                <a:lnTo>
                  <a:pt x="3247788" y="36017"/>
                </a:lnTo>
                <a:lnTo>
                  <a:pt x="3247346" y="36056"/>
                </a:lnTo>
                <a:lnTo>
                  <a:pt x="3246903" y="36111"/>
                </a:lnTo>
                <a:lnTo>
                  <a:pt x="3246462" y="36184"/>
                </a:lnTo>
                <a:lnTo>
                  <a:pt x="3246026" y="36278"/>
                </a:lnTo>
                <a:lnTo>
                  <a:pt x="3245597" y="36395"/>
                </a:lnTo>
                <a:lnTo>
                  <a:pt x="3245179" y="36538"/>
                </a:lnTo>
                <a:lnTo>
                  <a:pt x="3244774" y="36710"/>
                </a:lnTo>
                <a:lnTo>
                  <a:pt x="3244385" y="36913"/>
                </a:lnTo>
                <a:lnTo>
                  <a:pt x="3244015" y="37149"/>
                </a:lnTo>
                <a:lnTo>
                  <a:pt x="3243666" y="37422"/>
                </a:lnTo>
                <a:lnTo>
                  <a:pt x="3243342" y="37734"/>
                </a:lnTo>
                <a:lnTo>
                  <a:pt x="3243046" y="38087"/>
                </a:lnTo>
                <a:lnTo>
                  <a:pt x="3242780" y="38485"/>
                </a:lnTo>
                <a:lnTo>
                  <a:pt x="3242547" y="38929"/>
                </a:lnTo>
                <a:lnTo>
                  <a:pt x="3242350" y="39422"/>
                </a:lnTo>
                <a:lnTo>
                  <a:pt x="3242192" y="39968"/>
                </a:lnTo>
                <a:lnTo>
                  <a:pt x="3242075" y="40567"/>
                </a:lnTo>
                <a:lnTo>
                  <a:pt x="3242003" y="41224"/>
                </a:lnTo>
                <a:lnTo>
                  <a:pt x="3241979" y="41941"/>
                </a:lnTo>
                <a:lnTo>
                  <a:pt x="3242004" y="42634"/>
                </a:lnTo>
                <a:lnTo>
                  <a:pt x="3242079" y="43270"/>
                </a:lnTo>
                <a:lnTo>
                  <a:pt x="3242199" y="43850"/>
                </a:lnTo>
                <a:lnTo>
                  <a:pt x="3242363" y="44378"/>
                </a:lnTo>
                <a:lnTo>
                  <a:pt x="3242565" y="44855"/>
                </a:lnTo>
                <a:lnTo>
                  <a:pt x="3242804" y="45285"/>
                </a:lnTo>
                <a:lnTo>
                  <a:pt x="3243076" y="45669"/>
                </a:lnTo>
                <a:lnTo>
                  <a:pt x="3243378" y="46011"/>
                </a:lnTo>
                <a:lnTo>
                  <a:pt x="3243707" y="46313"/>
                </a:lnTo>
                <a:lnTo>
                  <a:pt x="3244059" y="46577"/>
                </a:lnTo>
                <a:lnTo>
                  <a:pt x="3244432" y="46806"/>
                </a:lnTo>
                <a:lnTo>
                  <a:pt x="3244822" y="47002"/>
                </a:lnTo>
                <a:lnTo>
                  <a:pt x="3245226" y="47168"/>
                </a:lnTo>
                <a:lnTo>
                  <a:pt x="3245641" y="47306"/>
                </a:lnTo>
                <a:lnTo>
                  <a:pt x="3246064" y="47420"/>
                </a:lnTo>
                <a:lnTo>
                  <a:pt x="3246491" y="47511"/>
                </a:lnTo>
                <a:lnTo>
                  <a:pt x="3246920" y="47581"/>
                </a:lnTo>
                <a:lnTo>
                  <a:pt x="3247346" y="47634"/>
                </a:lnTo>
                <a:lnTo>
                  <a:pt x="3247768" y="47673"/>
                </a:lnTo>
                <a:lnTo>
                  <a:pt x="3248181" y="47698"/>
                </a:lnTo>
                <a:lnTo>
                  <a:pt x="3248583" y="47714"/>
                </a:lnTo>
                <a:lnTo>
                  <a:pt x="3248971" y="47721"/>
                </a:lnTo>
                <a:lnTo>
                  <a:pt x="3249340" y="47724"/>
                </a:lnTo>
                <a:lnTo>
                  <a:pt x="3249689" y="47725"/>
                </a:lnTo>
                <a:lnTo>
                  <a:pt x="3258367" y="47725"/>
                </a:lnTo>
                <a:lnTo>
                  <a:pt x="3258367" y="97009"/>
                </a:lnTo>
                <a:lnTo>
                  <a:pt x="3258436" y="99249"/>
                </a:lnTo>
                <a:lnTo>
                  <a:pt x="3258637" y="101349"/>
                </a:lnTo>
                <a:lnTo>
                  <a:pt x="3258966" y="103312"/>
                </a:lnTo>
                <a:lnTo>
                  <a:pt x="3259418" y="105143"/>
                </a:lnTo>
                <a:lnTo>
                  <a:pt x="3259986" y="106845"/>
                </a:lnTo>
                <a:lnTo>
                  <a:pt x="3260665" y="108423"/>
                </a:lnTo>
                <a:lnTo>
                  <a:pt x="3261451" y="109880"/>
                </a:lnTo>
                <a:lnTo>
                  <a:pt x="3262337" y="111222"/>
                </a:lnTo>
                <a:lnTo>
                  <a:pt x="3263318" y="112451"/>
                </a:lnTo>
                <a:lnTo>
                  <a:pt x="3264388" y="113571"/>
                </a:lnTo>
                <a:lnTo>
                  <a:pt x="3265543" y="114587"/>
                </a:lnTo>
                <a:lnTo>
                  <a:pt x="3266777" y="115503"/>
                </a:lnTo>
                <a:lnTo>
                  <a:pt x="3268084" y="116322"/>
                </a:lnTo>
                <a:lnTo>
                  <a:pt x="3269458" y="117050"/>
                </a:lnTo>
                <a:lnTo>
                  <a:pt x="3270896" y="117688"/>
                </a:lnTo>
                <a:lnTo>
                  <a:pt x="3272390" y="118243"/>
                </a:lnTo>
                <a:lnTo>
                  <a:pt x="3273936" y="118717"/>
                </a:lnTo>
                <a:lnTo>
                  <a:pt x="3275527" y="119115"/>
                </a:lnTo>
                <a:lnTo>
                  <a:pt x="3277160" y="119441"/>
                </a:lnTo>
                <a:lnTo>
                  <a:pt x="3278828" y="119699"/>
                </a:lnTo>
                <a:lnTo>
                  <a:pt x="3280526" y="119892"/>
                </a:lnTo>
                <a:lnTo>
                  <a:pt x="3282248" y="120025"/>
                </a:lnTo>
                <a:lnTo>
                  <a:pt x="3283989" y="120102"/>
                </a:lnTo>
                <a:lnTo>
                  <a:pt x="3285743" y="120127"/>
                </a:lnTo>
                <a:lnTo>
                  <a:pt x="3286731" y="120117"/>
                </a:lnTo>
                <a:lnTo>
                  <a:pt x="3287719" y="120086"/>
                </a:lnTo>
                <a:lnTo>
                  <a:pt x="3288706" y="120034"/>
                </a:lnTo>
                <a:lnTo>
                  <a:pt x="3289692" y="119959"/>
                </a:lnTo>
                <a:lnTo>
                  <a:pt x="3290677" y="119862"/>
                </a:lnTo>
                <a:lnTo>
                  <a:pt x="3291660" y="119742"/>
                </a:lnTo>
                <a:lnTo>
                  <a:pt x="3292641" y="119597"/>
                </a:lnTo>
                <a:lnTo>
                  <a:pt x="3293619" y="119427"/>
                </a:lnTo>
                <a:lnTo>
                  <a:pt x="3294595" y="119233"/>
                </a:lnTo>
                <a:lnTo>
                  <a:pt x="3295568" y="119012"/>
                </a:lnTo>
                <a:lnTo>
                  <a:pt x="3296538" y="118764"/>
                </a:lnTo>
                <a:lnTo>
                  <a:pt x="3297504" y="118489"/>
                </a:lnTo>
                <a:lnTo>
                  <a:pt x="3298465" y="118185"/>
                </a:lnTo>
                <a:lnTo>
                  <a:pt x="3299423" y="117853"/>
                </a:lnTo>
                <a:lnTo>
                  <a:pt x="3300376" y="117492"/>
                </a:lnTo>
                <a:lnTo>
                  <a:pt x="3301323" y="117100"/>
                </a:lnTo>
                <a:lnTo>
                  <a:pt x="3302266" y="116677"/>
                </a:lnTo>
                <a:lnTo>
                  <a:pt x="3303202" y="116224"/>
                </a:lnTo>
                <a:lnTo>
                  <a:pt x="3304133" y="115737"/>
                </a:lnTo>
                <a:lnTo>
                  <a:pt x="3305057" y="115219"/>
                </a:lnTo>
                <a:lnTo>
                  <a:pt x="3305975" y="114666"/>
                </a:lnTo>
                <a:lnTo>
                  <a:pt x="3306885" y="114080"/>
                </a:lnTo>
                <a:lnTo>
                  <a:pt x="3307788" y="113458"/>
                </a:lnTo>
                <a:lnTo>
                  <a:pt x="3308683" y="112801"/>
                </a:lnTo>
                <a:lnTo>
                  <a:pt x="3308727" y="113544"/>
                </a:lnTo>
                <a:lnTo>
                  <a:pt x="3308810" y="114225"/>
                </a:lnTo>
                <a:lnTo>
                  <a:pt x="3308928" y="114847"/>
                </a:lnTo>
                <a:lnTo>
                  <a:pt x="3309081" y="115412"/>
                </a:lnTo>
                <a:lnTo>
                  <a:pt x="3309266" y="115923"/>
                </a:lnTo>
                <a:lnTo>
                  <a:pt x="3309482" y="116383"/>
                </a:lnTo>
                <a:lnTo>
                  <a:pt x="3309727" y="116795"/>
                </a:lnTo>
                <a:lnTo>
                  <a:pt x="3309998" y="117161"/>
                </a:lnTo>
                <a:lnTo>
                  <a:pt x="3310294" y="117485"/>
                </a:lnTo>
                <a:lnTo>
                  <a:pt x="3310613" y="117767"/>
                </a:lnTo>
                <a:lnTo>
                  <a:pt x="3310952" y="118013"/>
                </a:lnTo>
                <a:lnTo>
                  <a:pt x="3311311" y="118223"/>
                </a:lnTo>
                <a:lnTo>
                  <a:pt x="3311687" y="118401"/>
                </a:lnTo>
                <a:lnTo>
                  <a:pt x="3312078" y="118549"/>
                </a:lnTo>
                <a:lnTo>
                  <a:pt x="3312482" y="118670"/>
                </a:lnTo>
                <a:lnTo>
                  <a:pt x="3312897" y="118768"/>
                </a:lnTo>
                <a:lnTo>
                  <a:pt x="3313322" y="118844"/>
                </a:lnTo>
                <a:lnTo>
                  <a:pt x="3313754" y="118900"/>
                </a:lnTo>
                <a:lnTo>
                  <a:pt x="3314192" y="118941"/>
                </a:lnTo>
                <a:lnTo>
                  <a:pt x="3314634" y="118969"/>
                </a:lnTo>
                <a:lnTo>
                  <a:pt x="3315077" y="118985"/>
                </a:lnTo>
                <a:lnTo>
                  <a:pt x="3315519" y="118994"/>
                </a:lnTo>
                <a:lnTo>
                  <a:pt x="3315960" y="118997"/>
                </a:lnTo>
                <a:lnTo>
                  <a:pt x="3316397" y="118997"/>
                </a:lnTo>
                <a:lnTo>
                  <a:pt x="3330470" y="118997"/>
                </a:lnTo>
                <a:lnTo>
                  <a:pt x="3330864" y="118997"/>
                </a:lnTo>
                <a:lnTo>
                  <a:pt x="3331274" y="118994"/>
                </a:lnTo>
                <a:lnTo>
                  <a:pt x="3331696" y="118986"/>
                </a:lnTo>
                <a:lnTo>
                  <a:pt x="3332127" y="118970"/>
                </a:lnTo>
                <a:lnTo>
                  <a:pt x="3332565" y="118943"/>
                </a:lnTo>
                <a:lnTo>
                  <a:pt x="3333007" y="118904"/>
                </a:lnTo>
                <a:lnTo>
                  <a:pt x="3333450" y="118849"/>
                </a:lnTo>
                <a:lnTo>
                  <a:pt x="3333891" y="118776"/>
                </a:lnTo>
                <a:lnTo>
                  <a:pt x="3334327" y="118682"/>
                </a:lnTo>
                <a:lnTo>
                  <a:pt x="3334756" y="118565"/>
                </a:lnTo>
                <a:lnTo>
                  <a:pt x="3335174" y="118422"/>
                </a:lnTo>
                <a:lnTo>
                  <a:pt x="3335580" y="118250"/>
                </a:lnTo>
                <a:lnTo>
                  <a:pt x="3335969" y="118048"/>
                </a:lnTo>
                <a:lnTo>
                  <a:pt x="3336339" y="117811"/>
                </a:lnTo>
                <a:lnTo>
                  <a:pt x="3336687" y="117538"/>
                </a:lnTo>
                <a:lnTo>
                  <a:pt x="3337011" y="117227"/>
                </a:lnTo>
                <a:lnTo>
                  <a:pt x="3337307" y="116874"/>
                </a:lnTo>
                <a:lnTo>
                  <a:pt x="3337574" y="116476"/>
                </a:lnTo>
                <a:lnTo>
                  <a:pt x="3337807" y="116033"/>
                </a:lnTo>
                <a:lnTo>
                  <a:pt x="3338003" y="115539"/>
                </a:lnTo>
                <a:lnTo>
                  <a:pt x="3338162" y="114994"/>
                </a:lnTo>
                <a:lnTo>
                  <a:pt x="3338278" y="114395"/>
                </a:lnTo>
                <a:lnTo>
                  <a:pt x="3338350" y="113738"/>
                </a:lnTo>
                <a:lnTo>
                  <a:pt x="3338375" y="113022"/>
                </a:lnTo>
                <a:lnTo>
                  <a:pt x="3338349" y="112329"/>
                </a:lnTo>
                <a:lnTo>
                  <a:pt x="3338274" y="111693"/>
                </a:lnTo>
                <a:lnTo>
                  <a:pt x="3338154" y="111113"/>
                </a:lnTo>
                <a:lnTo>
                  <a:pt x="3337991" y="110585"/>
                </a:lnTo>
                <a:lnTo>
                  <a:pt x="3337788" y="110108"/>
                </a:lnTo>
                <a:lnTo>
                  <a:pt x="3337549" y="109678"/>
                </a:lnTo>
                <a:close/>
                <a:moveTo>
                  <a:pt x="4552135" y="109678"/>
                </a:moveTo>
                <a:lnTo>
                  <a:pt x="4551863" y="109294"/>
                </a:lnTo>
                <a:lnTo>
                  <a:pt x="4551561" y="108952"/>
                </a:lnTo>
                <a:lnTo>
                  <a:pt x="4551232" y="108650"/>
                </a:lnTo>
                <a:lnTo>
                  <a:pt x="4550879" y="108386"/>
                </a:lnTo>
                <a:lnTo>
                  <a:pt x="4550507" y="108157"/>
                </a:lnTo>
                <a:lnTo>
                  <a:pt x="4550117" y="107961"/>
                </a:lnTo>
                <a:lnTo>
                  <a:pt x="4549713" y="107795"/>
                </a:lnTo>
                <a:lnTo>
                  <a:pt x="4549298" y="107657"/>
                </a:lnTo>
                <a:lnTo>
                  <a:pt x="4548875" y="107543"/>
                </a:lnTo>
                <a:lnTo>
                  <a:pt x="4548448" y="107452"/>
                </a:lnTo>
                <a:lnTo>
                  <a:pt x="4548019" y="107382"/>
                </a:lnTo>
                <a:lnTo>
                  <a:pt x="4547593" y="107329"/>
                </a:lnTo>
                <a:lnTo>
                  <a:pt x="4547171" y="107290"/>
                </a:lnTo>
                <a:lnTo>
                  <a:pt x="4546758" y="107265"/>
                </a:lnTo>
                <a:lnTo>
                  <a:pt x="4546356" y="107249"/>
                </a:lnTo>
                <a:lnTo>
                  <a:pt x="4545968" y="107241"/>
                </a:lnTo>
                <a:lnTo>
                  <a:pt x="4545599" y="107239"/>
                </a:lnTo>
                <a:lnTo>
                  <a:pt x="4545250" y="107238"/>
                </a:lnTo>
                <a:lnTo>
                  <a:pt x="4536572" y="107238"/>
                </a:lnTo>
                <a:lnTo>
                  <a:pt x="4536572" y="43868"/>
                </a:lnTo>
                <a:lnTo>
                  <a:pt x="4536565" y="43142"/>
                </a:lnTo>
                <a:lnTo>
                  <a:pt x="4536545" y="42457"/>
                </a:lnTo>
                <a:lnTo>
                  <a:pt x="4536509" y="41813"/>
                </a:lnTo>
                <a:lnTo>
                  <a:pt x="4536456" y="41208"/>
                </a:lnTo>
                <a:lnTo>
                  <a:pt x="4536383" y="40641"/>
                </a:lnTo>
                <a:lnTo>
                  <a:pt x="4536289" y="40112"/>
                </a:lnTo>
                <a:lnTo>
                  <a:pt x="4536171" y="39619"/>
                </a:lnTo>
                <a:lnTo>
                  <a:pt x="4536029" y="39163"/>
                </a:lnTo>
                <a:lnTo>
                  <a:pt x="4535860" y="38741"/>
                </a:lnTo>
                <a:lnTo>
                  <a:pt x="4535663" y="38353"/>
                </a:lnTo>
                <a:lnTo>
                  <a:pt x="4535435" y="37998"/>
                </a:lnTo>
                <a:lnTo>
                  <a:pt x="4535174" y="37675"/>
                </a:lnTo>
                <a:lnTo>
                  <a:pt x="4534880" y="37383"/>
                </a:lnTo>
                <a:lnTo>
                  <a:pt x="4534549" y="37121"/>
                </a:lnTo>
                <a:lnTo>
                  <a:pt x="4534181" y="36889"/>
                </a:lnTo>
                <a:lnTo>
                  <a:pt x="4533773" y="36684"/>
                </a:lnTo>
                <a:lnTo>
                  <a:pt x="4533324" y="36508"/>
                </a:lnTo>
                <a:lnTo>
                  <a:pt x="4532831" y="36358"/>
                </a:lnTo>
                <a:lnTo>
                  <a:pt x="4532293" y="36233"/>
                </a:lnTo>
                <a:lnTo>
                  <a:pt x="4531708" y="36133"/>
                </a:lnTo>
                <a:lnTo>
                  <a:pt x="4531074" y="36057"/>
                </a:lnTo>
                <a:lnTo>
                  <a:pt x="4530390" y="36004"/>
                </a:lnTo>
                <a:lnTo>
                  <a:pt x="4529653" y="35973"/>
                </a:lnTo>
                <a:lnTo>
                  <a:pt x="4528861" y="35963"/>
                </a:lnTo>
                <a:lnTo>
                  <a:pt x="4514788" y="35963"/>
                </a:lnTo>
                <a:lnTo>
                  <a:pt x="4514393" y="35963"/>
                </a:lnTo>
                <a:lnTo>
                  <a:pt x="4513984" y="35966"/>
                </a:lnTo>
                <a:lnTo>
                  <a:pt x="4513562" y="35974"/>
                </a:lnTo>
                <a:lnTo>
                  <a:pt x="4513131" y="35990"/>
                </a:lnTo>
                <a:lnTo>
                  <a:pt x="4512693" y="36017"/>
                </a:lnTo>
                <a:lnTo>
                  <a:pt x="4512251" y="36056"/>
                </a:lnTo>
                <a:lnTo>
                  <a:pt x="4511808" y="36111"/>
                </a:lnTo>
                <a:lnTo>
                  <a:pt x="4511367" y="36184"/>
                </a:lnTo>
                <a:lnTo>
                  <a:pt x="4510931" y="36278"/>
                </a:lnTo>
                <a:lnTo>
                  <a:pt x="4510502" y="36395"/>
                </a:lnTo>
                <a:lnTo>
                  <a:pt x="4510083" y="36538"/>
                </a:lnTo>
                <a:lnTo>
                  <a:pt x="4509678" y="36710"/>
                </a:lnTo>
                <a:lnTo>
                  <a:pt x="4509289" y="36913"/>
                </a:lnTo>
                <a:lnTo>
                  <a:pt x="4508919" y="37149"/>
                </a:lnTo>
                <a:lnTo>
                  <a:pt x="4508571" y="37422"/>
                </a:lnTo>
                <a:lnTo>
                  <a:pt x="4508247" y="37734"/>
                </a:lnTo>
                <a:lnTo>
                  <a:pt x="4507950" y="38087"/>
                </a:lnTo>
                <a:lnTo>
                  <a:pt x="4507684" y="38485"/>
                </a:lnTo>
                <a:lnTo>
                  <a:pt x="4507451" y="38929"/>
                </a:lnTo>
                <a:lnTo>
                  <a:pt x="4507254" y="39422"/>
                </a:lnTo>
                <a:lnTo>
                  <a:pt x="4507096" y="39968"/>
                </a:lnTo>
                <a:lnTo>
                  <a:pt x="4506980" y="40567"/>
                </a:lnTo>
                <a:lnTo>
                  <a:pt x="4506908" y="41224"/>
                </a:lnTo>
                <a:lnTo>
                  <a:pt x="4506883" y="41941"/>
                </a:lnTo>
                <a:lnTo>
                  <a:pt x="4506909" y="42634"/>
                </a:lnTo>
                <a:lnTo>
                  <a:pt x="4506983" y="43270"/>
                </a:lnTo>
                <a:lnTo>
                  <a:pt x="4507104" y="43850"/>
                </a:lnTo>
                <a:lnTo>
                  <a:pt x="4507267" y="44378"/>
                </a:lnTo>
                <a:lnTo>
                  <a:pt x="4507470" y="44855"/>
                </a:lnTo>
                <a:lnTo>
                  <a:pt x="4507709" y="45285"/>
                </a:lnTo>
                <a:lnTo>
                  <a:pt x="4507981" y="45669"/>
                </a:lnTo>
                <a:lnTo>
                  <a:pt x="4508283" y="46011"/>
                </a:lnTo>
                <a:lnTo>
                  <a:pt x="4508612" y="46313"/>
                </a:lnTo>
                <a:lnTo>
                  <a:pt x="4508964" y="46577"/>
                </a:lnTo>
                <a:lnTo>
                  <a:pt x="4509337" y="46806"/>
                </a:lnTo>
                <a:lnTo>
                  <a:pt x="4509727" y="47002"/>
                </a:lnTo>
                <a:lnTo>
                  <a:pt x="4510131" y="47168"/>
                </a:lnTo>
                <a:lnTo>
                  <a:pt x="4510546" y="47306"/>
                </a:lnTo>
                <a:lnTo>
                  <a:pt x="4510969" y="47420"/>
                </a:lnTo>
                <a:lnTo>
                  <a:pt x="4511396" y="47511"/>
                </a:lnTo>
                <a:lnTo>
                  <a:pt x="4511824" y="47581"/>
                </a:lnTo>
                <a:lnTo>
                  <a:pt x="4512251" y="47634"/>
                </a:lnTo>
                <a:lnTo>
                  <a:pt x="4512672" y="47673"/>
                </a:lnTo>
                <a:lnTo>
                  <a:pt x="4513086" y="47698"/>
                </a:lnTo>
                <a:lnTo>
                  <a:pt x="4513488" y="47714"/>
                </a:lnTo>
                <a:lnTo>
                  <a:pt x="4513875" y="47721"/>
                </a:lnTo>
                <a:lnTo>
                  <a:pt x="4514245" y="47724"/>
                </a:lnTo>
                <a:lnTo>
                  <a:pt x="4514594" y="47725"/>
                </a:lnTo>
                <a:lnTo>
                  <a:pt x="4523269" y="47725"/>
                </a:lnTo>
                <a:lnTo>
                  <a:pt x="4523269" y="88748"/>
                </a:lnTo>
                <a:lnTo>
                  <a:pt x="4523189" y="90834"/>
                </a:lnTo>
                <a:lnTo>
                  <a:pt x="4522958" y="92770"/>
                </a:lnTo>
                <a:lnTo>
                  <a:pt x="4522586" y="94561"/>
                </a:lnTo>
                <a:lnTo>
                  <a:pt x="4522084" y="96212"/>
                </a:lnTo>
                <a:lnTo>
                  <a:pt x="4521462" y="97728"/>
                </a:lnTo>
                <a:lnTo>
                  <a:pt x="4520733" y="99116"/>
                </a:lnTo>
                <a:lnTo>
                  <a:pt x="4519906" y="100381"/>
                </a:lnTo>
                <a:lnTo>
                  <a:pt x="4518992" y="101528"/>
                </a:lnTo>
                <a:lnTo>
                  <a:pt x="4518003" y="102563"/>
                </a:lnTo>
                <a:lnTo>
                  <a:pt x="4516949" y="103491"/>
                </a:lnTo>
                <a:lnTo>
                  <a:pt x="4515841" y="104318"/>
                </a:lnTo>
                <a:lnTo>
                  <a:pt x="4514690" y="105049"/>
                </a:lnTo>
                <a:lnTo>
                  <a:pt x="4513507" y="105690"/>
                </a:lnTo>
                <a:lnTo>
                  <a:pt x="4512303" y="106247"/>
                </a:lnTo>
                <a:lnTo>
                  <a:pt x="4511089" y="106724"/>
                </a:lnTo>
                <a:lnTo>
                  <a:pt x="4509874" y="107128"/>
                </a:lnTo>
                <a:lnTo>
                  <a:pt x="4508672" y="107464"/>
                </a:lnTo>
                <a:lnTo>
                  <a:pt x="4507491" y="107737"/>
                </a:lnTo>
                <a:lnTo>
                  <a:pt x="4506344" y="107952"/>
                </a:lnTo>
                <a:lnTo>
                  <a:pt x="4505241" y="108117"/>
                </a:lnTo>
                <a:lnTo>
                  <a:pt x="4504192" y="108235"/>
                </a:lnTo>
                <a:lnTo>
                  <a:pt x="4503210" y="108312"/>
                </a:lnTo>
                <a:lnTo>
                  <a:pt x="4502304" y="108355"/>
                </a:lnTo>
                <a:lnTo>
                  <a:pt x="4501485" y="108368"/>
                </a:lnTo>
                <a:lnTo>
                  <a:pt x="4499659" y="108335"/>
                </a:lnTo>
                <a:lnTo>
                  <a:pt x="4497986" y="108239"/>
                </a:lnTo>
                <a:lnTo>
                  <a:pt x="4496457" y="108083"/>
                </a:lnTo>
                <a:lnTo>
                  <a:pt x="4495068" y="107869"/>
                </a:lnTo>
                <a:lnTo>
                  <a:pt x="4493810" y="107600"/>
                </a:lnTo>
                <a:lnTo>
                  <a:pt x="4492679" y="107279"/>
                </a:lnTo>
                <a:lnTo>
                  <a:pt x="4491666" y="106909"/>
                </a:lnTo>
                <a:lnTo>
                  <a:pt x="4490766" y="106492"/>
                </a:lnTo>
                <a:lnTo>
                  <a:pt x="4489971" y="106032"/>
                </a:lnTo>
                <a:lnTo>
                  <a:pt x="4489276" y="105532"/>
                </a:lnTo>
                <a:lnTo>
                  <a:pt x="4488673" y="104994"/>
                </a:lnTo>
                <a:lnTo>
                  <a:pt x="4488157" y="104420"/>
                </a:lnTo>
                <a:lnTo>
                  <a:pt x="4487719" y="103815"/>
                </a:lnTo>
                <a:lnTo>
                  <a:pt x="4487354" y="103181"/>
                </a:lnTo>
                <a:lnTo>
                  <a:pt x="4487056" y="102520"/>
                </a:lnTo>
                <a:lnTo>
                  <a:pt x="4486817" y="101835"/>
                </a:lnTo>
                <a:lnTo>
                  <a:pt x="4486631" y="101130"/>
                </a:lnTo>
                <a:lnTo>
                  <a:pt x="4486491" y="100407"/>
                </a:lnTo>
                <a:lnTo>
                  <a:pt x="4486390" y="99669"/>
                </a:lnTo>
                <a:lnTo>
                  <a:pt x="4486323" y="98919"/>
                </a:lnTo>
                <a:lnTo>
                  <a:pt x="4486282" y="98159"/>
                </a:lnTo>
                <a:lnTo>
                  <a:pt x="4486261" y="97393"/>
                </a:lnTo>
                <a:lnTo>
                  <a:pt x="4486254" y="96623"/>
                </a:lnTo>
                <a:lnTo>
                  <a:pt x="4486253" y="95853"/>
                </a:lnTo>
                <a:lnTo>
                  <a:pt x="4486253" y="43868"/>
                </a:lnTo>
                <a:lnTo>
                  <a:pt x="4486246" y="43142"/>
                </a:lnTo>
                <a:lnTo>
                  <a:pt x="4486226" y="42457"/>
                </a:lnTo>
                <a:lnTo>
                  <a:pt x="4486190" y="41813"/>
                </a:lnTo>
                <a:lnTo>
                  <a:pt x="4486137" y="41208"/>
                </a:lnTo>
                <a:lnTo>
                  <a:pt x="4486064" y="40641"/>
                </a:lnTo>
                <a:lnTo>
                  <a:pt x="4485970" y="40112"/>
                </a:lnTo>
                <a:lnTo>
                  <a:pt x="4485852" y="39619"/>
                </a:lnTo>
                <a:lnTo>
                  <a:pt x="4485710" y="39163"/>
                </a:lnTo>
                <a:lnTo>
                  <a:pt x="4485541" y="38741"/>
                </a:lnTo>
                <a:lnTo>
                  <a:pt x="4485344" y="38353"/>
                </a:lnTo>
                <a:lnTo>
                  <a:pt x="4485116" y="37998"/>
                </a:lnTo>
                <a:lnTo>
                  <a:pt x="4484855" y="37675"/>
                </a:lnTo>
                <a:lnTo>
                  <a:pt x="4484561" y="37383"/>
                </a:lnTo>
                <a:lnTo>
                  <a:pt x="4484230" y="37121"/>
                </a:lnTo>
                <a:lnTo>
                  <a:pt x="4483862" y="36889"/>
                </a:lnTo>
                <a:lnTo>
                  <a:pt x="4483454" y="36684"/>
                </a:lnTo>
                <a:lnTo>
                  <a:pt x="4483005" y="36508"/>
                </a:lnTo>
                <a:lnTo>
                  <a:pt x="4482512" y="36358"/>
                </a:lnTo>
                <a:lnTo>
                  <a:pt x="4481974" y="36233"/>
                </a:lnTo>
                <a:lnTo>
                  <a:pt x="4481389" y="36133"/>
                </a:lnTo>
                <a:lnTo>
                  <a:pt x="4480755" y="36057"/>
                </a:lnTo>
                <a:lnTo>
                  <a:pt x="4480071" y="36004"/>
                </a:lnTo>
                <a:lnTo>
                  <a:pt x="4479334" y="35973"/>
                </a:lnTo>
                <a:lnTo>
                  <a:pt x="4478542" y="35963"/>
                </a:lnTo>
                <a:lnTo>
                  <a:pt x="4464469" y="35963"/>
                </a:lnTo>
                <a:lnTo>
                  <a:pt x="4464074" y="35963"/>
                </a:lnTo>
                <a:lnTo>
                  <a:pt x="4463665" y="35966"/>
                </a:lnTo>
                <a:lnTo>
                  <a:pt x="4463243" y="35974"/>
                </a:lnTo>
                <a:lnTo>
                  <a:pt x="4462812" y="35990"/>
                </a:lnTo>
                <a:lnTo>
                  <a:pt x="4462374" y="36017"/>
                </a:lnTo>
                <a:lnTo>
                  <a:pt x="4461932" y="36056"/>
                </a:lnTo>
                <a:lnTo>
                  <a:pt x="4461489" y="36111"/>
                </a:lnTo>
                <a:lnTo>
                  <a:pt x="4461048" y="36184"/>
                </a:lnTo>
                <a:lnTo>
                  <a:pt x="4460612" y="36278"/>
                </a:lnTo>
                <a:lnTo>
                  <a:pt x="4460183" y="36395"/>
                </a:lnTo>
                <a:lnTo>
                  <a:pt x="4459764" y="36538"/>
                </a:lnTo>
                <a:lnTo>
                  <a:pt x="4459359" y="36710"/>
                </a:lnTo>
                <a:lnTo>
                  <a:pt x="4458970" y="36913"/>
                </a:lnTo>
                <a:lnTo>
                  <a:pt x="4458600" y="37149"/>
                </a:lnTo>
                <a:lnTo>
                  <a:pt x="4458252" y="37422"/>
                </a:lnTo>
                <a:lnTo>
                  <a:pt x="4457928" y="37734"/>
                </a:lnTo>
                <a:lnTo>
                  <a:pt x="4457631" y="38087"/>
                </a:lnTo>
                <a:lnTo>
                  <a:pt x="4457365" y="38485"/>
                </a:lnTo>
                <a:lnTo>
                  <a:pt x="4457132" y="38929"/>
                </a:lnTo>
                <a:lnTo>
                  <a:pt x="4456935" y="39422"/>
                </a:lnTo>
                <a:lnTo>
                  <a:pt x="4456777" y="39968"/>
                </a:lnTo>
                <a:lnTo>
                  <a:pt x="4456661" y="40567"/>
                </a:lnTo>
                <a:lnTo>
                  <a:pt x="4456589" y="41224"/>
                </a:lnTo>
                <a:lnTo>
                  <a:pt x="4456564" y="41941"/>
                </a:lnTo>
                <a:lnTo>
                  <a:pt x="4456590" y="42634"/>
                </a:lnTo>
                <a:lnTo>
                  <a:pt x="4456664" y="43270"/>
                </a:lnTo>
                <a:lnTo>
                  <a:pt x="4456785" y="43850"/>
                </a:lnTo>
                <a:lnTo>
                  <a:pt x="4456948" y="44378"/>
                </a:lnTo>
                <a:lnTo>
                  <a:pt x="4457151" y="44855"/>
                </a:lnTo>
                <a:lnTo>
                  <a:pt x="4457390" y="45285"/>
                </a:lnTo>
                <a:lnTo>
                  <a:pt x="4457662" y="45669"/>
                </a:lnTo>
                <a:lnTo>
                  <a:pt x="4457964" y="46011"/>
                </a:lnTo>
                <a:lnTo>
                  <a:pt x="4458293" y="46313"/>
                </a:lnTo>
                <a:lnTo>
                  <a:pt x="4458645" y="46577"/>
                </a:lnTo>
                <a:lnTo>
                  <a:pt x="4459018" y="46806"/>
                </a:lnTo>
                <a:lnTo>
                  <a:pt x="4459408" y="47002"/>
                </a:lnTo>
                <a:lnTo>
                  <a:pt x="4459812" y="47168"/>
                </a:lnTo>
                <a:lnTo>
                  <a:pt x="4460227" y="47306"/>
                </a:lnTo>
                <a:lnTo>
                  <a:pt x="4460650" y="47420"/>
                </a:lnTo>
                <a:lnTo>
                  <a:pt x="4461077" y="47511"/>
                </a:lnTo>
                <a:lnTo>
                  <a:pt x="4461505" y="47581"/>
                </a:lnTo>
                <a:lnTo>
                  <a:pt x="4461932" y="47634"/>
                </a:lnTo>
                <a:lnTo>
                  <a:pt x="4462353" y="47673"/>
                </a:lnTo>
                <a:lnTo>
                  <a:pt x="4462767" y="47698"/>
                </a:lnTo>
                <a:lnTo>
                  <a:pt x="4463169" y="47714"/>
                </a:lnTo>
                <a:lnTo>
                  <a:pt x="4463556" y="47721"/>
                </a:lnTo>
                <a:lnTo>
                  <a:pt x="4463926" y="47724"/>
                </a:lnTo>
                <a:lnTo>
                  <a:pt x="4464275" y="47725"/>
                </a:lnTo>
                <a:lnTo>
                  <a:pt x="4472953" y="47725"/>
                </a:lnTo>
                <a:lnTo>
                  <a:pt x="4472953" y="97009"/>
                </a:lnTo>
                <a:lnTo>
                  <a:pt x="4473021" y="99249"/>
                </a:lnTo>
                <a:lnTo>
                  <a:pt x="4473223" y="101349"/>
                </a:lnTo>
                <a:lnTo>
                  <a:pt x="4473552" y="103312"/>
                </a:lnTo>
                <a:lnTo>
                  <a:pt x="4474003" y="105143"/>
                </a:lnTo>
                <a:lnTo>
                  <a:pt x="4474571" y="106845"/>
                </a:lnTo>
                <a:lnTo>
                  <a:pt x="4475251" y="108423"/>
                </a:lnTo>
                <a:lnTo>
                  <a:pt x="4476036" y="109880"/>
                </a:lnTo>
                <a:lnTo>
                  <a:pt x="4476922" y="111222"/>
                </a:lnTo>
                <a:lnTo>
                  <a:pt x="4477903" y="112451"/>
                </a:lnTo>
                <a:lnTo>
                  <a:pt x="4478974" y="113571"/>
                </a:lnTo>
                <a:lnTo>
                  <a:pt x="4480129" y="114587"/>
                </a:lnTo>
                <a:lnTo>
                  <a:pt x="4481362" y="115503"/>
                </a:lnTo>
                <a:lnTo>
                  <a:pt x="4482669" y="116322"/>
                </a:lnTo>
                <a:lnTo>
                  <a:pt x="4484044" y="117050"/>
                </a:lnTo>
                <a:lnTo>
                  <a:pt x="4485481" y="117688"/>
                </a:lnTo>
                <a:lnTo>
                  <a:pt x="4486975" y="118243"/>
                </a:lnTo>
                <a:lnTo>
                  <a:pt x="4488521" y="118717"/>
                </a:lnTo>
                <a:lnTo>
                  <a:pt x="4490113" y="119115"/>
                </a:lnTo>
                <a:lnTo>
                  <a:pt x="4491746" y="119441"/>
                </a:lnTo>
                <a:lnTo>
                  <a:pt x="4493413" y="119699"/>
                </a:lnTo>
                <a:lnTo>
                  <a:pt x="4495111" y="119892"/>
                </a:lnTo>
                <a:lnTo>
                  <a:pt x="4496833" y="120025"/>
                </a:lnTo>
                <a:lnTo>
                  <a:pt x="4498574" y="120102"/>
                </a:lnTo>
                <a:lnTo>
                  <a:pt x="4500329" y="120127"/>
                </a:lnTo>
                <a:lnTo>
                  <a:pt x="4501317" y="120117"/>
                </a:lnTo>
                <a:lnTo>
                  <a:pt x="4502305" y="120086"/>
                </a:lnTo>
                <a:lnTo>
                  <a:pt x="4503292" y="120034"/>
                </a:lnTo>
                <a:lnTo>
                  <a:pt x="4504278" y="119959"/>
                </a:lnTo>
                <a:lnTo>
                  <a:pt x="4505262" y="119862"/>
                </a:lnTo>
                <a:lnTo>
                  <a:pt x="4506245" y="119742"/>
                </a:lnTo>
                <a:lnTo>
                  <a:pt x="4507226" y="119597"/>
                </a:lnTo>
                <a:lnTo>
                  <a:pt x="4508205" y="119427"/>
                </a:lnTo>
                <a:lnTo>
                  <a:pt x="4509181" y="119233"/>
                </a:lnTo>
                <a:lnTo>
                  <a:pt x="4510154" y="119012"/>
                </a:lnTo>
                <a:lnTo>
                  <a:pt x="4511123" y="118764"/>
                </a:lnTo>
                <a:lnTo>
                  <a:pt x="4512089" y="118489"/>
                </a:lnTo>
                <a:lnTo>
                  <a:pt x="4513051" y="118185"/>
                </a:lnTo>
                <a:lnTo>
                  <a:pt x="4514008" y="117853"/>
                </a:lnTo>
                <a:lnTo>
                  <a:pt x="4514961" y="117492"/>
                </a:lnTo>
                <a:lnTo>
                  <a:pt x="4515909" y="117100"/>
                </a:lnTo>
                <a:lnTo>
                  <a:pt x="4516851" y="116677"/>
                </a:lnTo>
                <a:lnTo>
                  <a:pt x="4517788" y="116224"/>
                </a:lnTo>
                <a:lnTo>
                  <a:pt x="4518718" y="115737"/>
                </a:lnTo>
                <a:lnTo>
                  <a:pt x="4519643" y="115219"/>
                </a:lnTo>
                <a:lnTo>
                  <a:pt x="4520560" y="114666"/>
                </a:lnTo>
                <a:lnTo>
                  <a:pt x="4521471" y="114080"/>
                </a:lnTo>
                <a:lnTo>
                  <a:pt x="4522374" y="113458"/>
                </a:lnTo>
                <a:lnTo>
                  <a:pt x="4523269" y="112801"/>
                </a:lnTo>
                <a:lnTo>
                  <a:pt x="4523313" y="113544"/>
                </a:lnTo>
                <a:lnTo>
                  <a:pt x="4523395" y="114225"/>
                </a:lnTo>
                <a:lnTo>
                  <a:pt x="4523514" y="114847"/>
                </a:lnTo>
                <a:lnTo>
                  <a:pt x="4523667" y="115412"/>
                </a:lnTo>
                <a:lnTo>
                  <a:pt x="4523852" y="115923"/>
                </a:lnTo>
                <a:lnTo>
                  <a:pt x="4524068" y="116383"/>
                </a:lnTo>
                <a:lnTo>
                  <a:pt x="4524312" y="116795"/>
                </a:lnTo>
                <a:lnTo>
                  <a:pt x="4524584" y="117161"/>
                </a:lnTo>
                <a:lnTo>
                  <a:pt x="4524879" y="117485"/>
                </a:lnTo>
                <a:lnTo>
                  <a:pt x="4525198" y="117767"/>
                </a:lnTo>
                <a:lnTo>
                  <a:pt x="4525538" y="118013"/>
                </a:lnTo>
                <a:lnTo>
                  <a:pt x="4525897" y="118223"/>
                </a:lnTo>
                <a:lnTo>
                  <a:pt x="4526272" y="118401"/>
                </a:lnTo>
                <a:lnTo>
                  <a:pt x="4526663" y="118549"/>
                </a:lnTo>
                <a:lnTo>
                  <a:pt x="4527067" y="118670"/>
                </a:lnTo>
                <a:lnTo>
                  <a:pt x="4527483" y="118768"/>
                </a:lnTo>
                <a:lnTo>
                  <a:pt x="4527908" y="118844"/>
                </a:lnTo>
                <a:lnTo>
                  <a:pt x="4528340" y="118900"/>
                </a:lnTo>
                <a:lnTo>
                  <a:pt x="4528778" y="118941"/>
                </a:lnTo>
                <a:lnTo>
                  <a:pt x="4529219" y="118969"/>
                </a:lnTo>
                <a:lnTo>
                  <a:pt x="4529662" y="118985"/>
                </a:lnTo>
                <a:lnTo>
                  <a:pt x="4530105" y="118994"/>
                </a:lnTo>
                <a:lnTo>
                  <a:pt x="4530546" y="118997"/>
                </a:lnTo>
                <a:lnTo>
                  <a:pt x="4530982" y="118997"/>
                </a:lnTo>
                <a:lnTo>
                  <a:pt x="4545056" y="118997"/>
                </a:lnTo>
                <a:lnTo>
                  <a:pt x="4545450" y="118997"/>
                </a:lnTo>
                <a:lnTo>
                  <a:pt x="4545859" y="118994"/>
                </a:lnTo>
                <a:lnTo>
                  <a:pt x="4546281" y="118986"/>
                </a:lnTo>
                <a:lnTo>
                  <a:pt x="4546713" y="118970"/>
                </a:lnTo>
                <a:lnTo>
                  <a:pt x="4547151" y="118943"/>
                </a:lnTo>
                <a:lnTo>
                  <a:pt x="4547593" y="118904"/>
                </a:lnTo>
                <a:lnTo>
                  <a:pt x="4548035" y="118849"/>
                </a:lnTo>
                <a:lnTo>
                  <a:pt x="4548477" y="118776"/>
                </a:lnTo>
                <a:lnTo>
                  <a:pt x="4548913" y="118682"/>
                </a:lnTo>
                <a:lnTo>
                  <a:pt x="4549342" y="118565"/>
                </a:lnTo>
                <a:lnTo>
                  <a:pt x="4549760" y="118422"/>
                </a:lnTo>
                <a:lnTo>
                  <a:pt x="4550165" y="118250"/>
                </a:lnTo>
                <a:lnTo>
                  <a:pt x="4550554" y="118048"/>
                </a:lnTo>
                <a:lnTo>
                  <a:pt x="4550924" y="117811"/>
                </a:lnTo>
                <a:lnTo>
                  <a:pt x="4551273" y="117538"/>
                </a:lnTo>
                <a:lnTo>
                  <a:pt x="4551597" y="117227"/>
                </a:lnTo>
                <a:lnTo>
                  <a:pt x="4551893" y="116874"/>
                </a:lnTo>
                <a:lnTo>
                  <a:pt x="4552159" y="116476"/>
                </a:lnTo>
                <a:lnTo>
                  <a:pt x="4552392" y="116033"/>
                </a:lnTo>
                <a:lnTo>
                  <a:pt x="4552589" y="115539"/>
                </a:lnTo>
                <a:lnTo>
                  <a:pt x="4552747" y="114994"/>
                </a:lnTo>
                <a:lnTo>
                  <a:pt x="4552864" y="114395"/>
                </a:lnTo>
                <a:lnTo>
                  <a:pt x="4552936" y="113738"/>
                </a:lnTo>
                <a:lnTo>
                  <a:pt x="4552960" y="113022"/>
                </a:lnTo>
                <a:lnTo>
                  <a:pt x="4552935" y="112329"/>
                </a:lnTo>
                <a:lnTo>
                  <a:pt x="4552860" y="111693"/>
                </a:lnTo>
                <a:lnTo>
                  <a:pt x="4552740" y="111113"/>
                </a:lnTo>
                <a:lnTo>
                  <a:pt x="4552576" y="110585"/>
                </a:lnTo>
                <a:lnTo>
                  <a:pt x="4552374" y="110108"/>
                </a:lnTo>
                <a:lnTo>
                  <a:pt x="4552135" y="109678"/>
                </a:lnTo>
                <a:close/>
                <a:moveTo>
                  <a:pt x="2925886" y="60782"/>
                </a:moveTo>
                <a:lnTo>
                  <a:pt x="2924851" y="58273"/>
                </a:lnTo>
                <a:lnTo>
                  <a:pt x="2923681" y="55857"/>
                </a:lnTo>
                <a:lnTo>
                  <a:pt x="2922379" y="53540"/>
                </a:lnTo>
                <a:lnTo>
                  <a:pt x="2920953" y="51329"/>
                </a:lnTo>
                <a:lnTo>
                  <a:pt x="2919409" y="49228"/>
                </a:lnTo>
                <a:lnTo>
                  <a:pt x="2917752" y="47246"/>
                </a:lnTo>
                <a:lnTo>
                  <a:pt x="2915989" y="45386"/>
                </a:lnTo>
                <a:lnTo>
                  <a:pt x="2914125" y="43657"/>
                </a:lnTo>
                <a:lnTo>
                  <a:pt x="2912167" y="42063"/>
                </a:lnTo>
                <a:lnTo>
                  <a:pt x="2910121" y="40610"/>
                </a:lnTo>
                <a:lnTo>
                  <a:pt x="2907992" y="39306"/>
                </a:lnTo>
                <a:lnTo>
                  <a:pt x="2905788" y="38156"/>
                </a:lnTo>
                <a:lnTo>
                  <a:pt x="2903512" y="37166"/>
                </a:lnTo>
                <a:lnTo>
                  <a:pt x="2901173" y="36343"/>
                </a:lnTo>
                <a:lnTo>
                  <a:pt x="2898775" y="35691"/>
                </a:lnTo>
                <a:lnTo>
                  <a:pt x="2896325" y="35219"/>
                </a:lnTo>
                <a:lnTo>
                  <a:pt x="2893829" y="34930"/>
                </a:lnTo>
                <a:lnTo>
                  <a:pt x="2891293" y="34833"/>
                </a:lnTo>
                <a:lnTo>
                  <a:pt x="2890139" y="34851"/>
                </a:lnTo>
                <a:lnTo>
                  <a:pt x="2888992" y="34905"/>
                </a:lnTo>
                <a:lnTo>
                  <a:pt x="2887853" y="34994"/>
                </a:lnTo>
                <a:lnTo>
                  <a:pt x="2886721" y="35118"/>
                </a:lnTo>
                <a:lnTo>
                  <a:pt x="2885598" y="35276"/>
                </a:lnTo>
                <a:lnTo>
                  <a:pt x="2884485" y="35469"/>
                </a:lnTo>
                <a:lnTo>
                  <a:pt x="2883381" y="35695"/>
                </a:lnTo>
                <a:lnTo>
                  <a:pt x="2882289" y="35954"/>
                </a:lnTo>
                <a:lnTo>
                  <a:pt x="2881207" y="36247"/>
                </a:lnTo>
                <a:lnTo>
                  <a:pt x="2880138" y="36571"/>
                </a:lnTo>
                <a:lnTo>
                  <a:pt x="2879081" y="36928"/>
                </a:lnTo>
                <a:lnTo>
                  <a:pt x="2878038" y="37316"/>
                </a:lnTo>
                <a:lnTo>
                  <a:pt x="2877009" y="37735"/>
                </a:lnTo>
                <a:lnTo>
                  <a:pt x="2875994" y="38185"/>
                </a:lnTo>
                <a:lnTo>
                  <a:pt x="2874995" y="38666"/>
                </a:lnTo>
                <a:lnTo>
                  <a:pt x="2874012" y="39176"/>
                </a:lnTo>
                <a:lnTo>
                  <a:pt x="2873046" y="39715"/>
                </a:lnTo>
                <a:lnTo>
                  <a:pt x="2872097" y="40284"/>
                </a:lnTo>
                <a:lnTo>
                  <a:pt x="2871166" y="40881"/>
                </a:lnTo>
                <a:lnTo>
                  <a:pt x="2870254" y="41507"/>
                </a:lnTo>
                <a:lnTo>
                  <a:pt x="2869361" y="42160"/>
                </a:lnTo>
                <a:lnTo>
                  <a:pt x="2868488" y="42841"/>
                </a:lnTo>
                <a:lnTo>
                  <a:pt x="2867636" y="43549"/>
                </a:lnTo>
                <a:lnTo>
                  <a:pt x="2866806" y="44283"/>
                </a:lnTo>
                <a:lnTo>
                  <a:pt x="2866803" y="43595"/>
                </a:lnTo>
                <a:lnTo>
                  <a:pt x="2866794" y="42939"/>
                </a:lnTo>
                <a:lnTo>
                  <a:pt x="2866775" y="42312"/>
                </a:lnTo>
                <a:lnTo>
                  <a:pt x="2866743" y="41715"/>
                </a:lnTo>
                <a:lnTo>
                  <a:pt x="2866696" y="41149"/>
                </a:lnTo>
                <a:lnTo>
                  <a:pt x="2866631" y="40612"/>
                </a:lnTo>
                <a:lnTo>
                  <a:pt x="2866545" y="40105"/>
                </a:lnTo>
                <a:lnTo>
                  <a:pt x="2866435" y="39628"/>
                </a:lnTo>
                <a:lnTo>
                  <a:pt x="2866298" y="39181"/>
                </a:lnTo>
                <a:lnTo>
                  <a:pt x="2866131" y="38763"/>
                </a:lnTo>
                <a:lnTo>
                  <a:pt x="2865932" y="38375"/>
                </a:lnTo>
                <a:lnTo>
                  <a:pt x="2865698" y="38016"/>
                </a:lnTo>
                <a:lnTo>
                  <a:pt x="2865425" y="37686"/>
                </a:lnTo>
                <a:lnTo>
                  <a:pt x="2865112" y="37385"/>
                </a:lnTo>
                <a:lnTo>
                  <a:pt x="2864754" y="37114"/>
                </a:lnTo>
                <a:lnTo>
                  <a:pt x="2864350" y="36871"/>
                </a:lnTo>
                <a:lnTo>
                  <a:pt x="2863896" y="36657"/>
                </a:lnTo>
                <a:lnTo>
                  <a:pt x="2863391" y="36473"/>
                </a:lnTo>
                <a:lnTo>
                  <a:pt x="2862829" y="36316"/>
                </a:lnTo>
                <a:lnTo>
                  <a:pt x="2862210" y="36189"/>
                </a:lnTo>
                <a:lnTo>
                  <a:pt x="2861530" y="36090"/>
                </a:lnTo>
                <a:lnTo>
                  <a:pt x="2860786" y="36019"/>
                </a:lnTo>
                <a:lnTo>
                  <a:pt x="2859975" y="35977"/>
                </a:lnTo>
                <a:lnTo>
                  <a:pt x="2859096" y="35963"/>
                </a:lnTo>
                <a:lnTo>
                  <a:pt x="2845022" y="35963"/>
                </a:lnTo>
                <a:lnTo>
                  <a:pt x="2844628" y="35963"/>
                </a:lnTo>
                <a:lnTo>
                  <a:pt x="2844218" y="35966"/>
                </a:lnTo>
                <a:lnTo>
                  <a:pt x="2843796" y="35974"/>
                </a:lnTo>
                <a:lnTo>
                  <a:pt x="2843365" y="35990"/>
                </a:lnTo>
                <a:lnTo>
                  <a:pt x="2842927" y="36017"/>
                </a:lnTo>
                <a:lnTo>
                  <a:pt x="2842485" y="36056"/>
                </a:lnTo>
                <a:lnTo>
                  <a:pt x="2842042" y="36111"/>
                </a:lnTo>
                <a:lnTo>
                  <a:pt x="2841601" y="36184"/>
                </a:lnTo>
                <a:lnTo>
                  <a:pt x="2841165" y="36278"/>
                </a:lnTo>
                <a:lnTo>
                  <a:pt x="2840736" y="36395"/>
                </a:lnTo>
                <a:lnTo>
                  <a:pt x="2840318" y="36538"/>
                </a:lnTo>
                <a:lnTo>
                  <a:pt x="2839913" y="36710"/>
                </a:lnTo>
                <a:lnTo>
                  <a:pt x="2839524" y="36913"/>
                </a:lnTo>
                <a:lnTo>
                  <a:pt x="2839153" y="37149"/>
                </a:lnTo>
                <a:lnTo>
                  <a:pt x="2838805" y="37422"/>
                </a:lnTo>
                <a:lnTo>
                  <a:pt x="2838481" y="37734"/>
                </a:lnTo>
                <a:lnTo>
                  <a:pt x="2838185" y="38087"/>
                </a:lnTo>
                <a:lnTo>
                  <a:pt x="2837919" y="38485"/>
                </a:lnTo>
                <a:lnTo>
                  <a:pt x="2837686" y="38929"/>
                </a:lnTo>
                <a:lnTo>
                  <a:pt x="2837489" y="39422"/>
                </a:lnTo>
                <a:lnTo>
                  <a:pt x="2837331" y="39968"/>
                </a:lnTo>
                <a:lnTo>
                  <a:pt x="2837214" y="40567"/>
                </a:lnTo>
                <a:lnTo>
                  <a:pt x="2837142" y="41224"/>
                </a:lnTo>
                <a:lnTo>
                  <a:pt x="2837118" y="41941"/>
                </a:lnTo>
                <a:lnTo>
                  <a:pt x="2837143" y="42634"/>
                </a:lnTo>
                <a:lnTo>
                  <a:pt x="2837218" y="43270"/>
                </a:lnTo>
                <a:lnTo>
                  <a:pt x="2837338" y="43850"/>
                </a:lnTo>
                <a:lnTo>
                  <a:pt x="2837501" y="44378"/>
                </a:lnTo>
                <a:lnTo>
                  <a:pt x="2837704" y="44855"/>
                </a:lnTo>
                <a:lnTo>
                  <a:pt x="2837943" y="45285"/>
                </a:lnTo>
                <a:lnTo>
                  <a:pt x="2838215" y="45669"/>
                </a:lnTo>
                <a:lnTo>
                  <a:pt x="2838517" y="46011"/>
                </a:lnTo>
                <a:lnTo>
                  <a:pt x="2838846" y="46313"/>
                </a:lnTo>
                <a:lnTo>
                  <a:pt x="2839198" y="46577"/>
                </a:lnTo>
                <a:lnTo>
                  <a:pt x="2839571" y="46806"/>
                </a:lnTo>
                <a:lnTo>
                  <a:pt x="2839961" y="47002"/>
                </a:lnTo>
                <a:lnTo>
                  <a:pt x="2840365" y="47168"/>
                </a:lnTo>
                <a:lnTo>
                  <a:pt x="2840780" y="47306"/>
                </a:lnTo>
                <a:lnTo>
                  <a:pt x="2841203" y="47420"/>
                </a:lnTo>
                <a:lnTo>
                  <a:pt x="2841630" y="47511"/>
                </a:lnTo>
                <a:lnTo>
                  <a:pt x="2842059" y="47581"/>
                </a:lnTo>
                <a:lnTo>
                  <a:pt x="2842485" y="47634"/>
                </a:lnTo>
                <a:lnTo>
                  <a:pt x="2842907" y="47673"/>
                </a:lnTo>
                <a:lnTo>
                  <a:pt x="2843320" y="47698"/>
                </a:lnTo>
                <a:lnTo>
                  <a:pt x="2843722" y="47714"/>
                </a:lnTo>
                <a:lnTo>
                  <a:pt x="2844110" y="47721"/>
                </a:lnTo>
                <a:lnTo>
                  <a:pt x="2844479" y="47724"/>
                </a:lnTo>
                <a:lnTo>
                  <a:pt x="2844828" y="47725"/>
                </a:lnTo>
                <a:lnTo>
                  <a:pt x="2853506" y="47725"/>
                </a:lnTo>
                <a:lnTo>
                  <a:pt x="2853506" y="149979"/>
                </a:lnTo>
                <a:lnTo>
                  <a:pt x="2845022" y="149979"/>
                </a:lnTo>
                <a:lnTo>
                  <a:pt x="2844628" y="149980"/>
                </a:lnTo>
                <a:lnTo>
                  <a:pt x="2844218" y="149983"/>
                </a:lnTo>
                <a:lnTo>
                  <a:pt x="2843796" y="149991"/>
                </a:lnTo>
                <a:lnTo>
                  <a:pt x="2843365" y="150007"/>
                </a:lnTo>
                <a:lnTo>
                  <a:pt x="2842927" y="150033"/>
                </a:lnTo>
                <a:lnTo>
                  <a:pt x="2842485" y="150073"/>
                </a:lnTo>
                <a:lnTo>
                  <a:pt x="2842042" y="150127"/>
                </a:lnTo>
                <a:lnTo>
                  <a:pt x="2841601" y="150201"/>
                </a:lnTo>
                <a:lnTo>
                  <a:pt x="2841165" y="150294"/>
                </a:lnTo>
                <a:lnTo>
                  <a:pt x="2840736" y="150411"/>
                </a:lnTo>
                <a:lnTo>
                  <a:pt x="2840318" y="150555"/>
                </a:lnTo>
                <a:lnTo>
                  <a:pt x="2839913" y="150726"/>
                </a:lnTo>
                <a:lnTo>
                  <a:pt x="2839524" y="150929"/>
                </a:lnTo>
                <a:lnTo>
                  <a:pt x="2839153" y="151165"/>
                </a:lnTo>
                <a:lnTo>
                  <a:pt x="2838805" y="151438"/>
                </a:lnTo>
                <a:lnTo>
                  <a:pt x="2838481" y="151750"/>
                </a:lnTo>
                <a:lnTo>
                  <a:pt x="2838185" y="152103"/>
                </a:lnTo>
                <a:lnTo>
                  <a:pt x="2837919" y="152500"/>
                </a:lnTo>
                <a:lnTo>
                  <a:pt x="2837686" y="152944"/>
                </a:lnTo>
                <a:lnTo>
                  <a:pt x="2837489" y="153437"/>
                </a:lnTo>
                <a:lnTo>
                  <a:pt x="2837331" y="153982"/>
                </a:lnTo>
                <a:lnTo>
                  <a:pt x="2837214" y="154582"/>
                </a:lnTo>
                <a:lnTo>
                  <a:pt x="2837142" y="155238"/>
                </a:lnTo>
                <a:lnTo>
                  <a:pt x="2837118" y="155954"/>
                </a:lnTo>
                <a:lnTo>
                  <a:pt x="2837143" y="156648"/>
                </a:lnTo>
                <a:lnTo>
                  <a:pt x="2837218" y="157283"/>
                </a:lnTo>
                <a:lnTo>
                  <a:pt x="2837338" y="157864"/>
                </a:lnTo>
                <a:lnTo>
                  <a:pt x="2837501" y="158391"/>
                </a:lnTo>
                <a:lnTo>
                  <a:pt x="2837704" y="158869"/>
                </a:lnTo>
                <a:lnTo>
                  <a:pt x="2837943" y="159298"/>
                </a:lnTo>
                <a:lnTo>
                  <a:pt x="2838215" y="159683"/>
                </a:lnTo>
                <a:lnTo>
                  <a:pt x="2838517" y="160025"/>
                </a:lnTo>
                <a:lnTo>
                  <a:pt x="2838846" y="160326"/>
                </a:lnTo>
                <a:lnTo>
                  <a:pt x="2839198" y="160590"/>
                </a:lnTo>
                <a:lnTo>
                  <a:pt x="2839571" y="160819"/>
                </a:lnTo>
                <a:lnTo>
                  <a:pt x="2839961" y="161015"/>
                </a:lnTo>
                <a:lnTo>
                  <a:pt x="2840365" y="161181"/>
                </a:lnTo>
                <a:lnTo>
                  <a:pt x="2840780" y="161320"/>
                </a:lnTo>
                <a:lnTo>
                  <a:pt x="2841203" y="161433"/>
                </a:lnTo>
                <a:lnTo>
                  <a:pt x="2841630" y="161524"/>
                </a:lnTo>
                <a:lnTo>
                  <a:pt x="2842059" y="161595"/>
                </a:lnTo>
                <a:lnTo>
                  <a:pt x="2842485" y="161648"/>
                </a:lnTo>
                <a:lnTo>
                  <a:pt x="2842907" y="161686"/>
                </a:lnTo>
                <a:lnTo>
                  <a:pt x="2843320" y="161712"/>
                </a:lnTo>
                <a:lnTo>
                  <a:pt x="2843722" y="161727"/>
                </a:lnTo>
                <a:lnTo>
                  <a:pt x="2844110" y="161735"/>
                </a:lnTo>
                <a:lnTo>
                  <a:pt x="2844479" y="161738"/>
                </a:lnTo>
                <a:lnTo>
                  <a:pt x="2844828" y="161738"/>
                </a:lnTo>
                <a:lnTo>
                  <a:pt x="2875484" y="161738"/>
                </a:lnTo>
                <a:lnTo>
                  <a:pt x="2875833" y="161738"/>
                </a:lnTo>
                <a:lnTo>
                  <a:pt x="2876203" y="161735"/>
                </a:lnTo>
                <a:lnTo>
                  <a:pt x="2876590" y="161727"/>
                </a:lnTo>
                <a:lnTo>
                  <a:pt x="2876992" y="161712"/>
                </a:lnTo>
                <a:lnTo>
                  <a:pt x="2877405" y="161686"/>
                </a:lnTo>
                <a:lnTo>
                  <a:pt x="2877827" y="161648"/>
                </a:lnTo>
                <a:lnTo>
                  <a:pt x="2878254" y="161595"/>
                </a:lnTo>
                <a:lnTo>
                  <a:pt x="2878682" y="161524"/>
                </a:lnTo>
                <a:lnTo>
                  <a:pt x="2879109" y="161433"/>
                </a:lnTo>
                <a:lnTo>
                  <a:pt x="2879532" y="161320"/>
                </a:lnTo>
                <a:lnTo>
                  <a:pt x="2879947" y="161181"/>
                </a:lnTo>
                <a:lnTo>
                  <a:pt x="2880351" y="161015"/>
                </a:lnTo>
                <a:lnTo>
                  <a:pt x="2880741" y="160819"/>
                </a:lnTo>
                <a:lnTo>
                  <a:pt x="2881114" y="160590"/>
                </a:lnTo>
                <a:lnTo>
                  <a:pt x="2881466" y="160326"/>
                </a:lnTo>
                <a:lnTo>
                  <a:pt x="2881795" y="160025"/>
                </a:lnTo>
                <a:lnTo>
                  <a:pt x="2882097" y="159683"/>
                </a:lnTo>
                <a:lnTo>
                  <a:pt x="2882369" y="159298"/>
                </a:lnTo>
                <a:lnTo>
                  <a:pt x="2882608" y="158869"/>
                </a:lnTo>
                <a:lnTo>
                  <a:pt x="2882811" y="158391"/>
                </a:lnTo>
                <a:lnTo>
                  <a:pt x="2882974" y="157864"/>
                </a:lnTo>
                <a:lnTo>
                  <a:pt x="2883094" y="157283"/>
                </a:lnTo>
                <a:lnTo>
                  <a:pt x="2883169" y="156648"/>
                </a:lnTo>
                <a:lnTo>
                  <a:pt x="2883195" y="155954"/>
                </a:lnTo>
                <a:lnTo>
                  <a:pt x="2883170" y="155238"/>
                </a:lnTo>
                <a:lnTo>
                  <a:pt x="2883098" y="154582"/>
                </a:lnTo>
                <a:lnTo>
                  <a:pt x="2882981" y="153982"/>
                </a:lnTo>
                <a:lnTo>
                  <a:pt x="2882823" y="153437"/>
                </a:lnTo>
                <a:lnTo>
                  <a:pt x="2882626" y="152944"/>
                </a:lnTo>
                <a:lnTo>
                  <a:pt x="2882393" y="152500"/>
                </a:lnTo>
                <a:lnTo>
                  <a:pt x="2882127" y="152103"/>
                </a:lnTo>
                <a:lnTo>
                  <a:pt x="2881831" y="151750"/>
                </a:lnTo>
                <a:lnTo>
                  <a:pt x="2881507" y="151438"/>
                </a:lnTo>
                <a:lnTo>
                  <a:pt x="2881159" y="151165"/>
                </a:lnTo>
                <a:lnTo>
                  <a:pt x="2880789" y="150929"/>
                </a:lnTo>
                <a:lnTo>
                  <a:pt x="2880399" y="150726"/>
                </a:lnTo>
                <a:lnTo>
                  <a:pt x="2879994" y="150555"/>
                </a:lnTo>
                <a:lnTo>
                  <a:pt x="2879576" y="150411"/>
                </a:lnTo>
                <a:lnTo>
                  <a:pt x="2879147" y="150294"/>
                </a:lnTo>
                <a:lnTo>
                  <a:pt x="2878711" y="150201"/>
                </a:lnTo>
                <a:lnTo>
                  <a:pt x="2878270" y="150127"/>
                </a:lnTo>
                <a:lnTo>
                  <a:pt x="2877827" y="150073"/>
                </a:lnTo>
                <a:lnTo>
                  <a:pt x="2877385" y="150033"/>
                </a:lnTo>
                <a:lnTo>
                  <a:pt x="2876947" y="150007"/>
                </a:lnTo>
                <a:lnTo>
                  <a:pt x="2876516" y="149991"/>
                </a:lnTo>
                <a:lnTo>
                  <a:pt x="2876094" y="149983"/>
                </a:lnTo>
                <a:lnTo>
                  <a:pt x="2875684" y="149980"/>
                </a:lnTo>
                <a:lnTo>
                  <a:pt x="2875290" y="149979"/>
                </a:lnTo>
                <a:lnTo>
                  <a:pt x="2866806" y="149979"/>
                </a:lnTo>
                <a:lnTo>
                  <a:pt x="2866806" y="110295"/>
                </a:lnTo>
                <a:lnTo>
                  <a:pt x="2867796" y="111274"/>
                </a:lnTo>
                <a:lnTo>
                  <a:pt x="2868789" y="112190"/>
                </a:lnTo>
                <a:lnTo>
                  <a:pt x="2869783" y="113043"/>
                </a:lnTo>
                <a:lnTo>
                  <a:pt x="2870779" y="113835"/>
                </a:lnTo>
                <a:lnTo>
                  <a:pt x="2871774" y="114570"/>
                </a:lnTo>
                <a:lnTo>
                  <a:pt x="2872768" y="115248"/>
                </a:lnTo>
                <a:lnTo>
                  <a:pt x="2873759" y="115872"/>
                </a:lnTo>
                <a:lnTo>
                  <a:pt x="2874747" y="116444"/>
                </a:lnTo>
                <a:lnTo>
                  <a:pt x="2875730" y="116965"/>
                </a:lnTo>
                <a:lnTo>
                  <a:pt x="2876707" y="117438"/>
                </a:lnTo>
                <a:lnTo>
                  <a:pt x="2877677" y="117865"/>
                </a:lnTo>
                <a:lnTo>
                  <a:pt x="2878640" y="118248"/>
                </a:lnTo>
                <a:lnTo>
                  <a:pt x="2879593" y="118589"/>
                </a:lnTo>
                <a:lnTo>
                  <a:pt x="2880537" y="118889"/>
                </a:lnTo>
                <a:lnTo>
                  <a:pt x="2881469" y="119152"/>
                </a:lnTo>
                <a:lnTo>
                  <a:pt x="2882388" y="119378"/>
                </a:lnTo>
                <a:lnTo>
                  <a:pt x="2883295" y="119570"/>
                </a:lnTo>
                <a:lnTo>
                  <a:pt x="2884187" y="119730"/>
                </a:lnTo>
                <a:lnTo>
                  <a:pt x="2885063" y="119859"/>
                </a:lnTo>
                <a:lnTo>
                  <a:pt x="2885922" y="119961"/>
                </a:lnTo>
                <a:lnTo>
                  <a:pt x="2886764" y="120037"/>
                </a:lnTo>
                <a:lnTo>
                  <a:pt x="2887587" y="120088"/>
                </a:lnTo>
                <a:lnTo>
                  <a:pt x="2888390" y="120118"/>
                </a:lnTo>
                <a:lnTo>
                  <a:pt x="2889172" y="120127"/>
                </a:lnTo>
                <a:lnTo>
                  <a:pt x="2891786" y="120032"/>
                </a:lnTo>
                <a:lnTo>
                  <a:pt x="2894368" y="119753"/>
                </a:lnTo>
                <a:lnTo>
                  <a:pt x="2896912" y="119293"/>
                </a:lnTo>
                <a:lnTo>
                  <a:pt x="2899410" y="118658"/>
                </a:lnTo>
                <a:lnTo>
                  <a:pt x="2901856" y="117853"/>
                </a:lnTo>
                <a:lnTo>
                  <a:pt x="2904242" y="116885"/>
                </a:lnTo>
                <a:lnTo>
                  <a:pt x="2906562" y="115757"/>
                </a:lnTo>
                <a:lnTo>
                  <a:pt x="2908808" y="114476"/>
                </a:lnTo>
                <a:lnTo>
                  <a:pt x="2910972" y="113046"/>
                </a:lnTo>
                <a:lnTo>
                  <a:pt x="2913049" y="111473"/>
                </a:lnTo>
                <a:lnTo>
                  <a:pt x="2915030" y="109762"/>
                </a:lnTo>
                <a:lnTo>
                  <a:pt x="2916909" y="107918"/>
                </a:lnTo>
                <a:lnTo>
                  <a:pt x="2918679" y="105948"/>
                </a:lnTo>
                <a:lnTo>
                  <a:pt x="2920332" y="103855"/>
                </a:lnTo>
                <a:lnTo>
                  <a:pt x="2921861" y="101645"/>
                </a:lnTo>
                <a:lnTo>
                  <a:pt x="2923259" y="99324"/>
                </a:lnTo>
                <a:lnTo>
                  <a:pt x="2924520" y="96896"/>
                </a:lnTo>
                <a:lnTo>
                  <a:pt x="2925636" y="94368"/>
                </a:lnTo>
                <a:lnTo>
                  <a:pt x="2926599" y="91744"/>
                </a:lnTo>
                <a:lnTo>
                  <a:pt x="2927404" y="89030"/>
                </a:lnTo>
                <a:lnTo>
                  <a:pt x="2928042" y="86230"/>
                </a:lnTo>
                <a:lnTo>
                  <a:pt x="2928506" y="83351"/>
                </a:lnTo>
                <a:lnTo>
                  <a:pt x="2928790" y="80397"/>
                </a:lnTo>
                <a:lnTo>
                  <a:pt x="2928885" y="77408"/>
                </a:lnTo>
                <a:lnTo>
                  <a:pt x="2928798" y="74506"/>
                </a:lnTo>
                <a:lnTo>
                  <a:pt x="2928537" y="71624"/>
                </a:lnTo>
                <a:lnTo>
                  <a:pt x="2928109" y="68805"/>
                </a:lnTo>
                <a:lnTo>
                  <a:pt x="2927520" y="66054"/>
                </a:lnTo>
                <a:lnTo>
                  <a:pt x="2926777" y="63377"/>
                </a:lnTo>
                <a:lnTo>
                  <a:pt x="2925886" y="60782"/>
                </a:lnTo>
                <a:close/>
                <a:moveTo>
                  <a:pt x="2914521" y="86086"/>
                </a:moveTo>
                <a:lnTo>
                  <a:pt x="2913948" y="88087"/>
                </a:lnTo>
                <a:lnTo>
                  <a:pt x="2913264" y="90013"/>
                </a:lnTo>
                <a:lnTo>
                  <a:pt x="2912474" y="91858"/>
                </a:lnTo>
                <a:lnTo>
                  <a:pt x="2911585" y="93622"/>
                </a:lnTo>
                <a:lnTo>
                  <a:pt x="2910602" y="95301"/>
                </a:lnTo>
                <a:lnTo>
                  <a:pt x="2909531" y="96892"/>
                </a:lnTo>
                <a:lnTo>
                  <a:pt x="2908378" y="98393"/>
                </a:lnTo>
                <a:lnTo>
                  <a:pt x="2907149" y="99800"/>
                </a:lnTo>
                <a:lnTo>
                  <a:pt x="2905850" y="101111"/>
                </a:lnTo>
                <a:lnTo>
                  <a:pt x="2904486" y="102323"/>
                </a:lnTo>
                <a:lnTo>
                  <a:pt x="2903064" y="103434"/>
                </a:lnTo>
                <a:lnTo>
                  <a:pt x="2901589" y="104439"/>
                </a:lnTo>
                <a:lnTo>
                  <a:pt x="2900067" y="105336"/>
                </a:lnTo>
                <a:lnTo>
                  <a:pt x="2898504" y="106124"/>
                </a:lnTo>
                <a:lnTo>
                  <a:pt x="2896906" y="106798"/>
                </a:lnTo>
                <a:lnTo>
                  <a:pt x="2895278" y="107355"/>
                </a:lnTo>
                <a:lnTo>
                  <a:pt x="2893628" y="107794"/>
                </a:lnTo>
                <a:lnTo>
                  <a:pt x="2891959" y="108111"/>
                </a:lnTo>
                <a:lnTo>
                  <a:pt x="2890279" y="108303"/>
                </a:lnTo>
                <a:lnTo>
                  <a:pt x="2888593" y="108368"/>
                </a:lnTo>
                <a:lnTo>
                  <a:pt x="2886756" y="108281"/>
                </a:lnTo>
                <a:lnTo>
                  <a:pt x="2885005" y="108029"/>
                </a:lnTo>
                <a:lnTo>
                  <a:pt x="2883339" y="107622"/>
                </a:lnTo>
                <a:lnTo>
                  <a:pt x="2881757" y="107070"/>
                </a:lnTo>
                <a:lnTo>
                  <a:pt x="2880259" y="106385"/>
                </a:lnTo>
                <a:lnTo>
                  <a:pt x="2878844" y="105576"/>
                </a:lnTo>
                <a:lnTo>
                  <a:pt x="2877512" y="104655"/>
                </a:lnTo>
                <a:lnTo>
                  <a:pt x="2876261" y="103633"/>
                </a:lnTo>
                <a:lnTo>
                  <a:pt x="2875091" y="102520"/>
                </a:lnTo>
                <a:lnTo>
                  <a:pt x="2874001" y="101326"/>
                </a:lnTo>
                <a:lnTo>
                  <a:pt x="2872991" y="100063"/>
                </a:lnTo>
                <a:lnTo>
                  <a:pt x="2872060" y="98741"/>
                </a:lnTo>
                <a:lnTo>
                  <a:pt x="2871207" y="97371"/>
                </a:lnTo>
                <a:lnTo>
                  <a:pt x="2870432" y="95964"/>
                </a:lnTo>
                <a:lnTo>
                  <a:pt x="2869734" y="94530"/>
                </a:lnTo>
                <a:lnTo>
                  <a:pt x="2869112" y="93080"/>
                </a:lnTo>
                <a:lnTo>
                  <a:pt x="2868566" y="91624"/>
                </a:lnTo>
                <a:lnTo>
                  <a:pt x="2868095" y="90174"/>
                </a:lnTo>
                <a:lnTo>
                  <a:pt x="2867699" y="88740"/>
                </a:lnTo>
                <a:lnTo>
                  <a:pt x="2867375" y="87332"/>
                </a:lnTo>
                <a:lnTo>
                  <a:pt x="2867125" y="85962"/>
                </a:lnTo>
                <a:lnTo>
                  <a:pt x="2866947" y="84641"/>
                </a:lnTo>
                <a:lnTo>
                  <a:pt x="2866841" y="83378"/>
                </a:lnTo>
                <a:lnTo>
                  <a:pt x="2866806" y="82184"/>
                </a:lnTo>
                <a:lnTo>
                  <a:pt x="2866806" y="68133"/>
                </a:lnTo>
                <a:lnTo>
                  <a:pt x="2866863" y="66725"/>
                </a:lnTo>
                <a:lnTo>
                  <a:pt x="2867033" y="65332"/>
                </a:lnTo>
                <a:lnTo>
                  <a:pt x="2867310" y="63958"/>
                </a:lnTo>
                <a:lnTo>
                  <a:pt x="2867691" y="62608"/>
                </a:lnTo>
                <a:lnTo>
                  <a:pt x="2868170" y="61285"/>
                </a:lnTo>
                <a:lnTo>
                  <a:pt x="2868743" y="59993"/>
                </a:lnTo>
                <a:lnTo>
                  <a:pt x="2869407" y="58737"/>
                </a:lnTo>
                <a:lnTo>
                  <a:pt x="2870155" y="57519"/>
                </a:lnTo>
                <a:lnTo>
                  <a:pt x="2870985" y="56345"/>
                </a:lnTo>
                <a:lnTo>
                  <a:pt x="2871892" y="55218"/>
                </a:lnTo>
                <a:lnTo>
                  <a:pt x="2872870" y="54141"/>
                </a:lnTo>
                <a:lnTo>
                  <a:pt x="2873916" y="53120"/>
                </a:lnTo>
                <a:lnTo>
                  <a:pt x="2875026" y="52158"/>
                </a:lnTo>
                <a:lnTo>
                  <a:pt x="2876194" y="51258"/>
                </a:lnTo>
                <a:lnTo>
                  <a:pt x="2877416" y="50426"/>
                </a:lnTo>
                <a:lnTo>
                  <a:pt x="2878689" y="49664"/>
                </a:lnTo>
                <a:lnTo>
                  <a:pt x="2880007" y="48977"/>
                </a:lnTo>
                <a:lnTo>
                  <a:pt x="2881366" y="48369"/>
                </a:lnTo>
                <a:lnTo>
                  <a:pt x="2882762" y="47843"/>
                </a:lnTo>
                <a:lnTo>
                  <a:pt x="2884190" y="47405"/>
                </a:lnTo>
                <a:lnTo>
                  <a:pt x="2885645" y="47056"/>
                </a:lnTo>
                <a:lnTo>
                  <a:pt x="2887124" y="46803"/>
                </a:lnTo>
                <a:lnTo>
                  <a:pt x="2888622" y="46648"/>
                </a:lnTo>
                <a:lnTo>
                  <a:pt x="2890134" y="46595"/>
                </a:lnTo>
                <a:lnTo>
                  <a:pt x="2891901" y="46668"/>
                </a:lnTo>
                <a:lnTo>
                  <a:pt x="2893632" y="46882"/>
                </a:lnTo>
                <a:lnTo>
                  <a:pt x="2895324" y="47233"/>
                </a:lnTo>
                <a:lnTo>
                  <a:pt x="2896973" y="47715"/>
                </a:lnTo>
                <a:lnTo>
                  <a:pt x="2898576" y="48325"/>
                </a:lnTo>
                <a:lnTo>
                  <a:pt x="2900130" y="49056"/>
                </a:lnTo>
                <a:lnTo>
                  <a:pt x="2901630" y="49905"/>
                </a:lnTo>
                <a:lnTo>
                  <a:pt x="2903073" y="50865"/>
                </a:lnTo>
                <a:lnTo>
                  <a:pt x="2904456" y="51933"/>
                </a:lnTo>
                <a:lnTo>
                  <a:pt x="2905776" y="53103"/>
                </a:lnTo>
                <a:lnTo>
                  <a:pt x="2907028" y="54370"/>
                </a:lnTo>
                <a:lnTo>
                  <a:pt x="2908209" y="55729"/>
                </a:lnTo>
                <a:lnTo>
                  <a:pt x="2909316" y="57176"/>
                </a:lnTo>
                <a:lnTo>
                  <a:pt x="2910345" y="58705"/>
                </a:lnTo>
                <a:lnTo>
                  <a:pt x="2911293" y="60312"/>
                </a:lnTo>
                <a:lnTo>
                  <a:pt x="2912156" y="61991"/>
                </a:lnTo>
                <a:lnTo>
                  <a:pt x="2912931" y="63738"/>
                </a:lnTo>
                <a:lnTo>
                  <a:pt x="2913613" y="65547"/>
                </a:lnTo>
                <a:lnTo>
                  <a:pt x="2914201" y="67415"/>
                </a:lnTo>
                <a:lnTo>
                  <a:pt x="2914689" y="69335"/>
                </a:lnTo>
                <a:lnTo>
                  <a:pt x="2915075" y="71303"/>
                </a:lnTo>
                <a:lnTo>
                  <a:pt x="2915355" y="73314"/>
                </a:lnTo>
                <a:lnTo>
                  <a:pt x="2915526" y="75363"/>
                </a:lnTo>
                <a:lnTo>
                  <a:pt x="2915582" y="77408"/>
                </a:lnTo>
                <a:lnTo>
                  <a:pt x="2915514" y="79652"/>
                </a:lnTo>
                <a:lnTo>
                  <a:pt x="2915310" y="81866"/>
                </a:lnTo>
                <a:lnTo>
                  <a:pt x="2914977" y="84011"/>
                </a:lnTo>
                <a:lnTo>
                  <a:pt x="2914521" y="86086"/>
                </a:lnTo>
                <a:close/>
                <a:moveTo>
                  <a:pt x="4246231" y="38485"/>
                </a:moveTo>
                <a:lnTo>
                  <a:pt x="4245974" y="38087"/>
                </a:lnTo>
                <a:lnTo>
                  <a:pt x="4245688" y="37734"/>
                </a:lnTo>
                <a:lnTo>
                  <a:pt x="4245375" y="37422"/>
                </a:lnTo>
                <a:lnTo>
                  <a:pt x="4245038" y="37149"/>
                </a:lnTo>
                <a:lnTo>
                  <a:pt x="4244680" y="36913"/>
                </a:lnTo>
                <a:lnTo>
                  <a:pt x="4244303" y="36710"/>
                </a:lnTo>
                <a:lnTo>
                  <a:pt x="4243909" y="36538"/>
                </a:lnTo>
                <a:lnTo>
                  <a:pt x="4243503" y="36395"/>
                </a:lnTo>
                <a:lnTo>
                  <a:pt x="4243085" y="36278"/>
                </a:lnTo>
                <a:lnTo>
                  <a:pt x="4242660" y="36184"/>
                </a:lnTo>
                <a:lnTo>
                  <a:pt x="4242229" y="36111"/>
                </a:lnTo>
                <a:lnTo>
                  <a:pt x="4241796" y="36056"/>
                </a:lnTo>
                <a:lnTo>
                  <a:pt x="4241362" y="36017"/>
                </a:lnTo>
                <a:lnTo>
                  <a:pt x="4240932" y="35990"/>
                </a:lnTo>
                <a:lnTo>
                  <a:pt x="4240506" y="35974"/>
                </a:lnTo>
                <a:lnTo>
                  <a:pt x="4240089" y="35966"/>
                </a:lnTo>
                <a:lnTo>
                  <a:pt x="4239682" y="35963"/>
                </a:lnTo>
                <a:lnTo>
                  <a:pt x="4239289" y="35963"/>
                </a:lnTo>
                <a:lnTo>
                  <a:pt x="4216731" y="35963"/>
                </a:lnTo>
                <a:lnTo>
                  <a:pt x="4216360" y="35963"/>
                </a:lnTo>
                <a:lnTo>
                  <a:pt x="4215972" y="35966"/>
                </a:lnTo>
                <a:lnTo>
                  <a:pt x="4215570" y="35974"/>
                </a:lnTo>
                <a:lnTo>
                  <a:pt x="4215156" y="35990"/>
                </a:lnTo>
                <a:lnTo>
                  <a:pt x="4214734" y="36015"/>
                </a:lnTo>
                <a:lnTo>
                  <a:pt x="4214306" y="36053"/>
                </a:lnTo>
                <a:lnTo>
                  <a:pt x="4213877" y="36106"/>
                </a:lnTo>
                <a:lnTo>
                  <a:pt x="4213447" y="36177"/>
                </a:lnTo>
                <a:lnTo>
                  <a:pt x="4213021" y="36268"/>
                </a:lnTo>
                <a:lnTo>
                  <a:pt x="4212601" y="36381"/>
                </a:lnTo>
                <a:lnTo>
                  <a:pt x="4212190" y="36520"/>
                </a:lnTo>
                <a:lnTo>
                  <a:pt x="4211792" y="36686"/>
                </a:lnTo>
                <a:lnTo>
                  <a:pt x="4211408" y="36882"/>
                </a:lnTo>
                <a:lnTo>
                  <a:pt x="4211043" y="37111"/>
                </a:lnTo>
                <a:lnTo>
                  <a:pt x="4210698" y="37376"/>
                </a:lnTo>
                <a:lnTo>
                  <a:pt x="4210377" y="37677"/>
                </a:lnTo>
                <a:lnTo>
                  <a:pt x="4210083" y="38019"/>
                </a:lnTo>
                <a:lnTo>
                  <a:pt x="4209819" y="38404"/>
                </a:lnTo>
                <a:lnTo>
                  <a:pt x="4209587" y="38834"/>
                </a:lnTo>
                <a:lnTo>
                  <a:pt x="4209391" y="39312"/>
                </a:lnTo>
                <a:lnTo>
                  <a:pt x="4209234" y="39840"/>
                </a:lnTo>
                <a:lnTo>
                  <a:pt x="4209117" y="40420"/>
                </a:lnTo>
                <a:lnTo>
                  <a:pt x="4209045" y="41056"/>
                </a:lnTo>
                <a:lnTo>
                  <a:pt x="4209021" y="41750"/>
                </a:lnTo>
                <a:lnTo>
                  <a:pt x="4209044" y="42466"/>
                </a:lnTo>
                <a:lnTo>
                  <a:pt x="4209114" y="43122"/>
                </a:lnTo>
                <a:lnTo>
                  <a:pt x="4209226" y="43722"/>
                </a:lnTo>
                <a:lnTo>
                  <a:pt x="4209378" y="44267"/>
                </a:lnTo>
                <a:lnTo>
                  <a:pt x="4209568" y="44760"/>
                </a:lnTo>
                <a:lnTo>
                  <a:pt x="4209792" y="45204"/>
                </a:lnTo>
                <a:lnTo>
                  <a:pt x="4210049" y="45601"/>
                </a:lnTo>
                <a:lnTo>
                  <a:pt x="4210335" y="45954"/>
                </a:lnTo>
                <a:lnTo>
                  <a:pt x="4210648" y="46266"/>
                </a:lnTo>
                <a:lnTo>
                  <a:pt x="4210984" y="46539"/>
                </a:lnTo>
                <a:lnTo>
                  <a:pt x="4211343" y="46775"/>
                </a:lnTo>
                <a:lnTo>
                  <a:pt x="4211720" y="46978"/>
                </a:lnTo>
                <a:lnTo>
                  <a:pt x="4212113" y="47150"/>
                </a:lnTo>
                <a:lnTo>
                  <a:pt x="4212520" y="47293"/>
                </a:lnTo>
                <a:lnTo>
                  <a:pt x="4212937" y="47410"/>
                </a:lnTo>
                <a:lnTo>
                  <a:pt x="4213362" y="47504"/>
                </a:lnTo>
                <a:lnTo>
                  <a:pt x="4213793" y="47577"/>
                </a:lnTo>
                <a:lnTo>
                  <a:pt x="4214226" y="47631"/>
                </a:lnTo>
                <a:lnTo>
                  <a:pt x="4214659" y="47671"/>
                </a:lnTo>
                <a:lnTo>
                  <a:pt x="4215090" y="47697"/>
                </a:lnTo>
                <a:lnTo>
                  <a:pt x="4215515" y="47713"/>
                </a:lnTo>
                <a:lnTo>
                  <a:pt x="4215932" y="47721"/>
                </a:lnTo>
                <a:lnTo>
                  <a:pt x="4216338" y="47724"/>
                </a:lnTo>
                <a:lnTo>
                  <a:pt x="4216731" y="47725"/>
                </a:lnTo>
                <a:lnTo>
                  <a:pt x="4222129" y="47725"/>
                </a:lnTo>
                <a:lnTo>
                  <a:pt x="4208250" y="88792"/>
                </a:lnTo>
                <a:lnTo>
                  <a:pt x="4207944" y="89665"/>
                </a:lnTo>
                <a:lnTo>
                  <a:pt x="4207651" y="90503"/>
                </a:lnTo>
                <a:lnTo>
                  <a:pt x="4207370" y="91308"/>
                </a:lnTo>
                <a:lnTo>
                  <a:pt x="4207102" y="92082"/>
                </a:lnTo>
                <a:lnTo>
                  <a:pt x="4206845" y="92830"/>
                </a:lnTo>
                <a:lnTo>
                  <a:pt x="4206599" y="93552"/>
                </a:lnTo>
                <a:lnTo>
                  <a:pt x="4206363" y="94253"/>
                </a:lnTo>
                <a:lnTo>
                  <a:pt x="4206137" y="94934"/>
                </a:lnTo>
                <a:lnTo>
                  <a:pt x="4205919" y="95598"/>
                </a:lnTo>
                <a:lnTo>
                  <a:pt x="4205709" y="96248"/>
                </a:lnTo>
                <a:lnTo>
                  <a:pt x="4205506" y="96887"/>
                </a:lnTo>
                <a:lnTo>
                  <a:pt x="4205310" y="97517"/>
                </a:lnTo>
                <a:lnTo>
                  <a:pt x="4205120" y="98142"/>
                </a:lnTo>
                <a:lnTo>
                  <a:pt x="4204936" y="98762"/>
                </a:lnTo>
                <a:lnTo>
                  <a:pt x="4204756" y="99383"/>
                </a:lnTo>
                <a:lnTo>
                  <a:pt x="4204580" y="100005"/>
                </a:lnTo>
                <a:lnTo>
                  <a:pt x="4204408" y="100632"/>
                </a:lnTo>
                <a:lnTo>
                  <a:pt x="4204238" y="101266"/>
                </a:lnTo>
                <a:lnTo>
                  <a:pt x="4204070" y="101910"/>
                </a:lnTo>
                <a:lnTo>
                  <a:pt x="4203903" y="102567"/>
                </a:lnTo>
                <a:lnTo>
                  <a:pt x="4203738" y="103240"/>
                </a:lnTo>
                <a:lnTo>
                  <a:pt x="4203572" y="103930"/>
                </a:lnTo>
                <a:lnTo>
                  <a:pt x="4203405" y="104641"/>
                </a:lnTo>
                <a:lnTo>
                  <a:pt x="4203237" y="105376"/>
                </a:lnTo>
                <a:lnTo>
                  <a:pt x="4203043" y="105376"/>
                </a:lnTo>
                <a:lnTo>
                  <a:pt x="4202919" y="104916"/>
                </a:lnTo>
                <a:lnTo>
                  <a:pt x="4202787" y="104452"/>
                </a:lnTo>
                <a:lnTo>
                  <a:pt x="4202648" y="103985"/>
                </a:lnTo>
                <a:lnTo>
                  <a:pt x="4202503" y="103515"/>
                </a:lnTo>
                <a:lnTo>
                  <a:pt x="4202352" y="103042"/>
                </a:lnTo>
                <a:lnTo>
                  <a:pt x="4202195" y="102567"/>
                </a:lnTo>
                <a:lnTo>
                  <a:pt x="4202033" y="102090"/>
                </a:lnTo>
                <a:lnTo>
                  <a:pt x="4201866" y="101611"/>
                </a:lnTo>
                <a:lnTo>
                  <a:pt x="4201696" y="101131"/>
                </a:lnTo>
                <a:lnTo>
                  <a:pt x="4201522" y="100650"/>
                </a:lnTo>
                <a:lnTo>
                  <a:pt x="4201344" y="100168"/>
                </a:lnTo>
                <a:lnTo>
                  <a:pt x="4201165" y="99686"/>
                </a:lnTo>
                <a:lnTo>
                  <a:pt x="4200983" y="99204"/>
                </a:lnTo>
                <a:lnTo>
                  <a:pt x="4200800" y="98723"/>
                </a:lnTo>
                <a:lnTo>
                  <a:pt x="4200616" y="98242"/>
                </a:lnTo>
                <a:lnTo>
                  <a:pt x="4200431" y="97762"/>
                </a:lnTo>
                <a:lnTo>
                  <a:pt x="4200246" y="97283"/>
                </a:lnTo>
                <a:lnTo>
                  <a:pt x="4200062" y="96807"/>
                </a:lnTo>
                <a:lnTo>
                  <a:pt x="4199879" y="96332"/>
                </a:lnTo>
                <a:lnTo>
                  <a:pt x="4199697" y="95859"/>
                </a:lnTo>
                <a:lnTo>
                  <a:pt x="4199517" y="95389"/>
                </a:lnTo>
                <a:lnTo>
                  <a:pt x="4199340" y="94922"/>
                </a:lnTo>
                <a:lnTo>
                  <a:pt x="4199166" y="94459"/>
                </a:lnTo>
                <a:lnTo>
                  <a:pt x="4198995" y="93999"/>
                </a:lnTo>
                <a:lnTo>
                  <a:pt x="4181065" y="47725"/>
                </a:lnTo>
                <a:lnTo>
                  <a:pt x="4185887" y="47725"/>
                </a:lnTo>
                <a:lnTo>
                  <a:pt x="4186258" y="47724"/>
                </a:lnTo>
                <a:lnTo>
                  <a:pt x="4186646" y="47721"/>
                </a:lnTo>
                <a:lnTo>
                  <a:pt x="4187048" y="47714"/>
                </a:lnTo>
                <a:lnTo>
                  <a:pt x="4187462" y="47698"/>
                </a:lnTo>
                <a:lnTo>
                  <a:pt x="4187884" y="47673"/>
                </a:lnTo>
                <a:lnTo>
                  <a:pt x="4188311" y="47634"/>
                </a:lnTo>
                <a:lnTo>
                  <a:pt x="4188741" y="47581"/>
                </a:lnTo>
                <a:lnTo>
                  <a:pt x="4189171" y="47511"/>
                </a:lnTo>
                <a:lnTo>
                  <a:pt x="4189597" y="47420"/>
                </a:lnTo>
                <a:lnTo>
                  <a:pt x="4190017" y="47306"/>
                </a:lnTo>
                <a:lnTo>
                  <a:pt x="4190428" y="47168"/>
                </a:lnTo>
                <a:lnTo>
                  <a:pt x="4190826" y="47002"/>
                </a:lnTo>
                <a:lnTo>
                  <a:pt x="4191210" y="46806"/>
                </a:lnTo>
                <a:lnTo>
                  <a:pt x="4191575" y="46577"/>
                </a:lnTo>
                <a:lnTo>
                  <a:pt x="4191920" y="46313"/>
                </a:lnTo>
                <a:lnTo>
                  <a:pt x="4192241" y="46011"/>
                </a:lnTo>
                <a:lnTo>
                  <a:pt x="4192535" y="45669"/>
                </a:lnTo>
                <a:lnTo>
                  <a:pt x="4192799" y="45285"/>
                </a:lnTo>
                <a:lnTo>
                  <a:pt x="4193031" y="44855"/>
                </a:lnTo>
                <a:lnTo>
                  <a:pt x="4193227" y="44378"/>
                </a:lnTo>
                <a:lnTo>
                  <a:pt x="4193384" y="43850"/>
                </a:lnTo>
                <a:lnTo>
                  <a:pt x="4193501" y="43270"/>
                </a:lnTo>
                <a:lnTo>
                  <a:pt x="4193573" y="42634"/>
                </a:lnTo>
                <a:lnTo>
                  <a:pt x="4193597" y="41941"/>
                </a:lnTo>
                <a:lnTo>
                  <a:pt x="4193573" y="41224"/>
                </a:lnTo>
                <a:lnTo>
                  <a:pt x="4193504" y="40567"/>
                </a:lnTo>
                <a:lnTo>
                  <a:pt x="4193392" y="39968"/>
                </a:lnTo>
                <a:lnTo>
                  <a:pt x="4193240" y="39422"/>
                </a:lnTo>
                <a:lnTo>
                  <a:pt x="4193050" y="38929"/>
                </a:lnTo>
                <a:lnTo>
                  <a:pt x="4192826" y="38485"/>
                </a:lnTo>
                <a:lnTo>
                  <a:pt x="4192569" y="38087"/>
                </a:lnTo>
                <a:lnTo>
                  <a:pt x="4192283" y="37734"/>
                </a:lnTo>
                <a:lnTo>
                  <a:pt x="4191970" y="37422"/>
                </a:lnTo>
                <a:lnTo>
                  <a:pt x="4191633" y="37149"/>
                </a:lnTo>
                <a:lnTo>
                  <a:pt x="4191275" y="36913"/>
                </a:lnTo>
                <a:lnTo>
                  <a:pt x="4190898" y="36710"/>
                </a:lnTo>
                <a:lnTo>
                  <a:pt x="4190505" y="36538"/>
                </a:lnTo>
                <a:lnTo>
                  <a:pt x="4190098" y="36395"/>
                </a:lnTo>
                <a:lnTo>
                  <a:pt x="4189681" y="36278"/>
                </a:lnTo>
                <a:lnTo>
                  <a:pt x="4189256" y="36184"/>
                </a:lnTo>
                <a:lnTo>
                  <a:pt x="4188825" y="36111"/>
                </a:lnTo>
                <a:lnTo>
                  <a:pt x="4188392" y="36056"/>
                </a:lnTo>
                <a:lnTo>
                  <a:pt x="4187959" y="36017"/>
                </a:lnTo>
                <a:lnTo>
                  <a:pt x="4187528" y="35990"/>
                </a:lnTo>
                <a:lnTo>
                  <a:pt x="4187103" y="35974"/>
                </a:lnTo>
                <a:lnTo>
                  <a:pt x="4186686" y="35966"/>
                </a:lnTo>
                <a:lnTo>
                  <a:pt x="4186280" y="35963"/>
                </a:lnTo>
                <a:lnTo>
                  <a:pt x="4185887" y="35963"/>
                </a:lnTo>
                <a:lnTo>
                  <a:pt x="4163329" y="35963"/>
                </a:lnTo>
                <a:lnTo>
                  <a:pt x="4162936" y="35963"/>
                </a:lnTo>
                <a:lnTo>
                  <a:pt x="4162529" y="35966"/>
                </a:lnTo>
                <a:lnTo>
                  <a:pt x="4162112" y="35974"/>
                </a:lnTo>
                <a:lnTo>
                  <a:pt x="4161686" y="35990"/>
                </a:lnTo>
                <a:lnTo>
                  <a:pt x="4161256" y="36017"/>
                </a:lnTo>
                <a:lnTo>
                  <a:pt x="4160822" y="36056"/>
                </a:lnTo>
                <a:lnTo>
                  <a:pt x="4160389" y="36111"/>
                </a:lnTo>
                <a:lnTo>
                  <a:pt x="4159958" y="36184"/>
                </a:lnTo>
                <a:lnTo>
                  <a:pt x="4159533" y="36278"/>
                </a:lnTo>
                <a:lnTo>
                  <a:pt x="4159115" y="36395"/>
                </a:lnTo>
                <a:lnTo>
                  <a:pt x="4158709" y="36538"/>
                </a:lnTo>
                <a:lnTo>
                  <a:pt x="4158315" y="36710"/>
                </a:lnTo>
                <a:lnTo>
                  <a:pt x="4157938" y="36913"/>
                </a:lnTo>
                <a:lnTo>
                  <a:pt x="4157580" y="37149"/>
                </a:lnTo>
                <a:lnTo>
                  <a:pt x="4157243" y="37422"/>
                </a:lnTo>
                <a:lnTo>
                  <a:pt x="4156930" y="37734"/>
                </a:lnTo>
                <a:lnTo>
                  <a:pt x="4156644" y="38087"/>
                </a:lnTo>
                <a:lnTo>
                  <a:pt x="4156387" y="38485"/>
                </a:lnTo>
                <a:lnTo>
                  <a:pt x="4156163" y="38929"/>
                </a:lnTo>
                <a:lnTo>
                  <a:pt x="4155973" y="39422"/>
                </a:lnTo>
                <a:lnTo>
                  <a:pt x="4155821" y="39968"/>
                </a:lnTo>
                <a:lnTo>
                  <a:pt x="4155709" y="40567"/>
                </a:lnTo>
                <a:lnTo>
                  <a:pt x="4155640" y="41224"/>
                </a:lnTo>
                <a:lnTo>
                  <a:pt x="4155616" y="41941"/>
                </a:lnTo>
                <a:lnTo>
                  <a:pt x="4155641" y="42634"/>
                </a:lnTo>
                <a:lnTo>
                  <a:pt x="4155712" y="43270"/>
                </a:lnTo>
                <a:lnTo>
                  <a:pt x="4155829" y="43850"/>
                </a:lnTo>
                <a:lnTo>
                  <a:pt x="4155986" y="44378"/>
                </a:lnTo>
                <a:lnTo>
                  <a:pt x="4156183" y="44855"/>
                </a:lnTo>
                <a:lnTo>
                  <a:pt x="4156414" y="45285"/>
                </a:lnTo>
                <a:lnTo>
                  <a:pt x="4156679" y="45669"/>
                </a:lnTo>
                <a:lnTo>
                  <a:pt x="4156973" y="46011"/>
                </a:lnTo>
                <a:lnTo>
                  <a:pt x="4157294" y="46313"/>
                </a:lnTo>
                <a:lnTo>
                  <a:pt x="4157639" y="46577"/>
                </a:lnTo>
                <a:lnTo>
                  <a:pt x="4158004" y="46806"/>
                </a:lnTo>
                <a:lnTo>
                  <a:pt x="4158388" y="47002"/>
                </a:lnTo>
                <a:lnTo>
                  <a:pt x="4158787" y="47168"/>
                </a:lnTo>
                <a:lnTo>
                  <a:pt x="4159198" y="47306"/>
                </a:lnTo>
                <a:lnTo>
                  <a:pt x="4159618" y="47420"/>
                </a:lnTo>
                <a:lnTo>
                  <a:pt x="4160044" y="47511"/>
                </a:lnTo>
                <a:lnTo>
                  <a:pt x="4160474" y="47581"/>
                </a:lnTo>
                <a:lnTo>
                  <a:pt x="4160904" y="47634"/>
                </a:lnTo>
                <a:lnTo>
                  <a:pt x="4161332" y="47673"/>
                </a:lnTo>
                <a:lnTo>
                  <a:pt x="4161754" y="47698"/>
                </a:lnTo>
                <a:lnTo>
                  <a:pt x="4162168" y="47714"/>
                </a:lnTo>
                <a:lnTo>
                  <a:pt x="4162570" y="47721"/>
                </a:lnTo>
                <a:lnTo>
                  <a:pt x="4162958" y="47724"/>
                </a:lnTo>
                <a:lnTo>
                  <a:pt x="4163329" y="47725"/>
                </a:lnTo>
                <a:lnTo>
                  <a:pt x="4169307" y="47725"/>
                </a:lnTo>
                <a:lnTo>
                  <a:pt x="4196683" y="116558"/>
                </a:lnTo>
                <a:lnTo>
                  <a:pt x="4196775" y="116792"/>
                </a:lnTo>
                <a:lnTo>
                  <a:pt x="4196860" y="117012"/>
                </a:lnTo>
                <a:lnTo>
                  <a:pt x="4196937" y="117219"/>
                </a:lnTo>
                <a:lnTo>
                  <a:pt x="4197008" y="117413"/>
                </a:lnTo>
                <a:lnTo>
                  <a:pt x="4197071" y="117594"/>
                </a:lnTo>
                <a:lnTo>
                  <a:pt x="4197129" y="117763"/>
                </a:lnTo>
                <a:lnTo>
                  <a:pt x="4197180" y="117920"/>
                </a:lnTo>
                <a:lnTo>
                  <a:pt x="4197225" y="118065"/>
                </a:lnTo>
                <a:lnTo>
                  <a:pt x="4197266" y="118198"/>
                </a:lnTo>
                <a:lnTo>
                  <a:pt x="4197301" y="118321"/>
                </a:lnTo>
                <a:lnTo>
                  <a:pt x="4197331" y="118433"/>
                </a:lnTo>
                <a:lnTo>
                  <a:pt x="4197357" y="118534"/>
                </a:lnTo>
                <a:lnTo>
                  <a:pt x="4197380" y="118626"/>
                </a:lnTo>
                <a:lnTo>
                  <a:pt x="4197398" y="118707"/>
                </a:lnTo>
                <a:lnTo>
                  <a:pt x="4197413" y="118780"/>
                </a:lnTo>
                <a:lnTo>
                  <a:pt x="4197425" y="118843"/>
                </a:lnTo>
                <a:lnTo>
                  <a:pt x="4197435" y="118898"/>
                </a:lnTo>
                <a:lnTo>
                  <a:pt x="4197442" y="118944"/>
                </a:lnTo>
                <a:lnTo>
                  <a:pt x="4197447" y="118982"/>
                </a:lnTo>
                <a:lnTo>
                  <a:pt x="4197450" y="119013"/>
                </a:lnTo>
                <a:lnTo>
                  <a:pt x="4197452" y="119036"/>
                </a:lnTo>
                <a:lnTo>
                  <a:pt x="4197453" y="119052"/>
                </a:lnTo>
                <a:lnTo>
                  <a:pt x="4197454" y="119062"/>
                </a:lnTo>
                <a:lnTo>
                  <a:pt x="4197454" y="119065"/>
                </a:lnTo>
                <a:lnTo>
                  <a:pt x="4197429" y="119147"/>
                </a:lnTo>
                <a:lnTo>
                  <a:pt x="4197357" y="119386"/>
                </a:lnTo>
                <a:lnTo>
                  <a:pt x="4197242" y="119770"/>
                </a:lnTo>
                <a:lnTo>
                  <a:pt x="4197085" y="120287"/>
                </a:lnTo>
                <a:lnTo>
                  <a:pt x="4196890" y="120924"/>
                </a:lnTo>
                <a:lnTo>
                  <a:pt x="4196661" y="121671"/>
                </a:lnTo>
                <a:lnTo>
                  <a:pt x="4196400" y="122514"/>
                </a:lnTo>
                <a:lnTo>
                  <a:pt x="4196111" y="123442"/>
                </a:lnTo>
                <a:lnTo>
                  <a:pt x="4195796" y="124443"/>
                </a:lnTo>
                <a:lnTo>
                  <a:pt x="4195459" y="125506"/>
                </a:lnTo>
                <a:lnTo>
                  <a:pt x="4195102" y="126617"/>
                </a:lnTo>
                <a:lnTo>
                  <a:pt x="4194730" y="127765"/>
                </a:lnTo>
                <a:lnTo>
                  <a:pt x="4194344" y="128938"/>
                </a:lnTo>
                <a:lnTo>
                  <a:pt x="4193948" y="130125"/>
                </a:lnTo>
                <a:lnTo>
                  <a:pt x="4193546" y="131313"/>
                </a:lnTo>
                <a:lnTo>
                  <a:pt x="4193140" y="132489"/>
                </a:lnTo>
                <a:lnTo>
                  <a:pt x="4192733" y="133644"/>
                </a:lnTo>
                <a:lnTo>
                  <a:pt x="4192328" y="134763"/>
                </a:lnTo>
                <a:lnTo>
                  <a:pt x="4191929" y="135836"/>
                </a:lnTo>
                <a:lnTo>
                  <a:pt x="4191539" y="136850"/>
                </a:lnTo>
                <a:lnTo>
                  <a:pt x="4191160" y="137793"/>
                </a:lnTo>
                <a:lnTo>
                  <a:pt x="4190797" y="138654"/>
                </a:lnTo>
                <a:lnTo>
                  <a:pt x="4190451" y="139420"/>
                </a:lnTo>
                <a:lnTo>
                  <a:pt x="4190126" y="140079"/>
                </a:lnTo>
                <a:lnTo>
                  <a:pt x="4189421" y="141345"/>
                </a:lnTo>
                <a:lnTo>
                  <a:pt x="4188703" y="142508"/>
                </a:lnTo>
                <a:lnTo>
                  <a:pt x="4187977" y="143575"/>
                </a:lnTo>
                <a:lnTo>
                  <a:pt x="4187244" y="144549"/>
                </a:lnTo>
                <a:lnTo>
                  <a:pt x="4186505" y="145434"/>
                </a:lnTo>
                <a:lnTo>
                  <a:pt x="4185765" y="146235"/>
                </a:lnTo>
                <a:lnTo>
                  <a:pt x="4185024" y="146956"/>
                </a:lnTo>
                <a:lnTo>
                  <a:pt x="4184286" y="147602"/>
                </a:lnTo>
                <a:lnTo>
                  <a:pt x="4183553" y="148177"/>
                </a:lnTo>
                <a:lnTo>
                  <a:pt x="4182826" y="148685"/>
                </a:lnTo>
                <a:lnTo>
                  <a:pt x="4182109" y="149130"/>
                </a:lnTo>
                <a:lnTo>
                  <a:pt x="4181404" y="149517"/>
                </a:lnTo>
                <a:lnTo>
                  <a:pt x="4180712" y="149850"/>
                </a:lnTo>
                <a:lnTo>
                  <a:pt x="4180038" y="150134"/>
                </a:lnTo>
                <a:lnTo>
                  <a:pt x="4179381" y="150372"/>
                </a:lnTo>
                <a:lnTo>
                  <a:pt x="4178746" y="150569"/>
                </a:lnTo>
                <a:lnTo>
                  <a:pt x="4178134" y="150730"/>
                </a:lnTo>
                <a:lnTo>
                  <a:pt x="4177549" y="150859"/>
                </a:lnTo>
                <a:lnTo>
                  <a:pt x="4176991" y="150959"/>
                </a:lnTo>
                <a:lnTo>
                  <a:pt x="4176463" y="151036"/>
                </a:lnTo>
                <a:lnTo>
                  <a:pt x="4175969" y="151094"/>
                </a:lnTo>
                <a:lnTo>
                  <a:pt x="4175509" y="151137"/>
                </a:lnTo>
                <a:lnTo>
                  <a:pt x="4175087" y="151169"/>
                </a:lnTo>
                <a:lnTo>
                  <a:pt x="4174705" y="151194"/>
                </a:lnTo>
                <a:lnTo>
                  <a:pt x="4174710" y="151185"/>
                </a:lnTo>
                <a:lnTo>
                  <a:pt x="4174724" y="151159"/>
                </a:lnTo>
                <a:lnTo>
                  <a:pt x="4174746" y="151115"/>
                </a:lnTo>
                <a:lnTo>
                  <a:pt x="4174776" y="151054"/>
                </a:lnTo>
                <a:lnTo>
                  <a:pt x="4174813" y="150977"/>
                </a:lnTo>
                <a:lnTo>
                  <a:pt x="4174855" y="150884"/>
                </a:lnTo>
                <a:lnTo>
                  <a:pt x="4174903" y="150776"/>
                </a:lnTo>
                <a:lnTo>
                  <a:pt x="4174954" y="150652"/>
                </a:lnTo>
                <a:lnTo>
                  <a:pt x="4175009" y="150514"/>
                </a:lnTo>
                <a:lnTo>
                  <a:pt x="4175067" y="150361"/>
                </a:lnTo>
                <a:lnTo>
                  <a:pt x="4175126" y="150195"/>
                </a:lnTo>
                <a:lnTo>
                  <a:pt x="4175186" y="150015"/>
                </a:lnTo>
                <a:lnTo>
                  <a:pt x="4175246" y="149821"/>
                </a:lnTo>
                <a:lnTo>
                  <a:pt x="4175305" y="149616"/>
                </a:lnTo>
                <a:lnTo>
                  <a:pt x="4175363" y="149398"/>
                </a:lnTo>
                <a:lnTo>
                  <a:pt x="4175418" y="149168"/>
                </a:lnTo>
                <a:lnTo>
                  <a:pt x="4175469" y="148927"/>
                </a:lnTo>
                <a:lnTo>
                  <a:pt x="4175517" y="148675"/>
                </a:lnTo>
                <a:lnTo>
                  <a:pt x="4175559" y="148412"/>
                </a:lnTo>
                <a:lnTo>
                  <a:pt x="4175596" y="148139"/>
                </a:lnTo>
                <a:lnTo>
                  <a:pt x="4175626" y="147857"/>
                </a:lnTo>
                <a:lnTo>
                  <a:pt x="4175648" y="147565"/>
                </a:lnTo>
                <a:lnTo>
                  <a:pt x="4175662" y="147264"/>
                </a:lnTo>
                <a:lnTo>
                  <a:pt x="4175667" y="146955"/>
                </a:lnTo>
                <a:lnTo>
                  <a:pt x="4175649" y="146349"/>
                </a:lnTo>
                <a:lnTo>
                  <a:pt x="4175596" y="145760"/>
                </a:lnTo>
                <a:lnTo>
                  <a:pt x="4175509" y="145187"/>
                </a:lnTo>
                <a:lnTo>
                  <a:pt x="4175388" y="144632"/>
                </a:lnTo>
                <a:lnTo>
                  <a:pt x="4175235" y="144095"/>
                </a:lnTo>
                <a:lnTo>
                  <a:pt x="4175050" y="143577"/>
                </a:lnTo>
                <a:lnTo>
                  <a:pt x="4174834" y="143080"/>
                </a:lnTo>
                <a:lnTo>
                  <a:pt x="4174589" y="142604"/>
                </a:lnTo>
                <a:lnTo>
                  <a:pt x="4174315" y="142150"/>
                </a:lnTo>
                <a:lnTo>
                  <a:pt x="4174014" y="141718"/>
                </a:lnTo>
                <a:lnTo>
                  <a:pt x="4173685" y="141311"/>
                </a:lnTo>
                <a:lnTo>
                  <a:pt x="4173330" y="140928"/>
                </a:lnTo>
                <a:lnTo>
                  <a:pt x="4172950" y="140571"/>
                </a:lnTo>
                <a:lnTo>
                  <a:pt x="4172546" y="140240"/>
                </a:lnTo>
                <a:lnTo>
                  <a:pt x="4172119" y="139936"/>
                </a:lnTo>
                <a:lnTo>
                  <a:pt x="4171669" y="139661"/>
                </a:lnTo>
                <a:lnTo>
                  <a:pt x="4171198" y="139414"/>
                </a:lnTo>
                <a:lnTo>
                  <a:pt x="4170706" y="139198"/>
                </a:lnTo>
                <a:lnTo>
                  <a:pt x="4170195" y="139013"/>
                </a:lnTo>
                <a:lnTo>
                  <a:pt x="4169665" y="138859"/>
                </a:lnTo>
                <a:lnTo>
                  <a:pt x="4169118" y="138738"/>
                </a:lnTo>
                <a:lnTo>
                  <a:pt x="4168553" y="138650"/>
                </a:lnTo>
                <a:lnTo>
                  <a:pt x="4167973" y="138597"/>
                </a:lnTo>
                <a:lnTo>
                  <a:pt x="4167377" y="138579"/>
                </a:lnTo>
                <a:lnTo>
                  <a:pt x="4166737" y="138607"/>
                </a:lnTo>
                <a:lnTo>
                  <a:pt x="4166117" y="138668"/>
                </a:lnTo>
                <a:lnTo>
                  <a:pt x="4165519" y="138764"/>
                </a:lnTo>
                <a:lnTo>
                  <a:pt x="4164942" y="138893"/>
                </a:lnTo>
                <a:lnTo>
                  <a:pt x="4164388" y="139053"/>
                </a:lnTo>
                <a:lnTo>
                  <a:pt x="4163856" y="139245"/>
                </a:lnTo>
                <a:lnTo>
                  <a:pt x="4163349" y="139468"/>
                </a:lnTo>
                <a:lnTo>
                  <a:pt x="4162865" y="139720"/>
                </a:lnTo>
                <a:lnTo>
                  <a:pt x="4162407" y="140001"/>
                </a:lnTo>
                <a:lnTo>
                  <a:pt x="4161973" y="140310"/>
                </a:lnTo>
                <a:lnTo>
                  <a:pt x="4161566" y="140647"/>
                </a:lnTo>
                <a:lnTo>
                  <a:pt x="4161185" y="141009"/>
                </a:lnTo>
                <a:lnTo>
                  <a:pt x="4160831" y="141398"/>
                </a:lnTo>
                <a:lnTo>
                  <a:pt x="4160505" y="141812"/>
                </a:lnTo>
                <a:lnTo>
                  <a:pt x="4160207" y="142249"/>
                </a:lnTo>
                <a:lnTo>
                  <a:pt x="4159938" y="142710"/>
                </a:lnTo>
                <a:lnTo>
                  <a:pt x="4159699" y="143194"/>
                </a:lnTo>
                <a:lnTo>
                  <a:pt x="4159489" y="143699"/>
                </a:lnTo>
                <a:lnTo>
                  <a:pt x="4159310" y="144225"/>
                </a:lnTo>
                <a:lnTo>
                  <a:pt x="4159163" y="144771"/>
                </a:lnTo>
                <a:lnTo>
                  <a:pt x="4159047" y="145336"/>
                </a:lnTo>
                <a:lnTo>
                  <a:pt x="4158963" y="145920"/>
                </a:lnTo>
                <a:lnTo>
                  <a:pt x="4158913" y="146522"/>
                </a:lnTo>
                <a:lnTo>
                  <a:pt x="4158896" y="147140"/>
                </a:lnTo>
                <a:lnTo>
                  <a:pt x="4158930" y="148151"/>
                </a:lnTo>
                <a:lnTo>
                  <a:pt x="4159030" y="149154"/>
                </a:lnTo>
                <a:lnTo>
                  <a:pt x="4159196" y="150147"/>
                </a:lnTo>
                <a:lnTo>
                  <a:pt x="4159425" y="151126"/>
                </a:lnTo>
                <a:lnTo>
                  <a:pt x="4159716" y="152088"/>
                </a:lnTo>
                <a:lnTo>
                  <a:pt x="4160068" y="153031"/>
                </a:lnTo>
                <a:lnTo>
                  <a:pt x="4160478" y="153950"/>
                </a:lnTo>
                <a:lnTo>
                  <a:pt x="4160945" y="154843"/>
                </a:lnTo>
                <a:lnTo>
                  <a:pt x="4161468" y="155706"/>
                </a:lnTo>
                <a:lnTo>
                  <a:pt x="4162045" y="156537"/>
                </a:lnTo>
                <a:lnTo>
                  <a:pt x="4162674" y="157332"/>
                </a:lnTo>
                <a:lnTo>
                  <a:pt x="4163354" y="158088"/>
                </a:lnTo>
                <a:lnTo>
                  <a:pt x="4164083" y="158801"/>
                </a:lnTo>
                <a:lnTo>
                  <a:pt x="4164860" y="159469"/>
                </a:lnTo>
                <a:lnTo>
                  <a:pt x="4165683" y="160089"/>
                </a:lnTo>
                <a:lnTo>
                  <a:pt x="4166550" y="160657"/>
                </a:lnTo>
                <a:lnTo>
                  <a:pt x="4167460" y="161170"/>
                </a:lnTo>
                <a:lnTo>
                  <a:pt x="4168411" y="161625"/>
                </a:lnTo>
                <a:lnTo>
                  <a:pt x="4169402" y="162018"/>
                </a:lnTo>
                <a:lnTo>
                  <a:pt x="4170431" y="162348"/>
                </a:lnTo>
                <a:lnTo>
                  <a:pt x="4171497" y="162609"/>
                </a:lnTo>
                <a:lnTo>
                  <a:pt x="4172597" y="162800"/>
                </a:lnTo>
                <a:lnTo>
                  <a:pt x="4173731" y="162917"/>
                </a:lnTo>
                <a:lnTo>
                  <a:pt x="4174896" y="162956"/>
                </a:lnTo>
                <a:lnTo>
                  <a:pt x="4177251" y="162827"/>
                </a:lnTo>
                <a:lnTo>
                  <a:pt x="4179497" y="162454"/>
                </a:lnTo>
                <a:lnTo>
                  <a:pt x="4181635" y="161858"/>
                </a:lnTo>
                <a:lnTo>
                  <a:pt x="4183665" y="161061"/>
                </a:lnTo>
                <a:lnTo>
                  <a:pt x="4185590" y="160083"/>
                </a:lnTo>
                <a:lnTo>
                  <a:pt x="4187410" y="158946"/>
                </a:lnTo>
                <a:lnTo>
                  <a:pt x="4189127" y="157670"/>
                </a:lnTo>
                <a:lnTo>
                  <a:pt x="4190742" y="156278"/>
                </a:lnTo>
                <a:lnTo>
                  <a:pt x="4192255" y="154790"/>
                </a:lnTo>
                <a:lnTo>
                  <a:pt x="4193669" y="153227"/>
                </a:lnTo>
                <a:lnTo>
                  <a:pt x="4194983" y="151611"/>
                </a:lnTo>
                <a:lnTo>
                  <a:pt x="4196201" y="149963"/>
                </a:lnTo>
                <a:lnTo>
                  <a:pt x="4197321" y="148303"/>
                </a:lnTo>
                <a:lnTo>
                  <a:pt x="4198347" y="146654"/>
                </a:lnTo>
                <a:lnTo>
                  <a:pt x="4199278" y="145036"/>
                </a:lnTo>
                <a:lnTo>
                  <a:pt x="4200117" y="143471"/>
                </a:lnTo>
                <a:lnTo>
                  <a:pt x="4200864" y="141979"/>
                </a:lnTo>
                <a:lnTo>
                  <a:pt x="4201520" y="140582"/>
                </a:lnTo>
                <a:lnTo>
                  <a:pt x="4202087" y="139301"/>
                </a:lnTo>
                <a:lnTo>
                  <a:pt x="4202566" y="138158"/>
                </a:lnTo>
                <a:lnTo>
                  <a:pt x="4202958" y="137172"/>
                </a:lnTo>
                <a:lnTo>
                  <a:pt x="4203264" y="136366"/>
                </a:lnTo>
                <a:lnTo>
                  <a:pt x="4203485" y="135761"/>
                </a:lnTo>
                <a:lnTo>
                  <a:pt x="4203623" y="135378"/>
                </a:lnTo>
                <a:lnTo>
                  <a:pt x="4233505" y="47725"/>
                </a:lnTo>
                <a:lnTo>
                  <a:pt x="4239289" y="47725"/>
                </a:lnTo>
                <a:lnTo>
                  <a:pt x="4239660" y="47724"/>
                </a:lnTo>
                <a:lnTo>
                  <a:pt x="4240048" y="47721"/>
                </a:lnTo>
                <a:lnTo>
                  <a:pt x="4240450" y="47714"/>
                </a:lnTo>
                <a:lnTo>
                  <a:pt x="4240864" y="47698"/>
                </a:lnTo>
                <a:lnTo>
                  <a:pt x="4241286" y="47673"/>
                </a:lnTo>
                <a:lnTo>
                  <a:pt x="4241714" y="47634"/>
                </a:lnTo>
                <a:lnTo>
                  <a:pt x="4242144" y="47581"/>
                </a:lnTo>
                <a:lnTo>
                  <a:pt x="4242574" y="47511"/>
                </a:lnTo>
                <a:lnTo>
                  <a:pt x="4243000" y="47420"/>
                </a:lnTo>
                <a:lnTo>
                  <a:pt x="4243420" y="47306"/>
                </a:lnTo>
                <a:lnTo>
                  <a:pt x="4243831" y="47168"/>
                </a:lnTo>
                <a:lnTo>
                  <a:pt x="4244230" y="47002"/>
                </a:lnTo>
                <a:lnTo>
                  <a:pt x="4244613" y="46806"/>
                </a:lnTo>
                <a:lnTo>
                  <a:pt x="4244979" y="46577"/>
                </a:lnTo>
                <a:lnTo>
                  <a:pt x="4245324" y="46313"/>
                </a:lnTo>
                <a:lnTo>
                  <a:pt x="4245645" y="46011"/>
                </a:lnTo>
                <a:lnTo>
                  <a:pt x="4245939" y="45669"/>
                </a:lnTo>
                <a:lnTo>
                  <a:pt x="4246203" y="45285"/>
                </a:lnTo>
                <a:lnTo>
                  <a:pt x="4246435" y="44855"/>
                </a:lnTo>
                <a:lnTo>
                  <a:pt x="4246631" y="44378"/>
                </a:lnTo>
                <a:lnTo>
                  <a:pt x="4246789" y="43850"/>
                </a:lnTo>
                <a:lnTo>
                  <a:pt x="4246905" y="43270"/>
                </a:lnTo>
                <a:lnTo>
                  <a:pt x="4246977" y="42634"/>
                </a:lnTo>
                <a:lnTo>
                  <a:pt x="4247002" y="41941"/>
                </a:lnTo>
                <a:lnTo>
                  <a:pt x="4246978" y="41224"/>
                </a:lnTo>
                <a:lnTo>
                  <a:pt x="4246909" y="40567"/>
                </a:lnTo>
                <a:lnTo>
                  <a:pt x="4246797" y="39968"/>
                </a:lnTo>
                <a:lnTo>
                  <a:pt x="4246645" y="39422"/>
                </a:lnTo>
                <a:lnTo>
                  <a:pt x="4246455" y="38929"/>
                </a:lnTo>
                <a:lnTo>
                  <a:pt x="4246231" y="38485"/>
                </a:lnTo>
                <a:close/>
                <a:moveTo>
                  <a:pt x="4817493" y="8305"/>
                </a:moveTo>
                <a:lnTo>
                  <a:pt x="4817234" y="7737"/>
                </a:lnTo>
                <a:lnTo>
                  <a:pt x="4816941" y="7190"/>
                </a:lnTo>
                <a:lnTo>
                  <a:pt x="4816614" y="6666"/>
                </a:lnTo>
                <a:lnTo>
                  <a:pt x="4816255" y="6166"/>
                </a:lnTo>
                <a:lnTo>
                  <a:pt x="4815865" y="5691"/>
                </a:lnTo>
                <a:lnTo>
                  <a:pt x="4815445" y="5244"/>
                </a:lnTo>
                <a:lnTo>
                  <a:pt x="4814998" y="4824"/>
                </a:lnTo>
                <a:lnTo>
                  <a:pt x="4814524" y="4434"/>
                </a:lnTo>
                <a:lnTo>
                  <a:pt x="4814024" y="4075"/>
                </a:lnTo>
                <a:lnTo>
                  <a:pt x="4813500" y="3748"/>
                </a:lnTo>
                <a:lnTo>
                  <a:pt x="4812953" y="3454"/>
                </a:lnTo>
                <a:lnTo>
                  <a:pt x="4812386" y="3195"/>
                </a:lnTo>
                <a:lnTo>
                  <a:pt x="4811797" y="2972"/>
                </a:lnTo>
                <a:lnTo>
                  <a:pt x="4811191" y="2787"/>
                </a:lnTo>
                <a:lnTo>
                  <a:pt x="4810566" y="2641"/>
                </a:lnTo>
                <a:lnTo>
                  <a:pt x="4809926" y="2534"/>
                </a:lnTo>
                <a:lnTo>
                  <a:pt x="4809271" y="2470"/>
                </a:lnTo>
                <a:lnTo>
                  <a:pt x="4808602" y="2448"/>
                </a:lnTo>
                <a:lnTo>
                  <a:pt x="4807933" y="2470"/>
                </a:lnTo>
                <a:lnTo>
                  <a:pt x="4807278" y="2534"/>
                </a:lnTo>
                <a:lnTo>
                  <a:pt x="4806637" y="2641"/>
                </a:lnTo>
                <a:lnTo>
                  <a:pt x="4806013" y="2787"/>
                </a:lnTo>
                <a:lnTo>
                  <a:pt x="4805406" y="2972"/>
                </a:lnTo>
                <a:lnTo>
                  <a:pt x="4804817" y="3195"/>
                </a:lnTo>
                <a:lnTo>
                  <a:pt x="4804249" y="3454"/>
                </a:lnTo>
                <a:lnTo>
                  <a:pt x="4803703" y="3748"/>
                </a:lnTo>
                <a:lnTo>
                  <a:pt x="4803179" y="4075"/>
                </a:lnTo>
                <a:lnTo>
                  <a:pt x="4802679" y="4434"/>
                </a:lnTo>
                <a:lnTo>
                  <a:pt x="4802204" y="4824"/>
                </a:lnTo>
                <a:lnTo>
                  <a:pt x="4801757" y="5244"/>
                </a:lnTo>
                <a:lnTo>
                  <a:pt x="4801337" y="5691"/>
                </a:lnTo>
                <a:lnTo>
                  <a:pt x="4800947" y="6166"/>
                </a:lnTo>
                <a:lnTo>
                  <a:pt x="4800588" y="6666"/>
                </a:lnTo>
                <a:lnTo>
                  <a:pt x="4800261" y="7190"/>
                </a:lnTo>
                <a:lnTo>
                  <a:pt x="4799968" y="7737"/>
                </a:lnTo>
                <a:lnTo>
                  <a:pt x="4799709" y="8305"/>
                </a:lnTo>
                <a:lnTo>
                  <a:pt x="4799486" y="8893"/>
                </a:lnTo>
                <a:lnTo>
                  <a:pt x="4799301" y="9500"/>
                </a:lnTo>
                <a:lnTo>
                  <a:pt x="4799155" y="10124"/>
                </a:lnTo>
                <a:lnTo>
                  <a:pt x="4799049" y="10765"/>
                </a:lnTo>
                <a:lnTo>
                  <a:pt x="4798984" y="11420"/>
                </a:lnTo>
                <a:lnTo>
                  <a:pt x="4798962" y="12089"/>
                </a:lnTo>
                <a:lnTo>
                  <a:pt x="4798984" y="12757"/>
                </a:lnTo>
                <a:lnTo>
                  <a:pt x="4799049" y="13412"/>
                </a:lnTo>
                <a:lnTo>
                  <a:pt x="4799155" y="14053"/>
                </a:lnTo>
                <a:lnTo>
                  <a:pt x="4799301" y="14677"/>
                </a:lnTo>
                <a:lnTo>
                  <a:pt x="4799486" y="15284"/>
                </a:lnTo>
                <a:lnTo>
                  <a:pt x="4799709" y="15872"/>
                </a:lnTo>
                <a:lnTo>
                  <a:pt x="4799968" y="16441"/>
                </a:lnTo>
                <a:lnTo>
                  <a:pt x="4800261" y="16987"/>
                </a:lnTo>
                <a:lnTo>
                  <a:pt x="4800588" y="17511"/>
                </a:lnTo>
                <a:lnTo>
                  <a:pt x="4800947" y="18011"/>
                </a:lnTo>
                <a:lnTo>
                  <a:pt x="4801337" y="18486"/>
                </a:lnTo>
                <a:lnTo>
                  <a:pt x="4801757" y="18933"/>
                </a:lnTo>
                <a:lnTo>
                  <a:pt x="4802204" y="19353"/>
                </a:lnTo>
                <a:lnTo>
                  <a:pt x="4802679" y="19743"/>
                </a:lnTo>
                <a:lnTo>
                  <a:pt x="4803179" y="20102"/>
                </a:lnTo>
                <a:lnTo>
                  <a:pt x="4803703" y="20430"/>
                </a:lnTo>
                <a:lnTo>
                  <a:pt x="4804249" y="20723"/>
                </a:lnTo>
                <a:lnTo>
                  <a:pt x="4804817" y="20982"/>
                </a:lnTo>
                <a:lnTo>
                  <a:pt x="4805406" y="21205"/>
                </a:lnTo>
                <a:lnTo>
                  <a:pt x="4806013" y="21390"/>
                </a:lnTo>
                <a:lnTo>
                  <a:pt x="4806637" y="21537"/>
                </a:lnTo>
                <a:lnTo>
                  <a:pt x="4807278" y="21643"/>
                </a:lnTo>
                <a:lnTo>
                  <a:pt x="4807933" y="21708"/>
                </a:lnTo>
                <a:lnTo>
                  <a:pt x="4808602" y="21729"/>
                </a:lnTo>
                <a:lnTo>
                  <a:pt x="4809271" y="21708"/>
                </a:lnTo>
                <a:lnTo>
                  <a:pt x="4809926" y="21643"/>
                </a:lnTo>
                <a:lnTo>
                  <a:pt x="4810566" y="21537"/>
                </a:lnTo>
                <a:lnTo>
                  <a:pt x="4811191" y="21390"/>
                </a:lnTo>
                <a:lnTo>
                  <a:pt x="4811797" y="21205"/>
                </a:lnTo>
                <a:lnTo>
                  <a:pt x="4812386" y="20982"/>
                </a:lnTo>
                <a:lnTo>
                  <a:pt x="4812953" y="20723"/>
                </a:lnTo>
                <a:lnTo>
                  <a:pt x="4813500" y="20430"/>
                </a:lnTo>
                <a:lnTo>
                  <a:pt x="4814024" y="20102"/>
                </a:lnTo>
                <a:lnTo>
                  <a:pt x="4814524" y="19743"/>
                </a:lnTo>
                <a:lnTo>
                  <a:pt x="4814998" y="19353"/>
                </a:lnTo>
                <a:lnTo>
                  <a:pt x="4815445" y="18933"/>
                </a:lnTo>
                <a:lnTo>
                  <a:pt x="4815865" y="18486"/>
                </a:lnTo>
                <a:lnTo>
                  <a:pt x="4816255" y="18011"/>
                </a:lnTo>
                <a:lnTo>
                  <a:pt x="4816614" y="17511"/>
                </a:lnTo>
                <a:lnTo>
                  <a:pt x="4816941" y="16987"/>
                </a:lnTo>
                <a:lnTo>
                  <a:pt x="4817234" y="16441"/>
                </a:lnTo>
                <a:lnTo>
                  <a:pt x="4817493" y="15872"/>
                </a:lnTo>
                <a:lnTo>
                  <a:pt x="4817715" y="15284"/>
                </a:lnTo>
                <a:lnTo>
                  <a:pt x="4817901" y="14677"/>
                </a:lnTo>
                <a:lnTo>
                  <a:pt x="4818047" y="14053"/>
                </a:lnTo>
                <a:lnTo>
                  <a:pt x="4818153" y="13412"/>
                </a:lnTo>
                <a:lnTo>
                  <a:pt x="4818218" y="12757"/>
                </a:lnTo>
                <a:lnTo>
                  <a:pt x="4818240" y="12089"/>
                </a:lnTo>
                <a:lnTo>
                  <a:pt x="4818218" y="11420"/>
                </a:lnTo>
                <a:lnTo>
                  <a:pt x="4818153" y="10765"/>
                </a:lnTo>
                <a:lnTo>
                  <a:pt x="4818047" y="10124"/>
                </a:lnTo>
                <a:lnTo>
                  <a:pt x="4817901" y="9500"/>
                </a:lnTo>
                <a:lnTo>
                  <a:pt x="4817715" y="8893"/>
                </a:lnTo>
                <a:lnTo>
                  <a:pt x="4817493" y="8305"/>
                </a:lnTo>
                <a:close/>
                <a:moveTo>
                  <a:pt x="5526003" y="8305"/>
                </a:moveTo>
                <a:lnTo>
                  <a:pt x="5525744" y="7737"/>
                </a:lnTo>
                <a:lnTo>
                  <a:pt x="5525450" y="7190"/>
                </a:lnTo>
                <a:lnTo>
                  <a:pt x="5525123" y="6666"/>
                </a:lnTo>
                <a:lnTo>
                  <a:pt x="5524764" y="6166"/>
                </a:lnTo>
                <a:lnTo>
                  <a:pt x="5524374" y="5691"/>
                </a:lnTo>
                <a:lnTo>
                  <a:pt x="5523955" y="5244"/>
                </a:lnTo>
                <a:lnTo>
                  <a:pt x="5523507" y="4824"/>
                </a:lnTo>
                <a:lnTo>
                  <a:pt x="5523033" y="4434"/>
                </a:lnTo>
                <a:lnTo>
                  <a:pt x="5522534" y="4075"/>
                </a:lnTo>
                <a:lnTo>
                  <a:pt x="5522010" y="3748"/>
                </a:lnTo>
                <a:lnTo>
                  <a:pt x="5521463" y="3454"/>
                </a:lnTo>
                <a:lnTo>
                  <a:pt x="5520895" y="3195"/>
                </a:lnTo>
                <a:lnTo>
                  <a:pt x="5520307" y="2972"/>
                </a:lnTo>
                <a:lnTo>
                  <a:pt x="5519700" y="2787"/>
                </a:lnTo>
                <a:lnTo>
                  <a:pt x="5519076" y="2641"/>
                </a:lnTo>
                <a:lnTo>
                  <a:pt x="5518436" y="2534"/>
                </a:lnTo>
                <a:lnTo>
                  <a:pt x="5517781" y="2470"/>
                </a:lnTo>
                <a:lnTo>
                  <a:pt x="5517112" y="2448"/>
                </a:lnTo>
                <a:lnTo>
                  <a:pt x="5516443" y="2470"/>
                </a:lnTo>
                <a:lnTo>
                  <a:pt x="5515788" y="2534"/>
                </a:lnTo>
                <a:lnTo>
                  <a:pt x="5515147" y="2641"/>
                </a:lnTo>
                <a:lnTo>
                  <a:pt x="5514523" y="2787"/>
                </a:lnTo>
                <a:lnTo>
                  <a:pt x="5513915" y="2972"/>
                </a:lnTo>
                <a:lnTo>
                  <a:pt x="5513327" y="3195"/>
                </a:lnTo>
                <a:lnTo>
                  <a:pt x="5512759" y="3454"/>
                </a:lnTo>
                <a:lnTo>
                  <a:pt x="5512212" y="3748"/>
                </a:lnTo>
                <a:lnTo>
                  <a:pt x="5511688" y="4075"/>
                </a:lnTo>
                <a:lnTo>
                  <a:pt x="5511188" y="4434"/>
                </a:lnTo>
                <a:lnTo>
                  <a:pt x="5510714" y="4824"/>
                </a:lnTo>
                <a:lnTo>
                  <a:pt x="5510267" y="5244"/>
                </a:lnTo>
                <a:lnTo>
                  <a:pt x="5509847" y="5691"/>
                </a:lnTo>
                <a:lnTo>
                  <a:pt x="5509457" y="6166"/>
                </a:lnTo>
                <a:lnTo>
                  <a:pt x="5509098" y="6666"/>
                </a:lnTo>
                <a:lnTo>
                  <a:pt x="5508771" y="7190"/>
                </a:lnTo>
                <a:lnTo>
                  <a:pt x="5508477" y="7737"/>
                </a:lnTo>
                <a:lnTo>
                  <a:pt x="5508219" y="8305"/>
                </a:lnTo>
                <a:lnTo>
                  <a:pt x="5507996" y="8893"/>
                </a:lnTo>
                <a:lnTo>
                  <a:pt x="5507811" y="9500"/>
                </a:lnTo>
                <a:lnTo>
                  <a:pt x="5507665" y="10124"/>
                </a:lnTo>
                <a:lnTo>
                  <a:pt x="5507558" y="10765"/>
                </a:lnTo>
                <a:lnTo>
                  <a:pt x="5507494" y="11420"/>
                </a:lnTo>
                <a:lnTo>
                  <a:pt x="5507472" y="12089"/>
                </a:lnTo>
                <a:lnTo>
                  <a:pt x="5507494" y="12757"/>
                </a:lnTo>
                <a:lnTo>
                  <a:pt x="5507558" y="13412"/>
                </a:lnTo>
                <a:lnTo>
                  <a:pt x="5507665" y="14053"/>
                </a:lnTo>
                <a:lnTo>
                  <a:pt x="5507811" y="14677"/>
                </a:lnTo>
                <a:lnTo>
                  <a:pt x="5507996" y="15284"/>
                </a:lnTo>
                <a:lnTo>
                  <a:pt x="5508219" y="15872"/>
                </a:lnTo>
                <a:lnTo>
                  <a:pt x="5508477" y="16441"/>
                </a:lnTo>
                <a:lnTo>
                  <a:pt x="5508771" y="16987"/>
                </a:lnTo>
                <a:lnTo>
                  <a:pt x="5509098" y="17511"/>
                </a:lnTo>
                <a:lnTo>
                  <a:pt x="5509457" y="18011"/>
                </a:lnTo>
                <a:lnTo>
                  <a:pt x="5509847" y="18486"/>
                </a:lnTo>
                <a:lnTo>
                  <a:pt x="5510267" y="18933"/>
                </a:lnTo>
                <a:lnTo>
                  <a:pt x="5510714" y="19353"/>
                </a:lnTo>
                <a:lnTo>
                  <a:pt x="5511188" y="19743"/>
                </a:lnTo>
                <a:lnTo>
                  <a:pt x="5511688" y="20102"/>
                </a:lnTo>
                <a:lnTo>
                  <a:pt x="5512212" y="20430"/>
                </a:lnTo>
                <a:lnTo>
                  <a:pt x="5512759" y="20723"/>
                </a:lnTo>
                <a:lnTo>
                  <a:pt x="5513327" y="20982"/>
                </a:lnTo>
                <a:lnTo>
                  <a:pt x="5513915" y="21205"/>
                </a:lnTo>
                <a:lnTo>
                  <a:pt x="5514523" y="21390"/>
                </a:lnTo>
                <a:lnTo>
                  <a:pt x="5515147" y="21537"/>
                </a:lnTo>
                <a:lnTo>
                  <a:pt x="5515788" y="21643"/>
                </a:lnTo>
                <a:lnTo>
                  <a:pt x="5516443" y="21708"/>
                </a:lnTo>
                <a:lnTo>
                  <a:pt x="5517112" y="21729"/>
                </a:lnTo>
                <a:lnTo>
                  <a:pt x="5517781" y="21708"/>
                </a:lnTo>
                <a:lnTo>
                  <a:pt x="5518436" y="21643"/>
                </a:lnTo>
                <a:lnTo>
                  <a:pt x="5519076" y="21537"/>
                </a:lnTo>
                <a:lnTo>
                  <a:pt x="5519700" y="21390"/>
                </a:lnTo>
                <a:lnTo>
                  <a:pt x="5520307" y="21205"/>
                </a:lnTo>
                <a:lnTo>
                  <a:pt x="5520895" y="20982"/>
                </a:lnTo>
                <a:lnTo>
                  <a:pt x="5521463" y="20723"/>
                </a:lnTo>
                <a:lnTo>
                  <a:pt x="5522010" y="20430"/>
                </a:lnTo>
                <a:lnTo>
                  <a:pt x="5522534" y="20102"/>
                </a:lnTo>
                <a:lnTo>
                  <a:pt x="5523033" y="19743"/>
                </a:lnTo>
                <a:lnTo>
                  <a:pt x="5523507" y="19353"/>
                </a:lnTo>
                <a:lnTo>
                  <a:pt x="5523955" y="18933"/>
                </a:lnTo>
                <a:lnTo>
                  <a:pt x="5524374" y="18486"/>
                </a:lnTo>
                <a:lnTo>
                  <a:pt x="5524764" y="18011"/>
                </a:lnTo>
                <a:lnTo>
                  <a:pt x="5525123" y="17511"/>
                </a:lnTo>
                <a:lnTo>
                  <a:pt x="5525450" y="16987"/>
                </a:lnTo>
                <a:lnTo>
                  <a:pt x="5525744" y="16441"/>
                </a:lnTo>
                <a:lnTo>
                  <a:pt x="5526003" y="15872"/>
                </a:lnTo>
                <a:lnTo>
                  <a:pt x="5526225" y="15284"/>
                </a:lnTo>
                <a:lnTo>
                  <a:pt x="5526410" y="14677"/>
                </a:lnTo>
                <a:lnTo>
                  <a:pt x="5526557" y="14053"/>
                </a:lnTo>
                <a:lnTo>
                  <a:pt x="5526663" y="13412"/>
                </a:lnTo>
                <a:lnTo>
                  <a:pt x="5526727" y="12757"/>
                </a:lnTo>
                <a:lnTo>
                  <a:pt x="5526749" y="12089"/>
                </a:lnTo>
                <a:lnTo>
                  <a:pt x="5526727" y="11420"/>
                </a:lnTo>
                <a:lnTo>
                  <a:pt x="5526663" y="10765"/>
                </a:lnTo>
                <a:lnTo>
                  <a:pt x="5526557" y="10124"/>
                </a:lnTo>
                <a:lnTo>
                  <a:pt x="5526410" y="9500"/>
                </a:lnTo>
                <a:lnTo>
                  <a:pt x="5526225" y="8893"/>
                </a:lnTo>
                <a:lnTo>
                  <a:pt x="5526003" y="8305"/>
                </a:lnTo>
                <a:close/>
                <a:moveTo>
                  <a:pt x="6373778" y="109362"/>
                </a:moveTo>
                <a:lnTo>
                  <a:pt x="6373481" y="109009"/>
                </a:lnTo>
                <a:lnTo>
                  <a:pt x="6373158" y="108697"/>
                </a:lnTo>
                <a:lnTo>
                  <a:pt x="6372809" y="108424"/>
                </a:lnTo>
                <a:lnTo>
                  <a:pt x="6372439" y="108188"/>
                </a:lnTo>
                <a:lnTo>
                  <a:pt x="6372050" y="107985"/>
                </a:lnTo>
                <a:lnTo>
                  <a:pt x="6371645" y="107813"/>
                </a:lnTo>
                <a:lnTo>
                  <a:pt x="6371226" y="107670"/>
                </a:lnTo>
                <a:lnTo>
                  <a:pt x="6370798" y="107553"/>
                </a:lnTo>
                <a:lnTo>
                  <a:pt x="6370361" y="107459"/>
                </a:lnTo>
                <a:lnTo>
                  <a:pt x="6369920" y="107386"/>
                </a:lnTo>
                <a:lnTo>
                  <a:pt x="6369477" y="107331"/>
                </a:lnTo>
                <a:lnTo>
                  <a:pt x="6369036" y="107292"/>
                </a:lnTo>
                <a:lnTo>
                  <a:pt x="6368598" y="107266"/>
                </a:lnTo>
                <a:lnTo>
                  <a:pt x="6368166" y="107250"/>
                </a:lnTo>
                <a:lnTo>
                  <a:pt x="6367744" y="107242"/>
                </a:lnTo>
                <a:lnTo>
                  <a:pt x="6367335" y="107239"/>
                </a:lnTo>
                <a:lnTo>
                  <a:pt x="6366941" y="107238"/>
                </a:lnTo>
                <a:lnTo>
                  <a:pt x="6358456" y="107238"/>
                </a:lnTo>
                <a:lnTo>
                  <a:pt x="6358456" y="62576"/>
                </a:lnTo>
                <a:lnTo>
                  <a:pt x="6358406" y="60203"/>
                </a:lnTo>
                <a:lnTo>
                  <a:pt x="6358254" y="57944"/>
                </a:lnTo>
                <a:lnTo>
                  <a:pt x="6358004" y="55800"/>
                </a:lnTo>
                <a:lnTo>
                  <a:pt x="6357658" y="53768"/>
                </a:lnTo>
                <a:lnTo>
                  <a:pt x="6357216" y="51847"/>
                </a:lnTo>
                <a:lnTo>
                  <a:pt x="6356682" y="50036"/>
                </a:lnTo>
                <a:lnTo>
                  <a:pt x="6356057" y="48334"/>
                </a:lnTo>
                <a:lnTo>
                  <a:pt x="6355344" y="46739"/>
                </a:lnTo>
                <a:lnTo>
                  <a:pt x="6354543" y="45251"/>
                </a:lnTo>
                <a:lnTo>
                  <a:pt x="6353657" y="43867"/>
                </a:lnTo>
                <a:lnTo>
                  <a:pt x="6352687" y="42588"/>
                </a:lnTo>
                <a:lnTo>
                  <a:pt x="6351637" y="41411"/>
                </a:lnTo>
                <a:lnTo>
                  <a:pt x="6350507" y="40335"/>
                </a:lnTo>
                <a:lnTo>
                  <a:pt x="6349300" y="39360"/>
                </a:lnTo>
                <a:lnTo>
                  <a:pt x="6348018" y="38483"/>
                </a:lnTo>
                <a:lnTo>
                  <a:pt x="6346661" y="37704"/>
                </a:lnTo>
                <a:lnTo>
                  <a:pt x="6345234" y="37021"/>
                </a:lnTo>
                <a:lnTo>
                  <a:pt x="6343736" y="36433"/>
                </a:lnTo>
                <a:lnTo>
                  <a:pt x="6342171" y="35939"/>
                </a:lnTo>
                <a:lnTo>
                  <a:pt x="6340540" y="35537"/>
                </a:lnTo>
                <a:lnTo>
                  <a:pt x="6338845" y="35227"/>
                </a:lnTo>
                <a:lnTo>
                  <a:pt x="6337088" y="35007"/>
                </a:lnTo>
                <a:lnTo>
                  <a:pt x="6335271" y="34876"/>
                </a:lnTo>
                <a:lnTo>
                  <a:pt x="6333396" y="34833"/>
                </a:lnTo>
                <a:lnTo>
                  <a:pt x="6331803" y="34867"/>
                </a:lnTo>
                <a:lnTo>
                  <a:pt x="6330255" y="34964"/>
                </a:lnTo>
                <a:lnTo>
                  <a:pt x="6328752" y="35122"/>
                </a:lnTo>
                <a:lnTo>
                  <a:pt x="6327294" y="35336"/>
                </a:lnTo>
                <a:lnTo>
                  <a:pt x="6325881" y="35601"/>
                </a:lnTo>
                <a:lnTo>
                  <a:pt x="6324515" y="35915"/>
                </a:lnTo>
                <a:lnTo>
                  <a:pt x="6323195" y="36272"/>
                </a:lnTo>
                <a:lnTo>
                  <a:pt x="6321921" y="36669"/>
                </a:lnTo>
                <a:lnTo>
                  <a:pt x="6320694" y="37101"/>
                </a:lnTo>
                <a:lnTo>
                  <a:pt x="6319514" y="37565"/>
                </a:lnTo>
                <a:lnTo>
                  <a:pt x="6318381" y="38056"/>
                </a:lnTo>
                <a:lnTo>
                  <a:pt x="6317297" y="38570"/>
                </a:lnTo>
                <a:lnTo>
                  <a:pt x="6316261" y="39103"/>
                </a:lnTo>
                <a:lnTo>
                  <a:pt x="6315273" y="39651"/>
                </a:lnTo>
                <a:lnTo>
                  <a:pt x="6314334" y="40210"/>
                </a:lnTo>
                <a:lnTo>
                  <a:pt x="6313444" y="40776"/>
                </a:lnTo>
                <a:lnTo>
                  <a:pt x="6312604" y="41344"/>
                </a:lnTo>
                <a:lnTo>
                  <a:pt x="6311814" y="41911"/>
                </a:lnTo>
                <a:lnTo>
                  <a:pt x="6311074" y="42473"/>
                </a:lnTo>
                <a:lnTo>
                  <a:pt x="6310384" y="43025"/>
                </a:lnTo>
                <a:lnTo>
                  <a:pt x="6309745" y="43563"/>
                </a:lnTo>
                <a:lnTo>
                  <a:pt x="6309158" y="44083"/>
                </a:lnTo>
                <a:lnTo>
                  <a:pt x="6308622" y="44581"/>
                </a:lnTo>
                <a:lnTo>
                  <a:pt x="6308137" y="45053"/>
                </a:lnTo>
                <a:lnTo>
                  <a:pt x="6308137" y="9035"/>
                </a:lnTo>
                <a:lnTo>
                  <a:pt x="6308131" y="8309"/>
                </a:lnTo>
                <a:lnTo>
                  <a:pt x="6308111" y="7624"/>
                </a:lnTo>
                <a:lnTo>
                  <a:pt x="6308075" y="6980"/>
                </a:lnTo>
                <a:lnTo>
                  <a:pt x="6308021" y="6375"/>
                </a:lnTo>
                <a:lnTo>
                  <a:pt x="6307949" y="5808"/>
                </a:lnTo>
                <a:lnTo>
                  <a:pt x="6307854" y="5279"/>
                </a:lnTo>
                <a:lnTo>
                  <a:pt x="6307737" y="4786"/>
                </a:lnTo>
                <a:lnTo>
                  <a:pt x="6307595" y="4330"/>
                </a:lnTo>
                <a:lnTo>
                  <a:pt x="6307426" y="3908"/>
                </a:lnTo>
                <a:lnTo>
                  <a:pt x="6307228" y="3520"/>
                </a:lnTo>
                <a:lnTo>
                  <a:pt x="6307000" y="3165"/>
                </a:lnTo>
                <a:lnTo>
                  <a:pt x="6306740" y="2842"/>
                </a:lnTo>
                <a:lnTo>
                  <a:pt x="6306446" y="2550"/>
                </a:lnTo>
                <a:lnTo>
                  <a:pt x="6306115" y="2288"/>
                </a:lnTo>
                <a:lnTo>
                  <a:pt x="6305747" y="2055"/>
                </a:lnTo>
                <a:lnTo>
                  <a:pt x="6305339" y="1851"/>
                </a:lnTo>
                <a:lnTo>
                  <a:pt x="6304890" y="1675"/>
                </a:lnTo>
                <a:lnTo>
                  <a:pt x="6304397" y="1525"/>
                </a:lnTo>
                <a:lnTo>
                  <a:pt x="6303859" y="1400"/>
                </a:lnTo>
                <a:lnTo>
                  <a:pt x="6303274" y="1300"/>
                </a:lnTo>
                <a:lnTo>
                  <a:pt x="6302640" y="1224"/>
                </a:lnTo>
                <a:lnTo>
                  <a:pt x="6301956" y="1171"/>
                </a:lnTo>
                <a:lnTo>
                  <a:pt x="6301219" y="1140"/>
                </a:lnTo>
                <a:lnTo>
                  <a:pt x="6300427" y="1130"/>
                </a:lnTo>
                <a:lnTo>
                  <a:pt x="6286354" y="1130"/>
                </a:lnTo>
                <a:lnTo>
                  <a:pt x="6285959" y="1130"/>
                </a:lnTo>
                <a:lnTo>
                  <a:pt x="6285550" y="1133"/>
                </a:lnTo>
                <a:lnTo>
                  <a:pt x="6285128" y="1141"/>
                </a:lnTo>
                <a:lnTo>
                  <a:pt x="6284697" y="1157"/>
                </a:lnTo>
                <a:lnTo>
                  <a:pt x="6284259" y="1184"/>
                </a:lnTo>
                <a:lnTo>
                  <a:pt x="6283817" y="1223"/>
                </a:lnTo>
                <a:lnTo>
                  <a:pt x="6283374" y="1278"/>
                </a:lnTo>
                <a:lnTo>
                  <a:pt x="6282933" y="1351"/>
                </a:lnTo>
                <a:lnTo>
                  <a:pt x="6282496" y="1445"/>
                </a:lnTo>
                <a:lnTo>
                  <a:pt x="6282068" y="1562"/>
                </a:lnTo>
                <a:lnTo>
                  <a:pt x="6281649" y="1705"/>
                </a:lnTo>
                <a:lnTo>
                  <a:pt x="6281244" y="1877"/>
                </a:lnTo>
                <a:lnTo>
                  <a:pt x="6280855" y="2080"/>
                </a:lnTo>
                <a:lnTo>
                  <a:pt x="6280485" y="2316"/>
                </a:lnTo>
                <a:lnTo>
                  <a:pt x="6280136" y="2589"/>
                </a:lnTo>
                <a:lnTo>
                  <a:pt x="6279813" y="2901"/>
                </a:lnTo>
                <a:lnTo>
                  <a:pt x="6279516" y="3254"/>
                </a:lnTo>
                <a:lnTo>
                  <a:pt x="6279250" y="3652"/>
                </a:lnTo>
                <a:lnTo>
                  <a:pt x="6279017" y="4096"/>
                </a:lnTo>
                <a:lnTo>
                  <a:pt x="6278820" y="4589"/>
                </a:lnTo>
                <a:lnTo>
                  <a:pt x="6278662" y="5135"/>
                </a:lnTo>
                <a:lnTo>
                  <a:pt x="6278546" y="5734"/>
                </a:lnTo>
                <a:lnTo>
                  <a:pt x="6278474" y="6391"/>
                </a:lnTo>
                <a:lnTo>
                  <a:pt x="6278449" y="7108"/>
                </a:lnTo>
                <a:lnTo>
                  <a:pt x="6278475" y="7801"/>
                </a:lnTo>
                <a:lnTo>
                  <a:pt x="6278549" y="8437"/>
                </a:lnTo>
                <a:lnTo>
                  <a:pt x="6278670" y="9017"/>
                </a:lnTo>
                <a:lnTo>
                  <a:pt x="6278833" y="9545"/>
                </a:lnTo>
                <a:lnTo>
                  <a:pt x="6279036" y="10022"/>
                </a:lnTo>
                <a:lnTo>
                  <a:pt x="6279274" y="10452"/>
                </a:lnTo>
                <a:lnTo>
                  <a:pt x="6279547" y="10836"/>
                </a:lnTo>
                <a:lnTo>
                  <a:pt x="6279849" y="11178"/>
                </a:lnTo>
                <a:lnTo>
                  <a:pt x="6280177" y="11480"/>
                </a:lnTo>
                <a:lnTo>
                  <a:pt x="6280530" y="11744"/>
                </a:lnTo>
                <a:lnTo>
                  <a:pt x="6280903" y="11973"/>
                </a:lnTo>
                <a:lnTo>
                  <a:pt x="6281293" y="12169"/>
                </a:lnTo>
                <a:lnTo>
                  <a:pt x="6281697" y="12335"/>
                </a:lnTo>
                <a:lnTo>
                  <a:pt x="6282112" y="12473"/>
                </a:lnTo>
                <a:lnTo>
                  <a:pt x="6282534" y="12587"/>
                </a:lnTo>
                <a:lnTo>
                  <a:pt x="6282962" y="12678"/>
                </a:lnTo>
                <a:lnTo>
                  <a:pt x="6283390" y="12748"/>
                </a:lnTo>
                <a:lnTo>
                  <a:pt x="6283817" y="12801"/>
                </a:lnTo>
                <a:lnTo>
                  <a:pt x="6284238" y="12839"/>
                </a:lnTo>
                <a:lnTo>
                  <a:pt x="6284652" y="12865"/>
                </a:lnTo>
                <a:lnTo>
                  <a:pt x="6285054" y="12880"/>
                </a:lnTo>
                <a:lnTo>
                  <a:pt x="6285441" y="12888"/>
                </a:lnTo>
                <a:lnTo>
                  <a:pt x="6285811" y="12891"/>
                </a:lnTo>
                <a:lnTo>
                  <a:pt x="6286159" y="12892"/>
                </a:lnTo>
                <a:lnTo>
                  <a:pt x="6294838" y="12892"/>
                </a:lnTo>
                <a:lnTo>
                  <a:pt x="6294838" y="107238"/>
                </a:lnTo>
                <a:lnTo>
                  <a:pt x="6286354" y="107238"/>
                </a:lnTo>
                <a:lnTo>
                  <a:pt x="6285959" y="107239"/>
                </a:lnTo>
                <a:lnTo>
                  <a:pt x="6285550" y="107242"/>
                </a:lnTo>
                <a:lnTo>
                  <a:pt x="6285128" y="107250"/>
                </a:lnTo>
                <a:lnTo>
                  <a:pt x="6284697" y="107266"/>
                </a:lnTo>
                <a:lnTo>
                  <a:pt x="6284259" y="107292"/>
                </a:lnTo>
                <a:lnTo>
                  <a:pt x="6283817" y="107331"/>
                </a:lnTo>
                <a:lnTo>
                  <a:pt x="6283374" y="107386"/>
                </a:lnTo>
                <a:lnTo>
                  <a:pt x="6282933" y="107459"/>
                </a:lnTo>
                <a:lnTo>
                  <a:pt x="6282496" y="107553"/>
                </a:lnTo>
                <a:lnTo>
                  <a:pt x="6282068" y="107670"/>
                </a:lnTo>
                <a:lnTo>
                  <a:pt x="6281649" y="107813"/>
                </a:lnTo>
                <a:lnTo>
                  <a:pt x="6281244" y="107985"/>
                </a:lnTo>
                <a:lnTo>
                  <a:pt x="6280855" y="108188"/>
                </a:lnTo>
                <a:lnTo>
                  <a:pt x="6280485" y="108424"/>
                </a:lnTo>
                <a:lnTo>
                  <a:pt x="6280136" y="108697"/>
                </a:lnTo>
                <a:lnTo>
                  <a:pt x="6279813" y="109009"/>
                </a:lnTo>
                <a:lnTo>
                  <a:pt x="6279516" y="109362"/>
                </a:lnTo>
                <a:lnTo>
                  <a:pt x="6279250" y="109759"/>
                </a:lnTo>
                <a:lnTo>
                  <a:pt x="6279017" y="110203"/>
                </a:lnTo>
                <a:lnTo>
                  <a:pt x="6278820" y="110696"/>
                </a:lnTo>
                <a:lnTo>
                  <a:pt x="6278662" y="111241"/>
                </a:lnTo>
                <a:lnTo>
                  <a:pt x="6278546" y="111841"/>
                </a:lnTo>
                <a:lnTo>
                  <a:pt x="6278474" y="112497"/>
                </a:lnTo>
                <a:lnTo>
                  <a:pt x="6278449" y="113213"/>
                </a:lnTo>
                <a:lnTo>
                  <a:pt x="6278475" y="113907"/>
                </a:lnTo>
                <a:lnTo>
                  <a:pt x="6278549" y="114542"/>
                </a:lnTo>
                <a:lnTo>
                  <a:pt x="6278670" y="115122"/>
                </a:lnTo>
                <a:lnTo>
                  <a:pt x="6278833" y="115650"/>
                </a:lnTo>
                <a:lnTo>
                  <a:pt x="6279036" y="116127"/>
                </a:lnTo>
                <a:lnTo>
                  <a:pt x="6279274" y="116557"/>
                </a:lnTo>
                <a:lnTo>
                  <a:pt x="6279547" y="116942"/>
                </a:lnTo>
                <a:lnTo>
                  <a:pt x="6279849" y="117283"/>
                </a:lnTo>
                <a:lnTo>
                  <a:pt x="6280177" y="117585"/>
                </a:lnTo>
                <a:lnTo>
                  <a:pt x="6280530" y="117849"/>
                </a:lnTo>
                <a:lnTo>
                  <a:pt x="6280903" y="118078"/>
                </a:lnTo>
                <a:lnTo>
                  <a:pt x="6281293" y="118274"/>
                </a:lnTo>
                <a:lnTo>
                  <a:pt x="6281697" y="118440"/>
                </a:lnTo>
                <a:lnTo>
                  <a:pt x="6282112" y="118579"/>
                </a:lnTo>
                <a:lnTo>
                  <a:pt x="6282534" y="118692"/>
                </a:lnTo>
                <a:lnTo>
                  <a:pt x="6282962" y="118783"/>
                </a:lnTo>
                <a:lnTo>
                  <a:pt x="6283390" y="118854"/>
                </a:lnTo>
                <a:lnTo>
                  <a:pt x="6283817" y="118907"/>
                </a:lnTo>
                <a:lnTo>
                  <a:pt x="6284238" y="118945"/>
                </a:lnTo>
                <a:lnTo>
                  <a:pt x="6284652" y="118970"/>
                </a:lnTo>
                <a:lnTo>
                  <a:pt x="6285054" y="118986"/>
                </a:lnTo>
                <a:lnTo>
                  <a:pt x="6285441" y="118994"/>
                </a:lnTo>
                <a:lnTo>
                  <a:pt x="6285811" y="118997"/>
                </a:lnTo>
                <a:lnTo>
                  <a:pt x="6286159" y="118997"/>
                </a:lnTo>
                <a:lnTo>
                  <a:pt x="6316816" y="118997"/>
                </a:lnTo>
                <a:lnTo>
                  <a:pt x="6317164" y="118997"/>
                </a:lnTo>
                <a:lnTo>
                  <a:pt x="6317534" y="118994"/>
                </a:lnTo>
                <a:lnTo>
                  <a:pt x="6317921" y="118986"/>
                </a:lnTo>
                <a:lnTo>
                  <a:pt x="6318323" y="118970"/>
                </a:lnTo>
                <a:lnTo>
                  <a:pt x="6318737" y="118945"/>
                </a:lnTo>
                <a:lnTo>
                  <a:pt x="6319158" y="118907"/>
                </a:lnTo>
                <a:lnTo>
                  <a:pt x="6319585" y="118854"/>
                </a:lnTo>
                <a:lnTo>
                  <a:pt x="6320014" y="118783"/>
                </a:lnTo>
                <a:lnTo>
                  <a:pt x="6320441" y="118692"/>
                </a:lnTo>
                <a:lnTo>
                  <a:pt x="6320863" y="118579"/>
                </a:lnTo>
                <a:lnTo>
                  <a:pt x="6321278" y="118440"/>
                </a:lnTo>
                <a:lnTo>
                  <a:pt x="6321682" y="118274"/>
                </a:lnTo>
                <a:lnTo>
                  <a:pt x="6322073" y="118078"/>
                </a:lnTo>
                <a:lnTo>
                  <a:pt x="6322445" y="117849"/>
                </a:lnTo>
                <a:lnTo>
                  <a:pt x="6322798" y="117585"/>
                </a:lnTo>
                <a:lnTo>
                  <a:pt x="6323127" y="117283"/>
                </a:lnTo>
                <a:lnTo>
                  <a:pt x="6323429" y="116942"/>
                </a:lnTo>
                <a:lnTo>
                  <a:pt x="6323701" y="116557"/>
                </a:lnTo>
                <a:lnTo>
                  <a:pt x="6323940" y="116127"/>
                </a:lnTo>
                <a:lnTo>
                  <a:pt x="6324142" y="115650"/>
                </a:lnTo>
                <a:lnTo>
                  <a:pt x="6324305" y="115122"/>
                </a:lnTo>
                <a:lnTo>
                  <a:pt x="6324426" y="114542"/>
                </a:lnTo>
                <a:lnTo>
                  <a:pt x="6324500" y="113907"/>
                </a:lnTo>
                <a:lnTo>
                  <a:pt x="6324526" y="113213"/>
                </a:lnTo>
                <a:lnTo>
                  <a:pt x="6324501" y="112497"/>
                </a:lnTo>
                <a:lnTo>
                  <a:pt x="6324429" y="111841"/>
                </a:lnTo>
                <a:lnTo>
                  <a:pt x="6324313" y="111241"/>
                </a:lnTo>
                <a:lnTo>
                  <a:pt x="6324155" y="110696"/>
                </a:lnTo>
                <a:lnTo>
                  <a:pt x="6323958" y="110203"/>
                </a:lnTo>
                <a:lnTo>
                  <a:pt x="6323725" y="109759"/>
                </a:lnTo>
                <a:lnTo>
                  <a:pt x="6323459" y="109362"/>
                </a:lnTo>
                <a:lnTo>
                  <a:pt x="6323162" y="109009"/>
                </a:lnTo>
                <a:lnTo>
                  <a:pt x="6322839" y="108697"/>
                </a:lnTo>
                <a:lnTo>
                  <a:pt x="6322490" y="108424"/>
                </a:lnTo>
                <a:lnTo>
                  <a:pt x="6322120" y="108188"/>
                </a:lnTo>
                <a:lnTo>
                  <a:pt x="6321731" y="107985"/>
                </a:lnTo>
                <a:lnTo>
                  <a:pt x="6321326" y="107813"/>
                </a:lnTo>
                <a:lnTo>
                  <a:pt x="6320907" y="107670"/>
                </a:lnTo>
                <a:lnTo>
                  <a:pt x="6320479" y="107553"/>
                </a:lnTo>
                <a:lnTo>
                  <a:pt x="6320042" y="107459"/>
                </a:lnTo>
                <a:lnTo>
                  <a:pt x="6319601" y="107386"/>
                </a:lnTo>
                <a:lnTo>
                  <a:pt x="6319158" y="107331"/>
                </a:lnTo>
                <a:lnTo>
                  <a:pt x="6318717" y="107292"/>
                </a:lnTo>
                <a:lnTo>
                  <a:pt x="6318279" y="107266"/>
                </a:lnTo>
                <a:lnTo>
                  <a:pt x="6317847" y="107250"/>
                </a:lnTo>
                <a:lnTo>
                  <a:pt x="6317425" y="107242"/>
                </a:lnTo>
                <a:lnTo>
                  <a:pt x="6317016" y="107239"/>
                </a:lnTo>
                <a:lnTo>
                  <a:pt x="6316622" y="107238"/>
                </a:lnTo>
                <a:lnTo>
                  <a:pt x="6308137" y="107238"/>
                </a:lnTo>
                <a:lnTo>
                  <a:pt x="6308137" y="73164"/>
                </a:lnTo>
                <a:lnTo>
                  <a:pt x="6308210" y="70819"/>
                </a:lnTo>
                <a:lnTo>
                  <a:pt x="6308424" y="68597"/>
                </a:lnTo>
                <a:lnTo>
                  <a:pt x="6308770" y="66495"/>
                </a:lnTo>
                <a:lnTo>
                  <a:pt x="6309240" y="64511"/>
                </a:lnTo>
                <a:lnTo>
                  <a:pt x="6309826" y="62644"/>
                </a:lnTo>
                <a:lnTo>
                  <a:pt x="6310520" y="60891"/>
                </a:lnTo>
                <a:lnTo>
                  <a:pt x="6311315" y="59250"/>
                </a:lnTo>
                <a:lnTo>
                  <a:pt x="6312201" y="57719"/>
                </a:lnTo>
                <a:lnTo>
                  <a:pt x="6313170" y="56297"/>
                </a:lnTo>
                <a:lnTo>
                  <a:pt x="6314216" y="54981"/>
                </a:lnTo>
                <a:lnTo>
                  <a:pt x="6315328" y="53769"/>
                </a:lnTo>
                <a:lnTo>
                  <a:pt x="6316501" y="52660"/>
                </a:lnTo>
                <a:lnTo>
                  <a:pt x="6317724" y="51651"/>
                </a:lnTo>
                <a:lnTo>
                  <a:pt x="6318990" y="50740"/>
                </a:lnTo>
                <a:lnTo>
                  <a:pt x="6320292" y="49925"/>
                </a:lnTo>
                <a:lnTo>
                  <a:pt x="6321620" y="49205"/>
                </a:lnTo>
                <a:lnTo>
                  <a:pt x="6322967" y="48577"/>
                </a:lnTo>
                <a:lnTo>
                  <a:pt x="6324325" y="48039"/>
                </a:lnTo>
                <a:lnTo>
                  <a:pt x="6325685" y="47590"/>
                </a:lnTo>
                <a:lnTo>
                  <a:pt x="6327039" y="47226"/>
                </a:lnTo>
                <a:lnTo>
                  <a:pt x="6328380" y="46947"/>
                </a:lnTo>
                <a:lnTo>
                  <a:pt x="6329699" y="46750"/>
                </a:lnTo>
                <a:lnTo>
                  <a:pt x="6330988" y="46634"/>
                </a:lnTo>
                <a:lnTo>
                  <a:pt x="6332239" y="46595"/>
                </a:lnTo>
                <a:lnTo>
                  <a:pt x="6333478" y="46623"/>
                </a:lnTo>
                <a:lnTo>
                  <a:pt x="6334640" y="46708"/>
                </a:lnTo>
                <a:lnTo>
                  <a:pt x="6335728" y="46849"/>
                </a:lnTo>
                <a:lnTo>
                  <a:pt x="6336743" y="47048"/>
                </a:lnTo>
                <a:lnTo>
                  <a:pt x="6337689" y="47304"/>
                </a:lnTo>
                <a:lnTo>
                  <a:pt x="6338567" y="47618"/>
                </a:lnTo>
                <a:lnTo>
                  <a:pt x="6339380" y="47990"/>
                </a:lnTo>
                <a:lnTo>
                  <a:pt x="6340128" y="48421"/>
                </a:lnTo>
                <a:lnTo>
                  <a:pt x="6340815" y="48910"/>
                </a:lnTo>
                <a:lnTo>
                  <a:pt x="6341443" y="49459"/>
                </a:lnTo>
                <a:lnTo>
                  <a:pt x="6342013" y="50067"/>
                </a:lnTo>
                <a:lnTo>
                  <a:pt x="6342528" y="50735"/>
                </a:lnTo>
                <a:lnTo>
                  <a:pt x="6342989" y="51463"/>
                </a:lnTo>
                <a:lnTo>
                  <a:pt x="6343400" y="52252"/>
                </a:lnTo>
                <a:lnTo>
                  <a:pt x="6343761" y="53101"/>
                </a:lnTo>
                <a:lnTo>
                  <a:pt x="6344076" y="54012"/>
                </a:lnTo>
                <a:lnTo>
                  <a:pt x="6344346" y="54984"/>
                </a:lnTo>
                <a:lnTo>
                  <a:pt x="6344573" y="56018"/>
                </a:lnTo>
                <a:lnTo>
                  <a:pt x="6344759" y="57114"/>
                </a:lnTo>
                <a:lnTo>
                  <a:pt x="6344907" y="58272"/>
                </a:lnTo>
                <a:lnTo>
                  <a:pt x="6345018" y="59494"/>
                </a:lnTo>
                <a:lnTo>
                  <a:pt x="6345095" y="60778"/>
                </a:lnTo>
                <a:lnTo>
                  <a:pt x="6345139" y="62126"/>
                </a:lnTo>
                <a:lnTo>
                  <a:pt x="6345154" y="63538"/>
                </a:lnTo>
                <a:lnTo>
                  <a:pt x="6345154" y="107238"/>
                </a:lnTo>
                <a:lnTo>
                  <a:pt x="6337638" y="107238"/>
                </a:lnTo>
                <a:lnTo>
                  <a:pt x="6337243" y="107239"/>
                </a:lnTo>
                <a:lnTo>
                  <a:pt x="6336834" y="107242"/>
                </a:lnTo>
                <a:lnTo>
                  <a:pt x="6336412" y="107250"/>
                </a:lnTo>
                <a:lnTo>
                  <a:pt x="6335981" y="107266"/>
                </a:lnTo>
                <a:lnTo>
                  <a:pt x="6335542" y="107292"/>
                </a:lnTo>
                <a:lnTo>
                  <a:pt x="6335101" y="107331"/>
                </a:lnTo>
                <a:lnTo>
                  <a:pt x="6334658" y="107386"/>
                </a:lnTo>
                <a:lnTo>
                  <a:pt x="6334217" y="107459"/>
                </a:lnTo>
                <a:lnTo>
                  <a:pt x="6333780" y="107553"/>
                </a:lnTo>
                <a:lnTo>
                  <a:pt x="6333352" y="107670"/>
                </a:lnTo>
                <a:lnTo>
                  <a:pt x="6332933" y="107813"/>
                </a:lnTo>
                <a:lnTo>
                  <a:pt x="6332528" y="107985"/>
                </a:lnTo>
                <a:lnTo>
                  <a:pt x="6332139" y="108188"/>
                </a:lnTo>
                <a:lnTo>
                  <a:pt x="6331769" y="108424"/>
                </a:lnTo>
                <a:lnTo>
                  <a:pt x="6331420" y="108697"/>
                </a:lnTo>
                <a:lnTo>
                  <a:pt x="6331097" y="109009"/>
                </a:lnTo>
                <a:lnTo>
                  <a:pt x="6330800" y="109362"/>
                </a:lnTo>
                <a:lnTo>
                  <a:pt x="6330534" y="109759"/>
                </a:lnTo>
                <a:lnTo>
                  <a:pt x="6330301" y="110203"/>
                </a:lnTo>
                <a:lnTo>
                  <a:pt x="6330104" y="110696"/>
                </a:lnTo>
                <a:lnTo>
                  <a:pt x="6329946" y="111241"/>
                </a:lnTo>
                <a:lnTo>
                  <a:pt x="6329830" y="111841"/>
                </a:lnTo>
                <a:lnTo>
                  <a:pt x="6329758" y="112497"/>
                </a:lnTo>
                <a:lnTo>
                  <a:pt x="6329733" y="113213"/>
                </a:lnTo>
                <a:lnTo>
                  <a:pt x="6329760" y="113907"/>
                </a:lnTo>
                <a:lnTo>
                  <a:pt x="6329837" y="114542"/>
                </a:lnTo>
                <a:lnTo>
                  <a:pt x="6329962" y="115122"/>
                </a:lnTo>
                <a:lnTo>
                  <a:pt x="6330131" y="115650"/>
                </a:lnTo>
                <a:lnTo>
                  <a:pt x="6330341" y="116127"/>
                </a:lnTo>
                <a:lnTo>
                  <a:pt x="6330588" y="116557"/>
                </a:lnTo>
                <a:lnTo>
                  <a:pt x="6330870" y="116942"/>
                </a:lnTo>
                <a:lnTo>
                  <a:pt x="6331182" y="117283"/>
                </a:lnTo>
                <a:lnTo>
                  <a:pt x="6331522" y="117585"/>
                </a:lnTo>
                <a:lnTo>
                  <a:pt x="6331886" y="117849"/>
                </a:lnTo>
                <a:lnTo>
                  <a:pt x="6332271" y="118078"/>
                </a:lnTo>
                <a:lnTo>
                  <a:pt x="6332673" y="118274"/>
                </a:lnTo>
                <a:lnTo>
                  <a:pt x="6333089" y="118440"/>
                </a:lnTo>
                <a:lnTo>
                  <a:pt x="6333516" y="118579"/>
                </a:lnTo>
                <a:lnTo>
                  <a:pt x="6333950" y="118692"/>
                </a:lnTo>
                <a:lnTo>
                  <a:pt x="6334388" y="118783"/>
                </a:lnTo>
                <a:lnTo>
                  <a:pt x="6334827" y="118854"/>
                </a:lnTo>
                <a:lnTo>
                  <a:pt x="6335263" y="118907"/>
                </a:lnTo>
                <a:lnTo>
                  <a:pt x="6335693" y="118945"/>
                </a:lnTo>
                <a:lnTo>
                  <a:pt x="6336114" y="118970"/>
                </a:lnTo>
                <a:lnTo>
                  <a:pt x="6336523" y="118986"/>
                </a:lnTo>
                <a:lnTo>
                  <a:pt x="6336915" y="118994"/>
                </a:lnTo>
                <a:lnTo>
                  <a:pt x="6337287" y="118997"/>
                </a:lnTo>
                <a:lnTo>
                  <a:pt x="6337638" y="118997"/>
                </a:lnTo>
                <a:lnTo>
                  <a:pt x="6367135" y="118997"/>
                </a:lnTo>
                <a:lnTo>
                  <a:pt x="6367483" y="118997"/>
                </a:lnTo>
                <a:lnTo>
                  <a:pt x="6367853" y="118994"/>
                </a:lnTo>
                <a:lnTo>
                  <a:pt x="6368240" y="118986"/>
                </a:lnTo>
                <a:lnTo>
                  <a:pt x="6368642" y="118970"/>
                </a:lnTo>
                <a:lnTo>
                  <a:pt x="6369056" y="118945"/>
                </a:lnTo>
                <a:lnTo>
                  <a:pt x="6369477" y="118907"/>
                </a:lnTo>
                <a:lnTo>
                  <a:pt x="6369904" y="118854"/>
                </a:lnTo>
                <a:lnTo>
                  <a:pt x="6370333" y="118783"/>
                </a:lnTo>
                <a:lnTo>
                  <a:pt x="6370760" y="118692"/>
                </a:lnTo>
                <a:lnTo>
                  <a:pt x="6371182" y="118579"/>
                </a:lnTo>
                <a:lnTo>
                  <a:pt x="6371597" y="118440"/>
                </a:lnTo>
                <a:lnTo>
                  <a:pt x="6372001" y="118274"/>
                </a:lnTo>
                <a:lnTo>
                  <a:pt x="6372392" y="118078"/>
                </a:lnTo>
                <a:lnTo>
                  <a:pt x="6372764" y="117849"/>
                </a:lnTo>
                <a:lnTo>
                  <a:pt x="6373117" y="117585"/>
                </a:lnTo>
                <a:lnTo>
                  <a:pt x="6373446" y="117283"/>
                </a:lnTo>
                <a:lnTo>
                  <a:pt x="6373748" y="116942"/>
                </a:lnTo>
                <a:lnTo>
                  <a:pt x="6374020" y="116557"/>
                </a:lnTo>
                <a:lnTo>
                  <a:pt x="6374259" y="116127"/>
                </a:lnTo>
                <a:lnTo>
                  <a:pt x="6374461" y="115650"/>
                </a:lnTo>
                <a:lnTo>
                  <a:pt x="6374624" y="115122"/>
                </a:lnTo>
                <a:lnTo>
                  <a:pt x="6374745" y="114542"/>
                </a:lnTo>
                <a:lnTo>
                  <a:pt x="6374819" y="113907"/>
                </a:lnTo>
                <a:lnTo>
                  <a:pt x="6374845" y="113213"/>
                </a:lnTo>
                <a:lnTo>
                  <a:pt x="6374820" y="112497"/>
                </a:lnTo>
                <a:lnTo>
                  <a:pt x="6374748" y="111841"/>
                </a:lnTo>
                <a:lnTo>
                  <a:pt x="6374632" y="111241"/>
                </a:lnTo>
                <a:lnTo>
                  <a:pt x="6374474" y="110696"/>
                </a:lnTo>
                <a:lnTo>
                  <a:pt x="6374277" y="110203"/>
                </a:lnTo>
                <a:lnTo>
                  <a:pt x="6374044" y="109759"/>
                </a:lnTo>
                <a:lnTo>
                  <a:pt x="6373778" y="109362"/>
                </a:lnTo>
                <a:close/>
                <a:moveTo>
                  <a:pt x="6668790" y="109362"/>
                </a:moveTo>
                <a:lnTo>
                  <a:pt x="6668504" y="109009"/>
                </a:lnTo>
                <a:lnTo>
                  <a:pt x="6668191" y="108697"/>
                </a:lnTo>
                <a:lnTo>
                  <a:pt x="6667854" y="108424"/>
                </a:lnTo>
                <a:lnTo>
                  <a:pt x="6667496" y="108188"/>
                </a:lnTo>
                <a:lnTo>
                  <a:pt x="6667119" y="107985"/>
                </a:lnTo>
                <a:lnTo>
                  <a:pt x="6666726" y="107813"/>
                </a:lnTo>
                <a:lnTo>
                  <a:pt x="6666319" y="107670"/>
                </a:lnTo>
                <a:lnTo>
                  <a:pt x="6665902" y="107553"/>
                </a:lnTo>
                <a:lnTo>
                  <a:pt x="6665476" y="107459"/>
                </a:lnTo>
                <a:lnTo>
                  <a:pt x="6665045" y="107386"/>
                </a:lnTo>
                <a:lnTo>
                  <a:pt x="6664612" y="107331"/>
                </a:lnTo>
                <a:lnTo>
                  <a:pt x="6664179" y="107292"/>
                </a:lnTo>
                <a:lnTo>
                  <a:pt x="6663748" y="107266"/>
                </a:lnTo>
                <a:lnTo>
                  <a:pt x="6663322" y="107250"/>
                </a:lnTo>
                <a:lnTo>
                  <a:pt x="6662905" y="107242"/>
                </a:lnTo>
                <a:lnTo>
                  <a:pt x="6662498" y="107239"/>
                </a:lnTo>
                <a:lnTo>
                  <a:pt x="6662105" y="107238"/>
                </a:lnTo>
                <a:lnTo>
                  <a:pt x="6637044" y="107238"/>
                </a:lnTo>
                <a:lnTo>
                  <a:pt x="6637044" y="9035"/>
                </a:lnTo>
                <a:lnTo>
                  <a:pt x="6637038" y="8309"/>
                </a:lnTo>
                <a:lnTo>
                  <a:pt x="6637017" y="7624"/>
                </a:lnTo>
                <a:lnTo>
                  <a:pt x="6636982" y="6980"/>
                </a:lnTo>
                <a:lnTo>
                  <a:pt x="6636928" y="6375"/>
                </a:lnTo>
                <a:lnTo>
                  <a:pt x="6636855" y="5808"/>
                </a:lnTo>
                <a:lnTo>
                  <a:pt x="6636761" y="5279"/>
                </a:lnTo>
                <a:lnTo>
                  <a:pt x="6636644" y="4786"/>
                </a:lnTo>
                <a:lnTo>
                  <a:pt x="6636501" y="4330"/>
                </a:lnTo>
                <a:lnTo>
                  <a:pt x="6636332" y="3908"/>
                </a:lnTo>
                <a:lnTo>
                  <a:pt x="6636135" y="3520"/>
                </a:lnTo>
                <a:lnTo>
                  <a:pt x="6635907" y="3165"/>
                </a:lnTo>
                <a:lnTo>
                  <a:pt x="6635646" y="2842"/>
                </a:lnTo>
                <a:lnTo>
                  <a:pt x="6635352" y="2550"/>
                </a:lnTo>
                <a:lnTo>
                  <a:pt x="6635021" y="2288"/>
                </a:lnTo>
                <a:lnTo>
                  <a:pt x="6634653" y="2055"/>
                </a:lnTo>
                <a:lnTo>
                  <a:pt x="6634245" y="1851"/>
                </a:lnTo>
                <a:lnTo>
                  <a:pt x="6633795" y="1675"/>
                </a:lnTo>
                <a:lnTo>
                  <a:pt x="6633302" y="1525"/>
                </a:lnTo>
                <a:lnTo>
                  <a:pt x="6632764" y="1400"/>
                </a:lnTo>
                <a:lnTo>
                  <a:pt x="6632179" y="1300"/>
                </a:lnTo>
                <a:lnTo>
                  <a:pt x="6631545" y="1224"/>
                </a:lnTo>
                <a:lnTo>
                  <a:pt x="6630860" y="1171"/>
                </a:lnTo>
                <a:lnTo>
                  <a:pt x="6630123" y="1140"/>
                </a:lnTo>
                <a:lnTo>
                  <a:pt x="6629331" y="1130"/>
                </a:lnTo>
                <a:lnTo>
                  <a:pt x="6598872" y="1130"/>
                </a:lnTo>
                <a:lnTo>
                  <a:pt x="6598477" y="1130"/>
                </a:lnTo>
                <a:lnTo>
                  <a:pt x="6598068" y="1133"/>
                </a:lnTo>
                <a:lnTo>
                  <a:pt x="6597646" y="1141"/>
                </a:lnTo>
                <a:lnTo>
                  <a:pt x="6597215" y="1157"/>
                </a:lnTo>
                <a:lnTo>
                  <a:pt x="6596777" y="1184"/>
                </a:lnTo>
                <a:lnTo>
                  <a:pt x="6596335" y="1223"/>
                </a:lnTo>
                <a:lnTo>
                  <a:pt x="6595892" y="1278"/>
                </a:lnTo>
                <a:lnTo>
                  <a:pt x="6595451" y="1351"/>
                </a:lnTo>
                <a:lnTo>
                  <a:pt x="6595014" y="1445"/>
                </a:lnTo>
                <a:lnTo>
                  <a:pt x="6594586" y="1562"/>
                </a:lnTo>
                <a:lnTo>
                  <a:pt x="6594167" y="1705"/>
                </a:lnTo>
                <a:lnTo>
                  <a:pt x="6593762" y="1877"/>
                </a:lnTo>
                <a:lnTo>
                  <a:pt x="6593373" y="2080"/>
                </a:lnTo>
                <a:lnTo>
                  <a:pt x="6593003" y="2316"/>
                </a:lnTo>
                <a:lnTo>
                  <a:pt x="6592654" y="2589"/>
                </a:lnTo>
                <a:lnTo>
                  <a:pt x="6592331" y="2901"/>
                </a:lnTo>
                <a:lnTo>
                  <a:pt x="6592034" y="3254"/>
                </a:lnTo>
                <a:lnTo>
                  <a:pt x="6591768" y="3652"/>
                </a:lnTo>
                <a:lnTo>
                  <a:pt x="6591535" y="4096"/>
                </a:lnTo>
                <a:lnTo>
                  <a:pt x="6591338" y="4589"/>
                </a:lnTo>
                <a:lnTo>
                  <a:pt x="6591180" y="5135"/>
                </a:lnTo>
                <a:lnTo>
                  <a:pt x="6591064" y="5734"/>
                </a:lnTo>
                <a:lnTo>
                  <a:pt x="6590992" y="6391"/>
                </a:lnTo>
                <a:lnTo>
                  <a:pt x="6590967" y="7108"/>
                </a:lnTo>
                <a:lnTo>
                  <a:pt x="6590993" y="7801"/>
                </a:lnTo>
                <a:lnTo>
                  <a:pt x="6591067" y="8437"/>
                </a:lnTo>
                <a:lnTo>
                  <a:pt x="6591188" y="9017"/>
                </a:lnTo>
                <a:lnTo>
                  <a:pt x="6591351" y="9545"/>
                </a:lnTo>
                <a:lnTo>
                  <a:pt x="6591554" y="10022"/>
                </a:lnTo>
                <a:lnTo>
                  <a:pt x="6591792" y="10452"/>
                </a:lnTo>
                <a:lnTo>
                  <a:pt x="6592065" y="10836"/>
                </a:lnTo>
                <a:lnTo>
                  <a:pt x="6592367" y="11178"/>
                </a:lnTo>
                <a:lnTo>
                  <a:pt x="6592695" y="11480"/>
                </a:lnTo>
                <a:lnTo>
                  <a:pt x="6593048" y="11744"/>
                </a:lnTo>
                <a:lnTo>
                  <a:pt x="6593421" y="11973"/>
                </a:lnTo>
                <a:lnTo>
                  <a:pt x="6593811" y="12169"/>
                </a:lnTo>
                <a:lnTo>
                  <a:pt x="6594215" y="12335"/>
                </a:lnTo>
                <a:lnTo>
                  <a:pt x="6594630" y="12473"/>
                </a:lnTo>
                <a:lnTo>
                  <a:pt x="6595052" y="12587"/>
                </a:lnTo>
                <a:lnTo>
                  <a:pt x="6595480" y="12678"/>
                </a:lnTo>
                <a:lnTo>
                  <a:pt x="6595908" y="12748"/>
                </a:lnTo>
                <a:lnTo>
                  <a:pt x="6596335" y="12801"/>
                </a:lnTo>
                <a:lnTo>
                  <a:pt x="6596756" y="12839"/>
                </a:lnTo>
                <a:lnTo>
                  <a:pt x="6597170" y="12865"/>
                </a:lnTo>
                <a:lnTo>
                  <a:pt x="6597572" y="12880"/>
                </a:lnTo>
                <a:lnTo>
                  <a:pt x="6597959" y="12888"/>
                </a:lnTo>
                <a:lnTo>
                  <a:pt x="6598329" y="12891"/>
                </a:lnTo>
                <a:lnTo>
                  <a:pt x="6598677" y="12892"/>
                </a:lnTo>
                <a:lnTo>
                  <a:pt x="6623741" y="12892"/>
                </a:lnTo>
                <a:lnTo>
                  <a:pt x="6623741" y="107238"/>
                </a:lnTo>
                <a:lnTo>
                  <a:pt x="6598872" y="107238"/>
                </a:lnTo>
                <a:lnTo>
                  <a:pt x="6598477" y="107239"/>
                </a:lnTo>
                <a:lnTo>
                  <a:pt x="6598068" y="107242"/>
                </a:lnTo>
                <a:lnTo>
                  <a:pt x="6597646" y="107250"/>
                </a:lnTo>
                <a:lnTo>
                  <a:pt x="6597215" y="107266"/>
                </a:lnTo>
                <a:lnTo>
                  <a:pt x="6596777" y="107292"/>
                </a:lnTo>
                <a:lnTo>
                  <a:pt x="6596335" y="107331"/>
                </a:lnTo>
                <a:lnTo>
                  <a:pt x="6595892" y="107386"/>
                </a:lnTo>
                <a:lnTo>
                  <a:pt x="6595451" y="107459"/>
                </a:lnTo>
                <a:lnTo>
                  <a:pt x="6595014" y="107553"/>
                </a:lnTo>
                <a:lnTo>
                  <a:pt x="6594586" y="107670"/>
                </a:lnTo>
                <a:lnTo>
                  <a:pt x="6594167" y="107813"/>
                </a:lnTo>
                <a:lnTo>
                  <a:pt x="6593762" y="107985"/>
                </a:lnTo>
                <a:lnTo>
                  <a:pt x="6593373" y="108188"/>
                </a:lnTo>
                <a:lnTo>
                  <a:pt x="6593003" y="108424"/>
                </a:lnTo>
                <a:lnTo>
                  <a:pt x="6592654" y="108697"/>
                </a:lnTo>
                <a:lnTo>
                  <a:pt x="6592331" y="109009"/>
                </a:lnTo>
                <a:lnTo>
                  <a:pt x="6592034" y="109362"/>
                </a:lnTo>
                <a:lnTo>
                  <a:pt x="6591768" y="109759"/>
                </a:lnTo>
                <a:lnTo>
                  <a:pt x="6591535" y="110203"/>
                </a:lnTo>
                <a:lnTo>
                  <a:pt x="6591338" y="110696"/>
                </a:lnTo>
                <a:lnTo>
                  <a:pt x="6591180" y="111241"/>
                </a:lnTo>
                <a:lnTo>
                  <a:pt x="6591064" y="111841"/>
                </a:lnTo>
                <a:lnTo>
                  <a:pt x="6590992" y="112497"/>
                </a:lnTo>
                <a:lnTo>
                  <a:pt x="6590967" y="113213"/>
                </a:lnTo>
                <a:lnTo>
                  <a:pt x="6590993" y="113907"/>
                </a:lnTo>
                <a:lnTo>
                  <a:pt x="6591067" y="114542"/>
                </a:lnTo>
                <a:lnTo>
                  <a:pt x="6591188" y="115122"/>
                </a:lnTo>
                <a:lnTo>
                  <a:pt x="6591351" y="115650"/>
                </a:lnTo>
                <a:lnTo>
                  <a:pt x="6591554" y="116127"/>
                </a:lnTo>
                <a:lnTo>
                  <a:pt x="6591792" y="116557"/>
                </a:lnTo>
                <a:lnTo>
                  <a:pt x="6592065" y="116942"/>
                </a:lnTo>
                <a:lnTo>
                  <a:pt x="6592367" y="117283"/>
                </a:lnTo>
                <a:lnTo>
                  <a:pt x="6592695" y="117585"/>
                </a:lnTo>
                <a:lnTo>
                  <a:pt x="6593048" y="117849"/>
                </a:lnTo>
                <a:lnTo>
                  <a:pt x="6593421" y="118078"/>
                </a:lnTo>
                <a:lnTo>
                  <a:pt x="6593811" y="118274"/>
                </a:lnTo>
                <a:lnTo>
                  <a:pt x="6594215" y="118440"/>
                </a:lnTo>
                <a:lnTo>
                  <a:pt x="6594630" y="118579"/>
                </a:lnTo>
                <a:lnTo>
                  <a:pt x="6595052" y="118692"/>
                </a:lnTo>
                <a:lnTo>
                  <a:pt x="6595480" y="118783"/>
                </a:lnTo>
                <a:lnTo>
                  <a:pt x="6595908" y="118854"/>
                </a:lnTo>
                <a:lnTo>
                  <a:pt x="6596335" y="118907"/>
                </a:lnTo>
                <a:lnTo>
                  <a:pt x="6596756" y="118945"/>
                </a:lnTo>
                <a:lnTo>
                  <a:pt x="6597170" y="118970"/>
                </a:lnTo>
                <a:lnTo>
                  <a:pt x="6597572" y="118986"/>
                </a:lnTo>
                <a:lnTo>
                  <a:pt x="6597959" y="118994"/>
                </a:lnTo>
                <a:lnTo>
                  <a:pt x="6598329" y="118997"/>
                </a:lnTo>
                <a:lnTo>
                  <a:pt x="6598677" y="118997"/>
                </a:lnTo>
                <a:lnTo>
                  <a:pt x="6662105" y="118997"/>
                </a:lnTo>
                <a:lnTo>
                  <a:pt x="6662476" y="118997"/>
                </a:lnTo>
                <a:lnTo>
                  <a:pt x="6662864" y="118994"/>
                </a:lnTo>
                <a:lnTo>
                  <a:pt x="6663267" y="118986"/>
                </a:lnTo>
                <a:lnTo>
                  <a:pt x="6663680" y="118970"/>
                </a:lnTo>
                <a:lnTo>
                  <a:pt x="6664103" y="118945"/>
                </a:lnTo>
                <a:lnTo>
                  <a:pt x="6664530" y="118907"/>
                </a:lnTo>
                <a:lnTo>
                  <a:pt x="6664960" y="118854"/>
                </a:lnTo>
                <a:lnTo>
                  <a:pt x="6665390" y="118783"/>
                </a:lnTo>
                <a:lnTo>
                  <a:pt x="6665816" y="118692"/>
                </a:lnTo>
                <a:lnTo>
                  <a:pt x="6666236" y="118579"/>
                </a:lnTo>
                <a:lnTo>
                  <a:pt x="6666647" y="118440"/>
                </a:lnTo>
                <a:lnTo>
                  <a:pt x="6667046" y="118274"/>
                </a:lnTo>
                <a:lnTo>
                  <a:pt x="6667430" y="118078"/>
                </a:lnTo>
                <a:lnTo>
                  <a:pt x="6667795" y="117849"/>
                </a:lnTo>
                <a:lnTo>
                  <a:pt x="6668140" y="117585"/>
                </a:lnTo>
                <a:lnTo>
                  <a:pt x="6668461" y="117283"/>
                </a:lnTo>
                <a:lnTo>
                  <a:pt x="6668755" y="116942"/>
                </a:lnTo>
                <a:lnTo>
                  <a:pt x="6669020" y="116557"/>
                </a:lnTo>
                <a:lnTo>
                  <a:pt x="6669252" y="116127"/>
                </a:lnTo>
                <a:lnTo>
                  <a:pt x="6669448" y="115650"/>
                </a:lnTo>
                <a:lnTo>
                  <a:pt x="6669605" y="115122"/>
                </a:lnTo>
                <a:lnTo>
                  <a:pt x="6669722" y="114542"/>
                </a:lnTo>
                <a:lnTo>
                  <a:pt x="6669794" y="113907"/>
                </a:lnTo>
                <a:lnTo>
                  <a:pt x="6669818" y="113213"/>
                </a:lnTo>
                <a:lnTo>
                  <a:pt x="6669795" y="112497"/>
                </a:lnTo>
                <a:lnTo>
                  <a:pt x="6669725" y="111841"/>
                </a:lnTo>
                <a:lnTo>
                  <a:pt x="6669613" y="111241"/>
                </a:lnTo>
                <a:lnTo>
                  <a:pt x="6669461" y="110696"/>
                </a:lnTo>
                <a:lnTo>
                  <a:pt x="6669272" y="110203"/>
                </a:lnTo>
                <a:lnTo>
                  <a:pt x="6669047" y="109759"/>
                </a:lnTo>
                <a:lnTo>
                  <a:pt x="6668790" y="109362"/>
                </a:lnTo>
                <a:close/>
                <a:moveTo>
                  <a:pt x="5463075" y="109678"/>
                </a:moveTo>
                <a:lnTo>
                  <a:pt x="5462803" y="109294"/>
                </a:lnTo>
                <a:lnTo>
                  <a:pt x="5462501" y="108952"/>
                </a:lnTo>
                <a:lnTo>
                  <a:pt x="5462172" y="108650"/>
                </a:lnTo>
                <a:lnTo>
                  <a:pt x="5461819" y="108386"/>
                </a:lnTo>
                <a:lnTo>
                  <a:pt x="5461447" y="108157"/>
                </a:lnTo>
                <a:lnTo>
                  <a:pt x="5461056" y="107961"/>
                </a:lnTo>
                <a:lnTo>
                  <a:pt x="5460652" y="107795"/>
                </a:lnTo>
                <a:lnTo>
                  <a:pt x="5460237" y="107657"/>
                </a:lnTo>
                <a:lnTo>
                  <a:pt x="5459815" y="107543"/>
                </a:lnTo>
                <a:lnTo>
                  <a:pt x="5459388" y="107452"/>
                </a:lnTo>
                <a:lnTo>
                  <a:pt x="5458959" y="107382"/>
                </a:lnTo>
                <a:lnTo>
                  <a:pt x="5458532" y="107329"/>
                </a:lnTo>
                <a:lnTo>
                  <a:pt x="5458111" y="107290"/>
                </a:lnTo>
                <a:lnTo>
                  <a:pt x="5457697" y="107265"/>
                </a:lnTo>
                <a:lnTo>
                  <a:pt x="5457295" y="107249"/>
                </a:lnTo>
                <a:lnTo>
                  <a:pt x="5456908" y="107241"/>
                </a:lnTo>
                <a:lnTo>
                  <a:pt x="5456538" y="107239"/>
                </a:lnTo>
                <a:lnTo>
                  <a:pt x="5456190" y="107238"/>
                </a:lnTo>
                <a:lnTo>
                  <a:pt x="5447511" y="107238"/>
                </a:lnTo>
                <a:lnTo>
                  <a:pt x="5447511" y="9035"/>
                </a:lnTo>
                <a:lnTo>
                  <a:pt x="5447505" y="8309"/>
                </a:lnTo>
                <a:lnTo>
                  <a:pt x="5447485" y="7624"/>
                </a:lnTo>
                <a:lnTo>
                  <a:pt x="5447449" y="6980"/>
                </a:lnTo>
                <a:lnTo>
                  <a:pt x="5447395" y="6375"/>
                </a:lnTo>
                <a:lnTo>
                  <a:pt x="5447323" y="5808"/>
                </a:lnTo>
                <a:lnTo>
                  <a:pt x="5447228" y="5279"/>
                </a:lnTo>
                <a:lnTo>
                  <a:pt x="5447111" y="4786"/>
                </a:lnTo>
                <a:lnTo>
                  <a:pt x="5446969" y="4330"/>
                </a:lnTo>
                <a:lnTo>
                  <a:pt x="5446800" y="3908"/>
                </a:lnTo>
                <a:lnTo>
                  <a:pt x="5446602" y="3520"/>
                </a:lnTo>
                <a:lnTo>
                  <a:pt x="5446374" y="3165"/>
                </a:lnTo>
                <a:lnTo>
                  <a:pt x="5446114" y="2842"/>
                </a:lnTo>
                <a:lnTo>
                  <a:pt x="5445820" y="2550"/>
                </a:lnTo>
                <a:lnTo>
                  <a:pt x="5445489" y="2288"/>
                </a:lnTo>
                <a:lnTo>
                  <a:pt x="5445121" y="2055"/>
                </a:lnTo>
                <a:lnTo>
                  <a:pt x="5444713" y="1851"/>
                </a:lnTo>
                <a:lnTo>
                  <a:pt x="5444264" y="1675"/>
                </a:lnTo>
                <a:lnTo>
                  <a:pt x="5443771" y="1525"/>
                </a:lnTo>
                <a:lnTo>
                  <a:pt x="5443233" y="1400"/>
                </a:lnTo>
                <a:lnTo>
                  <a:pt x="5442648" y="1300"/>
                </a:lnTo>
                <a:lnTo>
                  <a:pt x="5442014" y="1224"/>
                </a:lnTo>
                <a:lnTo>
                  <a:pt x="5441330" y="1171"/>
                </a:lnTo>
                <a:lnTo>
                  <a:pt x="5440593" y="1140"/>
                </a:lnTo>
                <a:lnTo>
                  <a:pt x="5439801" y="1130"/>
                </a:lnTo>
                <a:lnTo>
                  <a:pt x="5425728" y="1130"/>
                </a:lnTo>
                <a:lnTo>
                  <a:pt x="5425333" y="1130"/>
                </a:lnTo>
                <a:lnTo>
                  <a:pt x="5424924" y="1133"/>
                </a:lnTo>
                <a:lnTo>
                  <a:pt x="5424502" y="1141"/>
                </a:lnTo>
                <a:lnTo>
                  <a:pt x="5424071" y="1157"/>
                </a:lnTo>
                <a:lnTo>
                  <a:pt x="5423633" y="1184"/>
                </a:lnTo>
                <a:lnTo>
                  <a:pt x="5423191" y="1223"/>
                </a:lnTo>
                <a:lnTo>
                  <a:pt x="5422748" y="1278"/>
                </a:lnTo>
                <a:lnTo>
                  <a:pt x="5422307" y="1351"/>
                </a:lnTo>
                <a:lnTo>
                  <a:pt x="5421870" y="1445"/>
                </a:lnTo>
                <a:lnTo>
                  <a:pt x="5421442" y="1562"/>
                </a:lnTo>
                <a:lnTo>
                  <a:pt x="5421023" y="1705"/>
                </a:lnTo>
                <a:lnTo>
                  <a:pt x="5420618" y="1877"/>
                </a:lnTo>
                <a:lnTo>
                  <a:pt x="5420229" y="2080"/>
                </a:lnTo>
                <a:lnTo>
                  <a:pt x="5419859" y="2316"/>
                </a:lnTo>
                <a:lnTo>
                  <a:pt x="5419510" y="2589"/>
                </a:lnTo>
                <a:lnTo>
                  <a:pt x="5419187" y="2901"/>
                </a:lnTo>
                <a:lnTo>
                  <a:pt x="5418890" y="3254"/>
                </a:lnTo>
                <a:lnTo>
                  <a:pt x="5418624" y="3652"/>
                </a:lnTo>
                <a:lnTo>
                  <a:pt x="5418391" y="4096"/>
                </a:lnTo>
                <a:lnTo>
                  <a:pt x="5418194" y="4589"/>
                </a:lnTo>
                <a:lnTo>
                  <a:pt x="5418036" y="5135"/>
                </a:lnTo>
                <a:lnTo>
                  <a:pt x="5417920" y="5734"/>
                </a:lnTo>
                <a:lnTo>
                  <a:pt x="5417848" y="6391"/>
                </a:lnTo>
                <a:lnTo>
                  <a:pt x="5417823" y="7108"/>
                </a:lnTo>
                <a:lnTo>
                  <a:pt x="5417849" y="7801"/>
                </a:lnTo>
                <a:lnTo>
                  <a:pt x="5417923" y="8437"/>
                </a:lnTo>
                <a:lnTo>
                  <a:pt x="5418044" y="9017"/>
                </a:lnTo>
                <a:lnTo>
                  <a:pt x="5418207" y="9545"/>
                </a:lnTo>
                <a:lnTo>
                  <a:pt x="5418410" y="10022"/>
                </a:lnTo>
                <a:lnTo>
                  <a:pt x="5418648" y="10452"/>
                </a:lnTo>
                <a:lnTo>
                  <a:pt x="5418921" y="10836"/>
                </a:lnTo>
                <a:lnTo>
                  <a:pt x="5419223" y="11178"/>
                </a:lnTo>
                <a:lnTo>
                  <a:pt x="5419551" y="11480"/>
                </a:lnTo>
                <a:lnTo>
                  <a:pt x="5419904" y="11744"/>
                </a:lnTo>
                <a:lnTo>
                  <a:pt x="5420277" y="11973"/>
                </a:lnTo>
                <a:lnTo>
                  <a:pt x="5420667" y="12169"/>
                </a:lnTo>
                <a:lnTo>
                  <a:pt x="5421071" y="12335"/>
                </a:lnTo>
                <a:lnTo>
                  <a:pt x="5421486" y="12473"/>
                </a:lnTo>
                <a:lnTo>
                  <a:pt x="5421908" y="12587"/>
                </a:lnTo>
                <a:lnTo>
                  <a:pt x="5422336" y="12678"/>
                </a:lnTo>
                <a:lnTo>
                  <a:pt x="5422764" y="12748"/>
                </a:lnTo>
                <a:lnTo>
                  <a:pt x="5423191" y="12801"/>
                </a:lnTo>
                <a:lnTo>
                  <a:pt x="5423612" y="12839"/>
                </a:lnTo>
                <a:lnTo>
                  <a:pt x="5424026" y="12865"/>
                </a:lnTo>
                <a:lnTo>
                  <a:pt x="5424428" y="12880"/>
                </a:lnTo>
                <a:lnTo>
                  <a:pt x="5424815" y="12888"/>
                </a:lnTo>
                <a:lnTo>
                  <a:pt x="5425185" y="12891"/>
                </a:lnTo>
                <a:lnTo>
                  <a:pt x="5425533" y="12892"/>
                </a:lnTo>
                <a:lnTo>
                  <a:pt x="5434209" y="12892"/>
                </a:lnTo>
                <a:lnTo>
                  <a:pt x="5434209" y="43512"/>
                </a:lnTo>
                <a:lnTo>
                  <a:pt x="5433406" y="42826"/>
                </a:lnTo>
                <a:lnTo>
                  <a:pt x="5432587" y="42166"/>
                </a:lnTo>
                <a:lnTo>
                  <a:pt x="5431754" y="41533"/>
                </a:lnTo>
                <a:lnTo>
                  <a:pt x="5430905" y="40927"/>
                </a:lnTo>
                <a:lnTo>
                  <a:pt x="5430043" y="40348"/>
                </a:lnTo>
                <a:lnTo>
                  <a:pt x="5429167" y="39796"/>
                </a:lnTo>
                <a:lnTo>
                  <a:pt x="5428278" y="39272"/>
                </a:lnTo>
                <a:lnTo>
                  <a:pt x="5427377" y="38776"/>
                </a:lnTo>
                <a:lnTo>
                  <a:pt x="5426463" y="38308"/>
                </a:lnTo>
                <a:lnTo>
                  <a:pt x="5425538" y="37868"/>
                </a:lnTo>
                <a:lnTo>
                  <a:pt x="5424602" y="37457"/>
                </a:lnTo>
                <a:lnTo>
                  <a:pt x="5423655" y="37075"/>
                </a:lnTo>
                <a:lnTo>
                  <a:pt x="5422698" y="36722"/>
                </a:lnTo>
                <a:lnTo>
                  <a:pt x="5421732" y="36398"/>
                </a:lnTo>
                <a:lnTo>
                  <a:pt x="5420757" y="36104"/>
                </a:lnTo>
                <a:lnTo>
                  <a:pt x="5419773" y="35840"/>
                </a:lnTo>
                <a:lnTo>
                  <a:pt x="5418781" y="35606"/>
                </a:lnTo>
                <a:lnTo>
                  <a:pt x="5417781" y="35403"/>
                </a:lnTo>
                <a:lnTo>
                  <a:pt x="5416775" y="35230"/>
                </a:lnTo>
                <a:lnTo>
                  <a:pt x="5415762" y="35088"/>
                </a:lnTo>
                <a:lnTo>
                  <a:pt x="5414743" y="34977"/>
                </a:lnTo>
                <a:lnTo>
                  <a:pt x="5413718" y="34897"/>
                </a:lnTo>
                <a:lnTo>
                  <a:pt x="5412688" y="34849"/>
                </a:lnTo>
                <a:lnTo>
                  <a:pt x="5411654" y="34833"/>
                </a:lnTo>
                <a:lnTo>
                  <a:pt x="5409041" y="34928"/>
                </a:lnTo>
                <a:lnTo>
                  <a:pt x="5406462" y="35207"/>
                </a:lnTo>
                <a:lnTo>
                  <a:pt x="5403922" y="35667"/>
                </a:lnTo>
                <a:lnTo>
                  <a:pt x="5401429" y="36302"/>
                </a:lnTo>
                <a:lnTo>
                  <a:pt x="5398991" y="37107"/>
                </a:lnTo>
                <a:lnTo>
                  <a:pt x="5396613" y="38076"/>
                </a:lnTo>
                <a:lnTo>
                  <a:pt x="5394303" y="39204"/>
                </a:lnTo>
                <a:lnTo>
                  <a:pt x="5392067" y="40485"/>
                </a:lnTo>
                <a:lnTo>
                  <a:pt x="5389913" y="41915"/>
                </a:lnTo>
                <a:lnTo>
                  <a:pt x="5387848" y="43488"/>
                </a:lnTo>
                <a:lnTo>
                  <a:pt x="5385879" y="45200"/>
                </a:lnTo>
                <a:lnTo>
                  <a:pt x="5384012" y="47043"/>
                </a:lnTo>
                <a:lnTo>
                  <a:pt x="5382254" y="49014"/>
                </a:lnTo>
                <a:lnTo>
                  <a:pt x="5380613" y="51108"/>
                </a:lnTo>
                <a:lnTo>
                  <a:pt x="5379095" y="53318"/>
                </a:lnTo>
                <a:lnTo>
                  <a:pt x="5377708" y="55639"/>
                </a:lnTo>
                <a:lnTo>
                  <a:pt x="5376458" y="58067"/>
                </a:lnTo>
                <a:lnTo>
                  <a:pt x="5375352" y="60596"/>
                </a:lnTo>
                <a:lnTo>
                  <a:pt x="5374397" y="63220"/>
                </a:lnTo>
                <a:lnTo>
                  <a:pt x="5373600" y="65935"/>
                </a:lnTo>
                <a:lnTo>
                  <a:pt x="5372968" y="68734"/>
                </a:lnTo>
                <a:lnTo>
                  <a:pt x="5372508" y="71614"/>
                </a:lnTo>
                <a:lnTo>
                  <a:pt x="5372227" y="74568"/>
                </a:lnTo>
                <a:lnTo>
                  <a:pt x="5372132" y="77592"/>
                </a:lnTo>
                <a:lnTo>
                  <a:pt x="5372221" y="80543"/>
                </a:lnTo>
                <a:lnTo>
                  <a:pt x="5372485" y="83435"/>
                </a:lnTo>
                <a:lnTo>
                  <a:pt x="5372917" y="86262"/>
                </a:lnTo>
                <a:lnTo>
                  <a:pt x="5373511" y="89018"/>
                </a:lnTo>
                <a:lnTo>
                  <a:pt x="5374262" y="91697"/>
                </a:lnTo>
                <a:lnTo>
                  <a:pt x="5375162" y="94292"/>
                </a:lnTo>
                <a:lnTo>
                  <a:pt x="5376206" y="96799"/>
                </a:lnTo>
                <a:lnTo>
                  <a:pt x="5377387" y="99212"/>
                </a:lnTo>
                <a:lnTo>
                  <a:pt x="5378699" y="101524"/>
                </a:lnTo>
                <a:lnTo>
                  <a:pt x="5380136" y="103729"/>
                </a:lnTo>
                <a:lnTo>
                  <a:pt x="5381693" y="105822"/>
                </a:lnTo>
                <a:lnTo>
                  <a:pt x="5383361" y="107797"/>
                </a:lnTo>
                <a:lnTo>
                  <a:pt x="5385137" y="109647"/>
                </a:lnTo>
                <a:lnTo>
                  <a:pt x="5387012" y="111368"/>
                </a:lnTo>
                <a:lnTo>
                  <a:pt x="5388982" y="112953"/>
                </a:lnTo>
                <a:lnTo>
                  <a:pt x="5391039" y="114396"/>
                </a:lnTo>
                <a:lnTo>
                  <a:pt x="5393178" y="115691"/>
                </a:lnTo>
                <a:lnTo>
                  <a:pt x="5395393" y="116832"/>
                </a:lnTo>
                <a:lnTo>
                  <a:pt x="5397677" y="117814"/>
                </a:lnTo>
                <a:lnTo>
                  <a:pt x="5400024" y="118631"/>
                </a:lnTo>
                <a:lnTo>
                  <a:pt x="5402427" y="119277"/>
                </a:lnTo>
                <a:lnTo>
                  <a:pt x="5404882" y="119745"/>
                </a:lnTo>
                <a:lnTo>
                  <a:pt x="5407381" y="120031"/>
                </a:lnTo>
                <a:lnTo>
                  <a:pt x="5409919" y="120127"/>
                </a:lnTo>
                <a:lnTo>
                  <a:pt x="5411254" y="120100"/>
                </a:lnTo>
                <a:lnTo>
                  <a:pt x="5412561" y="120021"/>
                </a:lnTo>
                <a:lnTo>
                  <a:pt x="5413841" y="119892"/>
                </a:lnTo>
                <a:lnTo>
                  <a:pt x="5415092" y="119716"/>
                </a:lnTo>
                <a:lnTo>
                  <a:pt x="5416315" y="119493"/>
                </a:lnTo>
                <a:lnTo>
                  <a:pt x="5417509" y="119226"/>
                </a:lnTo>
                <a:lnTo>
                  <a:pt x="5418676" y="118918"/>
                </a:lnTo>
                <a:lnTo>
                  <a:pt x="5419815" y="118571"/>
                </a:lnTo>
                <a:lnTo>
                  <a:pt x="5420925" y="118185"/>
                </a:lnTo>
                <a:lnTo>
                  <a:pt x="5422008" y="117765"/>
                </a:lnTo>
                <a:lnTo>
                  <a:pt x="5423062" y="117311"/>
                </a:lnTo>
                <a:lnTo>
                  <a:pt x="5424088" y="116826"/>
                </a:lnTo>
                <a:lnTo>
                  <a:pt x="5425086" y="116311"/>
                </a:lnTo>
                <a:lnTo>
                  <a:pt x="5426056" y="115770"/>
                </a:lnTo>
                <a:lnTo>
                  <a:pt x="5426998" y="115204"/>
                </a:lnTo>
                <a:lnTo>
                  <a:pt x="5427911" y="114615"/>
                </a:lnTo>
                <a:lnTo>
                  <a:pt x="5428797" y="114005"/>
                </a:lnTo>
                <a:lnTo>
                  <a:pt x="5429654" y="113376"/>
                </a:lnTo>
                <a:lnTo>
                  <a:pt x="5430484" y="112731"/>
                </a:lnTo>
                <a:lnTo>
                  <a:pt x="5431285" y="112072"/>
                </a:lnTo>
                <a:lnTo>
                  <a:pt x="5432058" y="111400"/>
                </a:lnTo>
                <a:lnTo>
                  <a:pt x="5432803" y="110717"/>
                </a:lnTo>
                <a:lnTo>
                  <a:pt x="5433520" y="110027"/>
                </a:lnTo>
                <a:lnTo>
                  <a:pt x="5434209" y="109330"/>
                </a:lnTo>
                <a:lnTo>
                  <a:pt x="5434209" y="110179"/>
                </a:lnTo>
                <a:lnTo>
                  <a:pt x="5434213" y="110984"/>
                </a:lnTo>
                <a:lnTo>
                  <a:pt x="5434224" y="111746"/>
                </a:lnTo>
                <a:lnTo>
                  <a:pt x="5434244" y="112466"/>
                </a:lnTo>
                <a:lnTo>
                  <a:pt x="5434279" y="113144"/>
                </a:lnTo>
                <a:lnTo>
                  <a:pt x="5434329" y="113781"/>
                </a:lnTo>
                <a:lnTo>
                  <a:pt x="5434400" y="114377"/>
                </a:lnTo>
                <a:lnTo>
                  <a:pt x="5434494" y="114934"/>
                </a:lnTo>
                <a:lnTo>
                  <a:pt x="5434616" y="115451"/>
                </a:lnTo>
                <a:lnTo>
                  <a:pt x="5434767" y="115931"/>
                </a:lnTo>
                <a:lnTo>
                  <a:pt x="5434951" y="116372"/>
                </a:lnTo>
                <a:lnTo>
                  <a:pt x="5435173" y="116777"/>
                </a:lnTo>
                <a:lnTo>
                  <a:pt x="5435435" y="117146"/>
                </a:lnTo>
                <a:lnTo>
                  <a:pt x="5435740" y="117478"/>
                </a:lnTo>
                <a:lnTo>
                  <a:pt x="5436092" y="117776"/>
                </a:lnTo>
                <a:lnTo>
                  <a:pt x="5436494" y="118040"/>
                </a:lnTo>
                <a:lnTo>
                  <a:pt x="5436950" y="118270"/>
                </a:lnTo>
                <a:lnTo>
                  <a:pt x="5437463" y="118467"/>
                </a:lnTo>
                <a:lnTo>
                  <a:pt x="5438036" y="118632"/>
                </a:lnTo>
                <a:lnTo>
                  <a:pt x="5438672" y="118765"/>
                </a:lnTo>
                <a:lnTo>
                  <a:pt x="5439376" y="118868"/>
                </a:lnTo>
                <a:lnTo>
                  <a:pt x="5440150" y="118940"/>
                </a:lnTo>
                <a:lnTo>
                  <a:pt x="5440998" y="118983"/>
                </a:lnTo>
                <a:lnTo>
                  <a:pt x="5441922" y="118997"/>
                </a:lnTo>
                <a:lnTo>
                  <a:pt x="5455996" y="118997"/>
                </a:lnTo>
                <a:lnTo>
                  <a:pt x="5456390" y="118997"/>
                </a:lnTo>
                <a:lnTo>
                  <a:pt x="5456799" y="118994"/>
                </a:lnTo>
                <a:lnTo>
                  <a:pt x="5457221" y="118986"/>
                </a:lnTo>
                <a:lnTo>
                  <a:pt x="5457653" y="118970"/>
                </a:lnTo>
                <a:lnTo>
                  <a:pt x="5458091" y="118943"/>
                </a:lnTo>
                <a:lnTo>
                  <a:pt x="5458532" y="118904"/>
                </a:lnTo>
                <a:lnTo>
                  <a:pt x="5458975" y="118849"/>
                </a:lnTo>
                <a:lnTo>
                  <a:pt x="5459416" y="118776"/>
                </a:lnTo>
                <a:lnTo>
                  <a:pt x="5459853" y="118682"/>
                </a:lnTo>
                <a:lnTo>
                  <a:pt x="5460281" y="118565"/>
                </a:lnTo>
                <a:lnTo>
                  <a:pt x="5460700" y="118422"/>
                </a:lnTo>
                <a:lnTo>
                  <a:pt x="5461105" y="118250"/>
                </a:lnTo>
                <a:lnTo>
                  <a:pt x="5461494" y="118048"/>
                </a:lnTo>
                <a:lnTo>
                  <a:pt x="5461864" y="117811"/>
                </a:lnTo>
                <a:lnTo>
                  <a:pt x="5462213" y="117538"/>
                </a:lnTo>
                <a:lnTo>
                  <a:pt x="5462536" y="117227"/>
                </a:lnTo>
                <a:lnTo>
                  <a:pt x="5462833" y="116874"/>
                </a:lnTo>
                <a:lnTo>
                  <a:pt x="5463099" y="116476"/>
                </a:lnTo>
                <a:lnTo>
                  <a:pt x="5463332" y="116033"/>
                </a:lnTo>
                <a:lnTo>
                  <a:pt x="5463529" y="115539"/>
                </a:lnTo>
                <a:lnTo>
                  <a:pt x="5463687" y="114994"/>
                </a:lnTo>
                <a:lnTo>
                  <a:pt x="5463803" y="114395"/>
                </a:lnTo>
                <a:lnTo>
                  <a:pt x="5463875" y="113738"/>
                </a:lnTo>
                <a:lnTo>
                  <a:pt x="5463900" y="113022"/>
                </a:lnTo>
                <a:lnTo>
                  <a:pt x="5463874" y="112329"/>
                </a:lnTo>
                <a:lnTo>
                  <a:pt x="5463800" y="111693"/>
                </a:lnTo>
                <a:lnTo>
                  <a:pt x="5463679" y="111113"/>
                </a:lnTo>
                <a:lnTo>
                  <a:pt x="5463516" y="110585"/>
                </a:lnTo>
                <a:lnTo>
                  <a:pt x="5463314" y="110108"/>
                </a:lnTo>
                <a:lnTo>
                  <a:pt x="5463075" y="109678"/>
                </a:lnTo>
                <a:close/>
                <a:moveTo>
                  <a:pt x="5432621" y="90334"/>
                </a:moveTo>
                <a:lnTo>
                  <a:pt x="5432057" y="91840"/>
                </a:lnTo>
                <a:lnTo>
                  <a:pt x="5431410" y="93336"/>
                </a:lnTo>
                <a:lnTo>
                  <a:pt x="5430681" y="94812"/>
                </a:lnTo>
                <a:lnTo>
                  <a:pt x="5429872" y="96259"/>
                </a:lnTo>
                <a:lnTo>
                  <a:pt x="5428983" y="97669"/>
                </a:lnTo>
                <a:lnTo>
                  <a:pt x="5428016" y="99031"/>
                </a:lnTo>
                <a:lnTo>
                  <a:pt x="5426971" y="100338"/>
                </a:lnTo>
                <a:lnTo>
                  <a:pt x="5425850" y="101578"/>
                </a:lnTo>
                <a:lnTo>
                  <a:pt x="5424654" y="102745"/>
                </a:lnTo>
                <a:lnTo>
                  <a:pt x="5423384" y="103827"/>
                </a:lnTo>
                <a:lnTo>
                  <a:pt x="5422041" y="104816"/>
                </a:lnTo>
                <a:lnTo>
                  <a:pt x="5420627" y="105703"/>
                </a:lnTo>
                <a:lnTo>
                  <a:pt x="5419141" y="106479"/>
                </a:lnTo>
                <a:lnTo>
                  <a:pt x="5417586" y="107135"/>
                </a:lnTo>
                <a:lnTo>
                  <a:pt x="5415962" y="107660"/>
                </a:lnTo>
                <a:lnTo>
                  <a:pt x="5414270" y="108047"/>
                </a:lnTo>
                <a:lnTo>
                  <a:pt x="5412513" y="108286"/>
                </a:lnTo>
                <a:lnTo>
                  <a:pt x="5410689" y="108368"/>
                </a:lnTo>
                <a:lnTo>
                  <a:pt x="5408990" y="108297"/>
                </a:lnTo>
                <a:lnTo>
                  <a:pt x="5407317" y="108089"/>
                </a:lnTo>
                <a:lnTo>
                  <a:pt x="5405674" y="107747"/>
                </a:lnTo>
                <a:lnTo>
                  <a:pt x="5404066" y="107277"/>
                </a:lnTo>
                <a:lnTo>
                  <a:pt x="5402496" y="106681"/>
                </a:lnTo>
                <a:lnTo>
                  <a:pt x="5400969" y="105965"/>
                </a:lnTo>
                <a:lnTo>
                  <a:pt x="5399488" y="105134"/>
                </a:lnTo>
                <a:lnTo>
                  <a:pt x="5398058" y="104191"/>
                </a:lnTo>
                <a:lnTo>
                  <a:pt x="5396683" y="103142"/>
                </a:lnTo>
                <a:lnTo>
                  <a:pt x="5395367" y="101990"/>
                </a:lnTo>
                <a:lnTo>
                  <a:pt x="5394114" y="100739"/>
                </a:lnTo>
                <a:lnTo>
                  <a:pt x="5392929" y="99396"/>
                </a:lnTo>
                <a:lnTo>
                  <a:pt x="5391814" y="97963"/>
                </a:lnTo>
                <a:lnTo>
                  <a:pt x="5390775" y="96445"/>
                </a:lnTo>
                <a:lnTo>
                  <a:pt x="5389816" y="94847"/>
                </a:lnTo>
                <a:lnTo>
                  <a:pt x="5388940" y="93172"/>
                </a:lnTo>
                <a:lnTo>
                  <a:pt x="5388152" y="91427"/>
                </a:lnTo>
                <a:lnTo>
                  <a:pt x="5387455" y="89614"/>
                </a:lnTo>
                <a:lnTo>
                  <a:pt x="5386855" y="87739"/>
                </a:lnTo>
                <a:lnTo>
                  <a:pt x="5386354" y="85805"/>
                </a:lnTo>
                <a:lnTo>
                  <a:pt x="5385958" y="83818"/>
                </a:lnTo>
                <a:lnTo>
                  <a:pt x="5385670" y="81781"/>
                </a:lnTo>
                <a:lnTo>
                  <a:pt x="5385494" y="79699"/>
                </a:lnTo>
                <a:lnTo>
                  <a:pt x="5385434" y="77577"/>
                </a:lnTo>
                <a:lnTo>
                  <a:pt x="5385504" y="75300"/>
                </a:lnTo>
                <a:lnTo>
                  <a:pt x="5385708" y="73087"/>
                </a:lnTo>
                <a:lnTo>
                  <a:pt x="5386040" y="70942"/>
                </a:lnTo>
                <a:lnTo>
                  <a:pt x="5386496" y="68868"/>
                </a:lnTo>
                <a:lnTo>
                  <a:pt x="5387069" y="66867"/>
                </a:lnTo>
                <a:lnTo>
                  <a:pt x="5387754" y="64943"/>
                </a:lnTo>
                <a:lnTo>
                  <a:pt x="5388543" y="63098"/>
                </a:lnTo>
                <a:lnTo>
                  <a:pt x="5389433" y="61335"/>
                </a:lnTo>
                <a:lnTo>
                  <a:pt x="5390416" y="59656"/>
                </a:lnTo>
                <a:lnTo>
                  <a:pt x="5391486" y="58066"/>
                </a:lnTo>
                <a:lnTo>
                  <a:pt x="5392639" y="56566"/>
                </a:lnTo>
                <a:lnTo>
                  <a:pt x="5393868" y="55159"/>
                </a:lnTo>
                <a:lnTo>
                  <a:pt x="5395168" y="53848"/>
                </a:lnTo>
                <a:lnTo>
                  <a:pt x="5396531" y="52637"/>
                </a:lnTo>
                <a:lnTo>
                  <a:pt x="5397954" y="51527"/>
                </a:lnTo>
                <a:lnTo>
                  <a:pt x="5399429" y="50522"/>
                </a:lnTo>
                <a:lnTo>
                  <a:pt x="5400951" y="49625"/>
                </a:lnTo>
                <a:lnTo>
                  <a:pt x="5402514" y="48838"/>
                </a:lnTo>
                <a:lnTo>
                  <a:pt x="5404112" y="48165"/>
                </a:lnTo>
                <a:lnTo>
                  <a:pt x="5405739" y="47607"/>
                </a:lnTo>
                <a:lnTo>
                  <a:pt x="5407390" y="47169"/>
                </a:lnTo>
                <a:lnTo>
                  <a:pt x="5409059" y="46852"/>
                </a:lnTo>
                <a:lnTo>
                  <a:pt x="5410739" y="46660"/>
                </a:lnTo>
                <a:lnTo>
                  <a:pt x="5412425" y="46595"/>
                </a:lnTo>
                <a:lnTo>
                  <a:pt x="5413952" y="46650"/>
                </a:lnTo>
                <a:lnTo>
                  <a:pt x="5415445" y="46813"/>
                </a:lnTo>
                <a:lnTo>
                  <a:pt x="5416903" y="47079"/>
                </a:lnTo>
                <a:lnTo>
                  <a:pt x="5418323" y="47442"/>
                </a:lnTo>
                <a:lnTo>
                  <a:pt x="5419700" y="47899"/>
                </a:lnTo>
                <a:lnTo>
                  <a:pt x="5421034" y="48444"/>
                </a:lnTo>
                <a:lnTo>
                  <a:pt x="5422320" y="49073"/>
                </a:lnTo>
                <a:lnTo>
                  <a:pt x="5423556" y="49781"/>
                </a:lnTo>
                <a:lnTo>
                  <a:pt x="5424739" y="50563"/>
                </a:lnTo>
                <a:lnTo>
                  <a:pt x="5425867" y="51414"/>
                </a:lnTo>
                <a:lnTo>
                  <a:pt x="5426936" y="52331"/>
                </a:lnTo>
                <a:lnTo>
                  <a:pt x="5427944" y="53306"/>
                </a:lnTo>
                <a:lnTo>
                  <a:pt x="5428887" y="54338"/>
                </a:lnTo>
                <a:lnTo>
                  <a:pt x="5429763" y="55419"/>
                </a:lnTo>
                <a:lnTo>
                  <a:pt x="5430569" y="56546"/>
                </a:lnTo>
                <a:lnTo>
                  <a:pt x="5431303" y="57714"/>
                </a:lnTo>
                <a:lnTo>
                  <a:pt x="5431961" y="58918"/>
                </a:lnTo>
                <a:lnTo>
                  <a:pt x="5432540" y="60153"/>
                </a:lnTo>
                <a:lnTo>
                  <a:pt x="5433038" y="61415"/>
                </a:lnTo>
                <a:lnTo>
                  <a:pt x="5433452" y="62699"/>
                </a:lnTo>
                <a:lnTo>
                  <a:pt x="5433779" y="64000"/>
                </a:lnTo>
                <a:lnTo>
                  <a:pt x="5434016" y="65313"/>
                </a:lnTo>
                <a:lnTo>
                  <a:pt x="5434160" y="66633"/>
                </a:lnTo>
                <a:lnTo>
                  <a:pt x="5434209" y="67957"/>
                </a:lnTo>
                <a:lnTo>
                  <a:pt x="5434209" y="81593"/>
                </a:lnTo>
                <a:lnTo>
                  <a:pt x="5434164" y="82969"/>
                </a:lnTo>
                <a:lnTo>
                  <a:pt x="5434029" y="84389"/>
                </a:lnTo>
                <a:lnTo>
                  <a:pt x="5433807" y="85845"/>
                </a:lnTo>
                <a:lnTo>
                  <a:pt x="5433497" y="87327"/>
                </a:lnTo>
                <a:lnTo>
                  <a:pt x="5433102" y="88827"/>
                </a:lnTo>
                <a:lnTo>
                  <a:pt x="5432621" y="90334"/>
                </a:lnTo>
                <a:close/>
                <a:moveTo>
                  <a:pt x="5046785" y="92064"/>
                </a:moveTo>
                <a:lnTo>
                  <a:pt x="5046723" y="91634"/>
                </a:lnTo>
                <a:lnTo>
                  <a:pt x="5046641" y="91213"/>
                </a:lnTo>
                <a:lnTo>
                  <a:pt x="5046535" y="90801"/>
                </a:lnTo>
                <a:lnTo>
                  <a:pt x="5046402" y="90401"/>
                </a:lnTo>
                <a:lnTo>
                  <a:pt x="5046241" y="90015"/>
                </a:lnTo>
                <a:lnTo>
                  <a:pt x="5046047" y="89646"/>
                </a:lnTo>
                <a:lnTo>
                  <a:pt x="5045818" y="89294"/>
                </a:lnTo>
                <a:lnTo>
                  <a:pt x="5045551" y="88963"/>
                </a:lnTo>
                <a:lnTo>
                  <a:pt x="5045243" y="88653"/>
                </a:lnTo>
                <a:lnTo>
                  <a:pt x="5044891" y="88368"/>
                </a:lnTo>
                <a:lnTo>
                  <a:pt x="5044492" y="88108"/>
                </a:lnTo>
                <a:lnTo>
                  <a:pt x="5044044" y="87877"/>
                </a:lnTo>
                <a:lnTo>
                  <a:pt x="5043542" y="87676"/>
                </a:lnTo>
                <a:lnTo>
                  <a:pt x="5042985" y="87507"/>
                </a:lnTo>
                <a:lnTo>
                  <a:pt x="5042370" y="87372"/>
                </a:lnTo>
                <a:lnTo>
                  <a:pt x="5041693" y="87273"/>
                </a:lnTo>
                <a:lnTo>
                  <a:pt x="5040951" y="87212"/>
                </a:lnTo>
                <a:lnTo>
                  <a:pt x="5040142" y="87191"/>
                </a:lnTo>
                <a:lnTo>
                  <a:pt x="5039379" y="87212"/>
                </a:lnTo>
                <a:lnTo>
                  <a:pt x="5038677" y="87273"/>
                </a:lnTo>
                <a:lnTo>
                  <a:pt x="5038035" y="87372"/>
                </a:lnTo>
                <a:lnTo>
                  <a:pt x="5037448" y="87506"/>
                </a:lnTo>
                <a:lnTo>
                  <a:pt x="5036916" y="87674"/>
                </a:lnTo>
                <a:lnTo>
                  <a:pt x="5036435" y="87874"/>
                </a:lnTo>
                <a:lnTo>
                  <a:pt x="5036003" y="88104"/>
                </a:lnTo>
                <a:lnTo>
                  <a:pt x="5035616" y="88361"/>
                </a:lnTo>
                <a:lnTo>
                  <a:pt x="5035273" y="88643"/>
                </a:lnTo>
                <a:lnTo>
                  <a:pt x="5034971" y="88949"/>
                </a:lnTo>
                <a:lnTo>
                  <a:pt x="5034708" y="89276"/>
                </a:lnTo>
                <a:lnTo>
                  <a:pt x="5034480" y="89622"/>
                </a:lnTo>
                <a:lnTo>
                  <a:pt x="5034285" y="89985"/>
                </a:lnTo>
                <a:lnTo>
                  <a:pt x="5034121" y="90363"/>
                </a:lnTo>
                <a:lnTo>
                  <a:pt x="5033985" y="90753"/>
                </a:lnTo>
                <a:lnTo>
                  <a:pt x="5033874" y="91155"/>
                </a:lnTo>
                <a:lnTo>
                  <a:pt x="5033786" y="91565"/>
                </a:lnTo>
                <a:lnTo>
                  <a:pt x="5033718" y="91982"/>
                </a:lnTo>
                <a:lnTo>
                  <a:pt x="5033667" y="92404"/>
                </a:lnTo>
                <a:lnTo>
                  <a:pt x="5033632" y="92828"/>
                </a:lnTo>
                <a:lnTo>
                  <a:pt x="5033609" y="93252"/>
                </a:lnTo>
                <a:lnTo>
                  <a:pt x="5033595" y="93674"/>
                </a:lnTo>
                <a:lnTo>
                  <a:pt x="5033589" y="94093"/>
                </a:lnTo>
                <a:lnTo>
                  <a:pt x="5033588" y="94505"/>
                </a:lnTo>
                <a:lnTo>
                  <a:pt x="5033509" y="95946"/>
                </a:lnTo>
                <a:lnTo>
                  <a:pt x="5033325" y="97285"/>
                </a:lnTo>
                <a:lnTo>
                  <a:pt x="5033044" y="98528"/>
                </a:lnTo>
                <a:lnTo>
                  <a:pt x="5032673" y="99676"/>
                </a:lnTo>
                <a:lnTo>
                  <a:pt x="5032219" y="100735"/>
                </a:lnTo>
                <a:lnTo>
                  <a:pt x="5031691" y="101707"/>
                </a:lnTo>
                <a:lnTo>
                  <a:pt x="5031095" y="102595"/>
                </a:lnTo>
                <a:lnTo>
                  <a:pt x="5030440" y="103404"/>
                </a:lnTo>
                <a:lnTo>
                  <a:pt x="5029732" y="104137"/>
                </a:lnTo>
                <a:lnTo>
                  <a:pt x="5028980" y="104797"/>
                </a:lnTo>
                <a:lnTo>
                  <a:pt x="5028190" y="105387"/>
                </a:lnTo>
                <a:lnTo>
                  <a:pt x="5027371" y="105912"/>
                </a:lnTo>
                <a:lnTo>
                  <a:pt x="5026530" y="106375"/>
                </a:lnTo>
                <a:lnTo>
                  <a:pt x="5025674" y="106780"/>
                </a:lnTo>
                <a:lnTo>
                  <a:pt x="5024811" y="107129"/>
                </a:lnTo>
                <a:lnTo>
                  <a:pt x="5023949" y="107426"/>
                </a:lnTo>
                <a:lnTo>
                  <a:pt x="5023095" y="107676"/>
                </a:lnTo>
                <a:lnTo>
                  <a:pt x="5022256" y="107880"/>
                </a:lnTo>
                <a:lnTo>
                  <a:pt x="5021441" y="108044"/>
                </a:lnTo>
                <a:lnTo>
                  <a:pt x="5020656" y="108170"/>
                </a:lnTo>
                <a:lnTo>
                  <a:pt x="5019909" y="108262"/>
                </a:lnTo>
                <a:lnTo>
                  <a:pt x="5019208" y="108323"/>
                </a:lnTo>
                <a:lnTo>
                  <a:pt x="5018560" y="108357"/>
                </a:lnTo>
                <a:lnTo>
                  <a:pt x="5017973" y="108368"/>
                </a:lnTo>
                <a:lnTo>
                  <a:pt x="5016194" y="108317"/>
                </a:lnTo>
                <a:lnTo>
                  <a:pt x="5014563" y="108168"/>
                </a:lnTo>
                <a:lnTo>
                  <a:pt x="5013073" y="107928"/>
                </a:lnTo>
                <a:lnTo>
                  <a:pt x="5011719" y="107604"/>
                </a:lnTo>
                <a:lnTo>
                  <a:pt x="5010494" y="107202"/>
                </a:lnTo>
                <a:lnTo>
                  <a:pt x="5009391" y="106728"/>
                </a:lnTo>
                <a:lnTo>
                  <a:pt x="5008404" y="106190"/>
                </a:lnTo>
                <a:lnTo>
                  <a:pt x="5007527" y="105594"/>
                </a:lnTo>
                <a:lnTo>
                  <a:pt x="5006753" y="104946"/>
                </a:lnTo>
                <a:lnTo>
                  <a:pt x="5006075" y="104254"/>
                </a:lnTo>
                <a:lnTo>
                  <a:pt x="5005488" y="103523"/>
                </a:lnTo>
                <a:lnTo>
                  <a:pt x="5004984" y="102760"/>
                </a:lnTo>
                <a:lnTo>
                  <a:pt x="5004558" y="101973"/>
                </a:lnTo>
                <a:lnTo>
                  <a:pt x="5004203" y="101167"/>
                </a:lnTo>
                <a:lnTo>
                  <a:pt x="5003912" y="100349"/>
                </a:lnTo>
                <a:lnTo>
                  <a:pt x="5003679" y="99526"/>
                </a:lnTo>
                <a:lnTo>
                  <a:pt x="5003497" y="98704"/>
                </a:lnTo>
                <a:lnTo>
                  <a:pt x="5003361" y="97890"/>
                </a:lnTo>
                <a:lnTo>
                  <a:pt x="5003263" y="97091"/>
                </a:lnTo>
                <a:lnTo>
                  <a:pt x="5003198" y="96313"/>
                </a:lnTo>
                <a:lnTo>
                  <a:pt x="5003158" y="95562"/>
                </a:lnTo>
                <a:lnTo>
                  <a:pt x="5003137" y="94846"/>
                </a:lnTo>
                <a:lnTo>
                  <a:pt x="5003130" y="94171"/>
                </a:lnTo>
                <a:lnTo>
                  <a:pt x="5003129" y="93543"/>
                </a:lnTo>
                <a:lnTo>
                  <a:pt x="5003129" y="47725"/>
                </a:lnTo>
                <a:lnTo>
                  <a:pt x="5034744" y="47725"/>
                </a:lnTo>
                <a:lnTo>
                  <a:pt x="5035115" y="47724"/>
                </a:lnTo>
                <a:lnTo>
                  <a:pt x="5035503" y="47721"/>
                </a:lnTo>
                <a:lnTo>
                  <a:pt x="5035906" y="47714"/>
                </a:lnTo>
                <a:lnTo>
                  <a:pt x="5036319" y="47698"/>
                </a:lnTo>
                <a:lnTo>
                  <a:pt x="5036742" y="47673"/>
                </a:lnTo>
                <a:lnTo>
                  <a:pt x="5037169" y="47634"/>
                </a:lnTo>
                <a:lnTo>
                  <a:pt x="5037599" y="47581"/>
                </a:lnTo>
                <a:lnTo>
                  <a:pt x="5038029" y="47511"/>
                </a:lnTo>
                <a:lnTo>
                  <a:pt x="5038455" y="47420"/>
                </a:lnTo>
                <a:lnTo>
                  <a:pt x="5038875" y="47306"/>
                </a:lnTo>
                <a:lnTo>
                  <a:pt x="5039286" y="47168"/>
                </a:lnTo>
                <a:lnTo>
                  <a:pt x="5039685" y="47002"/>
                </a:lnTo>
                <a:lnTo>
                  <a:pt x="5040069" y="46806"/>
                </a:lnTo>
                <a:lnTo>
                  <a:pt x="5040435" y="46577"/>
                </a:lnTo>
                <a:lnTo>
                  <a:pt x="5040779" y="46313"/>
                </a:lnTo>
                <a:lnTo>
                  <a:pt x="5041100" y="46011"/>
                </a:lnTo>
                <a:lnTo>
                  <a:pt x="5041394" y="45669"/>
                </a:lnTo>
                <a:lnTo>
                  <a:pt x="5041659" y="45285"/>
                </a:lnTo>
                <a:lnTo>
                  <a:pt x="5041891" y="44855"/>
                </a:lnTo>
                <a:lnTo>
                  <a:pt x="5042087" y="44378"/>
                </a:lnTo>
                <a:lnTo>
                  <a:pt x="5042245" y="43850"/>
                </a:lnTo>
                <a:lnTo>
                  <a:pt x="5042361" y="43270"/>
                </a:lnTo>
                <a:lnTo>
                  <a:pt x="5042433" y="42634"/>
                </a:lnTo>
                <a:lnTo>
                  <a:pt x="5042457" y="41941"/>
                </a:lnTo>
                <a:lnTo>
                  <a:pt x="5042434" y="41224"/>
                </a:lnTo>
                <a:lnTo>
                  <a:pt x="5042365" y="40567"/>
                </a:lnTo>
                <a:lnTo>
                  <a:pt x="5042252" y="39968"/>
                </a:lnTo>
                <a:lnTo>
                  <a:pt x="5042100" y="39422"/>
                </a:lnTo>
                <a:lnTo>
                  <a:pt x="5041911" y="38929"/>
                </a:lnTo>
                <a:lnTo>
                  <a:pt x="5041686" y="38485"/>
                </a:lnTo>
                <a:lnTo>
                  <a:pt x="5041429" y="38087"/>
                </a:lnTo>
                <a:lnTo>
                  <a:pt x="5041143" y="37734"/>
                </a:lnTo>
                <a:lnTo>
                  <a:pt x="5040830" y="37422"/>
                </a:lnTo>
                <a:lnTo>
                  <a:pt x="5040493" y="37149"/>
                </a:lnTo>
                <a:lnTo>
                  <a:pt x="5040135" y="36913"/>
                </a:lnTo>
                <a:lnTo>
                  <a:pt x="5039758" y="36710"/>
                </a:lnTo>
                <a:lnTo>
                  <a:pt x="5039365" y="36538"/>
                </a:lnTo>
                <a:lnTo>
                  <a:pt x="5038958" y="36395"/>
                </a:lnTo>
                <a:lnTo>
                  <a:pt x="5038541" y="36278"/>
                </a:lnTo>
                <a:lnTo>
                  <a:pt x="5038115" y="36184"/>
                </a:lnTo>
                <a:lnTo>
                  <a:pt x="5037685" y="36111"/>
                </a:lnTo>
                <a:lnTo>
                  <a:pt x="5037251" y="36056"/>
                </a:lnTo>
                <a:lnTo>
                  <a:pt x="5036818" y="36017"/>
                </a:lnTo>
                <a:lnTo>
                  <a:pt x="5036387" y="35990"/>
                </a:lnTo>
                <a:lnTo>
                  <a:pt x="5035961" y="35974"/>
                </a:lnTo>
                <a:lnTo>
                  <a:pt x="5035544" y="35966"/>
                </a:lnTo>
                <a:lnTo>
                  <a:pt x="5035137" y="35963"/>
                </a:lnTo>
                <a:lnTo>
                  <a:pt x="5034744" y="35963"/>
                </a:lnTo>
                <a:lnTo>
                  <a:pt x="5003129" y="35963"/>
                </a:lnTo>
                <a:lnTo>
                  <a:pt x="5003129" y="20156"/>
                </a:lnTo>
                <a:lnTo>
                  <a:pt x="5003128" y="19695"/>
                </a:lnTo>
                <a:lnTo>
                  <a:pt x="5003125" y="19230"/>
                </a:lnTo>
                <a:lnTo>
                  <a:pt x="5003116" y="18763"/>
                </a:lnTo>
                <a:lnTo>
                  <a:pt x="5003098" y="18297"/>
                </a:lnTo>
                <a:lnTo>
                  <a:pt x="5003070" y="17833"/>
                </a:lnTo>
                <a:lnTo>
                  <a:pt x="5003026" y="17374"/>
                </a:lnTo>
                <a:lnTo>
                  <a:pt x="5002966" y="16921"/>
                </a:lnTo>
                <a:lnTo>
                  <a:pt x="5002886" y="16477"/>
                </a:lnTo>
                <a:lnTo>
                  <a:pt x="5002783" y="16043"/>
                </a:lnTo>
                <a:lnTo>
                  <a:pt x="5002654" y="15623"/>
                </a:lnTo>
                <a:lnTo>
                  <a:pt x="5002497" y="15217"/>
                </a:lnTo>
                <a:lnTo>
                  <a:pt x="5002309" y="14828"/>
                </a:lnTo>
                <a:lnTo>
                  <a:pt x="5002087" y="14459"/>
                </a:lnTo>
                <a:lnTo>
                  <a:pt x="5001827" y="14110"/>
                </a:lnTo>
                <a:lnTo>
                  <a:pt x="5001528" y="13785"/>
                </a:lnTo>
                <a:lnTo>
                  <a:pt x="5001186" y="13485"/>
                </a:lnTo>
                <a:lnTo>
                  <a:pt x="5000798" y="13213"/>
                </a:lnTo>
                <a:lnTo>
                  <a:pt x="5000362" y="12970"/>
                </a:lnTo>
                <a:lnTo>
                  <a:pt x="4999875" y="12759"/>
                </a:lnTo>
                <a:lnTo>
                  <a:pt x="4999334" y="12581"/>
                </a:lnTo>
                <a:lnTo>
                  <a:pt x="4998736" y="12440"/>
                </a:lnTo>
                <a:lnTo>
                  <a:pt x="4998078" y="12336"/>
                </a:lnTo>
                <a:lnTo>
                  <a:pt x="4997358" y="12272"/>
                </a:lnTo>
                <a:lnTo>
                  <a:pt x="4996572" y="12250"/>
                </a:lnTo>
                <a:lnTo>
                  <a:pt x="4995763" y="12271"/>
                </a:lnTo>
                <a:lnTo>
                  <a:pt x="4995022" y="12332"/>
                </a:lnTo>
                <a:lnTo>
                  <a:pt x="4994345" y="12432"/>
                </a:lnTo>
                <a:lnTo>
                  <a:pt x="4993730" y="12568"/>
                </a:lnTo>
                <a:lnTo>
                  <a:pt x="4993173" y="12739"/>
                </a:lnTo>
                <a:lnTo>
                  <a:pt x="4992672" y="12943"/>
                </a:lnTo>
                <a:lnTo>
                  <a:pt x="4992223" y="13178"/>
                </a:lnTo>
                <a:lnTo>
                  <a:pt x="4991825" y="13443"/>
                </a:lnTo>
                <a:lnTo>
                  <a:pt x="4991473" y="13735"/>
                </a:lnTo>
                <a:lnTo>
                  <a:pt x="4991165" y="14052"/>
                </a:lnTo>
                <a:lnTo>
                  <a:pt x="4990898" y="14393"/>
                </a:lnTo>
                <a:lnTo>
                  <a:pt x="4990669" y="14757"/>
                </a:lnTo>
                <a:lnTo>
                  <a:pt x="4990476" y="15140"/>
                </a:lnTo>
                <a:lnTo>
                  <a:pt x="4990314" y="15541"/>
                </a:lnTo>
                <a:lnTo>
                  <a:pt x="4990182" y="15959"/>
                </a:lnTo>
                <a:lnTo>
                  <a:pt x="4990076" y="16392"/>
                </a:lnTo>
                <a:lnTo>
                  <a:pt x="4989993" y="16837"/>
                </a:lnTo>
                <a:lnTo>
                  <a:pt x="4989932" y="17293"/>
                </a:lnTo>
                <a:lnTo>
                  <a:pt x="4989887" y="17758"/>
                </a:lnTo>
                <a:lnTo>
                  <a:pt x="4989857" y="18231"/>
                </a:lnTo>
                <a:lnTo>
                  <a:pt x="4989839" y="18708"/>
                </a:lnTo>
                <a:lnTo>
                  <a:pt x="4989830" y="19190"/>
                </a:lnTo>
                <a:lnTo>
                  <a:pt x="4989827" y="19673"/>
                </a:lnTo>
                <a:lnTo>
                  <a:pt x="4989826" y="20156"/>
                </a:lnTo>
                <a:lnTo>
                  <a:pt x="4989826" y="35963"/>
                </a:lnTo>
                <a:lnTo>
                  <a:pt x="4973052" y="35963"/>
                </a:lnTo>
                <a:lnTo>
                  <a:pt x="4972658" y="35963"/>
                </a:lnTo>
                <a:lnTo>
                  <a:pt x="4972248" y="35966"/>
                </a:lnTo>
                <a:lnTo>
                  <a:pt x="4971826" y="35974"/>
                </a:lnTo>
                <a:lnTo>
                  <a:pt x="4971395" y="35990"/>
                </a:lnTo>
                <a:lnTo>
                  <a:pt x="4970957" y="36017"/>
                </a:lnTo>
                <a:lnTo>
                  <a:pt x="4970515" y="36056"/>
                </a:lnTo>
                <a:lnTo>
                  <a:pt x="4970072" y="36111"/>
                </a:lnTo>
                <a:lnTo>
                  <a:pt x="4969631" y="36184"/>
                </a:lnTo>
                <a:lnTo>
                  <a:pt x="4969195" y="36278"/>
                </a:lnTo>
                <a:lnTo>
                  <a:pt x="4968766" y="36395"/>
                </a:lnTo>
                <a:lnTo>
                  <a:pt x="4968348" y="36538"/>
                </a:lnTo>
                <a:lnTo>
                  <a:pt x="4967943" y="36710"/>
                </a:lnTo>
                <a:lnTo>
                  <a:pt x="4967554" y="36913"/>
                </a:lnTo>
                <a:lnTo>
                  <a:pt x="4967183" y="37149"/>
                </a:lnTo>
                <a:lnTo>
                  <a:pt x="4966835" y="37422"/>
                </a:lnTo>
                <a:lnTo>
                  <a:pt x="4966511" y="37734"/>
                </a:lnTo>
                <a:lnTo>
                  <a:pt x="4966215" y="38087"/>
                </a:lnTo>
                <a:lnTo>
                  <a:pt x="4965949" y="38485"/>
                </a:lnTo>
                <a:lnTo>
                  <a:pt x="4965716" y="38929"/>
                </a:lnTo>
                <a:lnTo>
                  <a:pt x="4965519" y="39422"/>
                </a:lnTo>
                <a:lnTo>
                  <a:pt x="4965361" y="39968"/>
                </a:lnTo>
                <a:lnTo>
                  <a:pt x="4965244" y="40567"/>
                </a:lnTo>
                <a:lnTo>
                  <a:pt x="4965172" y="41224"/>
                </a:lnTo>
                <a:lnTo>
                  <a:pt x="4965148" y="41941"/>
                </a:lnTo>
                <a:lnTo>
                  <a:pt x="4965172" y="42634"/>
                </a:lnTo>
                <a:lnTo>
                  <a:pt x="4965244" y="43270"/>
                </a:lnTo>
                <a:lnTo>
                  <a:pt x="4965360" y="43850"/>
                </a:lnTo>
                <a:lnTo>
                  <a:pt x="4965518" y="44378"/>
                </a:lnTo>
                <a:lnTo>
                  <a:pt x="4965714" y="44855"/>
                </a:lnTo>
                <a:lnTo>
                  <a:pt x="4965946" y="45285"/>
                </a:lnTo>
                <a:lnTo>
                  <a:pt x="4966210" y="45669"/>
                </a:lnTo>
                <a:lnTo>
                  <a:pt x="4966504" y="46011"/>
                </a:lnTo>
                <a:lnTo>
                  <a:pt x="4966825" y="46313"/>
                </a:lnTo>
                <a:lnTo>
                  <a:pt x="4967169" y="46577"/>
                </a:lnTo>
                <a:lnTo>
                  <a:pt x="4967535" y="46806"/>
                </a:lnTo>
                <a:lnTo>
                  <a:pt x="4967918" y="47002"/>
                </a:lnTo>
                <a:lnTo>
                  <a:pt x="4968317" y="47168"/>
                </a:lnTo>
                <a:lnTo>
                  <a:pt x="4968728" y="47306"/>
                </a:lnTo>
                <a:lnTo>
                  <a:pt x="4969148" y="47420"/>
                </a:lnTo>
                <a:lnTo>
                  <a:pt x="4969574" y="47511"/>
                </a:lnTo>
                <a:lnTo>
                  <a:pt x="4970003" y="47581"/>
                </a:lnTo>
                <a:lnTo>
                  <a:pt x="4970433" y="47634"/>
                </a:lnTo>
                <a:lnTo>
                  <a:pt x="4970861" y="47673"/>
                </a:lnTo>
                <a:lnTo>
                  <a:pt x="4971283" y="47698"/>
                </a:lnTo>
                <a:lnTo>
                  <a:pt x="4971696" y="47714"/>
                </a:lnTo>
                <a:lnTo>
                  <a:pt x="4972099" y="47721"/>
                </a:lnTo>
                <a:lnTo>
                  <a:pt x="4972487" y="47724"/>
                </a:lnTo>
                <a:lnTo>
                  <a:pt x="4972858" y="47725"/>
                </a:lnTo>
                <a:lnTo>
                  <a:pt x="4989826" y="47725"/>
                </a:lnTo>
                <a:lnTo>
                  <a:pt x="4989826" y="94699"/>
                </a:lnTo>
                <a:lnTo>
                  <a:pt x="4989894" y="96951"/>
                </a:lnTo>
                <a:lnTo>
                  <a:pt x="4990092" y="99083"/>
                </a:lnTo>
                <a:lnTo>
                  <a:pt x="4990417" y="101100"/>
                </a:lnTo>
                <a:lnTo>
                  <a:pt x="4990862" y="103002"/>
                </a:lnTo>
                <a:lnTo>
                  <a:pt x="4991423" y="104792"/>
                </a:lnTo>
                <a:lnTo>
                  <a:pt x="4992094" y="106472"/>
                </a:lnTo>
                <a:lnTo>
                  <a:pt x="4992870" y="108043"/>
                </a:lnTo>
                <a:lnTo>
                  <a:pt x="4993746" y="109508"/>
                </a:lnTo>
                <a:lnTo>
                  <a:pt x="4994716" y="110869"/>
                </a:lnTo>
                <a:lnTo>
                  <a:pt x="4995775" y="112128"/>
                </a:lnTo>
                <a:lnTo>
                  <a:pt x="4996918" y="113286"/>
                </a:lnTo>
                <a:lnTo>
                  <a:pt x="4998140" y="114346"/>
                </a:lnTo>
                <a:lnTo>
                  <a:pt x="4999434" y="115310"/>
                </a:lnTo>
                <a:lnTo>
                  <a:pt x="5000797" y="116179"/>
                </a:lnTo>
                <a:lnTo>
                  <a:pt x="5002223" y="116956"/>
                </a:lnTo>
                <a:lnTo>
                  <a:pt x="5003706" y="117643"/>
                </a:lnTo>
                <a:lnTo>
                  <a:pt x="5005241" y="118241"/>
                </a:lnTo>
                <a:lnTo>
                  <a:pt x="5006824" y="118754"/>
                </a:lnTo>
                <a:lnTo>
                  <a:pt x="5008448" y="119182"/>
                </a:lnTo>
                <a:lnTo>
                  <a:pt x="5010108" y="119527"/>
                </a:lnTo>
                <a:lnTo>
                  <a:pt x="5011800" y="119793"/>
                </a:lnTo>
                <a:lnTo>
                  <a:pt x="5013517" y="119980"/>
                </a:lnTo>
                <a:lnTo>
                  <a:pt x="5015255" y="120090"/>
                </a:lnTo>
                <a:lnTo>
                  <a:pt x="5017008" y="120127"/>
                </a:lnTo>
                <a:lnTo>
                  <a:pt x="5018797" y="120084"/>
                </a:lnTo>
                <a:lnTo>
                  <a:pt x="5020593" y="119954"/>
                </a:lnTo>
                <a:lnTo>
                  <a:pt x="5022388" y="119737"/>
                </a:lnTo>
                <a:lnTo>
                  <a:pt x="5024176" y="119434"/>
                </a:lnTo>
                <a:lnTo>
                  <a:pt x="5025947" y="119042"/>
                </a:lnTo>
                <a:lnTo>
                  <a:pt x="5027696" y="118564"/>
                </a:lnTo>
                <a:lnTo>
                  <a:pt x="5029415" y="117997"/>
                </a:lnTo>
                <a:lnTo>
                  <a:pt x="5031097" y="117343"/>
                </a:lnTo>
                <a:lnTo>
                  <a:pt x="5032733" y="116600"/>
                </a:lnTo>
                <a:lnTo>
                  <a:pt x="5034317" y="115769"/>
                </a:lnTo>
                <a:lnTo>
                  <a:pt x="5035842" y="114849"/>
                </a:lnTo>
                <a:lnTo>
                  <a:pt x="5037300" y="113840"/>
                </a:lnTo>
                <a:lnTo>
                  <a:pt x="5038683" y="112741"/>
                </a:lnTo>
                <a:lnTo>
                  <a:pt x="5039985" y="111553"/>
                </a:lnTo>
                <a:lnTo>
                  <a:pt x="5041198" y="110276"/>
                </a:lnTo>
                <a:lnTo>
                  <a:pt x="5042314" y="108908"/>
                </a:lnTo>
                <a:lnTo>
                  <a:pt x="5043326" y="107450"/>
                </a:lnTo>
                <a:lnTo>
                  <a:pt x="5044228" y="105902"/>
                </a:lnTo>
                <a:lnTo>
                  <a:pt x="5045011" y="104263"/>
                </a:lnTo>
                <a:lnTo>
                  <a:pt x="5045668" y="102533"/>
                </a:lnTo>
                <a:lnTo>
                  <a:pt x="5046192" y="100712"/>
                </a:lnTo>
                <a:lnTo>
                  <a:pt x="5046575" y="98800"/>
                </a:lnTo>
                <a:lnTo>
                  <a:pt x="5046811" y="96796"/>
                </a:lnTo>
                <a:lnTo>
                  <a:pt x="5046891" y="94699"/>
                </a:lnTo>
                <a:lnTo>
                  <a:pt x="5046890" y="94264"/>
                </a:lnTo>
                <a:lnTo>
                  <a:pt x="5046887" y="93824"/>
                </a:lnTo>
                <a:lnTo>
                  <a:pt x="5046877" y="93382"/>
                </a:lnTo>
                <a:lnTo>
                  <a:pt x="5046859" y="92940"/>
                </a:lnTo>
                <a:lnTo>
                  <a:pt x="5046830" y="92500"/>
                </a:lnTo>
                <a:lnTo>
                  <a:pt x="5046785" y="92064"/>
                </a:lnTo>
                <a:close/>
                <a:moveTo>
                  <a:pt x="6058944" y="92064"/>
                </a:moveTo>
                <a:lnTo>
                  <a:pt x="6058882" y="91634"/>
                </a:lnTo>
                <a:lnTo>
                  <a:pt x="6058800" y="91213"/>
                </a:lnTo>
                <a:lnTo>
                  <a:pt x="6058694" y="90801"/>
                </a:lnTo>
                <a:lnTo>
                  <a:pt x="6058562" y="90401"/>
                </a:lnTo>
                <a:lnTo>
                  <a:pt x="6058400" y="90015"/>
                </a:lnTo>
                <a:lnTo>
                  <a:pt x="6058206" y="89646"/>
                </a:lnTo>
                <a:lnTo>
                  <a:pt x="6057977" y="89294"/>
                </a:lnTo>
                <a:lnTo>
                  <a:pt x="6057710" y="88963"/>
                </a:lnTo>
                <a:lnTo>
                  <a:pt x="6057402" y="88653"/>
                </a:lnTo>
                <a:lnTo>
                  <a:pt x="6057050" y="88368"/>
                </a:lnTo>
                <a:lnTo>
                  <a:pt x="6056651" y="88108"/>
                </a:lnTo>
                <a:lnTo>
                  <a:pt x="6056203" y="87877"/>
                </a:lnTo>
                <a:lnTo>
                  <a:pt x="6055701" y="87676"/>
                </a:lnTo>
                <a:lnTo>
                  <a:pt x="6055144" y="87507"/>
                </a:lnTo>
                <a:lnTo>
                  <a:pt x="6054529" y="87372"/>
                </a:lnTo>
                <a:lnTo>
                  <a:pt x="6053852" y="87273"/>
                </a:lnTo>
                <a:lnTo>
                  <a:pt x="6053110" y="87212"/>
                </a:lnTo>
                <a:lnTo>
                  <a:pt x="6052301" y="87191"/>
                </a:lnTo>
                <a:lnTo>
                  <a:pt x="6051538" y="87212"/>
                </a:lnTo>
                <a:lnTo>
                  <a:pt x="6050836" y="87273"/>
                </a:lnTo>
                <a:lnTo>
                  <a:pt x="6050194" y="87372"/>
                </a:lnTo>
                <a:lnTo>
                  <a:pt x="6049607" y="87506"/>
                </a:lnTo>
                <a:lnTo>
                  <a:pt x="6049075" y="87674"/>
                </a:lnTo>
                <a:lnTo>
                  <a:pt x="6048594" y="87874"/>
                </a:lnTo>
                <a:lnTo>
                  <a:pt x="6048162" y="88104"/>
                </a:lnTo>
                <a:lnTo>
                  <a:pt x="6047775" y="88361"/>
                </a:lnTo>
                <a:lnTo>
                  <a:pt x="6047432" y="88643"/>
                </a:lnTo>
                <a:lnTo>
                  <a:pt x="6047131" y="88949"/>
                </a:lnTo>
                <a:lnTo>
                  <a:pt x="6046867" y="89276"/>
                </a:lnTo>
                <a:lnTo>
                  <a:pt x="6046639" y="89622"/>
                </a:lnTo>
                <a:lnTo>
                  <a:pt x="6046444" y="89985"/>
                </a:lnTo>
                <a:lnTo>
                  <a:pt x="6046280" y="90363"/>
                </a:lnTo>
                <a:lnTo>
                  <a:pt x="6046144" y="90753"/>
                </a:lnTo>
                <a:lnTo>
                  <a:pt x="6046033" y="91155"/>
                </a:lnTo>
                <a:lnTo>
                  <a:pt x="6045945" y="91565"/>
                </a:lnTo>
                <a:lnTo>
                  <a:pt x="6045877" y="91982"/>
                </a:lnTo>
                <a:lnTo>
                  <a:pt x="6045826" y="92404"/>
                </a:lnTo>
                <a:lnTo>
                  <a:pt x="6045791" y="92828"/>
                </a:lnTo>
                <a:lnTo>
                  <a:pt x="6045768" y="93252"/>
                </a:lnTo>
                <a:lnTo>
                  <a:pt x="6045754" y="93674"/>
                </a:lnTo>
                <a:lnTo>
                  <a:pt x="6045748" y="94093"/>
                </a:lnTo>
                <a:lnTo>
                  <a:pt x="6045747" y="94505"/>
                </a:lnTo>
                <a:lnTo>
                  <a:pt x="6045668" y="95946"/>
                </a:lnTo>
                <a:lnTo>
                  <a:pt x="6045484" y="97285"/>
                </a:lnTo>
                <a:lnTo>
                  <a:pt x="6045203" y="98528"/>
                </a:lnTo>
                <a:lnTo>
                  <a:pt x="6044832" y="99676"/>
                </a:lnTo>
                <a:lnTo>
                  <a:pt x="6044378" y="100735"/>
                </a:lnTo>
                <a:lnTo>
                  <a:pt x="6043850" y="101707"/>
                </a:lnTo>
                <a:lnTo>
                  <a:pt x="6043254" y="102595"/>
                </a:lnTo>
                <a:lnTo>
                  <a:pt x="6042599" y="103404"/>
                </a:lnTo>
                <a:lnTo>
                  <a:pt x="6041891" y="104137"/>
                </a:lnTo>
                <a:lnTo>
                  <a:pt x="6041139" y="104797"/>
                </a:lnTo>
                <a:lnTo>
                  <a:pt x="6040349" y="105387"/>
                </a:lnTo>
                <a:lnTo>
                  <a:pt x="6039530" y="105912"/>
                </a:lnTo>
                <a:lnTo>
                  <a:pt x="6038689" y="106375"/>
                </a:lnTo>
                <a:lnTo>
                  <a:pt x="6037833" y="106780"/>
                </a:lnTo>
                <a:lnTo>
                  <a:pt x="6036971" y="107129"/>
                </a:lnTo>
                <a:lnTo>
                  <a:pt x="6036108" y="107426"/>
                </a:lnTo>
                <a:lnTo>
                  <a:pt x="6035254" y="107676"/>
                </a:lnTo>
                <a:lnTo>
                  <a:pt x="6034415" y="107880"/>
                </a:lnTo>
                <a:lnTo>
                  <a:pt x="6033600" y="108044"/>
                </a:lnTo>
                <a:lnTo>
                  <a:pt x="6032815" y="108170"/>
                </a:lnTo>
                <a:lnTo>
                  <a:pt x="6032068" y="108262"/>
                </a:lnTo>
                <a:lnTo>
                  <a:pt x="6031367" y="108323"/>
                </a:lnTo>
                <a:lnTo>
                  <a:pt x="6030719" y="108357"/>
                </a:lnTo>
                <a:lnTo>
                  <a:pt x="6030132" y="108368"/>
                </a:lnTo>
                <a:lnTo>
                  <a:pt x="6028353" y="108317"/>
                </a:lnTo>
                <a:lnTo>
                  <a:pt x="6026722" y="108168"/>
                </a:lnTo>
                <a:lnTo>
                  <a:pt x="6025232" y="107928"/>
                </a:lnTo>
                <a:lnTo>
                  <a:pt x="6023878" y="107604"/>
                </a:lnTo>
                <a:lnTo>
                  <a:pt x="6022653" y="107202"/>
                </a:lnTo>
                <a:lnTo>
                  <a:pt x="6021550" y="106728"/>
                </a:lnTo>
                <a:lnTo>
                  <a:pt x="6020563" y="106190"/>
                </a:lnTo>
                <a:lnTo>
                  <a:pt x="6019686" y="105594"/>
                </a:lnTo>
                <a:lnTo>
                  <a:pt x="6018912" y="104946"/>
                </a:lnTo>
                <a:lnTo>
                  <a:pt x="6018234" y="104254"/>
                </a:lnTo>
                <a:lnTo>
                  <a:pt x="6017647" y="103523"/>
                </a:lnTo>
                <a:lnTo>
                  <a:pt x="6017143" y="102760"/>
                </a:lnTo>
                <a:lnTo>
                  <a:pt x="6016717" y="101973"/>
                </a:lnTo>
                <a:lnTo>
                  <a:pt x="6016362" y="101167"/>
                </a:lnTo>
                <a:lnTo>
                  <a:pt x="6016071" y="100349"/>
                </a:lnTo>
                <a:lnTo>
                  <a:pt x="6015838" y="99526"/>
                </a:lnTo>
                <a:lnTo>
                  <a:pt x="6015656" y="98704"/>
                </a:lnTo>
                <a:lnTo>
                  <a:pt x="6015520" y="97890"/>
                </a:lnTo>
                <a:lnTo>
                  <a:pt x="6015422" y="97091"/>
                </a:lnTo>
                <a:lnTo>
                  <a:pt x="6015357" y="96313"/>
                </a:lnTo>
                <a:lnTo>
                  <a:pt x="6015317" y="95562"/>
                </a:lnTo>
                <a:lnTo>
                  <a:pt x="6015296" y="94846"/>
                </a:lnTo>
                <a:lnTo>
                  <a:pt x="6015289" y="94171"/>
                </a:lnTo>
                <a:lnTo>
                  <a:pt x="6015288" y="93543"/>
                </a:lnTo>
                <a:lnTo>
                  <a:pt x="6015288" y="47725"/>
                </a:lnTo>
                <a:lnTo>
                  <a:pt x="6046903" y="47725"/>
                </a:lnTo>
                <a:lnTo>
                  <a:pt x="6047274" y="47724"/>
                </a:lnTo>
                <a:lnTo>
                  <a:pt x="6047662" y="47721"/>
                </a:lnTo>
                <a:lnTo>
                  <a:pt x="6048065" y="47714"/>
                </a:lnTo>
                <a:lnTo>
                  <a:pt x="6048479" y="47698"/>
                </a:lnTo>
                <a:lnTo>
                  <a:pt x="6048901" y="47673"/>
                </a:lnTo>
                <a:lnTo>
                  <a:pt x="6049328" y="47634"/>
                </a:lnTo>
                <a:lnTo>
                  <a:pt x="6049758" y="47581"/>
                </a:lnTo>
                <a:lnTo>
                  <a:pt x="6050188" y="47511"/>
                </a:lnTo>
                <a:lnTo>
                  <a:pt x="6050614" y="47420"/>
                </a:lnTo>
                <a:lnTo>
                  <a:pt x="6051035" y="47306"/>
                </a:lnTo>
                <a:lnTo>
                  <a:pt x="6051445" y="47168"/>
                </a:lnTo>
                <a:lnTo>
                  <a:pt x="6051844" y="47002"/>
                </a:lnTo>
                <a:lnTo>
                  <a:pt x="6052228" y="46806"/>
                </a:lnTo>
                <a:lnTo>
                  <a:pt x="6052594" y="46577"/>
                </a:lnTo>
                <a:lnTo>
                  <a:pt x="6052938" y="46313"/>
                </a:lnTo>
                <a:lnTo>
                  <a:pt x="6053259" y="46011"/>
                </a:lnTo>
                <a:lnTo>
                  <a:pt x="6053553" y="45669"/>
                </a:lnTo>
                <a:lnTo>
                  <a:pt x="6053818" y="45285"/>
                </a:lnTo>
                <a:lnTo>
                  <a:pt x="6054050" y="44855"/>
                </a:lnTo>
                <a:lnTo>
                  <a:pt x="6054246" y="44378"/>
                </a:lnTo>
                <a:lnTo>
                  <a:pt x="6054404" y="43850"/>
                </a:lnTo>
                <a:lnTo>
                  <a:pt x="6054520" y="43270"/>
                </a:lnTo>
                <a:lnTo>
                  <a:pt x="6054592" y="42634"/>
                </a:lnTo>
                <a:lnTo>
                  <a:pt x="6054616" y="41941"/>
                </a:lnTo>
                <a:lnTo>
                  <a:pt x="6054593" y="41224"/>
                </a:lnTo>
                <a:lnTo>
                  <a:pt x="6054524" y="40567"/>
                </a:lnTo>
                <a:lnTo>
                  <a:pt x="6054412" y="39968"/>
                </a:lnTo>
                <a:lnTo>
                  <a:pt x="6054259" y="39422"/>
                </a:lnTo>
                <a:lnTo>
                  <a:pt x="6054070" y="38929"/>
                </a:lnTo>
                <a:lnTo>
                  <a:pt x="6053845" y="38485"/>
                </a:lnTo>
                <a:lnTo>
                  <a:pt x="6053589" y="38087"/>
                </a:lnTo>
                <a:lnTo>
                  <a:pt x="6053302" y="37734"/>
                </a:lnTo>
                <a:lnTo>
                  <a:pt x="6052990" y="37422"/>
                </a:lnTo>
                <a:lnTo>
                  <a:pt x="6052653" y="37149"/>
                </a:lnTo>
                <a:lnTo>
                  <a:pt x="6052294" y="36913"/>
                </a:lnTo>
                <a:lnTo>
                  <a:pt x="6051917" y="36710"/>
                </a:lnTo>
                <a:lnTo>
                  <a:pt x="6051524" y="36538"/>
                </a:lnTo>
                <a:lnTo>
                  <a:pt x="6051117" y="36395"/>
                </a:lnTo>
                <a:lnTo>
                  <a:pt x="6050700" y="36278"/>
                </a:lnTo>
                <a:lnTo>
                  <a:pt x="6050274" y="36184"/>
                </a:lnTo>
                <a:lnTo>
                  <a:pt x="6049844" y="36111"/>
                </a:lnTo>
                <a:lnTo>
                  <a:pt x="6049410" y="36056"/>
                </a:lnTo>
                <a:lnTo>
                  <a:pt x="6048977" y="36017"/>
                </a:lnTo>
                <a:lnTo>
                  <a:pt x="6048546" y="35990"/>
                </a:lnTo>
                <a:lnTo>
                  <a:pt x="6048121" y="35974"/>
                </a:lnTo>
                <a:lnTo>
                  <a:pt x="6047703" y="35966"/>
                </a:lnTo>
                <a:lnTo>
                  <a:pt x="6047296" y="35963"/>
                </a:lnTo>
                <a:lnTo>
                  <a:pt x="6046903" y="35963"/>
                </a:lnTo>
                <a:lnTo>
                  <a:pt x="6015288" y="35963"/>
                </a:lnTo>
                <a:lnTo>
                  <a:pt x="6015288" y="20156"/>
                </a:lnTo>
                <a:lnTo>
                  <a:pt x="6015287" y="19695"/>
                </a:lnTo>
                <a:lnTo>
                  <a:pt x="6015284" y="19230"/>
                </a:lnTo>
                <a:lnTo>
                  <a:pt x="6015275" y="18763"/>
                </a:lnTo>
                <a:lnTo>
                  <a:pt x="6015258" y="18297"/>
                </a:lnTo>
                <a:lnTo>
                  <a:pt x="6015229" y="17833"/>
                </a:lnTo>
                <a:lnTo>
                  <a:pt x="6015185" y="17374"/>
                </a:lnTo>
                <a:lnTo>
                  <a:pt x="6015125" y="16921"/>
                </a:lnTo>
                <a:lnTo>
                  <a:pt x="6015045" y="16477"/>
                </a:lnTo>
                <a:lnTo>
                  <a:pt x="6014942" y="16043"/>
                </a:lnTo>
                <a:lnTo>
                  <a:pt x="6014814" y="15623"/>
                </a:lnTo>
                <a:lnTo>
                  <a:pt x="6014657" y="15217"/>
                </a:lnTo>
                <a:lnTo>
                  <a:pt x="6014468" y="14828"/>
                </a:lnTo>
                <a:lnTo>
                  <a:pt x="6014246" y="14459"/>
                </a:lnTo>
                <a:lnTo>
                  <a:pt x="6013986" y="14110"/>
                </a:lnTo>
                <a:lnTo>
                  <a:pt x="6013687" y="13785"/>
                </a:lnTo>
                <a:lnTo>
                  <a:pt x="6013345" y="13485"/>
                </a:lnTo>
                <a:lnTo>
                  <a:pt x="6012957" y="13213"/>
                </a:lnTo>
                <a:lnTo>
                  <a:pt x="6012522" y="12970"/>
                </a:lnTo>
                <a:lnTo>
                  <a:pt x="6012034" y="12759"/>
                </a:lnTo>
                <a:lnTo>
                  <a:pt x="6011493" y="12581"/>
                </a:lnTo>
                <a:lnTo>
                  <a:pt x="6010895" y="12440"/>
                </a:lnTo>
                <a:lnTo>
                  <a:pt x="6010237" y="12336"/>
                </a:lnTo>
                <a:lnTo>
                  <a:pt x="6009517" y="12272"/>
                </a:lnTo>
                <a:lnTo>
                  <a:pt x="6008731" y="12250"/>
                </a:lnTo>
                <a:lnTo>
                  <a:pt x="6007922" y="12271"/>
                </a:lnTo>
                <a:lnTo>
                  <a:pt x="6007181" y="12332"/>
                </a:lnTo>
                <a:lnTo>
                  <a:pt x="6006504" y="12432"/>
                </a:lnTo>
                <a:lnTo>
                  <a:pt x="6005889" y="12568"/>
                </a:lnTo>
                <a:lnTo>
                  <a:pt x="6005332" y="12739"/>
                </a:lnTo>
                <a:lnTo>
                  <a:pt x="6004831" y="12943"/>
                </a:lnTo>
                <a:lnTo>
                  <a:pt x="6004383" y="13178"/>
                </a:lnTo>
                <a:lnTo>
                  <a:pt x="6003984" y="13443"/>
                </a:lnTo>
                <a:lnTo>
                  <a:pt x="6003632" y="13735"/>
                </a:lnTo>
                <a:lnTo>
                  <a:pt x="6003324" y="14052"/>
                </a:lnTo>
                <a:lnTo>
                  <a:pt x="6003057" y="14393"/>
                </a:lnTo>
                <a:lnTo>
                  <a:pt x="6002828" y="14757"/>
                </a:lnTo>
                <a:lnTo>
                  <a:pt x="6002635" y="15140"/>
                </a:lnTo>
                <a:lnTo>
                  <a:pt x="6002473" y="15541"/>
                </a:lnTo>
                <a:lnTo>
                  <a:pt x="6002341" y="15959"/>
                </a:lnTo>
                <a:lnTo>
                  <a:pt x="6002235" y="16392"/>
                </a:lnTo>
                <a:lnTo>
                  <a:pt x="6002153" y="16837"/>
                </a:lnTo>
                <a:lnTo>
                  <a:pt x="6002091" y="17293"/>
                </a:lnTo>
                <a:lnTo>
                  <a:pt x="6002046" y="17758"/>
                </a:lnTo>
                <a:lnTo>
                  <a:pt x="6002016" y="18231"/>
                </a:lnTo>
                <a:lnTo>
                  <a:pt x="6001998" y="18708"/>
                </a:lnTo>
                <a:lnTo>
                  <a:pt x="6001989" y="19190"/>
                </a:lnTo>
                <a:lnTo>
                  <a:pt x="6001986" y="19673"/>
                </a:lnTo>
                <a:lnTo>
                  <a:pt x="6001985" y="20156"/>
                </a:lnTo>
                <a:lnTo>
                  <a:pt x="6001985" y="35963"/>
                </a:lnTo>
                <a:lnTo>
                  <a:pt x="5985211" y="35963"/>
                </a:lnTo>
                <a:lnTo>
                  <a:pt x="5984817" y="35963"/>
                </a:lnTo>
                <a:lnTo>
                  <a:pt x="5984407" y="35966"/>
                </a:lnTo>
                <a:lnTo>
                  <a:pt x="5983986" y="35974"/>
                </a:lnTo>
                <a:lnTo>
                  <a:pt x="5983554" y="35990"/>
                </a:lnTo>
                <a:lnTo>
                  <a:pt x="5983116" y="36017"/>
                </a:lnTo>
                <a:lnTo>
                  <a:pt x="5982674" y="36056"/>
                </a:lnTo>
                <a:lnTo>
                  <a:pt x="5982231" y="36111"/>
                </a:lnTo>
                <a:lnTo>
                  <a:pt x="5981790" y="36184"/>
                </a:lnTo>
                <a:lnTo>
                  <a:pt x="5981354" y="36278"/>
                </a:lnTo>
                <a:lnTo>
                  <a:pt x="5980925" y="36395"/>
                </a:lnTo>
                <a:lnTo>
                  <a:pt x="5980507" y="36538"/>
                </a:lnTo>
                <a:lnTo>
                  <a:pt x="5980102" y="36710"/>
                </a:lnTo>
                <a:lnTo>
                  <a:pt x="5979713" y="36913"/>
                </a:lnTo>
                <a:lnTo>
                  <a:pt x="5979342" y="37149"/>
                </a:lnTo>
                <a:lnTo>
                  <a:pt x="5978994" y="37422"/>
                </a:lnTo>
                <a:lnTo>
                  <a:pt x="5978670" y="37734"/>
                </a:lnTo>
                <a:lnTo>
                  <a:pt x="5978374" y="38087"/>
                </a:lnTo>
                <a:lnTo>
                  <a:pt x="5978108" y="38485"/>
                </a:lnTo>
                <a:lnTo>
                  <a:pt x="5977875" y="38929"/>
                </a:lnTo>
                <a:lnTo>
                  <a:pt x="5977678" y="39422"/>
                </a:lnTo>
                <a:lnTo>
                  <a:pt x="5977520" y="39968"/>
                </a:lnTo>
                <a:lnTo>
                  <a:pt x="5977403" y="40567"/>
                </a:lnTo>
                <a:lnTo>
                  <a:pt x="5977331" y="41224"/>
                </a:lnTo>
                <a:lnTo>
                  <a:pt x="5977307" y="41941"/>
                </a:lnTo>
                <a:lnTo>
                  <a:pt x="5977331" y="42634"/>
                </a:lnTo>
                <a:lnTo>
                  <a:pt x="5977403" y="43270"/>
                </a:lnTo>
                <a:lnTo>
                  <a:pt x="5977519" y="43850"/>
                </a:lnTo>
                <a:lnTo>
                  <a:pt x="5977677" y="44378"/>
                </a:lnTo>
                <a:lnTo>
                  <a:pt x="5977873" y="44855"/>
                </a:lnTo>
                <a:lnTo>
                  <a:pt x="5978105" y="45285"/>
                </a:lnTo>
                <a:lnTo>
                  <a:pt x="5978369" y="45669"/>
                </a:lnTo>
                <a:lnTo>
                  <a:pt x="5978663" y="46011"/>
                </a:lnTo>
                <a:lnTo>
                  <a:pt x="5978984" y="46313"/>
                </a:lnTo>
                <a:lnTo>
                  <a:pt x="5979328" y="46577"/>
                </a:lnTo>
                <a:lnTo>
                  <a:pt x="5979694" y="46806"/>
                </a:lnTo>
                <a:lnTo>
                  <a:pt x="5980077" y="47002"/>
                </a:lnTo>
                <a:lnTo>
                  <a:pt x="5980476" y="47168"/>
                </a:lnTo>
                <a:lnTo>
                  <a:pt x="5980887" y="47306"/>
                </a:lnTo>
                <a:lnTo>
                  <a:pt x="5981307" y="47420"/>
                </a:lnTo>
                <a:lnTo>
                  <a:pt x="5981733" y="47511"/>
                </a:lnTo>
                <a:lnTo>
                  <a:pt x="5982162" y="47581"/>
                </a:lnTo>
                <a:lnTo>
                  <a:pt x="5982592" y="47634"/>
                </a:lnTo>
                <a:lnTo>
                  <a:pt x="5983020" y="47673"/>
                </a:lnTo>
                <a:lnTo>
                  <a:pt x="5983442" y="47698"/>
                </a:lnTo>
                <a:lnTo>
                  <a:pt x="5983856" y="47714"/>
                </a:lnTo>
                <a:lnTo>
                  <a:pt x="5984258" y="47721"/>
                </a:lnTo>
                <a:lnTo>
                  <a:pt x="5984646" y="47724"/>
                </a:lnTo>
                <a:lnTo>
                  <a:pt x="5985017" y="47725"/>
                </a:lnTo>
                <a:lnTo>
                  <a:pt x="6001985" y="47725"/>
                </a:lnTo>
                <a:lnTo>
                  <a:pt x="6001985" y="94699"/>
                </a:lnTo>
                <a:lnTo>
                  <a:pt x="6002053" y="96951"/>
                </a:lnTo>
                <a:lnTo>
                  <a:pt x="6002251" y="99083"/>
                </a:lnTo>
                <a:lnTo>
                  <a:pt x="6002576" y="101100"/>
                </a:lnTo>
                <a:lnTo>
                  <a:pt x="6003021" y="103002"/>
                </a:lnTo>
                <a:lnTo>
                  <a:pt x="6003582" y="104792"/>
                </a:lnTo>
                <a:lnTo>
                  <a:pt x="6004253" y="106472"/>
                </a:lnTo>
                <a:lnTo>
                  <a:pt x="6005029" y="108043"/>
                </a:lnTo>
                <a:lnTo>
                  <a:pt x="6005905" y="109508"/>
                </a:lnTo>
                <a:lnTo>
                  <a:pt x="6006875" y="110869"/>
                </a:lnTo>
                <a:lnTo>
                  <a:pt x="6007934" y="112128"/>
                </a:lnTo>
                <a:lnTo>
                  <a:pt x="6009077" y="113286"/>
                </a:lnTo>
                <a:lnTo>
                  <a:pt x="6010299" y="114346"/>
                </a:lnTo>
                <a:lnTo>
                  <a:pt x="6011593" y="115310"/>
                </a:lnTo>
                <a:lnTo>
                  <a:pt x="6012956" y="116179"/>
                </a:lnTo>
                <a:lnTo>
                  <a:pt x="6014382" y="116956"/>
                </a:lnTo>
                <a:lnTo>
                  <a:pt x="6015865" y="117643"/>
                </a:lnTo>
                <a:lnTo>
                  <a:pt x="6017400" y="118241"/>
                </a:lnTo>
                <a:lnTo>
                  <a:pt x="6018983" y="118754"/>
                </a:lnTo>
                <a:lnTo>
                  <a:pt x="6020607" y="119182"/>
                </a:lnTo>
                <a:lnTo>
                  <a:pt x="6022267" y="119527"/>
                </a:lnTo>
                <a:lnTo>
                  <a:pt x="6023959" y="119793"/>
                </a:lnTo>
                <a:lnTo>
                  <a:pt x="6025676" y="119980"/>
                </a:lnTo>
                <a:lnTo>
                  <a:pt x="6027414" y="120090"/>
                </a:lnTo>
                <a:lnTo>
                  <a:pt x="6029167" y="120127"/>
                </a:lnTo>
                <a:lnTo>
                  <a:pt x="6030956" y="120084"/>
                </a:lnTo>
                <a:lnTo>
                  <a:pt x="6032752" y="119954"/>
                </a:lnTo>
                <a:lnTo>
                  <a:pt x="6034548" y="119737"/>
                </a:lnTo>
                <a:lnTo>
                  <a:pt x="6036335" y="119434"/>
                </a:lnTo>
                <a:lnTo>
                  <a:pt x="6038106" y="119042"/>
                </a:lnTo>
                <a:lnTo>
                  <a:pt x="6039855" y="118564"/>
                </a:lnTo>
                <a:lnTo>
                  <a:pt x="6041574" y="117997"/>
                </a:lnTo>
                <a:lnTo>
                  <a:pt x="6043256" y="117343"/>
                </a:lnTo>
                <a:lnTo>
                  <a:pt x="6044892" y="116600"/>
                </a:lnTo>
                <a:lnTo>
                  <a:pt x="6046476" y="115769"/>
                </a:lnTo>
                <a:lnTo>
                  <a:pt x="6048001" y="114849"/>
                </a:lnTo>
                <a:lnTo>
                  <a:pt x="6049459" y="113840"/>
                </a:lnTo>
                <a:lnTo>
                  <a:pt x="6050842" y="112741"/>
                </a:lnTo>
                <a:lnTo>
                  <a:pt x="6052144" y="111553"/>
                </a:lnTo>
                <a:lnTo>
                  <a:pt x="6053357" y="110276"/>
                </a:lnTo>
                <a:lnTo>
                  <a:pt x="6054473" y="108908"/>
                </a:lnTo>
                <a:lnTo>
                  <a:pt x="6055485" y="107450"/>
                </a:lnTo>
                <a:lnTo>
                  <a:pt x="6056387" y="105902"/>
                </a:lnTo>
                <a:lnTo>
                  <a:pt x="6057170" y="104263"/>
                </a:lnTo>
                <a:lnTo>
                  <a:pt x="6057827" y="102533"/>
                </a:lnTo>
                <a:lnTo>
                  <a:pt x="6058351" y="100712"/>
                </a:lnTo>
                <a:lnTo>
                  <a:pt x="6058734" y="98800"/>
                </a:lnTo>
                <a:lnTo>
                  <a:pt x="6058970" y="96796"/>
                </a:lnTo>
                <a:lnTo>
                  <a:pt x="6059050" y="94699"/>
                </a:lnTo>
                <a:lnTo>
                  <a:pt x="6059049" y="94264"/>
                </a:lnTo>
                <a:lnTo>
                  <a:pt x="6059046" y="93824"/>
                </a:lnTo>
                <a:lnTo>
                  <a:pt x="6059036" y="93382"/>
                </a:lnTo>
                <a:lnTo>
                  <a:pt x="6059018" y="92940"/>
                </a:lnTo>
                <a:lnTo>
                  <a:pt x="6058989" y="92500"/>
                </a:lnTo>
                <a:lnTo>
                  <a:pt x="6058944" y="92064"/>
                </a:lnTo>
                <a:close/>
                <a:moveTo>
                  <a:pt x="6261377" y="92064"/>
                </a:moveTo>
                <a:lnTo>
                  <a:pt x="6261315" y="91634"/>
                </a:lnTo>
                <a:lnTo>
                  <a:pt x="6261232" y="91213"/>
                </a:lnTo>
                <a:lnTo>
                  <a:pt x="6261127" y="90801"/>
                </a:lnTo>
                <a:lnTo>
                  <a:pt x="6260994" y="90401"/>
                </a:lnTo>
                <a:lnTo>
                  <a:pt x="6260833" y="90015"/>
                </a:lnTo>
                <a:lnTo>
                  <a:pt x="6260639" y="89646"/>
                </a:lnTo>
                <a:lnTo>
                  <a:pt x="6260410" y="89294"/>
                </a:lnTo>
                <a:lnTo>
                  <a:pt x="6260143" y="88963"/>
                </a:lnTo>
                <a:lnTo>
                  <a:pt x="6259835" y="88653"/>
                </a:lnTo>
                <a:lnTo>
                  <a:pt x="6259483" y="88368"/>
                </a:lnTo>
                <a:lnTo>
                  <a:pt x="6259084" y="88108"/>
                </a:lnTo>
                <a:lnTo>
                  <a:pt x="6258635" y="87877"/>
                </a:lnTo>
                <a:lnTo>
                  <a:pt x="6258134" y="87676"/>
                </a:lnTo>
                <a:lnTo>
                  <a:pt x="6257577" y="87507"/>
                </a:lnTo>
                <a:lnTo>
                  <a:pt x="6256961" y="87372"/>
                </a:lnTo>
                <a:lnTo>
                  <a:pt x="6256284" y="87273"/>
                </a:lnTo>
                <a:lnTo>
                  <a:pt x="6255543" y="87212"/>
                </a:lnTo>
                <a:lnTo>
                  <a:pt x="6254734" y="87191"/>
                </a:lnTo>
                <a:lnTo>
                  <a:pt x="6253971" y="87212"/>
                </a:lnTo>
                <a:lnTo>
                  <a:pt x="6253269" y="87273"/>
                </a:lnTo>
                <a:lnTo>
                  <a:pt x="6252626" y="87372"/>
                </a:lnTo>
                <a:lnTo>
                  <a:pt x="6252040" y="87506"/>
                </a:lnTo>
                <a:lnTo>
                  <a:pt x="6251508" y="87674"/>
                </a:lnTo>
                <a:lnTo>
                  <a:pt x="6251027" y="87874"/>
                </a:lnTo>
                <a:lnTo>
                  <a:pt x="6250594" y="88104"/>
                </a:lnTo>
                <a:lnTo>
                  <a:pt x="6250208" y="88361"/>
                </a:lnTo>
                <a:lnTo>
                  <a:pt x="6249865" y="88643"/>
                </a:lnTo>
                <a:lnTo>
                  <a:pt x="6249563" y="88949"/>
                </a:lnTo>
                <a:lnTo>
                  <a:pt x="6249300" y="89276"/>
                </a:lnTo>
                <a:lnTo>
                  <a:pt x="6249072" y="89622"/>
                </a:lnTo>
                <a:lnTo>
                  <a:pt x="6248877" y="89985"/>
                </a:lnTo>
                <a:lnTo>
                  <a:pt x="6248713" y="90363"/>
                </a:lnTo>
                <a:lnTo>
                  <a:pt x="6248577" y="90753"/>
                </a:lnTo>
                <a:lnTo>
                  <a:pt x="6248466" y="91155"/>
                </a:lnTo>
                <a:lnTo>
                  <a:pt x="6248377" y="91565"/>
                </a:lnTo>
                <a:lnTo>
                  <a:pt x="6248309" y="91982"/>
                </a:lnTo>
                <a:lnTo>
                  <a:pt x="6248259" y="92404"/>
                </a:lnTo>
                <a:lnTo>
                  <a:pt x="6248224" y="92828"/>
                </a:lnTo>
                <a:lnTo>
                  <a:pt x="6248200" y="93252"/>
                </a:lnTo>
                <a:lnTo>
                  <a:pt x="6248187" y="93674"/>
                </a:lnTo>
                <a:lnTo>
                  <a:pt x="6248181" y="94093"/>
                </a:lnTo>
                <a:lnTo>
                  <a:pt x="6248180" y="94505"/>
                </a:lnTo>
                <a:lnTo>
                  <a:pt x="6248101" y="95946"/>
                </a:lnTo>
                <a:lnTo>
                  <a:pt x="6247917" y="97285"/>
                </a:lnTo>
                <a:lnTo>
                  <a:pt x="6247636" y="98528"/>
                </a:lnTo>
                <a:lnTo>
                  <a:pt x="6247265" y="99676"/>
                </a:lnTo>
                <a:lnTo>
                  <a:pt x="6246811" y="100735"/>
                </a:lnTo>
                <a:lnTo>
                  <a:pt x="6246283" y="101707"/>
                </a:lnTo>
                <a:lnTo>
                  <a:pt x="6245687" y="102595"/>
                </a:lnTo>
                <a:lnTo>
                  <a:pt x="6245032" y="103404"/>
                </a:lnTo>
                <a:lnTo>
                  <a:pt x="6244324" y="104137"/>
                </a:lnTo>
                <a:lnTo>
                  <a:pt x="6243572" y="104797"/>
                </a:lnTo>
                <a:lnTo>
                  <a:pt x="6242782" y="105387"/>
                </a:lnTo>
                <a:lnTo>
                  <a:pt x="6241963" y="105912"/>
                </a:lnTo>
                <a:lnTo>
                  <a:pt x="6241122" y="106375"/>
                </a:lnTo>
                <a:lnTo>
                  <a:pt x="6240266" y="106780"/>
                </a:lnTo>
                <a:lnTo>
                  <a:pt x="6239403" y="107129"/>
                </a:lnTo>
                <a:lnTo>
                  <a:pt x="6238541" y="107426"/>
                </a:lnTo>
                <a:lnTo>
                  <a:pt x="6237687" y="107676"/>
                </a:lnTo>
                <a:lnTo>
                  <a:pt x="6236848" y="107880"/>
                </a:lnTo>
                <a:lnTo>
                  <a:pt x="6236032" y="108044"/>
                </a:lnTo>
                <a:lnTo>
                  <a:pt x="6235248" y="108170"/>
                </a:lnTo>
                <a:lnTo>
                  <a:pt x="6234501" y="108262"/>
                </a:lnTo>
                <a:lnTo>
                  <a:pt x="6233800" y="108323"/>
                </a:lnTo>
                <a:lnTo>
                  <a:pt x="6233152" y="108357"/>
                </a:lnTo>
                <a:lnTo>
                  <a:pt x="6232565" y="108368"/>
                </a:lnTo>
                <a:lnTo>
                  <a:pt x="6230786" y="108317"/>
                </a:lnTo>
                <a:lnTo>
                  <a:pt x="6229154" y="108168"/>
                </a:lnTo>
                <a:lnTo>
                  <a:pt x="6227665" y="107928"/>
                </a:lnTo>
                <a:lnTo>
                  <a:pt x="6226311" y="107604"/>
                </a:lnTo>
                <a:lnTo>
                  <a:pt x="6225086" y="107202"/>
                </a:lnTo>
                <a:lnTo>
                  <a:pt x="6223983" y="106728"/>
                </a:lnTo>
                <a:lnTo>
                  <a:pt x="6222996" y="106190"/>
                </a:lnTo>
                <a:lnTo>
                  <a:pt x="6222119" y="105594"/>
                </a:lnTo>
                <a:lnTo>
                  <a:pt x="6221345" y="104946"/>
                </a:lnTo>
                <a:lnTo>
                  <a:pt x="6220667" y="104254"/>
                </a:lnTo>
                <a:lnTo>
                  <a:pt x="6220080" y="103523"/>
                </a:lnTo>
                <a:lnTo>
                  <a:pt x="6219576" y="102760"/>
                </a:lnTo>
                <a:lnTo>
                  <a:pt x="6219150" y="101973"/>
                </a:lnTo>
                <a:lnTo>
                  <a:pt x="6218794" y="101167"/>
                </a:lnTo>
                <a:lnTo>
                  <a:pt x="6218503" y="100349"/>
                </a:lnTo>
                <a:lnTo>
                  <a:pt x="6218270" y="99526"/>
                </a:lnTo>
                <a:lnTo>
                  <a:pt x="6218089" y="98704"/>
                </a:lnTo>
                <a:lnTo>
                  <a:pt x="6217953" y="97890"/>
                </a:lnTo>
                <a:lnTo>
                  <a:pt x="6217855" y="97091"/>
                </a:lnTo>
                <a:lnTo>
                  <a:pt x="6217789" y="96313"/>
                </a:lnTo>
                <a:lnTo>
                  <a:pt x="6217750" y="95562"/>
                </a:lnTo>
                <a:lnTo>
                  <a:pt x="6217729" y="94846"/>
                </a:lnTo>
                <a:lnTo>
                  <a:pt x="6217722" y="94171"/>
                </a:lnTo>
                <a:lnTo>
                  <a:pt x="6217721" y="93543"/>
                </a:lnTo>
                <a:lnTo>
                  <a:pt x="6217721" y="47725"/>
                </a:lnTo>
                <a:lnTo>
                  <a:pt x="6249336" y="47725"/>
                </a:lnTo>
                <a:lnTo>
                  <a:pt x="6249707" y="47724"/>
                </a:lnTo>
                <a:lnTo>
                  <a:pt x="6250095" y="47721"/>
                </a:lnTo>
                <a:lnTo>
                  <a:pt x="6250498" y="47714"/>
                </a:lnTo>
                <a:lnTo>
                  <a:pt x="6250911" y="47698"/>
                </a:lnTo>
                <a:lnTo>
                  <a:pt x="6251333" y="47673"/>
                </a:lnTo>
                <a:lnTo>
                  <a:pt x="6251761" y="47634"/>
                </a:lnTo>
                <a:lnTo>
                  <a:pt x="6252191" y="47581"/>
                </a:lnTo>
                <a:lnTo>
                  <a:pt x="6252621" y="47511"/>
                </a:lnTo>
                <a:lnTo>
                  <a:pt x="6253047" y="47420"/>
                </a:lnTo>
                <a:lnTo>
                  <a:pt x="6253467" y="47306"/>
                </a:lnTo>
                <a:lnTo>
                  <a:pt x="6253878" y="47168"/>
                </a:lnTo>
                <a:lnTo>
                  <a:pt x="6254277" y="47002"/>
                </a:lnTo>
                <a:lnTo>
                  <a:pt x="6254661" y="46806"/>
                </a:lnTo>
                <a:lnTo>
                  <a:pt x="6255026" y="46577"/>
                </a:lnTo>
                <a:lnTo>
                  <a:pt x="6255371" y="46313"/>
                </a:lnTo>
                <a:lnTo>
                  <a:pt x="6255692" y="46011"/>
                </a:lnTo>
                <a:lnTo>
                  <a:pt x="6255986" y="45669"/>
                </a:lnTo>
                <a:lnTo>
                  <a:pt x="6256251" y="45285"/>
                </a:lnTo>
                <a:lnTo>
                  <a:pt x="6256482" y="44855"/>
                </a:lnTo>
                <a:lnTo>
                  <a:pt x="6256679" y="44378"/>
                </a:lnTo>
                <a:lnTo>
                  <a:pt x="6256836" y="43850"/>
                </a:lnTo>
                <a:lnTo>
                  <a:pt x="6256953" y="43270"/>
                </a:lnTo>
                <a:lnTo>
                  <a:pt x="6257025" y="42634"/>
                </a:lnTo>
                <a:lnTo>
                  <a:pt x="6257049" y="41941"/>
                </a:lnTo>
                <a:lnTo>
                  <a:pt x="6257026" y="41224"/>
                </a:lnTo>
                <a:lnTo>
                  <a:pt x="6256956" y="40567"/>
                </a:lnTo>
                <a:lnTo>
                  <a:pt x="6256844" y="39968"/>
                </a:lnTo>
                <a:lnTo>
                  <a:pt x="6256692" y="39422"/>
                </a:lnTo>
                <a:lnTo>
                  <a:pt x="6256502" y="38929"/>
                </a:lnTo>
                <a:lnTo>
                  <a:pt x="6256278" y="38485"/>
                </a:lnTo>
                <a:lnTo>
                  <a:pt x="6256021" y="38087"/>
                </a:lnTo>
                <a:lnTo>
                  <a:pt x="6255735" y="37734"/>
                </a:lnTo>
                <a:lnTo>
                  <a:pt x="6255422" y="37422"/>
                </a:lnTo>
                <a:lnTo>
                  <a:pt x="6255085" y="37149"/>
                </a:lnTo>
                <a:lnTo>
                  <a:pt x="6254727" y="36913"/>
                </a:lnTo>
                <a:lnTo>
                  <a:pt x="6254350" y="36710"/>
                </a:lnTo>
                <a:lnTo>
                  <a:pt x="6253956" y="36538"/>
                </a:lnTo>
                <a:lnTo>
                  <a:pt x="6253550" y="36395"/>
                </a:lnTo>
                <a:lnTo>
                  <a:pt x="6253132" y="36278"/>
                </a:lnTo>
                <a:lnTo>
                  <a:pt x="6252707" y="36184"/>
                </a:lnTo>
                <a:lnTo>
                  <a:pt x="6252276" y="36111"/>
                </a:lnTo>
                <a:lnTo>
                  <a:pt x="6251843" y="36056"/>
                </a:lnTo>
                <a:lnTo>
                  <a:pt x="6251409" y="36017"/>
                </a:lnTo>
                <a:lnTo>
                  <a:pt x="6250979" y="35990"/>
                </a:lnTo>
                <a:lnTo>
                  <a:pt x="6250553" y="35974"/>
                </a:lnTo>
                <a:lnTo>
                  <a:pt x="6250136" y="35966"/>
                </a:lnTo>
                <a:lnTo>
                  <a:pt x="6249729" y="35963"/>
                </a:lnTo>
                <a:lnTo>
                  <a:pt x="6249336" y="35963"/>
                </a:lnTo>
                <a:lnTo>
                  <a:pt x="6217721" y="35963"/>
                </a:lnTo>
                <a:lnTo>
                  <a:pt x="6217721" y="20156"/>
                </a:lnTo>
                <a:lnTo>
                  <a:pt x="6217720" y="19695"/>
                </a:lnTo>
                <a:lnTo>
                  <a:pt x="6217717" y="19230"/>
                </a:lnTo>
                <a:lnTo>
                  <a:pt x="6217708" y="18763"/>
                </a:lnTo>
                <a:lnTo>
                  <a:pt x="6217690" y="18297"/>
                </a:lnTo>
                <a:lnTo>
                  <a:pt x="6217661" y="17833"/>
                </a:lnTo>
                <a:lnTo>
                  <a:pt x="6217618" y="17374"/>
                </a:lnTo>
                <a:lnTo>
                  <a:pt x="6217558" y="16921"/>
                </a:lnTo>
                <a:lnTo>
                  <a:pt x="6217478" y="16477"/>
                </a:lnTo>
                <a:lnTo>
                  <a:pt x="6217375" y="16043"/>
                </a:lnTo>
                <a:lnTo>
                  <a:pt x="6217246" y="15623"/>
                </a:lnTo>
                <a:lnTo>
                  <a:pt x="6217089" y="15217"/>
                </a:lnTo>
                <a:lnTo>
                  <a:pt x="6216901" y="14828"/>
                </a:lnTo>
                <a:lnTo>
                  <a:pt x="6216679" y="14459"/>
                </a:lnTo>
                <a:lnTo>
                  <a:pt x="6216419" y="14110"/>
                </a:lnTo>
                <a:lnTo>
                  <a:pt x="6216120" y="13785"/>
                </a:lnTo>
                <a:lnTo>
                  <a:pt x="6215778" y="13485"/>
                </a:lnTo>
                <a:lnTo>
                  <a:pt x="6215390" y="13213"/>
                </a:lnTo>
                <a:lnTo>
                  <a:pt x="6214954" y="12970"/>
                </a:lnTo>
                <a:lnTo>
                  <a:pt x="6214467" y="12759"/>
                </a:lnTo>
                <a:lnTo>
                  <a:pt x="6213926" y="12581"/>
                </a:lnTo>
                <a:lnTo>
                  <a:pt x="6213328" y="12440"/>
                </a:lnTo>
                <a:lnTo>
                  <a:pt x="6212670" y="12336"/>
                </a:lnTo>
                <a:lnTo>
                  <a:pt x="6211949" y="12272"/>
                </a:lnTo>
                <a:lnTo>
                  <a:pt x="6211163" y="12250"/>
                </a:lnTo>
                <a:lnTo>
                  <a:pt x="6210355" y="12271"/>
                </a:lnTo>
                <a:lnTo>
                  <a:pt x="6209614" y="12332"/>
                </a:lnTo>
                <a:lnTo>
                  <a:pt x="6208937" y="12432"/>
                </a:lnTo>
                <a:lnTo>
                  <a:pt x="6208322" y="12568"/>
                </a:lnTo>
                <a:lnTo>
                  <a:pt x="6207765" y="12739"/>
                </a:lnTo>
                <a:lnTo>
                  <a:pt x="6207264" y="12943"/>
                </a:lnTo>
                <a:lnTo>
                  <a:pt x="6206815" y="13178"/>
                </a:lnTo>
                <a:lnTo>
                  <a:pt x="6206417" y="13443"/>
                </a:lnTo>
                <a:lnTo>
                  <a:pt x="6206065" y="13735"/>
                </a:lnTo>
                <a:lnTo>
                  <a:pt x="6205757" y="14052"/>
                </a:lnTo>
                <a:lnTo>
                  <a:pt x="6205490" y="14393"/>
                </a:lnTo>
                <a:lnTo>
                  <a:pt x="6205261" y="14757"/>
                </a:lnTo>
                <a:lnTo>
                  <a:pt x="6205067" y="15140"/>
                </a:lnTo>
                <a:lnTo>
                  <a:pt x="6204906" y="15541"/>
                </a:lnTo>
                <a:lnTo>
                  <a:pt x="6204774" y="15959"/>
                </a:lnTo>
                <a:lnTo>
                  <a:pt x="6204668" y="16392"/>
                </a:lnTo>
                <a:lnTo>
                  <a:pt x="6204585" y="16837"/>
                </a:lnTo>
                <a:lnTo>
                  <a:pt x="6204523" y="17293"/>
                </a:lnTo>
                <a:lnTo>
                  <a:pt x="6204479" y="17758"/>
                </a:lnTo>
                <a:lnTo>
                  <a:pt x="6204449" y="18231"/>
                </a:lnTo>
                <a:lnTo>
                  <a:pt x="6204431" y="18708"/>
                </a:lnTo>
                <a:lnTo>
                  <a:pt x="6204422" y="19190"/>
                </a:lnTo>
                <a:lnTo>
                  <a:pt x="6204418" y="19673"/>
                </a:lnTo>
                <a:lnTo>
                  <a:pt x="6204418" y="20156"/>
                </a:lnTo>
                <a:lnTo>
                  <a:pt x="6204418" y="35963"/>
                </a:lnTo>
                <a:lnTo>
                  <a:pt x="6187644" y="35963"/>
                </a:lnTo>
                <a:lnTo>
                  <a:pt x="6187250" y="35963"/>
                </a:lnTo>
                <a:lnTo>
                  <a:pt x="6186840" y="35966"/>
                </a:lnTo>
                <a:lnTo>
                  <a:pt x="6186418" y="35974"/>
                </a:lnTo>
                <a:lnTo>
                  <a:pt x="6185987" y="35990"/>
                </a:lnTo>
                <a:lnTo>
                  <a:pt x="6185549" y="36017"/>
                </a:lnTo>
                <a:lnTo>
                  <a:pt x="6185107" y="36056"/>
                </a:lnTo>
                <a:lnTo>
                  <a:pt x="6184664" y="36111"/>
                </a:lnTo>
                <a:lnTo>
                  <a:pt x="6184223" y="36184"/>
                </a:lnTo>
                <a:lnTo>
                  <a:pt x="6183787" y="36278"/>
                </a:lnTo>
                <a:lnTo>
                  <a:pt x="6183358" y="36395"/>
                </a:lnTo>
                <a:lnTo>
                  <a:pt x="6182940" y="36538"/>
                </a:lnTo>
                <a:lnTo>
                  <a:pt x="6182534" y="36710"/>
                </a:lnTo>
                <a:lnTo>
                  <a:pt x="6182145" y="36913"/>
                </a:lnTo>
                <a:lnTo>
                  <a:pt x="6181775" y="37149"/>
                </a:lnTo>
                <a:lnTo>
                  <a:pt x="6181427" y="37422"/>
                </a:lnTo>
                <a:lnTo>
                  <a:pt x="6181103" y="37734"/>
                </a:lnTo>
                <a:lnTo>
                  <a:pt x="6180807" y="38087"/>
                </a:lnTo>
                <a:lnTo>
                  <a:pt x="6180541" y="38485"/>
                </a:lnTo>
                <a:lnTo>
                  <a:pt x="6180308" y="38929"/>
                </a:lnTo>
                <a:lnTo>
                  <a:pt x="6180111" y="39422"/>
                </a:lnTo>
                <a:lnTo>
                  <a:pt x="6179952" y="39968"/>
                </a:lnTo>
                <a:lnTo>
                  <a:pt x="6179836" y="40567"/>
                </a:lnTo>
                <a:lnTo>
                  <a:pt x="6179764" y="41224"/>
                </a:lnTo>
                <a:lnTo>
                  <a:pt x="6179739" y="41941"/>
                </a:lnTo>
                <a:lnTo>
                  <a:pt x="6179764" y="42634"/>
                </a:lnTo>
                <a:lnTo>
                  <a:pt x="6179836" y="43270"/>
                </a:lnTo>
                <a:lnTo>
                  <a:pt x="6179952" y="43850"/>
                </a:lnTo>
                <a:lnTo>
                  <a:pt x="6180110" y="44378"/>
                </a:lnTo>
                <a:lnTo>
                  <a:pt x="6180306" y="44855"/>
                </a:lnTo>
                <a:lnTo>
                  <a:pt x="6180538" y="45285"/>
                </a:lnTo>
                <a:lnTo>
                  <a:pt x="6180802" y="45669"/>
                </a:lnTo>
                <a:lnTo>
                  <a:pt x="6181096" y="46011"/>
                </a:lnTo>
                <a:lnTo>
                  <a:pt x="6181417" y="46313"/>
                </a:lnTo>
                <a:lnTo>
                  <a:pt x="6181761" y="46577"/>
                </a:lnTo>
                <a:lnTo>
                  <a:pt x="6182127" y="46806"/>
                </a:lnTo>
                <a:lnTo>
                  <a:pt x="6182510" y="47002"/>
                </a:lnTo>
                <a:lnTo>
                  <a:pt x="6182909" y="47168"/>
                </a:lnTo>
                <a:lnTo>
                  <a:pt x="6183319" y="47306"/>
                </a:lnTo>
                <a:lnTo>
                  <a:pt x="6183739" y="47420"/>
                </a:lnTo>
                <a:lnTo>
                  <a:pt x="6184166" y="47511"/>
                </a:lnTo>
                <a:lnTo>
                  <a:pt x="6184595" y="47581"/>
                </a:lnTo>
                <a:lnTo>
                  <a:pt x="6185025" y="47634"/>
                </a:lnTo>
                <a:lnTo>
                  <a:pt x="6185453" y="47673"/>
                </a:lnTo>
                <a:lnTo>
                  <a:pt x="6185875" y="47698"/>
                </a:lnTo>
                <a:lnTo>
                  <a:pt x="6186288" y="47714"/>
                </a:lnTo>
                <a:lnTo>
                  <a:pt x="6186691" y="47721"/>
                </a:lnTo>
                <a:lnTo>
                  <a:pt x="6187079" y="47724"/>
                </a:lnTo>
                <a:lnTo>
                  <a:pt x="6187450" y="47725"/>
                </a:lnTo>
                <a:lnTo>
                  <a:pt x="6204418" y="47725"/>
                </a:lnTo>
                <a:lnTo>
                  <a:pt x="6204418" y="94699"/>
                </a:lnTo>
                <a:lnTo>
                  <a:pt x="6204485" y="96951"/>
                </a:lnTo>
                <a:lnTo>
                  <a:pt x="6204684" y="99083"/>
                </a:lnTo>
                <a:lnTo>
                  <a:pt x="6205009" y="101100"/>
                </a:lnTo>
                <a:lnTo>
                  <a:pt x="6205454" y="103002"/>
                </a:lnTo>
                <a:lnTo>
                  <a:pt x="6206015" y="104792"/>
                </a:lnTo>
                <a:lnTo>
                  <a:pt x="6206686" y="106472"/>
                </a:lnTo>
                <a:lnTo>
                  <a:pt x="6207462" y="108043"/>
                </a:lnTo>
                <a:lnTo>
                  <a:pt x="6208338" y="109508"/>
                </a:lnTo>
                <a:lnTo>
                  <a:pt x="6209308" y="110869"/>
                </a:lnTo>
                <a:lnTo>
                  <a:pt x="6210367" y="112128"/>
                </a:lnTo>
                <a:lnTo>
                  <a:pt x="6211510" y="113286"/>
                </a:lnTo>
                <a:lnTo>
                  <a:pt x="6212731" y="114346"/>
                </a:lnTo>
                <a:lnTo>
                  <a:pt x="6214026" y="115310"/>
                </a:lnTo>
                <a:lnTo>
                  <a:pt x="6215389" y="116179"/>
                </a:lnTo>
                <a:lnTo>
                  <a:pt x="6216815" y="116956"/>
                </a:lnTo>
                <a:lnTo>
                  <a:pt x="6218298" y="117643"/>
                </a:lnTo>
                <a:lnTo>
                  <a:pt x="6219833" y="118241"/>
                </a:lnTo>
                <a:lnTo>
                  <a:pt x="6221415" y="118754"/>
                </a:lnTo>
                <a:lnTo>
                  <a:pt x="6223039" y="119182"/>
                </a:lnTo>
                <a:lnTo>
                  <a:pt x="6224700" y="119527"/>
                </a:lnTo>
                <a:lnTo>
                  <a:pt x="6226391" y="119793"/>
                </a:lnTo>
                <a:lnTo>
                  <a:pt x="6228109" y="119980"/>
                </a:lnTo>
                <a:lnTo>
                  <a:pt x="6229847" y="120090"/>
                </a:lnTo>
                <a:lnTo>
                  <a:pt x="6231600" y="120127"/>
                </a:lnTo>
                <a:lnTo>
                  <a:pt x="6233389" y="120084"/>
                </a:lnTo>
                <a:lnTo>
                  <a:pt x="6235185" y="119954"/>
                </a:lnTo>
                <a:lnTo>
                  <a:pt x="6236980" y="119737"/>
                </a:lnTo>
                <a:lnTo>
                  <a:pt x="6238767" y="119434"/>
                </a:lnTo>
                <a:lnTo>
                  <a:pt x="6240539" y="119042"/>
                </a:lnTo>
                <a:lnTo>
                  <a:pt x="6242288" y="118564"/>
                </a:lnTo>
                <a:lnTo>
                  <a:pt x="6244007" y="117997"/>
                </a:lnTo>
                <a:lnTo>
                  <a:pt x="6245688" y="117343"/>
                </a:lnTo>
                <a:lnTo>
                  <a:pt x="6247325" y="116600"/>
                </a:lnTo>
                <a:lnTo>
                  <a:pt x="6248909" y="115769"/>
                </a:lnTo>
                <a:lnTo>
                  <a:pt x="6250434" y="114849"/>
                </a:lnTo>
                <a:lnTo>
                  <a:pt x="6251891" y="113840"/>
                </a:lnTo>
                <a:lnTo>
                  <a:pt x="6253275" y="112741"/>
                </a:lnTo>
                <a:lnTo>
                  <a:pt x="6254577" y="111553"/>
                </a:lnTo>
                <a:lnTo>
                  <a:pt x="6255789" y="110276"/>
                </a:lnTo>
                <a:lnTo>
                  <a:pt x="6256906" y="108908"/>
                </a:lnTo>
                <a:lnTo>
                  <a:pt x="6257918" y="107450"/>
                </a:lnTo>
                <a:lnTo>
                  <a:pt x="6258820" y="105902"/>
                </a:lnTo>
                <a:lnTo>
                  <a:pt x="6259603" y="104263"/>
                </a:lnTo>
                <a:lnTo>
                  <a:pt x="6260260" y="102533"/>
                </a:lnTo>
                <a:lnTo>
                  <a:pt x="6260784" y="100712"/>
                </a:lnTo>
                <a:lnTo>
                  <a:pt x="6261167" y="98800"/>
                </a:lnTo>
                <a:lnTo>
                  <a:pt x="6261402" y="96796"/>
                </a:lnTo>
                <a:lnTo>
                  <a:pt x="6261482" y="94699"/>
                </a:lnTo>
                <a:lnTo>
                  <a:pt x="6261482" y="94264"/>
                </a:lnTo>
                <a:lnTo>
                  <a:pt x="6261479" y="93824"/>
                </a:lnTo>
                <a:lnTo>
                  <a:pt x="6261469" y="93382"/>
                </a:lnTo>
                <a:lnTo>
                  <a:pt x="6261451" y="92940"/>
                </a:lnTo>
                <a:lnTo>
                  <a:pt x="6261421" y="92500"/>
                </a:lnTo>
                <a:lnTo>
                  <a:pt x="6261377" y="92064"/>
                </a:lnTo>
                <a:close/>
                <a:moveTo>
                  <a:pt x="6969889" y="92064"/>
                </a:moveTo>
                <a:lnTo>
                  <a:pt x="6969827" y="91634"/>
                </a:lnTo>
                <a:lnTo>
                  <a:pt x="6969745" y="91213"/>
                </a:lnTo>
                <a:lnTo>
                  <a:pt x="6969639" y="90801"/>
                </a:lnTo>
                <a:lnTo>
                  <a:pt x="6969507" y="90401"/>
                </a:lnTo>
                <a:lnTo>
                  <a:pt x="6969345" y="90015"/>
                </a:lnTo>
                <a:lnTo>
                  <a:pt x="6969151" y="89646"/>
                </a:lnTo>
                <a:lnTo>
                  <a:pt x="6968922" y="89294"/>
                </a:lnTo>
                <a:lnTo>
                  <a:pt x="6968655" y="88963"/>
                </a:lnTo>
                <a:lnTo>
                  <a:pt x="6968347" y="88653"/>
                </a:lnTo>
                <a:lnTo>
                  <a:pt x="6967995" y="88368"/>
                </a:lnTo>
                <a:lnTo>
                  <a:pt x="6967596" y="88108"/>
                </a:lnTo>
                <a:lnTo>
                  <a:pt x="6967148" y="87877"/>
                </a:lnTo>
                <a:lnTo>
                  <a:pt x="6966646" y="87676"/>
                </a:lnTo>
                <a:lnTo>
                  <a:pt x="6966089" y="87507"/>
                </a:lnTo>
                <a:lnTo>
                  <a:pt x="6965474" y="87372"/>
                </a:lnTo>
                <a:lnTo>
                  <a:pt x="6964797" y="87273"/>
                </a:lnTo>
                <a:lnTo>
                  <a:pt x="6964055" y="87212"/>
                </a:lnTo>
                <a:lnTo>
                  <a:pt x="6963246" y="87191"/>
                </a:lnTo>
                <a:lnTo>
                  <a:pt x="6962483" y="87212"/>
                </a:lnTo>
                <a:lnTo>
                  <a:pt x="6961781" y="87273"/>
                </a:lnTo>
                <a:lnTo>
                  <a:pt x="6961139" y="87372"/>
                </a:lnTo>
                <a:lnTo>
                  <a:pt x="6960552" y="87506"/>
                </a:lnTo>
                <a:lnTo>
                  <a:pt x="6960020" y="87674"/>
                </a:lnTo>
                <a:lnTo>
                  <a:pt x="6959539" y="87874"/>
                </a:lnTo>
                <a:lnTo>
                  <a:pt x="6959107" y="88104"/>
                </a:lnTo>
                <a:lnTo>
                  <a:pt x="6958720" y="88361"/>
                </a:lnTo>
                <a:lnTo>
                  <a:pt x="6958377" y="88643"/>
                </a:lnTo>
                <a:lnTo>
                  <a:pt x="6958076" y="88949"/>
                </a:lnTo>
                <a:lnTo>
                  <a:pt x="6957812" y="89276"/>
                </a:lnTo>
                <a:lnTo>
                  <a:pt x="6957584" y="89622"/>
                </a:lnTo>
                <a:lnTo>
                  <a:pt x="6957389" y="89985"/>
                </a:lnTo>
                <a:lnTo>
                  <a:pt x="6957225" y="90363"/>
                </a:lnTo>
                <a:lnTo>
                  <a:pt x="6957089" y="90753"/>
                </a:lnTo>
                <a:lnTo>
                  <a:pt x="6956978" y="91155"/>
                </a:lnTo>
                <a:lnTo>
                  <a:pt x="6956890" y="91565"/>
                </a:lnTo>
                <a:lnTo>
                  <a:pt x="6956822" y="91982"/>
                </a:lnTo>
                <a:lnTo>
                  <a:pt x="6956771" y="92404"/>
                </a:lnTo>
                <a:lnTo>
                  <a:pt x="6956736" y="92828"/>
                </a:lnTo>
                <a:lnTo>
                  <a:pt x="6956713" y="93252"/>
                </a:lnTo>
                <a:lnTo>
                  <a:pt x="6956699" y="93674"/>
                </a:lnTo>
                <a:lnTo>
                  <a:pt x="6956693" y="94093"/>
                </a:lnTo>
                <a:lnTo>
                  <a:pt x="6956692" y="94505"/>
                </a:lnTo>
                <a:lnTo>
                  <a:pt x="6956613" y="95946"/>
                </a:lnTo>
                <a:lnTo>
                  <a:pt x="6956429" y="97285"/>
                </a:lnTo>
                <a:lnTo>
                  <a:pt x="6956148" y="98528"/>
                </a:lnTo>
                <a:lnTo>
                  <a:pt x="6955777" y="99676"/>
                </a:lnTo>
                <a:lnTo>
                  <a:pt x="6955323" y="100735"/>
                </a:lnTo>
                <a:lnTo>
                  <a:pt x="6954795" y="101707"/>
                </a:lnTo>
                <a:lnTo>
                  <a:pt x="6954199" y="102595"/>
                </a:lnTo>
                <a:lnTo>
                  <a:pt x="6953544" y="103404"/>
                </a:lnTo>
                <a:lnTo>
                  <a:pt x="6952836" y="104137"/>
                </a:lnTo>
                <a:lnTo>
                  <a:pt x="6952084" y="104797"/>
                </a:lnTo>
                <a:lnTo>
                  <a:pt x="6951294" y="105387"/>
                </a:lnTo>
                <a:lnTo>
                  <a:pt x="6950475" y="105912"/>
                </a:lnTo>
                <a:lnTo>
                  <a:pt x="6949634" y="106375"/>
                </a:lnTo>
                <a:lnTo>
                  <a:pt x="6948778" y="106780"/>
                </a:lnTo>
                <a:lnTo>
                  <a:pt x="6947916" y="107129"/>
                </a:lnTo>
                <a:lnTo>
                  <a:pt x="6947053" y="107426"/>
                </a:lnTo>
                <a:lnTo>
                  <a:pt x="6946199" y="107676"/>
                </a:lnTo>
                <a:lnTo>
                  <a:pt x="6945360" y="107880"/>
                </a:lnTo>
                <a:lnTo>
                  <a:pt x="6944545" y="108044"/>
                </a:lnTo>
                <a:lnTo>
                  <a:pt x="6943760" y="108170"/>
                </a:lnTo>
                <a:lnTo>
                  <a:pt x="6943013" y="108262"/>
                </a:lnTo>
                <a:lnTo>
                  <a:pt x="6942312" y="108323"/>
                </a:lnTo>
                <a:lnTo>
                  <a:pt x="6941664" y="108357"/>
                </a:lnTo>
                <a:lnTo>
                  <a:pt x="6941077" y="108368"/>
                </a:lnTo>
                <a:lnTo>
                  <a:pt x="6939298" y="108317"/>
                </a:lnTo>
                <a:lnTo>
                  <a:pt x="6937667" y="108168"/>
                </a:lnTo>
                <a:lnTo>
                  <a:pt x="6936177" y="107928"/>
                </a:lnTo>
                <a:lnTo>
                  <a:pt x="6934823" y="107604"/>
                </a:lnTo>
                <a:lnTo>
                  <a:pt x="6933598" y="107202"/>
                </a:lnTo>
                <a:lnTo>
                  <a:pt x="6932495" y="106728"/>
                </a:lnTo>
                <a:lnTo>
                  <a:pt x="6931508" y="106190"/>
                </a:lnTo>
                <a:lnTo>
                  <a:pt x="6930631" y="105594"/>
                </a:lnTo>
                <a:lnTo>
                  <a:pt x="6929857" y="104946"/>
                </a:lnTo>
                <a:lnTo>
                  <a:pt x="6929179" y="104254"/>
                </a:lnTo>
                <a:lnTo>
                  <a:pt x="6928592" y="103523"/>
                </a:lnTo>
                <a:lnTo>
                  <a:pt x="6928088" y="102760"/>
                </a:lnTo>
                <a:lnTo>
                  <a:pt x="6927662" y="101973"/>
                </a:lnTo>
                <a:lnTo>
                  <a:pt x="6927307" y="101167"/>
                </a:lnTo>
                <a:lnTo>
                  <a:pt x="6927016" y="100349"/>
                </a:lnTo>
                <a:lnTo>
                  <a:pt x="6926783" y="99526"/>
                </a:lnTo>
                <a:lnTo>
                  <a:pt x="6926601" y="98704"/>
                </a:lnTo>
                <a:lnTo>
                  <a:pt x="6926465" y="97890"/>
                </a:lnTo>
                <a:lnTo>
                  <a:pt x="6926367" y="97091"/>
                </a:lnTo>
                <a:lnTo>
                  <a:pt x="6926302" y="96313"/>
                </a:lnTo>
                <a:lnTo>
                  <a:pt x="6926262" y="95562"/>
                </a:lnTo>
                <a:lnTo>
                  <a:pt x="6926241" y="94846"/>
                </a:lnTo>
                <a:lnTo>
                  <a:pt x="6926234" y="94171"/>
                </a:lnTo>
                <a:lnTo>
                  <a:pt x="6926233" y="93543"/>
                </a:lnTo>
                <a:lnTo>
                  <a:pt x="6926233" y="47725"/>
                </a:lnTo>
                <a:lnTo>
                  <a:pt x="6957848" y="47725"/>
                </a:lnTo>
                <a:lnTo>
                  <a:pt x="6958219" y="47724"/>
                </a:lnTo>
                <a:lnTo>
                  <a:pt x="6958607" y="47721"/>
                </a:lnTo>
                <a:lnTo>
                  <a:pt x="6959010" y="47714"/>
                </a:lnTo>
                <a:lnTo>
                  <a:pt x="6959424" y="47698"/>
                </a:lnTo>
                <a:lnTo>
                  <a:pt x="6959846" y="47673"/>
                </a:lnTo>
                <a:lnTo>
                  <a:pt x="6960273" y="47634"/>
                </a:lnTo>
                <a:lnTo>
                  <a:pt x="6960703" y="47581"/>
                </a:lnTo>
                <a:lnTo>
                  <a:pt x="6961133" y="47511"/>
                </a:lnTo>
                <a:lnTo>
                  <a:pt x="6961559" y="47420"/>
                </a:lnTo>
                <a:lnTo>
                  <a:pt x="6961980" y="47306"/>
                </a:lnTo>
                <a:lnTo>
                  <a:pt x="6962390" y="47168"/>
                </a:lnTo>
                <a:lnTo>
                  <a:pt x="6962789" y="47002"/>
                </a:lnTo>
                <a:lnTo>
                  <a:pt x="6963173" y="46806"/>
                </a:lnTo>
                <a:lnTo>
                  <a:pt x="6963539" y="46577"/>
                </a:lnTo>
                <a:lnTo>
                  <a:pt x="6963883" y="46313"/>
                </a:lnTo>
                <a:lnTo>
                  <a:pt x="6964204" y="46011"/>
                </a:lnTo>
                <a:lnTo>
                  <a:pt x="6964498" y="45669"/>
                </a:lnTo>
                <a:lnTo>
                  <a:pt x="6964763" y="45285"/>
                </a:lnTo>
                <a:lnTo>
                  <a:pt x="6964995" y="44855"/>
                </a:lnTo>
                <a:lnTo>
                  <a:pt x="6965191" y="44378"/>
                </a:lnTo>
                <a:lnTo>
                  <a:pt x="6965349" y="43850"/>
                </a:lnTo>
                <a:lnTo>
                  <a:pt x="6965465" y="43270"/>
                </a:lnTo>
                <a:lnTo>
                  <a:pt x="6965537" y="42634"/>
                </a:lnTo>
                <a:lnTo>
                  <a:pt x="6965561" y="41941"/>
                </a:lnTo>
                <a:lnTo>
                  <a:pt x="6965538" y="41224"/>
                </a:lnTo>
                <a:lnTo>
                  <a:pt x="6965469" y="40567"/>
                </a:lnTo>
                <a:lnTo>
                  <a:pt x="6965357" y="39968"/>
                </a:lnTo>
                <a:lnTo>
                  <a:pt x="6965204" y="39422"/>
                </a:lnTo>
                <a:lnTo>
                  <a:pt x="6965015" y="38929"/>
                </a:lnTo>
                <a:lnTo>
                  <a:pt x="6964790" y="38485"/>
                </a:lnTo>
                <a:lnTo>
                  <a:pt x="6964534" y="38087"/>
                </a:lnTo>
                <a:lnTo>
                  <a:pt x="6964247" y="37734"/>
                </a:lnTo>
                <a:lnTo>
                  <a:pt x="6963935" y="37422"/>
                </a:lnTo>
                <a:lnTo>
                  <a:pt x="6963598" y="37149"/>
                </a:lnTo>
                <a:lnTo>
                  <a:pt x="6963239" y="36913"/>
                </a:lnTo>
                <a:lnTo>
                  <a:pt x="6962862" y="36710"/>
                </a:lnTo>
                <a:lnTo>
                  <a:pt x="6962469" y="36538"/>
                </a:lnTo>
                <a:lnTo>
                  <a:pt x="6962062" y="36395"/>
                </a:lnTo>
                <a:lnTo>
                  <a:pt x="6961645" y="36278"/>
                </a:lnTo>
                <a:lnTo>
                  <a:pt x="6961219" y="36184"/>
                </a:lnTo>
                <a:lnTo>
                  <a:pt x="6960789" y="36111"/>
                </a:lnTo>
                <a:lnTo>
                  <a:pt x="6960355" y="36056"/>
                </a:lnTo>
                <a:lnTo>
                  <a:pt x="6959922" y="36017"/>
                </a:lnTo>
                <a:lnTo>
                  <a:pt x="6959491" y="35990"/>
                </a:lnTo>
                <a:lnTo>
                  <a:pt x="6959066" y="35974"/>
                </a:lnTo>
                <a:lnTo>
                  <a:pt x="6958648" y="35966"/>
                </a:lnTo>
                <a:lnTo>
                  <a:pt x="6958241" y="35963"/>
                </a:lnTo>
                <a:lnTo>
                  <a:pt x="6957848" y="35963"/>
                </a:lnTo>
                <a:lnTo>
                  <a:pt x="6926233" y="35963"/>
                </a:lnTo>
                <a:lnTo>
                  <a:pt x="6926233" y="20156"/>
                </a:lnTo>
                <a:lnTo>
                  <a:pt x="6926232" y="19695"/>
                </a:lnTo>
                <a:lnTo>
                  <a:pt x="6926229" y="19230"/>
                </a:lnTo>
                <a:lnTo>
                  <a:pt x="6926220" y="18763"/>
                </a:lnTo>
                <a:lnTo>
                  <a:pt x="6926203" y="18297"/>
                </a:lnTo>
                <a:lnTo>
                  <a:pt x="6926174" y="17833"/>
                </a:lnTo>
                <a:lnTo>
                  <a:pt x="6926130" y="17374"/>
                </a:lnTo>
                <a:lnTo>
                  <a:pt x="6926070" y="16921"/>
                </a:lnTo>
                <a:lnTo>
                  <a:pt x="6925990" y="16477"/>
                </a:lnTo>
                <a:lnTo>
                  <a:pt x="6925887" y="16043"/>
                </a:lnTo>
                <a:lnTo>
                  <a:pt x="6925759" y="15623"/>
                </a:lnTo>
                <a:lnTo>
                  <a:pt x="6925602" y="15217"/>
                </a:lnTo>
                <a:lnTo>
                  <a:pt x="6925413" y="14828"/>
                </a:lnTo>
                <a:lnTo>
                  <a:pt x="6925191" y="14459"/>
                </a:lnTo>
                <a:lnTo>
                  <a:pt x="6924931" y="14110"/>
                </a:lnTo>
                <a:lnTo>
                  <a:pt x="6924632" y="13785"/>
                </a:lnTo>
                <a:lnTo>
                  <a:pt x="6924290" y="13485"/>
                </a:lnTo>
                <a:lnTo>
                  <a:pt x="6923902" y="13213"/>
                </a:lnTo>
                <a:lnTo>
                  <a:pt x="6923467" y="12970"/>
                </a:lnTo>
                <a:lnTo>
                  <a:pt x="6922979" y="12759"/>
                </a:lnTo>
                <a:lnTo>
                  <a:pt x="6922438" y="12581"/>
                </a:lnTo>
                <a:lnTo>
                  <a:pt x="6921840" y="12440"/>
                </a:lnTo>
                <a:lnTo>
                  <a:pt x="6921182" y="12336"/>
                </a:lnTo>
                <a:lnTo>
                  <a:pt x="6920462" y="12272"/>
                </a:lnTo>
                <a:lnTo>
                  <a:pt x="6919676" y="12250"/>
                </a:lnTo>
                <a:lnTo>
                  <a:pt x="6918867" y="12271"/>
                </a:lnTo>
                <a:lnTo>
                  <a:pt x="6918126" y="12332"/>
                </a:lnTo>
                <a:lnTo>
                  <a:pt x="6917449" y="12432"/>
                </a:lnTo>
                <a:lnTo>
                  <a:pt x="6916834" y="12568"/>
                </a:lnTo>
                <a:lnTo>
                  <a:pt x="6916277" y="12739"/>
                </a:lnTo>
                <a:lnTo>
                  <a:pt x="6915776" y="12943"/>
                </a:lnTo>
                <a:lnTo>
                  <a:pt x="6915328" y="13178"/>
                </a:lnTo>
                <a:lnTo>
                  <a:pt x="6914929" y="13443"/>
                </a:lnTo>
                <a:lnTo>
                  <a:pt x="6914577" y="13735"/>
                </a:lnTo>
                <a:lnTo>
                  <a:pt x="6914269" y="14052"/>
                </a:lnTo>
                <a:lnTo>
                  <a:pt x="6914002" y="14393"/>
                </a:lnTo>
                <a:lnTo>
                  <a:pt x="6913773" y="14757"/>
                </a:lnTo>
                <a:lnTo>
                  <a:pt x="6913580" y="15140"/>
                </a:lnTo>
                <a:lnTo>
                  <a:pt x="6913418" y="15541"/>
                </a:lnTo>
                <a:lnTo>
                  <a:pt x="6913286" y="15959"/>
                </a:lnTo>
                <a:lnTo>
                  <a:pt x="6913180" y="16392"/>
                </a:lnTo>
                <a:lnTo>
                  <a:pt x="6913098" y="16837"/>
                </a:lnTo>
                <a:lnTo>
                  <a:pt x="6913036" y="17293"/>
                </a:lnTo>
                <a:lnTo>
                  <a:pt x="6912991" y="17758"/>
                </a:lnTo>
                <a:lnTo>
                  <a:pt x="6912961" y="18231"/>
                </a:lnTo>
                <a:lnTo>
                  <a:pt x="6912943" y="18708"/>
                </a:lnTo>
                <a:lnTo>
                  <a:pt x="6912934" y="19190"/>
                </a:lnTo>
                <a:lnTo>
                  <a:pt x="6912931" y="19673"/>
                </a:lnTo>
                <a:lnTo>
                  <a:pt x="6912930" y="20156"/>
                </a:lnTo>
                <a:lnTo>
                  <a:pt x="6912930" y="35963"/>
                </a:lnTo>
                <a:lnTo>
                  <a:pt x="6896156" y="35963"/>
                </a:lnTo>
                <a:lnTo>
                  <a:pt x="6895762" y="35963"/>
                </a:lnTo>
                <a:lnTo>
                  <a:pt x="6895352" y="35966"/>
                </a:lnTo>
                <a:lnTo>
                  <a:pt x="6894931" y="35974"/>
                </a:lnTo>
                <a:lnTo>
                  <a:pt x="6894499" y="35990"/>
                </a:lnTo>
                <a:lnTo>
                  <a:pt x="6894061" y="36017"/>
                </a:lnTo>
                <a:lnTo>
                  <a:pt x="6893619" y="36056"/>
                </a:lnTo>
                <a:lnTo>
                  <a:pt x="6893176" y="36111"/>
                </a:lnTo>
                <a:lnTo>
                  <a:pt x="6892735" y="36184"/>
                </a:lnTo>
                <a:lnTo>
                  <a:pt x="6892299" y="36278"/>
                </a:lnTo>
                <a:lnTo>
                  <a:pt x="6891870" y="36395"/>
                </a:lnTo>
                <a:lnTo>
                  <a:pt x="6891452" y="36538"/>
                </a:lnTo>
                <a:lnTo>
                  <a:pt x="6891047" y="36710"/>
                </a:lnTo>
                <a:lnTo>
                  <a:pt x="6890658" y="36913"/>
                </a:lnTo>
                <a:lnTo>
                  <a:pt x="6890287" y="37149"/>
                </a:lnTo>
                <a:lnTo>
                  <a:pt x="6889939" y="37422"/>
                </a:lnTo>
                <a:lnTo>
                  <a:pt x="6889615" y="37734"/>
                </a:lnTo>
                <a:lnTo>
                  <a:pt x="6889319" y="38087"/>
                </a:lnTo>
                <a:lnTo>
                  <a:pt x="6889053" y="38485"/>
                </a:lnTo>
                <a:lnTo>
                  <a:pt x="6888820" y="38929"/>
                </a:lnTo>
                <a:lnTo>
                  <a:pt x="6888623" y="39422"/>
                </a:lnTo>
                <a:lnTo>
                  <a:pt x="6888465" y="39968"/>
                </a:lnTo>
                <a:lnTo>
                  <a:pt x="6888348" y="40567"/>
                </a:lnTo>
                <a:lnTo>
                  <a:pt x="6888276" y="41224"/>
                </a:lnTo>
                <a:lnTo>
                  <a:pt x="6888252" y="41941"/>
                </a:lnTo>
                <a:lnTo>
                  <a:pt x="6888276" y="42634"/>
                </a:lnTo>
                <a:lnTo>
                  <a:pt x="6888348" y="43270"/>
                </a:lnTo>
                <a:lnTo>
                  <a:pt x="6888464" y="43850"/>
                </a:lnTo>
                <a:lnTo>
                  <a:pt x="6888622" y="44378"/>
                </a:lnTo>
                <a:lnTo>
                  <a:pt x="6888818" y="44855"/>
                </a:lnTo>
                <a:lnTo>
                  <a:pt x="6889050" y="45285"/>
                </a:lnTo>
                <a:lnTo>
                  <a:pt x="6889314" y="45669"/>
                </a:lnTo>
                <a:lnTo>
                  <a:pt x="6889608" y="46011"/>
                </a:lnTo>
                <a:lnTo>
                  <a:pt x="6889929" y="46313"/>
                </a:lnTo>
                <a:lnTo>
                  <a:pt x="6890273" y="46577"/>
                </a:lnTo>
                <a:lnTo>
                  <a:pt x="6890639" y="46806"/>
                </a:lnTo>
                <a:lnTo>
                  <a:pt x="6891022" y="47002"/>
                </a:lnTo>
                <a:lnTo>
                  <a:pt x="6891421" y="47168"/>
                </a:lnTo>
                <a:lnTo>
                  <a:pt x="6891832" y="47306"/>
                </a:lnTo>
                <a:lnTo>
                  <a:pt x="6892252" y="47420"/>
                </a:lnTo>
                <a:lnTo>
                  <a:pt x="6892678" y="47511"/>
                </a:lnTo>
                <a:lnTo>
                  <a:pt x="6893107" y="47581"/>
                </a:lnTo>
                <a:lnTo>
                  <a:pt x="6893537" y="47634"/>
                </a:lnTo>
                <a:lnTo>
                  <a:pt x="6893965" y="47673"/>
                </a:lnTo>
                <a:lnTo>
                  <a:pt x="6894387" y="47698"/>
                </a:lnTo>
                <a:lnTo>
                  <a:pt x="6894801" y="47714"/>
                </a:lnTo>
                <a:lnTo>
                  <a:pt x="6895203" y="47721"/>
                </a:lnTo>
                <a:lnTo>
                  <a:pt x="6895591" y="47724"/>
                </a:lnTo>
                <a:lnTo>
                  <a:pt x="6895962" y="47725"/>
                </a:lnTo>
                <a:lnTo>
                  <a:pt x="6912930" y="47725"/>
                </a:lnTo>
                <a:lnTo>
                  <a:pt x="6912930" y="94699"/>
                </a:lnTo>
                <a:lnTo>
                  <a:pt x="6912998" y="96951"/>
                </a:lnTo>
                <a:lnTo>
                  <a:pt x="6913196" y="99083"/>
                </a:lnTo>
                <a:lnTo>
                  <a:pt x="6913521" y="101100"/>
                </a:lnTo>
                <a:lnTo>
                  <a:pt x="6913966" y="103002"/>
                </a:lnTo>
                <a:lnTo>
                  <a:pt x="6914527" y="104792"/>
                </a:lnTo>
                <a:lnTo>
                  <a:pt x="6915198" y="106472"/>
                </a:lnTo>
                <a:lnTo>
                  <a:pt x="6915974" y="108043"/>
                </a:lnTo>
                <a:lnTo>
                  <a:pt x="6916850" y="109508"/>
                </a:lnTo>
                <a:lnTo>
                  <a:pt x="6917820" y="110869"/>
                </a:lnTo>
                <a:lnTo>
                  <a:pt x="6918879" y="112128"/>
                </a:lnTo>
                <a:lnTo>
                  <a:pt x="6920022" y="113286"/>
                </a:lnTo>
                <a:lnTo>
                  <a:pt x="6921244" y="114346"/>
                </a:lnTo>
                <a:lnTo>
                  <a:pt x="6922538" y="115310"/>
                </a:lnTo>
                <a:lnTo>
                  <a:pt x="6923901" y="116179"/>
                </a:lnTo>
                <a:lnTo>
                  <a:pt x="6925327" y="116956"/>
                </a:lnTo>
                <a:lnTo>
                  <a:pt x="6926810" y="117643"/>
                </a:lnTo>
                <a:lnTo>
                  <a:pt x="6928345" y="118241"/>
                </a:lnTo>
                <a:lnTo>
                  <a:pt x="6929928" y="118754"/>
                </a:lnTo>
                <a:lnTo>
                  <a:pt x="6931552" y="119182"/>
                </a:lnTo>
                <a:lnTo>
                  <a:pt x="6933212" y="119527"/>
                </a:lnTo>
                <a:lnTo>
                  <a:pt x="6934904" y="119793"/>
                </a:lnTo>
                <a:lnTo>
                  <a:pt x="6936621" y="119980"/>
                </a:lnTo>
                <a:lnTo>
                  <a:pt x="6938359" y="120090"/>
                </a:lnTo>
                <a:lnTo>
                  <a:pt x="6940112" y="120127"/>
                </a:lnTo>
                <a:lnTo>
                  <a:pt x="6941901" y="120084"/>
                </a:lnTo>
                <a:lnTo>
                  <a:pt x="6943697" y="119954"/>
                </a:lnTo>
                <a:lnTo>
                  <a:pt x="6945493" y="119737"/>
                </a:lnTo>
                <a:lnTo>
                  <a:pt x="6947280" y="119434"/>
                </a:lnTo>
                <a:lnTo>
                  <a:pt x="6949051" y="119042"/>
                </a:lnTo>
                <a:lnTo>
                  <a:pt x="6950800" y="118564"/>
                </a:lnTo>
                <a:lnTo>
                  <a:pt x="6952519" y="117997"/>
                </a:lnTo>
                <a:lnTo>
                  <a:pt x="6954201" y="117343"/>
                </a:lnTo>
                <a:lnTo>
                  <a:pt x="6955837" y="116600"/>
                </a:lnTo>
                <a:lnTo>
                  <a:pt x="6957421" y="115769"/>
                </a:lnTo>
                <a:lnTo>
                  <a:pt x="6958946" y="114849"/>
                </a:lnTo>
                <a:lnTo>
                  <a:pt x="6960404" y="113840"/>
                </a:lnTo>
                <a:lnTo>
                  <a:pt x="6961787" y="112741"/>
                </a:lnTo>
                <a:lnTo>
                  <a:pt x="6963089" y="111553"/>
                </a:lnTo>
                <a:lnTo>
                  <a:pt x="6964302" y="110276"/>
                </a:lnTo>
                <a:lnTo>
                  <a:pt x="6965418" y="108908"/>
                </a:lnTo>
                <a:lnTo>
                  <a:pt x="6966430" y="107450"/>
                </a:lnTo>
                <a:lnTo>
                  <a:pt x="6967332" y="105902"/>
                </a:lnTo>
                <a:lnTo>
                  <a:pt x="6968115" y="104263"/>
                </a:lnTo>
                <a:lnTo>
                  <a:pt x="6968772" y="102533"/>
                </a:lnTo>
                <a:lnTo>
                  <a:pt x="6969296" y="100712"/>
                </a:lnTo>
                <a:lnTo>
                  <a:pt x="6969679" y="98800"/>
                </a:lnTo>
                <a:lnTo>
                  <a:pt x="6969915" y="96796"/>
                </a:lnTo>
                <a:lnTo>
                  <a:pt x="6969995" y="94699"/>
                </a:lnTo>
                <a:lnTo>
                  <a:pt x="6969994" y="94264"/>
                </a:lnTo>
                <a:lnTo>
                  <a:pt x="6969991" y="93824"/>
                </a:lnTo>
                <a:lnTo>
                  <a:pt x="6969981" y="93382"/>
                </a:lnTo>
                <a:lnTo>
                  <a:pt x="6969963" y="92940"/>
                </a:lnTo>
                <a:lnTo>
                  <a:pt x="6969934" y="92500"/>
                </a:lnTo>
                <a:lnTo>
                  <a:pt x="6969889" y="92064"/>
                </a:lnTo>
                <a:close/>
                <a:moveTo>
                  <a:pt x="5361882" y="109759"/>
                </a:moveTo>
                <a:lnTo>
                  <a:pt x="5361616" y="109362"/>
                </a:lnTo>
                <a:lnTo>
                  <a:pt x="5361320" y="109009"/>
                </a:lnTo>
                <a:lnTo>
                  <a:pt x="5360996" y="108697"/>
                </a:lnTo>
                <a:lnTo>
                  <a:pt x="5360647" y="108424"/>
                </a:lnTo>
                <a:lnTo>
                  <a:pt x="5360277" y="108188"/>
                </a:lnTo>
                <a:lnTo>
                  <a:pt x="5359888" y="107985"/>
                </a:lnTo>
                <a:lnTo>
                  <a:pt x="5359483" y="107813"/>
                </a:lnTo>
                <a:lnTo>
                  <a:pt x="5359065" y="107670"/>
                </a:lnTo>
                <a:lnTo>
                  <a:pt x="5358636" y="107553"/>
                </a:lnTo>
                <a:lnTo>
                  <a:pt x="5358199" y="107459"/>
                </a:lnTo>
                <a:lnTo>
                  <a:pt x="5357758" y="107386"/>
                </a:lnTo>
                <a:lnTo>
                  <a:pt x="5357316" y="107331"/>
                </a:lnTo>
                <a:lnTo>
                  <a:pt x="5356874" y="107292"/>
                </a:lnTo>
                <a:lnTo>
                  <a:pt x="5356436" y="107266"/>
                </a:lnTo>
                <a:lnTo>
                  <a:pt x="5356004" y="107250"/>
                </a:lnTo>
                <a:lnTo>
                  <a:pt x="5355582" y="107242"/>
                </a:lnTo>
                <a:lnTo>
                  <a:pt x="5355173" y="107239"/>
                </a:lnTo>
                <a:lnTo>
                  <a:pt x="5354779" y="107238"/>
                </a:lnTo>
                <a:lnTo>
                  <a:pt x="5346295" y="107238"/>
                </a:lnTo>
                <a:lnTo>
                  <a:pt x="5346295" y="62576"/>
                </a:lnTo>
                <a:lnTo>
                  <a:pt x="5346244" y="60203"/>
                </a:lnTo>
                <a:lnTo>
                  <a:pt x="5346092" y="57944"/>
                </a:lnTo>
                <a:lnTo>
                  <a:pt x="5345842" y="55800"/>
                </a:lnTo>
                <a:lnTo>
                  <a:pt x="5345496" y="53768"/>
                </a:lnTo>
                <a:lnTo>
                  <a:pt x="5345054" y="51847"/>
                </a:lnTo>
                <a:lnTo>
                  <a:pt x="5344520" y="50036"/>
                </a:lnTo>
                <a:lnTo>
                  <a:pt x="5343895" y="48334"/>
                </a:lnTo>
                <a:lnTo>
                  <a:pt x="5343182" y="46739"/>
                </a:lnTo>
                <a:lnTo>
                  <a:pt x="5342381" y="45251"/>
                </a:lnTo>
                <a:lnTo>
                  <a:pt x="5341495" y="43867"/>
                </a:lnTo>
                <a:lnTo>
                  <a:pt x="5340526" y="42588"/>
                </a:lnTo>
                <a:lnTo>
                  <a:pt x="5339475" y="41411"/>
                </a:lnTo>
                <a:lnTo>
                  <a:pt x="5338345" y="40335"/>
                </a:lnTo>
                <a:lnTo>
                  <a:pt x="5337138" y="39360"/>
                </a:lnTo>
                <a:lnTo>
                  <a:pt x="5335856" y="38483"/>
                </a:lnTo>
                <a:lnTo>
                  <a:pt x="5334500" y="37704"/>
                </a:lnTo>
                <a:lnTo>
                  <a:pt x="5333072" y="37021"/>
                </a:lnTo>
                <a:lnTo>
                  <a:pt x="5331574" y="36433"/>
                </a:lnTo>
                <a:lnTo>
                  <a:pt x="5330009" y="35939"/>
                </a:lnTo>
                <a:lnTo>
                  <a:pt x="5328378" y="35537"/>
                </a:lnTo>
                <a:lnTo>
                  <a:pt x="5326683" y="35227"/>
                </a:lnTo>
                <a:lnTo>
                  <a:pt x="5324926" y="35007"/>
                </a:lnTo>
                <a:lnTo>
                  <a:pt x="5323109" y="34876"/>
                </a:lnTo>
                <a:lnTo>
                  <a:pt x="5321234" y="34833"/>
                </a:lnTo>
                <a:lnTo>
                  <a:pt x="5319641" y="34867"/>
                </a:lnTo>
                <a:lnTo>
                  <a:pt x="5318093" y="34964"/>
                </a:lnTo>
                <a:lnTo>
                  <a:pt x="5316590" y="35122"/>
                </a:lnTo>
                <a:lnTo>
                  <a:pt x="5315132" y="35336"/>
                </a:lnTo>
                <a:lnTo>
                  <a:pt x="5313720" y="35601"/>
                </a:lnTo>
                <a:lnTo>
                  <a:pt x="5312353" y="35915"/>
                </a:lnTo>
                <a:lnTo>
                  <a:pt x="5311033" y="36272"/>
                </a:lnTo>
                <a:lnTo>
                  <a:pt x="5309759" y="36669"/>
                </a:lnTo>
                <a:lnTo>
                  <a:pt x="5308532" y="37101"/>
                </a:lnTo>
                <a:lnTo>
                  <a:pt x="5307352" y="37565"/>
                </a:lnTo>
                <a:lnTo>
                  <a:pt x="5306220" y="38056"/>
                </a:lnTo>
                <a:lnTo>
                  <a:pt x="5305135" y="38570"/>
                </a:lnTo>
                <a:lnTo>
                  <a:pt x="5304099" y="39103"/>
                </a:lnTo>
                <a:lnTo>
                  <a:pt x="5303111" y="39651"/>
                </a:lnTo>
                <a:lnTo>
                  <a:pt x="5302172" y="40210"/>
                </a:lnTo>
                <a:lnTo>
                  <a:pt x="5301282" y="40776"/>
                </a:lnTo>
                <a:lnTo>
                  <a:pt x="5300442" y="41344"/>
                </a:lnTo>
                <a:lnTo>
                  <a:pt x="5299652" y="41911"/>
                </a:lnTo>
                <a:lnTo>
                  <a:pt x="5298912" y="42473"/>
                </a:lnTo>
                <a:lnTo>
                  <a:pt x="5298222" y="43025"/>
                </a:lnTo>
                <a:lnTo>
                  <a:pt x="5297583" y="43563"/>
                </a:lnTo>
                <a:lnTo>
                  <a:pt x="5296996" y="44083"/>
                </a:lnTo>
                <a:lnTo>
                  <a:pt x="5296460" y="44581"/>
                </a:lnTo>
                <a:lnTo>
                  <a:pt x="5295976" y="45053"/>
                </a:lnTo>
                <a:lnTo>
                  <a:pt x="5295975" y="44296"/>
                </a:lnTo>
                <a:lnTo>
                  <a:pt x="5295971" y="43573"/>
                </a:lnTo>
                <a:lnTo>
                  <a:pt x="5295960" y="42884"/>
                </a:lnTo>
                <a:lnTo>
                  <a:pt x="5295940" y="42229"/>
                </a:lnTo>
                <a:lnTo>
                  <a:pt x="5295906" y="41607"/>
                </a:lnTo>
                <a:lnTo>
                  <a:pt x="5295855" y="41019"/>
                </a:lnTo>
                <a:lnTo>
                  <a:pt x="5295784" y="40465"/>
                </a:lnTo>
                <a:lnTo>
                  <a:pt x="5295690" y="39943"/>
                </a:lnTo>
                <a:lnTo>
                  <a:pt x="5295569" y="39454"/>
                </a:lnTo>
                <a:lnTo>
                  <a:pt x="5295418" y="38999"/>
                </a:lnTo>
                <a:lnTo>
                  <a:pt x="5295233" y="38575"/>
                </a:lnTo>
                <a:lnTo>
                  <a:pt x="5295012" y="38185"/>
                </a:lnTo>
                <a:lnTo>
                  <a:pt x="5294750" y="37826"/>
                </a:lnTo>
                <a:lnTo>
                  <a:pt x="5294445" y="37500"/>
                </a:lnTo>
                <a:lnTo>
                  <a:pt x="5294093" y="37205"/>
                </a:lnTo>
                <a:lnTo>
                  <a:pt x="5293691" y="36943"/>
                </a:lnTo>
                <a:lnTo>
                  <a:pt x="5293235" y="36712"/>
                </a:lnTo>
                <a:lnTo>
                  <a:pt x="5292723" y="36512"/>
                </a:lnTo>
                <a:lnTo>
                  <a:pt x="5292150" y="36343"/>
                </a:lnTo>
                <a:lnTo>
                  <a:pt x="5291513" y="36206"/>
                </a:lnTo>
                <a:lnTo>
                  <a:pt x="5290810" y="36099"/>
                </a:lnTo>
                <a:lnTo>
                  <a:pt x="5290037" y="36023"/>
                </a:lnTo>
                <a:lnTo>
                  <a:pt x="5289189" y="35978"/>
                </a:lnTo>
                <a:lnTo>
                  <a:pt x="5288265" y="35963"/>
                </a:lnTo>
                <a:lnTo>
                  <a:pt x="5274192" y="35963"/>
                </a:lnTo>
                <a:lnTo>
                  <a:pt x="5273797" y="35963"/>
                </a:lnTo>
                <a:lnTo>
                  <a:pt x="5273388" y="35966"/>
                </a:lnTo>
                <a:lnTo>
                  <a:pt x="5272966" y="35974"/>
                </a:lnTo>
                <a:lnTo>
                  <a:pt x="5272535" y="35990"/>
                </a:lnTo>
                <a:lnTo>
                  <a:pt x="5272097" y="36017"/>
                </a:lnTo>
                <a:lnTo>
                  <a:pt x="5271655" y="36056"/>
                </a:lnTo>
                <a:lnTo>
                  <a:pt x="5271212" y="36111"/>
                </a:lnTo>
                <a:lnTo>
                  <a:pt x="5270771" y="36184"/>
                </a:lnTo>
                <a:lnTo>
                  <a:pt x="5270335" y="36278"/>
                </a:lnTo>
                <a:lnTo>
                  <a:pt x="5269906" y="36395"/>
                </a:lnTo>
                <a:lnTo>
                  <a:pt x="5269487" y="36538"/>
                </a:lnTo>
                <a:lnTo>
                  <a:pt x="5269082" y="36710"/>
                </a:lnTo>
                <a:lnTo>
                  <a:pt x="5268693" y="36913"/>
                </a:lnTo>
                <a:lnTo>
                  <a:pt x="5268323" y="37149"/>
                </a:lnTo>
                <a:lnTo>
                  <a:pt x="5267975" y="37422"/>
                </a:lnTo>
                <a:lnTo>
                  <a:pt x="5267651" y="37734"/>
                </a:lnTo>
                <a:lnTo>
                  <a:pt x="5267354" y="38087"/>
                </a:lnTo>
                <a:lnTo>
                  <a:pt x="5267088" y="38485"/>
                </a:lnTo>
                <a:lnTo>
                  <a:pt x="5266855" y="38929"/>
                </a:lnTo>
                <a:lnTo>
                  <a:pt x="5266658" y="39422"/>
                </a:lnTo>
                <a:lnTo>
                  <a:pt x="5266500" y="39968"/>
                </a:lnTo>
                <a:lnTo>
                  <a:pt x="5266384" y="40567"/>
                </a:lnTo>
                <a:lnTo>
                  <a:pt x="5266312" y="41224"/>
                </a:lnTo>
                <a:lnTo>
                  <a:pt x="5266287" y="41941"/>
                </a:lnTo>
                <a:lnTo>
                  <a:pt x="5266313" y="42634"/>
                </a:lnTo>
                <a:lnTo>
                  <a:pt x="5266387" y="43270"/>
                </a:lnTo>
                <a:lnTo>
                  <a:pt x="5266508" y="43850"/>
                </a:lnTo>
                <a:lnTo>
                  <a:pt x="5266671" y="44378"/>
                </a:lnTo>
                <a:lnTo>
                  <a:pt x="5266874" y="44855"/>
                </a:lnTo>
                <a:lnTo>
                  <a:pt x="5267113" y="45285"/>
                </a:lnTo>
                <a:lnTo>
                  <a:pt x="5267385" y="45669"/>
                </a:lnTo>
                <a:lnTo>
                  <a:pt x="5267687" y="46011"/>
                </a:lnTo>
                <a:lnTo>
                  <a:pt x="5268015" y="46313"/>
                </a:lnTo>
                <a:lnTo>
                  <a:pt x="5268368" y="46577"/>
                </a:lnTo>
                <a:lnTo>
                  <a:pt x="5268741" y="46806"/>
                </a:lnTo>
                <a:lnTo>
                  <a:pt x="5269131" y="47002"/>
                </a:lnTo>
                <a:lnTo>
                  <a:pt x="5269535" y="47168"/>
                </a:lnTo>
                <a:lnTo>
                  <a:pt x="5269950" y="47306"/>
                </a:lnTo>
                <a:lnTo>
                  <a:pt x="5270372" y="47420"/>
                </a:lnTo>
                <a:lnTo>
                  <a:pt x="5270800" y="47511"/>
                </a:lnTo>
                <a:lnTo>
                  <a:pt x="5271228" y="47581"/>
                </a:lnTo>
                <a:lnTo>
                  <a:pt x="5271655" y="47634"/>
                </a:lnTo>
                <a:lnTo>
                  <a:pt x="5272076" y="47673"/>
                </a:lnTo>
                <a:lnTo>
                  <a:pt x="5272490" y="47698"/>
                </a:lnTo>
                <a:lnTo>
                  <a:pt x="5272892" y="47714"/>
                </a:lnTo>
                <a:lnTo>
                  <a:pt x="5273279" y="47721"/>
                </a:lnTo>
                <a:lnTo>
                  <a:pt x="5273649" y="47724"/>
                </a:lnTo>
                <a:lnTo>
                  <a:pt x="5273998" y="47725"/>
                </a:lnTo>
                <a:lnTo>
                  <a:pt x="5282676" y="47725"/>
                </a:lnTo>
                <a:lnTo>
                  <a:pt x="5282676" y="107238"/>
                </a:lnTo>
                <a:lnTo>
                  <a:pt x="5274192" y="107238"/>
                </a:lnTo>
                <a:lnTo>
                  <a:pt x="5273797" y="107239"/>
                </a:lnTo>
                <a:lnTo>
                  <a:pt x="5273388" y="107242"/>
                </a:lnTo>
                <a:lnTo>
                  <a:pt x="5272966" y="107250"/>
                </a:lnTo>
                <a:lnTo>
                  <a:pt x="5272535" y="107266"/>
                </a:lnTo>
                <a:lnTo>
                  <a:pt x="5272097" y="107292"/>
                </a:lnTo>
                <a:lnTo>
                  <a:pt x="5271655" y="107331"/>
                </a:lnTo>
                <a:lnTo>
                  <a:pt x="5271212" y="107386"/>
                </a:lnTo>
                <a:lnTo>
                  <a:pt x="5270771" y="107459"/>
                </a:lnTo>
                <a:lnTo>
                  <a:pt x="5270335" y="107553"/>
                </a:lnTo>
                <a:lnTo>
                  <a:pt x="5269906" y="107670"/>
                </a:lnTo>
                <a:lnTo>
                  <a:pt x="5269487" y="107813"/>
                </a:lnTo>
                <a:lnTo>
                  <a:pt x="5269082" y="107985"/>
                </a:lnTo>
                <a:lnTo>
                  <a:pt x="5268693" y="108188"/>
                </a:lnTo>
                <a:lnTo>
                  <a:pt x="5268323" y="108424"/>
                </a:lnTo>
                <a:lnTo>
                  <a:pt x="5267975" y="108697"/>
                </a:lnTo>
                <a:lnTo>
                  <a:pt x="5267651" y="109009"/>
                </a:lnTo>
                <a:lnTo>
                  <a:pt x="5267354" y="109362"/>
                </a:lnTo>
                <a:lnTo>
                  <a:pt x="5267088" y="109759"/>
                </a:lnTo>
                <a:lnTo>
                  <a:pt x="5266855" y="110203"/>
                </a:lnTo>
                <a:lnTo>
                  <a:pt x="5266658" y="110696"/>
                </a:lnTo>
                <a:lnTo>
                  <a:pt x="5266500" y="111241"/>
                </a:lnTo>
                <a:lnTo>
                  <a:pt x="5266384" y="111841"/>
                </a:lnTo>
                <a:lnTo>
                  <a:pt x="5266312" y="112497"/>
                </a:lnTo>
                <a:lnTo>
                  <a:pt x="5266287" y="113213"/>
                </a:lnTo>
                <a:lnTo>
                  <a:pt x="5266313" y="113907"/>
                </a:lnTo>
                <a:lnTo>
                  <a:pt x="5266387" y="114542"/>
                </a:lnTo>
                <a:lnTo>
                  <a:pt x="5266508" y="115122"/>
                </a:lnTo>
                <a:lnTo>
                  <a:pt x="5266671" y="115650"/>
                </a:lnTo>
                <a:lnTo>
                  <a:pt x="5266874" y="116127"/>
                </a:lnTo>
                <a:lnTo>
                  <a:pt x="5267113" y="116557"/>
                </a:lnTo>
                <a:lnTo>
                  <a:pt x="5267385" y="116942"/>
                </a:lnTo>
                <a:lnTo>
                  <a:pt x="5267687" y="117283"/>
                </a:lnTo>
                <a:lnTo>
                  <a:pt x="5268015" y="117585"/>
                </a:lnTo>
                <a:lnTo>
                  <a:pt x="5268368" y="117849"/>
                </a:lnTo>
                <a:lnTo>
                  <a:pt x="5268741" y="118078"/>
                </a:lnTo>
                <a:lnTo>
                  <a:pt x="5269131" y="118274"/>
                </a:lnTo>
                <a:lnTo>
                  <a:pt x="5269535" y="118440"/>
                </a:lnTo>
                <a:lnTo>
                  <a:pt x="5269950" y="118579"/>
                </a:lnTo>
                <a:lnTo>
                  <a:pt x="5270372" y="118692"/>
                </a:lnTo>
                <a:lnTo>
                  <a:pt x="5270800" y="118783"/>
                </a:lnTo>
                <a:lnTo>
                  <a:pt x="5271228" y="118854"/>
                </a:lnTo>
                <a:lnTo>
                  <a:pt x="5271655" y="118907"/>
                </a:lnTo>
                <a:lnTo>
                  <a:pt x="5272076" y="118945"/>
                </a:lnTo>
                <a:lnTo>
                  <a:pt x="5272490" y="118970"/>
                </a:lnTo>
                <a:lnTo>
                  <a:pt x="5272892" y="118986"/>
                </a:lnTo>
                <a:lnTo>
                  <a:pt x="5273279" y="118994"/>
                </a:lnTo>
                <a:lnTo>
                  <a:pt x="5273649" y="118997"/>
                </a:lnTo>
                <a:lnTo>
                  <a:pt x="5273998" y="118997"/>
                </a:lnTo>
                <a:lnTo>
                  <a:pt x="5304654" y="118997"/>
                </a:lnTo>
                <a:lnTo>
                  <a:pt x="5305002" y="118997"/>
                </a:lnTo>
                <a:lnTo>
                  <a:pt x="5305372" y="118994"/>
                </a:lnTo>
                <a:lnTo>
                  <a:pt x="5305760" y="118986"/>
                </a:lnTo>
                <a:lnTo>
                  <a:pt x="5306162" y="118970"/>
                </a:lnTo>
                <a:lnTo>
                  <a:pt x="5306575" y="118945"/>
                </a:lnTo>
                <a:lnTo>
                  <a:pt x="5306997" y="118907"/>
                </a:lnTo>
                <a:lnTo>
                  <a:pt x="5307423" y="118854"/>
                </a:lnTo>
                <a:lnTo>
                  <a:pt x="5307852" y="118783"/>
                </a:lnTo>
                <a:lnTo>
                  <a:pt x="5308279" y="118692"/>
                </a:lnTo>
                <a:lnTo>
                  <a:pt x="5308701" y="118579"/>
                </a:lnTo>
                <a:lnTo>
                  <a:pt x="5309116" y="118440"/>
                </a:lnTo>
                <a:lnTo>
                  <a:pt x="5309521" y="118274"/>
                </a:lnTo>
                <a:lnTo>
                  <a:pt x="5309911" y="118078"/>
                </a:lnTo>
                <a:lnTo>
                  <a:pt x="5310283" y="117849"/>
                </a:lnTo>
                <a:lnTo>
                  <a:pt x="5310636" y="117585"/>
                </a:lnTo>
                <a:lnTo>
                  <a:pt x="5310965" y="117283"/>
                </a:lnTo>
                <a:lnTo>
                  <a:pt x="5311267" y="116942"/>
                </a:lnTo>
                <a:lnTo>
                  <a:pt x="5311539" y="116557"/>
                </a:lnTo>
                <a:lnTo>
                  <a:pt x="5311778" y="116127"/>
                </a:lnTo>
                <a:lnTo>
                  <a:pt x="5311980" y="115650"/>
                </a:lnTo>
                <a:lnTo>
                  <a:pt x="5312143" y="115122"/>
                </a:lnTo>
                <a:lnTo>
                  <a:pt x="5312264" y="114542"/>
                </a:lnTo>
                <a:lnTo>
                  <a:pt x="5312339" y="113907"/>
                </a:lnTo>
                <a:lnTo>
                  <a:pt x="5312364" y="113213"/>
                </a:lnTo>
                <a:lnTo>
                  <a:pt x="5312340" y="112497"/>
                </a:lnTo>
                <a:lnTo>
                  <a:pt x="5312268" y="111841"/>
                </a:lnTo>
                <a:lnTo>
                  <a:pt x="5312151" y="111241"/>
                </a:lnTo>
                <a:lnTo>
                  <a:pt x="5311993" y="110696"/>
                </a:lnTo>
                <a:lnTo>
                  <a:pt x="5311796" y="110203"/>
                </a:lnTo>
                <a:lnTo>
                  <a:pt x="5311563" y="109759"/>
                </a:lnTo>
                <a:lnTo>
                  <a:pt x="5311297" y="109362"/>
                </a:lnTo>
                <a:lnTo>
                  <a:pt x="5311001" y="109009"/>
                </a:lnTo>
                <a:lnTo>
                  <a:pt x="5310677" y="108697"/>
                </a:lnTo>
                <a:lnTo>
                  <a:pt x="5310328" y="108424"/>
                </a:lnTo>
                <a:lnTo>
                  <a:pt x="5309958" y="108188"/>
                </a:lnTo>
                <a:lnTo>
                  <a:pt x="5309569" y="107985"/>
                </a:lnTo>
                <a:lnTo>
                  <a:pt x="5309164" y="107813"/>
                </a:lnTo>
                <a:lnTo>
                  <a:pt x="5308746" y="107670"/>
                </a:lnTo>
                <a:lnTo>
                  <a:pt x="5308317" y="107553"/>
                </a:lnTo>
                <a:lnTo>
                  <a:pt x="5307880" y="107459"/>
                </a:lnTo>
                <a:lnTo>
                  <a:pt x="5307439" y="107386"/>
                </a:lnTo>
                <a:lnTo>
                  <a:pt x="5306997" y="107331"/>
                </a:lnTo>
                <a:lnTo>
                  <a:pt x="5306555" y="107292"/>
                </a:lnTo>
                <a:lnTo>
                  <a:pt x="5306117" y="107266"/>
                </a:lnTo>
                <a:lnTo>
                  <a:pt x="5305685" y="107250"/>
                </a:lnTo>
                <a:lnTo>
                  <a:pt x="5305263" y="107242"/>
                </a:lnTo>
                <a:lnTo>
                  <a:pt x="5304854" y="107239"/>
                </a:lnTo>
                <a:lnTo>
                  <a:pt x="5304460" y="107238"/>
                </a:lnTo>
                <a:lnTo>
                  <a:pt x="5295976" y="107238"/>
                </a:lnTo>
                <a:lnTo>
                  <a:pt x="5295976" y="73149"/>
                </a:lnTo>
                <a:lnTo>
                  <a:pt x="5296048" y="70806"/>
                </a:lnTo>
                <a:lnTo>
                  <a:pt x="5296262" y="68586"/>
                </a:lnTo>
                <a:lnTo>
                  <a:pt x="5296608" y="66485"/>
                </a:lnTo>
                <a:lnTo>
                  <a:pt x="5297078" y="64503"/>
                </a:lnTo>
                <a:lnTo>
                  <a:pt x="5297664" y="62636"/>
                </a:lnTo>
                <a:lnTo>
                  <a:pt x="5298358" y="60884"/>
                </a:lnTo>
                <a:lnTo>
                  <a:pt x="5299153" y="59245"/>
                </a:lnTo>
                <a:lnTo>
                  <a:pt x="5300039" y="57715"/>
                </a:lnTo>
                <a:lnTo>
                  <a:pt x="5301008" y="56293"/>
                </a:lnTo>
                <a:lnTo>
                  <a:pt x="5302054" y="54978"/>
                </a:lnTo>
                <a:lnTo>
                  <a:pt x="5303167" y="53767"/>
                </a:lnTo>
                <a:lnTo>
                  <a:pt x="5304339" y="52658"/>
                </a:lnTo>
                <a:lnTo>
                  <a:pt x="5305562" y="51649"/>
                </a:lnTo>
                <a:lnTo>
                  <a:pt x="5306828" y="50739"/>
                </a:lnTo>
                <a:lnTo>
                  <a:pt x="5308130" y="49925"/>
                </a:lnTo>
                <a:lnTo>
                  <a:pt x="5309458" y="49205"/>
                </a:lnTo>
                <a:lnTo>
                  <a:pt x="5310805" y="48577"/>
                </a:lnTo>
                <a:lnTo>
                  <a:pt x="5312163" y="48039"/>
                </a:lnTo>
                <a:lnTo>
                  <a:pt x="5313523" y="47589"/>
                </a:lnTo>
                <a:lnTo>
                  <a:pt x="5314877" y="47226"/>
                </a:lnTo>
                <a:lnTo>
                  <a:pt x="5316218" y="46947"/>
                </a:lnTo>
                <a:lnTo>
                  <a:pt x="5317537" y="46750"/>
                </a:lnTo>
                <a:lnTo>
                  <a:pt x="5318826" y="46634"/>
                </a:lnTo>
                <a:lnTo>
                  <a:pt x="5320077" y="46595"/>
                </a:lnTo>
                <a:lnTo>
                  <a:pt x="5321316" y="46623"/>
                </a:lnTo>
                <a:lnTo>
                  <a:pt x="5322478" y="46708"/>
                </a:lnTo>
                <a:lnTo>
                  <a:pt x="5323566" y="46849"/>
                </a:lnTo>
                <a:lnTo>
                  <a:pt x="5324582" y="47048"/>
                </a:lnTo>
                <a:lnTo>
                  <a:pt x="5325527" y="47304"/>
                </a:lnTo>
                <a:lnTo>
                  <a:pt x="5326406" y="47618"/>
                </a:lnTo>
                <a:lnTo>
                  <a:pt x="5327218" y="47990"/>
                </a:lnTo>
                <a:lnTo>
                  <a:pt x="5327966" y="48421"/>
                </a:lnTo>
                <a:lnTo>
                  <a:pt x="5328653" y="48910"/>
                </a:lnTo>
                <a:lnTo>
                  <a:pt x="5329281" y="49459"/>
                </a:lnTo>
                <a:lnTo>
                  <a:pt x="5329851" y="50067"/>
                </a:lnTo>
                <a:lnTo>
                  <a:pt x="5330366" y="50735"/>
                </a:lnTo>
                <a:lnTo>
                  <a:pt x="5330828" y="51463"/>
                </a:lnTo>
                <a:lnTo>
                  <a:pt x="5331238" y="52252"/>
                </a:lnTo>
                <a:lnTo>
                  <a:pt x="5331600" y="53101"/>
                </a:lnTo>
                <a:lnTo>
                  <a:pt x="5331914" y="54012"/>
                </a:lnTo>
                <a:lnTo>
                  <a:pt x="5332184" y="54984"/>
                </a:lnTo>
                <a:lnTo>
                  <a:pt x="5332411" y="56018"/>
                </a:lnTo>
                <a:lnTo>
                  <a:pt x="5332597" y="57114"/>
                </a:lnTo>
                <a:lnTo>
                  <a:pt x="5332745" y="58272"/>
                </a:lnTo>
                <a:lnTo>
                  <a:pt x="5332856" y="59494"/>
                </a:lnTo>
                <a:lnTo>
                  <a:pt x="5332933" y="60778"/>
                </a:lnTo>
                <a:lnTo>
                  <a:pt x="5332977" y="62126"/>
                </a:lnTo>
                <a:lnTo>
                  <a:pt x="5332992" y="63538"/>
                </a:lnTo>
                <a:lnTo>
                  <a:pt x="5332992" y="107238"/>
                </a:lnTo>
                <a:lnTo>
                  <a:pt x="5325476" y="107238"/>
                </a:lnTo>
                <a:lnTo>
                  <a:pt x="5325081" y="107239"/>
                </a:lnTo>
                <a:lnTo>
                  <a:pt x="5324672" y="107242"/>
                </a:lnTo>
                <a:lnTo>
                  <a:pt x="5324250" y="107250"/>
                </a:lnTo>
                <a:lnTo>
                  <a:pt x="5323819" y="107266"/>
                </a:lnTo>
                <a:lnTo>
                  <a:pt x="5323381" y="107292"/>
                </a:lnTo>
                <a:lnTo>
                  <a:pt x="5322939" y="107331"/>
                </a:lnTo>
                <a:lnTo>
                  <a:pt x="5322496" y="107386"/>
                </a:lnTo>
                <a:lnTo>
                  <a:pt x="5322055" y="107459"/>
                </a:lnTo>
                <a:lnTo>
                  <a:pt x="5321618" y="107553"/>
                </a:lnTo>
                <a:lnTo>
                  <a:pt x="5321190" y="107670"/>
                </a:lnTo>
                <a:lnTo>
                  <a:pt x="5320771" y="107813"/>
                </a:lnTo>
                <a:lnTo>
                  <a:pt x="5320366" y="107985"/>
                </a:lnTo>
                <a:lnTo>
                  <a:pt x="5319977" y="108188"/>
                </a:lnTo>
                <a:lnTo>
                  <a:pt x="5319607" y="108424"/>
                </a:lnTo>
                <a:lnTo>
                  <a:pt x="5319258" y="108697"/>
                </a:lnTo>
                <a:lnTo>
                  <a:pt x="5318935" y="109009"/>
                </a:lnTo>
                <a:lnTo>
                  <a:pt x="5318638" y="109362"/>
                </a:lnTo>
                <a:lnTo>
                  <a:pt x="5318372" y="109759"/>
                </a:lnTo>
                <a:lnTo>
                  <a:pt x="5318139" y="110203"/>
                </a:lnTo>
                <a:lnTo>
                  <a:pt x="5317942" y="110696"/>
                </a:lnTo>
                <a:lnTo>
                  <a:pt x="5317784" y="111241"/>
                </a:lnTo>
                <a:lnTo>
                  <a:pt x="5317668" y="111841"/>
                </a:lnTo>
                <a:lnTo>
                  <a:pt x="5317596" y="112497"/>
                </a:lnTo>
                <a:lnTo>
                  <a:pt x="5317571" y="113213"/>
                </a:lnTo>
                <a:lnTo>
                  <a:pt x="5317598" y="113907"/>
                </a:lnTo>
                <a:lnTo>
                  <a:pt x="5317675" y="114542"/>
                </a:lnTo>
                <a:lnTo>
                  <a:pt x="5317800" y="115122"/>
                </a:lnTo>
                <a:lnTo>
                  <a:pt x="5317969" y="115650"/>
                </a:lnTo>
                <a:lnTo>
                  <a:pt x="5318179" y="116127"/>
                </a:lnTo>
                <a:lnTo>
                  <a:pt x="5318426" y="116557"/>
                </a:lnTo>
                <a:lnTo>
                  <a:pt x="5318708" y="116942"/>
                </a:lnTo>
                <a:lnTo>
                  <a:pt x="5319020" y="117283"/>
                </a:lnTo>
                <a:lnTo>
                  <a:pt x="5319360" y="117585"/>
                </a:lnTo>
                <a:lnTo>
                  <a:pt x="5319724" y="117849"/>
                </a:lnTo>
                <a:lnTo>
                  <a:pt x="5320109" y="118078"/>
                </a:lnTo>
                <a:lnTo>
                  <a:pt x="5320511" y="118274"/>
                </a:lnTo>
                <a:lnTo>
                  <a:pt x="5320927" y="118440"/>
                </a:lnTo>
                <a:lnTo>
                  <a:pt x="5321354" y="118579"/>
                </a:lnTo>
                <a:lnTo>
                  <a:pt x="5321788" y="118692"/>
                </a:lnTo>
                <a:lnTo>
                  <a:pt x="5322226" y="118783"/>
                </a:lnTo>
                <a:lnTo>
                  <a:pt x="5322665" y="118854"/>
                </a:lnTo>
                <a:lnTo>
                  <a:pt x="5323101" y="118907"/>
                </a:lnTo>
                <a:lnTo>
                  <a:pt x="5323531" y="118945"/>
                </a:lnTo>
                <a:lnTo>
                  <a:pt x="5323952" y="118970"/>
                </a:lnTo>
                <a:lnTo>
                  <a:pt x="5324361" y="118986"/>
                </a:lnTo>
                <a:lnTo>
                  <a:pt x="5324753" y="118994"/>
                </a:lnTo>
                <a:lnTo>
                  <a:pt x="5325126" y="118997"/>
                </a:lnTo>
                <a:lnTo>
                  <a:pt x="5325476" y="118997"/>
                </a:lnTo>
                <a:lnTo>
                  <a:pt x="5354973" y="118997"/>
                </a:lnTo>
                <a:lnTo>
                  <a:pt x="5355321" y="118997"/>
                </a:lnTo>
                <a:lnTo>
                  <a:pt x="5355691" y="118994"/>
                </a:lnTo>
                <a:lnTo>
                  <a:pt x="5356079" y="118986"/>
                </a:lnTo>
                <a:lnTo>
                  <a:pt x="5356481" y="118970"/>
                </a:lnTo>
                <a:lnTo>
                  <a:pt x="5356894" y="118945"/>
                </a:lnTo>
                <a:lnTo>
                  <a:pt x="5357316" y="118907"/>
                </a:lnTo>
                <a:lnTo>
                  <a:pt x="5357742" y="118854"/>
                </a:lnTo>
                <a:lnTo>
                  <a:pt x="5358171" y="118783"/>
                </a:lnTo>
                <a:lnTo>
                  <a:pt x="5358598" y="118692"/>
                </a:lnTo>
                <a:lnTo>
                  <a:pt x="5359020" y="118579"/>
                </a:lnTo>
                <a:lnTo>
                  <a:pt x="5359435" y="118440"/>
                </a:lnTo>
                <a:lnTo>
                  <a:pt x="5359840" y="118274"/>
                </a:lnTo>
                <a:lnTo>
                  <a:pt x="5360230" y="118078"/>
                </a:lnTo>
                <a:lnTo>
                  <a:pt x="5360602" y="117849"/>
                </a:lnTo>
                <a:lnTo>
                  <a:pt x="5360955" y="117585"/>
                </a:lnTo>
                <a:lnTo>
                  <a:pt x="5361284" y="117283"/>
                </a:lnTo>
                <a:lnTo>
                  <a:pt x="5361586" y="116942"/>
                </a:lnTo>
                <a:lnTo>
                  <a:pt x="5361858" y="116557"/>
                </a:lnTo>
                <a:lnTo>
                  <a:pt x="5362097" y="116127"/>
                </a:lnTo>
                <a:lnTo>
                  <a:pt x="5362299" y="115650"/>
                </a:lnTo>
                <a:lnTo>
                  <a:pt x="5362462" y="115122"/>
                </a:lnTo>
                <a:lnTo>
                  <a:pt x="5362583" y="114542"/>
                </a:lnTo>
                <a:lnTo>
                  <a:pt x="5362658" y="113907"/>
                </a:lnTo>
                <a:lnTo>
                  <a:pt x="5362683" y="113213"/>
                </a:lnTo>
                <a:lnTo>
                  <a:pt x="5362659" y="112497"/>
                </a:lnTo>
                <a:lnTo>
                  <a:pt x="5362587" y="111841"/>
                </a:lnTo>
                <a:lnTo>
                  <a:pt x="5362470" y="111241"/>
                </a:lnTo>
                <a:lnTo>
                  <a:pt x="5362312" y="110696"/>
                </a:lnTo>
                <a:lnTo>
                  <a:pt x="5362115" y="110203"/>
                </a:lnTo>
                <a:lnTo>
                  <a:pt x="5361882" y="109759"/>
                </a:lnTo>
                <a:close/>
                <a:moveTo>
                  <a:pt x="5665264" y="109362"/>
                </a:moveTo>
                <a:lnTo>
                  <a:pt x="5664968" y="109009"/>
                </a:lnTo>
                <a:lnTo>
                  <a:pt x="5664644" y="108697"/>
                </a:lnTo>
                <a:lnTo>
                  <a:pt x="5664296" y="108424"/>
                </a:lnTo>
                <a:lnTo>
                  <a:pt x="5663925" y="108188"/>
                </a:lnTo>
                <a:lnTo>
                  <a:pt x="5663536" y="107985"/>
                </a:lnTo>
                <a:lnTo>
                  <a:pt x="5663131" y="107813"/>
                </a:lnTo>
                <a:lnTo>
                  <a:pt x="5662713" y="107670"/>
                </a:lnTo>
                <a:lnTo>
                  <a:pt x="5662284" y="107553"/>
                </a:lnTo>
                <a:lnTo>
                  <a:pt x="5661848" y="107459"/>
                </a:lnTo>
                <a:lnTo>
                  <a:pt x="5661407" y="107386"/>
                </a:lnTo>
                <a:lnTo>
                  <a:pt x="5660964" y="107331"/>
                </a:lnTo>
                <a:lnTo>
                  <a:pt x="5660522" y="107292"/>
                </a:lnTo>
                <a:lnTo>
                  <a:pt x="5660084" y="107266"/>
                </a:lnTo>
                <a:lnTo>
                  <a:pt x="5659652" y="107250"/>
                </a:lnTo>
                <a:lnTo>
                  <a:pt x="5659231" y="107242"/>
                </a:lnTo>
                <a:lnTo>
                  <a:pt x="5658821" y="107239"/>
                </a:lnTo>
                <a:lnTo>
                  <a:pt x="5658427" y="107238"/>
                </a:lnTo>
                <a:lnTo>
                  <a:pt x="5649943" y="107238"/>
                </a:lnTo>
                <a:lnTo>
                  <a:pt x="5649943" y="62576"/>
                </a:lnTo>
                <a:lnTo>
                  <a:pt x="5649892" y="60203"/>
                </a:lnTo>
                <a:lnTo>
                  <a:pt x="5649741" y="57944"/>
                </a:lnTo>
                <a:lnTo>
                  <a:pt x="5649491" y="55800"/>
                </a:lnTo>
                <a:lnTo>
                  <a:pt x="5649144" y="53768"/>
                </a:lnTo>
                <a:lnTo>
                  <a:pt x="5648703" y="51847"/>
                </a:lnTo>
                <a:lnTo>
                  <a:pt x="5648169" y="50036"/>
                </a:lnTo>
                <a:lnTo>
                  <a:pt x="5647544" y="48334"/>
                </a:lnTo>
                <a:lnTo>
                  <a:pt x="5646830" y="46739"/>
                </a:lnTo>
                <a:lnTo>
                  <a:pt x="5646029" y="45251"/>
                </a:lnTo>
                <a:lnTo>
                  <a:pt x="5645143" y="43867"/>
                </a:lnTo>
                <a:lnTo>
                  <a:pt x="5644174" y="42588"/>
                </a:lnTo>
                <a:lnTo>
                  <a:pt x="5643123" y="41411"/>
                </a:lnTo>
                <a:lnTo>
                  <a:pt x="5641994" y="40335"/>
                </a:lnTo>
                <a:lnTo>
                  <a:pt x="5640787" y="39360"/>
                </a:lnTo>
                <a:lnTo>
                  <a:pt x="5639504" y="38483"/>
                </a:lnTo>
                <a:lnTo>
                  <a:pt x="5638148" y="37704"/>
                </a:lnTo>
                <a:lnTo>
                  <a:pt x="5636720" y="37021"/>
                </a:lnTo>
                <a:lnTo>
                  <a:pt x="5635223" y="36433"/>
                </a:lnTo>
                <a:lnTo>
                  <a:pt x="5633657" y="35939"/>
                </a:lnTo>
                <a:lnTo>
                  <a:pt x="5632026" y="35537"/>
                </a:lnTo>
                <a:lnTo>
                  <a:pt x="5630331" y="35227"/>
                </a:lnTo>
                <a:lnTo>
                  <a:pt x="5628574" y="35007"/>
                </a:lnTo>
                <a:lnTo>
                  <a:pt x="5626757" y="34876"/>
                </a:lnTo>
                <a:lnTo>
                  <a:pt x="5624882" y="34833"/>
                </a:lnTo>
                <a:lnTo>
                  <a:pt x="5623289" y="34867"/>
                </a:lnTo>
                <a:lnTo>
                  <a:pt x="5621741" y="34964"/>
                </a:lnTo>
                <a:lnTo>
                  <a:pt x="5620238" y="35122"/>
                </a:lnTo>
                <a:lnTo>
                  <a:pt x="5618780" y="35336"/>
                </a:lnTo>
                <a:lnTo>
                  <a:pt x="5617368" y="35601"/>
                </a:lnTo>
                <a:lnTo>
                  <a:pt x="5616001" y="35915"/>
                </a:lnTo>
                <a:lnTo>
                  <a:pt x="5614681" y="36272"/>
                </a:lnTo>
                <a:lnTo>
                  <a:pt x="5613407" y="36669"/>
                </a:lnTo>
                <a:lnTo>
                  <a:pt x="5612180" y="37101"/>
                </a:lnTo>
                <a:lnTo>
                  <a:pt x="5611000" y="37565"/>
                </a:lnTo>
                <a:lnTo>
                  <a:pt x="5609868" y="38056"/>
                </a:lnTo>
                <a:lnTo>
                  <a:pt x="5608783" y="38570"/>
                </a:lnTo>
                <a:lnTo>
                  <a:pt x="5607747" y="39103"/>
                </a:lnTo>
                <a:lnTo>
                  <a:pt x="5606759" y="39651"/>
                </a:lnTo>
                <a:lnTo>
                  <a:pt x="5605820" y="40210"/>
                </a:lnTo>
                <a:lnTo>
                  <a:pt x="5604931" y="40776"/>
                </a:lnTo>
                <a:lnTo>
                  <a:pt x="5604091" y="41344"/>
                </a:lnTo>
                <a:lnTo>
                  <a:pt x="5603300" y="41911"/>
                </a:lnTo>
                <a:lnTo>
                  <a:pt x="5602560" y="42473"/>
                </a:lnTo>
                <a:lnTo>
                  <a:pt x="5601870" y="43025"/>
                </a:lnTo>
                <a:lnTo>
                  <a:pt x="5601232" y="43563"/>
                </a:lnTo>
                <a:lnTo>
                  <a:pt x="5600644" y="44083"/>
                </a:lnTo>
                <a:lnTo>
                  <a:pt x="5600108" y="44581"/>
                </a:lnTo>
                <a:lnTo>
                  <a:pt x="5599624" y="45053"/>
                </a:lnTo>
                <a:lnTo>
                  <a:pt x="5599623" y="44296"/>
                </a:lnTo>
                <a:lnTo>
                  <a:pt x="5599619" y="43573"/>
                </a:lnTo>
                <a:lnTo>
                  <a:pt x="5599609" y="42884"/>
                </a:lnTo>
                <a:lnTo>
                  <a:pt x="5599588" y="42229"/>
                </a:lnTo>
                <a:lnTo>
                  <a:pt x="5599554" y="41607"/>
                </a:lnTo>
                <a:lnTo>
                  <a:pt x="5599503" y="41019"/>
                </a:lnTo>
                <a:lnTo>
                  <a:pt x="5599432" y="40465"/>
                </a:lnTo>
                <a:lnTo>
                  <a:pt x="5599338" y="39943"/>
                </a:lnTo>
                <a:lnTo>
                  <a:pt x="5599217" y="39454"/>
                </a:lnTo>
                <a:lnTo>
                  <a:pt x="5599066" y="38999"/>
                </a:lnTo>
                <a:lnTo>
                  <a:pt x="5598881" y="38575"/>
                </a:lnTo>
                <a:lnTo>
                  <a:pt x="5598660" y="38185"/>
                </a:lnTo>
                <a:lnTo>
                  <a:pt x="5598398" y="37826"/>
                </a:lnTo>
                <a:lnTo>
                  <a:pt x="5598093" y="37500"/>
                </a:lnTo>
                <a:lnTo>
                  <a:pt x="5597741" y="37205"/>
                </a:lnTo>
                <a:lnTo>
                  <a:pt x="5597339" y="36943"/>
                </a:lnTo>
                <a:lnTo>
                  <a:pt x="5596884" y="36712"/>
                </a:lnTo>
                <a:lnTo>
                  <a:pt x="5596371" y="36512"/>
                </a:lnTo>
                <a:lnTo>
                  <a:pt x="5595798" y="36343"/>
                </a:lnTo>
                <a:lnTo>
                  <a:pt x="5595162" y="36206"/>
                </a:lnTo>
                <a:lnTo>
                  <a:pt x="5594458" y="36099"/>
                </a:lnTo>
                <a:lnTo>
                  <a:pt x="5593685" y="36023"/>
                </a:lnTo>
                <a:lnTo>
                  <a:pt x="5592838" y="35978"/>
                </a:lnTo>
                <a:lnTo>
                  <a:pt x="5591913" y="35963"/>
                </a:lnTo>
                <a:lnTo>
                  <a:pt x="5577840" y="35963"/>
                </a:lnTo>
                <a:lnTo>
                  <a:pt x="5577446" y="35963"/>
                </a:lnTo>
                <a:lnTo>
                  <a:pt x="5577036" y="35966"/>
                </a:lnTo>
                <a:lnTo>
                  <a:pt x="5576614" y="35974"/>
                </a:lnTo>
                <a:lnTo>
                  <a:pt x="5576183" y="35990"/>
                </a:lnTo>
                <a:lnTo>
                  <a:pt x="5575745" y="36017"/>
                </a:lnTo>
                <a:lnTo>
                  <a:pt x="5575303" y="36056"/>
                </a:lnTo>
                <a:lnTo>
                  <a:pt x="5574860" y="36111"/>
                </a:lnTo>
                <a:lnTo>
                  <a:pt x="5574419" y="36184"/>
                </a:lnTo>
                <a:lnTo>
                  <a:pt x="5573983" y="36278"/>
                </a:lnTo>
                <a:lnTo>
                  <a:pt x="5573554" y="36395"/>
                </a:lnTo>
                <a:lnTo>
                  <a:pt x="5573136" y="36538"/>
                </a:lnTo>
                <a:lnTo>
                  <a:pt x="5572730" y="36710"/>
                </a:lnTo>
                <a:lnTo>
                  <a:pt x="5572341" y="36913"/>
                </a:lnTo>
                <a:lnTo>
                  <a:pt x="5571971" y="37149"/>
                </a:lnTo>
                <a:lnTo>
                  <a:pt x="5571623" y="37422"/>
                </a:lnTo>
                <a:lnTo>
                  <a:pt x="5571299" y="37734"/>
                </a:lnTo>
                <a:lnTo>
                  <a:pt x="5571003" y="38087"/>
                </a:lnTo>
                <a:lnTo>
                  <a:pt x="5570737" y="38485"/>
                </a:lnTo>
                <a:lnTo>
                  <a:pt x="5570504" y="38929"/>
                </a:lnTo>
                <a:lnTo>
                  <a:pt x="5570307" y="39422"/>
                </a:lnTo>
                <a:lnTo>
                  <a:pt x="5570148" y="39968"/>
                </a:lnTo>
                <a:lnTo>
                  <a:pt x="5570032" y="40567"/>
                </a:lnTo>
                <a:lnTo>
                  <a:pt x="5569960" y="41224"/>
                </a:lnTo>
                <a:lnTo>
                  <a:pt x="5569935" y="41941"/>
                </a:lnTo>
                <a:lnTo>
                  <a:pt x="5569961" y="42634"/>
                </a:lnTo>
                <a:lnTo>
                  <a:pt x="5570036" y="43270"/>
                </a:lnTo>
                <a:lnTo>
                  <a:pt x="5570156" y="43850"/>
                </a:lnTo>
                <a:lnTo>
                  <a:pt x="5570319" y="44378"/>
                </a:lnTo>
                <a:lnTo>
                  <a:pt x="5570522" y="44855"/>
                </a:lnTo>
                <a:lnTo>
                  <a:pt x="5570761" y="45285"/>
                </a:lnTo>
                <a:lnTo>
                  <a:pt x="5571033" y="45669"/>
                </a:lnTo>
                <a:lnTo>
                  <a:pt x="5571335" y="46011"/>
                </a:lnTo>
                <a:lnTo>
                  <a:pt x="5571664" y="46313"/>
                </a:lnTo>
                <a:lnTo>
                  <a:pt x="5572016" y="46577"/>
                </a:lnTo>
                <a:lnTo>
                  <a:pt x="5572389" y="46806"/>
                </a:lnTo>
                <a:lnTo>
                  <a:pt x="5572779" y="47002"/>
                </a:lnTo>
                <a:lnTo>
                  <a:pt x="5573183" y="47168"/>
                </a:lnTo>
                <a:lnTo>
                  <a:pt x="5573598" y="47306"/>
                </a:lnTo>
                <a:lnTo>
                  <a:pt x="5574021" y="47420"/>
                </a:lnTo>
                <a:lnTo>
                  <a:pt x="5574448" y="47511"/>
                </a:lnTo>
                <a:lnTo>
                  <a:pt x="5574876" y="47581"/>
                </a:lnTo>
                <a:lnTo>
                  <a:pt x="5575303" y="47634"/>
                </a:lnTo>
                <a:lnTo>
                  <a:pt x="5575725" y="47673"/>
                </a:lnTo>
                <a:lnTo>
                  <a:pt x="5576138" y="47698"/>
                </a:lnTo>
                <a:lnTo>
                  <a:pt x="5576540" y="47714"/>
                </a:lnTo>
                <a:lnTo>
                  <a:pt x="5576927" y="47721"/>
                </a:lnTo>
                <a:lnTo>
                  <a:pt x="5577297" y="47724"/>
                </a:lnTo>
                <a:lnTo>
                  <a:pt x="5577646" y="47725"/>
                </a:lnTo>
                <a:lnTo>
                  <a:pt x="5586324" y="47725"/>
                </a:lnTo>
                <a:lnTo>
                  <a:pt x="5586324" y="107238"/>
                </a:lnTo>
                <a:lnTo>
                  <a:pt x="5577840" y="107238"/>
                </a:lnTo>
                <a:lnTo>
                  <a:pt x="5577446" y="107239"/>
                </a:lnTo>
                <a:lnTo>
                  <a:pt x="5577036" y="107242"/>
                </a:lnTo>
                <a:lnTo>
                  <a:pt x="5576614" y="107250"/>
                </a:lnTo>
                <a:lnTo>
                  <a:pt x="5576183" y="107266"/>
                </a:lnTo>
                <a:lnTo>
                  <a:pt x="5575745" y="107292"/>
                </a:lnTo>
                <a:lnTo>
                  <a:pt x="5575303" y="107331"/>
                </a:lnTo>
                <a:lnTo>
                  <a:pt x="5574860" y="107386"/>
                </a:lnTo>
                <a:lnTo>
                  <a:pt x="5574419" y="107459"/>
                </a:lnTo>
                <a:lnTo>
                  <a:pt x="5573983" y="107553"/>
                </a:lnTo>
                <a:lnTo>
                  <a:pt x="5573554" y="107670"/>
                </a:lnTo>
                <a:lnTo>
                  <a:pt x="5573136" y="107813"/>
                </a:lnTo>
                <a:lnTo>
                  <a:pt x="5572730" y="107985"/>
                </a:lnTo>
                <a:lnTo>
                  <a:pt x="5572341" y="108188"/>
                </a:lnTo>
                <a:lnTo>
                  <a:pt x="5571971" y="108424"/>
                </a:lnTo>
                <a:lnTo>
                  <a:pt x="5571623" y="108697"/>
                </a:lnTo>
                <a:lnTo>
                  <a:pt x="5571299" y="109009"/>
                </a:lnTo>
                <a:lnTo>
                  <a:pt x="5571003" y="109362"/>
                </a:lnTo>
                <a:lnTo>
                  <a:pt x="5570737" y="109759"/>
                </a:lnTo>
                <a:lnTo>
                  <a:pt x="5570504" y="110203"/>
                </a:lnTo>
                <a:lnTo>
                  <a:pt x="5570307" y="110696"/>
                </a:lnTo>
                <a:lnTo>
                  <a:pt x="5570148" y="111241"/>
                </a:lnTo>
                <a:lnTo>
                  <a:pt x="5570032" y="111841"/>
                </a:lnTo>
                <a:lnTo>
                  <a:pt x="5569960" y="112497"/>
                </a:lnTo>
                <a:lnTo>
                  <a:pt x="5569935" y="113213"/>
                </a:lnTo>
                <a:lnTo>
                  <a:pt x="5569961" y="113907"/>
                </a:lnTo>
                <a:lnTo>
                  <a:pt x="5570036" y="114542"/>
                </a:lnTo>
                <a:lnTo>
                  <a:pt x="5570156" y="115122"/>
                </a:lnTo>
                <a:lnTo>
                  <a:pt x="5570319" y="115650"/>
                </a:lnTo>
                <a:lnTo>
                  <a:pt x="5570522" y="116127"/>
                </a:lnTo>
                <a:lnTo>
                  <a:pt x="5570761" y="116557"/>
                </a:lnTo>
                <a:lnTo>
                  <a:pt x="5571033" y="116942"/>
                </a:lnTo>
                <a:lnTo>
                  <a:pt x="5571335" y="117283"/>
                </a:lnTo>
                <a:lnTo>
                  <a:pt x="5571664" y="117585"/>
                </a:lnTo>
                <a:lnTo>
                  <a:pt x="5572016" y="117849"/>
                </a:lnTo>
                <a:lnTo>
                  <a:pt x="5572389" y="118078"/>
                </a:lnTo>
                <a:lnTo>
                  <a:pt x="5572779" y="118274"/>
                </a:lnTo>
                <a:lnTo>
                  <a:pt x="5573183" y="118440"/>
                </a:lnTo>
                <a:lnTo>
                  <a:pt x="5573598" y="118579"/>
                </a:lnTo>
                <a:lnTo>
                  <a:pt x="5574021" y="118692"/>
                </a:lnTo>
                <a:lnTo>
                  <a:pt x="5574448" y="118783"/>
                </a:lnTo>
                <a:lnTo>
                  <a:pt x="5574876" y="118854"/>
                </a:lnTo>
                <a:lnTo>
                  <a:pt x="5575303" y="118907"/>
                </a:lnTo>
                <a:lnTo>
                  <a:pt x="5575725" y="118945"/>
                </a:lnTo>
                <a:lnTo>
                  <a:pt x="5576138" y="118970"/>
                </a:lnTo>
                <a:lnTo>
                  <a:pt x="5576540" y="118986"/>
                </a:lnTo>
                <a:lnTo>
                  <a:pt x="5576927" y="118994"/>
                </a:lnTo>
                <a:lnTo>
                  <a:pt x="5577297" y="118997"/>
                </a:lnTo>
                <a:lnTo>
                  <a:pt x="5577646" y="118997"/>
                </a:lnTo>
                <a:lnTo>
                  <a:pt x="5608302" y="118997"/>
                </a:lnTo>
                <a:lnTo>
                  <a:pt x="5608651" y="118997"/>
                </a:lnTo>
                <a:lnTo>
                  <a:pt x="5609020" y="118994"/>
                </a:lnTo>
                <a:lnTo>
                  <a:pt x="5609408" y="118986"/>
                </a:lnTo>
                <a:lnTo>
                  <a:pt x="5609810" y="118970"/>
                </a:lnTo>
                <a:lnTo>
                  <a:pt x="5610223" y="118945"/>
                </a:lnTo>
                <a:lnTo>
                  <a:pt x="5610645" y="118907"/>
                </a:lnTo>
                <a:lnTo>
                  <a:pt x="5611071" y="118854"/>
                </a:lnTo>
                <a:lnTo>
                  <a:pt x="5611500" y="118783"/>
                </a:lnTo>
                <a:lnTo>
                  <a:pt x="5611927" y="118692"/>
                </a:lnTo>
                <a:lnTo>
                  <a:pt x="5612350" y="118579"/>
                </a:lnTo>
                <a:lnTo>
                  <a:pt x="5612765" y="118440"/>
                </a:lnTo>
                <a:lnTo>
                  <a:pt x="5613169" y="118274"/>
                </a:lnTo>
                <a:lnTo>
                  <a:pt x="5613559" y="118078"/>
                </a:lnTo>
                <a:lnTo>
                  <a:pt x="5613932" y="117849"/>
                </a:lnTo>
                <a:lnTo>
                  <a:pt x="5614284" y="117585"/>
                </a:lnTo>
                <a:lnTo>
                  <a:pt x="5614613" y="117283"/>
                </a:lnTo>
                <a:lnTo>
                  <a:pt x="5614915" y="116942"/>
                </a:lnTo>
                <a:lnTo>
                  <a:pt x="5615187" y="116557"/>
                </a:lnTo>
                <a:lnTo>
                  <a:pt x="5615426" y="116127"/>
                </a:lnTo>
                <a:lnTo>
                  <a:pt x="5615629" y="115650"/>
                </a:lnTo>
                <a:lnTo>
                  <a:pt x="5615792" y="115122"/>
                </a:lnTo>
                <a:lnTo>
                  <a:pt x="5615912" y="114542"/>
                </a:lnTo>
                <a:lnTo>
                  <a:pt x="5615987" y="113907"/>
                </a:lnTo>
                <a:lnTo>
                  <a:pt x="5616012" y="113213"/>
                </a:lnTo>
                <a:lnTo>
                  <a:pt x="5615988" y="112497"/>
                </a:lnTo>
                <a:lnTo>
                  <a:pt x="5615916" y="111841"/>
                </a:lnTo>
                <a:lnTo>
                  <a:pt x="5615799" y="111241"/>
                </a:lnTo>
                <a:lnTo>
                  <a:pt x="5615641" y="110696"/>
                </a:lnTo>
                <a:lnTo>
                  <a:pt x="5615444" y="110203"/>
                </a:lnTo>
                <a:lnTo>
                  <a:pt x="5615211" y="109759"/>
                </a:lnTo>
                <a:lnTo>
                  <a:pt x="5614945" y="109362"/>
                </a:lnTo>
                <a:lnTo>
                  <a:pt x="5614649" y="109009"/>
                </a:lnTo>
                <a:lnTo>
                  <a:pt x="5614325" y="108697"/>
                </a:lnTo>
                <a:lnTo>
                  <a:pt x="5613977" y="108424"/>
                </a:lnTo>
                <a:lnTo>
                  <a:pt x="5613606" y="108188"/>
                </a:lnTo>
                <a:lnTo>
                  <a:pt x="5613217" y="107985"/>
                </a:lnTo>
                <a:lnTo>
                  <a:pt x="5612812" y="107813"/>
                </a:lnTo>
                <a:lnTo>
                  <a:pt x="5612394" y="107670"/>
                </a:lnTo>
                <a:lnTo>
                  <a:pt x="5611965" y="107553"/>
                </a:lnTo>
                <a:lnTo>
                  <a:pt x="5611529" y="107459"/>
                </a:lnTo>
                <a:lnTo>
                  <a:pt x="5611088" y="107386"/>
                </a:lnTo>
                <a:lnTo>
                  <a:pt x="5610645" y="107331"/>
                </a:lnTo>
                <a:lnTo>
                  <a:pt x="5610203" y="107292"/>
                </a:lnTo>
                <a:lnTo>
                  <a:pt x="5609765" y="107266"/>
                </a:lnTo>
                <a:lnTo>
                  <a:pt x="5609333" y="107250"/>
                </a:lnTo>
                <a:lnTo>
                  <a:pt x="5608912" y="107242"/>
                </a:lnTo>
                <a:lnTo>
                  <a:pt x="5608502" y="107239"/>
                </a:lnTo>
                <a:lnTo>
                  <a:pt x="5608108" y="107238"/>
                </a:lnTo>
                <a:lnTo>
                  <a:pt x="5599624" y="107238"/>
                </a:lnTo>
                <a:lnTo>
                  <a:pt x="5599624" y="73149"/>
                </a:lnTo>
                <a:lnTo>
                  <a:pt x="5599697" y="70806"/>
                </a:lnTo>
                <a:lnTo>
                  <a:pt x="5599910" y="68586"/>
                </a:lnTo>
                <a:lnTo>
                  <a:pt x="5600256" y="66485"/>
                </a:lnTo>
                <a:lnTo>
                  <a:pt x="5600726" y="64503"/>
                </a:lnTo>
                <a:lnTo>
                  <a:pt x="5601312" y="62636"/>
                </a:lnTo>
                <a:lnTo>
                  <a:pt x="5602007" y="60884"/>
                </a:lnTo>
                <a:lnTo>
                  <a:pt x="5602801" y="59245"/>
                </a:lnTo>
                <a:lnTo>
                  <a:pt x="5603687" y="57715"/>
                </a:lnTo>
                <a:lnTo>
                  <a:pt x="5604657" y="56293"/>
                </a:lnTo>
                <a:lnTo>
                  <a:pt x="5605702" y="54978"/>
                </a:lnTo>
                <a:lnTo>
                  <a:pt x="5606815" y="53767"/>
                </a:lnTo>
                <a:lnTo>
                  <a:pt x="5607987" y="52658"/>
                </a:lnTo>
                <a:lnTo>
                  <a:pt x="5609210" y="51649"/>
                </a:lnTo>
                <a:lnTo>
                  <a:pt x="5610477" y="50739"/>
                </a:lnTo>
                <a:lnTo>
                  <a:pt x="5611778" y="49925"/>
                </a:lnTo>
                <a:lnTo>
                  <a:pt x="5613106" y="49205"/>
                </a:lnTo>
                <a:lnTo>
                  <a:pt x="5614453" y="48577"/>
                </a:lnTo>
                <a:lnTo>
                  <a:pt x="5615811" y="48039"/>
                </a:lnTo>
                <a:lnTo>
                  <a:pt x="5617171" y="47589"/>
                </a:lnTo>
                <a:lnTo>
                  <a:pt x="5618526" y="47226"/>
                </a:lnTo>
                <a:lnTo>
                  <a:pt x="5619867" y="46947"/>
                </a:lnTo>
                <a:lnTo>
                  <a:pt x="5621186" y="46750"/>
                </a:lnTo>
                <a:lnTo>
                  <a:pt x="5622475" y="46634"/>
                </a:lnTo>
                <a:lnTo>
                  <a:pt x="5623726" y="46595"/>
                </a:lnTo>
                <a:lnTo>
                  <a:pt x="5624964" y="46623"/>
                </a:lnTo>
                <a:lnTo>
                  <a:pt x="5626126" y="46708"/>
                </a:lnTo>
                <a:lnTo>
                  <a:pt x="5627214" y="46849"/>
                </a:lnTo>
                <a:lnTo>
                  <a:pt x="5628230" y="47048"/>
                </a:lnTo>
                <a:lnTo>
                  <a:pt x="5629176" y="47304"/>
                </a:lnTo>
                <a:lnTo>
                  <a:pt x="5630054" y="47618"/>
                </a:lnTo>
                <a:lnTo>
                  <a:pt x="5630866" y="47990"/>
                </a:lnTo>
                <a:lnTo>
                  <a:pt x="5631615" y="48421"/>
                </a:lnTo>
                <a:lnTo>
                  <a:pt x="5632302" y="48910"/>
                </a:lnTo>
                <a:lnTo>
                  <a:pt x="5632929" y="49459"/>
                </a:lnTo>
                <a:lnTo>
                  <a:pt x="5633499" y="50067"/>
                </a:lnTo>
                <a:lnTo>
                  <a:pt x="5634014" y="50735"/>
                </a:lnTo>
                <a:lnTo>
                  <a:pt x="5634476" y="51463"/>
                </a:lnTo>
                <a:lnTo>
                  <a:pt x="5634886" y="52252"/>
                </a:lnTo>
                <a:lnTo>
                  <a:pt x="5635248" y="53101"/>
                </a:lnTo>
                <a:lnTo>
                  <a:pt x="5635562" y="54012"/>
                </a:lnTo>
                <a:lnTo>
                  <a:pt x="5635832" y="54984"/>
                </a:lnTo>
                <a:lnTo>
                  <a:pt x="5636059" y="56018"/>
                </a:lnTo>
                <a:lnTo>
                  <a:pt x="5636245" y="57114"/>
                </a:lnTo>
                <a:lnTo>
                  <a:pt x="5636393" y="58272"/>
                </a:lnTo>
                <a:lnTo>
                  <a:pt x="5636504" y="59494"/>
                </a:lnTo>
                <a:lnTo>
                  <a:pt x="5636581" y="60778"/>
                </a:lnTo>
                <a:lnTo>
                  <a:pt x="5636626" y="62126"/>
                </a:lnTo>
                <a:lnTo>
                  <a:pt x="5636640" y="63538"/>
                </a:lnTo>
                <a:lnTo>
                  <a:pt x="5636640" y="107238"/>
                </a:lnTo>
                <a:lnTo>
                  <a:pt x="5629124" y="107238"/>
                </a:lnTo>
                <a:lnTo>
                  <a:pt x="5628730" y="107239"/>
                </a:lnTo>
                <a:lnTo>
                  <a:pt x="5628320" y="107242"/>
                </a:lnTo>
                <a:lnTo>
                  <a:pt x="5627898" y="107250"/>
                </a:lnTo>
                <a:lnTo>
                  <a:pt x="5627467" y="107266"/>
                </a:lnTo>
                <a:lnTo>
                  <a:pt x="5627029" y="107292"/>
                </a:lnTo>
                <a:lnTo>
                  <a:pt x="5626587" y="107331"/>
                </a:lnTo>
                <a:lnTo>
                  <a:pt x="5626144" y="107386"/>
                </a:lnTo>
                <a:lnTo>
                  <a:pt x="5625703" y="107459"/>
                </a:lnTo>
                <a:lnTo>
                  <a:pt x="5625267" y="107553"/>
                </a:lnTo>
                <a:lnTo>
                  <a:pt x="5624838" y="107670"/>
                </a:lnTo>
                <a:lnTo>
                  <a:pt x="5624420" y="107813"/>
                </a:lnTo>
                <a:lnTo>
                  <a:pt x="5624014" y="107985"/>
                </a:lnTo>
                <a:lnTo>
                  <a:pt x="5623625" y="108188"/>
                </a:lnTo>
                <a:lnTo>
                  <a:pt x="5623255" y="108424"/>
                </a:lnTo>
                <a:lnTo>
                  <a:pt x="5622907" y="108697"/>
                </a:lnTo>
                <a:lnTo>
                  <a:pt x="5622583" y="109009"/>
                </a:lnTo>
                <a:lnTo>
                  <a:pt x="5622287" y="109362"/>
                </a:lnTo>
                <a:lnTo>
                  <a:pt x="5622020" y="109759"/>
                </a:lnTo>
                <a:lnTo>
                  <a:pt x="5621787" y="110203"/>
                </a:lnTo>
                <a:lnTo>
                  <a:pt x="5621591" y="110696"/>
                </a:lnTo>
                <a:lnTo>
                  <a:pt x="5621432" y="111241"/>
                </a:lnTo>
                <a:lnTo>
                  <a:pt x="5621316" y="111841"/>
                </a:lnTo>
                <a:lnTo>
                  <a:pt x="5621244" y="112497"/>
                </a:lnTo>
                <a:lnTo>
                  <a:pt x="5621219" y="113213"/>
                </a:lnTo>
                <a:lnTo>
                  <a:pt x="5621246" y="113907"/>
                </a:lnTo>
                <a:lnTo>
                  <a:pt x="5621323" y="114542"/>
                </a:lnTo>
                <a:lnTo>
                  <a:pt x="5621448" y="115122"/>
                </a:lnTo>
                <a:lnTo>
                  <a:pt x="5621617" y="115650"/>
                </a:lnTo>
                <a:lnTo>
                  <a:pt x="5621827" y="116127"/>
                </a:lnTo>
                <a:lnTo>
                  <a:pt x="5622075" y="116557"/>
                </a:lnTo>
                <a:lnTo>
                  <a:pt x="5622356" y="116942"/>
                </a:lnTo>
                <a:lnTo>
                  <a:pt x="5622669" y="117283"/>
                </a:lnTo>
                <a:lnTo>
                  <a:pt x="5623008" y="117585"/>
                </a:lnTo>
                <a:lnTo>
                  <a:pt x="5623372" y="117849"/>
                </a:lnTo>
                <a:lnTo>
                  <a:pt x="5623757" y="118078"/>
                </a:lnTo>
                <a:lnTo>
                  <a:pt x="5624159" y="118274"/>
                </a:lnTo>
                <a:lnTo>
                  <a:pt x="5624575" y="118440"/>
                </a:lnTo>
                <a:lnTo>
                  <a:pt x="5625002" y="118579"/>
                </a:lnTo>
                <a:lnTo>
                  <a:pt x="5625436" y="118692"/>
                </a:lnTo>
                <a:lnTo>
                  <a:pt x="5625874" y="118783"/>
                </a:lnTo>
                <a:lnTo>
                  <a:pt x="5626313" y="118854"/>
                </a:lnTo>
                <a:lnTo>
                  <a:pt x="5626749" y="118907"/>
                </a:lnTo>
                <a:lnTo>
                  <a:pt x="5627180" y="118945"/>
                </a:lnTo>
                <a:lnTo>
                  <a:pt x="5627601" y="118970"/>
                </a:lnTo>
                <a:lnTo>
                  <a:pt x="5628009" y="118986"/>
                </a:lnTo>
                <a:lnTo>
                  <a:pt x="5628401" y="118994"/>
                </a:lnTo>
                <a:lnTo>
                  <a:pt x="5628774" y="118997"/>
                </a:lnTo>
                <a:lnTo>
                  <a:pt x="5629124" y="118997"/>
                </a:lnTo>
                <a:lnTo>
                  <a:pt x="5658621" y="118997"/>
                </a:lnTo>
                <a:lnTo>
                  <a:pt x="5658970" y="118997"/>
                </a:lnTo>
                <a:lnTo>
                  <a:pt x="5659339" y="118994"/>
                </a:lnTo>
                <a:lnTo>
                  <a:pt x="5659727" y="118986"/>
                </a:lnTo>
                <a:lnTo>
                  <a:pt x="5660129" y="118970"/>
                </a:lnTo>
                <a:lnTo>
                  <a:pt x="5660542" y="118945"/>
                </a:lnTo>
                <a:lnTo>
                  <a:pt x="5660964" y="118907"/>
                </a:lnTo>
                <a:lnTo>
                  <a:pt x="5661390" y="118854"/>
                </a:lnTo>
                <a:lnTo>
                  <a:pt x="5661819" y="118783"/>
                </a:lnTo>
                <a:lnTo>
                  <a:pt x="5662246" y="118692"/>
                </a:lnTo>
                <a:lnTo>
                  <a:pt x="5662669" y="118579"/>
                </a:lnTo>
                <a:lnTo>
                  <a:pt x="5663084" y="118440"/>
                </a:lnTo>
                <a:lnTo>
                  <a:pt x="5663488" y="118274"/>
                </a:lnTo>
                <a:lnTo>
                  <a:pt x="5663878" y="118078"/>
                </a:lnTo>
                <a:lnTo>
                  <a:pt x="5664251" y="117849"/>
                </a:lnTo>
                <a:lnTo>
                  <a:pt x="5664603" y="117585"/>
                </a:lnTo>
                <a:lnTo>
                  <a:pt x="5664932" y="117283"/>
                </a:lnTo>
                <a:lnTo>
                  <a:pt x="5665234" y="116942"/>
                </a:lnTo>
                <a:lnTo>
                  <a:pt x="5665506" y="116557"/>
                </a:lnTo>
                <a:lnTo>
                  <a:pt x="5665745" y="116127"/>
                </a:lnTo>
                <a:lnTo>
                  <a:pt x="5665948" y="115650"/>
                </a:lnTo>
                <a:lnTo>
                  <a:pt x="5666111" y="115122"/>
                </a:lnTo>
                <a:lnTo>
                  <a:pt x="5666231" y="114542"/>
                </a:lnTo>
                <a:lnTo>
                  <a:pt x="5666306" y="113907"/>
                </a:lnTo>
                <a:lnTo>
                  <a:pt x="5666331" y="113213"/>
                </a:lnTo>
                <a:lnTo>
                  <a:pt x="5666307" y="112497"/>
                </a:lnTo>
                <a:lnTo>
                  <a:pt x="5666235" y="111841"/>
                </a:lnTo>
                <a:lnTo>
                  <a:pt x="5666118" y="111241"/>
                </a:lnTo>
                <a:lnTo>
                  <a:pt x="5665960" y="110696"/>
                </a:lnTo>
                <a:lnTo>
                  <a:pt x="5665763" y="110203"/>
                </a:lnTo>
                <a:lnTo>
                  <a:pt x="5665530" y="109759"/>
                </a:lnTo>
                <a:lnTo>
                  <a:pt x="5665264" y="109362"/>
                </a:lnTo>
                <a:close/>
                <a:moveTo>
                  <a:pt x="4942339" y="81064"/>
                </a:moveTo>
                <a:lnTo>
                  <a:pt x="4940929" y="79649"/>
                </a:lnTo>
                <a:lnTo>
                  <a:pt x="4939410" y="78355"/>
                </a:lnTo>
                <a:lnTo>
                  <a:pt x="4937803" y="77178"/>
                </a:lnTo>
                <a:lnTo>
                  <a:pt x="4936126" y="76112"/>
                </a:lnTo>
                <a:lnTo>
                  <a:pt x="4934398" y="75151"/>
                </a:lnTo>
                <a:lnTo>
                  <a:pt x="4932638" y="74289"/>
                </a:lnTo>
                <a:lnTo>
                  <a:pt x="4930864" y="73521"/>
                </a:lnTo>
                <a:lnTo>
                  <a:pt x="4929097" y="72842"/>
                </a:lnTo>
                <a:lnTo>
                  <a:pt x="4927353" y="72245"/>
                </a:lnTo>
                <a:lnTo>
                  <a:pt x="4925654" y="71725"/>
                </a:lnTo>
                <a:lnTo>
                  <a:pt x="4924017" y="71276"/>
                </a:lnTo>
                <a:lnTo>
                  <a:pt x="4922461" y="70894"/>
                </a:lnTo>
                <a:lnTo>
                  <a:pt x="4921005" y="70572"/>
                </a:lnTo>
                <a:lnTo>
                  <a:pt x="4919669" y="70304"/>
                </a:lnTo>
                <a:lnTo>
                  <a:pt x="4918471" y="70085"/>
                </a:lnTo>
                <a:lnTo>
                  <a:pt x="4917429" y="69910"/>
                </a:lnTo>
                <a:lnTo>
                  <a:pt x="4916564" y="69772"/>
                </a:lnTo>
                <a:lnTo>
                  <a:pt x="4903455" y="67457"/>
                </a:lnTo>
                <a:lnTo>
                  <a:pt x="4902719" y="67352"/>
                </a:lnTo>
                <a:lnTo>
                  <a:pt x="4901913" y="67229"/>
                </a:lnTo>
                <a:lnTo>
                  <a:pt x="4901046" y="67087"/>
                </a:lnTo>
                <a:lnTo>
                  <a:pt x="4900128" y="66924"/>
                </a:lnTo>
                <a:lnTo>
                  <a:pt x="4899168" y="66739"/>
                </a:lnTo>
                <a:lnTo>
                  <a:pt x="4898174" y="66530"/>
                </a:lnTo>
                <a:lnTo>
                  <a:pt x="4897156" y="66295"/>
                </a:lnTo>
                <a:lnTo>
                  <a:pt x="4896122" y="66033"/>
                </a:lnTo>
                <a:lnTo>
                  <a:pt x="4895081" y="65742"/>
                </a:lnTo>
                <a:lnTo>
                  <a:pt x="4894042" y="65421"/>
                </a:lnTo>
                <a:lnTo>
                  <a:pt x="4893015" y="65068"/>
                </a:lnTo>
                <a:lnTo>
                  <a:pt x="4892008" y="64681"/>
                </a:lnTo>
                <a:lnTo>
                  <a:pt x="4891030" y="64259"/>
                </a:lnTo>
                <a:lnTo>
                  <a:pt x="4890090" y="63801"/>
                </a:lnTo>
                <a:lnTo>
                  <a:pt x="4889197" y="63304"/>
                </a:lnTo>
                <a:lnTo>
                  <a:pt x="4888360" y="62767"/>
                </a:lnTo>
                <a:lnTo>
                  <a:pt x="4887588" y="62188"/>
                </a:lnTo>
                <a:lnTo>
                  <a:pt x="4886890" y="61567"/>
                </a:lnTo>
                <a:lnTo>
                  <a:pt x="4886275" y="60900"/>
                </a:lnTo>
                <a:lnTo>
                  <a:pt x="4885751" y="60188"/>
                </a:lnTo>
                <a:lnTo>
                  <a:pt x="4885329" y="59427"/>
                </a:lnTo>
                <a:lnTo>
                  <a:pt x="4885016" y="58617"/>
                </a:lnTo>
                <a:lnTo>
                  <a:pt x="4884821" y="57756"/>
                </a:lnTo>
                <a:lnTo>
                  <a:pt x="4884755" y="56842"/>
                </a:lnTo>
                <a:lnTo>
                  <a:pt x="4884787" y="56210"/>
                </a:lnTo>
                <a:lnTo>
                  <a:pt x="4884887" y="55572"/>
                </a:lnTo>
                <a:lnTo>
                  <a:pt x="4885055" y="54929"/>
                </a:lnTo>
                <a:lnTo>
                  <a:pt x="4885296" y="54285"/>
                </a:lnTo>
                <a:lnTo>
                  <a:pt x="4885612" y="53644"/>
                </a:lnTo>
                <a:lnTo>
                  <a:pt x="4886005" y="53007"/>
                </a:lnTo>
                <a:lnTo>
                  <a:pt x="4886477" y="52378"/>
                </a:lnTo>
                <a:lnTo>
                  <a:pt x="4887032" y="51761"/>
                </a:lnTo>
                <a:lnTo>
                  <a:pt x="4887672" y="51157"/>
                </a:lnTo>
                <a:lnTo>
                  <a:pt x="4888400" y="50571"/>
                </a:lnTo>
                <a:lnTo>
                  <a:pt x="4889218" y="50004"/>
                </a:lnTo>
                <a:lnTo>
                  <a:pt x="4890128" y="49461"/>
                </a:lnTo>
                <a:lnTo>
                  <a:pt x="4891134" y="48944"/>
                </a:lnTo>
                <a:lnTo>
                  <a:pt x="4892238" y="48456"/>
                </a:lnTo>
                <a:lnTo>
                  <a:pt x="4893443" y="48000"/>
                </a:lnTo>
                <a:lnTo>
                  <a:pt x="4894751" y="47579"/>
                </a:lnTo>
                <a:lnTo>
                  <a:pt x="4896164" y="47197"/>
                </a:lnTo>
                <a:lnTo>
                  <a:pt x="4897686" y="46855"/>
                </a:lnTo>
                <a:lnTo>
                  <a:pt x="4899319" y="46558"/>
                </a:lnTo>
                <a:lnTo>
                  <a:pt x="4901066" y="46308"/>
                </a:lnTo>
                <a:lnTo>
                  <a:pt x="4902928" y="46109"/>
                </a:lnTo>
                <a:lnTo>
                  <a:pt x="4904910" y="45963"/>
                </a:lnTo>
                <a:lnTo>
                  <a:pt x="4907012" y="45873"/>
                </a:lnTo>
                <a:lnTo>
                  <a:pt x="4909239" y="45842"/>
                </a:lnTo>
                <a:lnTo>
                  <a:pt x="4911170" y="45872"/>
                </a:lnTo>
                <a:lnTo>
                  <a:pt x="4912968" y="45959"/>
                </a:lnTo>
                <a:lnTo>
                  <a:pt x="4914637" y="46101"/>
                </a:lnTo>
                <a:lnTo>
                  <a:pt x="4916182" y="46294"/>
                </a:lnTo>
                <a:lnTo>
                  <a:pt x="4917608" y="46536"/>
                </a:lnTo>
                <a:lnTo>
                  <a:pt x="4918920" y="46825"/>
                </a:lnTo>
                <a:lnTo>
                  <a:pt x="4920122" y="47157"/>
                </a:lnTo>
                <a:lnTo>
                  <a:pt x="4921220" y="47529"/>
                </a:lnTo>
                <a:lnTo>
                  <a:pt x="4922218" y="47938"/>
                </a:lnTo>
                <a:lnTo>
                  <a:pt x="4923121" y="48383"/>
                </a:lnTo>
                <a:lnTo>
                  <a:pt x="4923934" y="48859"/>
                </a:lnTo>
                <a:lnTo>
                  <a:pt x="4924662" y="49364"/>
                </a:lnTo>
                <a:lnTo>
                  <a:pt x="4925309" y="49895"/>
                </a:lnTo>
                <a:lnTo>
                  <a:pt x="4925882" y="50450"/>
                </a:lnTo>
                <a:lnTo>
                  <a:pt x="4926383" y="51024"/>
                </a:lnTo>
                <a:lnTo>
                  <a:pt x="4926819" y="51617"/>
                </a:lnTo>
                <a:lnTo>
                  <a:pt x="4927194" y="52224"/>
                </a:lnTo>
                <a:lnTo>
                  <a:pt x="4927512" y="52843"/>
                </a:lnTo>
                <a:lnTo>
                  <a:pt x="4927780" y="53471"/>
                </a:lnTo>
                <a:lnTo>
                  <a:pt x="4928001" y="54106"/>
                </a:lnTo>
                <a:lnTo>
                  <a:pt x="4928181" y="54743"/>
                </a:lnTo>
                <a:lnTo>
                  <a:pt x="4928324" y="55381"/>
                </a:lnTo>
                <a:lnTo>
                  <a:pt x="4928435" y="56017"/>
                </a:lnTo>
                <a:lnTo>
                  <a:pt x="4928519" y="56648"/>
                </a:lnTo>
                <a:lnTo>
                  <a:pt x="4928545" y="57058"/>
                </a:lnTo>
                <a:lnTo>
                  <a:pt x="4928574" y="57467"/>
                </a:lnTo>
                <a:lnTo>
                  <a:pt x="4928611" y="57873"/>
                </a:lnTo>
                <a:lnTo>
                  <a:pt x="4928656" y="58274"/>
                </a:lnTo>
                <a:lnTo>
                  <a:pt x="4928713" y="58670"/>
                </a:lnTo>
                <a:lnTo>
                  <a:pt x="4928783" y="59059"/>
                </a:lnTo>
                <a:lnTo>
                  <a:pt x="4928870" y="59439"/>
                </a:lnTo>
                <a:lnTo>
                  <a:pt x="4928975" y="59809"/>
                </a:lnTo>
                <a:lnTo>
                  <a:pt x="4929101" y="60167"/>
                </a:lnTo>
                <a:lnTo>
                  <a:pt x="4929250" y="60513"/>
                </a:lnTo>
                <a:lnTo>
                  <a:pt x="4929424" y="60845"/>
                </a:lnTo>
                <a:lnTo>
                  <a:pt x="4929626" y="61161"/>
                </a:lnTo>
                <a:lnTo>
                  <a:pt x="4929859" y="61460"/>
                </a:lnTo>
                <a:lnTo>
                  <a:pt x="4930124" y="61740"/>
                </a:lnTo>
                <a:lnTo>
                  <a:pt x="4930423" y="62000"/>
                </a:lnTo>
                <a:lnTo>
                  <a:pt x="4930760" y="62239"/>
                </a:lnTo>
                <a:lnTo>
                  <a:pt x="4931136" y="62456"/>
                </a:lnTo>
                <a:lnTo>
                  <a:pt x="4931554" y="62648"/>
                </a:lnTo>
                <a:lnTo>
                  <a:pt x="4932017" y="62814"/>
                </a:lnTo>
                <a:lnTo>
                  <a:pt x="4932526" y="62953"/>
                </a:lnTo>
                <a:lnTo>
                  <a:pt x="4933083" y="63064"/>
                </a:lnTo>
                <a:lnTo>
                  <a:pt x="4933692" y="63145"/>
                </a:lnTo>
                <a:lnTo>
                  <a:pt x="4934355" y="63195"/>
                </a:lnTo>
                <a:lnTo>
                  <a:pt x="4935074" y="63211"/>
                </a:lnTo>
                <a:lnTo>
                  <a:pt x="4935882" y="63191"/>
                </a:lnTo>
                <a:lnTo>
                  <a:pt x="4936624" y="63129"/>
                </a:lnTo>
                <a:lnTo>
                  <a:pt x="4937301" y="63030"/>
                </a:lnTo>
                <a:lnTo>
                  <a:pt x="4937917" y="62893"/>
                </a:lnTo>
                <a:lnTo>
                  <a:pt x="4938474" y="62722"/>
                </a:lnTo>
                <a:lnTo>
                  <a:pt x="4938975" y="62518"/>
                </a:lnTo>
                <a:lnTo>
                  <a:pt x="4939424" y="62282"/>
                </a:lnTo>
                <a:lnTo>
                  <a:pt x="4939822" y="62017"/>
                </a:lnTo>
                <a:lnTo>
                  <a:pt x="4940174" y="61725"/>
                </a:lnTo>
                <a:lnTo>
                  <a:pt x="4940482" y="61407"/>
                </a:lnTo>
                <a:lnTo>
                  <a:pt x="4940749" y="61066"/>
                </a:lnTo>
                <a:lnTo>
                  <a:pt x="4940978" y="60702"/>
                </a:lnTo>
                <a:lnTo>
                  <a:pt x="4941172" y="60318"/>
                </a:lnTo>
                <a:lnTo>
                  <a:pt x="4941334" y="59916"/>
                </a:lnTo>
                <a:lnTo>
                  <a:pt x="4941466" y="59498"/>
                </a:lnTo>
                <a:lnTo>
                  <a:pt x="4941572" y="59065"/>
                </a:lnTo>
                <a:lnTo>
                  <a:pt x="4941655" y="58619"/>
                </a:lnTo>
                <a:lnTo>
                  <a:pt x="4941717" y="58162"/>
                </a:lnTo>
                <a:lnTo>
                  <a:pt x="4941761" y="57697"/>
                </a:lnTo>
                <a:lnTo>
                  <a:pt x="4941791" y="57224"/>
                </a:lnTo>
                <a:lnTo>
                  <a:pt x="4941809" y="56746"/>
                </a:lnTo>
                <a:lnTo>
                  <a:pt x="4941818" y="56264"/>
                </a:lnTo>
                <a:lnTo>
                  <a:pt x="4941821" y="55781"/>
                </a:lnTo>
                <a:lnTo>
                  <a:pt x="4941822" y="55297"/>
                </a:lnTo>
                <a:lnTo>
                  <a:pt x="4941822" y="41985"/>
                </a:lnTo>
                <a:lnTo>
                  <a:pt x="4941822" y="41591"/>
                </a:lnTo>
                <a:lnTo>
                  <a:pt x="4941819" y="41182"/>
                </a:lnTo>
                <a:lnTo>
                  <a:pt x="4941811" y="40760"/>
                </a:lnTo>
                <a:lnTo>
                  <a:pt x="4941795" y="40329"/>
                </a:lnTo>
                <a:lnTo>
                  <a:pt x="4941770" y="39891"/>
                </a:lnTo>
                <a:lnTo>
                  <a:pt x="4941732" y="39449"/>
                </a:lnTo>
                <a:lnTo>
                  <a:pt x="4941678" y="39006"/>
                </a:lnTo>
                <a:lnTo>
                  <a:pt x="4941608" y="38565"/>
                </a:lnTo>
                <a:lnTo>
                  <a:pt x="4941517" y="38129"/>
                </a:lnTo>
                <a:lnTo>
                  <a:pt x="4941403" y="37700"/>
                </a:lnTo>
                <a:lnTo>
                  <a:pt x="4941265" y="37282"/>
                </a:lnTo>
                <a:lnTo>
                  <a:pt x="4941099" y="36876"/>
                </a:lnTo>
                <a:lnTo>
                  <a:pt x="4940902" y="36487"/>
                </a:lnTo>
                <a:lnTo>
                  <a:pt x="4940673" y="36117"/>
                </a:lnTo>
                <a:lnTo>
                  <a:pt x="4940409" y="35768"/>
                </a:lnTo>
                <a:lnTo>
                  <a:pt x="4940107" y="35444"/>
                </a:lnTo>
                <a:lnTo>
                  <a:pt x="4939765" y="35148"/>
                </a:lnTo>
                <a:lnTo>
                  <a:pt x="4939381" y="34881"/>
                </a:lnTo>
                <a:lnTo>
                  <a:pt x="4938951" y="34648"/>
                </a:lnTo>
                <a:lnTo>
                  <a:pt x="4938473" y="34451"/>
                </a:lnTo>
                <a:lnTo>
                  <a:pt x="4937945" y="34293"/>
                </a:lnTo>
                <a:lnTo>
                  <a:pt x="4937365" y="34177"/>
                </a:lnTo>
                <a:lnTo>
                  <a:pt x="4936729" y="34105"/>
                </a:lnTo>
                <a:lnTo>
                  <a:pt x="4936035" y="34080"/>
                </a:lnTo>
                <a:lnTo>
                  <a:pt x="4935477" y="34094"/>
                </a:lnTo>
                <a:lnTo>
                  <a:pt x="4934958" y="34134"/>
                </a:lnTo>
                <a:lnTo>
                  <a:pt x="4934475" y="34199"/>
                </a:lnTo>
                <a:lnTo>
                  <a:pt x="4934028" y="34286"/>
                </a:lnTo>
                <a:lnTo>
                  <a:pt x="4933615" y="34395"/>
                </a:lnTo>
                <a:lnTo>
                  <a:pt x="4933235" y="34523"/>
                </a:lnTo>
                <a:lnTo>
                  <a:pt x="4932886" y="34669"/>
                </a:lnTo>
                <a:lnTo>
                  <a:pt x="4932566" y="34830"/>
                </a:lnTo>
                <a:lnTo>
                  <a:pt x="4932275" y="35006"/>
                </a:lnTo>
                <a:lnTo>
                  <a:pt x="4932010" y="35193"/>
                </a:lnTo>
                <a:lnTo>
                  <a:pt x="4931770" y="35392"/>
                </a:lnTo>
                <a:lnTo>
                  <a:pt x="4931554" y="35599"/>
                </a:lnTo>
                <a:lnTo>
                  <a:pt x="4931360" y="35813"/>
                </a:lnTo>
                <a:lnTo>
                  <a:pt x="4931186" y="36033"/>
                </a:lnTo>
                <a:lnTo>
                  <a:pt x="4931032" y="36256"/>
                </a:lnTo>
                <a:lnTo>
                  <a:pt x="4930895" y="36481"/>
                </a:lnTo>
                <a:lnTo>
                  <a:pt x="4930774" y="36705"/>
                </a:lnTo>
                <a:lnTo>
                  <a:pt x="4930668" y="36928"/>
                </a:lnTo>
                <a:lnTo>
                  <a:pt x="4930575" y="37148"/>
                </a:lnTo>
                <a:lnTo>
                  <a:pt x="4930493" y="37362"/>
                </a:lnTo>
                <a:lnTo>
                  <a:pt x="4930421" y="37569"/>
                </a:lnTo>
                <a:lnTo>
                  <a:pt x="4930358" y="37768"/>
                </a:lnTo>
                <a:lnTo>
                  <a:pt x="4930302" y="37955"/>
                </a:lnTo>
                <a:lnTo>
                  <a:pt x="4930252" y="38131"/>
                </a:lnTo>
                <a:lnTo>
                  <a:pt x="4929192" y="37645"/>
                </a:lnTo>
                <a:lnTo>
                  <a:pt x="4928134" y="37200"/>
                </a:lnTo>
                <a:lnTo>
                  <a:pt x="4927081" y="36794"/>
                </a:lnTo>
                <a:lnTo>
                  <a:pt x="4926033" y="36424"/>
                </a:lnTo>
                <a:lnTo>
                  <a:pt x="4924994" y="36090"/>
                </a:lnTo>
                <a:lnTo>
                  <a:pt x="4923966" y="35789"/>
                </a:lnTo>
                <a:lnTo>
                  <a:pt x="4922950" y="35520"/>
                </a:lnTo>
                <a:lnTo>
                  <a:pt x="4921949" y="35280"/>
                </a:lnTo>
                <a:lnTo>
                  <a:pt x="4920964" y="35069"/>
                </a:lnTo>
                <a:lnTo>
                  <a:pt x="4919998" y="34884"/>
                </a:lnTo>
                <a:lnTo>
                  <a:pt x="4919053" y="34724"/>
                </a:lnTo>
                <a:lnTo>
                  <a:pt x="4918131" y="34586"/>
                </a:lnTo>
                <a:lnTo>
                  <a:pt x="4917234" y="34470"/>
                </a:lnTo>
                <a:lnTo>
                  <a:pt x="4916365" y="34373"/>
                </a:lnTo>
                <a:lnTo>
                  <a:pt x="4915524" y="34294"/>
                </a:lnTo>
                <a:lnTo>
                  <a:pt x="4914715" y="34230"/>
                </a:lnTo>
                <a:lnTo>
                  <a:pt x="4913940" y="34180"/>
                </a:lnTo>
                <a:lnTo>
                  <a:pt x="4913200" y="34143"/>
                </a:lnTo>
                <a:lnTo>
                  <a:pt x="4912498" y="34117"/>
                </a:lnTo>
                <a:lnTo>
                  <a:pt x="4911835" y="34099"/>
                </a:lnTo>
                <a:lnTo>
                  <a:pt x="4911214" y="34088"/>
                </a:lnTo>
                <a:lnTo>
                  <a:pt x="4910638" y="34082"/>
                </a:lnTo>
                <a:lnTo>
                  <a:pt x="4910107" y="34080"/>
                </a:lnTo>
                <a:lnTo>
                  <a:pt x="4909624" y="34080"/>
                </a:lnTo>
                <a:lnTo>
                  <a:pt x="4905742" y="34160"/>
                </a:lnTo>
                <a:lnTo>
                  <a:pt x="4902140" y="34395"/>
                </a:lnTo>
                <a:lnTo>
                  <a:pt x="4898806" y="34773"/>
                </a:lnTo>
                <a:lnTo>
                  <a:pt x="4895731" y="35284"/>
                </a:lnTo>
                <a:lnTo>
                  <a:pt x="4892905" y="35916"/>
                </a:lnTo>
                <a:lnTo>
                  <a:pt x="4890317" y="36660"/>
                </a:lnTo>
                <a:lnTo>
                  <a:pt x="4887958" y="37504"/>
                </a:lnTo>
                <a:lnTo>
                  <a:pt x="4885817" y="38438"/>
                </a:lnTo>
                <a:lnTo>
                  <a:pt x="4883885" y="39451"/>
                </a:lnTo>
                <a:lnTo>
                  <a:pt x="4882150" y="40532"/>
                </a:lnTo>
                <a:lnTo>
                  <a:pt x="4880603" y="41671"/>
                </a:lnTo>
                <a:lnTo>
                  <a:pt x="4879235" y="42856"/>
                </a:lnTo>
                <a:lnTo>
                  <a:pt x="4878034" y="44078"/>
                </a:lnTo>
                <a:lnTo>
                  <a:pt x="4876990" y="45325"/>
                </a:lnTo>
                <a:lnTo>
                  <a:pt x="4876094" y="46587"/>
                </a:lnTo>
                <a:lnTo>
                  <a:pt x="4875335" y="47854"/>
                </a:lnTo>
                <a:lnTo>
                  <a:pt x="4874704" y="49113"/>
                </a:lnTo>
                <a:lnTo>
                  <a:pt x="4874189" y="50355"/>
                </a:lnTo>
                <a:lnTo>
                  <a:pt x="4873782" y="51569"/>
                </a:lnTo>
                <a:lnTo>
                  <a:pt x="4873471" y="52744"/>
                </a:lnTo>
                <a:lnTo>
                  <a:pt x="4873247" y="53870"/>
                </a:lnTo>
                <a:lnTo>
                  <a:pt x="4873099" y="54935"/>
                </a:lnTo>
                <a:lnTo>
                  <a:pt x="4873018" y="55929"/>
                </a:lnTo>
                <a:lnTo>
                  <a:pt x="4872993" y="56842"/>
                </a:lnTo>
                <a:lnTo>
                  <a:pt x="4873097" y="58987"/>
                </a:lnTo>
                <a:lnTo>
                  <a:pt x="4873402" y="60987"/>
                </a:lnTo>
                <a:lnTo>
                  <a:pt x="4873898" y="62849"/>
                </a:lnTo>
                <a:lnTo>
                  <a:pt x="4874575" y="64578"/>
                </a:lnTo>
                <a:lnTo>
                  <a:pt x="4875423" y="66180"/>
                </a:lnTo>
                <a:lnTo>
                  <a:pt x="4876433" y="67661"/>
                </a:lnTo>
                <a:lnTo>
                  <a:pt x="4877595" y="69028"/>
                </a:lnTo>
                <a:lnTo>
                  <a:pt x="4878898" y="70287"/>
                </a:lnTo>
                <a:lnTo>
                  <a:pt x="4880334" y="71443"/>
                </a:lnTo>
                <a:lnTo>
                  <a:pt x="4881891" y="72502"/>
                </a:lnTo>
                <a:lnTo>
                  <a:pt x="4883560" y="73471"/>
                </a:lnTo>
                <a:lnTo>
                  <a:pt x="4885332" y="74355"/>
                </a:lnTo>
                <a:lnTo>
                  <a:pt x="4887196" y="75161"/>
                </a:lnTo>
                <a:lnTo>
                  <a:pt x="4889142" y="75895"/>
                </a:lnTo>
                <a:lnTo>
                  <a:pt x="4891162" y="76562"/>
                </a:lnTo>
                <a:lnTo>
                  <a:pt x="4893244" y="77169"/>
                </a:lnTo>
                <a:lnTo>
                  <a:pt x="4895378" y="77722"/>
                </a:lnTo>
                <a:lnTo>
                  <a:pt x="4897556" y="78227"/>
                </a:lnTo>
                <a:lnTo>
                  <a:pt x="4899767" y="78689"/>
                </a:lnTo>
                <a:lnTo>
                  <a:pt x="4902002" y="79115"/>
                </a:lnTo>
                <a:lnTo>
                  <a:pt x="4904250" y="79511"/>
                </a:lnTo>
                <a:lnTo>
                  <a:pt x="4906501" y="79883"/>
                </a:lnTo>
                <a:lnTo>
                  <a:pt x="4908746" y="80236"/>
                </a:lnTo>
                <a:lnTo>
                  <a:pt x="4910975" y="80578"/>
                </a:lnTo>
                <a:lnTo>
                  <a:pt x="4912185" y="80776"/>
                </a:lnTo>
                <a:lnTo>
                  <a:pt x="4913448" y="80988"/>
                </a:lnTo>
                <a:lnTo>
                  <a:pt x="4914755" y="81216"/>
                </a:lnTo>
                <a:lnTo>
                  <a:pt x="4916097" y="81462"/>
                </a:lnTo>
                <a:lnTo>
                  <a:pt x="4917463" y="81730"/>
                </a:lnTo>
                <a:lnTo>
                  <a:pt x="4918845" y="82023"/>
                </a:lnTo>
                <a:lnTo>
                  <a:pt x="4920234" y="82343"/>
                </a:lnTo>
                <a:lnTo>
                  <a:pt x="4921620" y="82694"/>
                </a:lnTo>
                <a:lnTo>
                  <a:pt x="4922995" y="83079"/>
                </a:lnTo>
                <a:lnTo>
                  <a:pt x="4924347" y="83500"/>
                </a:lnTo>
                <a:lnTo>
                  <a:pt x="4925669" y="83960"/>
                </a:lnTo>
                <a:lnTo>
                  <a:pt x="4926952" y="84462"/>
                </a:lnTo>
                <a:lnTo>
                  <a:pt x="4928185" y="85010"/>
                </a:lnTo>
                <a:lnTo>
                  <a:pt x="4929359" y="85606"/>
                </a:lnTo>
                <a:lnTo>
                  <a:pt x="4930466" y="86253"/>
                </a:lnTo>
                <a:lnTo>
                  <a:pt x="4931496" y="86954"/>
                </a:lnTo>
                <a:lnTo>
                  <a:pt x="4932439" y="87712"/>
                </a:lnTo>
                <a:lnTo>
                  <a:pt x="4933287" y="88530"/>
                </a:lnTo>
                <a:lnTo>
                  <a:pt x="4934029" y="89411"/>
                </a:lnTo>
                <a:lnTo>
                  <a:pt x="4934658" y="90357"/>
                </a:lnTo>
                <a:lnTo>
                  <a:pt x="4935163" y="91372"/>
                </a:lnTo>
                <a:lnTo>
                  <a:pt x="4935535" y="92459"/>
                </a:lnTo>
                <a:lnTo>
                  <a:pt x="4935765" y="93620"/>
                </a:lnTo>
                <a:lnTo>
                  <a:pt x="4935844" y="94858"/>
                </a:lnTo>
                <a:lnTo>
                  <a:pt x="4935807" y="95746"/>
                </a:lnTo>
                <a:lnTo>
                  <a:pt x="4935694" y="96624"/>
                </a:lnTo>
                <a:lnTo>
                  <a:pt x="4935503" y="97489"/>
                </a:lnTo>
                <a:lnTo>
                  <a:pt x="4935235" y="98338"/>
                </a:lnTo>
                <a:lnTo>
                  <a:pt x="4934886" y="99170"/>
                </a:lnTo>
                <a:lnTo>
                  <a:pt x="4934455" y="99981"/>
                </a:lnTo>
                <a:lnTo>
                  <a:pt x="4933942" y="100770"/>
                </a:lnTo>
                <a:lnTo>
                  <a:pt x="4933345" y="101534"/>
                </a:lnTo>
                <a:lnTo>
                  <a:pt x="4932662" y="102271"/>
                </a:lnTo>
                <a:lnTo>
                  <a:pt x="4931892" y="102977"/>
                </a:lnTo>
                <a:lnTo>
                  <a:pt x="4931033" y="103651"/>
                </a:lnTo>
                <a:lnTo>
                  <a:pt x="4930084" y="104291"/>
                </a:lnTo>
                <a:lnTo>
                  <a:pt x="4929044" y="104893"/>
                </a:lnTo>
                <a:lnTo>
                  <a:pt x="4927911" y="105455"/>
                </a:lnTo>
                <a:lnTo>
                  <a:pt x="4926684" y="105976"/>
                </a:lnTo>
                <a:lnTo>
                  <a:pt x="4925362" y="106452"/>
                </a:lnTo>
                <a:lnTo>
                  <a:pt x="4923942" y="106881"/>
                </a:lnTo>
                <a:lnTo>
                  <a:pt x="4922423" y="107261"/>
                </a:lnTo>
                <a:lnTo>
                  <a:pt x="4920805" y="107589"/>
                </a:lnTo>
                <a:lnTo>
                  <a:pt x="4919086" y="107863"/>
                </a:lnTo>
                <a:lnTo>
                  <a:pt x="4917263" y="108080"/>
                </a:lnTo>
                <a:lnTo>
                  <a:pt x="4915337" y="108238"/>
                </a:lnTo>
                <a:lnTo>
                  <a:pt x="4913305" y="108335"/>
                </a:lnTo>
                <a:lnTo>
                  <a:pt x="4911166" y="108368"/>
                </a:lnTo>
                <a:lnTo>
                  <a:pt x="4910025" y="108356"/>
                </a:lnTo>
                <a:lnTo>
                  <a:pt x="4908869" y="108317"/>
                </a:lnTo>
                <a:lnTo>
                  <a:pt x="4907702" y="108247"/>
                </a:lnTo>
                <a:lnTo>
                  <a:pt x="4906526" y="108141"/>
                </a:lnTo>
                <a:lnTo>
                  <a:pt x="4905347" y="107994"/>
                </a:lnTo>
                <a:lnTo>
                  <a:pt x="4904165" y="107801"/>
                </a:lnTo>
                <a:lnTo>
                  <a:pt x="4902986" y="107558"/>
                </a:lnTo>
                <a:lnTo>
                  <a:pt x="4901812" y="107260"/>
                </a:lnTo>
                <a:lnTo>
                  <a:pt x="4900647" y="106902"/>
                </a:lnTo>
                <a:lnTo>
                  <a:pt x="4899494" y="106480"/>
                </a:lnTo>
                <a:lnTo>
                  <a:pt x="4898356" y="105989"/>
                </a:lnTo>
                <a:lnTo>
                  <a:pt x="4897237" y="105424"/>
                </a:lnTo>
                <a:lnTo>
                  <a:pt x="4896140" y="104781"/>
                </a:lnTo>
                <a:lnTo>
                  <a:pt x="4895069" y="104055"/>
                </a:lnTo>
                <a:lnTo>
                  <a:pt x="4894026" y="103241"/>
                </a:lnTo>
                <a:lnTo>
                  <a:pt x="4893016" y="102335"/>
                </a:lnTo>
                <a:lnTo>
                  <a:pt x="4892041" y="101331"/>
                </a:lnTo>
                <a:lnTo>
                  <a:pt x="4891104" y="100226"/>
                </a:lnTo>
                <a:lnTo>
                  <a:pt x="4890210" y="99014"/>
                </a:lnTo>
                <a:lnTo>
                  <a:pt x="4889362" y="97691"/>
                </a:lnTo>
                <a:lnTo>
                  <a:pt x="4888562" y="96252"/>
                </a:lnTo>
                <a:lnTo>
                  <a:pt x="4887815" y="94692"/>
                </a:lnTo>
                <a:lnTo>
                  <a:pt x="4887123" y="93007"/>
                </a:lnTo>
                <a:lnTo>
                  <a:pt x="4886490" y="91193"/>
                </a:lnTo>
                <a:lnTo>
                  <a:pt x="4886370" y="90765"/>
                </a:lnTo>
                <a:lnTo>
                  <a:pt x="4886250" y="90353"/>
                </a:lnTo>
                <a:lnTo>
                  <a:pt x="4886129" y="89955"/>
                </a:lnTo>
                <a:lnTo>
                  <a:pt x="4886003" y="89572"/>
                </a:lnTo>
                <a:lnTo>
                  <a:pt x="4885872" y="89204"/>
                </a:lnTo>
                <a:lnTo>
                  <a:pt x="4885734" y="88852"/>
                </a:lnTo>
                <a:lnTo>
                  <a:pt x="4885585" y="88517"/>
                </a:lnTo>
                <a:lnTo>
                  <a:pt x="4885426" y="88198"/>
                </a:lnTo>
                <a:lnTo>
                  <a:pt x="4885253" y="87895"/>
                </a:lnTo>
                <a:lnTo>
                  <a:pt x="4885064" y="87610"/>
                </a:lnTo>
                <a:lnTo>
                  <a:pt x="4884859" y="87342"/>
                </a:lnTo>
                <a:lnTo>
                  <a:pt x="4884634" y="87092"/>
                </a:lnTo>
                <a:lnTo>
                  <a:pt x="4884388" y="86860"/>
                </a:lnTo>
                <a:lnTo>
                  <a:pt x="4884119" y="86646"/>
                </a:lnTo>
                <a:lnTo>
                  <a:pt x="4883825" y="86451"/>
                </a:lnTo>
                <a:lnTo>
                  <a:pt x="4883505" y="86276"/>
                </a:lnTo>
                <a:lnTo>
                  <a:pt x="4883155" y="86119"/>
                </a:lnTo>
                <a:lnTo>
                  <a:pt x="4882775" y="85983"/>
                </a:lnTo>
                <a:lnTo>
                  <a:pt x="4882362" y="85866"/>
                </a:lnTo>
                <a:lnTo>
                  <a:pt x="4881915" y="85770"/>
                </a:lnTo>
                <a:lnTo>
                  <a:pt x="4881431" y="85695"/>
                </a:lnTo>
                <a:lnTo>
                  <a:pt x="4880909" y="85641"/>
                </a:lnTo>
                <a:lnTo>
                  <a:pt x="4880347" y="85608"/>
                </a:lnTo>
                <a:lnTo>
                  <a:pt x="4879742" y="85597"/>
                </a:lnTo>
                <a:lnTo>
                  <a:pt x="4878933" y="85618"/>
                </a:lnTo>
                <a:lnTo>
                  <a:pt x="4878191" y="85679"/>
                </a:lnTo>
                <a:lnTo>
                  <a:pt x="4877514" y="85779"/>
                </a:lnTo>
                <a:lnTo>
                  <a:pt x="4876899" y="85915"/>
                </a:lnTo>
                <a:lnTo>
                  <a:pt x="4876342" y="86086"/>
                </a:lnTo>
                <a:lnTo>
                  <a:pt x="4875840" y="86290"/>
                </a:lnTo>
                <a:lnTo>
                  <a:pt x="4875392" y="86526"/>
                </a:lnTo>
                <a:lnTo>
                  <a:pt x="4874993" y="86790"/>
                </a:lnTo>
                <a:lnTo>
                  <a:pt x="4874641" y="87082"/>
                </a:lnTo>
                <a:lnTo>
                  <a:pt x="4874333" y="87400"/>
                </a:lnTo>
                <a:lnTo>
                  <a:pt x="4874066" y="87742"/>
                </a:lnTo>
                <a:lnTo>
                  <a:pt x="4873837" y="88105"/>
                </a:lnTo>
                <a:lnTo>
                  <a:pt x="4873643" y="88489"/>
                </a:lnTo>
                <a:lnTo>
                  <a:pt x="4873481" y="88890"/>
                </a:lnTo>
                <a:lnTo>
                  <a:pt x="4873349" y="89309"/>
                </a:lnTo>
                <a:lnTo>
                  <a:pt x="4873243" y="89741"/>
                </a:lnTo>
                <a:lnTo>
                  <a:pt x="4873161" y="90187"/>
                </a:lnTo>
                <a:lnTo>
                  <a:pt x="4873099" y="90643"/>
                </a:lnTo>
                <a:lnTo>
                  <a:pt x="4873054" y="91109"/>
                </a:lnTo>
                <a:lnTo>
                  <a:pt x="4873025" y="91582"/>
                </a:lnTo>
                <a:lnTo>
                  <a:pt x="4873007" y="92060"/>
                </a:lnTo>
                <a:lnTo>
                  <a:pt x="4872997" y="92541"/>
                </a:lnTo>
                <a:lnTo>
                  <a:pt x="4872994" y="93025"/>
                </a:lnTo>
                <a:lnTo>
                  <a:pt x="4872993" y="93508"/>
                </a:lnTo>
                <a:lnTo>
                  <a:pt x="4872993" y="112225"/>
                </a:lnTo>
                <a:lnTo>
                  <a:pt x="4872994" y="112619"/>
                </a:lnTo>
                <a:lnTo>
                  <a:pt x="4872997" y="113028"/>
                </a:lnTo>
                <a:lnTo>
                  <a:pt x="4873005" y="113450"/>
                </a:lnTo>
                <a:lnTo>
                  <a:pt x="4873020" y="113881"/>
                </a:lnTo>
                <a:lnTo>
                  <a:pt x="4873046" y="114319"/>
                </a:lnTo>
                <a:lnTo>
                  <a:pt x="4873084" y="114760"/>
                </a:lnTo>
                <a:lnTo>
                  <a:pt x="4873137" y="115203"/>
                </a:lnTo>
                <a:lnTo>
                  <a:pt x="4873208" y="115644"/>
                </a:lnTo>
                <a:lnTo>
                  <a:pt x="4873298" y="116080"/>
                </a:lnTo>
                <a:lnTo>
                  <a:pt x="4873412" y="116509"/>
                </a:lnTo>
                <a:lnTo>
                  <a:pt x="4873550" y="116927"/>
                </a:lnTo>
                <a:lnTo>
                  <a:pt x="4873716" y="117332"/>
                </a:lnTo>
                <a:lnTo>
                  <a:pt x="4873912" y="117721"/>
                </a:lnTo>
                <a:lnTo>
                  <a:pt x="4874141" y="118091"/>
                </a:lnTo>
                <a:lnTo>
                  <a:pt x="4874405" y="118440"/>
                </a:lnTo>
                <a:lnTo>
                  <a:pt x="4874707" y="118763"/>
                </a:lnTo>
                <a:lnTo>
                  <a:pt x="4875049" y="119060"/>
                </a:lnTo>
                <a:lnTo>
                  <a:pt x="4875433" y="119326"/>
                </a:lnTo>
                <a:lnTo>
                  <a:pt x="4875863" y="119559"/>
                </a:lnTo>
                <a:lnTo>
                  <a:pt x="4876340" y="119756"/>
                </a:lnTo>
                <a:lnTo>
                  <a:pt x="4876868" y="119914"/>
                </a:lnTo>
                <a:lnTo>
                  <a:pt x="4877448" y="120030"/>
                </a:lnTo>
                <a:lnTo>
                  <a:pt x="4878084" y="120102"/>
                </a:lnTo>
                <a:lnTo>
                  <a:pt x="4878777" y="120127"/>
                </a:lnTo>
                <a:lnTo>
                  <a:pt x="4879001" y="120125"/>
                </a:lnTo>
                <a:lnTo>
                  <a:pt x="4879238" y="120119"/>
                </a:lnTo>
                <a:lnTo>
                  <a:pt x="4879487" y="120105"/>
                </a:lnTo>
                <a:lnTo>
                  <a:pt x="4879747" y="120080"/>
                </a:lnTo>
                <a:lnTo>
                  <a:pt x="4880018" y="120041"/>
                </a:lnTo>
                <a:lnTo>
                  <a:pt x="4880299" y="119986"/>
                </a:lnTo>
                <a:lnTo>
                  <a:pt x="4880587" y="119911"/>
                </a:lnTo>
                <a:lnTo>
                  <a:pt x="4880884" y="119813"/>
                </a:lnTo>
                <a:lnTo>
                  <a:pt x="4881187" y="119690"/>
                </a:lnTo>
                <a:lnTo>
                  <a:pt x="4881496" y="119539"/>
                </a:lnTo>
                <a:lnTo>
                  <a:pt x="4881810" y="119356"/>
                </a:lnTo>
                <a:lnTo>
                  <a:pt x="4882128" y="119140"/>
                </a:lnTo>
                <a:lnTo>
                  <a:pt x="4882448" y="118886"/>
                </a:lnTo>
                <a:lnTo>
                  <a:pt x="4882771" y="118592"/>
                </a:lnTo>
                <a:lnTo>
                  <a:pt x="4883095" y="118254"/>
                </a:lnTo>
                <a:lnTo>
                  <a:pt x="4883419" y="117871"/>
                </a:lnTo>
                <a:lnTo>
                  <a:pt x="4883743" y="117440"/>
                </a:lnTo>
                <a:lnTo>
                  <a:pt x="4884065" y="116956"/>
                </a:lnTo>
                <a:lnTo>
                  <a:pt x="4884384" y="116417"/>
                </a:lnTo>
                <a:lnTo>
                  <a:pt x="4884700" y="115821"/>
                </a:lnTo>
                <a:lnTo>
                  <a:pt x="4885011" y="115165"/>
                </a:lnTo>
                <a:lnTo>
                  <a:pt x="4885318" y="114444"/>
                </a:lnTo>
                <a:lnTo>
                  <a:pt x="4885618" y="113658"/>
                </a:lnTo>
                <a:lnTo>
                  <a:pt x="4885911" y="112801"/>
                </a:lnTo>
                <a:lnTo>
                  <a:pt x="4887095" y="113635"/>
                </a:lnTo>
                <a:lnTo>
                  <a:pt x="4888285" y="114403"/>
                </a:lnTo>
                <a:lnTo>
                  <a:pt x="4889478" y="115109"/>
                </a:lnTo>
                <a:lnTo>
                  <a:pt x="4890672" y="115754"/>
                </a:lnTo>
                <a:lnTo>
                  <a:pt x="4891865" y="116341"/>
                </a:lnTo>
                <a:lnTo>
                  <a:pt x="4893053" y="116874"/>
                </a:lnTo>
                <a:lnTo>
                  <a:pt x="4894235" y="117354"/>
                </a:lnTo>
                <a:lnTo>
                  <a:pt x="4895407" y="117785"/>
                </a:lnTo>
                <a:lnTo>
                  <a:pt x="4896569" y="118169"/>
                </a:lnTo>
                <a:lnTo>
                  <a:pt x="4897716" y="118509"/>
                </a:lnTo>
                <a:lnTo>
                  <a:pt x="4898848" y="118807"/>
                </a:lnTo>
                <a:lnTo>
                  <a:pt x="4899961" y="119067"/>
                </a:lnTo>
                <a:lnTo>
                  <a:pt x="4901052" y="119290"/>
                </a:lnTo>
                <a:lnTo>
                  <a:pt x="4902120" y="119480"/>
                </a:lnTo>
                <a:lnTo>
                  <a:pt x="4903163" y="119639"/>
                </a:lnTo>
                <a:lnTo>
                  <a:pt x="4904176" y="119770"/>
                </a:lnTo>
                <a:lnTo>
                  <a:pt x="4905159" y="119876"/>
                </a:lnTo>
                <a:lnTo>
                  <a:pt x="4906109" y="119958"/>
                </a:lnTo>
                <a:lnTo>
                  <a:pt x="4907023" y="120021"/>
                </a:lnTo>
                <a:lnTo>
                  <a:pt x="4907900" y="120066"/>
                </a:lnTo>
                <a:lnTo>
                  <a:pt x="4908735" y="120097"/>
                </a:lnTo>
                <a:lnTo>
                  <a:pt x="4909528" y="120115"/>
                </a:lnTo>
                <a:lnTo>
                  <a:pt x="4910275" y="120124"/>
                </a:lnTo>
                <a:lnTo>
                  <a:pt x="4910975" y="120127"/>
                </a:lnTo>
                <a:lnTo>
                  <a:pt x="4914657" y="120045"/>
                </a:lnTo>
                <a:lnTo>
                  <a:pt x="4918094" y="119807"/>
                </a:lnTo>
                <a:lnTo>
                  <a:pt x="4921294" y="119421"/>
                </a:lnTo>
                <a:lnTo>
                  <a:pt x="4924264" y="118899"/>
                </a:lnTo>
                <a:lnTo>
                  <a:pt x="4927013" y="118249"/>
                </a:lnTo>
                <a:lnTo>
                  <a:pt x="4929548" y="117482"/>
                </a:lnTo>
                <a:lnTo>
                  <a:pt x="4931877" y="116607"/>
                </a:lnTo>
                <a:lnTo>
                  <a:pt x="4934009" y="115635"/>
                </a:lnTo>
                <a:lnTo>
                  <a:pt x="4935950" y="114575"/>
                </a:lnTo>
                <a:lnTo>
                  <a:pt x="4937709" y="113437"/>
                </a:lnTo>
                <a:lnTo>
                  <a:pt x="4939294" y="112231"/>
                </a:lnTo>
                <a:lnTo>
                  <a:pt x="4940712" y="110967"/>
                </a:lnTo>
                <a:lnTo>
                  <a:pt x="4941972" y="109654"/>
                </a:lnTo>
                <a:lnTo>
                  <a:pt x="4943081" y="108304"/>
                </a:lnTo>
                <a:lnTo>
                  <a:pt x="4944046" y="106925"/>
                </a:lnTo>
                <a:lnTo>
                  <a:pt x="4944877" y="105527"/>
                </a:lnTo>
                <a:lnTo>
                  <a:pt x="4945581" y="104120"/>
                </a:lnTo>
                <a:lnTo>
                  <a:pt x="4946165" y="102715"/>
                </a:lnTo>
                <a:lnTo>
                  <a:pt x="4946638" y="101320"/>
                </a:lnTo>
                <a:lnTo>
                  <a:pt x="4947007" y="99947"/>
                </a:lnTo>
                <a:lnTo>
                  <a:pt x="4947281" y="98604"/>
                </a:lnTo>
                <a:lnTo>
                  <a:pt x="4947466" y="97302"/>
                </a:lnTo>
                <a:lnTo>
                  <a:pt x="4947572" y="96050"/>
                </a:lnTo>
                <a:lnTo>
                  <a:pt x="4947605" y="94858"/>
                </a:lnTo>
                <a:lnTo>
                  <a:pt x="4947479" y="92432"/>
                </a:lnTo>
                <a:lnTo>
                  <a:pt x="4947113" y="90167"/>
                </a:lnTo>
                <a:lnTo>
                  <a:pt x="4946525" y="88058"/>
                </a:lnTo>
                <a:lnTo>
                  <a:pt x="4945734" y="86098"/>
                </a:lnTo>
                <a:lnTo>
                  <a:pt x="4944761" y="84283"/>
                </a:lnTo>
                <a:lnTo>
                  <a:pt x="4943623" y="82607"/>
                </a:lnTo>
                <a:lnTo>
                  <a:pt x="4942339" y="81064"/>
                </a:lnTo>
                <a:close/>
                <a:moveTo>
                  <a:pt x="5251322" y="94811"/>
                </a:moveTo>
                <a:lnTo>
                  <a:pt x="5251036" y="94451"/>
                </a:lnTo>
                <a:lnTo>
                  <a:pt x="5250721" y="94131"/>
                </a:lnTo>
                <a:lnTo>
                  <a:pt x="5250384" y="93849"/>
                </a:lnTo>
                <a:lnTo>
                  <a:pt x="5250027" y="93602"/>
                </a:lnTo>
                <a:lnTo>
                  <a:pt x="5249656" y="93388"/>
                </a:lnTo>
                <a:lnTo>
                  <a:pt x="5249274" y="93205"/>
                </a:lnTo>
                <a:lnTo>
                  <a:pt x="5248886" y="93049"/>
                </a:lnTo>
                <a:lnTo>
                  <a:pt x="5248497" y="92920"/>
                </a:lnTo>
                <a:lnTo>
                  <a:pt x="5248110" y="92814"/>
                </a:lnTo>
                <a:lnTo>
                  <a:pt x="5247731" y="92729"/>
                </a:lnTo>
                <a:lnTo>
                  <a:pt x="5247362" y="92662"/>
                </a:lnTo>
                <a:lnTo>
                  <a:pt x="5247010" y="92613"/>
                </a:lnTo>
                <a:lnTo>
                  <a:pt x="5246677" y="92577"/>
                </a:lnTo>
                <a:lnTo>
                  <a:pt x="5246369" y="92553"/>
                </a:lnTo>
                <a:lnTo>
                  <a:pt x="5246090" y="92539"/>
                </a:lnTo>
                <a:lnTo>
                  <a:pt x="5245843" y="92531"/>
                </a:lnTo>
                <a:lnTo>
                  <a:pt x="5245635" y="92529"/>
                </a:lnTo>
                <a:lnTo>
                  <a:pt x="5245468" y="92528"/>
                </a:lnTo>
                <a:lnTo>
                  <a:pt x="5245044" y="92531"/>
                </a:lnTo>
                <a:lnTo>
                  <a:pt x="5244639" y="92542"/>
                </a:lnTo>
                <a:lnTo>
                  <a:pt x="5244253" y="92560"/>
                </a:lnTo>
                <a:lnTo>
                  <a:pt x="5243885" y="92588"/>
                </a:lnTo>
                <a:lnTo>
                  <a:pt x="5243534" y="92626"/>
                </a:lnTo>
                <a:lnTo>
                  <a:pt x="5243199" y="92676"/>
                </a:lnTo>
                <a:lnTo>
                  <a:pt x="5242880" y="92738"/>
                </a:lnTo>
                <a:lnTo>
                  <a:pt x="5242575" y="92814"/>
                </a:lnTo>
                <a:lnTo>
                  <a:pt x="5242285" y="92905"/>
                </a:lnTo>
                <a:lnTo>
                  <a:pt x="5242008" y="93012"/>
                </a:lnTo>
                <a:lnTo>
                  <a:pt x="5241744" y="93135"/>
                </a:lnTo>
                <a:lnTo>
                  <a:pt x="5241491" y="93277"/>
                </a:lnTo>
                <a:lnTo>
                  <a:pt x="5241249" y="93438"/>
                </a:lnTo>
                <a:lnTo>
                  <a:pt x="5241018" y="93619"/>
                </a:lnTo>
                <a:lnTo>
                  <a:pt x="5240796" y="93821"/>
                </a:lnTo>
                <a:lnTo>
                  <a:pt x="5240583" y="94045"/>
                </a:lnTo>
                <a:lnTo>
                  <a:pt x="5240378" y="94294"/>
                </a:lnTo>
                <a:lnTo>
                  <a:pt x="5240181" y="94566"/>
                </a:lnTo>
                <a:lnTo>
                  <a:pt x="5239989" y="94865"/>
                </a:lnTo>
                <a:lnTo>
                  <a:pt x="5239804" y="95190"/>
                </a:lnTo>
                <a:lnTo>
                  <a:pt x="5239624" y="95543"/>
                </a:lnTo>
                <a:lnTo>
                  <a:pt x="5239447" y="95924"/>
                </a:lnTo>
                <a:lnTo>
                  <a:pt x="5239275" y="96336"/>
                </a:lnTo>
                <a:lnTo>
                  <a:pt x="5239105" y="96779"/>
                </a:lnTo>
                <a:lnTo>
                  <a:pt x="5238543" y="97967"/>
                </a:lnTo>
                <a:lnTo>
                  <a:pt x="5237922" y="99073"/>
                </a:lnTo>
                <a:lnTo>
                  <a:pt x="5237247" y="100100"/>
                </a:lnTo>
                <a:lnTo>
                  <a:pt x="5236522" y="101051"/>
                </a:lnTo>
                <a:lnTo>
                  <a:pt x="5235751" y="101929"/>
                </a:lnTo>
                <a:lnTo>
                  <a:pt x="5234941" y="102736"/>
                </a:lnTo>
                <a:lnTo>
                  <a:pt x="5234096" y="103476"/>
                </a:lnTo>
                <a:lnTo>
                  <a:pt x="5233221" y="104150"/>
                </a:lnTo>
                <a:lnTo>
                  <a:pt x="5232320" y="104763"/>
                </a:lnTo>
                <a:lnTo>
                  <a:pt x="5231398" y="105315"/>
                </a:lnTo>
                <a:lnTo>
                  <a:pt x="5230461" y="105811"/>
                </a:lnTo>
                <a:lnTo>
                  <a:pt x="5229513" y="106253"/>
                </a:lnTo>
                <a:lnTo>
                  <a:pt x="5228559" y="106644"/>
                </a:lnTo>
                <a:lnTo>
                  <a:pt x="5227603" y="106986"/>
                </a:lnTo>
                <a:lnTo>
                  <a:pt x="5226652" y="107282"/>
                </a:lnTo>
                <a:lnTo>
                  <a:pt x="5225709" y="107536"/>
                </a:lnTo>
                <a:lnTo>
                  <a:pt x="5224779" y="107749"/>
                </a:lnTo>
                <a:lnTo>
                  <a:pt x="5223868" y="107925"/>
                </a:lnTo>
                <a:lnTo>
                  <a:pt x="5222979" y="108067"/>
                </a:lnTo>
                <a:lnTo>
                  <a:pt x="5222119" y="108176"/>
                </a:lnTo>
                <a:lnTo>
                  <a:pt x="5221291" y="108256"/>
                </a:lnTo>
                <a:lnTo>
                  <a:pt x="5220501" y="108310"/>
                </a:lnTo>
                <a:lnTo>
                  <a:pt x="5219754" y="108341"/>
                </a:lnTo>
                <a:lnTo>
                  <a:pt x="5219054" y="108350"/>
                </a:lnTo>
                <a:lnTo>
                  <a:pt x="5217247" y="108300"/>
                </a:lnTo>
                <a:lnTo>
                  <a:pt x="5215446" y="108151"/>
                </a:lnTo>
                <a:lnTo>
                  <a:pt x="5213654" y="107903"/>
                </a:lnTo>
                <a:lnTo>
                  <a:pt x="5211877" y="107559"/>
                </a:lnTo>
                <a:lnTo>
                  <a:pt x="5210120" y="107119"/>
                </a:lnTo>
                <a:lnTo>
                  <a:pt x="5208387" y="106584"/>
                </a:lnTo>
                <a:lnTo>
                  <a:pt x="5206684" y="105956"/>
                </a:lnTo>
                <a:lnTo>
                  <a:pt x="5205016" y="105235"/>
                </a:lnTo>
                <a:lnTo>
                  <a:pt x="5203387" y="104424"/>
                </a:lnTo>
                <a:lnTo>
                  <a:pt x="5201803" y="103522"/>
                </a:lnTo>
                <a:lnTo>
                  <a:pt x="5200268" y="102531"/>
                </a:lnTo>
                <a:lnTo>
                  <a:pt x="5198787" y="101453"/>
                </a:lnTo>
                <a:lnTo>
                  <a:pt x="5197366" y="100288"/>
                </a:lnTo>
                <a:lnTo>
                  <a:pt x="5196008" y="99038"/>
                </a:lnTo>
                <a:lnTo>
                  <a:pt x="5194720" y="97703"/>
                </a:lnTo>
                <a:lnTo>
                  <a:pt x="5193506" y="96285"/>
                </a:lnTo>
                <a:lnTo>
                  <a:pt x="5192371" y="94786"/>
                </a:lnTo>
                <a:lnTo>
                  <a:pt x="5191319" y="93206"/>
                </a:lnTo>
                <a:lnTo>
                  <a:pt x="5190357" y="91546"/>
                </a:lnTo>
                <a:lnTo>
                  <a:pt x="5189488" y="89808"/>
                </a:lnTo>
                <a:lnTo>
                  <a:pt x="5188718" y="87992"/>
                </a:lnTo>
                <a:lnTo>
                  <a:pt x="5188052" y="86100"/>
                </a:lnTo>
                <a:lnTo>
                  <a:pt x="5187494" y="84134"/>
                </a:lnTo>
                <a:lnTo>
                  <a:pt x="5187050" y="82093"/>
                </a:lnTo>
                <a:lnTo>
                  <a:pt x="5244503" y="82093"/>
                </a:lnTo>
                <a:lnTo>
                  <a:pt x="5245007" y="82093"/>
                </a:lnTo>
                <a:lnTo>
                  <a:pt x="5245505" y="82089"/>
                </a:lnTo>
                <a:lnTo>
                  <a:pt x="5245996" y="82079"/>
                </a:lnTo>
                <a:lnTo>
                  <a:pt x="5246480" y="82060"/>
                </a:lnTo>
                <a:lnTo>
                  <a:pt x="5246953" y="82029"/>
                </a:lnTo>
                <a:lnTo>
                  <a:pt x="5247415" y="81982"/>
                </a:lnTo>
                <a:lnTo>
                  <a:pt x="5247865" y="81916"/>
                </a:lnTo>
                <a:lnTo>
                  <a:pt x="5248301" y="81829"/>
                </a:lnTo>
                <a:lnTo>
                  <a:pt x="5248721" y="81717"/>
                </a:lnTo>
                <a:lnTo>
                  <a:pt x="5249125" y="81577"/>
                </a:lnTo>
                <a:lnTo>
                  <a:pt x="5249510" y="81406"/>
                </a:lnTo>
                <a:lnTo>
                  <a:pt x="5249876" y="81202"/>
                </a:lnTo>
                <a:lnTo>
                  <a:pt x="5250221" y="80960"/>
                </a:lnTo>
                <a:lnTo>
                  <a:pt x="5250543" y="80677"/>
                </a:lnTo>
                <a:lnTo>
                  <a:pt x="5250841" y="80352"/>
                </a:lnTo>
                <a:lnTo>
                  <a:pt x="5251114" y="79980"/>
                </a:lnTo>
                <a:lnTo>
                  <a:pt x="5251360" y="79559"/>
                </a:lnTo>
                <a:lnTo>
                  <a:pt x="5251578" y="79084"/>
                </a:lnTo>
                <a:lnTo>
                  <a:pt x="5251766" y="78555"/>
                </a:lnTo>
                <a:lnTo>
                  <a:pt x="5251923" y="77966"/>
                </a:lnTo>
                <a:lnTo>
                  <a:pt x="5252048" y="77316"/>
                </a:lnTo>
                <a:lnTo>
                  <a:pt x="5252139" y="76600"/>
                </a:lnTo>
                <a:lnTo>
                  <a:pt x="5252195" y="75816"/>
                </a:lnTo>
                <a:lnTo>
                  <a:pt x="5252213" y="74962"/>
                </a:lnTo>
                <a:lnTo>
                  <a:pt x="5252149" y="72231"/>
                </a:lnTo>
                <a:lnTo>
                  <a:pt x="5251956" y="69539"/>
                </a:lnTo>
                <a:lnTo>
                  <a:pt x="5251634" y="66893"/>
                </a:lnTo>
                <a:lnTo>
                  <a:pt x="5251183" y="64300"/>
                </a:lnTo>
                <a:lnTo>
                  <a:pt x="5250603" y="61766"/>
                </a:lnTo>
                <a:lnTo>
                  <a:pt x="5249894" y="59299"/>
                </a:lnTo>
                <a:lnTo>
                  <a:pt x="5249055" y="56905"/>
                </a:lnTo>
                <a:lnTo>
                  <a:pt x="5248086" y="54591"/>
                </a:lnTo>
                <a:lnTo>
                  <a:pt x="5246988" y="52365"/>
                </a:lnTo>
                <a:lnTo>
                  <a:pt x="5245759" y="50232"/>
                </a:lnTo>
                <a:lnTo>
                  <a:pt x="5244401" y="48200"/>
                </a:lnTo>
                <a:lnTo>
                  <a:pt x="5242911" y="46276"/>
                </a:lnTo>
                <a:lnTo>
                  <a:pt x="5241292" y="44467"/>
                </a:lnTo>
                <a:lnTo>
                  <a:pt x="5239541" y="42778"/>
                </a:lnTo>
                <a:lnTo>
                  <a:pt x="5237660" y="41218"/>
                </a:lnTo>
                <a:lnTo>
                  <a:pt x="5235648" y="39793"/>
                </a:lnTo>
                <a:lnTo>
                  <a:pt x="5233504" y="38510"/>
                </a:lnTo>
                <a:lnTo>
                  <a:pt x="5231230" y="37376"/>
                </a:lnTo>
                <a:lnTo>
                  <a:pt x="5228823" y="36397"/>
                </a:lnTo>
                <a:lnTo>
                  <a:pt x="5226285" y="35581"/>
                </a:lnTo>
                <a:lnTo>
                  <a:pt x="5223615" y="34935"/>
                </a:lnTo>
                <a:lnTo>
                  <a:pt x="5220813" y="34464"/>
                </a:lnTo>
                <a:lnTo>
                  <a:pt x="5217878" y="34177"/>
                </a:lnTo>
                <a:lnTo>
                  <a:pt x="5214812" y="34080"/>
                </a:lnTo>
                <a:lnTo>
                  <a:pt x="5211968" y="34179"/>
                </a:lnTo>
                <a:lnTo>
                  <a:pt x="5209177" y="34473"/>
                </a:lnTo>
                <a:lnTo>
                  <a:pt x="5206444" y="34955"/>
                </a:lnTo>
                <a:lnTo>
                  <a:pt x="5203775" y="35618"/>
                </a:lnTo>
                <a:lnTo>
                  <a:pt x="5201177" y="36457"/>
                </a:lnTo>
                <a:lnTo>
                  <a:pt x="5198656" y="37464"/>
                </a:lnTo>
                <a:lnTo>
                  <a:pt x="5196218" y="38633"/>
                </a:lnTo>
                <a:lnTo>
                  <a:pt x="5193869" y="39958"/>
                </a:lnTo>
                <a:lnTo>
                  <a:pt x="5191614" y="41432"/>
                </a:lnTo>
                <a:lnTo>
                  <a:pt x="5189461" y="43050"/>
                </a:lnTo>
                <a:lnTo>
                  <a:pt x="5187416" y="44803"/>
                </a:lnTo>
                <a:lnTo>
                  <a:pt x="5185483" y="46687"/>
                </a:lnTo>
                <a:lnTo>
                  <a:pt x="5183670" y="48694"/>
                </a:lnTo>
                <a:lnTo>
                  <a:pt x="5181983" y="50818"/>
                </a:lnTo>
                <a:lnTo>
                  <a:pt x="5180428" y="53053"/>
                </a:lnTo>
                <a:lnTo>
                  <a:pt x="5179010" y="55392"/>
                </a:lnTo>
                <a:lnTo>
                  <a:pt x="5177736" y="57829"/>
                </a:lnTo>
                <a:lnTo>
                  <a:pt x="5176612" y="60357"/>
                </a:lnTo>
                <a:lnTo>
                  <a:pt x="5175645" y="62971"/>
                </a:lnTo>
                <a:lnTo>
                  <a:pt x="5174839" y="65662"/>
                </a:lnTo>
                <a:lnTo>
                  <a:pt x="5174202" y="68425"/>
                </a:lnTo>
                <a:lnTo>
                  <a:pt x="5173740" y="71254"/>
                </a:lnTo>
                <a:lnTo>
                  <a:pt x="5173458" y="74142"/>
                </a:lnTo>
                <a:lnTo>
                  <a:pt x="5173362" y="77083"/>
                </a:lnTo>
                <a:lnTo>
                  <a:pt x="5173463" y="80005"/>
                </a:lnTo>
                <a:lnTo>
                  <a:pt x="5173760" y="82878"/>
                </a:lnTo>
                <a:lnTo>
                  <a:pt x="5174247" y="85696"/>
                </a:lnTo>
                <a:lnTo>
                  <a:pt x="5174920" y="88451"/>
                </a:lnTo>
                <a:lnTo>
                  <a:pt x="5175770" y="91136"/>
                </a:lnTo>
                <a:lnTo>
                  <a:pt x="5176793" y="93746"/>
                </a:lnTo>
                <a:lnTo>
                  <a:pt x="5177982" y="96274"/>
                </a:lnTo>
                <a:lnTo>
                  <a:pt x="5179331" y="98712"/>
                </a:lnTo>
                <a:lnTo>
                  <a:pt x="5180835" y="101054"/>
                </a:lnTo>
                <a:lnTo>
                  <a:pt x="5182486" y="103294"/>
                </a:lnTo>
                <a:lnTo>
                  <a:pt x="5184278" y="105424"/>
                </a:lnTo>
                <a:lnTo>
                  <a:pt x="5186207" y="107439"/>
                </a:lnTo>
                <a:lnTo>
                  <a:pt x="5188265" y="109330"/>
                </a:lnTo>
                <a:lnTo>
                  <a:pt x="5190446" y="111092"/>
                </a:lnTo>
                <a:lnTo>
                  <a:pt x="5192745" y="112719"/>
                </a:lnTo>
                <a:lnTo>
                  <a:pt x="5195154" y="114202"/>
                </a:lnTo>
                <a:lnTo>
                  <a:pt x="5197669" y="115536"/>
                </a:lnTo>
                <a:lnTo>
                  <a:pt x="5200283" y="116714"/>
                </a:lnTo>
                <a:lnTo>
                  <a:pt x="5202990" y="117729"/>
                </a:lnTo>
                <a:lnTo>
                  <a:pt x="5205784" y="118574"/>
                </a:lnTo>
                <a:lnTo>
                  <a:pt x="5208658" y="119244"/>
                </a:lnTo>
                <a:lnTo>
                  <a:pt x="5211607" y="119730"/>
                </a:lnTo>
                <a:lnTo>
                  <a:pt x="5214624" y="120027"/>
                </a:lnTo>
                <a:lnTo>
                  <a:pt x="5217703" y="120127"/>
                </a:lnTo>
                <a:lnTo>
                  <a:pt x="5220800" y="120039"/>
                </a:lnTo>
                <a:lnTo>
                  <a:pt x="5223729" y="119783"/>
                </a:lnTo>
                <a:lnTo>
                  <a:pt x="5226493" y="119372"/>
                </a:lnTo>
                <a:lnTo>
                  <a:pt x="5229096" y="118819"/>
                </a:lnTo>
                <a:lnTo>
                  <a:pt x="5231542" y="118137"/>
                </a:lnTo>
                <a:lnTo>
                  <a:pt x="5233832" y="117339"/>
                </a:lnTo>
                <a:lnTo>
                  <a:pt x="5235971" y="116438"/>
                </a:lnTo>
                <a:lnTo>
                  <a:pt x="5237961" y="115447"/>
                </a:lnTo>
                <a:lnTo>
                  <a:pt x="5239806" y="114379"/>
                </a:lnTo>
                <a:lnTo>
                  <a:pt x="5241509" y="113247"/>
                </a:lnTo>
                <a:lnTo>
                  <a:pt x="5243074" y="112064"/>
                </a:lnTo>
                <a:lnTo>
                  <a:pt x="5244502" y="110843"/>
                </a:lnTo>
                <a:lnTo>
                  <a:pt x="5245798" y="109596"/>
                </a:lnTo>
                <a:lnTo>
                  <a:pt x="5246964" y="108338"/>
                </a:lnTo>
                <a:lnTo>
                  <a:pt x="5248004" y="107080"/>
                </a:lnTo>
                <a:lnTo>
                  <a:pt x="5248922" y="105836"/>
                </a:lnTo>
                <a:lnTo>
                  <a:pt x="5249719" y="104619"/>
                </a:lnTo>
                <a:lnTo>
                  <a:pt x="5250400" y="103441"/>
                </a:lnTo>
                <a:lnTo>
                  <a:pt x="5250967" y="102316"/>
                </a:lnTo>
                <a:lnTo>
                  <a:pt x="5251424" y="101257"/>
                </a:lnTo>
                <a:lnTo>
                  <a:pt x="5251774" y="100276"/>
                </a:lnTo>
                <a:lnTo>
                  <a:pt x="5252020" y="99387"/>
                </a:lnTo>
                <a:lnTo>
                  <a:pt x="5252166" y="98603"/>
                </a:lnTo>
                <a:lnTo>
                  <a:pt x="5252213" y="97937"/>
                </a:lnTo>
                <a:lnTo>
                  <a:pt x="5252185" y="97290"/>
                </a:lnTo>
                <a:lnTo>
                  <a:pt x="5252103" y="96696"/>
                </a:lnTo>
                <a:lnTo>
                  <a:pt x="5251971" y="96153"/>
                </a:lnTo>
                <a:lnTo>
                  <a:pt x="5251794" y="95659"/>
                </a:lnTo>
                <a:lnTo>
                  <a:pt x="5251576" y="95213"/>
                </a:lnTo>
                <a:lnTo>
                  <a:pt x="5251322" y="94811"/>
                </a:lnTo>
                <a:close/>
                <a:moveTo>
                  <a:pt x="5190001" y="62243"/>
                </a:moveTo>
                <a:lnTo>
                  <a:pt x="5190792" y="60730"/>
                </a:lnTo>
                <a:lnTo>
                  <a:pt x="5191657" y="59270"/>
                </a:lnTo>
                <a:lnTo>
                  <a:pt x="5192592" y="57869"/>
                </a:lnTo>
                <a:lnTo>
                  <a:pt x="5193594" y="56529"/>
                </a:lnTo>
                <a:lnTo>
                  <a:pt x="5194662" y="55253"/>
                </a:lnTo>
                <a:lnTo>
                  <a:pt x="5195791" y="54043"/>
                </a:lnTo>
                <a:lnTo>
                  <a:pt x="5196979" y="52905"/>
                </a:lnTo>
                <a:lnTo>
                  <a:pt x="5198224" y="51839"/>
                </a:lnTo>
                <a:lnTo>
                  <a:pt x="5199522" y="50850"/>
                </a:lnTo>
                <a:lnTo>
                  <a:pt x="5200871" y="49940"/>
                </a:lnTo>
                <a:lnTo>
                  <a:pt x="5202267" y="49113"/>
                </a:lnTo>
                <a:lnTo>
                  <a:pt x="5203708" y="48372"/>
                </a:lnTo>
                <a:lnTo>
                  <a:pt x="5205191" y="47719"/>
                </a:lnTo>
                <a:lnTo>
                  <a:pt x="5206713" y="47158"/>
                </a:lnTo>
                <a:lnTo>
                  <a:pt x="5208272" y="46693"/>
                </a:lnTo>
                <a:lnTo>
                  <a:pt x="5209864" y="46325"/>
                </a:lnTo>
                <a:lnTo>
                  <a:pt x="5211486" y="46059"/>
                </a:lnTo>
                <a:lnTo>
                  <a:pt x="5213136" y="45897"/>
                </a:lnTo>
                <a:lnTo>
                  <a:pt x="5214812" y="45842"/>
                </a:lnTo>
                <a:lnTo>
                  <a:pt x="5216074" y="45868"/>
                </a:lnTo>
                <a:lnTo>
                  <a:pt x="5217351" y="45948"/>
                </a:lnTo>
                <a:lnTo>
                  <a:pt x="5218638" y="46088"/>
                </a:lnTo>
                <a:lnTo>
                  <a:pt x="5219929" y="46291"/>
                </a:lnTo>
                <a:lnTo>
                  <a:pt x="5221219" y="46562"/>
                </a:lnTo>
                <a:lnTo>
                  <a:pt x="5222502" y="46906"/>
                </a:lnTo>
                <a:lnTo>
                  <a:pt x="5223775" y="47326"/>
                </a:lnTo>
                <a:lnTo>
                  <a:pt x="5225030" y="47828"/>
                </a:lnTo>
                <a:lnTo>
                  <a:pt x="5226263" y="48415"/>
                </a:lnTo>
                <a:lnTo>
                  <a:pt x="5227469" y="49092"/>
                </a:lnTo>
                <a:lnTo>
                  <a:pt x="5228642" y="49865"/>
                </a:lnTo>
                <a:lnTo>
                  <a:pt x="5229777" y="50736"/>
                </a:lnTo>
                <a:lnTo>
                  <a:pt x="5230869" y="51710"/>
                </a:lnTo>
                <a:lnTo>
                  <a:pt x="5231913" y="52792"/>
                </a:lnTo>
                <a:lnTo>
                  <a:pt x="5232903" y="53987"/>
                </a:lnTo>
                <a:lnTo>
                  <a:pt x="5233834" y="55299"/>
                </a:lnTo>
                <a:lnTo>
                  <a:pt x="5234701" y="56731"/>
                </a:lnTo>
                <a:lnTo>
                  <a:pt x="5235498" y="58289"/>
                </a:lnTo>
                <a:lnTo>
                  <a:pt x="5236220" y="59978"/>
                </a:lnTo>
                <a:lnTo>
                  <a:pt x="5236862" y="61800"/>
                </a:lnTo>
                <a:lnTo>
                  <a:pt x="5237419" y="63762"/>
                </a:lnTo>
                <a:lnTo>
                  <a:pt x="5237886" y="65867"/>
                </a:lnTo>
                <a:lnTo>
                  <a:pt x="5238256" y="68120"/>
                </a:lnTo>
                <a:lnTo>
                  <a:pt x="5238525" y="70525"/>
                </a:lnTo>
                <a:lnTo>
                  <a:pt x="5187244" y="70525"/>
                </a:lnTo>
                <a:lnTo>
                  <a:pt x="5187626" y="68784"/>
                </a:lnTo>
                <a:lnTo>
                  <a:pt x="5188096" y="67082"/>
                </a:lnTo>
                <a:lnTo>
                  <a:pt x="5188650" y="65423"/>
                </a:lnTo>
                <a:lnTo>
                  <a:pt x="5189286" y="63809"/>
                </a:lnTo>
                <a:lnTo>
                  <a:pt x="5190001" y="62243"/>
                </a:lnTo>
                <a:close/>
                <a:moveTo>
                  <a:pt x="5970532" y="109678"/>
                </a:moveTo>
                <a:lnTo>
                  <a:pt x="5970268" y="109294"/>
                </a:lnTo>
                <a:lnTo>
                  <a:pt x="5969974" y="108952"/>
                </a:lnTo>
                <a:lnTo>
                  <a:pt x="5969653" y="108650"/>
                </a:lnTo>
                <a:lnTo>
                  <a:pt x="5969308" y="108386"/>
                </a:lnTo>
                <a:lnTo>
                  <a:pt x="5968942" y="108157"/>
                </a:lnTo>
                <a:lnTo>
                  <a:pt x="5968558" y="107961"/>
                </a:lnTo>
                <a:lnTo>
                  <a:pt x="5968160" y="107795"/>
                </a:lnTo>
                <a:lnTo>
                  <a:pt x="5967749" y="107657"/>
                </a:lnTo>
                <a:lnTo>
                  <a:pt x="5967329" y="107543"/>
                </a:lnTo>
                <a:lnTo>
                  <a:pt x="5966902" y="107452"/>
                </a:lnTo>
                <a:lnTo>
                  <a:pt x="5966473" y="107382"/>
                </a:lnTo>
                <a:lnTo>
                  <a:pt x="5966043" y="107329"/>
                </a:lnTo>
                <a:lnTo>
                  <a:pt x="5965615" y="107290"/>
                </a:lnTo>
                <a:lnTo>
                  <a:pt x="5965193" y="107265"/>
                </a:lnTo>
                <a:lnTo>
                  <a:pt x="5964779" y="107249"/>
                </a:lnTo>
                <a:lnTo>
                  <a:pt x="5964377" y="107241"/>
                </a:lnTo>
                <a:lnTo>
                  <a:pt x="5963988" y="107239"/>
                </a:lnTo>
                <a:lnTo>
                  <a:pt x="5963617" y="107238"/>
                </a:lnTo>
                <a:lnTo>
                  <a:pt x="5962637" y="107233"/>
                </a:lnTo>
                <a:lnTo>
                  <a:pt x="5961719" y="107219"/>
                </a:lnTo>
                <a:lnTo>
                  <a:pt x="5960859" y="107196"/>
                </a:lnTo>
                <a:lnTo>
                  <a:pt x="5960057" y="107164"/>
                </a:lnTo>
                <a:lnTo>
                  <a:pt x="5959308" y="107125"/>
                </a:lnTo>
                <a:lnTo>
                  <a:pt x="5958611" y="107078"/>
                </a:lnTo>
                <a:lnTo>
                  <a:pt x="5957964" y="107025"/>
                </a:lnTo>
                <a:lnTo>
                  <a:pt x="5957363" y="106966"/>
                </a:lnTo>
                <a:lnTo>
                  <a:pt x="5956806" y="106902"/>
                </a:lnTo>
                <a:lnTo>
                  <a:pt x="5956291" y="106833"/>
                </a:lnTo>
                <a:lnTo>
                  <a:pt x="5955815" y="106760"/>
                </a:lnTo>
                <a:lnTo>
                  <a:pt x="5955376" y="106683"/>
                </a:lnTo>
                <a:lnTo>
                  <a:pt x="5954971" y="106603"/>
                </a:lnTo>
                <a:lnTo>
                  <a:pt x="5954597" y="106521"/>
                </a:lnTo>
                <a:lnTo>
                  <a:pt x="5954253" y="106437"/>
                </a:lnTo>
                <a:lnTo>
                  <a:pt x="5953935" y="106352"/>
                </a:lnTo>
                <a:lnTo>
                  <a:pt x="5953642" y="106266"/>
                </a:lnTo>
                <a:lnTo>
                  <a:pt x="5953370" y="106179"/>
                </a:lnTo>
                <a:lnTo>
                  <a:pt x="5953117" y="106094"/>
                </a:lnTo>
                <a:lnTo>
                  <a:pt x="5952880" y="106009"/>
                </a:lnTo>
                <a:lnTo>
                  <a:pt x="5952658" y="105926"/>
                </a:lnTo>
                <a:lnTo>
                  <a:pt x="5952447" y="105846"/>
                </a:lnTo>
                <a:lnTo>
                  <a:pt x="5952245" y="105768"/>
                </a:lnTo>
                <a:lnTo>
                  <a:pt x="5952050" y="105694"/>
                </a:lnTo>
                <a:lnTo>
                  <a:pt x="5952050" y="63991"/>
                </a:lnTo>
                <a:lnTo>
                  <a:pt x="5951996" y="62266"/>
                </a:lnTo>
                <a:lnTo>
                  <a:pt x="5951829" y="60523"/>
                </a:lnTo>
                <a:lnTo>
                  <a:pt x="5951549" y="58770"/>
                </a:lnTo>
                <a:lnTo>
                  <a:pt x="5951151" y="57016"/>
                </a:lnTo>
                <a:lnTo>
                  <a:pt x="5950632" y="55268"/>
                </a:lnTo>
                <a:lnTo>
                  <a:pt x="5949990" y="53535"/>
                </a:lnTo>
                <a:lnTo>
                  <a:pt x="5949221" y="51824"/>
                </a:lnTo>
                <a:lnTo>
                  <a:pt x="5948323" y="50144"/>
                </a:lnTo>
                <a:lnTo>
                  <a:pt x="5947292" y="48504"/>
                </a:lnTo>
                <a:lnTo>
                  <a:pt x="5946126" y="46910"/>
                </a:lnTo>
                <a:lnTo>
                  <a:pt x="5944821" y="45371"/>
                </a:lnTo>
                <a:lnTo>
                  <a:pt x="5943375" y="43895"/>
                </a:lnTo>
                <a:lnTo>
                  <a:pt x="5941784" y="42491"/>
                </a:lnTo>
                <a:lnTo>
                  <a:pt x="5940045" y="41167"/>
                </a:lnTo>
                <a:lnTo>
                  <a:pt x="5938156" y="39930"/>
                </a:lnTo>
                <a:lnTo>
                  <a:pt x="5936113" y="38789"/>
                </a:lnTo>
                <a:lnTo>
                  <a:pt x="5933913" y="37751"/>
                </a:lnTo>
                <a:lnTo>
                  <a:pt x="5931554" y="36826"/>
                </a:lnTo>
                <a:lnTo>
                  <a:pt x="5929032" y="36021"/>
                </a:lnTo>
                <a:lnTo>
                  <a:pt x="5926345" y="35344"/>
                </a:lnTo>
                <a:lnTo>
                  <a:pt x="5923489" y="34803"/>
                </a:lnTo>
                <a:lnTo>
                  <a:pt x="5920461" y="34407"/>
                </a:lnTo>
                <a:lnTo>
                  <a:pt x="5917258" y="34163"/>
                </a:lnTo>
                <a:lnTo>
                  <a:pt x="5913878" y="34080"/>
                </a:lnTo>
                <a:lnTo>
                  <a:pt x="5912785" y="34081"/>
                </a:lnTo>
                <a:lnTo>
                  <a:pt x="5911586" y="34088"/>
                </a:lnTo>
                <a:lnTo>
                  <a:pt x="5910297" y="34107"/>
                </a:lnTo>
                <a:lnTo>
                  <a:pt x="5908929" y="34145"/>
                </a:lnTo>
                <a:lnTo>
                  <a:pt x="5907496" y="34207"/>
                </a:lnTo>
                <a:lnTo>
                  <a:pt x="5906013" y="34300"/>
                </a:lnTo>
                <a:lnTo>
                  <a:pt x="5904491" y="34429"/>
                </a:lnTo>
                <a:lnTo>
                  <a:pt x="5902946" y="34601"/>
                </a:lnTo>
                <a:lnTo>
                  <a:pt x="5901390" y="34822"/>
                </a:lnTo>
                <a:lnTo>
                  <a:pt x="5899836" y="35098"/>
                </a:lnTo>
                <a:lnTo>
                  <a:pt x="5898299" y="35436"/>
                </a:lnTo>
                <a:lnTo>
                  <a:pt x="5896791" y="35840"/>
                </a:lnTo>
                <a:lnTo>
                  <a:pt x="5895327" y="36318"/>
                </a:lnTo>
                <a:lnTo>
                  <a:pt x="5893919" y="36875"/>
                </a:lnTo>
                <a:lnTo>
                  <a:pt x="5892582" y="37517"/>
                </a:lnTo>
                <a:lnTo>
                  <a:pt x="5891328" y="38252"/>
                </a:lnTo>
                <a:lnTo>
                  <a:pt x="5890171" y="39084"/>
                </a:lnTo>
                <a:lnTo>
                  <a:pt x="5889125" y="40020"/>
                </a:lnTo>
                <a:lnTo>
                  <a:pt x="5888202" y="41066"/>
                </a:lnTo>
                <a:lnTo>
                  <a:pt x="5887417" y="42228"/>
                </a:lnTo>
                <a:lnTo>
                  <a:pt x="5886783" y="43513"/>
                </a:lnTo>
                <a:lnTo>
                  <a:pt x="5886314" y="44925"/>
                </a:lnTo>
                <a:lnTo>
                  <a:pt x="5886022" y="46472"/>
                </a:lnTo>
                <a:lnTo>
                  <a:pt x="5885922" y="48160"/>
                </a:lnTo>
                <a:lnTo>
                  <a:pt x="5885943" y="48870"/>
                </a:lnTo>
                <a:lnTo>
                  <a:pt x="5886005" y="49552"/>
                </a:lnTo>
                <a:lnTo>
                  <a:pt x="5886105" y="50205"/>
                </a:lnTo>
                <a:lnTo>
                  <a:pt x="5886244" y="50830"/>
                </a:lnTo>
                <a:lnTo>
                  <a:pt x="5886418" y="51425"/>
                </a:lnTo>
                <a:lnTo>
                  <a:pt x="5886627" y="51992"/>
                </a:lnTo>
                <a:lnTo>
                  <a:pt x="5886870" y="52529"/>
                </a:lnTo>
                <a:lnTo>
                  <a:pt x="5887144" y="53037"/>
                </a:lnTo>
                <a:lnTo>
                  <a:pt x="5887448" y="53516"/>
                </a:lnTo>
                <a:lnTo>
                  <a:pt x="5887781" y="53965"/>
                </a:lnTo>
                <a:lnTo>
                  <a:pt x="5888140" y="54384"/>
                </a:lnTo>
                <a:lnTo>
                  <a:pt x="5888526" y="54773"/>
                </a:lnTo>
                <a:lnTo>
                  <a:pt x="5888935" y="55132"/>
                </a:lnTo>
                <a:lnTo>
                  <a:pt x="5889367" y="55461"/>
                </a:lnTo>
                <a:lnTo>
                  <a:pt x="5889820" y="55759"/>
                </a:lnTo>
                <a:lnTo>
                  <a:pt x="5890293" y="56027"/>
                </a:lnTo>
                <a:lnTo>
                  <a:pt x="5890784" y="56263"/>
                </a:lnTo>
                <a:lnTo>
                  <a:pt x="5891291" y="56469"/>
                </a:lnTo>
                <a:lnTo>
                  <a:pt x="5891813" y="56643"/>
                </a:lnTo>
                <a:lnTo>
                  <a:pt x="5892349" y="56786"/>
                </a:lnTo>
                <a:lnTo>
                  <a:pt x="5892897" y="56898"/>
                </a:lnTo>
                <a:lnTo>
                  <a:pt x="5893455" y="56978"/>
                </a:lnTo>
                <a:lnTo>
                  <a:pt x="5894023" y="57026"/>
                </a:lnTo>
                <a:lnTo>
                  <a:pt x="5894598" y="57042"/>
                </a:lnTo>
                <a:lnTo>
                  <a:pt x="5894972" y="57033"/>
                </a:lnTo>
                <a:lnTo>
                  <a:pt x="5895368" y="57004"/>
                </a:lnTo>
                <a:lnTo>
                  <a:pt x="5895784" y="56953"/>
                </a:lnTo>
                <a:lnTo>
                  <a:pt x="5896217" y="56880"/>
                </a:lnTo>
                <a:lnTo>
                  <a:pt x="5896662" y="56783"/>
                </a:lnTo>
                <a:lnTo>
                  <a:pt x="5897116" y="56659"/>
                </a:lnTo>
                <a:lnTo>
                  <a:pt x="5897576" y="56507"/>
                </a:lnTo>
                <a:lnTo>
                  <a:pt x="5898039" y="56327"/>
                </a:lnTo>
                <a:lnTo>
                  <a:pt x="5898502" y="56115"/>
                </a:lnTo>
                <a:lnTo>
                  <a:pt x="5898960" y="55871"/>
                </a:lnTo>
                <a:lnTo>
                  <a:pt x="5899411" y="55593"/>
                </a:lnTo>
                <a:lnTo>
                  <a:pt x="5899851" y="55280"/>
                </a:lnTo>
                <a:lnTo>
                  <a:pt x="5900277" y="54929"/>
                </a:lnTo>
                <a:lnTo>
                  <a:pt x="5900686" y="54540"/>
                </a:lnTo>
                <a:lnTo>
                  <a:pt x="5901074" y="54110"/>
                </a:lnTo>
                <a:lnTo>
                  <a:pt x="5901438" y="53638"/>
                </a:lnTo>
                <a:lnTo>
                  <a:pt x="5901775" y="53122"/>
                </a:lnTo>
                <a:lnTo>
                  <a:pt x="5902081" y="52562"/>
                </a:lnTo>
                <a:lnTo>
                  <a:pt x="5902352" y="51954"/>
                </a:lnTo>
                <a:lnTo>
                  <a:pt x="5902587" y="51298"/>
                </a:lnTo>
                <a:lnTo>
                  <a:pt x="5902780" y="50593"/>
                </a:lnTo>
                <a:lnTo>
                  <a:pt x="5902929" y="49836"/>
                </a:lnTo>
                <a:lnTo>
                  <a:pt x="5903031" y="49025"/>
                </a:lnTo>
                <a:lnTo>
                  <a:pt x="5903082" y="48160"/>
                </a:lnTo>
                <a:lnTo>
                  <a:pt x="5903083" y="47974"/>
                </a:lnTo>
                <a:lnTo>
                  <a:pt x="5903088" y="47801"/>
                </a:lnTo>
                <a:lnTo>
                  <a:pt x="5903097" y="47641"/>
                </a:lnTo>
                <a:lnTo>
                  <a:pt x="5903114" y="47493"/>
                </a:lnTo>
                <a:lnTo>
                  <a:pt x="5903138" y="47357"/>
                </a:lnTo>
                <a:lnTo>
                  <a:pt x="5903172" y="47231"/>
                </a:lnTo>
                <a:lnTo>
                  <a:pt x="5903217" y="47115"/>
                </a:lnTo>
                <a:lnTo>
                  <a:pt x="5903274" y="47009"/>
                </a:lnTo>
                <a:lnTo>
                  <a:pt x="5903346" y="46911"/>
                </a:lnTo>
                <a:lnTo>
                  <a:pt x="5903433" y="46821"/>
                </a:lnTo>
                <a:lnTo>
                  <a:pt x="5903537" y="46739"/>
                </a:lnTo>
                <a:lnTo>
                  <a:pt x="5903659" y="46663"/>
                </a:lnTo>
                <a:lnTo>
                  <a:pt x="5903802" y="46594"/>
                </a:lnTo>
                <a:lnTo>
                  <a:pt x="5903966" y="46530"/>
                </a:lnTo>
                <a:lnTo>
                  <a:pt x="5904154" y="46470"/>
                </a:lnTo>
                <a:lnTo>
                  <a:pt x="5904366" y="46415"/>
                </a:lnTo>
                <a:lnTo>
                  <a:pt x="5904604" y="46363"/>
                </a:lnTo>
                <a:lnTo>
                  <a:pt x="5904870" y="46313"/>
                </a:lnTo>
                <a:lnTo>
                  <a:pt x="5905165" y="46266"/>
                </a:lnTo>
                <a:lnTo>
                  <a:pt x="5905491" y="46220"/>
                </a:lnTo>
                <a:lnTo>
                  <a:pt x="5905848" y="46175"/>
                </a:lnTo>
                <a:lnTo>
                  <a:pt x="5906240" y="46129"/>
                </a:lnTo>
                <a:lnTo>
                  <a:pt x="5906666" y="46083"/>
                </a:lnTo>
                <a:lnTo>
                  <a:pt x="5907130" y="46036"/>
                </a:lnTo>
                <a:lnTo>
                  <a:pt x="5907466" y="46013"/>
                </a:lnTo>
                <a:lnTo>
                  <a:pt x="5907800" y="45992"/>
                </a:lnTo>
                <a:lnTo>
                  <a:pt x="5908132" y="45972"/>
                </a:lnTo>
                <a:lnTo>
                  <a:pt x="5908461" y="45954"/>
                </a:lnTo>
                <a:lnTo>
                  <a:pt x="5908787" y="45938"/>
                </a:lnTo>
                <a:lnTo>
                  <a:pt x="5909110" y="45924"/>
                </a:lnTo>
                <a:lnTo>
                  <a:pt x="5909429" y="45911"/>
                </a:lnTo>
                <a:lnTo>
                  <a:pt x="5909744" y="45899"/>
                </a:lnTo>
                <a:lnTo>
                  <a:pt x="5910055" y="45889"/>
                </a:lnTo>
                <a:lnTo>
                  <a:pt x="5910362" y="45880"/>
                </a:lnTo>
                <a:lnTo>
                  <a:pt x="5910665" y="45873"/>
                </a:lnTo>
                <a:lnTo>
                  <a:pt x="5910963" y="45866"/>
                </a:lnTo>
                <a:lnTo>
                  <a:pt x="5911255" y="45861"/>
                </a:lnTo>
                <a:lnTo>
                  <a:pt x="5911543" y="45856"/>
                </a:lnTo>
                <a:lnTo>
                  <a:pt x="5911825" y="45852"/>
                </a:lnTo>
                <a:lnTo>
                  <a:pt x="5912101" y="45849"/>
                </a:lnTo>
                <a:lnTo>
                  <a:pt x="5912371" y="45847"/>
                </a:lnTo>
                <a:lnTo>
                  <a:pt x="5912635" y="45845"/>
                </a:lnTo>
                <a:lnTo>
                  <a:pt x="5912892" y="45844"/>
                </a:lnTo>
                <a:lnTo>
                  <a:pt x="5913143" y="45843"/>
                </a:lnTo>
                <a:lnTo>
                  <a:pt x="5913386" y="45842"/>
                </a:lnTo>
                <a:lnTo>
                  <a:pt x="5913622" y="45842"/>
                </a:lnTo>
                <a:lnTo>
                  <a:pt x="5913851" y="45842"/>
                </a:lnTo>
                <a:lnTo>
                  <a:pt x="5914072" y="45842"/>
                </a:lnTo>
                <a:lnTo>
                  <a:pt x="5915879" y="45873"/>
                </a:lnTo>
                <a:lnTo>
                  <a:pt x="5917635" y="45968"/>
                </a:lnTo>
                <a:lnTo>
                  <a:pt x="5919339" y="46126"/>
                </a:lnTo>
                <a:lnTo>
                  <a:pt x="5920987" y="46349"/>
                </a:lnTo>
                <a:lnTo>
                  <a:pt x="5922577" y="46637"/>
                </a:lnTo>
                <a:lnTo>
                  <a:pt x="5924108" y="46992"/>
                </a:lnTo>
                <a:lnTo>
                  <a:pt x="5925577" y="47413"/>
                </a:lnTo>
                <a:lnTo>
                  <a:pt x="5926981" y="47902"/>
                </a:lnTo>
                <a:lnTo>
                  <a:pt x="5928318" y="48459"/>
                </a:lnTo>
                <a:lnTo>
                  <a:pt x="5929585" y="49085"/>
                </a:lnTo>
                <a:lnTo>
                  <a:pt x="5930781" y="49782"/>
                </a:lnTo>
                <a:lnTo>
                  <a:pt x="5931904" y="50549"/>
                </a:lnTo>
                <a:lnTo>
                  <a:pt x="5932950" y="51387"/>
                </a:lnTo>
                <a:lnTo>
                  <a:pt x="5933917" y="52298"/>
                </a:lnTo>
                <a:lnTo>
                  <a:pt x="5934803" y="53281"/>
                </a:lnTo>
                <a:lnTo>
                  <a:pt x="5935606" y="54338"/>
                </a:lnTo>
                <a:lnTo>
                  <a:pt x="5936323" y="55469"/>
                </a:lnTo>
                <a:lnTo>
                  <a:pt x="5936952" y="56676"/>
                </a:lnTo>
                <a:lnTo>
                  <a:pt x="5937491" y="57958"/>
                </a:lnTo>
                <a:lnTo>
                  <a:pt x="5937937" y="59318"/>
                </a:lnTo>
                <a:lnTo>
                  <a:pt x="5938288" y="60754"/>
                </a:lnTo>
                <a:lnTo>
                  <a:pt x="5938542" y="62269"/>
                </a:lnTo>
                <a:lnTo>
                  <a:pt x="5938696" y="63862"/>
                </a:lnTo>
                <a:lnTo>
                  <a:pt x="5938748" y="65536"/>
                </a:lnTo>
                <a:lnTo>
                  <a:pt x="5934537" y="65655"/>
                </a:lnTo>
                <a:lnTo>
                  <a:pt x="5930441" y="65869"/>
                </a:lnTo>
                <a:lnTo>
                  <a:pt x="5926465" y="66178"/>
                </a:lnTo>
                <a:lnTo>
                  <a:pt x="5922615" y="66581"/>
                </a:lnTo>
                <a:lnTo>
                  <a:pt x="5918896" y="67077"/>
                </a:lnTo>
                <a:lnTo>
                  <a:pt x="5915314" y="67668"/>
                </a:lnTo>
                <a:lnTo>
                  <a:pt x="5911876" y="68353"/>
                </a:lnTo>
                <a:lnTo>
                  <a:pt x="5908586" y="69132"/>
                </a:lnTo>
                <a:lnTo>
                  <a:pt x="5905451" y="70005"/>
                </a:lnTo>
                <a:lnTo>
                  <a:pt x="5902477" y="70972"/>
                </a:lnTo>
                <a:lnTo>
                  <a:pt x="5899668" y="72032"/>
                </a:lnTo>
                <a:lnTo>
                  <a:pt x="5897032" y="73186"/>
                </a:lnTo>
                <a:lnTo>
                  <a:pt x="5894573" y="74433"/>
                </a:lnTo>
                <a:lnTo>
                  <a:pt x="5892298" y="75774"/>
                </a:lnTo>
                <a:lnTo>
                  <a:pt x="5890212" y="77208"/>
                </a:lnTo>
                <a:lnTo>
                  <a:pt x="5888321" y="78735"/>
                </a:lnTo>
                <a:lnTo>
                  <a:pt x="5886631" y="80356"/>
                </a:lnTo>
                <a:lnTo>
                  <a:pt x="5885148" y="82070"/>
                </a:lnTo>
                <a:lnTo>
                  <a:pt x="5883877" y="83876"/>
                </a:lnTo>
                <a:lnTo>
                  <a:pt x="5882824" y="85776"/>
                </a:lnTo>
                <a:lnTo>
                  <a:pt x="5881995" y="87769"/>
                </a:lnTo>
                <a:lnTo>
                  <a:pt x="5881396" y="89854"/>
                </a:lnTo>
                <a:lnTo>
                  <a:pt x="5881032" y="92032"/>
                </a:lnTo>
                <a:lnTo>
                  <a:pt x="5880910" y="94302"/>
                </a:lnTo>
                <a:lnTo>
                  <a:pt x="5880972" y="95959"/>
                </a:lnTo>
                <a:lnTo>
                  <a:pt x="5881160" y="97603"/>
                </a:lnTo>
                <a:lnTo>
                  <a:pt x="5881470" y="99229"/>
                </a:lnTo>
                <a:lnTo>
                  <a:pt x="5881900" y="100831"/>
                </a:lnTo>
                <a:lnTo>
                  <a:pt x="5882449" y="102406"/>
                </a:lnTo>
                <a:lnTo>
                  <a:pt x="5883115" y="103946"/>
                </a:lnTo>
                <a:lnTo>
                  <a:pt x="5883895" y="105448"/>
                </a:lnTo>
                <a:lnTo>
                  <a:pt x="5884787" y="106906"/>
                </a:lnTo>
                <a:lnTo>
                  <a:pt x="5885790" y="108316"/>
                </a:lnTo>
                <a:lnTo>
                  <a:pt x="5886901" y="109671"/>
                </a:lnTo>
                <a:lnTo>
                  <a:pt x="5888119" y="110968"/>
                </a:lnTo>
                <a:lnTo>
                  <a:pt x="5889441" y="112200"/>
                </a:lnTo>
                <a:lnTo>
                  <a:pt x="5890866" y="113363"/>
                </a:lnTo>
                <a:lnTo>
                  <a:pt x="5892391" y="114452"/>
                </a:lnTo>
                <a:lnTo>
                  <a:pt x="5894014" y="115461"/>
                </a:lnTo>
                <a:lnTo>
                  <a:pt x="5895734" y="116386"/>
                </a:lnTo>
                <a:lnTo>
                  <a:pt x="5897548" y="117221"/>
                </a:lnTo>
                <a:lnTo>
                  <a:pt x="5899455" y="117961"/>
                </a:lnTo>
                <a:lnTo>
                  <a:pt x="5901452" y="118602"/>
                </a:lnTo>
                <a:lnTo>
                  <a:pt x="5903537" y="119137"/>
                </a:lnTo>
                <a:lnTo>
                  <a:pt x="5905709" y="119563"/>
                </a:lnTo>
                <a:lnTo>
                  <a:pt x="5907965" y="119873"/>
                </a:lnTo>
                <a:lnTo>
                  <a:pt x="5910303" y="120063"/>
                </a:lnTo>
                <a:lnTo>
                  <a:pt x="5912722" y="120127"/>
                </a:lnTo>
                <a:lnTo>
                  <a:pt x="5913638" y="120120"/>
                </a:lnTo>
                <a:lnTo>
                  <a:pt x="5914601" y="120097"/>
                </a:lnTo>
                <a:lnTo>
                  <a:pt x="5915608" y="120057"/>
                </a:lnTo>
                <a:lnTo>
                  <a:pt x="5916655" y="119999"/>
                </a:lnTo>
                <a:lnTo>
                  <a:pt x="5917738" y="119922"/>
                </a:lnTo>
                <a:lnTo>
                  <a:pt x="5918855" y="119823"/>
                </a:lnTo>
                <a:lnTo>
                  <a:pt x="5920002" y="119702"/>
                </a:lnTo>
                <a:lnTo>
                  <a:pt x="5921176" y="119556"/>
                </a:lnTo>
                <a:lnTo>
                  <a:pt x="5922374" y="119385"/>
                </a:lnTo>
                <a:lnTo>
                  <a:pt x="5923591" y="119188"/>
                </a:lnTo>
                <a:lnTo>
                  <a:pt x="5924825" y="118962"/>
                </a:lnTo>
                <a:lnTo>
                  <a:pt x="5926073" y="118706"/>
                </a:lnTo>
                <a:lnTo>
                  <a:pt x="5927330" y="118419"/>
                </a:lnTo>
                <a:lnTo>
                  <a:pt x="5928594" y="118100"/>
                </a:lnTo>
                <a:lnTo>
                  <a:pt x="5929862" y="117746"/>
                </a:lnTo>
                <a:lnTo>
                  <a:pt x="5931130" y="117358"/>
                </a:lnTo>
                <a:lnTo>
                  <a:pt x="5932394" y="116932"/>
                </a:lnTo>
                <a:lnTo>
                  <a:pt x="5933651" y="116468"/>
                </a:lnTo>
                <a:lnTo>
                  <a:pt x="5934899" y="115964"/>
                </a:lnTo>
                <a:lnTo>
                  <a:pt x="5936133" y="115420"/>
                </a:lnTo>
                <a:lnTo>
                  <a:pt x="5937350" y="114833"/>
                </a:lnTo>
                <a:lnTo>
                  <a:pt x="5938548" y="114201"/>
                </a:lnTo>
                <a:lnTo>
                  <a:pt x="5939722" y="113525"/>
                </a:lnTo>
                <a:lnTo>
                  <a:pt x="5940869" y="112801"/>
                </a:lnTo>
                <a:lnTo>
                  <a:pt x="5941425" y="113522"/>
                </a:lnTo>
                <a:lnTo>
                  <a:pt x="5942030" y="114185"/>
                </a:lnTo>
                <a:lnTo>
                  <a:pt x="5942681" y="114792"/>
                </a:lnTo>
                <a:lnTo>
                  <a:pt x="5943375" y="115345"/>
                </a:lnTo>
                <a:lnTo>
                  <a:pt x="5944110" y="115848"/>
                </a:lnTo>
                <a:lnTo>
                  <a:pt x="5944882" y="116303"/>
                </a:lnTo>
                <a:lnTo>
                  <a:pt x="5945688" y="116711"/>
                </a:lnTo>
                <a:lnTo>
                  <a:pt x="5946525" y="117076"/>
                </a:lnTo>
                <a:lnTo>
                  <a:pt x="5947390" y="117401"/>
                </a:lnTo>
                <a:lnTo>
                  <a:pt x="5948280" y="117686"/>
                </a:lnTo>
                <a:lnTo>
                  <a:pt x="5949192" y="117935"/>
                </a:lnTo>
                <a:lnTo>
                  <a:pt x="5950124" y="118151"/>
                </a:lnTo>
                <a:lnTo>
                  <a:pt x="5951071" y="118335"/>
                </a:lnTo>
                <a:lnTo>
                  <a:pt x="5952031" y="118491"/>
                </a:lnTo>
                <a:lnTo>
                  <a:pt x="5953002" y="118620"/>
                </a:lnTo>
                <a:lnTo>
                  <a:pt x="5953979" y="118725"/>
                </a:lnTo>
                <a:lnTo>
                  <a:pt x="5954961" y="118809"/>
                </a:lnTo>
                <a:lnTo>
                  <a:pt x="5955943" y="118874"/>
                </a:lnTo>
                <a:lnTo>
                  <a:pt x="5956924" y="118921"/>
                </a:lnTo>
                <a:lnTo>
                  <a:pt x="5957899" y="118955"/>
                </a:lnTo>
                <a:lnTo>
                  <a:pt x="5958867" y="118977"/>
                </a:lnTo>
                <a:lnTo>
                  <a:pt x="5959823" y="118990"/>
                </a:lnTo>
                <a:lnTo>
                  <a:pt x="5960765" y="118996"/>
                </a:lnTo>
                <a:lnTo>
                  <a:pt x="5961691" y="118997"/>
                </a:lnTo>
                <a:lnTo>
                  <a:pt x="5962359" y="118997"/>
                </a:lnTo>
                <a:lnTo>
                  <a:pt x="5963014" y="118994"/>
                </a:lnTo>
                <a:lnTo>
                  <a:pt x="5963655" y="118986"/>
                </a:lnTo>
                <a:lnTo>
                  <a:pt x="5964279" y="118970"/>
                </a:lnTo>
                <a:lnTo>
                  <a:pt x="5964886" y="118943"/>
                </a:lnTo>
                <a:lnTo>
                  <a:pt x="5965474" y="118904"/>
                </a:lnTo>
                <a:lnTo>
                  <a:pt x="5966042" y="118849"/>
                </a:lnTo>
                <a:lnTo>
                  <a:pt x="5966589" y="118776"/>
                </a:lnTo>
                <a:lnTo>
                  <a:pt x="5967113" y="118682"/>
                </a:lnTo>
                <a:lnTo>
                  <a:pt x="5967613" y="118565"/>
                </a:lnTo>
                <a:lnTo>
                  <a:pt x="5968087" y="118422"/>
                </a:lnTo>
                <a:lnTo>
                  <a:pt x="5968535" y="118250"/>
                </a:lnTo>
                <a:lnTo>
                  <a:pt x="5968954" y="118048"/>
                </a:lnTo>
                <a:lnTo>
                  <a:pt x="5969345" y="117811"/>
                </a:lnTo>
                <a:lnTo>
                  <a:pt x="5969704" y="117538"/>
                </a:lnTo>
                <a:lnTo>
                  <a:pt x="5970031" y="117227"/>
                </a:lnTo>
                <a:lnTo>
                  <a:pt x="5970325" y="116874"/>
                </a:lnTo>
                <a:lnTo>
                  <a:pt x="5970584" y="116476"/>
                </a:lnTo>
                <a:lnTo>
                  <a:pt x="5970806" y="116033"/>
                </a:lnTo>
                <a:lnTo>
                  <a:pt x="5970992" y="115539"/>
                </a:lnTo>
                <a:lnTo>
                  <a:pt x="5971138" y="114994"/>
                </a:lnTo>
                <a:lnTo>
                  <a:pt x="5971244" y="114395"/>
                </a:lnTo>
                <a:lnTo>
                  <a:pt x="5971309" y="113738"/>
                </a:lnTo>
                <a:lnTo>
                  <a:pt x="5971331" y="113022"/>
                </a:lnTo>
                <a:lnTo>
                  <a:pt x="5971306" y="112329"/>
                </a:lnTo>
                <a:lnTo>
                  <a:pt x="5971234" y="111693"/>
                </a:lnTo>
                <a:lnTo>
                  <a:pt x="5971118" y="111113"/>
                </a:lnTo>
                <a:lnTo>
                  <a:pt x="5970960" y="110585"/>
                </a:lnTo>
                <a:lnTo>
                  <a:pt x="5970764" y="110108"/>
                </a:lnTo>
                <a:lnTo>
                  <a:pt x="5970532" y="109678"/>
                </a:lnTo>
                <a:close/>
                <a:moveTo>
                  <a:pt x="5938630" y="96414"/>
                </a:moveTo>
                <a:lnTo>
                  <a:pt x="5938561" y="96940"/>
                </a:lnTo>
                <a:lnTo>
                  <a:pt x="5938469" y="97462"/>
                </a:lnTo>
                <a:lnTo>
                  <a:pt x="5938351" y="97979"/>
                </a:lnTo>
                <a:lnTo>
                  <a:pt x="5938204" y="98491"/>
                </a:lnTo>
                <a:lnTo>
                  <a:pt x="5938024" y="98999"/>
                </a:lnTo>
                <a:lnTo>
                  <a:pt x="5937808" y="99501"/>
                </a:lnTo>
                <a:lnTo>
                  <a:pt x="5937553" y="99999"/>
                </a:lnTo>
                <a:lnTo>
                  <a:pt x="5937255" y="100491"/>
                </a:lnTo>
                <a:lnTo>
                  <a:pt x="5936912" y="100978"/>
                </a:lnTo>
                <a:lnTo>
                  <a:pt x="5936520" y="101460"/>
                </a:lnTo>
                <a:lnTo>
                  <a:pt x="5936075" y="101937"/>
                </a:lnTo>
                <a:lnTo>
                  <a:pt x="5935576" y="102408"/>
                </a:lnTo>
                <a:lnTo>
                  <a:pt x="5935017" y="102874"/>
                </a:lnTo>
                <a:lnTo>
                  <a:pt x="5934396" y="103334"/>
                </a:lnTo>
                <a:lnTo>
                  <a:pt x="5933710" y="103788"/>
                </a:lnTo>
                <a:lnTo>
                  <a:pt x="5932956" y="104237"/>
                </a:lnTo>
                <a:lnTo>
                  <a:pt x="5932130" y="104680"/>
                </a:lnTo>
                <a:lnTo>
                  <a:pt x="5931229" y="105117"/>
                </a:lnTo>
                <a:lnTo>
                  <a:pt x="5930353" y="105507"/>
                </a:lnTo>
                <a:lnTo>
                  <a:pt x="5929463" y="105864"/>
                </a:lnTo>
                <a:lnTo>
                  <a:pt x="5928562" y="106190"/>
                </a:lnTo>
                <a:lnTo>
                  <a:pt x="5927655" y="106487"/>
                </a:lnTo>
                <a:lnTo>
                  <a:pt x="5926745" y="106755"/>
                </a:lnTo>
                <a:lnTo>
                  <a:pt x="5925837" y="106996"/>
                </a:lnTo>
                <a:lnTo>
                  <a:pt x="5924933" y="107213"/>
                </a:lnTo>
                <a:lnTo>
                  <a:pt x="5924039" y="107405"/>
                </a:lnTo>
                <a:lnTo>
                  <a:pt x="5923157" y="107574"/>
                </a:lnTo>
                <a:lnTo>
                  <a:pt x="5922292" y="107723"/>
                </a:lnTo>
                <a:lnTo>
                  <a:pt x="5921447" y="107851"/>
                </a:lnTo>
                <a:lnTo>
                  <a:pt x="5920626" y="107961"/>
                </a:lnTo>
                <a:lnTo>
                  <a:pt x="5919833" y="108055"/>
                </a:lnTo>
                <a:lnTo>
                  <a:pt x="5919073" y="108133"/>
                </a:lnTo>
                <a:lnTo>
                  <a:pt x="5918348" y="108196"/>
                </a:lnTo>
                <a:lnTo>
                  <a:pt x="5917663" y="108247"/>
                </a:lnTo>
                <a:lnTo>
                  <a:pt x="5917021" y="108287"/>
                </a:lnTo>
                <a:lnTo>
                  <a:pt x="5916427" y="108317"/>
                </a:lnTo>
                <a:lnTo>
                  <a:pt x="5915884" y="108338"/>
                </a:lnTo>
                <a:lnTo>
                  <a:pt x="5915396" y="108353"/>
                </a:lnTo>
                <a:lnTo>
                  <a:pt x="5914967" y="108362"/>
                </a:lnTo>
                <a:lnTo>
                  <a:pt x="5914601" y="108366"/>
                </a:lnTo>
                <a:lnTo>
                  <a:pt x="5914301" y="108368"/>
                </a:lnTo>
                <a:lnTo>
                  <a:pt x="5914072" y="108368"/>
                </a:lnTo>
                <a:lnTo>
                  <a:pt x="5912599" y="108334"/>
                </a:lnTo>
                <a:lnTo>
                  <a:pt x="5911170" y="108235"/>
                </a:lnTo>
                <a:lnTo>
                  <a:pt x="5909786" y="108072"/>
                </a:lnTo>
                <a:lnTo>
                  <a:pt x="5908450" y="107848"/>
                </a:lnTo>
                <a:lnTo>
                  <a:pt x="5907162" y="107565"/>
                </a:lnTo>
                <a:lnTo>
                  <a:pt x="5905925" y="107226"/>
                </a:lnTo>
                <a:lnTo>
                  <a:pt x="5904741" y="106834"/>
                </a:lnTo>
                <a:lnTo>
                  <a:pt x="5903610" y="106390"/>
                </a:lnTo>
                <a:lnTo>
                  <a:pt x="5902534" y="105897"/>
                </a:lnTo>
                <a:lnTo>
                  <a:pt x="5901516" y="105358"/>
                </a:lnTo>
                <a:lnTo>
                  <a:pt x="5900557" y="104775"/>
                </a:lnTo>
                <a:lnTo>
                  <a:pt x="5899659" y="104151"/>
                </a:lnTo>
                <a:lnTo>
                  <a:pt x="5898823" y="103487"/>
                </a:lnTo>
                <a:lnTo>
                  <a:pt x="5898050" y="102786"/>
                </a:lnTo>
                <a:lnTo>
                  <a:pt x="5897344" y="102051"/>
                </a:lnTo>
                <a:lnTo>
                  <a:pt x="5896704" y="101284"/>
                </a:lnTo>
                <a:lnTo>
                  <a:pt x="5896134" y="100488"/>
                </a:lnTo>
                <a:lnTo>
                  <a:pt x="5895634" y="99665"/>
                </a:lnTo>
                <a:lnTo>
                  <a:pt x="5895207" y="98817"/>
                </a:lnTo>
                <a:lnTo>
                  <a:pt x="5894853" y="97947"/>
                </a:lnTo>
                <a:lnTo>
                  <a:pt x="5894575" y="97057"/>
                </a:lnTo>
                <a:lnTo>
                  <a:pt x="5894375" y="96150"/>
                </a:lnTo>
                <a:lnTo>
                  <a:pt x="5894253" y="95228"/>
                </a:lnTo>
                <a:lnTo>
                  <a:pt x="5894212" y="94293"/>
                </a:lnTo>
                <a:lnTo>
                  <a:pt x="5894298" y="93125"/>
                </a:lnTo>
                <a:lnTo>
                  <a:pt x="5894555" y="91982"/>
                </a:lnTo>
                <a:lnTo>
                  <a:pt x="5894979" y="90866"/>
                </a:lnTo>
                <a:lnTo>
                  <a:pt x="5895570" y="89780"/>
                </a:lnTo>
                <a:lnTo>
                  <a:pt x="5896324" y="88726"/>
                </a:lnTo>
                <a:lnTo>
                  <a:pt x="5897240" y="87704"/>
                </a:lnTo>
                <a:lnTo>
                  <a:pt x="5898314" y="86717"/>
                </a:lnTo>
                <a:lnTo>
                  <a:pt x="5899546" y="85766"/>
                </a:lnTo>
                <a:lnTo>
                  <a:pt x="5900932" y="84854"/>
                </a:lnTo>
                <a:lnTo>
                  <a:pt x="5902471" y="83981"/>
                </a:lnTo>
                <a:lnTo>
                  <a:pt x="5904160" y="83150"/>
                </a:lnTo>
                <a:lnTo>
                  <a:pt x="5905997" y="82363"/>
                </a:lnTo>
                <a:lnTo>
                  <a:pt x="5907979" y="81620"/>
                </a:lnTo>
                <a:lnTo>
                  <a:pt x="5910104" y="80925"/>
                </a:lnTo>
                <a:lnTo>
                  <a:pt x="5912371" y="80278"/>
                </a:lnTo>
                <a:lnTo>
                  <a:pt x="5914777" y="79682"/>
                </a:lnTo>
                <a:lnTo>
                  <a:pt x="5917319" y="79138"/>
                </a:lnTo>
                <a:lnTo>
                  <a:pt x="5919995" y="78648"/>
                </a:lnTo>
                <a:lnTo>
                  <a:pt x="5922804" y="78214"/>
                </a:lnTo>
                <a:lnTo>
                  <a:pt x="5925742" y="77837"/>
                </a:lnTo>
                <a:lnTo>
                  <a:pt x="5928808" y="77519"/>
                </a:lnTo>
                <a:lnTo>
                  <a:pt x="5931999" y="77262"/>
                </a:lnTo>
                <a:lnTo>
                  <a:pt x="5935313" y="77068"/>
                </a:lnTo>
                <a:lnTo>
                  <a:pt x="5938748" y="76939"/>
                </a:lnTo>
                <a:lnTo>
                  <a:pt x="5938748" y="93164"/>
                </a:lnTo>
                <a:lnTo>
                  <a:pt x="5938747" y="93716"/>
                </a:lnTo>
                <a:lnTo>
                  <a:pt x="5938743" y="94264"/>
                </a:lnTo>
                <a:lnTo>
                  <a:pt x="5938733" y="94808"/>
                </a:lnTo>
                <a:lnTo>
                  <a:pt x="5938713" y="95347"/>
                </a:lnTo>
                <a:lnTo>
                  <a:pt x="5938680" y="95883"/>
                </a:lnTo>
                <a:lnTo>
                  <a:pt x="5938630" y="96414"/>
                </a:lnTo>
                <a:close/>
                <a:moveTo>
                  <a:pt x="6465915" y="94811"/>
                </a:moveTo>
                <a:lnTo>
                  <a:pt x="6465628" y="94451"/>
                </a:lnTo>
                <a:lnTo>
                  <a:pt x="6465314" y="94131"/>
                </a:lnTo>
                <a:lnTo>
                  <a:pt x="6464977" y="93849"/>
                </a:lnTo>
                <a:lnTo>
                  <a:pt x="6464620" y="93602"/>
                </a:lnTo>
                <a:lnTo>
                  <a:pt x="6464249" y="93388"/>
                </a:lnTo>
                <a:lnTo>
                  <a:pt x="6463867" y="93205"/>
                </a:lnTo>
                <a:lnTo>
                  <a:pt x="6463479" y="93049"/>
                </a:lnTo>
                <a:lnTo>
                  <a:pt x="6463090" y="92920"/>
                </a:lnTo>
                <a:lnTo>
                  <a:pt x="6462703" y="92814"/>
                </a:lnTo>
                <a:lnTo>
                  <a:pt x="6462323" y="92729"/>
                </a:lnTo>
                <a:lnTo>
                  <a:pt x="6461955" y="92662"/>
                </a:lnTo>
                <a:lnTo>
                  <a:pt x="6461602" y="92613"/>
                </a:lnTo>
                <a:lnTo>
                  <a:pt x="6461270" y="92577"/>
                </a:lnTo>
                <a:lnTo>
                  <a:pt x="6460962" y="92553"/>
                </a:lnTo>
                <a:lnTo>
                  <a:pt x="6460682" y="92539"/>
                </a:lnTo>
                <a:lnTo>
                  <a:pt x="6460436" y="92531"/>
                </a:lnTo>
                <a:lnTo>
                  <a:pt x="6460227" y="92529"/>
                </a:lnTo>
                <a:lnTo>
                  <a:pt x="6460061" y="92528"/>
                </a:lnTo>
                <a:lnTo>
                  <a:pt x="6459637" y="92531"/>
                </a:lnTo>
                <a:lnTo>
                  <a:pt x="6459232" y="92542"/>
                </a:lnTo>
                <a:lnTo>
                  <a:pt x="6458846" y="92560"/>
                </a:lnTo>
                <a:lnTo>
                  <a:pt x="6458478" y="92588"/>
                </a:lnTo>
                <a:lnTo>
                  <a:pt x="6458127" y="92626"/>
                </a:lnTo>
                <a:lnTo>
                  <a:pt x="6457792" y="92676"/>
                </a:lnTo>
                <a:lnTo>
                  <a:pt x="6457473" y="92738"/>
                </a:lnTo>
                <a:lnTo>
                  <a:pt x="6457168" y="92814"/>
                </a:lnTo>
                <a:lnTo>
                  <a:pt x="6456878" y="92905"/>
                </a:lnTo>
                <a:lnTo>
                  <a:pt x="6456601" y="93012"/>
                </a:lnTo>
                <a:lnTo>
                  <a:pt x="6456336" y="93135"/>
                </a:lnTo>
                <a:lnTo>
                  <a:pt x="6456084" y="93277"/>
                </a:lnTo>
                <a:lnTo>
                  <a:pt x="6455842" y="93438"/>
                </a:lnTo>
                <a:lnTo>
                  <a:pt x="6455611" y="93619"/>
                </a:lnTo>
                <a:lnTo>
                  <a:pt x="6455389" y="93821"/>
                </a:lnTo>
                <a:lnTo>
                  <a:pt x="6455176" y="94045"/>
                </a:lnTo>
                <a:lnTo>
                  <a:pt x="6454971" y="94294"/>
                </a:lnTo>
                <a:lnTo>
                  <a:pt x="6454773" y="94566"/>
                </a:lnTo>
                <a:lnTo>
                  <a:pt x="6454582" y="94865"/>
                </a:lnTo>
                <a:lnTo>
                  <a:pt x="6454397" y="95190"/>
                </a:lnTo>
                <a:lnTo>
                  <a:pt x="6454216" y="95543"/>
                </a:lnTo>
                <a:lnTo>
                  <a:pt x="6454040" y="95924"/>
                </a:lnTo>
                <a:lnTo>
                  <a:pt x="6453867" y="96336"/>
                </a:lnTo>
                <a:lnTo>
                  <a:pt x="6453698" y="96779"/>
                </a:lnTo>
                <a:lnTo>
                  <a:pt x="6453136" y="97967"/>
                </a:lnTo>
                <a:lnTo>
                  <a:pt x="6452515" y="99073"/>
                </a:lnTo>
                <a:lnTo>
                  <a:pt x="6451839" y="100100"/>
                </a:lnTo>
                <a:lnTo>
                  <a:pt x="6451114" y="101051"/>
                </a:lnTo>
                <a:lnTo>
                  <a:pt x="6450344" y="101929"/>
                </a:lnTo>
                <a:lnTo>
                  <a:pt x="6449534" y="102736"/>
                </a:lnTo>
                <a:lnTo>
                  <a:pt x="6448689" y="103476"/>
                </a:lnTo>
                <a:lnTo>
                  <a:pt x="6447813" y="104150"/>
                </a:lnTo>
                <a:lnTo>
                  <a:pt x="6446912" y="104763"/>
                </a:lnTo>
                <a:lnTo>
                  <a:pt x="6445991" y="105315"/>
                </a:lnTo>
                <a:lnTo>
                  <a:pt x="6445054" y="105811"/>
                </a:lnTo>
                <a:lnTo>
                  <a:pt x="6444105" y="106253"/>
                </a:lnTo>
                <a:lnTo>
                  <a:pt x="6443151" y="106644"/>
                </a:lnTo>
                <a:lnTo>
                  <a:pt x="6442196" y="106986"/>
                </a:lnTo>
                <a:lnTo>
                  <a:pt x="6441244" y="107282"/>
                </a:lnTo>
                <a:lnTo>
                  <a:pt x="6440301" y="107536"/>
                </a:lnTo>
                <a:lnTo>
                  <a:pt x="6439372" y="107749"/>
                </a:lnTo>
                <a:lnTo>
                  <a:pt x="6438460" y="107925"/>
                </a:lnTo>
                <a:lnTo>
                  <a:pt x="6437572" y="108067"/>
                </a:lnTo>
                <a:lnTo>
                  <a:pt x="6436711" y="108176"/>
                </a:lnTo>
                <a:lnTo>
                  <a:pt x="6435884" y="108256"/>
                </a:lnTo>
                <a:lnTo>
                  <a:pt x="6435094" y="108310"/>
                </a:lnTo>
                <a:lnTo>
                  <a:pt x="6434346" y="108341"/>
                </a:lnTo>
                <a:lnTo>
                  <a:pt x="6433646" y="108350"/>
                </a:lnTo>
                <a:lnTo>
                  <a:pt x="6431840" y="108300"/>
                </a:lnTo>
                <a:lnTo>
                  <a:pt x="6430038" y="108151"/>
                </a:lnTo>
                <a:lnTo>
                  <a:pt x="6428247" y="107903"/>
                </a:lnTo>
                <a:lnTo>
                  <a:pt x="6426470" y="107559"/>
                </a:lnTo>
                <a:lnTo>
                  <a:pt x="6424712" y="107119"/>
                </a:lnTo>
                <a:lnTo>
                  <a:pt x="6422980" y="106584"/>
                </a:lnTo>
                <a:lnTo>
                  <a:pt x="6421277" y="105956"/>
                </a:lnTo>
                <a:lnTo>
                  <a:pt x="6419609" y="105235"/>
                </a:lnTo>
                <a:lnTo>
                  <a:pt x="6417980" y="104424"/>
                </a:lnTo>
                <a:lnTo>
                  <a:pt x="6416396" y="103522"/>
                </a:lnTo>
                <a:lnTo>
                  <a:pt x="6414861" y="102531"/>
                </a:lnTo>
                <a:lnTo>
                  <a:pt x="6413380" y="101453"/>
                </a:lnTo>
                <a:lnTo>
                  <a:pt x="6411958" y="100288"/>
                </a:lnTo>
                <a:lnTo>
                  <a:pt x="6410601" y="99038"/>
                </a:lnTo>
                <a:lnTo>
                  <a:pt x="6409313" y="97703"/>
                </a:lnTo>
                <a:lnTo>
                  <a:pt x="6408099" y="96285"/>
                </a:lnTo>
                <a:lnTo>
                  <a:pt x="6406963" y="94786"/>
                </a:lnTo>
                <a:lnTo>
                  <a:pt x="6405912" y="93206"/>
                </a:lnTo>
                <a:lnTo>
                  <a:pt x="6404950" y="91546"/>
                </a:lnTo>
                <a:lnTo>
                  <a:pt x="6404081" y="89808"/>
                </a:lnTo>
                <a:lnTo>
                  <a:pt x="6403311" y="87992"/>
                </a:lnTo>
                <a:lnTo>
                  <a:pt x="6402645" y="86100"/>
                </a:lnTo>
                <a:lnTo>
                  <a:pt x="6402087" y="84134"/>
                </a:lnTo>
                <a:lnTo>
                  <a:pt x="6401643" y="82093"/>
                </a:lnTo>
                <a:lnTo>
                  <a:pt x="6459096" y="82093"/>
                </a:lnTo>
                <a:lnTo>
                  <a:pt x="6459599" y="82093"/>
                </a:lnTo>
                <a:lnTo>
                  <a:pt x="6460098" y="82089"/>
                </a:lnTo>
                <a:lnTo>
                  <a:pt x="6460589" y="82079"/>
                </a:lnTo>
                <a:lnTo>
                  <a:pt x="6461072" y="82060"/>
                </a:lnTo>
                <a:lnTo>
                  <a:pt x="6461546" y="82029"/>
                </a:lnTo>
                <a:lnTo>
                  <a:pt x="6462008" y="81982"/>
                </a:lnTo>
                <a:lnTo>
                  <a:pt x="6462458" y="81916"/>
                </a:lnTo>
                <a:lnTo>
                  <a:pt x="6462894" y="81829"/>
                </a:lnTo>
                <a:lnTo>
                  <a:pt x="6463314" y="81717"/>
                </a:lnTo>
                <a:lnTo>
                  <a:pt x="6463718" y="81577"/>
                </a:lnTo>
                <a:lnTo>
                  <a:pt x="6464103" y="81406"/>
                </a:lnTo>
                <a:lnTo>
                  <a:pt x="6464469" y="81202"/>
                </a:lnTo>
                <a:lnTo>
                  <a:pt x="6464813" y="80960"/>
                </a:lnTo>
                <a:lnTo>
                  <a:pt x="6465136" y="80677"/>
                </a:lnTo>
                <a:lnTo>
                  <a:pt x="6465434" y="80352"/>
                </a:lnTo>
                <a:lnTo>
                  <a:pt x="6465707" y="79980"/>
                </a:lnTo>
                <a:lnTo>
                  <a:pt x="6465953" y="79559"/>
                </a:lnTo>
                <a:lnTo>
                  <a:pt x="6466171" y="79084"/>
                </a:lnTo>
                <a:lnTo>
                  <a:pt x="6466359" y="78555"/>
                </a:lnTo>
                <a:lnTo>
                  <a:pt x="6466516" y="77966"/>
                </a:lnTo>
                <a:lnTo>
                  <a:pt x="6466641" y="77316"/>
                </a:lnTo>
                <a:lnTo>
                  <a:pt x="6466732" y="76600"/>
                </a:lnTo>
                <a:lnTo>
                  <a:pt x="6466787" y="75816"/>
                </a:lnTo>
                <a:lnTo>
                  <a:pt x="6466806" y="74962"/>
                </a:lnTo>
                <a:lnTo>
                  <a:pt x="6466742" y="72231"/>
                </a:lnTo>
                <a:lnTo>
                  <a:pt x="6466549" y="69539"/>
                </a:lnTo>
                <a:lnTo>
                  <a:pt x="6466227" y="66893"/>
                </a:lnTo>
                <a:lnTo>
                  <a:pt x="6465776" y="64300"/>
                </a:lnTo>
                <a:lnTo>
                  <a:pt x="6465196" y="61766"/>
                </a:lnTo>
                <a:lnTo>
                  <a:pt x="6464487" y="59299"/>
                </a:lnTo>
                <a:lnTo>
                  <a:pt x="6463648" y="56905"/>
                </a:lnTo>
                <a:lnTo>
                  <a:pt x="6462679" y="54591"/>
                </a:lnTo>
                <a:lnTo>
                  <a:pt x="6461581" y="52365"/>
                </a:lnTo>
                <a:lnTo>
                  <a:pt x="6460352" y="50232"/>
                </a:lnTo>
                <a:lnTo>
                  <a:pt x="6458993" y="48200"/>
                </a:lnTo>
                <a:lnTo>
                  <a:pt x="6457504" y="46276"/>
                </a:lnTo>
                <a:lnTo>
                  <a:pt x="6455885" y="44467"/>
                </a:lnTo>
                <a:lnTo>
                  <a:pt x="6454134" y="42778"/>
                </a:lnTo>
                <a:lnTo>
                  <a:pt x="6452253" y="41218"/>
                </a:lnTo>
                <a:lnTo>
                  <a:pt x="6450241" y="39793"/>
                </a:lnTo>
                <a:lnTo>
                  <a:pt x="6448097" y="38510"/>
                </a:lnTo>
                <a:lnTo>
                  <a:pt x="6445822" y="37376"/>
                </a:lnTo>
                <a:lnTo>
                  <a:pt x="6443416" y="36397"/>
                </a:lnTo>
                <a:lnTo>
                  <a:pt x="6440878" y="35581"/>
                </a:lnTo>
                <a:lnTo>
                  <a:pt x="6438208" y="34935"/>
                </a:lnTo>
                <a:lnTo>
                  <a:pt x="6435405" y="34464"/>
                </a:lnTo>
                <a:lnTo>
                  <a:pt x="6432471" y="34177"/>
                </a:lnTo>
                <a:lnTo>
                  <a:pt x="6429404" y="34080"/>
                </a:lnTo>
                <a:lnTo>
                  <a:pt x="6426561" y="34179"/>
                </a:lnTo>
                <a:lnTo>
                  <a:pt x="6423769" y="34473"/>
                </a:lnTo>
                <a:lnTo>
                  <a:pt x="6421036" y="34955"/>
                </a:lnTo>
                <a:lnTo>
                  <a:pt x="6418368" y="35618"/>
                </a:lnTo>
                <a:lnTo>
                  <a:pt x="6415770" y="36457"/>
                </a:lnTo>
                <a:lnTo>
                  <a:pt x="6413249" y="37464"/>
                </a:lnTo>
                <a:lnTo>
                  <a:pt x="6410811" y="38633"/>
                </a:lnTo>
                <a:lnTo>
                  <a:pt x="6408461" y="39958"/>
                </a:lnTo>
                <a:lnTo>
                  <a:pt x="6406207" y="41432"/>
                </a:lnTo>
                <a:lnTo>
                  <a:pt x="6404054" y="43050"/>
                </a:lnTo>
                <a:lnTo>
                  <a:pt x="6402008" y="44803"/>
                </a:lnTo>
                <a:lnTo>
                  <a:pt x="6400076" y="46687"/>
                </a:lnTo>
                <a:lnTo>
                  <a:pt x="6398263" y="48694"/>
                </a:lnTo>
                <a:lnTo>
                  <a:pt x="6396576" y="50818"/>
                </a:lnTo>
                <a:lnTo>
                  <a:pt x="6395020" y="53053"/>
                </a:lnTo>
                <a:lnTo>
                  <a:pt x="6393603" y="55392"/>
                </a:lnTo>
                <a:lnTo>
                  <a:pt x="6392329" y="57829"/>
                </a:lnTo>
                <a:lnTo>
                  <a:pt x="6391205" y="60357"/>
                </a:lnTo>
                <a:lnTo>
                  <a:pt x="6390237" y="62971"/>
                </a:lnTo>
                <a:lnTo>
                  <a:pt x="6389432" y="65662"/>
                </a:lnTo>
                <a:lnTo>
                  <a:pt x="6388795" y="68425"/>
                </a:lnTo>
                <a:lnTo>
                  <a:pt x="6388332" y="71254"/>
                </a:lnTo>
                <a:lnTo>
                  <a:pt x="6388050" y="74142"/>
                </a:lnTo>
                <a:lnTo>
                  <a:pt x="6387955" y="77083"/>
                </a:lnTo>
                <a:lnTo>
                  <a:pt x="6388055" y="80005"/>
                </a:lnTo>
                <a:lnTo>
                  <a:pt x="6388352" y="82878"/>
                </a:lnTo>
                <a:lnTo>
                  <a:pt x="6388840" y="85696"/>
                </a:lnTo>
                <a:lnTo>
                  <a:pt x="6389512" y="88451"/>
                </a:lnTo>
                <a:lnTo>
                  <a:pt x="6390363" y="91136"/>
                </a:lnTo>
                <a:lnTo>
                  <a:pt x="6391386" y="93746"/>
                </a:lnTo>
                <a:lnTo>
                  <a:pt x="6392575" y="96274"/>
                </a:lnTo>
                <a:lnTo>
                  <a:pt x="6393924" y="98712"/>
                </a:lnTo>
                <a:lnTo>
                  <a:pt x="6395427" y="101054"/>
                </a:lnTo>
                <a:lnTo>
                  <a:pt x="6397078" y="103294"/>
                </a:lnTo>
                <a:lnTo>
                  <a:pt x="6398871" y="105424"/>
                </a:lnTo>
                <a:lnTo>
                  <a:pt x="6400799" y="107439"/>
                </a:lnTo>
                <a:lnTo>
                  <a:pt x="6402857" y="109330"/>
                </a:lnTo>
                <a:lnTo>
                  <a:pt x="6405039" y="111092"/>
                </a:lnTo>
                <a:lnTo>
                  <a:pt x="6407337" y="112719"/>
                </a:lnTo>
                <a:lnTo>
                  <a:pt x="6409747" y="114202"/>
                </a:lnTo>
                <a:lnTo>
                  <a:pt x="6412262" y="115536"/>
                </a:lnTo>
                <a:lnTo>
                  <a:pt x="6414876" y="116714"/>
                </a:lnTo>
                <a:lnTo>
                  <a:pt x="6417583" y="117729"/>
                </a:lnTo>
                <a:lnTo>
                  <a:pt x="6420376" y="118574"/>
                </a:lnTo>
                <a:lnTo>
                  <a:pt x="6423250" y="119244"/>
                </a:lnTo>
                <a:lnTo>
                  <a:pt x="6426199" y="119730"/>
                </a:lnTo>
                <a:lnTo>
                  <a:pt x="6429217" y="120027"/>
                </a:lnTo>
                <a:lnTo>
                  <a:pt x="6432296" y="120127"/>
                </a:lnTo>
                <a:lnTo>
                  <a:pt x="6435392" y="120039"/>
                </a:lnTo>
                <a:lnTo>
                  <a:pt x="6438321" y="119783"/>
                </a:lnTo>
                <a:lnTo>
                  <a:pt x="6441086" y="119372"/>
                </a:lnTo>
                <a:lnTo>
                  <a:pt x="6443689" y="118819"/>
                </a:lnTo>
                <a:lnTo>
                  <a:pt x="6446134" y="118137"/>
                </a:lnTo>
                <a:lnTo>
                  <a:pt x="6448425" y="117339"/>
                </a:lnTo>
                <a:lnTo>
                  <a:pt x="6450564" y="116438"/>
                </a:lnTo>
                <a:lnTo>
                  <a:pt x="6452554" y="115447"/>
                </a:lnTo>
                <a:lnTo>
                  <a:pt x="6454399" y="114379"/>
                </a:lnTo>
                <a:lnTo>
                  <a:pt x="6456102" y="113247"/>
                </a:lnTo>
                <a:lnTo>
                  <a:pt x="6457666" y="112064"/>
                </a:lnTo>
                <a:lnTo>
                  <a:pt x="6459095" y="110843"/>
                </a:lnTo>
                <a:lnTo>
                  <a:pt x="6460390" y="109596"/>
                </a:lnTo>
                <a:lnTo>
                  <a:pt x="6461557" y="108338"/>
                </a:lnTo>
                <a:lnTo>
                  <a:pt x="6462597" y="107080"/>
                </a:lnTo>
                <a:lnTo>
                  <a:pt x="6463514" y="105836"/>
                </a:lnTo>
                <a:lnTo>
                  <a:pt x="6464312" y="104619"/>
                </a:lnTo>
                <a:lnTo>
                  <a:pt x="6464993" y="103441"/>
                </a:lnTo>
                <a:lnTo>
                  <a:pt x="6465560" y="102316"/>
                </a:lnTo>
                <a:lnTo>
                  <a:pt x="6466017" y="101257"/>
                </a:lnTo>
                <a:lnTo>
                  <a:pt x="6466367" y="100276"/>
                </a:lnTo>
                <a:lnTo>
                  <a:pt x="6466613" y="99387"/>
                </a:lnTo>
                <a:lnTo>
                  <a:pt x="6466758" y="98603"/>
                </a:lnTo>
                <a:lnTo>
                  <a:pt x="6466806" y="97937"/>
                </a:lnTo>
                <a:lnTo>
                  <a:pt x="6466778" y="97290"/>
                </a:lnTo>
                <a:lnTo>
                  <a:pt x="6466695" y="96696"/>
                </a:lnTo>
                <a:lnTo>
                  <a:pt x="6466564" y="96153"/>
                </a:lnTo>
                <a:lnTo>
                  <a:pt x="6466387" y="95659"/>
                </a:lnTo>
                <a:lnTo>
                  <a:pt x="6466169" y="95213"/>
                </a:lnTo>
                <a:lnTo>
                  <a:pt x="6465915" y="94811"/>
                </a:lnTo>
                <a:close/>
                <a:moveTo>
                  <a:pt x="6404594" y="62243"/>
                </a:moveTo>
                <a:lnTo>
                  <a:pt x="6405385" y="60730"/>
                </a:lnTo>
                <a:lnTo>
                  <a:pt x="6406249" y="59270"/>
                </a:lnTo>
                <a:lnTo>
                  <a:pt x="6407184" y="57869"/>
                </a:lnTo>
                <a:lnTo>
                  <a:pt x="6408187" y="56529"/>
                </a:lnTo>
                <a:lnTo>
                  <a:pt x="6409254" y="55253"/>
                </a:lnTo>
                <a:lnTo>
                  <a:pt x="6410384" y="54043"/>
                </a:lnTo>
                <a:lnTo>
                  <a:pt x="6411572" y="52905"/>
                </a:lnTo>
                <a:lnTo>
                  <a:pt x="6412817" y="51839"/>
                </a:lnTo>
                <a:lnTo>
                  <a:pt x="6414115" y="50850"/>
                </a:lnTo>
                <a:lnTo>
                  <a:pt x="6415463" y="49940"/>
                </a:lnTo>
                <a:lnTo>
                  <a:pt x="6416859" y="49113"/>
                </a:lnTo>
                <a:lnTo>
                  <a:pt x="6418301" y="48372"/>
                </a:lnTo>
                <a:lnTo>
                  <a:pt x="6419784" y="47719"/>
                </a:lnTo>
                <a:lnTo>
                  <a:pt x="6421306" y="47158"/>
                </a:lnTo>
                <a:lnTo>
                  <a:pt x="6422864" y="46693"/>
                </a:lnTo>
                <a:lnTo>
                  <a:pt x="6424456" y="46325"/>
                </a:lnTo>
                <a:lnTo>
                  <a:pt x="6426079" y="46059"/>
                </a:lnTo>
                <a:lnTo>
                  <a:pt x="6427729" y="45897"/>
                </a:lnTo>
                <a:lnTo>
                  <a:pt x="6429404" y="45842"/>
                </a:lnTo>
                <a:lnTo>
                  <a:pt x="6430667" y="45868"/>
                </a:lnTo>
                <a:lnTo>
                  <a:pt x="6431944" y="45948"/>
                </a:lnTo>
                <a:lnTo>
                  <a:pt x="6433231" y="46088"/>
                </a:lnTo>
                <a:lnTo>
                  <a:pt x="6434521" y="46291"/>
                </a:lnTo>
                <a:lnTo>
                  <a:pt x="6435811" y="46562"/>
                </a:lnTo>
                <a:lnTo>
                  <a:pt x="6437095" y="46906"/>
                </a:lnTo>
                <a:lnTo>
                  <a:pt x="6438367" y="47326"/>
                </a:lnTo>
                <a:lnTo>
                  <a:pt x="6439622" y="47828"/>
                </a:lnTo>
                <a:lnTo>
                  <a:pt x="6440856" y="48415"/>
                </a:lnTo>
                <a:lnTo>
                  <a:pt x="6442061" y="49092"/>
                </a:lnTo>
                <a:lnTo>
                  <a:pt x="6443235" y="49865"/>
                </a:lnTo>
                <a:lnTo>
                  <a:pt x="6444370" y="50736"/>
                </a:lnTo>
                <a:lnTo>
                  <a:pt x="6445462" y="51710"/>
                </a:lnTo>
                <a:lnTo>
                  <a:pt x="6446506" y="52792"/>
                </a:lnTo>
                <a:lnTo>
                  <a:pt x="6447496" y="53987"/>
                </a:lnTo>
                <a:lnTo>
                  <a:pt x="6448427" y="55299"/>
                </a:lnTo>
                <a:lnTo>
                  <a:pt x="6449293" y="56731"/>
                </a:lnTo>
                <a:lnTo>
                  <a:pt x="6450090" y="58289"/>
                </a:lnTo>
                <a:lnTo>
                  <a:pt x="6450813" y="59978"/>
                </a:lnTo>
                <a:lnTo>
                  <a:pt x="6451455" y="61800"/>
                </a:lnTo>
                <a:lnTo>
                  <a:pt x="6452012" y="63762"/>
                </a:lnTo>
                <a:lnTo>
                  <a:pt x="6452478" y="65867"/>
                </a:lnTo>
                <a:lnTo>
                  <a:pt x="6452849" y="68120"/>
                </a:lnTo>
                <a:lnTo>
                  <a:pt x="6453118" y="70525"/>
                </a:lnTo>
                <a:lnTo>
                  <a:pt x="6401837" y="70525"/>
                </a:lnTo>
                <a:lnTo>
                  <a:pt x="6402219" y="68784"/>
                </a:lnTo>
                <a:lnTo>
                  <a:pt x="6402688" y="67082"/>
                </a:lnTo>
                <a:lnTo>
                  <a:pt x="6403243" y="65423"/>
                </a:lnTo>
                <a:lnTo>
                  <a:pt x="6403879" y="63809"/>
                </a:lnTo>
                <a:lnTo>
                  <a:pt x="6404594" y="62243"/>
                </a:lnTo>
                <a:close/>
                <a:moveTo>
                  <a:pt x="6779997" y="109294"/>
                </a:moveTo>
                <a:lnTo>
                  <a:pt x="6779703" y="108952"/>
                </a:lnTo>
                <a:lnTo>
                  <a:pt x="6779382" y="108650"/>
                </a:lnTo>
                <a:lnTo>
                  <a:pt x="6779037" y="108386"/>
                </a:lnTo>
                <a:lnTo>
                  <a:pt x="6778671" y="108157"/>
                </a:lnTo>
                <a:lnTo>
                  <a:pt x="6778287" y="107961"/>
                </a:lnTo>
                <a:lnTo>
                  <a:pt x="6777889" y="107795"/>
                </a:lnTo>
                <a:lnTo>
                  <a:pt x="6777478" y="107657"/>
                </a:lnTo>
                <a:lnTo>
                  <a:pt x="6777058" y="107543"/>
                </a:lnTo>
                <a:lnTo>
                  <a:pt x="6776631" y="107452"/>
                </a:lnTo>
                <a:lnTo>
                  <a:pt x="6776202" y="107382"/>
                </a:lnTo>
                <a:lnTo>
                  <a:pt x="6775771" y="107329"/>
                </a:lnTo>
                <a:lnTo>
                  <a:pt x="6775344" y="107290"/>
                </a:lnTo>
                <a:lnTo>
                  <a:pt x="6774922" y="107265"/>
                </a:lnTo>
                <a:lnTo>
                  <a:pt x="6774508" y="107249"/>
                </a:lnTo>
                <a:lnTo>
                  <a:pt x="6774106" y="107241"/>
                </a:lnTo>
                <a:lnTo>
                  <a:pt x="6773717" y="107239"/>
                </a:lnTo>
                <a:lnTo>
                  <a:pt x="6773346" y="107238"/>
                </a:lnTo>
                <a:lnTo>
                  <a:pt x="6772366" y="107233"/>
                </a:lnTo>
                <a:lnTo>
                  <a:pt x="6771448" y="107219"/>
                </a:lnTo>
                <a:lnTo>
                  <a:pt x="6770588" y="107196"/>
                </a:lnTo>
                <a:lnTo>
                  <a:pt x="6769786" y="107164"/>
                </a:lnTo>
                <a:lnTo>
                  <a:pt x="6769037" y="107125"/>
                </a:lnTo>
                <a:lnTo>
                  <a:pt x="6768340" y="107078"/>
                </a:lnTo>
                <a:lnTo>
                  <a:pt x="6767693" y="107025"/>
                </a:lnTo>
                <a:lnTo>
                  <a:pt x="6767092" y="106966"/>
                </a:lnTo>
                <a:lnTo>
                  <a:pt x="6766535" y="106902"/>
                </a:lnTo>
                <a:lnTo>
                  <a:pt x="6766020" y="106833"/>
                </a:lnTo>
                <a:lnTo>
                  <a:pt x="6765544" y="106760"/>
                </a:lnTo>
                <a:lnTo>
                  <a:pt x="6765105" y="106683"/>
                </a:lnTo>
                <a:lnTo>
                  <a:pt x="6764700" y="106603"/>
                </a:lnTo>
                <a:lnTo>
                  <a:pt x="6764326" y="106521"/>
                </a:lnTo>
                <a:lnTo>
                  <a:pt x="6763982" y="106437"/>
                </a:lnTo>
                <a:lnTo>
                  <a:pt x="6763664" y="106352"/>
                </a:lnTo>
                <a:lnTo>
                  <a:pt x="6763371" y="106266"/>
                </a:lnTo>
                <a:lnTo>
                  <a:pt x="6763098" y="106179"/>
                </a:lnTo>
                <a:lnTo>
                  <a:pt x="6762846" y="106094"/>
                </a:lnTo>
                <a:lnTo>
                  <a:pt x="6762609" y="106009"/>
                </a:lnTo>
                <a:lnTo>
                  <a:pt x="6762387" y="105926"/>
                </a:lnTo>
                <a:lnTo>
                  <a:pt x="6762176" y="105846"/>
                </a:lnTo>
                <a:lnTo>
                  <a:pt x="6761974" y="105768"/>
                </a:lnTo>
                <a:lnTo>
                  <a:pt x="6761779" y="105694"/>
                </a:lnTo>
                <a:lnTo>
                  <a:pt x="6761779" y="63991"/>
                </a:lnTo>
                <a:lnTo>
                  <a:pt x="6761725" y="62266"/>
                </a:lnTo>
                <a:lnTo>
                  <a:pt x="6761558" y="60523"/>
                </a:lnTo>
                <a:lnTo>
                  <a:pt x="6761278" y="58770"/>
                </a:lnTo>
                <a:lnTo>
                  <a:pt x="6760880" y="57016"/>
                </a:lnTo>
                <a:lnTo>
                  <a:pt x="6760361" y="55268"/>
                </a:lnTo>
                <a:lnTo>
                  <a:pt x="6759719" y="53535"/>
                </a:lnTo>
                <a:lnTo>
                  <a:pt x="6758950" y="51824"/>
                </a:lnTo>
                <a:lnTo>
                  <a:pt x="6758052" y="50144"/>
                </a:lnTo>
                <a:lnTo>
                  <a:pt x="6757021" y="48504"/>
                </a:lnTo>
                <a:lnTo>
                  <a:pt x="6755855" y="46910"/>
                </a:lnTo>
                <a:lnTo>
                  <a:pt x="6754550" y="45371"/>
                </a:lnTo>
                <a:lnTo>
                  <a:pt x="6753104" y="43895"/>
                </a:lnTo>
                <a:lnTo>
                  <a:pt x="6751513" y="42491"/>
                </a:lnTo>
                <a:lnTo>
                  <a:pt x="6749774" y="41167"/>
                </a:lnTo>
                <a:lnTo>
                  <a:pt x="6747885" y="39930"/>
                </a:lnTo>
                <a:lnTo>
                  <a:pt x="6745842" y="38789"/>
                </a:lnTo>
                <a:lnTo>
                  <a:pt x="6743642" y="37751"/>
                </a:lnTo>
                <a:lnTo>
                  <a:pt x="6741283" y="36826"/>
                </a:lnTo>
                <a:lnTo>
                  <a:pt x="6738761" y="36021"/>
                </a:lnTo>
                <a:lnTo>
                  <a:pt x="6736074" y="35344"/>
                </a:lnTo>
                <a:lnTo>
                  <a:pt x="6733218" y="34803"/>
                </a:lnTo>
                <a:lnTo>
                  <a:pt x="6730190" y="34407"/>
                </a:lnTo>
                <a:lnTo>
                  <a:pt x="6726987" y="34163"/>
                </a:lnTo>
                <a:lnTo>
                  <a:pt x="6723607" y="34080"/>
                </a:lnTo>
                <a:lnTo>
                  <a:pt x="6722514" y="34081"/>
                </a:lnTo>
                <a:lnTo>
                  <a:pt x="6721315" y="34088"/>
                </a:lnTo>
                <a:lnTo>
                  <a:pt x="6720026" y="34107"/>
                </a:lnTo>
                <a:lnTo>
                  <a:pt x="6718658" y="34145"/>
                </a:lnTo>
                <a:lnTo>
                  <a:pt x="6717225" y="34207"/>
                </a:lnTo>
                <a:lnTo>
                  <a:pt x="6715741" y="34300"/>
                </a:lnTo>
                <a:lnTo>
                  <a:pt x="6714220" y="34429"/>
                </a:lnTo>
                <a:lnTo>
                  <a:pt x="6712675" y="34601"/>
                </a:lnTo>
                <a:lnTo>
                  <a:pt x="6711118" y="34822"/>
                </a:lnTo>
                <a:lnTo>
                  <a:pt x="6709565" y="35098"/>
                </a:lnTo>
                <a:lnTo>
                  <a:pt x="6708028" y="35436"/>
                </a:lnTo>
                <a:lnTo>
                  <a:pt x="6706520" y="35840"/>
                </a:lnTo>
                <a:lnTo>
                  <a:pt x="6705056" y="36318"/>
                </a:lnTo>
                <a:lnTo>
                  <a:pt x="6703648" y="36875"/>
                </a:lnTo>
                <a:lnTo>
                  <a:pt x="6702311" y="37517"/>
                </a:lnTo>
                <a:lnTo>
                  <a:pt x="6701057" y="38252"/>
                </a:lnTo>
                <a:lnTo>
                  <a:pt x="6699900" y="39084"/>
                </a:lnTo>
                <a:lnTo>
                  <a:pt x="6698854" y="40020"/>
                </a:lnTo>
                <a:lnTo>
                  <a:pt x="6697931" y="41066"/>
                </a:lnTo>
                <a:lnTo>
                  <a:pt x="6697146" y="42228"/>
                </a:lnTo>
                <a:lnTo>
                  <a:pt x="6696512" y="43513"/>
                </a:lnTo>
                <a:lnTo>
                  <a:pt x="6696043" y="44925"/>
                </a:lnTo>
                <a:lnTo>
                  <a:pt x="6695751" y="46472"/>
                </a:lnTo>
                <a:lnTo>
                  <a:pt x="6695651" y="48160"/>
                </a:lnTo>
                <a:lnTo>
                  <a:pt x="6695672" y="48870"/>
                </a:lnTo>
                <a:lnTo>
                  <a:pt x="6695734" y="49552"/>
                </a:lnTo>
                <a:lnTo>
                  <a:pt x="6695834" y="50205"/>
                </a:lnTo>
                <a:lnTo>
                  <a:pt x="6695973" y="50830"/>
                </a:lnTo>
                <a:lnTo>
                  <a:pt x="6696147" y="51425"/>
                </a:lnTo>
                <a:lnTo>
                  <a:pt x="6696356" y="51992"/>
                </a:lnTo>
                <a:lnTo>
                  <a:pt x="6696599" y="52529"/>
                </a:lnTo>
                <a:lnTo>
                  <a:pt x="6696873" y="53037"/>
                </a:lnTo>
                <a:lnTo>
                  <a:pt x="6697177" y="53516"/>
                </a:lnTo>
                <a:lnTo>
                  <a:pt x="6697509" y="53965"/>
                </a:lnTo>
                <a:lnTo>
                  <a:pt x="6697869" y="54384"/>
                </a:lnTo>
                <a:lnTo>
                  <a:pt x="6698255" y="54773"/>
                </a:lnTo>
                <a:lnTo>
                  <a:pt x="6698664" y="55132"/>
                </a:lnTo>
                <a:lnTo>
                  <a:pt x="6699096" y="55461"/>
                </a:lnTo>
                <a:lnTo>
                  <a:pt x="6699549" y="55759"/>
                </a:lnTo>
                <a:lnTo>
                  <a:pt x="6700022" y="56027"/>
                </a:lnTo>
                <a:lnTo>
                  <a:pt x="6700513" y="56263"/>
                </a:lnTo>
                <a:lnTo>
                  <a:pt x="6701020" y="56469"/>
                </a:lnTo>
                <a:lnTo>
                  <a:pt x="6701542" y="56643"/>
                </a:lnTo>
                <a:lnTo>
                  <a:pt x="6702078" y="56786"/>
                </a:lnTo>
                <a:lnTo>
                  <a:pt x="6702626" y="56898"/>
                </a:lnTo>
                <a:lnTo>
                  <a:pt x="6703184" y="56978"/>
                </a:lnTo>
                <a:lnTo>
                  <a:pt x="6703752" y="57026"/>
                </a:lnTo>
                <a:lnTo>
                  <a:pt x="6704326" y="57042"/>
                </a:lnTo>
                <a:lnTo>
                  <a:pt x="6704700" y="57033"/>
                </a:lnTo>
                <a:lnTo>
                  <a:pt x="6705097" y="57004"/>
                </a:lnTo>
                <a:lnTo>
                  <a:pt x="6705513" y="56953"/>
                </a:lnTo>
                <a:lnTo>
                  <a:pt x="6705946" y="56880"/>
                </a:lnTo>
                <a:lnTo>
                  <a:pt x="6706390" y="56783"/>
                </a:lnTo>
                <a:lnTo>
                  <a:pt x="6706845" y="56659"/>
                </a:lnTo>
                <a:lnTo>
                  <a:pt x="6707305" y="56507"/>
                </a:lnTo>
                <a:lnTo>
                  <a:pt x="6707768" y="56327"/>
                </a:lnTo>
                <a:lnTo>
                  <a:pt x="6708230" y="56115"/>
                </a:lnTo>
                <a:lnTo>
                  <a:pt x="6708689" y="55871"/>
                </a:lnTo>
                <a:lnTo>
                  <a:pt x="6709140" y="55593"/>
                </a:lnTo>
                <a:lnTo>
                  <a:pt x="6709580" y="55280"/>
                </a:lnTo>
                <a:lnTo>
                  <a:pt x="6710006" y="54929"/>
                </a:lnTo>
                <a:lnTo>
                  <a:pt x="6710415" y="54540"/>
                </a:lnTo>
                <a:lnTo>
                  <a:pt x="6710803" y="54110"/>
                </a:lnTo>
                <a:lnTo>
                  <a:pt x="6711167" y="53638"/>
                </a:lnTo>
                <a:lnTo>
                  <a:pt x="6711504" y="53122"/>
                </a:lnTo>
                <a:lnTo>
                  <a:pt x="6711810" y="52562"/>
                </a:lnTo>
                <a:lnTo>
                  <a:pt x="6712081" y="51954"/>
                </a:lnTo>
                <a:lnTo>
                  <a:pt x="6712316" y="51298"/>
                </a:lnTo>
                <a:lnTo>
                  <a:pt x="6712509" y="50593"/>
                </a:lnTo>
                <a:lnTo>
                  <a:pt x="6712658" y="49836"/>
                </a:lnTo>
                <a:lnTo>
                  <a:pt x="6712760" y="49025"/>
                </a:lnTo>
                <a:lnTo>
                  <a:pt x="6712811" y="48160"/>
                </a:lnTo>
                <a:lnTo>
                  <a:pt x="6712812" y="47974"/>
                </a:lnTo>
                <a:lnTo>
                  <a:pt x="6712817" y="47801"/>
                </a:lnTo>
                <a:lnTo>
                  <a:pt x="6712826" y="47641"/>
                </a:lnTo>
                <a:lnTo>
                  <a:pt x="6712843" y="47493"/>
                </a:lnTo>
                <a:lnTo>
                  <a:pt x="6712867" y="47357"/>
                </a:lnTo>
                <a:lnTo>
                  <a:pt x="6712901" y="47231"/>
                </a:lnTo>
                <a:lnTo>
                  <a:pt x="6712946" y="47115"/>
                </a:lnTo>
                <a:lnTo>
                  <a:pt x="6713003" y="47009"/>
                </a:lnTo>
                <a:lnTo>
                  <a:pt x="6713074" y="46911"/>
                </a:lnTo>
                <a:lnTo>
                  <a:pt x="6713161" y="46821"/>
                </a:lnTo>
                <a:lnTo>
                  <a:pt x="6713266" y="46739"/>
                </a:lnTo>
                <a:lnTo>
                  <a:pt x="6713388" y="46663"/>
                </a:lnTo>
                <a:lnTo>
                  <a:pt x="6713531" y="46594"/>
                </a:lnTo>
                <a:lnTo>
                  <a:pt x="6713695" y="46530"/>
                </a:lnTo>
                <a:lnTo>
                  <a:pt x="6713883" y="46470"/>
                </a:lnTo>
                <a:lnTo>
                  <a:pt x="6714095" y="46415"/>
                </a:lnTo>
                <a:lnTo>
                  <a:pt x="6714333" y="46363"/>
                </a:lnTo>
                <a:lnTo>
                  <a:pt x="6714599" y="46313"/>
                </a:lnTo>
                <a:lnTo>
                  <a:pt x="6714894" y="46266"/>
                </a:lnTo>
                <a:lnTo>
                  <a:pt x="6715219" y="46220"/>
                </a:lnTo>
                <a:lnTo>
                  <a:pt x="6715577" y="46175"/>
                </a:lnTo>
                <a:lnTo>
                  <a:pt x="6715969" y="46129"/>
                </a:lnTo>
                <a:lnTo>
                  <a:pt x="6716395" y="46083"/>
                </a:lnTo>
                <a:lnTo>
                  <a:pt x="6716858" y="46036"/>
                </a:lnTo>
                <a:lnTo>
                  <a:pt x="6717195" y="46013"/>
                </a:lnTo>
                <a:lnTo>
                  <a:pt x="6717529" y="45992"/>
                </a:lnTo>
                <a:lnTo>
                  <a:pt x="6717861" y="45972"/>
                </a:lnTo>
                <a:lnTo>
                  <a:pt x="6718190" y="45954"/>
                </a:lnTo>
                <a:lnTo>
                  <a:pt x="6718516" y="45938"/>
                </a:lnTo>
                <a:lnTo>
                  <a:pt x="6718838" y="45924"/>
                </a:lnTo>
                <a:lnTo>
                  <a:pt x="6719158" y="45911"/>
                </a:lnTo>
                <a:lnTo>
                  <a:pt x="6719473" y="45899"/>
                </a:lnTo>
                <a:lnTo>
                  <a:pt x="6719784" y="45889"/>
                </a:lnTo>
                <a:lnTo>
                  <a:pt x="6720091" y="45880"/>
                </a:lnTo>
                <a:lnTo>
                  <a:pt x="6720394" y="45873"/>
                </a:lnTo>
                <a:lnTo>
                  <a:pt x="6720692" y="45866"/>
                </a:lnTo>
                <a:lnTo>
                  <a:pt x="6720984" y="45861"/>
                </a:lnTo>
                <a:lnTo>
                  <a:pt x="6721272" y="45856"/>
                </a:lnTo>
                <a:lnTo>
                  <a:pt x="6721554" y="45852"/>
                </a:lnTo>
                <a:lnTo>
                  <a:pt x="6721830" y="45849"/>
                </a:lnTo>
                <a:lnTo>
                  <a:pt x="6722100" y="45847"/>
                </a:lnTo>
                <a:lnTo>
                  <a:pt x="6722364" y="45845"/>
                </a:lnTo>
                <a:lnTo>
                  <a:pt x="6722621" y="45844"/>
                </a:lnTo>
                <a:lnTo>
                  <a:pt x="6722872" y="45843"/>
                </a:lnTo>
                <a:lnTo>
                  <a:pt x="6723115" y="45842"/>
                </a:lnTo>
                <a:lnTo>
                  <a:pt x="6723351" y="45842"/>
                </a:lnTo>
                <a:lnTo>
                  <a:pt x="6723580" y="45842"/>
                </a:lnTo>
                <a:lnTo>
                  <a:pt x="6723801" y="45842"/>
                </a:lnTo>
                <a:lnTo>
                  <a:pt x="6725608" y="45873"/>
                </a:lnTo>
                <a:lnTo>
                  <a:pt x="6727364" y="45968"/>
                </a:lnTo>
                <a:lnTo>
                  <a:pt x="6729067" y="46126"/>
                </a:lnTo>
                <a:lnTo>
                  <a:pt x="6730716" y="46349"/>
                </a:lnTo>
                <a:lnTo>
                  <a:pt x="6732306" y="46637"/>
                </a:lnTo>
                <a:lnTo>
                  <a:pt x="6733837" y="46992"/>
                </a:lnTo>
                <a:lnTo>
                  <a:pt x="6735306" y="47413"/>
                </a:lnTo>
                <a:lnTo>
                  <a:pt x="6736710" y="47902"/>
                </a:lnTo>
                <a:lnTo>
                  <a:pt x="6738047" y="48459"/>
                </a:lnTo>
                <a:lnTo>
                  <a:pt x="6739314" y="49085"/>
                </a:lnTo>
                <a:lnTo>
                  <a:pt x="6740510" y="49782"/>
                </a:lnTo>
                <a:lnTo>
                  <a:pt x="6741633" y="50549"/>
                </a:lnTo>
                <a:lnTo>
                  <a:pt x="6742678" y="51387"/>
                </a:lnTo>
                <a:lnTo>
                  <a:pt x="6743646" y="52298"/>
                </a:lnTo>
                <a:lnTo>
                  <a:pt x="6744532" y="53281"/>
                </a:lnTo>
                <a:lnTo>
                  <a:pt x="6745335" y="54338"/>
                </a:lnTo>
                <a:lnTo>
                  <a:pt x="6746052" y="55469"/>
                </a:lnTo>
                <a:lnTo>
                  <a:pt x="6746681" y="56676"/>
                </a:lnTo>
                <a:lnTo>
                  <a:pt x="6747220" y="57958"/>
                </a:lnTo>
                <a:lnTo>
                  <a:pt x="6747666" y="59318"/>
                </a:lnTo>
                <a:lnTo>
                  <a:pt x="6748017" y="60754"/>
                </a:lnTo>
                <a:lnTo>
                  <a:pt x="6748271" y="62269"/>
                </a:lnTo>
                <a:lnTo>
                  <a:pt x="6748425" y="63862"/>
                </a:lnTo>
                <a:lnTo>
                  <a:pt x="6748477" y="65536"/>
                </a:lnTo>
                <a:lnTo>
                  <a:pt x="6744266" y="65655"/>
                </a:lnTo>
                <a:lnTo>
                  <a:pt x="6740170" y="65869"/>
                </a:lnTo>
                <a:lnTo>
                  <a:pt x="6736194" y="66178"/>
                </a:lnTo>
                <a:lnTo>
                  <a:pt x="6732343" y="66581"/>
                </a:lnTo>
                <a:lnTo>
                  <a:pt x="6728625" y="67077"/>
                </a:lnTo>
                <a:lnTo>
                  <a:pt x="6725043" y="67668"/>
                </a:lnTo>
                <a:lnTo>
                  <a:pt x="6721605" y="68353"/>
                </a:lnTo>
                <a:lnTo>
                  <a:pt x="6718315" y="69132"/>
                </a:lnTo>
                <a:lnTo>
                  <a:pt x="6715180" y="70005"/>
                </a:lnTo>
                <a:lnTo>
                  <a:pt x="6712206" y="70972"/>
                </a:lnTo>
                <a:lnTo>
                  <a:pt x="6709397" y="72032"/>
                </a:lnTo>
                <a:lnTo>
                  <a:pt x="6706761" y="73186"/>
                </a:lnTo>
                <a:lnTo>
                  <a:pt x="6704302" y="74433"/>
                </a:lnTo>
                <a:lnTo>
                  <a:pt x="6702027" y="75774"/>
                </a:lnTo>
                <a:lnTo>
                  <a:pt x="6699941" y="77208"/>
                </a:lnTo>
                <a:lnTo>
                  <a:pt x="6698050" y="78735"/>
                </a:lnTo>
                <a:lnTo>
                  <a:pt x="6696360" y="80356"/>
                </a:lnTo>
                <a:lnTo>
                  <a:pt x="6694877" y="82070"/>
                </a:lnTo>
                <a:lnTo>
                  <a:pt x="6693606" y="83876"/>
                </a:lnTo>
                <a:lnTo>
                  <a:pt x="6692553" y="85776"/>
                </a:lnTo>
                <a:lnTo>
                  <a:pt x="6691724" y="87769"/>
                </a:lnTo>
                <a:lnTo>
                  <a:pt x="6691125" y="89854"/>
                </a:lnTo>
                <a:lnTo>
                  <a:pt x="6690761" y="92032"/>
                </a:lnTo>
                <a:lnTo>
                  <a:pt x="6690638" y="94302"/>
                </a:lnTo>
                <a:lnTo>
                  <a:pt x="6690701" y="95959"/>
                </a:lnTo>
                <a:lnTo>
                  <a:pt x="6690889" y="97603"/>
                </a:lnTo>
                <a:lnTo>
                  <a:pt x="6691199" y="99229"/>
                </a:lnTo>
                <a:lnTo>
                  <a:pt x="6691629" y="100831"/>
                </a:lnTo>
                <a:lnTo>
                  <a:pt x="6692178" y="102406"/>
                </a:lnTo>
                <a:lnTo>
                  <a:pt x="6692844" y="103946"/>
                </a:lnTo>
                <a:lnTo>
                  <a:pt x="6693624" y="105448"/>
                </a:lnTo>
                <a:lnTo>
                  <a:pt x="6694516" y="106906"/>
                </a:lnTo>
                <a:lnTo>
                  <a:pt x="6695519" y="108316"/>
                </a:lnTo>
                <a:lnTo>
                  <a:pt x="6696630" y="109671"/>
                </a:lnTo>
                <a:lnTo>
                  <a:pt x="6697848" y="110968"/>
                </a:lnTo>
                <a:lnTo>
                  <a:pt x="6699170" y="112200"/>
                </a:lnTo>
                <a:lnTo>
                  <a:pt x="6700595" y="113363"/>
                </a:lnTo>
                <a:lnTo>
                  <a:pt x="6702120" y="114452"/>
                </a:lnTo>
                <a:lnTo>
                  <a:pt x="6703743" y="115461"/>
                </a:lnTo>
                <a:lnTo>
                  <a:pt x="6705463" y="116386"/>
                </a:lnTo>
                <a:lnTo>
                  <a:pt x="6707277" y="117221"/>
                </a:lnTo>
                <a:lnTo>
                  <a:pt x="6709184" y="117961"/>
                </a:lnTo>
                <a:lnTo>
                  <a:pt x="6711181" y="118602"/>
                </a:lnTo>
                <a:lnTo>
                  <a:pt x="6713266" y="119137"/>
                </a:lnTo>
                <a:lnTo>
                  <a:pt x="6715438" y="119563"/>
                </a:lnTo>
                <a:lnTo>
                  <a:pt x="6717694" y="119873"/>
                </a:lnTo>
                <a:lnTo>
                  <a:pt x="6720032" y="120063"/>
                </a:lnTo>
                <a:lnTo>
                  <a:pt x="6722451" y="120127"/>
                </a:lnTo>
                <a:lnTo>
                  <a:pt x="6723367" y="120120"/>
                </a:lnTo>
                <a:lnTo>
                  <a:pt x="6724330" y="120097"/>
                </a:lnTo>
                <a:lnTo>
                  <a:pt x="6725337" y="120057"/>
                </a:lnTo>
                <a:lnTo>
                  <a:pt x="6726383" y="119999"/>
                </a:lnTo>
                <a:lnTo>
                  <a:pt x="6727467" y="119922"/>
                </a:lnTo>
                <a:lnTo>
                  <a:pt x="6728584" y="119823"/>
                </a:lnTo>
                <a:lnTo>
                  <a:pt x="6729731" y="119702"/>
                </a:lnTo>
                <a:lnTo>
                  <a:pt x="6730905" y="119556"/>
                </a:lnTo>
                <a:lnTo>
                  <a:pt x="6732103" y="119385"/>
                </a:lnTo>
                <a:lnTo>
                  <a:pt x="6733320" y="119188"/>
                </a:lnTo>
                <a:lnTo>
                  <a:pt x="6734554" y="118962"/>
                </a:lnTo>
                <a:lnTo>
                  <a:pt x="6735802" y="118706"/>
                </a:lnTo>
                <a:lnTo>
                  <a:pt x="6737059" y="118419"/>
                </a:lnTo>
                <a:lnTo>
                  <a:pt x="6738323" y="118100"/>
                </a:lnTo>
                <a:lnTo>
                  <a:pt x="6739591" y="117746"/>
                </a:lnTo>
                <a:lnTo>
                  <a:pt x="6740859" y="117358"/>
                </a:lnTo>
                <a:lnTo>
                  <a:pt x="6742123" y="116932"/>
                </a:lnTo>
                <a:lnTo>
                  <a:pt x="6743380" y="116468"/>
                </a:lnTo>
                <a:lnTo>
                  <a:pt x="6744628" y="115964"/>
                </a:lnTo>
                <a:lnTo>
                  <a:pt x="6745862" y="115420"/>
                </a:lnTo>
                <a:lnTo>
                  <a:pt x="6747079" y="114833"/>
                </a:lnTo>
                <a:lnTo>
                  <a:pt x="6748277" y="114201"/>
                </a:lnTo>
                <a:lnTo>
                  <a:pt x="6749451" y="113525"/>
                </a:lnTo>
                <a:lnTo>
                  <a:pt x="6750598" y="112801"/>
                </a:lnTo>
                <a:lnTo>
                  <a:pt x="6751153" y="113522"/>
                </a:lnTo>
                <a:lnTo>
                  <a:pt x="6751759" y="114185"/>
                </a:lnTo>
                <a:lnTo>
                  <a:pt x="6752410" y="114792"/>
                </a:lnTo>
                <a:lnTo>
                  <a:pt x="6753104" y="115345"/>
                </a:lnTo>
                <a:lnTo>
                  <a:pt x="6753839" y="115848"/>
                </a:lnTo>
                <a:lnTo>
                  <a:pt x="6754611" y="116303"/>
                </a:lnTo>
                <a:lnTo>
                  <a:pt x="6755416" y="116711"/>
                </a:lnTo>
                <a:lnTo>
                  <a:pt x="6756253" y="117076"/>
                </a:lnTo>
                <a:lnTo>
                  <a:pt x="6757119" y="117401"/>
                </a:lnTo>
                <a:lnTo>
                  <a:pt x="6758009" y="117686"/>
                </a:lnTo>
                <a:lnTo>
                  <a:pt x="6758921" y="117935"/>
                </a:lnTo>
                <a:lnTo>
                  <a:pt x="6759852" y="118151"/>
                </a:lnTo>
                <a:lnTo>
                  <a:pt x="6760800" y="118335"/>
                </a:lnTo>
                <a:lnTo>
                  <a:pt x="6761760" y="118491"/>
                </a:lnTo>
                <a:lnTo>
                  <a:pt x="6762731" y="118620"/>
                </a:lnTo>
                <a:lnTo>
                  <a:pt x="6763708" y="118725"/>
                </a:lnTo>
                <a:lnTo>
                  <a:pt x="6764690" y="118809"/>
                </a:lnTo>
                <a:lnTo>
                  <a:pt x="6765672" y="118874"/>
                </a:lnTo>
                <a:lnTo>
                  <a:pt x="6766653" y="118921"/>
                </a:lnTo>
                <a:lnTo>
                  <a:pt x="6767628" y="118955"/>
                </a:lnTo>
                <a:lnTo>
                  <a:pt x="6768596" y="118977"/>
                </a:lnTo>
                <a:lnTo>
                  <a:pt x="6769552" y="118990"/>
                </a:lnTo>
                <a:lnTo>
                  <a:pt x="6770494" y="118996"/>
                </a:lnTo>
                <a:lnTo>
                  <a:pt x="6771419" y="118997"/>
                </a:lnTo>
                <a:lnTo>
                  <a:pt x="6772088" y="118997"/>
                </a:lnTo>
                <a:lnTo>
                  <a:pt x="6772743" y="118994"/>
                </a:lnTo>
                <a:lnTo>
                  <a:pt x="6773384" y="118986"/>
                </a:lnTo>
                <a:lnTo>
                  <a:pt x="6774008" y="118970"/>
                </a:lnTo>
                <a:lnTo>
                  <a:pt x="6774615" y="118943"/>
                </a:lnTo>
                <a:lnTo>
                  <a:pt x="6775203" y="118904"/>
                </a:lnTo>
                <a:lnTo>
                  <a:pt x="6775771" y="118849"/>
                </a:lnTo>
                <a:lnTo>
                  <a:pt x="6776318" y="118776"/>
                </a:lnTo>
                <a:lnTo>
                  <a:pt x="6776842" y="118682"/>
                </a:lnTo>
                <a:lnTo>
                  <a:pt x="6777342" y="118565"/>
                </a:lnTo>
                <a:lnTo>
                  <a:pt x="6777816" y="118422"/>
                </a:lnTo>
                <a:lnTo>
                  <a:pt x="6778264" y="118250"/>
                </a:lnTo>
                <a:lnTo>
                  <a:pt x="6778683" y="118048"/>
                </a:lnTo>
                <a:lnTo>
                  <a:pt x="6779073" y="117811"/>
                </a:lnTo>
                <a:lnTo>
                  <a:pt x="6779433" y="117538"/>
                </a:lnTo>
                <a:lnTo>
                  <a:pt x="6779760" y="117227"/>
                </a:lnTo>
                <a:lnTo>
                  <a:pt x="6780054" y="116874"/>
                </a:lnTo>
                <a:lnTo>
                  <a:pt x="6780312" y="116476"/>
                </a:lnTo>
                <a:lnTo>
                  <a:pt x="6780535" y="116033"/>
                </a:lnTo>
                <a:lnTo>
                  <a:pt x="6780720" y="115539"/>
                </a:lnTo>
                <a:lnTo>
                  <a:pt x="6780867" y="114994"/>
                </a:lnTo>
                <a:lnTo>
                  <a:pt x="6780973" y="114395"/>
                </a:lnTo>
                <a:lnTo>
                  <a:pt x="6781038" y="113738"/>
                </a:lnTo>
                <a:lnTo>
                  <a:pt x="6781060" y="113022"/>
                </a:lnTo>
                <a:lnTo>
                  <a:pt x="6781035" y="112329"/>
                </a:lnTo>
                <a:lnTo>
                  <a:pt x="6780963" y="111693"/>
                </a:lnTo>
                <a:lnTo>
                  <a:pt x="6780847" y="111113"/>
                </a:lnTo>
                <a:lnTo>
                  <a:pt x="6780689" y="110585"/>
                </a:lnTo>
                <a:lnTo>
                  <a:pt x="6780493" y="110108"/>
                </a:lnTo>
                <a:lnTo>
                  <a:pt x="6780261" y="109678"/>
                </a:lnTo>
                <a:lnTo>
                  <a:pt x="6779997" y="109294"/>
                </a:lnTo>
                <a:close/>
                <a:moveTo>
                  <a:pt x="6748290" y="96940"/>
                </a:moveTo>
                <a:lnTo>
                  <a:pt x="6748198" y="97462"/>
                </a:lnTo>
                <a:lnTo>
                  <a:pt x="6748080" y="97979"/>
                </a:lnTo>
                <a:lnTo>
                  <a:pt x="6747933" y="98491"/>
                </a:lnTo>
                <a:lnTo>
                  <a:pt x="6747753" y="98999"/>
                </a:lnTo>
                <a:lnTo>
                  <a:pt x="6747537" y="99501"/>
                </a:lnTo>
                <a:lnTo>
                  <a:pt x="6747282" y="99999"/>
                </a:lnTo>
                <a:lnTo>
                  <a:pt x="6746984" y="100491"/>
                </a:lnTo>
                <a:lnTo>
                  <a:pt x="6746641" y="100978"/>
                </a:lnTo>
                <a:lnTo>
                  <a:pt x="6746249" y="101460"/>
                </a:lnTo>
                <a:lnTo>
                  <a:pt x="6745804" y="101937"/>
                </a:lnTo>
                <a:lnTo>
                  <a:pt x="6745304" y="102408"/>
                </a:lnTo>
                <a:lnTo>
                  <a:pt x="6744746" y="102874"/>
                </a:lnTo>
                <a:lnTo>
                  <a:pt x="6744125" y="103334"/>
                </a:lnTo>
                <a:lnTo>
                  <a:pt x="6743439" y="103788"/>
                </a:lnTo>
                <a:lnTo>
                  <a:pt x="6742685" y="104237"/>
                </a:lnTo>
                <a:lnTo>
                  <a:pt x="6741859" y="104680"/>
                </a:lnTo>
                <a:lnTo>
                  <a:pt x="6740957" y="105117"/>
                </a:lnTo>
                <a:lnTo>
                  <a:pt x="6740082" y="105507"/>
                </a:lnTo>
                <a:lnTo>
                  <a:pt x="6739191" y="105864"/>
                </a:lnTo>
                <a:lnTo>
                  <a:pt x="6738291" y="106190"/>
                </a:lnTo>
                <a:lnTo>
                  <a:pt x="6737384" y="106487"/>
                </a:lnTo>
                <a:lnTo>
                  <a:pt x="6736474" y="106755"/>
                </a:lnTo>
                <a:lnTo>
                  <a:pt x="6735566" y="106996"/>
                </a:lnTo>
                <a:lnTo>
                  <a:pt x="6734662" y="107213"/>
                </a:lnTo>
                <a:lnTo>
                  <a:pt x="6733768" y="107405"/>
                </a:lnTo>
                <a:lnTo>
                  <a:pt x="6732886" y="107574"/>
                </a:lnTo>
                <a:lnTo>
                  <a:pt x="6732020" y="107723"/>
                </a:lnTo>
                <a:lnTo>
                  <a:pt x="6731176" y="107851"/>
                </a:lnTo>
                <a:lnTo>
                  <a:pt x="6730355" y="107961"/>
                </a:lnTo>
                <a:lnTo>
                  <a:pt x="6729562" y="108055"/>
                </a:lnTo>
                <a:lnTo>
                  <a:pt x="6728802" y="108133"/>
                </a:lnTo>
                <a:lnTo>
                  <a:pt x="6728077" y="108196"/>
                </a:lnTo>
                <a:lnTo>
                  <a:pt x="6727392" y="108247"/>
                </a:lnTo>
                <a:lnTo>
                  <a:pt x="6726750" y="108287"/>
                </a:lnTo>
                <a:lnTo>
                  <a:pt x="6726156" y="108317"/>
                </a:lnTo>
                <a:lnTo>
                  <a:pt x="6725613" y="108338"/>
                </a:lnTo>
                <a:lnTo>
                  <a:pt x="6725125" y="108353"/>
                </a:lnTo>
                <a:lnTo>
                  <a:pt x="6724696" y="108362"/>
                </a:lnTo>
                <a:lnTo>
                  <a:pt x="6724330" y="108366"/>
                </a:lnTo>
                <a:lnTo>
                  <a:pt x="6724030" y="108368"/>
                </a:lnTo>
                <a:lnTo>
                  <a:pt x="6723801" y="108368"/>
                </a:lnTo>
                <a:lnTo>
                  <a:pt x="6722328" y="108334"/>
                </a:lnTo>
                <a:lnTo>
                  <a:pt x="6720899" y="108235"/>
                </a:lnTo>
                <a:lnTo>
                  <a:pt x="6719515" y="108072"/>
                </a:lnTo>
                <a:lnTo>
                  <a:pt x="6718179" y="107848"/>
                </a:lnTo>
                <a:lnTo>
                  <a:pt x="6716891" y="107565"/>
                </a:lnTo>
                <a:lnTo>
                  <a:pt x="6715654" y="107226"/>
                </a:lnTo>
                <a:lnTo>
                  <a:pt x="6714469" y="106834"/>
                </a:lnTo>
                <a:lnTo>
                  <a:pt x="6713339" y="106390"/>
                </a:lnTo>
                <a:lnTo>
                  <a:pt x="6712263" y="105897"/>
                </a:lnTo>
                <a:lnTo>
                  <a:pt x="6711245" y="105358"/>
                </a:lnTo>
                <a:lnTo>
                  <a:pt x="6710286" y="104775"/>
                </a:lnTo>
                <a:lnTo>
                  <a:pt x="6709388" y="104151"/>
                </a:lnTo>
                <a:lnTo>
                  <a:pt x="6708552" y="103487"/>
                </a:lnTo>
                <a:lnTo>
                  <a:pt x="6707779" y="102786"/>
                </a:lnTo>
                <a:lnTo>
                  <a:pt x="6707073" y="102051"/>
                </a:lnTo>
                <a:lnTo>
                  <a:pt x="6706433" y="101284"/>
                </a:lnTo>
                <a:lnTo>
                  <a:pt x="6705863" y="100488"/>
                </a:lnTo>
                <a:lnTo>
                  <a:pt x="6705363" y="99665"/>
                </a:lnTo>
                <a:lnTo>
                  <a:pt x="6704936" y="98817"/>
                </a:lnTo>
                <a:lnTo>
                  <a:pt x="6704582" y="97947"/>
                </a:lnTo>
                <a:lnTo>
                  <a:pt x="6704304" y="97057"/>
                </a:lnTo>
                <a:lnTo>
                  <a:pt x="6704104" y="96150"/>
                </a:lnTo>
                <a:lnTo>
                  <a:pt x="6703982" y="95228"/>
                </a:lnTo>
                <a:lnTo>
                  <a:pt x="6703941" y="94293"/>
                </a:lnTo>
                <a:lnTo>
                  <a:pt x="6704027" y="93125"/>
                </a:lnTo>
                <a:lnTo>
                  <a:pt x="6704284" y="91982"/>
                </a:lnTo>
                <a:lnTo>
                  <a:pt x="6704708" y="90866"/>
                </a:lnTo>
                <a:lnTo>
                  <a:pt x="6705299" y="89780"/>
                </a:lnTo>
                <a:lnTo>
                  <a:pt x="6706053" y="88726"/>
                </a:lnTo>
                <a:lnTo>
                  <a:pt x="6706969" y="87704"/>
                </a:lnTo>
                <a:lnTo>
                  <a:pt x="6708043" y="86717"/>
                </a:lnTo>
                <a:lnTo>
                  <a:pt x="6709275" y="85766"/>
                </a:lnTo>
                <a:lnTo>
                  <a:pt x="6710661" y="84854"/>
                </a:lnTo>
                <a:lnTo>
                  <a:pt x="6712200" y="83981"/>
                </a:lnTo>
                <a:lnTo>
                  <a:pt x="6713889" y="83150"/>
                </a:lnTo>
                <a:lnTo>
                  <a:pt x="6715725" y="82363"/>
                </a:lnTo>
                <a:lnTo>
                  <a:pt x="6717708" y="81620"/>
                </a:lnTo>
                <a:lnTo>
                  <a:pt x="6719833" y="80925"/>
                </a:lnTo>
                <a:lnTo>
                  <a:pt x="6722100" y="80278"/>
                </a:lnTo>
                <a:lnTo>
                  <a:pt x="6724506" y="79682"/>
                </a:lnTo>
                <a:lnTo>
                  <a:pt x="6727048" y="79138"/>
                </a:lnTo>
                <a:lnTo>
                  <a:pt x="6729724" y="78648"/>
                </a:lnTo>
                <a:lnTo>
                  <a:pt x="6732533" y="78214"/>
                </a:lnTo>
                <a:lnTo>
                  <a:pt x="6735471" y="77837"/>
                </a:lnTo>
                <a:lnTo>
                  <a:pt x="6738537" y="77519"/>
                </a:lnTo>
                <a:lnTo>
                  <a:pt x="6741728" y="77262"/>
                </a:lnTo>
                <a:lnTo>
                  <a:pt x="6745042" y="77068"/>
                </a:lnTo>
                <a:lnTo>
                  <a:pt x="6748477" y="76939"/>
                </a:lnTo>
                <a:lnTo>
                  <a:pt x="6748477" y="93164"/>
                </a:lnTo>
                <a:lnTo>
                  <a:pt x="6748476" y="93716"/>
                </a:lnTo>
                <a:lnTo>
                  <a:pt x="6748472" y="94264"/>
                </a:lnTo>
                <a:lnTo>
                  <a:pt x="6748462" y="94808"/>
                </a:lnTo>
                <a:lnTo>
                  <a:pt x="6748442" y="95347"/>
                </a:lnTo>
                <a:lnTo>
                  <a:pt x="6748409" y="95883"/>
                </a:lnTo>
                <a:lnTo>
                  <a:pt x="6748359" y="96414"/>
                </a:lnTo>
                <a:lnTo>
                  <a:pt x="6748290" y="96940"/>
                </a:lnTo>
                <a:close/>
                <a:moveTo>
                  <a:pt x="6865442" y="81064"/>
                </a:moveTo>
                <a:lnTo>
                  <a:pt x="6864032" y="79649"/>
                </a:lnTo>
                <a:lnTo>
                  <a:pt x="6862514" y="78355"/>
                </a:lnTo>
                <a:lnTo>
                  <a:pt x="6860906" y="77178"/>
                </a:lnTo>
                <a:lnTo>
                  <a:pt x="6859229" y="76112"/>
                </a:lnTo>
                <a:lnTo>
                  <a:pt x="6857501" y="75151"/>
                </a:lnTo>
                <a:lnTo>
                  <a:pt x="6855741" y="74289"/>
                </a:lnTo>
                <a:lnTo>
                  <a:pt x="6853968" y="73521"/>
                </a:lnTo>
                <a:lnTo>
                  <a:pt x="6852200" y="72842"/>
                </a:lnTo>
                <a:lnTo>
                  <a:pt x="6850457" y="72245"/>
                </a:lnTo>
                <a:lnTo>
                  <a:pt x="6848757" y="71725"/>
                </a:lnTo>
                <a:lnTo>
                  <a:pt x="6847120" y="71276"/>
                </a:lnTo>
                <a:lnTo>
                  <a:pt x="6845564" y="70894"/>
                </a:lnTo>
                <a:lnTo>
                  <a:pt x="6844108" y="70572"/>
                </a:lnTo>
                <a:lnTo>
                  <a:pt x="6842772" y="70304"/>
                </a:lnTo>
                <a:lnTo>
                  <a:pt x="6841574" y="70085"/>
                </a:lnTo>
                <a:lnTo>
                  <a:pt x="6840532" y="69910"/>
                </a:lnTo>
                <a:lnTo>
                  <a:pt x="6839667" y="69772"/>
                </a:lnTo>
                <a:lnTo>
                  <a:pt x="6826559" y="67457"/>
                </a:lnTo>
                <a:lnTo>
                  <a:pt x="6825822" y="67352"/>
                </a:lnTo>
                <a:lnTo>
                  <a:pt x="6825016" y="67229"/>
                </a:lnTo>
                <a:lnTo>
                  <a:pt x="6824149" y="67087"/>
                </a:lnTo>
                <a:lnTo>
                  <a:pt x="6823232" y="66924"/>
                </a:lnTo>
                <a:lnTo>
                  <a:pt x="6822271" y="66739"/>
                </a:lnTo>
                <a:lnTo>
                  <a:pt x="6821277" y="66530"/>
                </a:lnTo>
                <a:lnTo>
                  <a:pt x="6820259" y="66295"/>
                </a:lnTo>
                <a:lnTo>
                  <a:pt x="6819225" y="66033"/>
                </a:lnTo>
                <a:lnTo>
                  <a:pt x="6818184" y="65742"/>
                </a:lnTo>
                <a:lnTo>
                  <a:pt x="6817145" y="65421"/>
                </a:lnTo>
                <a:lnTo>
                  <a:pt x="6816118" y="65068"/>
                </a:lnTo>
                <a:lnTo>
                  <a:pt x="6815111" y="64681"/>
                </a:lnTo>
                <a:lnTo>
                  <a:pt x="6814133" y="64259"/>
                </a:lnTo>
                <a:lnTo>
                  <a:pt x="6813193" y="63801"/>
                </a:lnTo>
                <a:lnTo>
                  <a:pt x="6812300" y="63304"/>
                </a:lnTo>
                <a:lnTo>
                  <a:pt x="6811463" y="62767"/>
                </a:lnTo>
                <a:lnTo>
                  <a:pt x="6810691" y="62188"/>
                </a:lnTo>
                <a:lnTo>
                  <a:pt x="6809993" y="61567"/>
                </a:lnTo>
                <a:lnTo>
                  <a:pt x="6809378" y="60900"/>
                </a:lnTo>
                <a:lnTo>
                  <a:pt x="6808855" y="60188"/>
                </a:lnTo>
                <a:lnTo>
                  <a:pt x="6808432" y="59427"/>
                </a:lnTo>
                <a:lnTo>
                  <a:pt x="6808119" y="58617"/>
                </a:lnTo>
                <a:lnTo>
                  <a:pt x="6807925" y="57756"/>
                </a:lnTo>
                <a:lnTo>
                  <a:pt x="6807858" y="56842"/>
                </a:lnTo>
                <a:lnTo>
                  <a:pt x="6807890" y="56210"/>
                </a:lnTo>
                <a:lnTo>
                  <a:pt x="6807990" y="55572"/>
                </a:lnTo>
                <a:lnTo>
                  <a:pt x="6808159" y="54929"/>
                </a:lnTo>
                <a:lnTo>
                  <a:pt x="6808399" y="54285"/>
                </a:lnTo>
                <a:lnTo>
                  <a:pt x="6808715" y="53644"/>
                </a:lnTo>
                <a:lnTo>
                  <a:pt x="6809108" y="53007"/>
                </a:lnTo>
                <a:lnTo>
                  <a:pt x="6809580" y="52378"/>
                </a:lnTo>
                <a:lnTo>
                  <a:pt x="6810135" y="51761"/>
                </a:lnTo>
                <a:lnTo>
                  <a:pt x="6810775" y="51157"/>
                </a:lnTo>
                <a:lnTo>
                  <a:pt x="6811503" y="50571"/>
                </a:lnTo>
                <a:lnTo>
                  <a:pt x="6812321" y="50004"/>
                </a:lnTo>
                <a:lnTo>
                  <a:pt x="6813232" y="49461"/>
                </a:lnTo>
                <a:lnTo>
                  <a:pt x="6814238" y="48944"/>
                </a:lnTo>
                <a:lnTo>
                  <a:pt x="6815342" y="48456"/>
                </a:lnTo>
                <a:lnTo>
                  <a:pt x="6816546" y="48000"/>
                </a:lnTo>
                <a:lnTo>
                  <a:pt x="6817854" y="47579"/>
                </a:lnTo>
                <a:lnTo>
                  <a:pt x="6819268" y="47197"/>
                </a:lnTo>
                <a:lnTo>
                  <a:pt x="6820790" y="46855"/>
                </a:lnTo>
                <a:lnTo>
                  <a:pt x="6822422" y="46558"/>
                </a:lnTo>
                <a:lnTo>
                  <a:pt x="6824169" y="46308"/>
                </a:lnTo>
                <a:lnTo>
                  <a:pt x="6826031" y="46109"/>
                </a:lnTo>
                <a:lnTo>
                  <a:pt x="6828013" y="45963"/>
                </a:lnTo>
                <a:lnTo>
                  <a:pt x="6830115" y="45873"/>
                </a:lnTo>
                <a:lnTo>
                  <a:pt x="6832342" y="45842"/>
                </a:lnTo>
                <a:lnTo>
                  <a:pt x="6834274" y="45872"/>
                </a:lnTo>
                <a:lnTo>
                  <a:pt x="6836072" y="45959"/>
                </a:lnTo>
                <a:lnTo>
                  <a:pt x="6837741" y="46101"/>
                </a:lnTo>
                <a:lnTo>
                  <a:pt x="6839286" y="46294"/>
                </a:lnTo>
                <a:lnTo>
                  <a:pt x="6840712" y="46536"/>
                </a:lnTo>
                <a:lnTo>
                  <a:pt x="6842023" y="46825"/>
                </a:lnTo>
                <a:lnTo>
                  <a:pt x="6843226" y="47157"/>
                </a:lnTo>
                <a:lnTo>
                  <a:pt x="6844323" y="47529"/>
                </a:lnTo>
                <a:lnTo>
                  <a:pt x="6845321" y="47938"/>
                </a:lnTo>
                <a:lnTo>
                  <a:pt x="6846224" y="48383"/>
                </a:lnTo>
                <a:lnTo>
                  <a:pt x="6847037" y="48859"/>
                </a:lnTo>
                <a:lnTo>
                  <a:pt x="6847765" y="49364"/>
                </a:lnTo>
                <a:lnTo>
                  <a:pt x="6848413" y="49895"/>
                </a:lnTo>
                <a:lnTo>
                  <a:pt x="6848985" y="50450"/>
                </a:lnTo>
                <a:lnTo>
                  <a:pt x="6849486" y="51024"/>
                </a:lnTo>
                <a:lnTo>
                  <a:pt x="6849922" y="51617"/>
                </a:lnTo>
                <a:lnTo>
                  <a:pt x="6850297" y="52224"/>
                </a:lnTo>
                <a:lnTo>
                  <a:pt x="6850615" y="52843"/>
                </a:lnTo>
                <a:lnTo>
                  <a:pt x="6850883" y="53471"/>
                </a:lnTo>
                <a:lnTo>
                  <a:pt x="6851104" y="54106"/>
                </a:lnTo>
                <a:lnTo>
                  <a:pt x="6851284" y="54743"/>
                </a:lnTo>
                <a:lnTo>
                  <a:pt x="6851427" y="55381"/>
                </a:lnTo>
                <a:lnTo>
                  <a:pt x="6851538" y="56017"/>
                </a:lnTo>
                <a:lnTo>
                  <a:pt x="6851622" y="56648"/>
                </a:lnTo>
                <a:lnTo>
                  <a:pt x="6851648" y="57058"/>
                </a:lnTo>
                <a:lnTo>
                  <a:pt x="6851677" y="57467"/>
                </a:lnTo>
                <a:lnTo>
                  <a:pt x="6851714" y="57873"/>
                </a:lnTo>
                <a:lnTo>
                  <a:pt x="6851759" y="58274"/>
                </a:lnTo>
                <a:lnTo>
                  <a:pt x="6851816" y="58670"/>
                </a:lnTo>
                <a:lnTo>
                  <a:pt x="6851887" y="59059"/>
                </a:lnTo>
                <a:lnTo>
                  <a:pt x="6851973" y="59439"/>
                </a:lnTo>
                <a:lnTo>
                  <a:pt x="6852078" y="59809"/>
                </a:lnTo>
                <a:lnTo>
                  <a:pt x="6852204" y="60167"/>
                </a:lnTo>
                <a:lnTo>
                  <a:pt x="6852353" y="60513"/>
                </a:lnTo>
                <a:lnTo>
                  <a:pt x="6852527" y="60845"/>
                </a:lnTo>
                <a:lnTo>
                  <a:pt x="6852730" y="61161"/>
                </a:lnTo>
                <a:lnTo>
                  <a:pt x="6852962" y="61460"/>
                </a:lnTo>
                <a:lnTo>
                  <a:pt x="6853227" y="61740"/>
                </a:lnTo>
                <a:lnTo>
                  <a:pt x="6853526" y="62000"/>
                </a:lnTo>
                <a:lnTo>
                  <a:pt x="6853863" y="62239"/>
                </a:lnTo>
                <a:lnTo>
                  <a:pt x="6854240" y="62456"/>
                </a:lnTo>
                <a:lnTo>
                  <a:pt x="6854658" y="62648"/>
                </a:lnTo>
                <a:lnTo>
                  <a:pt x="6855120" y="62814"/>
                </a:lnTo>
                <a:lnTo>
                  <a:pt x="6855629" y="62953"/>
                </a:lnTo>
                <a:lnTo>
                  <a:pt x="6856187" y="63064"/>
                </a:lnTo>
                <a:lnTo>
                  <a:pt x="6856796" y="63145"/>
                </a:lnTo>
                <a:lnTo>
                  <a:pt x="6857458" y="63195"/>
                </a:lnTo>
                <a:lnTo>
                  <a:pt x="6858177" y="63211"/>
                </a:lnTo>
                <a:lnTo>
                  <a:pt x="6858986" y="63191"/>
                </a:lnTo>
                <a:lnTo>
                  <a:pt x="6859727" y="63129"/>
                </a:lnTo>
                <a:lnTo>
                  <a:pt x="6860404" y="63030"/>
                </a:lnTo>
                <a:lnTo>
                  <a:pt x="6861020" y="62893"/>
                </a:lnTo>
                <a:lnTo>
                  <a:pt x="6861577" y="62722"/>
                </a:lnTo>
                <a:lnTo>
                  <a:pt x="6862078" y="62518"/>
                </a:lnTo>
                <a:lnTo>
                  <a:pt x="6862527" y="62282"/>
                </a:lnTo>
                <a:lnTo>
                  <a:pt x="6862926" y="62017"/>
                </a:lnTo>
                <a:lnTo>
                  <a:pt x="6863278" y="61725"/>
                </a:lnTo>
                <a:lnTo>
                  <a:pt x="6863586" y="61407"/>
                </a:lnTo>
                <a:lnTo>
                  <a:pt x="6863853" y="61066"/>
                </a:lnTo>
                <a:lnTo>
                  <a:pt x="6864082" y="60702"/>
                </a:lnTo>
                <a:lnTo>
                  <a:pt x="6864275" y="60318"/>
                </a:lnTo>
                <a:lnTo>
                  <a:pt x="6864437" y="59916"/>
                </a:lnTo>
                <a:lnTo>
                  <a:pt x="6864569" y="59498"/>
                </a:lnTo>
                <a:lnTo>
                  <a:pt x="6864675" y="59065"/>
                </a:lnTo>
                <a:lnTo>
                  <a:pt x="6864758" y="58619"/>
                </a:lnTo>
                <a:lnTo>
                  <a:pt x="6864820" y="58162"/>
                </a:lnTo>
                <a:lnTo>
                  <a:pt x="6864864" y="57697"/>
                </a:lnTo>
                <a:lnTo>
                  <a:pt x="6864894" y="57224"/>
                </a:lnTo>
                <a:lnTo>
                  <a:pt x="6864912" y="56746"/>
                </a:lnTo>
                <a:lnTo>
                  <a:pt x="6864921" y="56264"/>
                </a:lnTo>
                <a:lnTo>
                  <a:pt x="6864925" y="55781"/>
                </a:lnTo>
                <a:lnTo>
                  <a:pt x="6864925" y="55297"/>
                </a:lnTo>
                <a:lnTo>
                  <a:pt x="6864925" y="41985"/>
                </a:lnTo>
                <a:lnTo>
                  <a:pt x="6864925" y="41591"/>
                </a:lnTo>
                <a:lnTo>
                  <a:pt x="6864922" y="41182"/>
                </a:lnTo>
                <a:lnTo>
                  <a:pt x="6864914" y="40760"/>
                </a:lnTo>
                <a:lnTo>
                  <a:pt x="6864898" y="40329"/>
                </a:lnTo>
                <a:lnTo>
                  <a:pt x="6864873" y="39891"/>
                </a:lnTo>
                <a:lnTo>
                  <a:pt x="6864835" y="39449"/>
                </a:lnTo>
                <a:lnTo>
                  <a:pt x="6864782" y="39006"/>
                </a:lnTo>
                <a:lnTo>
                  <a:pt x="6864711" y="38565"/>
                </a:lnTo>
                <a:lnTo>
                  <a:pt x="6864620" y="38129"/>
                </a:lnTo>
                <a:lnTo>
                  <a:pt x="6864507" y="37700"/>
                </a:lnTo>
                <a:lnTo>
                  <a:pt x="6864368" y="37282"/>
                </a:lnTo>
                <a:lnTo>
                  <a:pt x="6864202" y="36876"/>
                </a:lnTo>
                <a:lnTo>
                  <a:pt x="6864006" y="36487"/>
                </a:lnTo>
                <a:lnTo>
                  <a:pt x="6863777" y="36117"/>
                </a:lnTo>
                <a:lnTo>
                  <a:pt x="6863512" y="35768"/>
                </a:lnTo>
                <a:lnTo>
                  <a:pt x="6863211" y="35444"/>
                </a:lnTo>
                <a:lnTo>
                  <a:pt x="6862869" y="35148"/>
                </a:lnTo>
                <a:lnTo>
                  <a:pt x="6862484" y="34881"/>
                </a:lnTo>
                <a:lnTo>
                  <a:pt x="6862054" y="34648"/>
                </a:lnTo>
                <a:lnTo>
                  <a:pt x="6861577" y="34451"/>
                </a:lnTo>
                <a:lnTo>
                  <a:pt x="6861049" y="34293"/>
                </a:lnTo>
                <a:lnTo>
                  <a:pt x="6860468" y="34177"/>
                </a:lnTo>
                <a:lnTo>
                  <a:pt x="6859832" y="34105"/>
                </a:lnTo>
                <a:lnTo>
                  <a:pt x="6859139" y="34080"/>
                </a:lnTo>
                <a:lnTo>
                  <a:pt x="6858580" y="34094"/>
                </a:lnTo>
                <a:lnTo>
                  <a:pt x="6858061" y="34134"/>
                </a:lnTo>
                <a:lnTo>
                  <a:pt x="6857578" y="34199"/>
                </a:lnTo>
                <a:lnTo>
                  <a:pt x="6857131" y="34286"/>
                </a:lnTo>
                <a:lnTo>
                  <a:pt x="6856719" y="34395"/>
                </a:lnTo>
                <a:lnTo>
                  <a:pt x="6856338" y="34523"/>
                </a:lnTo>
                <a:lnTo>
                  <a:pt x="6855989" y="34669"/>
                </a:lnTo>
                <a:lnTo>
                  <a:pt x="6855670" y="34830"/>
                </a:lnTo>
                <a:lnTo>
                  <a:pt x="6855378" y="35006"/>
                </a:lnTo>
                <a:lnTo>
                  <a:pt x="6855113" y="35193"/>
                </a:lnTo>
                <a:lnTo>
                  <a:pt x="6854873" y="35392"/>
                </a:lnTo>
                <a:lnTo>
                  <a:pt x="6854657" y="35599"/>
                </a:lnTo>
                <a:lnTo>
                  <a:pt x="6854463" y="35813"/>
                </a:lnTo>
                <a:lnTo>
                  <a:pt x="6854290" y="36033"/>
                </a:lnTo>
                <a:lnTo>
                  <a:pt x="6854135" y="36256"/>
                </a:lnTo>
                <a:lnTo>
                  <a:pt x="6853998" y="36481"/>
                </a:lnTo>
                <a:lnTo>
                  <a:pt x="6853877" y="36705"/>
                </a:lnTo>
                <a:lnTo>
                  <a:pt x="6853771" y="36928"/>
                </a:lnTo>
                <a:lnTo>
                  <a:pt x="6853678" y="37148"/>
                </a:lnTo>
                <a:lnTo>
                  <a:pt x="6853596" y="37362"/>
                </a:lnTo>
                <a:lnTo>
                  <a:pt x="6853525" y="37569"/>
                </a:lnTo>
                <a:lnTo>
                  <a:pt x="6853462" y="37768"/>
                </a:lnTo>
                <a:lnTo>
                  <a:pt x="6853406" y="37955"/>
                </a:lnTo>
                <a:lnTo>
                  <a:pt x="6853355" y="38131"/>
                </a:lnTo>
                <a:lnTo>
                  <a:pt x="6852295" y="37645"/>
                </a:lnTo>
                <a:lnTo>
                  <a:pt x="6851238" y="37200"/>
                </a:lnTo>
                <a:lnTo>
                  <a:pt x="6850184" y="36794"/>
                </a:lnTo>
                <a:lnTo>
                  <a:pt x="6849137" y="36424"/>
                </a:lnTo>
                <a:lnTo>
                  <a:pt x="6848098" y="36090"/>
                </a:lnTo>
                <a:lnTo>
                  <a:pt x="6847069" y="35789"/>
                </a:lnTo>
                <a:lnTo>
                  <a:pt x="6846053" y="35520"/>
                </a:lnTo>
                <a:lnTo>
                  <a:pt x="6845052" y="35280"/>
                </a:lnTo>
                <a:lnTo>
                  <a:pt x="6844067" y="35069"/>
                </a:lnTo>
                <a:lnTo>
                  <a:pt x="6843101" y="34884"/>
                </a:lnTo>
                <a:lnTo>
                  <a:pt x="6842156" y="34724"/>
                </a:lnTo>
                <a:lnTo>
                  <a:pt x="6841234" y="34586"/>
                </a:lnTo>
                <a:lnTo>
                  <a:pt x="6840337" y="34470"/>
                </a:lnTo>
                <a:lnTo>
                  <a:pt x="6839468" y="34373"/>
                </a:lnTo>
                <a:lnTo>
                  <a:pt x="6838627" y="34294"/>
                </a:lnTo>
                <a:lnTo>
                  <a:pt x="6837818" y="34230"/>
                </a:lnTo>
                <a:lnTo>
                  <a:pt x="6837043" y="34180"/>
                </a:lnTo>
                <a:lnTo>
                  <a:pt x="6836303" y="34143"/>
                </a:lnTo>
                <a:lnTo>
                  <a:pt x="6835601" y="34117"/>
                </a:lnTo>
                <a:lnTo>
                  <a:pt x="6834938" y="34099"/>
                </a:lnTo>
                <a:lnTo>
                  <a:pt x="6834318" y="34088"/>
                </a:lnTo>
                <a:lnTo>
                  <a:pt x="6833741" y="34082"/>
                </a:lnTo>
                <a:lnTo>
                  <a:pt x="6833210" y="34080"/>
                </a:lnTo>
                <a:lnTo>
                  <a:pt x="6832727" y="34080"/>
                </a:lnTo>
                <a:lnTo>
                  <a:pt x="6828846" y="34160"/>
                </a:lnTo>
                <a:lnTo>
                  <a:pt x="6825243" y="34395"/>
                </a:lnTo>
                <a:lnTo>
                  <a:pt x="6821909" y="34773"/>
                </a:lnTo>
                <a:lnTo>
                  <a:pt x="6818834" y="35284"/>
                </a:lnTo>
                <a:lnTo>
                  <a:pt x="6816008" y="35916"/>
                </a:lnTo>
                <a:lnTo>
                  <a:pt x="6813420" y="36660"/>
                </a:lnTo>
                <a:lnTo>
                  <a:pt x="6811061" y="37504"/>
                </a:lnTo>
                <a:lnTo>
                  <a:pt x="6808920" y="38438"/>
                </a:lnTo>
                <a:lnTo>
                  <a:pt x="6806988" y="39451"/>
                </a:lnTo>
                <a:lnTo>
                  <a:pt x="6805253" y="40532"/>
                </a:lnTo>
                <a:lnTo>
                  <a:pt x="6803707" y="41671"/>
                </a:lnTo>
                <a:lnTo>
                  <a:pt x="6802338" y="42856"/>
                </a:lnTo>
                <a:lnTo>
                  <a:pt x="6801137" y="44078"/>
                </a:lnTo>
                <a:lnTo>
                  <a:pt x="6800093" y="45325"/>
                </a:lnTo>
                <a:lnTo>
                  <a:pt x="6799197" y="46587"/>
                </a:lnTo>
                <a:lnTo>
                  <a:pt x="6798438" y="47854"/>
                </a:lnTo>
                <a:lnTo>
                  <a:pt x="6797807" y="49113"/>
                </a:lnTo>
                <a:lnTo>
                  <a:pt x="6797292" y="50355"/>
                </a:lnTo>
                <a:lnTo>
                  <a:pt x="6796885" y="51569"/>
                </a:lnTo>
                <a:lnTo>
                  <a:pt x="6796574" y="52744"/>
                </a:lnTo>
                <a:lnTo>
                  <a:pt x="6796350" y="53870"/>
                </a:lnTo>
                <a:lnTo>
                  <a:pt x="6796202" y="54935"/>
                </a:lnTo>
                <a:lnTo>
                  <a:pt x="6796121" y="55929"/>
                </a:lnTo>
                <a:lnTo>
                  <a:pt x="6796097" y="56842"/>
                </a:lnTo>
                <a:lnTo>
                  <a:pt x="6796200" y="58987"/>
                </a:lnTo>
                <a:lnTo>
                  <a:pt x="6796505" y="60987"/>
                </a:lnTo>
                <a:lnTo>
                  <a:pt x="6797001" y="62849"/>
                </a:lnTo>
                <a:lnTo>
                  <a:pt x="6797678" y="64578"/>
                </a:lnTo>
                <a:lnTo>
                  <a:pt x="6798527" y="66180"/>
                </a:lnTo>
                <a:lnTo>
                  <a:pt x="6799537" y="67661"/>
                </a:lnTo>
                <a:lnTo>
                  <a:pt x="6800698" y="69028"/>
                </a:lnTo>
                <a:lnTo>
                  <a:pt x="6802002" y="70287"/>
                </a:lnTo>
                <a:lnTo>
                  <a:pt x="6803437" y="71443"/>
                </a:lnTo>
                <a:lnTo>
                  <a:pt x="6804994" y="72502"/>
                </a:lnTo>
                <a:lnTo>
                  <a:pt x="6806663" y="73471"/>
                </a:lnTo>
                <a:lnTo>
                  <a:pt x="6808435" y="74355"/>
                </a:lnTo>
                <a:lnTo>
                  <a:pt x="6810299" y="75161"/>
                </a:lnTo>
                <a:lnTo>
                  <a:pt x="6812246" y="75895"/>
                </a:lnTo>
                <a:lnTo>
                  <a:pt x="6814265" y="76562"/>
                </a:lnTo>
                <a:lnTo>
                  <a:pt x="6816347" y="77169"/>
                </a:lnTo>
                <a:lnTo>
                  <a:pt x="6818482" y="77722"/>
                </a:lnTo>
                <a:lnTo>
                  <a:pt x="6820660" y="78227"/>
                </a:lnTo>
                <a:lnTo>
                  <a:pt x="6822871" y="78689"/>
                </a:lnTo>
                <a:lnTo>
                  <a:pt x="6825105" y="79115"/>
                </a:lnTo>
                <a:lnTo>
                  <a:pt x="6827353" y="79511"/>
                </a:lnTo>
                <a:lnTo>
                  <a:pt x="6829604" y="79883"/>
                </a:lnTo>
                <a:lnTo>
                  <a:pt x="6831849" y="80236"/>
                </a:lnTo>
                <a:lnTo>
                  <a:pt x="6834078" y="80578"/>
                </a:lnTo>
                <a:lnTo>
                  <a:pt x="6835288" y="80776"/>
                </a:lnTo>
                <a:lnTo>
                  <a:pt x="6836551" y="80988"/>
                </a:lnTo>
                <a:lnTo>
                  <a:pt x="6837858" y="81216"/>
                </a:lnTo>
                <a:lnTo>
                  <a:pt x="6839200" y="81462"/>
                </a:lnTo>
                <a:lnTo>
                  <a:pt x="6840566" y="81730"/>
                </a:lnTo>
                <a:lnTo>
                  <a:pt x="6841949" y="82023"/>
                </a:lnTo>
                <a:lnTo>
                  <a:pt x="6843338" y="82343"/>
                </a:lnTo>
                <a:lnTo>
                  <a:pt x="6844724" y="82694"/>
                </a:lnTo>
                <a:lnTo>
                  <a:pt x="6846098" y="83079"/>
                </a:lnTo>
                <a:lnTo>
                  <a:pt x="6847451" y="83500"/>
                </a:lnTo>
                <a:lnTo>
                  <a:pt x="6848773" y="83960"/>
                </a:lnTo>
                <a:lnTo>
                  <a:pt x="6850055" y="84462"/>
                </a:lnTo>
                <a:lnTo>
                  <a:pt x="6851288" y="85010"/>
                </a:lnTo>
                <a:lnTo>
                  <a:pt x="6852462" y="85606"/>
                </a:lnTo>
                <a:lnTo>
                  <a:pt x="6853569" y="86253"/>
                </a:lnTo>
                <a:lnTo>
                  <a:pt x="6854599" y="86954"/>
                </a:lnTo>
                <a:lnTo>
                  <a:pt x="6855542" y="87712"/>
                </a:lnTo>
                <a:lnTo>
                  <a:pt x="6856390" y="88530"/>
                </a:lnTo>
                <a:lnTo>
                  <a:pt x="6857133" y="89411"/>
                </a:lnTo>
                <a:lnTo>
                  <a:pt x="6857761" y="90357"/>
                </a:lnTo>
                <a:lnTo>
                  <a:pt x="6858266" y="91372"/>
                </a:lnTo>
                <a:lnTo>
                  <a:pt x="6858639" y="92459"/>
                </a:lnTo>
                <a:lnTo>
                  <a:pt x="6858869" y="93620"/>
                </a:lnTo>
                <a:lnTo>
                  <a:pt x="6858947" y="94858"/>
                </a:lnTo>
                <a:lnTo>
                  <a:pt x="6858910" y="95746"/>
                </a:lnTo>
                <a:lnTo>
                  <a:pt x="6858797" y="96624"/>
                </a:lnTo>
                <a:lnTo>
                  <a:pt x="6858607" y="97489"/>
                </a:lnTo>
                <a:lnTo>
                  <a:pt x="6858338" y="98338"/>
                </a:lnTo>
                <a:lnTo>
                  <a:pt x="6857989" y="99170"/>
                </a:lnTo>
                <a:lnTo>
                  <a:pt x="6857559" y="99981"/>
                </a:lnTo>
                <a:lnTo>
                  <a:pt x="6857046" y="100770"/>
                </a:lnTo>
                <a:lnTo>
                  <a:pt x="6856448" y="101534"/>
                </a:lnTo>
                <a:lnTo>
                  <a:pt x="6855765" y="102271"/>
                </a:lnTo>
                <a:lnTo>
                  <a:pt x="6854995" y="102977"/>
                </a:lnTo>
                <a:lnTo>
                  <a:pt x="6854136" y="103651"/>
                </a:lnTo>
                <a:lnTo>
                  <a:pt x="6853187" y="104291"/>
                </a:lnTo>
                <a:lnTo>
                  <a:pt x="6852147" y="104893"/>
                </a:lnTo>
                <a:lnTo>
                  <a:pt x="6851015" y="105455"/>
                </a:lnTo>
                <a:lnTo>
                  <a:pt x="6849787" y="105976"/>
                </a:lnTo>
                <a:lnTo>
                  <a:pt x="6848465" y="106452"/>
                </a:lnTo>
                <a:lnTo>
                  <a:pt x="6847045" y="106881"/>
                </a:lnTo>
                <a:lnTo>
                  <a:pt x="6845527" y="107261"/>
                </a:lnTo>
                <a:lnTo>
                  <a:pt x="6843908" y="107589"/>
                </a:lnTo>
                <a:lnTo>
                  <a:pt x="6842189" y="107863"/>
                </a:lnTo>
                <a:lnTo>
                  <a:pt x="6840367" y="108080"/>
                </a:lnTo>
                <a:lnTo>
                  <a:pt x="6838440" y="108238"/>
                </a:lnTo>
                <a:lnTo>
                  <a:pt x="6836408" y="108335"/>
                </a:lnTo>
                <a:lnTo>
                  <a:pt x="6834269" y="108368"/>
                </a:lnTo>
                <a:lnTo>
                  <a:pt x="6833128" y="108356"/>
                </a:lnTo>
                <a:lnTo>
                  <a:pt x="6831972" y="108317"/>
                </a:lnTo>
                <a:lnTo>
                  <a:pt x="6830805" y="108247"/>
                </a:lnTo>
                <a:lnTo>
                  <a:pt x="6829630" y="108141"/>
                </a:lnTo>
                <a:lnTo>
                  <a:pt x="6828450" y="107994"/>
                </a:lnTo>
                <a:lnTo>
                  <a:pt x="6827269" y="107801"/>
                </a:lnTo>
                <a:lnTo>
                  <a:pt x="6826089" y="107558"/>
                </a:lnTo>
                <a:lnTo>
                  <a:pt x="6824915" y="107260"/>
                </a:lnTo>
                <a:lnTo>
                  <a:pt x="6823750" y="106902"/>
                </a:lnTo>
                <a:lnTo>
                  <a:pt x="6822597" y="106480"/>
                </a:lnTo>
                <a:lnTo>
                  <a:pt x="6821459" y="105989"/>
                </a:lnTo>
                <a:lnTo>
                  <a:pt x="6820340" y="105424"/>
                </a:lnTo>
                <a:lnTo>
                  <a:pt x="6819244" y="104781"/>
                </a:lnTo>
                <a:lnTo>
                  <a:pt x="6818172" y="104055"/>
                </a:lnTo>
                <a:lnTo>
                  <a:pt x="6817129" y="103241"/>
                </a:lnTo>
                <a:lnTo>
                  <a:pt x="6816119" y="102335"/>
                </a:lnTo>
                <a:lnTo>
                  <a:pt x="6815144" y="101331"/>
                </a:lnTo>
                <a:lnTo>
                  <a:pt x="6814208" y="100226"/>
                </a:lnTo>
                <a:lnTo>
                  <a:pt x="6813314" y="99014"/>
                </a:lnTo>
                <a:lnTo>
                  <a:pt x="6812465" y="97691"/>
                </a:lnTo>
                <a:lnTo>
                  <a:pt x="6811666" y="96252"/>
                </a:lnTo>
                <a:lnTo>
                  <a:pt x="6810918" y="94692"/>
                </a:lnTo>
                <a:lnTo>
                  <a:pt x="6810226" y="93007"/>
                </a:lnTo>
                <a:lnTo>
                  <a:pt x="6809593" y="91193"/>
                </a:lnTo>
                <a:lnTo>
                  <a:pt x="6809473" y="90765"/>
                </a:lnTo>
                <a:lnTo>
                  <a:pt x="6809354" y="90353"/>
                </a:lnTo>
                <a:lnTo>
                  <a:pt x="6809232" y="89955"/>
                </a:lnTo>
                <a:lnTo>
                  <a:pt x="6809107" y="89572"/>
                </a:lnTo>
                <a:lnTo>
                  <a:pt x="6808975" y="89204"/>
                </a:lnTo>
                <a:lnTo>
                  <a:pt x="6808837" y="88852"/>
                </a:lnTo>
                <a:lnTo>
                  <a:pt x="6808689" y="88517"/>
                </a:lnTo>
                <a:lnTo>
                  <a:pt x="6808529" y="88198"/>
                </a:lnTo>
                <a:lnTo>
                  <a:pt x="6808356" y="87895"/>
                </a:lnTo>
                <a:lnTo>
                  <a:pt x="6808167" y="87610"/>
                </a:lnTo>
                <a:lnTo>
                  <a:pt x="6807962" y="87342"/>
                </a:lnTo>
                <a:lnTo>
                  <a:pt x="6807737" y="87092"/>
                </a:lnTo>
                <a:lnTo>
                  <a:pt x="6807491" y="86860"/>
                </a:lnTo>
                <a:lnTo>
                  <a:pt x="6807222" y="86646"/>
                </a:lnTo>
                <a:lnTo>
                  <a:pt x="6806929" y="86451"/>
                </a:lnTo>
                <a:lnTo>
                  <a:pt x="6806608" y="86276"/>
                </a:lnTo>
                <a:lnTo>
                  <a:pt x="6806259" y="86119"/>
                </a:lnTo>
                <a:lnTo>
                  <a:pt x="6805878" y="85983"/>
                </a:lnTo>
                <a:lnTo>
                  <a:pt x="6805466" y="85866"/>
                </a:lnTo>
                <a:lnTo>
                  <a:pt x="6805018" y="85770"/>
                </a:lnTo>
                <a:lnTo>
                  <a:pt x="6804535" y="85695"/>
                </a:lnTo>
                <a:lnTo>
                  <a:pt x="6804012" y="85641"/>
                </a:lnTo>
                <a:lnTo>
                  <a:pt x="6803450" y="85608"/>
                </a:lnTo>
                <a:lnTo>
                  <a:pt x="6802845" y="85597"/>
                </a:lnTo>
                <a:lnTo>
                  <a:pt x="6802036" y="85618"/>
                </a:lnTo>
                <a:lnTo>
                  <a:pt x="6801295" y="85679"/>
                </a:lnTo>
                <a:lnTo>
                  <a:pt x="6800617" y="85779"/>
                </a:lnTo>
                <a:lnTo>
                  <a:pt x="6800002" y="85915"/>
                </a:lnTo>
                <a:lnTo>
                  <a:pt x="6799445" y="86086"/>
                </a:lnTo>
                <a:lnTo>
                  <a:pt x="6798944" y="86290"/>
                </a:lnTo>
                <a:lnTo>
                  <a:pt x="6798495" y="86526"/>
                </a:lnTo>
                <a:lnTo>
                  <a:pt x="6798096" y="86790"/>
                </a:lnTo>
                <a:lnTo>
                  <a:pt x="6797744" y="87082"/>
                </a:lnTo>
                <a:lnTo>
                  <a:pt x="6797436" y="87400"/>
                </a:lnTo>
                <a:lnTo>
                  <a:pt x="6797169" y="87742"/>
                </a:lnTo>
                <a:lnTo>
                  <a:pt x="6796940" y="88105"/>
                </a:lnTo>
                <a:lnTo>
                  <a:pt x="6796746" y="88489"/>
                </a:lnTo>
                <a:lnTo>
                  <a:pt x="6796585" y="88890"/>
                </a:lnTo>
                <a:lnTo>
                  <a:pt x="6796452" y="89309"/>
                </a:lnTo>
                <a:lnTo>
                  <a:pt x="6796346" y="89741"/>
                </a:lnTo>
                <a:lnTo>
                  <a:pt x="6796264" y="90187"/>
                </a:lnTo>
                <a:lnTo>
                  <a:pt x="6796202" y="90643"/>
                </a:lnTo>
                <a:lnTo>
                  <a:pt x="6796158" y="91109"/>
                </a:lnTo>
                <a:lnTo>
                  <a:pt x="6796128" y="91582"/>
                </a:lnTo>
                <a:lnTo>
                  <a:pt x="6796110" y="92060"/>
                </a:lnTo>
                <a:lnTo>
                  <a:pt x="6796100" y="92541"/>
                </a:lnTo>
                <a:lnTo>
                  <a:pt x="6796097" y="93025"/>
                </a:lnTo>
                <a:lnTo>
                  <a:pt x="6796097" y="93508"/>
                </a:lnTo>
                <a:lnTo>
                  <a:pt x="6796097" y="112225"/>
                </a:lnTo>
                <a:lnTo>
                  <a:pt x="6796097" y="112619"/>
                </a:lnTo>
                <a:lnTo>
                  <a:pt x="6796100" y="113028"/>
                </a:lnTo>
                <a:lnTo>
                  <a:pt x="6796108" y="113450"/>
                </a:lnTo>
                <a:lnTo>
                  <a:pt x="6796123" y="113881"/>
                </a:lnTo>
                <a:lnTo>
                  <a:pt x="6796149" y="114319"/>
                </a:lnTo>
                <a:lnTo>
                  <a:pt x="6796187" y="114760"/>
                </a:lnTo>
                <a:lnTo>
                  <a:pt x="6796240" y="115203"/>
                </a:lnTo>
                <a:lnTo>
                  <a:pt x="6796311" y="115644"/>
                </a:lnTo>
                <a:lnTo>
                  <a:pt x="6796402" y="116080"/>
                </a:lnTo>
                <a:lnTo>
                  <a:pt x="6796515" y="116509"/>
                </a:lnTo>
                <a:lnTo>
                  <a:pt x="6796653" y="116927"/>
                </a:lnTo>
                <a:lnTo>
                  <a:pt x="6796819" y="117332"/>
                </a:lnTo>
                <a:lnTo>
                  <a:pt x="6797016" y="117721"/>
                </a:lnTo>
                <a:lnTo>
                  <a:pt x="6797245" y="118091"/>
                </a:lnTo>
                <a:lnTo>
                  <a:pt x="6797509" y="118440"/>
                </a:lnTo>
                <a:lnTo>
                  <a:pt x="6797810" y="118763"/>
                </a:lnTo>
                <a:lnTo>
                  <a:pt x="6798152" y="119060"/>
                </a:lnTo>
                <a:lnTo>
                  <a:pt x="6798536" y="119326"/>
                </a:lnTo>
                <a:lnTo>
                  <a:pt x="6798966" y="119559"/>
                </a:lnTo>
                <a:lnTo>
                  <a:pt x="6799443" y="119756"/>
                </a:lnTo>
                <a:lnTo>
                  <a:pt x="6799971" y="119914"/>
                </a:lnTo>
                <a:lnTo>
                  <a:pt x="6800551" y="120030"/>
                </a:lnTo>
                <a:lnTo>
                  <a:pt x="6801187" y="120102"/>
                </a:lnTo>
                <a:lnTo>
                  <a:pt x="6801880" y="120127"/>
                </a:lnTo>
                <a:lnTo>
                  <a:pt x="6802104" y="120125"/>
                </a:lnTo>
                <a:lnTo>
                  <a:pt x="6802341" y="120119"/>
                </a:lnTo>
                <a:lnTo>
                  <a:pt x="6802590" y="120105"/>
                </a:lnTo>
                <a:lnTo>
                  <a:pt x="6802851" y="120080"/>
                </a:lnTo>
                <a:lnTo>
                  <a:pt x="6803121" y="120041"/>
                </a:lnTo>
                <a:lnTo>
                  <a:pt x="6803402" y="119986"/>
                </a:lnTo>
                <a:lnTo>
                  <a:pt x="6803691" y="119911"/>
                </a:lnTo>
                <a:lnTo>
                  <a:pt x="6803987" y="119813"/>
                </a:lnTo>
                <a:lnTo>
                  <a:pt x="6804290" y="119690"/>
                </a:lnTo>
                <a:lnTo>
                  <a:pt x="6804599" y="119539"/>
                </a:lnTo>
                <a:lnTo>
                  <a:pt x="6804913" y="119356"/>
                </a:lnTo>
                <a:lnTo>
                  <a:pt x="6805231" y="119140"/>
                </a:lnTo>
                <a:lnTo>
                  <a:pt x="6805551" y="118886"/>
                </a:lnTo>
                <a:lnTo>
                  <a:pt x="6805874" y="118592"/>
                </a:lnTo>
                <a:lnTo>
                  <a:pt x="6806198" y="118254"/>
                </a:lnTo>
                <a:lnTo>
                  <a:pt x="6806522" y="117871"/>
                </a:lnTo>
                <a:lnTo>
                  <a:pt x="6806846" y="117440"/>
                </a:lnTo>
                <a:lnTo>
                  <a:pt x="6807168" y="116956"/>
                </a:lnTo>
                <a:lnTo>
                  <a:pt x="6807487" y="116417"/>
                </a:lnTo>
                <a:lnTo>
                  <a:pt x="6807803" y="115821"/>
                </a:lnTo>
                <a:lnTo>
                  <a:pt x="6808115" y="115165"/>
                </a:lnTo>
                <a:lnTo>
                  <a:pt x="6808421" y="114444"/>
                </a:lnTo>
                <a:lnTo>
                  <a:pt x="6808721" y="113658"/>
                </a:lnTo>
                <a:lnTo>
                  <a:pt x="6809014" y="112801"/>
                </a:lnTo>
                <a:lnTo>
                  <a:pt x="6810198" y="113635"/>
                </a:lnTo>
                <a:lnTo>
                  <a:pt x="6811388" y="114403"/>
                </a:lnTo>
                <a:lnTo>
                  <a:pt x="6812581" y="115109"/>
                </a:lnTo>
                <a:lnTo>
                  <a:pt x="6813775" y="115754"/>
                </a:lnTo>
                <a:lnTo>
                  <a:pt x="6814968" y="116341"/>
                </a:lnTo>
                <a:lnTo>
                  <a:pt x="6816156" y="116874"/>
                </a:lnTo>
                <a:lnTo>
                  <a:pt x="6817338" y="117354"/>
                </a:lnTo>
                <a:lnTo>
                  <a:pt x="6818511" y="117785"/>
                </a:lnTo>
                <a:lnTo>
                  <a:pt x="6819672" y="118169"/>
                </a:lnTo>
                <a:lnTo>
                  <a:pt x="6820820" y="118509"/>
                </a:lnTo>
                <a:lnTo>
                  <a:pt x="6821951" y="118807"/>
                </a:lnTo>
                <a:lnTo>
                  <a:pt x="6823064" y="119067"/>
                </a:lnTo>
                <a:lnTo>
                  <a:pt x="6824155" y="119290"/>
                </a:lnTo>
                <a:lnTo>
                  <a:pt x="6825224" y="119480"/>
                </a:lnTo>
                <a:lnTo>
                  <a:pt x="6826266" y="119639"/>
                </a:lnTo>
                <a:lnTo>
                  <a:pt x="6827280" y="119770"/>
                </a:lnTo>
                <a:lnTo>
                  <a:pt x="6828263" y="119876"/>
                </a:lnTo>
                <a:lnTo>
                  <a:pt x="6829213" y="119958"/>
                </a:lnTo>
                <a:lnTo>
                  <a:pt x="6830127" y="120021"/>
                </a:lnTo>
                <a:lnTo>
                  <a:pt x="6831003" y="120066"/>
                </a:lnTo>
                <a:lnTo>
                  <a:pt x="6831838" y="120097"/>
                </a:lnTo>
                <a:lnTo>
                  <a:pt x="6832631" y="120115"/>
                </a:lnTo>
                <a:lnTo>
                  <a:pt x="6833378" y="120124"/>
                </a:lnTo>
                <a:lnTo>
                  <a:pt x="6834078" y="120127"/>
                </a:lnTo>
                <a:lnTo>
                  <a:pt x="6837760" y="120045"/>
                </a:lnTo>
                <a:lnTo>
                  <a:pt x="6841197" y="119807"/>
                </a:lnTo>
                <a:lnTo>
                  <a:pt x="6844397" y="119421"/>
                </a:lnTo>
                <a:lnTo>
                  <a:pt x="6847367" y="118899"/>
                </a:lnTo>
                <a:lnTo>
                  <a:pt x="6850116" y="118249"/>
                </a:lnTo>
                <a:lnTo>
                  <a:pt x="6852651" y="117482"/>
                </a:lnTo>
                <a:lnTo>
                  <a:pt x="6854981" y="116607"/>
                </a:lnTo>
                <a:lnTo>
                  <a:pt x="6857112" y="115635"/>
                </a:lnTo>
                <a:lnTo>
                  <a:pt x="6859053" y="114575"/>
                </a:lnTo>
                <a:lnTo>
                  <a:pt x="6860812" y="113437"/>
                </a:lnTo>
                <a:lnTo>
                  <a:pt x="6862397" y="112231"/>
                </a:lnTo>
                <a:lnTo>
                  <a:pt x="6863815" y="110967"/>
                </a:lnTo>
                <a:lnTo>
                  <a:pt x="6865075" y="109654"/>
                </a:lnTo>
                <a:lnTo>
                  <a:pt x="6866184" y="108304"/>
                </a:lnTo>
                <a:lnTo>
                  <a:pt x="6867150" y="106925"/>
                </a:lnTo>
                <a:lnTo>
                  <a:pt x="6867980" y="105527"/>
                </a:lnTo>
                <a:lnTo>
                  <a:pt x="6868684" y="104120"/>
                </a:lnTo>
                <a:lnTo>
                  <a:pt x="6869268" y="102715"/>
                </a:lnTo>
                <a:lnTo>
                  <a:pt x="6869741" y="101320"/>
                </a:lnTo>
                <a:lnTo>
                  <a:pt x="6870110" y="99947"/>
                </a:lnTo>
                <a:lnTo>
                  <a:pt x="6870384" y="98604"/>
                </a:lnTo>
                <a:lnTo>
                  <a:pt x="6870570" y="97302"/>
                </a:lnTo>
                <a:lnTo>
                  <a:pt x="6870675" y="96050"/>
                </a:lnTo>
                <a:lnTo>
                  <a:pt x="6870709" y="94858"/>
                </a:lnTo>
                <a:lnTo>
                  <a:pt x="6870582" y="92432"/>
                </a:lnTo>
                <a:lnTo>
                  <a:pt x="6870216" y="90167"/>
                </a:lnTo>
                <a:lnTo>
                  <a:pt x="6869628" y="88058"/>
                </a:lnTo>
                <a:lnTo>
                  <a:pt x="6868838" y="86098"/>
                </a:lnTo>
                <a:lnTo>
                  <a:pt x="6867864" y="84283"/>
                </a:lnTo>
                <a:lnTo>
                  <a:pt x="6866726" y="82607"/>
                </a:lnTo>
                <a:lnTo>
                  <a:pt x="6865442" y="81064"/>
                </a:lnTo>
                <a:close/>
                <a:moveTo>
                  <a:pt x="4844788" y="109759"/>
                </a:moveTo>
                <a:lnTo>
                  <a:pt x="4844514" y="109362"/>
                </a:lnTo>
                <a:lnTo>
                  <a:pt x="4844210" y="109009"/>
                </a:lnTo>
                <a:lnTo>
                  <a:pt x="4843878" y="108697"/>
                </a:lnTo>
                <a:lnTo>
                  <a:pt x="4843522" y="108424"/>
                </a:lnTo>
                <a:lnTo>
                  <a:pt x="4843144" y="108188"/>
                </a:lnTo>
                <a:lnTo>
                  <a:pt x="4842749" y="107985"/>
                </a:lnTo>
                <a:lnTo>
                  <a:pt x="4842338" y="107813"/>
                </a:lnTo>
                <a:lnTo>
                  <a:pt x="4841916" y="107670"/>
                </a:lnTo>
                <a:lnTo>
                  <a:pt x="4841484" y="107553"/>
                </a:lnTo>
                <a:lnTo>
                  <a:pt x="4841047" y="107459"/>
                </a:lnTo>
                <a:lnTo>
                  <a:pt x="4840607" y="107386"/>
                </a:lnTo>
                <a:lnTo>
                  <a:pt x="4840167" y="107331"/>
                </a:lnTo>
                <a:lnTo>
                  <a:pt x="4839731" y="107292"/>
                </a:lnTo>
                <a:lnTo>
                  <a:pt x="4839302" y="107266"/>
                </a:lnTo>
                <a:lnTo>
                  <a:pt x="4838882" y="107250"/>
                </a:lnTo>
                <a:lnTo>
                  <a:pt x="4838475" y="107242"/>
                </a:lnTo>
                <a:lnTo>
                  <a:pt x="4838084" y="107239"/>
                </a:lnTo>
                <a:lnTo>
                  <a:pt x="4837711" y="107238"/>
                </a:lnTo>
                <a:lnTo>
                  <a:pt x="4817469" y="107238"/>
                </a:lnTo>
                <a:lnTo>
                  <a:pt x="4817469" y="43868"/>
                </a:lnTo>
                <a:lnTo>
                  <a:pt x="4817463" y="43142"/>
                </a:lnTo>
                <a:lnTo>
                  <a:pt x="4817442" y="42457"/>
                </a:lnTo>
                <a:lnTo>
                  <a:pt x="4817406" y="41813"/>
                </a:lnTo>
                <a:lnTo>
                  <a:pt x="4817353" y="41208"/>
                </a:lnTo>
                <a:lnTo>
                  <a:pt x="4817280" y="40641"/>
                </a:lnTo>
                <a:lnTo>
                  <a:pt x="4817186" y="40112"/>
                </a:lnTo>
                <a:lnTo>
                  <a:pt x="4817069" y="39619"/>
                </a:lnTo>
                <a:lnTo>
                  <a:pt x="4816926" y="39163"/>
                </a:lnTo>
                <a:lnTo>
                  <a:pt x="4816757" y="38741"/>
                </a:lnTo>
                <a:lnTo>
                  <a:pt x="4816560" y="38353"/>
                </a:lnTo>
                <a:lnTo>
                  <a:pt x="4816332" y="37998"/>
                </a:lnTo>
                <a:lnTo>
                  <a:pt x="4816071" y="37675"/>
                </a:lnTo>
                <a:lnTo>
                  <a:pt x="4815777" y="37383"/>
                </a:lnTo>
                <a:lnTo>
                  <a:pt x="4815447" y="37121"/>
                </a:lnTo>
                <a:lnTo>
                  <a:pt x="4815078" y="36889"/>
                </a:lnTo>
                <a:lnTo>
                  <a:pt x="4814670" y="36684"/>
                </a:lnTo>
                <a:lnTo>
                  <a:pt x="4814221" y="36508"/>
                </a:lnTo>
                <a:lnTo>
                  <a:pt x="4813728" y="36358"/>
                </a:lnTo>
                <a:lnTo>
                  <a:pt x="4813190" y="36233"/>
                </a:lnTo>
                <a:lnTo>
                  <a:pt x="4812605" y="36133"/>
                </a:lnTo>
                <a:lnTo>
                  <a:pt x="4811972" y="36057"/>
                </a:lnTo>
                <a:lnTo>
                  <a:pt x="4811287" y="36004"/>
                </a:lnTo>
                <a:lnTo>
                  <a:pt x="4810550" y="35973"/>
                </a:lnTo>
                <a:lnTo>
                  <a:pt x="4809758" y="35963"/>
                </a:lnTo>
                <a:lnTo>
                  <a:pt x="4782382" y="35963"/>
                </a:lnTo>
                <a:lnTo>
                  <a:pt x="4782010" y="35963"/>
                </a:lnTo>
                <a:lnTo>
                  <a:pt x="4781619" y="35966"/>
                </a:lnTo>
                <a:lnTo>
                  <a:pt x="4781212" y="35974"/>
                </a:lnTo>
                <a:lnTo>
                  <a:pt x="4780793" y="35990"/>
                </a:lnTo>
                <a:lnTo>
                  <a:pt x="4780363" y="36015"/>
                </a:lnTo>
                <a:lnTo>
                  <a:pt x="4779927" y="36053"/>
                </a:lnTo>
                <a:lnTo>
                  <a:pt x="4779488" y="36106"/>
                </a:lnTo>
                <a:lnTo>
                  <a:pt x="4779048" y="36177"/>
                </a:lnTo>
                <a:lnTo>
                  <a:pt x="4778610" y="36268"/>
                </a:lnTo>
                <a:lnTo>
                  <a:pt x="4778179" y="36381"/>
                </a:lnTo>
                <a:lnTo>
                  <a:pt x="4777756" y="36520"/>
                </a:lnTo>
                <a:lnTo>
                  <a:pt x="4777346" y="36686"/>
                </a:lnTo>
                <a:lnTo>
                  <a:pt x="4776950" y="36882"/>
                </a:lnTo>
                <a:lnTo>
                  <a:pt x="4776573" y="37111"/>
                </a:lnTo>
                <a:lnTo>
                  <a:pt x="4776216" y="37376"/>
                </a:lnTo>
                <a:lnTo>
                  <a:pt x="4775885" y="37677"/>
                </a:lnTo>
                <a:lnTo>
                  <a:pt x="4775580" y="38019"/>
                </a:lnTo>
                <a:lnTo>
                  <a:pt x="4775306" y="38404"/>
                </a:lnTo>
                <a:lnTo>
                  <a:pt x="4775066" y="38834"/>
                </a:lnTo>
                <a:lnTo>
                  <a:pt x="4774862" y="39312"/>
                </a:lnTo>
                <a:lnTo>
                  <a:pt x="4774699" y="39840"/>
                </a:lnTo>
                <a:lnTo>
                  <a:pt x="4774578" y="40420"/>
                </a:lnTo>
                <a:lnTo>
                  <a:pt x="4774503" y="41056"/>
                </a:lnTo>
                <a:lnTo>
                  <a:pt x="4774478" y="41750"/>
                </a:lnTo>
                <a:lnTo>
                  <a:pt x="4774503" y="42466"/>
                </a:lnTo>
                <a:lnTo>
                  <a:pt x="4774578" y="43122"/>
                </a:lnTo>
                <a:lnTo>
                  <a:pt x="4774699" y="43722"/>
                </a:lnTo>
                <a:lnTo>
                  <a:pt x="4774862" y="44267"/>
                </a:lnTo>
                <a:lnTo>
                  <a:pt x="4775066" y="44760"/>
                </a:lnTo>
                <a:lnTo>
                  <a:pt x="4775306" y="45204"/>
                </a:lnTo>
                <a:lnTo>
                  <a:pt x="4775580" y="45601"/>
                </a:lnTo>
                <a:lnTo>
                  <a:pt x="4775885" y="45954"/>
                </a:lnTo>
                <a:lnTo>
                  <a:pt x="4776216" y="46266"/>
                </a:lnTo>
                <a:lnTo>
                  <a:pt x="4776573" y="46539"/>
                </a:lnTo>
                <a:lnTo>
                  <a:pt x="4776950" y="46775"/>
                </a:lnTo>
                <a:lnTo>
                  <a:pt x="4777346" y="46978"/>
                </a:lnTo>
                <a:lnTo>
                  <a:pt x="4777756" y="47150"/>
                </a:lnTo>
                <a:lnTo>
                  <a:pt x="4778179" y="47293"/>
                </a:lnTo>
                <a:lnTo>
                  <a:pt x="4778610" y="47410"/>
                </a:lnTo>
                <a:lnTo>
                  <a:pt x="4779048" y="47504"/>
                </a:lnTo>
                <a:lnTo>
                  <a:pt x="4779488" y="47577"/>
                </a:lnTo>
                <a:lnTo>
                  <a:pt x="4779927" y="47631"/>
                </a:lnTo>
                <a:lnTo>
                  <a:pt x="4780363" y="47671"/>
                </a:lnTo>
                <a:lnTo>
                  <a:pt x="4780793" y="47697"/>
                </a:lnTo>
                <a:lnTo>
                  <a:pt x="4781212" y="47713"/>
                </a:lnTo>
                <a:lnTo>
                  <a:pt x="4781619" y="47721"/>
                </a:lnTo>
                <a:lnTo>
                  <a:pt x="4782010" y="47724"/>
                </a:lnTo>
                <a:lnTo>
                  <a:pt x="4782382" y="47725"/>
                </a:lnTo>
                <a:lnTo>
                  <a:pt x="4804166" y="47725"/>
                </a:lnTo>
                <a:lnTo>
                  <a:pt x="4804166" y="107238"/>
                </a:lnTo>
                <a:lnTo>
                  <a:pt x="4780838" y="107238"/>
                </a:lnTo>
                <a:lnTo>
                  <a:pt x="4780444" y="107239"/>
                </a:lnTo>
                <a:lnTo>
                  <a:pt x="4780035" y="107242"/>
                </a:lnTo>
                <a:lnTo>
                  <a:pt x="4779613" y="107250"/>
                </a:lnTo>
                <a:lnTo>
                  <a:pt x="4779182" y="107266"/>
                </a:lnTo>
                <a:lnTo>
                  <a:pt x="4778744" y="107292"/>
                </a:lnTo>
                <a:lnTo>
                  <a:pt x="4778302" y="107331"/>
                </a:lnTo>
                <a:lnTo>
                  <a:pt x="4777859" y="107386"/>
                </a:lnTo>
                <a:lnTo>
                  <a:pt x="4777418" y="107459"/>
                </a:lnTo>
                <a:lnTo>
                  <a:pt x="4776982" y="107553"/>
                </a:lnTo>
                <a:lnTo>
                  <a:pt x="4776553" y="107670"/>
                </a:lnTo>
                <a:lnTo>
                  <a:pt x="4776135" y="107813"/>
                </a:lnTo>
                <a:lnTo>
                  <a:pt x="4775730" y="107985"/>
                </a:lnTo>
                <a:lnTo>
                  <a:pt x="4775340" y="108188"/>
                </a:lnTo>
                <a:lnTo>
                  <a:pt x="4774970" y="108424"/>
                </a:lnTo>
                <a:lnTo>
                  <a:pt x="4774622" y="108697"/>
                </a:lnTo>
                <a:lnTo>
                  <a:pt x="4774298" y="109009"/>
                </a:lnTo>
                <a:lnTo>
                  <a:pt x="4774001" y="109362"/>
                </a:lnTo>
                <a:lnTo>
                  <a:pt x="4773735" y="109759"/>
                </a:lnTo>
                <a:lnTo>
                  <a:pt x="4773502" y="110203"/>
                </a:lnTo>
                <a:lnTo>
                  <a:pt x="4773305" y="110696"/>
                </a:lnTo>
                <a:lnTo>
                  <a:pt x="4773147" y="111241"/>
                </a:lnTo>
                <a:lnTo>
                  <a:pt x="4773030" y="111841"/>
                </a:lnTo>
                <a:lnTo>
                  <a:pt x="4772958" y="112497"/>
                </a:lnTo>
                <a:lnTo>
                  <a:pt x="4772933" y="113213"/>
                </a:lnTo>
                <a:lnTo>
                  <a:pt x="4772959" y="113907"/>
                </a:lnTo>
                <a:lnTo>
                  <a:pt x="4773034" y="114542"/>
                </a:lnTo>
                <a:lnTo>
                  <a:pt x="4773154" y="115122"/>
                </a:lnTo>
                <a:lnTo>
                  <a:pt x="4773318" y="115650"/>
                </a:lnTo>
                <a:lnTo>
                  <a:pt x="4773522" y="116127"/>
                </a:lnTo>
                <a:lnTo>
                  <a:pt x="4773762" y="116557"/>
                </a:lnTo>
                <a:lnTo>
                  <a:pt x="4774036" y="116942"/>
                </a:lnTo>
                <a:lnTo>
                  <a:pt x="4774340" y="117283"/>
                </a:lnTo>
                <a:lnTo>
                  <a:pt x="4774672" y="117585"/>
                </a:lnTo>
                <a:lnTo>
                  <a:pt x="4775028" y="117849"/>
                </a:lnTo>
                <a:lnTo>
                  <a:pt x="4775406" y="118078"/>
                </a:lnTo>
                <a:lnTo>
                  <a:pt x="4775801" y="118274"/>
                </a:lnTo>
                <a:lnTo>
                  <a:pt x="4776212" y="118440"/>
                </a:lnTo>
                <a:lnTo>
                  <a:pt x="4776635" y="118579"/>
                </a:lnTo>
                <a:lnTo>
                  <a:pt x="4777066" y="118692"/>
                </a:lnTo>
                <a:lnTo>
                  <a:pt x="4777503" y="118783"/>
                </a:lnTo>
                <a:lnTo>
                  <a:pt x="4777943" y="118854"/>
                </a:lnTo>
                <a:lnTo>
                  <a:pt x="4778383" y="118907"/>
                </a:lnTo>
                <a:lnTo>
                  <a:pt x="4778819" y="118945"/>
                </a:lnTo>
                <a:lnTo>
                  <a:pt x="4779248" y="118970"/>
                </a:lnTo>
                <a:lnTo>
                  <a:pt x="4779668" y="118986"/>
                </a:lnTo>
                <a:lnTo>
                  <a:pt x="4780075" y="118994"/>
                </a:lnTo>
                <a:lnTo>
                  <a:pt x="4780466" y="118997"/>
                </a:lnTo>
                <a:lnTo>
                  <a:pt x="4780838" y="118997"/>
                </a:lnTo>
                <a:lnTo>
                  <a:pt x="4837711" y="118997"/>
                </a:lnTo>
                <a:lnTo>
                  <a:pt x="4838084" y="118997"/>
                </a:lnTo>
                <a:lnTo>
                  <a:pt x="4838475" y="118994"/>
                </a:lnTo>
                <a:lnTo>
                  <a:pt x="4838882" y="118986"/>
                </a:lnTo>
                <a:lnTo>
                  <a:pt x="4839302" y="118970"/>
                </a:lnTo>
                <a:lnTo>
                  <a:pt x="4839731" y="118945"/>
                </a:lnTo>
                <a:lnTo>
                  <a:pt x="4840167" y="118907"/>
                </a:lnTo>
                <a:lnTo>
                  <a:pt x="4840607" y="118854"/>
                </a:lnTo>
                <a:lnTo>
                  <a:pt x="4841047" y="118783"/>
                </a:lnTo>
                <a:lnTo>
                  <a:pt x="4841484" y="118692"/>
                </a:lnTo>
                <a:lnTo>
                  <a:pt x="4841916" y="118579"/>
                </a:lnTo>
                <a:lnTo>
                  <a:pt x="4842338" y="118440"/>
                </a:lnTo>
                <a:lnTo>
                  <a:pt x="4842749" y="118274"/>
                </a:lnTo>
                <a:lnTo>
                  <a:pt x="4843144" y="118078"/>
                </a:lnTo>
                <a:lnTo>
                  <a:pt x="4843522" y="117849"/>
                </a:lnTo>
                <a:lnTo>
                  <a:pt x="4843878" y="117585"/>
                </a:lnTo>
                <a:lnTo>
                  <a:pt x="4844210" y="117283"/>
                </a:lnTo>
                <a:lnTo>
                  <a:pt x="4844514" y="116942"/>
                </a:lnTo>
                <a:lnTo>
                  <a:pt x="4844788" y="116557"/>
                </a:lnTo>
                <a:lnTo>
                  <a:pt x="4845028" y="116127"/>
                </a:lnTo>
                <a:lnTo>
                  <a:pt x="4845231" y="115650"/>
                </a:lnTo>
                <a:lnTo>
                  <a:pt x="4845395" y="115122"/>
                </a:lnTo>
                <a:lnTo>
                  <a:pt x="4845515" y="114542"/>
                </a:lnTo>
                <a:lnTo>
                  <a:pt x="4845590" y="113907"/>
                </a:lnTo>
                <a:lnTo>
                  <a:pt x="4845616" y="113213"/>
                </a:lnTo>
                <a:lnTo>
                  <a:pt x="4845590" y="112497"/>
                </a:lnTo>
                <a:lnTo>
                  <a:pt x="4845515" y="111841"/>
                </a:lnTo>
                <a:lnTo>
                  <a:pt x="4845395" y="111241"/>
                </a:lnTo>
                <a:lnTo>
                  <a:pt x="4845231" y="110696"/>
                </a:lnTo>
                <a:lnTo>
                  <a:pt x="4845028" y="110203"/>
                </a:lnTo>
                <a:lnTo>
                  <a:pt x="4844788" y="109759"/>
                </a:lnTo>
                <a:close/>
                <a:moveTo>
                  <a:pt x="5553297" y="109759"/>
                </a:moveTo>
                <a:lnTo>
                  <a:pt x="5553024" y="109362"/>
                </a:lnTo>
                <a:lnTo>
                  <a:pt x="5552719" y="109009"/>
                </a:lnTo>
                <a:lnTo>
                  <a:pt x="5552388" y="108697"/>
                </a:lnTo>
                <a:lnTo>
                  <a:pt x="5552032" y="108424"/>
                </a:lnTo>
                <a:lnTo>
                  <a:pt x="5551654" y="108188"/>
                </a:lnTo>
                <a:lnTo>
                  <a:pt x="5551259" y="107985"/>
                </a:lnTo>
                <a:lnTo>
                  <a:pt x="5550848" y="107813"/>
                </a:lnTo>
                <a:lnTo>
                  <a:pt x="5550425" y="107670"/>
                </a:lnTo>
                <a:lnTo>
                  <a:pt x="5549994" y="107553"/>
                </a:lnTo>
                <a:lnTo>
                  <a:pt x="5549557" y="107459"/>
                </a:lnTo>
                <a:lnTo>
                  <a:pt x="5549117" y="107386"/>
                </a:lnTo>
                <a:lnTo>
                  <a:pt x="5548677" y="107331"/>
                </a:lnTo>
                <a:lnTo>
                  <a:pt x="5548241" y="107292"/>
                </a:lnTo>
                <a:lnTo>
                  <a:pt x="5547811" y="107266"/>
                </a:lnTo>
                <a:lnTo>
                  <a:pt x="5547392" y="107250"/>
                </a:lnTo>
                <a:lnTo>
                  <a:pt x="5546984" y="107242"/>
                </a:lnTo>
                <a:lnTo>
                  <a:pt x="5546593" y="107239"/>
                </a:lnTo>
                <a:lnTo>
                  <a:pt x="5546221" y="107238"/>
                </a:lnTo>
                <a:lnTo>
                  <a:pt x="5525979" y="107238"/>
                </a:lnTo>
                <a:lnTo>
                  <a:pt x="5525979" y="43868"/>
                </a:lnTo>
                <a:lnTo>
                  <a:pt x="5525972" y="43142"/>
                </a:lnTo>
                <a:lnTo>
                  <a:pt x="5525952" y="42457"/>
                </a:lnTo>
                <a:lnTo>
                  <a:pt x="5525916" y="41813"/>
                </a:lnTo>
                <a:lnTo>
                  <a:pt x="5525863" y="41208"/>
                </a:lnTo>
                <a:lnTo>
                  <a:pt x="5525790" y="40641"/>
                </a:lnTo>
                <a:lnTo>
                  <a:pt x="5525695" y="40112"/>
                </a:lnTo>
                <a:lnTo>
                  <a:pt x="5525578" y="39619"/>
                </a:lnTo>
                <a:lnTo>
                  <a:pt x="5525436" y="39163"/>
                </a:lnTo>
                <a:lnTo>
                  <a:pt x="5525267" y="38741"/>
                </a:lnTo>
                <a:lnTo>
                  <a:pt x="5525070" y="38353"/>
                </a:lnTo>
                <a:lnTo>
                  <a:pt x="5524842" y="37998"/>
                </a:lnTo>
                <a:lnTo>
                  <a:pt x="5524581" y="37675"/>
                </a:lnTo>
                <a:lnTo>
                  <a:pt x="5524287" y="37383"/>
                </a:lnTo>
                <a:lnTo>
                  <a:pt x="5523956" y="37121"/>
                </a:lnTo>
                <a:lnTo>
                  <a:pt x="5523588" y="36889"/>
                </a:lnTo>
                <a:lnTo>
                  <a:pt x="5523180" y="36684"/>
                </a:lnTo>
                <a:lnTo>
                  <a:pt x="5522731" y="36508"/>
                </a:lnTo>
                <a:lnTo>
                  <a:pt x="5522238" y="36358"/>
                </a:lnTo>
                <a:lnTo>
                  <a:pt x="5521700" y="36233"/>
                </a:lnTo>
                <a:lnTo>
                  <a:pt x="5521115" y="36133"/>
                </a:lnTo>
                <a:lnTo>
                  <a:pt x="5520481" y="36057"/>
                </a:lnTo>
                <a:lnTo>
                  <a:pt x="5519797" y="36004"/>
                </a:lnTo>
                <a:lnTo>
                  <a:pt x="5519060" y="35973"/>
                </a:lnTo>
                <a:lnTo>
                  <a:pt x="5518268" y="35963"/>
                </a:lnTo>
                <a:lnTo>
                  <a:pt x="5490892" y="35963"/>
                </a:lnTo>
                <a:lnTo>
                  <a:pt x="5490520" y="35963"/>
                </a:lnTo>
                <a:lnTo>
                  <a:pt x="5490129" y="35966"/>
                </a:lnTo>
                <a:lnTo>
                  <a:pt x="5489722" y="35974"/>
                </a:lnTo>
                <a:lnTo>
                  <a:pt x="5489302" y="35990"/>
                </a:lnTo>
                <a:lnTo>
                  <a:pt x="5488873" y="36015"/>
                </a:lnTo>
                <a:lnTo>
                  <a:pt x="5488437" y="36053"/>
                </a:lnTo>
                <a:lnTo>
                  <a:pt x="5487997" y="36106"/>
                </a:lnTo>
                <a:lnTo>
                  <a:pt x="5487557" y="36177"/>
                </a:lnTo>
                <a:lnTo>
                  <a:pt x="5487120" y="36268"/>
                </a:lnTo>
                <a:lnTo>
                  <a:pt x="5486689" y="36381"/>
                </a:lnTo>
                <a:lnTo>
                  <a:pt x="5486266" y="36520"/>
                </a:lnTo>
                <a:lnTo>
                  <a:pt x="5485855" y="36686"/>
                </a:lnTo>
                <a:lnTo>
                  <a:pt x="5485460" y="36882"/>
                </a:lnTo>
                <a:lnTo>
                  <a:pt x="5485082" y="37111"/>
                </a:lnTo>
                <a:lnTo>
                  <a:pt x="5484726" y="37376"/>
                </a:lnTo>
                <a:lnTo>
                  <a:pt x="5484394" y="37677"/>
                </a:lnTo>
                <a:lnTo>
                  <a:pt x="5484090" y="38019"/>
                </a:lnTo>
                <a:lnTo>
                  <a:pt x="5483816" y="38404"/>
                </a:lnTo>
                <a:lnTo>
                  <a:pt x="5483576" y="38834"/>
                </a:lnTo>
                <a:lnTo>
                  <a:pt x="5483372" y="39312"/>
                </a:lnTo>
                <a:lnTo>
                  <a:pt x="5483209" y="39840"/>
                </a:lnTo>
                <a:lnTo>
                  <a:pt x="5483088" y="40420"/>
                </a:lnTo>
                <a:lnTo>
                  <a:pt x="5483013" y="41056"/>
                </a:lnTo>
                <a:lnTo>
                  <a:pt x="5482987" y="41750"/>
                </a:lnTo>
                <a:lnTo>
                  <a:pt x="5483013" y="42466"/>
                </a:lnTo>
                <a:lnTo>
                  <a:pt x="5483088" y="43122"/>
                </a:lnTo>
                <a:lnTo>
                  <a:pt x="5483209" y="43722"/>
                </a:lnTo>
                <a:lnTo>
                  <a:pt x="5483372" y="44267"/>
                </a:lnTo>
                <a:lnTo>
                  <a:pt x="5483576" y="44760"/>
                </a:lnTo>
                <a:lnTo>
                  <a:pt x="5483816" y="45204"/>
                </a:lnTo>
                <a:lnTo>
                  <a:pt x="5484090" y="45601"/>
                </a:lnTo>
                <a:lnTo>
                  <a:pt x="5484394" y="45954"/>
                </a:lnTo>
                <a:lnTo>
                  <a:pt x="5484726" y="46266"/>
                </a:lnTo>
                <a:lnTo>
                  <a:pt x="5485082" y="46539"/>
                </a:lnTo>
                <a:lnTo>
                  <a:pt x="5485460" y="46775"/>
                </a:lnTo>
                <a:lnTo>
                  <a:pt x="5485855" y="46978"/>
                </a:lnTo>
                <a:lnTo>
                  <a:pt x="5486266" y="47150"/>
                </a:lnTo>
                <a:lnTo>
                  <a:pt x="5486689" y="47293"/>
                </a:lnTo>
                <a:lnTo>
                  <a:pt x="5487120" y="47410"/>
                </a:lnTo>
                <a:lnTo>
                  <a:pt x="5487557" y="47504"/>
                </a:lnTo>
                <a:lnTo>
                  <a:pt x="5487997" y="47577"/>
                </a:lnTo>
                <a:lnTo>
                  <a:pt x="5488437" y="47631"/>
                </a:lnTo>
                <a:lnTo>
                  <a:pt x="5488873" y="47671"/>
                </a:lnTo>
                <a:lnTo>
                  <a:pt x="5489302" y="47697"/>
                </a:lnTo>
                <a:lnTo>
                  <a:pt x="5489722" y="47713"/>
                </a:lnTo>
                <a:lnTo>
                  <a:pt x="5490129" y="47721"/>
                </a:lnTo>
                <a:lnTo>
                  <a:pt x="5490520" y="47724"/>
                </a:lnTo>
                <a:lnTo>
                  <a:pt x="5490892" y="47725"/>
                </a:lnTo>
                <a:lnTo>
                  <a:pt x="5512676" y="47725"/>
                </a:lnTo>
                <a:lnTo>
                  <a:pt x="5512676" y="107238"/>
                </a:lnTo>
                <a:lnTo>
                  <a:pt x="5489348" y="107238"/>
                </a:lnTo>
                <a:lnTo>
                  <a:pt x="5488954" y="107239"/>
                </a:lnTo>
                <a:lnTo>
                  <a:pt x="5488544" y="107242"/>
                </a:lnTo>
                <a:lnTo>
                  <a:pt x="5488123" y="107250"/>
                </a:lnTo>
                <a:lnTo>
                  <a:pt x="5487692" y="107266"/>
                </a:lnTo>
                <a:lnTo>
                  <a:pt x="5487254" y="107292"/>
                </a:lnTo>
                <a:lnTo>
                  <a:pt x="5486812" y="107331"/>
                </a:lnTo>
                <a:lnTo>
                  <a:pt x="5486369" y="107386"/>
                </a:lnTo>
                <a:lnTo>
                  <a:pt x="5485928" y="107459"/>
                </a:lnTo>
                <a:lnTo>
                  <a:pt x="5485492" y="107553"/>
                </a:lnTo>
                <a:lnTo>
                  <a:pt x="5485063" y="107670"/>
                </a:lnTo>
                <a:lnTo>
                  <a:pt x="5484644" y="107813"/>
                </a:lnTo>
                <a:lnTo>
                  <a:pt x="5484239" y="107985"/>
                </a:lnTo>
                <a:lnTo>
                  <a:pt x="5483850" y="108188"/>
                </a:lnTo>
                <a:lnTo>
                  <a:pt x="5483480" y="108424"/>
                </a:lnTo>
                <a:lnTo>
                  <a:pt x="5483131" y="108697"/>
                </a:lnTo>
                <a:lnTo>
                  <a:pt x="5482807" y="109009"/>
                </a:lnTo>
                <a:lnTo>
                  <a:pt x="5482511" y="109362"/>
                </a:lnTo>
                <a:lnTo>
                  <a:pt x="5482245" y="109759"/>
                </a:lnTo>
                <a:lnTo>
                  <a:pt x="5482012" y="110203"/>
                </a:lnTo>
                <a:lnTo>
                  <a:pt x="5481814" y="110696"/>
                </a:lnTo>
                <a:lnTo>
                  <a:pt x="5481656" y="111241"/>
                </a:lnTo>
                <a:lnTo>
                  <a:pt x="5481540" y="111841"/>
                </a:lnTo>
                <a:lnTo>
                  <a:pt x="5481468" y="112497"/>
                </a:lnTo>
                <a:lnTo>
                  <a:pt x="5481443" y="113213"/>
                </a:lnTo>
                <a:lnTo>
                  <a:pt x="5481469" y="113907"/>
                </a:lnTo>
                <a:lnTo>
                  <a:pt x="5481543" y="114542"/>
                </a:lnTo>
                <a:lnTo>
                  <a:pt x="5481664" y="115122"/>
                </a:lnTo>
                <a:lnTo>
                  <a:pt x="5481828" y="115650"/>
                </a:lnTo>
                <a:lnTo>
                  <a:pt x="5482031" y="116127"/>
                </a:lnTo>
                <a:lnTo>
                  <a:pt x="5482271" y="116557"/>
                </a:lnTo>
                <a:lnTo>
                  <a:pt x="5482545" y="116942"/>
                </a:lnTo>
                <a:lnTo>
                  <a:pt x="5482850" y="117283"/>
                </a:lnTo>
                <a:lnTo>
                  <a:pt x="5483182" y="117585"/>
                </a:lnTo>
                <a:lnTo>
                  <a:pt x="5483538" y="117849"/>
                </a:lnTo>
                <a:lnTo>
                  <a:pt x="5483915" y="118078"/>
                </a:lnTo>
                <a:lnTo>
                  <a:pt x="5484311" y="118274"/>
                </a:lnTo>
                <a:lnTo>
                  <a:pt x="5484722" y="118440"/>
                </a:lnTo>
                <a:lnTo>
                  <a:pt x="5485144" y="118579"/>
                </a:lnTo>
                <a:lnTo>
                  <a:pt x="5485576" y="118692"/>
                </a:lnTo>
                <a:lnTo>
                  <a:pt x="5486013" y="118783"/>
                </a:lnTo>
                <a:lnTo>
                  <a:pt x="5486453" y="118854"/>
                </a:lnTo>
                <a:lnTo>
                  <a:pt x="5486893" y="118907"/>
                </a:lnTo>
                <a:lnTo>
                  <a:pt x="5487329" y="118945"/>
                </a:lnTo>
                <a:lnTo>
                  <a:pt x="5487758" y="118970"/>
                </a:lnTo>
                <a:lnTo>
                  <a:pt x="5488178" y="118986"/>
                </a:lnTo>
                <a:lnTo>
                  <a:pt x="5488585" y="118994"/>
                </a:lnTo>
                <a:lnTo>
                  <a:pt x="5488976" y="118997"/>
                </a:lnTo>
                <a:lnTo>
                  <a:pt x="5489348" y="118997"/>
                </a:lnTo>
                <a:lnTo>
                  <a:pt x="5546221" y="118997"/>
                </a:lnTo>
                <a:lnTo>
                  <a:pt x="5546593" y="118997"/>
                </a:lnTo>
                <a:lnTo>
                  <a:pt x="5546984" y="118994"/>
                </a:lnTo>
                <a:lnTo>
                  <a:pt x="5547392" y="118986"/>
                </a:lnTo>
                <a:lnTo>
                  <a:pt x="5547811" y="118970"/>
                </a:lnTo>
                <a:lnTo>
                  <a:pt x="5548241" y="118945"/>
                </a:lnTo>
                <a:lnTo>
                  <a:pt x="5548677" y="118907"/>
                </a:lnTo>
                <a:lnTo>
                  <a:pt x="5549117" y="118854"/>
                </a:lnTo>
                <a:lnTo>
                  <a:pt x="5549557" y="118783"/>
                </a:lnTo>
                <a:lnTo>
                  <a:pt x="5549994" y="118692"/>
                </a:lnTo>
                <a:lnTo>
                  <a:pt x="5550425" y="118579"/>
                </a:lnTo>
                <a:lnTo>
                  <a:pt x="5550848" y="118440"/>
                </a:lnTo>
                <a:lnTo>
                  <a:pt x="5551259" y="118274"/>
                </a:lnTo>
                <a:lnTo>
                  <a:pt x="5551654" y="118078"/>
                </a:lnTo>
                <a:lnTo>
                  <a:pt x="5552032" y="117849"/>
                </a:lnTo>
                <a:lnTo>
                  <a:pt x="5552388" y="117585"/>
                </a:lnTo>
                <a:lnTo>
                  <a:pt x="5552719" y="117283"/>
                </a:lnTo>
                <a:lnTo>
                  <a:pt x="5553024" y="116942"/>
                </a:lnTo>
                <a:lnTo>
                  <a:pt x="5553297" y="116557"/>
                </a:lnTo>
                <a:lnTo>
                  <a:pt x="5553538" y="116127"/>
                </a:lnTo>
                <a:lnTo>
                  <a:pt x="5553741" y="115650"/>
                </a:lnTo>
                <a:lnTo>
                  <a:pt x="5553904" y="115122"/>
                </a:lnTo>
                <a:lnTo>
                  <a:pt x="5554025" y="114542"/>
                </a:lnTo>
                <a:lnTo>
                  <a:pt x="5554100" y="113907"/>
                </a:lnTo>
                <a:lnTo>
                  <a:pt x="5554125" y="113213"/>
                </a:lnTo>
                <a:lnTo>
                  <a:pt x="5554100" y="112497"/>
                </a:lnTo>
                <a:lnTo>
                  <a:pt x="5554025" y="111841"/>
                </a:lnTo>
                <a:lnTo>
                  <a:pt x="5553904" y="111241"/>
                </a:lnTo>
                <a:lnTo>
                  <a:pt x="5553741" y="110696"/>
                </a:lnTo>
                <a:lnTo>
                  <a:pt x="5553538" y="110203"/>
                </a:lnTo>
                <a:lnTo>
                  <a:pt x="5553297" y="109759"/>
                </a:lnTo>
                <a:close/>
                <a:moveTo>
                  <a:pt x="5252213" y="97937"/>
                </a:moveTo>
                <a:lnTo>
                  <a:pt x="5252213" y="97939"/>
                </a:lnTo>
                <a:lnTo>
                  <a:pt x="5252213" y="97936"/>
                </a:lnTo>
                <a:lnTo>
                  <a:pt x="5252213" y="97937"/>
                </a:lnTo>
                <a:close/>
                <a:moveTo>
                  <a:pt x="6466806" y="97939"/>
                </a:moveTo>
                <a:lnTo>
                  <a:pt x="6466806" y="97936"/>
                </a:lnTo>
                <a:lnTo>
                  <a:pt x="6466806" y="97937"/>
                </a:lnTo>
                <a:lnTo>
                  <a:pt x="6466806" y="97939"/>
                </a:lnTo>
                <a:close/>
                <a:moveTo>
                  <a:pt x="5765957" y="40165"/>
                </a:moveTo>
                <a:lnTo>
                  <a:pt x="5765633" y="39582"/>
                </a:lnTo>
                <a:lnTo>
                  <a:pt x="5765260" y="39009"/>
                </a:lnTo>
                <a:lnTo>
                  <a:pt x="5764837" y="38450"/>
                </a:lnTo>
                <a:lnTo>
                  <a:pt x="5764363" y="37907"/>
                </a:lnTo>
                <a:lnTo>
                  <a:pt x="5763836" y="37384"/>
                </a:lnTo>
                <a:lnTo>
                  <a:pt x="5763254" y="36884"/>
                </a:lnTo>
                <a:lnTo>
                  <a:pt x="5762617" y="36410"/>
                </a:lnTo>
                <a:lnTo>
                  <a:pt x="5761923" y="35966"/>
                </a:lnTo>
                <a:lnTo>
                  <a:pt x="5761171" y="35555"/>
                </a:lnTo>
                <a:lnTo>
                  <a:pt x="5760359" y="35180"/>
                </a:lnTo>
                <a:lnTo>
                  <a:pt x="5759486" y="34845"/>
                </a:lnTo>
                <a:lnTo>
                  <a:pt x="5758551" y="34552"/>
                </a:lnTo>
                <a:lnTo>
                  <a:pt x="5757552" y="34305"/>
                </a:lnTo>
                <a:lnTo>
                  <a:pt x="5756489" y="34107"/>
                </a:lnTo>
                <a:lnTo>
                  <a:pt x="5755359" y="33962"/>
                </a:lnTo>
                <a:lnTo>
                  <a:pt x="5754161" y="33872"/>
                </a:lnTo>
                <a:lnTo>
                  <a:pt x="5752895" y="33842"/>
                </a:lnTo>
                <a:lnTo>
                  <a:pt x="5752592" y="33843"/>
                </a:lnTo>
                <a:lnTo>
                  <a:pt x="5752216" y="33849"/>
                </a:lnTo>
                <a:lnTo>
                  <a:pt x="5751771" y="33863"/>
                </a:lnTo>
                <a:lnTo>
                  <a:pt x="5751260" y="33886"/>
                </a:lnTo>
                <a:lnTo>
                  <a:pt x="5750687" y="33922"/>
                </a:lnTo>
                <a:lnTo>
                  <a:pt x="5750054" y="33974"/>
                </a:lnTo>
                <a:lnTo>
                  <a:pt x="5749366" y="34044"/>
                </a:lnTo>
                <a:lnTo>
                  <a:pt x="5748625" y="34134"/>
                </a:lnTo>
                <a:lnTo>
                  <a:pt x="5747835" y="34248"/>
                </a:lnTo>
                <a:lnTo>
                  <a:pt x="5747000" y="34388"/>
                </a:lnTo>
                <a:lnTo>
                  <a:pt x="5746123" y="34556"/>
                </a:lnTo>
                <a:lnTo>
                  <a:pt x="5745207" y="34757"/>
                </a:lnTo>
                <a:lnTo>
                  <a:pt x="5744256" y="34991"/>
                </a:lnTo>
                <a:lnTo>
                  <a:pt x="5743274" y="35262"/>
                </a:lnTo>
                <a:lnTo>
                  <a:pt x="5742263" y="35573"/>
                </a:lnTo>
                <a:lnTo>
                  <a:pt x="5741227" y="35925"/>
                </a:lnTo>
                <a:lnTo>
                  <a:pt x="5740170" y="36323"/>
                </a:lnTo>
                <a:lnTo>
                  <a:pt x="5739095" y="36768"/>
                </a:lnTo>
                <a:lnTo>
                  <a:pt x="5738005" y="37264"/>
                </a:lnTo>
                <a:lnTo>
                  <a:pt x="5736904" y="37812"/>
                </a:lnTo>
                <a:lnTo>
                  <a:pt x="5735796" y="38416"/>
                </a:lnTo>
                <a:lnTo>
                  <a:pt x="5734683" y="39078"/>
                </a:lnTo>
                <a:lnTo>
                  <a:pt x="5733569" y="39801"/>
                </a:lnTo>
                <a:lnTo>
                  <a:pt x="5732458" y="40588"/>
                </a:lnTo>
                <a:lnTo>
                  <a:pt x="5732054" y="40319"/>
                </a:lnTo>
                <a:lnTo>
                  <a:pt x="5731612" y="40036"/>
                </a:lnTo>
                <a:lnTo>
                  <a:pt x="5731133" y="39741"/>
                </a:lnTo>
                <a:lnTo>
                  <a:pt x="5730618" y="39436"/>
                </a:lnTo>
                <a:lnTo>
                  <a:pt x="5730068" y="39124"/>
                </a:lnTo>
                <a:lnTo>
                  <a:pt x="5729483" y="38807"/>
                </a:lnTo>
                <a:lnTo>
                  <a:pt x="5728864" y="38487"/>
                </a:lnTo>
                <a:lnTo>
                  <a:pt x="5728211" y="38167"/>
                </a:lnTo>
                <a:lnTo>
                  <a:pt x="5727525" y="37849"/>
                </a:lnTo>
                <a:lnTo>
                  <a:pt x="5726807" y="37534"/>
                </a:lnTo>
                <a:lnTo>
                  <a:pt x="5726058" y="37226"/>
                </a:lnTo>
                <a:lnTo>
                  <a:pt x="5725278" y="36927"/>
                </a:lnTo>
                <a:lnTo>
                  <a:pt x="5724468" y="36638"/>
                </a:lnTo>
                <a:lnTo>
                  <a:pt x="5723628" y="36363"/>
                </a:lnTo>
                <a:lnTo>
                  <a:pt x="5722759" y="36103"/>
                </a:lnTo>
                <a:lnTo>
                  <a:pt x="5721863" y="35861"/>
                </a:lnTo>
                <a:lnTo>
                  <a:pt x="5720939" y="35638"/>
                </a:lnTo>
                <a:lnTo>
                  <a:pt x="5719988" y="35438"/>
                </a:lnTo>
                <a:lnTo>
                  <a:pt x="5719011" y="35263"/>
                </a:lnTo>
                <a:lnTo>
                  <a:pt x="5718008" y="35114"/>
                </a:lnTo>
                <a:lnTo>
                  <a:pt x="5716981" y="34995"/>
                </a:lnTo>
                <a:lnTo>
                  <a:pt x="5715930" y="34906"/>
                </a:lnTo>
                <a:lnTo>
                  <a:pt x="5714855" y="34852"/>
                </a:lnTo>
                <a:lnTo>
                  <a:pt x="5713757" y="34833"/>
                </a:lnTo>
                <a:lnTo>
                  <a:pt x="5711516" y="34907"/>
                </a:lnTo>
                <a:lnTo>
                  <a:pt x="5709325" y="35127"/>
                </a:lnTo>
                <a:lnTo>
                  <a:pt x="5707188" y="35487"/>
                </a:lnTo>
                <a:lnTo>
                  <a:pt x="5705109" y="35980"/>
                </a:lnTo>
                <a:lnTo>
                  <a:pt x="5703093" y="36603"/>
                </a:lnTo>
                <a:lnTo>
                  <a:pt x="5701142" y="37349"/>
                </a:lnTo>
                <a:lnTo>
                  <a:pt x="5699262" y="38213"/>
                </a:lnTo>
                <a:lnTo>
                  <a:pt x="5697457" y="39190"/>
                </a:lnTo>
                <a:lnTo>
                  <a:pt x="5695729" y="40273"/>
                </a:lnTo>
                <a:lnTo>
                  <a:pt x="5694084" y="41459"/>
                </a:lnTo>
                <a:lnTo>
                  <a:pt x="5692526" y="42740"/>
                </a:lnTo>
                <a:lnTo>
                  <a:pt x="5691057" y="44113"/>
                </a:lnTo>
                <a:lnTo>
                  <a:pt x="5689683" y="45571"/>
                </a:lnTo>
                <a:lnTo>
                  <a:pt x="5688408" y="47108"/>
                </a:lnTo>
                <a:lnTo>
                  <a:pt x="5687235" y="48720"/>
                </a:lnTo>
                <a:lnTo>
                  <a:pt x="5686168" y="50402"/>
                </a:lnTo>
                <a:lnTo>
                  <a:pt x="5685212" y="52146"/>
                </a:lnTo>
                <a:lnTo>
                  <a:pt x="5684370" y="53949"/>
                </a:lnTo>
                <a:lnTo>
                  <a:pt x="5683647" y="55805"/>
                </a:lnTo>
                <a:lnTo>
                  <a:pt x="5683046" y="57708"/>
                </a:lnTo>
                <a:lnTo>
                  <a:pt x="5682572" y="59652"/>
                </a:lnTo>
                <a:lnTo>
                  <a:pt x="5682228" y="61633"/>
                </a:lnTo>
                <a:lnTo>
                  <a:pt x="5682019" y="63645"/>
                </a:lnTo>
                <a:lnTo>
                  <a:pt x="5681948" y="65683"/>
                </a:lnTo>
                <a:lnTo>
                  <a:pt x="5681965" y="66709"/>
                </a:lnTo>
                <a:lnTo>
                  <a:pt x="5682014" y="67715"/>
                </a:lnTo>
                <a:lnTo>
                  <a:pt x="5682095" y="68700"/>
                </a:lnTo>
                <a:lnTo>
                  <a:pt x="5682204" y="69664"/>
                </a:lnTo>
                <a:lnTo>
                  <a:pt x="5682342" y="70606"/>
                </a:lnTo>
                <a:lnTo>
                  <a:pt x="5682505" y="71527"/>
                </a:lnTo>
                <a:lnTo>
                  <a:pt x="5682694" y="72426"/>
                </a:lnTo>
                <a:lnTo>
                  <a:pt x="5682905" y="73302"/>
                </a:lnTo>
                <a:lnTo>
                  <a:pt x="5683137" y="74156"/>
                </a:lnTo>
                <a:lnTo>
                  <a:pt x="5683390" y="74986"/>
                </a:lnTo>
                <a:lnTo>
                  <a:pt x="5683661" y="75793"/>
                </a:lnTo>
                <a:lnTo>
                  <a:pt x="5683948" y="76576"/>
                </a:lnTo>
                <a:lnTo>
                  <a:pt x="5684251" y="77336"/>
                </a:lnTo>
                <a:lnTo>
                  <a:pt x="5684566" y="78070"/>
                </a:lnTo>
                <a:lnTo>
                  <a:pt x="5684894" y="78780"/>
                </a:lnTo>
                <a:lnTo>
                  <a:pt x="5685232" y="79465"/>
                </a:lnTo>
                <a:lnTo>
                  <a:pt x="5685579" y="80124"/>
                </a:lnTo>
                <a:lnTo>
                  <a:pt x="5685933" y="80758"/>
                </a:lnTo>
                <a:lnTo>
                  <a:pt x="5686293" y="81366"/>
                </a:lnTo>
                <a:lnTo>
                  <a:pt x="5686656" y="81947"/>
                </a:lnTo>
                <a:lnTo>
                  <a:pt x="5687022" y="82501"/>
                </a:lnTo>
                <a:lnTo>
                  <a:pt x="5687388" y="83028"/>
                </a:lnTo>
                <a:lnTo>
                  <a:pt x="5687754" y="83528"/>
                </a:lnTo>
                <a:lnTo>
                  <a:pt x="5688117" y="83999"/>
                </a:lnTo>
                <a:lnTo>
                  <a:pt x="5687854" y="84380"/>
                </a:lnTo>
                <a:lnTo>
                  <a:pt x="5687596" y="84774"/>
                </a:lnTo>
                <a:lnTo>
                  <a:pt x="5687342" y="85181"/>
                </a:lnTo>
                <a:lnTo>
                  <a:pt x="5687095" y="85602"/>
                </a:lnTo>
                <a:lnTo>
                  <a:pt x="5686854" y="86036"/>
                </a:lnTo>
                <a:lnTo>
                  <a:pt x="5686620" y="86484"/>
                </a:lnTo>
                <a:lnTo>
                  <a:pt x="5686393" y="86945"/>
                </a:lnTo>
                <a:lnTo>
                  <a:pt x="5686174" y="87420"/>
                </a:lnTo>
                <a:lnTo>
                  <a:pt x="5685965" y="87910"/>
                </a:lnTo>
                <a:lnTo>
                  <a:pt x="5685764" y="88413"/>
                </a:lnTo>
                <a:lnTo>
                  <a:pt x="5685573" y="88931"/>
                </a:lnTo>
                <a:lnTo>
                  <a:pt x="5685393" y="89463"/>
                </a:lnTo>
                <a:lnTo>
                  <a:pt x="5685224" y="90009"/>
                </a:lnTo>
                <a:lnTo>
                  <a:pt x="5685067" y="90571"/>
                </a:lnTo>
                <a:lnTo>
                  <a:pt x="5684921" y="91147"/>
                </a:lnTo>
                <a:lnTo>
                  <a:pt x="5684789" y="91737"/>
                </a:lnTo>
                <a:lnTo>
                  <a:pt x="5684670" y="92343"/>
                </a:lnTo>
                <a:lnTo>
                  <a:pt x="5684565" y="92965"/>
                </a:lnTo>
                <a:lnTo>
                  <a:pt x="5684474" y="93601"/>
                </a:lnTo>
                <a:lnTo>
                  <a:pt x="5684399" y="94253"/>
                </a:lnTo>
                <a:lnTo>
                  <a:pt x="5684339" y="94921"/>
                </a:lnTo>
                <a:lnTo>
                  <a:pt x="5684296" y="95604"/>
                </a:lnTo>
                <a:lnTo>
                  <a:pt x="5684269" y="96303"/>
                </a:lnTo>
                <a:lnTo>
                  <a:pt x="5684260" y="97018"/>
                </a:lnTo>
                <a:lnTo>
                  <a:pt x="5684274" y="97851"/>
                </a:lnTo>
                <a:lnTo>
                  <a:pt x="5684314" y="98664"/>
                </a:lnTo>
                <a:lnTo>
                  <a:pt x="5684380" y="99457"/>
                </a:lnTo>
                <a:lnTo>
                  <a:pt x="5684468" y="100229"/>
                </a:lnTo>
                <a:lnTo>
                  <a:pt x="5684579" y="100980"/>
                </a:lnTo>
                <a:lnTo>
                  <a:pt x="5684709" y="101709"/>
                </a:lnTo>
                <a:lnTo>
                  <a:pt x="5684859" y="102417"/>
                </a:lnTo>
                <a:lnTo>
                  <a:pt x="5685025" y="103103"/>
                </a:lnTo>
                <a:lnTo>
                  <a:pt x="5685206" y="103767"/>
                </a:lnTo>
                <a:lnTo>
                  <a:pt x="5685402" y="104408"/>
                </a:lnTo>
                <a:lnTo>
                  <a:pt x="5685609" y="105027"/>
                </a:lnTo>
                <a:lnTo>
                  <a:pt x="5685828" y="105623"/>
                </a:lnTo>
                <a:lnTo>
                  <a:pt x="5686055" y="106196"/>
                </a:lnTo>
                <a:lnTo>
                  <a:pt x="5686290" y="106746"/>
                </a:lnTo>
                <a:lnTo>
                  <a:pt x="5686530" y="107271"/>
                </a:lnTo>
                <a:lnTo>
                  <a:pt x="5686775" y="107774"/>
                </a:lnTo>
                <a:lnTo>
                  <a:pt x="5687022" y="108252"/>
                </a:lnTo>
                <a:lnTo>
                  <a:pt x="5687271" y="108705"/>
                </a:lnTo>
                <a:lnTo>
                  <a:pt x="5687519" y="109134"/>
                </a:lnTo>
                <a:lnTo>
                  <a:pt x="5687765" y="109538"/>
                </a:lnTo>
                <a:lnTo>
                  <a:pt x="5688008" y="109917"/>
                </a:lnTo>
                <a:lnTo>
                  <a:pt x="5688245" y="110271"/>
                </a:lnTo>
                <a:lnTo>
                  <a:pt x="5688475" y="110599"/>
                </a:lnTo>
                <a:lnTo>
                  <a:pt x="5688696" y="110901"/>
                </a:lnTo>
                <a:lnTo>
                  <a:pt x="5686986" y="112006"/>
                </a:lnTo>
                <a:lnTo>
                  <a:pt x="5685419" y="113151"/>
                </a:lnTo>
                <a:lnTo>
                  <a:pt x="5683987" y="114329"/>
                </a:lnTo>
                <a:lnTo>
                  <a:pt x="5682686" y="115533"/>
                </a:lnTo>
                <a:lnTo>
                  <a:pt x="5681508" y="116757"/>
                </a:lnTo>
                <a:lnTo>
                  <a:pt x="5680448" y="117993"/>
                </a:lnTo>
                <a:lnTo>
                  <a:pt x="5679500" y="119235"/>
                </a:lnTo>
                <a:lnTo>
                  <a:pt x="5678656" y="120477"/>
                </a:lnTo>
                <a:lnTo>
                  <a:pt x="5677912" y="121712"/>
                </a:lnTo>
                <a:lnTo>
                  <a:pt x="5677261" y="122932"/>
                </a:lnTo>
                <a:lnTo>
                  <a:pt x="5676696" y="124132"/>
                </a:lnTo>
                <a:lnTo>
                  <a:pt x="5676212" y="125304"/>
                </a:lnTo>
                <a:lnTo>
                  <a:pt x="5675803" y="126443"/>
                </a:lnTo>
                <a:lnTo>
                  <a:pt x="5675461" y="127540"/>
                </a:lnTo>
                <a:lnTo>
                  <a:pt x="5675181" y="128590"/>
                </a:lnTo>
                <a:lnTo>
                  <a:pt x="5674957" y="129586"/>
                </a:lnTo>
                <a:lnTo>
                  <a:pt x="5674783" y="130521"/>
                </a:lnTo>
                <a:lnTo>
                  <a:pt x="5674652" y="131389"/>
                </a:lnTo>
                <a:lnTo>
                  <a:pt x="5674558" y="132182"/>
                </a:lnTo>
                <a:lnTo>
                  <a:pt x="5674495" y="132894"/>
                </a:lnTo>
                <a:lnTo>
                  <a:pt x="5674457" y="133518"/>
                </a:lnTo>
                <a:lnTo>
                  <a:pt x="5674437" y="134048"/>
                </a:lnTo>
                <a:lnTo>
                  <a:pt x="5674430" y="134477"/>
                </a:lnTo>
                <a:lnTo>
                  <a:pt x="5674429" y="134799"/>
                </a:lnTo>
                <a:lnTo>
                  <a:pt x="5674533" y="136846"/>
                </a:lnTo>
                <a:lnTo>
                  <a:pt x="5674841" y="138839"/>
                </a:lnTo>
                <a:lnTo>
                  <a:pt x="5675347" y="140777"/>
                </a:lnTo>
                <a:lnTo>
                  <a:pt x="5676043" y="142655"/>
                </a:lnTo>
                <a:lnTo>
                  <a:pt x="5676922" y="144471"/>
                </a:lnTo>
                <a:lnTo>
                  <a:pt x="5677977" y="146222"/>
                </a:lnTo>
                <a:lnTo>
                  <a:pt x="5679203" y="147905"/>
                </a:lnTo>
                <a:lnTo>
                  <a:pt x="5680591" y="149516"/>
                </a:lnTo>
                <a:lnTo>
                  <a:pt x="5682135" y="151053"/>
                </a:lnTo>
                <a:lnTo>
                  <a:pt x="5683828" y="152513"/>
                </a:lnTo>
                <a:lnTo>
                  <a:pt x="5685664" y="153892"/>
                </a:lnTo>
                <a:lnTo>
                  <a:pt x="5687635" y="155188"/>
                </a:lnTo>
                <a:lnTo>
                  <a:pt x="5689734" y="156398"/>
                </a:lnTo>
                <a:lnTo>
                  <a:pt x="5691955" y="157518"/>
                </a:lnTo>
                <a:lnTo>
                  <a:pt x="5694291" y="158546"/>
                </a:lnTo>
                <a:lnTo>
                  <a:pt x="5696735" y="159478"/>
                </a:lnTo>
                <a:lnTo>
                  <a:pt x="5699280" y="160312"/>
                </a:lnTo>
                <a:lnTo>
                  <a:pt x="5701920" y="161045"/>
                </a:lnTo>
                <a:lnTo>
                  <a:pt x="5704646" y="161673"/>
                </a:lnTo>
                <a:lnTo>
                  <a:pt x="5707453" y="162194"/>
                </a:lnTo>
                <a:lnTo>
                  <a:pt x="5710334" y="162604"/>
                </a:lnTo>
                <a:lnTo>
                  <a:pt x="5713282" y="162901"/>
                </a:lnTo>
                <a:lnTo>
                  <a:pt x="5716289" y="163081"/>
                </a:lnTo>
                <a:lnTo>
                  <a:pt x="5719350" y="163142"/>
                </a:lnTo>
                <a:lnTo>
                  <a:pt x="5722410" y="163080"/>
                </a:lnTo>
                <a:lnTo>
                  <a:pt x="5725418" y="162897"/>
                </a:lnTo>
                <a:lnTo>
                  <a:pt x="5728365" y="162596"/>
                </a:lnTo>
                <a:lnTo>
                  <a:pt x="5731246" y="162180"/>
                </a:lnTo>
                <a:lnTo>
                  <a:pt x="5734053" y="161653"/>
                </a:lnTo>
                <a:lnTo>
                  <a:pt x="5736780" y="161017"/>
                </a:lnTo>
                <a:lnTo>
                  <a:pt x="5739419" y="160277"/>
                </a:lnTo>
                <a:lnTo>
                  <a:pt x="5741964" y="159435"/>
                </a:lnTo>
                <a:lnTo>
                  <a:pt x="5744408" y="158494"/>
                </a:lnTo>
                <a:lnTo>
                  <a:pt x="5746744" y="157459"/>
                </a:lnTo>
                <a:lnTo>
                  <a:pt x="5748965" y="156331"/>
                </a:lnTo>
                <a:lnTo>
                  <a:pt x="5751065" y="155115"/>
                </a:lnTo>
                <a:lnTo>
                  <a:pt x="5753036" y="153814"/>
                </a:lnTo>
                <a:lnTo>
                  <a:pt x="5754871" y="152430"/>
                </a:lnTo>
                <a:lnTo>
                  <a:pt x="5756564" y="150968"/>
                </a:lnTo>
                <a:lnTo>
                  <a:pt x="5758109" y="149430"/>
                </a:lnTo>
                <a:lnTo>
                  <a:pt x="5759497" y="147820"/>
                </a:lnTo>
                <a:lnTo>
                  <a:pt x="5760722" y="146140"/>
                </a:lnTo>
                <a:lnTo>
                  <a:pt x="5761778" y="144395"/>
                </a:lnTo>
                <a:lnTo>
                  <a:pt x="5762657" y="142588"/>
                </a:lnTo>
                <a:lnTo>
                  <a:pt x="5763353" y="140721"/>
                </a:lnTo>
                <a:lnTo>
                  <a:pt x="5763858" y="138799"/>
                </a:lnTo>
                <a:lnTo>
                  <a:pt x="5764166" y="136823"/>
                </a:lnTo>
                <a:lnTo>
                  <a:pt x="5764271" y="134799"/>
                </a:lnTo>
                <a:lnTo>
                  <a:pt x="5764252" y="133898"/>
                </a:lnTo>
                <a:lnTo>
                  <a:pt x="5764197" y="132974"/>
                </a:lnTo>
                <a:lnTo>
                  <a:pt x="5764102" y="132029"/>
                </a:lnTo>
                <a:lnTo>
                  <a:pt x="5763968" y="131067"/>
                </a:lnTo>
                <a:lnTo>
                  <a:pt x="5763792" y="130091"/>
                </a:lnTo>
                <a:lnTo>
                  <a:pt x="5763575" y="129103"/>
                </a:lnTo>
                <a:lnTo>
                  <a:pt x="5763313" y="128108"/>
                </a:lnTo>
                <a:lnTo>
                  <a:pt x="5763007" y="127107"/>
                </a:lnTo>
                <a:lnTo>
                  <a:pt x="5762654" y="126103"/>
                </a:lnTo>
                <a:lnTo>
                  <a:pt x="5762254" y="125101"/>
                </a:lnTo>
                <a:lnTo>
                  <a:pt x="5761805" y="124102"/>
                </a:lnTo>
                <a:lnTo>
                  <a:pt x="5761306" y="123110"/>
                </a:lnTo>
                <a:lnTo>
                  <a:pt x="5760756" y="122129"/>
                </a:lnTo>
                <a:lnTo>
                  <a:pt x="5760154" y="121160"/>
                </a:lnTo>
                <a:lnTo>
                  <a:pt x="5759497" y="120207"/>
                </a:lnTo>
                <a:lnTo>
                  <a:pt x="5758786" y="119273"/>
                </a:lnTo>
                <a:lnTo>
                  <a:pt x="5758019" y="118360"/>
                </a:lnTo>
                <a:lnTo>
                  <a:pt x="5757194" y="117473"/>
                </a:lnTo>
                <a:lnTo>
                  <a:pt x="5756311" y="116614"/>
                </a:lnTo>
                <a:lnTo>
                  <a:pt x="5755367" y="115786"/>
                </a:lnTo>
                <a:lnTo>
                  <a:pt x="5754362" y="114993"/>
                </a:lnTo>
                <a:lnTo>
                  <a:pt x="5753295" y="114236"/>
                </a:lnTo>
                <a:lnTo>
                  <a:pt x="5752164" y="113519"/>
                </a:lnTo>
                <a:lnTo>
                  <a:pt x="5750968" y="112846"/>
                </a:lnTo>
                <a:lnTo>
                  <a:pt x="5750625" y="112663"/>
                </a:lnTo>
                <a:lnTo>
                  <a:pt x="5750223" y="112453"/>
                </a:lnTo>
                <a:lnTo>
                  <a:pt x="5749759" y="112219"/>
                </a:lnTo>
                <a:lnTo>
                  <a:pt x="5749232" y="111964"/>
                </a:lnTo>
                <a:lnTo>
                  <a:pt x="5748640" y="111691"/>
                </a:lnTo>
                <a:lnTo>
                  <a:pt x="5747982" y="111404"/>
                </a:lnTo>
                <a:lnTo>
                  <a:pt x="5747257" y="111105"/>
                </a:lnTo>
                <a:lnTo>
                  <a:pt x="5746462" y="110797"/>
                </a:lnTo>
                <a:lnTo>
                  <a:pt x="5745596" y="110485"/>
                </a:lnTo>
                <a:lnTo>
                  <a:pt x="5744658" y="110170"/>
                </a:lnTo>
                <a:lnTo>
                  <a:pt x="5743645" y="109856"/>
                </a:lnTo>
                <a:lnTo>
                  <a:pt x="5742557" y="109545"/>
                </a:lnTo>
                <a:lnTo>
                  <a:pt x="5741391" y="109242"/>
                </a:lnTo>
                <a:lnTo>
                  <a:pt x="5740147" y="108949"/>
                </a:lnTo>
                <a:lnTo>
                  <a:pt x="5738821" y="108669"/>
                </a:lnTo>
                <a:lnTo>
                  <a:pt x="5737414" y="108406"/>
                </a:lnTo>
                <a:lnTo>
                  <a:pt x="5735924" y="108161"/>
                </a:lnTo>
                <a:lnTo>
                  <a:pt x="5734348" y="107940"/>
                </a:lnTo>
                <a:lnTo>
                  <a:pt x="5732685" y="107744"/>
                </a:lnTo>
                <a:lnTo>
                  <a:pt x="5730933" y="107576"/>
                </a:lnTo>
                <a:lnTo>
                  <a:pt x="5729092" y="107441"/>
                </a:lnTo>
                <a:lnTo>
                  <a:pt x="5727159" y="107340"/>
                </a:lnTo>
                <a:lnTo>
                  <a:pt x="5725133" y="107277"/>
                </a:lnTo>
                <a:lnTo>
                  <a:pt x="5723012" y="107256"/>
                </a:lnTo>
                <a:lnTo>
                  <a:pt x="5709518" y="107256"/>
                </a:lnTo>
                <a:lnTo>
                  <a:pt x="5709320" y="107256"/>
                </a:lnTo>
                <a:lnTo>
                  <a:pt x="5709113" y="107256"/>
                </a:lnTo>
                <a:lnTo>
                  <a:pt x="5708898" y="107255"/>
                </a:lnTo>
                <a:lnTo>
                  <a:pt x="5708675" y="107254"/>
                </a:lnTo>
                <a:lnTo>
                  <a:pt x="5708445" y="107252"/>
                </a:lnTo>
                <a:lnTo>
                  <a:pt x="5708210" y="107250"/>
                </a:lnTo>
                <a:lnTo>
                  <a:pt x="5707969" y="107246"/>
                </a:lnTo>
                <a:lnTo>
                  <a:pt x="5707725" y="107242"/>
                </a:lnTo>
                <a:lnTo>
                  <a:pt x="5707477" y="107235"/>
                </a:lnTo>
                <a:lnTo>
                  <a:pt x="5707226" y="107228"/>
                </a:lnTo>
                <a:lnTo>
                  <a:pt x="5706974" y="107219"/>
                </a:lnTo>
                <a:lnTo>
                  <a:pt x="5706721" y="107208"/>
                </a:lnTo>
                <a:lnTo>
                  <a:pt x="5706468" y="107195"/>
                </a:lnTo>
                <a:lnTo>
                  <a:pt x="5706216" y="107179"/>
                </a:lnTo>
                <a:lnTo>
                  <a:pt x="5705966" y="107162"/>
                </a:lnTo>
                <a:lnTo>
                  <a:pt x="5705718" y="107142"/>
                </a:lnTo>
                <a:lnTo>
                  <a:pt x="5705473" y="107119"/>
                </a:lnTo>
                <a:lnTo>
                  <a:pt x="5705233" y="107093"/>
                </a:lnTo>
                <a:lnTo>
                  <a:pt x="5704998" y="107065"/>
                </a:lnTo>
                <a:lnTo>
                  <a:pt x="5704768" y="107033"/>
                </a:lnTo>
                <a:lnTo>
                  <a:pt x="5704546" y="106998"/>
                </a:lnTo>
                <a:lnTo>
                  <a:pt x="5704330" y="106959"/>
                </a:lnTo>
                <a:lnTo>
                  <a:pt x="5704124" y="106917"/>
                </a:lnTo>
                <a:lnTo>
                  <a:pt x="5703926" y="106870"/>
                </a:lnTo>
                <a:lnTo>
                  <a:pt x="5703573" y="106870"/>
                </a:lnTo>
                <a:lnTo>
                  <a:pt x="5703238" y="106869"/>
                </a:lnTo>
                <a:lnTo>
                  <a:pt x="5702917" y="106865"/>
                </a:lnTo>
                <a:lnTo>
                  <a:pt x="5702611" y="106858"/>
                </a:lnTo>
                <a:lnTo>
                  <a:pt x="5702319" y="106846"/>
                </a:lnTo>
                <a:lnTo>
                  <a:pt x="5702037" y="106828"/>
                </a:lnTo>
                <a:lnTo>
                  <a:pt x="5701767" y="106803"/>
                </a:lnTo>
                <a:lnTo>
                  <a:pt x="5701506" y="106770"/>
                </a:lnTo>
                <a:lnTo>
                  <a:pt x="5701252" y="106728"/>
                </a:lnTo>
                <a:lnTo>
                  <a:pt x="5701006" y="106675"/>
                </a:lnTo>
                <a:lnTo>
                  <a:pt x="5700765" y="106610"/>
                </a:lnTo>
                <a:lnTo>
                  <a:pt x="5700528" y="106533"/>
                </a:lnTo>
                <a:lnTo>
                  <a:pt x="5700295" y="106441"/>
                </a:lnTo>
                <a:lnTo>
                  <a:pt x="5700063" y="106334"/>
                </a:lnTo>
                <a:lnTo>
                  <a:pt x="5699831" y="106211"/>
                </a:lnTo>
                <a:lnTo>
                  <a:pt x="5699599" y="106070"/>
                </a:lnTo>
                <a:lnTo>
                  <a:pt x="5699365" y="105911"/>
                </a:lnTo>
                <a:lnTo>
                  <a:pt x="5699127" y="105731"/>
                </a:lnTo>
                <a:lnTo>
                  <a:pt x="5698885" y="105530"/>
                </a:lnTo>
                <a:lnTo>
                  <a:pt x="5698637" y="105307"/>
                </a:lnTo>
                <a:lnTo>
                  <a:pt x="5698383" y="105061"/>
                </a:lnTo>
                <a:lnTo>
                  <a:pt x="5698119" y="104790"/>
                </a:lnTo>
                <a:lnTo>
                  <a:pt x="5697847" y="104493"/>
                </a:lnTo>
                <a:lnTo>
                  <a:pt x="5697563" y="104170"/>
                </a:lnTo>
                <a:lnTo>
                  <a:pt x="5697308" y="103828"/>
                </a:lnTo>
                <a:lnTo>
                  <a:pt x="5697072" y="103472"/>
                </a:lnTo>
                <a:lnTo>
                  <a:pt x="5696855" y="103105"/>
                </a:lnTo>
                <a:lnTo>
                  <a:pt x="5696655" y="102729"/>
                </a:lnTo>
                <a:lnTo>
                  <a:pt x="5696473" y="102347"/>
                </a:lnTo>
                <a:lnTo>
                  <a:pt x="5696307" y="101961"/>
                </a:lnTo>
                <a:lnTo>
                  <a:pt x="5696156" y="101574"/>
                </a:lnTo>
                <a:lnTo>
                  <a:pt x="5696021" y="101188"/>
                </a:lnTo>
                <a:lnTo>
                  <a:pt x="5695899" y="100806"/>
                </a:lnTo>
                <a:lnTo>
                  <a:pt x="5695791" y="100430"/>
                </a:lnTo>
                <a:lnTo>
                  <a:pt x="5695695" y="100064"/>
                </a:lnTo>
                <a:lnTo>
                  <a:pt x="5695611" y="99709"/>
                </a:lnTo>
                <a:lnTo>
                  <a:pt x="5695539" y="99367"/>
                </a:lnTo>
                <a:lnTo>
                  <a:pt x="5695476" y="99042"/>
                </a:lnTo>
                <a:lnTo>
                  <a:pt x="5695423" y="98736"/>
                </a:lnTo>
                <a:lnTo>
                  <a:pt x="5695379" y="98452"/>
                </a:lnTo>
                <a:lnTo>
                  <a:pt x="5695343" y="98192"/>
                </a:lnTo>
                <a:lnTo>
                  <a:pt x="5695314" y="97958"/>
                </a:lnTo>
                <a:lnTo>
                  <a:pt x="5695291" y="97753"/>
                </a:lnTo>
                <a:lnTo>
                  <a:pt x="5695275" y="97580"/>
                </a:lnTo>
                <a:lnTo>
                  <a:pt x="5695263" y="97441"/>
                </a:lnTo>
                <a:lnTo>
                  <a:pt x="5695256" y="97338"/>
                </a:lnTo>
                <a:lnTo>
                  <a:pt x="5695252" y="97275"/>
                </a:lnTo>
                <a:lnTo>
                  <a:pt x="5695251" y="97253"/>
                </a:lnTo>
                <a:lnTo>
                  <a:pt x="5695253" y="97147"/>
                </a:lnTo>
                <a:lnTo>
                  <a:pt x="5695259" y="97022"/>
                </a:lnTo>
                <a:lnTo>
                  <a:pt x="5695269" y="96879"/>
                </a:lnTo>
                <a:lnTo>
                  <a:pt x="5695283" y="96720"/>
                </a:lnTo>
                <a:lnTo>
                  <a:pt x="5695301" y="96545"/>
                </a:lnTo>
                <a:lnTo>
                  <a:pt x="5695323" y="96356"/>
                </a:lnTo>
                <a:lnTo>
                  <a:pt x="5695349" y="96154"/>
                </a:lnTo>
                <a:lnTo>
                  <a:pt x="5695379" y="95940"/>
                </a:lnTo>
                <a:lnTo>
                  <a:pt x="5695413" y="95715"/>
                </a:lnTo>
                <a:lnTo>
                  <a:pt x="5695451" y="95481"/>
                </a:lnTo>
                <a:lnTo>
                  <a:pt x="5695494" y="95238"/>
                </a:lnTo>
                <a:lnTo>
                  <a:pt x="5695540" y="94988"/>
                </a:lnTo>
                <a:lnTo>
                  <a:pt x="5695590" y="94733"/>
                </a:lnTo>
                <a:lnTo>
                  <a:pt x="5695644" y="94472"/>
                </a:lnTo>
                <a:lnTo>
                  <a:pt x="5695702" y="94208"/>
                </a:lnTo>
                <a:lnTo>
                  <a:pt x="5695765" y="93941"/>
                </a:lnTo>
                <a:lnTo>
                  <a:pt x="5695831" y="93672"/>
                </a:lnTo>
                <a:lnTo>
                  <a:pt x="5695901" y="93404"/>
                </a:lnTo>
                <a:lnTo>
                  <a:pt x="5695975" y="93136"/>
                </a:lnTo>
                <a:lnTo>
                  <a:pt x="5696054" y="92871"/>
                </a:lnTo>
                <a:lnTo>
                  <a:pt x="5696136" y="92609"/>
                </a:lnTo>
                <a:lnTo>
                  <a:pt x="5696222" y="92351"/>
                </a:lnTo>
                <a:lnTo>
                  <a:pt x="5696313" y="92100"/>
                </a:lnTo>
                <a:lnTo>
                  <a:pt x="5696407" y="91855"/>
                </a:lnTo>
                <a:lnTo>
                  <a:pt x="5696514" y="91923"/>
                </a:lnTo>
                <a:lnTo>
                  <a:pt x="5696690" y="92030"/>
                </a:lnTo>
                <a:lnTo>
                  <a:pt x="5696931" y="92172"/>
                </a:lnTo>
                <a:lnTo>
                  <a:pt x="5697237" y="92346"/>
                </a:lnTo>
                <a:lnTo>
                  <a:pt x="5697606" y="92546"/>
                </a:lnTo>
                <a:lnTo>
                  <a:pt x="5698034" y="92771"/>
                </a:lnTo>
                <a:lnTo>
                  <a:pt x="5698521" y="93015"/>
                </a:lnTo>
                <a:lnTo>
                  <a:pt x="5699064" y="93276"/>
                </a:lnTo>
                <a:lnTo>
                  <a:pt x="5699661" y="93550"/>
                </a:lnTo>
                <a:lnTo>
                  <a:pt x="5700310" y="93832"/>
                </a:lnTo>
                <a:lnTo>
                  <a:pt x="5701010" y="94120"/>
                </a:lnTo>
                <a:lnTo>
                  <a:pt x="5701757" y="94410"/>
                </a:lnTo>
                <a:lnTo>
                  <a:pt x="5702551" y="94698"/>
                </a:lnTo>
                <a:lnTo>
                  <a:pt x="5703389" y="94980"/>
                </a:lnTo>
                <a:lnTo>
                  <a:pt x="5704269" y="95252"/>
                </a:lnTo>
                <a:lnTo>
                  <a:pt x="5705190" y="95512"/>
                </a:lnTo>
                <a:lnTo>
                  <a:pt x="5706148" y="95755"/>
                </a:lnTo>
                <a:lnTo>
                  <a:pt x="5707143" y="95977"/>
                </a:lnTo>
                <a:lnTo>
                  <a:pt x="5708172" y="96176"/>
                </a:lnTo>
                <a:lnTo>
                  <a:pt x="5709233" y="96346"/>
                </a:lnTo>
                <a:lnTo>
                  <a:pt x="5710324" y="96485"/>
                </a:lnTo>
                <a:lnTo>
                  <a:pt x="5711443" y="96589"/>
                </a:lnTo>
                <a:lnTo>
                  <a:pt x="5712588" y="96654"/>
                </a:lnTo>
                <a:lnTo>
                  <a:pt x="5713757" y="96676"/>
                </a:lnTo>
                <a:lnTo>
                  <a:pt x="5715955" y="96605"/>
                </a:lnTo>
                <a:lnTo>
                  <a:pt x="5718110" y="96393"/>
                </a:lnTo>
                <a:lnTo>
                  <a:pt x="5720217" y="96046"/>
                </a:lnTo>
                <a:lnTo>
                  <a:pt x="5722273" y="95569"/>
                </a:lnTo>
                <a:lnTo>
                  <a:pt x="5724273" y="94965"/>
                </a:lnTo>
                <a:lnTo>
                  <a:pt x="5726212" y="94239"/>
                </a:lnTo>
                <a:lnTo>
                  <a:pt x="5728085" y="93396"/>
                </a:lnTo>
                <a:lnTo>
                  <a:pt x="5729889" y="92441"/>
                </a:lnTo>
                <a:lnTo>
                  <a:pt x="5731618" y="91379"/>
                </a:lnTo>
                <a:lnTo>
                  <a:pt x="5733269" y="90213"/>
                </a:lnTo>
                <a:lnTo>
                  <a:pt x="5734836" y="88948"/>
                </a:lnTo>
                <a:lnTo>
                  <a:pt x="5736316" y="87590"/>
                </a:lnTo>
                <a:lnTo>
                  <a:pt x="5737703" y="86142"/>
                </a:lnTo>
                <a:lnTo>
                  <a:pt x="5738993" y="84609"/>
                </a:lnTo>
                <a:lnTo>
                  <a:pt x="5740181" y="82996"/>
                </a:lnTo>
                <a:lnTo>
                  <a:pt x="5741264" y="81308"/>
                </a:lnTo>
                <a:lnTo>
                  <a:pt x="5742236" y="79549"/>
                </a:lnTo>
                <a:lnTo>
                  <a:pt x="5743094" y="77723"/>
                </a:lnTo>
                <a:lnTo>
                  <a:pt x="5743831" y="75835"/>
                </a:lnTo>
                <a:lnTo>
                  <a:pt x="5744445" y="73891"/>
                </a:lnTo>
                <a:lnTo>
                  <a:pt x="5744930" y="71894"/>
                </a:lnTo>
                <a:lnTo>
                  <a:pt x="5745283" y="69848"/>
                </a:lnTo>
                <a:lnTo>
                  <a:pt x="5745497" y="67760"/>
                </a:lnTo>
                <a:lnTo>
                  <a:pt x="5745570" y="65633"/>
                </a:lnTo>
                <a:lnTo>
                  <a:pt x="5745561" y="64912"/>
                </a:lnTo>
                <a:lnTo>
                  <a:pt x="5745534" y="64194"/>
                </a:lnTo>
                <a:lnTo>
                  <a:pt x="5745489" y="63478"/>
                </a:lnTo>
                <a:lnTo>
                  <a:pt x="5745426" y="62763"/>
                </a:lnTo>
                <a:lnTo>
                  <a:pt x="5745346" y="62051"/>
                </a:lnTo>
                <a:lnTo>
                  <a:pt x="5745247" y="61340"/>
                </a:lnTo>
                <a:lnTo>
                  <a:pt x="5745132" y="60631"/>
                </a:lnTo>
                <a:lnTo>
                  <a:pt x="5744998" y="59924"/>
                </a:lnTo>
                <a:lnTo>
                  <a:pt x="5744848" y="59220"/>
                </a:lnTo>
                <a:lnTo>
                  <a:pt x="5744680" y="58517"/>
                </a:lnTo>
                <a:lnTo>
                  <a:pt x="5744495" y="57815"/>
                </a:lnTo>
                <a:lnTo>
                  <a:pt x="5744292" y="57116"/>
                </a:lnTo>
                <a:lnTo>
                  <a:pt x="5744073" y="56419"/>
                </a:lnTo>
                <a:lnTo>
                  <a:pt x="5743836" y="55724"/>
                </a:lnTo>
                <a:lnTo>
                  <a:pt x="5743583" y="55031"/>
                </a:lnTo>
                <a:lnTo>
                  <a:pt x="5743313" y="54339"/>
                </a:lnTo>
                <a:lnTo>
                  <a:pt x="5743026" y="53650"/>
                </a:lnTo>
                <a:lnTo>
                  <a:pt x="5742723" y="52962"/>
                </a:lnTo>
                <a:lnTo>
                  <a:pt x="5742403" y="52277"/>
                </a:lnTo>
                <a:lnTo>
                  <a:pt x="5742066" y="51593"/>
                </a:lnTo>
                <a:lnTo>
                  <a:pt x="5741713" y="50911"/>
                </a:lnTo>
                <a:lnTo>
                  <a:pt x="5741344" y="50232"/>
                </a:lnTo>
                <a:lnTo>
                  <a:pt x="5740959" y="49554"/>
                </a:lnTo>
                <a:lnTo>
                  <a:pt x="5740557" y="48878"/>
                </a:lnTo>
                <a:lnTo>
                  <a:pt x="5741066" y="48597"/>
                </a:lnTo>
                <a:lnTo>
                  <a:pt x="5741579" y="48332"/>
                </a:lnTo>
                <a:lnTo>
                  <a:pt x="5742097" y="48081"/>
                </a:lnTo>
                <a:lnTo>
                  <a:pt x="5742617" y="47846"/>
                </a:lnTo>
                <a:lnTo>
                  <a:pt x="5743138" y="47625"/>
                </a:lnTo>
                <a:lnTo>
                  <a:pt x="5743659" y="47418"/>
                </a:lnTo>
                <a:lnTo>
                  <a:pt x="5744180" y="47224"/>
                </a:lnTo>
                <a:lnTo>
                  <a:pt x="5744698" y="47044"/>
                </a:lnTo>
                <a:lnTo>
                  <a:pt x="5745213" y="46876"/>
                </a:lnTo>
                <a:lnTo>
                  <a:pt x="5745723" y="46721"/>
                </a:lnTo>
                <a:lnTo>
                  <a:pt x="5746228" y="46577"/>
                </a:lnTo>
                <a:lnTo>
                  <a:pt x="5746726" y="46445"/>
                </a:lnTo>
                <a:lnTo>
                  <a:pt x="5747216" y="46324"/>
                </a:lnTo>
                <a:lnTo>
                  <a:pt x="5747696" y="46214"/>
                </a:lnTo>
                <a:lnTo>
                  <a:pt x="5748167" y="46113"/>
                </a:lnTo>
                <a:lnTo>
                  <a:pt x="5748625" y="46023"/>
                </a:lnTo>
                <a:lnTo>
                  <a:pt x="5749071" y="45942"/>
                </a:lnTo>
                <a:lnTo>
                  <a:pt x="5749503" y="45870"/>
                </a:lnTo>
                <a:lnTo>
                  <a:pt x="5749920" y="45806"/>
                </a:lnTo>
                <a:lnTo>
                  <a:pt x="5750321" y="45750"/>
                </a:lnTo>
                <a:lnTo>
                  <a:pt x="5750705" y="45702"/>
                </a:lnTo>
                <a:lnTo>
                  <a:pt x="5751069" y="45662"/>
                </a:lnTo>
                <a:lnTo>
                  <a:pt x="5751415" y="45628"/>
                </a:lnTo>
                <a:lnTo>
                  <a:pt x="5751739" y="45601"/>
                </a:lnTo>
                <a:lnTo>
                  <a:pt x="5751900" y="46232"/>
                </a:lnTo>
                <a:lnTo>
                  <a:pt x="5752093" y="46824"/>
                </a:lnTo>
                <a:lnTo>
                  <a:pt x="5752315" y="47377"/>
                </a:lnTo>
                <a:lnTo>
                  <a:pt x="5752563" y="47894"/>
                </a:lnTo>
                <a:lnTo>
                  <a:pt x="5752836" y="48375"/>
                </a:lnTo>
                <a:lnTo>
                  <a:pt x="5753130" y="48822"/>
                </a:lnTo>
                <a:lnTo>
                  <a:pt x="5753444" y="49234"/>
                </a:lnTo>
                <a:lnTo>
                  <a:pt x="5753774" y="49614"/>
                </a:lnTo>
                <a:lnTo>
                  <a:pt x="5754118" y="49963"/>
                </a:lnTo>
                <a:lnTo>
                  <a:pt x="5754473" y="50281"/>
                </a:lnTo>
                <a:lnTo>
                  <a:pt x="5754838" y="50570"/>
                </a:lnTo>
                <a:lnTo>
                  <a:pt x="5755209" y="50831"/>
                </a:lnTo>
                <a:lnTo>
                  <a:pt x="5755584" y="51064"/>
                </a:lnTo>
                <a:lnTo>
                  <a:pt x="5755961" y="51272"/>
                </a:lnTo>
                <a:lnTo>
                  <a:pt x="5756337" y="51454"/>
                </a:lnTo>
                <a:lnTo>
                  <a:pt x="5756709" y="51613"/>
                </a:lnTo>
                <a:lnTo>
                  <a:pt x="5757075" y="51749"/>
                </a:lnTo>
                <a:lnTo>
                  <a:pt x="5757433" y="51864"/>
                </a:lnTo>
                <a:lnTo>
                  <a:pt x="5757779" y="51957"/>
                </a:lnTo>
                <a:lnTo>
                  <a:pt x="5758112" y="52032"/>
                </a:lnTo>
                <a:lnTo>
                  <a:pt x="5758429" y="52087"/>
                </a:lnTo>
                <a:lnTo>
                  <a:pt x="5758727" y="52126"/>
                </a:lnTo>
                <a:lnTo>
                  <a:pt x="5759004" y="52148"/>
                </a:lnTo>
                <a:lnTo>
                  <a:pt x="5759258" y="52155"/>
                </a:lnTo>
                <a:lnTo>
                  <a:pt x="5759673" y="52143"/>
                </a:lnTo>
                <a:lnTo>
                  <a:pt x="5760098" y="52107"/>
                </a:lnTo>
                <a:lnTo>
                  <a:pt x="5760530" y="52045"/>
                </a:lnTo>
                <a:lnTo>
                  <a:pt x="5760967" y="51958"/>
                </a:lnTo>
                <a:lnTo>
                  <a:pt x="5761406" y="51846"/>
                </a:lnTo>
                <a:lnTo>
                  <a:pt x="5761845" y="51707"/>
                </a:lnTo>
                <a:lnTo>
                  <a:pt x="5762282" y="51541"/>
                </a:lnTo>
                <a:lnTo>
                  <a:pt x="5762713" y="51349"/>
                </a:lnTo>
                <a:lnTo>
                  <a:pt x="5763138" y="51129"/>
                </a:lnTo>
                <a:lnTo>
                  <a:pt x="5763552" y="50881"/>
                </a:lnTo>
                <a:lnTo>
                  <a:pt x="5763954" y="50605"/>
                </a:lnTo>
                <a:lnTo>
                  <a:pt x="5764342" y="50301"/>
                </a:lnTo>
                <a:lnTo>
                  <a:pt x="5764712" y="49967"/>
                </a:lnTo>
                <a:lnTo>
                  <a:pt x="5765064" y="49603"/>
                </a:lnTo>
                <a:lnTo>
                  <a:pt x="5765393" y="49210"/>
                </a:lnTo>
                <a:lnTo>
                  <a:pt x="5765697" y="48786"/>
                </a:lnTo>
                <a:lnTo>
                  <a:pt x="5765975" y="48332"/>
                </a:lnTo>
                <a:lnTo>
                  <a:pt x="5766224" y="47846"/>
                </a:lnTo>
                <a:lnTo>
                  <a:pt x="5766441" y="47329"/>
                </a:lnTo>
                <a:lnTo>
                  <a:pt x="5766625" y="46780"/>
                </a:lnTo>
                <a:lnTo>
                  <a:pt x="5766771" y="46198"/>
                </a:lnTo>
                <a:lnTo>
                  <a:pt x="5766879" y="45583"/>
                </a:lnTo>
                <a:lnTo>
                  <a:pt x="5766946" y="44935"/>
                </a:lnTo>
                <a:lnTo>
                  <a:pt x="5766968" y="44253"/>
                </a:lnTo>
                <a:lnTo>
                  <a:pt x="5766949" y="43691"/>
                </a:lnTo>
                <a:lnTo>
                  <a:pt x="5766890" y="43116"/>
                </a:lnTo>
                <a:lnTo>
                  <a:pt x="5766790" y="42532"/>
                </a:lnTo>
                <a:lnTo>
                  <a:pt x="5766649" y="41942"/>
                </a:lnTo>
                <a:lnTo>
                  <a:pt x="5766463" y="41348"/>
                </a:lnTo>
                <a:lnTo>
                  <a:pt x="5766233" y="40755"/>
                </a:lnTo>
                <a:lnTo>
                  <a:pt x="5765957" y="40165"/>
                </a:lnTo>
                <a:close/>
                <a:moveTo>
                  <a:pt x="5731592" y="70900"/>
                </a:moveTo>
                <a:lnTo>
                  <a:pt x="5731225" y="72130"/>
                </a:lnTo>
                <a:lnTo>
                  <a:pt x="5730785" y="73320"/>
                </a:lnTo>
                <a:lnTo>
                  <a:pt x="5730274" y="74468"/>
                </a:lnTo>
                <a:lnTo>
                  <a:pt x="5729696" y="75572"/>
                </a:lnTo>
                <a:lnTo>
                  <a:pt x="5729054" y="76630"/>
                </a:lnTo>
                <a:lnTo>
                  <a:pt x="5728350" y="77637"/>
                </a:lnTo>
                <a:lnTo>
                  <a:pt x="5727589" y="78593"/>
                </a:lnTo>
                <a:lnTo>
                  <a:pt x="5726772" y="79495"/>
                </a:lnTo>
                <a:lnTo>
                  <a:pt x="5725903" y="80339"/>
                </a:lnTo>
                <a:lnTo>
                  <a:pt x="5724984" y="81123"/>
                </a:lnTo>
                <a:lnTo>
                  <a:pt x="5724020" y="81844"/>
                </a:lnTo>
                <a:lnTo>
                  <a:pt x="5723012" y="82501"/>
                </a:lnTo>
                <a:lnTo>
                  <a:pt x="5721964" y="83091"/>
                </a:lnTo>
                <a:lnTo>
                  <a:pt x="5720879" y="83610"/>
                </a:lnTo>
                <a:lnTo>
                  <a:pt x="5719760" y="84056"/>
                </a:lnTo>
                <a:lnTo>
                  <a:pt x="5718610" y="84427"/>
                </a:lnTo>
                <a:lnTo>
                  <a:pt x="5717431" y="84720"/>
                </a:lnTo>
                <a:lnTo>
                  <a:pt x="5716228" y="84932"/>
                </a:lnTo>
                <a:lnTo>
                  <a:pt x="5715002" y="85062"/>
                </a:lnTo>
                <a:lnTo>
                  <a:pt x="5713757" y="85106"/>
                </a:lnTo>
                <a:lnTo>
                  <a:pt x="5712469" y="85059"/>
                </a:lnTo>
                <a:lnTo>
                  <a:pt x="5711206" y="84922"/>
                </a:lnTo>
                <a:lnTo>
                  <a:pt x="5709973" y="84697"/>
                </a:lnTo>
                <a:lnTo>
                  <a:pt x="5708772" y="84388"/>
                </a:lnTo>
                <a:lnTo>
                  <a:pt x="5707604" y="83998"/>
                </a:lnTo>
                <a:lnTo>
                  <a:pt x="5706474" y="83531"/>
                </a:lnTo>
                <a:lnTo>
                  <a:pt x="5705382" y="82991"/>
                </a:lnTo>
                <a:lnTo>
                  <a:pt x="5704332" y="82380"/>
                </a:lnTo>
                <a:lnTo>
                  <a:pt x="5703327" y="81702"/>
                </a:lnTo>
                <a:lnTo>
                  <a:pt x="5702368" y="80961"/>
                </a:lnTo>
                <a:lnTo>
                  <a:pt x="5701458" y="80159"/>
                </a:lnTo>
                <a:lnTo>
                  <a:pt x="5700600" y="79301"/>
                </a:lnTo>
                <a:lnTo>
                  <a:pt x="5699796" y="78390"/>
                </a:lnTo>
                <a:lnTo>
                  <a:pt x="5699049" y="77430"/>
                </a:lnTo>
                <a:lnTo>
                  <a:pt x="5698361" y="76422"/>
                </a:lnTo>
                <a:lnTo>
                  <a:pt x="5697735" y="75372"/>
                </a:lnTo>
                <a:lnTo>
                  <a:pt x="5697173" y="74283"/>
                </a:lnTo>
                <a:lnTo>
                  <a:pt x="5696678" y="73157"/>
                </a:lnTo>
                <a:lnTo>
                  <a:pt x="5696253" y="71999"/>
                </a:lnTo>
                <a:lnTo>
                  <a:pt x="5695899" y="70811"/>
                </a:lnTo>
                <a:lnTo>
                  <a:pt x="5695619" y="69598"/>
                </a:lnTo>
                <a:lnTo>
                  <a:pt x="5695416" y="68363"/>
                </a:lnTo>
                <a:lnTo>
                  <a:pt x="5695293" y="67108"/>
                </a:lnTo>
                <a:lnTo>
                  <a:pt x="5695251" y="65839"/>
                </a:lnTo>
                <a:lnTo>
                  <a:pt x="5695294" y="64482"/>
                </a:lnTo>
                <a:lnTo>
                  <a:pt x="5695423" y="63153"/>
                </a:lnTo>
                <a:lnTo>
                  <a:pt x="5695635" y="61856"/>
                </a:lnTo>
                <a:lnTo>
                  <a:pt x="5695926" y="60593"/>
                </a:lnTo>
                <a:lnTo>
                  <a:pt x="5696293" y="59366"/>
                </a:lnTo>
                <a:lnTo>
                  <a:pt x="5696733" y="58177"/>
                </a:lnTo>
                <a:lnTo>
                  <a:pt x="5697244" y="57031"/>
                </a:lnTo>
                <a:lnTo>
                  <a:pt x="5697822" y="55928"/>
                </a:lnTo>
                <a:lnTo>
                  <a:pt x="5698464" y="54872"/>
                </a:lnTo>
                <a:lnTo>
                  <a:pt x="5699167" y="53865"/>
                </a:lnTo>
                <a:lnTo>
                  <a:pt x="5699929" y="52911"/>
                </a:lnTo>
                <a:lnTo>
                  <a:pt x="5700746" y="52011"/>
                </a:lnTo>
                <a:lnTo>
                  <a:pt x="5701615" y="51167"/>
                </a:lnTo>
                <a:lnTo>
                  <a:pt x="5702533" y="50384"/>
                </a:lnTo>
                <a:lnTo>
                  <a:pt x="5703497" y="49663"/>
                </a:lnTo>
                <a:lnTo>
                  <a:pt x="5704505" y="49007"/>
                </a:lnTo>
                <a:lnTo>
                  <a:pt x="5705553" y="48418"/>
                </a:lnTo>
                <a:lnTo>
                  <a:pt x="5706637" y="47899"/>
                </a:lnTo>
                <a:lnTo>
                  <a:pt x="5707756" y="47453"/>
                </a:lnTo>
                <a:lnTo>
                  <a:pt x="5708907" y="47082"/>
                </a:lnTo>
                <a:lnTo>
                  <a:pt x="5710085" y="46789"/>
                </a:lnTo>
                <a:lnTo>
                  <a:pt x="5711288" y="46577"/>
                </a:lnTo>
                <a:lnTo>
                  <a:pt x="5712513" y="46448"/>
                </a:lnTo>
                <a:lnTo>
                  <a:pt x="5713757" y="46404"/>
                </a:lnTo>
                <a:lnTo>
                  <a:pt x="5715046" y="46450"/>
                </a:lnTo>
                <a:lnTo>
                  <a:pt x="5716309" y="46588"/>
                </a:lnTo>
                <a:lnTo>
                  <a:pt x="5717542" y="46813"/>
                </a:lnTo>
                <a:lnTo>
                  <a:pt x="5718743" y="47121"/>
                </a:lnTo>
                <a:lnTo>
                  <a:pt x="5719911" y="47511"/>
                </a:lnTo>
                <a:lnTo>
                  <a:pt x="5721042" y="47977"/>
                </a:lnTo>
                <a:lnTo>
                  <a:pt x="5722133" y="48518"/>
                </a:lnTo>
                <a:lnTo>
                  <a:pt x="5723183" y="49128"/>
                </a:lnTo>
                <a:lnTo>
                  <a:pt x="5724189" y="49805"/>
                </a:lnTo>
                <a:lnTo>
                  <a:pt x="5725148" y="50546"/>
                </a:lnTo>
                <a:lnTo>
                  <a:pt x="5726058" y="51347"/>
                </a:lnTo>
                <a:lnTo>
                  <a:pt x="5726916" y="52204"/>
                </a:lnTo>
                <a:lnTo>
                  <a:pt x="5727720" y="53115"/>
                </a:lnTo>
                <a:lnTo>
                  <a:pt x="5728468" y="54075"/>
                </a:lnTo>
                <a:lnTo>
                  <a:pt x="5729156" y="55082"/>
                </a:lnTo>
                <a:lnTo>
                  <a:pt x="5729782" y="56131"/>
                </a:lnTo>
                <a:lnTo>
                  <a:pt x="5730344" y="57220"/>
                </a:lnTo>
                <a:lnTo>
                  <a:pt x="5730839" y="58345"/>
                </a:lnTo>
                <a:lnTo>
                  <a:pt x="5731265" y="59502"/>
                </a:lnTo>
                <a:lnTo>
                  <a:pt x="5731619" y="60689"/>
                </a:lnTo>
                <a:lnTo>
                  <a:pt x="5731899" y="61902"/>
                </a:lnTo>
                <a:lnTo>
                  <a:pt x="5732102" y="63136"/>
                </a:lnTo>
                <a:lnTo>
                  <a:pt x="5732225" y="64390"/>
                </a:lnTo>
                <a:lnTo>
                  <a:pt x="5732267" y="65652"/>
                </a:lnTo>
                <a:lnTo>
                  <a:pt x="5732223" y="67004"/>
                </a:lnTo>
                <a:lnTo>
                  <a:pt x="5732094" y="68335"/>
                </a:lnTo>
                <a:lnTo>
                  <a:pt x="5731883" y="69635"/>
                </a:lnTo>
                <a:lnTo>
                  <a:pt x="5731592" y="70900"/>
                </a:lnTo>
                <a:close/>
                <a:moveTo>
                  <a:pt x="5749638" y="141979"/>
                </a:moveTo>
                <a:lnTo>
                  <a:pt x="5748626" y="142925"/>
                </a:lnTo>
                <a:lnTo>
                  <a:pt x="5747497" y="143840"/>
                </a:lnTo>
                <a:lnTo>
                  <a:pt x="5746255" y="144722"/>
                </a:lnTo>
                <a:lnTo>
                  <a:pt x="5744905" y="145567"/>
                </a:lnTo>
                <a:lnTo>
                  <a:pt x="5743449" y="146371"/>
                </a:lnTo>
                <a:lnTo>
                  <a:pt x="5741894" y="147130"/>
                </a:lnTo>
                <a:lnTo>
                  <a:pt x="5740242" y="147843"/>
                </a:lnTo>
                <a:lnTo>
                  <a:pt x="5738498" y="148503"/>
                </a:lnTo>
                <a:lnTo>
                  <a:pt x="5736666" y="149110"/>
                </a:lnTo>
                <a:lnTo>
                  <a:pt x="5734750" y="149658"/>
                </a:lnTo>
                <a:lnTo>
                  <a:pt x="5732755" y="150144"/>
                </a:lnTo>
                <a:lnTo>
                  <a:pt x="5730685" y="150566"/>
                </a:lnTo>
                <a:lnTo>
                  <a:pt x="5728544" y="150918"/>
                </a:lnTo>
                <a:lnTo>
                  <a:pt x="5726335" y="151198"/>
                </a:lnTo>
                <a:lnTo>
                  <a:pt x="5724064" y="151403"/>
                </a:lnTo>
                <a:lnTo>
                  <a:pt x="5721734" y="151528"/>
                </a:lnTo>
                <a:lnTo>
                  <a:pt x="5719350" y="151571"/>
                </a:lnTo>
                <a:lnTo>
                  <a:pt x="5716966" y="151528"/>
                </a:lnTo>
                <a:lnTo>
                  <a:pt x="5714636" y="151403"/>
                </a:lnTo>
                <a:lnTo>
                  <a:pt x="5712364" y="151198"/>
                </a:lnTo>
                <a:lnTo>
                  <a:pt x="5710156" y="150918"/>
                </a:lnTo>
                <a:lnTo>
                  <a:pt x="5708014" y="150566"/>
                </a:lnTo>
                <a:lnTo>
                  <a:pt x="5705944" y="150144"/>
                </a:lnTo>
                <a:lnTo>
                  <a:pt x="5703949" y="149658"/>
                </a:lnTo>
                <a:lnTo>
                  <a:pt x="5702034" y="149110"/>
                </a:lnTo>
                <a:lnTo>
                  <a:pt x="5700202" y="148503"/>
                </a:lnTo>
                <a:lnTo>
                  <a:pt x="5698458" y="147843"/>
                </a:lnTo>
                <a:lnTo>
                  <a:pt x="5696806" y="147130"/>
                </a:lnTo>
                <a:lnTo>
                  <a:pt x="5695250" y="146371"/>
                </a:lnTo>
                <a:lnTo>
                  <a:pt x="5693795" y="145567"/>
                </a:lnTo>
                <a:lnTo>
                  <a:pt x="5692444" y="144722"/>
                </a:lnTo>
                <a:lnTo>
                  <a:pt x="5691202" y="143840"/>
                </a:lnTo>
                <a:lnTo>
                  <a:pt x="5690073" y="142925"/>
                </a:lnTo>
                <a:lnTo>
                  <a:pt x="5689061" y="141979"/>
                </a:lnTo>
                <a:lnTo>
                  <a:pt x="5688171" y="141007"/>
                </a:lnTo>
                <a:lnTo>
                  <a:pt x="5687406" y="140012"/>
                </a:lnTo>
                <a:lnTo>
                  <a:pt x="5686771" y="138998"/>
                </a:lnTo>
                <a:lnTo>
                  <a:pt x="5686270" y="137967"/>
                </a:lnTo>
                <a:lnTo>
                  <a:pt x="5685906" y="136924"/>
                </a:lnTo>
                <a:lnTo>
                  <a:pt x="5685685" y="135871"/>
                </a:lnTo>
                <a:lnTo>
                  <a:pt x="5685611" y="134813"/>
                </a:lnTo>
                <a:lnTo>
                  <a:pt x="5685620" y="134366"/>
                </a:lnTo>
                <a:lnTo>
                  <a:pt x="5685648" y="133893"/>
                </a:lnTo>
                <a:lnTo>
                  <a:pt x="5685697" y="133396"/>
                </a:lnTo>
                <a:lnTo>
                  <a:pt x="5685768" y="132878"/>
                </a:lnTo>
                <a:lnTo>
                  <a:pt x="5685861" y="132340"/>
                </a:lnTo>
                <a:lnTo>
                  <a:pt x="5685978" y="131785"/>
                </a:lnTo>
                <a:lnTo>
                  <a:pt x="5686120" y="131215"/>
                </a:lnTo>
                <a:lnTo>
                  <a:pt x="5686289" y="130632"/>
                </a:lnTo>
                <a:lnTo>
                  <a:pt x="5686485" y="130038"/>
                </a:lnTo>
                <a:lnTo>
                  <a:pt x="5686710" y="129436"/>
                </a:lnTo>
                <a:lnTo>
                  <a:pt x="5686964" y="128828"/>
                </a:lnTo>
                <a:lnTo>
                  <a:pt x="5687250" y="128215"/>
                </a:lnTo>
                <a:lnTo>
                  <a:pt x="5687567" y="127600"/>
                </a:lnTo>
                <a:lnTo>
                  <a:pt x="5687918" y="126986"/>
                </a:lnTo>
                <a:lnTo>
                  <a:pt x="5688303" y="126373"/>
                </a:lnTo>
                <a:lnTo>
                  <a:pt x="5688724" y="125766"/>
                </a:lnTo>
                <a:lnTo>
                  <a:pt x="5689182" y="125165"/>
                </a:lnTo>
                <a:lnTo>
                  <a:pt x="5689678" y="124573"/>
                </a:lnTo>
                <a:lnTo>
                  <a:pt x="5690212" y="123991"/>
                </a:lnTo>
                <a:lnTo>
                  <a:pt x="5690788" y="123424"/>
                </a:lnTo>
                <a:lnTo>
                  <a:pt x="5691404" y="122871"/>
                </a:lnTo>
                <a:lnTo>
                  <a:pt x="5692064" y="122336"/>
                </a:lnTo>
                <a:lnTo>
                  <a:pt x="5692767" y="121821"/>
                </a:lnTo>
                <a:lnTo>
                  <a:pt x="5693515" y="121327"/>
                </a:lnTo>
                <a:lnTo>
                  <a:pt x="5694103" y="120958"/>
                </a:lnTo>
                <a:lnTo>
                  <a:pt x="5694665" y="120619"/>
                </a:lnTo>
                <a:lnTo>
                  <a:pt x="5695209" y="120310"/>
                </a:lnTo>
                <a:lnTo>
                  <a:pt x="5695740" y="120028"/>
                </a:lnTo>
                <a:lnTo>
                  <a:pt x="5696266" y="119774"/>
                </a:lnTo>
                <a:lnTo>
                  <a:pt x="5696793" y="119545"/>
                </a:lnTo>
                <a:lnTo>
                  <a:pt x="5697329" y="119340"/>
                </a:lnTo>
                <a:lnTo>
                  <a:pt x="5697879" y="119158"/>
                </a:lnTo>
                <a:lnTo>
                  <a:pt x="5698450" y="118997"/>
                </a:lnTo>
                <a:lnTo>
                  <a:pt x="5699049" y="118856"/>
                </a:lnTo>
                <a:lnTo>
                  <a:pt x="5699684" y="118734"/>
                </a:lnTo>
                <a:lnTo>
                  <a:pt x="5700360" y="118629"/>
                </a:lnTo>
                <a:lnTo>
                  <a:pt x="5701083" y="118541"/>
                </a:lnTo>
                <a:lnTo>
                  <a:pt x="5701862" y="118467"/>
                </a:lnTo>
                <a:lnTo>
                  <a:pt x="5702703" y="118407"/>
                </a:lnTo>
                <a:lnTo>
                  <a:pt x="5703611" y="118358"/>
                </a:lnTo>
                <a:lnTo>
                  <a:pt x="5704595" y="118321"/>
                </a:lnTo>
                <a:lnTo>
                  <a:pt x="5705661" y="118292"/>
                </a:lnTo>
                <a:lnTo>
                  <a:pt x="5706814" y="118272"/>
                </a:lnTo>
                <a:lnTo>
                  <a:pt x="5708063" y="118258"/>
                </a:lnTo>
                <a:lnTo>
                  <a:pt x="5709414" y="118250"/>
                </a:lnTo>
                <a:lnTo>
                  <a:pt x="5710873" y="118246"/>
                </a:lnTo>
                <a:lnTo>
                  <a:pt x="5712447" y="118244"/>
                </a:lnTo>
                <a:lnTo>
                  <a:pt x="5714143" y="118244"/>
                </a:lnTo>
                <a:lnTo>
                  <a:pt x="5716310" y="118245"/>
                </a:lnTo>
                <a:lnTo>
                  <a:pt x="5718514" y="118254"/>
                </a:lnTo>
                <a:lnTo>
                  <a:pt x="5720743" y="118276"/>
                </a:lnTo>
                <a:lnTo>
                  <a:pt x="5722986" y="118321"/>
                </a:lnTo>
                <a:lnTo>
                  <a:pt x="5725231" y="118394"/>
                </a:lnTo>
                <a:lnTo>
                  <a:pt x="5727467" y="118503"/>
                </a:lnTo>
                <a:lnTo>
                  <a:pt x="5729683" y="118655"/>
                </a:lnTo>
                <a:lnTo>
                  <a:pt x="5731866" y="118858"/>
                </a:lnTo>
                <a:lnTo>
                  <a:pt x="5734006" y="119118"/>
                </a:lnTo>
                <a:lnTo>
                  <a:pt x="5736091" y="119443"/>
                </a:lnTo>
                <a:lnTo>
                  <a:pt x="5738110" y="119839"/>
                </a:lnTo>
                <a:lnTo>
                  <a:pt x="5740051" y="120315"/>
                </a:lnTo>
                <a:lnTo>
                  <a:pt x="5741902" y="120877"/>
                </a:lnTo>
                <a:lnTo>
                  <a:pt x="5743652" y="121533"/>
                </a:lnTo>
                <a:lnTo>
                  <a:pt x="5745291" y="122289"/>
                </a:lnTo>
                <a:lnTo>
                  <a:pt x="5746805" y="123153"/>
                </a:lnTo>
                <a:lnTo>
                  <a:pt x="5748184" y="124133"/>
                </a:lnTo>
                <a:lnTo>
                  <a:pt x="5749417" y="125234"/>
                </a:lnTo>
                <a:lnTo>
                  <a:pt x="5750491" y="126465"/>
                </a:lnTo>
                <a:lnTo>
                  <a:pt x="5751396" y="127833"/>
                </a:lnTo>
                <a:lnTo>
                  <a:pt x="5752119" y="129344"/>
                </a:lnTo>
                <a:lnTo>
                  <a:pt x="5752650" y="131007"/>
                </a:lnTo>
                <a:lnTo>
                  <a:pt x="5752977" y="132827"/>
                </a:lnTo>
                <a:lnTo>
                  <a:pt x="5753089" y="134813"/>
                </a:lnTo>
                <a:lnTo>
                  <a:pt x="5753014" y="135871"/>
                </a:lnTo>
                <a:lnTo>
                  <a:pt x="5752793" y="136924"/>
                </a:lnTo>
                <a:lnTo>
                  <a:pt x="5752430" y="137967"/>
                </a:lnTo>
                <a:lnTo>
                  <a:pt x="5751929" y="138998"/>
                </a:lnTo>
                <a:lnTo>
                  <a:pt x="5751293" y="140012"/>
                </a:lnTo>
                <a:lnTo>
                  <a:pt x="5750528" y="141007"/>
                </a:lnTo>
                <a:lnTo>
                  <a:pt x="5749638" y="141979"/>
                </a:ln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elementofxs,best_so_faristhefirstelementofxs">
            <a:extLst xmlns:a="http://schemas.openxmlformats.org/drawingml/2006/main">
              <a:ext uri="{FF2B5EF4-FFF2-40B4-BE49-F238E27FC236}">
                <a16:creationId xmlns:a16="http://schemas.microsoft.com/office/drawing/2014/main" id="{578B8630-F8BC-4C33-B555-9A24632A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43" y="3978379"/>
            <a:ext cx="5341091" cy="151194"/>
          </a:xfrm>
          <a:custGeom xmlns:a="http://schemas.openxmlformats.org/drawingml/2006/main">
            <a:pathLst>
              <a:path w="5341091" h="151194">
                <a:moveTo>
                  <a:pt x="78851" y="97939"/>
                </a:moveTo>
                <a:cubicBezTo>
                  <a:pt x="78851" y="92528"/>
                  <a:pt x="73262" y="92528"/>
                  <a:pt x="72106" y="92528"/>
                </a:cubicBezTo>
                <a:cubicBezTo>
                  <a:pt x="68634" y="92528"/>
                  <a:pt x="67093" y="93108"/>
                  <a:pt x="65743" y="96779"/>
                </a:cubicBezTo>
                <a:cubicBezTo>
                  <a:pt x="61501" y="106614"/>
                  <a:pt x="51090" y="108350"/>
                  <a:pt x="45692" y="108350"/>
                </a:cubicBezTo>
                <a:cubicBezTo>
                  <a:pt x="31233" y="108350"/>
                  <a:pt x="16774" y="98709"/>
                  <a:pt x="13688" y="82093"/>
                </a:cubicBezTo>
                <a:lnTo>
                  <a:pt x="71141" y="82093"/>
                </a:lnTo>
                <a:cubicBezTo>
                  <a:pt x="75189" y="82093"/>
                  <a:pt x="78851" y="82093"/>
                  <a:pt x="78851" y="74962"/>
                </a:cubicBezTo>
                <a:cubicBezTo>
                  <a:pt x="78851" y="52976"/>
                  <a:pt x="66513" y="34080"/>
                  <a:pt x="41450" y="34080"/>
                </a:cubicBezTo>
                <a:cubicBezTo>
                  <a:pt x="18507" y="34080"/>
                  <a:pt x="0" y="53365"/>
                  <a:pt x="0" y="77083"/>
                </a:cubicBezTo>
                <a:cubicBezTo>
                  <a:pt x="0" y="100639"/>
                  <a:pt x="19472" y="120127"/>
                  <a:pt x="44341" y="120127"/>
                </a:cubicBezTo>
                <a:cubicBezTo>
                  <a:pt x="69791" y="120127"/>
                  <a:pt x="78851" y="102766"/>
                  <a:pt x="78851" y="97936"/>
                </a:cubicBezTo>
                <a:lnTo>
                  <a:pt x="78851" y="97939"/>
                </a:lnTo>
                <a:moveTo>
                  <a:pt x="65163" y="70525"/>
                </a:moveTo>
                <a:lnTo>
                  <a:pt x="13882" y="70525"/>
                </a:lnTo>
                <a:cubicBezTo>
                  <a:pt x="16580" y="56448"/>
                  <a:pt x="27956" y="45842"/>
                  <a:pt x="41450" y="45842"/>
                </a:cubicBezTo>
                <a:cubicBezTo>
                  <a:pt x="51475" y="45842"/>
                  <a:pt x="63428" y="50664"/>
                  <a:pt x="65163" y="70525"/>
                </a:cubicBezTo>
                <a:close/>
                <a:moveTo>
                  <a:pt x="180647" y="113213"/>
                </a:moveTo>
                <a:cubicBezTo>
                  <a:pt x="180647" y="107238"/>
                  <a:pt x="176019" y="107238"/>
                  <a:pt x="172933" y="107238"/>
                </a:cubicBezTo>
                <a:lnTo>
                  <a:pt x="147872" y="107238"/>
                </a:lnTo>
                <a:lnTo>
                  <a:pt x="147872" y="9035"/>
                </a:lnTo>
                <a:cubicBezTo>
                  <a:pt x="147872" y="3060"/>
                  <a:pt x="146716" y="1130"/>
                  <a:pt x="140159" y="1130"/>
                </a:cubicBezTo>
                <a:lnTo>
                  <a:pt x="109700" y="1130"/>
                </a:lnTo>
                <a:cubicBezTo>
                  <a:pt x="106614" y="1130"/>
                  <a:pt x="101795" y="1130"/>
                  <a:pt x="101795" y="7108"/>
                </a:cubicBezTo>
                <a:cubicBezTo>
                  <a:pt x="101795" y="12892"/>
                  <a:pt x="106808" y="12892"/>
                  <a:pt x="109506" y="12892"/>
                </a:cubicBezTo>
                <a:lnTo>
                  <a:pt x="134570" y="12892"/>
                </a:lnTo>
                <a:lnTo>
                  <a:pt x="134570" y="107238"/>
                </a:lnTo>
                <a:lnTo>
                  <a:pt x="109700" y="107238"/>
                </a:lnTo>
                <a:cubicBezTo>
                  <a:pt x="106614" y="107238"/>
                  <a:pt x="101795" y="107238"/>
                  <a:pt x="101795" y="113213"/>
                </a:cubicBezTo>
                <a:cubicBezTo>
                  <a:pt x="101795" y="118997"/>
                  <a:pt x="106808" y="118997"/>
                  <a:pt x="109506" y="118997"/>
                </a:cubicBezTo>
                <a:lnTo>
                  <a:pt x="172933" y="118997"/>
                </a:lnTo>
                <a:cubicBezTo>
                  <a:pt x="175825" y="118997"/>
                  <a:pt x="180647" y="118997"/>
                  <a:pt x="180647" y="113213"/>
                </a:cubicBezTo>
                <a:close/>
                <a:moveTo>
                  <a:pt x="281282" y="97939"/>
                </a:moveTo>
                <a:cubicBezTo>
                  <a:pt x="281282" y="92528"/>
                  <a:pt x="275692" y="92528"/>
                  <a:pt x="274536" y="92528"/>
                </a:cubicBezTo>
                <a:cubicBezTo>
                  <a:pt x="271065" y="92528"/>
                  <a:pt x="269523" y="93108"/>
                  <a:pt x="268173" y="96779"/>
                </a:cubicBezTo>
                <a:cubicBezTo>
                  <a:pt x="263931" y="106614"/>
                  <a:pt x="253520" y="108350"/>
                  <a:pt x="248122" y="108350"/>
                </a:cubicBezTo>
                <a:cubicBezTo>
                  <a:pt x="233663" y="108350"/>
                  <a:pt x="219204" y="98709"/>
                  <a:pt x="216119" y="82093"/>
                </a:cubicBezTo>
                <a:lnTo>
                  <a:pt x="273571" y="82093"/>
                </a:lnTo>
                <a:cubicBezTo>
                  <a:pt x="277619" y="82093"/>
                  <a:pt x="281282" y="82093"/>
                  <a:pt x="281282" y="74962"/>
                </a:cubicBezTo>
                <a:cubicBezTo>
                  <a:pt x="281282" y="52976"/>
                  <a:pt x="268944" y="34080"/>
                  <a:pt x="243880" y="34080"/>
                </a:cubicBezTo>
                <a:cubicBezTo>
                  <a:pt x="220937" y="34080"/>
                  <a:pt x="202430" y="53365"/>
                  <a:pt x="202430" y="77083"/>
                </a:cubicBezTo>
                <a:cubicBezTo>
                  <a:pt x="202430" y="100639"/>
                  <a:pt x="221902" y="120127"/>
                  <a:pt x="246772" y="120127"/>
                </a:cubicBezTo>
                <a:cubicBezTo>
                  <a:pt x="272221" y="120127"/>
                  <a:pt x="281282" y="102766"/>
                  <a:pt x="281282" y="97936"/>
                </a:cubicBezTo>
                <a:lnTo>
                  <a:pt x="281282" y="97939"/>
                </a:lnTo>
                <a:moveTo>
                  <a:pt x="267594" y="70525"/>
                </a:moveTo>
                <a:lnTo>
                  <a:pt x="216313" y="70525"/>
                </a:lnTo>
                <a:cubicBezTo>
                  <a:pt x="219010" y="56448"/>
                  <a:pt x="230386" y="45842"/>
                  <a:pt x="243880" y="45842"/>
                </a:cubicBezTo>
                <a:cubicBezTo>
                  <a:pt x="253906" y="45842"/>
                  <a:pt x="265858" y="50664"/>
                  <a:pt x="267594" y="70525"/>
                </a:cubicBezTo>
                <a:close/>
                <a:moveTo>
                  <a:pt x="392524" y="113213"/>
                </a:moveTo>
                <a:cubicBezTo>
                  <a:pt x="392524" y="107238"/>
                  <a:pt x="388476" y="107238"/>
                  <a:pt x="381536" y="107238"/>
                </a:cubicBezTo>
                <a:lnTo>
                  <a:pt x="381536" y="60649"/>
                </a:lnTo>
                <a:cubicBezTo>
                  <a:pt x="381536" y="56798"/>
                  <a:pt x="381536" y="34833"/>
                  <a:pt x="364377" y="34833"/>
                </a:cubicBezTo>
                <a:cubicBezTo>
                  <a:pt x="358593" y="34833"/>
                  <a:pt x="350689" y="37340"/>
                  <a:pt x="345291" y="44859"/>
                </a:cubicBezTo>
                <a:cubicBezTo>
                  <a:pt x="342399" y="38305"/>
                  <a:pt x="337001" y="34833"/>
                  <a:pt x="330638" y="34833"/>
                </a:cubicBezTo>
                <a:cubicBezTo>
                  <a:pt x="324469" y="34833"/>
                  <a:pt x="318685" y="37534"/>
                  <a:pt x="314058" y="41776"/>
                </a:cubicBezTo>
                <a:cubicBezTo>
                  <a:pt x="313672" y="35963"/>
                  <a:pt x="309816" y="35963"/>
                  <a:pt x="306344" y="35963"/>
                </a:cubicBezTo>
                <a:lnTo>
                  <a:pt x="300176" y="35963"/>
                </a:lnTo>
                <a:cubicBezTo>
                  <a:pt x="297284" y="35963"/>
                  <a:pt x="292271" y="35963"/>
                  <a:pt x="292271" y="41750"/>
                </a:cubicBezTo>
                <a:cubicBezTo>
                  <a:pt x="292271" y="47725"/>
                  <a:pt x="296322" y="47725"/>
                  <a:pt x="303261" y="47725"/>
                </a:cubicBezTo>
                <a:lnTo>
                  <a:pt x="303261" y="107238"/>
                </a:lnTo>
                <a:cubicBezTo>
                  <a:pt x="296322" y="107238"/>
                  <a:pt x="292271" y="107238"/>
                  <a:pt x="292271" y="113213"/>
                </a:cubicBezTo>
                <a:cubicBezTo>
                  <a:pt x="292271" y="118997"/>
                  <a:pt x="297478" y="118997"/>
                  <a:pt x="300176" y="118997"/>
                </a:cubicBezTo>
                <a:lnTo>
                  <a:pt x="317144" y="118997"/>
                </a:lnTo>
                <a:cubicBezTo>
                  <a:pt x="320035" y="118997"/>
                  <a:pt x="325045" y="118997"/>
                  <a:pt x="325045" y="113213"/>
                </a:cubicBezTo>
                <a:cubicBezTo>
                  <a:pt x="325045" y="107238"/>
                  <a:pt x="320997" y="107238"/>
                  <a:pt x="314058" y="107238"/>
                </a:cubicBezTo>
                <a:lnTo>
                  <a:pt x="314058" y="72764"/>
                </a:lnTo>
                <a:cubicBezTo>
                  <a:pt x="314058" y="55645"/>
                  <a:pt x="321962" y="46595"/>
                  <a:pt x="329867" y="46595"/>
                </a:cubicBezTo>
                <a:cubicBezTo>
                  <a:pt x="334300" y="46595"/>
                  <a:pt x="337001" y="49870"/>
                  <a:pt x="337001" y="62382"/>
                </a:cubicBezTo>
                <a:lnTo>
                  <a:pt x="337001" y="107238"/>
                </a:lnTo>
                <a:cubicBezTo>
                  <a:pt x="333338" y="107238"/>
                  <a:pt x="328517" y="107238"/>
                  <a:pt x="328517" y="113213"/>
                </a:cubicBezTo>
                <a:cubicBezTo>
                  <a:pt x="328517" y="118997"/>
                  <a:pt x="333723" y="118997"/>
                  <a:pt x="336421" y="118997"/>
                </a:cubicBezTo>
                <a:lnTo>
                  <a:pt x="350880" y="118997"/>
                </a:lnTo>
                <a:cubicBezTo>
                  <a:pt x="353772" y="118997"/>
                  <a:pt x="358784" y="118997"/>
                  <a:pt x="358784" y="113213"/>
                </a:cubicBezTo>
                <a:cubicBezTo>
                  <a:pt x="358784" y="107238"/>
                  <a:pt x="354737" y="107238"/>
                  <a:pt x="347797" y="107238"/>
                </a:cubicBezTo>
                <a:lnTo>
                  <a:pt x="347797" y="72779"/>
                </a:lnTo>
                <a:cubicBezTo>
                  <a:pt x="347797" y="55645"/>
                  <a:pt x="355701" y="46595"/>
                  <a:pt x="363606" y="46595"/>
                </a:cubicBezTo>
                <a:cubicBezTo>
                  <a:pt x="368039" y="46595"/>
                  <a:pt x="370740" y="49870"/>
                  <a:pt x="370740" y="62382"/>
                </a:cubicBezTo>
                <a:lnTo>
                  <a:pt x="370740" y="107238"/>
                </a:lnTo>
                <a:cubicBezTo>
                  <a:pt x="367074" y="107238"/>
                  <a:pt x="362256" y="107238"/>
                  <a:pt x="362256" y="113213"/>
                </a:cubicBezTo>
                <a:cubicBezTo>
                  <a:pt x="362256" y="118997"/>
                  <a:pt x="367460" y="118997"/>
                  <a:pt x="370160" y="118997"/>
                </a:cubicBezTo>
                <a:lnTo>
                  <a:pt x="384619" y="118997"/>
                </a:lnTo>
                <a:cubicBezTo>
                  <a:pt x="387511" y="118997"/>
                  <a:pt x="392524" y="118997"/>
                  <a:pt x="392524" y="113213"/>
                </a:cubicBezTo>
                <a:close/>
                <a:moveTo>
                  <a:pt x="483713" y="97939"/>
                </a:moveTo>
                <a:cubicBezTo>
                  <a:pt x="483713" y="92528"/>
                  <a:pt x="478123" y="92528"/>
                  <a:pt x="476967" y="92528"/>
                </a:cubicBezTo>
                <a:cubicBezTo>
                  <a:pt x="473496" y="92528"/>
                  <a:pt x="471954" y="93108"/>
                  <a:pt x="470604" y="96779"/>
                </a:cubicBezTo>
                <a:cubicBezTo>
                  <a:pt x="466362" y="106614"/>
                  <a:pt x="455951" y="108350"/>
                  <a:pt x="450553" y="108350"/>
                </a:cubicBezTo>
                <a:cubicBezTo>
                  <a:pt x="436094" y="108350"/>
                  <a:pt x="421635" y="98709"/>
                  <a:pt x="418550" y="82093"/>
                </a:cubicBezTo>
                <a:lnTo>
                  <a:pt x="476002" y="82093"/>
                </a:lnTo>
                <a:cubicBezTo>
                  <a:pt x="480050" y="82093"/>
                  <a:pt x="483713" y="82093"/>
                  <a:pt x="483713" y="74962"/>
                </a:cubicBezTo>
                <a:cubicBezTo>
                  <a:pt x="483713" y="52976"/>
                  <a:pt x="471375" y="34080"/>
                  <a:pt x="446311" y="34080"/>
                </a:cubicBezTo>
                <a:cubicBezTo>
                  <a:pt x="423368" y="34080"/>
                  <a:pt x="404861" y="53365"/>
                  <a:pt x="404861" y="77083"/>
                </a:cubicBezTo>
                <a:cubicBezTo>
                  <a:pt x="404861" y="100639"/>
                  <a:pt x="424333" y="120127"/>
                  <a:pt x="449203" y="120127"/>
                </a:cubicBezTo>
                <a:cubicBezTo>
                  <a:pt x="474652" y="120127"/>
                  <a:pt x="483713" y="102766"/>
                  <a:pt x="483713" y="97936"/>
                </a:cubicBezTo>
                <a:lnTo>
                  <a:pt x="483713" y="97939"/>
                </a:lnTo>
                <a:moveTo>
                  <a:pt x="470025" y="70525"/>
                </a:moveTo>
                <a:lnTo>
                  <a:pt x="418744" y="70525"/>
                </a:lnTo>
                <a:cubicBezTo>
                  <a:pt x="421441" y="56448"/>
                  <a:pt x="432817" y="45842"/>
                  <a:pt x="446311" y="45842"/>
                </a:cubicBezTo>
                <a:cubicBezTo>
                  <a:pt x="456337" y="45842"/>
                  <a:pt x="468289" y="50664"/>
                  <a:pt x="470025" y="70525"/>
                </a:cubicBezTo>
                <a:close/>
                <a:moveTo>
                  <a:pt x="594183" y="113213"/>
                </a:moveTo>
                <a:cubicBezTo>
                  <a:pt x="594183" y="107238"/>
                  <a:pt x="589364" y="107238"/>
                  <a:pt x="586278" y="107238"/>
                </a:cubicBezTo>
                <a:lnTo>
                  <a:pt x="577794" y="107238"/>
                </a:lnTo>
                <a:lnTo>
                  <a:pt x="577794" y="62576"/>
                </a:lnTo>
                <a:cubicBezTo>
                  <a:pt x="577794" y="43126"/>
                  <a:pt x="567963" y="34833"/>
                  <a:pt x="552733" y="34833"/>
                </a:cubicBezTo>
                <a:cubicBezTo>
                  <a:pt x="539816" y="34833"/>
                  <a:pt x="531141" y="41391"/>
                  <a:pt x="527475" y="45053"/>
                </a:cubicBezTo>
                <a:cubicBezTo>
                  <a:pt x="527475" y="38858"/>
                  <a:pt x="527475" y="35963"/>
                  <a:pt x="519765" y="35963"/>
                </a:cubicBezTo>
                <a:lnTo>
                  <a:pt x="505692" y="35963"/>
                </a:lnTo>
                <a:cubicBezTo>
                  <a:pt x="502606" y="35963"/>
                  <a:pt x="497787" y="35963"/>
                  <a:pt x="497787" y="41941"/>
                </a:cubicBezTo>
                <a:cubicBezTo>
                  <a:pt x="497787" y="47725"/>
                  <a:pt x="502800" y="47725"/>
                  <a:pt x="505497" y="47725"/>
                </a:cubicBezTo>
                <a:lnTo>
                  <a:pt x="514176" y="47725"/>
                </a:lnTo>
                <a:lnTo>
                  <a:pt x="514176" y="107238"/>
                </a:lnTo>
                <a:lnTo>
                  <a:pt x="505692" y="107238"/>
                </a:lnTo>
                <a:cubicBezTo>
                  <a:pt x="502606" y="107238"/>
                  <a:pt x="497787" y="107238"/>
                  <a:pt x="497787" y="113213"/>
                </a:cubicBezTo>
                <a:cubicBezTo>
                  <a:pt x="497787" y="118997"/>
                  <a:pt x="502800" y="118997"/>
                  <a:pt x="505497" y="118997"/>
                </a:cubicBezTo>
                <a:lnTo>
                  <a:pt x="536154" y="118997"/>
                </a:lnTo>
                <a:cubicBezTo>
                  <a:pt x="538851" y="118997"/>
                  <a:pt x="543864" y="118997"/>
                  <a:pt x="543864" y="113213"/>
                </a:cubicBezTo>
                <a:cubicBezTo>
                  <a:pt x="543864" y="107238"/>
                  <a:pt x="539045" y="107238"/>
                  <a:pt x="535959" y="107238"/>
                </a:cubicBezTo>
                <a:lnTo>
                  <a:pt x="527475" y="107238"/>
                </a:lnTo>
                <a:lnTo>
                  <a:pt x="527475" y="73149"/>
                </a:lnTo>
                <a:cubicBezTo>
                  <a:pt x="527475" y="53912"/>
                  <a:pt x="541743" y="46595"/>
                  <a:pt x="551577" y="46595"/>
                </a:cubicBezTo>
                <a:cubicBezTo>
                  <a:pt x="561794" y="46595"/>
                  <a:pt x="564492" y="51988"/>
                  <a:pt x="564492" y="63538"/>
                </a:cubicBezTo>
                <a:lnTo>
                  <a:pt x="564492" y="107238"/>
                </a:lnTo>
                <a:lnTo>
                  <a:pt x="556975" y="107238"/>
                </a:lnTo>
                <a:cubicBezTo>
                  <a:pt x="553890" y="107238"/>
                  <a:pt x="549071" y="107238"/>
                  <a:pt x="549071" y="113213"/>
                </a:cubicBezTo>
                <a:cubicBezTo>
                  <a:pt x="549071" y="118997"/>
                  <a:pt x="554275" y="118997"/>
                  <a:pt x="556975" y="118997"/>
                </a:cubicBezTo>
                <a:lnTo>
                  <a:pt x="586473" y="118997"/>
                </a:lnTo>
                <a:cubicBezTo>
                  <a:pt x="589170" y="118997"/>
                  <a:pt x="594183" y="118997"/>
                  <a:pt x="594183" y="113213"/>
                </a:cubicBezTo>
                <a:close/>
                <a:moveTo>
                  <a:pt x="683252" y="94699"/>
                </a:moveTo>
                <a:cubicBezTo>
                  <a:pt x="683252" y="91234"/>
                  <a:pt x="683252" y="87191"/>
                  <a:pt x="676504" y="87191"/>
                </a:cubicBezTo>
                <a:cubicBezTo>
                  <a:pt x="670143" y="87191"/>
                  <a:pt x="669949" y="91234"/>
                  <a:pt x="669949" y="94505"/>
                </a:cubicBezTo>
                <a:cubicBezTo>
                  <a:pt x="669758" y="106441"/>
                  <a:pt x="658768" y="108368"/>
                  <a:pt x="654334" y="108368"/>
                </a:cubicBezTo>
                <a:cubicBezTo>
                  <a:pt x="639490" y="108368"/>
                  <a:pt x="639490" y="98356"/>
                  <a:pt x="639490" y="93543"/>
                </a:cubicBezTo>
                <a:lnTo>
                  <a:pt x="639490" y="47725"/>
                </a:lnTo>
                <a:lnTo>
                  <a:pt x="671105" y="47725"/>
                </a:lnTo>
                <a:cubicBezTo>
                  <a:pt x="673997" y="47725"/>
                  <a:pt x="678819" y="47725"/>
                  <a:pt x="678819" y="41941"/>
                </a:cubicBezTo>
                <a:cubicBezTo>
                  <a:pt x="678819" y="35963"/>
                  <a:pt x="674191" y="35963"/>
                  <a:pt x="671105" y="35963"/>
                </a:cubicBezTo>
                <a:lnTo>
                  <a:pt x="639490" y="35963"/>
                </a:lnTo>
                <a:lnTo>
                  <a:pt x="639490" y="20156"/>
                </a:lnTo>
                <a:cubicBezTo>
                  <a:pt x="639490" y="16490"/>
                  <a:pt x="639490" y="12250"/>
                  <a:pt x="632933" y="12250"/>
                </a:cubicBezTo>
                <a:cubicBezTo>
                  <a:pt x="626187" y="12250"/>
                  <a:pt x="626187" y="16299"/>
                  <a:pt x="626187" y="20156"/>
                </a:cubicBezTo>
                <a:lnTo>
                  <a:pt x="626187" y="35963"/>
                </a:lnTo>
                <a:lnTo>
                  <a:pt x="609413" y="35963"/>
                </a:lnTo>
                <a:cubicBezTo>
                  <a:pt x="606328" y="35963"/>
                  <a:pt x="601509" y="35963"/>
                  <a:pt x="601509" y="41941"/>
                </a:cubicBezTo>
                <a:cubicBezTo>
                  <a:pt x="601509" y="47725"/>
                  <a:pt x="606328" y="47725"/>
                  <a:pt x="609219" y="47725"/>
                </a:cubicBezTo>
                <a:lnTo>
                  <a:pt x="626187" y="47725"/>
                </a:lnTo>
                <a:lnTo>
                  <a:pt x="626187" y="94699"/>
                </a:lnTo>
                <a:cubicBezTo>
                  <a:pt x="626187" y="113187"/>
                  <a:pt x="639296" y="120127"/>
                  <a:pt x="653369" y="120127"/>
                </a:cubicBezTo>
                <a:cubicBezTo>
                  <a:pt x="667637" y="120127"/>
                  <a:pt x="683252" y="111836"/>
                  <a:pt x="683252" y="94699"/>
                </a:cubicBezTo>
                <a:close/>
                <a:moveTo>
                  <a:pt x="889154" y="77298"/>
                </a:moveTo>
                <a:cubicBezTo>
                  <a:pt x="889154" y="53176"/>
                  <a:pt x="871224" y="34080"/>
                  <a:pt x="849632" y="34080"/>
                </a:cubicBezTo>
                <a:cubicBezTo>
                  <a:pt x="828039" y="34080"/>
                  <a:pt x="810109" y="53176"/>
                  <a:pt x="810109" y="77298"/>
                </a:cubicBezTo>
                <a:cubicBezTo>
                  <a:pt x="810109" y="101807"/>
                  <a:pt x="828424" y="120127"/>
                  <a:pt x="849632" y="120127"/>
                </a:cubicBezTo>
                <a:cubicBezTo>
                  <a:pt x="870839" y="120127"/>
                  <a:pt x="889154" y="101613"/>
                  <a:pt x="889154" y="77298"/>
                </a:cubicBezTo>
                <a:moveTo>
                  <a:pt x="875852" y="75947"/>
                </a:moveTo>
                <a:cubicBezTo>
                  <a:pt x="875852" y="93893"/>
                  <a:pt x="863899" y="108368"/>
                  <a:pt x="849632" y="108368"/>
                </a:cubicBezTo>
                <a:cubicBezTo>
                  <a:pt x="835364" y="108368"/>
                  <a:pt x="823412" y="93893"/>
                  <a:pt x="823412" y="75947"/>
                </a:cubicBezTo>
                <a:cubicBezTo>
                  <a:pt x="823412" y="58387"/>
                  <a:pt x="835943" y="45842"/>
                  <a:pt x="849632" y="45842"/>
                </a:cubicBezTo>
                <a:cubicBezTo>
                  <a:pt x="863514" y="45842"/>
                  <a:pt x="875852" y="58387"/>
                  <a:pt x="875852" y="75947"/>
                </a:cubicBezTo>
                <a:close/>
                <a:moveTo>
                  <a:pt x="984586" y="11571"/>
                </a:moveTo>
                <a:cubicBezTo>
                  <a:pt x="984586" y="0"/>
                  <a:pt x="969162" y="0"/>
                  <a:pt x="966076" y="0"/>
                </a:cubicBezTo>
                <a:cubicBezTo>
                  <a:pt x="950653" y="0"/>
                  <a:pt x="935808" y="8870"/>
                  <a:pt x="935808" y="25704"/>
                </a:cubicBezTo>
                <a:lnTo>
                  <a:pt x="935808" y="35963"/>
                </a:lnTo>
                <a:lnTo>
                  <a:pt x="916531" y="35963"/>
                </a:lnTo>
                <a:cubicBezTo>
                  <a:pt x="913445" y="35963"/>
                  <a:pt x="908626" y="35963"/>
                  <a:pt x="908626" y="41941"/>
                </a:cubicBezTo>
                <a:cubicBezTo>
                  <a:pt x="908626" y="47725"/>
                  <a:pt x="913445" y="47725"/>
                  <a:pt x="916337" y="47725"/>
                </a:cubicBezTo>
                <a:lnTo>
                  <a:pt x="935808" y="47725"/>
                </a:lnTo>
                <a:lnTo>
                  <a:pt x="935808" y="107238"/>
                </a:lnTo>
                <a:lnTo>
                  <a:pt x="916337" y="107238"/>
                </a:lnTo>
                <a:cubicBezTo>
                  <a:pt x="913445" y="107238"/>
                  <a:pt x="908432" y="107238"/>
                  <a:pt x="908432" y="113022"/>
                </a:cubicBezTo>
                <a:cubicBezTo>
                  <a:pt x="908432" y="118997"/>
                  <a:pt x="913445" y="118997"/>
                  <a:pt x="916337" y="118997"/>
                </a:cubicBezTo>
                <a:lnTo>
                  <a:pt x="968583" y="118997"/>
                </a:lnTo>
                <a:cubicBezTo>
                  <a:pt x="971474" y="118997"/>
                  <a:pt x="976487" y="118997"/>
                  <a:pt x="976487" y="113213"/>
                </a:cubicBezTo>
                <a:cubicBezTo>
                  <a:pt x="976487" y="107238"/>
                  <a:pt x="971474" y="107238"/>
                  <a:pt x="968583" y="107238"/>
                </a:cubicBezTo>
                <a:lnTo>
                  <a:pt x="949111" y="107238"/>
                </a:lnTo>
                <a:lnTo>
                  <a:pt x="949111" y="47725"/>
                </a:lnTo>
                <a:lnTo>
                  <a:pt x="972634" y="47725"/>
                </a:lnTo>
                <a:cubicBezTo>
                  <a:pt x="975525" y="47725"/>
                  <a:pt x="980344" y="47725"/>
                  <a:pt x="980344" y="41941"/>
                </a:cubicBezTo>
                <a:cubicBezTo>
                  <a:pt x="980344" y="35963"/>
                  <a:pt x="975717" y="35963"/>
                  <a:pt x="972634" y="35963"/>
                </a:cubicBezTo>
                <a:lnTo>
                  <a:pt x="949111" y="35963"/>
                </a:lnTo>
                <a:lnTo>
                  <a:pt x="949111" y="26863"/>
                </a:lnTo>
                <a:cubicBezTo>
                  <a:pt x="949111" y="11762"/>
                  <a:pt x="962028" y="11762"/>
                  <a:pt x="967812" y="11762"/>
                </a:cubicBezTo>
                <a:cubicBezTo>
                  <a:pt x="967812" y="12536"/>
                  <a:pt x="969548" y="20088"/>
                  <a:pt x="976296" y="20088"/>
                </a:cubicBezTo>
                <a:cubicBezTo>
                  <a:pt x="980150" y="20088"/>
                  <a:pt x="984586" y="16990"/>
                  <a:pt x="984586" y="11571"/>
                </a:cubicBezTo>
                <a:close/>
                <a:moveTo>
                  <a:pt x="1198390" y="113213"/>
                </a:moveTo>
                <a:cubicBezTo>
                  <a:pt x="1198390" y="107238"/>
                  <a:pt x="1193377" y="107238"/>
                  <a:pt x="1190485" y="107238"/>
                </a:cubicBezTo>
                <a:lnTo>
                  <a:pt x="1182775" y="107238"/>
                </a:lnTo>
                <a:lnTo>
                  <a:pt x="1158096" y="76230"/>
                </a:lnTo>
                <a:lnTo>
                  <a:pt x="1180074" y="47725"/>
                </a:lnTo>
                <a:lnTo>
                  <a:pt x="1187788" y="47725"/>
                </a:lnTo>
                <a:cubicBezTo>
                  <a:pt x="1190485" y="47725"/>
                  <a:pt x="1195692" y="47725"/>
                  <a:pt x="1195692" y="41941"/>
                </a:cubicBezTo>
                <a:cubicBezTo>
                  <a:pt x="1195692" y="35963"/>
                  <a:pt x="1190679" y="35963"/>
                  <a:pt x="1187788" y="35963"/>
                </a:cubicBezTo>
                <a:lnTo>
                  <a:pt x="1165230" y="35963"/>
                </a:lnTo>
                <a:cubicBezTo>
                  <a:pt x="1162338" y="35963"/>
                  <a:pt x="1157520" y="35963"/>
                  <a:pt x="1157520" y="41750"/>
                </a:cubicBezTo>
                <a:cubicBezTo>
                  <a:pt x="1157520" y="47725"/>
                  <a:pt x="1161762" y="47725"/>
                  <a:pt x="1166966" y="47725"/>
                </a:cubicBezTo>
                <a:lnTo>
                  <a:pt x="1152698" y="67177"/>
                </a:lnTo>
                <a:lnTo>
                  <a:pt x="1138048" y="47725"/>
                </a:lnTo>
                <a:cubicBezTo>
                  <a:pt x="1143061" y="47725"/>
                  <a:pt x="1147300" y="47725"/>
                  <a:pt x="1147300" y="41750"/>
                </a:cubicBezTo>
                <a:cubicBezTo>
                  <a:pt x="1147300" y="35963"/>
                  <a:pt x="1142481" y="35963"/>
                  <a:pt x="1139590" y="35963"/>
                </a:cubicBezTo>
                <a:lnTo>
                  <a:pt x="1117032" y="35963"/>
                </a:lnTo>
                <a:cubicBezTo>
                  <a:pt x="1114140" y="35963"/>
                  <a:pt x="1109128" y="35963"/>
                  <a:pt x="1109128" y="41941"/>
                </a:cubicBezTo>
                <a:cubicBezTo>
                  <a:pt x="1109128" y="47725"/>
                  <a:pt x="1114335" y="47725"/>
                  <a:pt x="1117032" y="47725"/>
                </a:cubicBezTo>
                <a:lnTo>
                  <a:pt x="1124746" y="47725"/>
                </a:lnTo>
                <a:lnTo>
                  <a:pt x="1147494" y="76230"/>
                </a:lnTo>
                <a:lnTo>
                  <a:pt x="1123586" y="107238"/>
                </a:lnTo>
                <a:lnTo>
                  <a:pt x="1115876" y="107238"/>
                </a:lnTo>
                <a:cubicBezTo>
                  <a:pt x="1112984" y="107238"/>
                  <a:pt x="1107972" y="107238"/>
                  <a:pt x="1107972" y="113213"/>
                </a:cubicBezTo>
                <a:cubicBezTo>
                  <a:pt x="1107972" y="118997"/>
                  <a:pt x="1113176" y="118997"/>
                  <a:pt x="1115876" y="118997"/>
                </a:cubicBezTo>
                <a:lnTo>
                  <a:pt x="1138434" y="118997"/>
                </a:lnTo>
                <a:cubicBezTo>
                  <a:pt x="1141325" y="118997"/>
                  <a:pt x="1146144" y="118997"/>
                  <a:pt x="1146144" y="113213"/>
                </a:cubicBezTo>
                <a:cubicBezTo>
                  <a:pt x="1146144" y="107238"/>
                  <a:pt x="1142096" y="107238"/>
                  <a:pt x="1136118" y="107238"/>
                </a:cubicBezTo>
                <a:lnTo>
                  <a:pt x="1152698" y="83523"/>
                </a:lnTo>
                <a:lnTo>
                  <a:pt x="1169858" y="107238"/>
                </a:lnTo>
                <a:cubicBezTo>
                  <a:pt x="1164459" y="107238"/>
                  <a:pt x="1160217" y="107238"/>
                  <a:pt x="1160217" y="113213"/>
                </a:cubicBezTo>
                <a:cubicBezTo>
                  <a:pt x="1160217" y="118997"/>
                  <a:pt x="1165039" y="118997"/>
                  <a:pt x="1167931" y="118997"/>
                </a:cubicBezTo>
                <a:lnTo>
                  <a:pt x="1190485" y="118997"/>
                </a:lnTo>
                <a:cubicBezTo>
                  <a:pt x="1193186" y="118997"/>
                  <a:pt x="1198390" y="118997"/>
                  <a:pt x="1198390" y="113213"/>
                </a:cubicBezTo>
                <a:close/>
                <a:moveTo>
                  <a:pt x="1292474" y="94858"/>
                </a:moveTo>
                <a:cubicBezTo>
                  <a:pt x="1292474" y="74788"/>
                  <a:pt x="1267601" y="70737"/>
                  <a:pt x="1261432" y="69772"/>
                </a:cubicBezTo>
                <a:lnTo>
                  <a:pt x="1248324" y="67457"/>
                </a:lnTo>
                <a:cubicBezTo>
                  <a:pt x="1242732" y="66683"/>
                  <a:pt x="1229623" y="64368"/>
                  <a:pt x="1229623" y="56842"/>
                </a:cubicBezTo>
                <a:cubicBezTo>
                  <a:pt x="1229623" y="51826"/>
                  <a:pt x="1235792" y="45842"/>
                  <a:pt x="1254107" y="45842"/>
                </a:cubicBezTo>
                <a:cubicBezTo>
                  <a:pt x="1270108" y="45842"/>
                  <a:pt x="1272808" y="51632"/>
                  <a:pt x="1273388" y="56648"/>
                </a:cubicBezTo>
                <a:cubicBezTo>
                  <a:pt x="1273579" y="59931"/>
                  <a:pt x="1273964" y="63211"/>
                  <a:pt x="1279942" y="63211"/>
                </a:cubicBezTo>
                <a:cubicBezTo>
                  <a:pt x="1286690" y="63211"/>
                  <a:pt x="1286690" y="59157"/>
                  <a:pt x="1286690" y="55297"/>
                </a:cubicBezTo>
                <a:lnTo>
                  <a:pt x="1286690" y="41985"/>
                </a:lnTo>
                <a:cubicBezTo>
                  <a:pt x="1286690" y="38902"/>
                  <a:pt x="1286690" y="34080"/>
                  <a:pt x="1280904" y="34080"/>
                </a:cubicBezTo>
                <a:cubicBezTo>
                  <a:pt x="1276279" y="34080"/>
                  <a:pt x="1275506" y="36781"/>
                  <a:pt x="1275120" y="38131"/>
                </a:cubicBezTo>
                <a:cubicBezTo>
                  <a:pt x="1266639" y="34080"/>
                  <a:pt x="1258155" y="34080"/>
                  <a:pt x="1254493" y="34080"/>
                </a:cubicBezTo>
                <a:cubicBezTo>
                  <a:pt x="1222295" y="34080"/>
                  <a:pt x="1217862" y="49896"/>
                  <a:pt x="1217862" y="56842"/>
                </a:cubicBezTo>
                <a:cubicBezTo>
                  <a:pt x="1217862" y="74597"/>
                  <a:pt x="1238104" y="77877"/>
                  <a:pt x="1255843" y="80578"/>
                </a:cubicBezTo>
                <a:cubicBezTo>
                  <a:pt x="1265289" y="82122"/>
                  <a:pt x="1280713" y="84632"/>
                  <a:pt x="1280713" y="94858"/>
                </a:cubicBezTo>
                <a:cubicBezTo>
                  <a:pt x="1280713" y="101998"/>
                  <a:pt x="1273579" y="108368"/>
                  <a:pt x="1256034" y="108368"/>
                </a:cubicBezTo>
                <a:cubicBezTo>
                  <a:pt x="1246974" y="108368"/>
                  <a:pt x="1236177" y="106244"/>
                  <a:pt x="1231359" y="91193"/>
                </a:cubicBezTo>
                <a:cubicBezTo>
                  <a:pt x="1230394" y="87718"/>
                  <a:pt x="1229623" y="85597"/>
                  <a:pt x="1224610" y="85597"/>
                </a:cubicBezTo>
                <a:cubicBezTo>
                  <a:pt x="1217862" y="85597"/>
                  <a:pt x="1217862" y="89648"/>
                  <a:pt x="1217862" y="93508"/>
                </a:cubicBezTo>
                <a:lnTo>
                  <a:pt x="1217862" y="112225"/>
                </a:lnTo>
                <a:cubicBezTo>
                  <a:pt x="1217862" y="115308"/>
                  <a:pt x="1217862" y="120127"/>
                  <a:pt x="1223645" y="120127"/>
                </a:cubicBezTo>
                <a:cubicBezTo>
                  <a:pt x="1225381" y="120127"/>
                  <a:pt x="1228467" y="119936"/>
                  <a:pt x="1230779" y="112801"/>
                </a:cubicBezTo>
                <a:cubicBezTo>
                  <a:pt x="1240225" y="119742"/>
                  <a:pt x="1250445" y="120127"/>
                  <a:pt x="1255843" y="120127"/>
                </a:cubicBezTo>
                <a:cubicBezTo>
                  <a:pt x="1286302" y="120127"/>
                  <a:pt x="1292474" y="104123"/>
                  <a:pt x="1292474" y="94858"/>
                </a:cubicBezTo>
                <a:close/>
                <a:moveTo>
                  <a:pt x="1371903" y="114178"/>
                </a:moveTo>
                <a:cubicBezTo>
                  <a:pt x="1371903" y="102416"/>
                  <a:pt x="1364384" y="94897"/>
                  <a:pt x="1355903" y="94897"/>
                </a:cubicBezTo>
                <a:cubicBezTo>
                  <a:pt x="1348190" y="94897"/>
                  <a:pt x="1343756" y="100683"/>
                  <a:pt x="1343756" y="106853"/>
                </a:cubicBezTo>
                <a:cubicBezTo>
                  <a:pt x="1343756" y="114178"/>
                  <a:pt x="1349346" y="118997"/>
                  <a:pt x="1355709" y="118997"/>
                </a:cubicBezTo>
                <a:cubicBezTo>
                  <a:pt x="1356865" y="118997"/>
                  <a:pt x="1358215" y="118806"/>
                  <a:pt x="1359565" y="118421"/>
                </a:cubicBezTo>
                <a:cubicBezTo>
                  <a:pt x="1356674" y="130374"/>
                  <a:pt x="1347610" y="133460"/>
                  <a:pt x="1345298" y="134231"/>
                </a:cubicBezTo>
                <a:cubicBezTo>
                  <a:pt x="1343371" y="134807"/>
                  <a:pt x="1339900" y="135772"/>
                  <a:pt x="1339900" y="139629"/>
                </a:cubicBezTo>
                <a:cubicBezTo>
                  <a:pt x="1339900" y="142521"/>
                  <a:pt x="1342791" y="145799"/>
                  <a:pt x="1346069" y="145799"/>
                </a:cubicBezTo>
                <a:cubicBezTo>
                  <a:pt x="1352238" y="145799"/>
                  <a:pt x="1371903" y="135387"/>
                  <a:pt x="1371903" y="114178"/>
                </a:cubicBezTo>
                <a:close/>
                <a:moveTo>
                  <a:pt x="1601710" y="77386"/>
                </a:moveTo>
                <a:cubicBezTo>
                  <a:pt x="1601710" y="53715"/>
                  <a:pt x="1584551" y="34833"/>
                  <a:pt x="1564118" y="34833"/>
                </a:cubicBezTo>
                <a:cubicBezTo>
                  <a:pt x="1554863" y="34833"/>
                  <a:pt x="1546187" y="38305"/>
                  <a:pt x="1539630" y="44283"/>
                </a:cubicBezTo>
                <a:lnTo>
                  <a:pt x="1539630" y="9035"/>
                </a:lnTo>
                <a:cubicBezTo>
                  <a:pt x="1539630" y="3060"/>
                  <a:pt x="1538474" y="1130"/>
                  <a:pt x="1531920" y="1130"/>
                </a:cubicBezTo>
                <a:lnTo>
                  <a:pt x="1517846" y="1130"/>
                </a:lnTo>
                <a:cubicBezTo>
                  <a:pt x="1514760" y="1130"/>
                  <a:pt x="1509942" y="1130"/>
                  <a:pt x="1509942" y="7108"/>
                </a:cubicBezTo>
                <a:cubicBezTo>
                  <a:pt x="1509942" y="12892"/>
                  <a:pt x="1514955" y="12892"/>
                  <a:pt x="1517652" y="12892"/>
                </a:cubicBezTo>
                <a:lnTo>
                  <a:pt x="1526330" y="12892"/>
                </a:lnTo>
                <a:lnTo>
                  <a:pt x="1526330" y="111066"/>
                </a:lnTo>
                <a:cubicBezTo>
                  <a:pt x="1526330" y="114923"/>
                  <a:pt x="1526330" y="118971"/>
                  <a:pt x="1533076" y="118971"/>
                </a:cubicBezTo>
                <a:cubicBezTo>
                  <a:pt x="1539630" y="118971"/>
                  <a:pt x="1539630" y="115117"/>
                  <a:pt x="1539630" y="110295"/>
                </a:cubicBezTo>
                <a:cubicBezTo>
                  <a:pt x="1547535" y="118394"/>
                  <a:pt x="1555828" y="120127"/>
                  <a:pt x="1561996" y="120127"/>
                </a:cubicBezTo>
                <a:cubicBezTo>
                  <a:pt x="1583010" y="120127"/>
                  <a:pt x="1601710" y="101825"/>
                  <a:pt x="1601710" y="77386"/>
                </a:cubicBezTo>
                <a:moveTo>
                  <a:pt x="1588408" y="77386"/>
                </a:moveTo>
                <a:cubicBezTo>
                  <a:pt x="1588408" y="95859"/>
                  <a:pt x="1574914" y="108368"/>
                  <a:pt x="1561417" y="108368"/>
                </a:cubicBezTo>
                <a:cubicBezTo>
                  <a:pt x="1546379" y="108368"/>
                  <a:pt x="1539630" y="91434"/>
                  <a:pt x="1539630" y="82196"/>
                </a:cubicBezTo>
                <a:lnTo>
                  <a:pt x="1539630" y="68148"/>
                </a:lnTo>
                <a:cubicBezTo>
                  <a:pt x="1539630" y="56795"/>
                  <a:pt x="1550815" y="46595"/>
                  <a:pt x="1562958" y="46595"/>
                </a:cubicBezTo>
                <a:cubicBezTo>
                  <a:pt x="1577226" y="46595"/>
                  <a:pt x="1588408" y="60643"/>
                  <a:pt x="1588408" y="77386"/>
                </a:cubicBezTo>
                <a:close/>
                <a:moveTo>
                  <a:pt x="1698298" y="97939"/>
                </a:moveTo>
                <a:cubicBezTo>
                  <a:pt x="1698298" y="92528"/>
                  <a:pt x="1692709" y="92528"/>
                  <a:pt x="1691552" y="92528"/>
                </a:cubicBezTo>
                <a:cubicBezTo>
                  <a:pt x="1688081" y="92528"/>
                  <a:pt x="1686540" y="93108"/>
                  <a:pt x="1685189" y="96779"/>
                </a:cubicBezTo>
                <a:cubicBezTo>
                  <a:pt x="1680947" y="106614"/>
                  <a:pt x="1670536" y="108350"/>
                  <a:pt x="1665138" y="108350"/>
                </a:cubicBezTo>
                <a:cubicBezTo>
                  <a:pt x="1650679" y="108350"/>
                  <a:pt x="1636221" y="98709"/>
                  <a:pt x="1633135" y="82093"/>
                </a:cubicBezTo>
                <a:lnTo>
                  <a:pt x="1690588" y="82093"/>
                </a:lnTo>
                <a:cubicBezTo>
                  <a:pt x="1694635" y="82093"/>
                  <a:pt x="1698298" y="82093"/>
                  <a:pt x="1698298" y="74962"/>
                </a:cubicBezTo>
                <a:cubicBezTo>
                  <a:pt x="1698298" y="52976"/>
                  <a:pt x="1685960" y="34080"/>
                  <a:pt x="1660896" y="34080"/>
                </a:cubicBezTo>
                <a:cubicBezTo>
                  <a:pt x="1637953" y="34080"/>
                  <a:pt x="1619447" y="53365"/>
                  <a:pt x="1619447" y="77083"/>
                </a:cubicBezTo>
                <a:cubicBezTo>
                  <a:pt x="1619447" y="100639"/>
                  <a:pt x="1638918" y="120127"/>
                  <a:pt x="1663788" y="120127"/>
                </a:cubicBezTo>
                <a:cubicBezTo>
                  <a:pt x="1689237" y="120127"/>
                  <a:pt x="1698298" y="102766"/>
                  <a:pt x="1698298" y="97936"/>
                </a:cubicBezTo>
                <a:lnTo>
                  <a:pt x="1698298" y="97939"/>
                </a:lnTo>
                <a:moveTo>
                  <a:pt x="1684610" y="70525"/>
                </a:moveTo>
                <a:lnTo>
                  <a:pt x="1633329" y="70525"/>
                </a:lnTo>
                <a:cubicBezTo>
                  <a:pt x="1636027" y="56448"/>
                  <a:pt x="1647402" y="45842"/>
                  <a:pt x="1660896" y="45842"/>
                </a:cubicBezTo>
                <a:cubicBezTo>
                  <a:pt x="1670922" y="45842"/>
                  <a:pt x="1682874" y="50664"/>
                  <a:pt x="1684610" y="70525"/>
                </a:cubicBezTo>
                <a:close/>
                <a:moveTo>
                  <a:pt x="1798552" y="94858"/>
                </a:moveTo>
                <a:cubicBezTo>
                  <a:pt x="1798552" y="74788"/>
                  <a:pt x="1773679" y="70737"/>
                  <a:pt x="1767510" y="69772"/>
                </a:cubicBezTo>
                <a:lnTo>
                  <a:pt x="1754402" y="67457"/>
                </a:lnTo>
                <a:cubicBezTo>
                  <a:pt x="1748809" y="66683"/>
                  <a:pt x="1735701" y="64368"/>
                  <a:pt x="1735701" y="56842"/>
                </a:cubicBezTo>
                <a:cubicBezTo>
                  <a:pt x="1735701" y="51826"/>
                  <a:pt x="1741870" y="45842"/>
                  <a:pt x="1760185" y="45842"/>
                </a:cubicBezTo>
                <a:cubicBezTo>
                  <a:pt x="1776185" y="45842"/>
                  <a:pt x="1778886" y="51632"/>
                  <a:pt x="1779466" y="56648"/>
                </a:cubicBezTo>
                <a:cubicBezTo>
                  <a:pt x="1779657" y="59931"/>
                  <a:pt x="1780042" y="63211"/>
                  <a:pt x="1786020" y="63211"/>
                </a:cubicBezTo>
                <a:cubicBezTo>
                  <a:pt x="1792768" y="63211"/>
                  <a:pt x="1792768" y="59157"/>
                  <a:pt x="1792768" y="55297"/>
                </a:cubicBezTo>
                <a:lnTo>
                  <a:pt x="1792768" y="41985"/>
                </a:lnTo>
                <a:cubicBezTo>
                  <a:pt x="1792768" y="38902"/>
                  <a:pt x="1792768" y="34080"/>
                  <a:pt x="1786982" y="34080"/>
                </a:cubicBezTo>
                <a:cubicBezTo>
                  <a:pt x="1782357" y="34080"/>
                  <a:pt x="1781584" y="36781"/>
                  <a:pt x="1781198" y="38131"/>
                </a:cubicBezTo>
                <a:cubicBezTo>
                  <a:pt x="1772717" y="34080"/>
                  <a:pt x="1764233" y="34080"/>
                  <a:pt x="1760571" y="34080"/>
                </a:cubicBezTo>
                <a:cubicBezTo>
                  <a:pt x="1728373" y="34080"/>
                  <a:pt x="1723940" y="49896"/>
                  <a:pt x="1723940" y="56842"/>
                </a:cubicBezTo>
                <a:cubicBezTo>
                  <a:pt x="1723940" y="74597"/>
                  <a:pt x="1744182" y="77877"/>
                  <a:pt x="1761921" y="80578"/>
                </a:cubicBezTo>
                <a:cubicBezTo>
                  <a:pt x="1771367" y="82122"/>
                  <a:pt x="1786791" y="84632"/>
                  <a:pt x="1786791" y="94858"/>
                </a:cubicBezTo>
                <a:cubicBezTo>
                  <a:pt x="1786791" y="101998"/>
                  <a:pt x="1779657" y="108368"/>
                  <a:pt x="1762112" y="108368"/>
                </a:cubicBezTo>
                <a:cubicBezTo>
                  <a:pt x="1753051" y="108368"/>
                  <a:pt x="1742255" y="106244"/>
                  <a:pt x="1737436" y="91193"/>
                </a:cubicBezTo>
                <a:cubicBezTo>
                  <a:pt x="1736472" y="87718"/>
                  <a:pt x="1735701" y="85597"/>
                  <a:pt x="1730688" y="85597"/>
                </a:cubicBezTo>
                <a:cubicBezTo>
                  <a:pt x="1723940" y="85597"/>
                  <a:pt x="1723940" y="89648"/>
                  <a:pt x="1723940" y="93508"/>
                </a:cubicBezTo>
                <a:lnTo>
                  <a:pt x="1723940" y="112225"/>
                </a:lnTo>
                <a:cubicBezTo>
                  <a:pt x="1723940" y="115308"/>
                  <a:pt x="1723940" y="120127"/>
                  <a:pt x="1729723" y="120127"/>
                </a:cubicBezTo>
                <a:cubicBezTo>
                  <a:pt x="1731459" y="120127"/>
                  <a:pt x="1734545" y="119936"/>
                  <a:pt x="1736857" y="112801"/>
                </a:cubicBezTo>
                <a:cubicBezTo>
                  <a:pt x="1746303" y="119742"/>
                  <a:pt x="1756523" y="120127"/>
                  <a:pt x="1761921" y="120127"/>
                </a:cubicBezTo>
                <a:cubicBezTo>
                  <a:pt x="1792380" y="120127"/>
                  <a:pt x="1798552" y="104123"/>
                  <a:pt x="1798552" y="94858"/>
                </a:cubicBezTo>
                <a:close/>
                <a:moveTo>
                  <a:pt x="1897837" y="94699"/>
                </a:moveTo>
                <a:cubicBezTo>
                  <a:pt x="1897837" y="91234"/>
                  <a:pt x="1897837" y="87191"/>
                  <a:pt x="1891089" y="87191"/>
                </a:cubicBezTo>
                <a:cubicBezTo>
                  <a:pt x="1884729" y="87191"/>
                  <a:pt x="1884534" y="91234"/>
                  <a:pt x="1884534" y="94505"/>
                </a:cubicBezTo>
                <a:cubicBezTo>
                  <a:pt x="1884343" y="106441"/>
                  <a:pt x="1873353" y="108368"/>
                  <a:pt x="1868920" y="108368"/>
                </a:cubicBezTo>
                <a:cubicBezTo>
                  <a:pt x="1854075" y="108368"/>
                  <a:pt x="1854075" y="98356"/>
                  <a:pt x="1854075" y="93543"/>
                </a:cubicBezTo>
                <a:lnTo>
                  <a:pt x="1854075" y="47725"/>
                </a:lnTo>
                <a:lnTo>
                  <a:pt x="1885691" y="47725"/>
                </a:lnTo>
                <a:cubicBezTo>
                  <a:pt x="1888582" y="47725"/>
                  <a:pt x="1893404" y="47725"/>
                  <a:pt x="1893404" y="41941"/>
                </a:cubicBezTo>
                <a:cubicBezTo>
                  <a:pt x="1893404" y="35963"/>
                  <a:pt x="1888777" y="35963"/>
                  <a:pt x="1885691" y="35963"/>
                </a:cubicBezTo>
                <a:lnTo>
                  <a:pt x="1854075" y="35963"/>
                </a:lnTo>
                <a:lnTo>
                  <a:pt x="1854075" y="20156"/>
                </a:lnTo>
                <a:cubicBezTo>
                  <a:pt x="1854075" y="16490"/>
                  <a:pt x="1854075" y="12250"/>
                  <a:pt x="1847518" y="12250"/>
                </a:cubicBezTo>
                <a:cubicBezTo>
                  <a:pt x="1840773" y="12250"/>
                  <a:pt x="1840773" y="16299"/>
                  <a:pt x="1840773" y="20156"/>
                </a:cubicBezTo>
                <a:lnTo>
                  <a:pt x="1840773" y="35963"/>
                </a:lnTo>
                <a:lnTo>
                  <a:pt x="1823999" y="35963"/>
                </a:lnTo>
                <a:cubicBezTo>
                  <a:pt x="1820913" y="35963"/>
                  <a:pt x="1816094" y="35963"/>
                  <a:pt x="1816094" y="41941"/>
                </a:cubicBezTo>
                <a:cubicBezTo>
                  <a:pt x="1816094" y="47725"/>
                  <a:pt x="1820913" y="47725"/>
                  <a:pt x="1823805" y="47725"/>
                </a:cubicBezTo>
                <a:lnTo>
                  <a:pt x="1840773" y="47725"/>
                </a:lnTo>
                <a:lnTo>
                  <a:pt x="1840773" y="94699"/>
                </a:lnTo>
                <a:cubicBezTo>
                  <a:pt x="1840773" y="113187"/>
                  <a:pt x="1853881" y="120127"/>
                  <a:pt x="1867955" y="120127"/>
                </a:cubicBezTo>
                <a:cubicBezTo>
                  <a:pt x="1882222" y="120127"/>
                  <a:pt x="1897837" y="111836"/>
                  <a:pt x="1897837" y="94699"/>
                </a:cubicBezTo>
                <a:close/>
                <a:moveTo>
                  <a:pt x="2002715" y="144448"/>
                </a:moveTo>
                <a:cubicBezTo>
                  <a:pt x="2002715" y="137699"/>
                  <a:pt x="1995969" y="137699"/>
                  <a:pt x="1993654" y="137699"/>
                </a:cubicBezTo>
                <a:lnTo>
                  <a:pt x="1932347" y="137699"/>
                </a:lnTo>
                <a:cubicBezTo>
                  <a:pt x="1930032" y="137699"/>
                  <a:pt x="1923287" y="137699"/>
                  <a:pt x="1923287" y="144448"/>
                </a:cubicBezTo>
                <a:cubicBezTo>
                  <a:pt x="1923287" y="151194"/>
                  <a:pt x="1930032" y="151194"/>
                  <a:pt x="1932347" y="151194"/>
                </a:cubicBezTo>
                <a:lnTo>
                  <a:pt x="1993654" y="151194"/>
                </a:lnTo>
                <a:cubicBezTo>
                  <a:pt x="1995969" y="151194"/>
                  <a:pt x="2002715" y="151194"/>
                  <a:pt x="2002715" y="144448"/>
                </a:cubicBezTo>
                <a:close/>
                <a:moveTo>
                  <a:pt x="2102198" y="94858"/>
                </a:moveTo>
                <a:cubicBezTo>
                  <a:pt x="2102198" y="74788"/>
                  <a:pt x="2077325" y="70737"/>
                  <a:pt x="2071156" y="69772"/>
                </a:cubicBezTo>
                <a:lnTo>
                  <a:pt x="2058048" y="67457"/>
                </a:lnTo>
                <a:cubicBezTo>
                  <a:pt x="2052455" y="66683"/>
                  <a:pt x="2039347" y="64368"/>
                  <a:pt x="2039347" y="56842"/>
                </a:cubicBezTo>
                <a:cubicBezTo>
                  <a:pt x="2039347" y="51826"/>
                  <a:pt x="2045516" y="45842"/>
                  <a:pt x="2063831" y="45842"/>
                </a:cubicBezTo>
                <a:cubicBezTo>
                  <a:pt x="2079831" y="45842"/>
                  <a:pt x="2082532" y="51632"/>
                  <a:pt x="2083111" y="56648"/>
                </a:cubicBezTo>
                <a:cubicBezTo>
                  <a:pt x="2083303" y="59931"/>
                  <a:pt x="2083688" y="63211"/>
                  <a:pt x="2089666" y="63211"/>
                </a:cubicBezTo>
                <a:cubicBezTo>
                  <a:pt x="2096414" y="63211"/>
                  <a:pt x="2096414" y="59157"/>
                  <a:pt x="2096414" y="55297"/>
                </a:cubicBezTo>
                <a:lnTo>
                  <a:pt x="2096414" y="41985"/>
                </a:lnTo>
                <a:cubicBezTo>
                  <a:pt x="2096414" y="38902"/>
                  <a:pt x="2096414" y="34080"/>
                  <a:pt x="2090628" y="34080"/>
                </a:cubicBezTo>
                <a:cubicBezTo>
                  <a:pt x="2086003" y="34080"/>
                  <a:pt x="2085230" y="36781"/>
                  <a:pt x="2084844" y="38131"/>
                </a:cubicBezTo>
                <a:cubicBezTo>
                  <a:pt x="2076363" y="34080"/>
                  <a:pt x="2067879" y="34080"/>
                  <a:pt x="2064217" y="34080"/>
                </a:cubicBezTo>
                <a:cubicBezTo>
                  <a:pt x="2032019" y="34080"/>
                  <a:pt x="2027586" y="49896"/>
                  <a:pt x="2027586" y="56842"/>
                </a:cubicBezTo>
                <a:cubicBezTo>
                  <a:pt x="2027586" y="74597"/>
                  <a:pt x="2047828" y="77877"/>
                  <a:pt x="2065567" y="80578"/>
                </a:cubicBezTo>
                <a:cubicBezTo>
                  <a:pt x="2075013" y="82122"/>
                  <a:pt x="2090437" y="84632"/>
                  <a:pt x="2090437" y="94858"/>
                </a:cubicBezTo>
                <a:cubicBezTo>
                  <a:pt x="2090437" y="101998"/>
                  <a:pt x="2083303" y="108368"/>
                  <a:pt x="2065758" y="108368"/>
                </a:cubicBezTo>
                <a:cubicBezTo>
                  <a:pt x="2056697" y="108368"/>
                  <a:pt x="2045901" y="106244"/>
                  <a:pt x="2041082" y="91193"/>
                </a:cubicBezTo>
                <a:cubicBezTo>
                  <a:pt x="2040118" y="87718"/>
                  <a:pt x="2039347" y="85597"/>
                  <a:pt x="2034334" y="85597"/>
                </a:cubicBezTo>
                <a:cubicBezTo>
                  <a:pt x="2027586" y="85597"/>
                  <a:pt x="2027586" y="89648"/>
                  <a:pt x="2027586" y="93508"/>
                </a:cubicBezTo>
                <a:lnTo>
                  <a:pt x="2027586" y="112225"/>
                </a:lnTo>
                <a:cubicBezTo>
                  <a:pt x="2027586" y="115308"/>
                  <a:pt x="2027586" y="120127"/>
                  <a:pt x="2033369" y="120127"/>
                </a:cubicBezTo>
                <a:cubicBezTo>
                  <a:pt x="2035105" y="120127"/>
                  <a:pt x="2038191" y="119936"/>
                  <a:pt x="2040503" y="112801"/>
                </a:cubicBezTo>
                <a:cubicBezTo>
                  <a:pt x="2049949" y="119742"/>
                  <a:pt x="2060169" y="120127"/>
                  <a:pt x="2065567" y="120127"/>
                </a:cubicBezTo>
                <a:cubicBezTo>
                  <a:pt x="2096026" y="120127"/>
                  <a:pt x="2102198" y="104123"/>
                  <a:pt x="2102198" y="94858"/>
                </a:cubicBezTo>
                <a:close/>
                <a:moveTo>
                  <a:pt x="2204954" y="77298"/>
                </a:moveTo>
                <a:cubicBezTo>
                  <a:pt x="2204954" y="53176"/>
                  <a:pt x="2187024" y="34080"/>
                  <a:pt x="2165432" y="34080"/>
                </a:cubicBezTo>
                <a:cubicBezTo>
                  <a:pt x="2143839" y="34080"/>
                  <a:pt x="2125909" y="53176"/>
                  <a:pt x="2125909" y="77298"/>
                </a:cubicBezTo>
                <a:cubicBezTo>
                  <a:pt x="2125909" y="101807"/>
                  <a:pt x="2144224" y="120127"/>
                  <a:pt x="2165432" y="120127"/>
                </a:cubicBezTo>
                <a:cubicBezTo>
                  <a:pt x="2186639" y="120127"/>
                  <a:pt x="2204954" y="101613"/>
                  <a:pt x="2204954" y="77298"/>
                </a:cubicBezTo>
                <a:moveTo>
                  <a:pt x="2191652" y="75947"/>
                </a:moveTo>
                <a:cubicBezTo>
                  <a:pt x="2191652" y="93893"/>
                  <a:pt x="2179699" y="108368"/>
                  <a:pt x="2165432" y="108368"/>
                </a:cubicBezTo>
                <a:cubicBezTo>
                  <a:pt x="2151164" y="108368"/>
                  <a:pt x="2139212" y="93893"/>
                  <a:pt x="2139212" y="75947"/>
                </a:cubicBezTo>
                <a:cubicBezTo>
                  <a:pt x="2139212" y="58387"/>
                  <a:pt x="2151744" y="45842"/>
                  <a:pt x="2165432" y="45842"/>
                </a:cubicBezTo>
                <a:cubicBezTo>
                  <a:pt x="2179314" y="45842"/>
                  <a:pt x="2191652" y="58387"/>
                  <a:pt x="2191652" y="75947"/>
                </a:cubicBezTo>
                <a:close/>
                <a:moveTo>
                  <a:pt x="2306361" y="144448"/>
                </a:moveTo>
                <a:cubicBezTo>
                  <a:pt x="2306361" y="137699"/>
                  <a:pt x="2299616" y="137699"/>
                  <a:pt x="2297301" y="137699"/>
                </a:cubicBezTo>
                <a:lnTo>
                  <a:pt x="2235994" y="137699"/>
                </a:lnTo>
                <a:cubicBezTo>
                  <a:pt x="2233679" y="137699"/>
                  <a:pt x="2226934" y="137699"/>
                  <a:pt x="2226934" y="144448"/>
                </a:cubicBezTo>
                <a:cubicBezTo>
                  <a:pt x="2226934" y="151194"/>
                  <a:pt x="2233679" y="151194"/>
                  <a:pt x="2235994" y="151194"/>
                </a:cubicBezTo>
                <a:lnTo>
                  <a:pt x="2297301" y="151194"/>
                </a:lnTo>
                <a:cubicBezTo>
                  <a:pt x="2299616" y="151194"/>
                  <a:pt x="2306361" y="151194"/>
                  <a:pt x="2306361" y="144448"/>
                </a:cubicBezTo>
                <a:close/>
                <a:moveTo>
                  <a:pt x="2401602" y="11571"/>
                </a:moveTo>
                <a:cubicBezTo>
                  <a:pt x="2401602" y="0"/>
                  <a:pt x="2386178" y="0"/>
                  <a:pt x="2383092" y="0"/>
                </a:cubicBezTo>
                <a:cubicBezTo>
                  <a:pt x="2367669" y="0"/>
                  <a:pt x="2352824" y="8870"/>
                  <a:pt x="2352824" y="25704"/>
                </a:cubicBezTo>
                <a:lnTo>
                  <a:pt x="2352824" y="35963"/>
                </a:lnTo>
                <a:lnTo>
                  <a:pt x="2333547" y="35963"/>
                </a:lnTo>
                <a:cubicBezTo>
                  <a:pt x="2330461" y="35963"/>
                  <a:pt x="2325642" y="35963"/>
                  <a:pt x="2325642" y="41941"/>
                </a:cubicBezTo>
                <a:cubicBezTo>
                  <a:pt x="2325642" y="47725"/>
                  <a:pt x="2330461" y="47725"/>
                  <a:pt x="2333353" y="47725"/>
                </a:cubicBezTo>
                <a:lnTo>
                  <a:pt x="2352824" y="47725"/>
                </a:lnTo>
                <a:lnTo>
                  <a:pt x="2352824" y="107238"/>
                </a:lnTo>
                <a:lnTo>
                  <a:pt x="2333353" y="107238"/>
                </a:lnTo>
                <a:cubicBezTo>
                  <a:pt x="2330461" y="107238"/>
                  <a:pt x="2325448" y="107238"/>
                  <a:pt x="2325448" y="113022"/>
                </a:cubicBezTo>
                <a:cubicBezTo>
                  <a:pt x="2325448" y="118997"/>
                  <a:pt x="2330461" y="118997"/>
                  <a:pt x="2333353" y="118997"/>
                </a:cubicBezTo>
                <a:lnTo>
                  <a:pt x="2385599" y="118997"/>
                </a:lnTo>
                <a:cubicBezTo>
                  <a:pt x="2388490" y="118997"/>
                  <a:pt x="2393503" y="118997"/>
                  <a:pt x="2393503" y="113213"/>
                </a:cubicBezTo>
                <a:cubicBezTo>
                  <a:pt x="2393503" y="107238"/>
                  <a:pt x="2388490" y="107238"/>
                  <a:pt x="2385599" y="107238"/>
                </a:cubicBezTo>
                <a:lnTo>
                  <a:pt x="2366127" y="107238"/>
                </a:lnTo>
                <a:lnTo>
                  <a:pt x="2366127" y="47725"/>
                </a:lnTo>
                <a:lnTo>
                  <a:pt x="2389649" y="47725"/>
                </a:lnTo>
                <a:cubicBezTo>
                  <a:pt x="2392541" y="47725"/>
                  <a:pt x="2397360" y="47725"/>
                  <a:pt x="2397360" y="41941"/>
                </a:cubicBezTo>
                <a:cubicBezTo>
                  <a:pt x="2397360" y="35963"/>
                  <a:pt x="2392732" y="35963"/>
                  <a:pt x="2389649" y="35963"/>
                </a:cubicBezTo>
                <a:lnTo>
                  <a:pt x="2366127" y="35963"/>
                </a:lnTo>
                <a:lnTo>
                  <a:pt x="2366127" y="26863"/>
                </a:lnTo>
                <a:cubicBezTo>
                  <a:pt x="2366127" y="11762"/>
                  <a:pt x="2379044" y="11762"/>
                  <a:pt x="2384828" y="11762"/>
                </a:cubicBezTo>
                <a:cubicBezTo>
                  <a:pt x="2384828" y="12536"/>
                  <a:pt x="2386564" y="20088"/>
                  <a:pt x="2393312" y="20088"/>
                </a:cubicBezTo>
                <a:cubicBezTo>
                  <a:pt x="2397166" y="20088"/>
                  <a:pt x="2401602" y="16990"/>
                  <a:pt x="2401602" y="11571"/>
                </a:cubicBezTo>
                <a:close/>
                <a:moveTo>
                  <a:pt x="2518626" y="113022"/>
                </a:moveTo>
                <a:cubicBezTo>
                  <a:pt x="2518626" y="107238"/>
                  <a:pt x="2513804" y="107238"/>
                  <a:pt x="2510913" y="107238"/>
                </a:cubicBezTo>
                <a:cubicBezTo>
                  <a:pt x="2502817" y="107238"/>
                  <a:pt x="2500887" y="106273"/>
                  <a:pt x="2499346" y="105694"/>
                </a:cubicBezTo>
                <a:lnTo>
                  <a:pt x="2499346" y="63991"/>
                </a:lnTo>
                <a:cubicBezTo>
                  <a:pt x="2499346" y="50284"/>
                  <a:pt x="2488935" y="34080"/>
                  <a:pt x="2461173" y="34080"/>
                </a:cubicBezTo>
                <a:cubicBezTo>
                  <a:pt x="2452883" y="34080"/>
                  <a:pt x="2433217" y="34080"/>
                  <a:pt x="2433217" y="48160"/>
                </a:cubicBezTo>
                <a:cubicBezTo>
                  <a:pt x="2433217" y="53953"/>
                  <a:pt x="2437268" y="57042"/>
                  <a:pt x="2441893" y="57042"/>
                </a:cubicBezTo>
                <a:cubicBezTo>
                  <a:pt x="2444785" y="57042"/>
                  <a:pt x="2450183" y="55303"/>
                  <a:pt x="2450377" y="48160"/>
                </a:cubicBezTo>
                <a:cubicBezTo>
                  <a:pt x="2450377" y="46616"/>
                  <a:pt x="2450568" y="46422"/>
                  <a:pt x="2454425" y="46036"/>
                </a:cubicBezTo>
                <a:cubicBezTo>
                  <a:pt x="2457125" y="45842"/>
                  <a:pt x="2459632" y="45842"/>
                  <a:pt x="2461367" y="45842"/>
                </a:cubicBezTo>
                <a:cubicBezTo>
                  <a:pt x="2476017" y="45842"/>
                  <a:pt x="2486043" y="51829"/>
                  <a:pt x="2486043" y="65536"/>
                </a:cubicBezTo>
                <a:cubicBezTo>
                  <a:pt x="2451918" y="66115"/>
                  <a:pt x="2428205" y="75768"/>
                  <a:pt x="2428205" y="94302"/>
                </a:cubicBezTo>
                <a:cubicBezTo>
                  <a:pt x="2428205" y="107597"/>
                  <a:pt x="2440351" y="120127"/>
                  <a:pt x="2460017" y="120127"/>
                </a:cubicBezTo>
                <a:cubicBezTo>
                  <a:pt x="2467151" y="120127"/>
                  <a:pt x="2479103" y="118780"/>
                  <a:pt x="2488164" y="112801"/>
                </a:cubicBezTo>
                <a:cubicBezTo>
                  <a:pt x="2492406" y="118806"/>
                  <a:pt x="2501661" y="118997"/>
                  <a:pt x="2508986" y="118997"/>
                </a:cubicBezTo>
                <a:cubicBezTo>
                  <a:pt x="2514384" y="118997"/>
                  <a:pt x="2518626" y="118997"/>
                  <a:pt x="2518626" y="113022"/>
                </a:cubicBezTo>
                <a:moveTo>
                  <a:pt x="2486043" y="93164"/>
                </a:moveTo>
                <a:cubicBezTo>
                  <a:pt x="2486043" y="97597"/>
                  <a:pt x="2486043" y="101645"/>
                  <a:pt x="2478524" y="105117"/>
                </a:cubicBezTo>
                <a:cubicBezTo>
                  <a:pt x="2471584" y="108368"/>
                  <a:pt x="2462909" y="108368"/>
                  <a:pt x="2461367" y="108368"/>
                </a:cubicBezTo>
                <a:cubicBezTo>
                  <a:pt x="2449412" y="108368"/>
                  <a:pt x="2441507" y="101813"/>
                  <a:pt x="2441507" y="94293"/>
                </a:cubicBezTo>
                <a:cubicBezTo>
                  <a:pt x="2441507" y="84844"/>
                  <a:pt x="2458087" y="77712"/>
                  <a:pt x="2486043" y="76939"/>
                </a:cubicBezTo>
                <a:lnTo>
                  <a:pt x="2486043" y="93164"/>
                </a:lnTo>
                <a:close/>
                <a:moveTo>
                  <a:pt x="2613673" y="46789"/>
                </a:moveTo>
                <a:cubicBezTo>
                  <a:pt x="2613673" y="42932"/>
                  <a:pt x="2611358" y="34833"/>
                  <a:pt x="2595357" y="34833"/>
                </a:cubicBezTo>
                <a:cubicBezTo>
                  <a:pt x="2585523" y="34833"/>
                  <a:pt x="2573185" y="38305"/>
                  <a:pt x="2562583" y="50452"/>
                </a:cubicBezTo>
                <a:lnTo>
                  <a:pt x="2562583" y="43897"/>
                </a:lnTo>
                <a:cubicBezTo>
                  <a:pt x="2562583" y="37893"/>
                  <a:pt x="2561424" y="35963"/>
                  <a:pt x="2554870" y="35963"/>
                </a:cubicBezTo>
                <a:lnTo>
                  <a:pt x="2533663" y="35963"/>
                </a:lnTo>
                <a:cubicBezTo>
                  <a:pt x="2530771" y="35963"/>
                  <a:pt x="2525952" y="35963"/>
                  <a:pt x="2525952" y="41750"/>
                </a:cubicBezTo>
                <a:cubicBezTo>
                  <a:pt x="2525952" y="47725"/>
                  <a:pt x="2530580" y="47725"/>
                  <a:pt x="2533663" y="47725"/>
                </a:cubicBezTo>
                <a:lnTo>
                  <a:pt x="2549280" y="47725"/>
                </a:lnTo>
                <a:lnTo>
                  <a:pt x="2549280" y="107238"/>
                </a:lnTo>
                <a:lnTo>
                  <a:pt x="2533663" y="107238"/>
                </a:lnTo>
                <a:cubicBezTo>
                  <a:pt x="2530771" y="107238"/>
                  <a:pt x="2525952" y="107238"/>
                  <a:pt x="2525952" y="113022"/>
                </a:cubicBezTo>
                <a:cubicBezTo>
                  <a:pt x="2525952" y="118997"/>
                  <a:pt x="2530580" y="118997"/>
                  <a:pt x="2533663" y="118997"/>
                </a:cubicBezTo>
                <a:lnTo>
                  <a:pt x="2583982" y="118997"/>
                </a:lnTo>
                <a:cubicBezTo>
                  <a:pt x="2586873" y="118997"/>
                  <a:pt x="2591886" y="118997"/>
                  <a:pt x="2591886" y="113213"/>
                </a:cubicBezTo>
                <a:cubicBezTo>
                  <a:pt x="2591886" y="107238"/>
                  <a:pt x="2586873" y="107238"/>
                  <a:pt x="2583982" y="107238"/>
                </a:cubicBezTo>
                <a:lnTo>
                  <a:pt x="2562583" y="107238"/>
                </a:lnTo>
                <a:lnTo>
                  <a:pt x="2562583" y="83164"/>
                </a:lnTo>
                <a:cubicBezTo>
                  <a:pt x="2562583" y="65106"/>
                  <a:pt x="2573956" y="46595"/>
                  <a:pt x="2597284" y="46595"/>
                </a:cubicBezTo>
                <a:cubicBezTo>
                  <a:pt x="2597478" y="51223"/>
                  <a:pt x="2600756" y="55080"/>
                  <a:pt x="2605574" y="55080"/>
                </a:cubicBezTo>
                <a:cubicBezTo>
                  <a:pt x="2609816" y="55080"/>
                  <a:pt x="2613673" y="51994"/>
                  <a:pt x="2613673" y="46789"/>
                </a:cubicBezTo>
                <a:close/>
                <a:moveTo>
                  <a:pt x="2809932" y="113213"/>
                </a:moveTo>
                <a:cubicBezTo>
                  <a:pt x="2809932" y="107238"/>
                  <a:pt x="2804922" y="107238"/>
                  <a:pt x="2802027" y="107238"/>
                </a:cubicBezTo>
                <a:lnTo>
                  <a:pt x="2781785" y="107238"/>
                </a:lnTo>
                <a:lnTo>
                  <a:pt x="2781785" y="43868"/>
                </a:lnTo>
                <a:cubicBezTo>
                  <a:pt x="2781785" y="37893"/>
                  <a:pt x="2780629" y="35963"/>
                  <a:pt x="2774075" y="35963"/>
                </a:cubicBezTo>
                <a:lnTo>
                  <a:pt x="2746699" y="35963"/>
                </a:lnTo>
                <a:cubicBezTo>
                  <a:pt x="2743807" y="35963"/>
                  <a:pt x="2738794" y="35963"/>
                  <a:pt x="2738794" y="41750"/>
                </a:cubicBezTo>
                <a:cubicBezTo>
                  <a:pt x="2738794" y="47725"/>
                  <a:pt x="2743807" y="47725"/>
                  <a:pt x="2746699" y="47725"/>
                </a:cubicBezTo>
                <a:lnTo>
                  <a:pt x="2768482" y="47725"/>
                </a:lnTo>
                <a:lnTo>
                  <a:pt x="2768482" y="107238"/>
                </a:lnTo>
                <a:lnTo>
                  <a:pt x="2745154" y="107238"/>
                </a:lnTo>
                <a:cubicBezTo>
                  <a:pt x="2742071" y="107238"/>
                  <a:pt x="2737250" y="107238"/>
                  <a:pt x="2737250" y="113213"/>
                </a:cubicBezTo>
                <a:cubicBezTo>
                  <a:pt x="2737250" y="118997"/>
                  <a:pt x="2742262" y="118997"/>
                  <a:pt x="2745154" y="118997"/>
                </a:cubicBezTo>
                <a:lnTo>
                  <a:pt x="2802027" y="118997"/>
                </a:lnTo>
                <a:cubicBezTo>
                  <a:pt x="2804922" y="118997"/>
                  <a:pt x="2809932" y="118997"/>
                  <a:pt x="2809932" y="113213"/>
                </a:cubicBezTo>
                <a:moveTo>
                  <a:pt x="2782556" y="12089"/>
                </a:moveTo>
                <a:cubicBezTo>
                  <a:pt x="2782556" y="6690"/>
                  <a:pt x="2778317" y="2448"/>
                  <a:pt x="2772919" y="2448"/>
                </a:cubicBezTo>
                <a:cubicBezTo>
                  <a:pt x="2767518" y="2448"/>
                  <a:pt x="2763278" y="6690"/>
                  <a:pt x="2763278" y="12089"/>
                </a:cubicBezTo>
                <a:cubicBezTo>
                  <a:pt x="2763278" y="17487"/>
                  <a:pt x="2767518" y="21729"/>
                  <a:pt x="2772919" y="21729"/>
                </a:cubicBezTo>
                <a:cubicBezTo>
                  <a:pt x="2778317" y="21729"/>
                  <a:pt x="2782556" y="17487"/>
                  <a:pt x="2782556" y="12089"/>
                </a:cubicBezTo>
                <a:close/>
                <a:moveTo>
                  <a:pt x="2911921" y="94858"/>
                </a:moveTo>
                <a:cubicBezTo>
                  <a:pt x="2911921" y="74788"/>
                  <a:pt x="2887048" y="70737"/>
                  <a:pt x="2880879" y="69772"/>
                </a:cubicBezTo>
                <a:lnTo>
                  <a:pt x="2867771" y="67457"/>
                </a:lnTo>
                <a:cubicBezTo>
                  <a:pt x="2862179" y="66683"/>
                  <a:pt x="2849070" y="64368"/>
                  <a:pt x="2849070" y="56842"/>
                </a:cubicBezTo>
                <a:cubicBezTo>
                  <a:pt x="2849070" y="51826"/>
                  <a:pt x="2855239" y="45842"/>
                  <a:pt x="2873554" y="45842"/>
                </a:cubicBezTo>
                <a:cubicBezTo>
                  <a:pt x="2889555" y="45842"/>
                  <a:pt x="2892255" y="51632"/>
                  <a:pt x="2892835" y="56648"/>
                </a:cubicBezTo>
                <a:cubicBezTo>
                  <a:pt x="2893026" y="59931"/>
                  <a:pt x="2893411" y="63211"/>
                  <a:pt x="2899389" y="63211"/>
                </a:cubicBezTo>
                <a:cubicBezTo>
                  <a:pt x="2906137" y="63211"/>
                  <a:pt x="2906137" y="59157"/>
                  <a:pt x="2906137" y="55297"/>
                </a:cubicBezTo>
                <a:lnTo>
                  <a:pt x="2906137" y="41985"/>
                </a:lnTo>
                <a:cubicBezTo>
                  <a:pt x="2906137" y="38902"/>
                  <a:pt x="2906137" y="34080"/>
                  <a:pt x="2900351" y="34080"/>
                </a:cubicBezTo>
                <a:cubicBezTo>
                  <a:pt x="2895726" y="34080"/>
                  <a:pt x="2894953" y="36781"/>
                  <a:pt x="2894567" y="38131"/>
                </a:cubicBezTo>
                <a:cubicBezTo>
                  <a:pt x="2886086" y="34080"/>
                  <a:pt x="2877602" y="34080"/>
                  <a:pt x="2873940" y="34080"/>
                </a:cubicBezTo>
                <a:cubicBezTo>
                  <a:pt x="2841742" y="34080"/>
                  <a:pt x="2837309" y="49896"/>
                  <a:pt x="2837309" y="56842"/>
                </a:cubicBezTo>
                <a:cubicBezTo>
                  <a:pt x="2837309" y="74597"/>
                  <a:pt x="2857551" y="77877"/>
                  <a:pt x="2875290" y="80578"/>
                </a:cubicBezTo>
                <a:cubicBezTo>
                  <a:pt x="2884736" y="82122"/>
                  <a:pt x="2900160" y="84632"/>
                  <a:pt x="2900160" y="94858"/>
                </a:cubicBezTo>
                <a:cubicBezTo>
                  <a:pt x="2900160" y="101998"/>
                  <a:pt x="2893026" y="108368"/>
                  <a:pt x="2875481" y="108368"/>
                </a:cubicBezTo>
                <a:cubicBezTo>
                  <a:pt x="2866421" y="108368"/>
                  <a:pt x="2855624" y="106244"/>
                  <a:pt x="2850806" y="91193"/>
                </a:cubicBezTo>
                <a:cubicBezTo>
                  <a:pt x="2849841" y="87718"/>
                  <a:pt x="2849070" y="85597"/>
                  <a:pt x="2844057" y="85597"/>
                </a:cubicBezTo>
                <a:cubicBezTo>
                  <a:pt x="2837309" y="85597"/>
                  <a:pt x="2837309" y="89648"/>
                  <a:pt x="2837309" y="93508"/>
                </a:cubicBezTo>
                <a:lnTo>
                  <a:pt x="2837309" y="112225"/>
                </a:lnTo>
                <a:cubicBezTo>
                  <a:pt x="2837309" y="115308"/>
                  <a:pt x="2837309" y="120127"/>
                  <a:pt x="2843092" y="120127"/>
                </a:cubicBezTo>
                <a:cubicBezTo>
                  <a:pt x="2844828" y="120127"/>
                  <a:pt x="2847914" y="119936"/>
                  <a:pt x="2850226" y="112801"/>
                </a:cubicBezTo>
                <a:cubicBezTo>
                  <a:pt x="2859672" y="119742"/>
                  <a:pt x="2869892" y="120127"/>
                  <a:pt x="2875290" y="120127"/>
                </a:cubicBezTo>
                <a:cubicBezTo>
                  <a:pt x="2905749" y="120127"/>
                  <a:pt x="2911921" y="104123"/>
                  <a:pt x="2911921" y="94858"/>
                </a:cubicBezTo>
                <a:close/>
                <a:moveTo>
                  <a:pt x="3112421" y="94699"/>
                </a:moveTo>
                <a:cubicBezTo>
                  <a:pt x="3112421" y="91234"/>
                  <a:pt x="3112421" y="87191"/>
                  <a:pt x="3105673" y="87191"/>
                </a:cubicBezTo>
                <a:cubicBezTo>
                  <a:pt x="3099313" y="87191"/>
                  <a:pt x="3099119" y="91234"/>
                  <a:pt x="3099119" y="94505"/>
                </a:cubicBezTo>
                <a:cubicBezTo>
                  <a:pt x="3098927" y="106441"/>
                  <a:pt x="3087937" y="108368"/>
                  <a:pt x="3083504" y="108368"/>
                </a:cubicBezTo>
                <a:cubicBezTo>
                  <a:pt x="3068659" y="108368"/>
                  <a:pt x="3068659" y="98356"/>
                  <a:pt x="3068659" y="93543"/>
                </a:cubicBezTo>
                <a:lnTo>
                  <a:pt x="3068659" y="47725"/>
                </a:lnTo>
                <a:lnTo>
                  <a:pt x="3100275" y="47725"/>
                </a:lnTo>
                <a:cubicBezTo>
                  <a:pt x="3103166" y="47725"/>
                  <a:pt x="3107988" y="47725"/>
                  <a:pt x="3107988" y="41941"/>
                </a:cubicBezTo>
                <a:cubicBezTo>
                  <a:pt x="3107988" y="35963"/>
                  <a:pt x="3103361" y="35963"/>
                  <a:pt x="3100275" y="35963"/>
                </a:cubicBezTo>
                <a:lnTo>
                  <a:pt x="3068659" y="35963"/>
                </a:lnTo>
                <a:lnTo>
                  <a:pt x="3068659" y="20156"/>
                </a:lnTo>
                <a:cubicBezTo>
                  <a:pt x="3068659" y="16490"/>
                  <a:pt x="3068659" y="12250"/>
                  <a:pt x="3062102" y="12250"/>
                </a:cubicBezTo>
                <a:cubicBezTo>
                  <a:pt x="3055357" y="12250"/>
                  <a:pt x="3055357" y="16299"/>
                  <a:pt x="3055357" y="20156"/>
                </a:cubicBezTo>
                <a:lnTo>
                  <a:pt x="3055357" y="35963"/>
                </a:lnTo>
                <a:lnTo>
                  <a:pt x="3038583" y="35963"/>
                </a:lnTo>
                <a:cubicBezTo>
                  <a:pt x="3035497" y="35963"/>
                  <a:pt x="3030678" y="35963"/>
                  <a:pt x="3030678" y="41941"/>
                </a:cubicBezTo>
                <a:cubicBezTo>
                  <a:pt x="3030678" y="47725"/>
                  <a:pt x="3035497" y="47725"/>
                  <a:pt x="3038389" y="47725"/>
                </a:cubicBezTo>
                <a:lnTo>
                  <a:pt x="3055357" y="47725"/>
                </a:lnTo>
                <a:lnTo>
                  <a:pt x="3055357" y="94699"/>
                </a:lnTo>
                <a:cubicBezTo>
                  <a:pt x="3055357" y="113187"/>
                  <a:pt x="3068465" y="120127"/>
                  <a:pt x="3082539" y="120127"/>
                </a:cubicBezTo>
                <a:cubicBezTo>
                  <a:pt x="3096806" y="120127"/>
                  <a:pt x="3112421" y="111836"/>
                  <a:pt x="3112421" y="94699"/>
                </a:cubicBezTo>
                <a:close/>
                <a:moveTo>
                  <a:pt x="3225783" y="113213"/>
                </a:moveTo>
                <a:cubicBezTo>
                  <a:pt x="3225783" y="107238"/>
                  <a:pt x="3220965" y="107238"/>
                  <a:pt x="3217879" y="107238"/>
                </a:cubicBezTo>
                <a:lnTo>
                  <a:pt x="3209395" y="107238"/>
                </a:lnTo>
                <a:lnTo>
                  <a:pt x="3209395" y="62576"/>
                </a:lnTo>
                <a:cubicBezTo>
                  <a:pt x="3209395" y="43126"/>
                  <a:pt x="3199563" y="34833"/>
                  <a:pt x="3184334" y="34833"/>
                </a:cubicBezTo>
                <a:cubicBezTo>
                  <a:pt x="3171416" y="34833"/>
                  <a:pt x="3162741" y="41391"/>
                  <a:pt x="3159076" y="45053"/>
                </a:cubicBezTo>
                <a:lnTo>
                  <a:pt x="3159076" y="9035"/>
                </a:lnTo>
                <a:cubicBezTo>
                  <a:pt x="3159076" y="3060"/>
                  <a:pt x="3157920" y="1130"/>
                  <a:pt x="3151365" y="1130"/>
                </a:cubicBezTo>
                <a:lnTo>
                  <a:pt x="3137292" y="1130"/>
                </a:lnTo>
                <a:cubicBezTo>
                  <a:pt x="3134206" y="1130"/>
                  <a:pt x="3129387" y="1130"/>
                  <a:pt x="3129387" y="7108"/>
                </a:cubicBezTo>
                <a:cubicBezTo>
                  <a:pt x="3129387" y="12892"/>
                  <a:pt x="3134400" y="12892"/>
                  <a:pt x="3137098" y="12892"/>
                </a:cubicBezTo>
                <a:lnTo>
                  <a:pt x="3145776" y="12892"/>
                </a:lnTo>
                <a:lnTo>
                  <a:pt x="3145776" y="107238"/>
                </a:lnTo>
                <a:lnTo>
                  <a:pt x="3137292" y="107238"/>
                </a:lnTo>
                <a:cubicBezTo>
                  <a:pt x="3134206" y="107238"/>
                  <a:pt x="3129387" y="107238"/>
                  <a:pt x="3129387" y="113213"/>
                </a:cubicBezTo>
                <a:cubicBezTo>
                  <a:pt x="3129387" y="118997"/>
                  <a:pt x="3134400" y="118997"/>
                  <a:pt x="3137098" y="118997"/>
                </a:cubicBezTo>
                <a:lnTo>
                  <a:pt x="3167754" y="118997"/>
                </a:lnTo>
                <a:cubicBezTo>
                  <a:pt x="3170452" y="118997"/>
                  <a:pt x="3175464" y="118997"/>
                  <a:pt x="3175464" y="113213"/>
                </a:cubicBezTo>
                <a:cubicBezTo>
                  <a:pt x="3175464" y="107238"/>
                  <a:pt x="3170646" y="107238"/>
                  <a:pt x="3167560" y="107238"/>
                </a:cubicBezTo>
                <a:lnTo>
                  <a:pt x="3159076" y="107238"/>
                </a:lnTo>
                <a:lnTo>
                  <a:pt x="3159076" y="73164"/>
                </a:lnTo>
                <a:cubicBezTo>
                  <a:pt x="3159076" y="53912"/>
                  <a:pt x="3173343" y="46595"/>
                  <a:pt x="3183178" y="46595"/>
                </a:cubicBezTo>
                <a:cubicBezTo>
                  <a:pt x="3193394" y="46595"/>
                  <a:pt x="3196092" y="51988"/>
                  <a:pt x="3196092" y="63538"/>
                </a:cubicBezTo>
                <a:lnTo>
                  <a:pt x="3196092" y="107238"/>
                </a:lnTo>
                <a:lnTo>
                  <a:pt x="3188576" y="107238"/>
                </a:lnTo>
                <a:cubicBezTo>
                  <a:pt x="3185490" y="107238"/>
                  <a:pt x="3180671" y="107238"/>
                  <a:pt x="3180671" y="113213"/>
                </a:cubicBezTo>
                <a:cubicBezTo>
                  <a:pt x="3180671" y="118997"/>
                  <a:pt x="3185875" y="118997"/>
                  <a:pt x="3188576" y="118997"/>
                </a:cubicBezTo>
                <a:lnTo>
                  <a:pt x="3218073" y="118997"/>
                </a:lnTo>
                <a:cubicBezTo>
                  <a:pt x="3220771" y="118997"/>
                  <a:pt x="3225783" y="118997"/>
                  <a:pt x="3225783" y="113213"/>
                </a:cubicBezTo>
                <a:close/>
                <a:moveTo>
                  <a:pt x="3317744" y="97939"/>
                </a:moveTo>
                <a:cubicBezTo>
                  <a:pt x="3317744" y="92528"/>
                  <a:pt x="3312155" y="92528"/>
                  <a:pt x="3310999" y="92528"/>
                </a:cubicBezTo>
                <a:cubicBezTo>
                  <a:pt x="3307527" y="92528"/>
                  <a:pt x="3305986" y="93108"/>
                  <a:pt x="3304636" y="96779"/>
                </a:cubicBezTo>
                <a:cubicBezTo>
                  <a:pt x="3300393" y="106614"/>
                  <a:pt x="3289983" y="108350"/>
                  <a:pt x="3284584" y="108350"/>
                </a:cubicBezTo>
                <a:cubicBezTo>
                  <a:pt x="3270126" y="108350"/>
                  <a:pt x="3255667" y="98709"/>
                  <a:pt x="3252581" y="82093"/>
                </a:cubicBezTo>
                <a:lnTo>
                  <a:pt x="3310034" y="82093"/>
                </a:lnTo>
                <a:cubicBezTo>
                  <a:pt x="3314082" y="82093"/>
                  <a:pt x="3317744" y="82093"/>
                  <a:pt x="3317744" y="74962"/>
                </a:cubicBezTo>
                <a:cubicBezTo>
                  <a:pt x="3317744" y="52976"/>
                  <a:pt x="3305406" y="34080"/>
                  <a:pt x="3280342" y="34080"/>
                </a:cubicBezTo>
                <a:cubicBezTo>
                  <a:pt x="3257399" y="34080"/>
                  <a:pt x="3238893" y="53365"/>
                  <a:pt x="3238893" y="77083"/>
                </a:cubicBezTo>
                <a:cubicBezTo>
                  <a:pt x="3238893" y="100639"/>
                  <a:pt x="3258364" y="120127"/>
                  <a:pt x="3283234" y="120127"/>
                </a:cubicBezTo>
                <a:cubicBezTo>
                  <a:pt x="3308683" y="120127"/>
                  <a:pt x="3317744" y="102766"/>
                  <a:pt x="3317744" y="97936"/>
                </a:cubicBezTo>
                <a:lnTo>
                  <a:pt x="3317744" y="97939"/>
                </a:lnTo>
                <a:moveTo>
                  <a:pt x="3304056" y="70525"/>
                </a:moveTo>
                <a:lnTo>
                  <a:pt x="3252775" y="70525"/>
                </a:lnTo>
                <a:cubicBezTo>
                  <a:pt x="3255473" y="56448"/>
                  <a:pt x="3266848" y="45842"/>
                  <a:pt x="3280342" y="45842"/>
                </a:cubicBezTo>
                <a:cubicBezTo>
                  <a:pt x="3290368" y="45842"/>
                  <a:pt x="3302320" y="50664"/>
                  <a:pt x="3304056" y="70525"/>
                </a:cubicBezTo>
                <a:close/>
                <a:moveTo>
                  <a:pt x="3514971" y="11571"/>
                </a:moveTo>
                <a:cubicBezTo>
                  <a:pt x="3514971" y="0"/>
                  <a:pt x="3499547" y="0"/>
                  <a:pt x="3496461" y="0"/>
                </a:cubicBezTo>
                <a:cubicBezTo>
                  <a:pt x="3481038" y="0"/>
                  <a:pt x="3466194" y="8870"/>
                  <a:pt x="3466194" y="25704"/>
                </a:cubicBezTo>
                <a:lnTo>
                  <a:pt x="3466194" y="35963"/>
                </a:lnTo>
                <a:lnTo>
                  <a:pt x="3446916" y="35963"/>
                </a:lnTo>
                <a:cubicBezTo>
                  <a:pt x="3443830" y="35963"/>
                  <a:pt x="3439012" y="35963"/>
                  <a:pt x="3439012" y="41941"/>
                </a:cubicBezTo>
                <a:cubicBezTo>
                  <a:pt x="3439012" y="47725"/>
                  <a:pt x="3443830" y="47725"/>
                  <a:pt x="3446722" y="47725"/>
                </a:cubicBezTo>
                <a:lnTo>
                  <a:pt x="3466194" y="47725"/>
                </a:lnTo>
                <a:lnTo>
                  <a:pt x="3466194" y="107238"/>
                </a:lnTo>
                <a:lnTo>
                  <a:pt x="3446722" y="107238"/>
                </a:lnTo>
                <a:cubicBezTo>
                  <a:pt x="3443830" y="107238"/>
                  <a:pt x="3438817" y="107238"/>
                  <a:pt x="3438817" y="113022"/>
                </a:cubicBezTo>
                <a:cubicBezTo>
                  <a:pt x="3438817" y="118997"/>
                  <a:pt x="3443830" y="118997"/>
                  <a:pt x="3446722" y="118997"/>
                </a:cubicBezTo>
                <a:lnTo>
                  <a:pt x="3498968" y="118997"/>
                </a:lnTo>
                <a:cubicBezTo>
                  <a:pt x="3501860" y="118997"/>
                  <a:pt x="3506872" y="118997"/>
                  <a:pt x="3506872" y="113213"/>
                </a:cubicBezTo>
                <a:cubicBezTo>
                  <a:pt x="3506872" y="107238"/>
                  <a:pt x="3501860" y="107238"/>
                  <a:pt x="3498968" y="107238"/>
                </a:cubicBezTo>
                <a:lnTo>
                  <a:pt x="3479496" y="107238"/>
                </a:lnTo>
                <a:lnTo>
                  <a:pt x="3479496" y="47725"/>
                </a:lnTo>
                <a:lnTo>
                  <a:pt x="3503019" y="47725"/>
                </a:lnTo>
                <a:cubicBezTo>
                  <a:pt x="3505910" y="47725"/>
                  <a:pt x="3510729" y="47725"/>
                  <a:pt x="3510729" y="41941"/>
                </a:cubicBezTo>
                <a:cubicBezTo>
                  <a:pt x="3510729" y="35963"/>
                  <a:pt x="3506102" y="35963"/>
                  <a:pt x="3503019" y="35963"/>
                </a:cubicBezTo>
                <a:lnTo>
                  <a:pt x="3479496" y="35963"/>
                </a:lnTo>
                <a:lnTo>
                  <a:pt x="3479496" y="26863"/>
                </a:lnTo>
                <a:cubicBezTo>
                  <a:pt x="3479496" y="11762"/>
                  <a:pt x="3492414" y="11762"/>
                  <a:pt x="3498197" y="11762"/>
                </a:cubicBezTo>
                <a:cubicBezTo>
                  <a:pt x="3498197" y="12536"/>
                  <a:pt x="3499933" y="20088"/>
                  <a:pt x="3506681" y="20088"/>
                </a:cubicBezTo>
                <a:cubicBezTo>
                  <a:pt x="3510535" y="20088"/>
                  <a:pt x="3514971" y="16990"/>
                  <a:pt x="3514971" y="11571"/>
                </a:cubicBezTo>
                <a:close/>
                <a:moveTo>
                  <a:pt x="3619655" y="113213"/>
                </a:moveTo>
                <a:cubicBezTo>
                  <a:pt x="3619655" y="107238"/>
                  <a:pt x="3614645" y="107238"/>
                  <a:pt x="3611750" y="107238"/>
                </a:cubicBezTo>
                <a:lnTo>
                  <a:pt x="3591508" y="107238"/>
                </a:lnTo>
                <a:lnTo>
                  <a:pt x="3591508" y="43868"/>
                </a:lnTo>
                <a:cubicBezTo>
                  <a:pt x="3591508" y="37893"/>
                  <a:pt x="3590352" y="35963"/>
                  <a:pt x="3583798" y="35963"/>
                </a:cubicBezTo>
                <a:lnTo>
                  <a:pt x="3556422" y="35963"/>
                </a:lnTo>
                <a:cubicBezTo>
                  <a:pt x="3553530" y="35963"/>
                  <a:pt x="3548517" y="35963"/>
                  <a:pt x="3548517" y="41750"/>
                </a:cubicBezTo>
                <a:cubicBezTo>
                  <a:pt x="3548517" y="47725"/>
                  <a:pt x="3553530" y="47725"/>
                  <a:pt x="3556422" y="47725"/>
                </a:cubicBezTo>
                <a:lnTo>
                  <a:pt x="3578205" y="47725"/>
                </a:lnTo>
                <a:lnTo>
                  <a:pt x="3578205" y="107238"/>
                </a:lnTo>
                <a:lnTo>
                  <a:pt x="3554877" y="107238"/>
                </a:lnTo>
                <a:cubicBezTo>
                  <a:pt x="3551794" y="107238"/>
                  <a:pt x="3546973" y="107238"/>
                  <a:pt x="3546973" y="113213"/>
                </a:cubicBezTo>
                <a:cubicBezTo>
                  <a:pt x="3546973" y="118997"/>
                  <a:pt x="3551985" y="118997"/>
                  <a:pt x="3554877" y="118997"/>
                </a:cubicBezTo>
                <a:lnTo>
                  <a:pt x="3611750" y="118997"/>
                </a:lnTo>
                <a:cubicBezTo>
                  <a:pt x="3614645" y="118997"/>
                  <a:pt x="3619655" y="118997"/>
                  <a:pt x="3619655" y="113213"/>
                </a:cubicBezTo>
                <a:moveTo>
                  <a:pt x="3592279" y="12089"/>
                </a:moveTo>
                <a:cubicBezTo>
                  <a:pt x="3592279" y="6690"/>
                  <a:pt x="3588040" y="2448"/>
                  <a:pt x="3582642" y="2448"/>
                </a:cubicBezTo>
                <a:cubicBezTo>
                  <a:pt x="3577240" y="2448"/>
                  <a:pt x="3573001" y="6690"/>
                  <a:pt x="3573001" y="12089"/>
                </a:cubicBezTo>
                <a:cubicBezTo>
                  <a:pt x="3573001" y="17487"/>
                  <a:pt x="3577240" y="21729"/>
                  <a:pt x="3582642" y="21729"/>
                </a:cubicBezTo>
                <a:cubicBezTo>
                  <a:pt x="3588040" y="21729"/>
                  <a:pt x="3592279" y="17487"/>
                  <a:pt x="3592279" y="12089"/>
                </a:cubicBezTo>
                <a:close/>
                <a:moveTo>
                  <a:pt x="3727042" y="46789"/>
                </a:moveTo>
                <a:cubicBezTo>
                  <a:pt x="3727042" y="42932"/>
                  <a:pt x="3724727" y="34833"/>
                  <a:pt x="3708727" y="34833"/>
                </a:cubicBezTo>
                <a:cubicBezTo>
                  <a:pt x="3698892" y="34833"/>
                  <a:pt x="3686555" y="38305"/>
                  <a:pt x="3675953" y="50452"/>
                </a:cubicBezTo>
                <a:lnTo>
                  <a:pt x="3675953" y="43897"/>
                </a:lnTo>
                <a:cubicBezTo>
                  <a:pt x="3675953" y="37893"/>
                  <a:pt x="3674793" y="35963"/>
                  <a:pt x="3668239" y="35963"/>
                </a:cubicBezTo>
                <a:lnTo>
                  <a:pt x="3647032" y="35963"/>
                </a:lnTo>
                <a:cubicBezTo>
                  <a:pt x="3644140" y="35963"/>
                  <a:pt x="3639322" y="35963"/>
                  <a:pt x="3639322" y="41750"/>
                </a:cubicBezTo>
                <a:cubicBezTo>
                  <a:pt x="3639322" y="47725"/>
                  <a:pt x="3643949" y="47725"/>
                  <a:pt x="3647032" y="47725"/>
                </a:cubicBezTo>
                <a:lnTo>
                  <a:pt x="3662650" y="47725"/>
                </a:lnTo>
                <a:lnTo>
                  <a:pt x="3662650" y="107238"/>
                </a:lnTo>
                <a:lnTo>
                  <a:pt x="3647032" y="107238"/>
                </a:lnTo>
                <a:cubicBezTo>
                  <a:pt x="3644140" y="107238"/>
                  <a:pt x="3639322" y="107238"/>
                  <a:pt x="3639322" y="113022"/>
                </a:cubicBezTo>
                <a:cubicBezTo>
                  <a:pt x="3639322" y="118997"/>
                  <a:pt x="3643949" y="118997"/>
                  <a:pt x="3647032" y="118997"/>
                </a:cubicBezTo>
                <a:lnTo>
                  <a:pt x="3697351" y="118997"/>
                </a:lnTo>
                <a:cubicBezTo>
                  <a:pt x="3700243" y="118997"/>
                  <a:pt x="3705256" y="118997"/>
                  <a:pt x="3705256" y="113213"/>
                </a:cubicBezTo>
                <a:cubicBezTo>
                  <a:pt x="3705256" y="107238"/>
                  <a:pt x="3700243" y="107238"/>
                  <a:pt x="3697351" y="107238"/>
                </a:cubicBezTo>
                <a:lnTo>
                  <a:pt x="3675953" y="107238"/>
                </a:lnTo>
                <a:lnTo>
                  <a:pt x="3675953" y="83164"/>
                </a:lnTo>
                <a:cubicBezTo>
                  <a:pt x="3675953" y="65106"/>
                  <a:pt x="3687325" y="46595"/>
                  <a:pt x="3710654" y="46595"/>
                </a:cubicBezTo>
                <a:cubicBezTo>
                  <a:pt x="3710848" y="51223"/>
                  <a:pt x="3714125" y="55080"/>
                  <a:pt x="3718944" y="55080"/>
                </a:cubicBezTo>
                <a:cubicBezTo>
                  <a:pt x="3723186" y="55080"/>
                  <a:pt x="3727042" y="51994"/>
                  <a:pt x="3727042" y="46789"/>
                </a:cubicBezTo>
                <a:close/>
                <a:moveTo>
                  <a:pt x="3822860" y="94858"/>
                </a:moveTo>
                <a:cubicBezTo>
                  <a:pt x="3822860" y="74788"/>
                  <a:pt x="3797987" y="70737"/>
                  <a:pt x="3791818" y="69772"/>
                </a:cubicBezTo>
                <a:lnTo>
                  <a:pt x="3778710" y="67457"/>
                </a:lnTo>
                <a:cubicBezTo>
                  <a:pt x="3773117" y="66683"/>
                  <a:pt x="3760009" y="64368"/>
                  <a:pt x="3760009" y="56842"/>
                </a:cubicBezTo>
                <a:cubicBezTo>
                  <a:pt x="3760009" y="51826"/>
                  <a:pt x="3766178" y="45842"/>
                  <a:pt x="3784493" y="45842"/>
                </a:cubicBezTo>
                <a:cubicBezTo>
                  <a:pt x="3800493" y="45842"/>
                  <a:pt x="3803194" y="51632"/>
                  <a:pt x="3803773" y="56648"/>
                </a:cubicBezTo>
                <a:cubicBezTo>
                  <a:pt x="3803965" y="59931"/>
                  <a:pt x="3804350" y="63211"/>
                  <a:pt x="3810328" y="63211"/>
                </a:cubicBezTo>
                <a:cubicBezTo>
                  <a:pt x="3817076" y="63211"/>
                  <a:pt x="3817076" y="59157"/>
                  <a:pt x="3817076" y="55297"/>
                </a:cubicBezTo>
                <a:lnTo>
                  <a:pt x="3817076" y="41985"/>
                </a:lnTo>
                <a:cubicBezTo>
                  <a:pt x="3817076" y="38902"/>
                  <a:pt x="3817076" y="34080"/>
                  <a:pt x="3811290" y="34080"/>
                </a:cubicBezTo>
                <a:cubicBezTo>
                  <a:pt x="3806665" y="34080"/>
                  <a:pt x="3805891" y="36781"/>
                  <a:pt x="3805506" y="38131"/>
                </a:cubicBezTo>
                <a:cubicBezTo>
                  <a:pt x="3797025" y="34080"/>
                  <a:pt x="3788541" y="34080"/>
                  <a:pt x="3784878" y="34080"/>
                </a:cubicBezTo>
                <a:cubicBezTo>
                  <a:pt x="3752681" y="34080"/>
                  <a:pt x="3748247" y="49896"/>
                  <a:pt x="3748247" y="56842"/>
                </a:cubicBezTo>
                <a:cubicBezTo>
                  <a:pt x="3748247" y="74597"/>
                  <a:pt x="3768490" y="77877"/>
                  <a:pt x="3786229" y="80578"/>
                </a:cubicBezTo>
                <a:cubicBezTo>
                  <a:pt x="3795675" y="82122"/>
                  <a:pt x="3811098" y="84632"/>
                  <a:pt x="3811098" y="94858"/>
                </a:cubicBezTo>
                <a:cubicBezTo>
                  <a:pt x="3811098" y="101998"/>
                  <a:pt x="3803965" y="108368"/>
                  <a:pt x="3786420" y="108368"/>
                </a:cubicBezTo>
                <a:cubicBezTo>
                  <a:pt x="3777359" y="108368"/>
                  <a:pt x="3766563" y="106244"/>
                  <a:pt x="3761744" y="91193"/>
                </a:cubicBezTo>
                <a:cubicBezTo>
                  <a:pt x="3760779" y="87718"/>
                  <a:pt x="3760009" y="85597"/>
                  <a:pt x="3754996" y="85597"/>
                </a:cubicBezTo>
                <a:cubicBezTo>
                  <a:pt x="3748247" y="85597"/>
                  <a:pt x="3748247" y="89648"/>
                  <a:pt x="3748247" y="93508"/>
                </a:cubicBezTo>
                <a:lnTo>
                  <a:pt x="3748247" y="112225"/>
                </a:lnTo>
                <a:cubicBezTo>
                  <a:pt x="3748247" y="115308"/>
                  <a:pt x="3748247" y="120127"/>
                  <a:pt x="3754031" y="120127"/>
                </a:cubicBezTo>
                <a:cubicBezTo>
                  <a:pt x="3755767" y="120127"/>
                  <a:pt x="3758853" y="119936"/>
                  <a:pt x="3761165" y="112801"/>
                </a:cubicBezTo>
                <a:cubicBezTo>
                  <a:pt x="3770611" y="119742"/>
                  <a:pt x="3780831" y="120127"/>
                  <a:pt x="3786229" y="120127"/>
                </a:cubicBezTo>
                <a:cubicBezTo>
                  <a:pt x="3816688" y="120127"/>
                  <a:pt x="3822860" y="104123"/>
                  <a:pt x="3822860" y="94858"/>
                </a:cubicBezTo>
                <a:close/>
                <a:moveTo>
                  <a:pt x="3922145" y="94699"/>
                </a:moveTo>
                <a:cubicBezTo>
                  <a:pt x="3922145" y="91234"/>
                  <a:pt x="3922145" y="87191"/>
                  <a:pt x="3915397" y="87191"/>
                </a:cubicBezTo>
                <a:cubicBezTo>
                  <a:pt x="3909037" y="87191"/>
                  <a:pt x="3908842" y="91234"/>
                  <a:pt x="3908842" y="94505"/>
                </a:cubicBezTo>
                <a:cubicBezTo>
                  <a:pt x="3908651" y="106441"/>
                  <a:pt x="3897661" y="108368"/>
                  <a:pt x="3893227" y="108368"/>
                </a:cubicBezTo>
                <a:cubicBezTo>
                  <a:pt x="3878383" y="108368"/>
                  <a:pt x="3878383" y="98356"/>
                  <a:pt x="3878383" y="93543"/>
                </a:cubicBezTo>
                <a:lnTo>
                  <a:pt x="3878383" y="47725"/>
                </a:lnTo>
                <a:lnTo>
                  <a:pt x="3909998" y="47725"/>
                </a:lnTo>
                <a:cubicBezTo>
                  <a:pt x="3912890" y="47725"/>
                  <a:pt x="3917712" y="47725"/>
                  <a:pt x="3917712" y="41941"/>
                </a:cubicBezTo>
                <a:cubicBezTo>
                  <a:pt x="3917712" y="35963"/>
                  <a:pt x="3913084" y="35963"/>
                  <a:pt x="3909998" y="35963"/>
                </a:cubicBezTo>
                <a:lnTo>
                  <a:pt x="3878383" y="35963"/>
                </a:lnTo>
                <a:lnTo>
                  <a:pt x="3878383" y="20156"/>
                </a:lnTo>
                <a:cubicBezTo>
                  <a:pt x="3878383" y="16490"/>
                  <a:pt x="3878383" y="12250"/>
                  <a:pt x="3871826" y="12250"/>
                </a:cubicBezTo>
                <a:cubicBezTo>
                  <a:pt x="3865081" y="12250"/>
                  <a:pt x="3865081" y="16299"/>
                  <a:pt x="3865081" y="20156"/>
                </a:cubicBezTo>
                <a:lnTo>
                  <a:pt x="3865081" y="35963"/>
                </a:lnTo>
                <a:lnTo>
                  <a:pt x="3848307" y="35963"/>
                </a:lnTo>
                <a:cubicBezTo>
                  <a:pt x="3845221" y="35963"/>
                  <a:pt x="3840402" y="35963"/>
                  <a:pt x="3840402" y="41941"/>
                </a:cubicBezTo>
                <a:cubicBezTo>
                  <a:pt x="3840402" y="47725"/>
                  <a:pt x="3845221" y="47725"/>
                  <a:pt x="3848112" y="47725"/>
                </a:cubicBezTo>
                <a:lnTo>
                  <a:pt x="3865081" y="47725"/>
                </a:lnTo>
                <a:lnTo>
                  <a:pt x="3865081" y="94699"/>
                </a:lnTo>
                <a:cubicBezTo>
                  <a:pt x="3865081" y="113187"/>
                  <a:pt x="3878189" y="120127"/>
                  <a:pt x="3892263" y="120127"/>
                </a:cubicBezTo>
                <a:cubicBezTo>
                  <a:pt x="3906530" y="120127"/>
                  <a:pt x="3922145" y="111836"/>
                  <a:pt x="3922145" y="94699"/>
                </a:cubicBezTo>
                <a:close/>
                <a:moveTo>
                  <a:pt x="4127468" y="97939"/>
                </a:moveTo>
                <a:cubicBezTo>
                  <a:pt x="4127468" y="92528"/>
                  <a:pt x="4121878" y="92528"/>
                  <a:pt x="4120722" y="92528"/>
                </a:cubicBezTo>
                <a:cubicBezTo>
                  <a:pt x="4117251" y="92528"/>
                  <a:pt x="4115709" y="93108"/>
                  <a:pt x="4114359" y="96779"/>
                </a:cubicBezTo>
                <a:cubicBezTo>
                  <a:pt x="4110117" y="106614"/>
                  <a:pt x="4099706" y="108350"/>
                  <a:pt x="4094308" y="108350"/>
                </a:cubicBezTo>
                <a:cubicBezTo>
                  <a:pt x="4079849" y="108350"/>
                  <a:pt x="4065390" y="98709"/>
                  <a:pt x="4062304" y="82093"/>
                </a:cubicBezTo>
                <a:lnTo>
                  <a:pt x="4119757" y="82093"/>
                </a:lnTo>
                <a:cubicBezTo>
                  <a:pt x="4123805" y="82093"/>
                  <a:pt x="4127468" y="82093"/>
                  <a:pt x="4127468" y="74962"/>
                </a:cubicBezTo>
                <a:cubicBezTo>
                  <a:pt x="4127468" y="52976"/>
                  <a:pt x="4115130" y="34080"/>
                  <a:pt x="4090066" y="34080"/>
                </a:cubicBezTo>
                <a:cubicBezTo>
                  <a:pt x="4067123" y="34080"/>
                  <a:pt x="4048616" y="53365"/>
                  <a:pt x="4048616" y="77083"/>
                </a:cubicBezTo>
                <a:cubicBezTo>
                  <a:pt x="4048616" y="100639"/>
                  <a:pt x="4068088" y="120127"/>
                  <a:pt x="4092958" y="120127"/>
                </a:cubicBezTo>
                <a:cubicBezTo>
                  <a:pt x="4118407" y="120127"/>
                  <a:pt x="4127468" y="102766"/>
                  <a:pt x="4127468" y="97936"/>
                </a:cubicBezTo>
                <a:lnTo>
                  <a:pt x="4127468" y="97939"/>
                </a:lnTo>
                <a:moveTo>
                  <a:pt x="4113779" y="70525"/>
                </a:moveTo>
                <a:lnTo>
                  <a:pt x="4062499" y="70525"/>
                </a:lnTo>
                <a:cubicBezTo>
                  <a:pt x="4065196" y="56448"/>
                  <a:pt x="4076572" y="45842"/>
                  <a:pt x="4090066" y="45842"/>
                </a:cubicBezTo>
                <a:cubicBezTo>
                  <a:pt x="4100091" y="45842"/>
                  <a:pt x="4112044" y="50664"/>
                  <a:pt x="4113779" y="70525"/>
                </a:cubicBezTo>
                <a:close/>
                <a:moveTo>
                  <a:pt x="4229263" y="113213"/>
                </a:moveTo>
                <a:cubicBezTo>
                  <a:pt x="4229263" y="107238"/>
                  <a:pt x="4224636" y="107238"/>
                  <a:pt x="4221550" y="107238"/>
                </a:cubicBezTo>
                <a:lnTo>
                  <a:pt x="4196489" y="107238"/>
                </a:lnTo>
                <a:lnTo>
                  <a:pt x="4196489" y="9035"/>
                </a:lnTo>
                <a:cubicBezTo>
                  <a:pt x="4196489" y="3060"/>
                  <a:pt x="4195333" y="1130"/>
                  <a:pt x="4188776" y="1130"/>
                </a:cubicBezTo>
                <a:lnTo>
                  <a:pt x="4158316" y="1130"/>
                </a:lnTo>
                <a:cubicBezTo>
                  <a:pt x="4155231" y="1130"/>
                  <a:pt x="4150412" y="1130"/>
                  <a:pt x="4150412" y="7108"/>
                </a:cubicBezTo>
                <a:cubicBezTo>
                  <a:pt x="4150412" y="12892"/>
                  <a:pt x="4155425" y="12892"/>
                  <a:pt x="4158122" y="12892"/>
                </a:cubicBezTo>
                <a:lnTo>
                  <a:pt x="4183186" y="12892"/>
                </a:lnTo>
                <a:lnTo>
                  <a:pt x="4183186" y="107238"/>
                </a:lnTo>
                <a:lnTo>
                  <a:pt x="4158316" y="107238"/>
                </a:lnTo>
                <a:cubicBezTo>
                  <a:pt x="4155231" y="107238"/>
                  <a:pt x="4150412" y="107238"/>
                  <a:pt x="4150412" y="113213"/>
                </a:cubicBezTo>
                <a:cubicBezTo>
                  <a:pt x="4150412" y="118997"/>
                  <a:pt x="4155425" y="118997"/>
                  <a:pt x="4158122" y="118997"/>
                </a:cubicBezTo>
                <a:lnTo>
                  <a:pt x="4221550" y="118997"/>
                </a:lnTo>
                <a:cubicBezTo>
                  <a:pt x="4224442" y="118997"/>
                  <a:pt x="4229263" y="118997"/>
                  <a:pt x="4229263" y="113213"/>
                </a:cubicBezTo>
                <a:close/>
                <a:moveTo>
                  <a:pt x="4329899" y="97939"/>
                </a:moveTo>
                <a:cubicBezTo>
                  <a:pt x="4329899" y="92528"/>
                  <a:pt x="4324309" y="92528"/>
                  <a:pt x="4323153" y="92528"/>
                </a:cubicBezTo>
                <a:cubicBezTo>
                  <a:pt x="4319682" y="92528"/>
                  <a:pt x="4318140" y="93108"/>
                  <a:pt x="4316790" y="96779"/>
                </a:cubicBezTo>
                <a:cubicBezTo>
                  <a:pt x="4312548" y="106614"/>
                  <a:pt x="4302137" y="108350"/>
                  <a:pt x="4296739" y="108350"/>
                </a:cubicBezTo>
                <a:cubicBezTo>
                  <a:pt x="4282280" y="108350"/>
                  <a:pt x="4267821" y="98709"/>
                  <a:pt x="4264735" y="82093"/>
                </a:cubicBezTo>
                <a:lnTo>
                  <a:pt x="4322188" y="82093"/>
                </a:lnTo>
                <a:cubicBezTo>
                  <a:pt x="4326236" y="82093"/>
                  <a:pt x="4329899" y="82093"/>
                  <a:pt x="4329899" y="74962"/>
                </a:cubicBezTo>
                <a:cubicBezTo>
                  <a:pt x="4329899" y="52976"/>
                  <a:pt x="4317561" y="34080"/>
                  <a:pt x="4292497" y="34080"/>
                </a:cubicBezTo>
                <a:cubicBezTo>
                  <a:pt x="4269554" y="34080"/>
                  <a:pt x="4251047" y="53365"/>
                  <a:pt x="4251047" y="77083"/>
                </a:cubicBezTo>
                <a:cubicBezTo>
                  <a:pt x="4251047" y="100639"/>
                  <a:pt x="4270519" y="120127"/>
                  <a:pt x="4295389" y="120127"/>
                </a:cubicBezTo>
                <a:cubicBezTo>
                  <a:pt x="4320838" y="120127"/>
                  <a:pt x="4329899" y="102766"/>
                  <a:pt x="4329899" y="97936"/>
                </a:cubicBezTo>
                <a:lnTo>
                  <a:pt x="4329899" y="97939"/>
                </a:lnTo>
                <a:moveTo>
                  <a:pt x="4316210" y="70525"/>
                </a:moveTo>
                <a:lnTo>
                  <a:pt x="4264930" y="70525"/>
                </a:lnTo>
                <a:cubicBezTo>
                  <a:pt x="4267627" y="56448"/>
                  <a:pt x="4279003" y="45842"/>
                  <a:pt x="4292497" y="45842"/>
                </a:cubicBezTo>
                <a:cubicBezTo>
                  <a:pt x="4302522" y="45842"/>
                  <a:pt x="4314475" y="50664"/>
                  <a:pt x="4316210" y="70525"/>
                </a:cubicBezTo>
                <a:close/>
                <a:moveTo>
                  <a:pt x="4441139" y="113213"/>
                </a:moveTo>
                <a:cubicBezTo>
                  <a:pt x="4441139" y="107238"/>
                  <a:pt x="4437091" y="107238"/>
                  <a:pt x="4430152" y="107238"/>
                </a:cubicBezTo>
                <a:lnTo>
                  <a:pt x="4430152" y="60649"/>
                </a:lnTo>
                <a:cubicBezTo>
                  <a:pt x="4430152" y="56798"/>
                  <a:pt x="4430152" y="34833"/>
                  <a:pt x="4412992" y="34833"/>
                </a:cubicBezTo>
                <a:cubicBezTo>
                  <a:pt x="4407209" y="34833"/>
                  <a:pt x="4399304" y="37340"/>
                  <a:pt x="4393906" y="44859"/>
                </a:cubicBezTo>
                <a:cubicBezTo>
                  <a:pt x="4391014" y="38305"/>
                  <a:pt x="4385616" y="34833"/>
                  <a:pt x="4379253" y="34833"/>
                </a:cubicBezTo>
                <a:cubicBezTo>
                  <a:pt x="4373084" y="34833"/>
                  <a:pt x="4367301" y="37534"/>
                  <a:pt x="4362673" y="41776"/>
                </a:cubicBezTo>
                <a:cubicBezTo>
                  <a:pt x="4362288" y="35963"/>
                  <a:pt x="4358431" y="35963"/>
                  <a:pt x="4354960" y="35963"/>
                </a:cubicBezTo>
                <a:lnTo>
                  <a:pt x="4348791" y="35963"/>
                </a:lnTo>
                <a:cubicBezTo>
                  <a:pt x="4345899" y="35963"/>
                  <a:pt x="4340887" y="35963"/>
                  <a:pt x="4340887" y="41750"/>
                </a:cubicBezTo>
                <a:cubicBezTo>
                  <a:pt x="4340887" y="47725"/>
                  <a:pt x="4344938" y="47725"/>
                  <a:pt x="4351877" y="47725"/>
                </a:cubicBezTo>
                <a:lnTo>
                  <a:pt x="4351877" y="107238"/>
                </a:lnTo>
                <a:cubicBezTo>
                  <a:pt x="4344938" y="107238"/>
                  <a:pt x="4340887" y="107238"/>
                  <a:pt x="4340887" y="113213"/>
                </a:cubicBezTo>
                <a:cubicBezTo>
                  <a:pt x="4340887" y="118997"/>
                  <a:pt x="4346094" y="118997"/>
                  <a:pt x="4348791" y="118997"/>
                </a:cubicBezTo>
                <a:lnTo>
                  <a:pt x="4365759" y="118997"/>
                </a:lnTo>
                <a:cubicBezTo>
                  <a:pt x="4368651" y="118997"/>
                  <a:pt x="4373661" y="118997"/>
                  <a:pt x="4373661" y="113213"/>
                </a:cubicBezTo>
                <a:cubicBezTo>
                  <a:pt x="4373661" y="107238"/>
                  <a:pt x="4369613" y="107238"/>
                  <a:pt x="4362673" y="107238"/>
                </a:cubicBezTo>
                <a:lnTo>
                  <a:pt x="4362673" y="72764"/>
                </a:lnTo>
                <a:cubicBezTo>
                  <a:pt x="4362673" y="55645"/>
                  <a:pt x="4370578" y="46595"/>
                  <a:pt x="4378483" y="46595"/>
                </a:cubicBezTo>
                <a:cubicBezTo>
                  <a:pt x="4382916" y="46595"/>
                  <a:pt x="4385616" y="49870"/>
                  <a:pt x="4385616" y="62382"/>
                </a:cubicBezTo>
                <a:lnTo>
                  <a:pt x="4385616" y="107238"/>
                </a:lnTo>
                <a:cubicBezTo>
                  <a:pt x="4381954" y="107238"/>
                  <a:pt x="4377132" y="107238"/>
                  <a:pt x="4377132" y="113213"/>
                </a:cubicBezTo>
                <a:cubicBezTo>
                  <a:pt x="4377132" y="118997"/>
                  <a:pt x="4382339" y="118997"/>
                  <a:pt x="4385037" y="118997"/>
                </a:cubicBezTo>
                <a:lnTo>
                  <a:pt x="4399496" y="118997"/>
                </a:lnTo>
                <a:cubicBezTo>
                  <a:pt x="4402387" y="118997"/>
                  <a:pt x="4407400" y="118997"/>
                  <a:pt x="4407400" y="113213"/>
                </a:cubicBezTo>
                <a:cubicBezTo>
                  <a:pt x="4407400" y="107238"/>
                  <a:pt x="4403352" y="107238"/>
                  <a:pt x="4396413" y="107238"/>
                </a:cubicBezTo>
                <a:lnTo>
                  <a:pt x="4396413" y="72779"/>
                </a:lnTo>
                <a:cubicBezTo>
                  <a:pt x="4396413" y="55645"/>
                  <a:pt x="4404317" y="46595"/>
                  <a:pt x="4412222" y="46595"/>
                </a:cubicBezTo>
                <a:cubicBezTo>
                  <a:pt x="4416655" y="46595"/>
                  <a:pt x="4419356" y="49870"/>
                  <a:pt x="4419356" y="62382"/>
                </a:cubicBezTo>
                <a:lnTo>
                  <a:pt x="4419356" y="107238"/>
                </a:lnTo>
                <a:cubicBezTo>
                  <a:pt x="4415690" y="107238"/>
                  <a:pt x="4410871" y="107238"/>
                  <a:pt x="4410871" y="113213"/>
                </a:cubicBezTo>
                <a:cubicBezTo>
                  <a:pt x="4410871" y="118997"/>
                  <a:pt x="4416075" y="118997"/>
                  <a:pt x="4418776" y="118997"/>
                </a:cubicBezTo>
                <a:lnTo>
                  <a:pt x="4433235" y="118997"/>
                </a:lnTo>
                <a:cubicBezTo>
                  <a:pt x="4436127" y="118997"/>
                  <a:pt x="4441139" y="118997"/>
                  <a:pt x="4441139" y="113213"/>
                </a:cubicBezTo>
                <a:close/>
                <a:moveTo>
                  <a:pt x="4532330" y="97939"/>
                </a:moveTo>
                <a:cubicBezTo>
                  <a:pt x="4532330" y="92528"/>
                  <a:pt x="4526740" y="92528"/>
                  <a:pt x="4525584" y="92528"/>
                </a:cubicBezTo>
                <a:cubicBezTo>
                  <a:pt x="4522113" y="92528"/>
                  <a:pt x="4520571" y="93108"/>
                  <a:pt x="4519221" y="96779"/>
                </a:cubicBezTo>
                <a:cubicBezTo>
                  <a:pt x="4514979" y="106614"/>
                  <a:pt x="4504568" y="108350"/>
                  <a:pt x="4499170" y="108350"/>
                </a:cubicBezTo>
                <a:cubicBezTo>
                  <a:pt x="4484711" y="108350"/>
                  <a:pt x="4470252" y="98709"/>
                  <a:pt x="4467166" y="82093"/>
                </a:cubicBezTo>
                <a:lnTo>
                  <a:pt x="4524619" y="82093"/>
                </a:lnTo>
                <a:cubicBezTo>
                  <a:pt x="4528667" y="82093"/>
                  <a:pt x="4532330" y="82093"/>
                  <a:pt x="4532330" y="74962"/>
                </a:cubicBezTo>
                <a:cubicBezTo>
                  <a:pt x="4532330" y="52976"/>
                  <a:pt x="4519992" y="34080"/>
                  <a:pt x="4494928" y="34080"/>
                </a:cubicBezTo>
                <a:cubicBezTo>
                  <a:pt x="4471985" y="34080"/>
                  <a:pt x="4453478" y="53365"/>
                  <a:pt x="4453478" y="77083"/>
                </a:cubicBezTo>
                <a:cubicBezTo>
                  <a:pt x="4453478" y="100639"/>
                  <a:pt x="4472950" y="120127"/>
                  <a:pt x="4497820" y="120127"/>
                </a:cubicBezTo>
                <a:cubicBezTo>
                  <a:pt x="4523269" y="120127"/>
                  <a:pt x="4532330" y="102766"/>
                  <a:pt x="4532330" y="97936"/>
                </a:cubicBezTo>
                <a:lnTo>
                  <a:pt x="4532330" y="97939"/>
                </a:lnTo>
                <a:moveTo>
                  <a:pt x="4518642" y="70525"/>
                </a:moveTo>
                <a:lnTo>
                  <a:pt x="4467361" y="70525"/>
                </a:lnTo>
                <a:cubicBezTo>
                  <a:pt x="4470058" y="56448"/>
                  <a:pt x="4481434" y="45842"/>
                  <a:pt x="4494928" y="45842"/>
                </a:cubicBezTo>
                <a:cubicBezTo>
                  <a:pt x="4504953" y="45842"/>
                  <a:pt x="4516906" y="50664"/>
                  <a:pt x="4518642" y="70525"/>
                </a:cubicBezTo>
                <a:close/>
                <a:moveTo>
                  <a:pt x="4642799" y="113213"/>
                </a:moveTo>
                <a:cubicBezTo>
                  <a:pt x="4642799" y="107238"/>
                  <a:pt x="4637981" y="107238"/>
                  <a:pt x="4634895" y="107238"/>
                </a:cubicBezTo>
                <a:lnTo>
                  <a:pt x="4626411" y="107238"/>
                </a:lnTo>
                <a:lnTo>
                  <a:pt x="4626411" y="62576"/>
                </a:lnTo>
                <a:cubicBezTo>
                  <a:pt x="4626411" y="43126"/>
                  <a:pt x="4616579" y="34833"/>
                  <a:pt x="4601350" y="34833"/>
                </a:cubicBezTo>
                <a:cubicBezTo>
                  <a:pt x="4588432" y="34833"/>
                  <a:pt x="4579757" y="41391"/>
                  <a:pt x="4576092" y="45053"/>
                </a:cubicBezTo>
                <a:cubicBezTo>
                  <a:pt x="4576092" y="38858"/>
                  <a:pt x="4576092" y="35963"/>
                  <a:pt x="4568381" y="35963"/>
                </a:cubicBezTo>
                <a:lnTo>
                  <a:pt x="4554308" y="35963"/>
                </a:lnTo>
                <a:cubicBezTo>
                  <a:pt x="4551222" y="35963"/>
                  <a:pt x="4546403" y="35963"/>
                  <a:pt x="4546403" y="41941"/>
                </a:cubicBezTo>
                <a:cubicBezTo>
                  <a:pt x="4546403" y="47725"/>
                  <a:pt x="4551416" y="47725"/>
                  <a:pt x="4554114" y="47725"/>
                </a:cubicBezTo>
                <a:lnTo>
                  <a:pt x="4562792" y="47725"/>
                </a:lnTo>
                <a:lnTo>
                  <a:pt x="4562792" y="107238"/>
                </a:lnTo>
                <a:lnTo>
                  <a:pt x="4554308" y="107238"/>
                </a:lnTo>
                <a:cubicBezTo>
                  <a:pt x="4551222" y="107238"/>
                  <a:pt x="4546403" y="107238"/>
                  <a:pt x="4546403" y="113213"/>
                </a:cubicBezTo>
                <a:cubicBezTo>
                  <a:pt x="4546403" y="118997"/>
                  <a:pt x="4551416" y="118997"/>
                  <a:pt x="4554114" y="118997"/>
                </a:cubicBezTo>
                <a:lnTo>
                  <a:pt x="4584770" y="118997"/>
                </a:lnTo>
                <a:cubicBezTo>
                  <a:pt x="4587468" y="118997"/>
                  <a:pt x="4592480" y="118997"/>
                  <a:pt x="4592480" y="113213"/>
                </a:cubicBezTo>
                <a:cubicBezTo>
                  <a:pt x="4592480" y="107238"/>
                  <a:pt x="4587662" y="107238"/>
                  <a:pt x="4584576" y="107238"/>
                </a:cubicBezTo>
                <a:lnTo>
                  <a:pt x="4576092" y="107238"/>
                </a:lnTo>
                <a:lnTo>
                  <a:pt x="4576092" y="73149"/>
                </a:lnTo>
                <a:cubicBezTo>
                  <a:pt x="4576092" y="53912"/>
                  <a:pt x="4590359" y="46595"/>
                  <a:pt x="4600194" y="46595"/>
                </a:cubicBezTo>
                <a:cubicBezTo>
                  <a:pt x="4610410" y="46595"/>
                  <a:pt x="4613108" y="51988"/>
                  <a:pt x="4613108" y="63538"/>
                </a:cubicBezTo>
                <a:lnTo>
                  <a:pt x="4613108" y="107238"/>
                </a:lnTo>
                <a:lnTo>
                  <a:pt x="4605592" y="107238"/>
                </a:lnTo>
                <a:cubicBezTo>
                  <a:pt x="4602506" y="107238"/>
                  <a:pt x="4597687" y="107238"/>
                  <a:pt x="4597687" y="113213"/>
                </a:cubicBezTo>
                <a:cubicBezTo>
                  <a:pt x="4597687" y="118997"/>
                  <a:pt x="4602891" y="118997"/>
                  <a:pt x="4605592" y="118997"/>
                </a:cubicBezTo>
                <a:lnTo>
                  <a:pt x="4635089" y="118997"/>
                </a:lnTo>
                <a:cubicBezTo>
                  <a:pt x="4637787" y="118997"/>
                  <a:pt x="4642799" y="118997"/>
                  <a:pt x="4642799" y="113213"/>
                </a:cubicBezTo>
                <a:close/>
                <a:moveTo>
                  <a:pt x="4731869" y="94699"/>
                </a:moveTo>
                <a:cubicBezTo>
                  <a:pt x="4731869" y="91234"/>
                  <a:pt x="4731869" y="87191"/>
                  <a:pt x="4725120" y="87191"/>
                </a:cubicBezTo>
                <a:cubicBezTo>
                  <a:pt x="4718760" y="87191"/>
                  <a:pt x="4718566" y="91234"/>
                  <a:pt x="4718566" y="94505"/>
                </a:cubicBezTo>
                <a:cubicBezTo>
                  <a:pt x="4718375" y="106441"/>
                  <a:pt x="4707384" y="108368"/>
                  <a:pt x="4702951" y="108368"/>
                </a:cubicBezTo>
                <a:cubicBezTo>
                  <a:pt x="4688107" y="108368"/>
                  <a:pt x="4688107" y="98356"/>
                  <a:pt x="4688107" y="93543"/>
                </a:cubicBezTo>
                <a:lnTo>
                  <a:pt x="4688107" y="47725"/>
                </a:lnTo>
                <a:lnTo>
                  <a:pt x="4719722" y="47725"/>
                </a:lnTo>
                <a:cubicBezTo>
                  <a:pt x="4722614" y="47725"/>
                  <a:pt x="4727436" y="47725"/>
                  <a:pt x="4727436" y="41941"/>
                </a:cubicBezTo>
                <a:cubicBezTo>
                  <a:pt x="4727436" y="35963"/>
                  <a:pt x="4722808" y="35963"/>
                  <a:pt x="4719722" y="35963"/>
                </a:cubicBezTo>
                <a:lnTo>
                  <a:pt x="4688107" y="35963"/>
                </a:lnTo>
                <a:lnTo>
                  <a:pt x="4688107" y="20156"/>
                </a:lnTo>
                <a:cubicBezTo>
                  <a:pt x="4688107" y="16490"/>
                  <a:pt x="4688107" y="12250"/>
                  <a:pt x="4681550" y="12250"/>
                </a:cubicBezTo>
                <a:cubicBezTo>
                  <a:pt x="4674804" y="12250"/>
                  <a:pt x="4674804" y="16299"/>
                  <a:pt x="4674804" y="20156"/>
                </a:cubicBezTo>
                <a:lnTo>
                  <a:pt x="4674804" y="35963"/>
                </a:lnTo>
                <a:lnTo>
                  <a:pt x="4658030" y="35963"/>
                </a:lnTo>
                <a:cubicBezTo>
                  <a:pt x="4654944" y="35963"/>
                  <a:pt x="4650126" y="35963"/>
                  <a:pt x="4650126" y="41941"/>
                </a:cubicBezTo>
                <a:cubicBezTo>
                  <a:pt x="4650126" y="47725"/>
                  <a:pt x="4654944" y="47725"/>
                  <a:pt x="4657836" y="47725"/>
                </a:cubicBezTo>
                <a:lnTo>
                  <a:pt x="4674804" y="47725"/>
                </a:lnTo>
                <a:lnTo>
                  <a:pt x="4674804" y="94699"/>
                </a:lnTo>
                <a:cubicBezTo>
                  <a:pt x="4674804" y="113187"/>
                  <a:pt x="4687913" y="120127"/>
                  <a:pt x="4701986" y="120127"/>
                </a:cubicBezTo>
                <a:cubicBezTo>
                  <a:pt x="4716254" y="120127"/>
                  <a:pt x="4731869" y="111836"/>
                  <a:pt x="4731869" y="94699"/>
                </a:cubicBezTo>
                <a:close/>
                <a:moveTo>
                  <a:pt x="4937771" y="77298"/>
                </a:moveTo>
                <a:cubicBezTo>
                  <a:pt x="4937771" y="53176"/>
                  <a:pt x="4919841" y="34080"/>
                  <a:pt x="4898248" y="34080"/>
                </a:cubicBezTo>
                <a:cubicBezTo>
                  <a:pt x="4876656" y="34080"/>
                  <a:pt x="4858726" y="53176"/>
                  <a:pt x="4858726" y="77298"/>
                </a:cubicBezTo>
                <a:cubicBezTo>
                  <a:pt x="4858726" y="101807"/>
                  <a:pt x="4877041" y="120127"/>
                  <a:pt x="4898248" y="120127"/>
                </a:cubicBezTo>
                <a:cubicBezTo>
                  <a:pt x="4919456" y="120127"/>
                  <a:pt x="4937771" y="101613"/>
                  <a:pt x="4937771" y="77298"/>
                </a:cubicBezTo>
                <a:moveTo>
                  <a:pt x="4924468" y="75947"/>
                </a:moveTo>
                <a:cubicBezTo>
                  <a:pt x="4924468" y="93893"/>
                  <a:pt x="4912516" y="108368"/>
                  <a:pt x="4898248" y="108368"/>
                </a:cubicBezTo>
                <a:cubicBezTo>
                  <a:pt x="4883981" y="108368"/>
                  <a:pt x="4872028" y="93893"/>
                  <a:pt x="4872028" y="75947"/>
                </a:cubicBezTo>
                <a:cubicBezTo>
                  <a:pt x="4872028" y="58387"/>
                  <a:pt x="4884560" y="45842"/>
                  <a:pt x="4898248" y="45842"/>
                </a:cubicBezTo>
                <a:cubicBezTo>
                  <a:pt x="4912131" y="45842"/>
                  <a:pt x="4924468" y="58387"/>
                  <a:pt x="4924468" y="75947"/>
                </a:cubicBezTo>
                <a:close/>
                <a:moveTo>
                  <a:pt x="5033203" y="11571"/>
                </a:moveTo>
                <a:cubicBezTo>
                  <a:pt x="5033203" y="0"/>
                  <a:pt x="5017779" y="0"/>
                  <a:pt x="5014693" y="0"/>
                </a:cubicBezTo>
                <a:cubicBezTo>
                  <a:pt x="4999269" y="0"/>
                  <a:pt x="4984425" y="8870"/>
                  <a:pt x="4984425" y="25704"/>
                </a:cubicBezTo>
                <a:lnTo>
                  <a:pt x="4984425" y="35963"/>
                </a:lnTo>
                <a:lnTo>
                  <a:pt x="4965148" y="35963"/>
                </a:lnTo>
                <a:cubicBezTo>
                  <a:pt x="4962062" y="35963"/>
                  <a:pt x="4957243" y="35963"/>
                  <a:pt x="4957243" y="41941"/>
                </a:cubicBezTo>
                <a:cubicBezTo>
                  <a:pt x="4957243" y="47725"/>
                  <a:pt x="4962062" y="47725"/>
                  <a:pt x="4964953" y="47725"/>
                </a:cubicBezTo>
                <a:lnTo>
                  <a:pt x="4984425" y="47725"/>
                </a:lnTo>
                <a:lnTo>
                  <a:pt x="4984425" y="107238"/>
                </a:lnTo>
                <a:lnTo>
                  <a:pt x="4964953" y="107238"/>
                </a:lnTo>
                <a:cubicBezTo>
                  <a:pt x="4962062" y="107238"/>
                  <a:pt x="4957049" y="107238"/>
                  <a:pt x="4957049" y="113022"/>
                </a:cubicBezTo>
                <a:cubicBezTo>
                  <a:pt x="4957049" y="118997"/>
                  <a:pt x="4962062" y="118997"/>
                  <a:pt x="4964953" y="118997"/>
                </a:cubicBezTo>
                <a:lnTo>
                  <a:pt x="5017199" y="118997"/>
                </a:lnTo>
                <a:cubicBezTo>
                  <a:pt x="5020091" y="118997"/>
                  <a:pt x="5025104" y="118997"/>
                  <a:pt x="5025104" y="113213"/>
                </a:cubicBezTo>
                <a:cubicBezTo>
                  <a:pt x="5025104" y="107238"/>
                  <a:pt x="5020091" y="107238"/>
                  <a:pt x="5017199" y="107238"/>
                </a:cubicBezTo>
                <a:lnTo>
                  <a:pt x="4997728" y="107238"/>
                </a:lnTo>
                <a:lnTo>
                  <a:pt x="4997728" y="47725"/>
                </a:lnTo>
                <a:lnTo>
                  <a:pt x="5021250" y="47725"/>
                </a:lnTo>
                <a:cubicBezTo>
                  <a:pt x="5024142" y="47725"/>
                  <a:pt x="5028961" y="47725"/>
                  <a:pt x="5028961" y="41941"/>
                </a:cubicBezTo>
                <a:cubicBezTo>
                  <a:pt x="5028961" y="35963"/>
                  <a:pt x="5024333" y="35963"/>
                  <a:pt x="5021250" y="35963"/>
                </a:cubicBezTo>
                <a:lnTo>
                  <a:pt x="4997728" y="35963"/>
                </a:lnTo>
                <a:lnTo>
                  <a:pt x="4997728" y="26863"/>
                </a:lnTo>
                <a:cubicBezTo>
                  <a:pt x="4997728" y="11762"/>
                  <a:pt x="5010645" y="11762"/>
                  <a:pt x="5016429" y="11762"/>
                </a:cubicBezTo>
                <a:cubicBezTo>
                  <a:pt x="5016429" y="12536"/>
                  <a:pt x="5018164" y="20088"/>
                  <a:pt x="5024913" y="20088"/>
                </a:cubicBezTo>
                <a:cubicBezTo>
                  <a:pt x="5028766" y="20088"/>
                  <a:pt x="5033203" y="16990"/>
                  <a:pt x="5033203" y="11571"/>
                </a:cubicBezTo>
                <a:close/>
                <a:moveTo>
                  <a:pt x="5247006" y="113213"/>
                </a:moveTo>
                <a:cubicBezTo>
                  <a:pt x="5247006" y="107238"/>
                  <a:pt x="5241994" y="107238"/>
                  <a:pt x="5239102" y="107238"/>
                </a:cubicBezTo>
                <a:lnTo>
                  <a:pt x="5231392" y="107238"/>
                </a:lnTo>
                <a:lnTo>
                  <a:pt x="5206713" y="76230"/>
                </a:lnTo>
                <a:lnTo>
                  <a:pt x="5228691" y="47725"/>
                </a:lnTo>
                <a:lnTo>
                  <a:pt x="5236404" y="47725"/>
                </a:lnTo>
                <a:cubicBezTo>
                  <a:pt x="5239102" y="47725"/>
                  <a:pt x="5244309" y="47725"/>
                  <a:pt x="5244309" y="41941"/>
                </a:cubicBezTo>
                <a:cubicBezTo>
                  <a:pt x="5244309" y="35963"/>
                  <a:pt x="5239296" y="35963"/>
                  <a:pt x="5236404" y="35963"/>
                </a:cubicBezTo>
                <a:lnTo>
                  <a:pt x="5213847" y="35963"/>
                </a:lnTo>
                <a:cubicBezTo>
                  <a:pt x="5210955" y="35963"/>
                  <a:pt x="5206136" y="35963"/>
                  <a:pt x="5206136" y="41750"/>
                </a:cubicBezTo>
                <a:cubicBezTo>
                  <a:pt x="5206136" y="47725"/>
                  <a:pt x="5210378" y="47725"/>
                  <a:pt x="5215582" y="47725"/>
                </a:cubicBezTo>
                <a:lnTo>
                  <a:pt x="5201315" y="67177"/>
                </a:lnTo>
                <a:lnTo>
                  <a:pt x="5186665" y="47725"/>
                </a:lnTo>
                <a:cubicBezTo>
                  <a:pt x="5191678" y="47725"/>
                  <a:pt x="5195917" y="47725"/>
                  <a:pt x="5195917" y="41750"/>
                </a:cubicBezTo>
                <a:cubicBezTo>
                  <a:pt x="5195917" y="35963"/>
                  <a:pt x="5191098" y="35963"/>
                  <a:pt x="5188206" y="35963"/>
                </a:cubicBezTo>
                <a:lnTo>
                  <a:pt x="5165649" y="35963"/>
                </a:lnTo>
                <a:cubicBezTo>
                  <a:pt x="5162757" y="35963"/>
                  <a:pt x="5157744" y="35963"/>
                  <a:pt x="5157744" y="41941"/>
                </a:cubicBezTo>
                <a:cubicBezTo>
                  <a:pt x="5157744" y="47725"/>
                  <a:pt x="5162951" y="47725"/>
                  <a:pt x="5165649" y="47725"/>
                </a:cubicBezTo>
                <a:lnTo>
                  <a:pt x="5173362" y="47725"/>
                </a:lnTo>
                <a:lnTo>
                  <a:pt x="5196111" y="76230"/>
                </a:lnTo>
                <a:lnTo>
                  <a:pt x="5172203" y="107238"/>
                </a:lnTo>
                <a:lnTo>
                  <a:pt x="5164493" y="107238"/>
                </a:lnTo>
                <a:cubicBezTo>
                  <a:pt x="5161601" y="107238"/>
                  <a:pt x="5156588" y="107238"/>
                  <a:pt x="5156588" y="113213"/>
                </a:cubicBezTo>
                <a:cubicBezTo>
                  <a:pt x="5156588" y="118997"/>
                  <a:pt x="5161792" y="118997"/>
                  <a:pt x="5164493" y="118997"/>
                </a:cubicBezTo>
                <a:lnTo>
                  <a:pt x="5187050" y="118997"/>
                </a:lnTo>
                <a:cubicBezTo>
                  <a:pt x="5189942" y="118997"/>
                  <a:pt x="5194761" y="118997"/>
                  <a:pt x="5194761" y="113213"/>
                </a:cubicBezTo>
                <a:cubicBezTo>
                  <a:pt x="5194761" y="107238"/>
                  <a:pt x="5190713" y="107238"/>
                  <a:pt x="5184735" y="107238"/>
                </a:cubicBezTo>
                <a:lnTo>
                  <a:pt x="5201315" y="83523"/>
                </a:lnTo>
                <a:lnTo>
                  <a:pt x="5218474" y="107238"/>
                </a:lnTo>
                <a:cubicBezTo>
                  <a:pt x="5213076" y="107238"/>
                  <a:pt x="5208834" y="107238"/>
                  <a:pt x="5208834" y="113213"/>
                </a:cubicBezTo>
                <a:cubicBezTo>
                  <a:pt x="5208834" y="118997"/>
                  <a:pt x="5213656" y="118997"/>
                  <a:pt x="5216547" y="118997"/>
                </a:cubicBezTo>
                <a:lnTo>
                  <a:pt x="5239102" y="118997"/>
                </a:lnTo>
                <a:cubicBezTo>
                  <a:pt x="5241802" y="118997"/>
                  <a:pt x="5247006" y="118997"/>
                  <a:pt x="5247006" y="113213"/>
                </a:cubicBezTo>
                <a:close/>
                <a:moveTo>
                  <a:pt x="5341091" y="94858"/>
                </a:moveTo>
                <a:cubicBezTo>
                  <a:pt x="5341091" y="74788"/>
                  <a:pt x="5316218" y="70737"/>
                  <a:pt x="5310049" y="69772"/>
                </a:cubicBezTo>
                <a:lnTo>
                  <a:pt x="5296940" y="67457"/>
                </a:lnTo>
                <a:cubicBezTo>
                  <a:pt x="5291348" y="66683"/>
                  <a:pt x="5278240" y="64368"/>
                  <a:pt x="5278240" y="56842"/>
                </a:cubicBezTo>
                <a:cubicBezTo>
                  <a:pt x="5278240" y="51826"/>
                  <a:pt x="5284408" y="45842"/>
                  <a:pt x="5302724" y="45842"/>
                </a:cubicBezTo>
                <a:cubicBezTo>
                  <a:pt x="5318724" y="45842"/>
                  <a:pt x="5321425" y="51632"/>
                  <a:pt x="5322004" y="56648"/>
                </a:cubicBezTo>
                <a:cubicBezTo>
                  <a:pt x="5322196" y="59931"/>
                  <a:pt x="5322581" y="63211"/>
                  <a:pt x="5328559" y="63211"/>
                </a:cubicBezTo>
                <a:cubicBezTo>
                  <a:pt x="5335307" y="63211"/>
                  <a:pt x="5335307" y="59157"/>
                  <a:pt x="5335307" y="55297"/>
                </a:cubicBezTo>
                <a:lnTo>
                  <a:pt x="5335307" y="41985"/>
                </a:lnTo>
                <a:cubicBezTo>
                  <a:pt x="5335307" y="38902"/>
                  <a:pt x="5335307" y="34080"/>
                  <a:pt x="5329521" y="34080"/>
                </a:cubicBezTo>
                <a:cubicBezTo>
                  <a:pt x="5324896" y="34080"/>
                  <a:pt x="5324122" y="36781"/>
                  <a:pt x="5323737" y="38131"/>
                </a:cubicBezTo>
                <a:cubicBezTo>
                  <a:pt x="5315256" y="34080"/>
                  <a:pt x="5306772" y="34080"/>
                  <a:pt x="5303109" y="34080"/>
                </a:cubicBezTo>
                <a:cubicBezTo>
                  <a:pt x="5270912" y="34080"/>
                  <a:pt x="5266478" y="49896"/>
                  <a:pt x="5266478" y="56842"/>
                </a:cubicBezTo>
                <a:cubicBezTo>
                  <a:pt x="5266478" y="74597"/>
                  <a:pt x="5286721" y="77877"/>
                  <a:pt x="5304460" y="80578"/>
                </a:cubicBezTo>
                <a:cubicBezTo>
                  <a:pt x="5313906" y="82122"/>
                  <a:pt x="5329329" y="84632"/>
                  <a:pt x="5329329" y="94858"/>
                </a:cubicBezTo>
                <a:cubicBezTo>
                  <a:pt x="5329329" y="101998"/>
                  <a:pt x="5322196" y="108368"/>
                  <a:pt x="5304651" y="108368"/>
                </a:cubicBezTo>
                <a:cubicBezTo>
                  <a:pt x="5295590" y="108368"/>
                  <a:pt x="5284794" y="106244"/>
                  <a:pt x="5279975" y="91193"/>
                </a:cubicBezTo>
                <a:cubicBezTo>
                  <a:pt x="5279010" y="87718"/>
                  <a:pt x="5278240" y="85597"/>
                  <a:pt x="5273227" y="85597"/>
                </a:cubicBezTo>
                <a:cubicBezTo>
                  <a:pt x="5266478" y="85597"/>
                  <a:pt x="5266478" y="89648"/>
                  <a:pt x="5266478" y="93508"/>
                </a:cubicBezTo>
                <a:lnTo>
                  <a:pt x="5266478" y="112225"/>
                </a:lnTo>
                <a:cubicBezTo>
                  <a:pt x="5266478" y="115308"/>
                  <a:pt x="5266478" y="120127"/>
                  <a:pt x="5272262" y="120127"/>
                </a:cubicBezTo>
                <a:cubicBezTo>
                  <a:pt x="5273998" y="120127"/>
                  <a:pt x="5277083" y="119936"/>
                  <a:pt x="5279396" y="112801"/>
                </a:cubicBezTo>
                <a:cubicBezTo>
                  <a:pt x="5288842" y="119742"/>
                  <a:pt x="5299061" y="120127"/>
                  <a:pt x="5304460" y="120127"/>
                </a:cubicBezTo>
                <a:cubicBezTo>
                  <a:pt x="5334919" y="120127"/>
                  <a:pt x="5341091" y="104123"/>
                  <a:pt x="5341091" y="94858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ifmax_end_here&gt;best_so_far:">
            <a:extLst xmlns:a="http://schemas.openxmlformats.org/drawingml/2006/main">
              <a:ext uri="{FF2B5EF4-FFF2-40B4-BE49-F238E27FC236}">
                <a16:creationId xmlns:a16="http://schemas.microsoft.com/office/drawing/2014/main" id="{6982AC23-7911-4A2B-9F2A-790B0607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7376" y="4172503"/>
            <a:ext cx="2982869" cy="151194"/>
          </a:xfrm>
          <a:custGeom xmlns:a="http://schemas.openxmlformats.org/drawingml/2006/main">
            <a:pathLst>
              <a:path w="2982869" h="151194">
                <a:moveTo>
                  <a:pt x="72682" y="113213"/>
                </a:moveTo>
                <a:cubicBezTo>
                  <a:pt x="72682" y="107238"/>
                  <a:pt x="67673" y="107238"/>
                  <a:pt x="64778" y="107238"/>
                </a:cubicBezTo>
                <a:lnTo>
                  <a:pt x="44535" y="107238"/>
                </a:lnTo>
                <a:lnTo>
                  <a:pt x="44535" y="43868"/>
                </a:lnTo>
                <a:cubicBezTo>
                  <a:pt x="44535" y="37893"/>
                  <a:pt x="43379" y="35963"/>
                  <a:pt x="36825" y="35963"/>
                </a:cubicBezTo>
                <a:lnTo>
                  <a:pt x="9449" y="35963"/>
                </a:lnTo>
                <a:cubicBezTo>
                  <a:pt x="6557" y="35963"/>
                  <a:pt x="1544" y="35963"/>
                  <a:pt x="1544" y="41750"/>
                </a:cubicBezTo>
                <a:cubicBezTo>
                  <a:pt x="1544" y="47725"/>
                  <a:pt x="6557" y="47725"/>
                  <a:pt x="9449" y="47725"/>
                </a:cubicBezTo>
                <a:lnTo>
                  <a:pt x="31233" y="47725"/>
                </a:lnTo>
                <a:lnTo>
                  <a:pt x="31233" y="107238"/>
                </a:lnTo>
                <a:lnTo>
                  <a:pt x="7905" y="107238"/>
                </a:lnTo>
                <a:cubicBezTo>
                  <a:pt x="4822" y="107238"/>
                  <a:pt x="0" y="107238"/>
                  <a:pt x="0" y="113213"/>
                </a:cubicBezTo>
                <a:cubicBezTo>
                  <a:pt x="0" y="118997"/>
                  <a:pt x="5013" y="118997"/>
                  <a:pt x="7905" y="118997"/>
                </a:cubicBezTo>
                <a:lnTo>
                  <a:pt x="64778" y="118997"/>
                </a:lnTo>
                <a:cubicBezTo>
                  <a:pt x="67673" y="118997"/>
                  <a:pt x="72682" y="118997"/>
                  <a:pt x="72682" y="113213"/>
                </a:cubicBezTo>
                <a:moveTo>
                  <a:pt x="45306" y="12089"/>
                </a:moveTo>
                <a:cubicBezTo>
                  <a:pt x="45306" y="6690"/>
                  <a:pt x="41067" y="2448"/>
                  <a:pt x="35669" y="2448"/>
                </a:cubicBezTo>
                <a:cubicBezTo>
                  <a:pt x="30268" y="2448"/>
                  <a:pt x="26029" y="6690"/>
                  <a:pt x="26029" y="12089"/>
                </a:cubicBezTo>
                <a:cubicBezTo>
                  <a:pt x="26029" y="17487"/>
                  <a:pt x="30268" y="21729"/>
                  <a:pt x="35669" y="21729"/>
                </a:cubicBezTo>
                <a:cubicBezTo>
                  <a:pt x="41067" y="21729"/>
                  <a:pt x="45306" y="17487"/>
                  <a:pt x="45306" y="12089"/>
                </a:cubicBezTo>
                <a:close/>
                <a:moveTo>
                  <a:pt x="170430" y="11571"/>
                </a:moveTo>
                <a:cubicBezTo>
                  <a:pt x="170430" y="0"/>
                  <a:pt x="155006" y="0"/>
                  <a:pt x="151920" y="0"/>
                </a:cubicBezTo>
                <a:cubicBezTo>
                  <a:pt x="136496" y="0"/>
                  <a:pt x="121652" y="8870"/>
                  <a:pt x="121652" y="25704"/>
                </a:cubicBezTo>
                <a:lnTo>
                  <a:pt x="121652" y="35963"/>
                </a:lnTo>
                <a:lnTo>
                  <a:pt x="102375" y="35963"/>
                </a:lnTo>
                <a:cubicBezTo>
                  <a:pt x="99289" y="35963"/>
                  <a:pt x="94470" y="35963"/>
                  <a:pt x="94470" y="41941"/>
                </a:cubicBezTo>
                <a:cubicBezTo>
                  <a:pt x="94470" y="47725"/>
                  <a:pt x="99289" y="47725"/>
                  <a:pt x="102181" y="47725"/>
                </a:cubicBezTo>
                <a:lnTo>
                  <a:pt x="121652" y="47725"/>
                </a:lnTo>
                <a:lnTo>
                  <a:pt x="121652" y="107238"/>
                </a:lnTo>
                <a:lnTo>
                  <a:pt x="102181" y="107238"/>
                </a:lnTo>
                <a:cubicBezTo>
                  <a:pt x="99289" y="107238"/>
                  <a:pt x="94276" y="107238"/>
                  <a:pt x="94276" y="113022"/>
                </a:cubicBezTo>
                <a:cubicBezTo>
                  <a:pt x="94276" y="118997"/>
                  <a:pt x="99289" y="118997"/>
                  <a:pt x="102181" y="118997"/>
                </a:cubicBezTo>
                <a:lnTo>
                  <a:pt x="154427" y="118997"/>
                </a:lnTo>
                <a:cubicBezTo>
                  <a:pt x="157318" y="118997"/>
                  <a:pt x="162331" y="118997"/>
                  <a:pt x="162331" y="113213"/>
                </a:cubicBezTo>
                <a:cubicBezTo>
                  <a:pt x="162331" y="107238"/>
                  <a:pt x="157318" y="107238"/>
                  <a:pt x="154427" y="107238"/>
                </a:cubicBezTo>
                <a:lnTo>
                  <a:pt x="134955" y="107238"/>
                </a:lnTo>
                <a:lnTo>
                  <a:pt x="134955" y="47725"/>
                </a:lnTo>
                <a:lnTo>
                  <a:pt x="158477" y="47725"/>
                </a:lnTo>
                <a:cubicBezTo>
                  <a:pt x="161369" y="47725"/>
                  <a:pt x="166188" y="47725"/>
                  <a:pt x="166188" y="41941"/>
                </a:cubicBezTo>
                <a:cubicBezTo>
                  <a:pt x="166188" y="35963"/>
                  <a:pt x="161560" y="35963"/>
                  <a:pt x="158477" y="35963"/>
                </a:cubicBezTo>
                <a:lnTo>
                  <a:pt x="134955" y="35963"/>
                </a:lnTo>
                <a:lnTo>
                  <a:pt x="134955" y="26863"/>
                </a:lnTo>
                <a:cubicBezTo>
                  <a:pt x="134955" y="11762"/>
                  <a:pt x="147872" y="11762"/>
                  <a:pt x="153656" y="11762"/>
                </a:cubicBezTo>
                <a:cubicBezTo>
                  <a:pt x="153656" y="12536"/>
                  <a:pt x="155391" y="20088"/>
                  <a:pt x="162140" y="20088"/>
                </a:cubicBezTo>
                <a:cubicBezTo>
                  <a:pt x="165994" y="20088"/>
                  <a:pt x="170430" y="16990"/>
                  <a:pt x="170430" y="11571"/>
                </a:cubicBezTo>
                <a:close/>
                <a:moveTo>
                  <a:pt x="388090" y="113213"/>
                </a:moveTo>
                <a:cubicBezTo>
                  <a:pt x="388090" y="107238"/>
                  <a:pt x="384042" y="107238"/>
                  <a:pt x="377103" y="107238"/>
                </a:cubicBezTo>
                <a:lnTo>
                  <a:pt x="377103" y="60649"/>
                </a:lnTo>
                <a:cubicBezTo>
                  <a:pt x="377103" y="56798"/>
                  <a:pt x="377103" y="34833"/>
                  <a:pt x="359943" y="34833"/>
                </a:cubicBezTo>
                <a:cubicBezTo>
                  <a:pt x="354160" y="34833"/>
                  <a:pt x="346255" y="37340"/>
                  <a:pt x="340857" y="44859"/>
                </a:cubicBezTo>
                <a:cubicBezTo>
                  <a:pt x="337966" y="38305"/>
                  <a:pt x="332567" y="34833"/>
                  <a:pt x="326204" y="34833"/>
                </a:cubicBezTo>
                <a:cubicBezTo>
                  <a:pt x="320035" y="34833"/>
                  <a:pt x="314252" y="37534"/>
                  <a:pt x="309624" y="41776"/>
                </a:cubicBezTo>
                <a:cubicBezTo>
                  <a:pt x="309239" y="35963"/>
                  <a:pt x="305382" y="35963"/>
                  <a:pt x="301911" y="35963"/>
                </a:cubicBezTo>
                <a:lnTo>
                  <a:pt x="295742" y="35963"/>
                </a:lnTo>
                <a:cubicBezTo>
                  <a:pt x="292851" y="35963"/>
                  <a:pt x="287838" y="35963"/>
                  <a:pt x="287838" y="41750"/>
                </a:cubicBezTo>
                <a:cubicBezTo>
                  <a:pt x="287838" y="47725"/>
                  <a:pt x="291889" y="47725"/>
                  <a:pt x="298828" y="47725"/>
                </a:cubicBezTo>
                <a:lnTo>
                  <a:pt x="298828" y="107238"/>
                </a:lnTo>
                <a:cubicBezTo>
                  <a:pt x="291889" y="107238"/>
                  <a:pt x="287838" y="107238"/>
                  <a:pt x="287838" y="113213"/>
                </a:cubicBezTo>
                <a:cubicBezTo>
                  <a:pt x="287838" y="118997"/>
                  <a:pt x="293045" y="118997"/>
                  <a:pt x="295742" y="118997"/>
                </a:cubicBezTo>
                <a:lnTo>
                  <a:pt x="312710" y="118997"/>
                </a:lnTo>
                <a:cubicBezTo>
                  <a:pt x="315602" y="118997"/>
                  <a:pt x="320612" y="118997"/>
                  <a:pt x="320612" y="113213"/>
                </a:cubicBezTo>
                <a:cubicBezTo>
                  <a:pt x="320612" y="107238"/>
                  <a:pt x="316564" y="107238"/>
                  <a:pt x="309624" y="107238"/>
                </a:cubicBezTo>
                <a:lnTo>
                  <a:pt x="309624" y="72764"/>
                </a:lnTo>
                <a:cubicBezTo>
                  <a:pt x="309624" y="55645"/>
                  <a:pt x="317529" y="46595"/>
                  <a:pt x="325434" y="46595"/>
                </a:cubicBezTo>
                <a:cubicBezTo>
                  <a:pt x="329867" y="46595"/>
                  <a:pt x="332567" y="49870"/>
                  <a:pt x="332567" y="62382"/>
                </a:cubicBezTo>
                <a:lnTo>
                  <a:pt x="332567" y="107238"/>
                </a:lnTo>
                <a:cubicBezTo>
                  <a:pt x="328905" y="107238"/>
                  <a:pt x="324083" y="107238"/>
                  <a:pt x="324083" y="113213"/>
                </a:cubicBezTo>
                <a:cubicBezTo>
                  <a:pt x="324083" y="118997"/>
                  <a:pt x="329290" y="118997"/>
                  <a:pt x="331988" y="118997"/>
                </a:cubicBezTo>
                <a:lnTo>
                  <a:pt x="346447" y="118997"/>
                </a:lnTo>
                <a:cubicBezTo>
                  <a:pt x="349338" y="118997"/>
                  <a:pt x="354351" y="118997"/>
                  <a:pt x="354351" y="113213"/>
                </a:cubicBezTo>
                <a:cubicBezTo>
                  <a:pt x="354351" y="107238"/>
                  <a:pt x="350303" y="107238"/>
                  <a:pt x="343364" y="107238"/>
                </a:cubicBezTo>
                <a:lnTo>
                  <a:pt x="343364" y="72779"/>
                </a:lnTo>
                <a:cubicBezTo>
                  <a:pt x="343364" y="55645"/>
                  <a:pt x="351268" y="46595"/>
                  <a:pt x="359173" y="46595"/>
                </a:cubicBezTo>
                <a:cubicBezTo>
                  <a:pt x="363606" y="46595"/>
                  <a:pt x="366307" y="49870"/>
                  <a:pt x="366307" y="62382"/>
                </a:cubicBezTo>
                <a:lnTo>
                  <a:pt x="366307" y="107238"/>
                </a:lnTo>
                <a:cubicBezTo>
                  <a:pt x="362641" y="107238"/>
                  <a:pt x="357822" y="107238"/>
                  <a:pt x="357822" y="113213"/>
                </a:cubicBezTo>
                <a:cubicBezTo>
                  <a:pt x="357822" y="118997"/>
                  <a:pt x="363026" y="118997"/>
                  <a:pt x="365727" y="118997"/>
                </a:cubicBezTo>
                <a:lnTo>
                  <a:pt x="380186" y="118997"/>
                </a:lnTo>
                <a:cubicBezTo>
                  <a:pt x="383078" y="118997"/>
                  <a:pt x="388090" y="118997"/>
                  <a:pt x="388090" y="113213"/>
                </a:cubicBezTo>
                <a:close/>
                <a:moveTo>
                  <a:pt x="489885" y="113022"/>
                </a:moveTo>
                <a:cubicBezTo>
                  <a:pt x="489885" y="107238"/>
                  <a:pt x="485063" y="107238"/>
                  <a:pt x="482171" y="107238"/>
                </a:cubicBezTo>
                <a:cubicBezTo>
                  <a:pt x="474075" y="107238"/>
                  <a:pt x="472146" y="106273"/>
                  <a:pt x="470604" y="105694"/>
                </a:cubicBezTo>
                <a:lnTo>
                  <a:pt x="470604" y="63991"/>
                </a:lnTo>
                <a:cubicBezTo>
                  <a:pt x="470604" y="50284"/>
                  <a:pt x="460193" y="34080"/>
                  <a:pt x="432432" y="34080"/>
                </a:cubicBezTo>
                <a:cubicBezTo>
                  <a:pt x="424142" y="34080"/>
                  <a:pt x="404476" y="34080"/>
                  <a:pt x="404476" y="48160"/>
                </a:cubicBezTo>
                <a:cubicBezTo>
                  <a:pt x="404476" y="53953"/>
                  <a:pt x="408527" y="57042"/>
                  <a:pt x="413151" y="57042"/>
                </a:cubicBezTo>
                <a:cubicBezTo>
                  <a:pt x="416043" y="57042"/>
                  <a:pt x="421441" y="55303"/>
                  <a:pt x="421635" y="48160"/>
                </a:cubicBezTo>
                <a:cubicBezTo>
                  <a:pt x="421635" y="46616"/>
                  <a:pt x="421827" y="46422"/>
                  <a:pt x="425683" y="46036"/>
                </a:cubicBezTo>
                <a:cubicBezTo>
                  <a:pt x="428384" y="45842"/>
                  <a:pt x="430890" y="45842"/>
                  <a:pt x="432626" y="45842"/>
                </a:cubicBezTo>
                <a:cubicBezTo>
                  <a:pt x="447276" y="45842"/>
                  <a:pt x="457301" y="51829"/>
                  <a:pt x="457301" y="65536"/>
                </a:cubicBezTo>
                <a:cubicBezTo>
                  <a:pt x="423177" y="66115"/>
                  <a:pt x="399463" y="75768"/>
                  <a:pt x="399463" y="94302"/>
                </a:cubicBezTo>
                <a:cubicBezTo>
                  <a:pt x="399463" y="107597"/>
                  <a:pt x="411610" y="120127"/>
                  <a:pt x="431276" y="120127"/>
                </a:cubicBezTo>
                <a:cubicBezTo>
                  <a:pt x="438409" y="120127"/>
                  <a:pt x="450362" y="118780"/>
                  <a:pt x="459422" y="112801"/>
                </a:cubicBezTo>
                <a:cubicBezTo>
                  <a:pt x="463665" y="118806"/>
                  <a:pt x="472919" y="118997"/>
                  <a:pt x="480244" y="118997"/>
                </a:cubicBezTo>
                <a:cubicBezTo>
                  <a:pt x="485643" y="118997"/>
                  <a:pt x="489885" y="118997"/>
                  <a:pt x="489885" y="113022"/>
                </a:cubicBezTo>
                <a:moveTo>
                  <a:pt x="457301" y="93164"/>
                </a:moveTo>
                <a:cubicBezTo>
                  <a:pt x="457301" y="97597"/>
                  <a:pt x="457301" y="101645"/>
                  <a:pt x="449782" y="105117"/>
                </a:cubicBezTo>
                <a:cubicBezTo>
                  <a:pt x="442843" y="108368"/>
                  <a:pt x="434167" y="108368"/>
                  <a:pt x="432626" y="108368"/>
                </a:cubicBezTo>
                <a:cubicBezTo>
                  <a:pt x="420671" y="108368"/>
                  <a:pt x="412766" y="101813"/>
                  <a:pt x="412766" y="94293"/>
                </a:cubicBezTo>
                <a:cubicBezTo>
                  <a:pt x="412766" y="84844"/>
                  <a:pt x="429346" y="77712"/>
                  <a:pt x="457301" y="76939"/>
                </a:cubicBezTo>
                <a:lnTo>
                  <a:pt x="457301" y="93164"/>
                </a:lnTo>
                <a:close/>
                <a:moveTo>
                  <a:pt x="586664" y="113213"/>
                </a:moveTo>
                <a:cubicBezTo>
                  <a:pt x="586664" y="107238"/>
                  <a:pt x="581651" y="107238"/>
                  <a:pt x="578759" y="107238"/>
                </a:cubicBezTo>
                <a:lnTo>
                  <a:pt x="571049" y="107238"/>
                </a:lnTo>
                <a:lnTo>
                  <a:pt x="546370" y="76230"/>
                </a:lnTo>
                <a:lnTo>
                  <a:pt x="568348" y="47725"/>
                </a:lnTo>
                <a:lnTo>
                  <a:pt x="576062" y="47725"/>
                </a:lnTo>
                <a:cubicBezTo>
                  <a:pt x="578759" y="47725"/>
                  <a:pt x="583966" y="47725"/>
                  <a:pt x="583966" y="41941"/>
                </a:cubicBezTo>
                <a:cubicBezTo>
                  <a:pt x="583966" y="35963"/>
                  <a:pt x="578953" y="35963"/>
                  <a:pt x="576062" y="35963"/>
                </a:cubicBezTo>
                <a:lnTo>
                  <a:pt x="553504" y="35963"/>
                </a:lnTo>
                <a:cubicBezTo>
                  <a:pt x="550612" y="35963"/>
                  <a:pt x="545794" y="35963"/>
                  <a:pt x="545794" y="41750"/>
                </a:cubicBezTo>
                <a:cubicBezTo>
                  <a:pt x="545794" y="47725"/>
                  <a:pt x="550036" y="47725"/>
                  <a:pt x="555240" y="47725"/>
                </a:cubicBezTo>
                <a:lnTo>
                  <a:pt x="540972" y="67177"/>
                </a:lnTo>
                <a:lnTo>
                  <a:pt x="526322" y="47725"/>
                </a:lnTo>
                <a:cubicBezTo>
                  <a:pt x="531335" y="47725"/>
                  <a:pt x="535574" y="47725"/>
                  <a:pt x="535574" y="41750"/>
                </a:cubicBezTo>
                <a:cubicBezTo>
                  <a:pt x="535574" y="35963"/>
                  <a:pt x="530755" y="35963"/>
                  <a:pt x="527864" y="35963"/>
                </a:cubicBezTo>
                <a:lnTo>
                  <a:pt x="505306" y="35963"/>
                </a:lnTo>
                <a:cubicBezTo>
                  <a:pt x="502414" y="35963"/>
                  <a:pt x="497402" y="35963"/>
                  <a:pt x="497402" y="41941"/>
                </a:cubicBezTo>
                <a:cubicBezTo>
                  <a:pt x="497402" y="47725"/>
                  <a:pt x="502609" y="47725"/>
                  <a:pt x="505306" y="47725"/>
                </a:cubicBezTo>
                <a:lnTo>
                  <a:pt x="513020" y="47725"/>
                </a:lnTo>
                <a:lnTo>
                  <a:pt x="535768" y="76230"/>
                </a:lnTo>
                <a:lnTo>
                  <a:pt x="511860" y="107238"/>
                </a:lnTo>
                <a:lnTo>
                  <a:pt x="504150" y="107238"/>
                </a:lnTo>
                <a:cubicBezTo>
                  <a:pt x="501258" y="107238"/>
                  <a:pt x="496246" y="107238"/>
                  <a:pt x="496246" y="113213"/>
                </a:cubicBezTo>
                <a:cubicBezTo>
                  <a:pt x="496246" y="118997"/>
                  <a:pt x="501450" y="118997"/>
                  <a:pt x="504150" y="118997"/>
                </a:cubicBezTo>
                <a:lnTo>
                  <a:pt x="526708" y="118997"/>
                </a:lnTo>
                <a:cubicBezTo>
                  <a:pt x="529599" y="118997"/>
                  <a:pt x="534418" y="118997"/>
                  <a:pt x="534418" y="113213"/>
                </a:cubicBezTo>
                <a:cubicBezTo>
                  <a:pt x="534418" y="107238"/>
                  <a:pt x="530370" y="107238"/>
                  <a:pt x="524392" y="107238"/>
                </a:cubicBezTo>
                <a:lnTo>
                  <a:pt x="540972" y="83523"/>
                </a:lnTo>
                <a:lnTo>
                  <a:pt x="558132" y="107238"/>
                </a:lnTo>
                <a:cubicBezTo>
                  <a:pt x="552733" y="107238"/>
                  <a:pt x="548491" y="107238"/>
                  <a:pt x="548491" y="113213"/>
                </a:cubicBezTo>
                <a:cubicBezTo>
                  <a:pt x="548491" y="118997"/>
                  <a:pt x="553313" y="118997"/>
                  <a:pt x="556205" y="118997"/>
                </a:cubicBezTo>
                <a:lnTo>
                  <a:pt x="578759" y="118997"/>
                </a:lnTo>
                <a:cubicBezTo>
                  <a:pt x="581460" y="118997"/>
                  <a:pt x="586664" y="118997"/>
                  <a:pt x="586664" y="113213"/>
                </a:cubicBezTo>
                <a:close/>
                <a:moveTo>
                  <a:pt x="682481" y="144448"/>
                </a:moveTo>
                <a:cubicBezTo>
                  <a:pt x="682481" y="137699"/>
                  <a:pt x="675736" y="137699"/>
                  <a:pt x="673421" y="137699"/>
                </a:cubicBezTo>
                <a:lnTo>
                  <a:pt x="612114" y="137699"/>
                </a:lnTo>
                <a:cubicBezTo>
                  <a:pt x="609799" y="137699"/>
                  <a:pt x="603053" y="137699"/>
                  <a:pt x="603053" y="144448"/>
                </a:cubicBezTo>
                <a:cubicBezTo>
                  <a:pt x="603053" y="151194"/>
                  <a:pt x="609799" y="151194"/>
                  <a:pt x="612114" y="151194"/>
                </a:cubicBezTo>
                <a:lnTo>
                  <a:pt x="673421" y="151194"/>
                </a:lnTo>
                <a:cubicBezTo>
                  <a:pt x="675736" y="151194"/>
                  <a:pt x="682481" y="151194"/>
                  <a:pt x="682481" y="144448"/>
                </a:cubicBezTo>
                <a:close/>
                <a:moveTo>
                  <a:pt x="782926" y="97939"/>
                </a:moveTo>
                <a:cubicBezTo>
                  <a:pt x="782926" y="92528"/>
                  <a:pt x="777336" y="92528"/>
                  <a:pt x="776180" y="92528"/>
                </a:cubicBezTo>
                <a:cubicBezTo>
                  <a:pt x="772709" y="92528"/>
                  <a:pt x="771167" y="93108"/>
                  <a:pt x="769817" y="96779"/>
                </a:cubicBezTo>
                <a:cubicBezTo>
                  <a:pt x="765575" y="106614"/>
                  <a:pt x="755164" y="108350"/>
                  <a:pt x="749766" y="108350"/>
                </a:cubicBezTo>
                <a:cubicBezTo>
                  <a:pt x="735307" y="108350"/>
                  <a:pt x="720848" y="98709"/>
                  <a:pt x="717763" y="82093"/>
                </a:cubicBezTo>
                <a:lnTo>
                  <a:pt x="775215" y="82093"/>
                </a:lnTo>
                <a:cubicBezTo>
                  <a:pt x="779263" y="82093"/>
                  <a:pt x="782926" y="82093"/>
                  <a:pt x="782926" y="74962"/>
                </a:cubicBezTo>
                <a:cubicBezTo>
                  <a:pt x="782926" y="52976"/>
                  <a:pt x="770588" y="34080"/>
                  <a:pt x="745524" y="34080"/>
                </a:cubicBezTo>
                <a:cubicBezTo>
                  <a:pt x="722581" y="34080"/>
                  <a:pt x="704074" y="53365"/>
                  <a:pt x="704074" y="77083"/>
                </a:cubicBezTo>
                <a:cubicBezTo>
                  <a:pt x="704074" y="100639"/>
                  <a:pt x="723546" y="120127"/>
                  <a:pt x="748416" y="120127"/>
                </a:cubicBezTo>
                <a:cubicBezTo>
                  <a:pt x="773865" y="120127"/>
                  <a:pt x="782926" y="102766"/>
                  <a:pt x="782926" y="97936"/>
                </a:cubicBezTo>
                <a:lnTo>
                  <a:pt x="782926" y="97939"/>
                </a:lnTo>
                <a:moveTo>
                  <a:pt x="769238" y="70525"/>
                </a:moveTo>
                <a:lnTo>
                  <a:pt x="717957" y="70525"/>
                </a:lnTo>
                <a:cubicBezTo>
                  <a:pt x="720654" y="56448"/>
                  <a:pt x="732030" y="45842"/>
                  <a:pt x="745524" y="45842"/>
                </a:cubicBezTo>
                <a:cubicBezTo>
                  <a:pt x="755550" y="45842"/>
                  <a:pt x="767502" y="50664"/>
                  <a:pt x="769238" y="70525"/>
                </a:cubicBezTo>
                <a:close/>
                <a:moveTo>
                  <a:pt x="893396" y="113213"/>
                </a:moveTo>
                <a:cubicBezTo>
                  <a:pt x="893396" y="107238"/>
                  <a:pt x="888578" y="107238"/>
                  <a:pt x="885492" y="107238"/>
                </a:cubicBezTo>
                <a:lnTo>
                  <a:pt x="877008" y="107238"/>
                </a:lnTo>
                <a:lnTo>
                  <a:pt x="877008" y="62576"/>
                </a:lnTo>
                <a:cubicBezTo>
                  <a:pt x="877008" y="43126"/>
                  <a:pt x="867176" y="34833"/>
                  <a:pt x="851947" y="34833"/>
                </a:cubicBezTo>
                <a:cubicBezTo>
                  <a:pt x="839029" y="34833"/>
                  <a:pt x="830354" y="41391"/>
                  <a:pt x="826689" y="45053"/>
                </a:cubicBezTo>
                <a:cubicBezTo>
                  <a:pt x="826689" y="38858"/>
                  <a:pt x="826689" y="35963"/>
                  <a:pt x="818978" y="35963"/>
                </a:cubicBezTo>
                <a:lnTo>
                  <a:pt x="804905" y="35963"/>
                </a:lnTo>
                <a:cubicBezTo>
                  <a:pt x="801819" y="35963"/>
                  <a:pt x="797000" y="35963"/>
                  <a:pt x="797000" y="41941"/>
                </a:cubicBezTo>
                <a:cubicBezTo>
                  <a:pt x="797000" y="47725"/>
                  <a:pt x="802013" y="47725"/>
                  <a:pt x="804711" y="47725"/>
                </a:cubicBezTo>
                <a:lnTo>
                  <a:pt x="813389" y="47725"/>
                </a:lnTo>
                <a:lnTo>
                  <a:pt x="813389" y="107238"/>
                </a:lnTo>
                <a:lnTo>
                  <a:pt x="804905" y="107238"/>
                </a:lnTo>
                <a:cubicBezTo>
                  <a:pt x="801819" y="107238"/>
                  <a:pt x="797000" y="107238"/>
                  <a:pt x="797000" y="113213"/>
                </a:cubicBezTo>
                <a:cubicBezTo>
                  <a:pt x="797000" y="118997"/>
                  <a:pt x="802013" y="118997"/>
                  <a:pt x="804711" y="118997"/>
                </a:cubicBezTo>
                <a:lnTo>
                  <a:pt x="835367" y="118997"/>
                </a:lnTo>
                <a:cubicBezTo>
                  <a:pt x="838065" y="118997"/>
                  <a:pt x="843077" y="118997"/>
                  <a:pt x="843077" y="113213"/>
                </a:cubicBezTo>
                <a:cubicBezTo>
                  <a:pt x="843077" y="107238"/>
                  <a:pt x="838259" y="107238"/>
                  <a:pt x="835173" y="107238"/>
                </a:cubicBezTo>
                <a:lnTo>
                  <a:pt x="826689" y="107238"/>
                </a:lnTo>
                <a:lnTo>
                  <a:pt x="826689" y="73149"/>
                </a:lnTo>
                <a:cubicBezTo>
                  <a:pt x="826689" y="53912"/>
                  <a:pt x="840956" y="46595"/>
                  <a:pt x="850791" y="46595"/>
                </a:cubicBezTo>
                <a:cubicBezTo>
                  <a:pt x="861007" y="46595"/>
                  <a:pt x="863705" y="51988"/>
                  <a:pt x="863705" y="63538"/>
                </a:cubicBezTo>
                <a:lnTo>
                  <a:pt x="863705" y="107238"/>
                </a:lnTo>
                <a:lnTo>
                  <a:pt x="856189" y="107238"/>
                </a:lnTo>
                <a:cubicBezTo>
                  <a:pt x="853103" y="107238"/>
                  <a:pt x="848284" y="107238"/>
                  <a:pt x="848284" y="113213"/>
                </a:cubicBezTo>
                <a:cubicBezTo>
                  <a:pt x="848284" y="118997"/>
                  <a:pt x="853488" y="118997"/>
                  <a:pt x="856189" y="118997"/>
                </a:cubicBezTo>
                <a:lnTo>
                  <a:pt x="885686" y="118997"/>
                </a:lnTo>
                <a:cubicBezTo>
                  <a:pt x="888384" y="118997"/>
                  <a:pt x="893396" y="118997"/>
                  <a:pt x="893396" y="113213"/>
                </a:cubicBezTo>
                <a:close/>
                <a:moveTo>
                  <a:pt x="994612" y="113022"/>
                </a:moveTo>
                <a:cubicBezTo>
                  <a:pt x="994612" y="107238"/>
                  <a:pt x="989599" y="107238"/>
                  <a:pt x="986901" y="107238"/>
                </a:cubicBezTo>
                <a:lnTo>
                  <a:pt x="978223" y="107238"/>
                </a:lnTo>
                <a:lnTo>
                  <a:pt x="978223" y="9035"/>
                </a:lnTo>
                <a:cubicBezTo>
                  <a:pt x="978223" y="3060"/>
                  <a:pt x="977067" y="1130"/>
                  <a:pt x="970513" y="1130"/>
                </a:cubicBezTo>
                <a:lnTo>
                  <a:pt x="956439" y="1130"/>
                </a:lnTo>
                <a:cubicBezTo>
                  <a:pt x="953353" y="1130"/>
                  <a:pt x="948535" y="1130"/>
                  <a:pt x="948535" y="7108"/>
                </a:cubicBezTo>
                <a:cubicBezTo>
                  <a:pt x="948535" y="12892"/>
                  <a:pt x="953547" y="12892"/>
                  <a:pt x="956245" y="12892"/>
                </a:cubicBezTo>
                <a:lnTo>
                  <a:pt x="964920" y="12892"/>
                </a:lnTo>
                <a:lnTo>
                  <a:pt x="964920" y="43512"/>
                </a:lnTo>
                <a:cubicBezTo>
                  <a:pt x="958560" y="37919"/>
                  <a:pt x="950656" y="34833"/>
                  <a:pt x="942366" y="34833"/>
                </a:cubicBezTo>
                <a:cubicBezTo>
                  <a:pt x="921350" y="34833"/>
                  <a:pt x="902843" y="53141"/>
                  <a:pt x="902843" y="77592"/>
                </a:cubicBezTo>
                <a:cubicBezTo>
                  <a:pt x="902843" y="101425"/>
                  <a:pt x="920194" y="120127"/>
                  <a:pt x="940630" y="120127"/>
                </a:cubicBezTo>
                <a:cubicBezTo>
                  <a:pt x="951426" y="120127"/>
                  <a:pt x="959522" y="114923"/>
                  <a:pt x="964920" y="109330"/>
                </a:cubicBezTo>
                <a:cubicBezTo>
                  <a:pt x="964920" y="116299"/>
                  <a:pt x="964920" y="118997"/>
                  <a:pt x="972634" y="118997"/>
                </a:cubicBezTo>
                <a:lnTo>
                  <a:pt x="986707" y="118997"/>
                </a:lnTo>
                <a:cubicBezTo>
                  <a:pt x="989793" y="118997"/>
                  <a:pt x="994612" y="118997"/>
                  <a:pt x="994612" y="113022"/>
                </a:cubicBezTo>
                <a:moveTo>
                  <a:pt x="964920" y="81593"/>
                </a:moveTo>
                <a:cubicBezTo>
                  <a:pt x="964920" y="92396"/>
                  <a:pt x="956245" y="108368"/>
                  <a:pt x="941401" y="108368"/>
                </a:cubicBezTo>
                <a:cubicBezTo>
                  <a:pt x="927713" y="108368"/>
                  <a:pt x="916146" y="94705"/>
                  <a:pt x="916146" y="77577"/>
                </a:cubicBezTo>
                <a:cubicBezTo>
                  <a:pt x="916146" y="59104"/>
                  <a:pt x="929640" y="46595"/>
                  <a:pt x="943136" y="46595"/>
                </a:cubicBezTo>
                <a:cubicBezTo>
                  <a:pt x="955474" y="46595"/>
                  <a:pt x="964920" y="57372"/>
                  <a:pt x="964920" y="67957"/>
                </a:cubicBezTo>
                <a:lnTo>
                  <a:pt x="964920" y="81593"/>
                </a:lnTo>
                <a:close/>
                <a:moveTo>
                  <a:pt x="1087343" y="144448"/>
                </a:moveTo>
                <a:cubicBezTo>
                  <a:pt x="1087343" y="137699"/>
                  <a:pt x="1080598" y="137699"/>
                  <a:pt x="1078283" y="137699"/>
                </a:cubicBezTo>
                <a:lnTo>
                  <a:pt x="1016976" y="137699"/>
                </a:lnTo>
                <a:cubicBezTo>
                  <a:pt x="1014661" y="137699"/>
                  <a:pt x="1007915" y="137699"/>
                  <a:pt x="1007915" y="144448"/>
                </a:cubicBezTo>
                <a:cubicBezTo>
                  <a:pt x="1007915" y="151194"/>
                  <a:pt x="1014661" y="151194"/>
                  <a:pt x="1016976" y="151194"/>
                </a:cubicBezTo>
                <a:lnTo>
                  <a:pt x="1078283" y="151194"/>
                </a:lnTo>
                <a:cubicBezTo>
                  <a:pt x="1080598" y="151194"/>
                  <a:pt x="1087343" y="151194"/>
                  <a:pt x="1087343" y="144448"/>
                </a:cubicBezTo>
                <a:close/>
                <a:moveTo>
                  <a:pt x="1197043" y="113213"/>
                </a:moveTo>
                <a:cubicBezTo>
                  <a:pt x="1197043" y="107238"/>
                  <a:pt x="1192224" y="107238"/>
                  <a:pt x="1189138" y="107238"/>
                </a:cubicBezTo>
                <a:lnTo>
                  <a:pt x="1180654" y="107238"/>
                </a:lnTo>
                <a:lnTo>
                  <a:pt x="1180654" y="62576"/>
                </a:lnTo>
                <a:cubicBezTo>
                  <a:pt x="1180654" y="43126"/>
                  <a:pt x="1170823" y="34833"/>
                  <a:pt x="1155593" y="34833"/>
                </a:cubicBezTo>
                <a:cubicBezTo>
                  <a:pt x="1142676" y="34833"/>
                  <a:pt x="1134000" y="41391"/>
                  <a:pt x="1130335" y="45053"/>
                </a:cubicBezTo>
                <a:lnTo>
                  <a:pt x="1130335" y="9035"/>
                </a:lnTo>
                <a:cubicBezTo>
                  <a:pt x="1130335" y="3060"/>
                  <a:pt x="1129179" y="1130"/>
                  <a:pt x="1122625" y="1130"/>
                </a:cubicBezTo>
                <a:lnTo>
                  <a:pt x="1108551" y="1130"/>
                </a:lnTo>
                <a:cubicBezTo>
                  <a:pt x="1105465" y="1130"/>
                  <a:pt x="1100647" y="1130"/>
                  <a:pt x="1100647" y="7108"/>
                </a:cubicBezTo>
                <a:cubicBezTo>
                  <a:pt x="1100647" y="12892"/>
                  <a:pt x="1105659" y="12892"/>
                  <a:pt x="1108357" y="12892"/>
                </a:cubicBezTo>
                <a:lnTo>
                  <a:pt x="1117035" y="12892"/>
                </a:lnTo>
                <a:lnTo>
                  <a:pt x="1117035" y="107238"/>
                </a:lnTo>
                <a:lnTo>
                  <a:pt x="1108551" y="107238"/>
                </a:lnTo>
                <a:cubicBezTo>
                  <a:pt x="1105465" y="107238"/>
                  <a:pt x="1100647" y="107238"/>
                  <a:pt x="1100647" y="113213"/>
                </a:cubicBezTo>
                <a:cubicBezTo>
                  <a:pt x="1100647" y="118997"/>
                  <a:pt x="1105659" y="118997"/>
                  <a:pt x="1108357" y="118997"/>
                </a:cubicBezTo>
                <a:lnTo>
                  <a:pt x="1139013" y="118997"/>
                </a:lnTo>
                <a:cubicBezTo>
                  <a:pt x="1141711" y="118997"/>
                  <a:pt x="1146724" y="118997"/>
                  <a:pt x="1146724" y="113213"/>
                </a:cubicBezTo>
                <a:cubicBezTo>
                  <a:pt x="1146724" y="107238"/>
                  <a:pt x="1141905" y="107238"/>
                  <a:pt x="1138819" y="107238"/>
                </a:cubicBezTo>
                <a:lnTo>
                  <a:pt x="1130335" y="107238"/>
                </a:lnTo>
                <a:lnTo>
                  <a:pt x="1130335" y="73164"/>
                </a:lnTo>
                <a:cubicBezTo>
                  <a:pt x="1130335" y="53912"/>
                  <a:pt x="1144603" y="46595"/>
                  <a:pt x="1154437" y="46595"/>
                </a:cubicBezTo>
                <a:cubicBezTo>
                  <a:pt x="1164654" y="46595"/>
                  <a:pt x="1167351" y="51988"/>
                  <a:pt x="1167351" y="63538"/>
                </a:cubicBezTo>
                <a:lnTo>
                  <a:pt x="1167351" y="107238"/>
                </a:lnTo>
                <a:lnTo>
                  <a:pt x="1159835" y="107238"/>
                </a:lnTo>
                <a:cubicBezTo>
                  <a:pt x="1156749" y="107238"/>
                  <a:pt x="1151930" y="107238"/>
                  <a:pt x="1151930" y="113213"/>
                </a:cubicBezTo>
                <a:cubicBezTo>
                  <a:pt x="1151930" y="118997"/>
                  <a:pt x="1157134" y="118997"/>
                  <a:pt x="1159835" y="118997"/>
                </a:cubicBezTo>
                <a:lnTo>
                  <a:pt x="1189332" y="118997"/>
                </a:lnTo>
                <a:cubicBezTo>
                  <a:pt x="1192030" y="118997"/>
                  <a:pt x="1197043" y="118997"/>
                  <a:pt x="1197043" y="113213"/>
                </a:cubicBezTo>
                <a:close/>
                <a:moveTo>
                  <a:pt x="1289003" y="97939"/>
                </a:moveTo>
                <a:cubicBezTo>
                  <a:pt x="1289003" y="92528"/>
                  <a:pt x="1283413" y="92528"/>
                  <a:pt x="1282257" y="92528"/>
                </a:cubicBezTo>
                <a:cubicBezTo>
                  <a:pt x="1278786" y="92528"/>
                  <a:pt x="1277244" y="93108"/>
                  <a:pt x="1275894" y="96779"/>
                </a:cubicBezTo>
                <a:cubicBezTo>
                  <a:pt x="1271652" y="106614"/>
                  <a:pt x="1261241" y="108350"/>
                  <a:pt x="1255843" y="108350"/>
                </a:cubicBezTo>
                <a:cubicBezTo>
                  <a:pt x="1241384" y="108350"/>
                  <a:pt x="1226925" y="98709"/>
                  <a:pt x="1223839" y="82093"/>
                </a:cubicBezTo>
                <a:lnTo>
                  <a:pt x="1281292" y="82093"/>
                </a:lnTo>
                <a:cubicBezTo>
                  <a:pt x="1285340" y="82093"/>
                  <a:pt x="1289003" y="82093"/>
                  <a:pt x="1289003" y="74962"/>
                </a:cubicBezTo>
                <a:cubicBezTo>
                  <a:pt x="1289003" y="52976"/>
                  <a:pt x="1276665" y="34080"/>
                  <a:pt x="1251601" y="34080"/>
                </a:cubicBezTo>
                <a:cubicBezTo>
                  <a:pt x="1228658" y="34080"/>
                  <a:pt x="1210151" y="53365"/>
                  <a:pt x="1210151" y="77083"/>
                </a:cubicBezTo>
                <a:cubicBezTo>
                  <a:pt x="1210151" y="100639"/>
                  <a:pt x="1229623" y="120127"/>
                  <a:pt x="1254493" y="120127"/>
                </a:cubicBezTo>
                <a:cubicBezTo>
                  <a:pt x="1279942" y="120127"/>
                  <a:pt x="1289003" y="102766"/>
                  <a:pt x="1289003" y="97936"/>
                </a:cubicBezTo>
                <a:lnTo>
                  <a:pt x="1289003" y="97939"/>
                </a:lnTo>
                <a:moveTo>
                  <a:pt x="1275315" y="70525"/>
                </a:moveTo>
                <a:lnTo>
                  <a:pt x="1224034" y="70525"/>
                </a:lnTo>
                <a:cubicBezTo>
                  <a:pt x="1226731" y="56448"/>
                  <a:pt x="1238107" y="45842"/>
                  <a:pt x="1251601" y="45842"/>
                </a:cubicBezTo>
                <a:cubicBezTo>
                  <a:pt x="1261627" y="45842"/>
                  <a:pt x="1273579" y="50664"/>
                  <a:pt x="1275315" y="70525"/>
                </a:cubicBezTo>
                <a:close/>
                <a:moveTo>
                  <a:pt x="1394655" y="46789"/>
                </a:moveTo>
                <a:cubicBezTo>
                  <a:pt x="1394655" y="42932"/>
                  <a:pt x="1392340" y="34833"/>
                  <a:pt x="1376339" y="34833"/>
                </a:cubicBezTo>
                <a:cubicBezTo>
                  <a:pt x="1366505" y="34833"/>
                  <a:pt x="1354167" y="38305"/>
                  <a:pt x="1343565" y="50452"/>
                </a:cubicBezTo>
                <a:lnTo>
                  <a:pt x="1343565" y="43897"/>
                </a:lnTo>
                <a:cubicBezTo>
                  <a:pt x="1343565" y="37893"/>
                  <a:pt x="1342406" y="35963"/>
                  <a:pt x="1335852" y="35963"/>
                </a:cubicBezTo>
                <a:lnTo>
                  <a:pt x="1314645" y="35963"/>
                </a:lnTo>
                <a:cubicBezTo>
                  <a:pt x="1311753" y="35963"/>
                  <a:pt x="1306934" y="35963"/>
                  <a:pt x="1306934" y="41750"/>
                </a:cubicBezTo>
                <a:cubicBezTo>
                  <a:pt x="1306934" y="47725"/>
                  <a:pt x="1311562" y="47725"/>
                  <a:pt x="1314645" y="47725"/>
                </a:cubicBezTo>
                <a:lnTo>
                  <a:pt x="1330262" y="47725"/>
                </a:lnTo>
                <a:lnTo>
                  <a:pt x="1330262" y="107238"/>
                </a:lnTo>
                <a:lnTo>
                  <a:pt x="1314645" y="107238"/>
                </a:lnTo>
                <a:cubicBezTo>
                  <a:pt x="1311753" y="107238"/>
                  <a:pt x="1306934" y="107238"/>
                  <a:pt x="1306934" y="113022"/>
                </a:cubicBezTo>
                <a:cubicBezTo>
                  <a:pt x="1306934" y="118997"/>
                  <a:pt x="1311562" y="118997"/>
                  <a:pt x="1314645" y="118997"/>
                </a:cubicBezTo>
                <a:lnTo>
                  <a:pt x="1364964" y="118997"/>
                </a:lnTo>
                <a:cubicBezTo>
                  <a:pt x="1367855" y="118997"/>
                  <a:pt x="1372868" y="118997"/>
                  <a:pt x="1372868" y="113213"/>
                </a:cubicBezTo>
                <a:cubicBezTo>
                  <a:pt x="1372868" y="107238"/>
                  <a:pt x="1367855" y="107238"/>
                  <a:pt x="1364964" y="107238"/>
                </a:cubicBezTo>
                <a:lnTo>
                  <a:pt x="1343565" y="107238"/>
                </a:lnTo>
                <a:lnTo>
                  <a:pt x="1343565" y="83164"/>
                </a:lnTo>
                <a:cubicBezTo>
                  <a:pt x="1343565" y="65106"/>
                  <a:pt x="1354938" y="46595"/>
                  <a:pt x="1378266" y="46595"/>
                </a:cubicBezTo>
                <a:cubicBezTo>
                  <a:pt x="1378460" y="51223"/>
                  <a:pt x="1381738" y="55080"/>
                  <a:pt x="1386556" y="55080"/>
                </a:cubicBezTo>
                <a:cubicBezTo>
                  <a:pt x="1390798" y="55080"/>
                  <a:pt x="1394655" y="51994"/>
                  <a:pt x="1394655" y="46789"/>
                </a:cubicBezTo>
                <a:close/>
                <a:moveTo>
                  <a:pt x="1491434" y="97939"/>
                </a:moveTo>
                <a:cubicBezTo>
                  <a:pt x="1491434" y="92528"/>
                  <a:pt x="1485844" y="92528"/>
                  <a:pt x="1484688" y="92528"/>
                </a:cubicBezTo>
                <a:cubicBezTo>
                  <a:pt x="1481217" y="92528"/>
                  <a:pt x="1479675" y="93108"/>
                  <a:pt x="1478325" y="96779"/>
                </a:cubicBezTo>
                <a:cubicBezTo>
                  <a:pt x="1474083" y="106614"/>
                  <a:pt x="1463672" y="108350"/>
                  <a:pt x="1458274" y="108350"/>
                </a:cubicBezTo>
                <a:cubicBezTo>
                  <a:pt x="1443815" y="108350"/>
                  <a:pt x="1429356" y="98709"/>
                  <a:pt x="1426270" y="82093"/>
                </a:cubicBezTo>
                <a:lnTo>
                  <a:pt x="1483723" y="82093"/>
                </a:lnTo>
                <a:cubicBezTo>
                  <a:pt x="1487771" y="82093"/>
                  <a:pt x="1491434" y="82093"/>
                  <a:pt x="1491434" y="74962"/>
                </a:cubicBezTo>
                <a:cubicBezTo>
                  <a:pt x="1491434" y="52976"/>
                  <a:pt x="1479096" y="34080"/>
                  <a:pt x="1454032" y="34080"/>
                </a:cubicBezTo>
                <a:cubicBezTo>
                  <a:pt x="1431089" y="34080"/>
                  <a:pt x="1412582" y="53365"/>
                  <a:pt x="1412582" y="77083"/>
                </a:cubicBezTo>
                <a:cubicBezTo>
                  <a:pt x="1412582" y="100639"/>
                  <a:pt x="1432054" y="120127"/>
                  <a:pt x="1456924" y="120127"/>
                </a:cubicBezTo>
                <a:cubicBezTo>
                  <a:pt x="1482373" y="120127"/>
                  <a:pt x="1491434" y="102766"/>
                  <a:pt x="1491434" y="97936"/>
                </a:cubicBezTo>
                <a:lnTo>
                  <a:pt x="1491434" y="97939"/>
                </a:lnTo>
                <a:moveTo>
                  <a:pt x="1477746" y="70525"/>
                </a:moveTo>
                <a:lnTo>
                  <a:pt x="1426465" y="70525"/>
                </a:lnTo>
                <a:cubicBezTo>
                  <a:pt x="1429162" y="56448"/>
                  <a:pt x="1440538" y="45842"/>
                  <a:pt x="1454032" y="45842"/>
                </a:cubicBezTo>
                <a:cubicBezTo>
                  <a:pt x="1464058" y="45842"/>
                  <a:pt x="1476010" y="50664"/>
                  <a:pt x="1477746" y="70525"/>
                </a:cubicBezTo>
                <a:close/>
                <a:moveTo>
                  <a:pt x="1694635" y="59999"/>
                </a:moveTo>
                <a:cubicBezTo>
                  <a:pt x="1694635" y="57492"/>
                  <a:pt x="1693094" y="55374"/>
                  <a:pt x="1691167" y="54024"/>
                </a:cubicBezTo>
                <a:lnTo>
                  <a:pt x="1626966" y="13727"/>
                </a:lnTo>
                <a:cubicBezTo>
                  <a:pt x="1624268" y="11992"/>
                  <a:pt x="1623689" y="11797"/>
                  <a:pt x="1621953" y="11797"/>
                </a:cubicBezTo>
                <a:cubicBezTo>
                  <a:pt x="1618870" y="11797"/>
                  <a:pt x="1615208" y="14113"/>
                  <a:pt x="1615208" y="18546"/>
                </a:cubicBezTo>
                <a:cubicBezTo>
                  <a:pt x="1615208" y="22209"/>
                  <a:pt x="1617711" y="23754"/>
                  <a:pt x="1619832" y="25101"/>
                </a:cubicBezTo>
                <a:lnTo>
                  <a:pt x="1675164" y="59999"/>
                </a:lnTo>
                <a:lnTo>
                  <a:pt x="1619832" y="94897"/>
                </a:lnTo>
                <a:cubicBezTo>
                  <a:pt x="1617711" y="96247"/>
                  <a:pt x="1615208" y="97791"/>
                  <a:pt x="1615208" y="101454"/>
                </a:cubicBezTo>
                <a:cubicBezTo>
                  <a:pt x="1615208" y="105888"/>
                  <a:pt x="1618870" y="108200"/>
                  <a:pt x="1621953" y="108200"/>
                </a:cubicBezTo>
                <a:cubicBezTo>
                  <a:pt x="1623689" y="108200"/>
                  <a:pt x="1624268" y="108009"/>
                  <a:pt x="1626966" y="106273"/>
                </a:cubicBezTo>
                <a:lnTo>
                  <a:pt x="1690396" y="66362"/>
                </a:lnTo>
                <a:cubicBezTo>
                  <a:pt x="1692129" y="65206"/>
                  <a:pt x="1694635" y="63664"/>
                  <a:pt x="1694635" y="59999"/>
                </a:cubicBezTo>
                <a:close/>
                <a:moveTo>
                  <a:pt x="1900923" y="77386"/>
                </a:moveTo>
                <a:cubicBezTo>
                  <a:pt x="1900923" y="53715"/>
                  <a:pt x="1883764" y="34833"/>
                  <a:pt x="1863330" y="34833"/>
                </a:cubicBezTo>
                <a:cubicBezTo>
                  <a:pt x="1854075" y="34833"/>
                  <a:pt x="1845400" y="38305"/>
                  <a:pt x="1838843" y="44283"/>
                </a:cubicBezTo>
                <a:lnTo>
                  <a:pt x="1838843" y="9035"/>
                </a:lnTo>
                <a:cubicBezTo>
                  <a:pt x="1838843" y="3060"/>
                  <a:pt x="1837687" y="1130"/>
                  <a:pt x="1831133" y="1130"/>
                </a:cubicBezTo>
                <a:lnTo>
                  <a:pt x="1817059" y="1130"/>
                </a:lnTo>
                <a:cubicBezTo>
                  <a:pt x="1813973" y="1130"/>
                  <a:pt x="1809155" y="1130"/>
                  <a:pt x="1809155" y="7108"/>
                </a:cubicBezTo>
                <a:cubicBezTo>
                  <a:pt x="1809155" y="12892"/>
                  <a:pt x="1814167" y="12892"/>
                  <a:pt x="1816865" y="12892"/>
                </a:cubicBezTo>
                <a:lnTo>
                  <a:pt x="1825543" y="12892"/>
                </a:lnTo>
                <a:lnTo>
                  <a:pt x="1825543" y="111066"/>
                </a:lnTo>
                <a:cubicBezTo>
                  <a:pt x="1825543" y="114923"/>
                  <a:pt x="1825543" y="118971"/>
                  <a:pt x="1832289" y="118971"/>
                </a:cubicBezTo>
                <a:cubicBezTo>
                  <a:pt x="1838843" y="118971"/>
                  <a:pt x="1838843" y="115117"/>
                  <a:pt x="1838843" y="110295"/>
                </a:cubicBezTo>
                <a:cubicBezTo>
                  <a:pt x="1846747" y="118394"/>
                  <a:pt x="1855040" y="120127"/>
                  <a:pt x="1861209" y="120127"/>
                </a:cubicBezTo>
                <a:cubicBezTo>
                  <a:pt x="1882222" y="120127"/>
                  <a:pt x="1900923" y="101825"/>
                  <a:pt x="1900923" y="77386"/>
                </a:cubicBezTo>
                <a:moveTo>
                  <a:pt x="1887620" y="77386"/>
                </a:moveTo>
                <a:cubicBezTo>
                  <a:pt x="1887620" y="95859"/>
                  <a:pt x="1874127" y="108368"/>
                  <a:pt x="1860630" y="108368"/>
                </a:cubicBezTo>
                <a:cubicBezTo>
                  <a:pt x="1845591" y="108368"/>
                  <a:pt x="1838843" y="91434"/>
                  <a:pt x="1838843" y="82196"/>
                </a:cubicBezTo>
                <a:lnTo>
                  <a:pt x="1838843" y="68148"/>
                </a:lnTo>
                <a:cubicBezTo>
                  <a:pt x="1838843" y="56795"/>
                  <a:pt x="1850028" y="46595"/>
                  <a:pt x="1862171" y="46595"/>
                </a:cubicBezTo>
                <a:cubicBezTo>
                  <a:pt x="1876439" y="46595"/>
                  <a:pt x="1887620" y="60643"/>
                  <a:pt x="1887620" y="77386"/>
                </a:cubicBezTo>
                <a:close/>
                <a:moveTo>
                  <a:pt x="1997511" y="97939"/>
                </a:moveTo>
                <a:cubicBezTo>
                  <a:pt x="1997511" y="92528"/>
                  <a:pt x="1991921" y="92528"/>
                  <a:pt x="1990765" y="92528"/>
                </a:cubicBezTo>
                <a:cubicBezTo>
                  <a:pt x="1987294" y="92528"/>
                  <a:pt x="1985752" y="93108"/>
                  <a:pt x="1984402" y="96779"/>
                </a:cubicBezTo>
                <a:cubicBezTo>
                  <a:pt x="1980160" y="106614"/>
                  <a:pt x="1969749" y="108350"/>
                  <a:pt x="1964351" y="108350"/>
                </a:cubicBezTo>
                <a:cubicBezTo>
                  <a:pt x="1949892" y="108350"/>
                  <a:pt x="1935433" y="98709"/>
                  <a:pt x="1932347" y="82093"/>
                </a:cubicBezTo>
                <a:lnTo>
                  <a:pt x="1989800" y="82093"/>
                </a:lnTo>
                <a:cubicBezTo>
                  <a:pt x="1993848" y="82093"/>
                  <a:pt x="1997511" y="82093"/>
                  <a:pt x="1997511" y="74962"/>
                </a:cubicBezTo>
                <a:cubicBezTo>
                  <a:pt x="1997511" y="52976"/>
                  <a:pt x="1985173" y="34080"/>
                  <a:pt x="1960109" y="34080"/>
                </a:cubicBezTo>
                <a:cubicBezTo>
                  <a:pt x="1937166" y="34080"/>
                  <a:pt x="1918659" y="53365"/>
                  <a:pt x="1918659" y="77083"/>
                </a:cubicBezTo>
                <a:cubicBezTo>
                  <a:pt x="1918659" y="100639"/>
                  <a:pt x="1938131" y="120127"/>
                  <a:pt x="1963001" y="120127"/>
                </a:cubicBezTo>
                <a:cubicBezTo>
                  <a:pt x="1988450" y="120127"/>
                  <a:pt x="1997511" y="102766"/>
                  <a:pt x="1997511" y="97936"/>
                </a:cubicBezTo>
                <a:lnTo>
                  <a:pt x="1997511" y="97939"/>
                </a:lnTo>
                <a:moveTo>
                  <a:pt x="1983823" y="70525"/>
                </a:moveTo>
                <a:lnTo>
                  <a:pt x="1932542" y="70525"/>
                </a:lnTo>
                <a:cubicBezTo>
                  <a:pt x="1935239" y="56448"/>
                  <a:pt x="1946615" y="45842"/>
                  <a:pt x="1960109" y="45842"/>
                </a:cubicBezTo>
                <a:cubicBezTo>
                  <a:pt x="1970135" y="45842"/>
                  <a:pt x="1982087" y="50664"/>
                  <a:pt x="1983823" y="70525"/>
                </a:cubicBezTo>
                <a:close/>
                <a:moveTo>
                  <a:pt x="2097764" y="94858"/>
                </a:moveTo>
                <a:cubicBezTo>
                  <a:pt x="2097764" y="74788"/>
                  <a:pt x="2072892" y="70737"/>
                  <a:pt x="2066723" y="69772"/>
                </a:cubicBezTo>
                <a:lnTo>
                  <a:pt x="2053614" y="67457"/>
                </a:lnTo>
                <a:cubicBezTo>
                  <a:pt x="2048022" y="66683"/>
                  <a:pt x="2034914" y="64368"/>
                  <a:pt x="2034914" y="56842"/>
                </a:cubicBezTo>
                <a:cubicBezTo>
                  <a:pt x="2034914" y="51826"/>
                  <a:pt x="2041082" y="45842"/>
                  <a:pt x="2059398" y="45842"/>
                </a:cubicBezTo>
                <a:cubicBezTo>
                  <a:pt x="2075398" y="45842"/>
                  <a:pt x="2078099" y="51632"/>
                  <a:pt x="2078678" y="56648"/>
                </a:cubicBezTo>
                <a:cubicBezTo>
                  <a:pt x="2078869" y="59931"/>
                  <a:pt x="2079255" y="63211"/>
                  <a:pt x="2085233" y="63211"/>
                </a:cubicBezTo>
                <a:cubicBezTo>
                  <a:pt x="2091981" y="63211"/>
                  <a:pt x="2091981" y="59157"/>
                  <a:pt x="2091981" y="55297"/>
                </a:cubicBezTo>
                <a:lnTo>
                  <a:pt x="2091981" y="41985"/>
                </a:lnTo>
                <a:cubicBezTo>
                  <a:pt x="2091981" y="38902"/>
                  <a:pt x="2091981" y="34080"/>
                  <a:pt x="2086194" y="34080"/>
                </a:cubicBezTo>
                <a:cubicBezTo>
                  <a:pt x="2081570" y="34080"/>
                  <a:pt x="2080796" y="36781"/>
                  <a:pt x="2080411" y="38131"/>
                </a:cubicBezTo>
                <a:cubicBezTo>
                  <a:pt x="2071930" y="34080"/>
                  <a:pt x="2063446" y="34080"/>
                  <a:pt x="2059783" y="34080"/>
                </a:cubicBezTo>
                <a:cubicBezTo>
                  <a:pt x="2027586" y="34080"/>
                  <a:pt x="2023152" y="49896"/>
                  <a:pt x="2023152" y="56842"/>
                </a:cubicBezTo>
                <a:cubicBezTo>
                  <a:pt x="2023152" y="74597"/>
                  <a:pt x="2043395" y="77877"/>
                  <a:pt x="2061134" y="80578"/>
                </a:cubicBezTo>
                <a:cubicBezTo>
                  <a:pt x="2070580" y="82122"/>
                  <a:pt x="2086003" y="84632"/>
                  <a:pt x="2086003" y="94858"/>
                </a:cubicBezTo>
                <a:cubicBezTo>
                  <a:pt x="2086003" y="101998"/>
                  <a:pt x="2078869" y="108368"/>
                  <a:pt x="2061325" y="108368"/>
                </a:cubicBezTo>
                <a:cubicBezTo>
                  <a:pt x="2052264" y="108368"/>
                  <a:pt x="2041468" y="106244"/>
                  <a:pt x="2036649" y="91193"/>
                </a:cubicBezTo>
                <a:cubicBezTo>
                  <a:pt x="2035684" y="87718"/>
                  <a:pt x="2034914" y="85597"/>
                  <a:pt x="2029901" y="85597"/>
                </a:cubicBezTo>
                <a:cubicBezTo>
                  <a:pt x="2023152" y="85597"/>
                  <a:pt x="2023152" y="89648"/>
                  <a:pt x="2023152" y="93508"/>
                </a:cubicBezTo>
                <a:lnTo>
                  <a:pt x="2023152" y="112225"/>
                </a:lnTo>
                <a:cubicBezTo>
                  <a:pt x="2023152" y="115308"/>
                  <a:pt x="2023152" y="120127"/>
                  <a:pt x="2028936" y="120127"/>
                </a:cubicBezTo>
                <a:cubicBezTo>
                  <a:pt x="2030671" y="120127"/>
                  <a:pt x="2033757" y="119936"/>
                  <a:pt x="2036070" y="112801"/>
                </a:cubicBezTo>
                <a:cubicBezTo>
                  <a:pt x="2045516" y="119742"/>
                  <a:pt x="2055735" y="120127"/>
                  <a:pt x="2061134" y="120127"/>
                </a:cubicBezTo>
                <a:cubicBezTo>
                  <a:pt x="2091593" y="120127"/>
                  <a:pt x="2097764" y="104123"/>
                  <a:pt x="2097764" y="94858"/>
                </a:cubicBezTo>
                <a:close/>
                <a:moveTo>
                  <a:pt x="2197050" y="94699"/>
                </a:moveTo>
                <a:cubicBezTo>
                  <a:pt x="2197050" y="91234"/>
                  <a:pt x="2197050" y="87191"/>
                  <a:pt x="2190301" y="87191"/>
                </a:cubicBezTo>
                <a:cubicBezTo>
                  <a:pt x="2183941" y="87191"/>
                  <a:pt x="2183747" y="91234"/>
                  <a:pt x="2183747" y="94505"/>
                </a:cubicBezTo>
                <a:cubicBezTo>
                  <a:pt x="2183556" y="106441"/>
                  <a:pt x="2172566" y="108368"/>
                  <a:pt x="2168132" y="108368"/>
                </a:cubicBezTo>
                <a:cubicBezTo>
                  <a:pt x="2153288" y="108368"/>
                  <a:pt x="2153288" y="98356"/>
                  <a:pt x="2153288" y="93543"/>
                </a:cubicBezTo>
                <a:lnTo>
                  <a:pt x="2153288" y="47725"/>
                </a:lnTo>
                <a:lnTo>
                  <a:pt x="2184903" y="47725"/>
                </a:lnTo>
                <a:cubicBezTo>
                  <a:pt x="2187795" y="47725"/>
                  <a:pt x="2192617" y="47725"/>
                  <a:pt x="2192617" y="41941"/>
                </a:cubicBezTo>
                <a:cubicBezTo>
                  <a:pt x="2192617" y="35963"/>
                  <a:pt x="2187989" y="35963"/>
                  <a:pt x="2184903" y="35963"/>
                </a:cubicBezTo>
                <a:lnTo>
                  <a:pt x="2153288" y="35963"/>
                </a:lnTo>
                <a:lnTo>
                  <a:pt x="2153288" y="20156"/>
                </a:lnTo>
                <a:cubicBezTo>
                  <a:pt x="2153288" y="16490"/>
                  <a:pt x="2153288" y="12250"/>
                  <a:pt x="2146731" y="12250"/>
                </a:cubicBezTo>
                <a:cubicBezTo>
                  <a:pt x="2139985" y="12250"/>
                  <a:pt x="2139985" y="16299"/>
                  <a:pt x="2139985" y="20156"/>
                </a:cubicBezTo>
                <a:lnTo>
                  <a:pt x="2139985" y="35963"/>
                </a:lnTo>
                <a:lnTo>
                  <a:pt x="2123211" y="35963"/>
                </a:lnTo>
                <a:cubicBezTo>
                  <a:pt x="2120126" y="35963"/>
                  <a:pt x="2115307" y="35963"/>
                  <a:pt x="2115307" y="41941"/>
                </a:cubicBezTo>
                <a:cubicBezTo>
                  <a:pt x="2115307" y="47725"/>
                  <a:pt x="2120126" y="47725"/>
                  <a:pt x="2123017" y="47725"/>
                </a:cubicBezTo>
                <a:lnTo>
                  <a:pt x="2139985" y="47725"/>
                </a:lnTo>
                <a:lnTo>
                  <a:pt x="2139985" y="94699"/>
                </a:lnTo>
                <a:cubicBezTo>
                  <a:pt x="2139985" y="113187"/>
                  <a:pt x="2153094" y="120127"/>
                  <a:pt x="2167167" y="120127"/>
                </a:cubicBezTo>
                <a:cubicBezTo>
                  <a:pt x="2181435" y="120127"/>
                  <a:pt x="2197050" y="111836"/>
                  <a:pt x="2197050" y="94699"/>
                </a:cubicBezTo>
                <a:close/>
                <a:moveTo>
                  <a:pt x="2301928" y="144448"/>
                </a:moveTo>
                <a:cubicBezTo>
                  <a:pt x="2301928" y="137699"/>
                  <a:pt x="2295183" y="137699"/>
                  <a:pt x="2292868" y="137699"/>
                </a:cubicBezTo>
                <a:lnTo>
                  <a:pt x="2231561" y="137699"/>
                </a:lnTo>
                <a:cubicBezTo>
                  <a:pt x="2229246" y="137699"/>
                  <a:pt x="2222500" y="137699"/>
                  <a:pt x="2222500" y="144448"/>
                </a:cubicBezTo>
                <a:cubicBezTo>
                  <a:pt x="2222500" y="151194"/>
                  <a:pt x="2229246" y="151194"/>
                  <a:pt x="2231561" y="151194"/>
                </a:cubicBezTo>
                <a:lnTo>
                  <a:pt x="2292868" y="151194"/>
                </a:lnTo>
                <a:cubicBezTo>
                  <a:pt x="2295183" y="151194"/>
                  <a:pt x="2301928" y="151194"/>
                  <a:pt x="2301928" y="144448"/>
                </a:cubicBezTo>
                <a:close/>
                <a:moveTo>
                  <a:pt x="2401411" y="94858"/>
                </a:moveTo>
                <a:cubicBezTo>
                  <a:pt x="2401411" y="74788"/>
                  <a:pt x="2376538" y="70737"/>
                  <a:pt x="2370369" y="69772"/>
                </a:cubicBezTo>
                <a:lnTo>
                  <a:pt x="2357261" y="67457"/>
                </a:lnTo>
                <a:cubicBezTo>
                  <a:pt x="2351668" y="66683"/>
                  <a:pt x="2338560" y="64368"/>
                  <a:pt x="2338560" y="56842"/>
                </a:cubicBezTo>
                <a:cubicBezTo>
                  <a:pt x="2338560" y="51826"/>
                  <a:pt x="2344729" y="45842"/>
                  <a:pt x="2363044" y="45842"/>
                </a:cubicBezTo>
                <a:cubicBezTo>
                  <a:pt x="2379044" y="45842"/>
                  <a:pt x="2381745" y="51632"/>
                  <a:pt x="2382324" y="56648"/>
                </a:cubicBezTo>
                <a:cubicBezTo>
                  <a:pt x="2382516" y="59931"/>
                  <a:pt x="2382901" y="63211"/>
                  <a:pt x="2388879" y="63211"/>
                </a:cubicBezTo>
                <a:cubicBezTo>
                  <a:pt x="2395627" y="63211"/>
                  <a:pt x="2395627" y="59157"/>
                  <a:pt x="2395627" y="55297"/>
                </a:cubicBezTo>
                <a:lnTo>
                  <a:pt x="2395627" y="41985"/>
                </a:lnTo>
                <a:cubicBezTo>
                  <a:pt x="2395627" y="38902"/>
                  <a:pt x="2395627" y="34080"/>
                  <a:pt x="2389841" y="34080"/>
                </a:cubicBezTo>
                <a:cubicBezTo>
                  <a:pt x="2385216" y="34080"/>
                  <a:pt x="2384443" y="36781"/>
                  <a:pt x="2384057" y="38131"/>
                </a:cubicBezTo>
                <a:cubicBezTo>
                  <a:pt x="2375576" y="34080"/>
                  <a:pt x="2367092" y="34080"/>
                  <a:pt x="2363429" y="34080"/>
                </a:cubicBezTo>
                <a:cubicBezTo>
                  <a:pt x="2331232" y="34080"/>
                  <a:pt x="2326799" y="49896"/>
                  <a:pt x="2326799" y="56842"/>
                </a:cubicBezTo>
                <a:cubicBezTo>
                  <a:pt x="2326799" y="74597"/>
                  <a:pt x="2347041" y="77877"/>
                  <a:pt x="2364780" y="80578"/>
                </a:cubicBezTo>
                <a:cubicBezTo>
                  <a:pt x="2374226" y="82122"/>
                  <a:pt x="2389650" y="84632"/>
                  <a:pt x="2389650" y="94858"/>
                </a:cubicBezTo>
                <a:cubicBezTo>
                  <a:pt x="2389650" y="101998"/>
                  <a:pt x="2382516" y="108368"/>
                  <a:pt x="2364971" y="108368"/>
                </a:cubicBezTo>
                <a:cubicBezTo>
                  <a:pt x="2355910" y="108368"/>
                  <a:pt x="2345114" y="106244"/>
                  <a:pt x="2340295" y="91193"/>
                </a:cubicBezTo>
                <a:cubicBezTo>
                  <a:pt x="2339331" y="87718"/>
                  <a:pt x="2338560" y="85597"/>
                  <a:pt x="2333547" y="85597"/>
                </a:cubicBezTo>
                <a:cubicBezTo>
                  <a:pt x="2326799" y="85597"/>
                  <a:pt x="2326799" y="89648"/>
                  <a:pt x="2326799" y="93508"/>
                </a:cubicBezTo>
                <a:lnTo>
                  <a:pt x="2326799" y="112225"/>
                </a:lnTo>
                <a:cubicBezTo>
                  <a:pt x="2326799" y="115308"/>
                  <a:pt x="2326799" y="120127"/>
                  <a:pt x="2332582" y="120127"/>
                </a:cubicBezTo>
                <a:cubicBezTo>
                  <a:pt x="2334318" y="120127"/>
                  <a:pt x="2337404" y="119936"/>
                  <a:pt x="2339716" y="112801"/>
                </a:cubicBezTo>
                <a:cubicBezTo>
                  <a:pt x="2349162" y="119742"/>
                  <a:pt x="2359382" y="120127"/>
                  <a:pt x="2364780" y="120127"/>
                </a:cubicBezTo>
                <a:cubicBezTo>
                  <a:pt x="2395239" y="120127"/>
                  <a:pt x="2401411" y="104123"/>
                  <a:pt x="2401411" y="94858"/>
                </a:cubicBezTo>
                <a:close/>
                <a:moveTo>
                  <a:pt x="2504167" y="77298"/>
                </a:moveTo>
                <a:cubicBezTo>
                  <a:pt x="2504167" y="53176"/>
                  <a:pt x="2486237" y="34080"/>
                  <a:pt x="2464644" y="34080"/>
                </a:cubicBezTo>
                <a:cubicBezTo>
                  <a:pt x="2443052" y="34080"/>
                  <a:pt x="2425122" y="53176"/>
                  <a:pt x="2425122" y="77298"/>
                </a:cubicBezTo>
                <a:cubicBezTo>
                  <a:pt x="2425122" y="101807"/>
                  <a:pt x="2443437" y="120127"/>
                  <a:pt x="2464644" y="120127"/>
                </a:cubicBezTo>
                <a:cubicBezTo>
                  <a:pt x="2485852" y="120127"/>
                  <a:pt x="2504167" y="101613"/>
                  <a:pt x="2504167" y="77298"/>
                </a:cubicBezTo>
                <a:moveTo>
                  <a:pt x="2490864" y="75947"/>
                </a:moveTo>
                <a:cubicBezTo>
                  <a:pt x="2490864" y="93893"/>
                  <a:pt x="2478912" y="108368"/>
                  <a:pt x="2464644" y="108368"/>
                </a:cubicBezTo>
                <a:cubicBezTo>
                  <a:pt x="2450377" y="108368"/>
                  <a:pt x="2438424" y="93893"/>
                  <a:pt x="2438424" y="75947"/>
                </a:cubicBezTo>
                <a:cubicBezTo>
                  <a:pt x="2438424" y="58387"/>
                  <a:pt x="2450956" y="45842"/>
                  <a:pt x="2464644" y="45842"/>
                </a:cubicBezTo>
                <a:cubicBezTo>
                  <a:pt x="2478527" y="45842"/>
                  <a:pt x="2490864" y="58387"/>
                  <a:pt x="2490864" y="75947"/>
                </a:cubicBezTo>
                <a:close/>
                <a:moveTo>
                  <a:pt x="2605574" y="144448"/>
                </a:moveTo>
                <a:cubicBezTo>
                  <a:pt x="2605574" y="137699"/>
                  <a:pt x="2598829" y="137699"/>
                  <a:pt x="2596513" y="137699"/>
                </a:cubicBezTo>
                <a:lnTo>
                  <a:pt x="2535207" y="137699"/>
                </a:lnTo>
                <a:cubicBezTo>
                  <a:pt x="2532892" y="137699"/>
                  <a:pt x="2526146" y="137699"/>
                  <a:pt x="2526146" y="144448"/>
                </a:cubicBezTo>
                <a:cubicBezTo>
                  <a:pt x="2526146" y="151194"/>
                  <a:pt x="2532892" y="151194"/>
                  <a:pt x="2535207" y="151194"/>
                </a:cubicBezTo>
                <a:lnTo>
                  <a:pt x="2596513" y="151194"/>
                </a:lnTo>
                <a:cubicBezTo>
                  <a:pt x="2598829" y="151194"/>
                  <a:pt x="2605574" y="151194"/>
                  <a:pt x="2605574" y="144448"/>
                </a:cubicBezTo>
                <a:close/>
                <a:moveTo>
                  <a:pt x="2700815" y="11571"/>
                </a:moveTo>
                <a:cubicBezTo>
                  <a:pt x="2700815" y="0"/>
                  <a:pt x="2685391" y="0"/>
                  <a:pt x="2682305" y="0"/>
                </a:cubicBezTo>
                <a:cubicBezTo>
                  <a:pt x="2666881" y="0"/>
                  <a:pt x="2652037" y="8870"/>
                  <a:pt x="2652037" y="25704"/>
                </a:cubicBezTo>
                <a:lnTo>
                  <a:pt x="2652037" y="35963"/>
                </a:lnTo>
                <a:lnTo>
                  <a:pt x="2632760" y="35963"/>
                </a:lnTo>
                <a:cubicBezTo>
                  <a:pt x="2629674" y="35963"/>
                  <a:pt x="2624855" y="35963"/>
                  <a:pt x="2624855" y="41941"/>
                </a:cubicBezTo>
                <a:cubicBezTo>
                  <a:pt x="2624855" y="47725"/>
                  <a:pt x="2629674" y="47725"/>
                  <a:pt x="2632566" y="47725"/>
                </a:cubicBezTo>
                <a:lnTo>
                  <a:pt x="2652037" y="47725"/>
                </a:lnTo>
                <a:lnTo>
                  <a:pt x="2652037" y="107238"/>
                </a:lnTo>
                <a:lnTo>
                  <a:pt x="2632566" y="107238"/>
                </a:lnTo>
                <a:cubicBezTo>
                  <a:pt x="2629674" y="107238"/>
                  <a:pt x="2624661" y="107238"/>
                  <a:pt x="2624661" y="113022"/>
                </a:cubicBezTo>
                <a:cubicBezTo>
                  <a:pt x="2624661" y="118997"/>
                  <a:pt x="2629674" y="118997"/>
                  <a:pt x="2632566" y="118997"/>
                </a:cubicBezTo>
                <a:lnTo>
                  <a:pt x="2684811" y="118997"/>
                </a:lnTo>
                <a:cubicBezTo>
                  <a:pt x="2687703" y="118997"/>
                  <a:pt x="2692716" y="118997"/>
                  <a:pt x="2692716" y="113213"/>
                </a:cubicBezTo>
                <a:cubicBezTo>
                  <a:pt x="2692716" y="107238"/>
                  <a:pt x="2687703" y="107238"/>
                  <a:pt x="2684811" y="107238"/>
                </a:cubicBezTo>
                <a:lnTo>
                  <a:pt x="2665340" y="107238"/>
                </a:lnTo>
                <a:lnTo>
                  <a:pt x="2665340" y="47725"/>
                </a:lnTo>
                <a:lnTo>
                  <a:pt x="2688862" y="47725"/>
                </a:lnTo>
                <a:cubicBezTo>
                  <a:pt x="2691754" y="47725"/>
                  <a:pt x="2696573" y="47725"/>
                  <a:pt x="2696573" y="41941"/>
                </a:cubicBezTo>
                <a:cubicBezTo>
                  <a:pt x="2696573" y="35963"/>
                  <a:pt x="2691945" y="35963"/>
                  <a:pt x="2688862" y="35963"/>
                </a:cubicBezTo>
                <a:lnTo>
                  <a:pt x="2665340" y="35963"/>
                </a:lnTo>
                <a:lnTo>
                  <a:pt x="2665340" y="26863"/>
                </a:lnTo>
                <a:cubicBezTo>
                  <a:pt x="2665340" y="11762"/>
                  <a:pt x="2678257" y="11762"/>
                  <a:pt x="2684041" y="11762"/>
                </a:cubicBezTo>
                <a:cubicBezTo>
                  <a:pt x="2684041" y="12536"/>
                  <a:pt x="2685776" y="20088"/>
                  <a:pt x="2692525" y="20088"/>
                </a:cubicBezTo>
                <a:cubicBezTo>
                  <a:pt x="2696378" y="20088"/>
                  <a:pt x="2700815" y="16990"/>
                  <a:pt x="2700815" y="11571"/>
                </a:cubicBezTo>
                <a:close/>
                <a:moveTo>
                  <a:pt x="2817839" y="113022"/>
                </a:moveTo>
                <a:cubicBezTo>
                  <a:pt x="2817839" y="107238"/>
                  <a:pt x="2813018" y="107238"/>
                  <a:pt x="2810126" y="107238"/>
                </a:cubicBezTo>
                <a:cubicBezTo>
                  <a:pt x="2802030" y="107238"/>
                  <a:pt x="2800101" y="106273"/>
                  <a:pt x="2798559" y="105694"/>
                </a:cubicBezTo>
                <a:lnTo>
                  <a:pt x="2798559" y="63991"/>
                </a:lnTo>
                <a:cubicBezTo>
                  <a:pt x="2798559" y="50284"/>
                  <a:pt x="2788148" y="34080"/>
                  <a:pt x="2760387" y="34080"/>
                </a:cubicBezTo>
                <a:cubicBezTo>
                  <a:pt x="2752097" y="34080"/>
                  <a:pt x="2732431" y="34080"/>
                  <a:pt x="2732431" y="48160"/>
                </a:cubicBezTo>
                <a:cubicBezTo>
                  <a:pt x="2732431" y="53953"/>
                  <a:pt x="2736482" y="57042"/>
                  <a:pt x="2741106" y="57042"/>
                </a:cubicBezTo>
                <a:cubicBezTo>
                  <a:pt x="2743998" y="57042"/>
                  <a:pt x="2749396" y="55303"/>
                  <a:pt x="2749590" y="48160"/>
                </a:cubicBezTo>
                <a:cubicBezTo>
                  <a:pt x="2749590" y="46616"/>
                  <a:pt x="2749782" y="46422"/>
                  <a:pt x="2753638" y="46036"/>
                </a:cubicBezTo>
                <a:cubicBezTo>
                  <a:pt x="2756339" y="45842"/>
                  <a:pt x="2758845" y="45842"/>
                  <a:pt x="2760581" y="45842"/>
                </a:cubicBezTo>
                <a:cubicBezTo>
                  <a:pt x="2775231" y="45842"/>
                  <a:pt x="2785256" y="51829"/>
                  <a:pt x="2785256" y="65536"/>
                </a:cubicBezTo>
                <a:cubicBezTo>
                  <a:pt x="2751132" y="66115"/>
                  <a:pt x="2727418" y="75768"/>
                  <a:pt x="2727418" y="94302"/>
                </a:cubicBezTo>
                <a:cubicBezTo>
                  <a:pt x="2727418" y="107597"/>
                  <a:pt x="2739565" y="120127"/>
                  <a:pt x="2759231" y="120127"/>
                </a:cubicBezTo>
                <a:cubicBezTo>
                  <a:pt x="2766364" y="120127"/>
                  <a:pt x="2778317" y="118780"/>
                  <a:pt x="2787377" y="112801"/>
                </a:cubicBezTo>
                <a:cubicBezTo>
                  <a:pt x="2791619" y="118806"/>
                  <a:pt x="2800874" y="118997"/>
                  <a:pt x="2808199" y="118997"/>
                </a:cubicBezTo>
                <a:cubicBezTo>
                  <a:pt x="2813597" y="118997"/>
                  <a:pt x="2817839" y="118997"/>
                  <a:pt x="2817839" y="113022"/>
                </a:cubicBezTo>
                <a:moveTo>
                  <a:pt x="2785256" y="93164"/>
                </a:moveTo>
                <a:cubicBezTo>
                  <a:pt x="2785256" y="97597"/>
                  <a:pt x="2785256" y="101645"/>
                  <a:pt x="2777737" y="105117"/>
                </a:cubicBezTo>
                <a:cubicBezTo>
                  <a:pt x="2770798" y="108368"/>
                  <a:pt x="2762122" y="108368"/>
                  <a:pt x="2760581" y="108368"/>
                </a:cubicBezTo>
                <a:cubicBezTo>
                  <a:pt x="2748625" y="108368"/>
                  <a:pt x="2740721" y="101813"/>
                  <a:pt x="2740721" y="94293"/>
                </a:cubicBezTo>
                <a:cubicBezTo>
                  <a:pt x="2740721" y="84844"/>
                  <a:pt x="2757301" y="77712"/>
                  <a:pt x="2785256" y="76939"/>
                </a:cubicBezTo>
                <a:lnTo>
                  <a:pt x="2785256" y="93164"/>
                </a:lnTo>
                <a:close/>
                <a:moveTo>
                  <a:pt x="2912886" y="46789"/>
                </a:moveTo>
                <a:cubicBezTo>
                  <a:pt x="2912886" y="42932"/>
                  <a:pt x="2910571" y="34833"/>
                  <a:pt x="2894570" y="34833"/>
                </a:cubicBezTo>
                <a:cubicBezTo>
                  <a:pt x="2884736" y="34833"/>
                  <a:pt x="2872398" y="38305"/>
                  <a:pt x="2861796" y="50452"/>
                </a:cubicBezTo>
                <a:lnTo>
                  <a:pt x="2861796" y="43897"/>
                </a:lnTo>
                <a:cubicBezTo>
                  <a:pt x="2861796" y="37893"/>
                  <a:pt x="2860637" y="35963"/>
                  <a:pt x="2854083" y="35963"/>
                </a:cubicBezTo>
                <a:lnTo>
                  <a:pt x="2832876" y="35963"/>
                </a:lnTo>
                <a:cubicBezTo>
                  <a:pt x="2829984" y="35963"/>
                  <a:pt x="2825165" y="35963"/>
                  <a:pt x="2825165" y="41750"/>
                </a:cubicBezTo>
                <a:cubicBezTo>
                  <a:pt x="2825165" y="47725"/>
                  <a:pt x="2829793" y="47725"/>
                  <a:pt x="2832876" y="47725"/>
                </a:cubicBezTo>
                <a:lnTo>
                  <a:pt x="2848493" y="47725"/>
                </a:lnTo>
                <a:lnTo>
                  <a:pt x="2848493" y="107238"/>
                </a:lnTo>
                <a:lnTo>
                  <a:pt x="2832876" y="107238"/>
                </a:lnTo>
                <a:cubicBezTo>
                  <a:pt x="2829984" y="107238"/>
                  <a:pt x="2825165" y="107238"/>
                  <a:pt x="2825165" y="113022"/>
                </a:cubicBezTo>
                <a:cubicBezTo>
                  <a:pt x="2825165" y="118997"/>
                  <a:pt x="2829793" y="118997"/>
                  <a:pt x="2832876" y="118997"/>
                </a:cubicBezTo>
                <a:lnTo>
                  <a:pt x="2883195" y="118997"/>
                </a:lnTo>
                <a:cubicBezTo>
                  <a:pt x="2886086" y="118997"/>
                  <a:pt x="2891099" y="118997"/>
                  <a:pt x="2891099" y="113213"/>
                </a:cubicBezTo>
                <a:cubicBezTo>
                  <a:pt x="2891099" y="107238"/>
                  <a:pt x="2886086" y="107238"/>
                  <a:pt x="2883195" y="107238"/>
                </a:cubicBezTo>
                <a:lnTo>
                  <a:pt x="2861796" y="107238"/>
                </a:lnTo>
                <a:lnTo>
                  <a:pt x="2861796" y="83164"/>
                </a:lnTo>
                <a:cubicBezTo>
                  <a:pt x="2861796" y="65106"/>
                  <a:pt x="2873169" y="46595"/>
                  <a:pt x="2896497" y="46595"/>
                </a:cubicBezTo>
                <a:cubicBezTo>
                  <a:pt x="2896691" y="51223"/>
                  <a:pt x="2899969" y="55080"/>
                  <a:pt x="2904787" y="55080"/>
                </a:cubicBezTo>
                <a:cubicBezTo>
                  <a:pt x="2909029" y="55080"/>
                  <a:pt x="2912886" y="51994"/>
                  <a:pt x="2912886" y="46789"/>
                </a:cubicBezTo>
                <a:close/>
                <a:moveTo>
                  <a:pt x="2982869" y="48110"/>
                </a:moveTo>
                <a:cubicBezTo>
                  <a:pt x="2982869" y="40976"/>
                  <a:pt x="2977085" y="35963"/>
                  <a:pt x="2970916" y="35963"/>
                </a:cubicBezTo>
                <a:cubicBezTo>
                  <a:pt x="2963588" y="35963"/>
                  <a:pt x="2958770" y="41941"/>
                  <a:pt x="2958770" y="47919"/>
                </a:cubicBezTo>
                <a:cubicBezTo>
                  <a:pt x="2958770" y="55053"/>
                  <a:pt x="2964553" y="60066"/>
                  <a:pt x="2970722" y="60066"/>
                </a:cubicBezTo>
                <a:cubicBezTo>
                  <a:pt x="2978047" y="60066"/>
                  <a:pt x="2982869" y="54088"/>
                  <a:pt x="2982869" y="48110"/>
                </a:cubicBezTo>
                <a:moveTo>
                  <a:pt x="2982869" y="107044"/>
                </a:moveTo>
                <a:cubicBezTo>
                  <a:pt x="2982869" y="99910"/>
                  <a:pt x="2977085" y="94897"/>
                  <a:pt x="2970916" y="94897"/>
                </a:cubicBezTo>
                <a:cubicBezTo>
                  <a:pt x="2963588" y="94897"/>
                  <a:pt x="2958770" y="100875"/>
                  <a:pt x="2958770" y="106853"/>
                </a:cubicBezTo>
                <a:cubicBezTo>
                  <a:pt x="2958770" y="113987"/>
                  <a:pt x="2964553" y="118997"/>
                  <a:pt x="2970722" y="118997"/>
                </a:cubicBezTo>
                <a:cubicBezTo>
                  <a:pt x="2978047" y="118997"/>
                  <a:pt x="2982869" y="113022"/>
                  <a:pt x="2982869" y="1070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best_so_far=max_end_here">
            <a:extLst xmlns:a="http://schemas.openxmlformats.org/drawingml/2006/main">
              <a:ext uri="{FF2B5EF4-FFF2-40B4-BE49-F238E27FC236}">
                <a16:creationId xmlns:a16="http://schemas.microsoft.com/office/drawing/2014/main" id="{8FC623E0-6354-4F26-9082-2E87016A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35" y="4366627"/>
            <a:ext cx="2617526" cy="151194"/>
          </a:xfrm>
          <a:custGeom xmlns:a="http://schemas.openxmlformats.org/drawingml/2006/main">
            <a:pathLst>
              <a:path w="2617526" h="151194">
                <a:moveTo>
                  <a:pt x="91769" y="77386"/>
                </a:moveTo>
                <a:cubicBezTo>
                  <a:pt x="91769" y="53715"/>
                  <a:pt x="74609" y="34833"/>
                  <a:pt x="54176" y="34833"/>
                </a:cubicBezTo>
                <a:cubicBezTo>
                  <a:pt x="44921" y="34833"/>
                  <a:pt x="36246" y="38305"/>
                  <a:pt x="29688" y="44283"/>
                </a:cubicBezTo>
                <a:lnTo>
                  <a:pt x="29688" y="9035"/>
                </a:lnTo>
                <a:cubicBezTo>
                  <a:pt x="29688" y="3060"/>
                  <a:pt x="28532" y="1130"/>
                  <a:pt x="21978" y="1130"/>
                </a:cubicBezTo>
                <a:lnTo>
                  <a:pt x="7905" y="1130"/>
                </a:lnTo>
                <a:cubicBezTo>
                  <a:pt x="4819" y="1130"/>
                  <a:pt x="0" y="1130"/>
                  <a:pt x="0" y="7108"/>
                </a:cubicBezTo>
                <a:cubicBezTo>
                  <a:pt x="0" y="12892"/>
                  <a:pt x="5013" y="12892"/>
                  <a:pt x="7710" y="12892"/>
                </a:cubicBezTo>
                <a:lnTo>
                  <a:pt x="16389" y="12892"/>
                </a:lnTo>
                <a:lnTo>
                  <a:pt x="16389" y="111066"/>
                </a:lnTo>
                <a:cubicBezTo>
                  <a:pt x="16389" y="114923"/>
                  <a:pt x="16389" y="118971"/>
                  <a:pt x="23134" y="118971"/>
                </a:cubicBezTo>
                <a:cubicBezTo>
                  <a:pt x="29688" y="118971"/>
                  <a:pt x="29688" y="115117"/>
                  <a:pt x="29688" y="110295"/>
                </a:cubicBezTo>
                <a:cubicBezTo>
                  <a:pt x="37593" y="118394"/>
                  <a:pt x="45886" y="120127"/>
                  <a:pt x="52055" y="120127"/>
                </a:cubicBezTo>
                <a:cubicBezTo>
                  <a:pt x="73068" y="120127"/>
                  <a:pt x="91769" y="101825"/>
                  <a:pt x="91769" y="77386"/>
                </a:cubicBezTo>
                <a:moveTo>
                  <a:pt x="78466" y="77386"/>
                </a:moveTo>
                <a:cubicBezTo>
                  <a:pt x="78466" y="95859"/>
                  <a:pt x="64972" y="108368"/>
                  <a:pt x="51475" y="108368"/>
                </a:cubicBezTo>
                <a:cubicBezTo>
                  <a:pt x="36437" y="108368"/>
                  <a:pt x="29688" y="91434"/>
                  <a:pt x="29688" y="82196"/>
                </a:cubicBezTo>
                <a:lnTo>
                  <a:pt x="29688" y="68148"/>
                </a:lnTo>
                <a:cubicBezTo>
                  <a:pt x="29688" y="56795"/>
                  <a:pt x="40873" y="46595"/>
                  <a:pt x="53017" y="46595"/>
                </a:cubicBezTo>
                <a:cubicBezTo>
                  <a:pt x="67284" y="46595"/>
                  <a:pt x="78466" y="60643"/>
                  <a:pt x="78466" y="77386"/>
                </a:cubicBezTo>
                <a:close/>
                <a:moveTo>
                  <a:pt x="188356" y="97939"/>
                </a:moveTo>
                <a:cubicBezTo>
                  <a:pt x="188356" y="92528"/>
                  <a:pt x="182767" y="92528"/>
                  <a:pt x="181611" y="92528"/>
                </a:cubicBezTo>
                <a:cubicBezTo>
                  <a:pt x="178140" y="92528"/>
                  <a:pt x="176598" y="93108"/>
                  <a:pt x="175248" y="96779"/>
                </a:cubicBezTo>
                <a:cubicBezTo>
                  <a:pt x="171006" y="106614"/>
                  <a:pt x="160595" y="108350"/>
                  <a:pt x="155197" y="108350"/>
                </a:cubicBezTo>
                <a:cubicBezTo>
                  <a:pt x="140738" y="108350"/>
                  <a:pt x="126279" y="98709"/>
                  <a:pt x="123193" y="82093"/>
                </a:cubicBezTo>
                <a:lnTo>
                  <a:pt x="180646" y="82093"/>
                </a:lnTo>
                <a:cubicBezTo>
                  <a:pt x="184694" y="82093"/>
                  <a:pt x="188356" y="82093"/>
                  <a:pt x="188356" y="74962"/>
                </a:cubicBezTo>
                <a:cubicBezTo>
                  <a:pt x="188356" y="52976"/>
                  <a:pt x="176019" y="34080"/>
                  <a:pt x="150955" y="34080"/>
                </a:cubicBezTo>
                <a:cubicBezTo>
                  <a:pt x="128012" y="34080"/>
                  <a:pt x="109505" y="53365"/>
                  <a:pt x="109505" y="77083"/>
                </a:cubicBezTo>
                <a:cubicBezTo>
                  <a:pt x="109505" y="100639"/>
                  <a:pt x="128977" y="120127"/>
                  <a:pt x="153846" y="120127"/>
                </a:cubicBezTo>
                <a:cubicBezTo>
                  <a:pt x="179296" y="120127"/>
                  <a:pt x="188356" y="102766"/>
                  <a:pt x="188356" y="97936"/>
                </a:cubicBezTo>
                <a:lnTo>
                  <a:pt x="188356" y="97939"/>
                </a:lnTo>
                <a:moveTo>
                  <a:pt x="174668" y="70525"/>
                </a:moveTo>
                <a:lnTo>
                  <a:pt x="123387" y="70525"/>
                </a:lnTo>
                <a:cubicBezTo>
                  <a:pt x="126085" y="56448"/>
                  <a:pt x="137461" y="45842"/>
                  <a:pt x="150955" y="45842"/>
                </a:cubicBezTo>
                <a:cubicBezTo>
                  <a:pt x="160980" y="45842"/>
                  <a:pt x="172933" y="50664"/>
                  <a:pt x="174668" y="70525"/>
                </a:cubicBezTo>
                <a:close/>
                <a:moveTo>
                  <a:pt x="288610" y="94858"/>
                </a:moveTo>
                <a:cubicBezTo>
                  <a:pt x="288610" y="74788"/>
                  <a:pt x="263738" y="70737"/>
                  <a:pt x="257569" y="69772"/>
                </a:cubicBezTo>
                <a:lnTo>
                  <a:pt x="244460" y="67457"/>
                </a:lnTo>
                <a:cubicBezTo>
                  <a:pt x="238868" y="66683"/>
                  <a:pt x="225759" y="64368"/>
                  <a:pt x="225759" y="56842"/>
                </a:cubicBezTo>
                <a:cubicBezTo>
                  <a:pt x="225759" y="51826"/>
                  <a:pt x="231928" y="45842"/>
                  <a:pt x="250244" y="45842"/>
                </a:cubicBezTo>
                <a:cubicBezTo>
                  <a:pt x="266244" y="45842"/>
                  <a:pt x="268944" y="51632"/>
                  <a:pt x="269524" y="56648"/>
                </a:cubicBezTo>
                <a:cubicBezTo>
                  <a:pt x="269715" y="59931"/>
                  <a:pt x="270101" y="63211"/>
                  <a:pt x="276078" y="63211"/>
                </a:cubicBezTo>
                <a:cubicBezTo>
                  <a:pt x="282827" y="63211"/>
                  <a:pt x="282827" y="59157"/>
                  <a:pt x="282827" y="55297"/>
                </a:cubicBezTo>
                <a:lnTo>
                  <a:pt x="282827" y="41985"/>
                </a:lnTo>
                <a:cubicBezTo>
                  <a:pt x="282827" y="38902"/>
                  <a:pt x="282827" y="34080"/>
                  <a:pt x="277040" y="34080"/>
                </a:cubicBezTo>
                <a:cubicBezTo>
                  <a:pt x="272416" y="34080"/>
                  <a:pt x="271642" y="36781"/>
                  <a:pt x="271257" y="38131"/>
                </a:cubicBezTo>
                <a:cubicBezTo>
                  <a:pt x="262776" y="34080"/>
                  <a:pt x="254292" y="34080"/>
                  <a:pt x="250629" y="34080"/>
                </a:cubicBezTo>
                <a:cubicBezTo>
                  <a:pt x="218431" y="34080"/>
                  <a:pt x="213998" y="49896"/>
                  <a:pt x="213998" y="56842"/>
                </a:cubicBezTo>
                <a:cubicBezTo>
                  <a:pt x="213998" y="74597"/>
                  <a:pt x="234240" y="77877"/>
                  <a:pt x="251979" y="80578"/>
                </a:cubicBezTo>
                <a:cubicBezTo>
                  <a:pt x="261425" y="82122"/>
                  <a:pt x="276849" y="84632"/>
                  <a:pt x="276849" y="94858"/>
                </a:cubicBezTo>
                <a:cubicBezTo>
                  <a:pt x="276849" y="101998"/>
                  <a:pt x="269715" y="108368"/>
                  <a:pt x="252170" y="108368"/>
                </a:cubicBezTo>
                <a:cubicBezTo>
                  <a:pt x="243110" y="108368"/>
                  <a:pt x="232314" y="106244"/>
                  <a:pt x="227495" y="91193"/>
                </a:cubicBezTo>
                <a:cubicBezTo>
                  <a:pt x="226530" y="87718"/>
                  <a:pt x="225759" y="85597"/>
                  <a:pt x="220746" y="85597"/>
                </a:cubicBezTo>
                <a:cubicBezTo>
                  <a:pt x="213998" y="85597"/>
                  <a:pt x="213998" y="89648"/>
                  <a:pt x="213998" y="93508"/>
                </a:cubicBezTo>
                <a:lnTo>
                  <a:pt x="213998" y="112225"/>
                </a:lnTo>
                <a:cubicBezTo>
                  <a:pt x="213998" y="115308"/>
                  <a:pt x="213998" y="120127"/>
                  <a:pt x="219782" y="120127"/>
                </a:cubicBezTo>
                <a:cubicBezTo>
                  <a:pt x="221517" y="120127"/>
                  <a:pt x="224603" y="119936"/>
                  <a:pt x="226915" y="112801"/>
                </a:cubicBezTo>
                <a:cubicBezTo>
                  <a:pt x="236361" y="119742"/>
                  <a:pt x="246581" y="120127"/>
                  <a:pt x="251979" y="120127"/>
                </a:cubicBezTo>
                <a:cubicBezTo>
                  <a:pt x="282438" y="120127"/>
                  <a:pt x="288610" y="104123"/>
                  <a:pt x="288610" y="94858"/>
                </a:cubicBezTo>
                <a:close/>
                <a:moveTo>
                  <a:pt x="387896" y="94699"/>
                </a:moveTo>
                <a:cubicBezTo>
                  <a:pt x="387896" y="91234"/>
                  <a:pt x="387896" y="87191"/>
                  <a:pt x="381147" y="87191"/>
                </a:cubicBezTo>
                <a:cubicBezTo>
                  <a:pt x="374787" y="87191"/>
                  <a:pt x="374593" y="91234"/>
                  <a:pt x="374593" y="94505"/>
                </a:cubicBezTo>
                <a:cubicBezTo>
                  <a:pt x="374402" y="106441"/>
                  <a:pt x="363411" y="108368"/>
                  <a:pt x="358978" y="108368"/>
                </a:cubicBezTo>
                <a:cubicBezTo>
                  <a:pt x="344134" y="108368"/>
                  <a:pt x="344134" y="98356"/>
                  <a:pt x="344134" y="93543"/>
                </a:cubicBezTo>
                <a:lnTo>
                  <a:pt x="344134" y="47725"/>
                </a:lnTo>
                <a:lnTo>
                  <a:pt x="375749" y="47725"/>
                </a:lnTo>
                <a:cubicBezTo>
                  <a:pt x="378641" y="47725"/>
                  <a:pt x="383462" y="47725"/>
                  <a:pt x="383462" y="41941"/>
                </a:cubicBezTo>
                <a:cubicBezTo>
                  <a:pt x="383462" y="35963"/>
                  <a:pt x="378835" y="35963"/>
                  <a:pt x="375749" y="35963"/>
                </a:cubicBezTo>
                <a:lnTo>
                  <a:pt x="344134" y="35963"/>
                </a:lnTo>
                <a:lnTo>
                  <a:pt x="344134" y="20156"/>
                </a:lnTo>
                <a:cubicBezTo>
                  <a:pt x="344134" y="16490"/>
                  <a:pt x="344134" y="12250"/>
                  <a:pt x="337577" y="12250"/>
                </a:cubicBezTo>
                <a:cubicBezTo>
                  <a:pt x="330831" y="12250"/>
                  <a:pt x="330831" y="16299"/>
                  <a:pt x="330831" y="20156"/>
                </a:cubicBezTo>
                <a:lnTo>
                  <a:pt x="330831" y="35963"/>
                </a:lnTo>
                <a:lnTo>
                  <a:pt x="314057" y="35963"/>
                </a:lnTo>
                <a:cubicBezTo>
                  <a:pt x="310971" y="35963"/>
                  <a:pt x="306153" y="35963"/>
                  <a:pt x="306153" y="41941"/>
                </a:cubicBezTo>
                <a:cubicBezTo>
                  <a:pt x="306153" y="47725"/>
                  <a:pt x="310971" y="47725"/>
                  <a:pt x="313863" y="47725"/>
                </a:cubicBezTo>
                <a:lnTo>
                  <a:pt x="330831" y="47725"/>
                </a:lnTo>
                <a:lnTo>
                  <a:pt x="330831" y="94699"/>
                </a:lnTo>
                <a:cubicBezTo>
                  <a:pt x="330831" y="113187"/>
                  <a:pt x="343940" y="120127"/>
                  <a:pt x="358013" y="120127"/>
                </a:cubicBezTo>
                <a:cubicBezTo>
                  <a:pt x="372281" y="120127"/>
                  <a:pt x="387896" y="111836"/>
                  <a:pt x="387896" y="94699"/>
                </a:cubicBezTo>
                <a:close/>
                <a:moveTo>
                  <a:pt x="492773" y="144448"/>
                </a:moveTo>
                <a:cubicBezTo>
                  <a:pt x="492773" y="137699"/>
                  <a:pt x="486027" y="137699"/>
                  <a:pt x="483712" y="137699"/>
                </a:cubicBezTo>
                <a:lnTo>
                  <a:pt x="422406" y="137699"/>
                </a:lnTo>
                <a:cubicBezTo>
                  <a:pt x="420090" y="137699"/>
                  <a:pt x="413345" y="137699"/>
                  <a:pt x="413345" y="144448"/>
                </a:cubicBezTo>
                <a:cubicBezTo>
                  <a:pt x="413345" y="151194"/>
                  <a:pt x="420090" y="151194"/>
                  <a:pt x="422406" y="151194"/>
                </a:cubicBezTo>
                <a:lnTo>
                  <a:pt x="483712" y="151194"/>
                </a:lnTo>
                <a:cubicBezTo>
                  <a:pt x="486027" y="151194"/>
                  <a:pt x="492773" y="151194"/>
                  <a:pt x="492773" y="144448"/>
                </a:cubicBezTo>
                <a:close/>
                <a:moveTo>
                  <a:pt x="592256" y="94858"/>
                </a:moveTo>
                <a:cubicBezTo>
                  <a:pt x="592256" y="74788"/>
                  <a:pt x="567383" y="70737"/>
                  <a:pt x="561214" y="69772"/>
                </a:cubicBezTo>
                <a:lnTo>
                  <a:pt x="548105" y="67457"/>
                </a:lnTo>
                <a:cubicBezTo>
                  <a:pt x="542513" y="66683"/>
                  <a:pt x="529405" y="64368"/>
                  <a:pt x="529405" y="56842"/>
                </a:cubicBezTo>
                <a:cubicBezTo>
                  <a:pt x="529405" y="51826"/>
                  <a:pt x="535574" y="45842"/>
                  <a:pt x="553889" y="45842"/>
                </a:cubicBezTo>
                <a:cubicBezTo>
                  <a:pt x="569889" y="45842"/>
                  <a:pt x="572590" y="51632"/>
                  <a:pt x="573169" y="56648"/>
                </a:cubicBezTo>
                <a:cubicBezTo>
                  <a:pt x="573361" y="59931"/>
                  <a:pt x="573746" y="63211"/>
                  <a:pt x="579724" y="63211"/>
                </a:cubicBezTo>
                <a:cubicBezTo>
                  <a:pt x="586472" y="63211"/>
                  <a:pt x="586472" y="59157"/>
                  <a:pt x="586472" y="55297"/>
                </a:cubicBezTo>
                <a:lnTo>
                  <a:pt x="586472" y="41985"/>
                </a:lnTo>
                <a:cubicBezTo>
                  <a:pt x="586472" y="38902"/>
                  <a:pt x="586472" y="34080"/>
                  <a:pt x="580686" y="34080"/>
                </a:cubicBezTo>
                <a:cubicBezTo>
                  <a:pt x="576061" y="34080"/>
                  <a:pt x="575287" y="36781"/>
                  <a:pt x="574902" y="38131"/>
                </a:cubicBezTo>
                <a:cubicBezTo>
                  <a:pt x="566421" y="34080"/>
                  <a:pt x="557937" y="34080"/>
                  <a:pt x="554274" y="34080"/>
                </a:cubicBezTo>
                <a:cubicBezTo>
                  <a:pt x="522077" y="34080"/>
                  <a:pt x="517643" y="49896"/>
                  <a:pt x="517643" y="56842"/>
                </a:cubicBezTo>
                <a:cubicBezTo>
                  <a:pt x="517643" y="74597"/>
                  <a:pt x="537886" y="77877"/>
                  <a:pt x="555625" y="80578"/>
                </a:cubicBezTo>
                <a:cubicBezTo>
                  <a:pt x="565071" y="82122"/>
                  <a:pt x="580494" y="84632"/>
                  <a:pt x="580494" y="94858"/>
                </a:cubicBezTo>
                <a:cubicBezTo>
                  <a:pt x="580494" y="101998"/>
                  <a:pt x="573361" y="108368"/>
                  <a:pt x="555816" y="108368"/>
                </a:cubicBezTo>
                <a:cubicBezTo>
                  <a:pt x="546755" y="108368"/>
                  <a:pt x="535959" y="106244"/>
                  <a:pt x="531140" y="91193"/>
                </a:cubicBezTo>
                <a:cubicBezTo>
                  <a:pt x="530175" y="87718"/>
                  <a:pt x="529405" y="85597"/>
                  <a:pt x="524392" y="85597"/>
                </a:cubicBezTo>
                <a:cubicBezTo>
                  <a:pt x="517643" y="85597"/>
                  <a:pt x="517643" y="89648"/>
                  <a:pt x="517643" y="93508"/>
                </a:cubicBezTo>
                <a:lnTo>
                  <a:pt x="517643" y="112225"/>
                </a:lnTo>
                <a:cubicBezTo>
                  <a:pt x="517643" y="115308"/>
                  <a:pt x="517643" y="120127"/>
                  <a:pt x="523427" y="120127"/>
                </a:cubicBezTo>
                <a:cubicBezTo>
                  <a:pt x="525163" y="120127"/>
                  <a:pt x="528249" y="119936"/>
                  <a:pt x="530561" y="112801"/>
                </a:cubicBezTo>
                <a:cubicBezTo>
                  <a:pt x="540007" y="119742"/>
                  <a:pt x="550226" y="120127"/>
                  <a:pt x="555625" y="120127"/>
                </a:cubicBezTo>
                <a:cubicBezTo>
                  <a:pt x="586084" y="120127"/>
                  <a:pt x="592256" y="104123"/>
                  <a:pt x="592256" y="94858"/>
                </a:cubicBezTo>
                <a:close/>
                <a:moveTo>
                  <a:pt x="695013" y="77298"/>
                </a:moveTo>
                <a:cubicBezTo>
                  <a:pt x="695013" y="53176"/>
                  <a:pt x="677082" y="34080"/>
                  <a:pt x="655490" y="34080"/>
                </a:cubicBezTo>
                <a:cubicBezTo>
                  <a:pt x="633897" y="34080"/>
                  <a:pt x="615967" y="53176"/>
                  <a:pt x="615967" y="77298"/>
                </a:cubicBezTo>
                <a:cubicBezTo>
                  <a:pt x="615967" y="101807"/>
                  <a:pt x="634283" y="120127"/>
                  <a:pt x="655490" y="120127"/>
                </a:cubicBezTo>
                <a:cubicBezTo>
                  <a:pt x="676697" y="120127"/>
                  <a:pt x="695013" y="101613"/>
                  <a:pt x="695013" y="77298"/>
                </a:cubicBezTo>
                <a:moveTo>
                  <a:pt x="681710" y="75947"/>
                </a:moveTo>
                <a:cubicBezTo>
                  <a:pt x="681710" y="93893"/>
                  <a:pt x="669757" y="108368"/>
                  <a:pt x="655490" y="108368"/>
                </a:cubicBezTo>
                <a:cubicBezTo>
                  <a:pt x="641222" y="108368"/>
                  <a:pt x="629270" y="93893"/>
                  <a:pt x="629270" y="75947"/>
                </a:cubicBezTo>
                <a:cubicBezTo>
                  <a:pt x="629270" y="58387"/>
                  <a:pt x="641802" y="45842"/>
                  <a:pt x="655490" y="45842"/>
                </a:cubicBezTo>
                <a:cubicBezTo>
                  <a:pt x="669372" y="45842"/>
                  <a:pt x="681710" y="58387"/>
                  <a:pt x="681710" y="75947"/>
                </a:cubicBezTo>
                <a:close/>
                <a:moveTo>
                  <a:pt x="796419" y="144448"/>
                </a:moveTo>
                <a:cubicBezTo>
                  <a:pt x="796419" y="137699"/>
                  <a:pt x="789674" y="137699"/>
                  <a:pt x="787359" y="137699"/>
                </a:cubicBezTo>
                <a:lnTo>
                  <a:pt x="726052" y="137699"/>
                </a:lnTo>
                <a:cubicBezTo>
                  <a:pt x="723737" y="137699"/>
                  <a:pt x="716991" y="137699"/>
                  <a:pt x="716991" y="144448"/>
                </a:cubicBezTo>
                <a:cubicBezTo>
                  <a:pt x="716991" y="151194"/>
                  <a:pt x="723737" y="151194"/>
                  <a:pt x="726052" y="151194"/>
                </a:cubicBezTo>
                <a:lnTo>
                  <a:pt x="787359" y="151194"/>
                </a:lnTo>
                <a:cubicBezTo>
                  <a:pt x="789674" y="151194"/>
                  <a:pt x="796419" y="151194"/>
                  <a:pt x="796419" y="144448"/>
                </a:cubicBezTo>
                <a:close/>
                <a:moveTo>
                  <a:pt x="891660" y="11571"/>
                </a:moveTo>
                <a:cubicBezTo>
                  <a:pt x="891660" y="0"/>
                  <a:pt x="876236" y="0"/>
                  <a:pt x="873150" y="0"/>
                </a:cubicBezTo>
                <a:cubicBezTo>
                  <a:pt x="857727" y="0"/>
                  <a:pt x="842883" y="8870"/>
                  <a:pt x="842883" y="25704"/>
                </a:cubicBezTo>
                <a:lnTo>
                  <a:pt x="842883" y="35963"/>
                </a:lnTo>
                <a:lnTo>
                  <a:pt x="823605" y="35963"/>
                </a:lnTo>
                <a:cubicBezTo>
                  <a:pt x="820519" y="35963"/>
                  <a:pt x="815701" y="35963"/>
                  <a:pt x="815701" y="41941"/>
                </a:cubicBezTo>
                <a:cubicBezTo>
                  <a:pt x="815701" y="47725"/>
                  <a:pt x="820519" y="47725"/>
                  <a:pt x="823411" y="47725"/>
                </a:cubicBezTo>
                <a:lnTo>
                  <a:pt x="842883" y="47725"/>
                </a:lnTo>
                <a:lnTo>
                  <a:pt x="842883" y="107238"/>
                </a:lnTo>
                <a:lnTo>
                  <a:pt x="823411" y="107238"/>
                </a:lnTo>
                <a:cubicBezTo>
                  <a:pt x="820519" y="107238"/>
                  <a:pt x="815506" y="107238"/>
                  <a:pt x="815506" y="113022"/>
                </a:cubicBezTo>
                <a:cubicBezTo>
                  <a:pt x="815506" y="118997"/>
                  <a:pt x="820519" y="118997"/>
                  <a:pt x="823411" y="118997"/>
                </a:cubicBezTo>
                <a:lnTo>
                  <a:pt x="875657" y="118997"/>
                </a:lnTo>
                <a:cubicBezTo>
                  <a:pt x="878549" y="118997"/>
                  <a:pt x="883561" y="118997"/>
                  <a:pt x="883561" y="113213"/>
                </a:cubicBezTo>
                <a:cubicBezTo>
                  <a:pt x="883561" y="107238"/>
                  <a:pt x="878549" y="107238"/>
                  <a:pt x="875657" y="107238"/>
                </a:cubicBezTo>
                <a:lnTo>
                  <a:pt x="856185" y="107238"/>
                </a:lnTo>
                <a:lnTo>
                  <a:pt x="856185" y="47725"/>
                </a:lnTo>
                <a:lnTo>
                  <a:pt x="879708" y="47725"/>
                </a:lnTo>
                <a:cubicBezTo>
                  <a:pt x="882599" y="47725"/>
                  <a:pt x="887418" y="47725"/>
                  <a:pt x="887418" y="41941"/>
                </a:cubicBezTo>
                <a:cubicBezTo>
                  <a:pt x="887418" y="35963"/>
                  <a:pt x="882791" y="35963"/>
                  <a:pt x="879708" y="35963"/>
                </a:cubicBezTo>
                <a:lnTo>
                  <a:pt x="856185" y="35963"/>
                </a:lnTo>
                <a:lnTo>
                  <a:pt x="856185" y="26863"/>
                </a:lnTo>
                <a:cubicBezTo>
                  <a:pt x="856185" y="11762"/>
                  <a:pt x="869103" y="11762"/>
                  <a:pt x="874886" y="11762"/>
                </a:cubicBezTo>
                <a:cubicBezTo>
                  <a:pt x="874886" y="12536"/>
                  <a:pt x="876622" y="20088"/>
                  <a:pt x="883370" y="20088"/>
                </a:cubicBezTo>
                <a:cubicBezTo>
                  <a:pt x="887224" y="20088"/>
                  <a:pt x="891660" y="16990"/>
                  <a:pt x="891660" y="11571"/>
                </a:cubicBezTo>
                <a:close/>
                <a:moveTo>
                  <a:pt x="1008684" y="113022"/>
                </a:moveTo>
                <a:cubicBezTo>
                  <a:pt x="1008684" y="107238"/>
                  <a:pt x="1003863" y="107238"/>
                  <a:pt x="1000971" y="107238"/>
                </a:cubicBezTo>
                <a:cubicBezTo>
                  <a:pt x="992875" y="107238"/>
                  <a:pt x="990945" y="106273"/>
                  <a:pt x="989404" y="105694"/>
                </a:cubicBezTo>
                <a:lnTo>
                  <a:pt x="989404" y="63991"/>
                </a:lnTo>
                <a:cubicBezTo>
                  <a:pt x="989404" y="50284"/>
                  <a:pt x="978993" y="34080"/>
                  <a:pt x="951232" y="34080"/>
                </a:cubicBezTo>
                <a:cubicBezTo>
                  <a:pt x="942942" y="34080"/>
                  <a:pt x="923276" y="34080"/>
                  <a:pt x="923276" y="48160"/>
                </a:cubicBezTo>
                <a:cubicBezTo>
                  <a:pt x="923276" y="53953"/>
                  <a:pt x="927327" y="57042"/>
                  <a:pt x="931951" y="57042"/>
                </a:cubicBezTo>
                <a:cubicBezTo>
                  <a:pt x="934843" y="57042"/>
                  <a:pt x="940241" y="55303"/>
                  <a:pt x="940435" y="48160"/>
                </a:cubicBezTo>
                <a:cubicBezTo>
                  <a:pt x="940435" y="46616"/>
                  <a:pt x="940626" y="46422"/>
                  <a:pt x="944483" y="46036"/>
                </a:cubicBezTo>
                <a:cubicBezTo>
                  <a:pt x="947184" y="45842"/>
                  <a:pt x="949690" y="45842"/>
                  <a:pt x="951426" y="45842"/>
                </a:cubicBezTo>
                <a:cubicBezTo>
                  <a:pt x="966076" y="45842"/>
                  <a:pt x="976101" y="51829"/>
                  <a:pt x="976101" y="65536"/>
                </a:cubicBezTo>
                <a:cubicBezTo>
                  <a:pt x="941977" y="66115"/>
                  <a:pt x="918263" y="75768"/>
                  <a:pt x="918263" y="94302"/>
                </a:cubicBezTo>
                <a:cubicBezTo>
                  <a:pt x="918263" y="107597"/>
                  <a:pt x="930410" y="120127"/>
                  <a:pt x="950075" y="120127"/>
                </a:cubicBezTo>
                <a:cubicBezTo>
                  <a:pt x="957209" y="120127"/>
                  <a:pt x="969162" y="118780"/>
                  <a:pt x="978222" y="112801"/>
                </a:cubicBezTo>
                <a:cubicBezTo>
                  <a:pt x="982464" y="118806"/>
                  <a:pt x="991719" y="118997"/>
                  <a:pt x="999044" y="118997"/>
                </a:cubicBezTo>
                <a:cubicBezTo>
                  <a:pt x="1004442" y="118997"/>
                  <a:pt x="1008684" y="118997"/>
                  <a:pt x="1008684" y="113022"/>
                </a:cubicBezTo>
                <a:moveTo>
                  <a:pt x="976101" y="93164"/>
                </a:moveTo>
                <a:cubicBezTo>
                  <a:pt x="976101" y="97597"/>
                  <a:pt x="976101" y="101645"/>
                  <a:pt x="968582" y="105117"/>
                </a:cubicBezTo>
                <a:cubicBezTo>
                  <a:pt x="961643" y="108368"/>
                  <a:pt x="952967" y="108368"/>
                  <a:pt x="951426" y="108368"/>
                </a:cubicBezTo>
                <a:cubicBezTo>
                  <a:pt x="939470" y="108368"/>
                  <a:pt x="931566" y="101813"/>
                  <a:pt x="931566" y="94293"/>
                </a:cubicBezTo>
                <a:cubicBezTo>
                  <a:pt x="931566" y="84844"/>
                  <a:pt x="948146" y="77712"/>
                  <a:pt x="976101" y="76939"/>
                </a:cubicBezTo>
                <a:lnTo>
                  <a:pt x="976101" y="93164"/>
                </a:lnTo>
                <a:close/>
                <a:moveTo>
                  <a:pt x="1103731" y="46789"/>
                </a:moveTo>
                <a:cubicBezTo>
                  <a:pt x="1103731" y="42932"/>
                  <a:pt x="1101416" y="34833"/>
                  <a:pt x="1085416" y="34833"/>
                </a:cubicBezTo>
                <a:cubicBezTo>
                  <a:pt x="1075581" y="34833"/>
                  <a:pt x="1063244" y="38305"/>
                  <a:pt x="1052642" y="50452"/>
                </a:cubicBezTo>
                <a:lnTo>
                  <a:pt x="1052642" y="43897"/>
                </a:lnTo>
                <a:cubicBezTo>
                  <a:pt x="1052642" y="37893"/>
                  <a:pt x="1051482" y="35963"/>
                  <a:pt x="1044928" y="35963"/>
                </a:cubicBezTo>
                <a:lnTo>
                  <a:pt x="1023721" y="35963"/>
                </a:lnTo>
                <a:cubicBezTo>
                  <a:pt x="1020829" y="35963"/>
                  <a:pt x="1016011" y="35963"/>
                  <a:pt x="1016011" y="41750"/>
                </a:cubicBezTo>
                <a:cubicBezTo>
                  <a:pt x="1016011" y="47725"/>
                  <a:pt x="1020638" y="47725"/>
                  <a:pt x="1023721" y="47725"/>
                </a:cubicBezTo>
                <a:lnTo>
                  <a:pt x="1039339" y="47725"/>
                </a:lnTo>
                <a:lnTo>
                  <a:pt x="1039339" y="107238"/>
                </a:lnTo>
                <a:lnTo>
                  <a:pt x="1023721" y="107238"/>
                </a:lnTo>
                <a:cubicBezTo>
                  <a:pt x="1020829" y="107238"/>
                  <a:pt x="1016011" y="107238"/>
                  <a:pt x="1016011" y="113022"/>
                </a:cubicBezTo>
                <a:cubicBezTo>
                  <a:pt x="1016011" y="118997"/>
                  <a:pt x="1020638" y="118997"/>
                  <a:pt x="1023721" y="118997"/>
                </a:cubicBezTo>
                <a:lnTo>
                  <a:pt x="1074040" y="118997"/>
                </a:lnTo>
                <a:cubicBezTo>
                  <a:pt x="1076932" y="118997"/>
                  <a:pt x="1081945" y="118997"/>
                  <a:pt x="1081945" y="113213"/>
                </a:cubicBezTo>
                <a:cubicBezTo>
                  <a:pt x="1081945" y="107238"/>
                  <a:pt x="1076932" y="107238"/>
                  <a:pt x="1074040" y="107238"/>
                </a:cubicBezTo>
                <a:lnTo>
                  <a:pt x="1052642" y="107238"/>
                </a:lnTo>
                <a:lnTo>
                  <a:pt x="1052642" y="83164"/>
                </a:lnTo>
                <a:cubicBezTo>
                  <a:pt x="1052642" y="65106"/>
                  <a:pt x="1064014" y="46595"/>
                  <a:pt x="1087343" y="46595"/>
                </a:cubicBezTo>
                <a:cubicBezTo>
                  <a:pt x="1087537" y="51223"/>
                  <a:pt x="1090814" y="55080"/>
                  <a:pt x="1095633" y="55080"/>
                </a:cubicBezTo>
                <a:cubicBezTo>
                  <a:pt x="1099875" y="55080"/>
                  <a:pt x="1103731" y="51994"/>
                  <a:pt x="1103731" y="46789"/>
                </a:cubicBezTo>
                <a:close/>
                <a:moveTo>
                  <a:pt x="1305968" y="45348"/>
                </a:moveTo>
                <a:cubicBezTo>
                  <a:pt x="1305968" y="38599"/>
                  <a:pt x="1298834" y="38599"/>
                  <a:pt x="1296137" y="38599"/>
                </a:cubicBezTo>
                <a:lnTo>
                  <a:pt x="1229429" y="38599"/>
                </a:lnTo>
                <a:cubicBezTo>
                  <a:pt x="1226732" y="38599"/>
                  <a:pt x="1219598" y="38599"/>
                  <a:pt x="1219598" y="45348"/>
                </a:cubicBezTo>
                <a:cubicBezTo>
                  <a:pt x="1219598" y="52097"/>
                  <a:pt x="1225961" y="52097"/>
                  <a:pt x="1228273" y="52097"/>
                </a:cubicBezTo>
                <a:lnTo>
                  <a:pt x="1297293" y="52097"/>
                </a:lnTo>
                <a:cubicBezTo>
                  <a:pt x="1299605" y="52097"/>
                  <a:pt x="1305968" y="52097"/>
                  <a:pt x="1305968" y="45348"/>
                </a:cubicBezTo>
                <a:moveTo>
                  <a:pt x="1305968" y="74594"/>
                </a:moveTo>
                <a:cubicBezTo>
                  <a:pt x="1305968" y="67845"/>
                  <a:pt x="1299605" y="67845"/>
                  <a:pt x="1297293" y="67845"/>
                </a:cubicBezTo>
                <a:lnTo>
                  <a:pt x="1228273" y="67845"/>
                </a:lnTo>
                <a:cubicBezTo>
                  <a:pt x="1225961" y="67845"/>
                  <a:pt x="1219598" y="67845"/>
                  <a:pt x="1219598" y="74594"/>
                </a:cubicBezTo>
                <a:cubicBezTo>
                  <a:pt x="1219598" y="81340"/>
                  <a:pt x="1226732" y="81340"/>
                  <a:pt x="1229429" y="81340"/>
                </a:cubicBezTo>
                <a:lnTo>
                  <a:pt x="1296137" y="81340"/>
                </a:lnTo>
                <a:cubicBezTo>
                  <a:pt x="1298834" y="81340"/>
                  <a:pt x="1305968" y="81340"/>
                  <a:pt x="1305968" y="74594"/>
                </a:cubicBezTo>
                <a:close/>
                <a:moveTo>
                  <a:pt x="1514183" y="113213"/>
                </a:moveTo>
                <a:cubicBezTo>
                  <a:pt x="1514183" y="107238"/>
                  <a:pt x="1510135" y="107238"/>
                  <a:pt x="1503195" y="107238"/>
                </a:cubicBezTo>
                <a:lnTo>
                  <a:pt x="1503195" y="60649"/>
                </a:lnTo>
                <a:cubicBezTo>
                  <a:pt x="1503195" y="56798"/>
                  <a:pt x="1503195" y="34833"/>
                  <a:pt x="1486036" y="34833"/>
                </a:cubicBezTo>
                <a:cubicBezTo>
                  <a:pt x="1480252" y="34833"/>
                  <a:pt x="1472348" y="37340"/>
                  <a:pt x="1466950" y="44859"/>
                </a:cubicBezTo>
                <a:cubicBezTo>
                  <a:pt x="1464058" y="38305"/>
                  <a:pt x="1458660" y="34833"/>
                  <a:pt x="1452297" y="34833"/>
                </a:cubicBezTo>
                <a:cubicBezTo>
                  <a:pt x="1446128" y="34833"/>
                  <a:pt x="1440344" y="37534"/>
                  <a:pt x="1435717" y="41776"/>
                </a:cubicBezTo>
                <a:cubicBezTo>
                  <a:pt x="1435331" y="35963"/>
                  <a:pt x="1431475" y="35963"/>
                  <a:pt x="1428003" y="35963"/>
                </a:cubicBezTo>
                <a:lnTo>
                  <a:pt x="1421835" y="35963"/>
                </a:lnTo>
                <a:cubicBezTo>
                  <a:pt x="1418943" y="35963"/>
                  <a:pt x="1413930" y="35963"/>
                  <a:pt x="1413930" y="41750"/>
                </a:cubicBezTo>
                <a:cubicBezTo>
                  <a:pt x="1413930" y="47725"/>
                  <a:pt x="1417981" y="47725"/>
                  <a:pt x="1424921" y="47725"/>
                </a:cubicBezTo>
                <a:lnTo>
                  <a:pt x="1424921" y="107238"/>
                </a:lnTo>
                <a:cubicBezTo>
                  <a:pt x="1417981" y="107238"/>
                  <a:pt x="1413930" y="107238"/>
                  <a:pt x="1413930" y="113213"/>
                </a:cubicBezTo>
                <a:cubicBezTo>
                  <a:pt x="1413930" y="118997"/>
                  <a:pt x="1419137" y="118997"/>
                  <a:pt x="1421835" y="118997"/>
                </a:cubicBezTo>
                <a:lnTo>
                  <a:pt x="1438803" y="118997"/>
                </a:lnTo>
                <a:cubicBezTo>
                  <a:pt x="1441694" y="118997"/>
                  <a:pt x="1446704" y="118997"/>
                  <a:pt x="1446704" y="113213"/>
                </a:cubicBezTo>
                <a:cubicBezTo>
                  <a:pt x="1446704" y="107238"/>
                  <a:pt x="1442656" y="107238"/>
                  <a:pt x="1435717" y="107238"/>
                </a:cubicBezTo>
                <a:lnTo>
                  <a:pt x="1435717" y="72764"/>
                </a:lnTo>
                <a:cubicBezTo>
                  <a:pt x="1435717" y="55645"/>
                  <a:pt x="1443621" y="46595"/>
                  <a:pt x="1451526" y="46595"/>
                </a:cubicBezTo>
                <a:cubicBezTo>
                  <a:pt x="1455959" y="46595"/>
                  <a:pt x="1458660" y="49870"/>
                  <a:pt x="1458660" y="62382"/>
                </a:cubicBezTo>
                <a:lnTo>
                  <a:pt x="1458660" y="107238"/>
                </a:lnTo>
                <a:cubicBezTo>
                  <a:pt x="1454997" y="107238"/>
                  <a:pt x="1450176" y="107238"/>
                  <a:pt x="1450176" y="113213"/>
                </a:cubicBezTo>
                <a:cubicBezTo>
                  <a:pt x="1450176" y="118997"/>
                  <a:pt x="1455383" y="118997"/>
                  <a:pt x="1458080" y="118997"/>
                </a:cubicBezTo>
                <a:lnTo>
                  <a:pt x="1472539" y="118997"/>
                </a:lnTo>
                <a:cubicBezTo>
                  <a:pt x="1475431" y="118997"/>
                  <a:pt x="1480443" y="118997"/>
                  <a:pt x="1480443" y="113213"/>
                </a:cubicBezTo>
                <a:cubicBezTo>
                  <a:pt x="1480443" y="107238"/>
                  <a:pt x="1476396" y="107238"/>
                  <a:pt x="1469456" y="107238"/>
                </a:cubicBezTo>
                <a:lnTo>
                  <a:pt x="1469456" y="72779"/>
                </a:lnTo>
                <a:cubicBezTo>
                  <a:pt x="1469456" y="55645"/>
                  <a:pt x="1477361" y="46595"/>
                  <a:pt x="1485265" y="46595"/>
                </a:cubicBezTo>
                <a:cubicBezTo>
                  <a:pt x="1489698" y="46595"/>
                  <a:pt x="1492399" y="49870"/>
                  <a:pt x="1492399" y="62382"/>
                </a:cubicBezTo>
                <a:lnTo>
                  <a:pt x="1492399" y="107238"/>
                </a:lnTo>
                <a:cubicBezTo>
                  <a:pt x="1488733" y="107238"/>
                  <a:pt x="1483915" y="107238"/>
                  <a:pt x="1483915" y="113213"/>
                </a:cubicBezTo>
                <a:cubicBezTo>
                  <a:pt x="1483915" y="118997"/>
                  <a:pt x="1489119" y="118997"/>
                  <a:pt x="1491819" y="118997"/>
                </a:cubicBezTo>
                <a:lnTo>
                  <a:pt x="1506278" y="118997"/>
                </a:lnTo>
                <a:cubicBezTo>
                  <a:pt x="1509170" y="118997"/>
                  <a:pt x="1514183" y="118997"/>
                  <a:pt x="1514183" y="113213"/>
                </a:cubicBezTo>
                <a:close/>
                <a:moveTo>
                  <a:pt x="1615977" y="113022"/>
                </a:moveTo>
                <a:cubicBezTo>
                  <a:pt x="1615977" y="107238"/>
                  <a:pt x="1611156" y="107238"/>
                  <a:pt x="1608264" y="107238"/>
                </a:cubicBezTo>
                <a:cubicBezTo>
                  <a:pt x="1600168" y="107238"/>
                  <a:pt x="1598238" y="106273"/>
                  <a:pt x="1596697" y="105694"/>
                </a:cubicBezTo>
                <a:lnTo>
                  <a:pt x="1596697" y="63991"/>
                </a:lnTo>
                <a:cubicBezTo>
                  <a:pt x="1596697" y="50284"/>
                  <a:pt x="1586286" y="34080"/>
                  <a:pt x="1558524" y="34080"/>
                </a:cubicBezTo>
                <a:cubicBezTo>
                  <a:pt x="1550234" y="34080"/>
                  <a:pt x="1530569" y="34080"/>
                  <a:pt x="1530569" y="48160"/>
                </a:cubicBezTo>
                <a:cubicBezTo>
                  <a:pt x="1530569" y="53953"/>
                  <a:pt x="1534620" y="57042"/>
                  <a:pt x="1539244" y="57042"/>
                </a:cubicBezTo>
                <a:cubicBezTo>
                  <a:pt x="1542136" y="57042"/>
                  <a:pt x="1547534" y="55303"/>
                  <a:pt x="1547728" y="48160"/>
                </a:cubicBezTo>
                <a:cubicBezTo>
                  <a:pt x="1547728" y="46616"/>
                  <a:pt x="1547919" y="46422"/>
                  <a:pt x="1551776" y="46036"/>
                </a:cubicBezTo>
                <a:cubicBezTo>
                  <a:pt x="1554476" y="45842"/>
                  <a:pt x="1556983" y="45842"/>
                  <a:pt x="1558718" y="45842"/>
                </a:cubicBezTo>
                <a:cubicBezTo>
                  <a:pt x="1573369" y="45842"/>
                  <a:pt x="1583394" y="51829"/>
                  <a:pt x="1583394" y="65536"/>
                </a:cubicBezTo>
                <a:cubicBezTo>
                  <a:pt x="1549270" y="66115"/>
                  <a:pt x="1525556" y="75768"/>
                  <a:pt x="1525556" y="94302"/>
                </a:cubicBezTo>
                <a:cubicBezTo>
                  <a:pt x="1525556" y="107597"/>
                  <a:pt x="1537702" y="120127"/>
                  <a:pt x="1557368" y="120127"/>
                </a:cubicBezTo>
                <a:cubicBezTo>
                  <a:pt x="1564502" y="120127"/>
                  <a:pt x="1576454" y="118780"/>
                  <a:pt x="1585515" y="112801"/>
                </a:cubicBezTo>
                <a:cubicBezTo>
                  <a:pt x="1589757" y="118806"/>
                  <a:pt x="1599012" y="118997"/>
                  <a:pt x="1606337" y="118997"/>
                </a:cubicBezTo>
                <a:cubicBezTo>
                  <a:pt x="1611735" y="118997"/>
                  <a:pt x="1615977" y="118997"/>
                  <a:pt x="1615977" y="113022"/>
                </a:cubicBezTo>
                <a:moveTo>
                  <a:pt x="1583394" y="93164"/>
                </a:moveTo>
                <a:cubicBezTo>
                  <a:pt x="1583394" y="97597"/>
                  <a:pt x="1583394" y="101645"/>
                  <a:pt x="1575875" y="105117"/>
                </a:cubicBezTo>
                <a:cubicBezTo>
                  <a:pt x="1568935" y="108368"/>
                  <a:pt x="1560260" y="108368"/>
                  <a:pt x="1558718" y="108368"/>
                </a:cubicBezTo>
                <a:cubicBezTo>
                  <a:pt x="1546763" y="108368"/>
                  <a:pt x="1538859" y="101813"/>
                  <a:pt x="1538859" y="94293"/>
                </a:cubicBezTo>
                <a:cubicBezTo>
                  <a:pt x="1538859" y="84844"/>
                  <a:pt x="1555438" y="77712"/>
                  <a:pt x="1583394" y="76939"/>
                </a:cubicBezTo>
                <a:lnTo>
                  <a:pt x="1583394" y="93164"/>
                </a:lnTo>
                <a:close/>
                <a:moveTo>
                  <a:pt x="1712756" y="113213"/>
                </a:moveTo>
                <a:cubicBezTo>
                  <a:pt x="1712756" y="107238"/>
                  <a:pt x="1707743" y="107238"/>
                  <a:pt x="1704852" y="107238"/>
                </a:cubicBezTo>
                <a:lnTo>
                  <a:pt x="1697141" y="107238"/>
                </a:lnTo>
                <a:lnTo>
                  <a:pt x="1672463" y="76230"/>
                </a:lnTo>
                <a:lnTo>
                  <a:pt x="1694441" y="47725"/>
                </a:lnTo>
                <a:lnTo>
                  <a:pt x="1702154" y="47725"/>
                </a:lnTo>
                <a:cubicBezTo>
                  <a:pt x="1704852" y="47725"/>
                  <a:pt x="1710059" y="47725"/>
                  <a:pt x="1710059" y="41941"/>
                </a:cubicBezTo>
                <a:cubicBezTo>
                  <a:pt x="1710059" y="35963"/>
                  <a:pt x="1705046" y="35963"/>
                  <a:pt x="1702154" y="35963"/>
                </a:cubicBezTo>
                <a:lnTo>
                  <a:pt x="1679597" y="35963"/>
                </a:lnTo>
                <a:cubicBezTo>
                  <a:pt x="1676705" y="35963"/>
                  <a:pt x="1671886" y="35963"/>
                  <a:pt x="1671886" y="41750"/>
                </a:cubicBezTo>
                <a:cubicBezTo>
                  <a:pt x="1671886" y="47725"/>
                  <a:pt x="1676128" y="47725"/>
                  <a:pt x="1681332" y="47725"/>
                </a:cubicBezTo>
                <a:lnTo>
                  <a:pt x="1667065" y="67177"/>
                </a:lnTo>
                <a:lnTo>
                  <a:pt x="1652415" y="47725"/>
                </a:lnTo>
                <a:cubicBezTo>
                  <a:pt x="1657427" y="47725"/>
                  <a:pt x="1661666" y="47725"/>
                  <a:pt x="1661666" y="41750"/>
                </a:cubicBezTo>
                <a:cubicBezTo>
                  <a:pt x="1661666" y="35963"/>
                  <a:pt x="1656848" y="35963"/>
                  <a:pt x="1653956" y="35963"/>
                </a:cubicBezTo>
                <a:lnTo>
                  <a:pt x="1631399" y="35963"/>
                </a:lnTo>
                <a:cubicBezTo>
                  <a:pt x="1628507" y="35963"/>
                  <a:pt x="1623494" y="35963"/>
                  <a:pt x="1623494" y="41941"/>
                </a:cubicBezTo>
                <a:cubicBezTo>
                  <a:pt x="1623494" y="47725"/>
                  <a:pt x="1628701" y="47725"/>
                  <a:pt x="1631399" y="47725"/>
                </a:cubicBezTo>
                <a:lnTo>
                  <a:pt x="1639112" y="47725"/>
                </a:lnTo>
                <a:lnTo>
                  <a:pt x="1661861" y="76230"/>
                </a:lnTo>
                <a:lnTo>
                  <a:pt x="1637953" y="107238"/>
                </a:lnTo>
                <a:lnTo>
                  <a:pt x="1630242" y="107238"/>
                </a:lnTo>
                <a:cubicBezTo>
                  <a:pt x="1627351" y="107238"/>
                  <a:pt x="1622338" y="107238"/>
                  <a:pt x="1622338" y="113213"/>
                </a:cubicBezTo>
                <a:cubicBezTo>
                  <a:pt x="1622338" y="118997"/>
                  <a:pt x="1627542" y="118997"/>
                  <a:pt x="1630242" y="118997"/>
                </a:cubicBezTo>
                <a:lnTo>
                  <a:pt x="1652800" y="118997"/>
                </a:lnTo>
                <a:cubicBezTo>
                  <a:pt x="1655692" y="118997"/>
                  <a:pt x="1660510" y="118997"/>
                  <a:pt x="1660510" y="113213"/>
                </a:cubicBezTo>
                <a:cubicBezTo>
                  <a:pt x="1660510" y="107238"/>
                  <a:pt x="1656462" y="107238"/>
                  <a:pt x="1650485" y="107238"/>
                </a:cubicBezTo>
                <a:lnTo>
                  <a:pt x="1667065" y="83523"/>
                </a:lnTo>
                <a:lnTo>
                  <a:pt x="1684224" y="107238"/>
                </a:lnTo>
                <a:cubicBezTo>
                  <a:pt x="1678826" y="107238"/>
                  <a:pt x="1674584" y="107238"/>
                  <a:pt x="1674584" y="113213"/>
                </a:cubicBezTo>
                <a:cubicBezTo>
                  <a:pt x="1674584" y="118997"/>
                  <a:pt x="1679405" y="118997"/>
                  <a:pt x="1682297" y="118997"/>
                </a:cubicBezTo>
                <a:lnTo>
                  <a:pt x="1704852" y="118997"/>
                </a:lnTo>
                <a:cubicBezTo>
                  <a:pt x="1707552" y="118997"/>
                  <a:pt x="1712756" y="118997"/>
                  <a:pt x="1712756" y="113213"/>
                </a:cubicBezTo>
                <a:close/>
                <a:moveTo>
                  <a:pt x="1808574" y="144448"/>
                </a:moveTo>
                <a:cubicBezTo>
                  <a:pt x="1808574" y="137699"/>
                  <a:pt x="1801828" y="137699"/>
                  <a:pt x="1799513" y="137699"/>
                </a:cubicBezTo>
                <a:lnTo>
                  <a:pt x="1738207" y="137699"/>
                </a:lnTo>
                <a:cubicBezTo>
                  <a:pt x="1735891" y="137699"/>
                  <a:pt x="1729146" y="137699"/>
                  <a:pt x="1729146" y="144448"/>
                </a:cubicBezTo>
                <a:cubicBezTo>
                  <a:pt x="1729146" y="151194"/>
                  <a:pt x="1735891" y="151194"/>
                  <a:pt x="1738207" y="151194"/>
                </a:cubicBezTo>
                <a:lnTo>
                  <a:pt x="1799513" y="151194"/>
                </a:lnTo>
                <a:cubicBezTo>
                  <a:pt x="1801828" y="151194"/>
                  <a:pt x="1808574" y="151194"/>
                  <a:pt x="1808574" y="144448"/>
                </a:cubicBezTo>
                <a:close/>
                <a:moveTo>
                  <a:pt x="1909018" y="97939"/>
                </a:moveTo>
                <a:cubicBezTo>
                  <a:pt x="1909018" y="92528"/>
                  <a:pt x="1903429" y="92528"/>
                  <a:pt x="1902273" y="92528"/>
                </a:cubicBezTo>
                <a:cubicBezTo>
                  <a:pt x="1898801" y="92528"/>
                  <a:pt x="1897260" y="93108"/>
                  <a:pt x="1895909" y="96779"/>
                </a:cubicBezTo>
                <a:cubicBezTo>
                  <a:pt x="1891667" y="106614"/>
                  <a:pt x="1881257" y="108350"/>
                  <a:pt x="1875858" y="108350"/>
                </a:cubicBezTo>
                <a:cubicBezTo>
                  <a:pt x="1861400" y="108350"/>
                  <a:pt x="1846941" y="98709"/>
                  <a:pt x="1843855" y="82093"/>
                </a:cubicBezTo>
                <a:lnTo>
                  <a:pt x="1901308" y="82093"/>
                </a:lnTo>
                <a:cubicBezTo>
                  <a:pt x="1905355" y="82093"/>
                  <a:pt x="1909018" y="82093"/>
                  <a:pt x="1909018" y="74962"/>
                </a:cubicBezTo>
                <a:cubicBezTo>
                  <a:pt x="1909018" y="52976"/>
                  <a:pt x="1896680" y="34080"/>
                  <a:pt x="1871616" y="34080"/>
                </a:cubicBezTo>
                <a:cubicBezTo>
                  <a:pt x="1848673" y="34080"/>
                  <a:pt x="1830167" y="53365"/>
                  <a:pt x="1830167" y="77083"/>
                </a:cubicBezTo>
                <a:cubicBezTo>
                  <a:pt x="1830167" y="100639"/>
                  <a:pt x="1849638" y="120127"/>
                  <a:pt x="1874508" y="120127"/>
                </a:cubicBezTo>
                <a:cubicBezTo>
                  <a:pt x="1899957" y="120127"/>
                  <a:pt x="1909018" y="102766"/>
                  <a:pt x="1909018" y="97936"/>
                </a:cubicBezTo>
                <a:lnTo>
                  <a:pt x="1909018" y="97939"/>
                </a:lnTo>
                <a:moveTo>
                  <a:pt x="1895330" y="70525"/>
                </a:moveTo>
                <a:lnTo>
                  <a:pt x="1844049" y="70525"/>
                </a:lnTo>
                <a:cubicBezTo>
                  <a:pt x="1846747" y="56448"/>
                  <a:pt x="1858122" y="45842"/>
                  <a:pt x="1871616" y="45842"/>
                </a:cubicBezTo>
                <a:cubicBezTo>
                  <a:pt x="1881642" y="45842"/>
                  <a:pt x="1893594" y="50664"/>
                  <a:pt x="1895330" y="70525"/>
                </a:cubicBezTo>
                <a:close/>
                <a:moveTo>
                  <a:pt x="2019489" y="113213"/>
                </a:moveTo>
                <a:cubicBezTo>
                  <a:pt x="2019489" y="107238"/>
                  <a:pt x="2014670" y="107238"/>
                  <a:pt x="2011584" y="107238"/>
                </a:cubicBezTo>
                <a:lnTo>
                  <a:pt x="2003100" y="107238"/>
                </a:lnTo>
                <a:lnTo>
                  <a:pt x="2003100" y="62576"/>
                </a:lnTo>
                <a:cubicBezTo>
                  <a:pt x="2003100" y="43126"/>
                  <a:pt x="1993269" y="34833"/>
                  <a:pt x="1978039" y="34833"/>
                </a:cubicBezTo>
                <a:cubicBezTo>
                  <a:pt x="1965122" y="34833"/>
                  <a:pt x="1956447" y="41391"/>
                  <a:pt x="1952781" y="45053"/>
                </a:cubicBezTo>
                <a:cubicBezTo>
                  <a:pt x="1952781" y="38858"/>
                  <a:pt x="1952781" y="35963"/>
                  <a:pt x="1945071" y="35963"/>
                </a:cubicBezTo>
                <a:lnTo>
                  <a:pt x="1930997" y="35963"/>
                </a:lnTo>
                <a:cubicBezTo>
                  <a:pt x="1927912" y="35963"/>
                  <a:pt x="1923093" y="35963"/>
                  <a:pt x="1923093" y="41941"/>
                </a:cubicBezTo>
                <a:cubicBezTo>
                  <a:pt x="1923093" y="47725"/>
                  <a:pt x="1928106" y="47725"/>
                  <a:pt x="1930803" y="47725"/>
                </a:cubicBezTo>
                <a:lnTo>
                  <a:pt x="1939482" y="47725"/>
                </a:lnTo>
                <a:lnTo>
                  <a:pt x="1939482" y="107238"/>
                </a:lnTo>
                <a:lnTo>
                  <a:pt x="1930997" y="107238"/>
                </a:lnTo>
                <a:cubicBezTo>
                  <a:pt x="1927912" y="107238"/>
                  <a:pt x="1923093" y="107238"/>
                  <a:pt x="1923093" y="113213"/>
                </a:cubicBezTo>
                <a:cubicBezTo>
                  <a:pt x="1923093" y="118997"/>
                  <a:pt x="1928106" y="118997"/>
                  <a:pt x="1930803" y="118997"/>
                </a:cubicBezTo>
                <a:lnTo>
                  <a:pt x="1961460" y="118997"/>
                </a:lnTo>
                <a:cubicBezTo>
                  <a:pt x="1964157" y="118997"/>
                  <a:pt x="1969170" y="118997"/>
                  <a:pt x="1969170" y="113213"/>
                </a:cubicBezTo>
                <a:cubicBezTo>
                  <a:pt x="1969170" y="107238"/>
                  <a:pt x="1964351" y="107238"/>
                  <a:pt x="1961265" y="107238"/>
                </a:cubicBezTo>
                <a:lnTo>
                  <a:pt x="1952781" y="107238"/>
                </a:lnTo>
                <a:lnTo>
                  <a:pt x="1952781" y="73149"/>
                </a:lnTo>
                <a:cubicBezTo>
                  <a:pt x="1952781" y="53912"/>
                  <a:pt x="1967049" y="46595"/>
                  <a:pt x="1976883" y="46595"/>
                </a:cubicBezTo>
                <a:cubicBezTo>
                  <a:pt x="1987100" y="46595"/>
                  <a:pt x="1989798" y="51988"/>
                  <a:pt x="1989798" y="63538"/>
                </a:cubicBezTo>
                <a:lnTo>
                  <a:pt x="1989798" y="107238"/>
                </a:lnTo>
                <a:lnTo>
                  <a:pt x="1982281" y="107238"/>
                </a:lnTo>
                <a:cubicBezTo>
                  <a:pt x="1979195" y="107238"/>
                  <a:pt x="1974377" y="107238"/>
                  <a:pt x="1974377" y="113213"/>
                </a:cubicBezTo>
                <a:cubicBezTo>
                  <a:pt x="1974377" y="118997"/>
                  <a:pt x="1979581" y="118997"/>
                  <a:pt x="1982281" y="118997"/>
                </a:cubicBezTo>
                <a:lnTo>
                  <a:pt x="2011779" y="118997"/>
                </a:lnTo>
                <a:cubicBezTo>
                  <a:pt x="2014476" y="118997"/>
                  <a:pt x="2019489" y="118997"/>
                  <a:pt x="2019489" y="113213"/>
                </a:cubicBezTo>
                <a:close/>
                <a:moveTo>
                  <a:pt x="2120704" y="113022"/>
                </a:moveTo>
                <a:cubicBezTo>
                  <a:pt x="2120704" y="107238"/>
                  <a:pt x="2115691" y="107238"/>
                  <a:pt x="2112993" y="107238"/>
                </a:cubicBezTo>
                <a:lnTo>
                  <a:pt x="2104315" y="107238"/>
                </a:lnTo>
                <a:lnTo>
                  <a:pt x="2104315" y="9035"/>
                </a:lnTo>
                <a:cubicBezTo>
                  <a:pt x="2104315" y="3060"/>
                  <a:pt x="2103159" y="1130"/>
                  <a:pt x="2096605" y="1130"/>
                </a:cubicBezTo>
                <a:lnTo>
                  <a:pt x="2082531" y="1130"/>
                </a:lnTo>
                <a:cubicBezTo>
                  <a:pt x="2079445" y="1130"/>
                  <a:pt x="2074627" y="1130"/>
                  <a:pt x="2074627" y="7108"/>
                </a:cubicBezTo>
                <a:cubicBezTo>
                  <a:pt x="2074627" y="12892"/>
                  <a:pt x="2079640" y="12892"/>
                  <a:pt x="2082337" y="12892"/>
                </a:cubicBezTo>
                <a:lnTo>
                  <a:pt x="2091013" y="12892"/>
                </a:lnTo>
                <a:lnTo>
                  <a:pt x="2091013" y="43512"/>
                </a:lnTo>
                <a:cubicBezTo>
                  <a:pt x="2084652" y="37919"/>
                  <a:pt x="2076748" y="34833"/>
                  <a:pt x="2068458" y="34833"/>
                </a:cubicBezTo>
                <a:cubicBezTo>
                  <a:pt x="2047442" y="34833"/>
                  <a:pt x="2028935" y="53141"/>
                  <a:pt x="2028935" y="77592"/>
                </a:cubicBezTo>
                <a:cubicBezTo>
                  <a:pt x="2028935" y="101425"/>
                  <a:pt x="2046286" y="120127"/>
                  <a:pt x="2066722" y="120127"/>
                </a:cubicBezTo>
                <a:cubicBezTo>
                  <a:pt x="2077519" y="120127"/>
                  <a:pt x="2085614" y="114923"/>
                  <a:pt x="2091013" y="109330"/>
                </a:cubicBezTo>
                <a:cubicBezTo>
                  <a:pt x="2091013" y="116299"/>
                  <a:pt x="2091013" y="118997"/>
                  <a:pt x="2098726" y="118997"/>
                </a:cubicBezTo>
                <a:lnTo>
                  <a:pt x="2112799" y="118997"/>
                </a:lnTo>
                <a:cubicBezTo>
                  <a:pt x="2115885" y="118997"/>
                  <a:pt x="2120704" y="118997"/>
                  <a:pt x="2120704" y="113022"/>
                </a:cubicBezTo>
                <a:moveTo>
                  <a:pt x="2091013" y="81593"/>
                </a:moveTo>
                <a:cubicBezTo>
                  <a:pt x="2091013" y="92396"/>
                  <a:pt x="2082337" y="108368"/>
                  <a:pt x="2067493" y="108368"/>
                </a:cubicBezTo>
                <a:cubicBezTo>
                  <a:pt x="2053805" y="108368"/>
                  <a:pt x="2042238" y="94705"/>
                  <a:pt x="2042238" y="77577"/>
                </a:cubicBezTo>
                <a:cubicBezTo>
                  <a:pt x="2042238" y="59104"/>
                  <a:pt x="2055732" y="46595"/>
                  <a:pt x="2069229" y="46595"/>
                </a:cubicBezTo>
                <a:cubicBezTo>
                  <a:pt x="2081567" y="46595"/>
                  <a:pt x="2091013" y="57372"/>
                  <a:pt x="2091013" y="67957"/>
                </a:cubicBezTo>
                <a:lnTo>
                  <a:pt x="2091013" y="81593"/>
                </a:lnTo>
                <a:close/>
                <a:moveTo>
                  <a:pt x="2213435" y="144448"/>
                </a:moveTo>
                <a:cubicBezTo>
                  <a:pt x="2213435" y="137699"/>
                  <a:pt x="2206690" y="137699"/>
                  <a:pt x="2204374" y="137699"/>
                </a:cubicBezTo>
                <a:lnTo>
                  <a:pt x="2143068" y="137699"/>
                </a:lnTo>
                <a:cubicBezTo>
                  <a:pt x="2140753" y="137699"/>
                  <a:pt x="2134007" y="137699"/>
                  <a:pt x="2134007" y="144448"/>
                </a:cubicBezTo>
                <a:cubicBezTo>
                  <a:pt x="2134007" y="151194"/>
                  <a:pt x="2140753" y="151194"/>
                  <a:pt x="2143068" y="151194"/>
                </a:cubicBezTo>
                <a:lnTo>
                  <a:pt x="2204374" y="151194"/>
                </a:lnTo>
                <a:cubicBezTo>
                  <a:pt x="2206690" y="151194"/>
                  <a:pt x="2213435" y="151194"/>
                  <a:pt x="2213435" y="144448"/>
                </a:cubicBezTo>
                <a:close/>
                <a:moveTo>
                  <a:pt x="2323135" y="113213"/>
                </a:moveTo>
                <a:cubicBezTo>
                  <a:pt x="2323135" y="107238"/>
                  <a:pt x="2318316" y="107238"/>
                  <a:pt x="2315230" y="107238"/>
                </a:cubicBezTo>
                <a:lnTo>
                  <a:pt x="2306746" y="107238"/>
                </a:lnTo>
                <a:lnTo>
                  <a:pt x="2306746" y="62576"/>
                </a:lnTo>
                <a:cubicBezTo>
                  <a:pt x="2306746" y="43126"/>
                  <a:pt x="2296915" y="34833"/>
                  <a:pt x="2281685" y="34833"/>
                </a:cubicBezTo>
                <a:cubicBezTo>
                  <a:pt x="2268768" y="34833"/>
                  <a:pt x="2260093" y="41391"/>
                  <a:pt x="2256427" y="45053"/>
                </a:cubicBezTo>
                <a:lnTo>
                  <a:pt x="2256427" y="9035"/>
                </a:lnTo>
                <a:cubicBezTo>
                  <a:pt x="2256427" y="3060"/>
                  <a:pt x="2255271" y="1130"/>
                  <a:pt x="2248717" y="1130"/>
                </a:cubicBezTo>
                <a:lnTo>
                  <a:pt x="2234643" y="1130"/>
                </a:lnTo>
                <a:cubicBezTo>
                  <a:pt x="2231558" y="1130"/>
                  <a:pt x="2226739" y="1130"/>
                  <a:pt x="2226739" y="7108"/>
                </a:cubicBezTo>
                <a:cubicBezTo>
                  <a:pt x="2226739" y="12892"/>
                  <a:pt x="2231752" y="12892"/>
                  <a:pt x="2234449" y="12892"/>
                </a:cubicBezTo>
                <a:lnTo>
                  <a:pt x="2243127" y="12892"/>
                </a:lnTo>
                <a:lnTo>
                  <a:pt x="2243127" y="107238"/>
                </a:lnTo>
                <a:lnTo>
                  <a:pt x="2234643" y="107238"/>
                </a:lnTo>
                <a:cubicBezTo>
                  <a:pt x="2231558" y="107238"/>
                  <a:pt x="2226739" y="107238"/>
                  <a:pt x="2226739" y="113213"/>
                </a:cubicBezTo>
                <a:cubicBezTo>
                  <a:pt x="2226739" y="118997"/>
                  <a:pt x="2231752" y="118997"/>
                  <a:pt x="2234449" y="118997"/>
                </a:cubicBezTo>
                <a:lnTo>
                  <a:pt x="2265105" y="118997"/>
                </a:lnTo>
                <a:cubicBezTo>
                  <a:pt x="2267803" y="118997"/>
                  <a:pt x="2272816" y="118997"/>
                  <a:pt x="2272816" y="113213"/>
                </a:cubicBezTo>
                <a:cubicBezTo>
                  <a:pt x="2272816" y="107238"/>
                  <a:pt x="2267997" y="107238"/>
                  <a:pt x="2264911" y="107238"/>
                </a:cubicBezTo>
                <a:lnTo>
                  <a:pt x="2256427" y="107238"/>
                </a:lnTo>
                <a:lnTo>
                  <a:pt x="2256427" y="73164"/>
                </a:lnTo>
                <a:cubicBezTo>
                  <a:pt x="2256427" y="53912"/>
                  <a:pt x="2270695" y="46595"/>
                  <a:pt x="2280529" y="46595"/>
                </a:cubicBezTo>
                <a:cubicBezTo>
                  <a:pt x="2290746" y="46595"/>
                  <a:pt x="2293444" y="51988"/>
                  <a:pt x="2293444" y="63538"/>
                </a:cubicBezTo>
                <a:lnTo>
                  <a:pt x="2293444" y="107238"/>
                </a:lnTo>
                <a:lnTo>
                  <a:pt x="2285927" y="107238"/>
                </a:lnTo>
                <a:cubicBezTo>
                  <a:pt x="2282841" y="107238"/>
                  <a:pt x="2278023" y="107238"/>
                  <a:pt x="2278023" y="113213"/>
                </a:cubicBezTo>
                <a:cubicBezTo>
                  <a:pt x="2278023" y="118997"/>
                  <a:pt x="2283227" y="118997"/>
                  <a:pt x="2285927" y="118997"/>
                </a:cubicBezTo>
                <a:lnTo>
                  <a:pt x="2315424" y="118997"/>
                </a:lnTo>
                <a:cubicBezTo>
                  <a:pt x="2318122" y="118997"/>
                  <a:pt x="2323135" y="118997"/>
                  <a:pt x="2323135" y="113213"/>
                </a:cubicBezTo>
                <a:close/>
                <a:moveTo>
                  <a:pt x="2415095" y="97939"/>
                </a:moveTo>
                <a:cubicBezTo>
                  <a:pt x="2415095" y="92528"/>
                  <a:pt x="2409506" y="92528"/>
                  <a:pt x="2408349" y="92528"/>
                </a:cubicBezTo>
                <a:cubicBezTo>
                  <a:pt x="2404878" y="92528"/>
                  <a:pt x="2403337" y="93108"/>
                  <a:pt x="2401986" y="96779"/>
                </a:cubicBezTo>
                <a:cubicBezTo>
                  <a:pt x="2397744" y="106614"/>
                  <a:pt x="2387333" y="108350"/>
                  <a:pt x="2381935" y="108350"/>
                </a:cubicBezTo>
                <a:cubicBezTo>
                  <a:pt x="2367477" y="108350"/>
                  <a:pt x="2353018" y="98709"/>
                  <a:pt x="2349932" y="82093"/>
                </a:cubicBezTo>
                <a:lnTo>
                  <a:pt x="2407385" y="82093"/>
                </a:lnTo>
                <a:cubicBezTo>
                  <a:pt x="2411432" y="82093"/>
                  <a:pt x="2415095" y="82093"/>
                  <a:pt x="2415095" y="74962"/>
                </a:cubicBezTo>
                <a:cubicBezTo>
                  <a:pt x="2415095" y="52976"/>
                  <a:pt x="2402757" y="34080"/>
                  <a:pt x="2377693" y="34080"/>
                </a:cubicBezTo>
                <a:cubicBezTo>
                  <a:pt x="2354750" y="34080"/>
                  <a:pt x="2336244" y="53365"/>
                  <a:pt x="2336244" y="77083"/>
                </a:cubicBezTo>
                <a:cubicBezTo>
                  <a:pt x="2336244" y="100639"/>
                  <a:pt x="2355715" y="120127"/>
                  <a:pt x="2380585" y="120127"/>
                </a:cubicBezTo>
                <a:cubicBezTo>
                  <a:pt x="2406034" y="120127"/>
                  <a:pt x="2415095" y="102766"/>
                  <a:pt x="2415095" y="97936"/>
                </a:cubicBezTo>
                <a:lnTo>
                  <a:pt x="2415095" y="97939"/>
                </a:lnTo>
                <a:moveTo>
                  <a:pt x="2401407" y="70525"/>
                </a:moveTo>
                <a:lnTo>
                  <a:pt x="2350126" y="70525"/>
                </a:lnTo>
                <a:cubicBezTo>
                  <a:pt x="2352824" y="56448"/>
                  <a:pt x="2364199" y="45842"/>
                  <a:pt x="2377693" y="45842"/>
                </a:cubicBezTo>
                <a:cubicBezTo>
                  <a:pt x="2387719" y="45842"/>
                  <a:pt x="2399671" y="50664"/>
                  <a:pt x="2401407" y="70525"/>
                </a:cubicBezTo>
                <a:close/>
                <a:moveTo>
                  <a:pt x="2520747" y="46789"/>
                </a:moveTo>
                <a:cubicBezTo>
                  <a:pt x="2520747" y="42932"/>
                  <a:pt x="2518432" y="34833"/>
                  <a:pt x="2502432" y="34833"/>
                </a:cubicBezTo>
                <a:cubicBezTo>
                  <a:pt x="2492597" y="34833"/>
                  <a:pt x="2480260" y="38305"/>
                  <a:pt x="2469657" y="50452"/>
                </a:cubicBezTo>
                <a:lnTo>
                  <a:pt x="2469657" y="43897"/>
                </a:lnTo>
                <a:cubicBezTo>
                  <a:pt x="2469657" y="37893"/>
                  <a:pt x="2468498" y="35963"/>
                  <a:pt x="2461944" y="35963"/>
                </a:cubicBezTo>
                <a:lnTo>
                  <a:pt x="2440737" y="35963"/>
                </a:lnTo>
                <a:cubicBezTo>
                  <a:pt x="2437845" y="35963"/>
                  <a:pt x="2433027" y="35963"/>
                  <a:pt x="2433027" y="41750"/>
                </a:cubicBezTo>
                <a:cubicBezTo>
                  <a:pt x="2433027" y="47725"/>
                  <a:pt x="2437654" y="47725"/>
                  <a:pt x="2440737" y="47725"/>
                </a:cubicBezTo>
                <a:lnTo>
                  <a:pt x="2456355" y="47725"/>
                </a:lnTo>
                <a:lnTo>
                  <a:pt x="2456355" y="107238"/>
                </a:lnTo>
                <a:lnTo>
                  <a:pt x="2440737" y="107238"/>
                </a:lnTo>
                <a:cubicBezTo>
                  <a:pt x="2437845" y="107238"/>
                  <a:pt x="2433027" y="107238"/>
                  <a:pt x="2433027" y="113022"/>
                </a:cubicBezTo>
                <a:cubicBezTo>
                  <a:pt x="2433027" y="118997"/>
                  <a:pt x="2437654" y="118997"/>
                  <a:pt x="2440737" y="118997"/>
                </a:cubicBezTo>
                <a:lnTo>
                  <a:pt x="2491056" y="118997"/>
                </a:lnTo>
                <a:cubicBezTo>
                  <a:pt x="2493948" y="118997"/>
                  <a:pt x="2498960" y="118997"/>
                  <a:pt x="2498960" y="113213"/>
                </a:cubicBezTo>
                <a:cubicBezTo>
                  <a:pt x="2498960" y="107238"/>
                  <a:pt x="2493948" y="107238"/>
                  <a:pt x="2491056" y="107238"/>
                </a:cubicBezTo>
                <a:lnTo>
                  <a:pt x="2469657" y="107238"/>
                </a:lnTo>
                <a:lnTo>
                  <a:pt x="2469657" y="83164"/>
                </a:lnTo>
                <a:cubicBezTo>
                  <a:pt x="2469657" y="65106"/>
                  <a:pt x="2481030" y="46595"/>
                  <a:pt x="2504359" y="46595"/>
                </a:cubicBezTo>
                <a:cubicBezTo>
                  <a:pt x="2504553" y="51223"/>
                  <a:pt x="2507830" y="55080"/>
                  <a:pt x="2512649" y="55080"/>
                </a:cubicBezTo>
                <a:cubicBezTo>
                  <a:pt x="2516891" y="55080"/>
                  <a:pt x="2520747" y="51994"/>
                  <a:pt x="2520747" y="46789"/>
                </a:cubicBezTo>
                <a:close/>
                <a:moveTo>
                  <a:pt x="2617526" y="97939"/>
                </a:moveTo>
                <a:cubicBezTo>
                  <a:pt x="2617526" y="92528"/>
                  <a:pt x="2611937" y="92528"/>
                  <a:pt x="2610780" y="92528"/>
                </a:cubicBezTo>
                <a:cubicBezTo>
                  <a:pt x="2607309" y="92528"/>
                  <a:pt x="2605768" y="93108"/>
                  <a:pt x="2604417" y="96779"/>
                </a:cubicBezTo>
                <a:cubicBezTo>
                  <a:pt x="2600175" y="106614"/>
                  <a:pt x="2589764" y="108350"/>
                  <a:pt x="2584366" y="108350"/>
                </a:cubicBezTo>
                <a:cubicBezTo>
                  <a:pt x="2569908" y="108350"/>
                  <a:pt x="2555449" y="98709"/>
                  <a:pt x="2552363" y="82093"/>
                </a:cubicBezTo>
                <a:lnTo>
                  <a:pt x="2609816" y="82093"/>
                </a:lnTo>
                <a:cubicBezTo>
                  <a:pt x="2613863" y="82093"/>
                  <a:pt x="2617526" y="82093"/>
                  <a:pt x="2617526" y="74962"/>
                </a:cubicBezTo>
                <a:cubicBezTo>
                  <a:pt x="2617526" y="52976"/>
                  <a:pt x="2605188" y="34080"/>
                  <a:pt x="2580124" y="34080"/>
                </a:cubicBezTo>
                <a:cubicBezTo>
                  <a:pt x="2557181" y="34080"/>
                  <a:pt x="2538675" y="53365"/>
                  <a:pt x="2538675" y="77083"/>
                </a:cubicBezTo>
                <a:cubicBezTo>
                  <a:pt x="2538675" y="100639"/>
                  <a:pt x="2558146" y="120127"/>
                  <a:pt x="2583016" y="120127"/>
                </a:cubicBezTo>
                <a:cubicBezTo>
                  <a:pt x="2608465" y="120127"/>
                  <a:pt x="2617526" y="102766"/>
                  <a:pt x="2617526" y="97936"/>
                </a:cubicBezTo>
                <a:lnTo>
                  <a:pt x="2617526" y="97939"/>
                </a:lnTo>
                <a:moveTo>
                  <a:pt x="2603838" y="70525"/>
                </a:moveTo>
                <a:lnTo>
                  <a:pt x="2552557" y="70525"/>
                </a:lnTo>
                <a:cubicBezTo>
                  <a:pt x="2555255" y="56448"/>
                  <a:pt x="2566630" y="45842"/>
                  <a:pt x="2580124" y="45842"/>
                </a:cubicBezTo>
                <a:cubicBezTo>
                  <a:pt x="2590150" y="45842"/>
                  <a:pt x="2602102" y="50664"/>
                  <a:pt x="2603838" y="705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#State:&lt;ommitedforbrevity&gt;">
            <a:extLst xmlns:a="http://schemas.openxmlformats.org/drawingml/2006/main">
              <a:ext uri="{FF2B5EF4-FFF2-40B4-BE49-F238E27FC236}">
                <a16:creationId xmlns:a16="http://schemas.microsoft.com/office/drawing/2014/main" id="{777CD60C-5033-4186-9541-7E2A00BB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086" y="4559809"/>
            <a:ext cx="2917510" cy="163898"/>
          </a:xfrm>
          <a:custGeom xmlns:a="http://schemas.openxmlformats.org/drawingml/2006/main">
            <a:pathLst>
              <a:path w="2917510" h="163898">
                <a:moveTo>
                  <a:pt x="87529" y="81749"/>
                </a:moveTo>
                <a:cubicBezTo>
                  <a:pt x="87529" y="75000"/>
                  <a:pt x="80781" y="75000"/>
                  <a:pt x="78466" y="75000"/>
                </a:cubicBezTo>
                <a:lnTo>
                  <a:pt x="65743" y="75000"/>
                </a:lnTo>
                <a:lnTo>
                  <a:pt x="69214" y="46825"/>
                </a:lnTo>
                <a:lnTo>
                  <a:pt x="78466" y="46825"/>
                </a:lnTo>
                <a:cubicBezTo>
                  <a:pt x="80781" y="46825"/>
                  <a:pt x="87529" y="46825"/>
                  <a:pt x="87529" y="40076"/>
                </a:cubicBezTo>
                <a:cubicBezTo>
                  <a:pt x="87529" y="33327"/>
                  <a:pt x="80781" y="33327"/>
                  <a:pt x="78466" y="33327"/>
                </a:cubicBezTo>
                <a:lnTo>
                  <a:pt x="71141" y="33327"/>
                </a:lnTo>
                <a:lnTo>
                  <a:pt x="73841" y="11141"/>
                </a:lnTo>
                <a:cubicBezTo>
                  <a:pt x="74803" y="4001"/>
                  <a:pt x="70176" y="2071"/>
                  <a:pt x="67284" y="2071"/>
                </a:cubicBezTo>
                <a:cubicBezTo>
                  <a:pt x="61309" y="2071"/>
                  <a:pt x="60539" y="7667"/>
                  <a:pt x="60345" y="9982"/>
                </a:cubicBezTo>
                <a:lnTo>
                  <a:pt x="57453" y="33327"/>
                </a:lnTo>
                <a:lnTo>
                  <a:pt x="37596" y="33327"/>
                </a:lnTo>
                <a:lnTo>
                  <a:pt x="40293" y="11141"/>
                </a:lnTo>
                <a:cubicBezTo>
                  <a:pt x="41258" y="4001"/>
                  <a:pt x="36631" y="2071"/>
                  <a:pt x="33739" y="2071"/>
                </a:cubicBezTo>
                <a:cubicBezTo>
                  <a:pt x="27761" y="2071"/>
                  <a:pt x="26991" y="7667"/>
                  <a:pt x="26800" y="9982"/>
                </a:cubicBezTo>
                <a:lnTo>
                  <a:pt x="23908" y="33327"/>
                </a:lnTo>
                <a:lnTo>
                  <a:pt x="9061" y="33327"/>
                </a:lnTo>
                <a:cubicBezTo>
                  <a:pt x="6748" y="33327"/>
                  <a:pt x="0" y="33327"/>
                  <a:pt x="0" y="40076"/>
                </a:cubicBezTo>
                <a:cubicBezTo>
                  <a:pt x="0" y="46825"/>
                  <a:pt x="6748" y="46825"/>
                  <a:pt x="9061" y="46825"/>
                </a:cubicBezTo>
                <a:lnTo>
                  <a:pt x="21978" y="46825"/>
                </a:lnTo>
                <a:lnTo>
                  <a:pt x="18510" y="75000"/>
                </a:lnTo>
                <a:lnTo>
                  <a:pt x="9061" y="75000"/>
                </a:lnTo>
                <a:cubicBezTo>
                  <a:pt x="6748" y="75000"/>
                  <a:pt x="0" y="75000"/>
                  <a:pt x="0" y="81749"/>
                </a:cubicBezTo>
                <a:cubicBezTo>
                  <a:pt x="0" y="88495"/>
                  <a:pt x="6748" y="88495"/>
                  <a:pt x="9061" y="88495"/>
                </a:cubicBezTo>
                <a:lnTo>
                  <a:pt x="16580" y="88495"/>
                </a:lnTo>
                <a:cubicBezTo>
                  <a:pt x="13497" y="112225"/>
                  <a:pt x="13497" y="113190"/>
                  <a:pt x="13497" y="113190"/>
                </a:cubicBezTo>
                <a:cubicBezTo>
                  <a:pt x="13497" y="116661"/>
                  <a:pt x="16194" y="119939"/>
                  <a:pt x="20245" y="119939"/>
                </a:cubicBezTo>
                <a:cubicBezTo>
                  <a:pt x="26220" y="119939"/>
                  <a:pt x="26800" y="114346"/>
                  <a:pt x="27185" y="112031"/>
                </a:cubicBezTo>
                <a:lnTo>
                  <a:pt x="30268" y="88495"/>
                </a:lnTo>
                <a:lnTo>
                  <a:pt x="50128" y="88495"/>
                </a:lnTo>
                <a:cubicBezTo>
                  <a:pt x="47042" y="112225"/>
                  <a:pt x="47042" y="113190"/>
                  <a:pt x="47042" y="113190"/>
                </a:cubicBezTo>
                <a:cubicBezTo>
                  <a:pt x="47042" y="116661"/>
                  <a:pt x="49742" y="119939"/>
                  <a:pt x="53790" y="119939"/>
                </a:cubicBezTo>
                <a:cubicBezTo>
                  <a:pt x="59765" y="119939"/>
                  <a:pt x="60345" y="114346"/>
                  <a:pt x="60730" y="112031"/>
                </a:cubicBezTo>
                <a:lnTo>
                  <a:pt x="63816" y="88495"/>
                </a:lnTo>
                <a:lnTo>
                  <a:pt x="78466" y="88495"/>
                </a:lnTo>
                <a:cubicBezTo>
                  <a:pt x="80781" y="88495"/>
                  <a:pt x="87529" y="88495"/>
                  <a:pt x="87529" y="81749"/>
                </a:cubicBezTo>
                <a:moveTo>
                  <a:pt x="55526" y="46825"/>
                </a:moveTo>
                <a:lnTo>
                  <a:pt x="52055" y="75000"/>
                </a:lnTo>
                <a:lnTo>
                  <a:pt x="32198" y="75000"/>
                </a:lnTo>
                <a:lnTo>
                  <a:pt x="35666" y="46825"/>
                </a:lnTo>
                <a:lnTo>
                  <a:pt x="55526" y="46825"/>
                </a:lnTo>
                <a:close/>
                <a:moveTo>
                  <a:pt x="185468" y="87921"/>
                </a:moveTo>
                <a:cubicBezTo>
                  <a:pt x="185468" y="75582"/>
                  <a:pt x="178526" y="67483"/>
                  <a:pt x="176213" y="64977"/>
                </a:cubicBezTo>
                <a:cubicBezTo>
                  <a:pt x="168309" y="57266"/>
                  <a:pt x="163102" y="55915"/>
                  <a:pt x="148066" y="52444"/>
                </a:cubicBezTo>
                <a:lnTo>
                  <a:pt x="132449" y="48975"/>
                </a:lnTo>
                <a:cubicBezTo>
                  <a:pt x="124353" y="46660"/>
                  <a:pt x="117025" y="39911"/>
                  <a:pt x="117025" y="30850"/>
                </a:cubicBezTo>
                <a:cubicBezTo>
                  <a:pt x="117025" y="21018"/>
                  <a:pt x="126471" y="11762"/>
                  <a:pt x="140162" y="11762"/>
                </a:cubicBezTo>
                <a:cubicBezTo>
                  <a:pt x="162911" y="11762"/>
                  <a:pt x="165802" y="29888"/>
                  <a:pt x="166958" y="35863"/>
                </a:cubicBezTo>
                <a:cubicBezTo>
                  <a:pt x="167538" y="40105"/>
                  <a:pt x="169659" y="41261"/>
                  <a:pt x="173513" y="41261"/>
                </a:cubicBezTo>
                <a:cubicBezTo>
                  <a:pt x="180261" y="41261"/>
                  <a:pt x="180261" y="37213"/>
                  <a:pt x="180261" y="33356"/>
                </a:cubicBezTo>
                <a:lnTo>
                  <a:pt x="180261" y="7905"/>
                </a:lnTo>
                <a:cubicBezTo>
                  <a:pt x="180261" y="4822"/>
                  <a:pt x="180261" y="0"/>
                  <a:pt x="174478" y="0"/>
                </a:cubicBezTo>
                <a:cubicBezTo>
                  <a:pt x="169850" y="0"/>
                  <a:pt x="168885" y="3280"/>
                  <a:pt x="167344" y="9064"/>
                </a:cubicBezTo>
                <a:cubicBezTo>
                  <a:pt x="159439" y="2315"/>
                  <a:pt x="149028" y="0"/>
                  <a:pt x="140353" y="0"/>
                </a:cubicBezTo>
                <a:cubicBezTo>
                  <a:pt x="118955" y="0"/>
                  <a:pt x="104493" y="15234"/>
                  <a:pt x="104493" y="31620"/>
                </a:cubicBezTo>
                <a:cubicBezTo>
                  <a:pt x="104493" y="44539"/>
                  <a:pt x="113362" y="57266"/>
                  <a:pt x="129366" y="61893"/>
                </a:cubicBezTo>
                <a:lnTo>
                  <a:pt x="151535" y="67098"/>
                </a:lnTo>
                <a:cubicBezTo>
                  <a:pt x="156933" y="68219"/>
                  <a:pt x="172936" y="72076"/>
                  <a:pt x="172936" y="88848"/>
                </a:cubicBezTo>
                <a:cubicBezTo>
                  <a:pt x="172936" y="98874"/>
                  <a:pt x="164646" y="110251"/>
                  <a:pt x="149414" y="110251"/>
                </a:cubicBezTo>
                <a:cubicBezTo>
                  <a:pt x="144016" y="110251"/>
                  <a:pt x="134570" y="109480"/>
                  <a:pt x="126859" y="104273"/>
                </a:cubicBezTo>
                <a:cubicBezTo>
                  <a:pt x="118761" y="99068"/>
                  <a:pt x="117990" y="90969"/>
                  <a:pt x="117796" y="87500"/>
                </a:cubicBezTo>
                <a:cubicBezTo>
                  <a:pt x="117604" y="84220"/>
                  <a:pt x="117410" y="80751"/>
                  <a:pt x="111241" y="80751"/>
                </a:cubicBezTo>
                <a:cubicBezTo>
                  <a:pt x="104493" y="80751"/>
                  <a:pt x="104493" y="84800"/>
                  <a:pt x="104493" y="88657"/>
                </a:cubicBezTo>
                <a:lnTo>
                  <a:pt x="104493" y="114108"/>
                </a:lnTo>
                <a:cubicBezTo>
                  <a:pt x="104493" y="117191"/>
                  <a:pt x="104493" y="122010"/>
                  <a:pt x="110276" y="122010"/>
                </a:cubicBezTo>
                <a:cubicBezTo>
                  <a:pt x="114518" y="122010"/>
                  <a:pt x="115675" y="119312"/>
                  <a:pt x="117410" y="113143"/>
                </a:cubicBezTo>
                <a:cubicBezTo>
                  <a:pt x="125124" y="118927"/>
                  <a:pt x="136882" y="122010"/>
                  <a:pt x="149223" y="122010"/>
                </a:cubicBezTo>
                <a:cubicBezTo>
                  <a:pt x="171586" y="122010"/>
                  <a:pt x="185468" y="105043"/>
                  <a:pt x="185468" y="87886"/>
                </a:cubicBezTo>
                <a:lnTo>
                  <a:pt x="185468" y="87921"/>
                </a:lnTo>
                <a:close/>
                <a:moveTo>
                  <a:pt x="282247" y="95641"/>
                </a:moveTo>
                <a:cubicBezTo>
                  <a:pt x="282247" y="92175"/>
                  <a:pt x="282247" y="88133"/>
                  <a:pt x="275498" y="88133"/>
                </a:cubicBezTo>
                <a:cubicBezTo>
                  <a:pt x="269138" y="88133"/>
                  <a:pt x="268944" y="92175"/>
                  <a:pt x="268944" y="95447"/>
                </a:cubicBezTo>
                <a:cubicBezTo>
                  <a:pt x="268753" y="107382"/>
                  <a:pt x="257762" y="109309"/>
                  <a:pt x="253329" y="109309"/>
                </a:cubicBezTo>
                <a:cubicBezTo>
                  <a:pt x="238485" y="109309"/>
                  <a:pt x="238485" y="99298"/>
                  <a:pt x="238485" y="94485"/>
                </a:cubicBezTo>
                <a:lnTo>
                  <a:pt x="238485" y="48666"/>
                </a:lnTo>
                <a:lnTo>
                  <a:pt x="270100" y="48666"/>
                </a:lnTo>
                <a:cubicBezTo>
                  <a:pt x="272992" y="48666"/>
                  <a:pt x="277813" y="48666"/>
                  <a:pt x="277813" y="42882"/>
                </a:cubicBezTo>
                <a:cubicBezTo>
                  <a:pt x="277813" y="36904"/>
                  <a:pt x="273186" y="36904"/>
                  <a:pt x="270100" y="36904"/>
                </a:cubicBezTo>
                <a:lnTo>
                  <a:pt x="238485" y="36904"/>
                </a:lnTo>
                <a:lnTo>
                  <a:pt x="238485" y="21097"/>
                </a:lnTo>
                <a:cubicBezTo>
                  <a:pt x="238485" y="17431"/>
                  <a:pt x="238485" y="13192"/>
                  <a:pt x="231928" y="13192"/>
                </a:cubicBezTo>
                <a:cubicBezTo>
                  <a:pt x="225182" y="13192"/>
                  <a:pt x="225182" y="17240"/>
                  <a:pt x="225182" y="21097"/>
                </a:cubicBezTo>
                <a:lnTo>
                  <a:pt x="225182" y="36904"/>
                </a:lnTo>
                <a:lnTo>
                  <a:pt x="208408" y="36904"/>
                </a:lnTo>
                <a:cubicBezTo>
                  <a:pt x="205322" y="36904"/>
                  <a:pt x="200504" y="36904"/>
                  <a:pt x="200504" y="42882"/>
                </a:cubicBezTo>
                <a:cubicBezTo>
                  <a:pt x="200504" y="48666"/>
                  <a:pt x="205322" y="48666"/>
                  <a:pt x="208214" y="48666"/>
                </a:cubicBezTo>
                <a:lnTo>
                  <a:pt x="225182" y="48666"/>
                </a:lnTo>
                <a:lnTo>
                  <a:pt x="225182" y="95641"/>
                </a:lnTo>
                <a:cubicBezTo>
                  <a:pt x="225182" y="114128"/>
                  <a:pt x="238291" y="121068"/>
                  <a:pt x="252364" y="121068"/>
                </a:cubicBezTo>
                <a:cubicBezTo>
                  <a:pt x="266632" y="121068"/>
                  <a:pt x="282247" y="112778"/>
                  <a:pt x="282247" y="95641"/>
                </a:cubicBezTo>
                <a:close/>
                <a:moveTo>
                  <a:pt x="396960" y="113964"/>
                </a:moveTo>
                <a:cubicBezTo>
                  <a:pt x="396960" y="108180"/>
                  <a:pt x="392138" y="108180"/>
                  <a:pt x="389246" y="108180"/>
                </a:cubicBezTo>
                <a:cubicBezTo>
                  <a:pt x="381151" y="108180"/>
                  <a:pt x="379221" y="107215"/>
                  <a:pt x="377679" y="106635"/>
                </a:cubicBezTo>
                <a:lnTo>
                  <a:pt x="377679" y="64932"/>
                </a:lnTo>
                <a:cubicBezTo>
                  <a:pt x="377679" y="51226"/>
                  <a:pt x="367268" y="35021"/>
                  <a:pt x="339507" y="35021"/>
                </a:cubicBezTo>
                <a:cubicBezTo>
                  <a:pt x="331217" y="35021"/>
                  <a:pt x="311551" y="35021"/>
                  <a:pt x="311551" y="49102"/>
                </a:cubicBezTo>
                <a:cubicBezTo>
                  <a:pt x="311551" y="54894"/>
                  <a:pt x="315602" y="57983"/>
                  <a:pt x="320227" y="57983"/>
                </a:cubicBezTo>
                <a:cubicBezTo>
                  <a:pt x="323118" y="57983"/>
                  <a:pt x="328517" y="56245"/>
                  <a:pt x="328711" y="49102"/>
                </a:cubicBezTo>
                <a:cubicBezTo>
                  <a:pt x="328711" y="47557"/>
                  <a:pt x="328902" y="47363"/>
                  <a:pt x="332759" y="46978"/>
                </a:cubicBezTo>
                <a:cubicBezTo>
                  <a:pt x="335459" y="46783"/>
                  <a:pt x="337966" y="46783"/>
                  <a:pt x="339701" y="46783"/>
                </a:cubicBezTo>
                <a:cubicBezTo>
                  <a:pt x="354351" y="46783"/>
                  <a:pt x="364377" y="52770"/>
                  <a:pt x="364377" y="66477"/>
                </a:cubicBezTo>
                <a:cubicBezTo>
                  <a:pt x="330252" y="67057"/>
                  <a:pt x="306539" y="76709"/>
                  <a:pt x="306539" y="95244"/>
                </a:cubicBezTo>
                <a:cubicBezTo>
                  <a:pt x="306539" y="108538"/>
                  <a:pt x="318685" y="121068"/>
                  <a:pt x="338351" y="121068"/>
                </a:cubicBezTo>
                <a:cubicBezTo>
                  <a:pt x="345485" y="121068"/>
                  <a:pt x="357437" y="119721"/>
                  <a:pt x="366498" y="113743"/>
                </a:cubicBezTo>
                <a:cubicBezTo>
                  <a:pt x="370740" y="119747"/>
                  <a:pt x="379995" y="119939"/>
                  <a:pt x="387320" y="119939"/>
                </a:cubicBezTo>
                <a:cubicBezTo>
                  <a:pt x="392718" y="119939"/>
                  <a:pt x="396960" y="119939"/>
                  <a:pt x="396960" y="113964"/>
                </a:cubicBezTo>
                <a:moveTo>
                  <a:pt x="364377" y="94105"/>
                </a:moveTo>
                <a:cubicBezTo>
                  <a:pt x="364377" y="98539"/>
                  <a:pt x="364377" y="102587"/>
                  <a:pt x="356858" y="106058"/>
                </a:cubicBezTo>
                <a:cubicBezTo>
                  <a:pt x="349918" y="109309"/>
                  <a:pt x="341243" y="109309"/>
                  <a:pt x="339701" y="109309"/>
                </a:cubicBezTo>
                <a:cubicBezTo>
                  <a:pt x="327746" y="109309"/>
                  <a:pt x="319841" y="102755"/>
                  <a:pt x="319841" y="95235"/>
                </a:cubicBezTo>
                <a:cubicBezTo>
                  <a:pt x="319841" y="85785"/>
                  <a:pt x="336421" y="78654"/>
                  <a:pt x="364377" y="77880"/>
                </a:cubicBezTo>
                <a:lnTo>
                  <a:pt x="364377" y="94105"/>
                </a:lnTo>
                <a:close/>
                <a:moveTo>
                  <a:pt x="484678" y="95641"/>
                </a:moveTo>
                <a:cubicBezTo>
                  <a:pt x="484678" y="92175"/>
                  <a:pt x="484678" y="88133"/>
                  <a:pt x="477929" y="88133"/>
                </a:cubicBezTo>
                <a:cubicBezTo>
                  <a:pt x="471569" y="88133"/>
                  <a:pt x="471375" y="92175"/>
                  <a:pt x="471375" y="95447"/>
                </a:cubicBezTo>
                <a:cubicBezTo>
                  <a:pt x="471184" y="107382"/>
                  <a:pt x="460193" y="109309"/>
                  <a:pt x="455760" y="109309"/>
                </a:cubicBezTo>
                <a:cubicBezTo>
                  <a:pt x="440916" y="109309"/>
                  <a:pt x="440916" y="99298"/>
                  <a:pt x="440916" y="94485"/>
                </a:cubicBezTo>
                <a:lnTo>
                  <a:pt x="440916" y="48666"/>
                </a:lnTo>
                <a:lnTo>
                  <a:pt x="472531" y="48666"/>
                </a:lnTo>
                <a:cubicBezTo>
                  <a:pt x="475423" y="48666"/>
                  <a:pt x="480244" y="48666"/>
                  <a:pt x="480244" y="42882"/>
                </a:cubicBezTo>
                <a:cubicBezTo>
                  <a:pt x="480244" y="36904"/>
                  <a:pt x="475617" y="36904"/>
                  <a:pt x="472531" y="36904"/>
                </a:cubicBezTo>
                <a:lnTo>
                  <a:pt x="440916" y="36904"/>
                </a:lnTo>
                <a:lnTo>
                  <a:pt x="440916" y="21097"/>
                </a:lnTo>
                <a:cubicBezTo>
                  <a:pt x="440916" y="17431"/>
                  <a:pt x="440916" y="13192"/>
                  <a:pt x="434359" y="13192"/>
                </a:cubicBezTo>
                <a:cubicBezTo>
                  <a:pt x="427613" y="13192"/>
                  <a:pt x="427613" y="17240"/>
                  <a:pt x="427613" y="21097"/>
                </a:cubicBezTo>
                <a:lnTo>
                  <a:pt x="427613" y="36904"/>
                </a:lnTo>
                <a:lnTo>
                  <a:pt x="410839" y="36904"/>
                </a:lnTo>
                <a:cubicBezTo>
                  <a:pt x="407753" y="36904"/>
                  <a:pt x="402935" y="36904"/>
                  <a:pt x="402935" y="42882"/>
                </a:cubicBezTo>
                <a:cubicBezTo>
                  <a:pt x="402935" y="48666"/>
                  <a:pt x="407753" y="48666"/>
                  <a:pt x="410645" y="48666"/>
                </a:cubicBezTo>
                <a:lnTo>
                  <a:pt x="427613" y="48666"/>
                </a:lnTo>
                <a:lnTo>
                  <a:pt x="427613" y="95641"/>
                </a:lnTo>
                <a:cubicBezTo>
                  <a:pt x="427613" y="114128"/>
                  <a:pt x="440722" y="121068"/>
                  <a:pt x="454795" y="121068"/>
                </a:cubicBezTo>
                <a:cubicBezTo>
                  <a:pt x="469063" y="121068"/>
                  <a:pt x="484678" y="112778"/>
                  <a:pt x="484678" y="95641"/>
                </a:cubicBezTo>
                <a:close/>
                <a:moveTo>
                  <a:pt x="588785" y="98880"/>
                </a:moveTo>
                <a:cubicBezTo>
                  <a:pt x="588785" y="93470"/>
                  <a:pt x="583196" y="93470"/>
                  <a:pt x="582039" y="93470"/>
                </a:cubicBezTo>
                <a:cubicBezTo>
                  <a:pt x="578568" y="93470"/>
                  <a:pt x="577027" y="94049"/>
                  <a:pt x="575676" y="97721"/>
                </a:cubicBezTo>
                <a:cubicBezTo>
                  <a:pt x="571434" y="107556"/>
                  <a:pt x="561023" y="109292"/>
                  <a:pt x="555625" y="109292"/>
                </a:cubicBezTo>
                <a:cubicBezTo>
                  <a:pt x="541166" y="109292"/>
                  <a:pt x="526708" y="99651"/>
                  <a:pt x="523622" y="83034"/>
                </a:cubicBezTo>
                <a:lnTo>
                  <a:pt x="581074" y="83034"/>
                </a:lnTo>
                <a:cubicBezTo>
                  <a:pt x="585122" y="83034"/>
                  <a:pt x="588785" y="83034"/>
                  <a:pt x="588785" y="75903"/>
                </a:cubicBezTo>
                <a:cubicBezTo>
                  <a:pt x="588785" y="53918"/>
                  <a:pt x="576447" y="35021"/>
                  <a:pt x="551383" y="35021"/>
                </a:cubicBezTo>
                <a:cubicBezTo>
                  <a:pt x="528440" y="35021"/>
                  <a:pt x="509934" y="54306"/>
                  <a:pt x="509934" y="78024"/>
                </a:cubicBezTo>
                <a:cubicBezTo>
                  <a:pt x="509934" y="101581"/>
                  <a:pt x="529405" y="121068"/>
                  <a:pt x="554275" y="121068"/>
                </a:cubicBezTo>
                <a:cubicBezTo>
                  <a:pt x="579724" y="121068"/>
                  <a:pt x="588785" y="103708"/>
                  <a:pt x="588785" y="98877"/>
                </a:cubicBezTo>
                <a:lnTo>
                  <a:pt x="588785" y="98880"/>
                </a:lnTo>
                <a:moveTo>
                  <a:pt x="575097" y="71467"/>
                </a:moveTo>
                <a:lnTo>
                  <a:pt x="523816" y="71467"/>
                </a:lnTo>
                <a:cubicBezTo>
                  <a:pt x="526513" y="57389"/>
                  <a:pt x="537889" y="46783"/>
                  <a:pt x="551383" y="46783"/>
                </a:cubicBezTo>
                <a:cubicBezTo>
                  <a:pt x="561409" y="46783"/>
                  <a:pt x="573361" y="51605"/>
                  <a:pt x="575097" y="71467"/>
                </a:cubicBezTo>
                <a:close/>
                <a:moveTo>
                  <a:pt x="663204" y="49052"/>
                </a:moveTo>
                <a:cubicBezTo>
                  <a:pt x="663204" y="41917"/>
                  <a:pt x="657420" y="36904"/>
                  <a:pt x="651251" y="36904"/>
                </a:cubicBezTo>
                <a:cubicBezTo>
                  <a:pt x="643923" y="36904"/>
                  <a:pt x="639105" y="42882"/>
                  <a:pt x="639105" y="48860"/>
                </a:cubicBezTo>
                <a:cubicBezTo>
                  <a:pt x="639105" y="55995"/>
                  <a:pt x="644888" y="61008"/>
                  <a:pt x="651057" y="61008"/>
                </a:cubicBezTo>
                <a:cubicBezTo>
                  <a:pt x="658382" y="61008"/>
                  <a:pt x="663204" y="55030"/>
                  <a:pt x="663204" y="49052"/>
                </a:cubicBezTo>
                <a:moveTo>
                  <a:pt x="663204" y="107985"/>
                </a:moveTo>
                <a:cubicBezTo>
                  <a:pt x="663204" y="100851"/>
                  <a:pt x="657420" y="95838"/>
                  <a:pt x="651251" y="95838"/>
                </a:cubicBezTo>
                <a:cubicBezTo>
                  <a:pt x="643923" y="95838"/>
                  <a:pt x="639105" y="101816"/>
                  <a:pt x="639105" y="107794"/>
                </a:cubicBezTo>
                <a:cubicBezTo>
                  <a:pt x="639105" y="114928"/>
                  <a:pt x="644888" y="119939"/>
                  <a:pt x="651057" y="119939"/>
                </a:cubicBezTo>
                <a:cubicBezTo>
                  <a:pt x="658382" y="119939"/>
                  <a:pt x="663204" y="113964"/>
                  <a:pt x="663204" y="107985"/>
                </a:cubicBezTo>
                <a:close/>
                <a:moveTo>
                  <a:pt x="893202" y="102396"/>
                </a:moveTo>
                <a:cubicBezTo>
                  <a:pt x="893202" y="98733"/>
                  <a:pt x="890696" y="97188"/>
                  <a:pt x="888578" y="95838"/>
                </a:cubicBezTo>
                <a:lnTo>
                  <a:pt x="833246" y="60940"/>
                </a:lnTo>
                <a:lnTo>
                  <a:pt x="888578" y="26042"/>
                </a:lnTo>
                <a:cubicBezTo>
                  <a:pt x="890696" y="24695"/>
                  <a:pt x="893202" y="23150"/>
                  <a:pt x="893202" y="19488"/>
                </a:cubicBezTo>
                <a:cubicBezTo>
                  <a:pt x="893202" y="15054"/>
                  <a:pt x="889540" y="12739"/>
                  <a:pt x="886457" y="12739"/>
                </a:cubicBezTo>
                <a:cubicBezTo>
                  <a:pt x="884721" y="12739"/>
                  <a:pt x="884141" y="12933"/>
                  <a:pt x="881444" y="14669"/>
                </a:cubicBezTo>
                <a:lnTo>
                  <a:pt x="818013" y="54580"/>
                </a:lnTo>
                <a:cubicBezTo>
                  <a:pt x="816278" y="55736"/>
                  <a:pt x="813774" y="57277"/>
                  <a:pt x="813774" y="60940"/>
                </a:cubicBezTo>
                <a:cubicBezTo>
                  <a:pt x="813774" y="63447"/>
                  <a:pt x="815316" y="65568"/>
                  <a:pt x="817243" y="66918"/>
                </a:cubicBezTo>
                <a:lnTo>
                  <a:pt x="881444" y="107215"/>
                </a:lnTo>
                <a:cubicBezTo>
                  <a:pt x="884141" y="108950"/>
                  <a:pt x="884721" y="109142"/>
                  <a:pt x="886457" y="109142"/>
                </a:cubicBezTo>
                <a:cubicBezTo>
                  <a:pt x="889540" y="109142"/>
                  <a:pt x="893202" y="106829"/>
                  <a:pt x="893202" y="102396"/>
                </a:cubicBezTo>
                <a:close/>
                <a:moveTo>
                  <a:pt x="994226" y="78239"/>
                </a:moveTo>
                <a:cubicBezTo>
                  <a:pt x="994226" y="54118"/>
                  <a:pt x="976296" y="35021"/>
                  <a:pt x="954703" y="35021"/>
                </a:cubicBezTo>
                <a:cubicBezTo>
                  <a:pt x="933111" y="35021"/>
                  <a:pt x="915181" y="54118"/>
                  <a:pt x="915181" y="78239"/>
                </a:cubicBezTo>
                <a:cubicBezTo>
                  <a:pt x="915181" y="102749"/>
                  <a:pt x="933496" y="121068"/>
                  <a:pt x="954703" y="121068"/>
                </a:cubicBezTo>
                <a:cubicBezTo>
                  <a:pt x="975911" y="121068"/>
                  <a:pt x="994226" y="102554"/>
                  <a:pt x="994226" y="78239"/>
                </a:cubicBezTo>
                <a:moveTo>
                  <a:pt x="980923" y="76889"/>
                </a:moveTo>
                <a:cubicBezTo>
                  <a:pt x="980923" y="94835"/>
                  <a:pt x="968971" y="109309"/>
                  <a:pt x="954703" y="109309"/>
                </a:cubicBezTo>
                <a:cubicBezTo>
                  <a:pt x="940436" y="109309"/>
                  <a:pt x="928483" y="94835"/>
                  <a:pt x="928483" y="76889"/>
                </a:cubicBezTo>
                <a:cubicBezTo>
                  <a:pt x="928483" y="59328"/>
                  <a:pt x="941015" y="46783"/>
                  <a:pt x="954703" y="46783"/>
                </a:cubicBezTo>
                <a:cubicBezTo>
                  <a:pt x="968586" y="46783"/>
                  <a:pt x="980923" y="59328"/>
                  <a:pt x="980923" y="76889"/>
                </a:cubicBezTo>
                <a:close/>
                <a:moveTo>
                  <a:pt x="1104888" y="114155"/>
                </a:moveTo>
                <a:cubicBezTo>
                  <a:pt x="1104888" y="108180"/>
                  <a:pt x="1100840" y="108180"/>
                  <a:pt x="1093900" y="108180"/>
                </a:cubicBezTo>
                <a:lnTo>
                  <a:pt x="1093900" y="61590"/>
                </a:lnTo>
                <a:cubicBezTo>
                  <a:pt x="1093900" y="57739"/>
                  <a:pt x="1093900" y="35774"/>
                  <a:pt x="1076741" y="35774"/>
                </a:cubicBezTo>
                <a:cubicBezTo>
                  <a:pt x="1070958" y="35774"/>
                  <a:pt x="1063053" y="38281"/>
                  <a:pt x="1057655" y="45801"/>
                </a:cubicBezTo>
                <a:cubicBezTo>
                  <a:pt x="1054763" y="39246"/>
                  <a:pt x="1049365" y="35774"/>
                  <a:pt x="1043002" y="35774"/>
                </a:cubicBezTo>
                <a:cubicBezTo>
                  <a:pt x="1036833" y="35774"/>
                  <a:pt x="1031049" y="38475"/>
                  <a:pt x="1026422" y="42718"/>
                </a:cubicBezTo>
                <a:cubicBezTo>
                  <a:pt x="1026037" y="36904"/>
                  <a:pt x="1022180" y="36904"/>
                  <a:pt x="1018709" y="36904"/>
                </a:cubicBezTo>
                <a:lnTo>
                  <a:pt x="1012540" y="36904"/>
                </a:lnTo>
                <a:cubicBezTo>
                  <a:pt x="1009648" y="36904"/>
                  <a:pt x="1004635" y="36904"/>
                  <a:pt x="1004635" y="42691"/>
                </a:cubicBezTo>
                <a:cubicBezTo>
                  <a:pt x="1004635" y="48666"/>
                  <a:pt x="1008686" y="48666"/>
                  <a:pt x="1015626" y="48666"/>
                </a:cubicBezTo>
                <a:lnTo>
                  <a:pt x="1015626" y="108180"/>
                </a:lnTo>
                <a:cubicBezTo>
                  <a:pt x="1008686" y="108180"/>
                  <a:pt x="1004635" y="108180"/>
                  <a:pt x="1004635" y="114155"/>
                </a:cubicBezTo>
                <a:cubicBezTo>
                  <a:pt x="1004635" y="119939"/>
                  <a:pt x="1009842" y="119939"/>
                  <a:pt x="1012540" y="119939"/>
                </a:cubicBezTo>
                <a:lnTo>
                  <a:pt x="1029508" y="119939"/>
                </a:lnTo>
                <a:cubicBezTo>
                  <a:pt x="1032400" y="119939"/>
                  <a:pt x="1037410" y="119939"/>
                  <a:pt x="1037410" y="114155"/>
                </a:cubicBezTo>
                <a:cubicBezTo>
                  <a:pt x="1037410" y="108180"/>
                  <a:pt x="1033362" y="108180"/>
                  <a:pt x="1026422" y="108180"/>
                </a:cubicBezTo>
                <a:lnTo>
                  <a:pt x="1026422" y="73705"/>
                </a:lnTo>
                <a:cubicBezTo>
                  <a:pt x="1026422" y="56586"/>
                  <a:pt x="1034327" y="47537"/>
                  <a:pt x="1042231" y="47537"/>
                </a:cubicBezTo>
                <a:cubicBezTo>
                  <a:pt x="1046664" y="47537"/>
                  <a:pt x="1049365" y="50811"/>
                  <a:pt x="1049365" y="63323"/>
                </a:cubicBezTo>
                <a:lnTo>
                  <a:pt x="1049365" y="108180"/>
                </a:lnTo>
                <a:cubicBezTo>
                  <a:pt x="1045702" y="108180"/>
                  <a:pt x="1040881" y="108180"/>
                  <a:pt x="1040881" y="114155"/>
                </a:cubicBezTo>
                <a:cubicBezTo>
                  <a:pt x="1040881" y="119939"/>
                  <a:pt x="1046088" y="119939"/>
                  <a:pt x="1048785" y="119939"/>
                </a:cubicBezTo>
                <a:lnTo>
                  <a:pt x="1063244" y="119939"/>
                </a:lnTo>
                <a:cubicBezTo>
                  <a:pt x="1066136" y="119939"/>
                  <a:pt x="1071149" y="119939"/>
                  <a:pt x="1071149" y="114155"/>
                </a:cubicBezTo>
                <a:cubicBezTo>
                  <a:pt x="1071149" y="108180"/>
                  <a:pt x="1067101" y="108180"/>
                  <a:pt x="1060161" y="108180"/>
                </a:cubicBezTo>
                <a:lnTo>
                  <a:pt x="1060161" y="73720"/>
                </a:lnTo>
                <a:cubicBezTo>
                  <a:pt x="1060161" y="56586"/>
                  <a:pt x="1068066" y="47537"/>
                  <a:pt x="1075970" y="47537"/>
                </a:cubicBezTo>
                <a:cubicBezTo>
                  <a:pt x="1080404" y="47537"/>
                  <a:pt x="1083104" y="50811"/>
                  <a:pt x="1083104" y="63323"/>
                </a:cubicBezTo>
                <a:lnTo>
                  <a:pt x="1083104" y="108180"/>
                </a:lnTo>
                <a:cubicBezTo>
                  <a:pt x="1079439" y="108180"/>
                  <a:pt x="1074620" y="108180"/>
                  <a:pt x="1074620" y="114155"/>
                </a:cubicBezTo>
                <a:cubicBezTo>
                  <a:pt x="1074620" y="119939"/>
                  <a:pt x="1079824" y="119939"/>
                  <a:pt x="1082525" y="119939"/>
                </a:cubicBezTo>
                <a:lnTo>
                  <a:pt x="1096983" y="119939"/>
                </a:lnTo>
                <a:cubicBezTo>
                  <a:pt x="1099875" y="119939"/>
                  <a:pt x="1104888" y="119939"/>
                  <a:pt x="1104888" y="114155"/>
                </a:cubicBezTo>
                <a:close/>
                <a:moveTo>
                  <a:pt x="1206103" y="114155"/>
                </a:moveTo>
                <a:cubicBezTo>
                  <a:pt x="1206103" y="108180"/>
                  <a:pt x="1202055" y="108180"/>
                  <a:pt x="1195116" y="108180"/>
                </a:cubicBezTo>
                <a:lnTo>
                  <a:pt x="1195116" y="61590"/>
                </a:lnTo>
                <a:cubicBezTo>
                  <a:pt x="1195116" y="57739"/>
                  <a:pt x="1195116" y="35774"/>
                  <a:pt x="1177956" y="35774"/>
                </a:cubicBezTo>
                <a:cubicBezTo>
                  <a:pt x="1172173" y="35774"/>
                  <a:pt x="1164268" y="38281"/>
                  <a:pt x="1158870" y="45801"/>
                </a:cubicBezTo>
                <a:cubicBezTo>
                  <a:pt x="1155978" y="39246"/>
                  <a:pt x="1150580" y="35774"/>
                  <a:pt x="1144217" y="35774"/>
                </a:cubicBezTo>
                <a:cubicBezTo>
                  <a:pt x="1138048" y="35774"/>
                  <a:pt x="1132265" y="38475"/>
                  <a:pt x="1127637" y="42718"/>
                </a:cubicBezTo>
                <a:cubicBezTo>
                  <a:pt x="1127252" y="36904"/>
                  <a:pt x="1123395" y="36904"/>
                  <a:pt x="1119924" y="36904"/>
                </a:cubicBezTo>
                <a:lnTo>
                  <a:pt x="1113755" y="36904"/>
                </a:lnTo>
                <a:cubicBezTo>
                  <a:pt x="1110863" y="36904"/>
                  <a:pt x="1105851" y="36904"/>
                  <a:pt x="1105851" y="42691"/>
                </a:cubicBezTo>
                <a:cubicBezTo>
                  <a:pt x="1105851" y="48666"/>
                  <a:pt x="1109901" y="48666"/>
                  <a:pt x="1116841" y="48666"/>
                </a:cubicBezTo>
                <a:lnTo>
                  <a:pt x="1116841" y="108180"/>
                </a:lnTo>
                <a:cubicBezTo>
                  <a:pt x="1109901" y="108180"/>
                  <a:pt x="1105851" y="108180"/>
                  <a:pt x="1105851" y="114155"/>
                </a:cubicBezTo>
                <a:cubicBezTo>
                  <a:pt x="1105851" y="119939"/>
                  <a:pt x="1111057" y="119939"/>
                  <a:pt x="1113755" y="119939"/>
                </a:cubicBezTo>
                <a:lnTo>
                  <a:pt x="1130723" y="119939"/>
                </a:lnTo>
                <a:cubicBezTo>
                  <a:pt x="1133615" y="119939"/>
                  <a:pt x="1138625" y="119939"/>
                  <a:pt x="1138625" y="114155"/>
                </a:cubicBezTo>
                <a:cubicBezTo>
                  <a:pt x="1138625" y="108180"/>
                  <a:pt x="1134577" y="108180"/>
                  <a:pt x="1127637" y="108180"/>
                </a:cubicBezTo>
                <a:lnTo>
                  <a:pt x="1127637" y="73705"/>
                </a:lnTo>
                <a:cubicBezTo>
                  <a:pt x="1127637" y="56586"/>
                  <a:pt x="1135542" y="47537"/>
                  <a:pt x="1143446" y="47537"/>
                </a:cubicBezTo>
                <a:cubicBezTo>
                  <a:pt x="1147880" y="47537"/>
                  <a:pt x="1150580" y="50811"/>
                  <a:pt x="1150580" y="63323"/>
                </a:cubicBezTo>
                <a:lnTo>
                  <a:pt x="1150580" y="108180"/>
                </a:lnTo>
                <a:cubicBezTo>
                  <a:pt x="1146918" y="108180"/>
                  <a:pt x="1142096" y="108180"/>
                  <a:pt x="1142096" y="114155"/>
                </a:cubicBezTo>
                <a:cubicBezTo>
                  <a:pt x="1142096" y="119939"/>
                  <a:pt x="1147303" y="119939"/>
                  <a:pt x="1150001" y="119939"/>
                </a:cubicBezTo>
                <a:lnTo>
                  <a:pt x="1164459" y="119939"/>
                </a:lnTo>
                <a:cubicBezTo>
                  <a:pt x="1167351" y="119939"/>
                  <a:pt x="1172364" y="119939"/>
                  <a:pt x="1172364" y="114155"/>
                </a:cubicBezTo>
                <a:cubicBezTo>
                  <a:pt x="1172364" y="108180"/>
                  <a:pt x="1168316" y="108180"/>
                  <a:pt x="1161376" y="108180"/>
                </a:cubicBezTo>
                <a:lnTo>
                  <a:pt x="1161376" y="73720"/>
                </a:lnTo>
                <a:cubicBezTo>
                  <a:pt x="1161376" y="56586"/>
                  <a:pt x="1169281" y="47537"/>
                  <a:pt x="1177186" y="47537"/>
                </a:cubicBezTo>
                <a:cubicBezTo>
                  <a:pt x="1181619" y="47537"/>
                  <a:pt x="1184319" y="50811"/>
                  <a:pt x="1184319" y="63323"/>
                </a:cubicBezTo>
                <a:lnTo>
                  <a:pt x="1184319" y="108180"/>
                </a:lnTo>
                <a:cubicBezTo>
                  <a:pt x="1180654" y="108180"/>
                  <a:pt x="1175835" y="108180"/>
                  <a:pt x="1175835" y="114155"/>
                </a:cubicBezTo>
                <a:cubicBezTo>
                  <a:pt x="1175835" y="119939"/>
                  <a:pt x="1181039" y="119939"/>
                  <a:pt x="1183740" y="119939"/>
                </a:cubicBezTo>
                <a:lnTo>
                  <a:pt x="1198199" y="119939"/>
                </a:lnTo>
                <a:cubicBezTo>
                  <a:pt x="1201090" y="119939"/>
                  <a:pt x="1206103" y="119939"/>
                  <a:pt x="1206103" y="114155"/>
                </a:cubicBezTo>
                <a:close/>
                <a:moveTo>
                  <a:pt x="1295557" y="114155"/>
                </a:moveTo>
                <a:cubicBezTo>
                  <a:pt x="1295557" y="108180"/>
                  <a:pt x="1290547" y="108180"/>
                  <a:pt x="1287652" y="108180"/>
                </a:cubicBezTo>
                <a:lnTo>
                  <a:pt x="1267410" y="108180"/>
                </a:lnTo>
                <a:lnTo>
                  <a:pt x="1267410" y="44809"/>
                </a:lnTo>
                <a:cubicBezTo>
                  <a:pt x="1267410" y="38834"/>
                  <a:pt x="1266254" y="36904"/>
                  <a:pt x="1259700" y="36904"/>
                </a:cubicBezTo>
                <a:lnTo>
                  <a:pt x="1232324" y="36904"/>
                </a:lnTo>
                <a:cubicBezTo>
                  <a:pt x="1229432" y="36904"/>
                  <a:pt x="1224419" y="36904"/>
                  <a:pt x="1224419" y="42691"/>
                </a:cubicBezTo>
                <a:cubicBezTo>
                  <a:pt x="1224419" y="48666"/>
                  <a:pt x="1229432" y="48666"/>
                  <a:pt x="1232324" y="48666"/>
                </a:cubicBezTo>
                <a:lnTo>
                  <a:pt x="1254107" y="48666"/>
                </a:lnTo>
                <a:lnTo>
                  <a:pt x="1254107" y="108180"/>
                </a:lnTo>
                <a:lnTo>
                  <a:pt x="1230779" y="108180"/>
                </a:lnTo>
                <a:cubicBezTo>
                  <a:pt x="1227696" y="108180"/>
                  <a:pt x="1222875" y="108180"/>
                  <a:pt x="1222875" y="114155"/>
                </a:cubicBezTo>
                <a:cubicBezTo>
                  <a:pt x="1222875" y="119939"/>
                  <a:pt x="1227887" y="119939"/>
                  <a:pt x="1230779" y="119939"/>
                </a:cubicBezTo>
                <a:lnTo>
                  <a:pt x="1287652" y="119939"/>
                </a:lnTo>
                <a:cubicBezTo>
                  <a:pt x="1290547" y="119939"/>
                  <a:pt x="1295557" y="119939"/>
                  <a:pt x="1295557" y="114155"/>
                </a:cubicBezTo>
                <a:moveTo>
                  <a:pt x="1268181" y="13030"/>
                </a:moveTo>
                <a:cubicBezTo>
                  <a:pt x="1268181" y="7631"/>
                  <a:pt x="1263942" y="3389"/>
                  <a:pt x="1258544" y="3389"/>
                </a:cubicBezTo>
                <a:cubicBezTo>
                  <a:pt x="1253142" y="3389"/>
                  <a:pt x="1248903" y="7631"/>
                  <a:pt x="1248903" y="13030"/>
                </a:cubicBezTo>
                <a:cubicBezTo>
                  <a:pt x="1248903" y="18429"/>
                  <a:pt x="1253142" y="22671"/>
                  <a:pt x="1258544" y="22671"/>
                </a:cubicBezTo>
                <a:cubicBezTo>
                  <a:pt x="1263942" y="22671"/>
                  <a:pt x="1268181" y="18429"/>
                  <a:pt x="1268181" y="13030"/>
                </a:cubicBezTo>
                <a:close/>
                <a:moveTo>
                  <a:pt x="1395617" y="95641"/>
                </a:moveTo>
                <a:cubicBezTo>
                  <a:pt x="1395617" y="92175"/>
                  <a:pt x="1395617" y="88133"/>
                  <a:pt x="1388868" y="88133"/>
                </a:cubicBezTo>
                <a:cubicBezTo>
                  <a:pt x="1382508" y="88133"/>
                  <a:pt x="1382314" y="92175"/>
                  <a:pt x="1382314" y="95447"/>
                </a:cubicBezTo>
                <a:cubicBezTo>
                  <a:pt x="1382123" y="107382"/>
                  <a:pt x="1371133" y="109309"/>
                  <a:pt x="1366699" y="109309"/>
                </a:cubicBezTo>
                <a:cubicBezTo>
                  <a:pt x="1351855" y="109309"/>
                  <a:pt x="1351855" y="99298"/>
                  <a:pt x="1351855" y="94485"/>
                </a:cubicBezTo>
                <a:lnTo>
                  <a:pt x="1351855" y="48666"/>
                </a:lnTo>
                <a:lnTo>
                  <a:pt x="1383470" y="48666"/>
                </a:lnTo>
                <a:cubicBezTo>
                  <a:pt x="1386362" y="48666"/>
                  <a:pt x="1391184" y="48666"/>
                  <a:pt x="1391184" y="42882"/>
                </a:cubicBezTo>
                <a:cubicBezTo>
                  <a:pt x="1391184" y="36904"/>
                  <a:pt x="1386556" y="36904"/>
                  <a:pt x="1383470" y="36904"/>
                </a:cubicBezTo>
                <a:lnTo>
                  <a:pt x="1351855" y="36904"/>
                </a:lnTo>
                <a:lnTo>
                  <a:pt x="1351855" y="21097"/>
                </a:lnTo>
                <a:cubicBezTo>
                  <a:pt x="1351855" y="17431"/>
                  <a:pt x="1351855" y="13192"/>
                  <a:pt x="1345298" y="13192"/>
                </a:cubicBezTo>
                <a:cubicBezTo>
                  <a:pt x="1338552" y="13192"/>
                  <a:pt x="1338552" y="17240"/>
                  <a:pt x="1338552" y="21097"/>
                </a:cubicBezTo>
                <a:lnTo>
                  <a:pt x="1338552" y="36904"/>
                </a:lnTo>
                <a:lnTo>
                  <a:pt x="1321778" y="36904"/>
                </a:lnTo>
                <a:cubicBezTo>
                  <a:pt x="1318693" y="36904"/>
                  <a:pt x="1313874" y="36904"/>
                  <a:pt x="1313874" y="42882"/>
                </a:cubicBezTo>
                <a:cubicBezTo>
                  <a:pt x="1313874" y="48666"/>
                  <a:pt x="1318693" y="48666"/>
                  <a:pt x="1321584" y="48666"/>
                </a:cubicBezTo>
                <a:lnTo>
                  <a:pt x="1338552" y="48666"/>
                </a:lnTo>
                <a:lnTo>
                  <a:pt x="1338552" y="95641"/>
                </a:lnTo>
                <a:cubicBezTo>
                  <a:pt x="1338552" y="114128"/>
                  <a:pt x="1351661" y="121068"/>
                  <a:pt x="1365734" y="121068"/>
                </a:cubicBezTo>
                <a:cubicBezTo>
                  <a:pt x="1380002" y="121068"/>
                  <a:pt x="1395617" y="112778"/>
                  <a:pt x="1395617" y="95641"/>
                </a:cubicBezTo>
                <a:close/>
                <a:moveTo>
                  <a:pt x="1499724" y="98880"/>
                </a:moveTo>
                <a:cubicBezTo>
                  <a:pt x="1499724" y="93470"/>
                  <a:pt x="1494134" y="93470"/>
                  <a:pt x="1492978" y="93470"/>
                </a:cubicBezTo>
                <a:cubicBezTo>
                  <a:pt x="1489507" y="93470"/>
                  <a:pt x="1487965" y="94049"/>
                  <a:pt x="1486615" y="97721"/>
                </a:cubicBezTo>
                <a:cubicBezTo>
                  <a:pt x="1482373" y="107556"/>
                  <a:pt x="1471962" y="109292"/>
                  <a:pt x="1466564" y="109292"/>
                </a:cubicBezTo>
                <a:cubicBezTo>
                  <a:pt x="1452105" y="109292"/>
                  <a:pt x="1437646" y="99651"/>
                  <a:pt x="1434560" y="83034"/>
                </a:cubicBezTo>
                <a:lnTo>
                  <a:pt x="1492013" y="83034"/>
                </a:lnTo>
                <a:cubicBezTo>
                  <a:pt x="1496061" y="83034"/>
                  <a:pt x="1499724" y="83034"/>
                  <a:pt x="1499724" y="75903"/>
                </a:cubicBezTo>
                <a:cubicBezTo>
                  <a:pt x="1499724" y="53918"/>
                  <a:pt x="1487386" y="35021"/>
                  <a:pt x="1462322" y="35021"/>
                </a:cubicBezTo>
                <a:cubicBezTo>
                  <a:pt x="1439379" y="35021"/>
                  <a:pt x="1420872" y="54306"/>
                  <a:pt x="1420872" y="78024"/>
                </a:cubicBezTo>
                <a:cubicBezTo>
                  <a:pt x="1420872" y="101581"/>
                  <a:pt x="1440344" y="121068"/>
                  <a:pt x="1465214" y="121068"/>
                </a:cubicBezTo>
                <a:cubicBezTo>
                  <a:pt x="1490663" y="121068"/>
                  <a:pt x="1499724" y="103708"/>
                  <a:pt x="1499724" y="98877"/>
                </a:cubicBezTo>
                <a:lnTo>
                  <a:pt x="1499724" y="98880"/>
                </a:lnTo>
                <a:moveTo>
                  <a:pt x="1486036" y="71467"/>
                </a:moveTo>
                <a:lnTo>
                  <a:pt x="1434755" y="71467"/>
                </a:lnTo>
                <a:cubicBezTo>
                  <a:pt x="1437452" y="57389"/>
                  <a:pt x="1448828" y="46783"/>
                  <a:pt x="1462322" y="46783"/>
                </a:cubicBezTo>
                <a:cubicBezTo>
                  <a:pt x="1472347" y="46783"/>
                  <a:pt x="1484300" y="51605"/>
                  <a:pt x="1486036" y="71467"/>
                </a:cubicBezTo>
                <a:close/>
                <a:moveTo>
                  <a:pt x="1610194" y="113964"/>
                </a:moveTo>
                <a:cubicBezTo>
                  <a:pt x="1610194" y="108180"/>
                  <a:pt x="1605182" y="108180"/>
                  <a:pt x="1602484" y="108180"/>
                </a:cubicBezTo>
                <a:lnTo>
                  <a:pt x="1593806" y="108180"/>
                </a:lnTo>
                <a:lnTo>
                  <a:pt x="1593806" y="9976"/>
                </a:lnTo>
                <a:cubicBezTo>
                  <a:pt x="1593806" y="4001"/>
                  <a:pt x="1592650" y="2071"/>
                  <a:pt x="1586095" y="2071"/>
                </a:cubicBezTo>
                <a:lnTo>
                  <a:pt x="1572022" y="2071"/>
                </a:lnTo>
                <a:cubicBezTo>
                  <a:pt x="1568936" y="2071"/>
                  <a:pt x="1564118" y="2071"/>
                  <a:pt x="1564118" y="8049"/>
                </a:cubicBezTo>
                <a:cubicBezTo>
                  <a:pt x="1564118" y="13833"/>
                  <a:pt x="1569130" y="13833"/>
                  <a:pt x="1571828" y="13833"/>
                </a:cubicBezTo>
                <a:lnTo>
                  <a:pt x="1580503" y="13833"/>
                </a:lnTo>
                <a:lnTo>
                  <a:pt x="1580503" y="44453"/>
                </a:lnTo>
                <a:cubicBezTo>
                  <a:pt x="1574143" y="38861"/>
                  <a:pt x="1566239" y="35774"/>
                  <a:pt x="1557949" y="35774"/>
                </a:cubicBezTo>
                <a:cubicBezTo>
                  <a:pt x="1536933" y="35774"/>
                  <a:pt x="1518426" y="54082"/>
                  <a:pt x="1518426" y="78533"/>
                </a:cubicBezTo>
                <a:cubicBezTo>
                  <a:pt x="1518426" y="102366"/>
                  <a:pt x="1535776" y="121068"/>
                  <a:pt x="1556213" y="121068"/>
                </a:cubicBezTo>
                <a:cubicBezTo>
                  <a:pt x="1567009" y="121068"/>
                  <a:pt x="1575105" y="115864"/>
                  <a:pt x="1580503" y="110271"/>
                </a:cubicBezTo>
                <a:cubicBezTo>
                  <a:pt x="1580503" y="117241"/>
                  <a:pt x="1580503" y="119939"/>
                  <a:pt x="1588216" y="119939"/>
                </a:cubicBezTo>
                <a:lnTo>
                  <a:pt x="1602290" y="119939"/>
                </a:lnTo>
                <a:cubicBezTo>
                  <a:pt x="1605376" y="119939"/>
                  <a:pt x="1610194" y="119939"/>
                  <a:pt x="1610194" y="113964"/>
                </a:cubicBezTo>
                <a:moveTo>
                  <a:pt x="1580503" y="82534"/>
                </a:moveTo>
                <a:cubicBezTo>
                  <a:pt x="1580503" y="93337"/>
                  <a:pt x="1571828" y="109309"/>
                  <a:pt x="1556984" y="109309"/>
                </a:cubicBezTo>
                <a:cubicBezTo>
                  <a:pt x="1543296" y="109309"/>
                  <a:pt x="1531729" y="95647"/>
                  <a:pt x="1531729" y="78519"/>
                </a:cubicBezTo>
                <a:cubicBezTo>
                  <a:pt x="1531729" y="60046"/>
                  <a:pt x="1545223" y="47537"/>
                  <a:pt x="1558719" y="47537"/>
                </a:cubicBezTo>
                <a:cubicBezTo>
                  <a:pt x="1571057" y="47537"/>
                  <a:pt x="1580503" y="58313"/>
                  <a:pt x="1580503" y="68898"/>
                </a:cubicBezTo>
                <a:lnTo>
                  <a:pt x="1580503" y="82534"/>
                </a:lnTo>
                <a:close/>
                <a:moveTo>
                  <a:pt x="1798166" y="12512"/>
                </a:moveTo>
                <a:cubicBezTo>
                  <a:pt x="1798166" y="941"/>
                  <a:pt x="1782743" y="941"/>
                  <a:pt x="1779657" y="941"/>
                </a:cubicBezTo>
                <a:cubicBezTo>
                  <a:pt x="1764233" y="941"/>
                  <a:pt x="1749389" y="9811"/>
                  <a:pt x="1749389" y="26646"/>
                </a:cubicBezTo>
                <a:lnTo>
                  <a:pt x="1749389" y="36904"/>
                </a:lnTo>
                <a:lnTo>
                  <a:pt x="1730111" y="36904"/>
                </a:lnTo>
                <a:cubicBezTo>
                  <a:pt x="1727026" y="36904"/>
                  <a:pt x="1722207" y="36904"/>
                  <a:pt x="1722207" y="42882"/>
                </a:cubicBezTo>
                <a:cubicBezTo>
                  <a:pt x="1722207" y="48666"/>
                  <a:pt x="1727026" y="48666"/>
                  <a:pt x="1729917" y="48666"/>
                </a:cubicBezTo>
                <a:lnTo>
                  <a:pt x="1749389" y="48666"/>
                </a:lnTo>
                <a:lnTo>
                  <a:pt x="1749389" y="108180"/>
                </a:lnTo>
                <a:lnTo>
                  <a:pt x="1729917" y="108180"/>
                </a:lnTo>
                <a:cubicBezTo>
                  <a:pt x="1727026" y="108180"/>
                  <a:pt x="1722013" y="108180"/>
                  <a:pt x="1722013" y="113964"/>
                </a:cubicBezTo>
                <a:cubicBezTo>
                  <a:pt x="1722013" y="119939"/>
                  <a:pt x="1727026" y="119939"/>
                  <a:pt x="1729917" y="119939"/>
                </a:cubicBezTo>
                <a:lnTo>
                  <a:pt x="1782163" y="119939"/>
                </a:lnTo>
                <a:cubicBezTo>
                  <a:pt x="1785055" y="119939"/>
                  <a:pt x="1790068" y="119939"/>
                  <a:pt x="1790068" y="114155"/>
                </a:cubicBezTo>
                <a:cubicBezTo>
                  <a:pt x="1790068" y="108180"/>
                  <a:pt x="1785055" y="108180"/>
                  <a:pt x="1782163" y="108180"/>
                </a:cubicBezTo>
                <a:lnTo>
                  <a:pt x="1762692" y="108180"/>
                </a:lnTo>
                <a:lnTo>
                  <a:pt x="1762692" y="48666"/>
                </a:lnTo>
                <a:lnTo>
                  <a:pt x="1786214" y="48666"/>
                </a:lnTo>
                <a:cubicBezTo>
                  <a:pt x="1789106" y="48666"/>
                  <a:pt x="1793924" y="48666"/>
                  <a:pt x="1793924" y="42882"/>
                </a:cubicBezTo>
                <a:cubicBezTo>
                  <a:pt x="1793924" y="36904"/>
                  <a:pt x="1789297" y="36904"/>
                  <a:pt x="1786214" y="36904"/>
                </a:cubicBezTo>
                <a:lnTo>
                  <a:pt x="1762692" y="36904"/>
                </a:lnTo>
                <a:lnTo>
                  <a:pt x="1762692" y="27805"/>
                </a:lnTo>
                <a:cubicBezTo>
                  <a:pt x="1762692" y="12703"/>
                  <a:pt x="1775609" y="12703"/>
                  <a:pt x="1781392" y="12703"/>
                </a:cubicBezTo>
                <a:cubicBezTo>
                  <a:pt x="1781392" y="13477"/>
                  <a:pt x="1783128" y="21029"/>
                  <a:pt x="1789876" y="21029"/>
                </a:cubicBezTo>
                <a:cubicBezTo>
                  <a:pt x="1793730" y="21029"/>
                  <a:pt x="1798166" y="17931"/>
                  <a:pt x="1798166" y="12512"/>
                </a:cubicBezTo>
                <a:close/>
                <a:moveTo>
                  <a:pt x="1905165" y="78239"/>
                </a:moveTo>
                <a:cubicBezTo>
                  <a:pt x="1905165" y="54118"/>
                  <a:pt x="1887235" y="35021"/>
                  <a:pt x="1865642" y="35021"/>
                </a:cubicBezTo>
                <a:cubicBezTo>
                  <a:pt x="1844050" y="35021"/>
                  <a:pt x="1826120" y="54118"/>
                  <a:pt x="1826120" y="78239"/>
                </a:cubicBezTo>
                <a:cubicBezTo>
                  <a:pt x="1826120" y="102749"/>
                  <a:pt x="1844435" y="121068"/>
                  <a:pt x="1865642" y="121068"/>
                </a:cubicBezTo>
                <a:cubicBezTo>
                  <a:pt x="1886850" y="121068"/>
                  <a:pt x="1905165" y="102554"/>
                  <a:pt x="1905165" y="78239"/>
                </a:cubicBezTo>
                <a:moveTo>
                  <a:pt x="1891862" y="76889"/>
                </a:moveTo>
                <a:cubicBezTo>
                  <a:pt x="1891862" y="94835"/>
                  <a:pt x="1879910" y="109309"/>
                  <a:pt x="1865642" y="109309"/>
                </a:cubicBezTo>
                <a:cubicBezTo>
                  <a:pt x="1851375" y="109309"/>
                  <a:pt x="1839422" y="94835"/>
                  <a:pt x="1839422" y="76889"/>
                </a:cubicBezTo>
                <a:cubicBezTo>
                  <a:pt x="1839422" y="59328"/>
                  <a:pt x="1851954" y="46783"/>
                  <a:pt x="1865642" y="46783"/>
                </a:cubicBezTo>
                <a:cubicBezTo>
                  <a:pt x="1879525" y="46783"/>
                  <a:pt x="1891862" y="59328"/>
                  <a:pt x="1891862" y="76889"/>
                </a:cubicBezTo>
                <a:close/>
                <a:moveTo>
                  <a:pt x="2010237" y="47731"/>
                </a:moveTo>
                <a:cubicBezTo>
                  <a:pt x="2010237" y="43874"/>
                  <a:pt x="2007922" y="35774"/>
                  <a:pt x="1991921" y="35774"/>
                </a:cubicBezTo>
                <a:cubicBezTo>
                  <a:pt x="1982087" y="35774"/>
                  <a:pt x="1969749" y="39246"/>
                  <a:pt x="1959147" y="51393"/>
                </a:cubicBezTo>
                <a:lnTo>
                  <a:pt x="1959147" y="44839"/>
                </a:lnTo>
                <a:cubicBezTo>
                  <a:pt x="1959147" y="38834"/>
                  <a:pt x="1957988" y="36904"/>
                  <a:pt x="1951434" y="36904"/>
                </a:cubicBezTo>
                <a:lnTo>
                  <a:pt x="1930226" y="36904"/>
                </a:lnTo>
                <a:cubicBezTo>
                  <a:pt x="1927335" y="36904"/>
                  <a:pt x="1922516" y="36904"/>
                  <a:pt x="1922516" y="42691"/>
                </a:cubicBezTo>
                <a:cubicBezTo>
                  <a:pt x="1922516" y="48666"/>
                  <a:pt x="1927143" y="48666"/>
                  <a:pt x="1930226" y="48666"/>
                </a:cubicBezTo>
                <a:lnTo>
                  <a:pt x="1945844" y="48666"/>
                </a:lnTo>
                <a:lnTo>
                  <a:pt x="1945844" y="108180"/>
                </a:lnTo>
                <a:lnTo>
                  <a:pt x="1930226" y="108180"/>
                </a:lnTo>
                <a:cubicBezTo>
                  <a:pt x="1927335" y="108180"/>
                  <a:pt x="1922516" y="108180"/>
                  <a:pt x="1922516" y="113964"/>
                </a:cubicBezTo>
                <a:cubicBezTo>
                  <a:pt x="1922516" y="119939"/>
                  <a:pt x="1927143" y="119939"/>
                  <a:pt x="1930226" y="119939"/>
                </a:cubicBezTo>
                <a:lnTo>
                  <a:pt x="1980545" y="119939"/>
                </a:lnTo>
                <a:cubicBezTo>
                  <a:pt x="1983437" y="119939"/>
                  <a:pt x="1988450" y="119939"/>
                  <a:pt x="1988450" y="114155"/>
                </a:cubicBezTo>
                <a:cubicBezTo>
                  <a:pt x="1988450" y="108180"/>
                  <a:pt x="1983437" y="108180"/>
                  <a:pt x="1980545" y="108180"/>
                </a:cubicBezTo>
                <a:lnTo>
                  <a:pt x="1959147" y="108180"/>
                </a:lnTo>
                <a:lnTo>
                  <a:pt x="1959147" y="84105"/>
                </a:lnTo>
                <a:cubicBezTo>
                  <a:pt x="1959147" y="66047"/>
                  <a:pt x="1970520" y="47537"/>
                  <a:pt x="1993848" y="47537"/>
                </a:cubicBezTo>
                <a:cubicBezTo>
                  <a:pt x="1994042" y="52164"/>
                  <a:pt x="1997319" y="56021"/>
                  <a:pt x="2002138" y="56021"/>
                </a:cubicBezTo>
                <a:cubicBezTo>
                  <a:pt x="2006380" y="56021"/>
                  <a:pt x="2010237" y="52935"/>
                  <a:pt x="2010237" y="47731"/>
                </a:cubicBezTo>
                <a:close/>
                <a:moveTo>
                  <a:pt x="2212859" y="78327"/>
                </a:moveTo>
                <a:cubicBezTo>
                  <a:pt x="2212859" y="54656"/>
                  <a:pt x="2195700" y="35774"/>
                  <a:pt x="2175266" y="35774"/>
                </a:cubicBezTo>
                <a:cubicBezTo>
                  <a:pt x="2166011" y="35774"/>
                  <a:pt x="2157336" y="39246"/>
                  <a:pt x="2150779" y="45224"/>
                </a:cubicBezTo>
                <a:lnTo>
                  <a:pt x="2150779" y="9976"/>
                </a:lnTo>
                <a:cubicBezTo>
                  <a:pt x="2150779" y="4001"/>
                  <a:pt x="2149623" y="2071"/>
                  <a:pt x="2143068" y="2071"/>
                </a:cubicBezTo>
                <a:lnTo>
                  <a:pt x="2128995" y="2071"/>
                </a:lnTo>
                <a:cubicBezTo>
                  <a:pt x="2125909" y="2071"/>
                  <a:pt x="2121090" y="2071"/>
                  <a:pt x="2121090" y="8049"/>
                </a:cubicBezTo>
                <a:cubicBezTo>
                  <a:pt x="2121090" y="13833"/>
                  <a:pt x="2126103" y="13833"/>
                  <a:pt x="2128801" y="13833"/>
                </a:cubicBezTo>
                <a:lnTo>
                  <a:pt x="2137479" y="13833"/>
                </a:lnTo>
                <a:lnTo>
                  <a:pt x="2137479" y="112007"/>
                </a:lnTo>
                <a:cubicBezTo>
                  <a:pt x="2137479" y="115864"/>
                  <a:pt x="2137479" y="119912"/>
                  <a:pt x="2144224" y="119912"/>
                </a:cubicBezTo>
                <a:cubicBezTo>
                  <a:pt x="2150779" y="119912"/>
                  <a:pt x="2150779" y="116058"/>
                  <a:pt x="2150779" y="111236"/>
                </a:cubicBezTo>
                <a:cubicBezTo>
                  <a:pt x="2158683" y="119336"/>
                  <a:pt x="2166976" y="121068"/>
                  <a:pt x="2173145" y="121068"/>
                </a:cubicBezTo>
                <a:cubicBezTo>
                  <a:pt x="2194158" y="121068"/>
                  <a:pt x="2212859" y="102766"/>
                  <a:pt x="2212859" y="78327"/>
                </a:cubicBezTo>
                <a:moveTo>
                  <a:pt x="2199556" y="78327"/>
                </a:moveTo>
                <a:cubicBezTo>
                  <a:pt x="2199556" y="96800"/>
                  <a:pt x="2186062" y="109309"/>
                  <a:pt x="2172566" y="109309"/>
                </a:cubicBezTo>
                <a:cubicBezTo>
                  <a:pt x="2157527" y="109309"/>
                  <a:pt x="2150779" y="92375"/>
                  <a:pt x="2150779" y="83137"/>
                </a:cubicBezTo>
                <a:lnTo>
                  <a:pt x="2150779" y="69089"/>
                </a:lnTo>
                <a:cubicBezTo>
                  <a:pt x="2150779" y="57736"/>
                  <a:pt x="2161963" y="47537"/>
                  <a:pt x="2174107" y="47537"/>
                </a:cubicBezTo>
                <a:cubicBezTo>
                  <a:pt x="2188375" y="47537"/>
                  <a:pt x="2199556" y="61584"/>
                  <a:pt x="2199556" y="78327"/>
                </a:cubicBezTo>
                <a:close/>
                <a:moveTo>
                  <a:pt x="2313884" y="47731"/>
                </a:moveTo>
                <a:cubicBezTo>
                  <a:pt x="2313884" y="43874"/>
                  <a:pt x="2311568" y="35774"/>
                  <a:pt x="2295568" y="35774"/>
                </a:cubicBezTo>
                <a:cubicBezTo>
                  <a:pt x="2285734" y="35774"/>
                  <a:pt x="2273396" y="39246"/>
                  <a:pt x="2262794" y="51393"/>
                </a:cubicBezTo>
                <a:lnTo>
                  <a:pt x="2262794" y="44839"/>
                </a:lnTo>
                <a:cubicBezTo>
                  <a:pt x="2262794" y="38834"/>
                  <a:pt x="2261635" y="36904"/>
                  <a:pt x="2255080" y="36904"/>
                </a:cubicBezTo>
                <a:lnTo>
                  <a:pt x="2233873" y="36904"/>
                </a:lnTo>
                <a:cubicBezTo>
                  <a:pt x="2230981" y="36904"/>
                  <a:pt x="2226163" y="36904"/>
                  <a:pt x="2226163" y="42691"/>
                </a:cubicBezTo>
                <a:cubicBezTo>
                  <a:pt x="2226163" y="48666"/>
                  <a:pt x="2230790" y="48666"/>
                  <a:pt x="2233873" y="48666"/>
                </a:cubicBezTo>
                <a:lnTo>
                  <a:pt x="2249491" y="48666"/>
                </a:lnTo>
                <a:lnTo>
                  <a:pt x="2249491" y="108180"/>
                </a:lnTo>
                <a:lnTo>
                  <a:pt x="2233873" y="108180"/>
                </a:lnTo>
                <a:cubicBezTo>
                  <a:pt x="2230981" y="108180"/>
                  <a:pt x="2226163" y="108180"/>
                  <a:pt x="2226163" y="113964"/>
                </a:cubicBezTo>
                <a:cubicBezTo>
                  <a:pt x="2226163" y="119939"/>
                  <a:pt x="2230790" y="119939"/>
                  <a:pt x="2233873" y="119939"/>
                </a:cubicBezTo>
                <a:lnTo>
                  <a:pt x="2284192" y="119939"/>
                </a:lnTo>
                <a:cubicBezTo>
                  <a:pt x="2287084" y="119939"/>
                  <a:pt x="2292097" y="119939"/>
                  <a:pt x="2292097" y="114155"/>
                </a:cubicBezTo>
                <a:cubicBezTo>
                  <a:pt x="2292097" y="108180"/>
                  <a:pt x="2287084" y="108180"/>
                  <a:pt x="2284192" y="108180"/>
                </a:cubicBezTo>
                <a:lnTo>
                  <a:pt x="2262794" y="108180"/>
                </a:lnTo>
                <a:lnTo>
                  <a:pt x="2262794" y="84105"/>
                </a:lnTo>
                <a:cubicBezTo>
                  <a:pt x="2262794" y="66047"/>
                  <a:pt x="2274167" y="47537"/>
                  <a:pt x="2297495" y="47537"/>
                </a:cubicBezTo>
                <a:cubicBezTo>
                  <a:pt x="2297689" y="52164"/>
                  <a:pt x="2300966" y="56021"/>
                  <a:pt x="2305785" y="56021"/>
                </a:cubicBezTo>
                <a:cubicBezTo>
                  <a:pt x="2310027" y="56021"/>
                  <a:pt x="2313884" y="52935"/>
                  <a:pt x="2313884" y="47731"/>
                </a:cubicBezTo>
                <a:close/>
                <a:moveTo>
                  <a:pt x="2410663" y="98880"/>
                </a:moveTo>
                <a:cubicBezTo>
                  <a:pt x="2410663" y="93470"/>
                  <a:pt x="2405073" y="93470"/>
                  <a:pt x="2403917" y="93470"/>
                </a:cubicBezTo>
                <a:cubicBezTo>
                  <a:pt x="2400446" y="93470"/>
                  <a:pt x="2398904" y="94049"/>
                  <a:pt x="2397554" y="97721"/>
                </a:cubicBezTo>
                <a:cubicBezTo>
                  <a:pt x="2393312" y="107556"/>
                  <a:pt x="2382901" y="109292"/>
                  <a:pt x="2377503" y="109292"/>
                </a:cubicBezTo>
                <a:cubicBezTo>
                  <a:pt x="2363044" y="109292"/>
                  <a:pt x="2348585" y="99651"/>
                  <a:pt x="2345499" y="83034"/>
                </a:cubicBezTo>
                <a:lnTo>
                  <a:pt x="2402952" y="83034"/>
                </a:lnTo>
                <a:cubicBezTo>
                  <a:pt x="2407000" y="83034"/>
                  <a:pt x="2410663" y="83034"/>
                  <a:pt x="2410663" y="75903"/>
                </a:cubicBezTo>
                <a:cubicBezTo>
                  <a:pt x="2410663" y="53918"/>
                  <a:pt x="2398325" y="35021"/>
                  <a:pt x="2373261" y="35021"/>
                </a:cubicBezTo>
                <a:cubicBezTo>
                  <a:pt x="2350318" y="35021"/>
                  <a:pt x="2331811" y="54306"/>
                  <a:pt x="2331811" y="78024"/>
                </a:cubicBezTo>
                <a:cubicBezTo>
                  <a:pt x="2331811" y="101581"/>
                  <a:pt x="2351283" y="121068"/>
                  <a:pt x="2376153" y="121068"/>
                </a:cubicBezTo>
                <a:cubicBezTo>
                  <a:pt x="2401602" y="121068"/>
                  <a:pt x="2410663" y="103708"/>
                  <a:pt x="2410663" y="98877"/>
                </a:cubicBezTo>
                <a:lnTo>
                  <a:pt x="2410663" y="98880"/>
                </a:lnTo>
                <a:moveTo>
                  <a:pt x="2396975" y="71467"/>
                </a:moveTo>
                <a:lnTo>
                  <a:pt x="2345694" y="71467"/>
                </a:lnTo>
                <a:cubicBezTo>
                  <a:pt x="2348391" y="57389"/>
                  <a:pt x="2359767" y="46783"/>
                  <a:pt x="2373261" y="46783"/>
                </a:cubicBezTo>
                <a:cubicBezTo>
                  <a:pt x="2383286" y="46783"/>
                  <a:pt x="2395239" y="51605"/>
                  <a:pt x="2396975" y="71467"/>
                </a:cubicBezTo>
                <a:close/>
                <a:moveTo>
                  <a:pt x="2518820" y="42882"/>
                </a:moveTo>
                <a:cubicBezTo>
                  <a:pt x="2518820" y="36904"/>
                  <a:pt x="2514193" y="36904"/>
                  <a:pt x="2511107" y="36904"/>
                </a:cubicBezTo>
                <a:lnTo>
                  <a:pt x="2488549" y="36904"/>
                </a:lnTo>
                <a:cubicBezTo>
                  <a:pt x="2485658" y="36904"/>
                  <a:pt x="2480839" y="36904"/>
                  <a:pt x="2480839" y="42691"/>
                </a:cubicBezTo>
                <a:cubicBezTo>
                  <a:pt x="2480839" y="48666"/>
                  <a:pt x="2485466" y="48666"/>
                  <a:pt x="2488549" y="48666"/>
                </a:cubicBezTo>
                <a:lnTo>
                  <a:pt x="2493947" y="48666"/>
                </a:lnTo>
                <a:lnTo>
                  <a:pt x="2472934" y="110680"/>
                </a:lnTo>
                <a:lnTo>
                  <a:pt x="2451921" y="48666"/>
                </a:lnTo>
                <a:lnTo>
                  <a:pt x="2457319" y="48666"/>
                </a:lnTo>
                <a:cubicBezTo>
                  <a:pt x="2460211" y="48666"/>
                  <a:pt x="2465030" y="48666"/>
                  <a:pt x="2465030" y="42882"/>
                </a:cubicBezTo>
                <a:cubicBezTo>
                  <a:pt x="2465030" y="36904"/>
                  <a:pt x="2460402" y="36904"/>
                  <a:pt x="2457319" y="36904"/>
                </a:cubicBezTo>
                <a:lnTo>
                  <a:pt x="2434762" y="36904"/>
                </a:lnTo>
                <a:cubicBezTo>
                  <a:pt x="2431676" y="36904"/>
                  <a:pt x="2427049" y="36904"/>
                  <a:pt x="2427049" y="42882"/>
                </a:cubicBezTo>
                <a:cubicBezTo>
                  <a:pt x="2427049" y="48666"/>
                  <a:pt x="2431870" y="48666"/>
                  <a:pt x="2434762" y="48666"/>
                </a:cubicBezTo>
                <a:lnTo>
                  <a:pt x="2440545" y="48666"/>
                </a:lnTo>
                <a:lnTo>
                  <a:pt x="2462718" y="114146"/>
                </a:lnTo>
                <a:cubicBezTo>
                  <a:pt x="2465030" y="120692"/>
                  <a:pt x="2468886" y="120692"/>
                  <a:pt x="2472934" y="120692"/>
                </a:cubicBezTo>
                <a:cubicBezTo>
                  <a:pt x="2476597" y="120692"/>
                  <a:pt x="2481030" y="120692"/>
                  <a:pt x="2483151" y="114337"/>
                </a:cubicBezTo>
                <a:lnTo>
                  <a:pt x="2505323" y="48666"/>
                </a:lnTo>
                <a:lnTo>
                  <a:pt x="2511107" y="48666"/>
                </a:lnTo>
                <a:cubicBezTo>
                  <a:pt x="2513999" y="48666"/>
                  <a:pt x="2518820" y="48666"/>
                  <a:pt x="2518820" y="42882"/>
                </a:cubicBezTo>
                <a:close/>
                <a:moveTo>
                  <a:pt x="2611358" y="114155"/>
                </a:moveTo>
                <a:cubicBezTo>
                  <a:pt x="2611358" y="108180"/>
                  <a:pt x="2606348" y="108180"/>
                  <a:pt x="2603453" y="108180"/>
                </a:cubicBezTo>
                <a:lnTo>
                  <a:pt x="2583211" y="108180"/>
                </a:lnTo>
                <a:lnTo>
                  <a:pt x="2583211" y="44809"/>
                </a:lnTo>
                <a:cubicBezTo>
                  <a:pt x="2583211" y="38834"/>
                  <a:pt x="2582055" y="36904"/>
                  <a:pt x="2575500" y="36904"/>
                </a:cubicBezTo>
                <a:lnTo>
                  <a:pt x="2548124" y="36904"/>
                </a:lnTo>
                <a:cubicBezTo>
                  <a:pt x="2545233" y="36904"/>
                  <a:pt x="2540220" y="36904"/>
                  <a:pt x="2540220" y="42691"/>
                </a:cubicBezTo>
                <a:cubicBezTo>
                  <a:pt x="2540220" y="48666"/>
                  <a:pt x="2545233" y="48666"/>
                  <a:pt x="2548124" y="48666"/>
                </a:cubicBezTo>
                <a:lnTo>
                  <a:pt x="2569908" y="48666"/>
                </a:lnTo>
                <a:lnTo>
                  <a:pt x="2569908" y="108180"/>
                </a:lnTo>
                <a:lnTo>
                  <a:pt x="2546580" y="108180"/>
                </a:lnTo>
                <a:cubicBezTo>
                  <a:pt x="2543497" y="108180"/>
                  <a:pt x="2538675" y="108180"/>
                  <a:pt x="2538675" y="114155"/>
                </a:cubicBezTo>
                <a:cubicBezTo>
                  <a:pt x="2538675" y="119939"/>
                  <a:pt x="2543688" y="119939"/>
                  <a:pt x="2546580" y="119939"/>
                </a:cubicBezTo>
                <a:lnTo>
                  <a:pt x="2603453" y="119939"/>
                </a:lnTo>
                <a:cubicBezTo>
                  <a:pt x="2606348" y="119939"/>
                  <a:pt x="2611358" y="119939"/>
                  <a:pt x="2611358" y="114155"/>
                </a:cubicBezTo>
                <a:moveTo>
                  <a:pt x="2583982" y="13030"/>
                </a:moveTo>
                <a:cubicBezTo>
                  <a:pt x="2583982" y="7631"/>
                  <a:pt x="2579742" y="3389"/>
                  <a:pt x="2574344" y="3389"/>
                </a:cubicBezTo>
                <a:cubicBezTo>
                  <a:pt x="2568943" y="3389"/>
                  <a:pt x="2564704" y="7631"/>
                  <a:pt x="2564704" y="13030"/>
                </a:cubicBezTo>
                <a:cubicBezTo>
                  <a:pt x="2564704" y="18429"/>
                  <a:pt x="2568943" y="22671"/>
                  <a:pt x="2574344" y="22671"/>
                </a:cubicBezTo>
                <a:cubicBezTo>
                  <a:pt x="2579742" y="22671"/>
                  <a:pt x="2583982" y="18429"/>
                  <a:pt x="2583982" y="13030"/>
                </a:cubicBezTo>
                <a:close/>
                <a:moveTo>
                  <a:pt x="2711417" y="95641"/>
                </a:moveTo>
                <a:cubicBezTo>
                  <a:pt x="2711417" y="92175"/>
                  <a:pt x="2711417" y="88133"/>
                  <a:pt x="2704668" y="88133"/>
                </a:cubicBezTo>
                <a:cubicBezTo>
                  <a:pt x="2698308" y="88133"/>
                  <a:pt x="2698114" y="92175"/>
                  <a:pt x="2698114" y="95447"/>
                </a:cubicBezTo>
                <a:cubicBezTo>
                  <a:pt x="2697923" y="107382"/>
                  <a:pt x="2686932" y="109309"/>
                  <a:pt x="2682499" y="109309"/>
                </a:cubicBezTo>
                <a:cubicBezTo>
                  <a:pt x="2667655" y="109309"/>
                  <a:pt x="2667655" y="99298"/>
                  <a:pt x="2667655" y="94485"/>
                </a:cubicBezTo>
                <a:lnTo>
                  <a:pt x="2667655" y="48666"/>
                </a:lnTo>
                <a:lnTo>
                  <a:pt x="2699270" y="48666"/>
                </a:lnTo>
                <a:cubicBezTo>
                  <a:pt x="2702162" y="48666"/>
                  <a:pt x="2706984" y="48666"/>
                  <a:pt x="2706984" y="42882"/>
                </a:cubicBezTo>
                <a:cubicBezTo>
                  <a:pt x="2706984" y="36904"/>
                  <a:pt x="2702356" y="36904"/>
                  <a:pt x="2699270" y="36904"/>
                </a:cubicBezTo>
                <a:lnTo>
                  <a:pt x="2667655" y="36904"/>
                </a:lnTo>
                <a:lnTo>
                  <a:pt x="2667655" y="21097"/>
                </a:lnTo>
                <a:cubicBezTo>
                  <a:pt x="2667655" y="17431"/>
                  <a:pt x="2667655" y="13192"/>
                  <a:pt x="2661098" y="13192"/>
                </a:cubicBezTo>
                <a:cubicBezTo>
                  <a:pt x="2654352" y="13192"/>
                  <a:pt x="2654352" y="17240"/>
                  <a:pt x="2654352" y="21097"/>
                </a:cubicBezTo>
                <a:lnTo>
                  <a:pt x="2654352" y="36904"/>
                </a:lnTo>
                <a:lnTo>
                  <a:pt x="2637578" y="36904"/>
                </a:lnTo>
                <a:cubicBezTo>
                  <a:pt x="2634492" y="36904"/>
                  <a:pt x="2629674" y="36904"/>
                  <a:pt x="2629674" y="42882"/>
                </a:cubicBezTo>
                <a:cubicBezTo>
                  <a:pt x="2629674" y="48666"/>
                  <a:pt x="2634492" y="48666"/>
                  <a:pt x="2637384" y="48666"/>
                </a:cubicBezTo>
                <a:lnTo>
                  <a:pt x="2654352" y="48666"/>
                </a:lnTo>
                <a:lnTo>
                  <a:pt x="2654352" y="95641"/>
                </a:lnTo>
                <a:cubicBezTo>
                  <a:pt x="2654352" y="114128"/>
                  <a:pt x="2667461" y="121068"/>
                  <a:pt x="2681534" y="121068"/>
                </a:cubicBezTo>
                <a:cubicBezTo>
                  <a:pt x="2695802" y="121068"/>
                  <a:pt x="2711417" y="112778"/>
                  <a:pt x="2711417" y="95641"/>
                </a:cubicBezTo>
                <a:close/>
                <a:moveTo>
                  <a:pt x="2822467" y="42882"/>
                </a:moveTo>
                <a:cubicBezTo>
                  <a:pt x="2822467" y="36904"/>
                  <a:pt x="2817839" y="36904"/>
                  <a:pt x="2814754" y="36904"/>
                </a:cubicBezTo>
                <a:lnTo>
                  <a:pt x="2792196" y="36904"/>
                </a:lnTo>
                <a:cubicBezTo>
                  <a:pt x="2789304" y="36904"/>
                  <a:pt x="2784486" y="36904"/>
                  <a:pt x="2784486" y="42691"/>
                </a:cubicBezTo>
                <a:cubicBezTo>
                  <a:pt x="2784486" y="48666"/>
                  <a:pt x="2789113" y="48666"/>
                  <a:pt x="2792196" y="48666"/>
                </a:cubicBezTo>
                <a:lnTo>
                  <a:pt x="2797594" y="48666"/>
                </a:lnTo>
                <a:lnTo>
                  <a:pt x="2783715" y="89733"/>
                </a:lnTo>
                <a:cubicBezTo>
                  <a:pt x="2781209" y="96868"/>
                  <a:pt x="2780052" y="100339"/>
                  <a:pt x="2778702" y="106317"/>
                </a:cubicBezTo>
                <a:lnTo>
                  <a:pt x="2778508" y="106317"/>
                </a:lnTo>
                <a:cubicBezTo>
                  <a:pt x="2777546" y="102652"/>
                  <a:pt x="2775810" y="98603"/>
                  <a:pt x="2774460" y="94941"/>
                </a:cubicBezTo>
                <a:lnTo>
                  <a:pt x="2756530" y="48666"/>
                </a:lnTo>
                <a:lnTo>
                  <a:pt x="2761352" y="48666"/>
                </a:lnTo>
                <a:cubicBezTo>
                  <a:pt x="2764243" y="48666"/>
                  <a:pt x="2769062" y="48666"/>
                  <a:pt x="2769062" y="42882"/>
                </a:cubicBezTo>
                <a:cubicBezTo>
                  <a:pt x="2769062" y="36904"/>
                  <a:pt x="2764435" y="36904"/>
                  <a:pt x="2761352" y="36904"/>
                </a:cubicBezTo>
                <a:lnTo>
                  <a:pt x="2738794" y="36904"/>
                </a:lnTo>
                <a:cubicBezTo>
                  <a:pt x="2735708" y="36904"/>
                  <a:pt x="2731081" y="36904"/>
                  <a:pt x="2731081" y="42882"/>
                </a:cubicBezTo>
                <a:cubicBezTo>
                  <a:pt x="2731081" y="48666"/>
                  <a:pt x="2735902" y="48666"/>
                  <a:pt x="2738794" y="48666"/>
                </a:cubicBezTo>
                <a:lnTo>
                  <a:pt x="2744772" y="48666"/>
                </a:lnTo>
                <a:lnTo>
                  <a:pt x="2772148" y="117500"/>
                </a:lnTo>
                <a:cubicBezTo>
                  <a:pt x="2772919" y="119427"/>
                  <a:pt x="2772919" y="120006"/>
                  <a:pt x="2772919" y="120006"/>
                </a:cubicBezTo>
                <a:cubicBezTo>
                  <a:pt x="2772919" y="120006"/>
                  <a:pt x="2768097" y="136202"/>
                  <a:pt x="2765591" y="141021"/>
                </a:cubicBezTo>
                <a:cubicBezTo>
                  <a:pt x="2760001" y="151559"/>
                  <a:pt x="2753062" y="151944"/>
                  <a:pt x="2750170" y="152136"/>
                </a:cubicBezTo>
                <a:cubicBezTo>
                  <a:pt x="2750170" y="152136"/>
                  <a:pt x="2751132" y="150403"/>
                  <a:pt x="2751132" y="147896"/>
                </a:cubicBezTo>
                <a:cubicBezTo>
                  <a:pt x="2751132" y="142992"/>
                  <a:pt x="2747664" y="139520"/>
                  <a:pt x="2742842" y="139520"/>
                </a:cubicBezTo>
                <a:cubicBezTo>
                  <a:pt x="2737638" y="139600"/>
                  <a:pt x="2734361" y="143069"/>
                  <a:pt x="2734361" y="148082"/>
                </a:cubicBezTo>
                <a:cubicBezTo>
                  <a:pt x="2734361" y="156187"/>
                  <a:pt x="2740915" y="163898"/>
                  <a:pt x="2750361" y="163898"/>
                </a:cubicBezTo>
                <a:cubicBezTo>
                  <a:pt x="2769642" y="163898"/>
                  <a:pt x="2778317" y="138441"/>
                  <a:pt x="2779088" y="136320"/>
                </a:cubicBezTo>
                <a:lnTo>
                  <a:pt x="2808970" y="48666"/>
                </a:lnTo>
                <a:lnTo>
                  <a:pt x="2814754" y="48666"/>
                </a:lnTo>
                <a:cubicBezTo>
                  <a:pt x="2817645" y="48666"/>
                  <a:pt x="2822467" y="48666"/>
                  <a:pt x="2822467" y="42882"/>
                </a:cubicBezTo>
                <a:close/>
                <a:moveTo>
                  <a:pt x="2917510" y="60940"/>
                </a:moveTo>
                <a:cubicBezTo>
                  <a:pt x="2917510" y="58434"/>
                  <a:pt x="2915969" y="56315"/>
                  <a:pt x="2914042" y="54965"/>
                </a:cubicBezTo>
                <a:lnTo>
                  <a:pt x="2849841" y="14669"/>
                </a:lnTo>
                <a:cubicBezTo>
                  <a:pt x="2847143" y="12933"/>
                  <a:pt x="2846564" y="12739"/>
                  <a:pt x="2844828" y="12739"/>
                </a:cubicBezTo>
                <a:cubicBezTo>
                  <a:pt x="2841745" y="12739"/>
                  <a:pt x="2838082" y="15054"/>
                  <a:pt x="2838082" y="19488"/>
                </a:cubicBezTo>
                <a:cubicBezTo>
                  <a:pt x="2838082" y="23150"/>
                  <a:pt x="2840586" y="24695"/>
                  <a:pt x="2842707" y="26042"/>
                </a:cubicBezTo>
                <a:lnTo>
                  <a:pt x="2898039" y="60940"/>
                </a:lnTo>
                <a:lnTo>
                  <a:pt x="2842707" y="95838"/>
                </a:lnTo>
                <a:cubicBezTo>
                  <a:pt x="2840586" y="97188"/>
                  <a:pt x="2838082" y="98733"/>
                  <a:pt x="2838082" y="102396"/>
                </a:cubicBezTo>
                <a:cubicBezTo>
                  <a:pt x="2838082" y="106829"/>
                  <a:pt x="2841745" y="109142"/>
                  <a:pt x="2844828" y="109142"/>
                </a:cubicBezTo>
                <a:cubicBezTo>
                  <a:pt x="2846564" y="109142"/>
                  <a:pt x="2847143" y="108950"/>
                  <a:pt x="2849841" y="107215"/>
                </a:cubicBezTo>
                <a:lnTo>
                  <a:pt x="2913271" y="67304"/>
                </a:lnTo>
                <a:cubicBezTo>
                  <a:pt x="2915004" y="66147"/>
                  <a:pt x="2917510" y="64606"/>
                  <a:pt x="2917510" y="60940"/>
                </a:cubicBezTo>
                <a:close/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returnbest_so_far">
            <a:extLst xmlns:a="http://schemas.openxmlformats.org/drawingml/2006/main">
              <a:ext uri="{FF2B5EF4-FFF2-40B4-BE49-F238E27FC236}">
                <a16:creationId xmlns:a16="http://schemas.microsoft.com/office/drawing/2014/main" id="{39762C12-7923-4446-94DD-70870826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509" y="4754874"/>
            <a:ext cx="1808383" cy="151194"/>
          </a:xfrm>
          <a:custGeom xmlns:a="http://schemas.openxmlformats.org/drawingml/2006/main">
            <a:pathLst>
              <a:path w="1808383" h="151194">
                <a:moveTo>
                  <a:pt x="87721" y="46789"/>
                </a:moveTo>
                <a:cubicBezTo>
                  <a:pt x="87721" y="42932"/>
                  <a:pt x="85406" y="34833"/>
                  <a:pt x="69405" y="34833"/>
                </a:cubicBezTo>
                <a:cubicBezTo>
                  <a:pt x="59571" y="34833"/>
                  <a:pt x="47233" y="38305"/>
                  <a:pt x="36631" y="50452"/>
                </a:cubicBezTo>
                <a:lnTo>
                  <a:pt x="36631" y="43897"/>
                </a:lnTo>
                <a:cubicBezTo>
                  <a:pt x="36631" y="37893"/>
                  <a:pt x="35472" y="35963"/>
                  <a:pt x="28918" y="35963"/>
                </a:cubicBezTo>
                <a:lnTo>
                  <a:pt x="7710" y="35963"/>
                </a:lnTo>
                <a:cubicBezTo>
                  <a:pt x="4819" y="35963"/>
                  <a:pt x="0" y="35963"/>
                  <a:pt x="0" y="41750"/>
                </a:cubicBezTo>
                <a:cubicBezTo>
                  <a:pt x="0" y="47725"/>
                  <a:pt x="4627" y="47725"/>
                  <a:pt x="7710" y="47725"/>
                </a:cubicBezTo>
                <a:lnTo>
                  <a:pt x="23328" y="47725"/>
                </a:lnTo>
                <a:lnTo>
                  <a:pt x="23328" y="107238"/>
                </a:lnTo>
                <a:lnTo>
                  <a:pt x="7710" y="107238"/>
                </a:lnTo>
                <a:cubicBezTo>
                  <a:pt x="4819" y="107238"/>
                  <a:pt x="0" y="107238"/>
                  <a:pt x="0" y="113022"/>
                </a:cubicBezTo>
                <a:cubicBezTo>
                  <a:pt x="0" y="118997"/>
                  <a:pt x="4627" y="118997"/>
                  <a:pt x="7710" y="118997"/>
                </a:cubicBezTo>
                <a:lnTo>
                  <a:pt x="58029" y="118997"/>
                </a:lnTo>
                <a:cubicBezTo>
                  <a:pt x="60921" y="118997"/>
                  <a:pt x="65934" y="118997"/>
                  <a:pt x="65934" y="113213"/>
                </a:cubicBezTo>
                <a:cubicBezTo>
                  <a:pt x="65934" y="107238"/>
                  <a:pt x="60921" y="107238"/>
                  <a:pt x="58029" y="107238"/>
                </a:cubicBezTo>
                <a:lnTo>
                  <a:pt x="36631" y="107238"/>
                </a:lnTo>
                <a:lnTo>
                  <a:pt x="36631" y="83164"/>
                </a:lnTo>
                <a:cubicBezTo>
                  <a:pt x="36631" y="65106"/>
                  <a:pt x="48004" y="46595"/>
                  <a:pt x="71332" y="46595"/>
                </a:cubicBezTo>
                <a:cubicBezTo>
                  <a:pt x="71526" y="51223"/>
                  <a:pt x="74803" y="55080"/>
                  <a:pt x="79622" y="55080"/>
                </a:cubicBezTo>
                <a:cubicBezTo>
                  <a:pt x="83864" y="55080"/>
                  <a:pt x="87721" y="51994"/>
                  <a:pt x="87721" y="46789"/>
                </a:cubicBezTo>
                <a:close/>
                <a:moveTo>
                  <a:pt x="184500" y="97939"/>
                </a:moveTo>
                <a:cubicBezTo>
                  <a:pt x="184500" y="92528"/>
                  <a:pt x="178911" y="92528"/>
                  <a:pt x="177755" y="92528"/>
                </a:cubicBezTo>
                <a:cubicBezTo>
                  <a:pt x="174284" y="92528"/>
                  <a:pt x="172742" y="93108"/>
                  <a:pt x="171392" y="96779"/>
                </a:cubicBezTo>
                <a:cubicBezTo>
                  <a:pt x="167150" y="106614"/>
                  <a:pt x="156739" y="108350"/>
                  <a:pt x="151341" y="108350"/>
                </a:cubicBezTo>
                <a:cubicBezTo>
                  <a:pt x="136882" y="108350"/>
                  <a:pt x="122423" y="98709"/>
                  <a:pt x="119337" y="82093"/>
                </a:cubicBezTo>
                <a:lnTo>
                  <a:pt x="176790" y="82093"/>
                </a:lnTo>
                <a:cubicBezTo>
                  <a:pt x="180838" y="82093"/>
                  <a:pt x="184500" y="82093"/>
                  <a:pt x="184500" y="74962"/>
                </a:cubicBezTo>
                <a:cubicBezTo>
                  <a:pt x="184500" y="52976"/>
                  <a:pt x="172162" y="34080"/>
                  <a:pt x="147099" y="34080"/>
                </a:cubicBezTo>
                <a:cubicBezTo>
                  <a:pt x="124156" y="34080"/>
                  <a:pt x="105649" y="53365"/>
                  <a:pt x="105649" y="77083"/>
                </a:cubicBezTo>
                <a:cubicBezTo>
                  <a:pt x="105649" y="100639"/>
                  <a:pt x="125121" y="120127"/>
                  <a:pt x="149990" y="120127"/>
                </a:cubicBezTo>
                <a:cubicBezTo>
                  <a:pt x="175440" y="120127"/>
                  <a:pt x="184500" y="102766"/>
                  <a:pt x="184500" y="97936"/>
                </a:cubicBezTo>
                <a:lnTo>
                  <a:pt x="184500" y="97939"/>
                </a:lnTo>
                <a:moveTo>
                  <a:pt x="170812" y="70525"/>
                </a:moveTo>
                <a:lnTo>
                  <a:pt x="119531" y="70525"/>
                </a:lnTo>
                <a:cubicBezTo>
                  <a:pt x="122229" y="56448"/>
                  <a:pt x="133605" y="45842"/>
                  <a:pt x="147099" y="45842"/>
                </a:cubicBezTo>
                <a:cubicBezTo>
                  <a:pt x="157124" y="45842"/>
                  <a:pt x="169077" y="50664"/>
                  <a:pt x="170812" y="70525"/>
                </a:cubicBezTo>
                <a:close/>
                <a:moveTo>
                  <a:pt x="282823" y="94699"/>
                </a:moveTo>
                <a:cubicBezTo>
                  <a:pt x="282823" y="91234"/>
                  <a:pt x="282823" y="87191"/>
                  <a:pt x="276075" y="87191"/>
                </a:cubicBezTo>
                <a:cubicBezTo>
                  <a:pt x="269715" y="87191"/>
                  <a:pt x="269520" y="91234"/>
                  <a:pt x="269520" y="94505"/>
                </a:cubicBezTo>
                <a:cubicBezTo>
                  <a:pt x="269329" y="106441"/>
                  <a:pt x="258339" y="108368"/>
                  <a:pt x="253906" y="108368"/>
                </a:cubicBezTo>
                <a:cubicBezTo>
                  <a:pt x="239061" y="108368"/>
                  <a:pt x="239061" y="98356"/>
                  <a:pt x="239061" y="93543"/>
                </a:cubicBezTo>
                <a:lnTo>
                  <a:pt x="239061" y="47725"/>
                </a:lnTo>
                <a:lnTo>
                  <a:pt x="270677" y="47725"/>
                </a:lnTo>
                <a:cubicBezTo>
                  <a:pt x="273568" y="47725"/>
                  <a:pt x="278390" y="47725"/>
                  <a:pt x="278390" y="41941"/>
                </a:cubicBezTo>
                <a:cubicBezTo>
                  <a:pt x="278390" y="35963"/>
                  <a:pt x="273763" y="35963"/>
                  <a:pt x="270677" y="35963"/>
                </a:cubicBezTo>
                <a:lnTo>
                  <a:pt x="239061" y="35963"/>
                </a:lnTo>
                <a:lnTo>
                  <a:pt x="239061" y="20156"/>
                </a:lnTo>
                <a:cubicBezTo>
                  <a:pt x="239061" y="16490"/>
                  <a:pt x="239061" y="12250"/>
                  <a:pt x="232504" y="12250"/>
                </a:cubicBezTo>
                <a:cubicBezTo>
                  <a:pt x="225759" y="12250"/>
                  <a:pt x="225759" y="16299"/>
                  <a:pt x="225759" y="20156"/>
                </a:cubicBezTo>
                <a:lnTo>
                  <a:pt x="225759" y="35963"/>
                </a:lnTo>
                <a:lnTo>
                  <a:pt x="208985" y="35963"/>
                </a:lnTo>
                <a:cubicBezTo>
                  <a:pt x="205899" y="35963"/>
                  <a:pt x="201080" y="35963"/>
                  <a:pt x="201080" y="41941"/>
                </a:cubicBezTo>
                <a:cubicBezTo>
                  <a:pt x="201080" y="47725"/>
                  <a:pt x="205899" y="47725"/>
                  <a:pt x="208791" y="47725"/>
                </a:cubicBezTo>
                <a:lnTo>
                  <a:pt x="225759" y="47725"/>
                </a:lnTo>
                <a:lnTo>
                  <a:pt x="225759" y="94699"/>
                </a:lnTo>
                <a:cubicBezTo>
                  <a:pt x="225759" y="113187"/>
                  <a:pt x="238867" y="120127"/>
                  <a:pt x="252941" y="120127"/>
                </a:cubicBezTo>
                <a:cubicBezTo>
                  <a:pt x="267208" y="120127"/>
                  <a:pt x="282823" y="111836"/>
                  <a:pt x="282823" y="94699"/>
                </a:cubicBezTo>
                <a:close/>
                <a:moveTo>
                  <a:pt x="396186" y="113022"/>
                </a:moveTo>
                <a:cubicBezTo>
                  <a:pt x="396186" y="107238"/>
                  <a:pt x="391173" y="107238"/>
                  <a:pt x="388476" y="107238"/>
                </a:cubicBezTo>
                <a:lnTo>
                  <a:pt x="379798" y="107238"/>
                </a:lnTo>
                <a:lnTo>
                  <a:pt x="379798" y="43868"/>
                </a:lnTo>
                <a:cubicBezTo>
                  <a:pt x="379798" y="37893"/>
                  <a:pt x="378641" y="35963"/>
                  <a:pt x="372087" y="35963"/>
                </a:cubicBezTo>
                <a:lnTo>
                  <a:pt x="358014" y="35963"/>
                </a:lnTo>
                <a:cubicBezTo>
                  <a:pt x="354928" y="35963"/>
                  <a:pt x="350109" y="35963"/>
                  <a:pt x="350109" y="41941"/>
                </a:cubicBezTo>
                <a:cubicBezTo>
                  <a:pt x="350109" y="47725"/>
                  <a:pt x="355122" y="47725"/>
                  <a:pt x="357820" y="47725"/>
                </a:cubicBezTo>
                <a:lnTo>
                  <a:pt x="366495" y="47725"/>
                </a:lnTo>
                <a:lnTo>
                  <a:pt x="366495" y="88748"/>
                </a:lnTo>
                <a:cubicBezTo>
                  <a:pt x="366495" y="106058"/>
                  <a:pt x="350880" y="108368"/>
                  <a:pt x="344711" y="108368"/>
                </a:cubicBezTo>
                <a:cubicBezTo>
                  <a:pt x="329479" y="108368"/>
                  <a:pt x="329479" y="102013"/>
                  <a:pt x="329479" y="95853"/>
                </a:cubicBezTo>
                <a:lnTo>
                  <a:pt x="329479" y="43868"/>
                </a:lnTo>
                <a:cubicBezTo>
                  <a:pt x="329479" y="37893"/>
                  <a:pt x="328322" y="35963"/>
                  <a:pt x="321768" y="35963"/>
                </a:cubicBezTo>
                <a:lnTo>
                  <a:pt x="307695" y="35963"/>
                </a:lnTo>
                <a:cubicBezTo>
                  <a:pt x="304609" y="35963"/>
                  <a:pt x="299790" y="35963"/>
                  <a:pt x="299790" y="41941"/>
                </a:cubicBezTo>
                <a:cubicBezTo>
                  <a:pt x="299790" y="47725"/>
                  <a:pt x="304803" y="47725"/>
                  <a:pt x="307501" y="47725"/>
                </a:cubicBezTo>
                <a:lnTo>
                  <a:pt x="316179" y="47725"/>
                </a:lnTo>
                <a:lnTo>
                  <a:pt x="316179" y="97009"/>
                </a:lnTo>
                <a:cubicBezTo>
                  <a:pt x="316179" y="115502"/>
                  <a:pt x="329479" y="120127"/>
                  <a:pt x="343555" y="120127"/>
                </a:cubicBezTo>
                <a:cubicBezTo>
                  <a:pt x="351459" y="120127"/>
                  <a:pt x="359364" y="118200"/>
                  <a:pt x="366495" y="112801"/>
                </a:cubicBezTo>
                <a:cubicBezTo>
                  <a:pt x="366689" y="118997"/>
                  <a:pt x="370737" y="118997"/>
                  <a:pt x="374208" y="118997"/>
                </a:cubicBezTo>
                <a:lnTo>
                  <a:pt x="388282" y="118997"/>
                </a:lnTo>
                <a:cubicBezTo>
                  <a:pt x="391367" y="118997"/>
                  <a:pt x="396186" y="118997"/>
                  <a:pt x="396186" y="113022"/>
                </a:cubicBezTo>
                <a:close/>
                <a:moveTo>
                  <a:pt x="492582" y="46789"/>
                </a:moveTo>
                <a:cubicBezTo>
                  <a:pt x="492582" y="42932"/>
                  <a:pt x="490267" y="34833"/>
                  <a:pt x="474267" y="34833"/>
                </a:cubicBezTo>
                <a:cubicBezTo>
                  <a:pt x="464432" y="34833"/>
                  <a:pt x="452095" y="38305"/>
                  <a:pt x="441492" y="50452"/>
                </a:cubicBezTo>
                <a:lnTo>
                  <a:pt x="441492" y="43897"/>
                </a:lnTo>
                <a:cubicBezTo>
                  <a:pt x="441492" y="37893"/>
                  <a:pt x="440333" y="35963"/>
                  <a:pt x="433779" y="35963"/>
                </a:cubicBezTo>
                <a:lnTo>
                  <a:pt x="412572" y="35963"/>
                </a:lnTo>
                <a:cubicBezTo>
                  <a:pt x="409680" y="35963"/>
                  <a:pt x="404861" y="35963"/>
                  <a:pt x="404861" y="41750"/>
                </a:cubicBezTo>
                <a:cubicBezTo>
                  <a:pt x="404861" y="47725"/>
                  <a:pt x="409489" y="47725"/>
                  <a:pt x="412572" y="47725"/>
                </a:cubicBezTo>
                <a:lnTo>
                  <a:pt x="428190" y="47725"/>
                </a:lnTo>
                <a:lnTo>
                  <a:pt x="428190" y="107238"/>
                </a:lnTo>
                <a:lnTo>
                  <a:pt x="412572" y="107238"/>
                </a:lnTo>
                <a:cubicBezTo>
                  <a:pt x="409680" y="107238"/>
                  <a:pt x="404861" y="107238"/>
                  <a:pt x="404861" y="113022"/>
                </a:cubicBezTo>
                <a:cubicBezTo>
                  <a:pt x="404861" y="118997"/>
                  <a:pt x="409489" y="118997"/>
                  <a:pt x="412572" y="118997"/>
                </a:cubicBezTo>
                <a:lnTo>
                  <a:pt x="462891" y="118997"/>
                </a:lnTo>
                <a:cubicBezTo>
                  <a:pt x="465783" y="118997"/>
                  <a:pt x="470795" y="118997"/>
                  <a:pt x="470795" y="113213"/>
                </a:cubicBezTo>
                <a:cubicBezTo>
                  <a:pt x="470795" y="107238"/>
                  <a:pt x="465783" y="107238"/>
                  <a:pt x="462891" y="107238"/>
                </a:cubicBezTo>
                <a:lnTo>
                  <a:pt x="441492" y="107238"/>
                </a:lnTo>
                <a:lnTo>
                  <a:pt x="441492" y="83164"/>
                </a:lnTo>
                <a:cubicBezTo>
                  <a:pt x="441492" y="65106"/>
                  <a:pt x="452865" y="46595"/>
                  <a:pt x="476194" y="46595"/>
                </a:cubicBezTo>
                <a:cubicBezTo>
                  <a:pt x="476388" y="51223"/>
                  <a:pt x="479665" y="55080"/>
                  <a:pt x="484483" y="55080"/>
                </a:cubicBezTo>
                <a:cubicBezTo>
                  <a:pt x="488725" y="55080"/>
                  <a:pt x="492582" y="51994"/>
                  <a:pt x="492582" y="46789"/>
                </a:cubicBezTo>
                <a:close/>
                <a:moveTo>
                  <a:pt x="598616" y="113213"/>
                </a:moveTo>
                <a:cubicBezTo>
                  <a:pt x="598616" y="107238"/>
                  <a:pt x="593798" y="107238"/>
                  <a:pt x="590712" y="107238"/>
                </a:cubicBezTo>
                <a:lnTo>
                  <a:pt x="582228" y="107238"/>
                </a:lnTo>
                <a:lnTo>
                  <a:pt x="582228" y="62576"/>
                </a:lnTo>
                <a:cubicBezTo>
                  <a:pt x="582228" y="43126"/>
                  <a:pt x="572396" y="34833"/>
                  <a:pt x="557167" y="34833"/>
                </a:cubicBezTo>
                <a:cubicBezTo>
                  <a:pt x="544249" y="34833"/>
                  <a:pt x="535574" y="41391"/>
                  <a:pt x="531909" y="45053"/>
                </a:cubicBezTo>
                <a:cubicBezTo>
                  <a:pt x="531909" y="38858"/>
                  <a:pt x="531909" y="35963"/>
                  <a:pt x="524198" y="35963"/>
                </a:cubicBezTo>
                <a:lnTo>
                  <a:pt x="510125" y="35963"/>
                </a:lnTo>
                <a:cubicBezTo>
                  <a:pt x="507039" y="35963"/>
                  <a:pt x="502220" y="35963"/>
                  <a:pt x="502220" y="41941"/>
                </a:cubicBezTo>
                <a:cubicBezTo>
                  <a:pt x="502220" y="47725"/>
                  <a:pt x="507233" y="47725"/>
                  <a:pt x="509931" y="47725"/>
                </a:cubicBezTo>
                <a:lnTo>
                  <a:pt x="518609" y="47725"/>
                </a:lnTo>
                <a:lnTo>
                  <a:pt x="518609" y="107238"/>
                </a:lnTo>
                <a:lnTo>
                  <a:pt x="510125" y="107238"/>
                </a:lnTo>
                <a:cubicBezTo>
                  <a:pt x="507039" y="107238"/>
                  <a:pt x="502220" y="107238"/>
                  <a:pt x="502220" y="113213"/>
                </a:cubicBezTo>
                <a:cubicBezTo>
                  <a:pt x="502220" y="118997"/>
                  <a:pt x="507233" y="118997"/>
                  <a:pt x="509931" y="118997"/>
                </a:cubicBezTo>
                <a:lnTo>
                  <a:pt x="540587" y="118997"/>
                </a:lnTo>
                <a:cubicBezTo>
                  <a:pt x="543284" y="118997"/>
                  <a:pt x="548297" y="118997"/>
                  <a:pt x="548297" y="113213"/>
                </a:cubicBezTo>
                <a:cubicBezTo>
                  <a:pt x="548297" y="107238"/>
                  <a:pt x="543479" y="107238"/>
                  <a:pt x="540393" y="107238"/>
                </a:cubicBezTo>
                <a:lnTo>
                  <a:pt x="531909" y="107238"/>
                </a:lnTo>
                <a:lnTo>
                  <a:pt x="531909" y="73149"/>
                </a:lnTo>
                <a:cubicBezTo>
                  <a:pt x="531909" y="53912"/>
                  <a:pt x="546176" y="46595"/>
                  <a:pt x="556011" y="46595"/>
                </a:cubicBezTo>
                <a:cubicBezTo>
                  <a:pt x="566227" y="46595"/>
                  <a:pt x="568925" y="51988"/>
                  <a:pt x="568925" y="63538"/>
                </a:cubicBezTo>
                <a:lnTo>
                  <a:pt x="568925" y="107238"/>
                </a:lnTo>
                <a:lnTo>
                  <a:pt x="561409" y="107238"/>
                </a:lnTo>
                <a:cubicBezTo>
                  <a:pt x="558323" y="107238"/>
                  <a:pt x="553504" y="107238"/>
                  <a:pt x="553504" y="113213"/>
                </a:cubicBezTo>
                <a:cubicBezTo>
                  <a:pt x="553504" y="118997"/>
                  <a:pt x="558708" y="118997"/>
                  <a:pt x="561409" y="118997"/>
                </a:cubicBezTo>
                <a:lnTo>
                  <a:pt x="590906" y="118997"/>
                </a:lnTo>
                <a:cubicBezTo>
                  <a:pt x="593603" y="118997"/>
                  <a:pt x="598616" y="118997"/>
                  <a:pt x="598616" y="113213"/>
                </a:cubicBezTo>
                <a:close/>
                <a:moveTo>
                  <a:pt x="796420" y="77386"/>
                </a:moveTo>
                <a:cubicBezTo>
                  <a:pt x="796420" y="53715"/>
                  <a:pt x="779260" y="34833"/>
                  <a:pt x="758827" y="34833"/>
                </a:cubicBezTo>
                <a:cubicBezTo>
                  <a:pt x="749572" y="34833"/>
                  <a:pt x="740897" y="38305"/>
                  <a:pt x="734339" y="44283"/>
                </a:cubicBezTo>
                <a:lnTo>
                  <a:pt x="734339" y="9035"/>
                </a:lnTo>
                <a:cubicBezTo>
                  <a:pt x="734339" y="3060"/>
                  <a:pt x="733183" y="1130"/>
                  <a:pt x="726629" y="1130"/>
                </a:cubicBezTo>
                <a:lnTo>
                  <a:pt x="712556" y="1130"/>
                </a:lnTo>
                <a:cubicBezTo>
                  <a:pt x="709470" y="1130"/>
                  <a:pt x="704651" y="1130"/>
                  <a:pt x="704651" y="7108"/>
                </a:cubicBezTo>
                <a:cubicBezTo>
                  <a:pt x="704651" y="12892"/>
                  <a:pt x="709664" y="12892"/>
                  <a:pt x="712361" y="12892"/>
                </a:cubicBezTo>
                <a:lnTo>
                  <a:pt x="721040" y="12892"/>
                </a:lnTo>
                <a:lnTo>
                  <a:pt x="721040" y="111066"/>
                </a:lnTo>
                <a:cubicBezTo>
                  <a:pt x="721040" y="114923"/>
                  <a:pt x="721040" y="118971"/>
                  <a:pt x="727785" y="118971"/>
                </a:cubicBezTo>
                <a:cubicBezTo>
                  <a:pt x="734339" y="118971"/>
                  <a:pt x="734339" y="115117"/>
                  <a:pt x="734339" y="110295"/>
                </a:cubicBezTo>
                <a:cubicBezTo>
                  <a:pt x="742244" y="118394"/>
                  <a:pt x="750537" y="120127"/>
                  <a:pt x="756706" y="120127"/>
                </a:cubicBezTo>
                <a:cubicBezTo>
                  <a:pt x="777719" y="120127"/>
                  <a:pt x="796420" y="101825"/>
                  <a:pt x="796420" y="77386"/>
                </a:cubicBezTo>
                <a:moveTo>
                  <a:pt x="783117" y="77386"/>
                </a:moveTo>
                <a:cubicBezTo>
                  <a:pt x="783117" y="95859"/>
                  <a:pt x="769623" y="108368"/>
                  <a:pt x="756126" y="108368"/>
                </a:cubicBezTo>
                <a:cubicBezTo>
                  <a:pt x="741088" y="108368"/>
                  <a:pt x="734339" y="91434"/>
                  <a:pt x="734339" y="82196"/>
                </a:cubicBezTo>
                <a:lnTo>
                  <a:pt x="734339" y="68148"/>
                </a:lnTo>
                <a:cubicBezTo>
                  <a:pt x="734339" y="56795"/>
                  <a:pt x="745524" y="46595"/>
                  <a:pt x="757668" y="46595"/>
                </a:cubicBezTo>
                <a:cubicBezTo>
                  <a:pt x="771935" y="46595"/>
                  <a:pt x="783117" y="60643"/>
                  <a:pt x="783117" y="77386"/>
                </a:cubicBezTo>
                <a:close/>
                <a:moveTo>
                  <a:pt x="893008" y="97939"/>
                </a:moveTo>
                <a:cubicBezTo>
                  <a:pt x="893008" y="92528"/>
                  <a:pt x="887419" y="92528"/>
                  <a:pt x="886262" y="92528"/>
                </a:cubicBezTo>
                <a:cubicBezTo>
                  <a:pt x="882791" y="92528"/>
                  <a:pt x="881250" y="93108"/>
                  <a:pt x="879899" y="96779"/>
                </a:cubicBezTo>
                <a:cubicBezTo>
                  <a:pt x="875657" y="106614"/>
                  <a:pt x="865246" y="108350"/>
                  <a:pt x="859848" y="108350"/>
                </a:cubicBezTo>
                <a:cubicBezTo>
                  <a:pt x="845390" y="108350"/>
                  <a:pt x="830931" y="98709"/>
                  <a:pt x="827845" y="82093"/>
                </a:cubicBezTo>
                <a:lnTo>
                  <a:pt x="885298" y="82093"/>
                </a:lnTo>
                <a:cubicBezTo>
                  <a:pt x="889345" y="82093"/>
                  <a:pt x="893008" y="82093"/>
                  <a:pt x="893008" y="74962"/>
                </a:cubicBezTo>
                <a:cubicBezTo>
                  <a:pt x="893008" y="52976"/>
                  <a:pt x="880670" y="34080"/>
                  <a:pt x="855606" y="34080"/>
                </a:cubicBezTo>
                <a:cubicBezTo>
                  <a:pt x="832663" y="34080"/>
                  <a:pt x="814157" y="53365"/>
                  <a:pt x="814157" y="77083"/>
                </a:cubicBezTo>
                <a:cubicBezTo>
                  <a:pt x="814157" y="100639"/>
                  <a:pt x="833628" y="120127"/>
                  <a:pt x="858498" y="120127"/>
                </a:cubicBezTo>
                <a:cubicBezTo>
                  <a:pt x="883947" y="120127"/>
                  <a:pt x="893008" y="102766"/>
                  <a:pt x="893008" y="97936"/>
                </a:cubicBezTo>
                <a:lnTo>
                  <a:pt x="893008" y="97939"/>
                </a:lnTo>
                <a:moveTo>
                  <a:pt x="879320" y="70525"/>
                </a:moveTo>
                <a:lnTo>
                  <a:pt x="828039" y="70525"/>
                </a:lnTo>
                <a:cubicBezTo>
                  <a:pt x="830737" y="56448"/>
                  <a:pt x="842112" y="45842"/>
                  <a:pt x="855606" y="45842"/>
                </a:cubicBezTo>
                <a:cubicBezTo>
                  <a:pt x="865632" y="45842"/>
                  <a:pt x="877584" y="50664"/>
                  <a:pt x="879320" y="70525"/>
                </a:cubicBezTo>
                <a:close/>
                <a:moveTo>
                  <a:pt x="993261" y="94858"/>
                </a:moveTo>
                <a:cubicBezTo>
                  <a:pt x="993261" y="74788"/>
                  <a:pt x="968389" y="70737"/>
                  <a:pt x="962220" y="69772"/>
                </a:cubicBezTo>
                <a:lnTo>
                  <a:pt x="949111" y="67457"/>
                </a:lnTo>
                <a:cubicBezTo>
                  <a:pt x="943519" y="66683"/>
                  <a:pt x="930410" y="64368"/>
                  <a:pt x="930410" y="56842"/>
                </a:cubicBezTo>
                <a:cubicBezTo>
                  <a:pt x="930410" y="51826"/>
                  <a:pt x="936579" y="45842"/>
                  <a:pt x="954895" y="45842"/>
                </a:cubicBezTo>
                <a:cubicBezTo>
                  <a:pt x="970895" y="45842"/>
                  <a:pt x="973595" y="51632"/>
                  <a:pt x="974175" y="56648"/>
                </a:cubicBezTo>
                <a:cubicBezTo>
                  <a:pt x="974366" y="59931"/>
                  <a:pt x="974752" y="63211"/>
                  <a:pt x="980729" y="63211"/>
                </a:cubicBezTo>
                <a:cubicBezTo>
                  <a:pt x="987478" y="63211"/>
                  <a:pt x="987478" y="59157"/>
                  <a:pt x="987478" y="55297"/>
                </a:cubicBezTo>
                <a:lnTo>
                  <a:pt x="987478" y="41985"/>
                </a:lnTo>
                <a:cubicBezTo>
                  <a:pt x="987478" y="38902"/>
                  <a:pt x="987478" y="34080"/>
                  <a:pt x="981691" y="34080"/>
                </a:cubicBezTo>
                <a:cubicBezTo>
                  <a:pt x="977067" y="34080"/>
                  <a:pt x="976293" y="36781"/>
                  <a:pt x="975908" y="38131"/>
                </a:cubicBezTo>
                <a:cubicBezTo>
                  <a:pt x="967427" y="34080"/>
                  <a:pt x="958943" y="34080"/>
                  <a:pt x="955280" y="34080"/>
                </a:cubicBezTo>
                <a:cubicBezTo>
                  <a:pt x="923082" y="34080"/>
                  <a:pt x="918649" y="49896"/>
                  <a:pt x="918649" y="56842"/>
                </a:cubicBezTo>
                <a:cubicBezTo>
                  <a:pt x="918649" y="74597"/>
                  <a:pt x="938891" y="77877"/>
                  <a:pt x="956630" y="80578"/>
                </a:cubicBezTo>
                <a:cubicBezTo>
                  <a:pt x="966076" y="82122"/>
                  <a:pt x="981500" y="84632"/>
                  <a:pt x="981500" y="94858"/>
                </a:cubicBezTo>
                <a:cubicBezTo>
                  <a:pt x="981500" y="101998"/>
                  <a:pt x="974366" y="108368"/>
                  <a:pt x="956822" y="108368"/>
                </a:cubicBezTo>
                <a:cubicBezTo>
                  <a:pt x="947761" y="108368"/>
                  <a:pt x="936965" y="106244"/>
                  <a:pt x="932146" y="91193"/>
                </a:cubicBezTo>
                <a:cubicBezTo>
                  <a:pt x="931181" y="87718"/>
                  <a:pt x="930410" y="85597"/>
                  <a:pt x="925398" y="85597"/>
                </a:cubicBezTo>
                <a:cubicBezTo>
                  <a:pt x="918649" y="85597"/>
                  <a:pt x="918649" y="89648"/>
                  <a:pt x="918649" y="93508"/>
                </a:cubicBezTo>
                <a:lnTo>
                  <a:pt x="918649" y="112225"/>
                </a:lnTo>
                <a:cubicBezTo>
                  <a:pt x="918649" y="115308"/>
                  <a:pt x="918649" y="120127"/>
                  <a:pt x="924433" y="120127"/>
                </a:cubicBezTo>
                <a:cubicBezTo>
                  <a:pt x="926168" y="120127"/>
                  <a:pt x="929254" y="119936"/>
                  <a:pt x="931566" y="112801"/>
                </a:cubicBezTo>
                <a:cubicBezTo>
                  <a:pt x="941012" y="119742"/>
                  <a:pt x="951232" y="120127"/>
                  <a:pt x="956630" y="120127"/>
                </a:cubicBezTo>
                <a:cubicBezTo>
                  <a:pt x="987089" y="120127"/>
                  <a:pt x="993261" y="104123"/>
                  <a:pt x="993261" y="94858"/>
                </a:cubicBezTo>
                <a:close/>
                <a:moveTo>
                  <a:pt x="1092547" y="94699"/>
                </a:moveTo>
                <a:cubicBezTo>
                  <a:pt x="1092547" y="91234"/>
                  <a:pt x="1092547" y="87191"/>
                  <a:pt x="1085799" y="87191"/>
                </a:cubicBezTo>
                <a:cubicBezTo>
                  <a:pt x="1079439" y="87191"/>
                  <a:pt x="1079245" y="91234"/>
                  <a:pt x="1079245" y="94505"/>
                </a:cubicBezTo>
                <a:cubicBezTo>
                  <a:pt x="1079053" y="106441"/>
                  <a:pt x="1068063" y="108368"/>
                  <a:pt x="1063630" y="108368"/>
                </a:cubicBezTo>
                <a:cubicBezTo>
                  <a:pt x="1048785" y="108368"/>
                  <a:pt x="1048785" y="98356"/>
                  <a:pt x="1048785" y="93543"/>
                </a:cubicBezTo>
                <a:lnTo>
                  <a:pt x="1048785" y="47725"/>
                </a:lnTo>
                <a:lnTo>
                  <a:pt x="1080401" y="47725"/>
                </a:lnTo>
                <a:cubicBezTo>
                  <a:pt x="1083292" y="47725"/>
                  <a:pt x="1088114" y="47725"/>
                  <a:pt x="1088114" y="41941"/>
                </a:cubicBezTo>
                <a:cubicBezTo>
                  <a:pt x="1088114" y="35963"/>
                  <a:pt x="1083487" y="35963"/>
                  <a:pt x="1080401" y="35963"/>
                </a:cubicBezTo>
                <a:lnTo>
                  <a:pt x="1048785" y="35963"/>
                </a:lnTo>
                <a:lnTo>
                  <a:pt x="1048785" y="20156"/>
                </a:lnTo>
                <a:cubicBezTo>
                  <a:pt x="1048785" y="16490"/>
                  <a:pt x="1048785" y="12250"/>
                  <a:pt x="1042228" y="12250"/>
                </a:cubicBezTo>
                <a:cubicBezTo>
                  <a:pt x="1035483" y="12250"/>
                  <a:pt x="1035483" y="16299"/>
                  <a:pt x="1035483" y="20156"/>
                </a:cubicBezTo>
                <a:lnTo>
                  <a:pt x="1035483" y="35963"/>
                </a:lnTo>
                <a:lnTo>
                  <a:pt x="1018709" y="35963"/>
                </a:lnTo>
                <a:cubicBezTo>
                  <a:pt x="1015623" y="35963"/>
                  <a:pt x="1010804" y="35963"/>
                  <a:pt x="1010804" y="41941"/>
                </a:cubicBezTo>
                <a:cubicBezTo>
                  <a:pt x="1010804" y="47725"/>
                  <a:pt x="1015623" y="47725"/>
                  <a:pt x="1018515" y="47725"/>
                </a:cubicBezTo>
                <a:lnTo>
                  <a:pt x="1035483" y="47725"/>
                </a:lnTo>
                <a:lnTo>
                  <a:pt x="1035483" y="94699"/>
                </a:lnTo>
                <a:cubicBezTo>
                  <a:pt x="1035483" y="113187"/>
                  <a:pt x="1048591" y="120127"/>
                  <a:pt x="1062665" y="120127"/>
                </a:cubicBezTo>
                <a:cubicBezTo>
                  <a:pt x="1076932" y="120127"/>
                  <a:pt x="1092547" y="111836"/>
                  <a:pt x="1092547" y="94699"/>
                </a:cubicBezTo>
                <a:close/>
                <a:moveTo>
                  <a:pt x="1197425" y="144448"/>
                </a:moveTo>
                <a:cubicBezTo>
                  <a:pt x="1197425" y="137699"/>
                  <a:pt x="1190679" y="137699"/>
                  <a:pt x="1188364" y="137699"/>
                </a:cubicBezTo>
                <a:lnTo>
                  <a:pt x="1127058" y="137699"/>
                </a:lnTo>
                <a:cubicBezTo>
                  <a:pt x="1124743" y="137699"/>
                  <a:pt x="1117997" y="137699"/>
                  <a:pt x="1117997" y="144448"/>
                </a:cubicBezTo>
                <a:cubicBezTo>
                  <a:pt x="1117997" y="151194"/>
                  <a:pt x="1124743" y="151194"/>
                  <a:pt x="1127058" y="151194"/>
                </a:cubicBezTo>
                <a:lnTo>
                  <a:pt x="1188364" y="151194"/>
                </a:lnTo>
                <a:cubicBezTo>
                  <a:pt x="1190679" y="151194"/>
                  <a:pt x="1197425" y="151194"/>
                  <a:pt x="1197425" y="144448"/>
                </a:cubicBezTo>
                <a:close/>
                <a:moveTo>
                  <a:pt x="1296907" y="94858"/>
                </a:moveTo>
                <a:cubicBezTo>
                  <a:pt x="1296907" y="74788"/>
                  <a:pt x="1272035" y="70737"/>
                  <a:pt x="1265866" y="69772"/>
                </a:cubicBezTo>
                <a:lnTo>
                  <a:pt x="1252757" y="67457"/>
                </a:lnTo>
                <a:cubicBezTo>
                  <a:pt x="1247165" y="66683"/>
                  <a:pt x="1234056" y="64368"/>
                  <a:pt x="1234056" y="56842"/>
                </a:cubicBezTo>
                <a:cubicBezTo>
                  <a:pt x="1234056" y="51826"/>
                  <a:pt x="1240225" y="45842"/>
                  <a:pt x="1258541" y="45842"/>
                </a:cubicBezTo>
                <a:cubicBezTo>
                  <a:pt x="1274541" y="45842"/>
                  <a:pt x="1277241" y="51632"/>
                  <a:pt x="1277821" y="56648"/>
                </a:cubicBezTo>
                <a:cubicBezTo>
                  <a:pt x="1278012" y="59931"/>
                  <a:pt x="1278398" y="63211"/>
                  <a:pt x="1284375" y="63211"/>
                </a:cubicBezTo>
                <a:cubicBezTo>
                  <a:pt x="1291124" y="63211"/>
                  <a:pt x="1291124" y="59157"/>
                  <a:pt x="1291124" y="55297"/>
                </a:cubicBezTo>
                <a:lnTo>
                  <a:pt x="1291124" y="41985"/>
                </a:lnTo>
                <a:cubicBezTo>
                  <a:pt x="1291124" y="38902"/>
                  <a:pt x="1291124" y="34080"/>
                  <a:pt x="1285337" y="34080"/>
                </a:cubicBezTo>
                <a:cubicBezTo>
                  <a:pt x="1280713" y="34080"/>
                  <a:pt x="1279939" y="36781"/>
                  <a:pt x="1279554" y="38131"/>
                </a:cubicBezTo>
                <a:cubicBezTo>
                  <a:pt x="1271073" y="34080"/>
                  <a:pt x="1262588" y="34080"/>
                  <a:pt x="1258926" y="34080"/>
                </a:cubicBezTo>
                <a:cubicBezTo>
                  <a:pt x="1226728" y="34080"/>
                  <a:pt x="1222295" y="49896"/>
                  <a:pt x="1222295" y="56842"/>
                </a:cubicBezTo>
                <a:cubicBezTo>
                  <a:pt x="1222295" y="74597"/>
                  <a:pt x="1242537" y="77877"/>
                  <a:pt x="1260276" y="80578"/>
                </a:cubicBezTo>
                <a:cubicBezTo>
                  <a:pt x="1269722" y="82122"/>
                  <a:pt x="1285146" y="84632"/>
                  <a:pt x="1285146" y="94858"/>
                </a:cubicBezTo>
                <a:cubicBezTo>
                  <a:pt x="1285146" y="101998"/>
                  <a:pt x="1278012" y="108368"/>
                  <a:pt x="1260467" y="108368"/>
                </a:cubicBezTo>
                <a:cubicBezTo>
                  <a:pt x="1251407" y="108368"/>
                  <a:pt x="1240611" y="106244"/>
                  <a:pt x="1235792" y="91193"/>
                </a:cubicBezTo>
                <a:cubicBezTo>
                  <a:pt x="1234827" y="87718"/>
                  <a:pt x="1234056" y="85597"/>
                  <a:pt x="1229043" y="85597"/>
                </a:cubicBezTo>
                <a:cubicBezTo>
                  <a:pt x="1222295" y="85597"/>
                  <a:pt x="1222295" y="89648"/>
                  <a:pt x="1222295" y="93508"/>
                </a:cubicBezTo>
                <a:lnTo>
                  <a:pt x="1222295" y="112225"/>
                </a:lnTo>
                <a:cubicBezTo>
                  <a:pt x="1222295" y="115308"/>
                  <a:pt x="1222295" y="120127"/>
                  <a:pt x="1228079" y="120127"/>
                </a:cubicBezTo>
                <a:cubicBezTo>
                  <a:pt x="1229814" y="120127"/>
                  <a:pt x="1232900" y="119936"/>
                  <a:pt x="1235212" y="112801"/>
                </a:cubicBezTo>
                <a:cubicBezTo>
                  <a:pt x="1244658" y="119742"/>
                  <a:pt x="1254878" y="120127"/>
                  <a:pt x="1260276" y="120127"/>
                </a:cubicBezTo>
                <a:cubicBezTo>
                  <a:pt x="1290735" y="120127"/>
                  <a:pt x="1296907" y="104123"/>
                  <a:pt x="1296907" y="94858"/>
                </a:cubicBezTo>
                <a:close/>
                <a:moveTo>
                  <a:pt x="1399665" y="77298"/>
                </a:moveTo>
                <a:cubicBezTo>
                  <a:pt x="1399665" y="53176"/>
                  <a:pt x="1381735" y="34080"/>
                  <a:pt x="1360142" y="34080"/>
                </a:cubicBezTo>
                <a:cubicBezTo>
                  <a:pt x="1338549" y="34080"/>
                  <a:pt x="1320619" y="53176"/>
                  <a:pt x="1320619" y="77298"/>
                </a:cubicBezTo>
                <a:cubicBezTo>
                  <a:pt x="1320619" y="101807"/>
                  <a:pt x="1338935" y="120127"/>
                  <a:pt x="1360142" y="120127"/>
                </a:cubicBezTo>
                <a:cubicBezTo>
                  <a:pt x="1381349" y="120127"/>
                  <a:pt x="1399665" y="101613"/>
                  <a:pt x="1399665" y="77298"/>
                </a:cubicBezTo>
                <a:moveTo>
                  <a:pt x="1386362" y="75947"/>
                </a:moveTo>
                <a:cubicBezTo>
                  <a:pt x="1386362" y="93893"/>
                  <a:pt x="1374410" y="108368"/>
                  <a:pt x="1360142" y="108368"/>
                </a:cubicBezTo>
                <a:cubicBezTo>
                  <a:pt x="1345874" y="108368"/>
                  <a:pt x="1333922" y="93893"/>
                  <a:pt x="1333922" y="75947"/>
                </a:cubicBezTo>
                <a:cubicBezTo>
                  <a:pt x="1333922" y="58387"/>
                  <a:pt x="1346454" y="45842"/>
                  <a:pt x="1360142" y="45842"/>
                </a:cubicBezTo>
                <a:cubicBezTo>
                  <a:pt x="1374024" y="45842"/>
                  <a:pt x="1386362" y="58387"/>
                  <a:pt x="1386362" y="75947"/>
                </a:cubicBezTo>
                <a:close/>
                <a:moveTo>
                  <a:pt x="1501071" y="144448"/>
                </a:moveTo>
                <a:cubicBezTo>
                  <a:pt x="1501071" y="137699"/>
                  <a:pt x="1494325" y="137699"/>
                  <a:pt x="1492010" y="137699"/>
                </a:cubicBezTo>
                <a:lnTo>
                  <a:pt x="1430704" y="137699"/>
                </a:lnTo>
                <a:cubicBezTo>
                  <a:pt x="1428389" y="137699"/>
                  <a:pt x="1421643" y="137699"/>
                  <a:pt x="1421643" y="144448"/>
                </a:cubicBezTo>
                <a:cubicBezTo>
                  <a:pt x="1421643" y="151194"/>
                  <a:pt x="1428389" y="151194"/>
                  <a:pt x="1430704" y="151194"/>
                </a:cubicBezTo>
                <a:lnTo>
                  <a:pt x="1492010" y="151194"/>
                </a:lnTo>
                <a:cubicBezTo>
                  <a:pt x="1494325" y="151194"/>
                  <a:pt x="1501071" y="151194"/>
                  <a:pt x="1501071" y="144448"/>
                </a:cubicBezTo>
                <a:close/>
                <a:moveTo>
                  <a:pt x="1596312" y="11571"/>
                </a:moveTo>
                <a:cubicBezTo>
                  <a:pt x="1596312" y="0"/>
                  <a:pt x="1580889" y="0"/>
                  <a:pt x="1577803" y="0"/>
                </a:cubicBezTo>
                <a:cubicBezTo>
                  <a:pt x="1562379" y="0"/>
                  <a:pt x="1547535" y="8870"/>
                  <a:pt x="1547535" y="25704"/>
                </a:cubicBezTo>
                <a:lnTo>
                  <a:pt x="1547535" y="35963"/>
                </a:lnTo>
                <a:lnTo>
                  <a:pt x="1528257" y="35963"/>
                </a:lnTo>
                <a:cubicBezTo>
                  <a:pt x="1525171" y="35963"/>
                  <a:pt x="1520353" y="35963"/>
                  <a:pt x="1520353" y="41941"/>
                </a:cubicBezTo>
                <a:cubicBezTo>
                  <a:pt x="1520353" y="47725"/>
                  <a:pt x="1525171" y="47725"/>
                  <a:pt x="1528063" y="47725"/>
                </a:cubicBezTo>
                <a:lnTo>
                  <a:pt x="1547535" y="47725"/>
                </a:lnTo>
                <a:lnTo>
                  <a:pt x="1547535" y="107238"/>
                </a:lnTo>
                <a:lnTo>
                  <a:pt x="1528063" y="107238"/>
                </a:lnTo>
                <a:cubicBezTo>
                  <a:pt x="1525171" y="107238"/>
                  <a:pt x="1520159" y="107238"/>
                  <a:pt x="1520159" y="113022"/>
                </a:cubicBezTo>
                <a:cubicBezTo>
                  <a:pt x="1520159" y="118997"/>
                  <a:pt x="1525171" y="118997"/>
                  <a:pt x="1528063" y="118997"/>
                </a:cubicBezTo>
                <a:lnTo>
                  <a:pt x="1580309" y="118997"/>
                </a:lnTo>
                <a:cubicBezTo>
                  <a:pt x="1583201" y="118997"/>
                  <a:pt x="1588214" y="118997"/>
                  <a:pt x="1588214" y="113213"/>
                </a:cubicBezTo>
                <a:cubicBezTo>
                  <a:pt x="1588214" y="107238"/>
                  <a:pt x="1583201" y="107238"/>
                  <a:pt x="1580309" y="107238"/>
                </a:cubicBezTo>
                <a:lnTo>
                  <a:pt x="1560837" y="107238"/>
                </a:lnTo>
                <a:lnTo>
                  <a:pt x="1560837" y="47725"/>
                </a:lnTo>
                <a:lnTo>
                  <a:pt x="1584360" y="47725"/>
                </a:lnTo>
                <a:cubicBezTo>
                  <a:pt x="1587252" y="47725"/>
                  <a:pt x="1592070" y="47725"/>
                  <a:pt x="1592070" y="41941"/>
                </a:cubicBezTo>
                <a:cubicBezTo>
                  <a:pt x="1592070" y="35963"/>
                  <a:pt x="1587443" y="35963"/>
                  <a:pt x="1584360" y="35963"/>
                </a:cubicBezTo>
                <a:lnTo>
                  <a:pt x="1560837" y="35963"/>
                </a:lnTo>
                <a:lnTo>
                  <a:pt x="1560837" y="26863"/>
                </a:lnTo>
                <a:cubicBezTo>
                  <a:pt x="1560837" y="11762"/>
                  <a:pt x="1573755" y="11762"/>
                  <a:pt x="1579538" y="11762"/>
                </a:cubicBezTo>
                <a:cubicBezTo>
                  <a:pt x="1579538" y="12536"/>
                  <a:pt x="1581274" y="20088"/>
                  <a:pt x="1588022" y="20088"/>
                </a:cubicBezTo>
                <a:cubicBezTo>
                  <a:pt x="1591876" y="20088"/>
                  <a:pt x="1596312" y="16990"/>
                  <a:pt x="1596312" y="11571"/>
                </a:cubicBezTo>
                <a:close/>
                <a:moveTo>
                  <a:pt x="1713336" y="113022"/>
                </a:moveTo>
                <a:cubicBezTo>
                  <a:pt x="1713336" y="107238"/>
                  <a:pt x="1708515" y="107238"/>
                  <a:pt x="1705623" y="107238"/>
                </a:cubicBezTo>
                <a:cubicBezTo>
                  <a:pt x="1697527" y="107238"/>
                  <a:pt x="1695597" y="106273"/>
                  <a:pt x="1694056" y="105694"/>
                </a:cubicBezTo>
                <a:lnTo>
                  <a:pt x="1694056" y="63991"/>
                </a:lnTo>
                <a:cubicBezTo>
                  <a:pt x="1694056" y="50284"/>
                  <a:pt x="1683645" y="34080"/>
                  <a:pt x="1655883" y="34080"/>
                </a:cubicBezTo>
                <a:cubicBezTo>
                  <a:pt x="1647594" y="34080"/>
                  <a:pt x="1627928" y="34080"/>
                  <a:pt x="1627928" y="48160"/>
                </a:cubicBezTo>
                <a:cubicBezTo>
                  <a:pt x="1627928" y="53953"/>
                  <a:pt x="1631979" y="57042"/>
                  <a:pt x="1636603" y="57042"/>
                </a:cubicBezTo>
                <a:cubicBezTo>
                  <a:pt x="1639495" y="57042"/>
                  <a:pt x="1644893" y="55303"/>
                  <a:pt x="1645087" y="48160"/>
                </a:cubicBezTo>
                <a:cubicBezTo>
                  <a:pt x="1645087" y="46616"/>
                  <a:pt x="1645278" y="46422"/>
                  <a:pt x="1649135" y="46036"/>
                </a:cubicBezTo>
                <a:cubicBezTo>
                  <a:pt x="1651836" y="45842"/>
                  <a:pt x="1654342" y="45842"/>
                  <a:pt x="1656078" y="45842"/>
                </a:cubicBezTo>
                <a:cubicBezTo>
                  <a:pt x="1670728" y="45842"/>
                  <a:pt x="1680753" y="51829"/>
                  <a:pt x="1680753" y="65536"/>
                </a:cubicBezTo>
                <a:cubicBezTo>
                  <a:pt x="1646629" y="66115"/>
                  <a:pt x="1622915" y="75768"/>
                  <a:pt x="1622915" y="94302"/>
                </a:cubicBezTo>
                <a:cubicBezTo>
                  <a:pt x="1622915" y="107597"/>
                  <a:pt x="1635062" y="120127"/>
                  <a:pt x="1654727" y="120127"/>
                </a:cubicBezTo>
                <a:cubicBezTo>
                  <a:pt x="1661861" y="120127"/>
                  <a:pt x="1673814" y="118780"/>
                  <a:pt x="1682874" y="112801"/>
                </a:cubicBezTo>
                <a:cubicBezTo>
                  <a:pt x="1687116" y="118806"/>
                  <a:pt x="1696371" y="118997"/>
                  <a:pt x="1703696" y="118997"/>
                </a:cubicBezTo>
                <a:cubicBezTo>
                  <a:pt x="1709094" y="118997"/>
                  <a:pt x="1713336" y="118997"/>
                  <a:pt x="1713336" y="113022"/>
                </a:cubicBezTo>
                <a:moveTo>
                  <a:pt x="1680753" y="93164"/>
                </a:moveTo>
                <a:cubicBezTo>
                  <a:pt x="1680753" y="97597"/>
                  <a:pt x="1680753" y="101645"/>
                  <a:pt x="1673234" y="105117"/>
                </a:cubicBezTo>
                <a:cubicBezTo>
                  <a:pt x="1666294" y="108368"/>
                  <a:pt x="1657619" y="108368"/>
                  <a:pt x="1656078" y="108368"/>
                </a:cubicBezTo>
                <a:cubicBezTo>
                  <a:pt x="1644122" y="108368"/>
                  <a:pt x="1636218" y="101813"/>
                  <a:pt x="1636218" y="94293"/>
                </a:cubicBezTo>
                <a:cubicBezTo>
                  <a:pt x="1636218" y="84844"/>
                  <a:pt x="1652798" y="77712"/>
                  <a:pt x="1680753" y="76939"/>
                </a:cubicBezTo>
                <a:lnTo>
                  <a:pt x="1680753" y="93164"/>
                </a:lnTo>
                <a:close/>
                <a:moveTo>
                  <a:pt x="1808383" y="46789"/>
                </a:moveTo>
                <a:cubicBezTo>
                  <a:pt x="1808383" y="42932"/>
                  <a:pt x="1806068" y="34833"/>
                  <a:pt x="1790068" y="34833"/>
                </a:cubicBezTo>
                <a:cubicBezTo>
                  <a:pt x="1780233" y="34833"/>
                  <a:pt x="1767896" y="38305"/>
                  <a:pt x="1757293" y="50452"/>
                </a:cubicBezTo>
                <a:lnTo>
                  <a:pt x="1757293" y="43897"/>
                </a:lnTo>
                <a:cubicBezTo>
                  <a:pt x="1757293" y="37893"/>
                  <a:pt x="1756134" y="35963"/>
                  <a:pt x="1749580" y="35963"/>
                </a:cubicBezTo>
                <a:lnTo>
                  <a:pt x="1728373" y="35963"/>
                </a:lnTo>
                <a:cubicBezTo>
                  <a:pt x="1725481" y="35963"/>
                  <a:pt x="1720662" y="35963"/>
                  <a:pt x="1720662" y="41750"/>
                </a:cubicBezTo>
                <a:cubicBezTo>
                  <a:pt x="1720662" y="47725"/>
                  <a:pt x="1725290" y="47725"/>
                  <a:pt x="1728373" y="47725"/>
                </a:cubicBezTo>
                <a:lnTo>
                  <a:pt x="1743991" y="47725"/>
                </a:lnTo>
                <a:lnTo>
                  <a:pt x="1743991" y="107238"/>
                </a:lnTo>
                <a:lnTo>
                  <a:pt x="1728373" y="107238"/>
                </a:lnTo>
                <a:cubicBezTo>
                  <a:pt x="1725481" y="107238"/>
                  <a:pt x="1720662" y="107238"/>
                  <a:pt x="1720662" y="113022"/>
                </a:cubicBezTo>
                <a:cubicBezTo>
                  <a:pt x="1720662" y="118997"/>
                  <a:pt x="1725290" y="118997"/>
                  <a:pt x="1728373" y="118997"/>
                </a:cubicBezTo>
                <a:lnTo>
                  <a:pt x="1778692" y="118997"/>
                </a:lnTo>
                <a:cubicBezTo>
                  <a:pt x="1781584" y="118997"/>
                  <a:pt x="1786596" y="118997"/>
                  <a:pt x="1786596" y="113213"/>
                </a:cubicBezTo>
                <a:cubicBezTo>
                  <a:pt x="1786596" y="107238"/>
                  <a:pt x="1781584" y="107238"/>
                  <a:pt x="1778692" y="107238"/>
                </a:cubicBezTo>
                <a:lnTo>
                  <a:pt x="1757293" y="107238"/>
                </a:lnTo>
                <a:lnTo>
                  <a:pt x="1757293" y="83164"/>
                </a:lnTo>
                <a:cubicBezTo>
                  <a:pt x="1757293" y="65106"/>
                  <a:pt x="1768666" y="46595"/>
                  <a:pt x="1791995" y="46595"/>
                </a:cubicBezTo>
                <a:cubicBezTo>
                  <a:pt x="1792189" y="51223"/>
                  <a:pt x="1795466" y="55080"/>
                  <a:pt x="1800284" y="55080"/>
                </a:cubicBezTo>
                <a:cubicBezTo>
                  <a:pt x="1804527" y="55080"/>
                  <a:pt x="1808383" y="51994"/>
                  <a:pt x="1808383" y="467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6FC1E9-DDF6-499D-B7AE-9E52F11F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64" y="84610"/>
            <a:ext cx="1845358" cy="313864"/>
          </a:xfrm>
          <a:custGeom xmlns:a="http://schemas.openxmlformats.org/drawingml/2006/main">
            <a:pathLst>
              <a:path w="1845358" h="313864">
                <a:moveTo>
                  <a:pt x="156909" y="0"/>
                </a:moveTo>
                <a:lnTo>
                  <a:pt x="1688425" y="0"/>
                </a:lnTo>
                <a:cubicBezTo>
                  <a:pt x="1775037" y="0"/>
                  <a:pt x="1845358" y="86618"/>
                  <a:pt x="1845358" y="156944"/>
                </a:cubicBezTo>
                <a:cubicBezTo>
                  <a:pt x="1845358" y="243538"/>
                  <a:pt x="1775133" y="313864"/>
                  <a:pt x="1688425" y="313864"/>
                </a:cubicBezTo>
                <a:lnTo>
                  <a:pt x="156909" y="313864"/>
                </a:lnTo>
                <a:cubicBezTo>
                  <a:pt x="70321" y="313864"/>
                  <a:pt x="0" y="227246"/>
                  <a:pt x="0" y="156944"/>
                </a:cubicBezTo>
                <a:cubicBezTo>
                  <a:pt x="0" y="70326"/>
                  <a:pt x="70225" y="0"/>
                  <a:pt x="156909" y="0"/>
                </a:cubicBezTo>
                <a:close/>
                <a:moveTo>
                  <a:pt x="156909" y="0"/>
                </a:moveTo>
              </a:path>
            </a:pathLst>
          </a:custGeom>
          <a:solidFill xmlns:a="http://schemas.openxmlformats.org/drawingml/2006/main">
            <a:srgbClr val="E6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3CDF82-79E7-43D9-B576-3B9156C2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64" y="84610"/>
            <a:ext cx="1845358" cy="313864"/>
          </a:xfrm>
          <a:custGeom xmlns:a="http://schemas.openxmlformats.org/drawingml/2006/main">
            <a:pathLst>
              <a:path w="1845358" h="313864" fill="none">
                <a:moveTo>
                  <a:pt x="156909" y="0"/>
                </a:moveTo>
                <a:lnTo>
                  <a:pt x="1688425" y="0"/>
                </a:lnTo>
                <a:cubicBezTo>
                  <a:pt x="1775037" y="0"/>
                  <a:pt x="1845358" y="86618"/>
                  <a:pt x="1845358" y="156944"/>
                </a:cubicBezTo>
                <a:cubicBezTo>
                  <a:pt x="1845358" y="243538"/>
                  <a:pt x="1775133" y="313864"/>
                  <a:pt x="1688425" y="313864"/>
                </a:cubicBezTo>
                <a:lnTo>
                  <a:pt x="156909" y="313864"/>
                </a:lnTo>
                <a:cubicBezTo>
                  <a:pt x="70321" y="313864"/>
                  <a:pt x="0" y="227246"/>
                  <a:pt x="0" y="156944"/>
                </a:cubicBezTo>
                <a:cubicBezTo>
                  <a:pt x="0" y="70326"/>
                  <a:pt x="70225" y="0"/>
                  <a:pt x="156909" y="0"/>
                </a:cubicBezTo>
                <a:close/>
                <a:moveTo>
                  <a:pt x="15690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0494" cap="flat">
            <a:solidFill>
              <a:srgbClr val="000000"/>
            </a:solidFill>
            <a:miter/>
          </a:ln>
        </p:spPr>
      </p:sp>
      <p:sp>
        <p:nvSpPr>
          <p:cNvPr id="62" name="Text HoarePrompt">
            <a:extLst xmlns:a="http://schemas.openxmlformats.org/drawingml/2006/main">
              <a:ext uri="{FF2B5EF4-FFF2-40B4-BE49-F238E27FC236}">
                <a16:creationId xmlns:a16="http://schemas.microsoft.com/office/drawing/2014/main" id="{5CDD92A9-87ED-4547-BD40-8B23FFD3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030" y="149117"/>
            <a:ext cx="1193985" cy="192547"/>
          </a:xfrm>
          <a:custGeom xmlns:a="http://schemas.openxmlformats.org/drawingml/2006/main">
            <a:pathLst>
              <a:path w="1193985" h="192547">
                <a:moveTo>
                  <a:pt x="112566" y="150606"/>
                </a:moveTo>
                <a:lnTo>
                  <a:pt x="112566" y="0"/>
                </a:lnTo>
                <a:lnTo>
                  <a:pt x="93262" y="0"/>
                </a:lnTo>
                <a:lnTo>
                  <a:pt x="93262" y="65781"/>
                </a:lnTo>
                <a:lnTo>
                  <a:pt x="19304" y="65781"/>
                </a:lnTo>
                <a:lnTo>
                  <a:pt x="19304" y="0"/>
                </a:lnTo>
                <a:lnTo>
                  <a:pt x="0" y="0"/>
                </a:lnTo>
                <a:lnTo>
                  <a:pt x="0" y="150606"/>
                </a:lnTo>
                <a:lnTo>
                  <a:pt x="19304" y="150606"/>
                </a:lnTo>
                <a:lnTo>
                  <a:pt x="19304" y="79010"/>
                </a:lnTo>
                <a:lnTo>
                  <a:pt x="93262" y="79010"/>
                </a:lnTo>
                <a:lnTo>
                  <a:pt x="93262" y="150606"/>
                </a:lnTo>
                <a:lnTo>
                  <a:pt x="112566" y="150606"/>
                </a:lnTo>
                <a:close/>
                <a:moveTo>
                  <a:pt x="234893" y="102866"/>
                </a:moveTo>
                <a:cubicBezTo>
                  <a:pt x="234893" y="73827"/>
                  <a:pt x="213203" y="50626"/>
                  <a:pt x="187395" y="50626"/>
                </a:cubicBezTo>
                <a:cubicBezTo>
                  <a:pt x="160718" y="50626"/>
                  <a:pt x="139679" y="74476"/>
                  <a:pt x="139679" y="102866"/>
                </a:cubicBezTo>
                <a:cubicBezTo>
                  <a:pt x="139679" y="131472"/>
                  <a:pt x="161800" y="152936"/>
                  <a:pt x="187177" y="152936"/>
                </a:cubicBezTo>
                <a:cubicBezTo>
                  <a:pt x="213203" y="152936"/>
                  <a:pt x="234893" y="131039"/>
                  <a:pt x="234893" y="102866"/>
                </a:cubicBezTo>
                <a:moveTo>
                  <a:pt x="217975" y="100699"/>
                </a:moveTo>
                <a:cubicBezTo>
                  <a:pt x="217975" y="126270"/>
                  <a:pt x="203228" y="139055"/>
                  <a:pt x="187177" y="139055"/>
                </a:cubicBezTo>
                <a:cubicBezTo>
                  <a:pt x="172212" y="139055"/>
                  <a:pt x="156594" y="126922"/>
                  <a:pt x="156594" y="100699"/>
                </a:cubicBezTo>
                <a:cubicBezTo>
                  <a:pt x="156594" y="74476"/>
                  <a:pt x="173079" y="63858"/>
                  <a:pt x="187177" y="63858"/>
                </a:cubicBezTo>
                <a:cubicBezTo>
                  <a:pt x="202361" y="63858"/>
                  <a:pt x="217975" y="75128"/>
                  <a:pt x="217975" y="100699"/>
                </a:cubicBezTo>
                <a:close/>
                <a:moveTo>
                  <a:pt x="330326" y="150553"/>
                </a:moveTo>
                <a:lnTo>
                  <a:pt x="330326" y="87913"/>
                </a:lnTo>
                <a:cubicBezTo>
                  <a:pt x="330326" y="65807"/>
                  <a:pt x="314493" y="50626"/>
                  <a:pt x="294537" y="50626"/>
                </a:cubicBezTo>
                <a:cubicBezTo>
                  <a:pt x="280438" y="50626"/>
                  <a:pt x="270679" y="54098"/>
                  <a:pt x="260485" y="59956"/>
                </a:cubicBezTo>
                <a:lnTo>
                  <a:pt x="261786" y="74260"/>
                </a:lnTo>
                <a:cubicBezTo>
                  <a:pt x="273065" y="66241"/>
                  <a:pt x="283910" y="63424"/>
                  <a:pt x="294537" y="63424"/>
                </a:cubicBezTo>
                <a:cubicBezTo>
                  <a:pt x="304733" y="63424"/>
                  <a:pt x="313408" y="72093"/>
                  <a:pt x="313408" y="88132"/>
                </a:cubicBezTo>
                <a:lnTo>
                  <a:pt x="313408" y="97452"/>
                </a:lnTo>
                <a:cubicBezTo>
                  <a:pt x="280875" y="97885"/>
                  <a:pt x="253327" y="106994"/>
                  <a:pt x="253327" y="126058"/>
                </a:cubicBezTo>
                <a:cubicBezTo>
                  <a:pt x="253327" y="135375"/>
                  <a:pt x="259185" y="152936"/>
                  <a:pt x="278056" y="152936"/>
                </a:cubicBezTo>
                <a:cubicBezTo>
                  <a:pt x="281090" y="152936"/>
                  <a:pt x="301477" y="152502"/>
                  <a:pt x="314060" y="142742"/>
                </a:cubicBezTo>
                <a:lnTo>
                  <a:pt x="314060" y="150553"/>
                </a:lnTo>
                <a:lnTo>
                  <a:pt x="330326" y="150553"/>
                </a:lnTo>
                <a:moveTo>
                  <a:pt x="313408" y="121944"/>
                </a:moveTo>
                <a:cubicBezTo>
                  <a:pt x="313408" y="126058"/>
                  <a:pt x="313408" y="131476"/>
                  <a:pt x="306034" y="135590"/>
                </a:cubicBezTo>
                <a:cubicBezTo>
                  <a:pt x="299743" y="139489"/>
                  <a:pt x="291502" y="139707"/>
                  <a:pt x="289116" y="139707"/>
                </a:cubicBezTo>
                <a:cubicBezTo>
                  <a:pt x="278704" y="139707"/>
                  <a:pt x="268944" y="134723"/>
                  <a:pt x="268944" y="125627"/>
                </a:cubicBezTo>
                <a:cubicBezTo>
                  <a:pt x="268944" y="110462"/>
                  <a:pt x="304081" y="108946"/>
                  <a:pt x="313408" y="108513"/>
                </a:cubicBezTo>
                <a:lnTo>
                  <a:pt x="313408" y="121944"/>
                </a:lnTo>
                <a:close/>
                <a:moveTo>
                  <a:pt x="416866" y="66433"/>
                </a:moveTo>
                <a:lnTo>
                  <a:pt x="416866" y="51897"/>
                </a:lnTo>
                <a:cubicBezTo>
                  <a:pt x="397562" y="52115"/>
                  <a:pt x="385634" y="62746"/>
                  <a:pt x="378909" y="72725"/>
                </a:cubicBezTo>
                <a:lnTo>
                  <a:pt x="378909" y="52982"/>
                </a:lnTo>
                <a:lnTo>
                  <a:pt x="363725" y="52982"/>
                </a:lnTo>
                <a:lnTo>
                  <a:pt x="363725" y="150606"/>
                </a:lnTo>
                <a:lnTo>
                  <a:pt x="379995" y="150606"/>
                </a:lnTo>
                <a:lnTo>
                  <a:pt x="379995" y="104180"/>
                </a:lnTo>
                <a:cubicBezTo>
                  <a:pt x="379995" y="82488"/>
                  <a:pt x="395609" y="66867"/>
                  <a:pt x="416866" y="66433"/>
                </a:cubicBezTo>
                <a:close/>
                <a:moveTo>
                  <a:pt x="509910" y="103158"/>
                </a:moveTo>
                <a:cubicBezTo>
                  <a:pt x="509910" y="95784"/>
                  <a:pt x="509695" y="79500"/>
                  <a:pt x="501236" y="66466"/>
                </a:cubicBezTo>
                <a:cubicBezTo>
                  <a:pt x="492343" y="53012"/>
                  <a:pt x="479112" y="50626"/>
                  <a:pt x="471305" y="50626"/>
                </a:cubicBezTo>
                <a:cubicBezTo>
                  <a:pt x="447231" y="50626"/>
                  <a:pt x="427709" y="73635"/>
                  <a:pt x="427709" y="101642"/>
                </a:cubicBezTo>
                <a:cubicBezTo>
                  <a:pt x="427709" y="130192"/>
                  <a:pt x="448532" y="152936"/>
                  <a:pt x="474558" y="152936"/>
                </a:cubicBezTo>
                <a:cubicBezTo>
                  <a:pt x="488223" y="152936"/>
                  <a:pt x="500584" y="147733"/>
                  <a:pt x="509043" y="141660"/>
                </a:cubicBezTo>
                <a:lnTo>
                  <a:pt x="507742" y="127597"/>
                </a:lnTo>
                <a:cubicBezTo>
                  <a:pt x="494077" y="138840"/>
                  <a:pt x="479764" y="139707"/>
                  <a:pt x="474776" y="139707"/>
                </a:cubicBezTo>
                <a:cubicBezTo>
                  <a:pt x="457425" y="139707"/>
                  <a:pt x="443541" y="124353"/>
                  <a:pt x="442893" y="103158"/>
                </a:cubicBezTo>
                <a:lnTo>
                  <a:pt x="509910" y="103158"/>
                </a:lnTo>
                <a:moveTo>
                  <a:pt x="497549" y="91229"/>
                </a:moveTo>
                <a:lnTo>
                  <a:pt x="443975" y="91229"/>
                </a:lnTo>
                <a:cubicBezTo>
                  <a:pt x="447446" y="74720"/>
                  <a:pt x="458940" y="63858"/>
                  <a:pt x="471305" y="63858"/>
                </a:cubicBezTo>
                <a:cubicBezTo>
                  <a:pt x="482583" y="63858"/>
                  <a:pt x="494729" y="71245"/>
                  <a:pt x="497549" y="91229"/>
                </a:cubicBezTo>
                <a:close/>
                <a:moveTo>
                  <a:pt x="642650" y="43847"/>
                </a:moveTo>
                <a:cubicBezTo>
                  <a:pt x="642650" y="20616"/>
                  <a:pt x="621175" y="0"/>
                  <a:pt x="591244" y="0"/>
                </a:cubicBezTo>
                <a:lnTo>
                  <a:pt x="537239" y="0"/>
                </a:lnTo>
                <a:lnTo>
                  <a:pt x="537239" y="150606"/>
                </a:lnTo>
                <a:lnTo>
                  <a:pt x="556544" y="150606"/>
                </a:lnTo>
                <a:lnTo>
                  <a:pt x="556544" y="87906"/>
                </a:lnTo>
                <a:lnTo>
                  <a:pt x="592763" y="87906"/>
                </a:lnTo>
                <a:cubicBezTo>
                  <a:pt x="619659" y="87906"/>
                  <a:pt x="642650" y="68164"/>
                  <a:pt x="642650" y="43847"/>
                </a:cubicBezTo>
                <a:moveTo>
                  <a:pt x="625080" y="43847"/>
                </a:moveTo>
                <a:cubicBezTo>
                  <a:pt x="625080" y="60998"/>
                  <a:pt x="611415" y="75326"/>
                  <a:pt x="586475" y="75326"/>
                </a:cubicBezTo>
                <a:lnTo>
                  <a:pt x="555892" y="75326"/>
                </a:lnTo>
                <a:lnTo>
                  <a:pt x="555892" y="12150"/>
                </a:lnTo>
                <a:lnTo>
                  <a:pt x="586475" y="12150"/>
                </a:lnTo>
                <a:cubicBezTo>
                  <a:pt x="610333" y="12150"/>
                  <a:pt x="625080" y="25392"/>
                  <a:pt x="625080" y="43847"/>
                </a:cubicBezTo>
                <a:close/>
                <a:moveTo>
                  <a:pt x="725936" y="66433"/>
                </a:moveTo>
                <a:lnTo>
                  <a:pt x="725936" y="51897"/>
                </a:lnTo>
                <a:cubicBezTo>
                  <a:pt x="706632" y="52115"/>
                  <a:pt x="694704" y="62746"/>
                  <a:pt x="687980" y="72725"/>
                </a:cubicBezTo>
                <a:lnTo>
                  <a:pt x="687980" y="52982"/>
                </a:lnTo>
                <a:lnTo>
                  <a:pt x="672796" y="52982"/>
                </a:lnTo>
                <a:lnTo>
                  <a:pt x="672796" y="150606"/>
                </a:lnTo>
                <a:lnTo>
                  <a:pt x="689065" y="150606"/>
                </a:lnTo>
                <a:lnTo>
                  <a:pt x="689065" y="104180"/>
                </a:lnTo>
                <a:cubicBezTo>
                  <a:pt x="689065" y="82488"/>
                  <a:pt x="704679" y="66867"/>
                  <a:pt x="725936" y="66433"/>
                </a:cubicBezTo>
                <a:close/>
                <a:moveTo>
                  <a:pt x="830911" y="102866"/>
                </a:moveTo>
                <a:cubicBezTo>
                  <a:pt x="830911" y="73827"/>
                  <a:pt x="809221" y="50626"/>
                  <a:pt x="783413" y="50626"/>
                </a:cubicBezTo>
                <a:cubicBezTo>
                  <a:pt x="756735" y="50626"/>
                  <a:pt x="735697" y="74476"/>
                  <a:pt x="735697" y="102866"/>
                </a:cubicBezTo>
                <a:cubicBezTo>
                  <a:pt x="735697" y="131472"/>
                  <a:pt x="757817" y="152936"/>
                  <a:pt x="783195" y="152936"/>
                </a:cubicBezTo>
                <a:cubicBezTo>
                  <a:pt x="809221" y="152936"/>
                  <a:pt x="830911" y="131039"/>
                  <a:pt x="830911" y="102866"/>
                </a:cubicBezTo>
                <a:moveTo>
                  <a:pt x="813993" y="100699"/>
                </a:moveTo>
                <a:cubicBezTo>
                  <a:pt x="813993" y="126270"/>
                  <a:pt x="799246" y="139055"/>
                  <a:pt x="783195" y="139055"/>
                </a:cubicBezTo>
                <a:cubicBezTo>
                  <a:pt x="768229" y="139055"/>
                  <a:pt x="752612" y="126922"/>
                  <a:pt x="752612" y="100699"/>
                </a:cubicBezTo>
                <a:cubicBezTo>
                  <a:pt x="752612" y="74476"/>
                  <a:pt x="769096" y="63858"/>
                  <a:pt x="783195" y="63858"/>
                </a:cubicBezTo>
                <a:cubicBezTo>
                  <a:pt x="798379" y="63858"/>
                  <a:pt x="813993" y="75128"/>
                  <a:pt x="813993" y="100699"/>
                </a:cubicBezTo>
                <a:close/>
                <a:moveTo>
                  <a:pt x="992278" y="150606"/>
                </a:moveTo>
                <a:lnTo>
                  <a:pt x="992278" y="85957"/>
                </a:lnTo>
                <a:cubicBezTo>
                  <a:pt x="992278" y="71421"/>
                  <a:pt x="988806" y="51897"/>
                  <a:pt x="962562" y="51897"/>
                </a:cubicBezTo>
                <a:cubicBezTo>
                  <a:pt x="949549" y="51897"/>
                  <a:pt x="938270" y="57973"/>
                  <a:pt x="930245" y="69686"/>
                </a:cubicBezTo>
                <a:cubicBezTo>
                  <a:pt x="924606" y="53201"/>
                  <a:pt x="909425" y="51897"/>
                  <a:pt x="902485" y="51897"/>
                </a:cubicBezTo>
                <a:cubicBezTo>
                  <a:pt x="886867" y="51897"/>
                  <a:pt x="876674" y="60790"/>
                  <a:pt x="870820" y="68601"/>
                </a:cubicBezTo>
                <a:lnTo>
                  <a:pt x="870820" y="52982"/>
                </a:lnTo>
                <a:lnTo>
                  <a:pt x="855202" y="52982"/>
                </a:lnTo>
                <a:lnTo>
                  <a:pt x="855202" y="150606"/>
                </a:lnTo>
                <a:lnTo>
                  <a:pt x="872120" y="150606"/>
                </a:lnTo>
                <a:lnTo>
                  <a:pt x="872120" y="97455"/>
                </a:lnTo>
                <a:cubicBezTo>
                  <a:pt x="872120" y="82704"/>
                  <a:pt x="877975" y="65129"/>
                  <a:pt x="894026" y="65129"/>
                </a:cubicBezTo>
                <a:cubicBezTo>
                  <a:pt x="914197" y="65129"/>
                  <a:pt x="915279" y="79232"/>
                  <a:pt x="915279" y="87476"/>
                </a:cubicBezTo>
                <a:lnTo>
                  <a:pt x="915279" y="150606"/>
                </a:lnTo>
                <a:lnTo>
                  <a:pt x="932198" y="150606"/>
                </a:lnTo>
                <a:lnTo>
                  <a:pt x="932198" y="97455"/>
                </a:lnTo>
                <a:cubicBezTo>
                  <a:pt x="932198" y="82704"/>
                  <a:pt x="938055" y="65129"/>
                  <a:pt x="954103" y="65129"/>
                </a:cubicBezTo>
                <a:cubicBezTo>
                  <a:pt x="974274" y="65129"/>
                  <a:pt x="975360" y="79232"/>
                  <a:pt x="975360" y="87476"/>
                </a:cubicBezTo>
                <a:lnTo>
                  <a:pt x="975360" y="150606"/>
                </a:lnTo>
                <a:lnTo>
                  <a:pt x="992278" y="150606"/>
                </a:lnTo>
                <a:close/>
                <a:moveTo>
                  <a:pt x="1113954" y="102201"/>
                </a:moveTo>
                <a:cubicBezTo>
                  <a:pt x="1113954" y="76187"/>
                  <a:pt x="1100289" y="51897"/>
                  <a:pt x="1079469" y="51897"/>
                </a:cubicBezTo>
                <a:cubicBezTo>
                  <a:pt x="1066453" y="51897"/>
                  <a:pt x="1053874" y="56454"/>
                  <a:pt x="1043899" y="64914"/>
                </a:cubicBezTo>
                <a:lnTo>
                  <a:pt x="1043899" y="54283"/>
                </a:lnTo>
                <a:lnTo>
                  <a:pt x="1027629" y="54283"/>
                </a:lnTo>
                <a:lnTo>
                  <a:pt x="1027629" y="192547"/>
                </a:lnTo>
                <a:lnTo>
                  <a:pt x="1044547" y="192547"/>
                </a:lnTo>
                <a:lnTo>
                  <a:pt x="1044547" y="140574"/>
                </a:lnTo>
                <a:cubicBezTo>
                  <a:pt x="1051272" y="146863"/>
                  <a:pt x="1060814" y="152936"/>
                  <a:pt x="1073830" y="152936"/>
                </a:cubicBezTo>
                <a:cubicBezTo>
                  <a:pt x="1094868" y="152936"/>
                  <a:pt x="1113954" y="131684"/>
                  <a:pt x="1113954" y="102201"/>
                </a:cubicBezTo>
                <a:moveTo>
                  <a:pt x="1097036" y="102201"/>
                </a:moveTo>
                <a:cubicBezTo>
                  <a:pt x="1097036" y="124532"/>
                  <a:pt x="1081637" y="139707"/>
                  <a:pt x="1065371" y="139707"/>
                </a:cubicBezTo>
                <a:cubicBezTo>
                  <a:pt x="1056912" y="139707"/>
                  <a:pt x="1051054" y="135371"/>
                  <a:pt x="1046719" y="129516"/>
                </a:cubicBezTo>
                <a:cubicBezTo>
                  <a:pt x="1044547" y="126266"/>
                  <a:pt x="1044547" y="125833"/>
                  <a:pt x="1044547" y="121931"/>
                </a:cubicBezTo>
                <a:lnTo>
                  <a:pt x="1044547" y="78355"/>
                </a:lnTo>
                <a:cubicBezTo>
                  <a:pt x="1049753" y="70765"/>
                  <a:pt x="1058212" y="65781"/>
                  <a:pt x="1067539" y="65781"/>
                </a:cubicBezTo>
                <a:cubicBezTo>
                  <a:pt x="1084023" y="65781"/>
                  <a:pt x="1097036" y="82257"/>
                  <a:pt x="1097036" y="102201"/>
                </a:cubicBezTo>
                <a:close/>
                <a:moveTo>
                  <a:pt x="1193985" y="144695"/>
                </a:moveTo>
                <a:lnTo>
                  <a:pt x="1190517" y="131896"/>
                </a:lnTo>
                <a:cubicBezTo>
                  <a:pt x="1184878" y="136454"/>
                  <a:pt x="1177938" y="139055"/>
                  <a:pt x="1170998" y="139055"/>
                </a:cubicBezTo>
                <a:cubicBezTo>
                  <a:pt x="1162972" y="139055"/>
                  <a:pt x="1159934" y="132548"/>
                  <a:pt x="1159934" y="121047"/>
                </a:cubicBezTo>
                <a:lnTo>
                  <a:pt x="1159934" y="66810"/>
                </a:lnTo>
                <a:lnTo>
                  <a:pt x="1190517" y="66810"/>
                </a:lnTo>
                <a:lnTo>
                  <a:pt x="1190517" y="54227"/>
                </a:lnTo>
                <a:lnTo>
                  <a:pt x="1159934" y="54227"/>
                </a:lnTo>
                <a:lnTo>
                  <a:pt x="1159934" y="26690"/>
                </a:lnTo>
                <a:lnTo>
                  <a:pt x="1144968" y="26690"/>
                </a:lnTo>
                <a:lnTo>
                  <a:pt x="1144968" y="54227"/>
                </a:lnTo>
                <a:lnTo>
                  <a:pt x="1126101" y="54227"/>
                </a:lnTo>
                <a:lnTo>
                  <a:pt x="1126101" y="66810"/>
                </a:lnTo>
                <a:lnTo>
                  <a:pt x="1144320" y="66810"/>
                </a:lnTo>
                <a:lnTo>
                  <a:pt x="1144320" y="124737"/>
                </a:lnTo>
                <a:cubicBezTo>
                  <a:pt x="1144320" y="137754"/>
                  <a:pt x="1147354" y="152936"/>
                  <a:pt x="1162320" y="152936"/>
                </a:cubicBezTo>
                <a:cubicBezTo>
                  <a:pt x="1177504" y="152936"/>
                  <a:pt x="1188564" y="147515"/>
                  <a:pt x="1193985" y="1446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A4B205-E512-40D7-8B8E-DE926994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75" y="1515591"/>
            <a:ext cx="1896279" cy="313864"/>
          </a:xfrm>
          <a:custGeom xmlns:a="http://schemas.openxmlformats.org/drawingml/2006/main">
            <a:pathLst>
              <a:path w="1896279" h="313864">
                <a:moveTo>
                  <a:pt x="156909" y="0"/>
                </a:moveTo>
                <a:lnTo>
                  <a:pt x="1739346" y="0"/>
                </a:lnTo>
                <a:cubicBezTo>
                  <a:pt x="1825958" y="0"/>
                  <a:pt x="1896279" y="86618"/>
                  <a:pt x="1896279" y="156920"/>
                </a:cubicBezTo>
                <a:cubicBezTo>
                  <a:pt x="1896279" y="243538"/>
                  <a:pt x="1826054" y="313864"/>
                  <a:pt x="1739346" y="313864"/>
                </a:cubicBezTo>
                <a:lnTo>
                  <a:pt x="156909" y="313864"/>
                </a:lnTo>
                <a:cubicBezTo>
                  <a:pt x="70321" y="313864"/>
                  <a:pt x="0" y="227246"/>
                  <a:pt x="0" y="156920"/>
                </a:cubicBezTo>
                <a:cubicBezTo>
                  <a:pt x="0" y="70326"/>
                  <a:pt x="70225" y="0"/>
                  <a:pt x="156909" y="0"/>
                </a:cubicBezTo>
                <a:close/>
                <a:moveTo>
                  <a:pt x="156909" y="0"/>
                </a:moveTo>
              </a:path>
            </a:pathLst>
          </a:custGeom>
          <a:solidFill xmlns:a="http://schemas.openxmlformats.org/drawingml/2006/main">
            <a:srgbClr val="E6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DCA25E-E017-45B8-B1C4-B86B9E6F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75" y="1515591"/>
            <a:ext cx="1896279" cy="313864"/>
          </a:xfrm>
          <a:custGeom xmlns:a="http://schemas.openxmlformats.org/drawingml/2006/main">
            <a:pathLst>
              <a:path w="1896279" h="313864" fill="none">
                <a:moveTo>
                  <a:pt x="156909" y="0"/>
                </a:moveTo>
                <a:lnTo>
                  <a:pt x="1739346" y="0"/>
                </a:lnTo>
                <a:cubicBezTo>
                  <a:pt x="1825958" y="0"/>
                  <a:pt x="1896279" y="86618"/>
                  <a:pt x="1896279" y="156920"/>
                </a:cubicBezTo>
                <a:cubicBezTo>
                  <a:pt x="1896279" y="243538"/>
                  <a:pt x="1826054" y="313864"/>
                  <a:pt x="1739346" y="313864"/>
                </a:cubicBezTo>
                <a:lnTo>
                  <a:pt x="156909" y="313864"/>
                </a:lnTo>
                <a:cubicBezTo>
                  <a:pt x="70321" y="313864"/>
                  <a:pt x="0" y="227246"/>
                  <a:pt x="0" y="156920"/>
                </a:cubicBezTo>
                <a:cubicBezTo>
                  <a:pt x="0" y="70326"/>
                  <a:pt x="70225" y="0"/>
                  <a:pt x="156909" y="0"/>
                </a:cubicBezTo>
                <a:close/>
                <a:moveTo>
                  <a:pt x="15690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0494" cap="flat">
            <a:solidFill>
              <a:srgbClr val="000000"/>
            </a:solidFill>
            <a:miter/>
          </a:ln>
        </p:spPr>
      </p:sp>
      <p:sp>
        <p:nvSpPr>
          <p:cNvPr id="65" name="Text VanillaPrompt">
            <a:extLst xmlns:a="http://schemas.openxmlformats.org/drawingml/2006/main">
              <a:ext uri="{FF2B5EF4-FFF2-40B4-BE49-F238E27FC236}">
                <a16:creationId xmlns:a16="http://schemas.microsoft.com/office/drawing/2014/main" id="{AEEE7863-4441-482B-8BC8-BD08FE22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32" y="1585841"/>
            <a:ext cx="1367714" cy="192547"/>
          </a:xfrm>
          <a:custGeom xmlns:a="http://schemas.openxmlformats.org/drawingml/2006/main">
            <a:pathLst>
              <a:path w="1367714" h="192547">
                <a:moveTo>
                  <a:pt x="138377" y="0"/>
                </a:moveTo>
                <a:lnTo>
                  <a:pt x="121458" y="0"/>
                </a:lnTo>
                <a:lnTo>
                  <a:pt x="92613" y="74221"/>
                </a:lnTo>
                <a:cubicBezTo>
                  <a:pt x="89141" y="83117"/>
                  <a:pt x="72875" y="125002"/>
                  <a:pt x="70922" y="134984"/>
                </a:cubicBezTo>
                <a:lnTo>
                  <a:pt x="70707" y="134984"/>
                </a:lnTo>
                <a:cubicBezTo>
                  <a:pt x="68970" y="126303"/>
                  <a:pt x="59644" y="102433"/>
                  <a:pt x="57694" y="97223"/>
                </a:cubicBezTo>
                <a:lnTo>
                  <a:pt x="20171" y="0"/>
                </a:lnTo>
                <a:lnTo>
                  <a:pt x="0" y="0"/>
                </a:lnTo>
                <a:lnTo>
                  <a:pt x="59210" y="150606"/>
                </a:lnTo>
                <a:lnTo>
                  <a:pt x="79166" y="150606"/>
                </a:lnTo>
                <a:lnTo>
                  <a:pt x="138377" y="0"/>
                </a:lnTo>
                <a:close/>
                <a:moveTo>
                  <a:pt x="230339" y="150553"/>
                </a:moveTo>
                <a:lnTo>
                  <a:pt x="230339" y="87913"/>
                </a:lnTo>
                <a:cubicBezTo>
                  <a:pt x="230339" y="65807"/>
                  <a:pt x="214507" y="50626"/>
                  <a:pt x="194550" y="50626"/>
                </a:cubicBezTo>
                <a:cubicBezTo>
                  <a:pt x="180452" y="50626"/>
                  <a:pt x="170692" y="54098"/>
                  <a:pt x="160499" y="59956"/>
                </a:cubicBezTo>
                <a:lnTo>
                  <a:pt x="161800" y="74260"/>
                </a:lnTo>
                <a:cubicBezTo>
                  <a:pt x="173078" y="66241"/>
                  <a:pt x="183924" y="63424"/>
                  <a:pt x="194550" y="63424"/>
                </a:cubicBezTo>
                <a:cubicBezTo>
                  <a:pt x="204747" y="63424"/>
                  <a:pt x="213421" y="72093"/>
                  <a:pt x="213421" y="88132"/>
                </a:cubicBezTo>
                <a:lnTo>
                  <a:pt x="213421" y="97452"/>
                </a:lnTo>
                <a:cubicBezTo>
                  <a:pt x="180889" y="97885"/>
                  <a:pt x="153341" y="106994"/>
                  <a:pt x="153341" y="126058"/>
                </a:cubicBezTo>
                <a:cubicBezTo>
                  <a:pt x="153341" y="135375"/>
                  <a:pt x="159198" y="152936"/>
                  <a:pt x="178069" y="152936"/>
                </a:cubicBezTo>
                <a:cubicBezTo>
                  <a:pt x="181104" y="152936"/>
                  <a:pt x="201490" y="152502"/>
                  <a:pt x="214073" y="142742"/>
                </a:cubicBezTo>
                <a:lnTo>
                  <a:pt x="214073" y="150553"/>
                </a:lnTo>
                <a:lnTo>
                  <a:pt x="230339" y="150553"/>
                </a:lnTo>
                <a:moveTo>
                  <a:pt x="213421" y="121944"/>
                </a:moveTo>
                <a:cubicBezTo>
                  <a:pt x="213421" y="126058"/>
                  <a:pt x="213421" y="131476"/>
                  <a:pt x="206048" y="135590"/>
                </a:cubicBezTo>
                <a:cubicBezTo>
                  <a:pt x="199756" y="139489"/>
                  <a:pt x="191516" y="139707"/>
                  <a:pt x="189129" y="139707"/>
                </a:cubicBezTo>
                <a:cubicBezTo>
                  <a:pt x="178718" y="139707"/>
                  <a:pt x="168958" y="134723"/>
                  <a:pt x="168958" y="125627"/>
                </a:cubicBezTo>
                <a:cubicBezTo>
                  <a:pt x="168958" y="110462"/>
                  <a:pt x="204095" y="108946"/>
                  <a:pt x="213421" y="108513"/>
                </a:cubicBezTo>
                <a:lnTo>
                  <a:pt x="213421" y="121944"/>
                </a:lnTo>
                <a:close/>
                <a:moveTo>
                  <a:pt x="340303" y="150606"/>
                </a:moveTo>
                <a:lnTo>
                  <a:pt x="340303" y="85957"/>
                </a:lnTo>
                <a:cubicBezTo>
                  <a:pt x="340303" y="71639"/>
                  <a:pt x="337050" y="51897"/>
                  <a:pt x="310587" y="51897"/>
                </a:cubicBezTo>
                <a:cubicBezTo>
                  <a:pt x="291068" y="51897"/>
                  <a:pt x="280441" y="66648"/>
                  <a:pt x="279140" y="68382"/>
                </a:cubicBezTo>
                <a:lnTo>
                  <a:pt x="279140" y="52982"/>
                </a:lnTo>
                <a:lnTo>
                  <a:pt x="263523" y="52982"/>
                </a:lnTo>
                <a:lnTo>
                  <a:pt x="263523" y="150606"/>
                </a:lnTo>
                <a:lnTo>
                  <a:pt x="280441" y="150606"/>
                </a:lnTo>
                <a:lnTo>
                  <a:pt x="280441" y="97455"/>
                </a:lnTo>
                <a:cubicBezTo>
                  <a:pt x="280441" y="83137"/>
                  <a:pt x="285862" y="65129"/>
                  <a:pt x="302347" y="65129"/>
                </a:cubicBezTo>
                <a:cubicBezTo>
                  <a:pt x="323167" y="65129"/>
                  <a:pt x="323385" y="80532"/>
                  <a:pt x="323385" y="87476"/>
                </a:cubicBezTo>
                <a:lnTo>
                  <a:pt x="323385" y="150606"/>
                </a:lnTo>
                <a:lnTo>
                  <a:pt x="340303" y="150606"/>
                </a:lnTo>
                <a:close/>
                <a:moveTo>
                  <a:pt x="391922" y="150606"/>
                </a:moveTo>
                <a:lnTo>
                  <a:pt x="391922" y="54227"/>
                </a:lnTo>
                <a:lnTo>
                  <a:pt x="375656" y="54227"/>
                </a:lnTo>
                <a:lnTo>
                  <a:pt x="375656" y="150606"/>
                </a:lnTo>
                <a:lnTo>
                  <a:pt x="391922" y="150606"/>
                </a:lnTo>
                <a:moveTo>
                  <a:pt x="393656" y="27779"/>
                </a:moveTo>
                <a:lnTo>
                  <a:pt x="393656" y="8473"/>
                </a:lnTo>
                <a:lnTo>
                  <a:pt x="374355" y="8473"/>
                </a:lnTo>
                <a:lnTo>
                  <a:pt x="374355" y="27779"/>
                </a:lnTo>
                <a:lnTo>
                  <a:pt x="393656" y="27779"/>
                </a:lnTo>
                <a:close/>
                <a:moveTo>
                  <a:pt x="443759" y="150606"/>
                </a:moveTo>
                <a:lnTo>
                  <a:pt x="443759" y="0"/>
                </a:lnTo>
                <a:lnTo>
                  <a:pt x="427493" y="0"/>
                </a:lnTo>
                <a:lnTo>
                  <a:pt x="427493" y="150606"/>
                </a:lnTo>
                <a:lnTo>
                  <a:pt x="443759" y="150606"/>
                </a:lnTo>
                <a:close/>
                <a:moveTo>
                  <a:pt x="495596" y="150606"/>
                </a:moveTo>
                <a:lnTo>
                  <a:pt x="495596" y="0"/>
                </a:lnTo>
                <a:lnTo>
                  <a:pt x="479330" y="0"/>
                </a:lnTo>
                <a:lnTo>
                  <a:pt x="479330" y="150606"/>
                </a:lnTo>
                <a:lnTo>
                  <a:pt x="495596" y="150606"/>
                </a:lnTo>
                <a:close/>
                <a:moveTo>
                  <a:pt x="602308" y="150553"/>
                </a:moveTo>
                <a:lnTo>
                  <a:pt x="602308" y="87913"/>
                </a:lnTo>
                <a:cubicBezTo>
                  <a:pt x="602308" y="65807"/>
                  <a:pt x="586475" y="50626"/>
                  <a:pt x="566519" y="50626"/>
                </a:cubicBezTo>
                <a:cubicBezTo>
                  <a:pt x="552420" y="50626"/>
                  <a:pt x="542661" y="54098"/>
                  <a:pt x="532467" y="59956"/>
                </a:cubicBezTo>
                <a:lnTo>
                  <a:pt x="533768" y="74260"/>
                </a:lnTo>
                <a:cubicBezTo>
                  <a:pt x="545047" y="66241"/>
                  <a:pt x="555892" y="63424"/>
                  <a:pt x="566519" y="63424"/>
                </a:cubicBezTo>
                <a:cubicBezTo>
                  <a:pt x="576715" y="63424"/>
                  <a:pt x="585389" y="72093"/>
                  <a:pt x="585389" y="88132"/>
                </a:cubicBezTo>
                <a:lnTo>
                  <a:pt x="585389" y="97452"/>
                </a:lnTo>
                <a:cubicBezTo>
                  <a:pt x="552857" y="97885"/>
                  <a:pt x="525309" y="106994"/>
                  <a:pt x="525309" y="126058"/>
                </a:cubicBezTo>
                <a:cubicBezTo>
                  <a:pt x="525309" y="135375"/>
                  <a:pt x="531167" y="152936"/>
                  <a:pt x="550037" y="152936"/>
                </a:cubicBezTo>
                <a:cubicBezTo>
                  <a:pt x="553072" y="152936"/>
                  <a:pt x="573459" y="152502"/>
                  <a:pt x="586041" y="142742"/>
                </a:cubicBezTo>
                <a:lnTo>
                  <a:pt x="586041" y="150553"/>
                </a:lnTo>
                <a:lnTo>
                  <a:pt x="602308" y="150553"/>
                </a:lnTo>
                <a:moveTo>
                  <a:pt x="585389" y="121944"/>
                </a:moveTo>
                <a:cubicBezTo>
                  <a:pt x="585389" y="126058"/>
                  <a:pt x="585389" y="131476"/>
                  <a:pt x="578016" y="135590"/>
                </a:cubicBezTo>
                <a:cubicBezTo>
                  <a:pt x="571725" y="139489"/>
                  <a:pt x="563484" y="139707"/>
                  <a:pt x="561098" y="139707"/>
                </a:cubicBezTo>
                <a:cubicBezTo>
                  <a:pt x="550686" y="139707"/>
                  <a:pt x="540926" y="134723"/>
                  <a:pt x="540926" y="125627"/>
                </a:cubicBezTo>
                <a:cubicBezTo>
                  <a:pt x="540926" y="110462"/>
                  <a:pt x="576063" y="108946"/>
                  <a:pt x="585389" y="108513"/>
                </a:cubicBezTo>
                <a:lnTo>
                  <a:pt x="585389" y="121944"/>
                </a:lnTo>
                <a:close/>
                <a:moveTo>
                  <a:pt x="816380" y="43847"/>
                </a:moveTo>
                <a:cubicBezTo>
                  <a:pt x="816380" y="20616"/>
                  <a:pt x="794905" y="0"/>
                  <a:pt x="764974" y="0"/>
                </a:cubicBezTo>
                <a:lnTo>
                  <a:pt x="710969" y="0"/>
                </a:lnTo>
                <a:lnTo>
                  <a:pt x="710969" y="150606"/>
                </a:lnTo>
                <a:lnTo>
                  <a:pt x="730274" y="150606"/>
                </a:lnTo>
                <a:lnTo>
                  <a:pt x="730274" y="87906"/>
                </a:lnTo>
                <a:lnTo>
                  <a:pt x="766493" y="87906"/>
                </a:lnTo>
                <a:cubicBezTo>
                  <a:pt x="793389" y="87906"/>
                  <a:pt x="816380" y="68164"/>
                  <a:pt x="816380" y="43847"/>
                </a:cubicBezTo>
                <a:moveTo>
                  <a:pt x="798810" y="43847"/>
                </a:moveTo>
                <a:cubicBezTo>
                  <a:pt x="798810" y="60998"/>
                  <a:pt x="785145" y="75326"/>
                  <a:pt x="760205" y="75326"/>
                </a:cubicBezTo>
                <a:lnTo>
                  <a:pt x="729622" y="75326"/>
                </a:lnTo>
                <a:lnTo>
                  <a:pt x="729622" y="12150"/>
                </a:lnTo>
                <a:lnTo>
                  <a:pt x="760205" y="12150"/>
                </a:lnTo>
                <a:cubicBezTo>
                  <a:pt x="784063" y="12150"/>
                  <a:pt x="798810" y="25392"/>
                  <a:pt x="798810" y="43847"/>
                </a:cubicBezTo>
                <a:close/>
                <a:moveTo>
                  <a:pt x="899665" y="66433"/>
                </a:moveTo>
                <a:lnTo>
                  <a:pt x="899665" y="51897"/>
                </a:lnTo>
                <a:cubicBezTo>
                  <a:pt x="880361" y="52115"/>
                  <a:pt x="868434" y="62746"/>
                  <a:pt x="861709" y="72725"/>
                </a:cubicBezTo>
                <a:lnTo>
                  <a:pt x="861709" y="52982"/>
                </a:lnTo>
                <a:lnTo>
                  <a:pt x="846525" y="52982"/>
                </a:lnTo>
                <a:lnTo>
                  <a:pt x="846525" y="150606"/>
                </a:lnTo>
                <a:lnTo>
                  <a:pt x="862794" y="150606"/>
                </a:lnTo>
                <a:lnTo>
                  <a:pt x="862794" y="104180"/>
                </a:lnTo>
                <a:cubicBezTo>
                  <a:pt x="862794" y="82488"/>
                  <a:pt x="878408" y="66867"/>
                  <a:pt x="899665" y="66433"/>
                </a:cubicBezTo>
                <a:close/>
                <a:moveTo>
                  <a:pt x="1004640" y="102866"/>
                </a:moveTo>
                <a:cubicBezTo>
                  <a:pt x="1004640" y="73827"/>
                  <a:pt x="982950" y="50626"/>
                  <a:pt x="957142" y="50626"/>
                </a:cubicBezTo>
                <a:cubicBezTo>
                  <a:pt x="930464" y="50626"/>
                  <a:pt x="909426" y="74476"/>
                  <a:pt x="909426" y="102866"/>
                </a:cubicBezTo>
                <a:cubicBezTo>
                  <a:pt x="909426" y="131472"/>
                  <a:pt x="931547" y="152936"/>
                  <a:pt x="956924" y="152936"/>
                </a:cubicBezTo>
                <a:cubicBezTo>
                  <a:pt x="982950" y="152936"/>
                  <a:pt x="1004640" y="131039"/>
                  <a:pt x="1004640" y="102866"/>
                </a:cubicBezTo>
                <a:moveTo>
                  <a:pt x="987722" y="100699"/>
                </a:moveTo>
                <a:cubicBezTo>
                  <a:pt x="987722" y="126270"/>
                  <a:pt x="972975" y="139055"/>
                  <a:pt x="956924" y="139055"/>
                </a:cubicBezTo>
                <a:cubicBezTo>
                  <a:pt x="941958" y="139055"/>
                  <a:pt x="926341" y="126922"/>
                  <a:pt x="926341" y="100699"/>
                </a:cubicBezTo>
                <a:cubicBezTo>
                  <a:pt x="926341" y="74476"/>
                  <a:pt x="942825" y="63858"/>
                  <a:pt x="956924" y="63858"/>
                </a:cubicBezTo>
                <a:cubicBezTo>
                  <a:pt x="972108" y="63858"/>
                  <a:pt x="987722" y="75128"/>
                  <a:pt x="987722" y="100699"/>
                </a:cubicBezTo>
                <a:close/>
                <a:moveTo>
                  <a:pt x="1166008" y="150606"/>
                </a:moveTo>
                <a:lnTo>
                  <a:pt x="1166008" y="85957"/>
                </a:lnTo>
                <a:cubicBezTo>
                  <a:pt x="1166008" y="71421"/>
                  <a:pt x="1162536" y="51897"/>
                  <a:pt x="1136292" y="51897"/>
                </a:cubicBezTo>
                <a:cubicBezTo>
                  <a:pt x="1123279" y="51897"/>
                  <a:pt x="1112000" y="57973"/>
                  <a:pt x="1103975" y="69686"/>
                </a:cubicBezTo>
                <a:cubicBezTo>
                  <a:pt x="1098335" y="53201"/>
                  <a:pt x="1083155" y="51897"/>
                  <a:pt x="1076215" y="51897"/>
                </a:cubicBezTo>
                <a:cubicBezTo>
                  <a:pt x="1060597" y="51897"/>
                  <a:pt x="1050404" y="60790"/>
                  <a:pt x="1044549" y="68601"/>
                </a:cubicBezTo>
                <a:lnTo>
                  <a:pt x="1044549" y="52982"/>
                </a:lnTo>
                <a:lnTo>
                  <a:pt x="1028932" y="52982"/>
                </a:lnTo>
                <a:lnTo>
                  <a:pt x="1028932" y="150606"/>
                </a:lnTo>
                <a:lnTo>
                  <a:pt x="1045850" y="150606"/>
                </a:lnTo>
                <a:lnTo>
                  <a:pt x="1045850" y="97455"/>
                </a:lnTo>
                <a:cubicBezTo>
                  <a:pt x="1045850" y="82704"/>
                  <a:pt x="1051704" y="65129"/>
                  <a:pt x="1067755" y="65129"/>
                </a:cubicBezTo>
                <a:cubicBezTo>
                  <a:pt x="1087927" y="65129"/>
                  <a:pt x="1089009" y="79232"/>
                  <a:pt x="1089009" y="87476"/>
                </a:cubicBezTo>
                <a:lnTo>
                  <a:pt x="1089009" y="150606"/>
                </a:lnTo>
                <a:lnTo>
                  <a:pt x="1105927" y="150606"/>
                </a:lnTo>
                <a:lnTo>
                  <a:pt x="1105927" y="97455"/>
                </a:lnTo>
                <a:cubicBezTo>
                  <a:pt x="1105927" y="82704"/>
                  <a:pt x="1111785" y="65129"/>
                  <a:pt x="1127833" y="65129"/>
                </a:cubicBezTo>
                <a:cubicBezTo>
                  <a:pt x="1148004" y="65129"/>
                  <a:pt x="1149090" y="79232"/>
                  <a:pt x="1149090" y="87476"/>
                </a:cubicBezTo>
                <a:lnTo>
                  <a:pt x="1149090" y="150606"/>
                </a:lnTo>
                <a:lnTo>
                  <a:pt x="1166008" y="150606"/>
                </a:lnTo>
                <a:close/>
                <a:moveTo>
                  <a:pt x="1287683" y="102201"/>
                </a:moveTo>
                <a:cubicBezTo>
                  <a:pt x="1287683" y="76187"/>
                  <a:pt x="1274018" y="51897"/>
                  <a:pt x="1253198" y="51897"/>
                </a:cubicBezTo>
                <a:cubicBezTo>
                  <a:pt x="1240182" y="51897"/>
                  <a:pt x="1227603" y="56454"/>
                  <a:pt x="1217628" y="64914"/>
                </a:cubicBezTo>
                <a:lnTo>
                  <a:pt x="1217628" y="54283"/>
                </a:lnTo>
                <a:lnTo>
                  <a:pt x="1201358" y="54283"/>
                </a:lnTo>
                <a:lnTo>
                  <a:pt x="1201358" y="192547"/>
                </a:lnTo>
                <a:lnTo>
                  <a:pt x="1218277" y="192547"/>
                </a:lnTo>
                <a:lnTo>
                  <a:pt x="1218277" y="140574"/>
                </a:lnTo>
                <a:cubicBezTo>
                  <a:pt x="1225001" y="146863"/>
                  <a:pt x="1234543" y="152936"/>
                  <a:pt x="1247559" y="152936"/>
                </a:cubicBezTo>
                <a:cubicBezTo>
                  <a:pt x="1268597" y="152936"/>
                  <a:pt x="1287683" y="131684"/>
                  <a:pt x="1287683" y="102201"/>
                </a:cubicBezTo>
                <a:moveTo>
                  <a:pt x="1270765" y="102201"/>
                </a:moveTo>
                <a:cubicBezTo>
                  <a:pt x="1270765" y="124532"/>
                  <a:pt x="1255366" y="139707"/>
                  <a:pt x="1239100" y="139707"/>
                </a:cubicBezTo>
                <a:cubicBezTo>
                  <a:pt x="1230641" y="139707"/>
                  <a:pt x="1224783" y="135371"/>
                  <a:pt x="1220448" y="129516"/>
                </a:cubicBezTo>
                <a:cubicBezTo>
                  <a:pt x="1218277" y="126266"/>
                  <a:pt x="1218277" y="125833"/>
                  <a:pt x="1218277" y="121931"/>
                </a:cubicBezTo>
                <a:lnTo>
                  <a:pt x="1218277" y="78355"/>
                </a:lnTo>
                <a:cubicBezTo>
                  <a:pt x="1223482" y="70765"/>
                  <a:pt x="1231941" y="65781"/>
                  <a:pt x="1241268" y="65781"/>
                </a:cubicBezTo>
                <a:cubicBezTo>
                  <a:pt x="1257752" y="65781"/>
                  <a:pt x="1270765" y="82257"/>
                  <a:pt x="1270765" y="102201"/>
                </a:cubicBezTo>
                <a:close/>
                <a:moveTo>
                  <a:pt x="1367714" y="144695"/>
                </a:moveTo>
                <a:lnTo>
                  <a:pt x="1364245" y="131896"/>
                </a:lnTo>
                <a:cubicBezTo>
                  <a:pt x="1358606" y="136454"/>
                  <a:pt x="1351666" y="139055"/>
                  <a:pt x="1344726" y="139055"/>
                </a:cubicBezTo>
                <a:cubicBezTo>
                  <a:pt x="1336700" y="139055"/>
                  <a:pt x="1333662" y="132548"/>
                  <a:pt x="1333662" y="121047"/>
                </a:cubicBezTo>
                <a:lnTo>
                  <a:pt x="1333662" y="66810"/>
                </a:lnTo>
                <a:lnTo>
                  <a:pt x="1364245" y="66810"/>
                </a:lnTo>
                <a:lnTo>
                  <a:pt x="1364245" y="54227"/>
                </a:lnTo>
                <a:lnTo>
                  <a:pt x="1333662" y="54227"/>
                </a:lnTo>
                <a:lnTo>
                  <a:pt x="1333662" y="26690"/>
                </a:lnTo>
                <a:lnTo>
                  <a:pt x="1318697" y="26690"/>
                </a:lnTo>
                <a:lnTo>
                  <a:pt x="1318697" y="54227"/>
                </a:lnTo>
                <a:lnTo>
                  <a:pt x="1299829" y="54227"/>
                </a:lnTo>
                <a:lnTo>
                  <a:pt x="1299829" y="66810"/>
                </a:lnTo>
                <a:lnTo>
                  <a:pt x="1318048" y="66810"/>
                </a:lnTo>
                <a:lnTo>
                  <a:pt x="1318048" y="124737"/>
                </a:lnTo>
                <a:cubicBezTo>
                  <a:pt x="1318048" y="137754"/>
                  <a:pt x="1321083" y="152936"/>
                  <a:pt x="1336049" y="152936"/>
                </a:cubicBezTo>
                <a:cubicBezTo>
                  <a:pt x="1351232" y="152936"/>
                  <a:pt x="1362293" y="147515"/>
                  <a:pt x="1367714" y="1446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79DF2F-2CBB-45BA-947B-9572B329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729" y="1405523"/>
            <a:ext cx="204938" cy="10"/>
          </a:xfrm>
          <a:custGeom xmlns:a="http://schemas.openxmlformats.org/drawingml/2006/main">
            <a:pathLst>
              <a:path w="204938" h="1" fill="none">
                <a:moveTo>
                  <a:pt x="0" y="0"/>
                </a:moveTo>
                <a:lnTo>
                  <a:pt x="204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94" cap="flat">
            <a:solidFill>
              <a:srgbClr val="000000"/>
            </a:solidFill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99F858-F562-43D7-98C5-7B722CD0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150" y="1302999"/>
            <a:ext cx="10" cy="204953"/>
          </a:xfrm>
          <a:custGeom xmlns:a="http://schemas.openxmlformats.org/drawingml/2006/main">
            <a:pathLst>
              <a:path w="1" h="204953" fill="none">
                <a:moveTo>
                  <a:pt x="0" y="20495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94" cap="flat">
            <a:solidFill>
              <a:srgbClr val="000000"/>
            </a:solidFill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E34D5D-B94E-4AE3-947E-22750FF7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082" y="6082679"/>
            <a:ext cx="146932" cy="142821"/>
          </a:xfrm>
          <a:custGeom xmlns:a="http://schemas.openxmlformats.org/drawingml/2006/main">
            <a:pathLst>
              <a:path w="146932" h="142821">
                <a:moveTo>
                  <a:pt x="146932" y="142821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4005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94F2B9-F98E-4900-93E1-A1E3EA14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082" y="6082679"/>
            <a:ext cx="146932" cy="142821"/>
          </a:xfrm>
          <a:custGeom xmlns:a="http://schemas.openxmlformats.org/drawingml/2006/main">
            <a:pathLst>
              <a:path w="146932" h="142821" fill="none">
                <a:moveTo>
                  <a:pt x="146932" y="1428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0989" cap="flat">
            <a:solidFill>
              <a:srgbClr val="FF0000"/>
            </a:solidFill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61B3BF-4567-4A00-82F5-15821EC5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155" y="6080606"/>
            <a:ext cx="142787" cy="146942"/>
          </a:xfrm>
          <a:custGeom xmlns:a="http://schemas.openxmlformats.org/drawingml/2006/main">
            <a:pathLst>
              <a:path w="142787" h="146942">
                <a:moveTo>
                  <a:pt x="142787" y="0"/>
                </a:moveTo>
                <a:lnTo>
                  <a:pt x="0" y="146942"/>
                </a:lnTo>
              </a:path>
            </a:pathLst>
          </a:custGeom>
          <a:solidFill xmlns:a="http://schemas.openxmlformats.org/drawingml/2006/main">
            <a:srgbClr val="D4005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58B135-9F70-4580-A00D-5D06D5F9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155" y="6080606"/>
            <a:ext cx="142787" cy="146942"/>
          </a:xfrm>
          <a:custGeom xmlns:a="http://schemas.openxmlformats.org/drawingml/2006/main">
            <a:pathLst>
              <a:path w="142787" h="146942" fill="none">
                <a:moveTo>
                  <a:pt x="142787" y="0"/>
                </a:moveTo>
                <a:lnTo>
                  <a:pt x="0" y="146942"/>
                </a:lnTo>
              </a:path>
            </a:pathLst>
          </a:custGeom>
          <a:noFill xmlns:a="http://schemas.openxmlformats.org/drawingml/2006/main"/>
          <a:ln xmlns:a="http://schemas.openxmlformats.org/drawingml/2006/main" w="40989" cap="flat">
            <a:solidFill>
              <a:srgbClr val="FF0000"/>
            </a:solidFill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6364AD-A0FA-43C5-821F-B00ED5E1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9350" y="5754499"/>
            <a:ext cx="74177" cy="69290"/>
          </a:xfrm>
          <a:custGeom xmlns:a="http://schemas.openxmlformats.org/drawingml/2006/main">
            <a:pathLst>
              <a:path w="74177" h="69290">
                <a:moveTo>
                  <a:pt x="0" y="0"/>
                </a:moveTo>
                <a:lnTo>
                  <a:pt x="74177" y="69290"/>
                </a:lnTo>
              </a:path>
            </a:pathLst>
          </a:custGeom>
          <a:solidFill xmlns:a="http://schemas.openxmlformats.org/drawingml/2006/main">
            <a:srgbClr val="D35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886224-9B72-430D-BCCD-63028C8F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9357" y="5754497"/>
            <a:ext cx="74175" cy="69298"/>
          </a:xfrm>
          <a:custGeom xmlns:a="http://schemas.openxmlformats.org/drawingml/2006/main">
            <a:pathLst>
              <a:path w="74175" h="69298" fill="none">
                <a:moveTo>
                  <a:pt x="0" y="0"/>
                </a:moveTo>
                <a:lnTo>
                  <a:pt x="74175" y="69298"/>
                </a:lnTo>
              </a:path>
            </a:pathLst>
          </a:custGeom>
          <a:noFill xmlns:a="http://schemas.openxmlformats.org/drawingml/2006/main"/>
          <a:ln xmlns:a="http://schemas.openxmlformats.org/drawingml/2006/main" w="40989" cap="flat">
            <a:solidFill>
              <a:srgbClr val="2CA02C"/>
            </a:solidFill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93BC7C-21C3-4226-B957-5E34C885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8442" y="5690560"/>
            <a:ext cx="133292" cy="155715"/>
          </a:xfrm>
          <a:custGeom xmlns:a="http://schemas.openxmlformats.org/drawingml/2006/main">
            <a:pathLst>
              <a:path w="133292" h="155715">
                <a:moveTo>
                  <a:pt x="133292" y="0"/>
                </a:moveTo>
                <a:lnTo>
                  <a:pt x="0" y="155715"/>
                </a:lnTo>
              </a:path>
            </a:pathLst>
          </a:custGeom>
          <a:solidFill xmlns:a="http://schemas.openxmlformats.org/drawingml/2006/main">
            <a:srgbClr val="D35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303A95-39B1-4B66-8FD3-C83B9B80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8445" y="5690564"/>
            <a:ext cx="133297" cy="155719"/>
          </a:xfrm>
          <a:custGeom xmlns:a="http://schemas.openxmlformats.org/drawingml/2006/main">
            <a:pathLst>
              <a:path w="133297" h="155719" fill="none">
                <a:moveTo>
                  <a:pt x="133297" y="0"/>
                </a:moveTo>
                <a:lnTo>
                  <a:pt x="0" y="155719"/>
                </a:lnTo>
              </a:path>
            </a:pathLst>
          </a:custGeom>
          <a:noFill xmlns:a="http://schemas.openxmlformats.org/drawingml/2006/main"/>
          <a:ln xmlns:a="http://schemas.openxmlformats.org/drawingml/2006/main" w="40989" cap="flat">
            <a:solidFill>
              <a:srgbClr val="2CA02C"/>
            </a:solidFill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0E10B1-A377-4AE5-99F5-1752766A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416" y="5529302"/>
            <a:ext cx="10" cy="296632"/>
          </a:xfrm>
          <a:custGeom xmlns:a="http://schemas.openxmlformats.org/drawingml/2006/main">
            <a:pathLst>
              <a:path w="1" h="296632" fill="none">
                <a:moveTo>
                  <a:pt x="0" y="29663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94" cap="flat">
            <a:solidFill>
              <a:srgbClr val="000000"/>
            </a:solidFill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AD4319-767A-46DC-B0CA-DAE9570E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939" y="5764477"/>
            <a:ext cx="122953" cy="61457"/>
          </a:xfrm>
          <a:custGeom xmlns:a="http://schemas.openxmlformats.org/drawingml/2006/main">
            <a:pathLst>
              <a:path w="122953" h="61457" fill="none">
                <a:moveTo>
                  <a:pt x="0" y="0"/>
                </a:moveTo>
                <a:lnTo>
                  <a:pt x="61477" y="61457"/>
                </a:lnTo>
                <a:lnTo>
                  <a:pt x="1229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94" cap="flat">
            <a:solidFill>
              <a:srgbClr val="000000"/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5D5822-7921-4CD1-81E6-230748F4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7932" y="5607629"/>
            <a:ext cx="7767136" cy="1458480"/>
          </a:xfrm>
          <a:custGeom xmlns:a="http://schemas.openxmlformats.org/drawingml/2006/main">
            <a:pathLst>
              <a:path w="7767136" h="1458480" fill="none">
                <a:moveTo>
                  <a:pt x="0" y="0"/>
                </a:moveTo>
                <a:lnTo>
                  <a:pt x="7767136" y="0"/>
                </a:lnTo>
                <a:lnTo>
                  <a:pt x="7767136" y="1458480"/>
                </a:lnTo>
                <a:lnTo>
                  <a:pt x="0" y="145848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494" cap="flat">
            <a:solidFill>
              <a:srgbClr val="000000"/>
            </a:solidFill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EA83BD-19A0-409F-A34A-CA0AE97E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64" y="5442780"/>
            <a:ext cx="1811836" cy="313864"/>
          </a:xfrm>
          <a:custGeom xmlns:a="http://schemas.openxmlformats.org/drawingml/2006/main">
            <a:pathLst>
              <a:path w="1811836" h="313864">
                <a:moveTo>
                  <a:pt x="156909" y="0"/>
                </a:moveTo>
                <a:lnTo>
                  <a:pt x="1654903" y="0"/>
                </a:lnTo>
                <a:cubicBezTo>
                  <a:pt x="1741515" y="0"/>
                  <a:pt x="1811836" y="86618"/>
                  <a:pt x="1811836" y="156944"/>
                </a:cubicBezTo>
                <a:cubicBezTo>
                  <a:pt x="1811836" y="243538"/>
                  <a:pt x="1741611" y="313864"/>
                  <a:pt x="1654903" y="313864"/>
                </a:cubicBezTo>
                <a:lnTo>
                  <a:pt x="156909" y="313864"/>
                </a:lnTo>
                <a:cubicBezTo>
                  <a:pt x="70321" y="313864"/>
                  <a:pt x="0" y="227270"/>
                  <a:pt x="0" y="156944"/>
                </a:cubicBezTo>
                <a:cubicBezTo>
                  <a:pt x="0" y="70326"/>
                  <a:pt x="70225" y="0"/>
                  <a:pt x="156909" y="0"/>
                </a:cubicBezTo>
                <a:close/>
                <a:moveTo>
                  <a:pt x="156909" y="0"/>
                </a:moveTo>
              </a:path>
            </a:pathLst>
          </a:custGeom>
          <a:solidFill xmlns:a="http://schemas.openxmlformats.org/drawingml/2006/main">
            <a:srgbClr val="AFE9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C4A594-6292-4D6B-A358-770CD1B8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64" y="5442780"/>
            <a:ext cx="1811836" cy="313864"/>
          </a:xfrm>
          <a:custGeom xmlns:a="http://schemas.openxmlformats.org/drawingml/2006/main">
            <a:pathLst>
              <a:path w="1811836" h="313864" fill="none">
                <a:moveTo>
                  <a:pt x="156909" y="0"/>
                </a:moveTo>
                <a:lnTo>
                  <a:pt x="1654903" y="0"/>
                </a:lnTo>
                <a:cubicBezTo>
                  <a:pt x="1741515" y="0"/>
                  <a:pt x="1811836" y="86618"/>
                  <a:pt x="1811836" y="156944"/>
                </a:cubicBezTo>
                <a:cubicBezTo>
                  <a:pt x="1811836" y="243538"/>
                  <a:pt x="1741611" y="313864"/>
                  <a:pt x="1654903" y="313864"/>
                </a:cubicBezTo>
                <a:lnTo>
                  <a:pt x="156909" y="313864"/>
                </a:lnTo>
                <a:cubicBezTo>
                  <a:pt x="70321" y="313864"/>
                  <a:pt x="0" y="227270"/>
                  <a:pt x="0" y="156944"/>
                </a:cubicBezTo>
                <a:cubicBezTo>
                  <a:pt x="0" y="70326"/>
                  <a:pt x="70225" y="0"/>
                  <a:pt x="156909" y="0"/>
                </a:cubicBezTo>
                <a:close/>
                <a:moveTo>
                  <a:pt x="15690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0494" cap="flat">
            <a:solidFill>
              <a:srgbClr val="000000"/>
            </a:solidFill>
            <a:miter/>
          </a:ln>
        </p:spPr>
      </p:sp>
      <p:sp>
        <p:nvSpPr>
          <p:cNvPr id="81" name="Text LLMResponse">
            <a:extLst xmlns:a="http://schemas.openxmlformats.org/drawingml/2006/main">
              <a:ext uri="{FF2B5EF4-FFF2-40B4-BE49-F238E27FC236}">
                <a16:creationId xmlns:a16="http://schemas.microsoft.com/office/drawing/2014/main" id="{426BE3BC-60CE-4B44-8E74-30378343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558" y="5519154"/>
            <a:ext cx="1301779" cy="192547"/>
          </a:xfrm>
          <a:custGeom xmlns:a="http://schemas.openxmlformats.org/drawingml/2006/main">
            <a:pathLst>
              <a:path w="1301779" h="192547">
                <a:moveTo>
                  <a:pt x="87841" y="150606"/>
                </a:moveTo>
                <a:lnTo>
                  <a:pt x="87841" y="136291"/>
                </a:lnTo>
                <a:lnTo>
                  <a:pt x="29931" y="136725"/>
                </a:lnTo>
                <a:lnTo>
                  <a:pt x="19304" y="136725"/>
                </a:lnTo>
                <a:lnTo>
                  <a:pt x="19304" y="0"/>
                </a:lnTo>
                <a:lnTo>
                  <a:pt x="0" y="0"/>
                </a:lnTo>
                <a:lnTo>
                  <a:pt x="0" y="150606"/>
                </a:lnTo>
                <a:lnTo>
                  <a:pt x="87841" y="150606"/>
                </a:lnTo>
                <a:close/>
                <a:moveTo>
                  <a:pt x="205395" y="150606"/>
                </a:moveTo>
                <a:lnTo>
                  <a:pt x="205395" y="136291"/>
                </a:lnTo>
                <a:lnTo>
                  <a:pt x="147486" y="136725"/>
                </a:lnTo>
                <a:lnTo>
                  <a:pt x="136859" y="136725"/>
                </a:lnTo>
                <a:lnTo>
                  <a:pt x="136859" y="0"/>
                </a:lnTo>
                <a:lnTo>
                  <a:pt x="117555" y="0"/>
                </a:lnTo>
                <a:lnTo>
                  <a:pt x="117555" y="150606"/>
                </a:lnTo>
                <a:lnTo>
                  <a:pt x="205395" y="150606"/>
                </a:lnTo>
                <a:close/>
                <a:moveTo>
                  <a:pt x="382594" y="150606"/>
                </a:moveTo>
                <a:lnTo>
                  <a:pt x="382594" y="0"/>
                </a:lnTo>
                <a:lnTo>
                  <a:pt x="357869" y="0"/>
                </a:lnTo>
                <a:lnTo>
                  <a:pt x="329675" y="73569"/>
                </a:lnTo>
                <a:cubicBezTo>
                  <a:pt x="322084" y="93318"/>
                  <a:pt x="311890" y="120226"/>
                  <a:pt x="309504" y="130427"/>
                </a:cubicBezTo>
                <a:lnTo>
                  <a:pt x="309286" y="130427"/>
                </a:lnTo>
                <a:cubicBezTo>
                  <a:pt x="308203" y="125869"/>
                  <a:pt x="305599" y="117840"/>
                  <a:pt x="302346" y="108725"/>
                </a:cubicBezTo>
                <a:lnTo>
                  <a:pt x="268294" y="18882"/>
                </a:lnTo>
                <a:lnTo>
                  <a:pt x="260921" y="0"/>
                </a:lnTo>
                <a:lnTo>
                  <a:pt x="236411" y="0"/>
                </a:lnTo>
                <a:lnTo>
                  <a:pt x="236411" y="150606"/>
                </a:lnTo>
                <a:lnTo>
                  <a:pt x="253329" y="150606"/>
                </a:lnTo>
                <a:lnTo>
                  <a:pt x="253329" y="16062"/>
                </a:lnTo>
                <a:lnTo>
                  <a:pt x="253544" y="16062"/>
                </a:lnTo>
                <a:cubicBezTo>
                  <a:pt x="254848" y="23006"/>
                  <a:pt x="263522" y="46661"/>
                  <a:pt x="269161" y="61415"/>
                </a:cubicBezTo>
                <a:lnTo>
                  <a:pt x="301260" y="145833"/>
                </a:lnTo>
                <a:lnTo>
                  <a:pt x="317096" y="145833"/>
                </a:lnTo>
                <a:lnTo>
                  <a:pt x="345942" y="70315"/>
                </a:lnTo>
                <a:lnTo>
                  <a:pt x="356353" y="42755"/>
                </a:lnTo>
                <a:cubicBezTo>
                  <a:pt x="358521" y="36460"/>
                  <a:pt x="364376" y="20835"/>
                  <a:pt x="365461" y="15844"/>
                </a:cubicBezTo>
                <a:lnTo>
                  <a:pt x="365679" y="16062"/>
                </a:lnTo>
                <a:lnTo>
                  <a:pt x="365679" y="150606"/>
                </a:lnTo>
                <a:lnTo>
                  <a:pt x="382594" y="150606"/>
                </a:lnTo>
                <a:close/>
                <a:moveTo>
                  <a:pt x="610547" y="150606"/>
                </a:moveTo>
                <a:lnTo>
                  <a:pt x="567603" y="79814"/>
                </a:lnTo>
                <a:cubicBezTo>
                  <a:pt x="589942" y="73307"/>
                  <a:pt x="604474" y="57907"/>
                  <a:pt x="604474" y="40342"/>
                </a:cubicBezTo>
                <a:cubicBezTo>
                  <a:pt x="604474" y="18872"/>
                  <a:pt x="580835" y="0"/>
                  <a:pt x="549818" y="0"/>
                </a:cubicBezTo>
                <a:lnTo>
                  <a:pt x="497548" y="0"/>
                </a:lnTo>
                <a:lnTo>
                  <a:pt x="497548" y="150606"/>
                </a:lnTo>
                <a:lnTo>
                  <a:pt x="516200" y="150606"/>
                </a:lnTo>
                <a:lnTo>
                  <a:pt x="516200" y="81764"/>
                </a:lnTo>
                <a:lnTo>
                  <a:pt x="550470" y="81764"/>
                </a:lnTo>
                <a:lnTo>
                  <a:pt x="591246" y="150606"/>
                </a:lnTo>
                <a:lnTo>
                  <a:pt x="610547" y="150606"/>
                </a:lnTo>
                <a:moveTo>
                  <a:pt x="586908" y="40342"/>
                </a:moveTo>
                <a:cubicBezTo>
                  <a:pt x="586908" y="55739"/>
                  <a:pt x="573028" y="68535"/>
                  <a:pt x="547432" y="68535"/>
                </a:cubicBezTo>
                <a:lnTo>
                  <a:pt x="516200" y="68535"/>
                </a:lnTo>
                <a:lnTo>
                  <a:pt x="516200" y="12150"/>
                </a:lnTo>
                <a:lnTo>
                  <a:pt x="547432" y="12150"/>
                </a:lnTo>
                <a:cubicBezTo>
                  <a:pt x="572591" y="12150"/>
                  <a:pt x="586908" y="24942"/>
                  <a:pt x="586908" y="40342"/>
                </a:cubicBezTo>
                <a:close/>
                <a:moveTo>
                  <a:pt x="706629" y="103158"/>
                </a:moveTo>
                <a:cubicBezTo>
                  <a:pt x="706629" y="95784"/>
                  <a:pt x="706414" y="79500"/>
                  <a:pt x="697955" y="66466"/>
                </a:cubicBezTo>
                <a:cubicBezTo>
                  <a:pt x="689063" y="53012"/>
                  <a:pt x="675831" y="50626"/>
                  <a:pt x="668024" y="50626"/>
                </a:cubicBezTo>
                <a:cubicBezTo>
                  <a:pt x="643951" y="50626"/>
                  <a:pt x="624428" y="73635"/>
                  <a:pt x="624428" y="101642"/>
                </a:cubicBezTo>
                <a:cubicBezTo>
                  <a:pt x="624428" y="130192"/>
                  <a:pt x="645251" y="152936"/>
                  <a:pt x="671277" y="152936"/>
                </a:cubicBezTo>
                <a:cubicBezTo>
                  <a:pt x="684942" y="152936"/>
                  <a:pt x="697303" y="147733"/>
                  <a:pt x="705762" y="141660"/>
                </a:cubicBezTo>
                <a:lnTo>
                  <a:pt x="704462" y="127597"/>
                </a:lnTo>
                <a:cubicBezTo>
                  <a:pt x="690797" y="138840"/>
                  <a:pt x="676483" y="139707"/>
                  <a:pt x="671496" y="139707"/>
                </a:cubicBezTo>
                <a:cubicBezTo>
                  <a:pt x="654144" y="139707"/>
                  <a:pt x="640261" y="124353"/>
                  <a:pt x="639612" y="103158"/>
                </a:cubicBezTo>
                <a:lnTo>
                  <a:pt x="706629" y="103158"/>
                </a:lnTo>
                <a:moveTo>
                  <a:pt x="694268" y="91229"/>
                </a:moveTo>
                <a:lnTo>
                  <a:pt x="640694" y="91229"/>
                </a:lnTo>
                <a:cubicBezTo>
                  <a:pt x="644166" y="74720"/>
                  <a:pt x="655660" y="63858"/>
                  <a:pt x="668024" y="63858"/>
                </a:cubicBezTo>
                <a:cubicBezTo>
                  <a:pt x="679303" y="63858"/>
                  <a:pt x="691449" y="71245"/>
                  <a:pt x="694268" y="91229"/>
                </a:cubicBezTo>
                <a:close/>
                <a:moveTo>
                  <a:pt x="791219" y="122804"/>
                </a:moveTo>
                <a:cubicBezTo>
                  <a:pt x="791219" y="110883"/>
                  <a:pt x="783194" y="103515"/>
                  <a:pt x="782760" y="102866"/>
                </a:cubicBezTo>
                <a:cubicBezTo>
                  <a:pt x="774301" y="95281"/>
                  <a:pt x="768443" y="93980"/>
                  <a:pt x="757598" y="92030"/>
                </a:cubicBezTo>
                <a:cubicBezTo>
                  <a:pt x="745671" y="89647"/>
                  <a:pt x="735693" y="87480"/>
                  <a:pt x="735693" y="76862"/>
                </a:cubicBezTo>
                <a:cubicBezTo>
                  <a:pt x="735693" y="63424"/>
                  <a:pt x="751310" y="63424"/>
                  <a:pt x="754130" y="63424"/>
                </a:cubicBezTo>
                <a:cubicBezTo>
                  <a:pt x="761070" y="63424"/>
                  <a:pt x="772564" y="64292"/>
                  <a:pt x="784928" y="71659"/>
                </a:cubicBezTo>
                <a:lnTo>
                  <a:pt x="787529" y="57569"/>
                </a:lnTo>
                <a:cubicBezTo>
                  <a:pt x="776254" y="52363"/>
                  <a:pt x="767361" y="50626"/>
                  <a:pt x="756297" y="50626"/>
                </a:cubicBezTo>
                <a:cubicBezTo>
                  <a:pt x="750877" y="50626"/>
                  <a:pt x="720293" y="50626"/>
                  <a:pt x="720293" y="79030"/>
                </a:cubicBezTo>
                <a:cubicBezTo>
                  <a:pt x="720293" y="89647"/>
                  <a:pt x="726585" y="96581"/>
                  <a:pt x="732006" y="100699"/>
                </a:cubicBezTo>
                <a:cubicBezTo>
                  <a:pt x="738731" y="105468"/>
                  <a:pt x="743503" y="106332"/>
                  <a:pt x="755430" y="108718"/>
                </a:cubicBezTo>
                <a:cubicBezTo>
                  <a:pt x="763237" y="110234"/>
                  <a:pt x="775817" y="112835"/>
                  <a:pt x="775817" y="124320"/>
                </a:cubicBezTo>
                <a:cubicBezTo>
                  <a:pt x="775817" y="139273"/>
                  <a:pt x="758684" y="139273"/>
                  <a:pt x="755430" y="139273"/>
                </a:cubicBezTo>
                <a:cubicBezTo>
                  <a:pt x="737864" y="139273"/>
                  <a:pt x="725718" y="131254"/>
                  <a:pt x="721813" y="128653"/>
                </a:cubicBezTo>
                <a:lnTo>
                  <a:pt x="719211" y="143394"/>
                </a:lnTo>
                <a:cubicBezTo>
                  <a:pt x="726151" y="146863"/>
                  <a:pt x="738079" y="152936"/>
                  <a:pt x="755649" y="152936"/>
                </a:cubicBezTo>
                <a:cubicBezTo>
                  <a:pt x="759551" y="152936"/>
                  <a:pt x="771481" y="152936"/>
                  <a:pt x="780808" y="145996"/>
                </a:cubicBezTo>
                <a:cubicBezTo>
                  <a:pt x="787529" y="140789"/>
                  <a:pt x="791219" y="132121"/>
                  <a:pt x="791219" y="122804"/>
                </a:cubicBezTo>
                <a:close/>
                <a:moveTo>
                  <a:pt x="900315" y="102201"/>
                </a:moveTo>
                <a:cubicBezTo>
                  <a:pt x="900315" y="76187"/>
                  <a:pt x="886650" y="51897"/>
                  <a:pt x="865830" y="51897"/>
                </a:cubicBezTo>
                <a:cubicBezTo>
                  <a:pt x="852814" y="51897"/>
                  <a:pt x="840235" y="56454"/>
                  <a:pt x="830260" y="64914"/>
                </a:cubicBezTo>
                <a:lnTo>
                  <a:pt x="830260" y="54283"/>
                </a:lnTo>
                <a:lnTo>
                  <a:pt x="813990" y="54283"/>
                </a:lnTo>
                <a:lnTo>
                  <a:pt x="813990" y="192547"/>
                </a:lnTo>
                <a:lnTo>
                  <a:pt x="830908" y="192547"/>
                </a:lnTo>
                <a:lnTo>
                  <a:pt x="830908" y="140574"/>
                </a:lnTo>
                <a:cubicBezTo>
                  <a:pt x="837633" y="146863"/>
                  <a:pt x="847175" y="152936"/>
                  <a:pt x="860191" y="152936"/>
                </a:cubicBezTo>
                <a:cubicBezTo>
                  <a:pt x="881229" y="152936"/>
                  <a:pt x="900315" y="131684"/>
                  <a:pt x="900315" y="102201"/>
                </a:cubicBezTo>
                <a:moveTo>
                  <a:pt x="883397" y="102201"/>
                </a:moveTo>
                <a:cubicBezTo>
                  <a:pt x="883397" y="124532"/>
                  <a:pt x="867998" y="139707"/>
                  <a:pt x="851732" y="139707"/>
                </a:cubicBezTo>
                <a:cubicBezTo>
                  <a:pt x="843273" y="139707"/>
                  <a:pt x="837415" y="135371"/>
                  <a:pt x="833080" y="129516"/>
                </a:cubicBezTo>
                <a:cubicBezTo>
                  <a:pt x="830908" y="126266"/>
                  <a:pt x="830908" y="125833"/>
                  <a:pt x="830908" y="121931"/>
                </a:cubicBezTo>
                <a:lnTo>
                  <a:pt x="830908" y="78355"/>
                </a:lnTo>
                <a:cubicBezTo>
                  <a:pt x="836114" y="70765"/>
                  <a:pt x="844573" y="65781"/>
                  <a:pt x="853900" y="65781"/>
                </a:cubicBezTo>
                <a:cubicBezTo>
                  <a:pt x="870384" y="65781"/>
                  <a:pt x="883397" y="82257"/>
                  <a:pt x="883397" y="102201"/>
                </a:cubicBezTo>
                <a:close/>
                <a:moveTo>
                  <a:pt x="1010062" y="102866"/>
                </a:moveTo>
                <a:cubicBezTo>
                  <a:pt x="1010062" y="73827"/>
                  <a:pt x="988372" y="50626"/>
                  <a:pt x="962564" y="50626"/>
                </a:cubicBezTo>
                <a:cubicBezTo>
                  <a:pt x="935886" y="50626"/>
                  <a:pt x="914848" y="74476"/>
                  <a:pt x="914848" y="102866"/>
                </a:cubicBezTo>
                <a:cubicBezTo>
                  <a:pt x="914848" y="131472"/>
                  <a:pt x="936968" y="152936"/>
                  <a:pt x="962346" y="152936"/>
                </a:cubicBezTo>
                <a:cubicBezTo>
                  <a:pt x="988372" y="152936"/>
                  <a:pt x="1010062" y="131039"/>
                  <a:pt x="1010062" y="102866"/>
                </a:cubicBezTo>
                <a:moveTo>
                  <a:pt x="993144" y="100699"/>
                </a:moveTo>
                <a:cubicBezTo>
                  <a:pt x="993144" y="126270"/>
                  <a:pt x="978397" y="139055"/>
                  <a:pt x="962346" y="139055"/>
                </a:cubicBezTo>
                <a:cubicBezTo>
                  <a:pt x="947380" y="139055"/>
                  <a:pt x="931763" y="126922"/>
                  <a:pt x="931763" y="100699"/>
                </a:cubicBezTo>
                <a:cubicBezTo>
                  <a:pt x="931763" y="74476"/>
                  <a:pt x="948247" y="63858"/>
                  <a:pt x="962346" y="63858"/>
                </a:cubicBezTo>
                <a:cubicBezTo>
                  <a:pt x="977530" y="63858"/>
                  <a:pt x="993144" y="75128"/>
                  <a:pt x="993144" y="100699"/>
                </a:cubicBezTo>
                <a:close/>
                <a:moveTo>
                  <a:pt x="1111134" y="150606"/>
                </a:moveTo>
                <a:lnTo>
                  <a:pt x="1111134" y="85957"/>
                </a:lnTo>
                <a:cubicBezTo>
                  <a:pt x="1111134" y="71639"/>
                  <a:pt x="1107880" y="51897"/>
                  <a:pt x="1081418" y="51897"/>
                </a:cubicBezTo>
                <a:cubicBezTo>
                  <a:pt x="1061898" y="51897"/>
                  <a:pt x="1051272" y="66648"/>
                  <a:pt x="1049971" y="68382"/>
                </a:cubicBezTo>
                <a:lnTo>
                  <a:pt x="1049971" y="52982"/>
                </a:lnTo>
                <a:lnTo>
                  <a:pt x="1034353" y="52982"/>
                </a:lnTo>
                <a:lnTo>
                  <a:pt x="1034353" y="150606"/>
                </a:lnTo>
                <a:lnTo>
                  <a:pt x="1051272" y="150606"/>
                </a:lnTo>
                <a:lnTo>
                  <a:pt x="1051272" y="97455"/>
                </a:lnTo>
                <a:cubicBezTo>
                  <a:pt x="1051272" y="83137"/>
                  <a:pt x="1056692" y="65129"/>
                  <a:pt x="1073177" y="65129"/>
                </a:cubicBezTo>
                <a:cubicBezTo>
                  <a:pt x="1093997" y="65129"/>
                  <a:pt x="1094216" y="80532"/>
                  <a:pt x="1094216" y="87476"/>
                </a:cubicBezTo>
                <a:lnTo>
                  <a:pt x="1094216" y="150606"/>
                </a:lnTo>
                <a:lnTo>
                  <a:pt x="1111134" y="150606"/>
                </a:lnTo>
                <a:close/>
                <a:moveTo>
                  <a:pt x="1207000" y="122804"/>
                </a:moveTo>
                <a:cubicBezTo>
                  <a:pt x="1207000" y="110883"/>
                  <a:pt x="1198974" y="103515"/>
                  <a:pt x="1198541" y="102866"/>
                </a:cubicBezTo>
                <a:cubicBezTo>
                  <a:pt x="1190082" y="95281"/>
                  <a:pt x="1184224" y="93980"/>
                  <a:pt x="1173379" y="92030"/>
                </a:cubicBezTo>
                <a:cubicBezTo>
                  <a:pt x="1161451" y="89647"/>
                  <a:pt x="1151473" y="87480"/>
                  <a:pt x="1151473" y="76862"/>
                </a:cubicBezTo>
                <a:cubicBezTo>
                  <a:pt x="1151473" y="63424"/>
                  <a:pt x="1167091" y="63424"/>
                  <a:pt x="1169910" y="63424"/>
                </a:cubicBezTo>
                <a:cubicBezTo>
                  <a:pt x="1176850" y="63424"/>
                  <a:pt x="1188344" y="64292"/>
                  <a:pt x="1200708" y="71659"/>
                </a:cubicBezTo>
                <a:lnTo>
                  <a:pt x="1203310" y="57569"/>
                </a:lnTo>
                <a:cubicBezTo>
                  <a:pt x="1192034" y="52363"/>
                  <a:pt x="1183142" y="50626"/>
                  <a:pt x="1172078" y="50626"/>
                </a:cubicBezTo>
                <a:cubicBezTo>
                  <a:pt x="1166657" y="50626"/>
                  <a:pt x="1136074" y="50626"/>
                  <a:pt x="1136074" y="79030"/>
                </a:cubicBezTo>
                <a:cubicBezTo>
                  <a:pt x="1136074" y="89647"/>
                  <a:pt x="1142365" y="96581"/>
                  <a:pt x="1147786" y="100699"/>
                </a:cubicBezTo>
                <a:cubicBezTo>
                  <a:pt x="1154511" y="105468"/>
                  <a:pt x="1159283" y="106332"/>
                  <a:pt x="1171211" y="108718"/>
                </a:cubicBezTo>
                <a:cubicBezTo>
                  <a:pt x="1179018" y="110234"/>
                  <a:pt x="1191597" y="112835"/>
                  <a:pt x="1191597" y="124320"/>
                </a:cubicBezTo>
                <a:cubicBezTo>
                  <a:pt x="1191597" y="139273"/>
                  <a:pt x="1174464" y="139273"/>
                  <a:pt x="1171211" y="139273"/>
                </a:cubicBezTo>
                <a:cubicBezTo>
                  <a:pt x="1153644" y="139273"/>
                  <a:pt x="1141498" y="131254"/>
                  <a:pt x="1137593" y="128653"/>
                </a:cubicBezTo>
                <a:lnTo>
                  <a:pt x="1134992" y="143394"/>
                </a:lnTo>
                <a:cubicBezTo>
                  <a:pt x="1141932" y="146863"/>
                  <a:pt x="1153859" y="152936"/>
                  <a:pt x="1171429" y="152936"/>
                </a:cubicBezTo>
                <a:cubicBezTo>
                  <a:pt x="1175331" y="152936"/>
                  <a:pt x="1187262" y="152936"/>
                  <a:pt x="1196588" y="145996"/>
                </a:cubicBezTo>
                <a:cubicBezTo>
                  <a:pt x="1203310" y="140789"/>
                  <a:pt x="1207000" y="132121"/>
                  <a:pt x="1207000" y="122804"/>
                </a:cubicBezTo>
                <a:close/>
                <a:moveTo>
                  <a:pt x="1301779" y="103158"/>
                </a:moveTo>
                <a:cubicBezTo>
                  <a:pt x="1301779" y="95784"/>
                  <a:pt x="1301564" y="79500"/>
                  <a:pt x="1293105" y="66466"/>
                </a:cubicBezTo>
                <a:cubicBezTo>
                  <a:pt x="1284212" y="53012"/>
                  <a:pt x="1270981" y="50626"/>
                  <a:pt x="1263174" y="50626"/>
                </a:cubicBezTo>
                <a:cubicBezTo>
                  <a:pt x="1239101" y="50626"/>
                  <a:pt x="1219578" y="73635"/>
                  <a:pt x="1219578" y="101642"/>
                </a:cubicBezTo>
                <a:cubicBezTo>
                  <a:pt x="1219578" y="130192"/>
                  <a:pt x="1240401" y="152936"/>
                  <a:pt x="1266427" y="152936"/>
                </a:cubicBezTo>
                <a:cubicBezTo>
                  <a:pt x="1280092" y="152936"/>
                  <a:pt x="1292453" y="147733"/>
                  <a:pt x="1300912" y="141660"/>
                </a:cubicBezTo>
                <a:lnTo>
                  <a:pt x="1299611" y="127597"/>
                </a:lnTo>
                <a:cubicBezTo>
                  <a:pt x="1285947" y="138840"/>
                  <a:pt x="1271633" y="139707"/>
                  <a:pt x="1266646" y="139707"/>
                </a:cubicBezTo>
                <a:cubicBezTo>
                  <a:pt x="1249294" y="139707"/>
                  <a:pt x="1235411" y="124353"/>
                  <a:pt x="1234762" y="103158"/>
                </a:cubicBezTo>
                <a:lnTo>
                  <a:pt x="1301779" y="103158"/>
                </a:lnTo>
                <a:moveTo>
                  <a:pt x="1289418" y="91229"/>
                </a:moveTo>
                <a:lnTo>
                  <a:pt x="1235844" y="91229"/>
                </a:lnTo>
                <a:cubicBezTo>
                  <a:pt x="1239316" y="74720"/>
                  <a:pt x="1250810" y="63858"/>
                  <a:pt x="1263174" y="63858"/>
                </a:cubicBezTo>
                <a:cubicBezTo>
                  <a:pt x="1274453" y="63858"/>
                  <a:pt x="1286599" y="71245"/>
                  <a:pt x="1289418" y="912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B89DBC-44BC-4CCD-B2C7-905A8C18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859" y="5796386"/>
            <a:ext cx="877349" cy="251081"/>
          </a:xfrm>
          <a:custGeom xmlns:a="http://schemas.openxmlformats.org/drawingml/2006/main">
            <a:pathLst>
              <a:path w="877349" h="251081">
                <a:moveTo>
                  <a:pt x="0" y="0"/>
                </a:moveTo>
                <a:lnTo>
                  <a:pt x="877349" y="0"/>
                </a:lnTo>
                <a:lnTo>
                  <a:pt x="877349" y="251081"/>
                </a:lnTo>
                <a:lnTo>
                  <a:pt x="0" y="2510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FE9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Theprovidedsolutionisincorrectasitcontainsalogicalerror.Thevariable">
            <a:extLst xmlns:a="http://schemas.openxmlformats.org/drawingml/2006/main">
              <a:ext uri="{FF2B5EF4-FFF2-40B4-BE49-F238E27FC236}">
                <a16:creationId xmlns:a16="http://schemas.microsoft.com/office/drawing/2014/main" id="{677EECC9-D099-4BAB-BF68-688CC73C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051" y="5839054"/>
            <a:ext cx="6884778" cy="195301"/>
          </a:xfrm>
          <a:custGeom xmlns:a="http://schemas.openxmlformats.org/drawingml/2006/main">
            <a:pathLst>
              <a:path w="6884778" h="195301">
                <a:moveTo>
                  <a:pt x="131870" y="15463"/>
                </a:moveTo>
                <a:lnTo>
                  <a:pt x="131870" y="1367"/>
                </a:lnTo>
                <a:lnTo>
                  <a:pt x="0" y="1367"/>
                </a:lnTo>
                <a:lnTo>
                  <a:pt x="0" y="15463"/>
                </a:lnTo>
                <a:lnTo>
                  <a:pt x="29064" y="15463"/>
                </a:lnTo>
                <a:cubicBezTo>
                  <a:pt x="31665" y="15463"/>
                  <a:pt x="34270" y="15248"/>
                  <a:pt x="36871" y="15248"/>
                </a:cubicBezTo>
                <a:lnTo>
                  <a:pt x="56390" y="15248"/>
                </a:lnTo>
                <a:lnTo>
                  <a:pt x="56390" y="150606"/>
                </a:lnTo>
                <a:lnTo>
                  <a:pt x="75695" y="150606"/>
                </a:lnTo>
                <a:lnTo>
                  <a:pt x="75695" y="15248"/>
                </a:lnTo>
                <a:lnTo>
                  <a:pt x="94999" y="15248"/>
                </a:lnTo>
                <a:cubicBezTo>
                  <a:pt x="97600" y="15248"/>
                  <a:pt x="100202" y="15463"/>
                  <a:pt x="102806" y="15463"/>
                </a:cubicBezTo>
                <a:lnTo>
                  <a:pt x="131870" y="15463"/>
                </a:lnTo>
                <a:close/>
                <a:moveTo>
                  <a:pt x="234243" y="150606"/>
                </a:moveTo>
                <a:lnTo>
                  <a:pt x="234243" y="85957"/>
                </a:lnTo>
                <a:cubicBezTo>
                  <a:pt x="234243" y="71639"/>
                  <a:pt x="230990" y="51897"/>
                  <a:pt x="204527" y="51897"/>
                </a:cubicBezTo>
                <a:cubicBezTo>
                  <a:pt x="191081" y="51897"/>
                  <a:pt x="180669" y="58622"/>
                  <a:pt x="173729" y="67515"/>
                </a:cubicBezTo>
                <a:lnTo>
                  <a:pt x="173729" y="0"/>
                </a:lnTo>
                <a:lnTo>
                  <a:pt x="157463" y="0"/>
                </a:lnTo>
                <a:lnTo>
                  <a:pt x="157463" y="150606"/>
                </a:lnTo>
                <a:lnTo>
                  <a:pt x="174381" y="150606"/>
                </a:lnTo>
                <a:lnTo>
                  <a:pt x="174381" y="97455"/>
                </a:lnTo>
                <a:cubicBezTo>
                  <a:pt x="174381" y="83137"/>
                  <a:pt x="179802" y="65129"/>
                  <a:pt x="196286" y="65129"/>
                </a:cubicBezTo>
                <a:cubicBezTo>
                  <a:pt x="217106" y="65129"/>
                  <a:pt x="217325" y="80532"/>
                  <a:pt x="217325" y="87476"/>
                </a:cubicBezTo>
                <a:lnTo>
                  <a:pt x="217325" y="150606"/>
                </a:lnTo>
                <a:lnTo>
                  <a:pt x="234243" y="150606"/>
                </a:lnTo>
                <a:close/>
                <a:moveTo>
                  <a:pt x="341819" y="103158"/>
                </a:moveTo>
                <a:cubicBezTo>
                  <a:pt x="341819" y="95784"/>
                  <a:pt x="341604" y="79500"/>
                  <a:pt x="333145" y="66466"/>
                </a:cubicBezTo>
                <a:cubicBezTo>
                  <a:pt x="324252" y="53012"/>
                  <a:pt x="311021" y="50626"/>
                  <a:pt x="303213" y="50626"/>
                </a:cubicBezTo>
                <a:cubicBezTo>
                  <a:pt x="279140" y="50626"/>
                  <a:pt x="259617" y="73635"/>
                  <a:pt x="259617" y="101642"/>
                </a:cubicBezTo>
                <a:cubicBezTo>
                  <a:pt x="259617" y="130192"/>
                  <a:pt x="280441" y="152936"/>
                  <a:pt x="306467" y="152936"/>
                </a:cubicBezTo>
                <a:cubicBezTo>
                  <a:pt x="320132" y="152936"/>
                  <a:pt x="332493" y="147733"/>
                  <a:pt x="340952" y="141660"/>
                </a:cubicBezTo>
                <a:lnTo>
                  <a:pt x="339651" y="127597"/>
                </a:lnTo>
                <a:cubicBezTo>
                  <a:pt x="325986" y="138840"/>
                  <a:pt x="311673" y="139707"/>
                  <a:pt x="306685" y="139707"/>
                </a:cubicBezTo>
                <a:cubicBezTo>
                  <a:pt x="289333" y="139707"/>
                  <a:pt x="275450" y="124353"/>
                  <a:pt x="274801" y="103158"/>
                </a:cubicBezTo>
                <a:lnTo>
                  <a:pt x="341819" y="103158"/>
                </a:lnTo>
                <a:moveTo>
                  <a:pt x="329458" y="91229"/>
                </a:moveTo>
                <a:lnTo>
                  <a:pt x="275884" y="91229"/>
                </a:lnTo>
                <a:cubicBezTo>
                  <a:pt x="279355" y="74720"/>
                  <a:pt x="290849" y="63858"/>
                  <a:pt x="303213" y="63858"/>
                </a:cubicBezTo>
                <a:cubicBezTo>
                  <a:pt x="314492" y="63858"/>
                  <a:pt x="326638" y="71245"/>
                  <a:pt x="329458" y="91229"/>
                </a:cubicBezTo>
                <a:close/>
                <a:moveTo>
                  <a:pt x="524660" y="102201"/>
                </a:moveTo>
                <a:cubicBezTo>
                  <a:pt x="524660" y="76187"/>
                  <a:pt x="510995" y="51897"/>
                  <a:pt x="490175" y="51897"/>
                </a:cubicBezTo>
                <a:cubicBezTo>
                  <a:pt x="477159" y="51897"/>
                  <a:pt x="464580" y="56454"/>
                  <a:pt x="454605" y="64914"/>
                </a:cubicBezTo>
                <a:lnTo>
                  <a:pt x="454605" y="54283"/>
                </a:lnTo>
                <a:lnTo>
                  <a:pt x="438336" y="54283"/>
                </a:lnTo>
                <a:lnTo>
                  <a:pt x="438336" y="192547"/>
                </a:lnTo>
                <a:lnTo>
                  <a:pt x="455254" y="192547"/>
                </a:lnTo>
                <a:lnTo>
                  <a:pt x="455254" y="140574"/>
                </a:lnTo>
                <a:cubicBezTo>
                  <a:pt x="461979" y="146863"/>
                  <a:pt x="471520" y="152936"/>
                  <a:pt x="484536" y="152936"/>
                </a:cubicBezTo>
                <a:cubicBezTo>
                  <a:pt x="505575" y="152936"/>
                  <a:pt x="524660" y="131684"/>
                  <a:pt x="524660" y="102201"/>
                </a:cubicBezTo>
                <a:moveTo>
                  <a:pt x="507742" y="102201"/>
                </a:moveTo>
                <a:cubicBezTo>
                  <a:pt x="507742" y="124532"/>
                  <a:pt x="492343" y="139707"/>
                  <a:pt x="476077" y="139707"/>
                </a:cubicBezTo>
                <a:cubicBezTo>
                  <a:pt x="467618" y="139707"/>
                  <a:pt x="461760" y="135371"/>
                  <a:pt x="457425" y="129516"/>
                </a:cubicBezTo>
                <a:cubicBezTo>
                  <a:pt x="455254" y="126266"/>
                  <a:pt x="455254" y="125833"/>
                  <a:pt x="455254" y="121931"/>
                </a:cubicBezTo>
                <a:lnTo>
                  <a:pt x="455254" y="78355"/>
                </a:lnTo>
                <a:cubicBezTo>
                  <a:pt x="460459" y="70765"/>
                  <a:pt x="468919" y="65781"/>
                  <a:pt x="478245" y="65781"/>
                </a:cubicBezTo>
                <a:cubicBezTo>
                  <a:pt x="494729" y="65781"/>
                  <a:pt x="507742" y="82257"/>
                  <a:pt x="507742" y="102201"/>
                </a:cubicBezTo>
                <a:close/>
                <a:moveTo>
                  <a:pt x="603609" y="66433"/>
                </a:moveTo>
                <a:lnTo>
                  <a:pt x="603609" y="51897"/>
                </a:lnTo>
                <a:cubicBezTo>
                  <a:pt x="584305" y="52115"/>
                  <a:pt x="572377" y="62746"/>
                  <a:pt x="565652" y="72725"/>
                </a:cubicBezTo>
                <a:lnTo>
                  <a:pt x="565652" y="52982"/>
                </a:lnTo>
                <a:lnTo>
                  <a:pt x="550468" y="52982"/>
                </a:lnTo>
                <a:lnTo>
                  <a:pt x="550468" y="150606"/>
                </a:lnTo>
                <a:lnTo>
                  <a:pt x="566738" y="150606"/>
                </a:lnTo>
                <a:lnTo>
                  <a:pt x="566738" y="104180"/>
                </a:lnTo>
                <a:cubicBezTo>
                  <a:pt x="566738" y="82488"/>
                  <a:pt x="582352" y="66867"/>
                  <a:pt x="603609" y="66433"/>
                </a:cubicBezTo>
                <a:close/>
                <a:moveTo>
                  <a:pt x="708584" y="102866"/>
                </a:moveTo>
                <a:cubicBezTo>
                  <a:pt x="708584" y="73827"/>
                  <a:pt x="686894" y="50626"/>
                  <a:pt x="661087" y="50626"/>
                </a:cubicBezTo>
                <a:cubicBezTo>
                  <a:pt x="634409" y="50626"/>
                  <a:pt x="613370" y="74476"/>
                  <a:pt x="613370" y="102866"/>
                </a:cubicBezTo>
                <a:cubicBezTo>
                  <a:pt x="613370" y="131472"/>
                  <a:pt x="635491" y="152936"/>
                  <a:pt x="660868" y="152936"/>
                </a:cubicBezTo>
                <a:cubicBezTo>
                  <a:pt x="686894" y="152936"/>
                  <a:pt x="708584" y="131039"/>
                  <a:pt x="708584" y="102866"/>
                </a:cubicBezTo>
                <a:moveTo>
                  <a:pt x="691666" y="100699"/>
                </a:moveTo>
                <a:cubicBezTo>
                  <a:pt x="691666" y="126270"/>
                  <a:pt x="676919" y="139055"/>
                  <a:pt x="660868" y="139055"/>
                </a:cubicBezTo>
                <a:cubicBezTo>
                  <a:pt x="645903" y="139055"/>
                  <a:pt x="630285" y="126922"/>
                  <a:pt x="630285" y="100699"/>
                </a:cubicBezTo>
                <a:cubicBezTo>
                  <a:pt x="630285" y="74476"/>
                  <a:pt x="646770" y="63858"/>
                  <a:pt x="660868" y="63858"/>
                </a:cubicBezTo>
                <a:cubicBezTo>
                  <a:pt x="676052" y="63858"/>
                  <a:pt x="691666" y="75128"/>
                  <a:pt x="691666" y="100699"/>
                </a:cubicBezTo>
                <a:close/>
                <a:moveTo>
                  <a:pt x="812042" y="54227"/>
                </a:moveTo>
                <a:lnTo>
                  <a:pt x="795773" y="54227"/>
                </a:lnTo>
                <a:lnTo>
                  <a:pt x="778640" y="99378"/>
                </a:lnTo>
                <a:cubicBezTo>
                  <a:pt x="774086" y="111316"/>
                  <a:pt x="767361" y="128901"/>
                  <a:pt x="765627" y="139101"/>
                </a:cubicBezTo>
                <a:lnTo>
                  <a:pt x="765408" y="139101"/>
                </a:lnTo>
                <a:cubicBezTo>
                  <a:pt x="764108" y="131287"/>
                  <a:pt x="758468" y="116311"/>
                  <a:pt x="756300" y="110449"/>
                </a:cubicBezTo>
                <a:lnTo>
                  <a:pt x="735262" y="54227"/>
                </a:lnTo>
                <a:lnTo>
                  <a:pt x="718344" y="54227"/>
                </a:lnTo>
                <a:lnTo>
                  <a:pt x="755648" y="150606"/>
                </a:lnTo>
                <a:lnTo>
                  <a:pt x="774734" y="150606"/>
                </a:lnTo>
                <a:lnTo>
                  <a:pt x="812042" y="54227"/>
                </a:lnTo>
                <a:close/>
                <a:moveTo>
                  <a:pt x="849128" y="150606"/>
                </a:moveTo>
                <a:lnTo>
                  <a:pt x="849128" y="54227"/>
                </a:lnTo>
                <a:lnTo>
                  <a:pt x="832862" y="54227"/>
                </a:lnTo>
                <a:lnTo>
                  <a:pt x="832862" y="150606"/>
                </a:lnTo>
                <a:lnTo>
                  <a:pt x="849128" y="150606"/>
                </a:lnTo>
                <a:moveTo>
                  <a:pt x="850862" y="27779"/>
                </a:moveTo>
                <a:lnTo>
                  <a:pt x="850862" y="8473"/>
                </a:lnTo>
                <a:lnTo>
                  <a:pt x="831561" y="8473"/>
                </a:lnTo>
                <a:lnTo>
                  <a:pt x="831561" y="27779"/>
                </a:lnTo>
                <a:lnTo>
                  <a:pt x="850862" y="27779"/>
                </a:lnTo>
                <a:close/>
                <a:moveTo>
                  <a:pt x="961262" y="150636"/>
                </a:moveTo>
                <a:lnTo>
                  <a:pt x="961262" y="0"/>
                </a:lnTo>
                <a:lnTo>
                  <a:pt x="944995" y="0"/>
                </a:lnTo>
                <a:lnTo>
                  <a:pt x="944995" y="63875"/>
                </a:lnTo>
                <a:cubicBezTo>
                  <a:pt x="933501" y="54283"/>
                  <a:pt x="921356" y="51897"/>
                  <a:pt x="913330" y="51897"/>
                </a:cubicBezTo>
                <a:cubicBezTo>
                  <a:pt x="891858" y="51897"/>
                  <a:pt x="874940" y="74456"/>
                  <a:pt x="874940" y="102430"/>
                </a:cubicBezTo>
                <a:cubicBezTo>
                  <a:pt x="874940" y="130844"/>
                  <a:pt x="891640" y="152936"/>
                  <a:pt x="912245" y="152936"/>
                </a:cubicBezTo>
                <a:cubicBezTo>
                  <a:pt x="919403" y="152936"/>
                  <a:pt x="932198" y="150987"/>
                  <a:pt x="944343" y="139273"/>
                </a:cubicBezTo>
                <a:lnTo>
                  <a:pt x="944343" y="150553"/>
                </a:lnTo>
                <a:lnTo>
                  <a:pt x="961262" y="150636"/>
                </a:lnTo>
                <a:moveTo>
                  <a:pt x="944343" y="120431"/>
                </a:moveTo>
                <a:cubicBezTo>
                  <a:pt x="944343" y="123466"/>
                  <a:pt x="944128" y="127372"/>
                  <a:pt x="937188" y="133660"/>
                </a:cubicBezTo>
                <a:cubicBezTo>
                  <a:pt x="932198" y="137979"/>
                  <a:pt x="926777" y="139707"/>
                  <a:pt x="921137" y="139707"/>
                </a:cubicBezTo>
                <a:cubicBezTo>
                  <a:pt x="907691" y="139707"/>
                  <a:pt x="891858" y="129540"/>
                  <a:pt x="891858" y="102648"/>
                </a:cubicBezTo>
                <a:cubicBezTo>
                  <a:pt x="891858" y="74022"/>
                  <a:pt x="910510" y="65129"/>
                  <a:pt x="923305" y="65129"/>
                </a:cubicBezTo>
                <a:cubicBezTo>
                  <a:pt x="933065" y="65175"/>
                  <a:pt x="939574" y="70163"/>
                  <a:pt x="944343" y="77104"/>
                </a:cubicBezTo>
                <a:lnTo>
                  <a:pt x="944343" y="120431"/>
                </a:lnTo>
                <a:close/>
                <a:moveTo>
                  <a:pt x="1069056" y="103158"/>
                </a:moveTo>
                <a:cubicBezTo>
                  <a:pt x="1069056" y="95784"/>
                  <a:pt x="1068841" y="79500"/>
                  <a:pt x="1060381" y="66466"/>
                </a:cubicBezTo>
                <a:cubicBezTo>
                  <a:pt x="1051489" y="53012"/>
                  <a:pt x="1038257" y="50626"/>
                  <a:pt x="1030450" y="50626"/>
                </a:cubicBezTo>
                <a:cubicBezTo>
                  <a:pt x="1006377" y="50626"/>
                  <a:pt x="986854" y="73635"/>
                  <a:pt x="986854" y="101642"/>
                </a:cubicBezTo>
                <a:cubicBezTo>
                  <a:pt x="986854" y="130192"/>
                  <a:pt x="1007678" y="152936"/>
                  <a:pt x="1033704" y="152936"/>
                </a:cubicBezTo>
                <a:cubicBezTo>
                  <a:pt x="1047369" y="152936"/>
                  <a:pt x="1059729" y="147733"/>
                  <a:pt x="1068189" y="141660"/>
                </a:cubicBezTo>
                <a:lnTo>
                  <a:pt x="1066888" y="127597"/>
                </a:lnTo>
                <a:cubicBezTo>
                  <a:pt x="1053223" y="138840"/>
                  <a:pt x="1038909" y="139707"/>
                  <a:pt x="1033922" y="139707"/>
                </a:cubicBezTo>
                <a:cubicBezTo>
                  <a:pt x="1016570" y="139707"/>
                  <a:pt x="1002687" y="124353"/>
                  <a:pt x="1002038" y="103158"/>
                </a:cubicBezTo>
                <a:lnTo>
                  <a:pt x="1069056" y="103158"/>
                </a:lnTo>
                <a:moveTo>
                  <a:pt x="1056695" y="91229"/>
                </a:moveTo>
                <a:lnTo>
                  <a:pt x="1003121" y="91229"/>
                </a:lnTo>
                <a:cubicBezTo>
                  <a:pt x="1006592" y="74720"/>
                  <a:pt x="1018086" y="63858"/>
                  <a:pt x="1030450" y="63858"/>
                </a:cubicBezTo>
                <a:cubicBezTo>
                  <a:pt x="1041729" y="63858"/>
                  <a:pt x="1053875" y="71245"/>
                  <a:pt x="1056695" y="91229"/>
                </a:cubicBezTo>
                <a:close/>
                <a:moveTo>
                  <a:pt x="1169694" y="150636"/>
                </a:moveTo>
                <a:lnTo>
                  <a:pt x="1169694" y="0"/>
                </a:lnTo>
                <a:lnTo>
                  <a:pt x="1153428" y="0"/>
                </a:lnTo>
                <a:lnTo>
                  <a:pt x="1153428" y="63875"/>
                </a:lnTo>
                <a:cubicBezTo>
                  <a:pt x="1141934" y="54283"/>
                  <a:pt x="1129788" y="51897"/>
                  <a:pt x="1121762" y="51897"/>
                </a:cubicBezTo>
                <a:cubicBezTo>
                  <a:pt x="1100290" y="51897"/>
                  <a:pt x="1083372" y="74456"/>
                  <a:pt x="1083372" y="102430"/>
                </a:cubicBezTo>
                <a:cubicBezTo>
                  <a:pt x="1083372" y="130844"/>
                  <a:pt x="1100072" y="152936"/>
                  <a:pt x="1120677" y="152936"/>
                </a:cubicBezTo>
                <a:cubicBezTo>
                  <a:pt x="1127835" y="152936"/>
                  <a:pt x="1140630" y="150987"/>
                  <a:pt x="1152776" y="139273"/>
                </a:cubicBezTo>
                <a:lnTo>
                  <a:pt x="1152776" y="150553"/>
                </a:lnTo>
                <a:lnTo>
                  <a:pt x="1169694" y="150636"/>
                </a:lnTo>
                <a:moveTo>
                  <a:pt x="1152776" y="120431"/>
                </a:moveTo>
                <a:cubicBezTo>
                  <a:pt x="1152776" y="123466"/>
                  <a:pt x="1152561" y="127372"/>
                  <a:pt x="1145621" y="133660"/>
                </a:cubicBezTo>
                <a:cubicBezTo>
                  <a:pt x="1140630" y="137979"/>
                  <a:pt x="1135209" y="139707"/>
                  <a:pt x="1129570" y="139707"/>
                </a:cubicBezTo>
                <a:cubicBezTo>
                  <a:pt x="1116123" y="139707"/>
                  <a:pt x="1100290" y="129540"/>
                  <a:pt x="1100290" y="102648"/>
                </a:cubicBezTo>
                <a:cubicBezTo>
                  <a:pt x="1100290" y="74022"/>
                  <a:pt x="1118943" y="65129"/>
                  <a:pt x="1131737" y="65129"/>
                </a:cubicBezTo>
                <a:cubicBezTo>
                  <a:pt x="1141497" y="65175"/>
                  <a:pt x="1148007" y="70163"/>
                  <a:pt x="1152776" y="77104"/>
                </a:cubicBezTo>
                <a:lnTo>
                  <a:pt x="1152776" y="120431"/>
                </a:lnTo>
                <a:close/>
                <a:moveTo>
                  <a:pt x="1338004" y="122804"/>
                </a:moveTo>
                <a:cubicBezTo>
                  <a:pt x="1338004" y="110883"/>
                  <a:pt x="1329978" y="103515"/>
                  <a:pt x="1329545" y="102866"/>
                </a:cubicBezTo>
                <a:cubicBezTo>
                  <a:pt x="1321086" y="95281"/>
                  <a:pt x="1315228" y="93980"/>
                  <a:pt x="1304383" y="92030"/>
                </a:cubicBezTo>
                <a:cubicBezTo>
                  <a:pt x="1292455" y="89647"/>
                  <a:pt x="1282477" y="87480"/>
                  <a:pt x="1282477" y="76862"/>
                </a:cubicBezTo>
                <a:cubicBezTo>
                  <a:pt x="1282477" y="63424"/>
                  <a:pt x="1298095" y="63424"/>
                  <a:pt x="1300914" y="63424"/>
                </a:cubicBezTo>
                <a:cubicBezTo>
                  <a:pt x="1307854" y="63424"/>
                  <a:pt x="1319348" y="64292"/>
                  <a:pt x="1331713" y="71659"/>
                </a:cubicBezTo>
                <a:lnTo>
                  <a:pt x="1334314" y="57569"/>
                </a:lnTo>
                <a:cubicBezTo>
                  <a:pt x="1323038" y="52363"/>
                  <a:pt x="1314146" y="50626"/>
                  <a:pt x="1303082" y="50626"/>
                </a:cubicBezTo>
                <a:cubicBezTo>
                  <a:pt x="1297661" y="50626"/>
                  <a:pt x="1267078" y="50626"/>
                  <a:pt x="1267078" y="79030"/>
                </a:cubicBezTo>
                <a:cubicBezTo>
                  <a:pt x="1267078" y="89647"/>
                  <a:pt x="1273370" y="96581"/>
                  <a:pt x="1278790" y="100699"/>
                </a:cubicBezTo>
                <a:cubicBezTo>
                  <a:pt x="1285515" y="105468"/>
                  <a:pt x="1290288" y="106332"/>
                  <a:pt x="1302215" y="108718"/>
                </a:cubicBezTo>
                <a:cubicBezTo>
                  <a:pt x="1310022" y="110234"/>
                  <a:pt x="1322602" y="112835"/>
                  <a:pt x="1322602" y="124320"/>
                </a:cubicBezTo>
                <a:cubicBezTo>
                  <a:pt x="1322602" y="139273"/>
                  <a:pt x="1305468" y="139273"/>
                  <a:pt x="1302215" y="139273"/>
                </a:cubicBezTo>
                <a:cubicBezTo>
                  <a:pt x="1284648" y="139273"/>
                  <a:pt x="1272502" y="131254"/>
                  <a:pt x="1268597" y="128653"/>
                </a:cubicBezTo>
                <a:lnTo>
                  <a:pt x="1265996" y="143394"/>
                </a:lnTo>
                <a:cubicBezTo>
                  <a:pt x="1272936" y="146863"/>
                  <a:pt x="1284863" y="152936"/>
                  <a:pt x="1302434" y="152936"/>
                </a:cubicBezTo>
                <a:cubicBezTo>
                  <a:pt x="1306335" y="152936"/>
                  <a:pt x="1318266" y="152936"/>
                  <a:pt x="1327592" y="145996"/>
                </a:cubicBezTo>
                <a:cubicBezTo>
                  <a:pt x="1334314" y="140789"/>
                  <a:pt x="1338004" y="132121"/>
                  <a:pt x="1338004" y="122804"/>
                </a:cubicBezTo>
                <a:close/>
                <a:moveTo>
                  <a:pt x="1444714" y="102866"/>
                </a:moveTo>
                <a:cubicBezTo>
                  <a:pt x="1444714" y="73827"/>
                  <a:pt x="1423023" y="50626"/>
                  <a:pt x="1397216" y="50626"/>
                </a:cubicBezTo>
                <a:cubicBezTo>
                  <a:pt x="1370538" y="50626"/>
                  <a:pt x="1349499" y="74476"/>
                  <a:pt x="1349499" y="102866"/>
                </a:cubicBezTo>
                <a:cubicBezTo>
                  <a:pt x="1349499" y="131472"/>
                  <a:pt x="1371620" y="152936"/>
                  <a:pt x="1396997" y="152936"/>
                </a:cubicBezTo>
                <a:cubicBezTo>
                  <a:pt x="1423023" y="152936"/>
                  <a:pt x="1444714" y="131039"/>
                  <a:pt x="1444714" y="102866"/>
                </a:cubicBezTo>
                <a:moveTo>
                  <a:pt x="1427795" y="100699"/>
                </a:moveTo>
                <a:cubicBezTo>
                  <a:pt x="1427795" y="126270"/>
                  <a:pt x="1413048" y="139055"/>
                  <a:pt x="1396997" y="139055"/>
                </a:cubicBezTo>
                <a:cubicBezTo>
                  <a:pt x="1382032" y="139055"/>
                  <a:pt x="1366414" y="126922"/>
                  <a:pt x="1366414" y="100699"/>
                </a:cubicBezTo>
                <a:cubicBezTo>
                  <a:pt x="1366414" y="74476"/>
                  <a:pt x="1382899" y="63858"/>
                  <a:pt x="1396997" y="63858"/>
                </a:cubicBezTo>
                <a:cubicBezTo>
                  <a:pt x="1412181" y="63858"/>
                  <a:pt x="1427795" y="75128"/>
                  <a:pt x="1427795" y="100699"/>
                </a:cubicBezTo>
                <a:close/>
                <a:moveTo>
                  <a:pt x="1485271" y="150606"/>
                </a:moveTo>
                <a:lnTo>
                  <a:pt x="1485271" y="0"/>
                </a:lnTo>
                <a:lnTo>
                  <a:pt x="1469005" y="0"/>
                </a:lnTo>
                <a:lnTo>
                  <a:pt x="1469005" y="150606"/>
                </a:lnTo>
                <a:lnTo>
                  <a:pt x="1485271" y="150606"/>
                </a:lnTo>
                <a:close/>
                <a:moveTo>
                  <a:pt x="1597623" y="150553"/>
                </a:moveTo>
                <a:lnTo>
                  <a:pt x="1597623" y="54227"/>
                </a:lnTo>
                <a:lnTo>
                  <a:pt x="1580704" y="54227"/>
                </a:lnTo>
                <a:lnTo>
                  <a:pt x="1580704" y="117145"/>
                </a:lnTo>
                <a:cubicBezTo>
                  <a:pt x="1580704" y="133415"/>
                  <a:pt x="1568559" y="141008"/>
                  <a:pt x="1554679" y="141008"/>
                </a:cubicBezTo>
                <a:cubicBezTo>
                  <a:pt x="1539276" y="141008"/>
                  <a:pt x="1537760" y="135368"/>
                  <a:pt x="1537760" y="126038"/>
                </a:cubicBezTo>
                <a:lnTo>
                  <a:pt x="1537760" y="54227"/>
                </a:lnTo>
                <a:lnTo>
                  <a:pt x="1520842" y="54227"/>
                </a:lnTo>
                <a:lnTo>
                  <a:pt x="1520842" y="126905"/>
                </a:lnTo>
                <a:cubicBezTo>
                  <a:pt x="1520842" y="142527"/>
                  <a:pt x="1525830" y="152936"/>
                  <a:pt x="1543833" y="152936"/>
                </a:cubicBezTo>
                <a:cubicBezTo>
                  <a:pt x="1555327" y="152936"/>
                  <a:pt x="1570726" y="149467"/>
                  <a:pt x="1581356" y="140141"/>
                </a:cubicBezTo>
                <a:lnTo>
                  <a:pt x="1581356" y="150553"/>
                </a:lnTo>
                <a:lnTo>
                  <a:pt x="1597623" y="150553"/>
                </a:lnTo>
                <a:close/>
                <a:moveTo>
                  <a:pt x="1687413" y="144695"/>
                </a:moveTo>
                <a:lnTo>
                  <a:pt x="1683945" y="131896"/>
                </a:lnTo>
                <a:cubicBezTo>
                  <a:pt x="1678305" y="136454"/>
                  <a:pt x="1671365" y="139055"/>
                  <a:pt x="1664425" y="139055"/>
                </a:cubicBezTo>
                <a:cubicBezTo>
                  <a:pt x="1656400" y="139055"/>
                  <a:pt x="1653362" y="132548"/>
                  <a:pt x="1653362" y="121047"/>
                </a:cubicBezTo>
                <a:lnTo>
                  <a:pt x="1653362" y="66810"/>
                </a:lnTo>
                <a:lnTo>
                  <a:pt x="1683945" y="66810"/>
                </a:lnTo>
                <a:lnTo>
                  <a:pt x="1683945" y="54227"/>
                </a:lnTo>
                <a:lnTo>
                  <a:pt x="1653362" y="54227"/>
                </a:lnTo>
                <a:lnTo>
                  <a:pt x="1653362" y="26690"/>
                </a:lnTo>
                <a:lnTo>
                  <a:pt x="1638396" y="26690"/>
                </a:lnTo>
                <a:lnTo>
                  <a:pt x="1638396" y="54227"/>
                </a:lnTo>
                <a:lnTo>
                  <a:pt x="1619529" y="54227"/>
                </a:lnTo>
                <a:lnTo>
                  <a:pt x="1619529" y="66810"/>
                </a:lnTo>
                <a:lnTo>
                  <a:pt x="1637747" y="66810"/>
                </a:lnTo>
                <a:lnTo>
                  <a:pt x="1637747" y="124737"/>
                </a:lnTo>
                <a:cubicBezTo>
                  <a:pt x="1637747" y="137754"/>
                  <a:pt x="1640782" y="152936"/>
                  <a:pt x="1655748" y="152936"/>
                </a:cubicBezTo>
                <a:cubicBezTo>
                  <a:pt x="1670932" y="152936"/>
                  <a:pt x="1681992" y="147515"/>
                  <a:pt x="1687413" y="144695"/>
                </a:cubicBezTo>
                <a:close/>
                <a:moveTo>
                  <a:pt x="1727538" y="150606"/>
                </a:moveTo>
                <a:lnTo>
                  <a:pt x="1727538" y="54227"/>
                </a:lnTo>
                <a:lnTo>
                  <a:pt x="1711272" y="54227"/>
                </a:lnTo>
                <a:lnTo>
                  <a:pt x="1711272" y="150606"/>
                </a:lnTo>
                <a:lnTo>
                  <a:pt x="1727538" y="150606"/>
                </a:lnTo>
                <a:moveTo>
                  <a:pt x="1729272" y="27779"/>
                </a:moveTo>
                <a:lnTo>
                  <a:pt x="1729272" y="8473"/>
                </a:lnTo>
                <a:lnTo>
                  <a:pt x="1709971" y="8473"/>
                </a:lnTo>
                <a:lnTo>
                  <a:pt x="1709971" y="27779"/>
                </a:lnTo>
                <a:lnTo>
                  <a:pt x="1729272" y="27779"/>
                </a:lnTo>
                <a:close/>
                <a:moveTo>
                  <a:pt x="1847264" y="102866"/>
                </a:moveTo>
                <a:cubicBezTo>
                  <a:pt x="1847264" y="73827"/>
                  <a:pt x="1825573" y="50626"/>
                  <a:pt x="1799766" y="50626"/>
                </a:cubicBezTo>
                <a:cubicBezTo>
                  <a:pt x="1773088" y="50626"/>
                  <a:pt x="1752049" y="74476"/>
                  <a:pt x="1752049" y="102866"/>
                </a:cubicBezTo>
                <a:cubicBezTo>
                  <a:pt x="1752049" y="131472"/>
                  <a:pt x="1774170" y="152936"/>
                  <a:pt x="1799547" y="152936"/>
                </a:cubicBezTo>
                <a:cubicBezTo>
                  <a:pt x="1825573" y="152936"/>
                  <a:pt x="1847264" y="131039"/>
                  <a:pt x="1847264" y="102866"/>
                </a:cubicBezTo>
                <a:moveTo>
                  <a:pt x="1830345" y="100699"/>
                </a:moveTo>
                <a:cubicBezTo>
                  <a:pt x="1830345" y="126270"/>
                  <a:pt x="1815598" y="139055"/>
                  <a:pt x="1799547" y="139055"/>
                </a:cubicBezTo>
                <a:cubicBezTo>
                  <a:pt x="1784582" y="139055"/>
                  <a:pt x="1768964" y="126922"/>
                  <a:pt x="1768964" y="100699"/>
                </a:cubicBezTo>
                <a:cubicBezTo>
                  <a:pt x="1768964" y="74476"/>
                  <a:pt x="1785449" y="63858"/>
                  <a:pt x="1799547" y="63858"/>
                </a:cubicBezTo>
                <a:cubicBezTo>
                  <a:pt x="1814731" y="63858"/>
                  <a:pt x="1830345" y="75128"/>
                  <a:pt x="1830345" y="100699"/>
                </a:cubicBezTo>
                <a:close/>
                <a:moveTo>
                  <a:pt x="1948335" y="150606"/>
                </a:moveTo>
                <a:lnTo>
                  <a:pt x="1948335" y="85957"/>
                </a:lnTo>
                <a:cubicBezTo>
                  <a:pt x="1948335" y="71639"/>
                  <a:pt x="1945082" y="51897"/>
                  <a:pt x="1918619" y="51897"/>
                </a:cubicBezTo>
                <a:cubicBezTo>
                  <a:pt x="1899100" y="51897"/>
                  <a:pt x="1888473" y="66648"/>
                  <a:pt x="1887172" y="68382"/>
                </a:cubicBezTo>
                <a:lnTo>
                  <a:pt x="1887172" y="52982"/>
                </a:lnTo>
                <a:lnTo>
                  <a:pt x="1871555" y="52982"/>
                </a:lnTo>
                <a:lnTo>
                  <a:pt x="1871555" y="150606"/>
                </a:lnTo>
                <a:lnTo>
                  <a:pt x="1888473" y="150606"/>
                </a:lnTo>
                <a:lnTo>
                  <a:pt x="1888473" y="97455"/>
                </a:lnTo>
                <a:cubicBezTo>
                  <a:pt x="1888473" y="83137"/>
                  <a:pt x="1893894" y="65129"/>
                  <a:pt x="1910378" y="65129"/>
                </a:cubicBezTo>
                <a:cubicBezTo>
                  <a:pt x="1931198" y="65129"/>
                  <a:pt x="1931417" y="80532"/>
                  <a:pt x="1931417" y="87476"/>
                </a:cubicBezTo>
                <a:lnTo>
                  <a:pt x="1931417" y="150606"/>
                </a:lnTo>
                <a:lnTo>
                  <a:pt x="1948335" y="150606"/>
                </a:lnTo>
                <a:close/>
                <a:moveTo>
                  <a:pt x="2072179" y="150606"/>
                </a:moveTo>
                <a:lnTo>
                  <a:pt x="2072179" y="54227"/>
                </a:lnTo>
                <a:lnTo>
                  <a:pt x="2055913" y="54227"/>
                </a:lnTo>
                <a:lnTo>
                  <a:pt x="2055913" y="150606"/>
                </a:lnTo>
                <a:lnTo>
                  <a:pt x="2072179" y="150606"/>
                </a:lnTo>
                <a:moveTo>
                  <a:pt x="2073913" y="27779"/>
                </a:moveTo>
                <a:lnTo>
                  <a:pt x="2073913" y="8473"/>
                </a:lnTo>
                <a:lnTo>
                  <a:pt x="2054612" y="8473"/>
                </a:lnTo>
                <a:lnTo>
                  <a:pt x="2054612" y="27779"/>
                </a:lnTo>
                <a:lnTo>
                  <a:pt x="2073913" y="27779"/>
                </a:lnTo>
                <a:close/>
                <a:moveTo>
                  <a:pt x="2168264" y="122804"/>
                </a:moveTo>
                <a:cubicBezTo>
                  <a:pt x="2168264" y="110883"/>
                  <a:pt x="2160239" y="103515"/>
                  <a:pt x="2159805" y="102866"/>
                </a:cubicBezTo>
                <a:cubicBezTo>
                  <a:pt x="2151346" y="95281"/>
                  <a:pt x="2145488" y="93980"/>
                  <a:pt x="2134643" y="92030"/>
                </a:cubicBezTo>
                <a:cubicBezTo>
                  <a:pt x="2122716" y="89647"/>
                  <a:pt x="2112738" y="87480"/>
                  <a:pt x="2112738" y="76862"/>
                </a:cubicBezTo>
                <a:cubicBezTo>
                  <a:pt x="2112738" y="63424"/>
                  <a:pt x="2128355" y="63424"/>
                  <a:pt x="2131175" y="63424"/>
                </a:cubicBezTo>
                <a:cubicBezTo>
                  <a:pt x="2138115" y="63424"/>
                  <a:pt x="2149609" y="64292"/>
                  <a:pt x="2161973" y="71659"/>
                </a:cubicBezTo>
                <a:lnTo>
                  <a:pt x="2164574" y="57569"/>
                </a:lnTo>
                <a:cubicBezTo>
                  <a:pt x="2153299" y="52363"/>
                  <a:pt x="2144406" y="50626"/>
                  <a:pt x="2133343" y="50626"/>
                </a:cubicBezTo>
                <a:cubicBezTo>
                  <a:pt x="2127922" y="50626"/>
                  <a:pt x="2097339" y="50626"/>
                  <a:pt x="2097339" y="79030"/>
                </a:cubicBezTo>
                <a:cubicBezTo>
                  <a:pt x="2097339" y="89647"/>
                  <a:pt x="2103630" y="96581"/>
                  <a:pt x="2109051" y="100699"/>
                </a:cubicBezTo>
                <a:cubicBezTo>
                  <a:pt x="2115776" y="105468"/>
                  <a:pt x="2120548" y="106332"/>
                  <a:pt x="2132475" y="108718"/>
                </a:cubicBezTo>
                <a:cubicBezTo>
                  <a:pt x="2140283" y="110234"/>
                  <a:pt x="2152862" y="112835"/>
                  <a:pt x="2152862" y="124320"/>
                </a:cubicBezTo>
                <a:cubicBezTo>
                  <a:pt x="2152862" y="139273"/>
                  <a:pt x="2135729" y="139273"/>
                  <a:pt x="2132475" y="139273"/>
                </a:cubicBezTo>
                <a:cubicBezTo>
                  <a:pt x="2114909" y="139273"/>
                  <a:pt x="2102763" y="131254"/>
                  <a:pt x="2098858" y="128653"/>
                </a:cubicBezTo>
                <a:lnTo>
                  <a:pt x="2096256" y="143394"/>
                </a:lnTo>
                <a:cubicBezTo>
                  <a:pt x="2103196" y="146863"/>
                  <a:pt x="2115124" y="152936"/>
                  <a:pt x="2132694" y="152936"/>
                </a:cubicBezTo>
                <a:cubicBezTo>
                  <a:pt x="2136596" y="152936"/>
                  <a:pt x="2148527" y="152936"/>
                  <a:pt x="2157853" y="145996"/>
                </a:cubicBezTo>
                <a:cubicBezTo>
                  <a:pt x="2164574" y="140789"/>
                  <a:pt x="2168264" y="132121"/>
                  <a:pt x="2168264" y="122804"/>
                </a:cubicBezTo>
                <a:close/>
                <a:moveTo>
                  <a:pt x="2279310" y="150606"/>
                </a:moveTo>
                <a:lnTo>
                  <a:pt x="2279310" y="54227"/>
                </a:lnTo>
                <a:lnTo>
                  <a:pt x="2263044" y="54227"/>
                </a:lnTo>
                <a:lnTo>
                  <a:pt x="2263044" y="150606"/>
                </a:lnTo>
                <a:lnTo>
                  <a:pt x="2279310" y="150606"/>
                </a:lnTo>
                <a:moveTo>
                  <a:pt x="2281044" y="27779"/>
                </a:moveTo>
                <a:lnTo>
                  <a:pt x="2281044" y="8473"/>
                </a:lnTo>
                <a:lnTo>
                  <a:pt x="2261743" y="8473"/>
                </a:lnTo>
                <a:lnTo>
                  <a:pt x="2261743" y="27779"/>
                </a:lnTo>
                <a:lnTo>
                  <a:pt x="2281044" y="27779"/>
                </a:lnTo>
                <a:close/>
                <a:moveTo>
                  <a:pt x="2391661" y="150606"/>
                </a:moveTo>
                <a:lnTo>
                  <a:pt x="2391661" y="85957"/>
                </a:lnTo>
                <a:cubicBezTo>
                  <a:pt x="2391661" y="71639"/>
                  <a:pt x="2388407" y="51897"/>
                  <a:pt x="2361945" y="51897"/>
                </a:cubicBezTo>
                <a:cubicBezTo>
                  <a:pt x="2342425" y="51897"/>
                  <a:pt x="2331799" y="66648"/>
                  <a:pt x="2330498" y="68382"/>
                </a:cubicBezTo>
                <a:lnTo>
                  <a:pt x="2330498" y="52982"/>
                </a:lnTo>
                <a:lnTo>
                  <a:pt x="2314880" y="52982"/>
                </a:lnTo>
                <a:lnTo>
                  <a:pt x="2314880" y="150606"/>
                </a:lnTo>
                <a:lnTo>
                  <a:pt x="2331799" y="150606"/>
                </a:lnTo>
                <a:lnTo>
                  <a:pt x="2331799" y="97455"/>
                </a:lnTo>
                <a:cubicBezTo>
                  <a:pt x="2331799" y="83137"/>
                  <a:pt x="2337219" y="65129"/>
                  <a:pt x="2353704" y="65129"/>
                </a:cubicBezTo>
                <a:cubicBezTo>
                  <a:pt x="2374524" y="65129"/>
                  <a:pt x="2374743" y="80532"/>
                  <a:pt x="2374743" y="87476"/>
                </a:cubicBezTo>
                <a:lnTo>
                  <a:pt x="2374743" y="150606"/>
                </a:lnTo>
                <a:lnTo>
                  <a:pt x="2391661" y="150606"/>
                </a:lnTo>
                <a:close/>
                <a:moveTo>
                  <a:pt x="2499456" y="141875"/>
                </a:moveTo>
                <a:lnTo>
                  <a:pt x="2498155" y="127355"/>
                </a:lnTo>
                <a:cubicBezTo>
                  <a:pt x="2487092" y="136023"/>
                  <a:pt x="2475379" y="139055"/>
                  <a:pt x="2464319" y="139055"/>
                </a:cubicBezTo>
                <a:cubicBezTo>
                  <a:pt x="2446319" y="139055"/>
                  <a:pt x="2434173" y="123453"/>
                  <a:pt x="2434173" y="102218"/>
                </a:cubicBezTo>
                <a:cubicBezTo>
                  <a:pt x="2434173" y="85312"/>
                  <a:pt x="2442195" y="64510"/>
                  <a:pt x="2465186" y="64510"/>
                </a:cubicBezTo>
                <a:cubicBezTo>
                  <a:pt x="2476465" y="64510"/>
                  <a:pt x="2483838" y="66244"/>
                  <a:pt x="2495769" y="74045"/>
                </a:cubicBezTo>
                <a:lnTo>
                  <a:pt x="2498370" y="59956"/>
                </a:lnTo>
                <a:cubicBezTo>
                  <a:pt x="2485576" y="52578"/>
                  <a:pt x="2478199" y="50626"/>
                  <a:pt x="2464971" y="50626"/>
                </a:cubicBezTo>
                <a:cubicBezTo>
                  <a:pt x="2434821" y="50626"/>
                  <a:pt x="2417255" y="76862"/>
                  <a:pt x="2417255" y="102433"/>
                </a:cubicBezTo>
                <a:cubicBezTo>
                  <a:pt x="2417255" y="129305"/>
                  <a:pt x="2436993" y="152936"/>
                  <a:pt x="2464104" y="152936"/>
                </a:cubicBezTo>
                <a:cubicBezTo>
                  <a:pt x="2475816" y="152936"/>
                  <a:pt x="2487744" y="149901"/>
                  <a:pt x="2499456" y="141875"/>
                </a:cubicBezTo>
                <a:close/>
                <a:moveTo>
                  <a:pt x="2607468" y="102866"/>
                </a:moveTo>
                <a:cubicBezTo>
                  <a:pt x="2607468" y="73827"/>
                  <a:pt x="2585777" y="50626"/>
                  <a:pt x="2559970" y="50626"/>
                </a:cubicBezTo>
                <a:cubicBezTo>
                  <a:pt x="2533292" y="50626"/>
                  <a:pt x="2512254" y="74476"/>
                  <a:pt x="2512254" y="102866"/>
                </a:cubicBezTo>
                <a:cubicBezTo>
                  <a:pt x="2512254" y="131472"/>
                  <a:pt x="2534374" y="152936"/>
                  <a:pt x="2559751" y="152936"/>
                </a:cubicBezTo>
                <a:cubicBezTo>
                  <a:pt x="2585777" y="152936"/>
                  <a:pt x="2607468" y="131039"/>
                  <a:pt x="2607468" y="102866"/>
                </a:cubicBezTo>
                <a:moveTo>
                  <a:pt x="2590550" y="100699"/>
                </a:moveTo>
                <a:cubicBezTo>
                  <a:pt x="2590550" y="126270"/>
                  <a:pt x="2575802" y="139055"/>
                  <a:pt x="2559751" y="139055"/>
                </a:cubicBezTo>
                <a:cubicBezTo>
                  <a:pt x="2544786" y="139055"/>
                  <a:pt x="2529168" y="126922"/>
                  <a:pt x="2529168" y="100699"/>
                </a:cubicBezTo>
                <a:cubicBezTo>
                  <a:pt x="2529168" y="74476"/>
                  <a:pt x="2545653" y="63858"/>
                  <a:pt x="2559751" y="63858"/>
                </a:cubicBezTo>
                <a:cubicBezTo>
                  <a:pt x="2574935" y="63858"/>
                  <a:pt x="2590550" y="75128"/>
                  <a:pt x="2590550" y="100699"/>
                </a:cubicBezTo>
                <a:close/>
                <a:moveTo>
                  <a:pt x="2685115" y="66433"/>
                </a:moveTo>
                <a:lnTo>
                  <a:pt x="2685115" y="51897"/>
                </a:lnTo>
                <a:cubicBezTo>
                  <a:pt x="2665810" y="52115"/>
                  <a:pt x="2653883" y="62746"/>
                  <a:pt x="2647158" y="72725"/>
                </a:cubicBezTo>
                <a:lnTo>
                  <a:pt x="2647158" y="52982"/>
                </a:lnTo>
                <a:lnTo>
                  <a:pt x="2631974" y="52982"/>
                </a:lnTo>
                <a:lnTo>
                  <a:pt x="2631974" y="150606"/>
                </a:lnTo>
                <a:lnTo>
                  <a:pt x="2648243" y="150606"/>
                </a:lnTo>
                <a:lnTo>
                  <a:pt x="2648243" y="104180"/>
                </a:lnTo>
                <a:cubicBezTo>
                  <a:pt x="2648243" y="82488"/>
                  <a:pt x="2663858" y="66867"/>
                  <a:pt x="2685115" y="66433"/>
                </a:cubicBezTo>
                <a:close/>
                <a:moveTo>
                  <a:pt x="2759292" y="66433"/>
                </a:moveTo>
                <a:lnTo>
                  <a:pt x="2759292" y="51897"/>
                </a:lnTo>
                <a:cubicBezTo>
                  <a:pt x="2739988" y="52115"/>
                  <a:pt x="2728060" y="62746"/>
                  <a:pt x="2721335" y="72725"/>
                </a:cubicBezTo>
                <a:lnTo>
                  <a:pt x="2721335" y="52982"/>
                </a:lnTo>
                <a:lnTo>
                  <a:pt x="2706152" y="52982"/>
                </a:lnTo>
                <a:lnTo>
                  <a:pt x="2706152" y="150606"/>
                </a:lnTo>
                <a:lnTo>
                  <a:pt x="2722421" y="150606"/>
                </a:lnTo>
                <a:lnTo>
                  <a:pt x="2722421" y="104180"/>
                </a:lnTo>
                <a:cubicBezTo>
                  <a:pt x="2722421" y="82488"/>
                  <a:pt x="2738035" y="66867"/>
                  <a:pt x="2759292" y="66433"/>
                </a:cubicBezTo>
                <a:close/>
                <a:moveTo>
                  <a:pt x="2852336" y="103158"/>
                </a:moveTo>
                <a:cubicBezTo>
                  <a:pt x="2852336" y="95784"/>
                  <a:pt x="2852121" y="79500"/>
                  <a:pt x="2843662" y="66466"/>
                </a:cubicBezTo>
                <a:cubicBezTo>
                  <a:pt x="2834769" y="53012"/>
                  <a:pt x="2821538" y="50626"/>
                  <a:pt x="2813731" y="50626"/>
                </a:cubicBezTo>
                <a:cubicBezTo>
                  <a:pt x="2789657" y="50626"/>
                  <a:pt x="2770135" y="73635"/>
                  <a:pt x="2770135" y="101642"/>
                </a:cubicBezTo>
                <a:cubicBezTo>
                  <a:pt x="2770135" y="130192"/>
                  <a:pt x="2790958" y="152936"/>
                  <a:pt x="2816984" y="152936"/>
                </a:cubicBezTo>
                <a:cubicBezTo>
                  <a:pt x="2830649" y="152936"/>
                  <a:pt x="2843010" y="147733"/>
                  <a:pt x="2851469" y="141660"/>
                </a:cubicBezTo>
                <a:lnTo>
                  <a:pt x="2850168" y="127597"/>
                </a:lnTo>
                <a:cubicBezTo>
                  <a:pt x="2836503" y="138840"/>
                  <a:pt x="2822190" y="139707"/>
                  <a:pt x="2817202" y="139707"/>
                </a:cubicBezTo>
                <a:cubicBezTo>
                  <a:pt x="2799851" y="139707"/>
                  <a:pt x="2785967" y="124353"/>
                  <a:pt x="2785319" y="103158"/>
                </a:cubicBezTo>
                <a:lnTo>
                  <a:pt x="2852336" y="103158"/>
                </a:lnTo>
                <a:moveTo>
                  <a:pt x="2839975" y="91229"/>
                </a:moveTo>
                <a:lnTo>
                  <a:pt x="2786401" y="91229"/>
                </a:lnTo>
                <a:cubicBezTo>
                  <a:pt x="2789873" y="74720"/>
                  <a:pt x="2801366" y="63858"/>
                  <a:pt x="2813731" y="63858"/>
                </a:cubicBezTo>
                <a:cubicBezTo>
                  <a:pt x="2825009" y="63858"/>
                  <a:pt x="2837155" y="71245"/>
                  <a:pt x="2839975" y="91229"/>
                </a:cubicBezTo>
                <a:close/>
                <a:moveTo>
                  <a:pt x="2948854" y="141875"/>
                </a:moveTo>
                <a:lnTo>
                  <a:pt x="2947553" y="127355"/>
                </a:lnTo>
                <a:cubicBezTo>
                  <a:pt x="2936490" y="136023"/>
                  <a:pt x="2924777" y="139055"/>
                  <a:pt x="2913717" y="139055"/>
                </a:cubicBezTo>
                <a:cubicBezTo>
                  <a:pt x="2895717" y="139055"/>
                  <a:pt x="2883571" y="123453"/>
                  <a:pt x="2883571" y="102218"/>
                </a:cubicBezTo>
                <a:cubicBezTo>
                  <a:pt x="2883571" y="85312"/>
                  <a:pt x="2891593" y="64510"/>
                  <a:pt x="2914584" y="64510"/>
                </a:cubicBezTo>
                <a:cubicBezTo>
                  <a:pt x="2925863" y="64510"/>
                  <a:pt x="2933236" y="66244"/>
                  <a:pt x="2945167" y="74045"/>
                </a:cubicBezTo>
                <a:lnTo>
                  <a:pt x="2947768" y="59956"/>
                </a:lnTo>
                <a:cubicBezTo>
                  <a:pt x="2934974" y="52578"/>
                  <a:pt x="2927597" y="50626"/>
                  <a:pt x="2914369" y="50626"/>
                </a:cubicBezTo>
                <a:cubicBezTo>
                  <a:pt x="2884219" y="50626"/>
                  <a:pt x="2866653" y="76862"/>
                  <a:pt x="2866653" y="102433"/>
                </a:cubicBezTo>
                <a:cubicBezTo>
                  <a:pt x="2866653" y="129305"/>
                  <a:pt x="2886390" y="152936"/>
                  <a:pt x="2913502" y="152936"/>
                </a:cubicBezTo>
                <a:cubicBezTo>
                  <a:pt x="2925214" y="152936"/>
                  <a:pt x="2937142" y="149901"/>
                  <a:pt x="2948854" y="141875"/>
                </a:cubicBezTo>
                <a:close/>
                <a:moveTo>
                  <a:pt x="3027150" y="144695"/>
                </a:moveTo>
                <a:lnTo>
                  <a:pt x="3023682" y="131896"/>
                </a:lnTo>
                <a:cubicBezTo>
                  <a:pt x="3018043" y="136454"/>
                  <a:pt x="3011103" y="139055"/>
                  <a:pt x="3004163" y="139055"/>
                </a:cubicBezTo>
                <a:cubicBezTo>
                  <a:pt x="2996137" y="139055"/>
                  <a:pt x="2993099" y="132548"/>
                  <a:pt x="2993099" y="121047"/>
                </a:cubicBezTo>
                <a:lnTo>
                  <a:pt x="2993099" y="66810"/>
                </a:lnTo>
                <a:lnTo>
                  <a:pt x="3023682" y="66810"/>
                </a:lnTo>
                <a:lnTo>
                  <a:pt x="3023682" y="54227"/>
                </a:lnTo>
                <a:lnTo>
                  <a:pt x="2993099" y="54227"/>
                </a:lnTo>
                <a:lnTo>
                  <a:pt x="2993099" y="26690"/>
                </a:lnTo>
                <a:lnTo>
                  <a:pt x="2978134" y="26690"/>
                </a:lnTo>
                <a:lnTo>
                  <a:pt x="2978134" y="54227"/>
                </a:lnTo>
                <a:lnTo>
                  <a:pt x="2959266" y="54227"/>
                </a:lnTo>
                <a:lnTo>
                  <a:pt x="2959266" y="66810"/>
                </a:lnTo>
                <a:lnTo>
                  <a:pt x="2977485" y="66810"/>
                </a:lnTo>
                <a:lnTo>
                  <a:pt x="2977485" y="124737"/>
                </a:lnTo>
                <a:cubicBezTo>
                  <a:pt x="2977485" y="137754"/>
                  <a:pt x="2980520" y="152936"/>
                  <a:pt x="2995485" y="152936"/>
                </a:cubicBezTo>
                <a:cubicBezTo>
                  <a:pt x="3010669" y="152936"/>
                  <a:pt x="3021730" y="147515"/>
                  <a:pt x="3027150" y="144695"/>
                </a:cubicBezTo>
                <a:close/>
                <a:moveTo>
                  <a:pt x="3194376" y="150553"/>
                </a:moveTo>
                <a:lnTo>
                  <a:pt x="3194376" y="87913"/>
                </a:lnTo>
                <a:cubicBezTo>
                  <a:pt x="3194376" y="65807"/>
                  <a:pt x="3178544" y="50626"/>
                  <a:pt x="3158587" y="50626"/>
                </a:cubicBezTo>
                <a:cubicBezTo>
                  <a:pt x="3144489" y="50626"/>
                  <a:pt x="3134729" y="54098"/>
                  <a:pt x="3124536" y="59956"/>
                </a:cubicBezTo>
                <a:lnTo>
                  <a:pt x="3125837" y="74260"/>
                </a:lnTo>
                <a:cubicBezTo>
                  <a:pt x="3137115" y="66241"/>
                  <a:pt x="3147961" y="63424"/>
                  <a:pt x="3158587" y="63424"/>
                </a:cubicBezTo>
                <a:cubicBezTo>
                  <a:pt x="3168784" y="63424"/>
                  <a:pt x="3177458" y="72093"/>
                  <a:pt x="3177458" y="88132"/>
                </a:cubicBezTo>
                <a:lnTo>
                  <a:pt x="3177458" y="97452"/>
                </a:lnTo>
                <a:cubicBezTo>
                  <a:pt x="3144926" y="97885"/>
                  <a:pt x="3117378" y="106994"/>
                  <a:pt x="3117378" y="126058"/>
                </a:cubicBezTo>
                <a:cubicBezTo>
                  <a:pt x="3117378" y="135375"/>
                  <a:pt x="3123235" y="152936"/>
                  <a:pt x="3142106" y="152936"/>
                </a:cubicBezTo>
                <a:cubicBezTo>
                  <a:pt x="3145141" y="152936"/>
                  <a:pt x="3165527" y="152502"/>
                  <a:pt x="3178110" y="142742"/>
                </a:cubicBezTo>
                <a:lnTo>
                  <a:pt x="3178110" y="150553"/>
                </a:lnTo>
                <a:lnTo>
                  <a:pt x="3194376" y="150553"/>
                </a:lnTo>
                <a:moveTo>
                  <a:pt x="3177458" y="121944"/>
                </a:moveTo>
                <a:cubicBezTo>
                  <a:pt x="3177458" y="126058"/>
                  <a:pt x="3177458" y="131476"/>
                  <a:pt x="3170085" y="135590"/>
                </a:cubicBezTo>
                <a:cubicBezTo>
                  <a:pt x="3163793" y="139489"/>
                  <a:pt x="3155553" y="139707"/>
                  <a:pt x="3153166" y="139707"/>
                </a:cubicBezTo>
                <a:cubicBezTo>
                  <a:pt x="3142755" y="139707"/>
                  <a:pt x="3132995" y="134723"/>
                  <a:pt x="3132995" y="125627"/>
                </a:cubicBezTo>
                <a:cubicBezTo>
                  <a:pt x="3132995" y="110462"/>
                  <a:pt x="3168132" y="108946"/>
                  <a:pt x="3177458" y="108513"/>
                </a:cubicBezTo>
                <a:lnTo>
                  <a:pt x="3177458" y="121944"/>
                </a:lnTo>
                <a:close/>
                <a:moveTo>
                  <a:pt x="3288074" y="122804"/>
                </a:moveTo>
                <a:cubicBezTo>
                  <a:pt x="3288074" y="110883"/>
                  <a:pt x="3280049" y="103515"/>
                  <a:pt x="3279615" y="102866"/>
                </a:cubicBezTo>
                <a:cubicBezTo>
                  <a:pt x="3271156" y="95281"/>
                  <a:pt x="3265298" y="93980"/>
                  <a:pt x="3254453" y="92030"/>
                </a:cubicBezTo>
                <a:cubicBezTo>
                  <a:pt x="3242526" y="89647"/>
                  <a:pt x="3232548" y="87480"/>
                  <a:pt x="3232548" y="76862"/>
                </a:cubicBezTo>
                <a:cubicBezTo>
                  <a:pt x="3232548" y="63424"/>
                  <a:pt x="3248165" y="63424"/>
                  <a:pt x="3250985" y="63424"/>
                </a:cubicBezTo>
                <a:cubicBezTo>
                  <a:pt x="3257925" y="63424"/>
                  <a:pt x="3269419" y="64292"/>
                  <a:pt x="3281783" y="71659"/>
                </a:cubicBezTo>
                <a:lnTo>
                  <a:pt x="3284384" y="57569"/>
                </a:lnTo>
                <a:cubicBezTo>
                  <a:pt x="3273109" y="52363"/>
                  <a:pt x="3264216" y="50626"/>
                  <a:pt x="3253152" y="50626"/>
                </a:cubicBezTo>
                <a:cubicBezTo>
                  <a:pt x="3247732" y="50626"/>
                  <a:pt x="3217148" y="50626"/>
                  <a:pt x="3217148" y="79030"/>
                </a:cubicBezTo>
                <a:cubicBezTo>
                  <a:pt x="3217148" y="89647"/>
                  <a:pt x="3223440" y="96581"/>
                  <a:pt x="3228861" y="100699"/>
                </a:cubicBezTo>
                <a:cubicBezTo>
                  <a:pt x="3235586" y="105468"/>
                  <a:pt x="3240358" y="106332"/>
                  <a:pt x="3252285" y="108718"/>
                </a:cubicBezTo>
                <a:cubicBezTo>
                  <a:pt x="3260093" y="110234"/>
                  <a:pt x="3272672" y="112835"/>
                  <a:pt x="3272672" y="124320"/>
                </a:cubicBezTo>
                <a:cubicBezTo>
                  <a:pt x="3272672" y="139273"/>
                  <a:pt x="3255539" y="139273"/>
                  <a:pt x="3252285" y="139273"/>
                </a:cubicBezTo>
                <a:cubicBezTo>
                  <a:pt x="3234719" y="139273"/>
                  <a:pt x="3222573" y="131254"/>
                  <a:pt x="3218668" y="128653"/>
                </a:cubicBezTo>
                <a:lnTo>
                  <a:pt x="3216066" y="143394"/>
                </a:lnTo>
                <a:cubicBezTo>
                  <a:pt x="3223006" y="146863"/>
                  <a:pt x="3234934" y="152936"/>
                  <a:pt x="3252504" y="152936"/>
                </a:cubicBezTo>
                <a:cubicBezTo>
                  <a:pt x="3256406" y="152936"/>
                  <a:pt x="3268336" y="152936"/>
                  <a:pt x="3277663" y="145996"/>
                </a:cubicBezTo>
                <a:cubicBezTo>
                  <a:pt x="3284384" y="140789"/>
                  <a:pt x="3288074" y="132121"/>
                  <a:pt x="3288074" y="122804"/>
                </a:cubicBezTo>
                <a:close/>
                <a:moveTo>
                  <a:pt x="3399120" y="150606"/>
                </a:moveTo>
                <a:lnTo>
                  <a:pt x="3399120" y="54227"/>
                </a:lnTo>
                <a:lnTo>
                  <a:pt x="3382854" y="54227"/>
                </a:lnTo>
                <a:lnTo>
                  <a:pt x="3382854" y="150606"/>
                </a:lnTo>
                <a:lnTo>
                  <a:pt x="3399120" y="150606"/>
                </a:lnTo>
                <a:moveTo>
                  <a:pt x="3400854" y="27779"/>
                </a:moveTo>
                <a:lnTo>
                  <a:pt x="3400854" y="8473"/>
                </a:lnTo>
                <a:lnTo>
                  <a:pt x="3381553" y="8473"/>
                </a:lnTo>
                <a:lnTo>
                  <a:pt x="3381553" y="27779"/>
                </a:lnTo>
                <a:lnTo>
                  <a:pt x="3400854" y="27779"/>
                </a:lnTo>
                <a:close/>
                <a:moveTo>
                  <a:pt x="3489129" y="144695"/>
                </a:moveTo>
                <a:lnTo>
                  <a:pt x="3485660" y="131896"/>
                </a:lnTo>
                <a:cubicBezTo>
                  <a:pt x="3480021" y="136454"/>
                  <a:pt x="3473081" y="139055"/>
                  <a:pt x="3466141" y="139055"/>
                </a:cubicBezTo>
                <a:cubicBezTo>
                  <a:pt x="3458115" y="139055"/>
                  <a:pt x="3455077" y="132548"/>
                  <a:pt x="3455077" y="121047"/>
                </a:cubicBezTo>
                <a:lnTo>
                  <a:pt x="3455077" y="66810"/>
                </a:lnTo>
                <a:lnTo>
                  <a:pt x="3485660" y="66810"/>
                </a:lnTo>
                <a:lnTo>
                  <a:pt x="3485660" y="54227"/>
                </a:lnTo>
                <a:lnTo>
                  <a:pt x="3455077" y="54227"/>
                </a:lnTo>
                <a:lnTo>
                  <a:pt x="3455077" y="26690"/>
                </a:lnTo>
                <a:lnTo>
                  <a:pt x="3440112" y="26690"/>
                </a:lnTo>
                <a:lnTo>
                  <a:pt x="3440112" y="54227"/>
                </a:lnTo>
                <a:lnTo>
                  <a:pt x="3421244" y="54227"/>
                </a:lnTo>
                <a:lnTo>
                  <a:pt x="3421244" y="66810"/>
                </a:lnTo>
                <a:lnTo>
                  <a:pt x="3439463" y="66810"/>
                </a:lnTo>
                <a:lnTo>
                  <a:pt x="3439463" y="124737"/>
                </a:lnTo>
                <a:cubicBezTo>
                  <a:pt x="3439463" y="137754"/>
                  <a:pt x="3442498" y="152936"/>
                  <a:pt x="3457463" y="152936"/>
                </a:cubicBezTo>
                <a:cubicBezTo>
                  <a:pt x="3472647" y="152936"/>
                  <a:pt x="3483708" y="147515"/>
                  <a:pt x="3489129" y="144695"/>
                </a:cubicBezTo>
                <a:close/>
                <a:moveTo>
                  <a:pt x="3657655" y="141875"/>
                </a:moveTo>
                <a:lnTo>
                  <a:pt x="3656354" y="127355"/>
                </a:lnTo>
                <a:cubicBezTo>
                  <a:pt x="3645290" y="136023"/>
                  <a:pt x="3633578" y="139055"/>
                  <a:pt x="3622518" y="139055"/>
                </a:cubicBezTo>
                <a:cubicBezTo>
                  <a:pt x="3604517" y="139055"/>
                  <a:pt x="3592372" y="123453"/>
                  <a:pt x="3592372" y="102218"/>
                </a:cubicBezTo>
                <a:cubicBezTo>
                  <a:pt x="3592372" y="85312"/>
                  <a:pt x="3600394" y="64510"/>
                  <a:pt x="3623385" y="64510"/>
                </a:cubicBezTo>
                <a:cubicBezTo>
                  <a:pt x="3634664" y="64510"/>
                  <a:pt x="3642037" y="66244"/>
                  <a:pt x="3653968" y="74045"/>
                </a:cubicBezTo>
                <a:lnTo>
                  <a:pt x="3656569" y="59956"/>
                </a:lnTo>
                <a:cubicBezTo>
                  <a:pt x="3643775" y="52578"/>
                  <a:pt x="3636398" y="50626"/>
                  <a:pt x="3623170" y="50626"/>
                </a:cubicBezTo>
                <a:cubicBezTo>
                  <a:pt x="3593020" y="50626"/>
                  <a:pt x="3575453" y="76862"/>
                  <a:pt x="3575453" y="102433"/>
                </a:cubicBezTo>
                <a:cubicBezTo>
                  <a:pt x="3575453" y="129305"/>
                  <a:pt x="3595191" y="152936"/>
                  <a:pt x="3622303" y="152936"/>
                </a:cubicBezTo>
                <a:cubicBezTo>
                  <a:pt x="3634015" y="152936"/>
                  <a:pt x="3645942" y="149901"/>
                  <a:pt x="3657655" y="141875"/>
                </a:cubicBezTo>
                <a:close/>
                <a:moveTo>
                  <a:pt x="3765666" y="102866"/>
                </a:moveTo>
                <a:cubicBezTo>
                  <a:pt x="3765666" y="73827"/>
                  <a:pt x="3743976" y="50626"/>
                  <a:pt x="3718169" y="50626"/>
                </a:cubicBezTo>
                <a:cubicBezTo>
                  <a:pt x="3691491" y="50626"/>
                  <a:pt x="3670452" y="74476"/>
                  <a:pt x="3670452" y="102866"/>
                </a:cubicBezTo>
                <a:cubicBezTo>
                  <a:pt x="3670452" y="131472"/>
                  <a:pt x="3692573" y="152936"/>
                  <a:pt x="3717950" y="152936"/>
                </a:cubicBezTo>
                <a:cubicBezTo>
                  <a:pt x="3743976" y="152936"/>
                  <a:pt x="3765666" y="131039"/>
                  <a:pt x="3765666" y="102866"/>
                </a:cubicBezTo>
                <a:moveTo>
                  <a:pt x="3748748" y="100699"/>
                </a:moveTo>
                <a:cubicBezTo>
                  <a:pt x="3748748" y="126270"/>
                  <a:pt x="3734001" y="139055"/>
                  <a:pt x="3717950" y="139055"/>
                </a:cubicBezTo>
                <a:cubicBezTo>
                  <a:pt x="3702985" y="139055"/>
                  <a:pt x="3687367" y="126922"/>
                  <a:pt x="3687367" y="100699"/>
                </a:cubicBezTo>
                <a:cubicBezTo>
                  <a:pt x="3687367" y="74476"/>
                  <a:pt x="3703852" y="63858"/>
                  <a:pt x="3717950" y="63858"/>
                </a:cubicBezTo>
                <a:cubicBezTo>
                  <a:pt x="3733134" y="63858"/>
                  <a:pt x="3748748" y="75128"/>
                  <a:pt x="3748748" y="100699"/>
                </a:cubicBezTo>
                <a:close/>
                <a:moveTo>
                  <a:pt x="3866739" y="150606"/>
                </a:moveTo>
                <a:lnTo>
                  <a:pt x="3866739" y="85957"/>
                </a:lnTo>
                <a:cubicBezTo>
                  <a:pt x="3866739" y="71639"/>
                  <a:pt x="3863486" y="51897"/>
                  <a:pt x="3837023" y="51897"/>
                </a:cubicBezTo>
                <a:cubicBezTo>
                  <a:pt x="3817504" y="51897"/>
                  <a:pt x="3806877" y="66648"/>
                  <a:pt x="3805576" y="68382"/>
                </a:cubicBezTo>
                <a:lnTo>
                  <a:pt x="3805576" y="52982"/>
                </a:lnTo>
                <a:lnTo>
                  <a:pt x="3789959" y="52982"/>
                </a:lnTo>
                <a:lnTo>
                  <a:pt x="3789959" y="150606"/>
                </a:lnTo>
                <a:lnTo>
                  <a:pt x="3806877" y="150606"/>
                </a:lnTo>
                <a:lnTo>
                  <a:pt x="3806877" y="97455"/>
                </a:lnTo>
                <a:cubicBezTo>
                  <a:pt x="3806877" y="83137"/>
                  <a:pt x="3812298" y="65129"/>
                  <a:pt x="3828782" y="65129"/>
                </a:cubicBezTo>
                <a:cubicBezTo>
                  <a:pt x="3849602" y="65129"/>
                  <a:pt x="3849821" y="80532"/>
                  <a:pt x="3849821" y="87476"/>
                </a:cubicBezTo>
                <a:lnTo>
                  <a:pt x="3849821" y="150606"/>
                </a:lnTo>
                <a:lnTo>
                  <a:pt x="3866739" y="150606"/>
                </a:lnTo>
                <a:close/>
                <a:moveTo>
                  <a:pt x="3956530" y="144695"/>
                </a:moveTo>
                <a:lnTo>
                  <a:pt x="3953061" y="131896"/>
                </a:lnTo>
                <a:cubicBezTo>
                  <a:pt x="3947422" y="136454"/>
                  <a:pt x="3940482" y="139055"/>
                  <a:pt x="3933542" y="139055"/>
                </a:cubicBezTo>
                <a:cubicBezTo>
                  <a:pt x="3925516" y="139055"/>
                  <a:pt x="3922478" y="132548"/>
                  <a:pt x="3922478" y="121047"/>
                </a:cubicBezTo>
                <a:lnTo>
                  <a:pt x="3922478" y="66810"/>
                </a:lnTo>
                <a:lnTo>
                  <a:pt x="3953061" y="66810"/>
                </a:lnTo>
                <a:lnTo>
                  <a:pt x="3953061" y="54227"/>
                </a:lnTo>
                <a:lnTo>
                  <a:pt x="3922478" y="54227"/>
                </a:lnTo>
                <a:lnTo>
                  <a:pt x="3922478" y="26690"/>
                </a:lnTo>
                <a:lnTo>
                  <a:pt x="3907513" y="26690"/>
                </a:lnTo>
                <a:lnTo>
                  <a:pt x="3907513" y="54227"/>
                </a:lnTo>
                <a:lnTo>
                  <a:pt x="3888645" y="54227"/>
                </a:lnTo>
                <a:lnTo>
                  <a:pt x="3888645" y="66810"/>
                </a:lnTo>
                <a:lnTo>
                  <a:pt x="3906864" y="66810"/>
                </a:lnTo>
                <a:lnTo>
                  <a:pt x="3906864" y="124737"/>
                </a:lnTo>
                <a:cubicBezTo>
                  <a:pt x="3906864" y="137754"/>
                  <a:pt x="3909899" y="152936"/>
                  <a:pt x="3924864" y="152936"/>
                </a:cubicBezTo>
                <a:cubicBezTo>
                  <a:pt x="3940048" y="152936"/>
                  <a:pt x="3951109" y="147515"/>
                  <a:pt x="3956530" y="144695"/>
                </a:cubicBezTo>
                <a:close/>
                <a:moveTo>
                  <a:pt x="4051530" y="150553"/>
                </a:moveTo>
                <a:lnTo>
                  <a:pt x="4051530" y="87913"/>
                </a:lnTo>
                <a:cubicBezTo>
                  <a:pt x="4051530" y="65807"/>
                  <a:pt x="4035698" y="50626"/>
                  <a:pt x="4015741" y="50626"/>
                </a:cubicBezTo>
                <a:cubicBezTo>
                  <a:pt x="4001643" y="50626"/>
                  <a:pt x="3991883" y="54098"/>
                  <a:pt x="3981690" y="59956"/>
                </a:cubicBezTo>
                <a:lnTo>
                  <a:pt x="3982991" y="74260"/>
                </a:lnTo>
                <a:cubicBezTo>
                  <a:pt x="3994269" y="66241"/>
                  <a:pt x="4005115" y="63424"/>
                  <a:pt x="4015741" y="63424"/>
                </a:cubicBezTo>
                <a:cubicBezTo>
                  <a:pt x="4025938" y="63424"/>
                  <a:pt x="4034612" y="72093"/>
                  <a:pt x="4034612" y="88132"/>
                </a:cubicBezTo>
                <a:lnTo>
                  <a:pt x="4034612" y="97452"/>
                </a:lnTo>
                <a:cubicBezTo>
                  <a:pt x="4002080" y="97885"/>
                  <a:pt x="3974532" y="106994"/>
                  <a:pt x="3974532" y="126058"/>
                </a:cubicBezTo>
                <a:cubicBezTo>
                  <a:pt x="3974532" y="135375"/>
                  <a:pt x="3980389" y="152936"/>
                  <a:pt x="3999260" y="152936"/>
                </a:cubicBezTo>
                <a:cubicBezTo>
                  <a:pt x="4002295" y="152936"/>
                  <a:pt x="4022681" y="152502"/>
                  <a:pt x="4035264" y="142742"/>
                </a:cubicBezTo>
                <a:lnTo>
                  <a:pt x="4035264" y="150553"/>
                </a:lnTo>
                <a:lnTo>
                  <a:pt x="4051530" y="150553"/>
                </a:lnTo>
                <a:moveTo>
                  <a:pt x="4034612" y="121944"/>
                </a:moveTo>
                <a:cubicBezTo>
                  <a:pt x="4034612" y="126058"/>
                  <a:pt x="4034612" y="131476"/>
                  <a:pt x="4027239" y="135590"/>
                </a:cubicBezTo>
                <a:cubicBezTo>
                  <a:pt x="4020947" y="139489"/>
                  <a:pt x="4012707" y="139707"/>
                  <a:pt x="4010320" y="139707"/>
                </a:cubicBezTo>
                <a:cubicBezTo>
                  <a:pt x="3999909" y="139707"/>
                  <a:pt x="3990149" y="134723"/>
                  <a:pt x="3990149" y="125627"/>
                </a:cubicBezTo>
                <a:cubicBezTo>
                  <a:pt x="3990149" y="110462"/>
                  <a:pt x="4025286" y="108946"/>
                  <a:pt x="4034612" y="108513"/>
                </a:cubicBezTo>
                <a:lnTo>
                  <a:pt x="4034612" y="121944"/>
                </a:lnTo>
                <a:close/>
                <a:moveTo>
                  <a:pt x="4100980" y="150606"/>
                </a:moveTo>
                <a:lnTo>
                  <a:pt x="4100980" y="54227"/>
                </a:lnTo>
                <a:lnTo>
                  <a:pt x="4084714" y="54227"/>
                </a:lnTo>
                <a:lnTo>
                  <a:pt x="4084714" y="150606"/>
                </a:lnTo>
                <a:lnTo>
                  <a:pt x="4100980" y="150606"/>
                </a:lnTo>
                <a:moveTo>
                  <a:pt x="4102714" y="27779"/>
                </a:moveTo>
                <a:lnTo>
                  <a:pt x="4102714" y="8473"/>
                </a:lnTo>
                <a:lnTo>
                  <a:pt x="4083414" y="8473"/>
                </a:lnTo>
                <a:lnTo>
                  <a:pt x="4083414" y="27779"/>
                </a:lnTo>
                <a:lnTo>
                  <a:pt x="4102714" y="27779"/>
                </a:lnTo>
                <a:close/>
                <a:moveTo>
                  <a:pt x="4213331" y="150606"/>
                </a:moveTo>
                <a:lnTo>
                  <a:pt x="4213331" y="85957"/>
                </a:lnTo>
                <a:cubicBezTo>
                  <a:pt x="4213331" y="71639"/>
                  <a:pt x="4210078" y="51897"/>
                  <a:pt x="4183615" y="51897"/>
                </a:cubicBezTo>
                <a:cubicBezTo>
                  <a:pt x="4164096" y="51897"/>
                  <a:pt x="4153469" y="66648"/>
                  <a:pt x="4152168" y="68382"/>
                </a:cubicBezTo>
                <a:lnTo>
                  <a:pt x="4152168" y="52982"/>
                </a:lnTo>
                <a:lnTo>
                  <a:pt x="4136551" y="52982"/>
                </a:lnTo>
                <a:lnTo>
                  <a:pt x="4136551" y="150606"/>
                </a:lnTo>
                <a:lnTo>
                  <a:pt x="4153469" y="150606"/>
                </a:lnTo>
                <a:lnTo>
                  <a:pt x="4153469" y="97455"/>
                </a:lnTo>
                <a:cubicBezTo>
                  <a:pt x="4153469" y="83137"/>
                  <a:pt x="4158890" y="65129"/>
                  <a:pt x="4175375" y="65129"/>
                </a:cubicBezTo>
                <a:cubicBezTo>
                  <a:pt x="4196195" y="65129"/>
                  <a:pt x="4196413" y="80532"/>
                  <a:pt x="4196413" y="87476"/>
                </a:cubicBezTo>
                <a:lnTo>
                  <a:pt x="4196413" y="150606"/>
                </a:lnTo>
                <a:lnTo>
                  <a:pt x="4213331" y="150606"/>
                </a:lnTo>
                <a:close/>
                <a:moveTo>
                  <a:pt x="4309198" y="122804"/>
                </a:moveTo>
                <a:cubicBezTo>
                  <a:pt x="4309198" y="110883"/>
                  <a:pt x="4301172" y="103515"/>
                  <a:pt x="4300739" y="102866"/>
                </a:cubicBezTo>
                <a:cubicBezTo>
                  <a:pt x="4292280" y="95281"/>
                  <a:pt x="4286422" y="93980"/>
                  <a:pt x="4275577" y="92030"/>
                </a:cubicBezTo>
                <a:cubicBezTo>
                  <a:pt x="4263649" y="89647"/>
                  <a:pt x="4253671" y="87480"/>
                  <a:pt x="4253671" y="76862"/>
                </a:cubicBezTo>
                <a:cubicBezTo>
                  <a:pt x="4253671" y="63424"/>
                  <a:pt x="4269289" y="63424"/>
                  <a:pt x="4272108" y="63424"/>
                </a:cubicBezTo>
                <a:cubicBezTo>
                  <a:pt x="4279048" y="63424"/>
                  <a:pt x="4290542" y="64292"/>
                  <a:pt x="4302907" y="71659"/>
                </a:cubicBezTo>
                <a:lnTo>
                  <a:pt x="4305508" y="57569"/>
                </a:lnTo>
                <a:cubicBezTo>
                  <a:pt x="4294232" y="52363"/>
                  <a:pt x="4285340" y="50626"/>
                  <a:pt x="4274276" y="50626"/>
                </a:cubicBezTo>
                <a:cubicBezTo>
                  <a:pt x="4268855" y="50626"/>
                  <a:pt x="4238272" y="50626"/>
                  <a:pt x="4238272" y="79030"/>
                </a:cubicBezTo>
                <a:cubicBezTo>
                  <a:pt x="4238272" y="89647"/>
                  <a:pt x="4244563" y="96581"/>
                  <a:pt x="4249984" y="100699"/>
                </a:cubicBezTo>
                <a:cubicBezTo>
                  <a:pt x="4256709" y="105468"/>
                  <a:pt x="4261482" y="106332"/>
                  <a:pt x="4273409" y="108718"/>
                </a:cubicBezTo>
                <a:cubicBezTo>
                  <a:pt x="4281216" y="110234"/>
                  <a:pt x="4293796" y="112835"/>
                  <a:pt x="4293796" y="124320"/>
                </a:cubicBezTo>
                <a:cubicBezTo>
                  <a:pt x="4293796" y="139273"/>
                  <a:pt x="4276662" y="139273"/>
                  <a:pt x="4273409" y="139273"/>
                </a:cubicBezTo>
                <a:cubicBezTo>
                  <a:pt x="4255842" y="139273"/>
                  <a:pt x="4243696" y="131254"/>
                  <a:pt x="4239791" y="128653"/>
                </a:cubicBezTo>
                <a:lnTo>
                  <a:pt x="4237190" y="143394"/>
                </a:lnTo>
                <a:cubicBezTo>
                  <a:pt x="4244130" y="146863"/>
                  <a:pt x="4256057" y="152936"/>
                  <a:pt x="4273627" y="152936"/>
                </a:cubicBezTo>
                <a:cubicBezTo>
                  <a:pt x="4277529" y="152936"/>
                  <a:pt x="4289460" y="152936"/>
                  <a:pt x="4298786" y="145996"/>
                </a:cubicBezTo>
                <a:cubicBezTo>
                  <a:pt x="4305508" y="140789"/>
                  <a:pt x="4309198" y="132121"/>
                  <a:pt x="4309198" y="122804"/>
                </a:cubicBezTo>
                <a:close/>
                <a:moveTo>
                  <a:pt x="4475119" y="150553"/>
                </a:moveTo>
                <a:lnTo>
                  <a:pt x="4475119" y="87913"/>
                </a:lnTo>
                <a:cubicBezTo>
                  <a:pt x="4475119" y="65807"/>
                  <a:pt x="4459287" y="50626"/>
                  <a:pt x="4439330" y="50626"/>
                </a:cubicBezTo>
                <a:cubicBezTo>
                  <a:pt x="4425232" y="50626"/>
                  <a:pt x="4415472" y="54098"/>
                  <a:pt x="4405279" y="59956"/>
                </a:cubicBezTo>
                <a:lnTo>
                  <a:pt x="4406580" y="74260"/>
                </a:lnTo>
                <a:cubicBezTo>
                  <a:pt x="4417858" y="66241"/>
                  <a:pt x="4428704" y="63424"/>
                  <a:pt x="4439330" y="63424"/>
                </a:cubicBezTo>
                <a:cubicBezTo>
                  <a:pt x="4449527" y="63424"/>
                  <a:pt x="4458201" y="72093"/>
                  <a:pt x="4458201" y="88132"/>
                </a:cubicBezTo>
                <a:lnTo>
                  <a:pt x="4458201" y="97452"/>
                </a:lnTo>
                <a:cubicBezTo>
                  <a:pt x="4425669" y="97885"/>
                  <a:pt x="4398121" y="106994"/>
                  <a:pt x="4398121" y="126058"/>
                </a:cubicBezTo>
                <a:cubicBezTo>
                  <a:pt x="4398121" y="135375"/>
                  <a:pt x="4403978" y="152936"/>
                  <a:pt x="4422849" y="152936"/>
                </a:cubicBezTo>
                <a:cubicBezTo>
                  <a:pt x="4425884" y="152936"/>
                  <a:pt x="4446270" y="152502"/>
                  <a:pt x="4458853" y="142742"/>
                </a:cubicBezTo>
                <a:lnTo>
                  <a:pt x="4458853" y="150553"/>
                </a:lnTo>
                <a:lnTo>
                  <a:pt x="4475119" y="150553"/>
                </a:lnTo>
                <a:moveTo>
                  <a:pt x="4458201" y="121944"/>
                </a:moveTo>
                <a:cubicBezTo>
                  <a:pt x="4458201" y="126058"/>
                  <a:pt x="4458201" y="131476"/>
                  <a:pt x="4450828" y="135590"/>
                </a:cubicBezTo>
                <a:cubicBezTo>
                  <a:pt x="4444536" y="139489"/>
                  <a:pt x="4436296" y="139707"/>
                  <a:pt x="4433909" y="139707"/>
                </a:cubicBezTo>
                <a:cubicBezTo>
                  <a:pt x="4423498" y="139707"/>
                  <a:pt x="4413738" y="134723"/>
                  <a:pt x="4413738" y="125627"/>
                </a:cubicBezTo>
                <a:cubicBezTo>
                  <a:pt x="4413738" y="110462"/>
                  <a:pt x="4448875" y="108946"/>
                  <a:pt x="4458201" y="108513"/>
                </a:cubicBezTo>
                <a:lnTo>
                  <a:pt x="4458201" y="121944"/>
                </a:lnTo>
                <a:close/>
                <a:moveTo>
                  <a:pt x="4596794" y="150606"/>
                </a:moveTo>
                <a:lnTo>
                  <a:pt x="4596794" y="0"/>
                </a:lnTo>
                <a:lnTo>
                  <a:pt x="4580528" y="0"/>
                </a:lnTo>
                <a:lnTo>
                  <a:pt x="4580528" y="150606"/>
                </a:lnTo>
                <a:lnTo>
                  <a:pt x="4596794" y="150606"/>
                </a:lnTo>
                <a:close/>
                <a:moveTo>
                  <a:pt x="4716518" y="102866"/>
                </a:moveTo>
                <a:cubicBezTo>
                  <a:pt x="4716518" y="73827"/>
                  <a:pt x="4694828" y="50626"/>
                  <a:pt x="4669020" y="50626"/>
                </a:cubicBezTo>
                <a:cubicBezTo>
                  <a:pt x="4642342" y="50626"/>
                  <a:pt x="4621304" y="74476"/>
                  <a:pt x="4621304" y="102866"/>
                </a:cubicBezTo>
                <a:cubicBezTo>
                  <a:pt x="4621304" y="131472"/>
                  <a:pt x="4643425" y="152936"/>
                  <a:pt x="4668802" y="152936"/>
                </a:cubicBezTo>
                <a:cubicBezTo>
                  <a:pt x="4694828" y="152936"/>
                  <a:pt x="4716518" y="131039"/>
                  <a:pt x="4716518" y="102866"/>
                </a:cubicBezTo>
                <a:moveTo>
                  <a:pt x="4699600" y="100699"/>
                </a:moveTo>
                <a:cubicBezTo>
                  <a:pt x="4699600" y="126270"/>
                  <a:pt x="4684853" y="139055"/>
                  <a:pt x="4668802" y="139055"/>
                </a:cubicBezTo>
                <a:cubicBezTo>
                  <a:pt x="4653836" y="139055"/>
                  <a:pt x="4638219" y="126922"/>
                  <a:pt x="4638219" y="100699"/>
                </a:cubicBezTo>
                <a:cubicBezTo>
                  <a:pt x="4638219" y="74476"/>
                  <a:pt x="4654703" y="63858"/>
                  <a:pt x="4668802" y="63858"/>
                </a:cubicBezTo>
                <a:cubicBezTo>
                  <a:pt x="4683986" y="63858"/>
                  <a:pt x="4699600" y="75128"/>
                  <a:pt x="4699600" y="100699"/>
                </a:cubicBezTo>
                <a:close/>
                <a:moveTo>
                  <a:pt x="4828436" y="65562"/>
                </a:moveTo>
                <a:lnTo>
                  <a:pt x="4826050" y="51897"/>
                </a:lnTo>
                <a:cubicBezTo>
                  <a:pt x="4810866" y="51897"/>
                  <a:pt x="4798287" y="56021"/>
                  <a:pt x="4791780" y="58840"/>
                </a:cubicBezTo>
                <a:cubicBezTo>
                  <a:pt x="4787226" y="55153"/>
                  <a:pt x="4779850" y="51897"/>
                  <a:pt x="4771175" y="51897"/>
                </a:cubicBezTo>
                <a:cubicBezTo>
                  <a:pt x="4752523" y="51897"/>
                  <a:pt x="4736690" y="67515"/>
                  <a:pt x="4736690" y="87254"/>
                </a:cubicBezTo>
                <a:cubicBezTo>
                  <a:pt x="4736690" y="95281"/>
                  <a:pt x="4739510" y="103088"/>
                  <a:pt x="4743846" y="108728"/>
                </a:cubicBezTo>
                <a:cubicBezTo>
                  <a:pt x="4737557" y="117621"/>
                  <a:pt x="4737557" y="126081"/>
                  <a:pt x="4737557" y="127166"/>
                </a:cubicBezTo>
                <a:cubicBezTo>
                  <a:pt x="4737557" y="132803"/>
                  <a:pt x="4739510" y="139095"/>
                  <a:pt x="4743197" y="143649"/>
                </a:cubicBezTo>
                <a:cubicBezTo>
                  <a:pt x="4731918" y="150374"/>
                  <a:pt x="4729317" y="160360"/>
                  <a:pt x="4729317" y="166006"/>
                </a:cubicBezTo>
                <a:cubicBezTo>
                  <a:pt x="4729317" y="182287"/>
                  <a:pt x="4750789" y="195301"/>
                  <a:pt x="4777248" y="195301"/>
                </a:cubicBezTo>
                <a:cubicBezTo>
                  <a:pt x="4803926" y="195301"/>
                  <a:pt x="4825398" y="182505"/>
                  <a:pt x="4825398" y="165788"/>
                </a:cubicBezTo>
                <a:cubicBezTo>
                  <a:pt x="4825398" y="135626"/>
                  <a:pt x="4789176" y="135626"/>
                  <a:pt x="4780720" y="135626"/>
                </a:cubicBezTo>
                <a:lnTo>
                  <a:pt x="4761631" y="135626"/>
                </a:lnTo>
                <a:cubicBezTo>
                  <a:pt x="4758811" y="135626"/>
                  <a:pt x="4749051" y="135626"/>
                  <a:pt x="4749051" y="124161"/>
                </a:cubicBezTo>
                <a:cubicBezTo>
                  <a:pt x="4749051" y="121778"/>
                  <a:pt x="4749918" y="118310"/>
                  <a:pt x="4751438" y="116357"/>
                </a:cubicBezTo>
                <a:cubicBezTo>
                  <a:pt x="4755991" y="119610"/>
                  <a:pt x="4763150" y="122645"/>
                  <a:pt x="4771175" y="122645"/>
                </a:cubicBezTo>
                <a:cubicBezTo>
                  <a:pt x="4790695" y="122645"/>
                  <a:pt x="4805879" y="106597"/>
                  <a:pt x="4805879" y="87291"/>
                </a:cubicBezTo>
                <a:cubicBezTo>
                  <a:pt x="4805879" y="76878"/>
                  <a:pt x="4801106" y="68856"/>
                  <a:pt x="4798720" y="65599"/>
                </a:cubicBezTo>
                <a:lnTo>
                  <a:pt x="4799587" y="65817"/>
                </a:lnTo>
                <a:cubicBezTo>
                  <a:pt x="4804360" y="65817"/>
                  <a:pt x="4810433" y="64950"/>
                  <a:pt x="4815638" y="64950"/>
                </a:cubicBezTo>
                <a:cubicBezTo>
                  <a:pt x="4819544" y="64950"/>
                  <a:pt x="4828436" y="65599"/>
                  <a:pt x="4828436" y="65599"/>
                </a:cubicBezTo>
                <a:lnTo>
                  <a:pt x="4828436" y="65562"/>
                </a:lnTo>
                <a:moveTo>
                  <a:pt x="4790695" y="87291"/>
                </a:moveTo>
                <a:cubicBezTo>
                  <a:pt x="4790695" y="104210"/>
                  <a:pt x="4780502" y="110284"/>
                  <a:pt x="4771175" y="110284"/>
                </a:cubicBezTo>
                <a:cubicBezTo>
                  <a:pt x="4763150" y="110257"/>
                  <a:pt x="4751871" y="105266"/>
                  <a:pt x="4751871" y="87261"/>
                </a:cubicBezTo>
                <a:cubicBezTo>
                  <a:pt x="4751871" y="69253"/>
                  <a:pt x="4763150" y="64262"/>
                  <a:pt x="4771175" y="64262"/>
                </a:cubicBezTo>
                <a:cubicBezTo>
                  <a:pt x="4780502" y="64262"/>
                  <a:pt x="4790695" y="70338"/>
                  <a:pt x="4790695" y="87261"/>
                </a:cubicBezTo>
                <a:lnTo>
                  <a:pt x="4790695" y="87291"/>
                </a:lnTo>
                <a:moveTo>
                  <a:pt x="4810214" y="166231"/>
                </a:moveTo>
                <a:cubicBezTo>
                  <a:pt x="4810214" y="175780"/>
                  <a:pt x="4795249" y="182939"/>
                  <a:pt x="4777467" y="182939"/>
                </a:cubicBezTo>
                <a:cubicBezTo>
                  <a:pt x="4759897" y="182912"/>
                  <a:pt x="4744498" y="176187"/>
                  <a:pt x="4744498" y="165993"/>
                </a:cubicBezTo>
                <a:cubicBezTo>
                  <a:pt x="4744498" y="165341"/>
                  <a:pt x="4744498" y="151241"/>
                  <a:pt x="4761416" y="151241"/>
                </a:cubicBezTo>
                <a:lnTo>
                  <a:pt x="4780935" y="151241"/>
                </a:lnTo>
                <a:cubicBezTo>
                  <a:pt x="4785707" y="151241"/>
                  <a:pt x="4810214" y="151241"/>
                  <a:pt x="4810214" y="166208"/>
                </a:cubicBezTo>
                <a:lnTo>
                  <a:pt x="4810214" y="166231"/>
                </a:lnTo>
                <a:close/>
                <a:moveTo>
                  <a:pt x="4865522" y="150606"/>
                </a:moveTo>
                <a:lnTo>
                  <a:pt x="4865522" y="54227"/>
                </a:lnTo>
                <a:lnTo>
                  <a:pt x="4849256" y="54227"/>
                </a:lnTo>
                <a:lnTo>
                  <a:pt x="4849256" y="150606"/>
                </a:lnTo>
                <a:lnTo>
                  <a:pt x="4865522" y="150606"/>
                </a:lnTo>
                <a:moveTo>
                  <a:pt x="4867256" y="27779"/>
                </a:moveTo>
                <a:lnTo>
                  <a:pt x="4867256" y="8473"/>
                </a:lnTo>
                <a:lnTo>
                  <a:pt x="4847955" y="8473"/>
                </a:lnTo>
                <a:lnTo>
                  <a:pt x="4847955" y="27779"/>
                </a:lnTo>
                <a:lnTo>
                  <a:pt x="4867256" y="27779"/>
                </a:lnTo>
                <a:close/>
                <a:moveTo>
                  <a:pt x="4973535" y="141875"/>
                </a:moveTo>
                <a:lnTo>
                  <a:pt x="4972234" y="127355"/>
                </a:lnTo>
                <a:cubicBezTo>
                  <a:pt x="4961171" y="136023"/>
                  <a:pt x="4949458" y="139055"/>
                  <a:pt x="4938398" y="139055"/>
                </a:cubicBezTo>
                <a:cubicBezTo>
                  <a:pt x="4920398" y="139055"/>
                  <a:pt x="4908252" y="123453"/>
                  <a:pt x="4908252" y="102218"/>
                </a:cubicBezTo>
                <a:cubicBezTo>
                  <a:pt x="4908252" y="85312"/>
                  <a:pt x="4916274" y="64510"/>
                  <a:pt x="4939265" y="64510"/>
                </a:cubicBezTo>
                <a:cubicBezTo>
                  <a:pt x="4950544" y="64510"/>
                  <a:pt x="4957917" y="66244"/>
                  <a:pt x="4969848" y="74045"/>
                </a:cubicBezTo>
                <a:lnTo>
                  <a:pt x="4972449" y="59956"/>
                </a:lnTo>
                <a:cubicBezTo>
                  <a:pt x="4959655" y="52578"/>
                  <a:pt x="4952278" y="50626"/>
                  <a:pt x="4939050" y="50626"/>
                </a:cubicBezTo>
                <a:cubicBezTo>
                  <a:pt x="4908900" y="50626"/>
                  <a:pt x="4891334" y="76862"/>
                  <a:pt x="4891334" y="102433"/>
                </a:cubicBezTo>
                <a:cubicBezTo>
                  <a:pt x="4891334" y="129305"/>
                  <a:pt x="4911071" y="152936"/>
                  <a:pt x="4938183" y="152936"/>
                </a:cubicBezTo>
                <a:cubicBezTo>
                  <a:pt x="4949895" y="152936"/>
                  <a:pt x="4961823" y="149901"/>
                  <a:pt x="4973535" y="141875"/>
                </a:cubicBezTo>
                <a:close/>
                <a:moveTo>
                  <a:pt x="5068534" y="150553"/>
                </a:moveTo>
                <a:lnTo>
                  <a:pt x="5068534" y="87913"/>
                </a:lnTo>
                <a:cubicBezTo>
                  <a:pt x="5068534" y="65807"/>
                  <a:pt x="5052701" y="50626"/>
                  <a:pt x="5032745" y="50626"/>
                </a:cubicBezTo>
                <a:cubicBezTo>
                  <a:pt x="5018646" y="50626"/>
                  <a:pt x="5008887" y="54098"/>
                  <a:pt x="4998693" y="59956"/>
                </a:cubicBezTo>
                <a:lnTo>
                  <a:pt x="4999994" y="74260"/>
                </a:lnTo>
                <a:cubicBezTo>
                  <a:pt x="5011273" y="66241"/>
                  <a:pt x="5022118" y="63424"/>
                  <a:pt x="5032745" y="63424"/>
                </a:cubicBezTo>
                <a:cubicBezTo>
                  <a:pt x="5042941" y="63424"/>
                  <a:pt x="5051616" y="72093"/>
                  <a:pt x="5051616" y="88132"/>
                </a:cubicBezTo>
                <a:lnTo>
                  <a:pt x="5051616" y="97452"/>
                </a:lnTo>
                <a:cubicBezTo>
                  <a:pt x="5019083" y="97885"/>
                  <a:pt x="4991535" y="106994"/>
                  <a:pt x="4991535" y="126058"/>
                </a:cubicBezTo>
                <a:cubicBezTo>
                  <a:pt x="4991535" y="135375"/>
                  <a:pt x="4997393" y="152936"/>
                  <a:pt x="5016264" y="152936"/>
                </a:cubicBezTo>
                <a:cubicBezTo>
                  <a:pt x="5019298" y="152936"/>
                  <a:pt x="5039685" y="152502"/>
                  <a:pt x="5052268" y="142742"/>
                </a:cubicBezTo>
                <a:lnTo>
                  <a:pt x="5052268" y="150553"/>
                </a:lnTo>
                <a:lnTo>
                  <a:pt x="5068534" y="150553"/>
                </a:lnTo>
                <a:moveTo>
                  <a:pt x="5051616" y="121944"/>
                </a:moveTo>
                <a:cubicBezTo>
                  <a:pt x="5051616" y="126058"/>
                  <a:pt x="5051616" y="131476"/>
                  <a:pt x="5044242" y="135590"/>
                </a:cubicBezTo>
                <a:cubicBezTo>
                  <a:pt x="5037951" y="139489"/>
                  <a:pt x="5029710" y="139707"/>
                  <a:pt x="5027324" y="139707"/>
                </a:cubicBezTo>
                <a:cubicBezTo>
                  <a:pt x="5016912" y="139707"/>
                  <a:pt x="5007152" y="134723"/>
                  <a:pt x="5007152" y="125627"/>
                </a:cubicBezTo>
                <a:cubicBezTo>
                  <a:pt x="5007152" y="110462"/>
                  <a:pt x="5042289" y="108946"/>
                  <a:pt x="5051616" y="108513"/>
                </a:cubicBezTo>
                <a:lnTo>
                  <a:pt x="5051616" y="121944"/>
                </a:lnTo>
                <a:close/>
                <a:moveTo>
                  <a:pt x="5117983" y="150606"/>
                </a:moveTo>
                <a:lnTo>
                  <a:pt x="5117983" y="0"/>
                </a:lnTo>
                <a:lnTo>
                  <a:pt x="5101717" y="0"/>
                </a:lnTo>
                <a:lnTo>
                  <a:pt x="5101717" y="150606"/>
                </a:lnTo>
                <a:lnTo>
                  <a:pt x="5117983" y="150606"/>
                </a:lnTo>
                <a:close/>
                <a:moveTo>
                  <a:pt x="5298003" y="103158"/>
                </a:moveTo>
                <a:cubicBezTo>
                  <a:pt x="5298003" y="95784"/>
                  <a:pt x="5297788" y="79500"/>
                  <a:pt x="5289329" y="66466"/>
                </a:cubicBezTo>
                <a:cubicBezTo>
                  <a:pt x="5280436" y="53012"/>
                  <a:pt x="5267205" y="50626"/>
                  <a:pt x="5259398" y="50626"/>
                </a:cubicBezTo>
                <a:cubicBezTo>
                  <a:pt x="5235324" y="50626"/>
                  <a:pt x="5215802" y="73635"/>
                  <a:pt x="5215802" y="101642"/>
                </a:cubicBezTo>
                <a:cubicBezTo>
                  <a:pt x="5215802" y="130192"/>
                  <a:pt x="5236625" y="152936"/>
                  <a:pt x="5262651" y="152936"/>
                </a:cubicBezTo>
                <a:cubicBezTo>
                  <a:pt x="5276316" y="152936"/>
                  <a:pt x="5288677" y="147733"/>
                  <a:pt x="5297136" y="141660"/>
                </a:cubicBezTo>
                <a:lnTo>
                  <a:pt x="5295835" y="127597"/>
                </a:lnTo>
                <a:cubicBezTo>
                  <a:pt x="5282170" y="138840"/>
                  <a:pt x="5267857" y="139707"/>
                  <a:pt x="5262869" y="139707"/>
                </a:cubicBezTo>
                <a:cubicBezTo>
                  <a:pt x="5245518" y="139707"/>
                  <a:pt x="5231634" y="124353"/>
                  <a:pt x="5230986" y="103158"/>
                </a:cubicBezTo>
                <a:lnTo>
                  <a:pt x="5298003" y="103158"/>
                </a:lnTo>
                <a:moveTo>
                  <a:pt x="5285642" y="91229"/>
                </a:moveTo>
                <a:lnTo>
                  <a:pt x="5232068" y="91229"/>
                </a:lnTo>
                <a:cubicBezTo>
                  <a:pt x="5235540" y="74720"/>
                  <a:pt x="5247033" y="63858"/>
                  <a:pt x="5259398" y="63858"/>
                </a:cubicBezTo>
                <a:cubicBezTo>
                  <a:pt x="5270677" y="63858"/>
                  <a:pt x="5282822" y="71245"/>
                  <a:pt x="5285642" y="91229"/>
                </a:cubicBezTo>
                <a:close/>
                <a:moveTo>
                  <a:pt x="5375435" y="66433"/>
                </a:moveTo>
                <a:lnTo>
                  <a:pt x="5375435" y="51897"/>
                </a:lnTo>
                <a:cubicBezTo>
                  <a:pt x="5356130" y="52115"/>
                  <a:pt x="5344203" y="62746"/>
                  <a:pt x="5337478" y="72725"/>
                </a:cubicBezTo>
                <a:lnTo>
                  <a:pt x="5337478" y="52982"/>
                </a:lnTo>
                <a:lnTo>
                  <a:pt x="5322294" y="52982"/>
                </a:lnTo>
                <a:lnTo>
                  <a:pt x="5322294" y="150606"/>
                </a:lnTo>
                <a:lnTo>
                  <a:pt x="5338564" y="150606"/>
                </a:lnTo>
                <a:lnTo>
                  <a:pt x="5338564" y="104180"/>
                </a:lnTo>
                <a:cubicBezTo>
                  <a:pt x="5338564" y="82488"/>
                  <a:pt x="5354178" y="66867"/>
                  <a:pt x="5375435" y="66433"/>
                </a:cubicBezTo>
                <a:close/>
                <a:moveTo>
                  <a:pt x="5449612" y="66433"/>
                </a:moveTo>
                <a:lnTo>
                  <a:pt x="5449612" y="51897"/>
                </a:lnTo>
                <a:cubicBezTo>
                  <a:pt x="5430307" y="52115"/>
                  <a:pt x="5418380" y="62746"/>
                  <a:pt x="5411655" y="72725"/>
                </a:cubicBezTo>
                <a:lnTo>
                  <a:pt x="5411655" y="52982"/>
                </a:lnTo>
                <a:lnTo>
                  <a:pt x="5396471" y="52982"/>
                </a:lnTo>
                <a:lnTo>
                  <a:pt x="5396471" y="150606"/>
                </a:lnTo>
                <a:lnTo>
                  <a:pt x="5412741" y="150606"/>
                </a:lnTo>
                <a:lnTo>
                  <a:pt x="5412741" y="104180"/>
                </a:lnTo>
                <a:cubicBezTo>
                  <a:pt x="5412741" y="82488"/>
                  <a:pt x="5428355" y="66867"/>
                  <a:pt x="5449612" y="66433"/>
                </a:cubicBezTo>
                <a:close/>
                <a:moveTo>
                  <a:pt x="5554587" y="102866"/>
                </a:moveTo>
                <a:cubicBezTo>
                  <a:pt x="5554587" y="73827"/>
                  <a:pt x="5532897" y="50626"/>
                  <a:pt x="5507089" y="50626"/>
                </a:cubicBezTo>
                <a:cubicBezTo>
                  <a:pt x="5480411" y="50626"/>
                  <a:pt x="5459373" y="74476"/>
                  <a:pt x="5459373" y="102866"/>
                </a:cubicBezTo>
                <a:cubicBezTo>
                  <a:pt x="5459373" y="131472"/>
                  <a:pt x="5481494" y="152936"/>
                  <a:pt x="5506871" y="152936"/>
                </a:cubicBezTo>
                <a:cubicBezTo>
                  <a:pt x="5532897" y="152936"/>
                  <a:pt x="5554587" y="131039"/>
                  <a:pt x="5554587" y="102866"/>
                </a:cubicBezTo>
                <a:moveTo>
                  <a:pt x="5537669" y="100699"/>
                </a:moveTo>
                <a:cubicBezTo>
                  <a:pt x="5537669" y="126270"/>
                  <a:pt x="5522922" y="139055"/>
                  <a:pt x="5506871" y="139055"/>
                </a:cubicBezTo>
                <a:cubicBezTo>
                  <a:pt x="5491905" y="139055"/>
                  <a:pt x="5476288" y="126922"/>
                  <a:pt x="5476288" y="100699"/>
                </a:cubicBezTo>
                <a:cubicBezTo>
                  <a:pt x="5476288" y="74476"/>
                  <a:pt x="5492772" y="63858"/>
                  <a:pt x="5506871" y="63858"/>
                </a:cubicBezTo>
                <a:cubicBezTo>
                  <a:pt x="5522055" y="63858"/>
                  <a:pt x="5537669" y="75128"/>
                  <a:pt x="5537669" y="100699"/>
                </a:cubicBezTo>
                <a:close/>
                <a:moveTo>
                  <a:pt x="5632234" y="66433"/>
                </a:moveTo>
                <a:lnTo>
                  <a:pt x="5632234" y="51897"/>
                </a:lnTo>
                <a:cubicBezTo>
                  <a:pt x="5612930" y="52115"/>
                  <a:pt x="5601003" y="62746"/>
                  <a:pt x="5594278" y="72725"/>
                </a:cubicBezTo>
                <a:lnTo>
                  <a:pt x="5594278" y="52982"/>
                </a:lnTo>
                <a:lnTo>
                  <a:pt x="5579094" y="52982"/>
                </a:lnTo>
                <a:lnTo>
                  <a:pt x="5579094" y="150606"/>
                </a:lnTo>
                <a:lnTo>
                  <a:pt x="5595363" y="150606"/>
                </a:lnTo>
                <a:lnTo>
                  <a:pt x="5595363" y="104180"/>
                </a:lnTo>
                <a:cubicBezTo>
                  <a:pt x="5595363" y="82488"/>
                  <a:pt x="5610977" y="66867"/>
                  <a:pt x="5632234" y="66433"/>
                </a:cubicBezTo>
                <a:close/>
                <a:moveTo>
                  <a:pt x="5674526" y="150606"/>
                </a:moveTo>
                <a:lnTo>
                  <a:pt x="5674526" y="132604"/>
                </a:lnTo>
                <a:lnTo>
                  <a:pt x="5656526" y="132604"/>
                </a:lnTo>
                <a:lnTo>
                  <a:pt x="5656526" y="150606"/>
                </a:lnTo>
                <a:lnTo>
                  <a:pt x="5674526" y="150606"/>
                </a:lnTo>
                <a:close/>
                <a:moveTo>
                  <a:pt x="5907686" y="15463"/>
                </a:moveTo>
                <a:lnTo>
                  <a:pt x="5907686" y="1367"/>
                </a:lnTo>
                <a:lnTo>
                  <a:pt x="5775816" y="1367"/>
                </a:lnTo>
                <a:lnTo>
                  <a:pt x="5775816" y="15463"/>
                </a:lnTo>
                <a:lnTo>
                  <a:pt x="5804880" y="15463"/>
                </a:lnTo>
                <a:cubicBezTo>
                  <a:pt x="5807481" y="15463"/>
                  <a:pt x="5810086" y="15248"/>
                  <a:pt x="5812687" y="15248"/>
                </a:cubicBezTo>
                <a:lnTo>
                  <a:pt x="5832206" y="15248"/>
                </a:lnTo>
                <a:lnTo>
                  <a:pt x="5832206" y="150606"/>
                </a:lnTo>
                <a:lnTo>
                  <a:pt x="5851511" y="150606"/>
                </a:lnTo>
                <a:lnTo>
                  <a:pt x="5851511" y="15248"/>
                </a:lnTo>
                <a:lnTo>
                  <a:pt x="5870815" y="15248"/>
                </a:lnTo>
                <a:cubicBezTo>
                  <a:pt x="5873416" y="15248"/>
                  <a:pt x="5876017" y="15463"/>
                  <a:pt x="5878622" y="15463"/>
                </a:cubicBezTo>
                <a:lnTo>
                  <a:pt x="5907686" y="15463"/>
                </a:lnTo>
                <a:close/>
                <a:moveTo>
                  <a:pt x="6010059" y="150606"/>
                </a:moveTo>
                <a:lnTo>
                  <a:pt x="6010059" y="85957"/>
                </a:lnTo>
                <a:cubicBezTo>
                  <a:pt x="6010059" y="71639"/>
                  <a:pt x="6006805" y="51897"/>
                  <a:pt x="5980343" y="51897"/>
                </a:cubicBezTo>
                <a:cubicBezTo>
                  <a:pt x="5966896" y="51897"/>
                  <a:pt x="5956485" y="58622"/>
                  <a:pt x="5949545" y="67515"/>
                </a:cubicBezTo>
                <a:lnTo>
                  <a:pt x="5949545" y="0"/>
                </a:lnTo>
                <a:lnTo>
                  <a:pt x="5933278" y="0"/>
                </a:lnTo>
                <a:lnTo>
                  <a:pt x="5933278" y="150606"/>
                </a:lnTo>
                <a:lnTo>
                  <a:pt x="5950196" y="150606"/>
                </a:lnTo>
                <a:lnTo>
                  <a:pt x="5950196" y="97455"/>
                </a:lnTo>
                <a:cubicBezTo>
                  <a:pt x="5950196" y="83137"/>
                  <a:pt x="5955617" y="65129"/>
                  <a:pt x="5972102" y="65129"/>
                </a:cubicBezTo>
                <a:cubicBezTo>
                  <a:pt x="5992922" y="65129"/>
                  <a:pt x="5993140" y="80532"/>
                  <a:pt x="5993140" y="87476"/>
                </a:cubicBezTo>
                <a:lnTo>
                  <a:pt x="5993140" y="150606"/>
                </a:lnTo>
                <a:lnTo>
                  <a:pt x="6010059" y="150606"/>
                </a:lnTo>
                <a:close/>
                <a:moveTo>
                  <a:pt x="6117635" y="103158"/>
                </a:moveTo>
                <a:cubicBezTo>
                  <a:pt x="6117635" y="95784"/>
                  <a:pt x="6117420" y="79500"/>
                  <a:pt x="6108961" y="66466"/>
                </a:cubicBezTo>
                <a:cubicBezTo>
                  <a:pt x="6100068" y="53012"/>
                  <a:pt x="6086837" y="50626"/>
                  <a:pt x="6079030" y="50626"/>
                </a:cubicBezTo>
                <a:cubicBezTo>
                  <a:pt x="6054957" y="50626"/>
                  <a:pt x="6035434" y="73635"/>
                  <a:pt x="6035434" y="101642"/>
                </a:cubicBezTo>
                <a:cubicBezTo>
                  <a:pt x="6035434" y="130192"/>
                  <a:pt x="6056257" y="152936"/>
                  <a:pt x="6082283" y="152936"/>
                </a:cubicBezTo>
                <a:cubicBezTo>
                  <a:pt x="6095948" y="152936"/>
                  <a:pt x="6108309" y="147733"/>
                  <a:pt x="6116768" y="141660"/>
                </a:cubicBezTo>
                <a:lnTo>
                  <a:pt x="6115467" y="127597"/>
                </a:lnTo>
                <a:cubicBezTo>
                  <a:pt x="6101803" y="138840"/>
                  <a:pt x="6087489" y="139707"/>
                  <a:pt x="6082502" y="139707"/>
                </a:cubicBezTo>
                <a:cubicBezTo>
                  <a:pt x="6065150" y="139707"/>
                  <a:pt x="6051267" y="124353"/>
                  <a:pt x="6050618" y="103158"/>
                </a:cubicBezTo>
                <a:lnTo>
                  <a:pt x="6117635" y="103158"/>
                </a:lnTo>
                <a:moveTo>
                  <a:pt x="6105274" y="91229"/>
                </a:moveTo>
                <a:lnTo>
                  <a:pt x="6051700" y="91229"/>
                </a:lnTo>
                <a:cubicBezTo>
                  <a:pt x="6055172" y="74720"/>
                  <a:pt x="6066666" y="63858"/>
                  <a:pt x="6079030" y="63858"/>
                </a:cubicBezTo>
                <a:cubicBezTo>
                  <a:pt x="6090309" y="63858"/>
                  <a:pt x="6102455" y="71245"/>
                  <a:pt x="6105274" y="91229"/>
                </a:cubicBezTo>
                <a:close/>
                <a:moveTo>
                  <a:pt x="6293103" y="54227"/>
                </a:moveTo>
                <a:lnTo>
                  <a:pt x="6276833" y="54227"/>
                </a:lnTo>
                <a:lnTo>
                  <a:pt x="6259700" y="99378"/>
                </a:lnTo>
                <a:cubicBezTo>
                  <a:pt x="6255146" y="111316"/>
                  <a:pt x="6248421" y="128901"/>
                  <a:pt x="6246687" y="139101"/>
                </a:cubicBezTo>
                <a:lnTo>
                  <a:pt x="6246469" y="139101"/>
                </a:lnTo>
                <a:cubicBezTo>
                  <a:pt x="6245168" y="131287"/>
                  <a:pt x="6239529" y="116311"/>
                  <a:pt x="6237361" y="110449"/>
                </a:cubicBezTo>
                <a:lnTo>
                  <a:pt x="6216322" y="54227"/>
                </a:lnTo>
                <a:lnTo>
                  <a:pt x="6199404" y="54227"/>
                </a:lnTo>
                <a:lnTo>
                  <a:pt x="6236709" y="150606"/>
                </a:lnTo>
                <a:lnTo>
                  <a:pt x="6255795" y="150606"/>
                </a:lnTo>
                <a:lnTo>
                  <a:pt x="6293103" y="54227"/>
                </a:lnTo>
                <a:close/>
                <a:moveTo>
                  <a:pt x="6385063" y="150553"/>
                </a:moveTo>
                <a:lnTo>
                  <a:pt x="6385063" y="87913"/>
                </a:lnTo>
                <a:cubicBezTo>
                  <a:pt x="6385063" y="65807"/>
                  <a:pt x="6369231" y="50626"/>
                  <a:pt x="6349275" y="50626"/>
                </a:cubicBezTo>
                <a:cubicBezTo>
                  <a:pt x="6335176" y="50626"/>
                  <a:pt x="6325416" y="54098"/>
                  <a:pt x="6315223" y="59956"/>
                </a:cubicBezTo>
                <a:lnTo>
                  <a:pt x="6316524" y="74260"/>
                </a:lnTo>
                <a:cubicBezTo>
                  <a:pt x="6327803" y="66241"/>
                  <a:pt x="6338648" y="63424"/>
                  <a:pt x="6349275" y="63424"/>
                </a:cubicBezTo>
                <a:cubicBezTo>
                  <a:pt x="6359471" y="63424"/>
                  <a:pt x="6368145" y="72093"/>
                  <a:pt x="6368145" y="88132"/>
                </a:cubicBezTo>
                <a:lnTo>
                  <a:pt x="6368145" y="97452"/>
                </a:lnTo>
                <a:cubicBezTo>
                  <a:pt x="6335613" y="97885"/>
                  <a:pt x="6308065" y="106994"/>
                  <a:pt x="6308065" y="126058"/>
                </a:cubicBezTo>
                <a:cubicBezTo>
                  <a:pt x="6308065" y="135375"/>
                  <a:pt x="6313922" y="152936"/>
                  <a:pt x="6332793" y="152936"/>
                </a:cubicBezTo>
                <a:cubicBezTo>
                  <a:pt x="6335828" y="152936"/>
                  <a:pt x="6356215" y="152502"/>
                  <a:pt x="6368797" y="142742"/>
                </a:cubicBezTo>
                <a:lnTo>
                  <a:pt x="6368797" y="150553"/>
                </a:lnTo>
                <a:lnTo>
                  <a:pt x="6385063" y="150553"/>
                </a:lnTo>
                <a:moveTo>
                  <a:pt x="6368145" y="121944"/>
                </a:moveTo>
                <a:cubicBezTo>
                  <a:pt x="6368145" y="126058"/>
                  <a:pt x="6368145" y="131476"/>
                  <a:pt x="6360772" y="135590"/>
                </a:cubicBezTo>
                <a:cubicBezTo>
                  <a:pt x="6354480" y="139489"/>
                  <a:pt x="6346240" y="139707"/>
                  <a:pt x="6343854" y="139707"/>
                </a:cubicBezTo>
                <a:cubicBezTo>
                  <a:pt x="6333442" y="139707"/>
                  <a:pt x="6323682" y="134723"/>
                  <a:pt x="6323682" y="125627"/>
                </a:cubicBezTo>
                <a:cubicBezTo>
                  <a:pt x="6323682" y="110462"/>
                  <a:pt x="6358819" y="108946"/>
                  <a:pt x="6368145" y="108513"/>
                </a:cubicBezTo>
                <a:lnTo>
                  <a:pt x="6368145" y="121944"/>
                </a:lnTo>
                <a:close/>
                <a:moveTo>
                  <a:pt x="6471602" y="66433"/>
                </a:moveTo>
                <a:lnTo>
                  <a:pt x="6471602" y="51897"/>
                </a:lnTo>
                <a:cubicBezTo>
                  <a:pt x="6452298" y="52115"/>
                  <a:pt x="6440370" y="62746"/>
                  <a:pt x="6433645" y="72725"/>
                </a:cubicBezTo>
                <a:lnTo>
                  <a:pt x="6433645" y="52982"/>
                </a:lnTo>
                <a:lnTo>
                  <a:pt x="6418461" y="52982"/>
                </a:lnTo>
                <a:lnTo>
                  <a:pt x="6418461" y="150606"/>
                </a:lnTo>
                <a:lnTo>
                  <a:pt x="6434731" y="150606"/>
                </a:lnTo>
                <a:lnTo>
                  <a:pt x="6434731" y="104180"/>
                </a:lnTo>
                <a:cubicBezTo>
                  <a:pt x="6434731" y="82488"/>
                  <a:pt x="6450345" y="66867"/>
                  <a:pt x="6471602" y="66433"/>
                </a:cubicBezTo>
                <a:close/>
                <a:moveTo>
                  <a:pt x="6508690" y="150606"/>
                </a:moveTo>
                <a:lnTo>
                  <a:pt x="6508690" y="54227"/>
                </a:lnTo>
                <a:lnTo>
                  <a:pt x="6492424" y="54227"/>
                </a:lnTo>
                <a:lnTo>
                  <a:pt x="6492424" y="150606"/>
                </a:lnTo>
                <a:lnTo>
                  <a:pt x="6508690" y="150606"/>
                </a:lnTo>
                <a:moveTo>
                  <a:pt x="6510424" y="27779"/>
                </a:moveTo>
                <a:lnTo>
                  <a:pt x="6510424" y="8473"/>
                </a:lnTo>
                <a:lnTo>
                  <a:pt x="6491123" y="8473"/>
                </a:lnTo>
                <a:lnTo>
                  <a:pt x="6491123" y="27779"/>
                </a:lnTo>
                <a:lnTo>
                  <a:pt x="6510424" y="27779"/>
                </a:lnTo>
                <a:close/>
                <a:moveTo>
                  <a:pt x="6615401" y="150553"/>
                </a:moveTo>
                <a:lnTo>
                  <a:pt x="6615401" y="87913"/>
                </a:lnTo>
                <a:cubicBezTo>
                  <a:pt x="6615401" y="65807"/>
                  <a:pt x="6599569" y="50626"/>
                  <a:pt x="6579612" y="50626"/>
                </a:cubicBezTo>
                <a:cubicBezTo>
                  <a:pt x="6565514" y="50626"/>
                  <a:pt x="6555754" y="54098"/>
                  <a:pt x="6545561" y="59956"/>
                </a:cubicBezTo>
                <a:lnTo>
                  <a:pt x="6546862" y="74260"/>
                </a:lnTo>
                <a:cubicBezTo>
                  <a:pt x="6558140" y="66241"/>
                  <a:pt x="6568986" y="63424"/>
                  <a:pt x="6579612" y="63424"/>
                </a:cubicBezTo>
                <a:cubicBezTo>
                  <a:pt x="6589809" y="63424"/>
                  <a:pt x="6598483" y="72093"/>
                  <a:pt x="6598483" y="88132"/>
                </a:cubicBezTo>
                <a:lnTo>
                  <a:pt x="6598483" y="97452"/>
                </a:lnTo>
                <a:cubicBezTo>
                  <a:pt x="6565951" y="97885"/>
                  <a:pt x="6538403" y="106994"/>
                  <a:pt x="6538403" y="126058"/>
                </a:cubicBezTo>
                <a:cubicBezTo>
                  <a:pt x="6538403" y="135375"/>
                  <a:pt x="6544260" y="152936"/>
                  <a:pt x="6563131" y="152936"/>
                </a:cubicBezTo>
                <a:cubicBezTo>
                  <a:pt x="6566166" y="152936"/>
                  <a:pt x="6586552" y="152502"/>
                  <a:pt x="6599135" y="142742"/>
                </a:cubicBezTo>
                <a:lnTo>
                  <a:pt x="6599135" y="150553"/>
                </a:lnTo>
                <a:lnTo>
                  <a:pt x="6615401" y="150553"/>
                </a:lnTo>
                <a:moveTo>
                  <a:pt x="6598483" y="121944"/>
                </a:moveTo>
                <a:cubicBezTo>
                  <a:pt x="6598483" y="126058"/>
                  <a:pt x="6598483" y="131476"/>
                  <a:pt x="6591110" y="135590"/>
                </a:cubicBezTo>
                <a:cubicBezTo>
                  <a:pt x="6584818" y="139489"/>
                  <a:pt x="6576578" y="139707"/>
                  <a:pt x="6574191" y="139707"/>
                </a:cubicBezTo>
                <a:cubicBezTo>
                  <a:pt x="6563780" y="139707"/>
                  <a:pt x="6554020" y="134723"/>
                  <a:pt x="6554020" y="125627"/>
                </a:cubicBezTo>
                <a:cubicBezTo>
                  <a:pt x="6554020" y="110462"/>
                  <a:pt x="6589157" y="108946"/>
                  <a:pt x="6598483" y="108513"/>
                </a:cubicBezTo>
                <a:lnTo>
                  <a:pt x="6598483" y="121944"/>
                </a:lnTo>
                <a:close/>
                <a:moveTo>
                  <a:pt x="6735124" y="102221"/>
                </a:moveTo>
                <a:cubicBezTo>
                  <a:pt x="6735124" y="75323"/>
                  <a:pt x="6720374" y="51897"/>
                  <a:pt x="6699987" y="51897"/>
                </a:cubicBezTo>
                <a:cubicBezTo>
                  <a:pt x="6691528" y="51907"/>
                  <a:pt x="6678082" y="54081"/>
                  <a:pt x="6665069" y="64722"/>
                </a:cubicBezTo>
                <a:lnTo>
                  <a:pt x="6665069" y="0"/>
                </a:lnTo>
                <a:lnTo>
                  <a:pt x="6648799" y="0"/>
                </a:lnTo>
                <a:lnTo>
                  <a:pt x="6648799" y="150616"/>
                </a:lnTo>
                <a:lnTo>
                  <a:pt x="6665718" y="150553"/>
                </a:lnTo>
                <a:lnTo>
                  <a:pt x="6665718" y="140574"/>
                </a:lnTo>
                <a:cubicBezTo>
                  <a:pt x="6670923" y="145347"/>
                  <a:pt x="6680250" y="152936"/>
                  <a:pt x="6694782" y="152936"/>
                </a:cubicBezTo>
                <a:cubicBezTo>
                  <a:pt x="6716472" y="152936"/>
                  <a:pt x="6735124" y="131257"/>
                  <a:pt x="6735124" y="102221"/>
                </a:cubicBezTo>
                <a:moveTo>
                  <a:pt x="6718206" y="102221"/>
                </a:moveTo>
                <a:cubicBezTo>
                  <a:pt x="6718206" y="130390"/>
                  <a:pt x="6699987" y="139707"/>
                  <a:pt x="6686756" y="139707"/>
                </a:cubicBezTo>
                <a:cubicBezTo>
                  <a:pt x="6678297" y="139707"/>
                  <a:pt x="6671142" y="135805"/>
                  <a:pt x="6665718" y="125839"/>
                </a:cubicBezTo>
                <a:lnTo>
                  <a:pt x="6665718" y="77951"/>
                </a:lnTo>
                <a:cubicBezTo>
                  <a:pt x="6669189" y="72721"/>
                  <a:pt x="6676996" y="65129"/>
                  <a:pt x="6688927" y="65129"/>
                </a:cubicBezTo>
                <a:cubicBezTo>
                  <a:pt x="6701722" y="65129"/>
                  <a:pt x="6718206" y="74456"/>
                  <a:pt x="6718206" y="102221"/>
                </a:cubicBezTo>
                <a:close/>
                <a:moveTo>
                  <a:pt x="6776984" y="150606"/>
                </a:moveTo>
                <a:lnTo>
                  <a:pt x="6776984" y="0"/>
                </a:lnTo>
                <a:lnTo>
                  <a:pt x="6760717" y="0"/>
                </a:lnTo>
                <a:lnTo>
                  <a:pt x="6760717" y="150606"/>
                </a:lnTo>
                <a:lnTo>
                  <a:pt x="6776984" y="150606"/>
                </a:lnTo>
                <a:close/>
                <a:moveTo>
                  <a:pt x="6884778" y="103158"/>
                </a:moveTo>
                <a:cubicBezTo>
                  <a:pt x="6884778" y="95784"/>
                  <a:pt x="6884563" y="79500"/>
                  <a:pt x="6876104" y="66466"/>
                </a:cubicBezTo>
                <a:cubicBezTo>
                  <a:pt x="6867211" y="53012"/>
                  <a:pt x="6853980" y="50626"/>
                  <a:pt x="6846173" y="50626"/>
                </a:cubicBezTo>
                <a:cubicBezTo>
                  <a:pt x="6822100" y="50626"/>
                  <a:pt x="6802577" y="73635"/>
                  <a:pt x="6802577" y="101642"/>
                </a:cubicBezTo>
                <a:cubicBezTo>
                  <a:pt x="6802577" y="130192"/>
                  <a:pt x="6823400" y="152936"/>
                  <a:pt x="6849426" y="152936"/>
                </a:cubicBezTo>
                <a:cubicBezTo>
                  <a:pt x="6863091" y="152936"/>
                  <a:pt x="6875452" y="147733"/>
                  <a:pt x="6883911" y="141660"/>
                </a:cubicBezTo>
                <a:lnTo>
                  <a:pt x="6882610" y="127597"/>
                </a:lnTo>
                <a:cubicBezTo>
                  <a:pt x="6868946" y="138840"/>
                  <a:pt x="6854632" y="139707"/>
                  <a:pt x="6849645" y="139707"/>
                </a:cubicBezTo>
                <a:cubicBezTo>
                  <a:pt x="6832293" y="139707"/>
                  <a:pt x="6818410" y="124353"/>
                  <a:pt x="6817761" y="103158"/>
                </a:cubicBezTo>
                <a:lnTo>
                  <a:pt x="6884778" y="103158"/>
                </a:lnTo>
                <a:moveTo>
                  <a:pt x="6872417" y="91229"/>
                </a:moveTo>
                <a:lnTo>
                  <a:pt x="6818843" y="91229"/>
                </a:lnTo>
                <a:cubicBezTo>
                  <a:pt x="6822315" y="74720"/>
                  <a:pt x="6833809" y="63858"/>
                  <a:pt x="6846173" y="63858"/>
                </a:cubicBezTo>
                <a:cubicBezTo>
                  <a:pt x="6857452" y="63858"/>
                  <a:pt x="6869598" y="71245"/>
                  <a:pt x="6872417" y="912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best_so_farisonlyupdatedonce,aftertheloop,basedonthefinalvaluesof">
            <a:extLst xmlns:a="http://schemas.openxmlformats.org/drawingml/2006/main">
              <a:ext uri="{FF2B5EF4-FFF2-40B4-BE49-F238E27FC236}">
                <a16:creationId xmlns:a16="http://schemas.microsoft.com/office/drawing/2014/main" id="{D60A6F46-C4AC-4BDE-B817-2C160B19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025" y="6058150"/>
            <a:ext cx="7005376" cy="197419"/>
          </a:xfrm>
          <a:custGeom xmlns:a="http://schemas.openxmlformats.org/drawingml/2006/main">
            <a:pathLst>
              <a:path w="7005376" h="197419">
                <a:moveTo>
                  <a:pt x="86325" y="104551"/>
                </a:moveTo>
                <a:cubicBezTo>
                  <a:pt x="86325" y="77653"/>
                  <a:pt x="71574" y="54227"/>
                  <a:pt x="51188" y="54227"/>
                </a:cubicBezTo>
                <a:cubicBezTo>
                  <a:pt x="42729" y="54237"/>
                  <a:pt x="29282" y="56411"/>
                  <a:pt x="16269" y="67052"/>
                </a:cubicBezTo>
                <a:lnTo>
                  <a:pt x="16269" y="2330"/>
                </a:lnTo>
                <a:lnTo>
                  <a:pt x="0" y="2330"/>
                </a:lnTo>
                <a:lnTo>
                  <a:pt x="0" y="152946"/>
                </a:lnTo>
                <a:lnTo>
                  <a:pt x="16918" y="152883"/>
                </a:lnTo>
                <a:lnTo>
                  <a:pt x="16918" y="142904"/>
                </a:lnTo>
                <a:cubicBezTo>
                  <a:pt x="22124" y="147677"/>
                  <a:pt x="31450" y="155266"/>
                  <a:pt x="45982" y="155266"/>
                </a:cubicBezTo>
                <a:cubicBezTo>
                  <a:pt x="67673" y="155266"/>
                  <a:pt x="86325" y="133587"/>
                  <a:pt x="86325" y="104551"/>
                </a:cubicBezTo>
                <a:moveTo>
                  <a:pt x="69407" y="104551"/>
                </a:moveTo>
                <a:cubicBezTo>
                  <a:pt x="69407" y="132720"/>
                  <a:pt x="51188" y="142037"/>
                  <a:pt x="37957" y="142037"/>
                </a:cubicBezTo>
                <a:cubicBezTo>
                  <a:pt x="29498" y="142037"/>
                  <a:pt x="22342" y="138135"/>
                  <a:pt x="16918" y="128169"/>
                </a:cubicBezTo>
                <a:lnTo>
                  <a:pt x="16918" y="80281"/>
                </a:lnTo>
                <a:cubicBezTo>
                  <a:pt x="20390" y="75051"/>
                  <a:pt x="28197" y="67459"/>
                  <a:pt x="40128" y="67459"/>
                </a:cubicBezTo>
                <a:cubicBezTo>
                  <a:pt x="52922" y="67459"/>
                  <a:pt x="69407" y="76786"/>
                  <a:pt x="69407" y="104551"/>
                </a:cubicBezTo>
                <a:close/>
                <a:moveTo>
                  <a:pt x="184141" y="105488"/>
                </a:moveTo>
                <a:cubicBezTo>
                  <a:pt x="184141" y="98114"/>
                  <a:pt x="183926" y="81830"/>
                  <a:pt x="175467" y="68796"/>
                </a:cubicBezTo>
                <a:cubicBezTo>
                  <a:pt x="166574" y="55342"/>
                  <a:pt x="153343" y="52956"/>
                  <a:pt x="145536" y="52956"/>
                </a:cubicBezTo>
                <a:cubicBezTo>
                  <a:pt x="121462" y="52956"/>
                  <a:pt x="101940" y="75965"/>
                  <a:pt x="101940" y="103972"/>
                </a:cubicBezTo>
                <a:cubicBezTo>
                  <a:pt x="101940" y="132522"/>
                  <a:pt x="122763" y="155266"/>
                  <a:pt x="148789" y="155266"/>
                </a:cubicBezTo>
                <a:cubicBezTo>
                  <a:pt x="162454" y="155266"/>
                  <a:pt x="174815" y="150063"/>
                  <a:pt x="183274" y="143990"/>
                </a:cubicBezTo>
                <a:lnTo>
                  <a:pt x="181973" y="129927"/>
                </a:lnTo>
                <a:cubicBezTo>
                  <a:pt x="168308" y="141170"/>
                  <a:pt x="153995" y="142037"/>
                  <a:pt x="149007" y="142037"/>
                </a:cubicBezTo>
                <a:cubicBezTo>
                  <a:pt x="131656" y="142037"/>
                  <a:pt x="117772" y="126683"/>
                  <a:pt x="117124" y="105488"/>
                </a:cubicBezTo>
                <a:lnTo>
                  <a:pt x="184141" y="105488"/>
                </a:lnTo>
                <a:moveTo>
                  <a:pt x="171780" y="93559"/>
                </a:moveTo>
                <a:lnTo>
                  <a:pt x="118206" y="93559"/>
                </a:lnTo>
                <a:cubicBezTo>
                  <a:pt x="121677" y="77051"/>
                  <a:pt x="133171" y="66188"/>
                  <a:pt x="145536" y="66188"/>
                </a:cubicBezTo>
                <a:cubicBezTo>
                  <a:pt x="156814" y="66188"/>
                  <a:pt x="168960" y="73575"/>
                  <a:pt x="171780" y="93559"/>
                </a:cubicBezTo>
                <a:close/>
                <a:moveTo>
                  <a:pt x="268732" y="125134"/>
                </a:moveTo>
                <a:cubicBezTo>
                  <a:pt x="268732" y="113213"/>
                  <a:pt x="260706" y="105845"/>
                  <a:pt x="260273" y="105196"/>
                </a:cubicBezTo>
                <a:cubicBezTo>
                  <a:pt x="251813" y="97611"/>
                  <a:pt x="245956" y="96310"/>
                  <a:pt x="235110" y="94360"/>
                </a:cubicBezTo>
                <a:cubicBezTo>
                  <a:pt x="223183" y="91977"/>
                  <a:pt x="213205" y="89810"/>
                  <a:pt x="213205" y="79192"/>
                </a:cubicBezTo>
                <a:cubicBezTo>
                  <a:pt x="213205" y="65754"/>
                  <a:pt x="228822" y="65754"/>
                  <a:pt x="231642" y="65754"/>
                </a:cubicBezTo>
                <a:cubicBezTo>
                  <a:pt x="238582" y="65754"/>
                  <a:pt x="250076" y="66622"/>
                  <a:pt x="262440" y="73989"/>
                </a:cubicBezTo>
                <a:lnTo>
                  <a:pt x="265042" y="59900"/>
                </a:lnTo>
                <a:cubicBezTo>
                  <a:pt x="253766" y="54693"/>
                  <a:pt x="244873" y="52956"/>
                  <a:pt x="233810" y="52956"/>
                </a:cubicBezTo>
                <a:cubicBezTo>
                  <a:pt x="228389" y="52956"/>
                  <a:pt x="197806" y="52956"/>
                  <a:pt x="197806" y="81360"/>
                </a:cubicBezTo>
                <a:cubicBezTo>
                  <a:pt x="197806" y="91977"/>
                  <a:pt x="204097" y="98911"/>
                  <a:pt x="209518" y="103029"/>
                </a:cubicBezTo>
                <a:cubicBezTo>
                  <a:pt x="216243" y="107798"/>
                  <a:pt x="221015" y="108662"/>
                  <a:pt x="232943" y="111048"/>
                </a:cubicBezTo>
                <a:cubicBezTo>
                  <a:pt x="240750" y="112564"/>
                  <a:pt x="253329" y="115165"/>
                  <a:pt x="253329" y="126650"/>
                </a:cubicBezTo>
                <a:cubicBezTo>
                  <a:pt x="253329" y="141604"/>
                  <a:pt x="236196" y="141604"/>
                  <a:pt x="232943" y="141604"/>
                </a:cubicBezTo>
                <a:cubicBezTo>
                  <a:pt x="215376" y="141604"/>
                  <a:pt x="203230" y="133584"/>
                  <a:pt x="199325" y="130983"/>
                </a:cubicBezTo>
                <a:lnTo>
                  <a:pt x="196724" y="145724"/>
                </a:lnTo>
                <a:cubicBezTo>
                  <a:pt x="203664" y="149193"/>
                  <a:pt x="215591" y="155266"/>
                  <a:pt x="233161" y="155266"/>
                </a:cubicBezTo>
                <a:cubicBezTo>
                  <a:pt x="237063" y="155266"/>
                  <a:pt x="248994" y="155266"/>
                  <a:pt x="258320" y="148326"/>
                </a:cubicBezTo>
                <a:cubicBezTo>
                  <a:pt x="265042" y="143119"/>
                  <a:pt x="268732" y="134451"/>
                  <a:pt x="268732" y="125134"/>
                </a:cubicBezTo>
                <a:close/>
                <a:moveTo>
                  <a:pt x="345725" y="147025"/>
                </a:moveTo>
                <a:lnTo>
                  <a:pt x="342256" y="134226"/>
                </a:lnTo>
                <a:cubicBezTo>
                  <a:pt x="336617" y="138784"/>
                  <a:pt x="329677" y="141385"/>
                  <a:pt x="322737" y="141385"/>
                </a:cubicBezTo>
                <a:cubicBezTo>
                  <a:pt x="314711" y="141385"/>
                  <a:pt x="311673" y="134878"/>
                  <a:pt x="311673" y="123377"/>
                </a:cubicBezTo>
                <a:lnTo>
                  <a:pt x="311673" y="69140"/>
                </a:lnTo>
                <a:lnTo>
                  <a:pt x="342256" y="69140"/>
                </a:lnTo>
                <a:lnTo>
                  <a:pt x="342256" y="56557"/>
                </a:lnTo>
                <a:lnTo>
                  <a:pt x="311673" y="56557"/>
                </a:lnTo>
                <a:lnTo>
                  <a:pt x="311673" y="29020"/>
                </a:lnTo>
                <a:lnTo>
                  <a:pt x="296708" y="29020"/>
                </a:lnTo>
                <a:lnTo>
                  <a:pt x="296708" y="56557"/>
                </a:lnTo>
                <a:lnTo>
                  <a:pt x="277840" y="56557"/>
                </a:lnTo>
                <a:lnTo>
                  <a:pt x="277840" y="69140"/>
                </a:lnTo>
                <a:lnTo>
                  <a:pt x="296059" y="69140"/>
                </a:lnTo>
                <a:lnTo>
                  <a:pt x="296059" y="127067"/>
                </a:lnTo>
                <a:cubicBezTo>
                  <a:pt x="296059" y="140084"/>
                  <a:pt x="299094" y="155266"/>
                  <a:pt x="314059" y="155266"/>
                </a:cubicBezTo>
                <a:cubicBezTo>
                  <a:pt x="329243" y="155266"/>
                  <a:pt x="340304" y="149845"/>
                  <a:pt x="345725" y="147025"/>
                </a:cubicBezTo>
                <a:close/>
                <a:moveTo>
                  <a:pt x="496682" y="188522"/>
                </a:moveTo>
                <a:lnTo>
                  <a:pt x="496682" y="171606"/>
                </a:lnTo>
                <a:lnTo>
                  <a:pt x="352017" y="171606"/>
                </a:lnTo>
                <a:lnTo>
                  <a:pt x="352017" y="188522"/>
                </a:lnTo>
                <a:lnTo>
                  <a:pt x="496682" y="188522"/>
                </a:lnTo>
                <a:close/>
                <a:moveTo>
                  <a:pt x="574764" y="125134"/>
                </a:moveTo>
                <a:cubicBezTo>
                  <a:pt x="574764" y="113213"/>
                  <a:pt x="566739" y="105845"/>
                  <a:pt x="566305" y="105196"/>
                </a:cubicBezTo>
                <a:cubicBezTo>
                  <a:pt x="557846" y="97611"/>
                  <a:pt x="551989" y="96310"/>
                  <a:pt x="541143" y="94360"/>
                </a:cubicBezTo>
                <a:cubicBezTo>
                  <a:pt x="529216" y="91977"/>
                  <a:pt x="519238" y="89810"/>
                  <a:pt x="519238" y="79192"/>
                </a:cubicBezTo>
                <a:cubicBezTo>
                  <a:pt x="519238" y="65754"/>
                  <a:pt x="534855" y="65754"/>
                  <a:pt x="537675" y="65754"/>
                </a:cubicBezTo>
                <a:cubicBezTo>
                  <a:pt x="544615" y="65754"/>
                  <a:pt x="556109" y="66622"/>
                  <a:pt x="568473" y="73989"/>
                </a:cubicBezTo>
                <a:lnTo>
                  <a:pt x="571074" y="59900"/>
                </a:lnTo>
                <a:cubicBezTo>
                  <a:pt x="559799" y="54693"/>
                  <a:pt x="550906" y="52956"/>
                  <a:pt x="539843" y="52956"/>
                </a:cubicBezTo>
                <a:cubicBezTo>
                  <a:pt x="534422" y="52956"/>
                  <a:pt x="503839" y="52956"/>
                  <a:pt x="503839" y="81360"/>
                </a:cubicBezTo>
                <a:cubicBezTo>
                  <a:pt x="503839" y="91977"/>
                  <a:pt x="510130" y="98911"/>
                  <a:pt x="515551" y="103029"/>
                </a:cubicBezTo>
                <a:cubicBezTo>
                  <a:pt x="522276" y="107798"/>
                  <a:pt x="527048" y="108662"/>
                  <a:pt x="538976" y="111048"/>
                </a:cubicBezTo>
                <a:cubicBezTo>
                  <a:pt x="546783" y="112564"/>
                  <a:pt x="559362" y="115165"/>
                  <a:pt x="559362" y="126650"/>
                </a:cubicBezTo>
                <a:cubicBezTo>
                  <a:pt x="559362" y="141604"/>
                  <a:pt x="542229" y="141604"/>
                  <a:pt x="538976" y="141604"/>
                </a:cubicBezTo>
                <a:cubicBezTo>
                  <a:pt x="521409" y="141604"/>
                  <a:pt x="509263" y="133584"/>
                  <a:pt x="505358" y="130983"/>
                </a:cubicBezTo>
                <a:lnTo>
                  <a:pt x="502756" y="145724"/>
                </a:lnTo>
                <a:cubicBezTo>
                  <a:pt x="509696" y="149193"/>
                  <a:pt x="521624" y="155266"/>
                  <a:pt x="539194" y="155266"/>
                </a:cubicBezTo>
                <a:cubicBezTo>
                  <a:pt x="543096" y="155266"/>
                  <a:pt x="555027" y="155266"/>
                  <a:pt x="564353" y="148326"/>
                </a:cubicBezTo>
                <a:cubicBezTo>
                  <a:pt x="571074" y="143119"/>
                  <a:pt x="574764" y="134451"/>
                  <a:pt x="574764" y="125134"/>
                </a:cubicBezTo>
                <a:close/>
                <a:moveTo>
                  <a:pt x="681473" y="105196"/>
                </a:moveTo>
                <a:cubicBezTo>
                  <a:pt x="681473" y="76157"/>
                  <a:pt x="659783" y="52956"/>
                  <a:pt x="633975" y="52956"/>
                </a:cubicBezTo>
                <a:cubicBezTo>
                  <a:pt x="607297" y="52956"/>
                  <a:pt x="586259" y="76806"/>
                  <a:pt x="586259" y="105196"/>
                </a:cubicBezTo>
                <a:cubicBezTo>
                  <a:pt x="586259" y="133803"/>
                  <a:pt x="608380" y="155266"/>
                  <a:pt x="633757" y="155266"/>
                </a:cubicBezTo>
                <a:cubicBezTo>
                  <a:pt x="659783" y="155266"/>
                  <a:pt x="681473" y="133369"/>
                  <a:pt x="681473" y="105196"/>
                </a:cubicBezTo>
                <a:moveTo>
                  <a:pt x="664555" y="103029"/>
                </a:moveTo>
                <a:cubicBezTo>
                  <a:pt x="664555" y="128600"/>
                  <a:pt x="649808" y="141385"/>
                  <a:pt x="633757" y="141385"/>
                </a:cubicBezTo>
                <a:cubicBezTo>
                  <a:pt x="618791" y="141385"/>
                  <a:pt x="603174" y="129252"/>
                  <a:pt x="603174" y="103029"/>
                </a:cubicBezTo>
                <a:cubicBezTo>
                  <a:pt x="603174" y="76806"/>
                  <a:pt x="619658" y="66188"/>
                  <a:pt x="633757" y="66188"/>
                </a:cubicBezTo>
                <a:cubicBezTo>
                  <a:pt x="648941" y="66188"/>
                  <a:pt x="664555" y="77458"/>
                  <a:pt x="664555" y="103029"/>
                </a:cubicBezTo>
                <a:close/>
                <a:moveTo>
                  <a:pt x="832863" y="188522"/>
                </a:moveTo>
                <a:lnTo>
                  <a:pt x="832863" y="171606"/>
                </a:lnTo>
                <a:lnTo>
                  <a:pt x="688199" y="171606"/>
                </a:lnTo>
                <a:lnTo>
                  <a:pt x="688199" y="188522"/>
                </a:lnTo>
                <a:lnTo>
                  <a:pt x="832863" y="188522"/>
                </a:lnTo>
                <a:close/>
                <a:moveTo>
                  <a:pt x="908126" y="16916"/>
                </a:moveTo>
                <a:lnTo>
                  <a:pt x="908126" y="2386"/>
                </a:lnTo>
                <a:cubicBezTo>
                  <a:pt x="905521" y="1738"/>
                  <a:pt x="898796" y="0"/>
                  <a:pt x="890774" y="0"/>
                </a:cubicBezTo>
                <a:cubicBezTo>
                  <a:pt x="870384" y="0"/>
                  <a:pt x="854770" y="15400"/>
                  <a:pt x="854770" y="37062"/>
                </a:cubicBezTo>
                <a:lnTo>
                  <a:pt x="854770" y="56557"/>
                </a:lnTo>
                <a:lnTo>
                  <a:pt x="838719" y="56557"/>
                </a:lnTo>
                <a:lnTo>
                  <a:pt x="838719" y="69140"/>
                </a:lnTo>
                <a:lnTo>
                  <a:pt x="854770" y="69140"/>
                </a:lnTo>
                <a:lnTo>
                  <a:pt x="854770" y="152936"/>
                </a:lnTo>
                <a:lnTo>
                  <a:pt x="871036" y="152936"/>
                </a:lnTo>
                <a:lnTo>
                  <a:pt x="871036" y="69140"/>
                </a:lnTo>
                <a:lnTo>
                  <a:pt x="894895" y="69140"/>
                </a:lnTo>
                <a:lnTo>
                  <a:pt x="894895" y="56557"/>
                </a:lnTo>
                <a:lnTo>
                  <a:pt x="870384" y="56557"/>
                </a:lnTo>
                <a:lnTo>
                  <a:pt x="870384" y="30780"/>
                </a:lnTo>
                <a:cubicBezTo>
                  <a:pt x="870384" y="14748"/>
                  <a:pt x="884916" y="13232"/>
                  <a:pt x="890556" y="13232"/>
                </a:cubicBezTo>
                <a:cubicBezTo>
                  <a:pt x="894895" y="13232"/>
                  <a:pt x="900749" y="13666"/>
                  <a:pt x="908126" y="16916"/>
                </a:cubicBezTo>
                <a:close/>
                <a:moveTo>
                  <a:pt x="987941" y="152883"/>
                </a:moveTo>
                <a:lnTo>
                  <a:pt x="987941" y="90243"/>
                </a:lnTo>
                <a:cubicBezTo>
                  <a:pt x="987941" y="68137"/>
                  <a:pt x="972108" y="52956"/>
                  <a:pt x="952152" y="52956"/>
                </a:cubicBezTo>
                <a:cubicBezTo>
                  <a:pt x="938053" y="52956"/>
                  <a:pt x="928294" y="56428"/>
                  <a:pt x="918100" y="62286"/>
                </a:cubicBezTo>
                <a:lnTo>
                  <a:pt x="919401" y="76590"/>
                </a:lnTo>
                <a:cubicBezTo>
                  <a:pt x="930680" y="68571"/>
                  <a:pt x="941525" y="65754"/>
                  <a:pt x="952152" y="65754"/>
                </a:cubicBezTo>
                <a:cubicBezTo>
                  <a:pt x="962348" y="65754"/>
                  <a:pt x="971023" y="74423"/>
                  <a:pt x="971023" y="90462"/>
                </a:cubicBezTo>
                <a:lnTo>
                  <a:pt x="971023" y="99782"/>
                </a:lnTo>
                <a:cubicBezTo>
                  <a:pt x="938490" y="100215"/>
                  <a:pt x="910942" y="109324"/>
                  <a:pt x="910942" y="128388"/>
                </a:cubicBezTo>
                <a:cubicBezTo>
                  <a:pt x="910942" y="137705"/>
                  <a:pt x="916800" y="155266"/>
                  <a:pt x="935671" y="155266"/>
                </a:cubicBezTo>
                <a:cubicBezTo>
                  <a:pt x="938705" y="155266"/>
                  <a:pt x="959092" y="154833"/>
                  <a:pt x="971675" y="145072"/>
                </a:cubicBezTo>
                <a:lnTo>
                  <a:pt x="971675" y="152883"/>
                </a:lnTo>
                <a:lnTo>
                  <a:pt x="987941" y="152883"/>
                </a:lnTo>
                <a:moveTo>
                  <a:pt x="971023" y="124274"/>
                </a:moveTo>
                <a:cubicBezTo>
                  <a:pt x="971023" y="128388"/>
                  <a:pt x="971023" y="133806"/>
                  <a:pt x="963649" y="137920"/>
                </a:cubicBezTo>
                <a:cubicBezTo>
                  <a:pt x="957358" y="141819"/>
                  <a:pt x="949117" y="142037"/>
                  <a:pt x="946731" y="142037"/>
                </a:cubicBezTo>
                <a:cubicBezTo>
                  <a:pt x="936319" y="142037"/>
                  <a:pt x="926559" y="137053"/>
                  <a:pt x="926559" y="127958"/>
                </a:cubicBezTo>
                <a:cubicBezTo>
                  <a:pt x="926559" y="112792"/>
                  <a:pt x="961696" y="111276"/>
                  <a:pt x="971023" y="110843"/>
                </a:cubicBezTo>
                <a:lnTo>
                  <a:pt x="971023" y="124274"/>
                </a:lnTo>
                <a:close/>
                <a:moveTo>
                  <a:pt x="1074480" y="68763"/>
                </a:moveTo>
                <a:lnTo>
                  <a:pt x="1074480" y="54227"/>
                </a:lnTo>
                <a:cubicBezTo>
                  <a:pt x="1055176" y="54445"/>
                  <a:pt x="1043249" y="65076"/>
                  <a:pt x="1036524" y="75055"/>
                </a:cubicBezTo>
                <a:lnTo>
                  <a:pt x="1036524" y="55312"/>
                </a:lnTo>
                <a:lnTo>
                  <a:pt x="1021340" y="55312"/>
                </a:lnTo>
                <a:lnTo>
                  <a:pt x="1021340" y="152936"/>
                </a:lnTo>
                <a:lnTo>
                  <a:pt x="1037609" y="152936"/>
                </a:lnTo>
                <a:lnTo>
                  <a:pt x="1037609" y="106510"/>
                </a:lnTo>
                <a:cubicBezTo>
                  <a:pt x="1037609" y="84818"/>
                  <a:pt x="1053223" y="69197"/>
                  <a:pt x="1074480" y="68763"/>
                </a:cubicBezTo>
                <a:close/>
                <a:moveTo>
                  <a:pt x="1183793" y="152936"/>
                </a:moveTo>
                <a:lnTo>
                  <a:pt x="1183793" y="56557"/>
                </a:lnTo>
                <a:lnTo>
                  <a:pt x="1167527" y="56557"/>
                </a:lnTo>
                <a:lnTo>
                  <a:pt x="1167527" y="152936"/>
                </a:lnTo>
                <a:lnTo>
                  <a:pt x="1183793" y="152936"/>
                </a:lnTo>
                <a:moveTo>
                  <a:pt x="1185527" y="30109"/>
                </a:moveTo>
                <a:lnTo>
                  <a:pt x="1185527" y="10803"/>
                </a:lnTo>
                <a:lnTo>
                  <a:pt x="1166226" y="10803"/>
                </a:lnTo>
                <a:lnTo>
                  <a:pt x="1166226" y="30109"/>
                </a:lnTo>
                <a:lnTo>
                  <a:pt x="1185527" y="30109"/>
                </a:lnTo>
                <a:close/>
                <a:moveTo>
                  <a:pt x="1279878" y="125134"/>
                </a:moveTo>
                <a:cubicBezTo>
                  <a:pt x="1279878" y="113213"/>
                  <a:pt x="1271852" y="105845"/>
                  <a:pt x="1271419" y="105196"/>
                </a:cubicBezTo>
                <a:cubicBezTo>
                  <a:pt x="1262960" y="97611"/>
                  <a:pt x="1257102" y="96310"/>
                  <a:pt x="1246257" y="94360"/>
                </a:cubicBezTo>
                <a:cubicBezTo>
                  <a:pt x="1234329" y="91977"/>
                  <a:pt x="1224351" y="89810"/>
                  <a:pt x="1224351" y="79192"/>
                </a:cubicBezTo>
                <a:cubicBezTo>
                  <a:pt x="1224351" y="65754"/>
                  <a:pt x="1239969" y="65754"/>
                  <a:pt x="1242788" y="65754"/>
                </a:cubicBezTo>
                <a:cubicBezTo>
                  <a:pt x="1249728" y="65754"/>
                  <a:pt x="1261222" y="66622"/>
                  <a:pt x="1273586" y="73989"/>
                </a:cubicBezTo>
                <a:lnTo>
                  <a:pt x="1276188" y="59900"/>
                </a:lnTo>
                <a:cubicBezTo>
                  <a:pt x="1264912" y="54693"/>
                  <a:pt x="1256020" y="52956"/>
                  <a:pt x="1244956" y="52956"/>
                </a:cubicBezTo>
                <a:cubicBezTo>
                  <a:pt x="1239535" y="52956"/>
                  <a:pt x="1208952" y="52956"/>
                  <a:pt x="1208952" y="81360"/>
                </a:cubicBezTo>
                <a:cubicBezTo>
                  <a:pt x="1208952" y="91977"/>
                  <a:pt x="1215243" y="98911"/>
                  <a:pt x="1220664" y="103029"/>
                </a:cubicBezTo>
                <a:cubicBezTo>
                  <a:pt x="1227389" y="107798"/>
                  <a:pt x="1232161" y="108662"/>
                  <a:pt x="1244089" y="111048"/>
                </a:cubicBezTo>
                <a:cubicBezTo>
                  <a:pt x="1251896" y="112564"/>
                  <a:pt x="1264475" y="115165"/>
                  <a:pt x="1264475" y="126650"/>
                </a:cubicBezTo>
                <a:cubicBezTo>
                  <a:pt x="1264475" y="141604"/>
                  <a:pt x="1247342" y="141604"/>
                  <a:pt x="1244089" y="141604"/>
                </a:cubicBezTo>
                <a:cubicBezTo>
                  <a:pt x="1226522" y="141604"/>
                  <a:pt x="1214376" y="133584"/>
                  <a:pt x="1210471" y="130983"/>
                </a:cubicBezTo>
                <a:lnTo>
                  <a:pt x="1207870" y="145724"/>
                </a:lnTo>
                <a:cubicBezTo>
                  <a:pt x="1214810" y="149193"/>
                  <a:pt x="1226737" y="155266"/>
                  <a:pt x="1244307" y="155266"/>
                </a:cubicBezTo>
                <a:cubicBezTo>
                  <a:pt x="1248209" y="155266"/>
                  <a:pt x="1260140" y="155266"/>
                  <a:pt x="1269466" y="148326"/>
                </a:cubicBezTo>
                <a:cubicBezTo>
                  <a:pt x="1276188" y="143119"/>
                  <a:pt x="1279878" y="134451"/>
                  <a:pt x="1279878" y="125134"/>
                </a:cubicBezTo>
                <a:close/>
                <a:moveTo>
                  <a:pt x="1458811" y="105196"/>
                </a:moveTo>
                <a:cubicBezTo>
                  <a:pt x="1458811" y="76157"/>
                  <a:pt x="1437121" y="52956"/>
                  <a:pt x="1411313" y="52956"/>
                </a:cubicBezTo>
                <a:cubicBezTo>
                  <a:pt x="1384635" y="52956"/>
                  <a:pt x="1363597" y="76806"/>
                  <a:pt x="1363597" y="105196"/>
                </a:cubicBezTo>
                <a:cubicBezTo>
                  <a:pt x="1363597" y="133803"/>
                  <a:pt x="1385718" y="155266"/>
                  <a:pt x="1411095" y="155266"/>
                </a:cubicBezTo>
                <a:cubicBezTo>
                  <a:pt x="1437121" y="155266"/>
                  <a:pt x="1458811" y="133369"/>
                  <a:pt x="1458811" y="105196"/>
                </a:cubicBezTo>
                <a:moveTo>
                  <a:pt x="1441893" y="103029"/>
                </a:moveTo>
                <a:cubicBezTo>
                  <a:pt x="1441893" y="128600"/>
                  <a:pt x="1427146" y="141385"/>
                  <a:pt x="1411095" y="141385"/>
                </a:cubicBezTo>
                <a:cubicBezTo>
                  <a:pt x="1396129" y="141385"/>
                  <a:pt x="1380512" y="129252"/>
                  <a:pt x="1380512" y="103029"/>
                </a:cubicBezTo>
                <a:cubicBezTo>
                  <a:pt x="1380512" y="76806"/>
                  <a:pt x="1396996" y="66188"/>
                  <a:pt x="1411095" y="66188"/>
                </a:cubicBezTo>
                <a:cubicBezTo>
                  <a:pt x="1426279" y="66188"/>
                  <a:pt x="1441893" y="77458"/>
                  <a:pt x="1441893" y="103029"/>
                </a:cubicBezTo>
                <a:close/>
                <a:moveTo>
                  <a:pt x="1559883" y="152936"/>
                </a:moveTo>
                <a:lnTo>
                  <a:pt x="1559883" y="88287"/>
                </a:lnTo>
                <a:cubicBezTo>
                  <a:pt x="1559883" y="73969"/>
                  <a:pt x="1556630" y="54227"/>
                  <a:pt x="1530167" y="54227"/>
                </a:cubicBezTo>
                <a:cubicBezTo>
                  <a:pt x="1510648" y="54227"/>
                  <a:pt x="1500021" y="68978"/>
                  <a:pt x="1498720" y="70712"/>
                </a:cubicBezTo>
                <a:lnTo>
                  <a:pt x="1498720" y="55312"/>
                </a:lnTo>
                <a:lnTo>
                  <a:pt x="1483103" y="55312"/>
                </a:lnTo>
                <a:lnTo>
                  <a:pt x="1483103" y="152936"/>
                </a:lnTo>
                <a:lnTo>
                  <a:pt x="1500021" y="152936"/>
                </a:lnTo>
                <a:lnTo>
                  <a:pt x="1500021" y="99785"/>
                </a:lnTo>
                <a:cubicBezTo>
                  <a:pt x="1500021" y="85467"/>
                  <a:pt x="1505442" y="67459"/>
                  <a:pt x="1521927" y="67459"/>
                </a:cubicBezTo>
                <a:cubicBezTo>
                  <a:pt x="1542747" y="67459"/>
                  <a:pt x="1542965" y="82862"/>
                  <a:pt x="1542965" y="89806"/>
                </a:cubicBezTo>
                <a:lnTo>
                  <a:pt x="1542965" y="152936"/>
                </a:lnTo>
                <a:lnTo>
                  <a:pt x="1559883" y="152936"/>
                </a:lnTo>
                <a:close/>
                <a:moveTo>
                  <a:pt x="1611502" y="152936"/>
                </a:moveTo>
                <a:lnTo>
                  <a:pt x="1611502" y="2330"/>
                </a:lnTo>
                <a:lnTo>
                  <a:pt x="1595236" y="2330"/>
                </a:lnTo>
                <a:lnTo>
                  <a:pt x="1595236" y="152936"/>
                </a:lnTo>
                <a:lnTo>
                  <a:pt x="1611502" y="152936"/>
                </a:lnTo>
                <a:close/>
                <a:moveTo>
                  <a:pt x="1726240" y="56557"/>
                </a:moveTo>
                <a:lnTo>
                  <a:pt x="1709970" y="56557"/>
                </a:lnTo>
                <a:cubicBezTo>
                  <a:pt x="1681776" y="125594"/>
                  <a:pt x="1681343" y="135580"/>
                  <a:pt x="1681124" y="140574"/>
                </a:cubicBezTo>
                <a:lnTo>
                  <a:pt x="1680909" y="140574"/>
                </a:lnTo>
                <a:cubicBezTo>
                  <a:pt x="1679605" y="126028"/>
                  <a:pt x="1662254" y="85649"/>
                  <a:pt x="1661387" y="83696"/>
                </a:cubicBezTo>
                <a:lnTo>
                  <a:pt x="1649674" y="56557"/>
                </a:lnTo>
                <a:lnTo>
                  <a:pt x="1632541" y="56557"/>
                </a:lnTo>
                <a:lnTo>
                  <a:pt x="1674618" y="152936"/>
                </a:lnTo>
                <a:lnTo>
                  <a:pt x="1666811" y="172470"/>
                </a:lnTo>
                <a:cubicBezTo>
                  <a:pt x="1661172" y="185057"/>
                  <a:pt x="1657485" y="185057"/>
                  <a:pt x="1654447" y="185057"/>
                </a:cubicBezTo>
                <a:cubicBezTo>
                  <a:pt x="1650978" y="185057"/>
                  <a:pt x="1644035" y="184190"/>
                  <a:pt x="1637528" y="181585"/>
                </a:cubicBezTo>
                <a:lnTo>
                  <a:pt x="1638832" y="195685"/>
                </a:lnTo>
                <a:cubicBezTo>
                  <a:pt x="1643601" y="196770"/>
                  <a:pt x="1649674" y="197419"/>
                  <a:pt x="1654447" y="197419"/>
                </a:cubicBezTo>
                <a:cubicBezTo>
                  <a:pt x="1662039" y="197366"/>
                  <a:pt x="1670064" y="194761"/>
                  <a:pt x="1678957" y="172636"/>
                </a:cubicBezTo>
                <a:lnTo>
                  <a:pt x="1726240" y="56557"/>
                </a:lnTo>
                <a:close/>
                <a:moveTo>
                  <a:pt x="1896065" y="152883"/>
                </a:moveTo>
                <a:lnTo>
                  <a:pt x="1896065" y="56557"/>
                </a:lnTo>
                <a:lnTo>
                  <a:pt x="1879147" y="56557"/>
                </a:lnTo>
                <a:lnTo>
                  <a:pt x="1879147" y="119475"/>
                </a:lnTo>
                <a:cubicBezTo>
                  <a:pt x="1879147" y="135745"/>
                  <a:pt x="1867001" y="143338"/>
                  <a:pt x="1853121" y="143338"/>
                </a:cubicBezTo>
                <a:cubicBezTo>
                  <a:pt x="1837719" y="143338"/>
                  <a:pt x="1836203" y="137698"/>
                  <a:pt x="1836203" y="128368"/>
                </a:cubicBezTo>
                <a:lnTo>
                  <a:pt x="1836203" y="56557"/>
                </a:lnTo>
                <a:lnTo>
                  <a:pt x="1819285" y="56557"/>
                </a:lnTo>
                <a:lnTo>
                  <a:pt x="1819285" y="129235"/>
                </a:lnTo>
                <a:cubicBezTo>
                  <a:pt x="1819285" y="144857"/>
                  <a:pt x="1824272" y="155266"/>
                  <a:pt x="1842276" y="155266"/>
                </a:cubicBezTo>
                <a:cubicBezTo>
                  <a:pt x="1853770" y="155266"/>
                  <a:pt x="1869169" y="151798"/>
                  <a:pt x="1879799" y="142471"/>
                </a:cubicBezTo>
                <a:lnTo>
                  <a:pt x="1879799" y="152883"/>
                </a:lnTo>
                <a:lnTo>
                  <a:pt x="1896065" y="152883"/>
                </a:lnTo>
                <a:close/>
                <a:moveTo>
                  <a:pt x="2017958" y="104531"/>
                </a:moveTo>
                <a:cubicBezTo>
                  <a:pt x="2017958" y="78517"/>
                  <a:pt x="2004293" y="54227"/>
                  <a:pt x="1983473" y="54227"/>
                </a:cubicBezTo>
                <a:cubicBezTo>
                  <a:pt x="1970457" y="54227"/>
                  <a:pt x="1957877" y="58784"/>
                  <a:pt x="1947903" y="67244"/>
                </a:cubicBezTo>
                <a:lnTo>
                  <a:pt x="1947903" y="56613"/>
                </a:lnTo>
                <a:lnTo>
                  <a:pt x="1931633" y="56613"/>
                </a:lnTo>
                <a:lnTo>
                  <a:pt x="1931633" y="194877"/>
                </a:lnTo>
                <a:lnTo>
                  <a:pt x="1948551" y="194877"/>
                </a:lnTo>
                <a:lnTo>
                  <a:pt x="1948551" y="142904"/>
                </a:lnTo>
                <a:cubicBezTo>
                  <a:pt x="1955276" y="149193"/>
                  <a:pt x="1964817" y="155266"/>
                  <a:pt x="1977834" y="155266"/>
                </a:cubicBezTo>
                <a:cubicBezTo>
                  <a:pt x="1998872" y="155266"/>
                  <a:pt x="2017958" y="134014"/>
                  <a:pt x="2017958" y="104531"/>
                </a:cubicBezTo>
                <a:moveTo>
                  <a:pt x="2001040" y="104531"/>
                </a:moveTo>
                <a:cubicBezTo>
                  <a:pt x="2001040" y="126862"/>
                  <a:pt x="1985641" y="142037"/>
                  <a:pt x="1969375" y="142037"/>
                </a:cubicBezTo>
                <a:cubicBezTo>
                  <a:pt x="1960916" y="142037"/>
                  <a:pt x="1955058" y="137701"/>
                  <a:pt x="1950722" y="131846"/>
                </a:cubicBezTo>
                <a:cubicBezTo>
                  <a:pt x="1948551" y="128596"/>
                  <a:pt x="1948551" y="128163"/>
                  <a:pt x="1948551" y="124261"/>
                </a:cubicBezTo>
                <a:lnTo>
                  <a:pt x="1948551" y="80685"/>
                </a:lnTo>
                <a:cubicBezTo>
                  <a:pt x="1953757" y="73095"/>
                  <a:pt x="1962216" y="68111"/>
                  <a:pt x="1971542" y="68111"/>
                </a:cubicBezTo>
                <a:cubicBezTo>
                  <a:pt x="1988027" y="68111"/>
                  <a:pt x="2001040" y="84587"/>
                  <a:pt x="2001040" y="104531"/>
                </a:cubicBezTo>
                <a:close/>
                <a:moveTo>
                  <a:pt x="2120113" y="152966"/>
                </a:moveTo>
                <a:lnTo>
                  <a:pt x="2120113" y="2330"/>
                </a:lnTo>
                <a:lnTo>
                  <a:pt x="2103847" y="2330"/>
                </a:lnTo>
                <a:lnTo>
                  <a:pt x="2103847" y="66205"/>
                </a:lnTo>
                <a:cubicBezTo>
                  <a:pt x="2092353" y="56613"/>
                  <a:pt x="2080207" y="54227"/>
                  <a:pt x="2072182" y="54227"/>
                </a:cubicBezTo>
                <a:cubicBezTo>
                  <a:pt x="2050710" y="54227"/>
                  <a:pt x="2033791" y="76786"/>
                  <a:pt x="2033791" y="104760"/>
                </a:cubicBezTo>
                <a:cubicBezTo>
                  <a:pt x="2033791" y="133174"/>
                  <a:pt x="2050491" y="155266"/>
                  <a:pt x="2071096" y="155266"/>
                </a:cubicBezTo>
                <a:cubicBezTo>
                  <a:pt x="2078255" y="155266"/>
                  <a:pt x="2091049" y="153317"/>
                  <a:pt x="2103195" y="141604"/>
                </a:cubicBezTo>
                <a:lnTo>
                  <a:pt x="2103195" y="152883"/>
                </a:lnTo>
                <a:lnTo>
                  <a:pt x="2120113" y="152966"/>
                </a:lnTo>
                <a:moveTo>
                  <a:pt x="2103195" y="122761"/>
                </a:moveTo>
                <a:cubicBezTo>
                  <a:pt x="2103195" y="125796"/>
                  <a:pt x="2102980" y="129702"/>
                  <a:pt x="2096040" y="135990"/>
                </a:cubicBezTo>
                <a:cubicBezTo>
                  <a:pt x="2091049" y="140309"/>
                  <a:pt x="2085628" y="142037"/>
                  <a:pt x="2079989" y="142037"/>
                </a:cubicBezTo>
                <a:cubicBezTo>
                  <a:pt x="2066542" y="142037"/>
                  <a:pt x="2050710" y="131870"/>
                  <a:pt x="2050710" y="104978"/>
                </a:cubicBezTo>
                <a:cubicBezTo>
                  <a:pt x="2050710" y="76352"/>
                  <a:pt x="2069362" y="67459"/>
                  <a:pt x="2082156" y="67459"/>
                </a:cubicBezTo>
                <a:cubicBezTo>
                  <a:pt x="2091916" y="67505"/>
                  <a:pt x="2098426" y="72493"/>
                  <a:pt x="2103195" y="79434"/>
                </a:cubicBezTo>
                <a:lnTo>
                  <a:pt x="2103195" y="122761"/>
                </a:lnTo>
                <a:close/>
                <a:moveTo>
                  <a:pt x="2226825" y="152883"/>
                </a:moveTo>
                <a:lnTo>
                  <a:pt x="2226825" y="90243"/>
                </a:lnTo>
                <a:cubicBezTo>
                  <a:pt x="2226825" y="68137"/>
                  <a:pt x="2210992" y="52956"/>
                  <a:pt x="2191036" y="52956"/>
                </a:cubicBezTo>
                <a:cubicBezTo>
                  <a:pt x="2176938" y="52956"/>
                  <a:pt x="2167178" y="56428"/>
                  <a:pt x="2156985" y="62286"/>
                </a:cubicBezTo>
                <a:lnTo>
                  <a:pt x="2158285" y="76590"/>
                </a:lnTo>
                <a:cubicBezTo>
                  <a:pt x="2169564" y="68571"/>
                  <a:pt x="2180409" y="65754"/>
                  <a:pt x="2191036" y="65754"/>
                </a:cubicBezTo>
                <a:cubicBezTo>
                  <a:pt x="2201233" y="65754"/>
                  <a:pt x="2209907" y="74423"/>
                  <a:pt x="2209907" y="90462"/>
                </a:cubicBezTo>
                <a:lnTo>
                  <a:pt x="2209907" y="99782"/>
                </a:lnTo>
                <a:cubicBezTo>
                  <a:pt x="2177374" y="100215"/>
                  <a:pt x="2149826" y="109324"/>
                  <a:pt x="2149826" y="128388"/>
                </a:cubicBezTo>
                <a:cubicBezTo>
                  <a:pt x="2149826" y="137705"/>
                  <a:pt x="2155684" y="155266"/>
                  <a:pt x="2174555" y="155266"/>
                </a:cubicBezTo>
                <a:cubicBezTo>
                  <a:pt x="2177590" y="155266"/>
                  <a:pt x="2197976" y="154833"/>
                  <a:pt x="2210559" y="145072"/>
                </a:cubicBezTo>
                <a:lnTo>
                  <a:pt x="2210559" y="152883"/>
                </a:lnTo>
                <a:lnTo>
                  <a:pt x="2226825" y="152883"/>
                </a:lnTo>
                <a:moveTo>
                  <a:pt x="2209907" y="124274"/>
                </a:moveTo>
                <a:cubicBezTo>
                  <a:pt x="2209907" y="128388"/>
                  <a:pt x="2209907" y="133806"/>
                  <a:pt x="2202533" y="137920"/>
                </a:cubicBezTo>
                <a:cubicBezTo>
                  <a:pt x="2196242" y="141819"/>
                  <a:pt x="2188001" y="142037"/>
                  <a:pt x="2185615" y="142037"/>
                </a:cubicBezTo>
                <a:cubicBezTo>
                  <a:pt x="2175203" y="142037"/>
                  <a:pt x="2165444" y="137053"/>
                  <a:pt x="2165444" y="127958"/>
                </a:cubicBezTo>
                <a:cubicBezTo>
                  <a:pt x="2165444" y="112792"/>
                  <a:pt x="2200581" y="111276"/>
                  <a:pt x="2209907" y="110843"/>
                </a:cubicBezTo>
                <a:lnTo>
                  <a:pt x="2209907" y="124274"/>
                </a:lnTo>
                <a:close/>
                <a:moveTo>
                  <a:pt x="2314446" y="147025"/>
                </a:moveTo>
                <a:lnTo>
                  <a:pt x="2310978" y="134226"/>
                </a:lnTo>
                <a:cubicBezTo>
                  <a:pt x="2305339" y="138784"/>
                  <a:pt x="2298399" y="141385"/>
                  <a:pt x="2291459" y="141385"/>
                </a:cubicBezTo>
                <a:cubicBezTo>
                  <a:pt x="2283433" y="141385"/>
                  <a:pt x="2280395" y="134878"/>
                  <a:pt x="2280395" y="123377"/>
                </a:cubicBezTo>
                <a:lnTo>
                  <a:pt x="2280395" y="69140"/>
                </a:lnTo>
                <a:lnTo>
                  <a:pt x="2310978" y="69140"/>
                </a:lnTo>
                <a:lnTo>
                  <a:pt x="2310978" y="56557"/>
                </a:lnTo>
                <a:lnTo>
                  <a:pt x="2280395" y="56557"/>
                </a:lnTo>
                <a:lnTo>
                  <a:pt x="2280395" y="29020"/>
                </a:lnTo>
                <a:lnTo>
                  <a:pt x="2265429" y="29020"/>
                </a:lnTo>
                <a:lnTo>
                  <a:pt x="2265429" y="56557"/>
                </a:lnTo>
                <a:lnTo>
                  <a:pt x="2246562" y="56557"/>
                </a:lnTo>
                <a:lnTo>
                  <a:pt x="2246562" y="69140"/>
                </a:lnTo>
                <a:lnTo>
                  <a:pt x="2264781" y="69140"/>
                </a:lnTo>
                <a:lnTo>
                  <a:pt x="2264781" y="127067"/>
                </a:lnTo>
                <a:cubicBezTo>
                  <a:pt x="2264781" y="140084"/>
                  <a:pt x="2267816" y="155266"/>
                  <a:pt x="2282781" y="155266"/>
                </a:cubicBezTo>
                <a:cubicBezTo>
                  <a:pt x="2297965" y="155266"/>
                  <a:pt x="2309025" y="149845"/>
                  <a:pt x="2314446" y="147025"/>
                </a:cubicBezTo>
                <a:close/>
                <a:moveTo>
                  <a:pt x="2410530" y="105488"/>
                </a:moveTo>
                <a:cubicBezTo>
                  <a:pt x="2410530" y="98114"/>
                  <a:pt x="2410315" y="81830"/>
                  <a:pt x="2401856" y="68796"/>
                </a:cubicBezTo>
                <a:cubicBezTo>
                  <a:pt x="2392963" y="55342"/>
                  <a:pt x="2379732" y="52956"/>
                  <a:pt x="2371924" y="52956"/>
                </a:cubicBezTo>
                <a:cubicBezTo>
                  <a:pt x="2347851" y="52956"/>
                  <a:pt x="2328328" y="75965"/>
                  <a:pt x="2328328" y="103972"/>
                </a:cubicBezTo>
                <a:cubicBezTo>
                  <a:pt x="2328328" y="132522"/>
                  <a:pt x="2349152" y="155266"/>
                  <a:pt x="2375178" y="155266"/>
                </a:cubicBezTo>
                <a:cubicBezTo>
                  <a:pt x="2388843" y="155266"/>
                  <a:pt x="2401204" y="150063"/>
                  <a:pt x="2409663" y="143990"/>
                </a:cubicBezTo>
                <a:lnTo>
                  <a:pt x="2408362" y="129927"/>
                </a:lnTo>
                <a:cubicBezTo>
                  <a:pt x="2394697" y="141170"/>
                  <a:pt x="2380384" y="142037"/>
                  <a:pt x="2375396" y="142037"/>
                </a:cubicBezTo>
                <a:cubicBezTo>
                  <a:pt x="2358044" y="142037"/>
                  <a:pt x="2344161" y="126683"/>
                  <a:pt x="2343512" y="105488"/>
                </a:cubicBezTo>
                <a:lnTo>
                  <a:pt x="2410530" y="105488"/>
                </a:lnTo>
                <a:moveTo>
                  <a:pt x="2398169" y="93559"/>
                </a:moveTo>
                <a:lnTo>
                  <a:pt x="2344595" y="93559"/>
                </a:lnTo>
                <a:cubicBezTo>
                  <a:pt x="2348066" y="77051"/>
                  <a:pt x="2359560" y="66188"/>
                  <a:pt x="2371924" y="66188"/>
                </a:cubicBezTo>
                <a:cubicBezTo>
                  <a:pt x="2383203" y="66188"/>
                  <a:pt x="2395349" y="73575"/>
                  <a:pt x="2398169" y="93559"/>
                </a:cubicBezTo>
                <a:close/>
                <a:moveTo>
                  <a:pt x="2511168" y="152966"/>
                </a:moveTo>
                <a:lnTo>
                  <a:pt x="2511168" y="2330"/>
                </a:lnTo>
                <a:lnTo>
                  <a:pt x="2494902" y="2330"/>
                </a:lnTo>
                <a:lnTo>
                  <a:pt x="2494902" y="66205"/>
                </a:lnTo>
                <a:cubicBezTo>
                  <a:pt x="2483408" y="56613"/>
                  <a:pt x="2471262" y="54227"/>
                  <a:pt x="2463237" y="54227"/>
                </a:cubicBezTo>
                <a:cubicBezTo>
                  <a:pt x="2441764" y="54227"/>
                  <a:pt x="2424846" y="76786"/>
                  <a:pt x="2424846" y="104760"/>
                </a:cubicBezTo>
                <a:cubicBezTo>
                  <a:pt x="2424846" y="133174"/>
                  <a:pt x="2441546" y="155266"/>
                  <a:pt x="2462151" y="155266"/>
                </a:cubicBezTo>
                <a:cubicBezTo>
                  <a:pt x="2469309" y="155266"/>
                  <a:pt x="2482104" y="153317"/>
                  <a:pt x="2494250" y="141604"/>
                </a:cubicBezTo>
                <a:lnTo>
                  <a:pt x="2494250" y="152883"/>
                </a:lnTo>
                <a:lnTo>
                  <a:pt x="2511168" y="152966"/>
                </a:lnTo>
                <a:moveTo>
                  <a:pt x="2494250" y="122761"/>
                </a:moveTo>
                <a:cubicBezTo>
                  <a:pt x="2494250" y="125796"/>
                  <a:pt x="2494035" y="129702"/>
                  <a:pt x="2487095" y="135990"/>
                </a:cubicBezTo>
                <a:cubicBezTo>
                  <a:pt x="2482104" y="140309"/>
                  <a:pt x="2476683" y="142037"/>
                  <a:pt x="2471044" y="142037"/>
                </a:cubicBezTo>
                <a:cubicBezTo>
                  <a:pt x="2457597" y="142037"/>
                  <a:pt x="2441764" y="131870"/>
                  <a:pt x="2441764" y="104978"/>
                </a:cubicBezTo>
                <a:cubicBezTo>
                  <a:pt x="2441764" y="76352"/>
                  <a:pt x="2460417" y="67459"/>
                  <a:pt x="2473211" y="67459"/>
                </a:cubicBezTo>
                <a:cubicBezTo>
                  <a:pt x="2482971" y="67505"/>
                  <a:pt x="2489481" y="72493"/>
                  <a:pt x="2494250" y="79434"/>
                </a:cubicBezTo>
                <a:lnTo>
                  <a:pt x="2494250" y="122761"/>
                </a:lnTo>
                <a:close/>
                <a:moveTo>
                  <a:pt x="2703118" y="105196"/>
                </a:moveTo>
                <a:cubicBezTo>
                  <a:pt x="2703118" y="76157"/>
                  <a:pt x="2681427" y="52956"/>
                  <a:pt x="2655620" y="52956"/>
                </a:cubicBezTo>
                <a:cubicBezTo>
                  <a:pt x="2628942" y="52956"/>
                  <a:pt x="2607904" y="76806"/>
                  <a:pt x="2607904" y="105196"/>
                </a:cubicBezTo>
                <a:cubicBezTo>
                  <a:pt x="2607904" y="133803"/>
                  <a:pt x="2630024" y="155266"/>
                  <a:pt x="2655402" y="155266"/>
                </a:cubicBezTo>
                <a:cubicBezTo>
                  <a:pt x="2681427" y="155266"/>
                  <a:pt x="2703118" y="133369"/>
                  <a:pt x="2703118" y="105196"/>
                </a:cubicBezTo>
                <a:moveTo>
                  <a:pt x="2686200" y="103029"/>
                </a:moveTo>
                <a:cubicBezTo>
                  <a:pt x="2686200" y="128600"/>
                  <a:pt x="2671453" y="141385"/>
                  <a:pt x="2655402" y="141385"/>
                </a:cubicBezTo>
                <a:cubicBezTo>
                  <a:pt x="2640436" y="141385"/>
                  <a:pt x="2624818" y="129252"/>
                  <a:pt x="2624818" y="103029"/>
                </a:cubicBezTo>
                <a:cubicBezTo>
                  <a:pt x="2624818" y="76806"/>
                  <a:pt x="2641303" y="66188"/>
                  <a:pt x="2655402" y="66188"/>
                </a:cubicBezTo>
                <a:cubicBezTo>
                  <a:pt x="2670585" y="66188"/>
                  <a:pt x="2686200" y="77458"/>
                  <a:pt x="2686200" y="103029"/>
                </a:cubicBezTo>
                <a:close/>
                <a:moveTo>
                  <a:pt x="2804190" y="152936"/>
                </a:moveTo>
                <a:lnTo>
                  <a:pt x="2804190" y="88287"/>
                </a:lnTo>
                <a:cubicBezTo>
                  <a:pt x="2804190" y="73969"/>
                  <a:pt x="2800937" y="54227"/>
                  <a:pt x="2774474" y="54227"/>
                </a:cubicBezTo>
                <a:cubicBezTo>
                  <a:pt x="2754955" y="54227"/>
                  <a:pt x="2744328" y="68978"/>
                  <a:pt x="2743027" y="70712"/>
                </a:cubicBezTo>
                <a:lnTo>
                  <a:pt x="2743027" y="55312"/>
                </a:lnTo>
                <a:lnTo>
                  <a:pt x="2727410" y="55312"/>
                </a:lnTo>
                <a:lnTo>
                  <a:pt x="2727410" y="152936"/>
                </a:lnTo>
                <a:lnTo>
                  <a:pt x="2744328" y="152936"/>
                </a:lnTo>
                <a:lnTo>
                  <a:pt x="2744328" y="99785"/>
                </a:lnTo>
                <a:cubicBezTo>
                  <a:pt x="2744328" y="85467"/>
                  <a:pt x="2749749" y="67459"/>
                  <a:pt x="2766233" y="67459"/>
                </a:cubicBezTo>
                <a:cubicBezTo>
                  <a:pt x="2787054" y="67459"/>
                  <a:pt x="2787272" y="82862"/>
                  <a:pt x="2787272" y="89806"/>
                </a:cubicBezTo>
                <a:lnTo>
                  <a:pt x="2787272" y="152936"/>
                </a:lnTo>
                <a:lnTo>
                  <a:pt x="2804190" y="152936"/>
                </a:lnTo>
                <a:close/>
                <a:moveTo>
                  <a:pt x="2911985" y="144205"/>
                </a:moveTo>
                <a:lnTo>
                  <a:pt x="2910684" y="129685"/>
                </a:lnTo>
                <a:cubicBezTo>
                  <a:pt x="2899620" y="138353"/>
                  <a:pt x="2887908" y="141385"/>
                  <a:pt x="2876848" y="141385"/>
                </a:cubicBezTo>
                <a:cubicBezTo>
                  <a:pt x="2858847" y="141385"/>
                  <a:pt x="2846701" y="125783"/>
                  <a:pt x="2846701" y="104548"/>
                </a:cubicBezTo>
                <a:cubicBezTo>
                  <a:pt x="2846701" y="87642"/>
                  <a:pt x="2854724" y="66840"/>
                  <a:pt x="2877715" y="66840"/>
                </a:cubicBezTo>
                <a:cubicBezTo>
                  <a:pt x="2888993" y="66840"/>
                  <a:pt x="2896367" y="68574"/>
                  <a:pt x="2908298" y="76375"/>
                </a:cubicBezTo>
                <a:lnTo>
                  <a:pt x="2910899" y="62286"/>
                </a:lnTo>
                <a:cubicBezTo>
                  <a:pt x="2898104" y="54908"/>
                  <a:pt x="2890728" y="52956"/>
                  <a:pt x="2877500" y="52956"/>
                </a:cubicBezTo>
                <a:cubicBezTo>
                  <a:pt x="2847350" y="52956"/>
                  <a:pt x="2829783" y="79192"/>
                  <a:pt x="2829783" y="104763"/>
                </a:cubicBezTo>
                <a:cubicBezTo>
                  <a:pt x="2829783" y="131635"/>
                  <a:pt x="2849521" y="155266"/>
                  <a:pt x="2876632" y="155266"/>
                </a:cubicBezTo>
                <a:cubicBezTo>
                  <a:pt x="2888345" y="155266"/>
                  <a:pt x="2900272" y="152231"/>
                  <a:pt x="2911985" y="144205"/>
                </a:cubicBezTo>
                <a:close/>
                <a:moveTo>
                  <a:pt x="3008066" y="105488"/>
                </a:moveTo>
                <a:cubicBezTo>
                  <a:pt x="3008066" y="98114"/>
                  <a:pt x="3007850" y="81830"/>
                  <a:pt x="2999391" y="68796"/>
                </a:cubicBezTo>
                <a:cubicBezTo>
                  <a:pt x="2990499" y="55342"/>
                  <a:pt x="2977267" y="52956"/>
                  <a:pt x="2969460" y="52956"/>
                </a:cubicBezTo>
                <a:cubicBezTo>
                  <a:pt x="2945387" y="52956"/>
                  <a:pt x="2925864" y="75965"/>
                  <a:pt x="2925864" y="103972"/>
                </a:cubicBezTo>
                <a:cubicBezTo>
                  <a:pt x="2925864" y="132522"/>
                  <a:pt x="2946688" y="155266"/>
                  <a:pt x="2972714" y="155266"/>
                </a:cubicBezTo>
                <a:cubicBezTo>
                  <a:pt x="2986378" y="155266"/>
                  <a:pt x="2998739" y="150063"/>
                  <a:pt x="3007198" y="143990"/>
                </a:cubicBezTo>
                <a:lnTo>
                  <a:pt x="3005898" y="129927"/>
                </a:lnTo>
                <a:cubicBezTo>
                  <a:pt x="2992233" y="141170"/>
                  <a:pt x="2977919" y="142037"/>
                  <a:pt x="2972932" y="142037"/>
                </a:cubicBezTo>
                <a:cubicBezTo>
                  <a:pt x="2955580" y="142037"/>
                  <a:pt x="2941697" y="126683"/>
                  <a:pt x="2941048" y="105488"/>
                </a:cubicBezTo>
                <a:lnTo>
                  <a:pt x="3008066" y="105488"/>
                </a:lnTo>
                <a:moveTo>
                  <a:pt x="2995705" y="93559"/>
                </a:moveTo>
                <a:lnTo>
                  <a:pt x="2942130" y="93559"/>
                </a:lnTo>
                <a:cubicBezTo>
                  <a:pt x="2945602" y="77051"/>
                  <a:pt x="2957096" y="66188"/>
                  <a:pt x="2969460" y="66188"/>
                </a:cubicBezTo>
                <a:cubicBezTo>
                  <a:pt x="2980739" y="66188"/>
                  <a:pt x="2992885" y="73575"/>
                  <a:pt x="2995705" y="93559"/>
                </a:cubicBezTo>
                <a:close/>
                <a:moveTo>
                  <a:pt x="3053614" y="152721"/>
                </a:moveTo>
                <a:lnTo>
                  <a:pt x="3053614" y="134934"/>
                </a:lnTo>
                <a:lnTo>
                  <a:pt x="3035614" y="134934"/>
                </a:lnTo>
                <a:lnTo>
                  <a:pt x="3035614" y="152936"/>
                </a:lnTo>
                <a:lnTo>
                  <a:pt x="3041035" y="152936"/>
                </a:lnTo>
                <a:lnTo>
                  <a:pt x="3035614" y="180049"/>
                </a:lnTo>
                <a:lnTo>
                  <a:pt x="3044503" y="180049"/>
                </a:lnTo>
                <a:lnTo>
                  <a:pt x="3053614" y="152721"/>
                </a:lnTo>
                <a:close/>
                <a:moveTo>
                  <a:pt x="3235804" y="152883"/>
                </a:moveTo>
                <a:lnTo>
                  <a:pt x="3235804" y="90243"/>
                </a:lnTo>
                <a:cubicBezTo>
                  <a:pt x="3235804" y="68137"/>
                  <a:pt x="3219971" y="52956"/>
                  <a:pt x="3200015" y="52956"/>
                </a:cubicBezTo>
                <a:cubicBezTo>
                  <a:pt x="3185917" y="52956"/>
                  <a:pt x="3176157" y="56428"/>
                  <a:pt x="3165964" y="62286"/>
                </a:cubicBezTo>
                <a:lnTo>
                  <a:pt x="3167264" y="76590"/>
                </a:lnTo>
                <a:cubicBezTo>
                  <a:pt x="3178543" y="68571"/>
                  <a:pt x="3189388" y="65754"/>
                  <a:pt x="3200015" y="65754"/>
                </a:cubicBezTo>
                <a:cubicBezTo>
                  <a:pt x="3210212" y="65754"/>
                  <a:pt x="3218886" y="74423"/>
                  <a:pt x="3218886" y="90462"/>
                </a:cubicBezTo>
                <a:lnTo>
                  <a:pt x="3218886" y="99782"/>
                </a:lnTo>
                <a:cubicBezTo>
                  <a:pt x="3186353" y="100215"/>
                  <a:pt x="3158805" y="109324"/>
                  <a:pt x="3158805" y="128388"/>
                </a:cubicBezTo>
                <a:cubicBezTo>
                  <a:pt x="3158805" y="137705"/>
                  <a:pt x="3164663" y="155266"/>
                  <a:pt x="3183534" y="155266"/>
                </a:cubicBezTo>
                <a:cubicBezTo>
                  <a:pt x="3186569" y="155266"/>
                  <a:pt x="3206955" y="154833"/>
                  <a:pt x="3219538" y="145072"/>
                </a:cubicBezTo>
                <a:lnTo>
                  <a:pt x="3219538" y="152883"/>
                </a:lnTo>
                <a:lnTo>
                  <a:pt x="3235804" y="152883"/>
                </a:lnTo>
                <a:moveTo>
                  <a:pt x="3218886" y="124274"/>
                </a:moveTo>
                <a:cubicBezTo>
                  <a:pt x="3218886" y="128388"/>
                  <a:pt x="3218886" y="133806"/>
                  <a:pt x="3211512" y="137920"/>
                </a:cubicBezTo>
                <a:cubicBezTo>
                  <a:pt x="3205221" y="141819"/>
                  <a:pt x="3196980" y="142037"/>
                  <a:pt x="3194594" y="142037"/>
                </a:cubicBezTo>
                <a:cubicBezTo>
                  <a:pt x="3184182" y="142037"/>
                  <a:pt x="3174423" y="137053"/>
                  <a:pt x="3174423" y="127958"/>
                </a:cubicBezTo>
                <a:cubicBezTo>
                  <a:pt x="3174423" y="112792"/>
                  <a:pt x="3209560" y="111276"/>
                  <a:pt x="3218886" y="110843"/>
                </a:cubicBezTo>
                <a:lnTo>
                  <a:pt x="3218886" y="124274"/>
                </a:lnTo>
                <a:close/>
                <a:moveTo>
                  <a:pt x="3326682" y="16916"/>
                </a:moveTo>
                <a:lnTo>
                  <a:pt x="3326682" y="2386"/>
                </a:lnTo>
                <a:cubicBezTo>
                  <a:pt x="3324078" y="1738"/>
                  <a:pt x="3317353" y="0"/>
                  <a:pt x="3309331" y="0"/>
                </a:cubicBezTo>
                <a:cubicBezTo>
                  <a:pt x="3288941" y="0"/>
                  <a:pt x="3273327" y="15400"/>
                  <a:pt x="3273327" y="37062"/>
                </a:cubicBezTo>
                <a:lnTo>
                  <a:pt x="3273327" y="56557"/>
                </a:lnTo>
                <a:lnTo>
                  <a:pt x="3257275" y="56557"/>
                </a:lnTo>
                <a:lnTo>
                  <a:pt x="3257275" y="69140"/>
                </a:lnTo>
                <a:lnTo>
                  <a:pt x="3273327" y="69140"/>
                </a:lnTo>
                <a:lnTo>
                  <a:pt x="3273327" y="152936"/>
                </a:lnTo>
                <a:lnTo>
                  <a:pt x="3289593" y="152936"/>
                </a:lnTo>
                <a:lnTo>
                  <a:pt x="3289593" y="69140"/>
                </a:lnTo>
                <a:lnTo>
                  <a:pt x="3313451" y="69140"/>
                </a:lnTo>
                <a:lnTo>
                  <a:pt x="3313451" y="56557"/>
                </a:lnTo>
                <a:lnTo>
                  <a:pt x="3288941" y="56557"/>
                </a:lnTo>
                <a:lnTo>
                  <a:pt x="3288941" y="30780"/>
                </a:lnTo>
                <a:cubicBezTo>
                  <a:pt x="3288941" y="14748"/>
                  <a:pt x="3303473" y="13232"/>
                  <a:pt x="3309112" y="13232"/>
                </a:cubicBezTo>
                <a:cubicBezTo>
                  <a:pt x="3313451" y="13232"/>
                  <a:pt x="3319305" y="13666"/>
                  <a:pt x="3326682" y="16916"/>
                </a:cubicBezTo>
                <a:close/>
                <a:moveTo>
                  <a:pt x="3389795" y="147025"/>
                </a:moveTo>
                <a:lnTo>
                  <a:pt x="3386326" y="134226"/>
                </a:lnTo>
                <a:cubicBezTo>
                  <a:pt x="3380687" y="138784"/>
                  <a:pt x="3373747" y="141385"/>
                  <a:pt x="3366807" y="141385"/>
                </a:cubicBezTo>
                <a:cubicBezTo>
                  <a:pt x="3358782" y="141385"/>
                  <a:pt x="3355743" y="134878"/>
                  <a:pt x="3355743" y="123377"/>
                </a:cubicBezTo>
                <a:lnTo>
                  <a:pt x="3355743" y="69140"/>
                </a:lnTo>
                <a:lnTo>
                  <a:pt x="3386326" y="69140"/>
                </a:lnTo>
                <a:lnTo>
                  <a:pt x="3386326" y="56557"/>
                </a:lnTo>
                <a:lnTo>
                  <a:pt x="3355743" y="56557"/>
                </a:lnTo>
                <a:lnTo>
                  <a:pt x="3355743" y="29020"/>
                </a:lnTo>
                <a:lnTo>
                  <a:pt x="3340778" y="29020"/>
                </a:lnTo>
                <a:lnTo>
                  <a:pt x="3340778" y="56557"/>
                </a:lnTo>
                <a:lnTo>
                  <a:pt x="3321910" y="56557"/>
                </a:lnTo>
                <a:lnTo>
                  <a:pt x="3321910" y="69140"/>
                </a:lnTo>
                <a:lnTo>
                  <a:pt x="3340129" y="69140"/>
                </a:lnTo>
                <a:lnTo>
                  <a:pt x="3340129" y="127067"/>
                </a:lnTo>
                <a:cubicBezTo>
                  <a:pt x="3340129" y="140084"/>
                  <a:pt x="3343164" y="155266"/>
                  <a:pt x="3358130" y="155266"/>
                </a:cubicBezTo>
                <a:cubicBezTo>
                  <a:pt x="3373314" y="155266"/>
                  <a:pt x="3384374" y="149845"/>
                  <a:pt x="3389795" y="147025"/>
                </a:cubicBezTo>
                <a:close/>
                <a:moveTo>
                  <a:pt x="3485877" y="105488"/>
                </a:moveTo>
                <a:cubicBezTo>
                  <a:pt x="3485877" y="98114"/>
                  <a:pt x="3485662" y="81830"/>
                  <a:pt x="3477203" y="68796"/>
                </a:cubicBezTo>
                <a:cubicBezTo>
                  <a:pt x="3468310" y="55342"/>
                  <a:pt x="3455079" y="52956"/>
                  <a:pt x="3447272" y="52956"/>
                </a:cubicBezTo>
                <a:cubicBezTo>
                  <a:pt x="3423198" y="52956"/>
                  <a:pt x="3403676" y="75965"/>
                  <a:pt x="3403676" y="103972"/>
                </a:cubicBezTo>
                <a:cubicBezTo>
                  <a:pt x="3403676" y="132522"/>
                  <a:pt x="3424499" y="155266"/>
                  <a:pt x="3450525" y="155266"/>
                </a:cubicBezTo>
                <a:cubicBezTo>
                  <a:pt x="3464190" y="155266"/>
                  <a:pt x="3476551" y="150063"/>
                  <a:pt x="3485010" y="143990"/>
                </a:cubicBezTo>
                <a:lnTo>
                  <a:pt x="3483709" y="129927"/>
                </a:lnTo>
                <a:cubicBezTo>
                  <a:pt x="3470044" y="141170"/>
                  <a:pt x="3455731" y="142037"/>
                  <a:pt x="3450743" y="142037"/>
                </a:cubicBezTo>
                <a:cubicBezTo>
                  <a:pt x="3433392" y="142037"/>
                  <a:pt x="3419508" y="126683"/>
                  <a:pt x="3418860" y="105488"/>
                </a:cubicBezTo>
                <a:lnTo>
                  <a:pt x="3485877" y="105488"/>
                </a:lnTo>
                <a:moveTo>
                  <a:pt x="3473516" y="93559"/>
                </a:moveTo>
                <a:lnTo>
                  <a:pt x="3419942" y="93559"/>
                </a:lnTo>
                <a:cubicBezTo>
                  <a:pt x="3423414" y="77051"/>
                  <a:pt x="3434907" y="66188"/>
                  <a:pt x="3447272" y="66188"/>
                </a:cubicBezTo>
                <a:cubicBezTo>
                  <a:pt x="3458550" y="66188"/>
                  <a:pt x="3470696" y="73575"/>
                  <a:pt x="3473516" y="93559"/>
                </a:cubicBezTo>
                <a:close/>
                <a:moveTo>
                  <a:pt x="3563310" y="68763"/>
                </a:moveTo>
                <a:lnTo>
                  <a:pt x="3563310" y="54227"/>
                </a:lnTo>
                <a:cubicBezTo>
                  <a:pt x="3544006" y="54445"/>
                  <a:pt x="3532078" y="65076"/>
                  <a:pt x="3525353" y="75055"/>
                </a:cubicBezTo>
                <a:lnTo>
                  <a:pt x="3525353" y="55312"/>
                </a:lnTo>
                <a:lnTo>
                  <a:pt x="3510169" y="55312"/>
                </a:lnTo>
                <a:lnTo>
                  <a:pt x="3510169" y="152936"/>
                </a:lnTo>
                <a:lnTo>
                  <a:pt x="3526439" y="152936"/>
                </a:lnTo>
                <a:lnTo>
                  <a:pt x="3526439" y="106510"/>
                </a:lnTo>
                <a:cubicBezTo>
                  <a:pt x="3526439" y="84818"/>
                  <a:pt x="3542053" y="69197"/>
                  <a:pt x="3563310" y="68763"/>
                </a:cubicBezTo>
                <a:close/>
                <a:moveTo>
                  <a:pt x="3710794" y="147025"/>
                </a:moveTo>
                <a:lnTo>
                  <a:pt x="3707325" y="134226"/>
                </a:lnTo>
                <a:cubicBezTo>
                  <a:pt x="3701686" y="138784"/>
                  <a:pt x="3694746" y="141385"/>
                  <a:pt x="3687806" y="141385"/>
                </a:cubicBezTo>
                <a:cubicBezTo>
                  <a:pt x="3679780" y="141385"/>
                  <a:pt x="3676742" y="134878"/>
                  <a:pt x="3676742" y="123377"/>
                </a:cubicBezTo>
                <a:lnTo>
                  <a:pt x="3676742" y="69140"/>
                </a:lnTo>
                <a:lnTo>
                  <a:pt x="3707325" y="69140"/>
                </a:lnTo>
                <a:lnTo>
                  <a:pt x="3707325" y="56557"/>
                </a:lnTo>
                <a:lnTo>
                  <a:pt x="3676742" y="56557"/>
                </a:lnTo>
                <a:lnTo>
                  <a:pt x="3676742" y="29020"/>
                </a:lnTo>
                <a:lnTo>
                  <a:pt x="3661777" y="29020"/>
                </a:lnTo>
                <a:lnTo>
                  <a:pt x="3661777" y="56557"/>
                </a:lnTo>
                <a:lnTo>
                  <a:pt x="3642909" y="56557"/>
                </a:lnTo>
                <a:lnTo>
                  <a:pt x="3642909" y="69140"/>
                </a:lnTo>
                <a:lnTo>
                  <a:pt x="3661128" y="69140"/>
                </a:lnTo>
                <a:lnTo>
                  <a:pt x="3661128" y="127067"/>
                </a:lnTo>
                <a:cubicBezTo>
                  <a:pt x="3661128" y="140084"/>
                  <a:pt x="3664163" y="155266"/>
                  <a:pt x="3679128" y="155266"/>
                </a:cubicBezTo>
                <a:cubicBezTo>
                  <a:pt x="3694312" y="155266"/>
                  <a:pt x="3705373" y="149845"/>
                  <a:pt x="3710794" y="147025"/>
                </a:cubicBezTo>
                <a:close/>
                <a:moveTo>
                  <a:pt x="3811433" y="152936"/>
                </a:moveTo>
                <a:lnTo>
                  <a:pt x="3811433" y="88287"/>
                </a:lnTo>
                <a:cubicBezTo>
                  <a:pt x="3811433" y="73969"/>
                  <a:pt x="3808180" y="54227"/>
                  <a:pt x="3781717" y="54227"/>
                </a:cubicBezTo>
                <a:cubicBezTo>
                  <a:pt x="3768271" y="54227"/>
                  <a:pt x="3757859" y="60952"/>
                  <a:pt x="3750919" y="69845"/>
                </a:cubicBezTo>
                <a:lnTo>
                  <a:pt x="3750919" y="2330"/>
                </a:lnTo>
                <a:lnTo>
                  <a:pt x="3734653" y="2330"/>
                </a:lnTo>
                <a:lnTo>
                  <a:pt x="3734653" y="152936"/>
                </a:lnTo>
                <a:lnTo>
                  <a:pt x="3751571" y="152936"/>
                </a:lnTo>
                <a:lnTo>
                  <a:pt x="3751571" y="99785"/>
                </a:lnTo>
                <a:cubicBezTo>
                  <a:pt x="3751571" y="85467"/>
                  <a:pt x="3756992" y="67459"/>
                  <a:pt x="3773477" y="67459"/>
                </a:cubicBezTo>
                <a:cubicBezTo>
                  <a:pt x="3794297" y="67459"/>
                  <a:pt x="3794515" y="82862"/>
                  <a:pt x="3794515" y="89806"/>
                </a:cubicBezTo>
                <a:lnTo>
                  <a:pt x="3794515" y="152936"/>
                </a:lnTo>
                <a:lnTo>
                  <a:pt x="3811433" y="152936"/>
                </a:lnTo>
                <a:close/>
                <a:moveTo>
                  <a:pt x="3919010" y="105488"/>
                </a:moveTo>
                <a:cubicBezTo>
                  <a:pt x="3919010" y="98114"/>
                  <a:pt x="3918795" y="81830"/>
                  <a:pt x="3910335" y="68796"/>
                </a:cubicBezTo>
                <a:cubicBezTo>
                  <a:pt x="3901443" y="55342"/>
                  <a:pt x="3888212" y="52956"/>
                  <a:pt x="3880404" y="52956"/>
                </a:cubicBezTo>
                <a:cubicBezTo>
                  <a:pt x="3856331" y="52956"/>
                  <a:pt x="3836808" y="75965"/>
                  <a:pt x="3836808" y="103972"/>
                </a:cubicBezTo>
                <a:cubicBezTo>
                  <a:pt x="3836808" y="132522"/>
                  <a:pt x="3857632" y="155266"/>
                  <a:pt x="3883658" y="155266"/>
                </a:cubicBezTo>
                <a:cubicBezTo>
                  <a:pt x="3897323" y="155266"/>
                  <a:pt x="3909684" y="150063"/>
                  <a:pt x="3918143" y="143990"/>
                </a:cubicBezTo>
                <a:lnTo>
                  <a:pt x="3916842" y="129927"/>
                </a:lnTo>
                <a:cubicBezTo>
                  <a:pt x="3903177" y="141170"/>
                  <a:pt x="3888863" y="142037"/>
                  <a:pt x="3883876" y="142037"/>
                </a:cubicBezTo>
                <a:cubicBezTo>
                  <a:pt x="3866524" y="142037"/>
                  <a:pt x="3852641" y="126683"/>
                  <a:pt x="3851992" y="105488"/>
                </a:cubicBezTo>
                <a:lnTo>
                  <a:pt x="3919010" y="105488"/>
                </a:lnTo>
                <a:moveTo>
                  <a:pt x="3906649" y="93559"/>
                </a:moveTo>
                <a:lnTo>
                  <a:pt x="3853075" y="93559"/>
                </a:lnTo>
                <a:cubicBezTo>
                  <a:pt x="3856546" y="77051"/>
                  <a:pt x="3868040" y="66188"/>
                  <a:pt x="3880404" y="66188"/>
                </a:cubicBezTo>
                <a:cubicBezTo>
                  <a:pt x="3891683" y="66188"/>
                  <a:pt x="3903829" y="73575"/>
                  <a:pt x="3906649" y="93559"/>
                </a:cubicBezTo>
                <a:close/>
                <a:moveTo>
                  <a:pt x="4031577" y="152936"/>
                </a:moveTo>
                <a:lnTo>
                  <a:pt x="4031577" y="2330"/>
                </a:lnTo>
                <a:lnTo>
                  <a:pt x="4015311" y="2330"/>
                </a:lnTo>
                <a:lnTo>
                  <a:pt x="4015311" y="152936"/>
                </a:lnTo>
                <a:lnTo>
                  <a:pt x="4031577" y="152936"/>
                </a:lnTo>
                <a:close/>
                <a:moveTo>
                  <a:pt x="4151302" y="105196"/>
                </a:moveTo>
                <a:cubicBezTo>
                  <a:pt x="4151302" y="76157"/>
                  <a:pt x="4129612" y="52956"/>
                  <a:pt x="4103804" y="52956"/>
                </a:cubicBezTo>
                <a:cubicBezTo>
                  <a:pt x="4077127" y="52956"/>
                  <a:pt x="4056088" y="76806"/>
                  <a:pt x="4056088" y="105196"/>
                </a:cubicBezTo>
                <a:cubicBezTo>
                  <a:pt x="4056088" y="133803"/>
                  <a:pt x="4078209" y="155266"/>
                  <a:pt x="4103586" y="155266"/>
                </a:cubicBezTo>
                <a:cubicBezTo>
                  <a:pt x="4129612" y="155266"/>
                  <a:pt x="4151302" y="133369"/>
                  <a:pt x="4151302" y="105196"/>
                </a:cubicBezTo>
                <a:moveTo>
                  <a:pt x="4134384" y="103029"/>
                </a:moveTo>
                <a:cubicBezTo>
                  <a:pt x="4134384" y="128600"/>
                  <a:pt x="4119637" y="141385"/>
                  <a:pt x="4103586" y="141385"/>
                </a:cubicBezTo>
                <a:cubicBezTo>
                  <a:pt x="4088620" y="141385"/>
                  <a:pt x="4073003" y="129252"/>
                  <a:pt x="4073003" y="103029"/>
                </a:cubicBezTo>
                <a:cubicBezTo>
                  <a:pt x="4073003" y="76806"/>
                  <a:pt x="4089487" y="66188"/>
                  <a:pt x="4103586" y="66188"/>
                </a:cubicBezTo>
                <a:cubicBezTo>
                  <a:pt x="4118770" y="66188"/>
                  <a:pt x="4134384" y="77458"/>
                  <a:pt x="4134384" y="103029"/>
                </a:cubicBezTo>
                <a:close/>
                <a:moveTo>
                  <a:pt x="4259747" y="105196"/>
                </a:moveTo>
                <a:cubicBezTo>
                  <a:pt x="4259747" y="76157"/>
                  <a:pt x="4238057" y="52956"/>
                  <a:pt x="4212249" y="52956"/>
                </a:cubicBezTo>
                <a:cubicBezTo>
                  <a:pt x="4185571" y="52956"/>
                  <a:pt x="4164533" y="76806"/>
                  <a:pt x="4164533" y="105196"/>
                </a:cubicBezTo>
                <a:cubicBezTo>
                  <a:pt x="4164533" y="133803"/>
                  <a:pt x="4186654" y="155266"/>
                  <a:pt x="4212031" y="155266"/>
                </a:cubicBezTo>
                <a:cubicBezTo>
                  <a:pt x="4238057" y="155266"/>
                  <a:pt x="4259747" y="133369"/>
                  <a:pt x="4259747" y="105196"/>
                </a:cubicBezTo>
                <a:moveTo>
                  <a:pt x="4242829" y="103029"/>
                </a:moveTo>
                <a:cubicBezTo>
                  <a:pt x="4242829" y="128600"/>
                  <a:pt x="4228082" y="141385"/>
                  <a:pt x="4212031" y="141385"/>
                </a:cubicBezTo>
                <a:cubicBezTo>
                  <a:pt x="4197065" y="141385"/>
                  <a:pt x="4181448" y="129252"/>
                  <a:pt x="4181448" y="103029"/>
                </a:cubicBezTo>
                <a:cubicBezTo>
                  <a:pt x="4181448" y="76806"/>
                  <a:pt x="4197932" y="66188"/>
                  <a:pt x="4212031" y="66188"/>
                </a:cubicBezTo>
                <a:cubicBezTo>
                  <a:pt x="4227215" y="66188"/>
                  <a:pt x="4242829" y="77458"/>
                  <a:pt x="4242829" y="103029"/>
                </a:cubicBezTo>
                <a:close/>
                <a:moveTo>
                  <a:pt x="4370579" y="104531"/>
                </a:moveTo>
                <a:cubicBezTo>
                  <a:pt x="4370579" y="78517"/>
                  <a:pt x="4356915" y="54227"/>
                  <a:pt x="4336095" y="54227"/>
                </a:cubicBezTo>
                <a:cubicBezTo>
                  <a:pt x="4323078" y="54227"/>
                  <a:pt x="4310499" y="58784"/>
                  <a:pt x="4300524" y="67244"/>
                </a:cubicBezTo>
                <a:lnTo>
                  <a:pt x="4300524" y="56613"/>
                </a:lnTo>
                <a:lnTo>
                  <a:pt x="4284255" y="56613"/>
                </a:lnTo>
                <a:lnTo>
                  <a:pt x="4284255" y="194877"/>
                </a:lnTo>
                <a:lnTo>
                  <a:pt x="4301173" y="194877"/>
                </a:lnTo>
                <a:lnTo>
                  <a:pt x="4301173" y="142904"/>
                </a:lnTo>
                <a:cubicBezTo>
                  <a:pt x="4307898" y="149193"/>
                  <a:pt x="4317439" y="155266"/>
                  <a:pt x="4330455" y="155266"/>
                </a:cubicBezTo>
                <a:cubicBezTo>
                  <a:pt x="4351494" y="155266"/>
                  <a:pt x="4370579" y="134014"/>
                  <a:pt x="4370579" y="104531"/>
                </a:cubicBezTo>
                <a:moveTo>
                  <a:pt x="4353661" y="104531"/>
                </a:moveTo>
                <a:cubicBezTo>
                  <a:pt x="4353661" y="126862"/>
                  <a:pt x="4338262" y="142037"/>
                  <a:pt x="4321996" y="142037"/>
                </a:cubicBezTo>
                <a:cubicBezTo>
                  <a:pt x="4313537" y="142037"/>
                  <a:pt x="4307679" y="137701"/>
                  <a:pt x="4303344" y="131846"/>
                </a:cubicBezTo>
                <a:cubicBezTo>
                  <a:pt x="4301173" y="128596"/>
                  <a:pt x="4301173" y="128163"/>
                  <a:pt x="4301173" y="124261"/>
                </a:cubicBezTo>
                <a:lnTo>
                  <a:pt x="4301173" y="80685"/>
                </a:lnTo>
                <a:cubicBezTo>
                  <a:pt x="4306379" y="73095"/>
                  <a:pt x="4314838" y="68111"/>
                  <a:pt x="4324164" y="68111"/>
                </a:cubicBezTo>
                <a:cubicBezTo>
                  <a:pt x="4340648" y="68111"/>
                  <a:pt x="4353661" y="84587"/>
                  <a:pt x="4353661" y="104531"/>
                </a:cubicBezTo>
                <a:close/>
                <a:moveTo>
                  <a:pt x="4417644" y="152721"/>
                </a:moveTo>
                <a:lnTo>
                  <a:pt x="4417644" y="134934"/>
                </a:lnTo>
                <a:lnTo>
                  <a:pt x="4399644" y="134934"/>
                </a:lnTo>
                <a:lnTo>
                  <a:pt x="4399644" y="152936"/>
                </a:lnTo>
                <a:lnTo>
                  <a:pt x="4405065" y="152936"/>
                </a:lnTo>
                <a:lnTo>
                  <a:pt x="4399644" y="180049"/>
                </a:lnTo>
                <a:lnTo>
                  <a:pt x="4408533" y="180049"/>
                </a:lnTo>
                <a:lnTo>
                  <a:pt x="4417644" y="152721"/>
                </a:lnTo>
                <a:close/>
                <a:moveTo>
                  <a:pt x="4615232" y="104551"/>
                </a:moveTo>
                <a:cubicBezTo>
                  <a:pt x="4615232" y="77653"/>
                  <a:pt x="4600482" y="54227"/>
                  <a:pt x="4580095" y="54227"/>
                </a:cubicBezTo>
                <a:cubicBezTo>
                  <a:pt x="4571636" y="54237"/>
                  <a:pt x="4558190" y="56411"/>
                  <a:pt x="4545177" y="67052"/>
                </a:cubicBezTo>
                <a:lnTo>
                  <a:pt x="4545177" y="2330"/>
                </a:lnTo>
                <a:lnTo>
                  <a:pt x="4528907" y="2330"/>
                </a:lnTo>
                <a:lnTo>
                  <a:pt x="4528907" y="152946"/>
                </a:lnTo>
                <a:lnTo>
                  <a:pt x="4545825" y="152883"/>
                </a:lnTo>
                <a:lnTo>
                  <a:pt x="4545825" y="142904"/>
                </a:lnTo>
                <a:cubicBezTo>
                  <a:pt x="4551031" y="147677"/>
                  <a:pt x="4560357" y="155266"/>
                  <a:pt x="4574889" y="155266"/>
                </a:cubicBezTo>
                <a:cubicBezTo>
                  <a:pt x="4596580" y="155266"/>
                  <a:pt x="4615232" y="133587"/>
                  <a:pt x="4615232" y="104551"/>
                </a:cubicBezTo>
                <a:moveTo>
                  <a:pt x="4598314" y="104551"/>
                </a:moveTo>
                <a:cubicBezTo>
                  <a:pt x="4598314" y="132720"/>
                  <a:pt x="4580095" y="142037"/>
                  <a:pt x="4566864" y="142037"/>
                </a:cubicBezTo>
                <a:cubicBezTo>
                  <a:pt x="4558405" y="142037"/>
                  <a:pt x="4551250" y="138135"/>
                  <a:pt x="4545825" y="128169"/>
                </a:cubicBezTo>
                <a:lnTo>
                  <a:pt x="4545825" y="80281"/>
                </a:lnTo>
                <a:cubicBezTo>
                  <a:pt x="4549297" y="75051"/>
                  <a:pt x="4557104" y="67459"/>
                  <a:pt x="4569035" y="67459"/>
                </a:cubicBezTo>
                <a:cubicBezTo>
                  <a:pt x="4581829" y="67459"/>
                  <a:pt x="4598314" y="76786"/>
                  <a:pt x="4598314" y="104551"/>
                </a:cubicBezTo>
                <a:close/>
                <a:moveTo>
                  <a:pt x="4711967" y="152883"/>
                </a:moveTo>
                <a:lnTo>
                  <a:pt x="4711967" y="90243"/>
                </a:lnTo>
                <a:cubicBezTo>
                  <a:pt x="4711967" y="68137"/>
                  <a:pt x="4696134" y="52956"/>
                  <a:pt x="4676178" y="52956"/>
                </a:cubicBezTo>
                <a:cubicBezTo>
                  <a:pt x="4662080" y="52956"/>
                  <a:pt x="4652320" y="56428"/>
                  <a:pt x="4642127" y="62286"/>
                </a:cubicBezTo>
                <a:lnTo>
                  <a:pt x="4643427" y="76590"/>
                </a:lnTo>
                <a:cubicBezTo>
                  <a:pt x="4654706" y="68571"/>
                  <a:pt x="4665551" y="65754"/>
                  <a:pt x="4676178" y="65754"/>
                </a:cubicBezTo>
                <a:cubicBezTo>
                  <a:pt x="4686375" y="65754"/>
                  <a:pt x="4695049" y="74423"/>
                  <a:pt x="4695049" y="90462"/>
                </a:cubicBezTo>
                <a:lnTo>
                  <a:pt x="4695049" y="99782"/>
                </a:lnTo>
                <a:cubicBezTo>
                  <a:pt x="4662517" y="100215"/>
                  <a:pt x="4634968" y="109324"/>
                  <a:pt x="4634968" y="128388"/>
                </a:cubicBezTo>
                <a:cubicBezTo>
                  <a:pt x="4634968" y="137705"/>
                  <a:pt x="4640826" y="155266"/>
                  <a:pt x="4659697" y="155266"/>
                </a:cubicBezTo>
                <a:cubicBezTo>
                  <a:pt x="4662732" y="155266"/>
                  <a:pt x="4683118" y="154833"/>
                  <a:pt x="4695701" y="145072"/>
                </a:cubicBezTo>
                <a:lnTo>
                  <a:pt x="4695701" y="152883"/>
                </a:lnTo>
                <a:lnTo>
                  <a:pt x="4711967" y="152883"/>
                </a:lnTo>
                <a:moveTo>
                  <a:pt x="4695049" y="124274"/>
                </a:moveTo>
                <a:cubicBezTo>
                  <a:pt x="4695049" y="128388"/>
                  <a:pt x="4695049" y="133806"/>
                  <a:pt x="4687675" y="137920"/>
                </a:cubicBezTo>
                <a:cubicBezTo>
                  <a:pt x="4681384" y="141819"/>
                  <a:pt x="4673143" y="142037"/>
                  <a:pt x="4670757" y="142037"/>
                </a:cubicBezTo>
                <a:cubicBezTo>
                  <a:pt x="4660345" y="142037"/>
                  <a:pt x="4650586" y="137053"/>
                  <a:pt x="4650586" y="127958"/>
                </a:cubicBezTo>
                <a:cubicBezTo>
                  <a:pt x="4650586" y="112792"/>
                  <a:pt x="4685723" y="111276"/>
                  <a:pt x="4695049" y="110843"/>
                </a:cubicBezTo>
                <a:lnTo>
                  <a:pt x="4695049" y="124274"/>
                </a:lnTo>
                <a:close/>
                <a:moveTo>
                  <a:pt x="4805666" y="125134"/>
                </a:moveTo>
                <a:cubicBezTo>
                  <a:pt x="4805666" y="113213"/>
                  <a:pt x="4797640" y="105845"/>
                  <a:pt x="4797206" y="105196"/>
                </a:cubicBezTo>
                <a:cubicBezTo>
                  <a:pt x="4788747" y="97611"/>
                  <a:pt x="4782890" y="96310"/>
                  <a:pt x="4772044" y="94360"/>
                </a:cubicBezTo>
                <a:cubicBezTo>
                  <a:pt x="4760117" y="91977"/>
                  <a:pt x="4750139" y="89810"/>
                  <a:pt x="4750139" y="79192"/>
                </a:cubicBezTo>
                <a:cubicBezTo>
                  <a:pt x="4750139" y="65754"/>
                  <a:pt x="4765756" y="65754"/>
                  <a:pt x="4768576" y="65754"/>
                </a:cubicBezTo>
                <a:cubicBezTo>
                  <a:pt x="4775516" y="65754"/>
                  <a:pt x="4787010" y="66622"/>
                  <a:pt x="4799374" y="73989"/>
                </a:cubicBezTo>
                <a:lnTo>
                  <a:pt x="4801975" y="59900"/>
                </a:lnTo>
                <a:cubicBezTo>
                  <a:pt x="4790700" y="54693"/>
                  <a:pt x="4781807" y="52956"/>
                  <a:pt x="4770744" y="52956"/>
                </a:cubicBezTo>
                <a:cubicBezTo>
                  <a:pt x="4765323" y="52956"/>
                  <a:pt x="4734740" y="52956"/>
                  <a:pt x="4734740" y="81360"/>
                </a:cubicBezTo>
                <a:cubicBezTo>
                  <a:pt x="4734740" y="91977"/>
                  <a:pt x="4741031" y="98911"/>
                  <a:pt x="4746452" y="103029"/>
                </a:cubicBezTo>
                <a:cubicBezTo>
                  <a:pt x="4753177" y="107798"/>
                  <a:pt x="4757949" y="108662"/>
                  <a:pt x="4769877" y="111048"/>
                </a:cubicBezTo>
                <a:cubicBezTo>
                  <a:pt x="4777684" y="112564"/>
                  <a:pt x="4790263" y="115165"/>
                  <a:pt x="4790263" y="126650"/>
                </a:cubicBezTo>
                <a:cubicBezTo>
                  <a:pt x="4790263" y="141604"/>
                  <a:pt x="4773130" y="141604"/>
                  <a:pt x="4769877" y="141604"/>
                </a:cubicBezTo>
                <a:cubicBezTo>
                  <a:pt x="4752310" y="141604"/>
                  <a:pt x="4740164" y="133584"/>
                  <a:pt x="4736259" y="130983"/>
                </a:cubicBezTo>
                <a:lnTo>
                  <a:pt x="4733658" y="145724"/>
                </a:lnTo>
                <a:cubicBezTo>
                  <a:pt x="4740598" y="149193"/>
                  <a:pt x="4752525" y="155266"/>
                  <a:pt x="4770095" y="155266"/>
                </a:cubicBezTo>
                <a:cubicBezTo>
                  <a:pt x="4773997" y="155266"/>
                  <a:pt x="4785928" y="155266"/>
                  <a:pt x="4795254" y="148326"/>
                </a:cubicBezTo>
                <a:cubicBezTo>
                  <a:pt x="4801975" y="143119"/>
                  <a:pt x="4805666" y="134451"/>
                  <a:pt x="4805666" y="125134"/>
                </a:cubicBezTo>
                <a:close/>
                <a:moveTo>
                  <a:pt x="4900443" y="105488"/>
                </a:moveTo>
                <a:cubicBezTo>
                  <a:pt x="4900443" y="98114"/>
                  <a:pt x="4900228" y="81830"/>
                  <a:pt x="4891769" y="68796"/>
                </a:cubicBezTo>
                <a:cubicBezTo>
                  <a:pt x="4882876" y="55342"/>
                  <a:pt x="4869645" y="52956"/>
                  <a:pt x="4861838" y="52956"/>
                </a:cubicBezTo>
                <a:cubicBezTo>
                  <a:pt x="4837765" y="52956"/>
                  <a:pt x="4818242" y="75965"/>
                  <a:pt x="4818242" y="103972"/>
                </a:cubicBezTo>
                <a:cubicBezTo>
                  <a:pt x="4818242" y="132522"/>
                  <a:pt x="4839065" y="155266"/>
                  <a:pt x="4865091" y="155266"/>
                </a:cubicBezTo>
                <a:cubicBezTo>
                  <a:pt x="4878756" y="155266"/>
                  <a:pt x="4891117" y="150063"/>
                  <a:pt x="4899576" y="143990"/>
                </a:cubicBezTo>
                <a:lnTo>
                  <a:pt x="4898275" y="129927"/>
                </a:lnTo>
                <a:cubicBezTo>
                  <a:pt x="4884611" y="141170"/>
                  <a:pt x="4870297" y="142037"/>
                  <a:pt x="4865310" y="142037"/>
                </a:cubicBezTo>
                <a:cubicBezTo>
                  <a:pt x="4847958" y="142037"/>
                  <a:pt x="4834075" y="126683"/>
                  <a:pt x="4833426" y="105488"/>
                </a:cubicBezTo>
                <a:lnTo>
                  <a:pt x="4900443" y="105488"/>
                </a:lnTo>
                <a:moveTo>
                  <a:pt x="4888082" y="93559"/>
                </a:moveTo>
                <a:lnTo>
                  <a:pt x="4834508" y="93559"/>
                </a:lnTo>
                <a:cubicBezTo>
                  <a:pt x="4837980" y="77051"/>
                  <a:pt x="4849474" y="66188"/>
                  <a:pt x="4861838" y="66188"/>
                </a:cubicBezTo>
                <a:cubicBezTo>
                  <a:pt x="4873117" y="66188"/>
                  <a:pt x="4885263" y="73575"/>
                  <a:pt x="4888082" y="93559"/>
                </a:cubicBezTo>
                <a:close/>
                <a:moveTo>
                  <a:pt x="5001082" y="152966"/>
                </a:moveTo>
                <a:lnTo>
                  <a:pt x="5001082" y="2330"/>
                </a:lnTo>
                <a:lnTo>
                  <a:pt x="4984816" y="2330"/>
                </a:lnTo>
                <a:lnTo>
                  <a:pt x="4984816" y="66205"/>
                </a:lnTo>
                <a:cubicBezTo>
                  <a:pt x="4973322" y="56613"/>
                  <a:pt x="4961176" y="54227"/>
                  <a:pt x="4953151" y="54227"/>
                </a:cubicBezTo>
                <a:cubicBezTo>
                  <a:pt x="4931679" y="54227"/>
                  <a:pt x="4914761" y="76786"/>
                  <a:pt x="4914761" y="104760"/>
                </a:cubicBezTo>
                <a:cubicBezTo>
                  <a:pt x="4914761" y="133174"/>
                  <a:pt x="4931460" y="155266"/>
                  <a:pt x="4952065" y="155266"/>
                </a:cubicBezTo>
                <a:cubicBezTo>
                  <a:pt x="4959224" y="155266"/>
                  <a:pt x="4972018" y="153317"/>
                  <a:pt x="4984164" y="141604"/>
                </a:cubicBezTo>
                <a:lnTo>
                  <a:pt x="4984164" y="152883"/>
                </a:lnTo>
                <a:lnTo>
                  <a:pt x="5001082" y="152966"/>
                </a:lnTo>
                <a:moveTo>
                  <a:pt x="4984164" y="122761"/>
                </a:moveTo>
                <a:cubicBezTo>
                  <a:pt x="4984164" y="125796"/>
                  <a:pt x="4983949" y="129702"/>
                  <a:pt x="4977009" y="135990"/>
                </a:cubicBezTo>
                <a:cubicBezTo>
                  <a:pt x="4972018" y="140309"/>
                  <a:pt x="4966597" y="142037"/>
                  <a:pt x="4960958" y="142037"/>
                </a:cubicBezTo>
                <a:cubicBezTo>
                  <a:pt x="4947511" y="142037"/>
                  <a:pt x="4931679" y="131870"/>
                  <a:pt x="4931679" y="104978"/>
                </a:cubicBezTo>
                <a:cubicBezTo>
                  <a:pt x="4931679" y="76352"/>
                  <a:pt x="4950331" y="67459"/>
                  <a:pt x="4963126" y="67459"/>
                </a:cubicBezTo>
                <a:cubicBezTo>
                  <a:pt x="4972885" y="67505"/>
                  <a:pt x="4979395" y="72493"/>
                  <a:pt x="4984164" y="79434"/>
                </a:cubicBezTo>
                <a:lnTo>
                  <a:pt x="4984164" y="122761"/>
                </a:lnTo>
                <a:close/>
                <a:moveTo>
                  <a:pt x="5193032" y="105196"/>
                </a:moveTo>
                <a:cubicBezTo>
                  <a:pt x="5193032" y="76157"/>
                  <a:pt x="5171342" y="52956"/>
                  <a:pt x="5145534" y="52956"/>
                </a:cubicBezTo>
                <a:cubicBezTo>
                  <a:pt x="5118856" y="52956"/>
                  <a:pt x="5097818" y="76806"/>
                  <a:pt x="5097818" y="105196"/>
                </a:cubicBezTo>
                <a:cubicBezTo>
                  <a:pt x="5097818" y="133803"/>
                  <a:pt x="5119939" y="155266"/>
                  <a:pt x="5145316" y="155266"/>
                </a:cubicBezTo>
                <a:cubicBezTo>
                  <a:pt x="5171342" y="155266"/>
                  <a:pt x="5193032" y="133369"/>
                  <a:pt x="5193032" y="105196"/>
                </a:cubicBezTo>
                <a:moveTo>
                  <a:pt x="5176114" y="103029"/>
                </a:moveTo>
                <a:cubicBezTo>
                  <a:pt x="5176114" y="128600"/>
                  <a:pt x="5161367" y="141385"/>
                  <a:pt x="5145316" y="141385"/>
                </a:cubicBezTo>
                <a:cubicBezTo>
                  <a:pt x="5130350" y="141385"/>
                  <a:pt x="5114733" y="129252"/>
                  <a:pt x="5114733" y="103029"/>
                </a:cubicBezTo>
                <a:cubicBezTo>
                  <a:pt x="5114733" y="76806"/>
                  <a:pt x="5131217" y="66188"/>
                  <a:pt x="5145316" y="66188"/>
                </a:cubicBezTo>
                <a:cubicBezTo>
                  <a:pt x="5160500" y="66188"/>
                  <a:pt x="5176114" y="77458"/>
                  <a:pt x="5176114" y="103029"/>
                </a:cubicBezTo>
                <a:close/>
                <a:moveTo>
                  <a:pt x="5294104" y="152936"/>
                </a:moveTo>
                <a:lnTo>
                  <a:pt x="5294104" y="88287"/>
                </a:lnTo>
                <a:cubicBezTo>
                  <a:pt x="5294104" y="73969"/>
                  <a:pt x="5290850" y="54227"/>
                  <a:pt x="5264388" y="54227"/>
                </a:cubicBezTo>
                <a:cubicBezTo>
                  <a:pt x="5244868" y="54227"/>
                  <a:pt x="5234241" y="68978"/>
                  <a:pt x="5232941" y="70712"/>
                </a:cubicBezTo>
                <a:lnTo>
                  <a:pt x="5232941" y="55312"/>
                </a:lnTo>
                <a:lnTo>
                  <a:pt x="5217323" y="55312"/>
                </a:lnTo>
                <a:lnTo>
                  <a:pt x="5217323" y="152936"/>
                </a:lnTo>
                <a:lnTo>
                  <a:pt x="5234241" y="152936"/>
                </a:lnTo>
                <a:lnTo>
                  <a:pt x="5234241" y="99785"/>
                </a:lnTo>
                <a:cubicBezTo>
                  <a:pt x="5234241" y="85467"/>
                  <a:pt x="5239662" y="67459"/>
                  <a:pt x="5256147" y="67459"/>
                </a:cubicBezTo>
                <a:cubicBezTo>
                  <a:pt x="5276967" y="67459"/>
                  <a:pt x="5277185" y="82862"/>
                  <a:pt x="5277185" y="89806"/>
                </a:cubicBezTo>
                <a:lnTo>
                  <a:pt x="5277185" y="152936"/>
                </a:lnTo>
                <a:lnTo>
                  <a:pt x="5294104" y="152936"/>
                </a:lnTo>
                <a:close/>
                <a:moveTo>
                  <a:pt x="5456119" y="147025"/>
                </a:moveTo>
                <a:lnTo>
                  <a:pt x="5452651" y="134226"/>
                </a:lnTo>
                <a:cubicBezTo>
                  <a:pt x="5447011" y="138784"/>
                  <a:pt x="5440071" y="141385"/>
                  <a:pt x="5433131" y="141385"/>
                </a:cubicBezTo>
                <a:cubicBezTo>
                  <a:pt x="5425106" y="141385"/>
                  <a:pt x="5422068" y="134878"/>
                  <a:pt x="5422068" y="123377"/>
                </a:cubicBezTo>
                <a:lnTo>
                  <a:pt x="5422068" y="69140"/>
                </a:lnTo>
                <a:lnTo>
                  <a:pt x="5452651" y="69140"/>
                </a:lnTo>
                <a:lnTo>
                  <a:pt x="5452651" y="56557"/>
                </a:lnTo>
                <a:lnTo>
                  <a:pt x="5422068" y="56557"/>
                </a:lnTo>
                <a:lnTo>
                  <a:pt x="5422068" y="29020"/>
                </a:lnTo>
                <a:lnTo>
                  <a:pt x="5407102" y="29020"/>
                </a:lnTo>
                <a:lnTo>
                  <a:pt x="5407102" y="56557"/>
                </a:lnTo>
                <a:lnTo>
                  <a:pt x="5388235" y="56557"/>
                </a:lnTo>
                <a:lnTo>
                  <a:pt x="5388235" y="69140"/>
                </a:lnTo>
                <a:lnTo>
                  <a:pt x="5406453" y="69140"/>
                </a:lnTo>
                <a:lnTo>
                  <a:pt x="5406453" y="127067"/>
                </a:lnTo>
                <a:cubicBezTo>
                  <a:pt x="5406453" y="140084"/>
                  <a:pt x="5409488" y="155266"/>
                  <a:pt x="5424454" y="155266"/>
                </a:cubicBezTo>
                <a:cubicBezTo>
                  <a:pt x="5439638" y="155266"/>
                  <a:pt x="5450698" y="149845"/>
                  <a:pt x="5456119" y="147025"/>
                </a:cubicBezTo>
                <a:close/>
                <a:moveTo>
                  <a:pt x="5556760" y="152936"/>
                </a:moveTo>
                <a:lnTo>
                  <a:pt x="5556760" y="88287"/>
                </a:lnTo>
                <a:cubicBezTo>
                  <a:pt x="5556760" y="73969"/>
                  <a:pt x="5553506" y="54227"/>
                  <a:pt x="5527044" y="54227"/>
                </a:cubicBezTo>
                <a:cubicBezTo>
                  <a:pt x="5513597" y="54227"/>
                  <a:pt x="5503185" y="60952"/>
                  <a:pt x="5496245" y="69845"/>
                </a:cubicBezTo>
                <a:lnTo>
                  <a:pt x="5496245" y="2330"/>
                </a:lnTo>
                <a:lnTo>
                  <a:pt x="5479979" y="2330"/>
                </a:lnTo>
                <a:lnTo>
                  <a:pt x="5479979" y="152936"/>
                </a:lnTo>
                <a:lnTo>
                  <a:pt x="5496897" y="152936"/>
                </a:lnTo>
                <a:lnTo>
                  <a:pt x="5496897" y="99785"/>
                </a:lnTo>
                <a:cubicBezTo>
                  <a:pt x="5496897" y="85467"/>
                  <a:pt x="5502318" y="67459"/>
                  <a:pt x="5518803" y="67459"/>
                </a:cubicBezTo>
                <a:cubicBezTo>
                  <a:pt x="5539623" y="67459"/>
                  <a:pt x="5539841" y="82862"/>
                  <a:pt x="5539841" y="89806"/>
                </a:cubicBezTo>
                <a:lnTo>
                  <a:pt x="5539841" y="152936"/>
                </a:lnTo>
                <a:lnTo>
                  <a:pt x="5556760" y="152936"/>
                </a:lnTo>
                <a:close/>
                <a:moveTo>
                  <a:pt x="5664335" y="105488"/>
                </a:moveTo>
                <a:cubicBezTo>
                  <a:pt x="5664335" y="98114"/>
                  <a:pt x="5664120" y="81830"/>
                  <a:pt x="5655661" y="68796"/>
                </a:cubicBezTo>
                <a:cubicBezTo>
                  <a:pt x="5646768" y="55342"/>
                  <a:pt x="5633537" y="52956"/>
                  <a:pt x="5625730" y="52956"/>
                </a:cubicBezTo>
                <a:cubicBezTo>
                  <a:pt x="5601657" y="52956"/>
                  <a:pt x="5582134" y="75965"/>
                  <a:pt x="5582134" y="103972"/>
                </a:cubicBezTo>
                <a:cubicBezTo>
                  <a:pt x="5582134" y="132522"/>
                  <a:pt x="5602957" y="155266"/>
                  <a:pt x="5628983" y="155266"/>
                </a:cubicBezTo>
                <a:cubicBezTo>
                  <a:pt x="5642648" y="155266"/>
                  <a:pt x="5655009" y="150063"/>
                  <a:pt x="5663468" y="143990"/>
                </a:cubicBezTo>
                <a:lnTo>
                  <a:pt x="5662168" y="129927"/>
                </a:lnTo>
                <a:cubicBezTo>
                  <a:pt x="5648503" y="141170"/>
                  <a:pt x="5634189" y="142037"/>
                  <a:pt x="5629202" y="142037"/>
                </a:cubicBezTo>
                <a:cubicBezTo>
                  <a:pt x="5611850" y="142037"/>
                  <a:pt x="5597967" y="126683"/>
                  <a:pt x="5597318" y="105488"/>
                </a:cubicBezTo>
                <a:lnTo>
                  <a:pt x="5664335" y="105488"/>
                </a:lnTo>
                <a:moveTo>
                  <a:pt x="5651974" y="93559"/>
                </a:moveTo>
                <a:lnTo>
                  <a:pt x="5598400" y="93559"/>
                </a:lnTo>
                <a:cubicBezTo>
                  <a:pt x="5601872" y="77051"/>
                  <a:pt x="5613366" y="66188"/>
                  <a:pt x="5625730" y="66188"/>
                </a:cubicBezTo>
                <a:cubicBezTo>
                  <a:pt x="5637009" y="66188"/>
                  <a:pt x="5649155" y="73575"/>
                  <a:pt x="5651974" y="93559"/>
                </a:cubicBezTo>
                <a:close/>
                <a:moveTo>
                  <a:pt x="5818331" y="16916"/>
                </a:moveTo>
                <a:lnTo>
                  <a:pt x="5818331" y="2386"/>
                </a:lnTo>
                <a:cubicBezTo>
                  <a:pt x="5815726" y="1738"/>
                  <a:pt x="5809001" y="0"/>
                  <a:pt x="5800979" y="0"/>
                </a:cubicBezTo>
                <a:cubicBezTo>
                  <a:pt x="5780589" y="0"/>
                  <a:pt x="5764975" y="15400"/>
                  <a:pt x="5764975" y="37062"/>
                </a:cubicBezTo>
                <a:lnTo>
                  <a:pt x="5764975" y="56557"/>
                </a:lnTo>
                <a:lnTo>
                  <a:pt x="5748924" y="56557"/>
                </a:lnTo>
                <a:lnTo>
                  <a:pt x="5748924" y="69140"/>
                </a:lnTo>
                <a:lnTo>
                  <a:pt x="5764975" y="69140"/>
                </a:lnTo>
                <a:lnTo>
                  <a:pt x="5764975" y="152936"/>
                </a:lnTo>
                <a:lnTo>
                  <a:pt x="5781241" y="152936"/>
                </a:lnTo>
                <a:lnTo>
                  <a:pt x="5781241" y="69140"/>
                </a:lnTo>
                <a:lnTo>
                  <a:pt x="5805099" y="69140"/>
                </a:lnTo>
                <a:lnTo>
                  <a:pt x="5805099" y="56557"/>
                </a:lnTo>
                <a:lnTo>
                  <a:pt x="5780589" y="56557"/>
                </a:lnTo>
                <a:lnTo>
                  <a:pt x="5780589" y="30780"/>
                </a:lnTo>
                <a:cubicBezTo>
                  <a:pt x="5780589" y="14748"/>
                  <a:pt x="5795121" y="13232"/>
                  <a:pt x="5800761" y="13232"/>
                </a:cubicBezTo>
                <a:cubicBezTo>
                  <a:pt x="5805099" y="13232"/>
                  <a:pt x="5810954" y="13666"/>
                  <a:pt x="5818331" y="16916"/>
                </a:cubicBezTo>
                <a:close/>
                <a:moveTo>
                  <a:pt x="5843272" y="152936"/>
                </a:moveTo>
                <a:lnTo>
                  <a:pt x="5843272" y="56557"/>
                </a:lnTo>
                <a:lnTo>
                  <a:pt x="5827006" y="56557"/>
                </a:lnTo>
                <a:lnTo>
                  <a:pt x="5827006" y="152936"/>
                </a:lnTo>
                <a:lnTo>
                  <a:pt x="5843272" y="152936"/>
                </a:lnTo>
                <a:moveTo>
                  <a:pt x="5845006" y="30109"/>
                </a:moveTo>
                <a:lnTo>
                  <a:pt x="5845006" y="10803"/>
                </a:lnTo>
                <a:lnTo>
                  <a:pt x="5825705" y="10803"/>
                </a:lnTo>
                <a:lnTo>
                  <a:pt x="5825705" y="30109"/>
                </a:lnTo>
                <a:lnTo>
                  <a:pt x="5845006" y="30109"/>
                </a:lnTo>
                <a:close/>
                <a:moveTo>
                  <a:pt x="5955623" y="152936"/>
                </a:moveTo>
                <a:lnTo>
                  <a:pt x="5955623" y="88287"/>
                </a:lnTo>
                <a:cubicBezTo>
                  <a:pt x="5955623" y="73969"/>
                  <a:pt x="5952369" y="54227"/>
                  <a:pt x="5925907" y="54227"/>
                </a:cubicBezTo>
                <a:cubicBezTo>
                  <a:pt x="5906387" y="54227"/>
                  <a:pt x="5895760" y="68978"/>
                  <a:pt x="5894460" y="70712"/>
                </a:cubicBezTo>
                <a:lnTo>
                  <a:pt x="5894460" y="55312"/>
                </a:lnTo>
                <a:lnTo>
                  <a:pt x="5878842" y="55312"/>
                </a:lnTo>
                <a:lnTo>
                  <a:pt x="5878842" y="152936"/>
                </a:lnTo>
                <a:lnTo>
                  <a:pt x="5895760" y="152936"/>
                </a:lnTo>
                <a:lnTo>
                  <a:pt x="5895760" y="99785"/>
                </a:lnTo>
                <a:cubicBezTo>
                  <a:pt x="5895760" y="85467"/>
                  <a:pt x="5901181" y="67459"/>
                  <a:pt x="5917666" y="67459"/>
                </a:cubicBezTo>
                <a:cubicBezTo>
                  <a:pt x="5938486" y="67459"/>
                  <a:pt x="5938704" y="82862"/>
                  <a:pt x="5938704" y="89806"/>
                </a:cubicBezTo>
                <a:lnTo>
                  <a:pt x="5938704" y="152936"/>
                </a:lnTo>
                <a:lnTo>
                  <a:pt x="5955623" y="152936"/>
                </a:lnTo>
                <a:close/>
                <a:moveTo>
                  <a:pt x="6062116" y="152883"/>
                </a:moveTo>
                <a:lnTo>
                  <a:pt x="6062116" y="90243"/>
                </a:lnTo>
                <a:cubicBezTo>
                  <a:pt x="6062116" y="68137"/>
                  <a:pt x="6046283" y="52956"/>
                  <a:pt x="6026327" y="52956"/>
                </a:cubicBezTo>
                <a:cubicBezTo>
                  <a:pt x="6012228" y="52956"/>
                  <a:pt x="6002469" y="56428"/>
                  <a:pt x="5992275" y="62286"/>
                </a:cubicBezTo>
                <a:lnTo>
                  <a:pt x="5993576" y="76590"/>
                </a:lnTo>
                <a:cubicBezTo>
                  <a:pt x="6004855" y="68571"/>
                  <a:pt x="6015700" y="65754"/>
                  <a:pt x="6026327" y="65754"/>
                </a:cubicBezTo>
                <a:cubicBezTo>
                  <a:pt x="6036523" y="65754"/>
                  <a:pt x="6045198" y="74423"/>
                  <a:pt x="6045198" y="90462"/>
                </a:cubicBezTo>
                <a:lnTo>
                  <a:pt x="6045198" y="99782"/>
                </a:lnTo>
                <a:cubicBezTo>
                  <a:pt x="6012665" y="100215"/>
                  <a:pt x="5985117" y="109324"/>
                  <a:pt x="5985117" y="128388"/>
                </a:cubicBezTo>
                <a:cubicBezTo>
                  <a:pt x="5985117" y="137705"/>
                  <a:pt x="5990975" y="155266"/>
                  <a:pt x="6009846" y="155266"/>
                </a:cubicBezTo>
                <a:cubicBezTo>
                  <a:pt x="6012880" y="155266"/>
                  <a:pt x="6033267" y="154833"/>
                  <a:pt x="6045850" y="145072"/>
                </a:cubicBezTo>
                <a:lnTo>
                  <a:pt x="6045850" y="152883"/>
                </a:lnTo>
                <a:lnTo>
                  <a:pt x="6062116" y="152883"/>
                </a:lnTo>
                <a:moveTo>
                  <a:pt x="6045198" y="124274"/>
                </a:moveTo>
                <a:cubicBezTo>
                  <a:pt x="6045198" y="128388"/>
                  <a:pt x="6045198" y="133806"/>
                  <a:pt x="6037824" y="137920"/>
                </a:cubicBezTo>
                <a:cubicBezTo>
                  <a:pt x="6031533" y="141819"/>
                  <a:pt x="6023292" y="142037"/>
                  <a:pt x="6020906" y="142037"/>
                </a:cubicBezTo>
                <a:cubicBezTo>
                  <a:pt x="6010494" y="142037"/>
                  <a:pt x="6000735" y="137053"/>
                  <a:pt x="6000735" y="127958"/>
                </a:cubicBezTo>
                <a:cubicBezTo>
                  <a:pt x="6000735" y="112792"/>
                  <a:pt x="6035871" y="111276"/>
                  <a:pt x="6045198" y="110843"/>
                </a:cubicBezTo>
                <a:lnTo>
                  <a:pt x="6045198" y="124274"/>
                </a:lnTo>
                <a:close/>
                <a:moveTo>
                  <a:pt x="6111566" y="152936"/>
                </a:moveTo>
                <a:lnTo>
                  <a:pt x="6111566" y="2330"/>
                </a:lnTo>
                <a:lnTo>
                  <a:pt x="6095300" y="2330"/>
                </a:lnTo>
                <a:lnTo>
                  <a:pt x="6095300" y="152936"/>
                </a:lnTo>
                <a:lnTo>
                  <a:pt x="6111566" y="152936"/>
                </a:lnTo>
                <a:close/>
                <a:moveTo>
                  <a:pt x="6298528" y="56557"/>
                </a:moveTo>
                <a:lnTo>
                  <a:pt x="6282259" y="56557"/>
                </a:lnTo>
                <a:lnTo>
                  <a:pt x="6265125" y="101708"/>
                </a:lnTo>
                <a:cubicBezTo>
                  <a:pt x="6260572" y="113646"/>
                  <a:pt x="6253847" y="131231"/>
                  <a:pt x="6252112" y="141431"/>
                </a:cubicBezTo>
                <a:lnTo>
                  <a:pt x="6251894" y="141431"/>
                </a:lnTo>
                <a:cubicBezTo>
                  <a:pt x="6250593" y="133617"/>
                  <a:pt x="6244954" y="118641"/>
                  <a:pt x="6242786" y="112779"/>
                </a:cubicBezTo>
                <a:lnTo>
                  <a:pt x="6221748" y="56557"/>
                </a:lnTo>
                <a:lnTo>
                  <a:pt x="6204830" y="56557"/>
                </a:lnTo>
                <a:lnTo>
                  <a:pt x="6242134" y="152936"/>
                </a:lnTo>
                <a:lnTo>
                  <a:pt x="6261220" y="152936"/>
                </a:lnTo>
                <a:lnTo>
                  <a:pt x="6298528" y="56557"/>
                </a:lnTo>
                <a:close/>
                <a:moveTo>
                  <a:pt x="6390488" y="152883"/>
                </a:moveTo>
                <a:lnTo>
                  <a:pt x="6390488" y="90243"/>
                </a:lnTo>
                <a:cubicBezTo>
                  <a:pt x="6390488" y="68137"/>
                  <a:pt x="6374656" y="52956"/>
                  <a:pt x="6354699" y="52956"/>
                </a:cubicBezTo>
                <a:cubicBezTo>
                  <a:pt x="6340601" y="52956"/>
                  <a:pt x="6330841" y="56428"/>
                  <a:pt x="6320648" y="62286"/>
                </a:cubicBezTo>
                <a:lnTo>
                  <a:pt x="6321949" y="76590"/>
                </a:lnTo>
                <a:cubicBezTo>
                  <a:pt x="6333227" y="68571"/>
                  <a:pt x="6344073" y="65754"/>
                  <a:pt x="6354699" y="65754"/>
                </a:cubicBezTo>
                <a:cubicBezTo>
                  <a:pt x="6364896" y="65754"/>
                  <a:pt x="6373570" y="74423"/>
                  <a:pt x="6373570" y="90462"/>
                </a:cubicBezTo>
                <a:lnTo>
                  <a:pt x="6373570" y="99782"/>
                </a:lnTo>
                <a:cubicBezTo>
                  <a:pt x="6341038" y="100215"/>
                  <a:pt x="6313489" y="109324"/>
                  <a:pt x="6313489" y="128388"/>
                </a:cubicBezTo>
                <a:cubicBezTo>
                  <a:pt x="6313489" y="137705"/>
                  <a:pt x="6319347" y="155266"/>
                  <a:pt x="6338218" y="155266"/>
                </a:cubicBezTo>
                <a:cubicBezTo>
                  <a:pt x="6341253" y="155266"/>
                  <a:pt x="6361639" y="154833"/>
                  <a:pt x="6374222" y="145072"/>
                </a:cubicBezTo>
                <a:lnTo>
                  <a:pt x="6374222" y="152883"/>
                </a:lnTo>
                <a:lnTo>
                  <a:pt x="6390488" y="152883"/>
                </a:lnTo>
                <a:moveTo>
                  <a:pt x="6373570" y="124274"/>
                </a:moveTo>
                <a:cubicBezTo>
                  <a:pt x="6373570" y="128388"/>
                  <a:pt x="6373570" y="133806"/>
                  <a:pt x="6366197" y="137920"/>
                </a:cubicBezTo>
                <a:cubicBezTo>
                  <a:pt x="6359905" y="141819"/>
                  <a:pt x="6351665" y="142037"/>
                  <a:pt x="6349278" y="142037"/>
                </a:cubicBezTo>
                <a:cubicBezTo>
                  <a:pt x="6338867" y="142037"/>
                  <a:pt x="6329107" y="137053"/>
                  <a:pt x="6329107" y="127958"/>
                </a:cubicBezTo>
                <a:cubicBezTo>
                  <a:pt x="6329107" y="112792"/>
                  <a:pt x="6364244" y="111276"/>
                  <a:pt x="6373570" y="110843"/>
                </a:cubicBezTo>
                <a:lnTo>
                  <a:pt x="6373570" y="124274"/>
                </a:lnTo>
                <a:close/>
                <a:moveTo>
                  <a:pt x="6439938" y="152936"/>
                </a:moveTo>
                <a:lnTo>
                  <a:pt x="6439938" y="2330"/>
                </a:lnTo>
                <a:lnTo>
                  <a:pt x="6423672" y="2330"/>
                </a:lnTo>
                <a:lnTo>
                  <a:pt x="6423672" y="152936"/>
                </a:lnTo>
                <a:lnTo>
                  <a:pt x="6439938" y="152936"/>
                </a:lnTo>
                <a:close/>
                <a:moveTo>
                  <a:pt x="6552290" y="152883"/>
                </a:moveTo>
                <a:lnTo>
                  <a:pt x="6552290" y="56557"/>
                </a:lnTo>
                <a:lnTo>
                  <a:pt x="6535372" y="56557"/>
                </a:lnTo>
                <a:lnTo>
                  <a:pt x="6535372" y="119475"/>
                </a:lnTo>
                <a:cubicBezTo>
                  <a:pt x="6535372" y="135745"/>
                  <a:pt x="6523226" y="143338"/>
                  <a:pt x="6509346" y="143338"/>
                </a:cubicBezTo>
                <a:cubicBezTo>
                  <a:pt x="6493943" y="143338"/>
                  <a:pt x="6492428" y="137698"/>
                  <a:pt x="6492428" y="128368"/>
                </a:cubicBezTo>
                <a:lnTo>
                  <a:pt x="6492428" y="56557"/>
                </a:lnTo>
                <a:lnTo>
                  <a:pt x="6475509" y="56557"/>
                </a:lnTo>
                <a:lnTo>
                  <a:pt x="6475509" y="129235"/>
                </a:lnTo>
                <a:cubicBezTo>
                  <a:pt x="6475509" y="144857"/>
                  <a:pt x="6480497" y="155266"/>
                  <a:pt x="6498500" y="155266"/>
                </a:cubicBezTo>
                <a:cubicBezTo>
                  <a:pt x="6509994" y="155266"/>
                  <a:pt x="6525393" y="151798"/>
                  <a:pt x="6536024" y="142471"/>
                </a:cubicBezTo>
                <a:lnTo>
                  <a:pt x="6536024" y="152883"/>
                </a:lnTo>
                <a:lnTo>
                  <a:pt x="6552290" y="152883"/>
                </a:lnTo>
                <a:close/>
                <a:moveTo>
                  <a:pt x="6659865" y="105488"/>
                </a:moveTo>
                <a:cubicBezTo>
                  <a:pt x="6659865" y="98114"/>
                  <a:pt x="6659650" y="81830"/>
                  <a:pt x="6651191" y="68796"/>
                </a:cubicBezTo>
                <a:cubicBezTo>
                  <a:pt x="6642299" y="55342"/>
                  <a:pt x="6629067" y="52956"/>
                  <a:pt x="6621260" y="52956"/>
                </a:cubicBezTo>
                <a:cubicBezTo>
                  <a:pt x="6597187" y="52956"/>
                  <a:pt x="6577664" y="75965"/>
                  <a:pt x="6577664" y="103972"/>
                </a:cubicBezTo>
                <a:cubicBezTo>
                  <a:pt x="6577664" y="132522"/>
                  <a:pt x="6598487" y="155266"/>
                  <a:pt x="6624513" y="155266"/>
                </a:cubicBezTo>
                <a:cubicBezTo>
                  <a:pt x="6638178" y="155266"/>
                  <a:pt x="6650539" y="150063"/>
                  <a:pt x="6658998" y="143990"/>
                </a:cubicBezTo>
                <a:lnTo>
                  <a:pt x="6657698" y="129927"/>
                </a:lnTo>
                <a:cubicBezTo>
                  <a:pt x="6644033" y="141170"/>
                  <a:pt x="6629719" y="142037"/>
                  <a:pt x="6624732" y="142037"/>
                </a:cubicBezTo>
                <a:cubicBezTo>
                  <a:pt x="6607380" y="142037"/>
                  <a:pt x="6593497" y="126683"/>
                  <a:pt x="6592848" y="105488"/>
                </a:cubicBezTo>
                <a:lnTo>
                  <a:pt x="6659865" y="105488"/>
                </a:lnTo>
                <a:moveTo>
                  <a:pt x="6647504" y="93559"/>
                </a:moveTo>
                <a:lnTo>
                  <a:pt x="6593930" y="93559"/>
                </a:lnTo>
                <a:cubicBezTo>
                  <a:pt x="6597402" y="77051"/>
                  <a:pt x="6608896" y="66188"/>
                  <a:pt x="6621260" y="66188"/>
                </a:cubicBezTo>
                <a:cubicBezTo>
                  <a:pt x="6632539" y="66188"/>
                  <a:pt x="6644685" y="73575"/>
                  <a:pt x="6647504" y="93559"/>
                </a:cubicBezTo>
                <a:close/>
                <a:moveTo>
                  <a:pt x="6744455" y="125134"/>
                </a:moveTo>
                <a:cubicBezTo>
                  <a:pt x="6744455" y="113213"/>
                  <a:pt x="6736429" y="105845"/>
                  <a:pt x="6735996" y="105196"/>
                </a:cubicBezTo>
                <a:cubicBezTo>
                  <a:pt x="6727537" y="97611"/>
                  <a:pt x="6721679" y="96310"/>
                  <a:pt x="6710834" y="94360"/>
                </a:cubicBezTo>
                <a:cubicBezTo>
                  <a:pt x="6698906" y="91977"/>
                  <a:pt x="6688928" y="89810"/>
                  <a:pt x="6688928" y="79192"/>
                </a:cubicBezTo>
                <a:cubicBezTo>
                  <a:pt x="6688928" y="65754"/>
                  <a:pt x="6704546" y="65754"/>
                  <a:pt x="6707365" y="65754"/>
                </a:cubicBezTo>
                <a:cubicBezTo>
                  <a:pt x="6714305" y="65754"/>
                  <a:pt x="6725799" y="66622"/>
                  <a:pt x="6738164" y="73989"/>
                </a:cubicBezTo>
                <a:lnTo>
                  <a:pt x="6740765" y="59900"/>
                </a:lnTo>
                <a:cubicBezTo>
                  <a:pt x="6729489" y="54693"/>
                  <a:pt x="6720597" y="52956"/>
                  <a:pt x="6709533" y="52956"/>
                </a:cubicBezTo>
                <a:cubicBezTo>
                  <a:pt x="6704112" y="52956"/>
                  <a:pt x="6673529" y="52956"/>
                  <a:pt x="6673529" y="81360"/>
                </a:cubicBezTo>
                <a:cubicBezTo>
                  <a:pt x="6673529" y="91977"/>
                  <a:pt x="6679821" y="98911"/>
                  <a:pt x="6685242" y="103029"/>
                </a:cubicBezTo>
                <a:cubicBezTo>
                  <a:pt x="6691966" y="107798"/>
                  <a:pt x="6696739" y="108662"/>
                  <a:pt x="6708666" y="111048"/>
                </a:cubicBezTo>
                <a:cubicBezTo>
                  <a:pt x="6716473" y="112564"/>
                  <a:pt x="6729053" y="115165"/>
                  <a:pt x="6729053" y="126650"/>
                </a:cubicBezTo>
                <a:cubicBezTo>
                  <a:pt x="6729053" y="141604"/>
                  <a:pt x="6711919" y="141604"/>
                  <a:pt x="6708666" y="141604"/>
                </a:cubicBezTo>
                <a:cubicBezTo>
                  <a:pt x="6691099" y="141604"/>
                  <a:pt x="6678953" y="133584"/>
                  <a:pt x="6675048" y="130983"/>
                </a:cubicBezTo>
                <a:lnTo>
                  <a:pt x="6672447" y="145724"/>
                </a:lnTo>
                <a:cubicBezTo>
                  <a:pt x="6679387" y="149193"/>
                  <a:pt x="6691314" y="155266"/>
                  <a:pt x="6708885" y="155266"/>
                </a:cubicBezTo>
                <a:cubicBezTo>
                  <a:pt x="6712786" y="155266"/>
                  <a:pt x="6724717" y="155266"/>
                  <a:pt x="6734043" y="148326"/>
                </a:cubicBezTo>
                <a:cubicBezTo>
                  <a:pt x="6740765" y="143119"/>
                  <a:pt x="6744455" y="134451"/>
                  <a:pt x="6744455" y="125134"/>
                </a:cubicBezTo>
                <a:close/>
                <a:moveTo>
                  <a:pt x="6923390" y="105196"/>
                </a:moveTo>
                <a:cubicBezTo>
                  <a:pt x="6923390" y="76157"/>
                  <a:pt x="6901700" y="52956"/>
                  <a:pt x="6875892" y="52956"/>
                </a:cubicBezTo>
                <a:cubicBezTo>
                  <a:pt x="6849214" y="52956"/>
                  <a:pt x="6828176" y="76806"/>
                  <a:pt x="6828176" y="105196"/>
                </a:cubicBezTo>
                <a:cubicBezTo>
                  <a:pt x="6828176" y="133803"/>
                  <a:pt x="6850297" y="155266"/>
                  <a:pt x="6875674" y="155266"/>
                </a:cubicBezTo>
                <a:cubicBezTo>
                  <a:pt x="6901700" y="155266"/>
                  <a:pt x="6923390" y="133369"/>
                  <a:pt x="6923390" y="105196"/>
                </a:cubicBezTo>
                <a:moveTo>
                  <a:pt x="6906472" y="103029"/>
                </a:moveTo>
                <a:cubicBezTo>
                  <a:pt x="6906472" y="128600"/>
                  <a:pt x="6891725" y="141385"/>
                  <a:pt x="6875674" y="141385"/>
                </a:cubicBezTo>
                <a:cubicBezTo>
                  <a:pt x="6860708" y="141385"/>
                  <a:pt x="6845091" y="129252"/>
                  <a:pt x="6845091" y="103029"/>
                </a:cubicBezTo>
                <a:cubicBezTo>
                  <a:pt x="6845091" y="76806"/>
                  <a:pt x="6861575" y="66188"/>
                  <a:pt x="6875674" y="66188"/>
                </a:cubicBezTo>
                <a:cubicBezTo>
                  <a:pt x="6890858" y="66188"/>
                  <a:pt x="6906472" y="77458"/>
                  <a:pt x="6906472" y="103029"/>
                </a:cubicBezTo>
                <a:close/>
                <a:moveTo>
                  <a:pt x="7005376" y="16916"/>
                </a:moveTo>
                <a:lnTo>
                  <a:pt x="7005376" y="2386"/>
                </a:lnTo>
                <a:cubicBezTo>
                  <a:pt x="7002771" y="1738"/>
                  <a:pt x="6996047" y="0"/>
                  <a:pt x="6988024" y="0"/>
                </a:cubicBezTo>
                <a:cubicBezTo>
                  <a:pt x="6967634" y="0"/>
                  <a:pt x="6952020" y="15400"/>
                  <a:pt x="6952020" y="37062"/>
                </a:cubicBezTo>
                <a:lnTo>
                  <a:pt x="6952020" y="56557"/>
                </a:lnTo>
                <a:lnTo>
                  <a:pt x="6935969" y="56557"/>
                </a:lnTo>
                <a:lnTo>
                  <a:pt x="6935969" y="69140"/>
                </a:lnTo>
                <a:lnTo>
                  <a:pt x="6952020" y="69140"/>
                </a:lnTo>
                <a:lnTo>
                  <a:pt x="6952020" y="152936"/>
                </a:lnTo>
                <a:lnTo>
                  <a:pt x="6968286" y="152936"/>
                </a:lnTo>
                <a:lnTo>
                  <a:pt x="6968286" y="69140"/>
                </a:lnTo>
                <a:lnTo>
                  <a:pt x="6992145" y="69140"/>
                </a:lnTo>
                <a:lnTo>
                  <a:pt x="6992145" y="56557"/>
                </a:lnTo>
                <a:lnTo>
                  <a:pt x="6967634" y="56557"/>
                </a:lnTo>
                <a:lnTo>
                  <a:pt x="6967634" y="30780"/>
                </a:lnTo>
                <a:cubicBezTo>
                  <a:pt x="6967634" y="14748"/>
                  <a:pt x="6982166" y="13232"/>
                  <a:pt x="6987806" y="13232"/>
                </a:cubicBezTo>
                <a:cubicBezTo>
                  <a:pt x="6992145" y="13232"/>
                  <a:pt x="6997999" y="13666"/>
                  <a:pt x="7005376" y="169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max_end_hereandbest_so_far.Howeverbest_so_farshouldbeupdatedwithin">
            <a:extLst xmlns:a="http://schemas.openxmlformats.org/drawingml/2006/main">
              <a:ext uri="{FF2B5EF4-FFF2-40B4-BE49-F238E27FC236}">
                <a16:creationId xmlns:a16="http://schemas.microsoft.com/office/drawing/2014/main" id="{F7675608-61E2-4462-B821-F4A7F13F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0810" y="6279669"/>
            <a:ext cx="7334611" cy="194877"/>
          </a:xfrm>
          <a:custGeom xmlns:a="http://schemas.openxmlformats.org/drawingml/2006/main">
            <a:pathLst>
              <a:path w="7334611" h="194877">
                <a:moveTo>
                  <a:pt x="137076" y="152936"/>
                </a:moveTo>
                <a:lnTo>
                  <a:pt x="137076" y="88287"/>
                </a:lnTo>
                <a:cubicBezTo>
                  <a:pt x="137076" y="73751"/>
                  <a:pt x="133604" y="54227"/>
                  <a:pt x="107360" y="54227"/>
                </a:cubicBezTo>
                <a:cubicBezTo>
                  <a:pt x="94347" y="54227"/>
                  <a:pt x="83068" y="60303"/>
                  <a:pt x="75043" y="72016"/>
                </a:cubicBezTo>
                <a:cubicBezTo>
                  <a:pt x="69403" y="55531"/>
                  <a:pt x="54223" y="54227"/>
                  <a:pt x="47283" y="54227"/>
                </a:cubicBezTo>
                <a:cubicBezTo>
                  <a:pt x="31665" y="54227"/>
                  <a:pt x="21472" y="63120"/>
                  <a:pt x="15618" y="70931"/>
                </a:cubicBezTo>
                <a:lnTo>
                  <a:pt x="15618" y="55312"/>
                </a:lnTo>
                <a:lnTo>
                  <a:pt x="0" y="55312"/>
                </a:lnTo>
                <a:lnTo>
                  <a:pt x="0" y="152936"/>
                </a:lnTo>
                <a:lnTo>
                  <a:pt x="16918" y="152936"/>
                </a:lnTo>
                <a:lnTo>
                  <a:pt x="16918" y="99785"/>
                </a:lnTo>
                <a:cubicBezTo>
                  <a:pt x="16918" y="85034"/>
                  <a:pt x="22773" y="67459"/>
                  <a:pt x="38824" y="67459"/>
                </a:cubicBezTo>
                <a:cubicBezTo>
                  <a:pt x="58995" y="67459"/>
                  <a:pt x="60077" y="81562"/>
                  <a:pt x="60077" y="89806"/>
                </a:cubicBezTo>
                <a:lnTo>
                  <a:pt x="60077" y="152936"/>
                </a:lnTo>
                <a:lnTo>
                  <a:pt x="76995" y="152936"/>
                </a:lnTo>
                <a:lnTo>
                  <a:pt x="76995" y="99785"/>
                </a:lnTo>
                <a:cubicBezTo>
                  <a:pt x="76995" y="85034"/>
                  <a:pt x="82853" y="67459"/>
                  <a:pt x="98901" y="67459"/>
                </a:cubicBezTo>
                <a:cubicBezTo>
                  <a:pt x="119072" y="67459"/>
                  <a:pt x="120158" y="81562"/>
                  <a:pt x="120158" y="89806"/>
                </a:cubicBezTo>
                <a:lnTo>
                  <a:pt x="120158" y="152936"/>
                </a:lnTo>
                <a:lnTo>
                  <a:pt x="137076" y="152936"/>
                </a:lnTo>
                <a:close/>
                <a:moveTo>
                  <a:pt x="243353" y="152883"/>
                </a:moveTo>
                <a:lnTo>
                  <a:pt x="243353" y="90243"/>
                </a:lnTo>
                <a:cubicBezTo>
                  <a:pt x="243353" y="68137"/>
                  <a:pt x="227520" y="52956"/>
                  <a:pt x="207564" y="52956"/>
                </a:cubicBezTo>
                <a:cubicBezTo>
                  <a:pt x="193465" y="52956"/>
                  <a:pt x="183706" y="56428"/>
                  <a:pt x="173512" y="62286"/>
                </a:cubicBezTo>
                <a:lnTo>
                  <a:pt x="174813" y="76590"/>
                </a:lnTo>
                <a:cubicBezTo>
                  <a:pt x="186092" y="68571"/>
                  <a:pt x="196937" y="65754"/>
                  <a:pt x="207564" y="65754"/>
                </a:cubicBezTo>
                <a:cubicBezTo>
                  <a:pt x="217760" y="65754"/>
                  <a:pt x="226435" y="74423"/>
                  <a:pt x="226435" y="90462"/>
                </a:cubicBezTo>
                <a:lnTo>
                  <a:pt x="226435" y="99782"/>
                </a:lnTo>
                <a:cubicBezTo>
                  <a:pt x="193902" y="100215"/>
                  <a:pt x="166354" y="109324"/>
                  <a:pt x="166354" y="128388"/>
                </a:cubicBezTo>
                <a:cubicBezTo>
                  <a:pt x="166354" y="137705"/>
                  <a:pt x="172212" y="155266"/>
                  <a:pt x="191083" y="155266"/>
                </a:cubicBezTo>
                <a:cubicBezTo>
                  <a:pt x="194117" y="155266"/>
                  <a:pt x="214504" y="154833"/>
                  <a:pt x="227087" y="145072"/>
                </a:cubicBezTo>
                <a:lnTo>
                  <a:pt x="227087" y="152883"/>
                </a:lnTo>
                <a:lnTo>
                  <a:pt x="243353" y="152883"/>
                </a:lnTo>
                <a:moveTo>
                  <a:pt x="226435" y="124274"/>
                </a:moveTo>
                <a:cubicBezTo>
                  <a:pt x="226435" y="128388"/>
                  <a:pt x="226435" y="133806"/>
                  <a:pt x="219061" y="137920"/>
                </a:cubicBezTo>
                <a:cubicBezTo>
                  <a:pt x="212770" y="141819"/>
                  <a:pt x="204529" y="142037"/>
                  <a:pt x="202143" y="142037"/>
                </a:cubicBezTo>
                <a:cubicBezTo>
                  <a:pt x="191731" y="142037"/>
                  <a:pt x="181972" y="137053"/>
                  <a:pt x="181972" y="127958"/>
                </a:cubicBezTo>
                <a:cubicBezTo>
                  <a:pt x="181972" y="112792"/>
                  <a:pt x="217108" y="111276"/>
                  <a:pt x="226435" y="110843"/>
                </a:cubicBezTo>
                <a:lnTo>
                  <a:pt x="226435" y="124274"/>
                </a:lnTo>
                <a:close/>
                <a:moveTo>
                  <a:pt x="358738" y="152936"/>
                </a:moveTo>
                <a:lnTo>
                  <a:pt x="315360" y="103227"/>
                </a:lnTo>
                <a:lnTo>
                  <a:pt x="355051" y="56557"/>
                </a:lnTo>
                <a:lnTo>
                  <a:pt x="337266" y="56557"/>
                </a:lnTo>
                <a:lnTo>
                  <a:pt x="308202" y="92375"/>
                </a:lnTo>
                <a:lnTo>
                  <a:pt x="278270" y="56557"/>
                </a:lnTo>
                <a:lnTo>
                  <a:pt x="260270" y="56557"/>
                </a:lnTo>
                <a:lnTo>
                  <a:pt x="301046" y="103227"/>
                </a:lnTo>
                <a:lnTo>
                  <a:pt x="258969" y="152936"/>
                </a:lnTo>
                <a:lnTo>
                  <a:pt x="276751" y="152936"/>
                </a:lnTo>
                <a:lnTo>
                  <a:pt x="308202" y="112127"/>
                </a:lnTo>
                <a:lnTo>
                  <a:pt x="340737" y="152936"/>
                </a:lnTo>
                <a:lnTo>
                  <a:pt x="358738" y="152936"/>
                </a:lnTo>
                <a:close/>
                <a:moveTo>
                  <a:pt x="503620" y="188522"/>
                </a:moveTo>
                <a:lnTo>
                  <a:pt x="503620" y="171606"/>
                </a:lnTo>
                <a:lnTo>
                  <a:pt x="358956" y="171606"/>
                </a:lnTo>
                <a:lnTo>
                  <a:pt x="358956" y="188522"/>
                </a:lnTo>
                <a:lnTo>
                  <a:pt x="503620" y="188522"/>
                </a:lnTo>
                <a:close/>
                <a:moveTo>
                  <a:pt x="593412" y="105488"/>
                </a:moveTo>
                <a:cubicBezTo>
                  <a:pt x="593412" y="98114"/>
                  <a:pt x="593197" y="81830"/>
                  <a:pt x="584738" y="68796"/>
                </a:cubicBezTo>
                <a:cubicBezTo>
                  <a:pt x="575845" y="55342"/>
                  <a:pt x="562614" y="52956"/>
                  <a:pt x="554807" y="52956"/>
                </a:cubicBezTo>
                <a:cubicBezTo>
                  <a:pt x="530734" y="52956"/>
                  <a:pt x="511211" y="75965"/>
                  <a:pt x="511211" y="103972"/>
                </a:cubicBezTo>
                <a:cubicBezTo>
                  <a:pt x="511211" y="132522"/>
                  <a:pt x="532034" y="155266"/>
                  <a:pt x="558060" y="155266"/>
                </a:cubicBezTo>
                <a:cubicBezTo>
                  <a:pt x="571725" y="155266"/>
                  <a:pt x="584086" y="150063"/>
                  <a:pt x="592545" y="143990"/>
                </a:cubicBezTo>
                <a:lnTo>
                  <a:pt x="591245" y="129927"/>
                </a:lnTo>
                <a:cubicBezTo>
                  <a:pt x="577580" y="141170"/>
                  <a:pt x="563266" y="142037"/>
                  <a:pt x="558279" y="142037"/>
                </a:cubicBezTo>
                <a:cubicBezTo>
                  <a:pt x="540927" y="142037"/>
                  <a:pt x="527044" y="126683"/>
                  <a:pt x="526395" y="105488"/>
                </a:cubicBezTo>
                <a:lnTo>
                  <a:pt x="593412" y="105488"/>
                </a:lnTo>
                <a:moveTo>
                  <a:pt x="581051" y="93559"/>
                </a:moveTo>
                <a:lnTo>
                  <a:pt x="527477" y="93559"/>
                </a:lnTo>
                <a:cubicBezTo>
                  <a:pt x="530949" y="77051"/>
                  <a:pt x="542443" y="66188"/>
                  <a:pt x="554807" y="66188"/>
                </a:cubicBezTo>
                <a:cubicBezTo>
                  <a:pt x="566086" y="66188"/>
                  <a:pt x="578232" y="73575"/>
                  <a:pt x="581051" y="93559"/>
                </a:cubicBezTo>
                <a:close/>
                <a:moveTo>
                  <a:pt x="694269" y="152936"/>
                </a:moveTo>
                <a:lnTo>
                  <a:pt x="694269" y="88287"/>
                </a:lnTo>
                <a:cubicBezTo>
                  <a:pt x="694269" y="73969"/>
                  <a:pt x="691016" y="54227"/>
                  <a:pt x="664553" y="54227"/>
                </a:cubicBezTo>
                <a:cubicBezTo>
                  <a:pt x="645034" y="54227"/>
                  <a:pt x="634407" y="68978"/>
                  <a:pt x="633106" y="70712"/>
                </a:cubicBezTo>
                <a:lnTo>
                  <a:pt x="633106" y="55312"/>
                </a:lnTo>
                <a:lnTo>
                  <a:pt x="617489" y="55312"/>
                </a:lnTo>
                <a:lnTo>
                  <a:pt x="617489" y="152936"/>
                </a:lnTo>
                <a:lnTo>
                  <a:pt x="634407" y="152936"/>
                </a:lnTo>
                <a:lnTo>
                  <a:pt x="634407" y="99785"/>
                </a:lnTo>
                <a:cubicBezTo>
                  <a:pt x="634407" y="85467"/>
                  <a:pt x="639828" y="67459"/>
                  <a:pt x="656312" y="67459"/>
                </a:cubicBezTo>
                <a:cubicBezTo>
                  <a:pt x="677132" y="67459"/>
                  <a:pt x="677351" y="82862"/>
                  <a:pt x="677351" y="89806"/>
                </a:cubicBezTo>
                <a:lnTo>
                  <a:pt x="677351" y="152936"/>
                </a:lnTo>
                <a:lnTo>
                  <a:pt x="694269" y="152936"/>
                </a:lnTo>
                <a:close/>
                <a:moveTo>
                  <a:pt x="806184" y="152966"/>
                </a:moveTo>
                <a:lnTo>
                  <a:pt x="806184" y="2330"/>
                </a:lnTo>
                <a:lnTo>
                  <a:pt x="789918" y="2330"/>
                </a:lnTo>
                <a:lnTo>
                  <a:pt x="789918" y="66205"/>
                </a:lnTo>
                <a:cubicBezTo>
                  <a:pt x="778424" y="56613"/>
                  <a:pt x="766278" y="54227"/>
                  <a:pt x="758253" y="54227"/>
                </a:cubicBezTo>
                <a:cubicBezTo>
                  <a:pt x="736781" y="54227"/>
                  <a:pt x="719863" y="76786"/>
                  <a:pt x="719863" y="104760"/>
                </a:cubicBezTo>
                <a:cubicBezTo>
                  <a:pt x="719863" y="133174"/>
                  <a:pt x="736562" y="155266"/>
                  <a:pt x="757167" y="155266"/>
                </a:cubicBezTo>
                <a:cubicBezTo>
                  <a:pt x="764326" y="155266"/>
                  <a:pt x="777120" y="153317"/>
                  <a:pt x="789266" y="141604"/>
                </a:cubicBezTo>
                <a:lnTo>
                  <a:pt x="789266" y="152883"/>
                </a:lnTo>
                <a:lnTo>
                  <a:pt x="806184" y="152966"/>
                </a:lnTo>
                <a:moveTo>
                  <a:pt x="789266" y="122761"/>
                </a:moveTo>
                <a:cubicBezTo>
                  <a:pt x="789266" y="125796"/>
                  <a:pt x="789051" y="129702"/>
                  <a:pt x="782111" y="135990"/>
                </a:cubicBezTo>
                <a:cubicBezTo>
                  <a:pt x="777120" y="140309"/>
                  <a:pt x="771699" y="142037"/>
                  <a:pt x="766060" y="142037"/>
                </a:cubicBezTo>
                <a:cubicBezTo>
                  <a:pt x="752613" y="142037"/>
                  <a:pt x="736781" y="131870"/>
                  <a:pt x="736781" y="104978"/>
                </a:cubicBezTo>
                <a:cubicBezTo>
                  <a:pt x="736781" y="76352"/>
                  <a:pt x="755433" y="67459"/>
                  <a:pt x="768228" y="67459"/>
                </a:cubicBezTo>
                <a:cubicBezTo>
                  <a:pt x="777987" y="67505"/>
                  <a:pt x="784497" y="72493"/>
                  <a:pt x="789266" y="79434"/>
                </a:cubicBezTo>
                <a:lnTo>
                  <a:pt x="789266" y="122761"/>
                </a:lnTo>
                <a:close/>
                <a:moveTo>
                  <a:pt x="968853" y="188522"/>
                </a:moveTo>
                <a:lnTo>
                  <a:pt x="968853" y="171606"/>
                </a:lnTo>
                <a:lnTo>
                  <a:pt x="824188" y="171606"/>
                </a:lnTo>
                <a:lnTo>
                  <a:pt x="824188" y="188522"/>
                </a:lnTo>
                <a:lnTo>
                  <a:pt x="968853" y="188522"/>
                </a:lnTo>
                <a:close/>
                <a:moveTo>
                  <a:pt x="1063202" y="152936"/>
                </a:moveTo>
                <a:lnTo>
                  <a:pt x="1063202" y="88287"/>
                </a:lnTo>
                <a:cubicBezTo>
                  <a:pt x="1063202" y="73969"/>
                  <a:pt x="1059949" y="54227"/>
                  <a:pt x="1033486" y="54227"/>
                </a:cubicBezTo>
                <a:cubicBezTo>
                  <a:pt x="1020039" y="54227"/>
                  <a:pt x="1009628" y="60952"/>
                  <a:pt x="1002688" y="69845"/>
                </a:cubicBezTo>
                <a:lnTo>
                  <a:pt x="1002688" y="2330"/>
                </a:lnTo>
                <a:lnTo>
                  <a:pt x="986422" y="2330"/>
                </a:lnTo>
                <a:lnTo>
                  <a:pt x="986422" y="152936"/>
                </a:lnTo>
                <a:lnTo>
                  <a:pt x="1003340" y="152936"/>
                </a:lnTo>
                <a:lnTo>
                  <a:pt x="1003340" y="99785"/>
                </a:lnTo>
                <a:cubicBezTo>
                  <a:pt x="1003340" y="85467"/>
                  <a:pt x="1008761" y="67459"/>
                  <a:pt x="1025245" y="67459"/>
                </a:cubicBezTo>
                <a:cubicBezTo>
                  <a:pt x="1046065" y="67459"/>
                  <a:pt x="1046284" y="82862"/>
                  <a:pt x="1046284" y="89806"/>
                </a:cubicBezTo>
                <a:lnTo>
                  <a:pt x="1046284" y="152936"/>
                </a:lnTo>
                <a:lnTo>
                  <a:pt x="1063202" y="152936"/>
                </a:lnTo>
                <a:close/>
                <a:moveTo>
                  <a:pt x="1170778" y="105488"/>
                </a:moveTo>
                <a:cubicBezTo>
                  <a:pt x="1170778" y="98114"/>
                  <a:pt x="1170562" y="81830"/>
                  <a:pt x="1162103" y="68796"/>
                </a:cubicBezTo>
                <a:cubicBezTo>
                  <a:pt x="1153211" y="55342"/>
                  <a:pt x="1139979" y="52956"/>
                  <a:pt x="1132172" y="52956"/>
                </a:cubicBezTo>
                <a:cubicBezTo>
                  <a:pt x="1108099" y="52956"/>
                  <a:pt x="1088576" y="75965"/>
                  <a:pt x="1088576" y="103972"/>
                </a:cubicBezTo>
                <a:cubicBezTo>
                  <a:pt x="1088576" y="132522"/>
                  <a:pt x="1109400" y="155266"/>
                  <a:pt x="1135426" y="155266"/>
                </a:cubicBezTo>
                <a:cubicBezTo>
                  <a:pt x="1149090" y="155266"/>
                  <a:pt x="1161451" y="150063"/>
                  <a:pt x="1169910" y="143990"/>
                </a:cubicBezTo>
                <a:lnTo>
                  <a:pt x="1168610" y="129927"/>
                </a:lnTo>
                <a:cubicBezTo>
                  <a:pt x="1154945" y="141170"/>
                  <a:pt x="1140631" y="142037"/>
                  <a:pt x="1135644" y="142037"/>
                </a:cubicBezTo>
                <a:cubicBezTo>
                  <a:pt x="1118292" y="142037"/>
                  <a:pt x="1104409" y="126683"/>
                  <a:pt x="1103760" y="105488"/>
                </a:cubicBezTo>
                <a:lnTo>
                  <a:pt x="1170778" y="105488"/>
                </a:lnTo>
                <a:moveTo>
                  <a:pt x="1158417" y="93559"/>
                </a:moveTo>
                <a:lnTo>
                  <a:pt x="1104842" y="93559"/>
                </a:lnTo>
                <a:cubicBezTo>
                  <a:pt x="1108314" y="77051"/>
                  <a:pt x="1119808" y="66188"/>
                  <a:pt x="1132172" y="66188"/>
                </a:cubicBezTo>
                <a:cubicBezTo>
                  <a:pt x="1143451" y="66188"/>
                  <a:pt x="1155597" y="73575"/>
                  <a:pt x="1158417" y="93559"/>
                </a:cubicBezTo>
                <a:close/>
                <a:moveTo>
                  <a:pt x="1248209" y="68763"/>
                </a:moveTo>
                <a:lnTo>
                  <a:pt x="1248209" y="54227"/>
                </a:lnTo>
                <a:cubicBezTo>
                  <a:pt x="1228905" y="54445"/>
                  <a:pt x="1216977" y="65076"/>
                  <a:pt x="1210252" y="75055"/>
                </a:cubicBezTo>
                <a:lnTo>
                  <a:pt x="1210252" y="55312"/>
                </a:lnTo>
                <a:lnTo>
                  <a:pt x="1195068" y="55312"/>
                </a:lnTo>
                <a:lnTo>
                  <a:pt x="1195068" y="152936"/>
                </a:lnTo>
                <a:lnTo>
                  <a:pt x="1211338" y="152936"/>
                </a:lnTo>
                <a:lnTo>
                  <a:pt x="1211338" y="106510"/>
                </a:lnTo>
                <a:cubicBezTo>
                  <a:pt x="1211338" y="84818"/>
                  <a:pt x="1226952" y="69197"/>
                  <a:pt x="1248209" y="68763"/>
                </a:cubicBezTo>
                <a:close/>
                <a:moveTo>
                  <a:pt x="1341253" y="105488"/>
                </a:moveTo>
                <a:cubicBezTo>
                  <a:pt x="1341253" y="98114"/>
                  <a:pt x="1341038" y="81830"/>
                  <a:pt x="1332579" y="68796"/>
                </a:cubicBezTo>
                <a:cubicBezTo>
                  <a:pt x="1323687" y="55342"/>
                  <a:pt x="1310455" y="52956"/>
                  <a:pt x="1302648" y="52956"/>
                </a:cubicBezTo>
                <a:cubicBezTo>
                  <a:pt x="1278575" y="52956"/>
                  <a:pt x="1259052" y="75965"/>
                  <a:pt x="1259052" y="103972"/>
                </a:cubicBezTo>
                <a:cubicBezTo>
                  <a:pt x="1259052" y="132522"/>
                  <a:pt x="1279876" y="155266"/>
                  <a:pt x="1305901" y="155266"/>
                </a:cubicBezTo>
                <a:cubicBezTo>
                  <a:pt x="1319566" y="155266"/>
                  <a:pt x="1331927" y="150063"/>
                  <a:pt x="1340386" y="143990"/>
                </a:cubicBezTo>
                <a:lnTo>
                  <a:pt x="1339086" y="129927"/>
                </a:lnTo>
                <a:cubicBezTo>
                  <a:pt x="1325421" y="141170"/>
                  <a:pt x="1311107" y="142037"/>
                  <a:pt x="1306120" y="142037"/>
                </a:cubicBezTo>
                <a:cubicBezTo>
                  <a:pt x="1288768" y="142037"/>
                  <a:pt x="1274885" y="126683"/>
                  <a:pt x="1274236" y="105488"/>
                </a:cubicBezTo>
                <a:lnTo>
                  <a:pt x="1341253" y="105488"/>
                </a:lnTo>
                <a:moveTo>
                  <a:pt x="1328892" y="93559"/>
                </a:moveTo>
                <a:lnTo>
                  <a:pt x="1275318" y="93559"/>
                </a:lnTo>
                <a:cubicBezTo>
                  <a:pt x="1278790" y="77051"/>
                  <a:pt x="1290284" y="66188"/>
                  <a:pt x="1302648" y="66188"/>
                </a:cubicBezTo>
                <a:cubicBezTo>
                  <a:pt x="1313927" y="66188"/>
                  <a:pt x="1326073" y="73575"/>
                  <a:pt x="1328892" y="93559"/>
                </a:cubicBezTo>
                <a:close/>
                <a:moveTo>
                  <a:pt x="1508696" y="152883"/>
                </a:moveTo>
                <a:lnTo>
                  <a:pt x="1508696" y="90243"/>
                </a:lnTo>
                <a:cubicBezTo>
                  <a:pt x="1508696" y="68137"/>
                  <a:pt x="1492863" y="52956"/>
                  <a:pt x="1472907" y="52956"/>
                </a:cubicBezTo>
                <a:cubicBezTo>
                  <a:pt x="1458809" y="52956"/>
                  <a:pt x="1449049" y="56428"/>
                  <a:pt x="1438856" y="62286"/>
                </a:cubicBezTo>
                <a:lnTo>
                  <a:pt x="1440156" y="76590"/>
                </a:lnTo>
                <a:cubicBezTo>
                  <a:pt x="1451435" y="68571"/>
                  <a:pt x="1462280" y="65754"/>
                  <a:pt x="1472907" y="65754"/>
                </a:cubicBezTo>
                <a:cubicBezTo>
                  <a:pt x="1483104" y="65754"/>
                  <a:pt x="1491778" y="74423"/>
                  <a:pt x="1491778" y="90462"/>
                </a:cubicBezTo>
                <a:lnTo>
                  <a:pt x="1491778" y="99782"/>
                </a:lnTo>
                <a:cubicBezTo>
                  <a:pt x="1459246" y="100215"/>
                  <a:pt x="1431697" y="109324"/>
                  <a:pt x="1431697" y="128388"/>
                </a:cubicBezTo>
                <a:cubicBezTo>
                  <a:pt x="1431697" y="137705"/>
                  <a:pt x="1437555" y="155266"/>
                  <a:pt x="1456426" y="155266"/>
                </a:cubicBezTo>
                <a:cubicBezTo>
                  <a:pt x="1459461" y="155266"/>
                  <a:pt x="1479847" y="154833"/>
                  <a:pt x="1492430" y="145072"/>
                </a:cubicBezTo>
                <a:lnTo>
                  <a:pt x="1492430" y="152883"/>
                </a:lnTo>
                <a:lnTo>
                  <a:pt x="1508696" y="152883"/>
                </a:lnTo>
                <a:moveTo>
                  <a:pt x="1491778" y="124274"/>
                </a:moveTo>
                <a:cubicBezTo>
                  <a:pt x="1491778" y="128388"/>
                  <a:pt x="1491778" y="133806"/>
                  <a:pt x="1484404" y="137920"/>
                </a:cubicBezTo>
                <a:cubicBezTo>
                  <a:pt x="1478113" y="141819"/>
                  <a:pt x="1469872" y="142037"/>
                  <a:pt x="1467486" y="142037"/>
                </a:cubicBezTo>
                <a:cubicBezTo>
                  <a:pt x="1457075" y="142037"/>
                  <a:pt x="1447315" y="137053"/>
                  <a:pt x="1447315" y="127958"/>
                </a:cubicBezTo>
                <a:cubicBezTo>
                  <a:pt x="1447315" y="112792"/>
                  <a:pt x="1482452" y="111276"/>
                  <a:pt x="1491778" y="110843"/>
                </a:cubicBezTo>
                <a:lnTo>
                  <a:pt x="1491778" y="124274"/>
                </a:lnTo>
                <a:close/>
                <a:moveTo>
                  <a:pt x="1618661" y="152936"/>
                </a:moveTo>
                <a:lnTo>
                  <a:pt x="1618661" y="88287"/>
                </a:lnTo>
                <a:cubicBezTo>
                  <a:pt x="1618661" y="73969"/>
                  <a:pt x="1615407" y="54227"/>
                  <a:pt x="1588945" y="54227"/>
                </a:cubicBezTo>
                <a:cubicBezTo>
                  <a:pt x="1569425" y="54227"/>
                  <a:pt x="1558799" y="68978"/>
                  <a:pt x="1557498" y="70712"/>
                </a:cubicBezTo>
                <a:lnTo>
                  <a:pt x="1557498" y="55312"/>
                </a:lnTo>
                <a:lnTo>
                  <a:pt x="1541880" y="55312"/>
                </a:lnTo>
                <a:lnTo>
                  <a:pt x="1541880" y="152936"/>
                </a:lnTo>
                <a:lnTo>
                  <a:pt x="1558799" y="152936"/>
                </a:lnTo>
                <a:lnTo>
                  <a:pt x="1558799" y="99785"/>
                </a:lnTo>
                <a:cubicBezTo>
                  <a:pt x="1558799" y="85467"/>
                  <a:pt x="1564220" y="67459"/>
                  <a:pt x="1580704" y="67459"/>
                </a:cubicBezTo>
                <a:cubicBezTo>
                  <a:pt x="1601524" y="67459"/>
                  <a:pt x="1601743" y="82862"/>
                  <a:pt x="1601743" y="89806"/>
                </a:cubicBezTo>
                <a:lnTo>
                  <a:pt x="1601743" y="152936"/>
                </a:lnTo>
                <a:lnTo>
                  <a:pt x="1618661" y="152936"/>
                </a:lnTo>
                <a:close/>
                <a:moveTo>
                  <a:pt x="1730575" y="152966"/>
                </a:moveTo>
                <a:lnTo>
                  <a:pt x="1730575" y="2330"/>
                </a:lnTo>
                <a:lnTo>
                  <a:pt x="1714309" y="2330"/>
                </a:lnTo>
                <a:lnTo>
                  <a:pt x="1714309" y="66205"/>
                </a:lnTo>
                <a:cubicBezTo>
                  <a:pt x="1702815" y="56613"/>
                  <a:pt x="1690669" y="54227"/>
                  <a:pt x="1682644" y="54227"/>
                </a:cubicBezTo>
                <a:cubicBezTo>
                  <a:pt x="1661172" y="54227"/>
                  <a:pt x="1644254" y="76786"/>
                  <a:pt x="1644254" y="104760"/>
                </a:cubicBezTo>
                <a:cubicBezTo>
                  <a:pt x="1644254" y="133174"/>
                  <a:pt x="1660953" y="155266"/>
                  <a:pt x="1681558" y="155266"/>
                </a:cubicBezTo>
                <a:cubicBezTo>
                  <a:pt x="1688717" y="155266"/>
                  <a:pt x="1701511" y="153317"/>
                  <a:pt x="1713657" y="141604"/>
                </a:cubicBezTo>
                <a:lnTo>
                  <a:pt x="1713657" y="152883"/>
                </a:lnTo>
                <a:lnTo>
                  <a:pt x="1730575" y="152966"/>
                </a:lnTo>
                <a:moveTo>
                  <a:pt x="1713657" y="122761"/>
                </a:moveTo>
                <a:cubicBezTo>
                  <a:pt x="1713657" y="125796"/>
                  <a:pt x="1713442" y="129702"/>
                  <a:pt x="1706502" y="135990"/>
                </a:cubicBezTo>
                <a:cubicBezTo>
                  <a:pt x="1701511" y="140309"/>
                  <a:pt x="1696090" y="142037"/>
                  <a:pt x="1690451" y="142037"/>
                </a:cubicBezTo>
                <a:cubicBezTo>
                  <a:pt x="1677004" y="142037"/>
                  <a:pt x="1661172" y="131870"/>
                  <a:pt x="1661172" y="104978"/>
                </a:cubicBezTo>
                <a:cubicBezTo>
                  <a:pt x="1661172" y="76352"/>
                  <a:pt x="1679824" y="67459"/>
                  <a:pt x="1692619" y="67459"/>
                </a:cubicBezTo>
                <a:cubicBezTo>
                  <a:pt x="1702378" y="67505"/>
                  <a:pt x="1708888" y="72493"/>
                  <a:pt x="1713657" y="79434"/>
                </a:cubicBezTo>
                <a:lnTo>
                  <a:pt x="1713657" y="122761"/>
                </a:lnTo>
                <a:close/>
                <a:moveTo>
                  <a:pt x="1924911" y="104551"/>
                </a:moveTo>
                <a:cubicBezTo>
                  <a:pt x="1924911" y="77653"/>
                  <a:pt x="1910160" y="54227"/>
                  <a:pt x="1889774" y="54227"/>
                </a:cubicBezTo>
                <a:cubicBezTo>
                  <a:pt x="1881315" y="54237"/>
                  <a:pt x="1867868" y="56411"/>
                  <a:pt x="1854856" y="67052"/>
                </a:cubicBezTo>
                <a:lnTo>
                  <a:pt x="1854856" y="2330"/>
                </a:lnTo>
                <a:lnTo>
                  <a:pt x="1838586" y="2330"/>
                </a:lnTo>
                <a:lnTo>
                  <a:pt x="1838586" y="152946"/>
                </a:lnTo>
                <a:lnTo>
                  <a:pt x="1855504" y="152883"/>
                </a:lnTo>
                <a:lnTo>
                  <a:pt x="1855504" y="142904"/>
                </a:lnTo>
                <a:cubicBezTo>
                  <a:pt x="1860710" y="147677"/>
                  <a:pt x="1870036" y="155266"/>
                  <a:pt x="1884568" y="155266"/>
                </a:cubicBezTo>
                <a:cubicBezTo>
                  <a:pt x="1906259" y="155266"/>
                  <a:pt x="1924911" y="133587"/>
                  <a:pt x="1924911" y="104551"/>
                </a:cubicBezTo>
                <a:moveTo>
                  <a:pt x="1907993" y="104551"/>
                </a:moveTo>
                <a:cubicBezTo>
                  <a:pt x="1907993" y="132720"/>
                  <a:pt x="1889774" y="142037"/>
                  <a:pt x="1876543" y="142037"/>
                </a:cubicBezTo>
                <a:cubicBezTo>
                  <a:pt x="1868084" y="142037"/>
                  <a:pt x="1860928" y="138135"/>
                  <a:pt x="1855504" y="128169"/>
                </a:cubicBezTo>
                <a:lnTo>
                  <a:pt x="1855504" y="80281"/>
                </a:lnTo>
                <a:cubicBezTo>
                  <a:pt x="1858976" y="75051"/>
                  <a:pt x="1866783" y="67459"/>
                  <a:pt x="1878714" y="67459"/>
                </a:cubicBezTo>
                <a:cubicBezTo>
                  <a:pt x="1891508" y="67459"/>
                  <a:pt x="1907993" y="76786"/>
                  <a:pt x="1907993" y="104551"/>
                </a:cubicBezTo>
                <a:close/>
                <a:moveTo>
                  <a:pt x="2022727" y="105488"/>
                </a:moveTo>
                <a:cubicBezTo>
                  <a:pt x="2022727" y="98114"/>
                  <a:pt x="2022512" y="81830"/>
                  <a:pt x="2014053" y="68796"/>
                </a:cubicBezTo>
                <a:cubicBezTo>
                  <a:pt x="2005161" y="55342"/>
                  <a:pt x="1991929" y="52956"/>
                  <a:pt x="1984122" y="52956"/>
                </a:cubicBezTo>
                <a:cubicBezTo>
                  <a:pt x="1960049" y="52956"/>
                  <a:pt x="1940526" y="75965"/>
                  <a:pt x="1940526" y="103972"/>
                </a:cubicBezTo>
                <a:cubicBezTo>
                  <a:pt x="1940526" y="132522"/>
                  <a:pt x="1961350" y="155266"/>
                  <a:pt x="1987375" y="155266"/>
                </a:cubicBezTo>
                <a:cubicBezTo>
                  <a:pt x="2001040" y="155266"/>
                  <a:pt x="2013401" y="150063"/>
                  <a:pt x="2021860" y="143990"/>
                </a:cubicBezTo>
                <a:lnTo>
                  <a:pt x="2020560" y="129927"/>
                </a:lnTo>
                <a:cubicBezTo>
                  <a:pt x="2006895" y="141170"/>
                  <a:pt x="1992581" y="142037"/>
                  <a:pt x="1987594" y="142037"/>
                </a:cubicBezTo>
                <a:cubicBezTo>
                  <a:pt x="1970242" y="142037"/>
                  <a:pt x="1956359" y="126683"/>
                  <a:pt x="1955710" y="105488"/>
                </a:cubicBezTo>
                <a:lnTo>
                  <a:pt x="2022727" y="105488"/>
                </a:lnTo>
                <a:moveTo>
                  <a:pt x="2010367" y="93559"/>
                </a:moveTo>
                <a:lnTo>
                  <a:pt x="1956792" y="93559"/>
                </a:lnTo>
                <a:cubicBezTo>
                  <a:pt x="1960264" y="77051"/>
                  <a:pt x="1971758" y="66188"/>
                  <a:pt x="1984122" y="66188"/>
                </a:cubicBezTo>
                <a:cubicBezTo>
                  <a:pt x="1995401" y="66188"/>
                  <a:pt x="2007547" y="73575"/>
                  <a:pt x="2010367" y="93559"/>
                </a:cubicBezTo>
                <a:close/>
                <a:moveTo>
                  <a:pt x="2107319" y="125134"/>
                </a:moveTo>
                <a:cubicBezTo>
                  <a:pt x="2107319" y="113213"/>
                  <a:pt x="2099293" y="105845"/>
                  <a:pt x="2098859" y="105196"/>
                </a:cubicBezTo>
                <a:cubicBezTo>
                  <a:pt x="2090400" y="97611"/>
                  <a:pt x="2084543" y="96310"/>
                  <a:pt x="2073697" y="94360"/>
                </a:cubicBezTo>
                <a:cubicBezTo>
                  <a:pt x="2061770" y="91977"/>
                  <a:pt x="2051792" y="89810"/>
                  <a:pt x="2051792" y="79192"/>
                </a:cubicBezTo>
                <a:cubicBezTo>
                  <a:pt x="2051792" y="65754"/>
                  <a:pt x="2067409" y="65754"/>
                  <a:pt x="2070229" y="65754"/>
                </a:cubicBezTo>
                <a:cubicBezTo>
                  <a:pt x="2077169" y="65754"/>
                  <a:pt x="2088663" y="66622"/>
                  <a:pt x="2101027" y="73989"/>
                </a:cubicBezTo>
                <a:lnTo>
                  <a:pt x="2103628" y="59900"/>
                </a:lnTo>
                <a:cubicBezTo>
                  <a:pt x="2092353" y="54693"/>
                  <a:pt x="2083460" y="52956"/>
                  <a:pt x="2072397" y="52956"/>
                </a:cubicBezTo>
                <a:cubicBezTo>
                  <a:pt x="2066976" y="52956"/>
                  <a:pt x="2036393" y="52956"/>
                  <a:pt x="2036393" y="81360"/>
                </a:cubicBezTo>
                <a:cubicBezTo>
                  <a:pt x="2036393" y="91977"/>
                  <a:pt x="2042684" y="98911"/>
                  <a:pt x="2048105" y="103029"/>
                </a:cubicBezTo>
                <a:cubicBezTo>
                  <a:pt x="2054830" y="107798"/>
                  <a:pt x="2059602" y="108662"/>
                  <a:pt x="2071530" y="111048"/>
                </a:cubicBezTo>
                <a:cubicBezTo>
                  <a:pt x="2079337" y="112564"/>
                  <a:pt x="2091916" y="115165"/>
                  <a:pt x="2091916" y="126650"/>
                </a:cubicBezTo>
                <a:cubicBezTo>
                  <a:pt x="2091916" y="141604"/>
                  <a:pt x="2074783" y="141604"/>
                  <a:pt x="2071530" y="141604"/>
                </a:cubicBezTo>
                <a:cubicBezTo>
                  <a:pt x="2053963" y="141604"/>
                  <a:pt x="2041817" y="133584"/>
                  <a:pt x="2037912" y="130983"/>
                </a:cubicBezTo>
                <a:lnTo>
                  <a:pt x="2035311" y="145724"/>
                </a:lnTo>
                <a:cubicBezTo>
                  <a:pt x="2042251" y="149193"/>
                  <a:pt x="2054178" y="155266"/>
                  <a:pt x="2071748" y="155266"/>
                </a:cubicBezTo>
                <a:cubicBezTo>
                  <a:pt x="2075650" y="155266"/>
                  <a:pt x="2087581" y="155266"/>
                  <a:pt x="2096907" y="148326"/>
                </a:cubicBezTo>
                <a:cubicBezTo>
                  <a:pt x="2103628" y="143119"/>
                  <a:pt x="2107319" y="134451"/>
                  <a:pt x="2107319" y="125134"/>
                </a:cubicBezTo>
                <a:close/>
                <a:moveTo>
                  <a:pt x="2184311" y="147025"/>
                </a:moveTo>
                <a:lnTo>
                  <a:pt x="2180843" y="134226"/>
                </a:lnTo>
                <a:cubicBezTo>
                  <a:pt x="2175203" y="138784"/>
                  <a:pt x="2168263" y="141385"/>
                  <a:pt x="2161323" y="141385"/>
                </a:cubicBezTo>
                <a:cubicBezTo>
                  <a:pt x="2153298" y="141385"/>
                  <a:pt x="2150260" y="134878"/>
                  <a:pt x="2150260" y="123377"/>
                </a:cubicBezTo>
                <a:lnTo>
                  <a:pt x="2150260" y="69140"/>
                </a:lnTo>
                <a:lnTo>
                  <a:pt x="2180843" y="69140"/>
                </a:lnTo>
                <a:lnTo>
                  <a:pt x="2180843" y="56557"/>
                </a:lnTo>
                <a:lnTo>
                  <a:pt x="2150260" y="56557"/>
                </a:lnTo>
                <a:lnTo>
                  <a:pt x="2150260" y="29020"/>
                </a:lnTo>
                <a:lnTo>
                  <a:pt x="2135294" y="29020"/>
                </a:lnTo>
                <a:lnTo>
                  <a:pt x="2135294" y="56557"/>
                </a:lnTo>
                <a:lnTo>
                  <a:pt x="2116427" y="56557"/>
                </a:lnTo>
                <a:lnTo>
                  <a:pt x="2116427" y="69140"/>
                </a:lnTo>
                <a:lnTo>
                  <a:pt x="2134645" y="69140"/>
                </a:lnTo>
                <a:lnTo>
                  <a:pt x="2134645" y="127067"/>
                </a:lnTo>
                <a:cubicBezTo>
                  <a:pt x="2134645" y="140084"/>
                  <a:pt x="2137680" y="155266"/>
                  <a:pt x="2152646" y="155266"/>
                </a:cubicBezTo>
                <a:cubicBezTo>
                  <a:pt x="2167830" y="155266"/>
                  <a:pt x="2178890" y="149845"/>
                  <a:pt x="2184311" y="147025"/>
                </a:cubicBezTo>
                <a:close/>
                <a:moveTo>
                  <a:pt x="2335269" y="188522"/>
                </a:moveTo>
                <a:lnTo>
                  <a:pt x="2335269" y="171606"/>
                </a:lnTo>
                <a:lnTo>
                  <a:pt x="2190604" y="171606"/>
                </a:lnTo>
                <a:lnTo>
                  <a:pt x="2190604" y="188522"/>
                </a:lnTo>
                <a:lnTo>
                  <a:pt x="2335269" y="188522"/>
                </a:lnTo>
                <a:close/>
                <a:moveTo>
                  <a:pt x="2413351" y="125134"/>
                </a:moveTo>
                <a:cubicBezTo>
                  <a:pt x="2413351" y="113213"/>
                  <a:pt x="2405326" y="105845"/>
                  <a:pt x="2404892" y="105196"/>
                </a:cubicBezTo>
                <a:cubicBezTo>
                  <a:pt x="2396433" y="97611"/>
                  <a:pt x="2390575" y="96310"/>
                  <a:pt x="2379730" y="94360"/>
                </a:cubicBezTo>
                <a:cubicBezTo>
                  <a:pt x="2367803" y="91977"/>
                  <a:pt x="2357825" y="89810"/>
                  <a:pt x="2357825" y="79192"/>
                </a:cubicBezTo>
                <a:cubicBezTo>
                  <a:pt x="2357825" y="65754"/>
                  <a:pt x="2373442" y="65754"/>
                  <a:pt x="2376262" y="65754"/>
                </a:cubicBezTo>
                <a:cubicBezTo>
                  <a:pt x="2383202" y="65754"/>
                  <a:pt x="2394696" y="66622"/>
                  <a:pt x="2407060" y="73989"/>
                </a:cubicBezTo>
                <a:lnTo>
                  <a:pt x="2409661" y="59900"/>
                </a:lnTo>
                <a:cubicBezTo>
                  <a:pt x="2398386" y="54693"/>
                  <a:pt x="2389493" y="52956"/>
                  <a:pt x="2378430" y="52956"/>
                </a:cubicBezTo>
                <a:cubicBezTo>
                  <a:pt x="2373009" y="52956"/>
                  <a:pt x="2342426" y="52956"/>
                  <a:pt x="2342426" y="81360"/>
                </a:cubicBezTo>
                <a:cubicBezTo>
                  <a:pt x="2342426" y="91977"/>
                  <a:pt x="2348717" y="98911"/>
                  <a:pt x="2354138" y="103029"/>
                </a:cubicBezTo>
                <a:cubicBezTo>
                  <a:pt x="2360863" y="107798"/>
                  <a:pt x="2365635" y="108662"/>
                  <a:pt x="2377562" y="111048"/>
                </a:cubicBezTo>
                <a:cubicBezTo>
                  <a:pt x="2385370" y="112564"/>
                  <a:pt x="2397949" y="115165"/>
                  <a:pt x="2397949" y="126650"/>
                </a:cubicBezTo>
                <a:cubicBezTo>
                  <a:pt x="2397949" y="141604"/>
                  <a:pt x="2380816" y="141604"/>
                  <a:pt x="2377562" y="141604"/>
                </a:cubicBezTo>
                <a:cubicBezTo>
                  <a:pt x="2359996" y="141604"/>
                  <a:pt x="2347850" y="133584"/>
                  <a:pt x="2343945" y="130983"/>
                </a:cubicBezTo>
                <a:lnTo>
                  <a:pt x="2341343" y="145724"/>
                </a:lnTo>
                <a:cubicBezTo>
                  <a:pt x="2348283" y="149193"/>
                  <a:pt x="2360211" y="155266"/>
                  <a:pt x="2377781" y="155266"/>
                </a:cubicBezTo>
                <a:cubicBezTo>
                  <a:pt x="2381683" y="155266"/>
                  <a:pt x="2393614" y="155266"/>
                  <a:pt x="2402940" y="148326"/>
                </a:cubicBezTo>
                <a:cubicBezTo>
                  <a:pt x="2409661" y="143119"/>
                  <a:pt x="2413351" y="134451"/>
                  <a:pt x="2413351" y="125134"/>
                </a:cubicBezTo>
                <a:close/>
                <a:moveTo>
                  <a:pt x="2520059" y="105196"/>
                </a:moveTo>
                <a:cubicBezTo>
                  <a:pt x="2520059" y="76157"/>
                  <a:pt x="2498369" y="52956"/>
                  <a:pt x="2472562" y="52956"/>
                </a:cubicBezTo>
                <a:cubicBezTo>
                  <a:pt x="2445884" y="52956"/>
                  <a:pt x="2424845" y="76806"/>
                  <a:pt x="2424845" y="105196"/>
                </a:cubicBezTo>
                <a:cubicBezTo>
                  <a:pt x="2424845" y="133803"/>
                  <a:pt x="2446966" y="155266"/>
                  <a:pt x="2472343" y="155266"/>
                </a:cubicBezTo>
                <a:cubicBezTo>
                  <a:pt x="2498369" y="155266"/>
                  <a:pt x="2520059" y="133369"/>
                  <a:pt x="2520059" y="105196"/>
                </a:cubicBezTo>
                <a:moveTo>
                  <a:pt x="2503141" y="103029"/>
                </a:moveTo>
                <a:cubicBezTo>
                  <a:pt x="2503141" y="128600"/>
                  <a:pt x="2488394" y="141385"/>
                  <a:pt x="2472343" y="141385"/>
                </a:cubicBezTo>
                <a:cubicBezTo>
                  <a:pt x="2457378" y="141385"/>
                  <a:pt x="2441760" y="129252"/>
                  <a:pt x="2441760" y="103029"/>
                </a:cubicBezTo>
                <a:cubicBezTo>
                  <a:pt x="2441760" y="76806"/>
                  <a:pt x="2458245" y="66188"/>
                  <a:pt x="2472343" y="66188"/>
                </a:cubicBezTo>
                <a:cubicBezTo>
                  <a:pt x="2487527" y="66188"/>
                  <a:pt x="2503141" y="77458"/>
                  <a:pt x="2503141" y="103029"/>
                </a:cubicBezTo>
                <a:close/>
                <a:moveTo>
                  <a:pt x="2671450" y="188522"/>
                </a:moveTo>
                <a:lnTo>
                  <a:pt x="2671450" y="171606"/>
                </a:lnTo>
                <a:lnTo>
                  <a:pt x="2526785" y="171606"/>
                </a:lnTo>
                <a:lnTo>
                  <a:pt x="2526785" y="188522"/>
                </a:lnTo>
                <a:lnTo>
                  <a:pt x="2671450" y="188522"/>
                </a:lnTo>
                <a:close/>
                <a:moveTo>
                  <a:pt x="2746713" y="16916"/>
                </a:moveTo>
                <a:lnTo>
                  <a:pt x="2746713" y="2386"/>
                </a:lnTo>
                <a:cubicBezTo>
                  <a:pt x="2744108" y="1738"/>
                  <a:pt x="2737383" y="0"/>
                  <a:pt x="2729361" y="0"/>
                </a:cubicBezTo>
                <a:cubicBezTo>
                  <a:pt x="2708971" y="0"/>
                  <a:pt x="2693357" y="15400"/>
                  <a:pt x="2693357" y="37062"/>
                </a:cubicBezTo>
                <a:lnTo>
                  <a:pt x="2693357" y="56557"/>
                </a:lnTo>
                <a:lnTo>
                  <a:pt x="2677306" y="56557"/>
                </a:lnTo>
                <a:lnTo>
                  <a:pt x="2677306" y="69140"/>
                </a:lnTo>
                <a:lnTo>
                  <a:pt x="2693357" y="69140"/>
                </a:lnTo>
                <a:lnTo>
                  <a:pt x="2693357" y="152936"/>
                </a:lnTo>
                <a:lnTo>
                  <a:pt x="2709623" y="152936"/>
                </a:lnTo>
                <a:lnTo>
                  <a:pt x="2709623" y="69140"/>
                </a:lnTo>
                <a:lnTo>
                  <a:pt x="2733481" y="69140"/>
                </a:lnTo>
                <a:lnTo>
                  <a:pt x="2733481" y="56557"/>
                </a:lnTo>
                <a:lnTo>
                  <a:pt x="2708971" y="56557"/>
                </a:lnTo>
                <a:lnTo>
                  <a:pt x="2708971" y="30780"/>
                </a:lnTo>
                <a:cubicBezTo>
                  <a:pt x="2708971" y="14748"/>
                  <a:pt x="2723503" y="13232"/>
                  <a:pt x="2729142" y="13232"/>
                </a:cubicBezTo>
                <a:cubicBezTo>
                  <a:pt x="2733481" y="13232"/>
                  <a:pt x="2739336" y="13666"/>
                  <a:pt x="2746713" y="16916"/>
                </a:cubicBezTo>
                <a:close/>
                <a:moveTo>
                  <a:pt x="2826527" y="152883"/>
                </a:moveTo>
                <a:lnTo>
                  <a:pt x="2826527" y="90243"/>
                </a:lnTo>
                <a:cubicBezTo>
                  <a:pt x="2826527" y="68137"/>
                  <a:pt x="2810695" y="52956"/>
                  <a:pt x="2790738" y="52956"/>
                </a:cubicBezTo>
                <a:cubicBezTo>
                  <a:pt x="2776640" y="52956"/>
                  <a:pt x="2766880" y="56428"/>
                  <a:pt x="2756687" y="62286"/>
                </a:cubicBezTo>
                <a:lnTo>
                  <a:pt x="2757988" y="76590"/>
                </a:lnTo>
                <a:cubicBezTo>
                  <a:pt x="2769266" y="68571"/>
                  <a:pt x="2780112" y="65754"/>
                  <a:pt x="2790738" y="65754"/>
                </a:cubicBezTo>
                <a:cubicBezTo>
                  <a:pt x="2800935" y="65754"/>
                  <a:pt x="2809609" y="74423"/>
                  <a:pt x="2809609" y="90462"/>
                </a:cubicBezTo>
                <a:lnTo>
                  <a:pt x="2809609" y="99782"/>
                </a:lnTo>
                <a:cubicBezTo>
                  <a:pt x="2777077" y="100215"/>
                  <a:pt x="2749529" y="109324"/>
                  <a:pt x="2749529" y="128388"/>
                </a:cubicBezTo>
                <a:cubicBezTo>
                  <a:pt x="2749529" y="137705"/>
                  <a:pt x="2755386" y="155266"/>
                  <a:pt x="2774257" y="155266"/>
                </a:cubicBezTo>
                <a:cubicBezTo>
                  <a:pt x="2777292" y="155266"/>
                  <a:pt x="2797678" y="154833"/>
                  <a:pt x="2810261" y="145072"/>
                </a:cubicBezTo>
                <a:lnTo>
                  <a:pt x="2810261" y="152883"/>
                </a:lnTo>
                <a:lnTo>
                  <a:pt x="2826527" y="152883"/>
                </a:lnTo>
                <a:moveTo>
                  <a:pt x="2809609" y="124274"/>
                </a:moveTo>
                <a:cubicBezTo>
                  <a:pt x="2809609" y="128388"/>
                  <a:pt x="2809609" y="133806"/>
                  <a:pt x="2802236" y="137920"/>
                </a:cubicBezTo>
                <a:cubicBezTo>
                  <a:pt x="2795944" y="141819"/>
                  <a:pt x="2787704" y="142037"/>
                  <a:pt x="2785317" y="142037"/>
                </a:cubicBezTo>
                <a:cubicBezTo>
                  <a:pt x="2774906" y="142037"/>
                  <a:pt x="2765146" y="137053"/>
                  <a:pt x="2765146" y="127958"/>
                </a:cubicBezTo>
                <a:cubicBezTo>
                  <a:pt x="2765146" y="112792"/>
                  <a:pt x="2800283" y="111276"/>
                  <a:pt x="2809609" y="110843"/>
                </a:cubicBezTo>
                <a:lnTo>
                  <a:pt x="2809609" y="124274"/>
                </a:lnTo>
                <a:close/>
                <a:moveTo>
                  <a:pt x="2913067" y="68763"/>
                </a:moveTo>
                <a:lnTo>
                  <a:pt x="2913067" y="54227"/>
                </a:lnTo>
                <a:cubicBezTo>
                  <a:pt x="2893763" y="54445"/>
                  <a:pt x="2881835" y="65076"/>
                  <a:pt x="2875110" y="75055"/>
                </a:cubicBezTo>
                <a:lnTo>
                  <a:pt x="2875110" y="55312"/>
                </a:lnTo>
                <a:lnTo>
                  <a:pt x="2859926" y="55312"/>
                </a:lnTo>
                <a:lnTo>
                  <a:pt x="2859926" y="152936"/>
                </a:lnTo>
                <a:lnTo>
                  <a:pt x="2876196" y="152936"/>
                </a:lnTo>
                <a:lnTo>
                  <a:pt x="2876196" y="106510"/>
                </a:lnTo>
                <a:cubicBezTo>
                  <a:pt x="2876196" y="84818"/>
                  <a:pt x="2891810" y="69197"/>
                  <a:pt x="2913067" y="68763"/>
                </a:cubicBezTo>
                <a:close/>
                <a:moveTo>
                  <a:pt x="2955360" y="152936"/>
                </a:moveTo>
                <a:lnTo>
                  <a:pt x="2955360" y="134934"/>
                </a:lnTo>
                <a:lnTo>
                  <a:pt x="2937359" y="134934"/>
                </a:lnTo>
                <a:lnTo>
                  <a:pt x="2937359" y="152936"/>
                </a:lnTo>
                <a:lnTo>
                  <a:pt x="2955360" y="152936"/>
                </a:lnTo>
                <a:close/>
                <a:moveTo>
                  <a:pt x="3181795" y="152936"/>
                </a:moveTo>
                <a:lnTo>
                  <a:pt x="3181795" y="2330"/>
                </a:lnTo>
                <a:lnTo>
                  <a:pt x="3162490" y="2330"/>
                </a:lnTo>
                <a:lnTo>
                  <a:pt x="3162490" y="68111"/>
                </a:lnTo>
                <a:lnTo>
                  <a:pt x="3088533" y="68111"/>
                </a:lnTo>
                <a:lnTo>
                  <a:pt x="3088533" y="2330"/>
                </a:lnTo>
                <a:lnTo>
                  <a:pt x="3069229" y="2330"/>
                </a:lnTo>
                <a:lnTo>
                  <a:pt x="3069229" y="152936"/>
                </a:lnTo>
                <a:lnTo>
                  <a:pt x="3088533" y="152936"/>
                </a:lnTo>
                <a:lnTo>
                  <a:pt x="3088533" y="81340"/>
                </a:lnTo>
                <a:lnTo>
                  <a:pt x="3162490" y="81340"/>
                </a:lnTo>
                <a:lnTo>
                  <a:pt x="3162490" y="152936"/>
                </a:lnTo>
                <a:lnTo>
                  <a:pt x="3181795" y="152936"/>
                </a:lnTo>
                <a:close/>
                <a:moveTo>
                  <a:pt x="3304122" y="105196"/>
                </a:moveTo>
                <a:cubicBezTo>
                  <a:pt x="3304122" y="76157"/>
                  <a:pt x="3282432" y="52956"/>
                  <a:pt x="3256624" y="52956"/>
                </a:cubicBezTo>
                <a:cubicBezTo>
                  <a:pt x="3229946" y="52956"/>
                  <a:pt x="3208908" y="76806"/>
                  <a:pt x="3208908" y="105196"/>
                </a:cubicBezTo>
                <a:cubicBezTo>
                  <a:pt x="3208908" y="133803"/>
                  <a:pt x="3231028" y="155266"/>
                  <a:pt x="3256406" y="155266"/>
                </a:cubicBezTo>
                <a:cubicBezTo>
                  <a:pt x="3282432" y="155266"/>
                  <a:pt x="3304122" y="133369"/>
                  <a:pt x="3304122" y="105196"/>
                </a:cubicBezTo>
                <a:moveTo>
                  <a:pt x="3287204" y="103029"/>
                </a:moveTo>
                <a:cubicBezTo>
                  <a:pt x="3287204" y="128600"/>
                  <a:pt x="3272457" y="141385"/>
                  <a:pt x="3256406" y="141385"/>
                </a:cubicBezTo>
                <a:cubicBezTo>
                  <a:pt x="3241440" y="141385"/>
                  <a:pt x="3225823" y="129252"/>
                  <a:pt x="3225823" y="103029"/>
                </a:cubicBezTo>
                <a:cubicBezTo>
                  <a:pt x="3225823" y="76806"/>
                  <a:pt x="3242307" y="66188"/>
                  <a:pt x="3256406" y="66188"/>
                </a:cubicBezTo>
                <a:cubicBezTo>
                  <a:pt x="3271590" y="66188"/>
                  <a:pt x="3287204" y="77458"/>
                  <a:pt x="3287204" y="103029"/>
                </a:cubicBezTo>
                <a:close/>
                <a:moveTo>
                  <a:pt x="3455730" y="56557"/>
                </a:moveTo>
                <a:lnTo>
                  <a:pt x="3439894" y="56557"/>
                </a:lnTo>
                <a:lnTo>
                  <a:pt x="3426014" y="102578"/>
                </a:lnTo>
                <a:cubicBezTo>
                  <a:pt x="3423628" y="110393"/>
                  <a:pt x="3417121" y="131883"/>
                  <a:pt x="3416039" y="141216"/>
                </a:cubicBezTo>
                <a:lnTo>
                  <a:pt x="3415821" y="141216"/>
                </a:lnTo>
                <a:cubicBezTo>
                  <a:pt x="3414953" y="134488"/>
                  <a:pt x="3409529" y="115169"/>
                  <a:pt x="3405842" y="102794"/>
                </a:cubicBezTo>
                <a:lnTo>
                  <a:pt x="3391744" y="56557"/>
                </a:lnTo>
                <a:lnTo>
                  <a:pt x="3376563" y="56557"/>
                </a:lnTo>
                <a:lnTo>
                  <a:pt x="3364199" y="97366"/>
                </a:lnTo>
                <a:cubicBezTo>
                  <a:pt x="3361813" y="104965"/>
                  <a:pt x="3354439" y="129927"/>
                  <a:pt x="3353572" y="140998"/>
                </a:cubicBezTo>
                <a:lnTo>
                  <a:pt x="3353357" y="140998"/>
                </a:lnTo>
                <a:cubicBezTo>
                  <a:pt x="3352272" y="130579"/>
                  <a:pt x="3345113" y="106050"/>
                  <a:pt x="3341645" y="94112"/>
                </a:cubicBezTo>
                <a:lnTo>
                  <a:pt x="3330366" y="56557"/>
                </a:lnTo>
                <a:lnTo>
                  <a:pt x="3313881" y="56557"/>
                </a:lnTo>
                <a:lnTo>
                  <a:pt x="3343594" y="152936"/>
                </a:lnTo>
                <a:lnTo>
                  <a:pt x="3360731" y="152936"/>
                </a:lnTo>
                <a:lnTo>
                  <a:pt x="3374177" y="108222"/>
                </a:lnTo>
                <a:cubicBezTo>
                  <a:pt x="3377215" y="98236"/>
                  <a:pt x="3383288" y="76746"/>
                  <a:pt x="3383937" y="68713"/>
                </a:cubicBezTo>
                <a:lnTo>
                  <a:pt x="3384155" y="68713"/>
                </a:lnTo>
                <a:cubicBezTo>
                  <a:pt x="3384589" y="74793"/>
                  <a:pt x="3388276" y="89770"/>
                  <a:pt x="3391095" y="99103"/>
                </a:cubicBezTo>
                <a:lnTo>
                  <a:pt x="3406928" y="152936"/>
                </a:lnTo>
                <a:lnTo>
                  <a:pt x="3426014" y="152936"/>
                </a:lnTo>
                <a:lnTo>
                  <a:pt x="3455730" y="56557"/>
                </a:lnTo>
                <a:close/>
                <a:moveTo>
                  <a:pt x="3548773" y="105488"/>
                </a:moveTo>
                <a:cubicBezTo>
                  <a:pt x="3548773" y="98114"/>
                  <a:pt x="3548558" y="81830"/>
                  <a:pt x="3540099" y="68796"/>
                </a:cubicBezTo>
                <a:cubicBezTo>
                  <a:pt x="3531206" y="55342"/>
                  <a:pt x="3517975" y="52956"/>
                  <a:pt x="3510168" y="52956"/>
                </a:cubicBezTo>
                <a:cubicBezTo>
                  <a:pt x="3486095" y="52956"/>
                  <a:pt x="3466572" y="75965"/>
                  <a:pt x="3466572" y="103972"/>
                </a:cubicBezTo>
                <a:cubicBezTo>
                  <a:pt x="3466572" y="132522"/>
                  <a:pt x="3487395" y="155266"/>
                  <a:pt x="3513421" y="155266"/>
                </a:cubicBezTo>
                <a:cubicBezTo>
                  <a:pt x="3527086" y="155266"/>
                  <a:pt x="3539447" y="150063"/>
                  <a:pt x="3547906" y="143990"/>
                </a:cubicBezTo>
                <a:lnTo>
                  <a:pt x="3546605" y="129927"/>
                </a:lnTo>
                <a:cubicBezTo>
                  <a:pt x="3532940" y="141170"/>
                  <a:pt x="3518627" y="142037"/>
                  <a:pt x="3513639" y="142037"/>
                </a:cubicBezTo>
                <a:cubicBezTo>
                  <a:pt x="3496288" y="142037"/>
                  <a:pt x="3482404" y="126683"/>
                  <a:pt x="3481756" y="105488"/>
                </a:cubicBezTo>
                <a:lnTo>
                  <a:pt x="3548773" y="105488"/>
                </a:lnTo>
                <a:moveTo>
                  <a:pt x="3536412" y="93559"/>
                </a:moveTo>
                <a:lnTo>
                  <a:pt x="3482838" y="93559"/>
                </a:lnTo>
                <a:cubicBezTo>
                  <a:pt x="3486310" y="77051"/>
                  <a:pt x="3497804" y="66188"/>
                  <a:pt x="3510168" y="66188"/>
                </a:cubicBezTo>
                <a:cubicBezTo>
                  <a:pt x="3521447" y="66188"/>
                  <a:pt x="3533592" y="73575"/>
                  <a:pt x="3536412" y="93559"/>
                </a:cubicBezTo>
                <a:close/>
                <a:moveTo>
                  <a:pt x="3652017" y="56557"/>
                </a:moveTo>
                <a:lnTo>
                  <a:pt x="3635748" y="56557"/>
                </a:lnTo>
                <a:lnTo>
                  <a:pt x="3618614" y="101708"/>
                </a:lnTo>
                <a:cubicBezTo>
                  <a:pt x="3614060" y="113646"/>
                  <a:pt x="3607335" y="131231"/>
                  <a:pt x="3605601" y="141431"/>
                </a:cubicBezTo>
                <a:lnTo>
                  <a:pt x="3605383" y="141431"/>
                </a:lnTo>
                <a:cubicBezTo>
                  <a:pt x="3604082" y="133617"/>
                  <a:pt x="3598443" y="118641"/>
                  <a:pt x="3596275" y="112779"/>
                </a:cubicBezTo>
                <a:lnTo>
                  <a:pt x="3575237" y="56557"/>
                </a:lnTo>
                <a:lnTo>
                  <a:pt x="3558319" y="56557"/>
                </a:lnTo>
                <a:lnTo>
                  <a:pt x="3595623" y="152936"/>
                </a:lnTo>
                <a:lnTo>
                  <a:pt x="3614709" y="152936"/>
                </a:lnTo>
                <a:lnTo>
                  <a:pt x="3652017" y="56557"/>
                </a:lnTo>
                <a:close/>
                <a:moveTo>
                  <a:pt x="3745060" y="105488"/>
                </a:moveTo>
                <a:cubicBezTo>
                  <a:pt x="3745060" y="98114"/>
                  <a:pt x="3744845" y="81830"/>
                  <a:pt x="3736386" y="68796"/>
                </a:cubicBezTo>
                <a:cubicBezTo>
                  <a:pt x="3727493" y="55342"/>
                  <a:pt x="3714262" y="52956"/>
                  <a:pt x="3706455" y="52956"/>
                </a:cubicBezTo>
                <a:cubicBezTo>
                  <a:pt x="3682381" y="52956"/>
                  <a:pt x="3662859" y="75965"/>
                  <a:pt x="3662859" y="103972"/>
                </a:cubicBezTo>
                <a:cubicBezTo>
                  <a:pt x="3662859" y="132522"/>
                  <a:pt x="3683682" y="155266"/>
                  <a:pt x="3709708" y="155266"/>
                </a:cubicBezTo>
                <a:cubicBezTo>
                  <a:pt x="3723373" y="155266"/>
                  <a:pt x="3735734" y="150063"/>
                  <a:pt x="3744193" y="143990"/>
                </a:cubicBezTo>
                <a:lnTo>
                  <a:pt x="3742892" y="129927"/>
                </a:lnTo>
                <a:cubicBezTo>
                  <a:pt x="3729227" y="141170"/>
                  <a:pt x="3714914" y="142037"/>
                  <a:pt x="3709926" y="142037"/>
                </a:cubicBezTo>
                <a:cubicBezTo>
                  <a:pt x="3692575" y="142037"/>
                  <a:pt x="3678691" y="126683"/>
                  <a:pt x="3678043" y="105488"/>
                </a:cubicBezTo>
                <a:lnTo>
                  <a:pt x="3745060" y="105488"/>
                </a:lnTo>
                <a:moveTo>
                  <a:pt x="3732699" y="93559"/>
                </a:moveTo>
                <a:lnTo>
                  <a:pt x="3679125" y="93559"/>
                </a:lnTo>
                <a:cubicBezTo>
                  <a:pt x="3682596" y="77051"/>
                  <a:pt x="3694090" y="66188"/>
                  <a:pt x="3706455" y="66188"/>
                </a:cubicBezTo>
                <a:cubicBezTo>
                  <a:pt x="3717733" y="66188"/>
                  <a:pt x="3729879" y="73575"/>
                  <a:pt x="3732699" y="93559"/>
                </a:cubicBezTo>
                <a:close/>
                <a:moveTo>
                  <a:pt x="3822492" y="68763"/>
                </a:moveTo>
                <a:lnTo>
                  <a:pt x="3822492" y="54227"/>
                </a:lnTo>
                <a:cubicBezTo>
                  <a:pt x="3803188" y="54445"/>
                  <a:pt x="3791260" y="65076"/>
                  <a:pt x="3784535" y="75055"/>
                </a:cubicBezTo>
                <a:lnTo>
                  <a:pt x="3784535" y="55312"/>
                </a:lnTo>
                <a:lnTo>
                  <a:pt x="3769351" y="55312"/>
                </a:lnTo>
                <a:lnTo>
                  <a:pt x="3769351" y="152936"/>
                </a:lnTo>
                <a:lnTo>
                  <a:pt x="3785621" y="152936"/>
                </a:lnTo>
                <a:lnTo>
                  <a:pt x="3785621" y="106510"/>
                </a:lnTo>
                <a:cubicBezTo>
                  <a:pt x="3785621" y="84818"/>
                  <a:pt x="3801235" y="69197"/>
                  <a:pt x="3822492" y="68763"/>
                </a:cubicBezTo>
                <a:close/>
                <a:moveTo>
                  <a:pt x="4002078" y="104551"/>
                </a:moveTo>
                <a:cubicBezTo>
                  <a:pt x="4002078" y="77653"/>
                  <a:pt x="3987327" y="54227"/>
                  <a:pt x="3966941" y="54227"/>
                </a:cubicBezTo>
                <a:cubicBezTo>
                  <a:pt x="3958482" y="54237"/>
                  <a:pt x="3945035" y="56411"/>
                  <a:pt x="3932022" y="67052"/>
                </a:cubicBezTo>
                <a:lnTo>
                  <a:pt x="3932022" y="2330"/>
                </a:lnTo>
                <a:lnTo>
                  <a:pt x="3915753" y="2330"/>
                </a:lnTo>
                <a:lnTo>
                  <a:pt x="3915753" y="152946"/>
                </a:lnTo>
                <a:lnTo>
                  <a:pt x="3932671" y="152883"/>
                </a:lnTo>
                <a:lnTo>
                  <a:pt x="3932671" y="142904"/>
                </a:lnTo>
                <a:cubicBezTo>
                  <a:pt x="3937877" y="147677"/>
                  <a:pt x="3947203" y="155266"/>
                  <a:pt x="3961735" y="155266"/>
                </a:cubicBezTo>
                <a:cubicBezTo>
                  <a:pt x="3983425" y="155266"/>
                  <a:pt x="4002078" y="133587"/>
                  <a:pt x="4002078" y="104551"/>
                </a:cubicBezTo>
                <a:moveTo>
                  <a:pt x="3985160" y="104551"/>
                </a:moveTo>
                <a:cubicBezTo>
                  <a:pt x="3985160" y="132720"/>
                  <a:pt x="3966941" y="142037"/>
                  <a:pt x="3953709" y="142037"/>
                </a:cubicBezTo>
                <a:cubicBezTo>
                  <a:pt x="3945250" y="142037"/>
                  <a:pt x="3938095" y="138135"/>
                  <a:pt x="3932671" y="128169"/>
                </a:cubicBezTo>
                <a:lnTo>
                  <a:pt x="3932671" y="80281"/>
                </a:lnTo>
                <a:cubicBezTo>
                  <a:pt x="3936143" y="75051"/>
                  <a:pt x="3943950" y="67459"/>
                  <a:pt x="3955880" y="67459"/>
                </a:cubicBezTo>
                <a:cubicBezTo>
                  <a:pt x="3968675" y="67459"/>
                  <a:pt x="3985160" y="76786"/>
                  <a:pt x="3985160" y="104551"/>
                </a:cubicBezTo>
                <a:close/>
                <a:moveTo>
                  <a:pt x="4099895" y="105488"/>
                </a:moveTo>
                <a:cubicBezTo>
                  <a:pt x="4099895" y="98114"/>
                  <a:pt x="4099680" y="81830"/>
                  <a:pt x="4091221" y="68796"/>
                </a:cubicBezTo>
                <a:cubicBezTo>
                  <a:pt x="4082328" y="55342"/>
                  <a:pt x="4069097" y="52956"/>
                  <a:pt x="4061290" y="52956"/>
                </a:cubicBezTo>
                <a:cubicBezTo>
                  <a:pt x="4037216" y="52956"/>
                  <a:pt x="4017694" y="75965"/>
                  <a:pt x="4017694" y="103972"/>
                </a:cubicBezTo>
                <a:cubicBezTo>
                  <a:pt x="4017694" y="132522"/>
                  <a:pt x="4038517" y="155266"/>
                  <a:pt x="4064543" y="155266"/>
                </a:cubicBezTo>
                <a:cubicBezTo>
                  <a:pt x="4078208" y="155266"/>
                  <a:pt x="4090569" y="150063"/>
                  <a:pt x="4099028" y="143990"/>
                </a:cubicBezTo>
                <a:lnTo>
                  <a:pt x="4097727" y="129927"/>
                </a:lnTo>
                <a:cubicBezTo>
                  <a:pt x="4084062" y="141170"/>
                  <a:pt x="4069749" y="142037"/>
                  <a:pt x="4064761" y="142037"/>
                </a:cubicBezTo>
                <a:cubicBezTo>
                  <a:pt x="4047410" y="142037"/>
                  <a:pt x="4033526" y="126683"/>
                  <a:pt x="4032878" y="105488"/>
                </a:cubicBezTo>
                <a:lnTo>
                  <a:pt x="4099895" y="105488"/>
                </a:lnTo>
                <a:moveTo>
                  <a:pt x="4087534" y="93559"/>
                </a:moveTo>
                <a:lnTo>
                  <a:pt x="4033960" y="93559"/>
                </a:lnTo>
                <a:cubicBezTo>
                  <a:pt x="4037431" y="77051"/>
                  <a:pt x="4048925" y="66188"/>
                  <a:pt x="4061290" y="66188"/>
                </a:cubicBezTo>
                <a:cubicBezTo>
                  <a:pt x="4072568" y="66188"/>
                  <a:pt x="4084714" y="73575"/>
                  <a:pt x="4087534" y="93559"/>
                </a:cubicBezTo>
                <a:close/>
                <a:moveTo>
                  <a:pt x="4184485" y="125134"/>
                </a:moveTo>
                <a:cubicBezTo>
                  <a:pt x="4184485" y="113213"/>
                  <a:pt x="4176459" y="105845"/>
                  <a:pt x="4176026" y="105196"/>
                </a:cubicBezTo>
                <a:cubicBezTo>
                  <a:pt x="4167567" y="97611"/>
                  <a:pt x="4161709" y="96310"/>
                  <a:pt x="4150864" y="94360"/>
                </a:cubicBezTo>
                <a:cubicBezTo>
                  <a:pt x="4138936" y="91977"/>
                  <a:pt x="4128958" y="89810"/>
                  <a:pt x="4128958" y="79192"/>
                </a:cubicBezTo>
                <a:cubicBezTo>
                  <a:pt x="4128958" y="65754"/>
                  <a:pt x="4144576" y="65754"/>
                  <a:pt x="4147395" y="65754"/>
                </a:cubicBezTo>
                <a:cubicBezTo>
                  <a:pt x="4154335" y="65754"/>
                  <a:pt x="4165829" y="66622"/>
                  <a:pt x="4178194" y="73989"/>
                </a:cubicBezTo>
                <a:lnTo>
                  <a:pt x="4180795" y="59900"/>
                </a:lnTo>
                <a:cubicBezTo>
                  <a:pt x="4169519" y="54693"/>
                  <a:pt x="4160627" y="52956"/>
                  <a:pt x="4149563" y="52956"/>
                </a:cubicBezTo>
                <a:cubicBezTo>
                  <a:pt x="4144142" y="52956"/>
                  <a:pt x="4113559" y="52956"/>
                  <a:pt x="4113559" y="81360"/>
                </a:cubicBezTo>
                <a:cubicBezTo>
                  <a:pt x="4113559" y="91977"/>
                  <a:pt x="4119851" y="98911"/>
                  <a:pt x="4125271" y="103029"/>
                </a:cubicBezTo>
                <a:cubicBezTo>
                  <a:pt x="4131996" y="107798"/>
                  <a:pt x="4136769" y="108662"/>
                  <a:pt x="4148696" y="111048"/>
                </a:cubicBezTo>
                <a:cubicBezTo>
                  <a:pt x="4156503" y="112564"/>
                  <a:pt x="4169083" y="115165"/>
                  <a:pt x="4169083" y="126650"/>
                </a:cubicBezTo>
                <a:cubicBezTo>
                  <a:pt x="4169083" y="141604"/>
                  <a:pt x="4151949" y="141604"/>
                  <a:pt x="4148696" y="141604"/>
                </a:cubicBezTo>
                <a:cubicBezTo>
                  <a:pt x="4131129" y="141604"/>
                  <a:pt x="4118983" y="133584"/>
                  <a:pt x="4115078" y="130983"/>
                </a:cubicBezTo>
                <a:lnTo>
                  <a:pt x="4112477" y="145724"/>
                </a:lnTo>
                <a:cubicBezTo>
                  <a:pt x="4119417" y="149193"/>
                  <a:pt x="4131344" y="155266"/>
                  <a:pt x="4148915" y="155266"/>
                </a:cubicBezTo>
                <a:cubicBezTo>
                  <a:pt x="4152816" y="155266"/>
                  <a:pt x="4164747" y="155266"/>
                  <a:pt x="4174073" y="148326"/>
                </a:cubicBezTo>
                <a:cubicBezTo>
                  <a:pt x="4180795" y="143119"/>
                  <a:pt x="4184485" y="134451"/>
                  <a:pt x="4184485" y="125134"/>
                </a:cubicBezTo>
                <a:close/>
                <a:moveTo>
                  <a:pt x="4261478" y="147025"/>
                </a:moveTo>
                <a:lnTo>
                  <a:pt x="4258009" y="134226"/>
                </a:lnTo>
                <a:cubicBezTo>
                  <a:pt x="4252370" y="138784"/>
                  <a:pt x="4245430" y="141385"/>
                  <a:pt x="4238490" y="141385"/>
                </a:cubicBezTo>
                <a:cubicBezTo>
                  <a:pt x="4230464" y="141385"/>
                  <a:pt x="4227426" y="134878"/>
                  <a:pt x="4227426" y="123377"/>
                </a:cubicBezTo>
                <a:lnTo>
                  <a:pt x="4227426" y="69140"/>
                </a:lnTo>
                <a:lnTo>
                  <a:pt x="4258009" y="69140"/>
                </a:lnTo>
                <a:lnTo>
                  <a:pt x="4258009" y="56557"/>
                </a:lnTo>
                <a:lnTo>
                  <a:pt x="4227426" y="56557"/>
                </a:lnTo>
                <a:lnTo>
                  <a:pt x="4227426" y="29020"/>
                </a:lnTo>
                <a:lnTo>
                  <a:pt x="4212461" y="29020"/>
                </a:lnTo>
                <a:lnTo>
                  <a:pt x="4212461" y="56557"/>
                </a:lnTo>
                <a:lnTo>
                  <a:pt x="4193593" y="56557"/>
                </a:lnTo>
                <a:lnTo>
                  <a:pt x="4193593" y="69140"/>
                </a:lnTo>
                <a:lnTo>
                  <a:pt x="4211812" y="69140"/>
                </a:lnTo>
                <a:lnTo>
                  <a:pt x="4211812" y="127067"/>
                </a:lnTo>
                <a:cubicBezTo>
                  <a:pt x="4211812" y="140084"/>
                  <a:pt x="4214847" y="155266"/>
                  <a:pt x="4229812" y="155266"/>
                </a:cubicBezTo>
                <a:cubicBezTo>
                  <a:pt x="4244996" y="155266"/>
                  <a:pt x="4256057" y="149845"/>
                  <a:pt x="4261478" y="147025"/>
                </a:cubicBezTo>
                <a:close/>
                <a:moveTo>
                  <a:pt x="4412435" y="188522"/>
                </a:moveTo>
                <a:lnTo>
                  <a:pt x="4412435" y="171606"/>
                </a:lnTo>
                <a:lnTo>
                  <a:pt x="4267771" y="171606"/>
                </a:lnTo>
                <a:lnTo>
                  <a:pt x="4267771" y="188522"/>
                </a:lnTo>
                <a:lnTo>
                  <a:pt x="4412435" y="188522"/>
                </a:lnTo>
                <a:close/>
                <a:moveTo>
                  <a:pt x="4490518" y="125134"/>
                </a:moveTo>
                <a:cubicBezTo>
                  <a:pt x="4490518" y="113213"/>
                  <a:pt x="4482492" y="105845"/>
                  <a:pt x="4482058" y="105196"/>
                </a:cubicBezTo>
                <a:cubicBezTo>
                  <a:pt x="4473599" y="97611"/>
                  <a:pt x="4467742" y="96310"/>
                  <a:pt x="4456896" y="94360"/>
                </a:cubicBezTo>
                <a:cubicBezTo>
                  <a:pt x="4444969" y="91977"/>
                  <a:pt x="4434991" y="89810"/>
                  <a:pt x="4434991" y="79192"/>
                </a:cubicBezTo>
                <a:cubicBezTo>
                  <a:pt x="4434991" y="65754"/>
                  <a:pt x="4450608" y="65754"/>
                  <a:pt x="4453428" y="65754"/>
                </a:cubicBezTo>
                <a:cubicBezTo>
                  <a:pt x="4460368" y="65754"/>
                  <a:pt x="4471862" y="66622"/>
                  <a:pt x="4484226" y="73989"/>
                </a:cubicBezTo>
                <a:lnTo>
                  <a:pt x="4486827" y="59900"/>
                </a:lnTo>
                <a:cubicBezTo>
                  <a:pt x="4475552" y="54693"/>
                  <a:pt x="4466659" y="52956"/>
                  <a:pt x="4455596" y="52956"/>
                </a:cubicBezTo>
                <a:cubicBezTo>
                  <a:pt x="4450175" y="52956"/>
                  <a:pt x="4419592" y="52956"/>
                  <a:pt x="4419592" y="81360"/>
                </a:cubicBezTo>
                <a:cubicBezTo>
                  <a:pt x="4419592" y="91977"/>
                  <a:pt x="4425883" y="98911"/>
                  <a:pt x="4431304" y="103029"/>
                </a:cubicBezTo>
                <a:cubicBezTo>
                  <a:pt x="4438029" y="107798"/>
                  <a:pt x="4442801" y="108662"/>
                  <a:pt x="4454729" y="111048"/>
                </a:cubicBezTo>
                <a:cubicBezTo>
                  <a:pt x="4462536" y="112564"/>
                  <a:pt x="4475115" y="115165"/>
                  <a:pt x="4475115" y="126650"/>
                </a:cubicBezTo>
                <a:cubicBezTo>
                  <a:pt x="4475115" y="141604"/>
                  <a:pt x="4457982" y="141604"/>
                  <a:pt x="4454729" y="141604"/>
                </a:cubicBezTo>
                <a:cubicBezTo>
                  <a:pt x="4437162" y="141604"/>
                  <a:pt x="4425016" y="133584"/>
                  <a:pt x="4421111" y="130983"/>
                </a:cubicBezTo>
                <a:lnTo>
                  <a:pt x="4418510" y="145724"/>
                </a:lnTo>
                <a:cubicBezTo>
                  <a:pt x="4425450" y="149193"/>
                  <a:pt x="4437377" y="155266"/>
                  <a:pt x="4454947" y="155266"/>
                </a:cubicBezTo>
                <a:cubicBezTo>
                  <a:pt x="4458849" y="155266"/>
                  <a:pt x="4470780" y="155266"/>
                  <a:pt x="4480106" y="148326"/>
                </a:cubicBezTo>
                <a:cubicBezTo>
                  <a:pt x="4486827" y="143119"/>
                  <a:pt x="4490518" y="134451"/>
                  <a:pt x="4490518" y="125134"/>
                </a:cubicBezTo>
                <a:close/>
                <a:moveTo>
                  <a:pt x="4597226" y="105196"/>
                </a:moveTo>
                <a:cubicBezTo>
                  <a:pt x="4597226" y="76157"/>
                  <a:pt x="4575536" y="52956"/>
                  <a:pt x="4549729" y="52956"/>
                </a:cubicBezTo>
                <a:cubicBezTo>
                  <a:pt x="4523051" y="52956"/>
                  <a:pt x="4502012" y="76806"/>
                  <a:pt x="4502012" y="105196"/>
                </a:cubicBezTo>
                <a:cubicBezTo>
                  <a:pt x="4502012" y="133803"/>
                  <a:pt x="4524133" y="155266"/>
                  <a:pt x="4549510" y="155266"/>
                </a:cubicBezTo>
                <a:cubicBezTo>
                  <a:pt x="4575536" y="155266"/>
                  <a:pt x="4597226" y="133369"/>
                  <a:pt x="4597226" y="105196"/>
                </a:cubicBezTo>
                <a:moveTo>
                  <a:pt x="4580308" y="103029"/>
                </a:moveTo>
                <a:cubicBezTo>
                  <a:pt x="4580308" y="128600"/>
                  <a:pt x="4565561" y="141385"/>
                  <a:pt x="4549510" y="141385"/>
                </a:cubicBezTo>
                <a:cubicBezTo>
                  <a:pt x="4534545" y="141385"/>
                  <a:pt x="4518927" y="129252"/>
                  <a:pt x="4518927" y="103029"/>
                </a:cubicBezTo>
                <a:cubicBezTo>
                  <a:pt x="4518927" y="76806"/>
                  <a:pt x="4535412" y="66188"/>
                  <a:pt x="4549510" y="66188"/>
                </a:cubicBezTo>
                <a:cubicBezTo>
                  <a:pt x="4564694" y="66188"/>
                  <a:pt x="4580308" y="77458"/>
                  <a:pt x="4580308" y="103029"/>
                </a:cubicBezTo>
                <a:close/>
                <a:moveTo>
                  <a:pt x="4748616" y="188522"/>
                </a:moveTo>
                <a:lnTo>
                  <a:pt x="4748616" y="171606"/>
                </a:lnTo>
                <a:lnTo>
                  <a:pt x="4603952" y="171606"/>
                </a:lnTo>
                <a:lnTo>
                  <a:pt x="4603952" y="188522"/>
                </a:lnTo>
                <a:lnTo>
                  <a:pt x="4748616" y="188522"/>
                </a:lnTo>
                <a:close/>
                <a:moveTo>
                  <a:pt x="4823879" y="16916"/>
                </a:moveTo>
                <a:lnTo>
                  <a:pt x="4823879" y="2386"/>
                </a:lnTo>
                <a:cubicBezTo>
                  <a:pt x="4821274" y="1738"/>
                  <a:pt x="4814550" y="0"/>
                  <a:pt x="4806527" y="0"/>
                </a:cubicBezTo>
                <a:cubicBezTo>
                  <a:pt x="4786138" y="0"/>
                  <a:pt x="4770523" y="15400"/>
                  <a:pt x="4770523" y="37062"/>
                </a:cubicBezTo>
                <a:lnTo>
                  <a:pt x="4770523" y="56557"/>
                </a:lnTo>
                <a:lnTo>
                  <a:pt x="4754472" y="56557"/>
                </a:lnTo>
                <a:lnTo>
                  <a:pt x="4754472" y="69140"/>
                </a:lnTo>
                <a:lnTo>
                  <a:pt x="4770523" y="69140"/>
                </a:lnTo>
                <a:lnTo>
                  <a:pt x="4770523" y="152936"/>
                </a:lnTo>
                <a:lnTo>
                  <a:pt x="4786789" y="152936"/>
                </a:lnTo>
                <a:lnTo>
                  <a:pt x="4786789" y="69140"/>
                </a:lnTo>
                <a:lnTo>
                  <a:pt x="4810648" y="69140"/>
                </a:lnTo>
                <a:lnTo>
                  <a:pt x="4810648" y="56557"/>
                </a:lnTo>
                <a:lnTo>
                  <a:pt x="4786138" y="56557"/>
                </a:lnTo>
                <a:lnTo>
                  <a:pt x="4786138" y="30780"/>
                </a:lnTo>
                <a:cubicBezTo>
                  <a:pt x="4786138" y="14748"/>
                  <a:pt x="4800670" y="13232"/>
                  <a:pt x="4806309" y="13232"/>
                </a:cubicBezTo>
                <a:cubicBezTo>
                  <a:pt x="4810648" y="13232"/>
                  <a:pt x="4816502" y="13666"/>
                  <a:pt x="4823879" y="16916"/>
                </a:cubicBezTo>
                <a:close/>
                <a:moveTo>
                  <a:pt x="4903694" y="152883"/>
                </a:moveTo>
                <a:lnTo>
                  <a:pt x="4903694" y="90243"/>
                </a:lnTo>
                <a:cubicBezTo>
                  <a:pt x="4903694" y="68137"/>
                  <a:pt x="4887861" y="52956"/>
                  <a:pt x="4867905" y="52956"/>
                </a:cubicBezTo>
                <a:cubicBezTo>
                  <a:pt x="4853807" y="52956"/>
                  <a:pt x="4844047" y="56428"/>
                  <a:pt x="4833854" y="62286"/>
                </a:cubicBezTo>
                <a:lnTo>
                  <a:pt x="4835154" y="76590"/>
                </a:lnTo>
                <a:cubicBezTo>
                  <a:pt x="4846433" y="68571"/>
                  <a:pt x="4857278" y="65754"/>
                  <a:pt x="4867905" y="65754"/>
                </a:cubicBezTo>
                <a:cubicBezTo>
                  <a:pt x="4878102" y="65754"/>
                  <a:pt x="4886776" y="74423"/>
                  <a:pt x="4886776" y="90462"/>
                </a:cubicBezTo>
                <a:lnTo>
                  <a:pt x="4886776" y="99782"/>
                </a:lnTo>
                <a:cubicBezTo>
                  <a:pt x="4854244" y="100215"/>
                  <a:pt x="4826695" y="109324"/>
                  <a:pt x="4826695" y="128388"/>
                </a:cubicBezTo>
                <a:cubicBezTo>
                  <a:pt x="4826695" y="137705"/>
                  <a:pt x="4832553" y="155266"/>
                  <a:pt x="4851424" y="155266"/>
                </a:cubicBezTo>
                <a:cubicBezTo>
                  <a:pt x="4854459" y="155266"/>
                  <a:pt x="4874845" y="154833"/>
                  <a:pt x="4887428" y="145072"/>
                </a:cubicBezTo>
                <a:lnTo>
                  <a:pt x="4887428" y="152883"/>
                </a:lnTo>
                <a:lnTo>
                  <a:pt x="4903694" y="152883"/>
                </a:lnTo>
                <a:moveTo>
                  <a:pt x="4886776" y="124274"/>
                </a:moveTo>
                <a:cubicBezTo>
                  <a:pt x="4886776" y="128388"/>
                  <a:pt x="4886776" y="133806"/>
                  <a:pt x="4879402" y="137920"/>
                </a:cubicBezTo>
                <a:cubicBezTo>
                  <a:pt x="4873111" y="141819"/>
                  <a:pt x="4864870" y="142037"/>
                  <a:pt x="4862484" y="142037"/>
                </a:cubicBezTo>
                <a:cubicBezTo>
                  <a:pt x="4852073" y="142037"/>
                  <a:pt x="4842313" y="137053"/>
                  <a:pt x="4842313" y="127958"/>
                </a:cubicBezTo>
                <a:cubicBezTo>
                  <a:pt x="4842313" y="112792"/>
                  <a:pt x="4877450" y="111276"/>
                  <a:pt x="4886776" y="110843"/>
                </a:cubicBezTo>
                <a:lnTo>
                  <a:pt x="4886776" y="124274"/>
                </a:lnTo>
                <a:close/>
                <a:moveTo>
                  <a:pt x="4990234" y="68763"/>
                </a:moveTo>
                <a:lnTo>
                  <a:pt x="4990234" y="54227"/>
                </a:lnTo>
                <a:cubicBezTo>
                  <a:pt x="4970929" y="54445"/>
                  <a:pt x="4959002" y="65076"/>
                  <a:pt x="4952277" y="75055"/>
                </a:cubicBezTo>
                <a:lnTo>
                  <a:pt x="4952277" y="55312"/>
                </a:lnTo>
                <a:lnTo>
                  <a:pt x="4937093" y="55312"/>
                </a:lnTo>
                <a:lnTo>
                  <a:pt x="4937093" y="152936"/>
                </a:lnTo>
                <a:lnTo>
                  <a:pt x="4953362" y="152936"/>
                </a:lnTo>
                <a:lnTo>
                  <a:pt x="4953362" y="106510"/>
                </a:lnTo>
                <a:cubicBezTo>
                  <a:pt x="4953362" y="84818"/>
                  <a:pt x="4968977" y="69197"/>
                  <a:pt x="4990234" y="68763"/>
                </a:cubicBezTo>
                <a:close/>
                <a:moveTo>
                  <a:pt x="5143794" y="125134"/>
                </a:moveTo>
                <a:cubicBezTo>
                  <a:pt x="5143794" y="113213"/>
                  <a:pt x="5135769" y="105845"/>
                  <a:pt x="5135335" y="105196"/>
                </a:cubicBezTo>
                <a:cubicBezTo>
                  <a:pt x="5126876" y="97611"/>
                  <a:pt x="5121018" y="96310"/>
                  <a:pt x="5110173" y="94360"/>
                </a:cubicBezTo>
                <a:cubicBezTo>
                  <a:pt x="5098246" y="91977"/>
                  <a:pt x="5088268" y="89810"/>
                  <a:pt x="5088268" y="79192"/>
                </a:cubicBezTo>
                <a:cubicBezTo>
                  <a:pt x="5088268" y="65754"/>
                  <a:pt x="5103885" y="65754"/>
                  <a:pt x="5106705" y="65754"/>
                </a:cubicBezTo>
                <a:cubicBezTo>
                  <a:pt x="5113645" y="65754"/>
                  <a:pt x="5125139" y="66622"/>
                  <a:pt x="5137503" y="73989"/>
                </a:cubicBezTo>
                <a:lnTo>
                  <a:pt x="5140104" y="59900"/>
                </a:lnTo>
                <a:cubicBezTo>
                  <a:pt x="5128829" y="54693"/>
                  <a:pt x="5119936" y="52956"/>
                  <a:pt x="5108873" y="52956"/>
                </a:cubicBezTo>
                <a:cubicBezTo>
                  <a:pt x="5103452" y="52956"/>
                  <a:pt x="5072869" y="52956"/>
                  <a:pt x="5072869" y="81360"/>
                </a:cubicBezTo>
                <a:cubicBezTo>
                  <a:pt x="5072869" y="91977"/>
                  <a:pt x="5079160" y="98911"/>
                  <a:pt x="5084581" y="103029"/>
                </a:cubicBezTo>
                <a:cubicBezTo>
                  <a:pt x="5091306" y="107798"/>
                  <a:pt x="5096078" y="108662"/>
                  <a:pt x="5108005" y="111048"/>
                </a:cubicBezTo>
                <a:cubicBezTo>
                  <a:pt x="5115813" y="112564"/>
                  <a:pt x="5128392" y="115165"/>
                  <a:pt x="5128392" y="126650"/>
                </a:cubicBezTo>
                <a:cubicBezTo>
                  <a:pt x="5128392" y="141604"/>
                  <a:pt x="5111259" y="141604"/>
                  <a:pt x="5108005" y="141604"/>
                </a:cubicBezTo>
                <a:cubicBezTo>
                  <a:pt x="5090439" y="141604"/>
                  <a:pt x="5078293" y="133584"/>
                  <a:pt x="5074388" y="130983"/>
                </a:cubicBezTo>
                <a:lnTo>
                  <a:pt x="5071786" y="145724"/>
                </a:lnTo>
                <a:cubicBezTo>
                  <a:pt x="5078726" y="149193"/>
                  <a:pt x="5090654" y="155266"/>
                  <a:pt x="5108224" y="155266"/>
                </a:cubicBezTo>
                <a:cubicBezTo>
                  <a:pt x="5112126" y="155266"/>
                  <a:pt x="5124056" y="155266"/>
                  <a:pt x="5133383" y="148326"/>
                </a:cubicBezTo>
                <a:cubicBezTo>
                  <a:pt x="5140104" y="143119"/>
                  <a:pt x="5143794" y="134451"/>
                  <a:pt x="5143794" y="125134"/>
                </a:cubicBezTo>
                <a:close/>
                <a:moveTo>
                  <a:pt x="5243129" y="152936"/>
                </a:moveTo>
                <a:lnTo>
                  <a:pt x="5243129" y="88287"/>
                </a:lnTo>
                <a:cubicBezTo>
                  <a:pt x="5243129" y="73969"/>
                  <a:pt x="5239876" y="54227"/>
                  <a:pt x="5213413" y="54227"/>
                </a:cubicBezTo>
                <a:cubicBezTo>
                  <a:pt x="5199967" y="54227"/>
                  <a:pt x="5189555" y="60952"/>
                  <a:pt x="5182615" y="69845"/>
                </a:cubicBezTo>
                <a:lnTo>
                  <a:pt x="5182615" y="2330"/>
                </a:lnTo>
                <a:lnTo>
                  <a:pt x="5166349" y="2330"/>
                </a:lnTo>
                <a:lnTo>
                  <a:pt x="5166349" y="152936"/>
                </a:lnTo>
                <a:lnTo>
                  <a:pt x="5183267" y="152936"/>
                </a:lnTo>
                <a:lnTo>
                  <a:pt x="5183267" y="99785"/>
                </a:lnTo>
                <a:cubicBezTo>
                  <a:pt x="5183267" y="85467"/>
                  <a:pt x="5188688" y="67459"/>
                  <a:pt x="5205173" y="67459"/>
                </a:cubicBezTo>
                <a:cubicBezTo>
                  <a:pt x="5225993" y="67459"/>
                  <a:pt x="5226211" y="82862"/>
                  <a:pt x="5226211" y="89806"/>
                </a:cubicBezTo>
                <a:lnTo>
                  <a:pt x="5226211" y="152936"/>
                </a:lnTo>
                <a:lnTo>
                  <a:pt x="5243129" y="152936"/>
                </a:lnTo>
                <a:close/>
                <a:moveTo>
                  <a:pt x="5362636" y="105196"/>
                </a:moveTo>
                <a:cubicBezTo>
                  <a:pt x="5362636" y="76157"/>
                  <a:pt x="5340945" y="52956"/>
                  <a:pt x="5315138" y="52956"/>
                </a:cubicBezTo>
                <a:cubicBezTo>
                  <a:pt x="5288460" y="52956"/>
                  <a:pt x="5267422" y="76806"/>
                  <a:pt x="5267422" y="105196"/>
                </a:cubicBezTo>
                <a:cubicBezTo>
                  <a:pt x="5267422" y="133803"/>
                  <a:pt x="5289542" y="155266"/>
                  <a:pt x="5314920" y="155266"/>
                </a:cubicBezTo>
                <a:cubicBezTo>
                  <a:pt x="5340945" y="155266"/>
                  <a:pt x="5362636" y="133369"/>
                  <a:pt x="5362636" y="105196"/>
                </a:cubicBezTo>
                <a:moveTo>
                  <a:pt x="5345718" y="103029"/>
                </a:moveTo>
                <a:cubicBezTo>
                  <a:pt x="5345718" y="128600"/>
                  <a:pt x="5330971" y="141385"/>
                  <a:pt x="5314920" y="141385"/>
                </a:cubicBezTo>
                <a:cubicBezTo>
                  <a:pt x="5299954" y="141385"/>
                  <a:pt x="5284337" y="129252"/>
                  <a:pt x="5284337" y="103029"/>
                </a:cubicBezTo>
                <a:cubicBezTo>
                  <a:pt x="5284337" y="76806"/>
                  <a:pt x="5300821" y="66188"/>
                  <a:pt x="5314920" y="66188"/>
                </a:cubicBezTo>
                <a:cubicBezTo>
                  <a:pt x="5330104" y="66188"/>
                  <a:pt x="5345718" y="77458"/>
                  <a:pt x="5345718" y="103029"/>
                </a:cubicBezTo>
                <a:close/>
                <a:moveTo>
                  <a:pt x="5463707" y="152883"/>
                </a:moveTo>
                <a:lnTo>
                  <a:pt x="5463707" y="56557"/>
                </a:lnTo>
                <a:lnTo>
                  <a:pt x="5446789" y="56557"/>
                </a:lnTo>
                <a:lnTo>
                  <a:pt x="5446789" y="119475"/>
                </a:lnTo>
                <a:cubicBezTo>
                  <a:pt x="5446789" y="135745"/>
                  <a:pt x="5434643" y="143338"/>
                  <a:pt x="5420763" y="143338"/>
                </a:cubicBezTo>
                <a:cubicBezTo>
                  <a:pt x="5405361" y="143338"/>
                  <a:pt x="5403845" y="137698"/>
                  <a:pt x="5403845" y="128368"/>
                </a:cubicBezTo>
                <a:lnTo>
                  <a:pt x="5403845" y="56557"/>
                </a:lnTo>
                <a:lnTo>
                  <a:pt x="5386927" y="56557"/>
                </a:lnTo>
                <a:lnTo>
                  <a:pt x="5386927" y="129235"/>
                </a:lnTo>
                <a:cubicBezTo>
                  <a:pt x="5386927" y="144857"/>
                  <a:pt x="5391914" y="155266"/>
                  <a:pt x="5409918" y="155266"/>
                </a:cubicBezTo>
                <a:cubicBezTo>
                  <a:pt x="5421412" y="155266"/>
                  <a:pt x="5436811" y="151798"/>
                  <a:pt x="5447441" y="142471"/>
                </a:cubicBezTo>
                <a:lnTo>
                  <a:pt x="5447441" y="152883"/>
                </a:lnTo>
                <a:lnTo>
                  <a:pt x="5463707" y="152883"/>
                </a:lnTo>
                <a:close/>
                <a:moveTo>
                  <a:pt x="5515327" y="152936"/>
                </a:moveTo>
                <a:lnTo>
                  <a:pt x="5515327" y="2330"/>
                </a:lnTo>
                <a:lnTo>
                  <a:pt x="5499061" y="2330"/>
                </a:lnTo>
                <a:lnTo>
                  <a:pt x="5499061" y="152936"/>
                </a:lnTo>
                <a:lnTo>
                  <a:pt x="5515327" y="152936"/>
                </a:lnTo>
                <a:close/>
                <a:moveTo>
                  <a:pt x="5627459" y="152966"/>
                </a:moveTo>
                <a:lnTo>
                  <a:pt x="5627459" y="2330"/>
                </a:lnTo>
                <a:lnTo>
                  <a:pt x="5611193" y="2330"/>
                </a:lnTo>
                <a:lnTo>
                  <a:pt x="5611193" y="66205"/>
                </a:lnTo>
                <a:cubicBezTo>
                  <a:pt x="5599699" y="56613"/>
                  <a:pt x="5587553" y="54227"/>
                  <a:pt x="5579528" y="54227"/>
                </a:cubicBezTo>
                <a:cubicBezTo>
                  <a:pt x="5558056" y="54227"/>
                  <a:pt x="5541138" y="76786"/>
                  <a:pt x="5541138" y="104760"/>
                </a:cubicBezTo>
                <a:cubicBezTo>
                  <a:pt x="5541138" y="133174"/>
                  <a:pt x="5557838" y="155266"/>
                  <a:pt x="5578442" y="155266"/>
                </a:cubicBezTo>
                <a:cubicBezTo>
                  <a:pt x="5585601" y="155266"/>
                  <a:pt x="5598395" y="153317"/>
                  <a:pt x="5610541" y="141604"/>
                </a:cubicBezTo>
                <a:lnTo>
                  <a:pt x="5610541" y="152883"/>
                </a:lnTo>
                <a:lnTo>
                  <a:pt x="5627459" y="152966"/>
                </a:lnTo>
                <a:moveTo>
                  <a:pt x="5610541" y="122761"/>
                </a:moveTo>
                <a:cubicBezTo>
                  <a:pt x="5610541" y="125796"/>
                  <a:pt x="5610326" y="129702"/>
                  <a:pt x="5603386" y="135990"/>
                </a:cubicBezTo>
                <a:cubicBezTo>
                  <a:pt x="5598395" y="140309"/>
                  <a:pt x="5592974" y="142037"/>
                  <a:pt x="5587335" y="142037"/>
                </a:cubicBezTo>
                <a:cubicBezTo>
                  <a:pt x="5573889" y="142037"/>
                  <a:pt x="5558056" y="131870"/>
                  <a:pt x="5558056" y="104978"/>
                </a:cubicBezTo>
                <a:cubicBezTo>
                  <a:pt x="5558056" y="76352"/>
                  <a:pt x="5576708" y="67459"/>
                  <a:pt x="5589503" y="67459"/>
                </a:cubicBezTo>
                <a:cubicBezTo>
                  <a:pt x="5599262" y="67505"/>
                  <a:pt x="5605772" y="72493"/>
                  <a:pt x="5610541" y="79434"/>
                </a:cubicBezTo>
                <a:lnTo>
                  <a:pt x="5610541" y="122761"/>
                </a:lnTo>
                <a:close/>
                <a:moveTo>
                  <a:pt x="5821795" y="104551"/>
                </a:moveTo>
                <a:cubicBezTo>
                  <a:pt x="5821795" y="77653"/>
                  <a:pt x="5807044" y="54227"/>
                  <a:pt x="5786658" y="54227"/>
                </a:cubicBezTo>
                <a:cubicBezTo>
                  <a:pt x="5778199" y="54237"/>
                  <a:pt x="5764752" y="56411"/>
                  <a:pt x="5751739" y="67052"/>
                </a:cubicBezTo>
                <a:lnTo>
                  <a:pt x="5751739" y="2330"/>
                </a:lnTo>
                <a:lnTo>
                  <a:pt x="5735470" y="2330"/>
                </a:lnTo>
                <a:lnTo>
                  <a:pt x="5735470" y="152946"/>
                </a:lnTo>
                <a:lnTo>
                  <a:pt x="5752388" y="152883"/>
                </a:lnTo>
                <a:lnTo>
                  <a:pt x="5752388" y="142904"/>
                </a:lnTo>
                <a:cubicBezTo>
                  <a:pt x="5757594" y="147677"/>
                  <a:pt x="5766920" y="155266"/>
                  <a:pt x="5781452" y="155266"/>
                </a:cubicBezTo>
                <a:cubicBezTo>
                  <a:pt x="5803142" y="155266"/>
                  <a:pt x="5821795" y="133587"/>
                  <a:pt x="5821795" y="104551"/>
                </a:cubicBezTo>
                <a:moveTo>
                  <a:pt x="5804876" y="104551"/>
                </a:moveTo>
                <a:cubicBezTo>
                  <a:pt x="5804876" y="132720"/>
                  <a:pt x="5786658" y="142037"/>
                  <a:pt x="5773426" y="142037"/>
                </a:cubicBezTo>
                <a:cubicBezTo>
                  <a:pt x="5764967" y="142037"/>
                  <a:pt x="5757812" y="138135"/>
                  <a:pt x="5752388" y="128169"/>
                </a:cubicBezTo>
                <a:lnTo>
                  <a:pt x="5752388" y="80281"/>
                </a:lnTo>
                <a:cubicBezTo>
                  <a:pt x="5755859" y="75051"/>
                  <a:pt x="5763667" y="67459"/>
                  <a:pt x="5775597" y="67459"/>
                </a:cubicBezTo>
                <a:cubicBezTo>
                  <a:pt x="5788392" y="67459"/>
                  <a:pt x="5804876" y="76786"/>
                  <a:pt x="5804876" y="104551"/>
                </a:cubicBezTo>
                <a:close/>
                <a:moveTo>
                  <a:pt x="5919611" y="105488"/>
                </a:moveTo>
                <a:cubicBezTo>
                  <a:pt x="5919611" y="98114"/>
                  <a:pt x="5919396" y="81830"/>
                  <a:pt x="5910937" y="68796"/>
                </a:cubicBezTo>
                <a:cubicBezTo>
                  <a:pt x="5902044" y="55342"/>
                  <a:pt x="5888813" y="52956"/>
                  <a:pt x="5881006" y="52956"/>
                </a:cubicBezTo>
                <a:cubicBezTo>
                  <a:pt x="5856932" y="52956"/>
                  <a:pt x="5837410" y="75965"/>
                  <a:pt x="5837410" y="103972"/>
                </a:cubicBezTo>
                <a:cubicBezTo>
                  <a:pt x="5837410" y="132522"/>
                  <a:pt x="5858233" y="155266"/>
                  <a:pt x="5884259" y="155266"/>
                </a:cubicBezTo>
                <a:cubicBezTo>
                  <a:pt x="5897924" y="155266"/>
                  <a:pt x="5910285" y="150063"/>
                  <a:pt x="5918744" y="143990"/>
                </a:cubicBezTo>
                <a:lnTo>
                  <a:pt x="5917443" y="129927"/>
                </a:lnTo>
                <a:cubicBezTo>
                  <a:pt x="5903778" y="141170"/>
                  <a:pt x="5889465" y="142037"/>
                  <a:pt x="5884477" y="142037"/>
                </a:cubicBezTo>
                <a:cubicBezTo>
                  <a:pt x="5867126" y="142037"/>
                  <a:pt x="5853242" y="126683"/>
                  <a:pt x="5852594" y="105488"/>
                </a:cubicBezTo>
                <a:lnTo>
                  <a:pt x="5919611" y="105488"/>
                </a:lnTo>
                <a:moveTo>
                  <a:pt x="5907250" y="93559"/>
                </a:moveTo>
                <a:lnTo>
                  <a:pt x="5853676" y="93559"/>
                </a:lnTo>
                <a:cubicBezTo>
                  <a:pt x="5857147" y="77051"/>
                  <a:pt x="5868641" y="66188"/>
                  <a:pt x="5881006" y="66188"/>
                </a:cubicBezTo>
                <a:cubicBezTo>
                  <a:pt x="5892284" y="66188"/>
                  <a:pt x="5904430" y="73575"/>
                  <a:pt x="5907250" y="93559"/>
                </a:cubicBezTo>
                <a:close/>
                <a:moveTo>
                  <a:pt x="6092692" y="152883"/>
                </a:moveTo>
                <a:lnTo>
                  <a:pt x="6092692" y="56557"/>
                </a:lnTo>
                <a:lnTo>
                  <a:pt x="6075774" y="56557"/>
                </a:lnTo>
                <a:lnTo>
                  <a:pt x="6075774" y="119475"/>
                </a:lnTo>
                <a:cubicBezTo>
                  <a:pt x="6075774" y="135745"/>
                  <a:pt x="6063628" y="143338"/>
                  <a:pt x="6049748" y="143338"/>
                </a:cubicBezTo>
                <a:cubicBezTo>
                  <a:pt x="6034346" y="143338"/>
                  <a:pt x="6032830" y="137698"/>
                  <a:pt x="6032830" y="128368"/>
                </a:cubicBezTo>
                <a:lnTo>
                  <a:pt x="6032830" y="56557"/>
                </a:lnTo>
                <a:lnTo>
                  <a:pt x="6015912" y="56557"/>
                </a:lnTo>
                <a:lnTo>
                  <a:pt x="6015912" y="129235"/>
                </a:lnTo>
                <a:cubicBezTo>
                  <a:pt x="6015912" y="144857"/>
                  <a:pt x="6020899" y="155266"/>
                  <a:pt x="6038903" y="155266"/>
                </a:cubicBezTo>
                <a:cubicBezTo>
                  <a:pt x="6050397" y="155266"/>
                  <a:pt x="6065796" y="151798"/>
                  <a:pt x="6076426" y="142471"/>
                </a:cubicBezTo>
                <a:lnTo>
                  <a:pt x="6076426" y="152883"/>
                </a:lnTo>
                <a:lnTo>
                  <a:pt x="6092692" y="152883"/>
                </a:lnTo>
                <a:close/>
                <a:moveTo>
                  <a:pt x="6214584" y="104531"/>
                </a:moveTo>
                <a:cubicBezTo>
                  <a:pt x="6214584" y="78517"/>
                  <a:pt x="6200919" y="54227"/>
                  <a:pt x="6180099" y="54227"/>
                </a:cubicBezTo>
                <a:cubicBezTo>
                  <a:pt x="6167083" y="54227"/>
                  <a:pt x="6154504" y="58784"/>
                  <a:pt x="6144529" y="67244"/>
                </a:cubicBezTo>
                <a:lnTo>
                  <a:pt x="6144529" y="56613"/>
                </a:lnTo>
                <a:lnTo>
                  <a:pt x="6128259" y="56613"/>
                </a:lnTo>
                <a:lnTo>
                  <a:pt x="6128259" y="194877"/>
                </a:lnTo>
                <a:lnTo>
                  <a:pt x="6145177" y="194877"/>
                </a:lnTo>
                <a:lnTo>
                  <a:pt x="6145177" y="142904"/>
                </a:lnTo>
                <a:cubicBezTo>
                  <a:pt x="6151902" y="149193"/>
                  <a:pt x="6161444" y="155266"/>
                  <a:pt x="6174460" y="155266"/>
                </a:cubicBezTo>
                <a:cubicBezTo>
                  <a:pt x="6195498" y="155266"/>
                  <a:pt x="6214584" y="134014"/>
                  <a:pt x="6214584" y="104531"/>
                </a:cubicBezTo>
                <a:moveTo>
                  <a:pt x="6197666" y="104531"/>
                </a:moveTo>
                <a:cubicBezTo>
                  <a:pt x="6197666" y="126862"/>
                  <a:pt x="6182267" y="142037"/>
                  <a:pt x="6166001" y="142037"/>
                </a:cubicBezTo>
                <a:cubicBezTo>
                  <a:pt x="6157542" y="142037"/>
                  <a:pt x="6151684" y="137701"/>
                  <a:pt x="6147348" y="131846"/>
                </a:cubicBezTo>
                <a:cubicBezTo>
                  <a:pt x="6145177" y="128596"/>
                  <a:pt x="6145177" y="128163"/>
                  <a:pt x="6145177" y="124261"/>
                </a:cubicBezTo>
                <a:lnTo>
                  <a:pt x="6145177" y="80685"/>
                </a:lnTo>
                <a:cubicBezTo>
                  <a:pt x="6150383" y="73095"/>
                  <a:pt x="6158842" y="68111"/>
                  <a:pt x="6168169" y="68111"/>
                </a:cubicBezTo>
                <a:cubicBezTo>
                  <a:pt x="6184653" y="68111"/>
                  <a:pt x="6197666" y="84587"/>
                  <a:pt x="6197666" y="104531"/>
                </a:cubicBezTo>
                <a:close/>
                <a:moveTo>
                  <a:pt x="6316740" y="152966"/>
                </a:moveTo>
                <a:lnTo>
                  <a:pt x="6316740" y="2330"/>
                </a:lnTo>
                <a:lnTo>
                  <a:pt x="6300474" y="2330"/>
                </a:lnTo>
                <a:lnTo>
                  <a:pt x="6300474" y="66205"/>
                </a:lnTo>
                <a:cubicBezTo>
                  <a:pt x="6288980" y="56613"/>
                  <a:pt x="6276834" y="54227"/>
                  <a:pt x="6268808" y="54227"/>
                </a:cubicBezTo>
                <a:cubicBezTo>
                  <a:pt x="6247336" y="54227"/>
                  <a:pt x="6230418" y="76786"/>
                  <a:pt x="6230418" y="104760"/>
                </a:cubicBezTo>
                <a:cubicBezTo>
                  <a:pt x="6230418" y="133174"/>
                  <a:pt x="6247118" y="155266"/>
                  <a:pt x="6267723" y="155266"/>
                </a:cubicBezTo>
                <a:cubicBezTo>
                  <a:pt x="6274881" y="155266"/>
                  <a:pt x="6287676" y="153317"/>
                  <a:pt x="6299822" y="141604"/>
                </a:cubicBezTo>
                <a:lnTo>
                  <a:pt x="6299822" y="152883"/>
                </a:lnTo>
                <a:lnTo>
                  <a:pt x="6316740" y="152966"/>
                </a:lnTo>
                <a:moveTo>
                  <a:pt x="6299822" y="122761"/>
                </a:moveTo>
                <a:cubicBezTo>
                  <a:pt x="6299822" y="125796"/>
                  <a:pt x="6299607" y="129702"/>
                  <a:pt x="6292667" y="135990"/>
                </a:cubicBezTo>
                <a:cubicBezTo>
                  <a:pt x="6287676" y="140309"/>
                  <a:pt x="6282255" y="142037"/>
                  <a:pt x="6276615" y="142037"/>
                </a:cubicBezTo>
                <a:cubicBezTo>
                  <a:pt x="6263169" y="142037"/>
                  <a:pt x="6247336" y="131870"/>
                  <a:pt x="6247336" y="104978"/>
                </a:cubicBezTo>
                <a:cubicBezTo>
                  <a:pt x="6247336" y="76352"/>
                  <a:pt x="6265989" y="67459"/>
                  <a:pt x="6278783" y="67459"/>
                </a:cubicBezTo>
                <a:cubicBezTo>
                  <a:pt x="6288543" y="67505"/>
                  <a:pt x="6295053" y="72493"/>
                  <a:pt x="6299822" y="79434"/>
                </a:cubicBezTo>
                <a:lnTo>
                  <a:pt x="6299822" y="122761"/>
                </a:lnTo>
                <a:close/>
                <a:moveTo>
                  <a:pt x="6423452" y="152883"/>
                </a:moveTo>
                <a:lnTo>
                  <a:pt x="6423452" y="90243"/>
                </a:lnTo>
                <a:cubicBezTo>
                  <a:pt x="6423452" y="68137"/>
                  <a:pt x="6407619" y="52956"/>
                  <a:pt x="6387663" y="52956"/>
                </a:cubicBezTo>
                <a:cubicBezTo>
                  <a:pt x="6373564" y="52956"/>
                  <a:pt x="6363805" y="56428"/>
                  <a:pt x="6353611" y="62286"/>
                </a:cubicBezTo>
                <a:lnTo>
                  <a:pt x="6354912" y="76590"/>
                </a:lnTo>
                <a:cubicBezTo>
                  <a:pt x="6366191" y="68571"/>
                  <a:pt x="6377036" y="65754"/>
                  <a:pt x="6387663" y="65754"/>
                </a:cubicBezTo>
                <a:cubicBezTo>
                  <a:pt x="6397859" y="65754"/>
                  <a:pt x="6406534" y="74423"/>
                  <a:pt x="6406534" y="90462"/>
                </a:cubicBezTo>
                <a:lnTo>
                  <a:pt x="6406534" y="99782"/>
                </a:lnTo>
                <a:cubicBezTo>
                  <a:pt x="6374001" y="100215"/>
                  <a:pt x="6346453" y="109324"/>
                  <a:pt x="6346453" y="128388"/>
                </a:cubicBezTo>
                <a:cubicBezTo>
                  <a:pt x="6346453" y="137705"/>
                  <a:pt x="6352311" y="155266"/>
                  <a:pt x="6371182" y="155266"/>
                </a:cubicBezTo>
                <a:cubicBezTo>
                  <a:pt x="6374216" y="155266"/>
                  <a:pt x="6394603" y="154833"/>
                  <a:pt x="6407186" y="145072"/>
                </a:cubicBezTo>
                <a:lnTo>
                  <a:pt x="6407186" y="152883"/>
                </a:lnTo>
                <a:lnTo>
                  <a:pt x="6423452" y="152883"/>
                </a:lnTo>
                <a:moveTo>
                  <a:pt x="6406534" y="124274"/>
                </a:moveTo>
                <a:cubicBezTo>
                  <a:pt x="6406534" y="128388"/>
                  <a:pt x="6406534" y="133806"/>
                  <a:pt x="6399160" y="137920"/>
                </a:cubicBezTo>
                <a:cubicBezTo>
                  <a:pt x="6392869" y="141819"/>
                  <a:pt x="6384628" y="142037"/>
                  <a:pt x="6382242" y="142037"/>
                </a:cubicBezTo>
                <a:cubicBezTo>
                  <a:pt x="6371830" y="142037"/>
                  <a:pt x="6362070" y="137053"/>
                  <a:pt x="6362070" y="127958"/>
                </a:cubicBezTo>
                <a:cubicBezTo>
                  <a:pt x="6362070" y="112792"/>
                  <a:pt x="6397207" y="111276"/>
                  <a:pt x="6406534" y="110843"/>
                </a:cubicBezTo>
                <a:lnTo>
                  <a:pt x="6406534" y="124274"/>
                </a:lnTo>
                <a:close/>
                <a:moveTo>
                  <a:pt x="6511073" y="147025"/>
                </a:moveTo>
                <a:lnTo>
                  <a:pt x="6507605" y="134226"/>
                </a:lnTo>
                <a:cubicBezTo>
                  <a:pt x="6501966" y="138784"/>
                  <a:pt x="6495026" y="141385"/>
                  <a:pt x="6488086" y="141385"/>
                </a:cubicBezTo>
                <a:cubicBezTo>
                  <a:pt x="6480060" y="141385"/>
                  <a:pt x="6477022" y="134878"/>
                  <a:pt x="6477022" y="123377"/>
                </a:cubicBezTo>
                <a:lnTo>
                  <a:pt x="6477022" y="69140"/>
                </a:lnTo>
                <a:lnTo>
                  <a:pt x="6507605" y="69140"/>
                </a:lnTo>
                <a:lnTo>
                  <a:pt x="6507605" y="56557"/>
                </a:lnTo>
                <a:lnTo>
                  <a:pt x="6477022" y="56557"/>
                </a:lnTo>
                <a:lnTo>
                  <a:pt x="6477022" y="29020"/>
                </a:lnTo>
                <a:lnTo>
                  <a:pt x="6462057" y="29020"/>
                </a:lnTo>
                <a:lnTo>
                  <a:pt x="6462057" y="56557"/>
                </a:lnTo>
                <a:lnTo>
                  <a:pt x="6443189" y="56557"/>
                </a:lnTo>
                <a:lnTo>
                  <a:pt x="6443189" y="69140"/>
                </a:lnTo>
                <a:lnTo>
                  <a:pt x="6461408" y="69140"/>
                </a:lnTo>
                <a:lnTo>
                  <a:pt x="6461408" y="127067"/>
                </a:lnTo>
                <a:cubicBezTo>
                  <a:pt x="6461408" y="140084"/>
                  <a:pt x="6464443" y="155266"/>
                  <a:pt x="6479408" y="155266"/>
                </a:cubicBezTo>
                <a:cubicBezTo>
                  <a:pt x="6494592" y="155266"/>
                  <a:pt x="6505652" y="149845"/>
                  <a:pt x="6511073" y="147025"/>
                </a:cubicBezTo>
                <a:close/>
                <a:moveTo>
                  <a:pt x="6607156" y="105488"/>
                </a:moveTo>
                <a:cubicBezTo>
                  <a:pt x="6607156" y="98114"/>
                  <a:pt x="6606941" y="81830"/>
                  <a:pt x="6598482" y="68796"/>
                </a:cubicBezTo>
                <a:cubicBezTo>
                  <a:pt x="6589590" y="55342"/>
                  <a:pt x="6576358" y="52956"/>
                  <a:pt x="6568551" y="52956"/>
                </a:cubicBezTo>
                <a:cubicBezTo>
                  <a:pt x="6544478" y="52956"/>
                  <a:pt x="6524955" y="75965"/>
                  <a:pt x="6524955" y="103972"/>
                </a:cubicBezTo>
                <a:cubicBezTo>
                  <a:pt x="6524955" y="132522"/>
                  <a:pt x="6545779" y="155266"/>
                  <a:pt x="6571804" y="155266"/>
                </a:cubicBezTo>
                <a:cubicBezTo>
                  <a:pt x="6585469" y="155266"/>
                  <a:pt x="6597830" y="150063"/>
                  <a:pt x="6606289" y="143990"/>
                </a:cubicBezTo>
                <a:lnTo>
                  <a:pt x="6604989" y="129927"/>
                </a:lnTo>
                <a:cubicBezTo>
                  <a:pt x="6591324" y="141170"/>
                  <a:pt x="6577010" y="142037"/>
                  <a:pt x="6572023" y="142037"/>
                </a:cubicBezTo>
                <a:cubicBezTo>
                  <a:pt x="6554671" y="142037"/>
                  <a:pt x="6540788" y="126683"/>
                  <a:pt x="6540139" y="105488"/>
                </a:cubicBezTo>
                <a:lnTo>
                  <a:pt x="6607156" y="105488"/>
                </a:lnTo>
                <a:moveTo>
                  <a:pt x="6594795" y="93559"/>
                </a:moveTo>
                <a:lnTo>
                  <a:pt x="6541221" y="93559"/>
                </a:lnTo>
                <a:cubicBezTo>
                  <a:pt x="6544693" y="77051"/>
                  <a:pt x="6556187" y="66188"/>
                  <a:pt x="6568551" y="66188"/>
                </a:cubicBezTo>
                <a:cubicBezTo>
                  <a:pt x="6579830" y="66188"/>
                  <a:pt x="6591976" y="73575"/>
                  <a:pt x="6594795" y="93559"/>
                </a:cubicBezTo>
                <a:close/>
                <a:moveTo>
                  <a:pt x="6707795" y="152966"/>
                </a:moveTo>
                <a:lnTo>
                  <a:pt x="6707795" y="2330"/>
                </a:lnTo>
                <a:lnTo>
                  <a:pt x="6691529" y="2330"/>
                </a:lnTo>
                <a:lnTo>
                  <a:pt x="6691529" y="66205"/>
                </a:lnTo>
                <a:cubicBezTo>
                  <a:pt x="6680035" y="56613"/>
                  <a:pt x="6667889" y="54227"/>
                  <a:pt x="6659863" y="54227"/>
                </a:cubicBezTo>
                <a:cubicBezTo>
                  <a:pt x="6638391" y="54227"/>
                  <a:pt x="6621473" y="76786"/>
                  <a:pt x="6621473" y="104760"/>
                </a:cubicBezTo>
                <a:cubicBezTo>
                  <a:pt x="6621473" y="133174"/>
                  <a:pt x="6638173" y="155266"/>
                  <a:pt x="6658778" y="155266"/>
                </a:cubicBezTo>
                <a:cubicBezTo>
                  <a:pt x="6665936" y="155266"/>
                  <a:pt x="6678731" y="153317"/>
                  <a:pt x="6690877" y="141604"/>
                </a:cubicBezTo>
                <a:lnTo>
                  <a:pt x="6690877" y="152883"/>
                </a:lnTo>
                <a:lnTo>
                  <a:pt x="6707795" y="152966"/>
                </a:lnTo>
                <a:moveTo>
                  <a:pt x="6690877" y="122761"/>
                </a:moveTo>
                <a:cubicBezTo>
                  <a:pt x="6690877" y="125796"/>
                  <a:pt x="6690661" y="129702"/>
                  <a:pt x="6683721" y="135990"/>
                </a:cubicBezTo>
                <a:cubicBezTo>
                  <a:pt x="6678731" y="140309"/>
                  <a:pt x="6673310" y="142037"/>
                  <a:pt x="6667670" y="142037"/>
                </a:cubicBezTo>
                <a:cubicBezTo>
                  <a:pt x="6654224" y="142037"/>
                  <a:pt x="6638391" y="131870"/>
                  <a:pt x="6638391" y="104978"/>
                </a:cubicBezTo>
                <a:cubicBezTo>
                  <a:pt x="6638391" y="76352"/>
                  <a:pt x="6657044" y="67459"/>
                  <a:pt x="6669838" y="67459"/>
                </a:cubicBezTo>
                <a:cubicBezTo>
                  <a:pt x="6679598" y="67505"/>
                  <a:pt x="6686108" y="72493"/>
                  <a:pt x="6690877" y="79434"/>
                </a:cubicBezTo>
                <a:lnTo>
                  <a:pt x="6690877" y="122761"/>
                </a:lnTo>
                <a:close/>
                <a:moveTo>
                  <a:pt x="6942906" y="56557"/>
                </a:moveTo>
                <a:lnTo>
                  <a:pt x="6927070" y="56557"/>
                </a:lnTo>
                <a:lnTo>
                  <a:pt x="6913190" y="102578"/>
                </a:lnTo>
                <a:cubicBezTo>
                  <a:pt x="6910804" y="110393"/>
                  <a:pt x="6904298" y="131883"/>
                  <a:pt x="6903216" y="141216"/>
                </a:cubicBezTo>
                <a:lnTo>
                  <a:pt x="6902997" y="141216"/>
                </a:lnTo>
                <a:cubicBezTo>
                  <a:pt x="6902130" y="134488"/>
                  <a:pt x="6896706" y="115169"/>
                  <a:pt x="6893019" y="102794"/>
                </a:cubicBezTo>
                <a:lnTo>
                  <a:pt x="6878921" y="56557"/>
                </a:lnTo>
                <a:lnTo>
                  <a:pt x="6863740" y="56557"/>
                </a:lnTo>
                <a:lnTo>
                  <a:pt x="6851376" y="97366"/>
                </a:lnTo>
                <a:cubicBezTo>
                  <a:pt x="6848990" y="104965"/>
                  <a:pt x="6841616" y="129927"/>
                  <a:pt x="6840749" y="140998"/>
                </a:cubicBezTo>
                <a:lnTo>
                  <a:pt x="6840534" y="140998"/>
                </a:lnTo>
                <a:cubicBezTo>
                  <a:pt x="6839448" y="130579"/>
                  <a:pt x="6832290" y="106050"/>
                  <a:pt x="6828821" y="94112"/>
                </a:cubicBezTo>
                <a:lnTo>
                  <a:pt x="6817543" y="56557"/>
                </a:lnTo>
                <a:lnTo>
                  <a:pt x="6801058" y="56557"/>
                </a:lnTo>
                <a:lnTo>
                  <a:pt x="6830771" y="152936"/>
                </a:lnTo>
                <a:lnTo>
                  <a:pt x="6847907" y="152936"/>
                </a:lnTo>
                <a:lnTo>
                  <a:pt x="6861354" y="108222"/>
                </a:lnTo>
                <a:cubicBezTo>
                  <a:pt x="6864392" y="98236"/>
                  <a:pt x="6870465" y="76746"/>
                  <a:pt x="6871114" y="68713"/>
                </a:cubicBezTo>
                <a:lnTo>
                  <a:pt x="6871332" y="68713"/>
                </a:lnTo>
                <a:cubicBezTo>
                  <a:pt x="6871766" y="74793"/>
                  <a:pt x="6875452" y="89770"/>
                  <a:pt x="6878272" y="99103"/>
                </a:cubicBezTo>
                <a:lnTo>
                  <a:pt x="6894105" y="152936"/>
                </a:lnTo>
                <a:lnTo>
                  <a:pt x="6913190" y="152936"/>
                </a:lnTo>
                <a:lnTo>
                  <a:pt x="6942906" y="56557"/>
                </a:lnTo>
                <a:close/>
                <a:moveTo>
                  <a:pt x="6979993" y="152936"/>
                </a:moveTo>
                <a:lnTo>
                  <a:pt x="6979993" y="56557"/>
                </a:lnTo>
                <a:lnTo>
                  <a:pt x="6963727" y="56557"/>
                </a:lnTo>
                <a:lnTo>
                  <a:pt x="6963727" y="152936"/>
                </a:lnTo>
                <a:lnTo>
                  <a:pt x="6979993" y="152936"/>
                </a:lnTo>
                <a:moveTo>
                  <a:pt x="6981727" y="30109"/>
                </a:moveTo>
                <a:lnTo>
                  <a:pt x="6981727" y="10803"/>
                </a:lnTo>
                <a:lnTo>
                  <a:pt x="6962426" y="10803"/>
                </a:lnTo>
                <a:lnTo>
                  <a:pt x="6962426" y="30109"/>
                </a:lnTo>
                <a:lnTo>
                  <a:pt x="6981727" y="30109"/>
                </a:lnTo>
                <a:close/>
                <a:moveTo>
                  <a:pt x="7070001" y="147025"/>
                </a:moveTo>
                <a:lnTo>
                  <a:pt x="7066533" y="134226"/>
                </a:lnTo>
                <a:cubicBezTo>
                  <a:pt x="7060894" y="138784"/>
                  <a:pt x="7053954" y="141385"/>
                  <a:pt x="7047014" y="141385"/>
                </a:cubicBezTo>
                <a:cubicBezTo>
                  <a:pt x="7038988" y="141385"/>
                  <a:pt x="7035950" y="134878"/>
                  <a:pt x="7035950" y="123377"/>
                </a:cubicBezTo>
                <a:lnTo>
                  <a:pt x="7035950" y="69140"/>
                </a:lnTo>
                <a:lnTo>
                  <a:pt x="7066533" y="69140"/>
                </a:lnTo>
                <a:lnTo>
                  <a:pt x="7066533" y="56557"/>
                </a:lnTo>
                <a:lnTo>
                  <a:pt x="7035950" y="56557"/>
                </a:lnTo>
                <a:lnTo>
                  <a:pt x="7035950" y="29020"/>
                </a:lnTo>
                <a:lnTo>
                  <a:pt x="7020984" y="29020"/>
                </a:lnTo>
                <a:lnTo>
                  <a:pt x="7020984" y="56557"/>
                </a:lnTo>
                <a:lnTo>
                  <a:pt x="7002117" y="56557"/>
                </a:lnTo>
                <a:lnTo>
                  <a:pt x="7002117" y="69140"/>
                </a:lnTo>
                <a:lnTo>
                  <a:pt x="7020336" y="69140"/>
                </a:lnTo>
                <a:lnTo>
                  <a:pt x="7020336" y="127067"/>
                </a:lnTo>
                <a:cubicBezTo>
                  <a:pt x="7020336" y="140084"/>
                  <a:pt x="7023371" y="155266"/>
                  <a:pt x="7038336" y="155266"/>
                </a:cubicBezTo>
                <a:cubicBezTo>
                  <a:pt x="7053520" y="155266"/>
                  <a:pt x="7064580" y="149845"/>
                  <a:pt x="7070001" y="147025"/>
                </a:cubicBezTo>
                <a:close/>
                <a:moveTo>
                  <a:pt x="7170641" y="152936"/>
                </a:moveTo>
                <a:lnTo>
                  <a:pt x="7170641" y="88287"/>
                </a:lnTo>
                <a:cubicBezTo>
                  <a:pt x="7170641" y="73969"/>
                  <a:pt x="7167388" y="54227"/>
                  <a:pt x="7140926" y="54227"/>
                </a:cubicBezTo>
                <a:cubicBezTo>
                  <a:pt x="7127479" y="54227"/>
                  <a:pt x="7117067" y="60952"/>
                  <a:pt x="7110127" y="69845"/>
                </a:cubicBezTo>
                <a:lnTo>
                  <a:pt x="7110127" y="2330"/>
                </a:lnTo>
                <a:lnTo>
                  <a:pt x="7093861" y="2330"/>
                </a:lnTo>
                <a:lnTo>
                  <a:pt x="7093861" y="152936"/>
                </a:lnTo>
                <a:lnTo>
                  <a:pt x="7110779" y="152936"/>
                </a:lnTo>
                <a:lnTo>
                  <a:pt x="7110779" y="99785"/>
                </a:lnTo>
                <a:cubicBezTo>
                  <a:pt x="7110779" y="85467"/>
                  <a:pt x="7116200" y="67459"/>
                  <a:pt x="7132685" y="67459"/>
                </a:cubicBezTo>
                <a:cubicBezTo>
                  <a:pt x="7153505" y="67459"/>
                  <a:pt x="7153723" y="82862"/>
                  <a:pt x="7153723" y="89806"/>
                </a:cubicBezTo>
                <a:lnTo>
                  <a:pt x="7153723" y="152936"/>
                </a:lnTo>
                <a:lnTo>
                  <a:pt x="7170641" y="152936"/>
                </a:lnTo>
                <a:close/>
                <a:moveTo>
                  <a:pt x="7222261" y="152936"/>
                </a:moveTo>
                <a:lnTo>
                  <a:pt x="7222261" y="56557"/>
                </a:lnTo>
                <a:lnTo>
                  <a:pt x="7205995" y="56557"/>
                </a:lnTo>
                <a:lnTo>
                  <a:pt x="7205995" y="152936"/>
                </a:lnTo>
                <a:lnTo>
                  <a:pt x="7222261" y="152936"/>
                </a:lnTo>
                <a:moveTo>
                  <a:pt x="7223995" y="30109"/>
                </a:moveTo>
                <a:lnTo>
                  <a:pt x="7223995" y="10803"/>
                </a:lnTo>
                <a:lnTo>
                  <a:pt x="7204694" y="10803"/>
                </a:lnTo>
                <a:lnTo>
                  <a:pt x="7204694" y="30109"/>
                </a:lnTo>
                <a:lnTo>
                  <a:pt x="7223995" y="30109"/>
                </a:lnTo>
                <a:close/>
                <a:moveTo>
                  <a:pt x="7334611" y="152936"/>
                </a:moveTo>
                <a:lnTo>
                  <a:pt x="7334611" y="88287"/>
                </a:lnTo>
                <a:cubicBezTo>
                  <a:pt x="7334611" y="73969"/>
                  <a:pt x="7331358" y="54227"/>
                  <a:pt x="7304895" y="54227"/>
                </a:cubicBezTo>
                <a:cubicBezTo>
                  <a:pt x="7285376" y="54227"/>
                  <a:pt x="7274749" y="68978"/>
                  <a:pt x="7273449" y="70712"/>
                </a:cubicBezTo>
                <a:lnTo>
                  <a:pt x="7273449" y="55312"/>
                </a:lnTo>
                <a:lnTo>
                  <a:pt x="7257831" y="55312"/>
                </a:lnTo>
                <a:lnTo>
                  <a:pt x="7257831" y="152936"/>
                </a:lnTo>
                <a:lnTo>
                  <a:pt x="7274749" y="152936"/>
                </a:lnTo>
                <a:lnTo>
                  <a:pt x="7274749" y="99785"/>
                </a:lnTo>
                <a:cubicBezTo>
                  <a:pt x="7274749" y="85467"/>
                  <a:pt x="7280170" y="67459"/>
                  <a:pt x="7296655" y="67459"/>
                </a:cubicBezTo>
                <a:cubicBezTo>
                  <a:pt x="7317475" y="67459"/>
                  <a:pt x="7317693" y="82862"/>
                  <a:pt x="7317693" y="89806"/>
                </a:cubicBezTo>
                <a:lnTo>
                  <a:pt x="7317693" y="152936"/>
                </a:lnTo>
                <a:lnTo>
                  <a:pt x="7334611" y="152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theloopsothatitholdsthemaximumproductfoundsofaracrossallsublists,">
            <a:extLst xmlns:a="http://schemas.openxmlformats.org/drawingml/2006/main">
              <a:ext uri="{FF2B5EF4-FFF2-40B4-BE49-F238E27FC236}">
                <a16:creationId xmlns:a16="http://schemas.microsoft.com/office/drawing/2014/main" id="{D82187A2-AF9A-4419-B516-42D297E1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364" y="6501188"/>
            <a:ext cx="7101674" cy="194877"/>
          </a:xfrm>
          <a:custGeom xmlns:a="http://schemas.openxmlformats.org/drawingml/2006/main">
            <a:pathLst>
              <a:path w="7101674" h="194877">
                <a:moveTo>
                  <a:pt x="67884" y="147025"/>
                </a:moveTo>
                <a:lnTo>
                  <a:pt x="64416" y="134226"/>
                </a:lnTo>
                <a:cubicBezTo>
                  <a:pt x="58777" y="138784"/>
                  <a:pt x="51837" y="141385"/>
                  <a:pt x="44897" y="141385"/>
                </a:cubicBezTo>
                <a:cubicBezTo>
                  <a:pt x="36871" y="141385"/>
                  <a:pt x="33833" y="134878"/>
                  <a:pt x="33833" y="123377"/>
                </a:cubicBezTo>
                <a:lnTo>
                  <a:pt x="33833" y="69140"/>
                </a:lnTo>
                <a:lnTo>
                  <a:pt x="64416" y="69140"/>
                </a:lnTo>
                <a:lnTo>
                  <a:pt x="64416" y="56557"/>
                </a:lnTo>
                <a:lnTo>
                  <a:pt x="33833" y="56557"/>
                </a:lnTo>
                <a:lnTo>
                  <a:pt x="33833" y="29020"/>
                </a:lnTo>
                <a:lnTo>
                  <a:pt x="18867" y="29020"/>
                </a:lnTo>
                <a:lnTo>
                  <a:pt x="18867" y="56557"/>
                </a:lnTo>
                <a:lnTo>
                  <a:pt x="0" y="56557"/>
                </a:lnTo>
                <a:lnTo>
                  <a:pt x="0" y="69140"/>
                </a:lnTo>
                <a:lnTo>
                  <a:pt x="18219" y="69140"/>
                </a:lnTo>
                <a:lnTo>
                  <a:pt x="18219" y="127067"/>
                </a:lnTo>
                <a:cubicBezTo>
                  <a:pt x="18219" y="140084"/>
                  <a:pt x="21254" y="155266"/>
                  <a:pt x="36219" y="155266"/>
                </a:cubicBezTo>
                <a:cubicBezTo>
                  <a:pt x="51403" y="155266"/>
                  <a:pt x="62463" y="149845"/>
                  <a:pt x="67884" y="147025"/>
                </a:cubicBezTo>
                <a:close/>
                <a:moveTo>
                  <a:pt x="168524" y="152936"/>
                </a:moveTo>
                <a:lnTo>
                  <a:pt x="168524" y="88287"/>
                </a:lnTo>
                <a:cubicBezTo>
                  <a:pt x="168524" y="73969"/>
                  <a:pt x="165271" y="54227"/>
                  <a:pt x="138808" y="54227"/>
                </a:cubicBezTo>
                <a:cubicBezTo>
                  <a:pt x="125362" y="54227"/>
                  <a:pt x="114950" y="60952"/>
                  <a:pt x="108010" y="69845"/>
                </a:cubicBezTo>
                <a:lnTo>
                  <a:pt x="108010" y="2330"/>
                </a:lnTo>
                <a:lnTo>
                  <a:pt x="91744" y="2330"/>
                </a:lnTo>
                <a:lnTo>
                  <a:pt x="91744" y="152936"/>
                </a:lnTo>
                <a:lnTo>
                  <a:pt x="108662" y="152936"/>
                </a:lnTo>
                <a:lnTo>
                  <a:pt x="108662" y="99785"/>
                </a:lnTo>
                <a:cubicBezTo>
                  <a:pt x="108662" y="85467"/>
                  <a:pt x="114083" y="67459"/>
                  <a:pt x="130567" y="67459"/>
                </a:cubicBezTo>
                <a:cubicBezTo>
                  <a:pt x="151387" y="67459"/>
                  <a:pt x="151606" y="82862"/>
                  <a:pt x="151606" y="89806"/>
                </a:cubicBezTo>
                <a:lnTo>
                  <a:pt x="151606" y="152936"/>
                </a:lnTo>
                <a:lnTo>
                  <a:pt x="168524" y="152936"/>
                </a:lnTo>
                <a:close/>
                <a:moveTo>
                  <a:pt x="276100" y="105488"/>
                </a:moveTo>
                <a:cubicBezTo>
                  <a:pt x="276100" y="98114"/>
                  <a:pt x="275885" y="81830"/>
                  <a:pt x="267426" y="68796"/>
                </a:cubicBezTo>
                <a:cubicBezTo>
                  <a:pt x="258533" y="55342"/>
                  <a:pt x="245302" y="52956"/>
                  <a:pt x="237495" y="52956"/>
                </a:cubicBezTo>
                <a:cubicBezTo>
                  <a:pt x="213422" y="52956"/>
                  <a:pt x="193899" y="75965"/>
                  <a:pt x="193899" y="103972"/>
                </a:cubicBezTo>
                <a:cubicBezTo>
                  <a:pt x="193899" y="132522"/>
                  <a:pt x="214722" y="155266"/>
                  <a:pt x="240748" y="155266"/>
                </a:cubicBezTo>
                <a:cubicBezTo>
                  <a:pt x="254413" y="155266"/>
                  <a:pt x="266774" y="150063"/>
                  <a:pt x="275233" y="143990"/>
                </a:cubicBezTo>
                <a:lnTo>
                  <a:pt x="273933" y="129927"/>
                </a:lnTo>
                <a:cubicBezTo>
                  <a:pt x="260268" y="141170"/>
                  <a:pt x="245954" y="142037"/>
                  <a:pt x="240967" y="142037"/>
                </a:cubicBezTo>
                <a:cubicBezTo>
                  <a:pt x="223615" y="142037"/>
                  <a:pt x="209732" y="126683"/>
                  <a:pt x="209083" y="105488"/>
                </a:cubicBezTo>
                <a:lnTo>
                  <a:pt x="276100" y="105488"/>
                </a:lnTo>
                <a:moveTo>
                  <a:pt x="263739" y="93559"/>
                </a:moveTo>
                <a:lnTo>
                  <a:pt x="210165" y="93559"/>
                </a:lnTo>
                <a:cubicBezTo>
                  <a:pt x="213637" y="77051"/>
                  <a:pt x="225131" y="66188"/>
                  <a:pt x="237495" y="66188"/>
                </a:cubicBezTo>
                <a:cubicBezTo>
                  <a:pt x="248774" y="66188"/>
                  <a:pt x="260920" y="73575"/>
                  <a:pt x="263739" y="93559"/>
                </a:cubicBezTo>
                <a:close/>
                <a:moveTo>
                  <a:pt x="388668" y="152936"/>
                </a:moveTo>
                <a:lnTo>
                  <a:pt x="388668" y="2330"/>
                </a:lnTo>
                <a:lnTo>
                  <a:pt x="372402" y="2330"/>
                </a:lnTo>
                <a:lnTo>
                  <a:pt x="372402" y="152936"/>
                </a:lnTo>
                <a:lnTo>
                  <a:pt x="388668" y="152936"/>
                </a:lnTo>
                <a:close/>
                <a:moveTo>
                  <a:pt x="508393" y="105196"/>
                </a:moveTo>
                <a:cubicBezTo>
                  <a:pt x="508393" y="76157"/>
                  <a:pt x="486702" y="52956"/>
                  <a:pt x="460895" y="52956"/>
                </a:cubicBezTo>
                <a:cubicBezTo>
                  <a:pt x="434217" y="52956"/>
                  <a:pt x="413178" y="76806"/>
                  <a:pt x="413178" y="105196"/>
                </a:cubicBezTo>
                <a:cubicBezTo>
                  <a:pt x="413178" y="133803"/>
                  <a:pt x="435299" y="155266"/>
                  <a:pt x="460676" y="155266"/>
                </a:cubicBezTo>
                <a:cubicBezTo>
                  <a:pt x="486702" y="155266"/>
                  <a:pt x="508393" y="133369"/>
                  <a:pt x="508393" y="105196"/>
                </a:cubicBezTo>
                <a:moveTo>
                  <a:pt x="491474" y="103029"/>
                </a:moveTo>
                <a:cubicBezTo>
                  <a:pt x="491474" y="128600"/>
                  <a:pt x="476727" y="141385"/>
                  <a:pt x="460676" y="141385"/>
                </a:cubicBezTo>
                <a:cubicBezTo>
                  <a:pt x="445711" y="141385"/>
                  <a:pt x="430093" y="129252"/>
                  <a:pt x="430093" y="103029"/>
                </a:cubicBezTo>
                <a:cubicBezTo>
                  <a:pt x="430093" y="76806"/>
                  <a:pt x="446578" y="66188"/>
                  <a:pt x="460676" y="66188"/>
                </a:cubicBezTo>
                <a:cubicBezTo>
                  <a:pt x="475860" y="66188"/>
                  <a:pt x="491474" y="77458"/>
                  <a:pt x="491474" y="103029"/>
                </a:cubicBezTo>
                <a:close/>
                <a:moveTo>
                  <a:pt x="616838" y="105196"/>
                </a:moveTo>
                <a:cubicBezTo>
                  <a:pt x="616838" y="76157"/>
                  <a:pt x="595147" y="52956"/>
                  <a:pt x="569340" y="52956"/>
                </a:cubicBezTo>
                <a:cubicBezTo>
                  <a:pt x="542662" y="52956"/>
                  <a:pt x="521624" y="76806"/>
                  <a:pt x="521624" y="105196"/>
                </a:cubicBezTo>
                <a:cubicBezTo>
                  <a:pt x="521624" y="133803"/>
                  <a:pt x="543744" y="155266"/>
                  <a:pt x="569121" y="155266"/>
                </a:cubicBezTo>
                <a:cubicBezTo>
                  <a:pt x="595147" y="155266"/>
                  <a:pt x="616838" y="133369"/>
                  <a:pt x="616838" y="105196"/>
                </a:cubicBezTo>
                <a:moveTo>
                  <a:pt x="599920" y="103029"/>
                </a:moveTo>
                <a:cubicBezTo>
                  <a:pt x="599920" y="128600"/>
                  <a:pt x="585173" y="141385"/>
                  <a:pt x="569121" y="141385"/>
                </a:cubicBezTo>
                <a:cubicBezTo>
                  <a:pt x="554156" y="141385"/>
                  <a:pt x="538538" y="129252"/>
                  <a:pt x="538538" y="103029"/>
                </a:cubicBezTo>
                <a:cubicBezTo>
                  <a:pt x="538538" y="76806"/>
                  <a:pt x="555023" y="66188"/>
                  <a:pt x="569121" y="66188"/>
                </a:cubicBezTo>
                <a:cubicBezTo>
                  <a:pt x="584305" y="66188"/>
                  <a:pt x="599920" y="77458"/>
                  <a:pt x="599920" y="103029"/>
                </a:cubicBezTo>
                <a:close/>
                <a:moveTo>
                  <a:pt x="727670" y="104531"/>
                </a:moveTo>
                <a:cubicBezTo>
                  <a:pt x="727670" y="78517"/>
                  <a:pt x="714005" y="54227"/>
                  <a:pt x="693185" y="54227"/>
                </a:cubicBezTo>
                <a:cubicBezTo>
                  <a:pt x="680169" y="54227"/>
                  <a:pt x="667589" y="58784"/>
                  <a:pt x="657615" y="67244"/>
                </a:cubicBezTo>
                <a:lnTo>
                  <a:pt x="657615" y="56613"/>
                </a:lnTo>
                <a:lnTo>
                  <a:pt x="641345" y="56613"/>
                </a:lnTo>
                <a:lnTo>
                  <a:pt x="641345" y="194877"/>
                </a:lnTo>
                <a:lnTo>
                  <a:pt x="658263" y="194877"/>
                </a:lnTo>
                <a:lnTo>
                  <a:pt x="658263" y="142904"/>
                </a:lnTo>
                <a:cubicBezTo>
                  <a:pt x="664988" y="149193"/>
                  <a:pt x="674530" y="155266"/>
                  <a:pt x="687546" y="155266"/>
                </a:cubicBezTo>
                <a:cubicBezTo>
                  <a:pt x="708584" y="155266"/>
                  <a:pt x="727670" y="134014"/>
                  <a:pt x="727670" y="104531"/>
                </a:cubicBezTo>
                <a:moveTo>
                  <a:pt x="710752" y="104531"/>
                </a:moveTo>
                <a:cubicBezTo>
                  <a:pt x="710752" y="126862"/>
                  <a:pt x="695353" y="142037"/>
                  <a:pt x="679087" y="142037"/>
                </a:cubicBezTo>
                <a:cubicBezTo>
                  <a:pt x="670628" y="142037"/>
                  <a:pt x="664770" y="137701"/>
                  <a:pt x="660434" y="131846"/>
                </a:cubicBezTo>
                <a:cubicBezTo>
                  <a:pt x="658263" y="128596"/>
                  <a:pt x="658263" y="128163"/>
                  <a:pt x="658263" y="124261"/>
                </a:cubicBezTo>
                <a:lnTo>
                  <a:pt x="658263" y="80685"/>
                </a:lnTo>
                <a:cubicBezTo>
                  <a:pt x="663469" y="73095"/>
                  <a:pt x="671928" y="68111"/>
                  <a:pt x="681254" y="68111"/>
                </a:cubicBezTo>
                <a:cubicBezTo>
                  <a:pt x="697739" y="68111"/>
                  <a:pt x="710752" y="84587"/>
                  <a:pt x="710752" y="104531"/>
                </a:cubicBezTo>
                <a:close/>
                <a:moveTo>
                  <a:pt x="886002" y="125134"/>
                </a:moveTo>
                <a:cubicBezTo>
                  <a:pt x="886002" y="113213"/>
                  <a:pt x="877977" y="105845"/>
                  <a:pt x="877543" y="105196"/>
                </a:cubicBezTo>
                <a:cubicBezTo>
                  <a:pt x="869084" y="97611"/>
                  <a:pt x="863226" y="96310"/>
                  <a:pt x="852381" y="94360"/>
                </a:cubicBezTo>
                <a:cubicBezTo>
                  <a:pt x="840454" y="91977"/>
                  <a:pt x="830475" y="89810"/>
                  <a:pt x="830475" y="79192"/>
                </a:cubicBezTo>
                <a:cubicBezTo>
                  <a:pt x="830475" y="65754"/>
                  <a:pt x="846093" y="65754"/>
                  <a:pt x="848913" y="65754"/>
                </a:cubicBezTo>
                <a:cubicBezTo>
                  <a:pt x="855853" y="65754"/>
                  <a:pt x="867346" y="66622"/>
                  <a:pt x="879711" y="73989"/>
                </a:cubicBezTo>
                <a:lnTo>
                  <a:pt x="882312" y="59900"/>
                </a:lnTo>
                <a:cubicBezTo>
                  <a:pt x="871037" y="54693"/>
                  <a:pt x="862144" y="52956"/>
                  <a:pt x="851080" y="52956"/>
                </a:cubicBezTo>
                <a:cubicBezTo>
                  <a:pt x="845659" y="52956"/>
                  <a:pt x="815076" y="52956"/>
                  <a:pt x="815076" y="81360"/>
                </a:cubicBezTo>
                <a:cubicBezTo>
                  <a:pt x="815076" y="91977"/>
                  <a:pt x="821368" y="98911"/>
                  <a:pt x="826789" y="103029"/>
                </a:cubicBezTo>
                <a:cubicBezTo>
                  <a:pt x="833514" y="107798"/>
                  <a:pt x="838286" y="108662"/>
                  <a:pt x="850213" y="111048"/>
                </a:cubicBezTo>
                <a:cubicBezTo>
                  <a:pt x="858020" y="112564"/>
                  <a:pt x="870600" y="115165"/>
                  <a:pt x="870600" y="126650"/>
                </a:cubicBezTo>
                <a:cubicBezTo>
                  <a:pt x="870600" y="141604"/>
                  <a:pt x="853466" y="141604"/>
                  <a:pt x="850213" y="141604"/>
                </a:cubicBezTo>
                <a:cubicBezTo>
                  <a:pt x="832646" y="141604"/>
                  <a:pt x="820501" y="133584"/>
                  <a:pt x="816595" y="130983"/>
                </a:cubicBezTo>
                <a:lnTo>
                  <a:pt x="813994" y="145724"/>
                </a:lnTo>
                <a:cubicBezTo>
                  <a:pt x="820934" y="149193"/>
                  <a:pt x="832862" y="155266"/>
                  <a:pt x="850432" y="155266"/>
                </a:cubicBezTo>
                <a:cubicBezTo>
                  <a:pt x="854334" y="155266"/>
                  <a:pt x="866264" y="155266"/>
                  <a:pt x="875590" y="148326"/>
                </a:cubicBezTo>
                <a:cubicBezTo>
                  <a:pt x="882312" y="143119"/>
                  <a:pt x="886002" y="134451"/>
                  <a:pt x="886002" y="125134"/>
                </a:cubicBezTo>
                <a:close/>
                <a:moveTo>
                  <a:pt x="992711" y="105196"/>
                </a:moveTo>
                <a:cubicBezTo>
                  <a:pt x="992711" y="76157"/>
                  <a:pt x="971021" y="52956"/>
                  <a:pt x="945213" y="52956"/>
                </a:cubicBezTo>
                <a:cubicBezTo>
                  <a:pt x="918536" y="52956"/>
                  <a:pt x="897497" y="76806"/>
                  <a:pt x="897497" y="105196"/>
                </a:cubicBezTo>
                <a:cubicBezTo>
                  <a:pt x="897497" y="133803"/>
                  <a:pt x="919618" y="155266"/>
                  <a:pt x="944995" y="155266"/>
                </a:cubicBezTo>
                <a:cubicBezTo>
                  <a:pt x="971021" y="155266"/>
                  <a:pt x="992711" y="133369"/>
                  <a:pt x="992711" y="105196"/>
                </a:cubicBezTo>
                <a:moveTo>
                  <a:pt x="975793" y="103029"/>
                </a:moveTo>
                <a:cubicBezTo>
                  <a:pt x="975793" y="128600"/>
                  <a:pt x="961046" y="141385"/>
                  <a:pt x="944995" y="141385"/>
                </a:cubicBezTo>
                <a:cubicBezTo>
                  <a:pt x="930030" y="141385"/>
                  <a:pt x="914412" y="129252"/>
                  <a:pt x="914412" y="103029"/>
                </a:cubicBezTo>
                <a:cubicBezTo>
                  <a:pt x="914412" y="76806"/>
                  <a:pt x="930897" y="66188"/>
                  <a:pt x="944995" y="66188"/>
                </a:cubicBezTo>
                <a:cubicBezTo>
                  <a:pt x="960179" y="66188"/>
                  <a:pt x="975793" y="77458"/>
                  <a:pt x="975793" y="103029"/>
                </a:cubicBezTo>
                <a:close/>
                <a:moveTo>
                  <a:pt x="1143665" y="147025"/>
                </a:moveTo>
                <a:lnTo>
                  <a:pt x="1140197" y="134226"/>
                </a:lnTo>
                <a:cubicBezTo>
                  <a:pt x="1134558" y="138784"/>
                  <a:pt x="1127618" y="141385"/>
                  <a:pt x="1120678" y="141385"/>
                </a:cubicBezTo>
                <a:cubicBezTo>
                  <a:pt x="1112652" y="141385"/>
                  <a:pt x="1109614" y="134878"/>
                  <a:pt x="1109614" y="123377"/>
                </a:cubicBezTo>
                <a:lnTo>
                  <a:pt x="1109614" y="69140"/>
                </a:lnTo>
                <a:lnTo>
                  <a:pt x="1140197" y="69140"/>
                </a:lnTo>
                <a:lnTo>
                  <a:pt x="1140197" y="56557"/>
                </a:lnTo>
                <a:lnTo>
                  <a:pt x="1109614" y="56557"/>
                </a:lnTo>
                <a:lnTo>
                  <a:pt x="1109614" y="29020"/>
                </a:lnTo>
                <a:lnTo>
                  <a:pt x="1094648" y="29020"/>
                </a:lnTo>
                <a:lnTo>
                  <a:pt x="1094648" y="56557"/>
                </a:lnTo>
                <a:lnTo>
                  <a:pt x="1075781" y="56557"/>
                </a:lnTo>
                <a:lnTo>
                  <a:pt x="1075781" y="69140"/>
                </a:lnTo>
                <a:lnTo>
                  <a:pt x="1094000" y="69140"/>
                </a:lnTo>
                <a:lnTo>
                  <a:pt x="1094000" y="127067"/>
                </a:lnTo>
                <a:cubicBezTo>
                  <a:pt x="1094000" y="140084"/>
                  <a:pt x="1097035" y="155266"/>
                  <a:pt x="1112000" y="155266"/>
                </a:cubicBezTo>
                <a:cubicBezTo>
                  <a:pt x="1127184" y="155266"/>
                  <a:pt x="1138244" y="149845"/>
                  <a:pt x="1143665" y="147025"/>
                </a:cubicBezTo>
                <a:close/>
                <a:moveTo>
                  <a:pt x="1244306" y="152936"/>
                </a:moveTo>
                <a:lnTo>
                  <a:pt x="1244306" y="88287"/>
                </a:lnTo>
                <a:cubicBezTo>
                  <a:pt x="1244306" y="73969"/>
                  <a:pt x="1241053" y="54227"/>
                  <a:pt x="1214590" y="54227"/>
                </a:cubicBezTo>
                <a:cubicBezTo>
                  <a:pt x="1201143" y="54227"/>
                  <a:pt x="1190732" y="60952"/>
                  <a:pt x="1183792" y="69845"/>
                </a:cubicBezTo>
                <a:lnTo>
                  <a:pt x="1183792" y="2330"/>
                </a:lnTo>
                <a:lnTo>
                  <a:pt x="1167526" y="2330"/>
                </a:lnTo>
                <a:lnTo>
                  <a:pt x="1167526" y="152936"/>
                </a:lnTo>
                <a:lnTo>
                  <a:pt x="1184444" y="152936"/>
                </a:lnTo>
                <a:lnTo>
                  <a:pt x="1184444" y="99785"/>
                </a:lnTo>
                <a:cubicBezTo>
                  <a:pt x="1184444" y="85467"/>
                  <a:pt x="1189865" y="67459"/>
                  <a:pt x="1206349" y="67459"/>
                </a:cubicBezTo>
                <a:cubicBezTo>
                  <a:pt x="1227169" y="67459"/>
                  <a:pt x="1227388" y="82862"/>
                  <a:pt x="1227388" y="89806"/>
                </a:cubicBezTo>
                <a:lnTo>
                  <a:pt x="1227388" y="152936"/>
                </a:lnTo>
                <a:lnTo>
                  <a:pt x="1244306" y="152936"/>
                </a:lnTo>
                <a:close/>
                <a:moveTo>
                  <a:pt x="1350799" y="152883"/>
                </a:moveTo>
                <a:lnTo>
                  <a:pt x="1350799" y="90243"/>
                </a:lnTo>
                <a:cubicBezTo>
                  <a:pt x="1350799" y="68137"/>
                  <a:pt x="1334967" y="52956"/>
                  <a:pt x="1315010" y="52956"/>
                </a:cubicBezTo>
                <a:cubicBezTo>
                  <a:pt x="1300912" y="52956"/>
                  <a:pt x="1291152" y="56428"/>
                  <a:pt x="1280959" y="62286"/>
                </a:cubicBezTo>
                <a:lnTo>
                  <a:pt x="1282260" y="76590"/>
                </a:lnTo>
                <a:cubicBezTo>
                  <a:pt x="1293538" y="68571"/>
                  <a:pt x="1304384" y="65754"/>
                  <a:pt x="1315010" y="65754"/>
                </a:cubicBezTo>
                <a:cubicBezTo>
                  <a:pt x="1325207" y="65754"/>
                  <a:pt x="1333881" y="74423"/>
                  <a:pt x="1333881" y="90462"/>
                </a:cubicBezTo>
                <a:lnTo>
                  <a:pt x="1333881" y="99782"/>
                </a:lnTo>
                <a:cubicBezTo>
                  <a:pt x="1301349" y="100215"/>
                  <a:pt x="1273801" y="109324"/>
                  <a:pt x="1273801" y="128388"/>
                </a:cubicBezTo>
                <a:cubicBezTo>
                  <a:pt x="1273801" y="137705"/>
                  <a:pt x="1279658" y="155266"/>
                  <a:pt x="1298529" y="155266"/>
                </a:cubicBezTo>
                <a:cubicBezTo>
                  <a:pt x="1301564" y="155266"/>
                  <a:pt x="1321950" y="154833"/>
                  <a:pt x="1334533" y="145072"/>
                </a:cubicBezTo>
                <a:lnTo>
                  <a:pt x="1334533" y="152883"/>
                </a:lnTo>
                <a:lnTo>
                  <a:pt x="1350799" y="152883"/>
                </a:lnTo>
                <a:moveTo>
                  <a:pt x="1333881" y="124274"/>
                </a:moveTo>
                <a:cubicBezTo>
                  <a:pt x="1333881" y="128388"/>
                  <a:pt x="1333881" y="133806"/>
                  <a:pt x="1326508" y="137920"/>
                </a:cubicBezTo>
                <a:cubicBezTo>
                  <a:pt x="1320216" y="141819"/>
                  <a:pt x="1311976" y="142037"/>
                  <a:pt x="1309590" y="142037"/>
                </a:cubicBezTo>
                <a:cubicBezTo>
                  <a:pt x="1299178" y="142037"/>
                  <a:pt x="1289418" y="137053"/>
                  <a:pt x="1289418" y="127958"/>
                </a:cubicBezTo>
                <a:cubicBezTo>
                  <a:pt x="1289418" y="112792"/>
                  <a:pt x="1324555" y="111276"/>
                  <a:pt x="1333881" y="110843"/>
                </a:cubicBezTo>
                <a:lnTo>
                  <a:pt x="1333881" y="124274"/>
                </a:lnTo>
                <a:close/>
                <a:moveTo>
                  <a:pt x="1438421" y="147025"/>
                </a:moveTo>
                <a:lnTo>
                  <a:pt x="1434953" y="134226"/>
                </a:lnTo>
                <a:cubicBezTo>
                  <a:pt x="1429313" y="138784"/>
                  <a:pt x="1422373" y="141385"/>
                  <a:pt x="1415433" y="141385"/>
                </a:cubicBezTo>
                <a:cubicBezTo>
                  <a:pt x="1407408" y="141385"/>
                  <a:pt x="1404370" y="134878"/>
                  <a:pt x="1404370" y="123377"/>
                </a:cubicBezTo>
                <a:lnTo>
                  <a:pt x="1404370" y="69140"/>
                </a:lnTo>
                <a:lnTo>
                  <a:pt x="1434953" y="69140"/>
                </a:lnTo>
                <a:lnTo>
                  <a:pt x="1434953" y="56557"/>
                </a:lnTo>
                <a:lnTo>
                  <a:pt x="1404370" y="56557"/>
                </a:lnTo>
                <a:lnTo>
                  <a:pt x="1404370" y="29020"/>
                </a:lnTo>
                <a:lnTo>
                  <a:pt x="1389404" y="29020"/>
                </a:lnTo>
                <a:lnTo>
                  <a:pt x="1389404" y="56557"/>
                </a:lnTo>
                <a:lnTo>
                  <a:pt x="1370537" y="56557"/>
                </a:lnTo>
                <a:lnTo>
                  <a:pt x="1370537" y="69140"/>
                </a:lnTo>
                <a:lnTo>
                  <a:pt x="1388755" y="69140"/>
                </a:lnTo>
                <a:lnTo>
                  <a:pt x="1388755" y="127067"/>
                </a:lnTo>
                <a:cubicBezTo>
                  <a:pt x="1388755" y="140084"/>
                  <a:pt x="1391790" y="155266"/>
                  <a:pt x="1406756" y="155266"/>
                </a:cubicBezTo>
                <a:cubicBezTo>
                  <a:pt x="1421940" y="155266"/>
                  <a:pt x="1433000" y="149845"/>
                  <a:pt x="1438421" y="147025"/>
                </a:cubicBezTo>
                <a:close/>
                <a:moveTo>
                  <a:pt x="1550772" y="152936"/>
                </a:moveTo>
                <a:lnTo>
                  <a:pt x="1550772" y="56557"/>
                </a:lnTo>
                <a:lnTo>
                  <a:pt x="1534506" y="56557"/>
                </a:lnTo>
                <a:lnTo>
                  <a:pt x="1534506" y="152936"/>
                </a:lnTo>
                <a:lnTo>
                  <a:pt x="1550772" y="152936"/>
                </a:lnTo>
                <a:moveTo>
                  <a:pt x="1552506" y="30109"/>
                </a:moveTo>
                <a:lnTo>
                  <a:pt x="1552506" y="10803"/>
                </a:lnTo>
                <a:lnTo>
                  <a:pt x="1533205" y="10803"/>
                </a:lnTo>
                <a:lnTo>
                  <a:pt x="1533205" y="30109"/>
                </a:lnTo>
                <a:lnTo>
                  <a:pt x="1552506" y="30109"/>
                </a:lnTo>
                <a:close/>
                <a:moveTo>
                  <a:pt x="1640781" y="147025"/>
                </a:moveTo>
                <a:lnTo>
                  <a:pt x="1637312" y="134226"/>
                </a:lnTo>
                <a:cubicBezTo>
                  <a:pt x="1631673" y="138784"/>
                  <a:pt x="1624733" y="141385"/>
                  <a:pt x="1617793" y="141385"/>
                </a:cubicBezTo>
                <a:cubicBezTo>
                  <a:pt x="1609767" y="141385"/>
                  <a:pt x="1606729" y="134878"/>
                  <a:pt x="1606729" y="123377"/>
                </a:cubicBezTo>
                <a:lnTo>
                  <a:pt x="1606729" y="69140"/>
                </a:lnTo>
                <a:lnTo>
                  <a:pt x="1637312" y="69140"/>
                </a:lnTo>
                <a:lnTo>
                  <a:pt x="1637312" y="56557"/>
                </a:lnTo>
                <a:lnTo>
                  <a:pt x="1606729" y="56557"/>
                </a:lnTo>
                <a:lnTo>
                  <a:pt x="1606729" y="29020"/>
                </a:lnTo>
                <a:lnTo>
                  <a:pt x="1591764" y="29020"/>
                </a:lnTo>
                <a:lnTo>
                  <a:pt x="1591764" y="56557"/>
                </a:lnTo>
                <a:lnTo>
                  <a:pt x="1572896" y="56557"/>
                </a:lnTo>
                <a:lnTo>
                  <a:pt x="1572896" y="69140"/>
                </a:lnTo>
                <a:lnTo>
                  <a:pt x="1591115" y="69140"/>
                </a:lnTo>
                <a:lnTo>
                  <a:pt x="1591115" y="127067"/>
                </a:lnTo>
                <a:cubicBezTo>
                  <a:pt x="1591115" y="140084"/>
                  <a:pt x="1594150" y="155266"/>
                  <a:pt x="1609115" y="155266"/>
                </a:cubicBezTo>
                <a:cubicBezTo>
                  <a:pt x="1624299" y="155266"/>
                  <a:pt x="1635360" y="149845"/>
                  <a:pt x="1640781" y="147025"/>
                </a:cubicBezTo>
                <a:close/>
                <a:moveTo>
                  <a:pt x="1813646" y="152936"/>
                </a:moveTo>
                <a:lnTo>
                  <a:pt x="1813646" y="88287"/>
                </a:lnTo>
                <a:cubicBezTo>
                  <a:pt x="1813646" y="73969"/>
                  <a:pt x="1810392" y="54227"/>
                  <a:pt x="1783930" y="54227"/>
                </a:cubicBezTo>
                <a:cubicBezTo>
                  <a:pt x="1770483" y="54227"/>
                  <a:pt x="1760071" y="60952"/>
                  <a:pt x="1753131" y="69845"/>
                </a:cubicBezTo>
                <a:lnTo>
                  <a:pt x="1753131" y="2330"/>
                </a:lnTo>
                <a:lnTo>
                  <a:pt x="1736865" y="2330"/>
                </a:lnTo>
                <a:lnTo>
                  <a:pt x="1736865" y="152936"/>
                </a:lnTo>
                <a:lnTo>
                  <a:pt x="1753783" y="152936"/>
                </a:lnTo>
                <a:lnTo>
                  <a:pt x="1753783" y="99785"/>
                </a:lnTo>
                <a:cubicBezTo>
                  <a:pt x="1753783" y="85467"/>
                  <a:pt x="1759204" y="67459"/>
                  <a:pt x="1775689" y="67459"/>
                </a:cubicBezTo>
                <a:cubicBezTo>
                  <a:pt x="1796509" y="67459"/>
                  <a:pt x="1796727" y="82862"/>
                  <a:pt x="1796727" y="89806"/>
                </a:cubicBezTo>
                <a:lnTo>
                  <a:pt x="1796727" y="152936"/>
                </a:lnTo>
                <a:lnTo>
                  <a:pt x="1813646" y="152936"/>
                </a:lnTo>
                <a:close/>
                <a:moveTo>
                  <a:pt x="1933152" y="105196"/>
                </a:moveTo>
                <a:cubicBezTo>
                  <a:pt x="1933152" y="76157"/>
                  <a:pt x="1911462" y="52956"/>
                  <a:pt x="1885654" y="52956"/>
                </a:cubicBezTo>
                <a:cubicBezTo>
                  <a:pt x="1858977" y="52956"/>
                  <a:pt x="1837938" y="76806"/>
                  <a:pt x="1837938" y="105196"/>
                </a:cubicBezTo>
                <a:cubicBezTo>
                  <a:pt x="1837938" y="133803"/>
                  <a:pt x="1860059" y="155266"/>
                  <a:pt x="1885436" y="155266"/>
                </a:cubicBezTo>
                <a:cubicBezTo>
                  <a:pt x="1911462" y="155266"/>
                  <a:pt x="1933152" y="133369"/>
                  <a:pt x="1933152" y="105196"/>
                </a:cubicBezTo>
                <a:moveTo>
                  <a:pt x="1916234" y="103029"/>
                </a:moveTo>
                <a:cubicBezTo>
                  <a:pt x="1916234" y="128600"/>
                  <a:pt x="1901487" y="141385"/>
                  <a:pt x="1885436" y="141385"/>
                </a:cubicBezTo>
                <a:cubicBezTo>
                  <a:pt x="1870470" y="141385"/>
                  <a:pt x="1854853" y="129252"/>
                  <a:pt x="1854853" y="103029"/>
                </a:cubicBezTo>
                <a:cubicBezTo>
                  <a:pt x="1854853" y="76806"/>
                  <a:pt x="1871338" y="66188"/>
                  <a:pt x="1885436" y="66188"/>
                </a:cubicBezTo>
                <a:cubicBezTo>
                  <a:pt x="1900620" y="66188"/>
                  <a:pt x="1916234" y="77458"/>
                  <a:pt x="1916234" y="103029"/>
                </a:cubicBezTo>
                <a:close/>
                <a:moveTo>
                  <a:pt x="1973710" y="152936"/>
                </a:moveTo>
                <a:lnTo>
                  <a:pt x="1973710" y="2330"/>
                </a:lnTo>
                <a:lnTo>
                  <a:pt x="1957443" y="2330"/>
                </a:lnTo>
                <a:lnTo>
                  <a:pt x="1957443" y="152936"/>
                </a:lnTo>
                <a:lnTo>
                  <a:pt x="1973710" y="152936"/>
                </a:lnTo>
                <a:close/>
                <a:moveTo>
                  <a:pt x="2085843" y="152966"/>
                </a:moveTo>
                <a:lnTo>
                  <a:pt x="2085843" y="2330"/>
                </a:lnTo>
                <a:lnTo>
                  <a:pt x="2069577" y="2330"/>
                </a:lnTo>
                <a:lnTo>
                  <a:pt x="2069577" y="66205"/>
                </a:lnTo>
                <a:cubicBezTo>
                  <a:pt x="2058083" y="56613"/>
                  <a:pt x="2045937" y="54227"/>
                  <a:pt x="2037912" y="54227"/>
                </a:cubicBezTo>
                <a:cubicBezTo>
                  <a:pt x="2016440" y="54227"/>
                  <a:pt x="1999521" y="76786"/>
                  <a:pt x="1999521" y="104760"/>
                </a:cubicBezTo>
                <a:cubicBezTo>
                  <a:pt x="1999521" y="133174"/>
                  <a:pt x="2016221" y="155266"/>
                  <a:pt x="2036826" y="155266"/>
                </a:cubicBezTo>
                <a:cubicBezTo>
                  <a:pt x="2043984" y="155266"/>
                  <a:pt x="2056779" y="153317"/>
                  <a:pt x="2068925" y="141604"/>
                </a:cubicBezTo>
                <a:lnTo>
                  <a:pt x="2068925" y="152883"/>
                </a:lnTo>
                <a:lnTo>
                  <a:pt x="2085843" y="152966"/>
                </a:lnTo>
                <a:moveTo>
                  <a:pt x="2068925" y="122761"/>
                </a:moveTo>
                <a:cubicBezTo>
                  <a:pt x="2068925" y="125796"/>
                  <a:pt x="2068710" y="129702"/>
                  <a:pt x="2061770" y="135990"/>
                </a:cubicBezTo>
                <a:cubicBezTo>
                  <a:pt x="2056779" y="140309"/>
                  <a:pt x="2051358" y="142037"/>
                  <a:pt x="2045719" y="142037"/>
                </a:cubicBezTo>
                <a:cubicBezTo>
                  <a:pt x="2032272" y="142037"/>
                  <a:pt x="2016440" y="131870"/>
                  <a:pt x="2016440" y="104978"/>
                </a:cubicBezTo>
                <a:cubicBezTo>
                  <a:pt x="2016440" y="76352"/>
                  <a:pt x="2035092" y="67459"/>
                  <a:pt x="2047886" y="67459"/>
                </a:cubicBezTo>
                <a:cubicBezTo>
                  <a:pt x="2057646" y="67505"/>
                  <a:pt x="2064156" y="72493"/>
                  <a:pt x="2068925" y="79434"/>
                </a:cubicBezTo>
                <a:lnTo>
                  <a:pt x="2068925" y="122761"/>
                </a:lnTo>
                <a:close/>
                <a:moveTo>
                  <a:pt x="2181928" y="125134"/>
                </a:moveTo>
                <a:cubicBezTo>
                  <a:pt x="2181928" y="113213"/>
                  <a:pt x="2173903" y="105845"/>
                  <a:pt x="2173469" y="105196"/>
                </a:cubicBezTo>
                <a:cubicBezTo>
                  <a:pt x="2165010" y="97611"/>
                  <a:pt x="2159152" y="96310"/>
                  <a:pt x="2148307" y="94360"/>
                </a:cubicBezTo>
                <a:cubicBezTo>
                  <a:pt x="2136379" y="91977"/>
                  <a:pt x="2126401" y="89810"/>
                  <a:pt x="2126401" y="79192"/>
                </a:cubicBezTo>
                <a:cubicBezTo>
                  <a:pt x="2126401" y="65754"/>
                  <a:pt x="2142019" y="65754"/>
                  <a:pt x="2144839" y="65754"/>
                </a:cubicBezTo>
                <a:cubicBezTo>
                  <a:pt x="2151779" y="65754"/>
                  <a:pt x="2163272" y="66622"/>
                  <a:pt x="2175637" y="73989"/>
                </a:cubicBezTo>
                <a:lnTo>
                  <a:pt x="2178238" y="59900"/>
                </a:lnTo>
                <a:cubicBezTo>
                  <a:pt x="2166963" y="54693"/>
                  <a:pt x="2158070" y="52956"/>
                  <a:pt x="2147006" y="52956"/>
                </a:cubicBezTo>
                <a:cubicBezTo>
                  <a:pt x="2141585" y="52956"/>
                  <a:pt x="2111002" y="52956"/>
                  <a:pt x="2111002" y="81360"/>
                </a:cubicBezTo>
                <a:cubicBezTo>
                  <a:pt x="2111002" y="91977"/>
                  <a:pt x="2117294" y="98911"/>
                  <a:pt x="2122715" y="103029"/>
                </a:cubicBezTo>
                <a:cubicBezTo>
                  <a:pt x="2129439" y="107798"/>
                  <a:pt x="2134212" y="108662"/>
                  <a:pt x="2146139" y="111048"/>
                </a:cubicBezTo>
                <a:cubicBezTo>
                  <a:pt x="2153946" y="112564"/>
                  <a:pt x="2166526" y="115165"/>
                  <a:pt x="2166526" y="126650"/>
                </a:cubicBezTo>
                <a:cubicBezTo>
                  <a:pt x="2166526" y="141604"/>
                  <a:pt x="2149392" y="141604"/>
                  <a:pt x="2146139" y="141604"/>
                </a:cubicBezTo>
                <a:cubicBezTo>
                  <a:pt x="2128572" y="141604"/>
                  <a:pt x="2116427" y="133584"/>
                  <a:pt x="2112521" y="130983"/>
                </a:cubicBezTo>
                <a:lnTo>
                  <a:pt x="2109920" y="145724"/>
                </a:lnTo>
                <a:cubicBezTo>
                  <a:pt x="2116860" y="149193"/>
                  <a:pt x="2128788" y="155266"/>
                  <a:pt x="2146358" y="155266"/>
                </a:cubicBezTo>
                <a:cubicBezTo>
                  <a:pt x="2150260" y="155266"/>
                  <a:pt x="2162190" y="155266"/>
                  <a:pt x="2171516" y="148326"/>
                </a:cubicBezTo>
                <a:cubicBezTo>
                  <a:pt x="2178238" y="143119"/>
                  <a:pt x="2181928" y="134451"/>
                  <a:pt x="2181928" y="125134"/>
                </a:cubicBezTo>
                <a:close/>
                <a:moveTo>
                  <a:pt x="2331146" y="147025"/>
                </a:moveTo>
                <a:lnTo>
                  <a:pt x="2327677" y="134226"/>
                </a:lnTo>
                <a:cubicBezTo>
                  <a:pt x="2322038" y="138784"/>
                  <a:pt x="2315098" y="141385"/>
                  <a:pt x="2308158" y="141385"/>
                </a:cubicBezTo>
                <a:cubicBezTo>
                  <a:pt x="2300132" y="141385"/>
                  <a:pt x="2297094" y="134878"/>
                  <a:pt x="2297094" y="123377"/>
                </a:cubicBezTo>
                <a:lnTo>
                  <a:pt x="2297094" y="69140"/>
                </a:lnTo>
                <a:lnTo>
                  <a:pt x="2327677" y="69140"/>
                </a:lnTo>
                <a:lnTo>
                  <a:pt x="2327677" y="56557"/>
                </a:lnTo>
                <a:lnTo>
                  <a:pt x="2297094" y="56557"/>
                </a:lnTo>
                <a:lnTo>
                  <a:pt x="2297094" y="29020"/>
                </a:lnTo>
                <a:lnTo>
                  <a:pt x="2282129" y="29020"/>
                </a:lnTo>
                <a:lnTo>
                  <a:pt x="2282129" y="56557"/>
                </a:lnTo>
                <a:lnTo>
                  <a:pt x="2263261" y="56557"/>
                </a:lnTo>
                <a:lnTo>
                  <a:pt x="2263261" y="69140"/>
                </a:lnTo>
                <a:lnTo>
                  <a:pt x="2281480" y="69140"/>
                </a:lnTo>
                <a:lnTo>
                  <a:pt x="2281480" y="127067"/>
                </a:lnTo>
                <a:cubicBezTo>
                  <a:pt x="2281480" y="140084"/>
                  <a:pt x="2284515" y="155266"/>
                  <a:pt x="2299480" y="155266"/>
                </a:cubicBezTo>
                <a:cubicBezTo>
                  <a:pt x="2314664" y="155266"/>
                  <a:pt x="2325725" y="149845"/>
                  <a:pt x="2331146" y="147025"/>
                </a:cubicBezTo>
                <a:close/>
                <a:moveTo>
                  <a:pt x="2431786" y="152936"/>
                </a:moveTo>
                <a:lnTo>
                  <a:pt x="2431786" y="88287"/>
                </a:lnTo>
                <a:cubicBezTo>
                  <a:pt x="2431786" y="73969"/>
                  <a:pt x="2428533" y="54227"/>
                  <a:pt x="2402070" y="54227"/>
                </a:cubicBezTo>
                <a:cubicBezTo>
                  <a:pt x="2388624" y="54227"/>
                  <a:pt x="2378212" y="60952"/>
                  <a:pt x="2371272" y="69845"/>
                </a:cubicBezTo>
                <a:lnTo>
                  <a:pt x="2371272" y="2330"/>
                </a:lnTo>
                <a:lnTo>
                  <a:pt x="2355006" y="2330"/>
                </a:lnTo>
                <a:lnTo>
                  <a:pt x="2355006" y="152936"/>
                </a:lnTo>
                <a:lnTo>
                  <a:pt x="2371924" y="152936"/>
                </a:lnTo>
                <a:lnTo>
                  <a:pt x="2371924" y="99785"/>
                </a:lnTo>
                <a:cubicBezTo>
                  <a:pt x="2371924" y="85467"/>
                  <a:pt x="2377345" y="67459"/>
                  <a:pt x="2393829" y="67459"/>
                </a:cubicBezTo>
                <a:cubicBezTo>
                  <a:pt x="2414649" y="67459"/>
                  <a:pt x="2414868" y="82862"/>
                  <a:pt x="2414868" y="89806"/>
                </a:cubicBezTo>
                <a:lnTo>
                  <a:pt x="2414868" y="152936"/>
                </a:lnTo>
                <a:lnTo>
                  <a:pt x="2431786" y="152936"/>
                </a:lnTo>
                <a:close/>
                <a:moveTo>
                  <a:pt x="2539362" y="105488"/>
                </a:moveTo>
                <a:cubicBezTo>
                  <a:pt x="2539362" y="98114"/>
                  <a:pt x="2539147" y="81830"/>
                  <a:pt x="2530688" y="68796"/>
                </a:cubicBezTo>
                <a:cubicBezTo>
                  <a:pt x="2521795" y="55342"/>
                  <a:pt x="2508564" y="52956"/>
                  <a:pt x="2500756" y="52956"/>
                </a:cubicBezTo>
                <a:cubicBezTo>
                  <a:pt x="2476683" y="52956"/>
                  <a:pt x="2457160" y="75965"/>
                  <a:pt x="2457160" y="103972"/>
                </a:cubicBezTo>
                <a:cubicBezTo>
                  <a:pt x="2457160" y="132522"/>
                  <a:pt x="2477984" y="155266"/>
                  <a:pt x="2504010" y="155266"/>
                </a:cubicBezTo>
                <a:cubicBezTo>
                  <a:pt x="2517675" y="155266"/>
                  <a:pt x="2530036" y="150063"/>
                  <a:pt x="2538495" y="143990"/>
                </a:cubicBezTo>
                <a:lnTo>
                  <a:pt x="2537194" y="129927"/>
                </a:lnTo>
                <a:cubicBezTo>
                  <a:pt x="2523529" y="141170"/>
                  <a:pt x="2509216" y="142037"/>
                  <a:pt x="2504228" y="142037"/>
                </a:cubicBezTo>
                <a:cubicBezTo>
                  <a:pt x="2486876" y="142037"/>
                  <a:pt x="2472993" y="126683"/>
                  <a:pt x="2472344" y="105488"/>
                </a:cubicBezTo>
                <a:lnTo>
                  <a:pt x="2539362" y="105488"/>
                </a:lnTo>
                <a:moveTo>
                  <a:pt x="2527001" y="93559"/>
                </a:moveTo>
                <a:lnTo>
                  <a:pt x="2473427" y="93559"/>
                </a:lnTo>
                <a:cubicBezTo>
                  <a:pt x="2476898" y="77051"/>
                  <a:pt x="2488392" y="66188"/>
                  <a:pt x="2500756" y="66188"/>
                </a:cubicBezTo>
                <a:cubicBezTo>
                  <a:pt x="2512035" y="66188"/>
                  <a:pt x="2524181" y="73575"/>
                  <a:pt x="2527001" y="93559"/>
                </a:cubicBezTo>
                <a:close/>
                <a:moveTo>
                  <a:pt x="2772739" y="152936"/>
                </a:moveTo>
                <a:lnTo>
                  <a:pt x="2772739" y="88287"/>
                </a:lnTo>
                <a:cubicBezTo>
                  <a:pt x="2772739" y="73751"/>
                  <a:pt x="2769267" y="54227"/>
                  <a:pt x="2743023" y="54227"/>
                </a:cubicBezTo>
                <a:cubicBezTo>
                  <a:pt x="2730010" y="54227"/>
                  <a:pt x="2718731" y="60303"/>
                  <a:pt x="2710706" y="72016"/>
                </a:cubicBezTo>
                <a:cubicBezTo>
                  <a:pt x="2705066" y="55531"/>
                  <a:pt x="2689886" y="54227"/>
                  <a:pt x="2682946" y="54227"/>
                </a:cubicBezTo>
                <a:cubicBezTo>
                  <a:pt x="2667328" y="54227"/>
                  <a:pt x="2657135" y="63120"/>
                  <a:pt x="2651280" y="70931"/>
                </a:cubicBezTo>
                <a:lnTo>
                  <a:pt x="2651280" y="55312"/>
                </a:lnTo>
                <a:lnTo>
                  <a:pt x="2635663" y="55312"/>
                </a:lnTo>
                <a:lnTo>
                  <a:pt x="2635663" y="152936"/>
                </a:lnTo>
                <a:lnTo>
                  <a:pt x="2652581" y="152936"/>
                </a:lnTo>
                <a:lnTo>
                  <a:pt x="2652581" y="99785"/>
                </a:lnTo>
                <a:cubicBezTo>
                  <a:pt x="2652581" y="85034"/>
                  <a:pt x="2658435" y="67459"/>
                  <a:pt x="2674486" y="67459"/>
                </a:cubicBezTo>
                <a:cubicBezTo>
                  <a:pt x="2694658" y="67459"/>
                  <a:pt x="2695740" y="81562"/>
                  <a:pt x="2695740" y="89806"/>
                </a:cubicBezTo>
                <a:lnTo>
                  <a:pt x="2695740" y="152936"/>
                </a:lnTo>
                <a:lnTo>
                  <a:pt x="2712658" y="152936"/>
                </a:lnTo>
                <a:lnTo>
                  <a:pt x="2712658" y="99785"/>
                </a:lnTo>
                <a:cubicBezTo>
                  <a:pt x="2712658" y="85034"/>
                  <a:pt x="2718516" y="67459"/>
                  <a:pt x="2734564" y="67459"/>
                </a:cubicBezTo>
                <a:cubicBezTo>
                  <a:pt x="2754735" y="67459"/>
                  <a:pt x="2755821" y="81562"/>
                  <a:pt x="2755821" y="89806"/>
                </a:cubicBezTo>
                <a:lnTo>
                  <a:pt x="2755821" y="152936"/>
                </a:lnTo>
                <a:lnTo>
                  <a:pt x="2772739" y="152936"/>
                </a:lnTo>
                <a:close/>
                <a:moveTo>
                  <a:pt x="2879015" y="152883"/>
                </a:moveTo>
                <a:lnTo>
                  <a:pt x="2879015" y="90243"/>
                </a:lnTo>
                <a:cubicBezTo>
                  <a:pt x="2879015" y="68137"/>
                  <a:pt x="2863182" y="52956"/>
                  <a:pt x="2843226" y="52956"/>
                </a:cubicBezTo>
                <a:cubicBezTo>
                  <a:pt x="2829128" y="52956"/>
                  <a:pt x="2819368" y="56428"/>
                  <a:pt x="2809175" y="62286"/>
                </a:cubicBezTo>
                <a:lnTo>
                  <a:pt x="2810475" y="76590"/>
                </a:lnTo>
                <a:cubicBezTo>
                  <a:pt x="2821754" y="68571"/>
                  <a:pt x="2832599" y="65754"/>
                  <a:pt x="2843226" y="65754"/>
                </a:cubicBezTo>
                <a:cubicBezTo>
                  <a:pt x="2853423" y="65754"/>
                  <a:pt x="2862097" y="74423"/>
                  <a:pt x="2862097" y="90462"/>
                </a:cubicBezTo>
                <a:lnTo>
                  <a:pt x="2862097" y="99782"/>
                </a:lnTo>
                <a:cubicBezTo>
                  <a:pt x="2829564" y="100215"/>
                  <a:pt x="2802016" y="109324"/>
                  <a:pt x="2802016" y="128388"/>
                </a:cubicBezTo>
                <a:cubicBezTo>
                  <a:pt x="2802016" y="137705"/>
                  <a:pt x="2807874" y="155266"/>
                  <a:pt x="2826745" y="155266"/>
                </a:cubicBezTo>
                <a:cubicBezTo>
                  <a:pt x="2829780" y="155266"/>
                  <a:pt x="2850166" y="154833"/>
                  <a:pt x="2862749" y="145072"/>
                </a:cubicBezTo>
                <a:lnTo>
                  <a:pt x="2862749" y="152883"/>
                </a:lnTo>
                <a:lnTo>
                  <a:pt x="2879015" y="152883"/>
                </a:lnTo>
                <a:moveTo>
                  <a:pt x="2862097" y="124274"/>
                </a:moveTo>
                <a:cubicBezTo>
                  <a:pt x="2862097" y="128388"/>
                  <a:pt x="2862097" y="133806"/>
                  <a:pt x="2854723" y="137920"/>
                </a:cubicBezTo>
                <a:cubicBezTo>
                  <a:pt x="2848432" y="141819"/>
                  <a:pt x="2840191" y="142037"/>
                  <a:pt x="2837805" y="142037"/>
                </a:cubicBezTo>
                <a:cubicBezTo>
                  <a:pt x="2827393" y="142037"/>
                  <a:pt x="2817634" y="137053"/>
                  <a:pt x="2817634" y="127958"/>
                </a:cubicBezTo>
                <a:cubicBezTo>
                  <a:pt x="2817634" y="112792"/>
                  <a:pt x="2852771" y="111276"/>
                  <a:pt x="2862097" y="110843"/>
                </a:cubicBezTo>
                <a:lnTo>
                  <a:pt x="2862097" y="124274"/>
                </a:lnTo>
                <a:close/>
                <a:moveTo>
                  <a:pt x="2994401" y="152936"/>
                </a:moveTo>
                <a:lnTo>
                  <a:pt x="2951024" y="103227"/>
                </a:lnTo>
                <a:lnTo>
                  <a:pt x="2990714" y="56557"/>
                </a:lnTo>
                <a:lnTo>
                  <a:pt x="2972929" y="56557"/>
                </a:lnTo>
                <a:lnTo>
                  <a:pt x="2943865" y="92375"/>
                </a:lnTo>
                <a:lnTo>
                  <a:pt x="2913934" y="56557"/>
                </a:lnTo>
                <a:lnTo>
                  <a:pt x="2895934" y="56557"/>
                </a:lnTo>
                <a:lnTo>
                  <a:pt x="2936710" y="103227"/>
                </a:lnTo>
                <a:lnTo>
                  <a:pt x="2894633" y="152936"/>
                </a:lnTo>
                <a:lnTo>
                  <a:pt x="2912415" y="152936"/>
                </a:lnTo>
                <a:lnTo>
                  <a:pt x="2943865" y="112127"/>
                </a:lnTo>
                <a:lnTo>
                  <a:pt x="2976401" y="152936"/>
                </a:lnTo>
                <a:lnTo>
                  <a:pt x="2994401" y="152936"/>
                </a:lnTo>
                <a:close/>
                <a:moveTo>
                  <a:pt x="3028452" y="152936"/>
                </a:moveTo>
                <a:lnTo>
                  <a:pt x="3028452" y="56557"/>
                </a:lnTo>
                <a:lnTo>
                  <a:pt x="3012186" y="56557"/>
                </a:lnTo>
                <a:lnTo>
                  <a:pt x="3012186" y="152936"/>
                </a:lnTo>
                <a:lnTo>
                  <a:pt x="3028452" y="152936"/>
                </a:lnTo>
                <a:moveTo>
                  <a:pt x="3030186" y="30109"/>
                </a:moveTo>
                <a:lnTo>
                  <a:pt x="3030186" y="10803"/>
                </a:lnTo>
                <a:lnTo>
                  <a:pt x="3010886" y="10803"/>
                </a:lnTo>
                <a:lnTo>
                  <a:pt x="3010886" y="30109"/>
                </a:lnTo>
                <a:lnTo>
                  <a:pt x="3030186" y="30109"/>
                </a:lnTo>
                <a:close/>
                <a:moveTo>
                  <a:pt x="3201099" y="152936"/>
                </a:moveTo>
                <a:lnTo>
                  <a:pt x="3201099" y="88287"/>
                </a:lnTo>
                <a:cubicBezTo>
                  <a:pt x="3201099" y="73751"/>
                  <a:pt x="3197627" y="54227"/>
                  <a:pt x="3171383" y="54227"/>
                </a:cubicBezTo>
                <a:cubicBezTo>
                  <a:pt x="3158370" y="54227"/>
                  <a:pt x="3147091" y="60303"/>
                  <a:pt x="3139066" y="72016"/>
                </a:cubicBezTo>
                <a:cubicBezTo>
                  <a:pt x="3133426" y="55531"/>
                  <a:pt x="3118246" y="54227"/>
                  <a:pt x="3111306" y="54227"/>
                </a:cubicBezTo>
                <a:cubicBezTo>
                  <a:pt x="3095688" y="54227"/>
                  <a:pt x="3085495" y="63120"/>
                  <a:pt x="3079640" y="70931"/>
                </a:cubicBezTo>
                <a:lnTo>
                  <a:pt x="3079640" y="55312"/>
                </a:lnTo>
                <a:lnTo>
                  <a:pt x="3064023" y="55312"/>
                </a:lnTo>
                <a:lnTo>
                  <a:pt x="3064023" y="152936"/>
                </a:lnTo>
                <a:lnTo>
                  <a:pt x="3080941" y="152936"/>
                </a:lnTo>
                <a:lnTo>
                  <a:pt x="3080941" y="99785"/>
                </a:lnTo>
                <a:cubicBezTo>
                  <a:pt x="3080941" y="85034"/>
                  <a:pt x="3086796" y="67459"/>
                  <a:pt x="3102847" y="67459"/>
                </a:cubicBezTo>
                <a:cubicBezTo>
                  <a:pt x="3123018" y="67459"/>
                  <a:pt x="3124100" y="81562"/>
                  <a:pt x="3124100" y="89806"/>
                </a:cubicBezTo>
                <a:lnTo>
                  <a:pt x="3124100" y="152936"/>
                </a:lnTo>
                <a:lnTo>
                  <a:pt x="3141018" y="152936"/>
                </a:lnTo>
                <a:lnTo>
                  <a:pt x="3141018" y="99785"/>
                </a:lnTo>
                <a:cubicBezTo>
                  <a:pt x="3141018" y="85034"/>
                  <a:pt x="3146876" y="67459"/>
                  <a:pt x="3162924" y="67459"/>
                </a:cubicBezTo>
                <a:cubicBezTo>
                  <a:pt x="3183095" y="67459"/>
                  <a:pt x="3184181" y="81562"/>
                  <a:pt x="3184181" y="89806"/>
                </a:cubicBezTo>
                <a:lnTo>
                  <a:pt x="3184181" y="152936"/>
                </a:lnTo>
                <a:lnTo>
                  <a:pt x="3201099" y="152936"/>
                </a:lnTo>
                <a:close/>
                <a:moveTo>
                  <a:pt x="3313014" y="152883"/>
                </a:moveTo>
                <a:lnTo>
                  <a:pt x="3313014" y="56557"/>
                </a:lnTo>
                <a:lnTo>
                  <a:pt x="3296096" y="56557"/>
                </a:lnTo>
                <a:lnTo>
                  <a:pt x="3296096" y="119475"/>
                </a:lnTo>
                <a:cubicBezTo>
                  <a:pt x="3296096" y="135745"/>
                  <a:pt x="3283950" y="143338"/>
                  <a:pt x="3270070" y="143338"/>
                </a:cubicBezTo>
                <a:cubicBezTo>
                  <a:pt x="3254668" y="143338"/>
                  <a:pt x="3253152" y="137698"/>
                  <a:pt x="3253152" y="128368"/>
                </a:cubicBezTo>
                <a:lnTo>
                  <a:pt x="3253152" y="56557"/>
                </a:lnTo>
                <a:lnTo>
                  <a:pt x="3236234" y="56557"/>
                </a:lnTo>
                <a:lnTo>
                  <a:pt x="3236234" y="129235"/>
                </a:lnTo>
                <a:cubicBezTo>
                  <a:pt x="3236234" y="144857"/>
                  <a:pt x="3241222" y="155266"/>
                  <a:pt x="3259225" y="155266"/>
                </a:cubicBezTo>
                <a:cubicBezTo>
                  <a:pt x="3270719" y="155266"/>
                  <a:pt x="3286118" y="151798"/>
                  <a:pt x="3296748" y="142471"/>
                </a:cubicBezTo>
                <a:lnTo>
                  <a:pt x="3296748" y="152883"/>
                </a:lnTo>
                <a:lnTo>
                  <a:pt x="3313014" y="152883"/>
                </a:lnTo>
                <a:close/>
                <a:moveTo>
                  <a:pt x="3485443" y="152936"/>
                </a:moveTo>
                <a:lnTo>
                  <a:pt x="3485443" y="88287"/>
                </a:lnTo>
                <a:cubicBezTo>
                  <a:pt x="3485443" y="73751"/>
                  <a:pt x="3481971" y="54227"/>
                  <a:pt x="3455727" y="54227"/>
                </a:cubicBezTo>
                <a:cubicBezTo>
                  <a:pt x="3442714" y="54227"/>
                  <a:pt x="3431435" y="60303"/>
                  <a:pt x="3423410" y="72016"/>
                </a:cubicBezTo>
                <a:cubicBezTo>
                  <a:pt x="3417770" y="55531"/>
                  <a:pt x="3402590" y="54227"/>
                  <a:pt x="3395650" y="54227"/>
                </a:cubicBezTo>
                <a:cubicBezTo>
                  <a:pt x="3380032" y="54227"/>
                  <a:pt x="3369839" y="63120"/>
                  <a:pt x="3363985" y="70931"/>
                </a:cubicBezTo>
                <a:lnTo>
                  <a:pt x="3363985" y="55312"/>
                </a:lnTo>
                <a:lnTo>
                  <a:pt x="3348367" y="55312"/>
                </a:lnTo>
                <a:lnTo>
                  <a:pt x="3348367" y="152936"/>
                </a:lnTo>
                <a:lnTo>
                  <a:pt x="3365285" y="152936"/>
                </a:lnTo>
                <a:lnTo>
                  <a:pt x="3365285" y="99785"/>
                </a:lnTo>
                <a:cubicBezTo>
                  <a:pt x="3365285" y="85034"/>
                  <a:pt x="3371140" y="67459"/>
                  <a:pt x="3387191" y="67459"/>
                </a:cubicBezTo>
                <a:cubicBezTo>
                  <a:pt x="3407362" y="67459"/>
                  <a:pt x="3408444" y="81562"/>
                  <a:pt x="3408444" y="89806"/>
                </a:cubicBezTo>
                <a:lnTo>
                  <a:pt x="3408444" y="152936"/>
                </a:lnTo>
                <a:lnTo>
                  <a:pt x="3425362" y="152936"/>
                </a:lnTo>
                <a:lnTo>
                  <a:pt x="3425362" y="99785"/>
                </a:lnTo>
                <a:cubicBezTo>
                  <a:pt x="3425362" y="85034"/>
                  <a:pt x="3431220" y="67459"/>
                  <a:pt x="3447268" y="67459"/>
                </a:cubicBezTo>
                <a:cubicBezTo>
                  <a:pt x="3467439" y="67459"/>
                  <a:pt x="3468525" y="81562"/>
                  <a:pt x="3468525" y="89806"/>
                </a:cubicBezTo>
                <a:lnTo>
                  <a:pt x="3468525" y="152936"/>
                </a:lnTo>
                <a:lnTo>
                  <a:pt x="3485443" y="152936"/>
                </a:lnTo>
                <a:close/>
                <a:moveTo>
                  <a:pt x="3679344" y="104531"/>
                </a:moveTo>
                <a:cubicBezTo>
                  <a:pt x="3679344" y="78517"/>
                  <a:pt x="3665679" y="54227"/>
                  <a:pt x="3644859" y="54227"/>
                </a:cubicBezTo>
                <a:cubicBezTo>
                  <a:pt x="3631842" y="54227"/>
                  <a:pt x="3619263" y="58784"/>
                  <a:pt x="3609288" y="67244"/>
                </a:cubicBezTo>
                <a:lnTo>
                  <a:pt x="3609288" y="56613"/>
                </a:lnTo>
                <a:lnTo>
                  <a:pt x="3593019" y="56613"/>
                </a:lnTo>
                <a:lnTo>
                  <a:pt x="3593019" y="194877"/>
                </a:lnTo>
                <a:lnTo>
                  <a:pt x="3609937" y="194877"/>
                </a:lnTo>
                <a:lnTo>
                  <a:pt x="3609937" y="142904"/>
                </a:lnTo>
                <a:cubicBezTo>
                  <a:pt x="3616662" y="149193"/>
                  <a:pt x="3626203" y="155266"/>
                  <a:pt x="3639219" y="155266"/>
                </a:cubicBezTo>
                <a:cubicBezTo>
                  <a:pt x="3660258" y="155266"/>
                  <a:pt x="3679344" y="134014"/>
                  <a:pt x="3679344" y="104531"/>
                </a:cubicBezTo>
                <a:moveTo>
                  <a:pt x="3662425" y="104531"/>
                </a:moveTo>
                <a:cubicBezTo>
                  <a:pt x="3662425" y="126862"/>
                  <a:pt x="3647026" y="142037"/>
                  <a:pt x="3630760" y="142037"/>
                </a:cubicBezTo>
                <a:cubicBezTo>
                  <a:pt x="3622301" y="142037"/>
                  <a:pt x="3616443" y="137701"/>
                  <a:pt x="3612108" y="131846"/>
                </a:cubicBezTo>
                <a:cubicBezTo>
                  <a:pt x="3609937" y="128596"/>
                  <a:pt x="3609937" y="128163"/>
                  <a:pt x="3609937" y="124261"/>
                </a:cubicBezTo>
                <a:lnTo>
                  <a:pt x="3609937" y="80685"/>
                </a:lnTo>
                <a:cubicBezTo>
                  <a:pt x="3615143" y="73095"/>
                  <a:pt x="3623602" y="68111"/>
                  <a:pt x="3632928" y="68111"/>
                </a:cubicBezTo>
                <a:cubicBezTo>
                  <a:pt x="3649412" y="68111"/>
                  <a:pt x="3662425" y="84587"/>
                  <a:pt x="3662425" y="104531"/>
                </a:cubicBezTo>
                <a:close/>
                <a:moveTo>
                  <a:pt x="3758293" y="68763"/>
                </a:moveTo>
                <a:lnTo>
                  <a:pt x="3758293" y="54227"/>
                </a:lnTo>
                <a:cubicBezTo>
                  <a:pt x="3738989" y="54445"/>
                  <a:pt x="3727061" y="65076"/>
                  <a:pt x="3720336" y="75055"/>
                </a:cubicBezTo>
                <a:lnTo>
                  <a:pt x="3720336" y="55312"/>
                </a:lnTo>
                <a:lnTo>
                  <a:pt x="3705152" y="55312"/>
                </a:lnTo>
                <a:lnTo>
                  <a:pt x="3705152" y="152936"/>
                </a:lnTo>
                <a:lnTo>
                  <a:pt x="3721422" y="152936"/>
                </a:lnTo>
                <a:lnTo>
                  <a:pt x="3721422" y="106510"/>
                </a:lnTo>
                <a:cubicBezTo>
                  <a:pt x="3721422" y="84818"/>
                  <a:pt x="3737036" y="69197"/>
                  <a:pt x="3758293" y="68763"/>
                </a:cubicBezTo>
                <a:close/>
                <a:moveTo>
                  <a:pt x="3863268" y="105196"/>
                </a:moveTo>
                <a:cubicBezTo>
                  <a:pt x="3863268" y="76157"/>
                  <a:pt x="3841577" y="52956"/>
                  <a:pt x="3815770" y="52956"/>
                </a:cubicBezTo>
                <a:cubicBezTo>
                  <a:pt x="3789092" y="52956"/>
                  <a:pt x="3768053" y="76806"/>
                  <a:pt x="3768053" y="105196"/>
                </a:cubicBezTo>
                <a:cubicBezTo>
                  <a:pt x="3768053" y="133803"/>
                  <a:pt x="3790174" y="155266"/>
                  <a:pt x="3815551" y="155266"/>
                </a:cubicBezTo>
                <a:cubicBezTo>
                  <a:pt x="3841577" y="155266"/>
                  <a:pt x="3863268" y="133369"/>
                  <a:pt x="3863268" y="105196"/>
                </a:cubicBezTo>
                <a:moveTo>
                  <a:pt x="3846349" y="103029"/>
                </a:moveTo>
                <a:cubicBezTo>
                  <a:pt x="3846349" y="128600"/>
                  <a:pt x="3831602" y="141385"/>
                  <a:pt x="3815551" y="141385"/>
                </a:cubicBezTo>
                <a:cubicBezTo>
                  <a:pt x="3800586" y="141385"/>
                  <a:pt x="3784968" y="129252"/>
                  <a:pt x="3784968" y="103029"/>
                </a:cubicBezTo>
                <a:cubicBezTo>
                  <a:pt x="3784968" y="76806"/>
                  <a:pt x="3801453" y="66188"/>
                  <a:pt x="3815551" y="66188"/>
                </a:cubicBezTo>
                <a:cubicBezTo>
                  <a:pt x="3830735" y="66188"/>
                  <a:pt x="3846349" y="77458"/>
                  <a:pt x="3846349" y="103029"/>
                </a:cubicBezTo>
                <a:close/>
                <a:moveTo>
                  <a:pt x="3964122" y="152966"/>
                </a:moveTo>
                <a:lnTo>
                  <a:pt x="3964122" y="2330"/>
                </a:lnTo>
                <a:lnTo>
                  <a:pt x="3947856" y="2330"/>
                </a:lnTo>
                <a:lnTo>
                  <a:pt x="3947856" y="66205"/>
                </a:lnTo>
                <a:cubicBezTo>
                  <a:pt x="3936362" y="56613"/>
                  <a:pt x="3924216" y="54227"/>
                  <a:pt x="3916190" y="54227"/>
                </a:cubicBezTo>
                <a:cubicBezTo>
                  <a:pt x="3894718" y="54227"/>
                  <a:pt x="3877800" y="76786"/>
                  <a:pt x="3877800" y="104760"/>
                </a:cubicBezTo>
                <a:cubicBezTo>
                  <a:pt x="3877800" y="133174"/>
                  <a:pt x="3894500" y="155266"/>
                  <a:pt x="3915105" y="155266"/>
                </a:cubicBezTo>
                <a:cubicBezTo>
                  <a:pt x="3922263" y="155266"/>
                  <a:pt x="3935058" y="153317"/>
                  <a:pt x="3947204" y="141604"/>
                </a:cubicBezTo>
                <a:lnTo>
                  <a:pt x="3947204" y="152883"/>
                </a:lnTo>
                <a:lnTo>
                  <a:pt x="3964122" y="152966"/>
                </a:lnTo>
                <a:moveTo>
                  <a:pt x="3947204" y="122761"/>
                </a:moveTo>
                <a:cubicBezTo>
                  <a:pt x="3947204" y="125796"/>
                  <a:pt x="3946988" y="129702"/>
                  <a:pt x="3940048" y="135990"/>
                </a:cubicBezTo>
                <a:cubicBezTo>
                  <a:pt x="3935058" y="140309"/>
                  <a:pt x="3929637" y="142037"/>
                  <a:pt x="3923997" y="142037"/>
                </a:cubicBezTo>
                <a:cubicBezTo>
                  <a:pt x="3910551" y="142037"/>
                  <a:pt x="3894718" y="131870"/>
                  <a:pt x="3894718" y="104978"/>
                </a:cubicBezTo>
                <a:cubicBezTo>
                  <a:pt x="3894718" y="76352"/>
                  <a:pt x="3913371" y="67459"/>
                  <a:pt x="3926165" y="67459"/>
                </a:cubicBezTo>
                <a:cubicBezTo>
                  <a:pt x="3935925" y="67505"/>
                  <a:pt x="3942435" y="72493"/>
                  <a:pt x="3947204" y="79434"/>
                </a:cubicBezTo>
                <a:lnTo>
                  <a:pt x="3947204" y="122761"/>
                </a:lnTo>
                <a:close/>
                <a:moveTo>
                  <a:pt x="4076473" y="152883"/>
                </a:moveTo>
                <a:lnTo>
                  <a:pt x="4076473" y="56557"/>
                </a:lnTo>
                <a:lnTo>
                  <a:pt x="4059555" y="56557"/>
                </a:lnTo>
                <a:lnTo>
                  <a:pt x="4059555" y="119475"/>
                </a:lnTo>
                <a:cubicBezTo>
                  <a:pt x="4059555" y="135745"/>
                  <a:pt x="4047409" y="143338"/>
                  <a:pt x="4033529" y="143338"/>
                </a:cubicBezTo>
                <a:cubicBezTo>
                  <a:pt x="4018127" y="143338"/>
                  <a:pt x="4016611" y="137698"/>
                  <a:pt x="4016611" y="128368"/>
                </a:cubicBezTo>
                <a:lnTo>
                  <a:pt x="4016611" y="56557"/>
                </a:lnTo>
                <a:lnTo>
                  <a:pt x="3999693" y="56557"/>
                </a:lnTo>
                <a:lnTo>
                  <a:pt x="3999693" y="129235"/>
                </a:lnTo>
                <a:cubicBezTo>
                  <a:pt x="3999693" y="144857"/>
                  <a:pt x="4004680" y="155266"/>
                  <a:pt x="4022684" y="155266"/>
                </a:cubicBezTo>
                <a:cubicBezTo>
                  <a:pt x="4034178" y="155266"/>
                  <a:pt x="4049577" y="151798"/>
                  <a:pt x="4060207" y="142471"/>
                </a:cubicBezTo>
                <a:lnTo>
                  <a:pt x="4060207" y="152883"/>
                </a:lnTo>
                <a:lnTo>
                  <a:pt x="4076473" y="152883"/>
                </a:lnTo>
                <a:close/>
                <a:moveTo>
                  <a:pt x="4184267" y="144205"/>
                </a:moveTo>
                <a:lnTo>
                  <a:pt x="4182966" y="129685"/>
                </a:lnTo>
                <a:cubicBezTo>
                  <a:pt x="4171903" y="138353"/>
                  <a:pt x="4160191" y="141385"/>
                  <a:pt x="4149130" y="141385"/>
                </a:cubicBezTo>
                <a:cubicBezTo>
                  <a:pt x="4131130" y="141385"/>
                  <a:pt x="4118984" y="125783"/>
                  <a:pt x="4118984" y="104548"/>
                </a:cubicBezTo>
                <a:cubicBezTo>
                  <a:pt x="4118984" y="87642"/>
                  <a:pt x="4127006" y="66840"/>
                  <a:pt x="4149997" y="66840"/>
                </a:cubicBezTo>
                <a:cubicBezTo>
                  <a:pt x="4161276" y="66840"/>
                  <a:pt x="4168650" y="68574"/>
                  <a:pt x="4180580" y="76375"/>
                </a:cubicBezTo>
                <a:lnTo>
                  <a:pt x="4183182" y="62286"/>
                </a:lnTo>
                <a:cubicBezTo>
                  <a:pt x="4170387" y="54908"/>
                  <a:pt x="4163010" y="52956"/>
                  <a:pt x="4149782" y="52956"/>
                </a:cubicBezTo>
                <a:cubicBezTo>
                  <a:pt x="4119633" y="52956"/>
                  <a:pt x="4102066" y="79192"/>
                  <a:pt x="4102066" y="104763"/>
                </a:cubicBezTo>
                <a:cubicBezTo>
                  <a:pt x="4102066" y="131635"/>
                  <a:pt x="4121804" y="155266"/>
                  <a:pt x="4148915" y="155266"/>
                </a:cubicBezTo>
                <a:cubicBezTo>
                  <a:pt x="4160627" y="155266"/>
                  <a:pt x="4172555" y="152231"/>
                  <a:pt x="4184267" y="144205"/>
                </a:cubicBezTo>
                <a:close/>
                <a:moveTo>
                  <a:pt x="4262563" y="147025"/>
                </a:moveTo>
                <a:lnTo>
                  <a:pt x="4259095" y="134226"/>
                </a:lnTo>
                <a:cubicBezTo>
                  <a:pt x="4253455" y="138784"/>
                  <a:pt x="4246515" y="141385"/>
                  <a:pt x="4239575" y="141385"/>
                </a:cubicBezTo>
                <a:cubicBezTo>
                  <a:pt x="4231550" y="141385"/>
                  <a:pt x="4228512" y="134878"/>
                  <a:pt x="4228512" y="123377"/>
                </a:cubicBezTo>
                <a:lnTo>
                  <a:pt x="4228512" y="69140"/>
                </a:lnTo>
                <a:lnTo>
                  <a:pt x="4259095" y="69140"/>
                </a:lnTo>
                <a:lnTo>
                  <a:pt x="4259095" y="56557"/>
                </a:lnTo>
                <a:lnTo>
                  <a:pt x="4228512" y="56557"/>
                </a:lnTo>
                <a:lnTo>
                  <a:pt x="4228512" y="29020"/>
                </a:lnTo>
                <a:lnTo>
                  <a:pt x="4213546" y="29020"/>
                </a:lnTo>
                <a:lnTo>
                  <a:pt x="4213546" y="56557"/>
                </a:lnTo>
                <a:lnTo>
                  <a:pt x="4194679" y="56557"/>
                </a:lnTo>
                <a:lnTo>
                  <a:pt x="4194679" y="69140"/>
                </a:lnTo>
                <a:lnTo>
                  <a:pt x="4212897" y="69140"/>
                </a:lnTo>
                <a:lnTo>
                  <a:pt x="4212897" y="127067"/>
                </a:lnTo>
                <a:cubicBezTo>
                  <a:pt x="4212897" y="140084"/>
                  <a:pt x="4215932" y="155266"/>
                  <a:pt x="4230898" y="155266"/>
                </a:cubicBezTo>
                <a:cubicBezTo>
                  <a:pt x="4246082" y="155266"/>
                  <a:pt x="4257142" y="149845"/>
                  <a:pt x="4262563" y="147025"/>
                </a:cubicBezTo>
                <a:close/>
                <a:moveTo>
                  <a:pt x="4416342" y="16916"/>
                </a:moveTo>
                <a:lnTo>
                  <a:pt x="4416342" y="2386"/>
                </a:lnTo>
                <a:cubicBezTo>
                  <a:pt x="4413738" y="1738"/>
                  <a:pt x="4407013" y="0"/>
                  <a:pt x="4398991" y="0"/>
                </a:cubicBezTo>
                <a:cubicBezTo>
                  <a:pt x="4378601" y="0"/>
                  <a:pt x="4362987" y="15400"/>
                  <a:pt x="4362987" y="37062"/>
                </a:cubicBezTo>
                <a:lnTo>
                  <a:pt x="4362987" y="56557"/>
                </a:lnTo>
                <a:lnTo>
                  <a:pt x="4346936" y="56557"/>
                </a:lnTo>
                <a:lnTo>
                  <a:pt x="4346936" y="69140"/>
                </a:lnTo>
                <a:lnTo>
                  <a:pt x="4362987" y="69140"/>
                </a:lnTo>
                <a:lnTo>
                  <a:pt x="4362987" y="152936"/>
                </a:lnTo>
                <a:lnTo>
                  <a:pt x="4379253" y="152936"/>
                </a:lnTo>
                <a:lnTo>
                  <a:pt x="4379253" y="69140"/>
                </a:lnTo>
                <a:lnTo>
                  <a:pt x="4403111" y="69140"/>
                </a:lnTo>
                <a:lnTo>
                  <a:pt x="4403111" y="56557"/>
                </a:lnTo>
                <a:lnTo>
                  <a:pt x="4378601" y="56557"/>
                </a:lnTo>
                <a:lnTo>
                  <a:pt x="4378601" y="30780"/>
                </a:lnTo>
                <a:cubicBezTo>
                  <a:pt x="4378601" y="14748"/>
                  <a:pt x="4393133" y="13232"/>
                  <a:pt x="4398772" y="13232"/>
                </a:cubicBezTo>
                <a:cubicBezTo>
                  <a:pt x="4403111" y="13232"/>
                  <a:pt x="4408965" y="13666"/>
                  <a:pt x="4416342" y="16916"/>
                </a:cubicBezTo>
                <a:close/>
                <a:moveTo>
                  <a:pt x="4509170" y="105196"/>
                </a:moveTo>
                <a:cubicBezTo>
                  <a:pt x="4509170" y="76157"/>
                  <a:pt x="4487480" y="52956"/>
                  <a:pt x="4461672" y="52956"/>
                </a:cubicBezTo>
                <a:cubicBezTo>
                  <a:pt x="4434994" y="52956"/>
                  <a:pt x="4413956" y="76806"/>
                  <a:pt x="4413956" y="105196"/>
                </a:cubicBezTo>
                <a:cubicBezTo>
                  <a:pt x="4413956" y="133803"/>
                  <a:pt x="4436076" y="155266"/>
                  <a:pt x="4461454" y="155266"/>
                </a:cubicBezTo>
                <a:cubicBezTo>
                  <a:pt x="4487480" y="155266"/>
                  <a:pt x="4509170" y="133369"/>
                  <a:pt x="4509170" y="105196"/>
                </a:cubicBezTo>
                <a:moveTo>
                  <a:pt x="4492252" y="103029"/>
                </a:moveTo>
                <a:cubicBezTo>
                  <a:pt x="4492252" y="128600"/>
                  <a:pt x="4477505" y="141385"/>
                  <a:pt x="4461454" y="141385"/>
                </a:cubicBezTo>
                <a:cubicBezTo>
                  <a:pt x="4446488" y="141385"/>
                  <a:pt x="4430871" y="129252"/>
                  <a:pt x="4430871" y="103029"/>
                </a:cubicBezTo>
                <a:cubicBezTo>
                  <a:pt x="4430871" y="76806"/>
                  <a:pt x="4447355" y="66188"/>
                  <a:pt x="4461454" y="66188"/>
                </a:cubicBezTo>
                <a:cubicBezTo>
                  <a:pt x="4476638" y="66188"/>
                  <a:pt x="4492252" y="77458"/>
                  <a:pt x="4492252" y="103029"/>
                </a:cubicBezTo>
                <a:close/>
                <a:moveTo>
                  <a:pt x="4610243" y="152883"/>
                </a:moveTo>
                <a:lnTo>
                  <a:pt x="4610243" y="56557"/>
                </a:lnTo>
                <a:lnTo>
                  <a:pt x="4593324" y="56557"/>
                </a:lnTo>
                <a:lnTo>
                  <a:pt x="4593324" y="119475"/>
                </a:lnTo>
                <a:cubicBezTo>
                  <a:pt x="4593324" y="135745"/>
                  <a:pt x="4581179" y="143338"/>
                  <a:pt x="4567299" y="143338"/>
                </a:cubicBezTo>
                <a:cubicBezTo>
                  <a:pt x="4551896" y="143338"/>
                  <a:pt x="4550380" y="137698"/>
                  <a:pt x="4550380" y="128368"/>
                </a:cubicBezTo>
                <a:lnTo>
                  <a:pt x="4550380" y="56557"/>
                </a:lnTo>
                <a:lnTo>
                  <a:pt x="4533462" y="56557"/>
                </a:lnTo>
                <a:lnTo>
                  <a:pt x="4533462" y="129235"/>
                </a:lnTo>
                <a:cubicBezTo>
                  <a:pt x="4533462" y="144857"/>
                  <a:pt x="4538450" y="155266"/>
                  <a:pt x="4556453" y="155266"/>
                </a:cubicBezTo>
                <a:cubicBezTo>
                  <a:pt x="4567947" y="155266"/>
                  <a:pt x="4583346" y="151798"/>
                  <a:pt x="4593976" y="142471"/>
                </a:cubicBezTo>
                <a:lnTo>
                  <a:pt x="4593976" y="152883"/>
                </a:lnTo>
                <a:lnTo>
                  <a:pt x="4610243" y="152883"/>
                </a:lnTo>
                <a:close/>
                <a:moveTo>
                  <a:pt x="4722375" y="152936"/>
                </a:moveTo>
                <a:lnTo>
                  <a:pt x="4722375" y="88287"/>
                </a:lnTo>
                <a:cubicBezTo>
                  <a:pt x="4722375" y="73969"/>
                  <a:pt x="4719122" y="54227"/>
                  <a:pt x="4692659" y="54227"/>
                </a:cubicBezTo>
                <a:cubicBezTo>
                  <a:pt x="4673140" y="54227"/>
                  <a:pt x="4662513" y="68978"/>
                  <a:pt x="4661213" y="70712"/>
                </a:cubicBezTo>
                <a:lnTo>
                  <a:pt x="4661213" y="55312"/>
                </a:lnTo>
                <a:lnTo>
                  <a:pt x="4645595" y="55312"/>
                </a:lnTo>
                <a:lnTo>
                  <a:pt x="4645595" y="152936"/>
                </a:lnTo>
                <a:lnTo>
                  <a:pt x="4662513" y="152936"/>
                </a:lnTo>
                <a:lnTo>
                  <a:pt x="4662513" y="99785"/>
                </a:lnTo>
                <a:cubicBezTo>
                  <a:pt x="4662513" y="85467"/>
                  <a:pt x="4667934" y="67459"/>
                  <a:pt x="4684419" y="67459"/>
                </a:cubicBezTo>
                <a:cubicBezTo>
                  <a:pt x="4705239" y="67459"/>
                  <a:pt x="4705457" y="82862"/>
                  <a:pt x="4705457" y="89806"/>
                </a:cubicBezTo>
                <a:lnTo>
                  <a:pt x="4705457" y="152936"/>
                </a:lnTo>
                <a:lnTo>
                  <a:pt x="4722375" y="152936"/>
                </a:lnTo>
                <a:close/>
                <a:moveTo>
                  <a:pt x="4834290" y="152966"/>
                </a:moveTo>
                <a:lnTo>
                  <a:pt x="4834290" y="2330"/>
                </a:lnTo>
                <a:lnTo>
                  <a:pt x="4818024" y="2330"/>
                </a:lnTo>
                <a:lnTo>
                  <a:pt x="4818024" y="66205"/>
                </a:lnTo>
                <a:cubicBezTo>
                  <a:pt x="4806530" y="56613"/>
                  <a:pt x="4794384" y="54227"/>
                  <a:pt x="4786358" y="54227"/>
                </a:cubicBezTo>
                <a:cubicBezTo>
                  <a:pt x="4764886" y="54227"/>
                  <a:pt x="4747968" y="76786"/>
                  <a:pt x="4747968" y="104760"/>
                </a:cubicBezTo>
                <a:cubicBezTo>
                  <a:pt x="4747968" y="133174"/>
                  <a:pt x="4764668" y="155266"/>
                  <a:pt x="4785273" y="155266"/>
                </a:cubicBezTo>
                <a:cubicBezTo>
                  <a:pt x="4792431" y="155266"/>
                  <a:pt x="4805226" y="153317"/>
                  <a:pt x="4817372" y="141604"/>
                </a:cubicBezTo>
                <a:lnTo>
                  <a:pt x="4817372" y="152883"/>
                </a:lnTo>
                <a:lnTo>
                  <a:pt x="4834290" y="152966"/>
                </a:lnTo>
                <a:moveTo>
                  <a:pt x="4817372" y="122761"/>
                </a:moveTo>
                <a:cubicBezTo>
                  <a:pt x="4817372" y="125796"/>
                  <a:pt x="4817157" y="129702"/>
                  <a:pt x="4810217" y="135990"/>
                </a:cubicBezTo>
                <a:cubicBezTo>
                  <a:pt x="4805226" y="140309"/>
                  <a:pt x="4799805" y="142037"/>
                  <a:pt x="4794166" y="142037"/>
                </a:cubicBezTo>
                <a:cubicBezTo>
                  <a:pt x="4780719" y="142037"/>
                  <a:pt x="4764886" y="131870"/>
                  <a:pt x="4764886" y="104978"/>
                </a:cubicBezTo>
                <a:cubicBezTo>
                  <a:pt x="4764886" y="76352"/>
                  <a:pt x="4783539" y="67459"/>
                  <a:pt x="4796333" y="67459"/>
                </a:cubicBezTo>
                <a:cubicBezTo>
                  <a:pt x="4806093" y="67505"/>
                  <a:pt x="4812603" y="72493"/>
                  <a:pt x="4817372" y="79434"/>
                </a:cubicBezTo>
                <a:lnTo>
                  <a:pt x="4817372" y="122761"/>
                </a:lnTo>
                <a:close/>
                <a:moveTo>
                  <a:pt x="5002600" y="125134"/>
                </a:moveTo>
                <a:cubicBezTo>
                  <a:pt x="5002600" y="113213"/>
                  <a:pt x="4994575" y="105845"/>
                  <a:pt x="4994141" y="105196"/>
                </a:cubicBezTo>
                <a:cubicBezTo>
                  <a:pt x="4985682" y="97611"/>
                  <a:pt x="4979824" y="96310"/>
                  <a:pt x="4968979" y="94360"/>
                </a:cubicBezTo>
                <a:cubicBezTo>
                  <a:pt x="4957052" y="91977"/>
                  <a:pt x="4947074" y="89810"/>
                  <a:pt x="4947074" y="79192"/>
                </a:cubicBezTo>
                <a:cubicBezTo>
                  <a:pt x="4947074" y="65754"/>
                  <a:pt x="4962691" y="65754"/>
                  <a:pt x="4965511" y="65754"/>
                </a:cubicBezTo>
                <a:cubicBezTo>
                  <a:pt x="4972451" y="65754"/>
                  <a:pt x="4983945" y="66622"/>
                  <a:pt x="4996309" y="73989"/>
                </a:cubicBezTo>
                <a:lnTo>
                  <a:pt x="4998910" y="59900"/>
                </a:lnTo>
                <a:cubicBezTo>
                  <a:pt x="4987635" y="54693"/>
                  <a:pt x="4978742" y="52956"/>
                  <a:pt x="4967679" y="52956"/>
                </a:cubicBezTo>
                <a:cubicBezTo>
                  <a:pt x="4962258" y="52956"/>
                  <a:pt x="4931675" y="52956"/>
                  <a:pt x="4931675" y="81360"/>
                </a:cubicBezTo>
                <a:cubicBezTo>
                  <a:pt x="4931675" y="91977"/>
                  <a:pt x="4937966" y="98911"/>
                  <a:pt x="4943387" y="103029"/>
                </a:cubicBezTo>
                <a:cubicBezTo>
                  <a:pt x="4950112" y="107798"/>
                  <a:pt x="4954884" y="108662"/>
                  <a:pt x="4966811" y="111048"/>
                </a:cubicBezTo>
                <a:cubicBezTo>
                  <a:pt x="4974619" y="112564"/>
                  <a:pt x="4987198" y="115165"/>
                  <a:pt x="4987198" y="126650"/>
                </a:cubicBezTo>
                <a:cubicBezTo>
                  <a:pt x="4987198" y="141604"/>
                  <a:pt x="4970065" y="141604"/>
                  <a:pt x="4966811" y="141604"/>
                </a:cubicBezTo>
                <a:cubicBezTo>
                  <a:pt x="4949245" y="141604"/>
                  <a:pt x="4937099" y="133584"/>
                  <a:pt x="4933194" y="130983"/>
                </a:cubicBezTo>
                <a:lnTo>
                  <a:pt x="4930592" y="145724"/>
                </a:lnTo>
                <a:cubicBezTo>
                  <a:pt x="4937532" y="149193"/>
                  <a:pt x="4949460" y="155266"/>
                  <a:pt x="4967030" y="155266"/>
                </a:cubicBezTo>
                <a:cubicBezTo>
                  <a:pt x="4970932" y="155266"/>
                  <a:pt x="4982862" y="155266"/>
                  <a:pt x="4992189" y="148326"/>
                </a:cubicBezTo>
                <a:cubicBezTo>
                  <a:pt x="4998910" y="143119"/>
                  <a:pt x="5002600" y="134451"/>
                  <a:pt x="5002600" y="125134"/>
                </a:cubicBezTo>
                <a:close/>
                <a:moveTo>
                  <a:pt x="5109309" y="105196"/>
                </a:moveTo>
                <a:cubicBezTo>
                  <a:pt x="5109309" y="76157"/>
                  <a:pt x="5087618" y="52956"/>
                  <a:pt x="5061811" y="52956"/>
                </a:cubicBezTo>
                <a:cubicBezTo>
                  <a:pt x="5035133" y="52956"/>
                  <a:pt x="5014095" y="76806"/>
                  <a:pt x="5014095" y="105196"/>
                </a:cubicBezTo>
                <a:cubicBezTo>
                  <a:pt x="5014095" y="133803"/>
                  <a:pt x="5036215" y="155266"/>
                  <a:pt x="5061592" y="155266"/>
                </a:cubicBezTo>
                <a:cubicBezTo>
                  <a:pt x="5087618" y="155266"/>
                  <a:pt x="5109309" y="133369"/>
                  <a:pt x="5109309" y="105196"/>
                </a:cubicBezTo>
                <a:moveTo>
                  <a:pt x="5092391" y="103029"/>
                </a:moveTo>
                <a:cubicBezTo>
                  <a:pt x="5092391" y="128600"/>
                  <a:pt x="5077643" y="141385"/>
                  <a:pt x="5061592" y="141385"/>
                </a:cubicBezTo>
                <a:cubicBezTo>
                  <a:pt x="5046627" y="141385"/>
                  <a:pt x="5031009" y="129252"/>
                  <a:pt x="5031009" y="103029"/>
                </a:cubicBezTo>
                <a:cubicBezTo>
                  <a:pt x="5031009" y="76806"/>
                  <a:pt x="5047494" y="66188"/>
                  <a:pt x="5061592" y="66188"/>
                </a:cubicBezTo>
                <a:cubicBezTo>
                  <a:pt x="5076776" y="66188"/>
                  <a:pt x="5092391" y="77458"/>
                  <a:pt x="5092391" y="103029"/>
                </a:cubicBezTo>
                <a:close/>
                <a:moveTo>
                  <a:pt x="5263520" y="16916"/>
                </a:moveTo>
                <a:lnTo>
                  <a:pt x="5263520" y="2386"/>
                </a:lnTo>
                <a:cubicBezTo>
                  <a:pt x="5260915" y="1738"/>
                  <a:pt x="5254190" y="0"/>
                  <a:pt x="5246168" y="0"/>
                </a:cubicBezTo>
                <a:cubicBezTo>
                  <a:pt x="5225778" y="0"/>
                  <a:pt x="5210164" y="15400"/>
                  <a:pt x="5210164" y="37062"/>
                </a:cubicBezTo>
                <a:lnTo>
                  <a:pt x="5210164" y="56557"/>
                </a:lnTo>
                <a:lnTo>
                  <a:pt x="5194113" y="56557"/>
                </a:lnTo>
                <a:lnTo>
                  <a:pt x="5194113" y="69140"/>
                </a:lnTo>
                <a:lnTo>
                  <a:pt x="5210164" y="69140"/>
                </a:lnTo>
                <a:lnTo>
                  <a:pt x="5210164" y="152936"/>
                </a:lnTo>
                <a:lnTo>
                  <a:pt x="5226430" y="152936"/>
                </a:lnTo>
                <a:lnTo>
                  <a:pt x="5226430" y="69140"/>
                </a:lnTo>
                <a:lnTo>
                  <a:pt x="5250288" y="69140"/>
                </a:lnTo>
                <a:lnTo>
                  <a:pt x="5250288" y="56557"/>
                </a:lnTo>
                <a:lnTo>
                  <a:pt x="5225778" y="56557"/>
                </a:lnTo>
                <a:lnTo>
                  <a:pt x="5225778" y="30780"/>
                </a:lnTo>
                <a:cubicBezTo>
                  <a:pt x="5225778" y="14748"/>
                  <a:pt x="5240310" y="13232"/>
                  <a:pt x="5245949" y="13232"/>
                </a:cubicBezTo>
                <a:cubicBezTo>
                  <a:pt x="5250288" y="13232"/>
                  <a:pt x="5256143" y="13666"/>
                  <a:pt x="5263520" y="16916"/>
                </a:cubicBezTo>
                <a:close/>
                <a:moveTo>
                  <a:pt x="5343334" y="152883"/>
                </a:moveTo>
                <a:lnTo>
                  <a:pt x="5343334" y="90243"/>
                </a:lnTo>
                <a:cubicBezTo>
                  <a:pt x="5343334" y="68137"/>
                  <a:pt x="5327502" y="52956"/>
                  <a:pt x="5307545" y="52956"/>
                </a:cubicBezTo>
                <a:cubicBezTo>
                  <a:pt x="5293447" y="52956"/>
                  <a:pt x="5283687" y="56428"/>
                  <a:pt x="5273494" y="62286"/>
                </a:cubicBezTo>
                <a:lnTo>
                  <a:pt x="5274795" y="76590"/>
                </a:lnTo>
                <a:cubicBezTo>
                  <a:pt x="5286073" y="68571"/>
                  <a:pt x="5296919" y="65754"/>
                  <a:pt x="5307545" y="65754"/>
                </a:cubicBezTo>
                <a:cubicBezTo>
                  <a:pt x="5317742" y="65754"/>
                  <a:pt x="5326416" y="74423"/>
                  <a:pt x="5326416" y="90462"/>
                </a:cubicBezTo>
                <a:lnTo>
                  <a:pt x="5326416" y="99782"/>
                </a:lnTo>
                <a:cubicBezTo>
                  <a:pt x="5293884" y="100215"/>
                  <a:pt x="5266336" y="109324"/>
                  <a:pt x="5266336" y="128388"/>
                </a:cubicBezTo>
                <a:cubicBezTo>
                  <a:pt x="5266336" y="137705"/>
                  <a:pt x="5272193" y="155266"/>
                  <a:pt x="5291064" y="155266"/>
                </a:cubicBezTo>
                <a:cubicBezTo>
                  <a:pt x="5294099" y="155266"/>
                  <a:pt x="5314486" y="154833"/>
                  <a:pt x="5327068" y="145072"/>
                </a:cubicBezTo>
                <a:lnTo>
                  <a:pt x="5327068" y="152883"/>
                </a:lnTo>
                <a:lnTo>
                  <a:pt x="5343334" y="152883"/>
                </a:lnTo>
                <a:moveTo>
                  <a:pt x="5326416" y="124274"/>
                </a:moveTo>
                <a:cubicBezTo>
                  <a:pt x="5326416" y="128388"/>
                  <a:pt x="5326416" y="133806"/>
                  <a:pt x="5319043" y="137920"/>
                </a:cubicBezTo>
                <a:cubicBezTo>
                  <a:pt x="5312751" y="141819"/>
                  <a:pt x="5304511" y="142037"/>
                  <a:pt x="5302125" y="142037"/>
                </a:cubicBezTo>
                <a:cubicBezTo>
                  <a:pt x="5291713" y="142037"/>
                  <a:pt x="5281953" y="137053"/>
                  <a:pt x="5281953" y="127958"/>
                </a:cubicBezTo>
                <a:cubicBezTo>
                  <a:pt x="5281953" y="112792"/>
                  <a:pt x="5317090" y="111276"/>
                  <a:pt x="5326416" y="110843"/>
                </a:cubicBezTo>
                <a:lnTo>
                  <a:pt x="5326416" y="124274"/>
                </a:lnTo>
                <a:close/>
                <a:moveTo>
                  <a:pt x="5429874" y="68763"/>
                </a:moveTo>
                <a:lnTo>
                  <a:pt x="5429874" y="54227"/>
                </a:lnTo>
                <a:cubicBezTo>
                  <a:pt x="5410570" y="54445"/>
                  <a:pt x="5398643" y="65076"/>
                  <a:pt x="5391918" y="75055"/>
                </a:cubicBezTo>
                <a:lnTo>
                  <a:pt x="5391918" y="55312"/>
                </a:lnTo>
                <a:lnTo>
                  <a:pt x="5376734" y="55312"/>
                </a:lnTo>
                <a:lnTo>
                  <a:pt x="5376734" y="152936"/>
                </a:lnTo>
                <a:lnTo>
                  <a:pt x="5393003" y="152936"/>
                </a:lnTo>
                <a:lnTo>
                  <a:pt x="5393003" y="106510"/>
                </a:lnTo>
                <a:cubicBezTo>
                  <a:pt x="5393003" y="84818"/>
                  <a:pt x="5408618" y="69197"/>
                  <a:pt x="5429874" y="68763"/>
                </a:cubicBezTo>
                <a:close/>
                <a:moveTo>
                  <a:pt x="5594062" y="152883"/>
                </a:moveTo>
                <a:lnTo>
                  <a:pt x="5594062" y="90243"/>
                </a:lnTo>
                <a:cubicBezTo>
                  <a:pt x="5594062" y="68137"/>
                  <a:pt x="5578230" y="52956"/>
                  <a:pt x="5558273" y="52956"/>
                </a:cubicBezTo>
                <a:cubicBezTo>
                  <a:pt x="5544175" y="52956"/>
                  <a:pt x="5534415" y="56428"/>
                  <a:pt x="5524222" y="62286"/>
                </a:cubicBezTo>
                <a:lnTo>
                  <a:pt x="5525523" y="76590"/>
                </a:lnTo>
                <a:cubicBezTo>
                  <a:pt x="5536801" y="68571"/>
                  <a:pt x="5547647" y="65754"/>
                  <a:pt x="5558273" y="65754"/>
                </a:cubicBezTo>
                <a:cubicBezTo>
                  <a:pt x="5568470" y="65754"/>
                  <a:pt x="5577144" y="74423"/>
                  <a:pt x="5577144" y="90462"/>
                </a:cubicBezTo>
                <a:lnTo>
                  <a:pt x="5577144" y="99782"/>
                </a:lnTo>
                <a:cubicBezTo>
                  <a:pt x="5544612" y="100215"/>
                  <a:pt x="5517064" y="109324"/>
                  <a:pt x="5517064" y="128388"/>
                </a:cubicBezTo>
                <a:cubicBezTo>
                  <a:pt x="5517064" y="137705"/>
                  <a:pt x="5522921" y="155266"/>
                  <a:pt x="5541792" y="155266"/>
                </a:cubicBezTo>
                <a:cubicBezTo>
                  <a:pt x="5544827" y="155266"/>
                  <a:pt x="5565213" y="154833"/>
                  <a:pt x="5577796" y="145072"/>
                </a:cubicBezTo>
                <a:lnTo>
                  <a:pt x="5577796" y="152883"/>
                </a:lnTo>
                <a:lnTo>
                  <a:pt x="5594062" y="152883"/>
                </a:lnTo>
                <a:moveTo>
                  <a:pt x="5577144" y="124274"/>
                </a:moveTo>
                <a:cubicBezTo>
                  <a:pt x="5577144" y="128388"/>
                  <a:pt x="5577144" y="133806"/>
                  <a:pt x="5569771" y="137920"/>
                </a:cubicBezTo>
                <a:cubicBezTo>
                  <a:pt x="5563479" y="141819"/>
                  <a:pt x="5555239" y="142037"/>
                  <a:pt x="5552852" y="142037"/>
                </a:cubicBezTo>
                <a:cubicBezTo>
                  <a:pt x="5542441" y="142037"/>
                  <a:pt x="5532681" y="137053"/>
                  <a:pt x="5532681" y="127958"/>
                </a:cubicBezTo>
                <a:cubicBezTo>
                  <a:pt x="5532681" y="112792"/>
                  <a:pt x="5567818" y="111276"/>
                  <a:pt x="5577144" y="110843"/>
                </a:cubicBezTo>
                <a:lnTo>
                  <a:pt x="5577144" y="124274"/>
                </a:lnTo>
                <a:close/>
                <a:moveTo>
                  <a:pt x="5699688" y="144205"/>
                </a:moveTo>
                <a:lnTo>
                  <a:pt x="5698387" y="129685"/>
                </a:lnTo>
                <a:cubicBezTo>
                  <a:pt x="5687323" y="138353"/>
                  <a:pt x="5675611" y="141385"/>
                  <a:pt x="5664551" y="141385"/>
                </a:cubicBezTo>
                <a:cubicBezTo>
                  <a:pt x="5646550" y="141385"/>
                  <a:pt x="5634405" y="125783"/>
                  <a:pt x="5634405" y="104548"/>
                </a:cubicBezTo>
                <a:cubicBezTo>
                  <a:pt x="5634405" y="87642"/>
                  <a:pt x="5642427" y="66840"/>
                  <a:pt x="5665418" y="66840"/>
                </a:cubicBezTo>
                <a:cubicBezTo>
                  <a:pt x="5676697" y="66840"/>
                  <a:pt x="5684070" y="68574"/>
                  <a:pt x="5696001" y="76375"/>
                </a:cubicBezTo>
                <a:lnTo>
                  <a:pt x="5698602" y="62286"/>
                </a:lnTo>
                <a:cubicBezTo>
                  <a:pt x="5685808" y="54908"/>
                  <a:pt x="5678431" y="52956"/>
                  <a:pt x="5665203" y="52956"/>
                </a:cubicBezTo>
                <a:cubicBezTo>
                  <a:pt x="5635053" y="52956"/>
                  <a:pt x="5617486" y="79192"/>
                  <a:pt x="5617486" y="104763"/>
                </a:cubicBezTo>
                <a:cubicBezTo>
                  <a:pt x="5617486" y="131635"/>
                  <a:pt x="5637224" y="155266"/>
                  <a:pt x="5664336" y="155266"/>
                </a:cubicBezTo>
                <a:cubicBezTo>
                  <a:pt x="5676048" y="155266"/>
                  <a:pt x="5687975" y="152231"/>
                  <a:pt x="5699688" y="144205"/>
                </a:cubicBezTo>
                <a:close/>
                <a:moveTo>
                  <a:pt x="5776900" y="68763"/>
                </a:moveTo>
                <a:lnTo>
                  <a:pt x="5776900" y="54227"/>
                </a:lnTo>
                <a:cubicBezTo>
                  <a:pt x="5757596" y="54445"/>
                  <a:pt x="5745668" y="65076"/>
                  <a:pt x="5738943" y="75055"/>
                </a:cubicBezTo>
                <a:lnTo>
                  <a:pt x="5738943" y="55312"/>
                </a:lnTo>
                <a:lnTo>
                  <a:pt x="5723759" y="55312"/>
                </a:lnTo>
                <a:lnTo>
                  <a:pt x="5723759" y="152936"/>
                </a:lnTo>
                <a:lnTo>
                  <a:pt x="5740029" y="152936"/>
                </a:lnTo>
                <a:lnTo>
                  <a:pt x="5740029" y="106510"/>
                </a:lnTo>
                <a:cubicBezTo>
                  <a:pt x="5740029" y="84818"/>
                  <a:pt x="5755643" y="69197"/>
                  <a:pt x="5776900" y="68763"/>
                </a:cubicBezTo>
                <a:close/>
                <a:moveTo>
                  <a:pt x="5881876" y="105196"/>
                </a:moveTo>
                <a:cubicBezTo>
                  <a:pt x="5881876" y="76157"/>
                  <a:pt x="5860185" y="52956"/>
                  <a:pt x="5834378" y="52956"/>
                </a:cubicBezTo>
                <a:cubicBezTo>
                  <a:pt x="5807700" y="52956"/>
                  <a:pt x="5786662" y="76806"/>
                  <a:pt x="5786662" y="105196"/>
                </a:cubicBezTo>
                <a:cubicBezTo>
                  <a:pt x="5786662" y="133803"/>
                  <a:pt x="5808782" y="155266"/>
                  <a:pt x="5834160" y="155266"/>
                </a:cubicBezTo>
                <a:cubicBezTo>
                  <a:pt x="5860185" y="155266"/>
                  <a:pt x="5881876" y="133369"/>
                  <a:pt x="5881876" y="105196"/>
                </a:cubicBezTo>
                <a:moveTo>
                  <a:pt x="5864958" y="103029"/>
                </a:moveTo>
                <a:cubicBezTo>
                  <a:pt x="5864958" y="128600"/>
                  <a:pt x="5850211" y="141385"/>
                  <a:pt x="5834160" y="141385"/>
                </a:cubicBezTo>
                <a:cubicBezTo>
                  <a:pt x="5819194" y="141385"/>
                  <a:pt x="5803576" y="129252"/>
                  <a:pt x="5803576" y="103029"/>
                </a:cubicBezTo>
                <a:cubicBezTo>
                  <a:pt x="5803576" y="76806"/>
                  <a:pt x="5820061" y="66188"/>
                  <a:pt x="5834160" y="66188"/>
                </a:cubicBezTo>
                <a:cubicBezTo>
                  <a:pt x="5849344" y="66188"/>
                  <a:pt x="5864958" y="77458"/>
                  <a:pt x="5864958" y="103029"/>
                </a:cubicBezTo>
                <a:close/>
                <a:moveTo>
                  <a:pt x="5966681" y="125134"/>
                </a:moveTo>
                <a:cubicBezTo>
                  <a:pt x="5966681" y="113213"/>
                  <a:pt x="5958656" y="105845"/>
                  <a:pt x="5958222" y="105196"/>
                </a:cubicBezTo>
                <a:cubicBezTo>
                  <a:pt x="5949763" y="97611"/>
                  <a:pt x="5943905" y="96310"/>
                  <a:pt x="5933060" y="94360"/>
                </a:cubicBezTo>
                <a:cubicBezTo>
                  <a:pt x="5921133" y="91977"/>
                  <a:pt x="5911154" y="89810"/>
                  <a:pt x="5911154" y="79192"/>
                </a:cubicBezTo>
                <a:cubicBezTo>
                  <a:pt x="5911154" y="65754"/>
                  <a:pt x="5926772" y="65754"/>
                  <a:pt x="5929592" y="65754"/>
                </a:cubicBezTo>
                <a:cubicBezTo>
                  <a:pt x="5936532" y="65754"/>
                  <a:pt x="5948025" y="66622"/>
                  <a:pt x="5960390" y="73989"/>
                </a:cubicBezTo>
                <a:lnTo>
                  <a:pt x="5962991" y="59900"/>
                </a:lnTo>
                <a:cubicBezTo>
                  <a:pt x="5951716" y="54693"/>
                  <a:pt x="5942823" y="52956"/>
                  <a:pt x="5931759" y="52956"/>
                </a:cubicBezTo>
                <a:cubicBezTo>
                  <a:pt x="5926338" y="52956"/>
                  <a:pt x="5895755" y="52956"/>
                  <a:pt x="5895755" y="81360"/>
                </a:cubicBezTo>
                <a:cubicBezTo>
                  <a:pt x="5895755" y="91977"/>
                  <a:pt x="5902047" y="98911"/>
                  <a:pt x="5907468" y="103029"/>
                </a:cubicBezTo>
                <a:cubicBezTo>
                  <a:pt x="5914193" y="107798"/>
                  <a:pt x="5918965" y="108662"/>
                  <a:pt x="5930892" y="111048"/>
                </a:cubicBezTo>
                <a:cubicBezTo>
                  <a:pt x="5938699" y="112564"/>
                  <a:pt x="5951279" y="115165"/>
                  <a:pt x="5951279" y="126650"/>
                </a:cubicBezTo>
                <a:cubicBezTo>
                  <a:pt x="5951279" y="141604"/>
                  <a:pt x="5934145" y="141604"/>
                  <a:pt x="5930892" y="141604"/>
                </a:cubicBezTo>
                <a:cubicBezTo>
                  <a:pt x="5913325" y="141604"/>
                  <a:pt x="5901180" y="133584"/>
                  <a:pt x="5897274" y="130983"/>
                </a:cubicBezTo>
                <a:lnTo>
                  <a:pt x="5894673" y="145724"/>
                </a:lnTo>
                <a:cubicBezTo>
                  <a:pt x="5901613" y="149193"/>
                  <a:pt x="5913541" y="155266"/>
                  <a:pt x="5931111" y="155266"/>
                </a:cubicBezTo>
                <a:cubicBezTo>
                  <a:pt x="5935013" y="155266"/>
                  <a:pt x="5946943" y="155266"/>
                  <a:pt x="5956269" y="148326"/>
                </a:cubicBezTo>
                <a:cubicBezTo>
                  <a:pt x="5962991" y="143119"/>
                  <a:pt x="5966681" y="134451"/>
                  <a:pt x="5966681" y="125134"/>
                </a:cubicBezTo>
                <a:close/>
                <a:moveTo>
                  <a:pt x="6049751" y="125134"/>
                </a:moveTo>
                <a:cubicBezTo>
                  <a:pt x="6049751" y="113213"/>
                  <a:pt x="6041725" y="105845"/>
                  <a:pt x="6041292" y="105196"/>
                </a:cubicBezTo>
                <a:cubicBezTo>
                  <a:pt x="6032833" y="97611"/>
                  <a:pt x="6026975" y="96310"/>
                  <a:pt x="6016130" y="94360"/>
                </a:cubicBezTo>
                <a:cubicBezTo>
                  <a:pt x="6004202" y="91977"/>
                  <a:pt x="5994224" y="89810"/>
                  <a:pt x="5994224" y="79192"/>
                </a:cubicBezTo>
                <a:cubicBezTo>
                  <a:pt x="5994224" y="65754"/>
                  <a:pt x="6009842" y="65754"/>
                  <a:pt x="6012661" y="65754"/>
                </a:cubicBezTo>
                <a:cubicBezTo>
                  <a:pt x="6019601" y="65754"/>
                  <a:pt x="6031095" y="66622"/>
                  <a:pt x="6043460" y="73989"/>
                </a:cubicBezTo>
                <a:lnTo>
                  <a:pt x="6046061" y="59900"/>
                </a:lnTo>
                <a:cubicBezTo>
                  <a:pt x="6034785" y="54693"/>
                  <a:pt x="6025893" y="52956"/>
                  <a:pt x="6014829" y="52956"/>
                </a:cubicBezTo>
                <a:cubicBezTo>
                  <a:pt x="6009408" y="52956"/>
                  <a:pt x="5978825" y="52956"/>
                  <a:pt x="5978825" y="81360"/>
                </a:cubicBezTo>
                <a:cubicBezTo>
                  <a:pt x="5978825" y="91977"/>
                  <a:pt x="5985116" y="98911"/>
                  <a:pt x="5990537" y="103029"/>
                </a:cubicBezTo>
                <a:cubicBezTo>
                  <a:pt x="5997262" y="107798"/>
                  <a:pt x="6002035" y="108662"/>
                  <a:pt x="6013962" y="111048"/>
                </a:cubicBezTo>
                <a:cubicBezTo>
                  <a:pt x="6021769" y="112564"/>
                  <a:pt x="6034349" y="115165"/>
                  <a:pt x="6034349" y="126650"/>
                </a:cubicBezTo>
                <a:cubicBezTo>
                  <a:pt x="6034349" y="141604"/>
                  <a:pt x="6017215" y="141604"/>
                  <a:pt x="6013962" y="141604"/>
                </a:cubicBezTo>
                <a:cubicBezTo>
                  <a:pt x="5996395" y="141604"/>
                  <a:pt x="5984249" y="133584"/>
                  <a:pt x="5980344" y="130983"/>
                </a:cubicBezTo>
                <a:lnTo>
                  <a:pt x="5977743" y="145724"/>
                </a:lnTo>
                <a:cubicBezTo>
                  <a:pt x="5984683" y="149193"/>
                  <a:pt x="5996610" y="155266"/>
                  <a:pt x="6014180" y="155266"/>
                </a:cubicBezTo>
                <a:cubicBezTo>
                  <a:pt x="6018082" y="155266"/>
                  <a:pt x="6030013" y="155266"/>
                  <a:pt x="6039339" y="148326"/>
                </a:cubicBezTo>
                <a:cubicBezTo>
                  <a:pt x="6046061" y="143119"/>
                  <a:pt x="6049751" y="134451"/>
                  <a:pt x="6049751" y="125134"/>
                </a:cubicBezTo>
                <a:close/>
                <a:moveTo>
                  <a:pt x="6215672" y="152883"/>
                </a:moveTo>
                <a:lnTo>
                  <a:pt x="6215672" y="90243"/>
                </a:lnTo>
                <a:cubicBezTo>
                  <a:pt x="6215672" y="68137"/>
                  <a:pt x="6199839" y="52956"/>
                  <a:pt x="6179883" y="52956"/>
                </a:cubicBezTo>
                <a:cubicBezTo>
                  <a:pt x="6165785" y="52956"/>
                  <a:pt x="6156025" y="56428"/>
                  <a:pt x="6145832" y="62286"/>
                </a:cubicBezTo>
                <a:lnTo>
                  <a:pt x="6147132" y="76590"/>
                </a:lnTo>
                <a:cubicBezTo>
                  <a:pt x="6158411" y="68571"/>
                  <a:pt x="6169256" y="65754"/>
                  <a:pt x="6179883" y="65754"/>
                </a:cubicBezTo>
                <a:cubicBezTo>
                  <a:pt x="6190080" y="65754"/>
                  <a:pt x="6198754" y="74423"/>
                  <a:pt x="6198754" y="90462"/>
                </a:cubicBezTo>
                <a:lnTo>
                  <a:pt x="6198754" y="99782"/>
                </a:lnTo>
                <a:cubicBezTo>
                  <a:pt x="6166221" y="100215"/>
                  <a:pt x="6138673" y="109324"/>
                  <a:pt x="6138673" y="128388"/>
                </a:cubicBezTo>
                <a:cubicBezTo>
                  <a:pt x="6138673" y="137705"/>
                  <a:pt x="6144531" y="155266"/>
                  <a:pt x="6163402" y="155266"/>
                </a:cubicBezTo>
                <a:cubicBezTo>
                  <a:pt x="6166437" y="155266"/>
                  <a:pt x="6186823" y="154833"/>
                  <a:pt x="6199406" y="145072"/>
                </a:cubicBezTo>
                <a:lnTo>
                  <a:pt x="6199406" y="152883"/>
                </a:lnTo>
                <a:lnTo>
                  <a:pt x="6215672" y="152883"/>
                </a:lnTo>
                <a:moveTo>
                  <a:pt x="6198754" y="124274"/>
                </a:moveTo>
                <a:cubicBezTo>
                  <a:pt x="6198754" y="128388"/>
                  <a:pt x="6198754" y="133806"/>
                  <a:pt x="6191380" y="137920"/>
                </a:cubicBezTo>
                <a:cubicBezTo>
                  <a:pt x="6185089" y="141819"/>
                  <a:pt x="6176848" y="142037"/>
                  <a:pt x="6174462" y="142037"/>
                </a:cubicBezTo>
                <a:cubicBezTo>
                  <a:pt x="6164050" y="142037"/>
                  <a:pt x="6154291" y="137053"/>
                  <a:pt x="6154291" y="127958"/>
                </a:cubicBezTo>
                <a:cubicBezTo>
                  <a:pt x="6154291" y="112792"/>
                  <a:pt x="6189428" y="111276"/>
                  <a:pt x="6198754" y="110843"/>
                </a:cubicBezTo>
                <a:lnTo>
                  <a:pt x="6198754" y="124274"/>
                </a:lnTo>
                <a:close/>
                <a:moveTo>
                  <a:pt x="6265122" y="152936"/>
                </a:moveTo>
                <a:lnTo>
                  <a:pt x="6265122" y="2330"/>
                </a:lnTo>
                <a:lnTo>
                  <a:pt x="6248856" y="2330"/>
                </a:lnTo>
                <a:lnTo>
                  <a:pt x="6248856" y="152936"/>
                </a:lnTo>
                <a:lnTo>
                  <a:pt x="6265122" y="152936"/>
                </a:lnTo>
                <a:close/>
                <a:moveTo>
                  <a:pt x="6316959" y="152936"/>
                </a:moveTo>
                <a:lnTo>
                  <a:pt x="6316959" y="2330"/>
                </a:lnTo>
                <a:lnTo>
                  <a:pt x="6300693" y="2330"/>
                </a:lnTo>
                <a:lnTo>
                  <a:pt x="6300693" y="152936"/>
                </a:lnTo>
                <a:lnTo>
                  <a:pt x="6316959" y="152936"/>
                </a:lnTo>
                <a:close/>
                <a:moveTo>
                  <a:pt x="6485269" y="125134"/>
                </a:moveTo>
                <a:cubicBezTo>
                  <a:pt x="6485269" y="113213"/>
                  <a:pt x="6477243" y="105845"/>
                  <a:pt x="6476810" y="105196"/>
                </a:cubicBezTo>
                <a:cubicBezTo>
                  <a:pt x="6468351" y="97611"/>
                  <a:pt x="6462493" y="96310"/>
                  <a:pt x="6451648" y="94360"/>
                </a:cubicBezTo>
                <a:cubicBezTo>
                  <a:pt x="6439720" y="91977"/>
                  <a:pt x="6429742" y="89810"/>
                  <a:pt x="6429742" y="79192"/>
                </a:cubicBezTo>
                <a:cubicBezTo>
                  <a:pt x="6429742" y="65754"/>
                  <a:pt x="6445360" y="65754"/>
                  <a:pt x="6448179" y="65754"/>
                </a:cubicBezTo>
                <a:cubicBezTo>
                  <a:pt x="6455119" y="65754"/>
                  <a:pt x="6466613" y="66622"/>
                  <a:pt x="6478977" y="73989"/>
                </a:cubicBezTo>
                <a:lnTo>
                  <a:pt x="6481579" y="59900"/>
                </a:lnTo>
                <a:cubicBezTo>
                  <a:pt x="6470303" y="54693"/>
                  <a:pt x="6461411" y="52956"/>
                  <a:pt x="6450347" y="52956"/>
                </a:cubicBezTo>
                <a:cubicBezTo>
                  <a:pt x="6444926" y="52956"/>
                  <a:pt x="6414343" y="52956"/>
                  <a:pt x="6414343" y="81360"/>
                </a:cubicBezTo>
                <a:cubicBezTo>
                  <a:pt x="6414343" y="91977"/>
                  <a:pt x="6420634" y="98911"/>
                  <a:pt x="6426055" y="103029"/>
                </a:cubicBezTo>
                <a:cubicBezTo>
                  <a:pt x="6432780" y="107798"/>
                  <a:pt x="6437552" y="108662"/>
                  <a:pt x="6449480" y="111048"/>
                </a:cubicBezTo>
                <a:cubicBezTo>
                  <a:pt x="6457287" y="112564"/>
                  <a:pt x="6469866" y="115165"/>
                  <a:pt x="6469866" y="126650"/>
                </a:cubicBezTo>
                <a:cubicBezTo>
                  <a:pt x="6469866" y="141604"/>
                  <a:pt x="6452733" y="141604"/>
                  <a:pt x="6449480" y="141604"/>
                </a:cubicBezTo>
                <a:cubicBezTo>
                  <a:pt x="6431913" y="141604"/>
                  <a:pt x="6419767" y="133584"/>
                  <a:pt x="6415862" y="130983"/>
                </a:cubicBezTo>
                <a:lnTo>
                  <a:pt x="6413261" y="145724"/>
                </a:lnTo>
                <a:cubicBezTo>
                  <a:pt x="6420201" y="149193"/>
                  <a:pt x="6432128" y="155266"/>
                  <a:pt x="6449698" y="155266"/>
                </a:cubicBezTo>
                <a:cubicBezTo>
                  <a:pt x="6453600" y="155266"/>
                  <a:pt x="6465531" y="155266"/>
                  <a:pt x="6474857" y="148326"/>
                </a:cubicBezTo>
                <a:cubicBezTo>
                  <a:pt x="6481579" y="143119"/>
                  <a:pt x="6485269" y="134451"/>
                  <a:pt x="6485269" y="125134"/>
                </a:cubicBezTo>
                <a:close/>
                <a:moveTo>
                  <a:pt x="6584605" y="152883"/>
                </a:moveTo>
                <a:lnTo>
                  <a:pt x="6584605" y="56557"/>
                </a:lnTo>
                <a:lnTo>
                  <a:pt x="6567687" y="56557"/>
                </a:lnTo>
                <a:lnTo>
                  <a:pt x="6567687" y="119475"/>
                </a:lnTo>
                <a:cubicBezTo>
                  <a:pt x="6567687" y="135745"/>
                  <a:pt x="6555541" y="143338"/>
                  <a:pt x="6541661" y="143338"/>
                </a:cubicBezTo>
                <a:cubicBezTo>
                  <a:pt x="6526259" y="143338"/>
                  <a:pt x="6524743" y="137698"/>
                  <a:pt x="6524743" y="128368"/>
                </a:cubicBezTo>
                <a:lnTo>
                  <a:pt x="6524743" y="56557"/>
                </a:lnTo>
                <a:lnTo>
                  <a:pt x="6507825" y="56557"/>
                </a:lnTo>
                <a:lnTo>
                  <a:pt x="6507825" y="129235"/>
                </a:lnTo>
                <a:cubicBezTo>
                  <a:pt x="6507825" y="144857"/>
                  <a:pt x="6512812" y="155266"/>
                  <a:pt x="6530816" y="155266"/>
                </a:cubicBezTo>
                <a:cubicBezTo>
                  <a:pt x="6542310" y="155266"/>
                  <a:pt x="6557709" y="151798"/>
                  <a:pt x="6568339" y="142471"/>
                </a:cubicBezTo>
                <a:lnTo>
                  <a:pt x="6568339" y="152883"/>
                </a:lnTo>
                <a:lnTo>
                  <a:pt x="6584605" y="152883"/>
                </a:lnTo>
                <a:close/>
                <a:moveTo>
                  <a:pt x="6706498" y="104551"/>
                </a:moveTo>
                <a:cubicBezTo>
                  <a:pt x="6706498" y="77653"/>
                  <a:pt x="6691747" y="54227"/>
                  <a:pt x="6671361" y="54227"/>
                </a:cubicBezTo>
                <a:cubicBezTo>
                  <a:pt x="6662902" y="54237"/>
                  <a:pt x="6649455" y="56411"/>
                  <a:pt x="6636443" y="67052"/>
                </a:cubicBezTo>
                <a:lnTo>
                  <a:pt x="6636443" y="2330"/>
                </a:lnTo>
                <a:lnTo>
                  <a:pt x="6620173" y="2330"/>
                </a:lnTo>
                <a:lnTo>
                  <a:pt x="6620173" y="152946"/>
                </a:lnTo>
                <a:lnTo>
                  <a:pt x="6637091" y="152883"/>
                </a:lnTo>
                <a:lnTo>
                  <a:pt x="6637091" y="142904"/>
                </a:lnTo>
                <a:cubicBezTo>
                  <a:pt x="6642297" y="147677"/>
                  <a:pt x="6651623" y="155266"/>
                  <a:pt x="6666155" y="155266"/>
                </a:cubicBezTo>
                <a:cubicBezTo>
                  <a:pt x="6687846" y="155266"/>
                  <a:pt x="6706498" y="133587"/>
                  <a:pt x="6706498" y="104551"/>
                </a:cubicBezTo>
                <a:moveTo>
                  <a:pt x="6689580" y="104551"/>
                </a:moveTo>
                <a:cubicBezTo>
                  <a:pt x="6689580" y="132720"/>
                  <a:pt x="6671361" y="142037"/>
                  <a:pt x="6658130" y="142037"/>
                </a:cubicBezTo>
                <a:cubicBezTo>
                  <a:pt x="6649671" y="142037"/>
                  <a:pt x="6642515" y="138135"/>
                  <a:pt x="6637091" y="128169"/>
                </a:cubicBezTo>
                <a:lnTo>
                  <a:pt x="6637091" y="80281"/>
                </a:lnTo>
                <a:cubicBezTo>
                  <a:pt x="6640563" y="75051"/>
                  <a:pt x="6648370" y="67459"/>
                  <a:pt x="6660301" y="67459"/>
                </a:cubicBezTo>
                <a:cubicBezTo>
                  <a:pt x="6673095" y="67459"/>
                  <a:pt x="6689580" y="76786"/>
                  <a:pt x="6689580" y="104551"/>
                </a:cubicBezTo>
                <a:close/>
                <a:moveTo>
                  <a:pt x="6748356" y="152936"/>
                </a:moveTo>
                <a:lnTo>
                  <a:pt x="6748356" y="2330"/>
                </a:lnTo>
                <a:lnTo>
                  <a:pt x="6732090" y="2330"/>
                </a:lnTo>
                <a:lnTo>
                  <a:pt x="6732090" y="152936"/>
                </a:lnTo>
                <a:lnTo>
                  <a:pt x="6748356" y="152936"/>
                </a:lnTo>
                <a:close/>
                <a:moveTo>
                  <a:pt x="6800194" y="152936"/>
                </a:moveTo>
                <a:lnTo>
                  <a:pt x="6800194" y="56557"/>
                </a:lnTo>
                <a:lnTo>
                  <a:pt x="6783928" y="56557"/>
                </a:lnTo>
                <a:lnTo>
                  <a:pt x="6783928" y="152936"/>
                </a:lnTo>
                <a:lnTo>
                  <a:pt x="6800194" y="152936"/>
                </a:lnTo>
                <a:moveTo>
                  <a:pt x="6801928" y="30109"/>
                </a:moveTo>
                <a:lnTo>
                  <a:pt x="6801928" y="10803"/>
                </a:lnTo>
                <a:lnTo>
                  <a:pt x="6782627" y="10803"/>
                </a:lnTo>
                <a:lnTo>
                  <a:pt x="6782627" y="30109"/>
                </a:lnTo>
                <a:lnTo>
                  <a:pt x="6801928" y="30109"/>
                </a:lnTo>
                <a:close/>
                <a:moveTo>
                  <a:pt x="6896279" y="125134"/>
                </a:moveTo>
                <a:cubicBezTo>
                  <a:pt x="6896279" y="113213"/>
                  <a:pt x="6888253" y="105845"/>
                  <a:pt x="6887820" y="105196"/>
                </a:cubicBezTo>
                <a:cubicBezTo>
                  <a:pt x="6879361" y="97611"/>
                  <a:pt x="6873503" y="96310"/>
                  <a:pt x="6862658" y="94360"/>
                </a:cubicBezTo>
                <a:cubicBezTo>
                  <a:pt x="6850730" y="91977"/>
                  <a:pt x="6840752" y="89810"/>
                  <a:pt x="6840752" y="79192"/>
                </a:cubicBezTo>
                <a:cubicBezTo>
                  <a:pt x="6840752" y="65754"/>
                  <a:pt x="6856370" y="65754"/>
                  <a:pt x="6859189" y="65754"/>
                </a:cubicBezTo>
                <a:cubicBezTo>
                  <a:pt x="6866130" y="65754"/>
                  <a:pt x="6877623" y="66622"/>
                  <a:pt x="6889988" y="73989"/>
                </a:cubicBezTo>
                <a:lnTo>
                  <a:pt x="6892589" y="59900"/>
                </a:lnTo>
                <a:cubicBezTo>
                  <a:pt x="6881313" y="54693"/>
                  <a:pt x="6872421" y="52956"/>
                  <a:pt x="6861357" y="52956"/>
                </a:cubicBezTo>
                <a:cubicBezTo>
                  <a:pt x="6855936" y="52956"/>
                  <a:pt x="6825353" y="52956"/>
                  <a:pt x="6825353" y="81360"/>
                </a:cubicBezTo>
                <a:cubicBezTo>
                  <a:pt x="6825353" y="91977"/>
                  <a:pt x="6831645" y="98911"/>
                  <a:pt x="6837066" y="103029"/>
                </a:cubicBezTo>
                <a:cubicBezTo>
                  <a:pt x="6843790" y="107798"/>
                  <a:pt x="6848563" y="108662"/>
                  <a:pt x="6860490" y="111048"/>
                </a:cubicBezTo>
                <a:cubicBezTo>
                  <a:pt x="6868297" y="112564"/>
                  <a:pt x="6880877" y="115165"/>
                  <a:pt x="6880877" y="126650"/>
                </a:cubicBezTo>
                <a:cubicBezTo>
                  <a:pt x="6880877" y="141604"/>
                  <a:pt x="6863743" y="141604"/>
                  <a:pt x="6860490" y="141604"/>
                </a:cubicBezTo>
                <a:cubicBezTo>
                  <a:pt x="6842923" y="141604"/>
                  <a:pt x="6830777" y="133584"/>
                  <a:pt x="6826872" y="130983"/>
                </a:cubicBezTo>
                <a:lnTo>
                  <a:pt x="6824271" y="145724"/>
                </a:lnTo>
                <a:cubicBezTo>
                  <a:pt x="6831211" y="149193"/>
                  <a:pt x="6843138" y="155266"/>
                  <a:pt x="6860709" y="155266"/>
                </a:cubicBezTo>
                <a:cubicBezTo>
                  <a:pt x="6864610" y="155266"/>
                  <a:pt x="6876541" y="155266"/>
                  <a:pt x="6885867" y="148326"/>
                </a:cubicBezTo>
                <a:cubicBezTo>
                  <a:pt x="6892589" y="143119"/>
                  <a:pt x="6896279" y="134451"/>
                  <a:pt x="6896279" y="125134"/>
                </a:cubicBezTo>
                <a:close/>
                <a:moveTo>
                  <a:pt x="6973273" y="147025"/>
                </a:moveTo>
                <a:lnTo>
                  <a:pt x="6969804" y="134226"/>
                </a:lnTo>
                <a:cubicBezTo>
                  <a:pt x="6964165" y="138784"/>
                  <a:pt x="6957225" y="141385"/>
                  <a:pt x="6950285" y="141385"/>
                </a:cubicBezTo>
                <a:cubicBezTo>
                  <a:pt x="6942259" y="141385"/>
                  <a:pt x="6939221" y="134878"/>
                  <a:pt x="6939221" y="123377"/>
                </a:cubicBezTo>
                <a:lnTo>
                  <a:pt x="6939221" y="69140"/>
                </a:lnTo>
                <a:lnTo>
                  <a:pt x="6969804" y="69140"/>
                </a:lnTo>
                <a:lnTo>
                  <a:pt x="6969804" y="56557"/>
                </a:lnTo>
                <a:lnTo>
                  <a:pt x="6939221" y="56557"/>
                </a:lnTo>
                <a:lnTo>
                  <a:pt x="6939221" y="29020"/>
                </a:lnTo>
                <a:lnTo>
                  <a:pt x="6924256" y="29020"/>
                </a:lnTo>
                <a:lnTo>
                  <a:pt x="6924256" y="56557"/>
                </a:lnTo>
                <a:lnTo>
                  <a:pt x="6905388" y="56557"/>
                </a:lnTo>
                <a:lnTo>
                  <a:pt x="6905388" y="69140"/>
                </a:lnTo>
                <a:lnTo>
                  <a:pt x="6923607" y="69140"/>
                </a:lnTo>
                <a:lnTo>
                  <a:pt x="6923607" y="127067"/>
                </a:lnTo>
                <a:cubicBezTo>
                  <a:pt x="6923607" y="140084"/>
                  <a:pt x="6926642" y="155266"/>
                  <a:pt x="6941607" y="155266"/>
                </a:cubicBezTo>
                <a:cubicBezTo>
                  <a:pt x="6956791" y="155266"/>
                  <a:pt x="6967852" y="149845"/>
                  <a:pt x="6973273" y="147025"/>
                </a:cubicBezTo>
                <a:close/>
                <a:moveTo>
                  <a:pt x="7057646" y="125134"/>
                </a:moveTo>
                <a:cubicBezTo>
                  <a:pt x="7057646" y="113213"/>
                  <a:pt x="7049621" y="105845"/>
                  <a:pt x="7049187" y="105196"/>
                </a:cubicBezTo>
                <a:cubicBezTo>
                  <a:pt x="7040728" y="97611"/>
                  <a:pt x="7034870" y="96310"/>
                  <a:pt x="7024025" y="94360"/>
                </a:cubicBezTo>
                <a:cubicBezTo>
                  <a:pt x="7012097" y="91977"/>
                  <a:pt x="7002119" y="89810"/>
                  <a:pt x="7002119" y="79192"/>
                </a:cubicBezTo>
                <a:cubicBezTo>
                  <a:pt x="7002119" y="65754"/>
                  <a:pt x="7017737" y="65754"/>
                  <a:pt x="7020557" y="65754"/>
                </a:cubicBezTo>
                <a:cubicBezTo>
                  <a:pt x="7027497" y="65754"/>
                  <a:pt x="7038990" y="66622"/>
                  <a:pt x="7051355" y="73989"/>
                </a:cubicBezTo>
                <a:lnTo>
                  <a:pt x="7053956" y="59900"/>
                </a:lnTo>
                <a:cubicBezTo>
                  <a:pt x="7042680" y="54693"/>
                  <a:pt x="7033788" y="52956"/>
                  <a:pt x="7022724" y="52956"/>
                </a:cubicBezTo>
                <a:cubicBezTo>
                  <a:pt x="7017303" y="52956"/>
                  <a:pt x="6986720" y="52956"/>
                  <a:pt x="6986720" y="81360"/>
                </a:cubicBezTo>
                <a:cubicBezTo>
                  <a:pt x="6986720" y="91977"/>
                  <a:pt x="6993012" y="98911"/>
                  <a:pt x="6998433" y="103029"/>
                </a:cubicBezTo>
                <a:cubicBezTo>
                  <a:pt x="7005157" y="107798"/>
                  <a:pt x="7009930" y="108662"/>
                  <a:pt x="7021857" y="111048"/>
                </a:cubicBezTo>
                <a:cubicBezTo>
                  <a:pt x="7029664" y="112564"/>
                  <a:pt x="7042244" y="115165"/>
                  <a:pt x="7042244" y="126650"/>
                </a:cubicBezTo>
                <a:cubicBezTo>
                  <a:pt x="7042244" y="141604"/>
                  <a:pt x="7025110" y="141604"/>
                  <a:pt x="7021857" y="141604"/>
                </a:cubicBezTo>
                <a:cubicBezTo>
                  <a:pt x="7004290" y="141604"/>
                  <a:pt x="6992144" y="133584"/>
                  <a:pt x="6988239" y="130983"/>
                </a:cubicBezTo>
                <a:lnTo>
                  <a:pt x="6985638" y="145724"/>
                </a:lnTo>
                <a:cubicBezTo>
                  <a:pt x="6992578" y="149193"/>
                  <a:pt x="7004505" y="155266"/>
                  <a:pt x="7022076" y="155266"/>
                </a:cubicBezTo>
                <a:cubicBezTo>
                  <a:pt x="7025977" y="155266"/>
                  <a:pt x="7037908" y="155266"/>
                  <a:pt x="7047234" y="148326"/>
                </a:cubicBezTo>
                <a:cubicBezTo>
                  <a:pt x="7053956" y="143119"/>
                  <a:pt x="7057646" y="134451"/>
                  <a:pt x="7057646" y="125134"/>
                </a:cubicBezTo>
                <a:close/>
                <a:moveTo>
                  <a:pt x="7101674" y="152721"/>
                </a:moveTo>
                <a:lnTo>
                  <a:pt x="7101674" y="134934"/>
                </a:lnTo>
                <a:lnTo>
                  <a:pt x="7083674" y="134934"/>
                </a:lnTo>
                <a:lnTo>
                  <a:pt x="7083674" y="152936"/>
                </a:lnTo>
                <a:lnTo>
                  <a:pt x="7089095" y="152936"/>
                </a:lnTo>
                <a:lnTo>
                  <a:pt x="7083674" y="180049"/>
                </a:lnTo>
                <a:lnTo>
                  <a:pt x="7092563" y="180049"/>
                </a:lnTo>
                <a:lnTo>
                  <a:pt x="7101674" y="152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notjustthoseendingatthelastelement.">
            <a:extLst xmlns:a="http://schemas.openxmlformats.org/drawingml/2006/main">
              <a:ext uri="{FF2B5EF4-FFF2-40B4-BE49-F238E27FC236}">
                <a16:creationId xmlns:a16="http://schemas.microsoft.com/office/drawing/2014/main" id="{F17BCCD0-A246-4BF8-94AA-74BEEC88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0810" y="6724944"/>
            <a:ext cx="3718818" cy="195301"/>
          </a:xfrm>
          <a:custGeom xmlns:a="http://schemas.openxmlformats.org/drawingml/2006/main">
            <a:pathLst>
              <a:path w="3718818" h="195301">
                <a:moveTo>
                  <a:pt x="76780" y="150606"/>
                </a:moveTo>
                <a:lnTo>
                  <a:pt x="76780" y="85957"/>
                </a:lnTo>
                <a:cubicBezTo>
                  <a:pt x="76780" y="71639"/>
                  <a:pt x="73527" y="51897"/>
                  <a:pt x="47064" y="51897"/>
                </a:cubicBezTo>
                <a:cubicBezTo>
                  <a:pt x="27545" y="51897"/>
                  <a:pt x="16918" y="66648"/>
                  <a:pt x="15618" y="68382"/>
                </a:cubicBezTo>
                <a:lnTo>
                  <a:pt x="15618" y="52982"/>
                </a:lnTo>
                <a:lnTo>
                  <a:pt x="0" y="52982"/>
                </a:lnTo>
                <a:lnTo>
                  <a:pt x="0" y="150606"/>
                </a:lnTo>
                <a:lnTo>
                  <a:pt x="16918" y="150606"/>
                </a:lnTo>
                <a:lnTo>
                  <a:pt x="16918" y="97455"/>
                </a:lnTo>
                <a:cubicBezTo>
                  <a:pt x="16918" y="83137"/>
                  <a:pt x="22339" y="65129"/>
                  <a:pt x="38824" y="65129"/>
                </a:cubicBezTo>
                <a:cubicBezTo>
                  <a:pt x="59644" y="65129"/>
                  <a:pt x="59862" y="80532"/>
                  <a:pt x="59862" y="87476"/>
                </a:cubicBezTo>
                <a:lnTo>
                  <a:pt x="59862" y="150606"/>
                </a:lnTo>
                <a:lnTo>
                  <a:pt x="76780" y="150606"/>
                </a:lnTo>
                <a:close/>
                <a:moveTo>
                  <a:pt x="196287" y="102866"/>
                </a:moveTo>
                <a:cubicBezTo>
                  <a:pt x="196287" y="73827"/>
                  <a:pt x="174596" y="50626"/>
                  <a:pt x="148789" y="50626"/>
                </a:cubicBezTo>
                <a:cubicBezTo>
                  <a:pt x="122111" y="50626"/>
                  <a:pt x="101073" y="74476"/>
                  <a:pt x="101073" y="102866"/>
                </a:cubicBezTo>
                <a:cubicBezTo>
                  <a:pt x="101073" y="131472"/>
                  <a:pt x="123193" y="152936"/>
                  <a:pt x="148570" y="152936"/>
                </a:cubicBezTo>
                <a:cubicBezTo>
                  <a:pt x="174596" y="152936"/>
                  <a:pt x="196287" y="131039"/>
                  <a:pt x="196287" y="102866"/>
                </a:cubicBezTo>
                <a:moveTo>
                  <a:pt x="179369" y="100699"/>
                </a:moveTo>
                <a:cubicBezTo>
                  <a:pt x="179369" y="126270"/>
                  <a:pt x="164621" y="139055"/>
                  <a:pt x="148570" y="139055"/>
                </a:cubicBezTo>
                <a:cubicBezTo>
                  <a:pt x="133605" y="139055"/>
                  <a:pt x="117987" y="126922"/>
                  <a:pt x="117987" y="100699"/>
                </a:cubicBezTo>
                <a:cubicBezTo>
                  <a:pt x="117987" y="74476"/>
                  <a:pt x="134472" y="63858"/>
                  <a:pt x="148570" y="63858"/>
                </a:cubicBezTo>
                <a:cubicBezTo>
                  <a:pt x="163754" y="63858"/>
                  <a:pt x="179369" y="75128"/>
                  <a:pt x="179369" y="100699"/>
                </a:cubicBezTo>
                <a:close/>
                <a:moveTo>
                  <a:pt x="275016" y="144695"/>
                </a:moveTo>
                <a:lnTo>
                  <a:pt x="271548" y="131896"/>
                </a:lnTo>
                <a:cubicBezTo>
                  <a:pt x="265909" y="136454"/>
                  <a:pt x="258969" y="139055"/>
                  <a:pt x="252029" y="139055"/>
                </a:cubicBezTo>
                <a:cubicBezTo>
                  <a:pt x="244003" y="139055"/>
                  <a:pt x="240965" y="132548"/>
                  <a:pt x="240965" y="121047"/>
                </a:cubicBezTo>
                <a:lnTo>
                  <a:pt x="240965" y="66810"/>
                </a:lnTo>
                <a:lnTo>
                  <a:pt x="271548" y="66810"/>
                </a:lnTo>
                <a:lnTo>
                  <a:pt x="271548" y="54227"/>
                </a:lnTo>
                <a:lnTo>
                  <a:pt x="240965" y="54227"/>
                </a:lnTo>
                <a:lnTo>
                  <a:pt x="240965" y="26690"/>
                </a:lnTo>
                <a:lnTo>
                  <a:pt x="225999" y="26690"/>
                </a:lnTo>
                <a:lnTo>
                  <a:pt x="225999" y="54227"/>
                </a:lnTo>
                <a:lnTo>
                  <a:pt x="207132" y="54227"/>
                </a:lnTo>
                <a:lnTo>
                  <a:pt x="207132" y="66810"/>
                </a:lnTo>
                <a:lnTo>
                  <a:pt x="225351" y="66810"/>
                </a:lnTo>
                <a:lnTo>
                  <a:pt x="225351" y="124737"/>
                </a:lnTo>
                <a:cubicBezTo>
                  <a:pt x="225351" y="137754"/>
                  <a:pt x="228386" y="152936"/>
                  <a:pt x="243351" y="152936"/>
                </a:cubicBezTo>
                <a:cubicBezTo>
                  <a:pt x="258535" y="152936"/>
                  <a:pt x="269595" y="147515"/>
                  <a:pt x="275016" y="144695"/>
                </a:cubicBezTo>
                <a:close/>
                <a:moveTo>
                  <a:pt x="393440" y="163332"/>
                </a:moveTo>
                <a:lnTo>
                  <a:pt x="393440" y="54227"/>
                </a:lnTo>
                <a:lnTo>
                  <a:pt x="377174" y="54227"/>
                </a:lnTo>
                <a:lnTo>
                  <a:pt x="377174" y="165503"/>
                </a:lnTo>
                <a:cubicBezTo>
                  <a:pt x="377174" y="180126"/>
                  <a:pt x="364810" y="181208"/>
                  <a:pt x="360908" y="181208"/>
                </a:cubicBezTo>
                <a:cubicBezTo>
                  <a:pt x="354835" y="181208"/>
                  <a:pt x="349629" y="179040"/>
                  <a:pt x="344857" y="174486"/>
                </a:cubicBezTo>
                <a:lnTo>
                  <a:pt x="340303" y="187715"/>
                </a:lnTo>
                <a:cubicBezTo>
                  <a:pt x="350715" y="193788"/>
                  <a:pt x="360690" y="195089"/>
                  <a:pt x="366329" y="195089"/>
                </a:cubicBezTo>
                <a:cubicBezTo>
                  <a:pt x="379994" y="195072"/>
                  <a:pt x="393440" y="183796"/>
                  <a:pt x="393440" y="163405"/>
                </a:cubicBezTo>
                <a:lnTo>
                  <a:pt x="393440" y="163332"/>
                </a:lnTo>
                <a:moveTo>
                  <a:pt x="393440" y="27779"/>
                </a:moveTo>
                <a:lnTo>
                  <a:pt x="393440" y="8473"/>
                </a:lnTo>
                <a:lnTo>
                  <a:pt x="374136" y="8473"/>
                </a:lnTo>
                <a:lnTo>
                  <a:pt x="374136" y="27779"/>
                </a:lnTo>
                <a:lnTo>
                  <a:pt x="393440" y="27779"/>
                </a:lnTo>
                <a:close/>
                <a:moveTo>
                  <a:pt x="505792" y="150553"/>
                </a:moveTo>
                <a:lnTo>
                  <a:pt x="505792" y="54227"/>
                </a:lnTo>
                <a:lnTo>
                  <a:pt x="488873" y="54227"/>
                </a:lnTo>
                <a:lnTo>
                  <a:pt x="488873" y="117145"/>
                </a:lnTo>
                <a:cubicBezTo>
                  <a:pt x="488873" y="133415"/>
                  <a:pt x="476728" y="141008"/>
                  <a:pt x="462848" y="141008"/>
                </a:cubicBezTo>
                <a:cubicBezTo>
                  <a:pt x="447445" y="141008"/>
                  <a:pt x="445929" y="135368"/>
                  <a:pt x="445929" y="126038"/>
                </a:cubicBezTo>
                <a:lnTo>
                  <a:pt x="445929" y="54227"/>
                </a:lnTo>
                <a:lnTo>
                  <a:pt x="429011" y="54227"/>
                </a:lnTo>
                <a:lnTo>
                  <a:pt x="429011" y="126905"/>
                </a:lnTo>
                <a:cubicBezTo>
                  <a:pt x="429011" y="142527"/>
                  <a:pt x="433999" y="152936"/>
                  <a:pt x="452002" y="152936"/>
                </a:cubicBezTo>
                <a:cubicBezTo>
                  <a:pt x="463496" y="152936"/>
                  <a:pt x="478895" y="149467"/>
                  <a:pt x="489525" y="140141"/>
                </a:cubicBezTo>
                <a:lnTo>
                  <a:pt x="489525" y="150553"/>
                </a:lnTo>
                <a:lnTo>
                  <a:pt x="505792" y="150553"/>
                </a:lnTo>
                <a:close/>
                <a:moveTo>
                  <a:pt x="601659" y="122804"/>
                </a:moveTo>
                <a:cubicBezTo>
                  <a:pt x="601659" y="110883"/>
                  <a:pt x="593633" y="103515"/>
                  <a:pt x="593200" y="102866"/>
                </a:cubicBezTo>
                <a:cubicBezTo>
                  <a:pt x="584741" y="95281"/>
                  <a:pt x="578883" y="93980"/>
                  <a:pt x="568038" y="92030"/>
                </a:cubicBezTo>
                <a:cubicBezTo>
                  <a:pt x="556110" y="89647"/>
                  <a:pt x="546132" y="87480"/>
                  <a:pt x="546132" y="76862"/>
                </a:cubicBezTo>
                <a:cubicBezTo>
                  <a:pt x="546132" y="63424"/>
                  <a:pt x="561750" y="63424"/>
                  <a:pt x="564569" y="63424"/>
                </a:cubicBezTo>
                <a:cubicBezTo>
                  <a:pt x="571509" y="63424"/>
                  <a:pt x="583003" y="64292"/>
                  <a:pt x="595368" y="71659"/>
                </a:cubicBezTo>
                <a:lnTo>
                  <a:pt x="597969" y="57569"/>
                </a:lnTo>
                <a:cubicBezTo>
                  <a:pt x="586693" y="52363"/>
                  <a:pt x="577801" y="50626"/>
                  <a:pt x="566737" y="50626"/>
                </a:cubicBezTo>
                <a:cubicBezTo>
                  <a:pt x="561316" y="50626"/>
                  <a:pt x="530733" y="50626"/>
                  <a:pt x="530733" y="79030"/>
                </a:cubicBezTo>
                <a:cubicBezTo>
                  <a:pt x="530733" y="89647"/>
                  <a:pt x="537024" y="96581"/>
                  <a:pt x="542445" y="100699"/>
                </a:cubicBezTo>
                <a:cubicBezTo>
                  <a:pt x="549170" y="105468"/>
                  <a:pt x="553943" y="106332"/>
                  <a:pt x="565870" y="108718"/>
                </a:cubicBezTo>
                <a:cubicBezTo>
                  <a:pt x="573677" y="110234"/>
                  <a:pt x="586257" y="112835"/>
                  <a:pt x="586257" y="124320"/>
                </a:cubicBezTo>
                <a:cubicBezTo>
                  <a:pt x="586257" y="139273"/>
                  <a:pt x="569123" y="139273"/>
                  <a:pt x="565870" y="139273"/>
                </a:cubicBezTo>
                <a:cubicBezTo>
                  <a:pt x="548303" y="139273"/>
                  <a:pt x="536157" y="131254"/>
                  <a:pt x="532252" y="128653"/>
                </a:cubicBezTo>
                <a:lnTo>
                  <a:pt x="529651" y="143394"/>
                </a:lnTo>
                <a:cubicBezTo>
                  <a:pt x="536591" y="146863"/>
                  <a:pt x="548518" y="152936"/>
                  <a:pt x="566088" y="152936"/>
                </a:cubicBezTo>
                <a:cubicBezTo>
                  <a:pt x="569990" y="152936"/>
                  <a:pt x="581921" y="152936"/>
                  <a:pt x="591247" y="145996"/>
                </a:cubicBezTo>
                <a:cubicBezTo>
                  <a:pt x="597969" y="140789"/>
                  <a:pt x="601659" y="132121"/>
                  <a:pt x="601659" y="122804"/>
                </a:cubicBezTo>
                <a:close/>
                <a:moveTo>
                  <a:pt x="678651" y="144695"/>
                </a:moveTo>
                <a:lnTo>
                  <a:pt x="675183" y="131896"/>
                </a:lnTo>
                <a:cubicBezTo>
                  <a:pt x="669544" y="136454"/>
                  <a:pt x="662604" y="139055"/>
                  <a:pt x="655664" y="139055"/>
                </a:cubicBezTo>
                <a:cubicBezTo>
                  <a:pt x="647638" y="139055"/>
                  <a:pt x="644600" y="132548"/>
                  <a:pt x="644600" y="121047"/>
                </a:cubicBezTo>
                <a:lnTo>
                  <a:pt x="644600" y="66810"/>
                </a:lnTo>
                <a:lnTo>
                  <a:pt x="675183" y="66810"/>
                </a:lnTo>
                <a:lnTo>
                  <a:pt x="675183" y="54227"/>
                </a:lnTo>
                <a:lnTo>
                  <a:pt x="644600" y="54227"/>
                </a:lnTo>
                <a:lnTo>
                  <a:pt x="644600" y="26690"/>
                </a:lnTo>
                <a:lnTo>
                  <a:pt x="629634" y="26690"/>
                </a:lnTo>
                <a:lnTo>
                  <a:pt x="629634" y="54227"/>
                </a:lnTo>
                <a:lnTo>
                  <a:pt x="610767" y="54227"/>
                </a:lnTo>
                <a:lnTo>
                  <a:pt x="610767" y="66810"/>
                </a:lnTo>
                <a:lnTo>
                  <a:pt x="628986" y="66810"/>
                </a:lnTo>
                <a:lnTo>
                  <a:pt x="628986" y="124737"/>
                </a:lnTo>
                <a:cubicBezTo>
                  <a:pt x="628986" y="137754"/>
                  <a:pt x="632021" y="152936"/>
                  <a:pt x="646986" y="152936"/>
                </a:cubicBezTo>
                <a:cubicBezTo>
                  <a:pt x="662170" y="152936"/>
                  <a:pt x="673230" y="147515"/>
                  <a:pt x="678651" y="144695"/>
                </a:cubicBezTo>
                <a:close/>
                <a:moveTo>
                  <a:pt x="829174" y="144695"/>
                </a:moveTo>
                <a:lnTo>
                  <a:pt x="825706" y="131896"/>
                </a:lnTo>
                <a:cubicBezTo>
                  <a:pt x="820067" y="136454"/>
                  <a:pt x="813127" y="139055"/>
                  <a:pt x="806187" y="139055"/>
                </a:cubicBezTo>
                <a:cubicBezTo>
                  <a:pt x="798161" y="139055"/>
                  <a:pt x="795123" y="132548"/>
                  <a:pt x="795123" y="121047"/>
                </a:cubicBezTo>
                <a:lnTo>
                  <a:pt x="795123" y="66810"/>
                </a:lnTo>
                <a:lnTo>
                  <a:pt x="825706" y="66810"/>
                </a:lnTo>
                <a:lnTo>
                  <a:pt x="825706" y="54227"/>
                </a:lnTo>
                <a:lnTo>
                  <a:pt x="795123" y="54227"/>
                </a:lnTo>
                <a:lnTo>
                  <a:pt x="795123" y="26690"/>
                </a:lnTo>
                <a:lnTo>
                  <a:pt x="780157" y="26690"/>
                </a:lnTo>
                <a:lnTo>
                  <a:pt x="780157" y="54227"/>
                </a:lnTo>
                <a:lnTo>
                  <a:pt x="761290" y="54227"/>
                </a:lnTo>
                <a:lnTo>
                  <a:pt x="761290" y="66810"/>
                </a:lnTo>
                <a:lnTo>
                  <a:pt x="779509" y="66810"/>
                </a:lnTo>
                <a:lnTo>
                  <a:pt x="779509" y="124737"/>
                </a:lnTo>
                <a:cubicBezTo>
                  <a:pt x="779509" y="137754"/>
                  <a:pt x="782544" y="152936"/>
                  <a:pt x="797509" y="152936"/>
                </a:cubicBezTo>
                <a:cubicBezTo>
                  <a:pt x="812693" y="152936"/>
                  <a:pt x="823753" y="147515"/>
                  <a:pt x="829174" y="144695"/>
                </a:cubicBezTo>
                <a:close/>
                <a:moveTo>
                  <a:pt x="929814" y="150606"/>
                </a:moveTo>
                <a:lnTo>
                  <a:pt x="929814" y="85957"/>
                </a:lnTo>
                <a:cubicBezTo>
                  <a:pt x="929814" y="71639"/>
                  <a:pt x="926561" y="51897"/>
                  <a:pt x="900098" y="51897"/>
                </a:cubicBezTo>
                <a:cubicBezTo>
                  <a:pt x="886651" y="51897"/>
                  <a:pt x="876240" y="58622"/>
                  <a:pt x="869300" y="67515"/>
                </a:cubicBezTo>
                <a:lnTo>
                  <a:pt x="869300" y="0"/>
                </a:lnTo>
                <a:lnTo>
                  <a:pt x="853033" y="0"/>
                </a:lnTo>
                <a:lnTo>
                  <a:pt x="853033" y="150606"/>
                </a:lnTo>
                <a:lnTo>
                  <a:pt x="869952" y="150606"/>
                </a:lnTo>
                <a:lnTo>
                  <a:pt x="869952" y="97455"/>
                </a:lnTo>
                <a:cubicBezTo>
                  <a:pt x="869952" y="83137"/>
                  <a:pt x="875373" y="65129"/>
                  <a:pt x="891857" y="65129"/>
                </a:cubicBezTo>
                <a:cubicBezTo>
                  <a:pt x="912677" y="65129"/>
                  <a:pt x="912896" y="80532"/>
                  <a:pt x="912896" y="87476"/>
                </a:cubicBezTo>
                <a:lnTo>
                  <a:pt x="912896" y="150606"/>
                </a:lnTo>
                <a:lnTo>
                  <a:pt x="929814" y="150606"/>
                </a:lnTo>
                <a:close/>
                <a:moveTo>
                  <a:pt x="1049321" y="102866"/>
                </a:moveTo>
                <a:cubicBezTo>
                  <a:pt x="1049321" y="73827"/>
                  <a:pt x="1027631" y="50626"/>
                  <a:pt x="1001823" y="50626"/>
                </a:cubicBezTo>
                <a:cubicBezTo>
                  <a:pt x="975145" y="50626"/>
                  <a:pt x="954107" y="74476"/>
                  <a:pt x="954107" y="102866"/>
                </a:cubicBezTo>
                <a:cubicBezTo>
                  <a:pt x="954107" y="131472"/>
                  <a:pt x="976228" y="152936"/>
                  <a:pt x="1001605" y="152936"/>
                </a:cubicBezTo>
                <a:cubicBezTo>
                  <a:pt x="1027631" y="152936"/>
                  <a:pt x="1049321" y="131039"/>
                  <a:pt x="1049321" y="102866"/>
                </a:cubicBezTo>
                <a:moveTo>
                  <a:pt x="1032403" y="100699"/>
                </a:moveTo>
                <a:cubicBezTo>
                  <a:pt x="1032403" y="126270"/>
                  <a:pt x="1017656" y="139055"/>
                  <a:pt x="1001605" y="139055"/>
                </a:cubicBezTo>
                <a:cubicBezTo>
                  <a:pt x="986639" y="139055"/>
                  <a:pt x="971022" y="126922"/>
                  <a:pt x="971022" y="100699"/>
                </a:cubicBezTo>
                <a:cubicBezTo>
                  <a:pt x="971022" y="74476"/>
                  <a:pt x="987506" y="63858"/>
                  <a:pt x="1001605" y="63858"/>
                </a:cubicBezTo>
                <a:cubicBezTo>
                  <a:pt x="1016789" y="63858"/>
                  <a:pt x="1032403" y="75128"/>
                  <a:pt x="1032403" y="100699"/>
                </a:cubicBezTo>
                <a:close/>
                <a:moveTo>
                  <a:pt x="1134127" y="122804"/>
                </a:moveTo>
                <a:cubicBezTo>
                  <a:pt x="1134127" y="110883"/>
                  <a:pt x="1126101" y="103515"/>
                  <a:pt x="1125668" y="102866"/>
                </a:cubicBezTo>
                <a:cubicBezTo>
                  <a:pt x="1117208" y="95281"/>
                  <a:pt x="1111351" y="93980"/>
                  <a:pt x="1100505" y="92030"/>
                </a:cubicBezTo>
                <a:cubicBezTo>
                  <a:pt x="1088578" y="89647"/>
                  <a:pt x="1078600" y="87480"/>
                  <a:pt x="1078600" y="76862"/>
                </a:cubicBezTo>
                <a:cubicBezTo>
                  <a:pt x="1078600" y="63424"/>
                  <a:pt x="1094217" y="63424"/>
                  <a:pt x="1097037" y="63424"/>
                </a:cubicBezTo>
                <a:cubicBezTo>
                  <a:pt x="1103977" y="63424"/>
                  <a:pt x="1115471" y="64292"/>
                  <a:pt x="1127835" y="71659"/>
                </a:cubicBezTo>
                <a:lnTo>
                  <a:pt x="1130437" y="57569"/>
                </a:lnTo>
                <a:cubicBezTo>
                  <a:pt x="1119161" y="52363"/>
                  <a:pt x="1110268" y="50626"/>
                  <a:pt x="1099205" y="50626"/>
                </a:cubicBezTo>
                <a:cubicBezTo>
                  <a:pt x="1093784" y="50626"/>
                  <a:pt x="1063201" y="50626"/>
                  <a:pt x="1063201" y="79030"/>
                </a:cubicBezTo>
                <a:cubicBezTo>
                  <a:pt x="1063201" y="89647"/>
                  <a:pt x="1069492" y="96581"/>
                  <a:pt x="1074913" y="100699"/>
                </a:cubicBezTo>
                <a:cubicBezTo>
                  <a:pt x="1081638" y="105468"/>
                  <a:pt x="1086410" y="106332"/>
                  <a:pt x="1098338" y="108718"/>
                </a:cubicBezTo>
                <a:cubicBezTo>
                  <a:pt x="1106145" y="110234"/>
                  <a:pt x="1118724" y="112835"/>
                  <a:pt x="1118724" y="124320"/>
                </a:cubicBezTo>
                <a:cubicBezTo>
                  <a:pt x="1118724" y="139273"/>
                  <a:pt x="1101591" y="139273"/>
                  <a:pt x="1098338" y="139273"/>
                </a:cubicBezTo>
                <a:cubicBezTo>
                  <a:pt x="1080771" y="139273"/>
                  <a:pt x="1068625" y="131254"/>
                  <a:pt x="1064720" y="128653"/>
                </a:cubicBezTo>
                <a:lnTo>
                  <a:pt x="1062119" y="143394"/>
                </a:lnTo>
                <a:cubicBezTo>
                  <a:pt x="1069059" y="146863"/>
                  <a:pt x="1080986" y="152936"/>
                  <a:pt x="1098556" y="152936"/>
                </a:cubicBezTo>
                <a:cubicBezTo>
                  <a:pt x="1102458" y="152936"/>
                  <a:pt x="1114389" y="152936"/>
                  <a:pt x="1123715" y="145996"/>
                </a:cubicBezTo>
                <a:cubicBezTo>
                  <a:pt x="1130437" y="140789"/>
                  <a:pt x="1134127" y="132121"/>
                  <a:pt x="1134127" y="122804"/>
                </a:cubicBezTo>
                <a:close/>
                <a:moveTo>
                  <a:pt x="1228904" y="103158"/>
                </a:moveTo>
                <a:cubicBezTo>
                  <a:pt x="1228904" y="95784"/>
                  <a:pt x="1228689" y="79500"/>
                  <a:pt x="1220230" y="66466"/>
                </a:cubicBezTo>
                <a:cubicBezTo>
                  <a:pt x="1211337" y="53012"/>
                  <a:pt x="1198106" y="50626"/>
                  <a:pt x="1190299" y="50626"/>
                </a:cubicBezTo>
                <a:cubicBezTo>
                  <a:pt x="1166226" y="50626"/>
                  <a:pt x="1146703" y="73635"/>
                  <a:pt x="1146703" y="101642"/>
                </a:cubicBezTo>
                <a:cubicBezTo>
                  <a:pt x="1146703" y="130192"/>
                  <a:pt x="1167526" y="152936"/>
                  <a:pt x="1193552" y="152936"/>
                </a:cubicBezTo>
                <a:cubicBezTo>
                  <a:pt x="1207217" y="152936"/>
                  <a:pt x="1219578" y="147733"/>
                  <a:pt x="1228037" y="141660"/>
                </a:cubicBezTo>
                <a:lnTo>
                  <a:pt x="1226737" y="127597"/>
                </a:lnTo>
                <a:cubicBezTo>
                  <a:pt x="1213072" y="138840"/>
                  <a:pt x="1198758" y="139707"/>
                  <a:pt x="1193771" y="139707"/>
                </a:cubicBezTo>
                <a:cubicBezTo>
                  <a:pt x="1176419" y="139707"/>
                  <a:pt x="1162536" y="124353"/>
                  <a:pt x="1161887" y="103158"/>
                </a:cubicBezTo>
                <a:lnTo>
                  <a:pt x="1228904" y="103158"/>
                </a:lnTo>
                <a:moveTo>
                  <a:pt x="1216543" y="91229"/>
                </a:moveTo>
                <a:lnTo>
                  <a:pt x="1162969" y="91229"/>
                </a:lnTo>
                <a:cubicBezTo>
                  <a:pt x="1166441" y="74720"/>
                  <a:pt x="1177935" y="63858"/>
                  <a:pt x="1190299" y="63858"/>
                </a:cubicBezTo>
                <a:cubicBezTo>
                  <a:pt x="1201578" y="63858"/>
                  <a:pt x="1213724" y="71245"/>
                  <a:pt x="1216543" y="91229"/>
                </a:cubicBezTo>
                <a:close/>
                <a:moveTo>
                  <a:pt x="1397429" y="103158"/>
                </a:moveTo>
                <a:cubicBezTo>
                  <a:pt x="1397429" y="95784"/>
                  <a:pt x="1397214" y="79500"/>
                  <a:pt x="1388755" y="66466"/>
                </a:cubicBezTo>
                <a:cubicBezTo>
                  <a:pt x="1379863" y="53012"/>
                  <a:pt x="1366631" y="50626"/>
                  <a:pt x="1358824" y="50626"/>
                </a:cubicBezTo>
                <a:cubicBezTo>
                  <a:pt x="1334751" y="50626"/>
                  <a:pt x="1315228" y="73635"/>
                  <a:pt x="1315228" y="101642"/>
                </a:cubicBezTo>
                <a:cubicBezTo>
                  <a:pt x="1315228" y="130192"/>
                  <a:pt x="1336051" y="152936"/>
                  <a:pt x="1362077" y="152936"/>
                </a:cubicBezTo>
                <a:cubicBezTo>
                  <a:pt x="1375742" y="152936"/>
                  <a:pt x="1388103" y="147733"/>
                  <a:pt x="1396562" y="141660"/>
                </a:cubicBezTo>
                <a:lnTo>
                  <a:pt x="1395262" y="127597"/>
                </a:lnTo>
                <a:cubicBezTo>
                  <a:pt x="1381597" y="138840"/>
                  <a:pt x="1367283" y="139707"/>
                  <a:pt x="1362296" y="139707"/>
                </a:cubicBezTo>
                <a:cubicBezTo>
                  <a:pt x="1344944" y="139707"/>
                  <a:pt x="1331061" y="124353"/>
                  <a:pt x="1330412" y="103158"/>
                </a:cubicBezTo>
                <a:lnTo>
                  <a:pt x="1397429" y="103158"/>
                </a:lnTo>
                <a:moveTo>
                  <a:pt x="1385068" y="91229"/>
                </a:moveTo>
                <a:lnTo>
                  <a:pt x="1331494" y="91229"/>
                </a:lnTo>
                <a:cubicBezTo>
                  <a:pt x="1334966" y="74720"/>
                  <a:pt x="1346460" y="63858"/>
                  <a:pt x="1358824" y="63858"/>
                </a:cubicBezTo>
                <a:cubicBezTo>
                  <a:pt x="1370103" y="63858"/>
                  <a:pt x="1382249" y="71245"/>
                  <a:pt x="1385068" y="91229"/>
                </a:cubicBezTo>
                <a:close/>
                <a:moveTo>
                  <a:pt x="1498286" y="150606"/>
                </a:moveTo>
                <a:lnTo>
                  <a:pt x="1498286" y="85957"/>
                </a:lnTo>
                <a:cubicBezTo>
                  <a:pt x="1498286" y="71639"/>
                  <a:pt x="1495033" y="51897"/>
                  <a:pt x="1468570" y="51897"/>
                </a:cubicBezTo>
                <a:cubicBezTo>
                  <a:pt x="1449051" y="51897"/>
                  <a:pt x="1438424" y="66648"/>
                  <a:pt x="1437123" y="68382"/>
                </a:cubicBezTo>
                <a:lnTo>
                  <a:pt x="1437123" y="52982"/>
                </a:lnTo>
                <a:lnTo>
                  <a:pt x="1421506" y="52982"/>
                </a:lnTo>
                <a:lnTo>
                  <a:pt x="1421506" y="150606"/>
                </a:lnTo>
                <a:lnTo>
                  <a:pt x="1438424" y="150606"/>
                </a:lnTo>
                <a:lnTo>
                  <a:pt x="1438424" y="97455"/>
                </a:lnTo>
                <a:cubicBezTo>
                  <a:pt x="1438424" y="83137"/>
                  <a:pt x="1443845" y="65129"/>
                  <a:pt x="1460329" y="65129"/>
                </a:cubicBezTo>
                <a:cubicBezTo>
                  <a:pt x="1481149" y="65129"/>
                  <a:pt x="1481368" y="80532"/>
                  <a:pt x="1481368" y="87476"/>
                </a:cubicBezTo>
                <a:lnTo>
                  <a:pt x="1481368" y="150606"/>
                </a:lnTo>
                <a:lnTo>
                  <a:pt x="1498286" y="150606"/>
                </a:lnTo>
                <a:close/>
                <a:moveTo>
                  <a:pt x="1610200" y="150636"/>
                </a:moveTo>
                <a:lnTo>
                  <a:pt x="1610200" y="0"/>
                </a:lnTo>
                <a:lnTo>
                  <a:pt x="1593934" y="0"/>
                </a:lnTo>
                <a:lnTo>
                  <a:pt x="1593934" y="63875"/>
                </a:lnTo>
                <a:cubicBezTo>
                  <a:pt x="1582440" y="54283"/>
                  <a:pt x="1570295" y="51897"/>
                  <a:pt x="1562269" y="51897"/>
                </a:cubicBezTo>
                <a:cubicBezTo>
                  <a:pt x="1540797" y="51897"/>
                  <a:pt x="1523879" y="74456"/>
                  <a:pt x="1523879" y="102430"/>
                </a:cubicBezTo>
                <a:cubicBezTo>
                  <a:pt x="1523879" y="130844"/>
                  <a:pt x="1540579" y="152936"/>
                  <a:pt x="1561183" y="152936"/>
                </a:cubicBezTo>
                <a:cubicBezTo>
                  <a:pt x="1568342" y="152936"/>
                  <a:pt x="1581136" y="150987"/>
                  <a:pt x="1593282" y="139273"/>
                </a:cubicBezTo>
                <a:lnTo>
                  <a:pt x="1593282" y="150553"/>
                </a:lnTo>
                <a:lnTo>
                  <a:pt x="1610200" y="150636"/>
                </a:lnTo>
                <a:moveTo>
                  <a:pt x="1593282" y="120431"/>
                </a:moveTo>
                <a:cubicBezTo>
                  <a:pt x="1593282" y="123466"/>
                  <a:pt x="1593067" y="127372"/>
                  <a:pt x="1586127" y="133660"/>
                </a:cubicBezTo>
                <a:cubicBezTo>
                  <a:pt x="1581136" y="137979"/>
                  <a:pt x="1575715" y="139707"/>
                  <a:pt x="1570076" y="139707"/>
                </a:cubicBezTo>
                <a:cubicBezTo>
                  <a:pt x="1556630" y="139707"/>
                  <a:pt x="1540797" y="129540"/>
                  <a:pt x="1540797" y="102648"/>
                </a:cubicBezTo>
                <a:cubicBezTo>
                  <a:pt x="1540797" y="74022"/>
                  <a:pt x="1559449" y="65129"/>
                  <a:pt x="1572244" y="65129"/>
                </a:cubicBezTo>
                <a:cubicBezTo>
                  <a:pt x="1582004" y="65175"/>
                  <a:pt x="1588513" y="70163"/>
                  <a:pt x="1593282" y="77104"/>
                </a:cubicBezTo>
                <a:lnTo>
                  <a:pt x="1593282" y="120431"/>
                </a:lnTo>
                <a:close/>
                <a:moveTo>
                  <a:pt x="1662038" y="150606"/>
                </a:moveTo>
                <a:lnTo>
                  <a:pt x="1662038" y="54227"/>
                </a:lnTo>
                <a:lnTo>
                  <a:pt x="1645772" y="54227"/>
                </a:lnTo>
                <a:lnTo>
                  <a:pt x="1645772" y="150606"/>
                </a:lnTo>
                <a:lnTo>
                  <a:pt x="1662038" y="150606"/>
                </a:lnTo>
                <a:moveTo>
                  <a:pt x="1663772" y="27779"/>
                </a:moveTo>
                <a:lnTo>
                  <a:pt x="1663772" y="8473"/>
                </a:lnTo>
                <a:lnTo>
                  <a:pt x="1644471" y="8473"/>
                </a:lnTo>
                <a:lnTo>
                  <a:pt x="1644471" y="27779"/>
                </a:lnTo>
                <a:lnTo>
                  <a:pt x="1663772" y="27779"/>
                </a:lnTo>
                <a:close/>
                <a:moveTo>
                  <a:pt x="1774390" y="150606"/>
                </a:moveTo>
                <a:lnTo>
                  <a:pt x="1774390" y="85957"/>
                </a:lnTo>
                <a:cubicBezTo>
                  <a:pt x="1774390" y="71639"/>
                  <a:pt x="1771136" y="51897"/>
                  <a:pt x="1744674" y="51897"/>
                </a:cubicBezTo>
                <a:cubicBezTo>
                  <a:pt x="1725154" y="51897"/>
                  <a:pt x="1714527" y="66648"/>
                  <a:pt x="1713227" y="68382"/>
                </a:cubicBezTo>
                <a:lnTo>
                  <a:pt x="1713227" y="52982"/>
                </a:lnTo>
                <a:lnTo>
                  <a:pt x="1697609" y="52982"/>
                </a:lnTo>
                <a:lnTo>
                  <a:pt x="1697609" y="150606"/>
                </a:lnTo>
                <a:lnTo>
                  <a:pt x="1714527" y="150606"/>
                </a:lnTo>
                <a:lnTo>
                  <a:pt x="1714527" y="97455"/>
                </a:lnTo>
                <a:cubicBezTo>
                  <a:pt x="1714527" y="83137"/>
                  <a:pt x="1719948" y="65129"/>
                  <a:pt x="1736433" y="65129"/>
                </a:cubicBezTo>
                <a:cubicBezTo>
                  <a:pt x="1757253" y="65129"/>
                  <a:pt x="1757471" y="80532"/>
                  <a:pt x="1757471" y="87476"/>
                </a:cubicBezTo>
                <a:lnTo>
                  <a:pt x="1757471" y="150606"/>
                </a:lnTo>
                <a:lnTo>
                  <a:pt x="1774390" y="150606"/>
                </a:lnTo>
                <a:close/>
                <a:moveTo>
                  <a:pt x="1897367" y="65562"/>
                </a:moveTo>
                <a:lnTo>
                  <a:pt x="1894981" y="51897"/>
                </a:lnTo>
                <a:cubicBezTo>
                  <a:pt x="1879797" y="51897"/>
                  <a:pt x="1867218" y="56021"/>
                  <a:pt x="1860711" y="58840"/>
                </a:cubicBezTo>
                <a:cubicBezTo>
                  <a:pt x="1856157" y="55153"/>
                  <a:pt x="1848780" y="51897"/>
                  <a:pt x="1840106" y="51897"/>
                </a:cubicBezTo>
                <a:cubicBezTo>
                  <a:pt x="1821454" y="51897"/>
                  <a:pt x="1805621" y="67515"/>
                  <a:pt x="1805621" y="87254"/>
                </a:cubicBezTo>
                <a:cubicBezTo>
                  <a:pt x="1805621" y="95281"/>
                  <a:pt x="1808441" y="103088"/>
                  <a:pt x="1812776" y="108728"/>
                </a:cubicBezTo>
                <a:cubicBezTo>
                  <a:pt x="1806488" y="117621"/>
                  <a:pt x="1806488" y="126081"/>
                  <a:pt x="1806488" y="127166"/>
                </a:cubicBezTo>
                <a:cubicBezTo>
                  <a:pt x="1806488" y="132803"/>
                  <a:pt x="1808441" y="139095"/>
                  <a:pt x="1812128" y="143649"/>
                </a:cubicBezTo>
                <a:cubicBezTo>
                  <a:pt x="1800849" y="150374"/>
                  <a:pt x="1798248" y="160360"/>
                  <a:pt x="1798248" y="166006"/>
                </a:cubicBezTo>
                <a:cubicBezTo>
                  <a:pt x="1798248" y="182287"/>
                  <a:pt x="1819720" y="195301"/>
                  <a:pt x="1846179" y="195301"/>
                </a:cubicBezTo>
                <a:cubicBezTo>
                  <a:pt x="1872857" y="195301"/>
                  <a:pt x="1894329" y="182505"/>
                  <a:pt x="1894329" y="165788"/>
                </a:cubicBezTo>
                <a:cubicBezTo>
                  <a:pt x="1894329" y="135626"/>
                  <a:pt x="1858107" y="135626"/>
                  <a:pt x="1849651" y="135626"/>
                </a:cubicBezTo>
                <a:lnTo>
                  <a:pt x="1830562" y="135626"/>
                </a:lnTo>
                <a:cubicBezTo>
                  <a:pt x="1827742" y="135626"/>
                  <a:pt x="1817982" y="135626"/>
                  <a:pt x="1817982" y="124161"/>
                </a:cubicBezTo>
                <a:cubicBezTo>
                  <a:pt x="1817982" y="121778"/>
                  <a:pt x="1818849" y="118310"/>
                  <a:pt x="1820368" y="116357"/>
                </a:cubicBezTo>
                <a:cubicBezTo>
                  <a:pt x="1824922" y="119610"/>
                  <a:pt x="1832081" y="122645"/>
                  <a:pt x="1840106" y="122645"/>
                </a:cubicBezTo>
                <a:cubicBezTo>
                  <a:pt x="1859626" y="122645"/>
                  <a:pt x="1874810" y="106597"/>
                  <a:pt x="1874810" y="87291"/>
                </a:cubicBezTo>
                <a:cubicBezTo>
                  <a:pt x="1874810" y="76878"/>
                  <a:pt x="1870037" y="68856"/>
                  <a:pt x="1867651" y="65599"/>
                </a:cubicBezTo>
                <a:lnTo>
                  <a:pt x="1868518" y="65817"/>
                </a:lnTo>
                <a:cubicBezTo>
                  <a:pt x="1873291" y="65817"/>
                  <a:pt x="1879363" y="64950"/>
                  <a:pt x="1884569" y="64950"/>
                </a:cubicBezTo>
                <a:cubicBezTo>
                  <a:pt x="1888475" y="64950"/>
                  <a:pt x="1897367" y="65599"/>
                  <a:pt x="1897367" y="65599"/>
                </a:cubicBezTo>
                <a:lnTo>
                  <a:pt x="1897367" y="65562"/>
                </a:lnTo>
                <a:moveTo>
                  <a:pt x="1859626" y="87291"/>
                </a:moveTo>
                <a:cubicBezTo>
                  <a:pt x="1859626" y="104210"/>
                  <a:pt x="1849432" y="110284"/>
                  <a:pt x="1840106" y="110284"/>
                </a:cubicBezTo>
                <a:cubicBezTo>
                  <a:pt x="1832081" y="110257"/>
                  <a:pt x="1820802" y="105266"/>
                  <a:pt x="1820802" y="87261"/>
                </a:cubicBezTo>
                <a:cubicBezTo>
                  <a:pt x="1820802" y="69253"/>
                  <a:pt x="1832081" y="64262"/>
                  <a:pt x="1840106" y="64262"/>
                </a:cubicBezTo>
                <a:cubicBezTo>
                  <a:pt x="1849432" y="64262"/>
                  <a:pt x="1859626" y="70338"/>
                  <a:pt x="1859626" y="87261"/>
                </a:cubicBezTo>
                <a:lnTo>
                  <a:pt x="1859626" y="87291"/>
                </a:lnTo>
                <a:moveTo>
                  <a:pt x="1879145" y="166231"/>
                </a:moveTo>
                <a:cubicBezTo>
                  <a:pt x="1879145" y="175780"/>
                  <a:pt x="1864180" y="182939"/>
                  <a:pt x="1846398" y="182939"/>
                </a:cubicBezTo>
                <a:cubicBezTo>
                  <a:pt x="1828827" y="182912"/>
                  <a:pt x="1813428" y="176187"/>
                  <a:pt x="1813428" y="165993"/>
                </a:cubicBezTo>
                <a:cubicBezTo>
                  <a:pt x="1813428" y="165341"/>
                  <a:pt x="1813428" y="151241"/>
                  <a:pt x="1830347" y="151241"/>
                </a:cubicBezTo>
                <a:lnTo>
                  <a:pt x="1849866" y="151241"/>
                </a:lnTo>
                <a:cubicBezTo>
                  <a:pt x="1854638" y="151241"/>
                  <a:pt x="1879145" y="151241"/>
                  <a:pt x="1879145" y="166208"/>
                </a:cubicBezTo>
                <a:lnTo>
                  <a:pt x="1879145" y="166231"/>
                </a:lnTo>
                <a:close/>
                <a:moveTo>
                  <a:pt x="2061553" y="150553"/>
                </a:moveTo>
                <a:lnTo>
                  <a:pt x="2061553" y="87913"/>
                </a:lnTo>
                <a:cubicBezTo>
                  <a:pt x="2061553" y="65807"/>
                  <a:pt x="2045720" y="50626"/>
                  <a:pt x="2025764" y="50626"/>
                </a:cubicBezTo>
                <a:cubicBezTo>
                  <a:pt x="2011666" y="50626"/>
                  <a:pt x="2001906" y="54098"/>
                  <a:pt x="1991713" y="59956"/>
                </a:cubicBezTo>
                <a:lnTo>
                  <a:pt x="1993013" y="74260"/>
                </a:lnTo>
                <a:cubicBezTo>
                  <a:pt x="2004292" y="66241"/>
                  <a:pt x="2015137" y="63424"/>
                  <a:pt x="2025764" y="63424"/>
                </a:cubicBezTo>
                <a:cubicBezTo>
                  <a:pt x="2035961" y="63424"/>
                  <a:pt x="2044635" y="72093"/>
                  <a:pt x="2044635" y="88132"/>
                </a:cubicBezTo>
                <a:lnTo>
                  <a:pt x="2044635" y="97452"/>
                </a:lnTo>
                <a:cubicBezTo>
                  <a:pt x="2012103" y="97885"/>
                  <a:pt x="1984554" y="106994"/>
                  <a:pt x="1984554" y="126058"/>
                </a:cubicBezTo>
                <a:cubicBezTo>
                  <a:pt x="1984554" y="135375"/>
                  <a:pt x="1990412" y="152936"/>
                  <a:pt x="2009283" y="152936"/>
                </a:cubicBezTo>
                <a:cubicBezTo>
                  <a:pt x="2012318" y="152936"/>
                  <a:pt x="2032704" y="152502"/>
                  <a:pt x="2045287" y="142742"/>
                </a:cubicBezTo>
                <a:lnTo>
                  <a:pt x="2045287" y="150553"/>
                </a:lnTo>
                <a:lnTo>
                  <a:pt x="2061553" y="150553"/>
                </a:lnTo>
                <a:moveTo>
                  <a:pt x="2044635" y="121944"/>
                </a:moveTo>
                <a:cubicBezTo>
                  <a:pt x="2044635" y="126058"/>
                  <a:pt x="2044635" y="131476"/>
                  <a:pt x="2037261" y="135590"/>
                </a:cubicBezTo>
                <a:cubicBezTo>
                  <a:pt x="2030970" y="139489"/>
                  <a:pt x="2022729" y="139707"/>
                  <a:pt x="2020343" y="139707"/>
                </a:cubicBezTo>
                <a:cubicBezTo>
                  <a:pt x="2009932" y="139707"/>
                  <a:pt x="2000172" y="134723"/>
                  <a:pt x="2000172" y="125627"/>
                </a:cubicBezTo>
                <a:cubicBezTo>
                  <a:pt x="2000172" y="110462"/>
                  <a:pt x="2035309" y="108946"/>
                  <a:pt x="2044635" y="108513"/>
                </a:cubicBezTo>
                <a:lnTo>
                  <a:pt x="2044635" y="121944"/>
                </a:lnTo>
                <a:close/>
                <a:moveTo>
                  <a:pt x="2149175" y="144695"/>
                </a:moveTo>
                <a:lnTo>
                  <a:pt x="2145707" y="131896"/>
                </a:lnTo>
                <a:cubicBezTo>
                  <a:pt x="2140067" y="136454"/>
                  <a:pt x="2133127" y="139055"/>
                  <a:pt x="2126187" y="139055"/>
                </a:cubicBezTo>
                <a:cubicBezTo>
                  <a:pt x="2118162" y="139055"/>
                  <a:pt x="2115124" y="132548"/>
                  <a:pt x="2115124" y="121047"/>
                </a:cubicBezTo>
                <a:lnTo>
                  <a:pt x="2115124" y="66810"/>
                </a:lnTo>
                <a:lnTo>
                  <a:pt x="2145707" y="66810"/>
                </a:lnTo>
                <a:lnTo>
                  <a:pt x="2145707" y="54227"/>
                </a:lnTo>
                <a:lnTo>
                  <a:pt x="2115124" y="54227"/>
                </a:lnTo>
                <a:lnTo>
                  <a:pt x="2115124" y="26690"/>
                </a:lnTo>
                <a:lnTo>
                  <a:pt x="2100158" y="26690"/>
                </a:lnTo>
                <a:lnTo>
                  <a:pt x="2100158" y="54227"/>
                </a:lnTo>
                <a:lnTo>
                  <a:pt x="2081291" y="54227"/>
                </a:lnTo>
                <a:lnTo>
                  <a:pt x="2081291" y="66810"/>
                </a:lnTo>
                <a:lnTo>
                  <a:pt x="2099510" y="66810"/>
                </a:lnTo>
                <a:lnTo>
                  <a:pt x="2099510" y="124737"/>
                </a:lnTo>
                <a:cubicBezTo>
                  <a:pt x="2099510" y="137754"/>
                  <a:pt x="2102544" y="152936"/>
                  <a:pt x="2117510" y="152936"/>
                </a:cubicBezTo>
                <a:cubicBezTo>
                  <a:pt x="2132694" y="152936"/>
                  <a:pt x="2143754" y="147515"/>
                  <a:pt x="2149175" y="144695"/>
                </a:cubicBezTo>
                <a:close/>
                <a:moveTo>
                  <a:pt x="2299698" y="144695"/>
                </a:moveTo>
                <a:lnTo>
                  <a:pt x="2296229" y="131896"/>
                </a:lnTo>
                <a:cubicBezTo>
                  <a:pt x="2290590" y="136454"/>
                  <a:pt x="2283650" y="139055"/>
                  <a:pt x="2276710" y="139055"/>
                </a:cubicBezTo>
                <a:cubicBezTo>
                  <a:pt x="2268684" y="139055"/>
                  <a:pt x="2265646" y="132548"/>
                  <a:pt x="2265646" y="121047"/>
                </a:cubicBezTo>
                <a:lnTo>
                  <a:pt x="2265646" y="66810"/>
                </a:lnTo>
                <a:lnTo>
                  <a:pt x="2296229" y="66810"/>
                </a:lnTo>
                <a:lnTo>
                  <a:pt x="2296229" y="54227"/>
                </a:lnTo>
                <a:lnTo>
                  <a:pt x="2265646" y="54227"/>
                </a:lnTo>
                <a:lnTo>
                  <a:pt x="2265646" y="26690"/>
                </a:lnTo>
                <a:lnTo>
                  <a:pt x="2250681" y="26690"/>
                </a:lnTo>
                <a:lnTo>
                  <a:pt x="2250681" y="54227"/>
                </a:lnTo>
                <a:lnTo>
                  <a:pt x="2231813" y="54227"/>
                </a:lnTo>
                <a:lnTo>
                  <a:pt x="2231813" y="66810"/>
                </a:lnTo>
                <a:lnTo>
                  <a:pt x="2250032" y="66810"/>
                </a:lnTo>
                <a:lnTo>
                  <a:pt x="2250032" y="124737"/>
                </a:lnTo>
                <a:cubicBezTo>
                  <a:pt x="2250032" y="137754"/>
                  <a:pt x="2253067" y="152936"/>
                  <a:pt x="2268032" y="152936"/>
                </a:cubicBezTo>
                <a:cubicBezTo>
                  <a:pt x="2283216" y="152936"/>
                  <a:pt x="2294277" y="147515"/>
                  <a:pt x="2299698" y="144695"/>
                </a:cubicBezTo>
                <a:close/>
                <a:moveTo>
                  <a:pt x="2400338" y="150606"/>
                </a:moveTo>
                <a:lnTo>
                  <a:pt x="2400338" y="85957"/>
                </a:lnTo>
                <a:cubicBezTo>
                  <a:pt x="2400338" y="71639"/>
                  <a:pt x="2397084" y="51897"/>
                  <a:pt x="2370622" y="51897"/>
                </a:cubicBezTo>
                <a:cubicBezTo>
                  <a:pt x="2357175" y="51897"/>
                  <a:pt x="2346763" y="58622"/>
                  <a:pt x="2339823" y="67515"/>
                </a:cubicBezTo>
                <a:lnTo>
                  <a:pt x="2339823" y="0"/>
                </a:lnTo>
                <a:lnTo>
                  <a:pt x="2323557" y="0"/>
                </a:lnTo>
                <a:lnTo>
                  <a:pt x="2323557" y="150606"/>
                </a:lnTo>
                <a:lnTo>
                  <a:pt x="2340475" y="150606"/>
                </a:lnTo>
                <a:lnTo>
                  <a:pt x="2340475" y="97455"/>
                </a:lnTo>
                <a:cubicBezTo>
                  <a:pt x="2340475" y="83137"/>
                  <a:pt x="2345896" y="65129"/>
                  <a:pt x="2362381" y="65129"/>
                </a:cubicBezTo>
                <a:cubicBezTo>
                  <a:pt x="2383201" y="65129"/>
                  <a:pt x="2383419" y="80532"/>
                  <a:pt x="2383419" y="87476"/>
                </a:cubicBezTo>
                <a:lnTo>
                  <a:pt x="2383419" y="150606"/>
                </a:lnTo>
                <a:lnTo>
                  <a:pt x="2400338" y="150606"/>
                </a:lnTo>
                <a:close/>
                <a:moveTo>
                  <a:pt x="2507914" y="103158"/>
                </a:moveTo>
                <a:cubicBezTo>
                  <a:pt x="2507914" y="95784"/>
                  <a:pt x="2507699" y="79500"/>
                  <a:pt x="2499240" y="66466"/>
                </a:cubicBezTo>
                <a:cubicBezTo>
                  <a:pt x="2490347" y="53012"/>
                  <a:pt x="2477116" y="50626"/>
                  <a:pt x="2469309" y="50626"/>
                </a:cubicBezTo>
                <a:cubicBezTo>
                  <a:pt x="2445235" y="50626"/>
                  <a:pt x="2425713" y="73635"/>
                  <a:pt x="2425713" y="101642"/>
                </a:cubicBezTo>
                <a:cubicBezTo>
                  <a:pt x="2425713" y="130192"/>
                  <a:pt x="2446536" y="152936"/>
                  <a:pt x="2472562" y="152936"/>
                </a:cubicBezTo>
                <a:cubicBezTo>
                  <a:pt x="2486227" y="152936"/>
                  <a:pt x="2498588" y="147733"/>
                  <a:pt x="2507047" y="141660"/>
                </a:cubicBezTo>
                <a:lnTo>
                  <a:pt x="2505746" y="127597"/>
                </a:lnTo>
                <a:cubicBezTo>
                  <a:pt x="2492081" y="138840"/>
                  <a:pt x="2477768" y="139707"/>
                  <a:pt x="2472780" y="139707"/>
                </a:cubicBezTo>
                <a:cubicBezTo>
                  <a:pt x="2455429" y="139707"/>
                  <a:pt x="2441545" y="124353"/>
                  <a:pt x="2440897" y="103158"/>
                </a:cubicBezTo>
                <a:lnTo>
                  <a:pt x="2507914" y="103158"/>
                </a:lnTo>
                <a:moveTo>
                  <a:pt x="2495553" y="91229"/>
                </a:moveTo>
                <a:lnTo>
                  <a:pt x="2441979" y="91229"/>
                </a:lnTo>
                <a:cubicBezTo>
                  <a:pt x="2445450" y="74720"/>
                  <a:pt x="2456944" y="63858"/>
                  <a:pt x="2469309" y="63858"/>
                </a:cubicBezTo>
                <a:cubicBezTo>
                  <a:pt x="2480587" y="63858"/>
                  <a:pt x="2492733" y="71245"/>
                  <a:pt x="2495553" y="91229"/>
                </a:cubicBezTo>
                <a:close/>
                <a:moveTo>
                  <a:pt x="2620481" y="150606"/>
                </a:moveTo>
                <a:lnTo>
                  <a:pt x="2620481" y="0"/>
                </a:lnTo>
                <a:lnTo>
                  <a:pt x="2604215" y="0"/>
                </a:lnTo>
                <a:lnTo>
                  <a:pt x="2604215" y="150606"/>
                </a:lnTo>
                <a:lnTo>
                  <a:pt x="2620481" y="150606"/>
                </a:lnTo>
                <a:close/>
                <a:moveTo>
                  <a:pt x="2727193" y="150553"/>
                </a:moveTo>
                <a:lnTo>
                  <a:pt x="2727193" y="87913"/>
                </a:lnTo>
                <a:cubicBezTo>
                  <a:pt x="2727193" y="65807"/>
                  <a:pt x="2711361" y="50626"/>
                  <a:pt x="2691405" y="50626"/>
                </a:cubicBezTo>
                <a:cubicBezTo>
                  <a:pt x="2677306" y="50626"/>
                  <a:pt x="2667546" y="54098"/>
                  <a:pt x="2657353" y="59956"/>
                </a:cubicBezTo>
                <a:lnTo>
                  <a:pt x="2658654" y="74260"/>
                </a:lnTo>
                <a:cubicBezTo>
                  <a:pt x="2669933" y="66241"/>
                  <a:pt x="2680778" y="63424"/>
                  <a:pt x="2691405" y="63424"/>
                </a:cubicBezTo>
                <a:cubicBezTo>
                  <a:pt x="2701601" y="63424"/>
                  <a:pt x="2710275" y="72093"/>
                  <a:pt x="2710275" y="88132"/>
                </a:cubicBezTo>
                <a:lnTo>
                  <a:pt x="2710275" y="97452"/>
                </a:lnTo>
                <a:cubicBezTo>
                  <a:pt x="2677743" y="97885"/>
                  <a:pt x="2650195" y="106994"/>
                  <a:pt x="2650195" y="126058"/>
                </a:cubicBezTo>
                <a:cubicBezTo>
                  <a:pt x="2650195" y="135375"/>
                  <a:pt x="2656053" y="152936"/>
                  <a:pt x="2674923" y="152936"/>
                </a:cubicBezTo>
                <a:cubicBezTo>
                  <a:pt x="2677958" y="152936"/>
                  <a:pt x="2698345" y="152502"/>
                  <a:pt x="2710927" y="142742"/>
                </a:cubicBezTo>
                <a:lnTo>
                  <a:pt x="2710927" y="150553"/>
                </a:lnTo>
                <a:lnTo>
                  <a:pt x="2727193" y="150553"/>
                </a:lnTo>
                <a:moveTo>
                  <a:pt x="2710275" y="121944"/>
                </a:moveTo>
                <a:cubicBezTo>
                  <a:pt x="2710275" y="126058"/>
                  <a:pt x="2710275" y="131476"/>
                  <a:pt x="2702902" y="135590"/>
                </a:cubicBezTo>
                <a:cubicBezTo>
                  <a:pt x="2696610" y="139489"/>
                  <a:pt x="2688370" y="139707"/>
                  <a:pt x="2685984" y="139707"/>
                </a:cubicBezTo>
                <a:cubicBezTo>
                  <a:pt x="2675572" y="139707"/>
                  <a:pt x="2665812" y="134723"/>
                  <a:pt x="2665812" y="125627"/>
                </a:cubicBezTo>
                <a:cubicBezTo>
                  <a:pt x="2665812" y="110462"/>
                  <a:pt x="2700949" y="108946"/>
                  <a:pt x="2710275" y="108513"/>
                </a:cubicBezTo>
                <a:lnTo>
                  <a:pt x="2710275" y="121944"/>
                </a:lnTo>
                <a:close/>
                <a:moveTo>
                  <a:pt x="2820891" y="122804"/>
                </a:moveTo>
                <a:cubicBezTo>
                  <a:pt x="2820891" y="110883"/>
                  <a:pt x="2812866" y="103515"/>
                  <a:pt x="2812432" y="102866"/>
                </a:cubicBezTo>
                <a:cubicBezTo>
                  <a:pt x="2803973" y="95281"/>
                  <a:pt x="2798115" y="93980"/>
                  <a:pt x="2787270" y="92030"/>
                </a:cubicBezTo>
                <a:cubicBezTo>
                  <a:pt x="2775343" y="89647"/>
                  <a:pt x="2765365" y="87480"/>
                  <a:pt x="2765365" y="76862"/>
                </a:cubicBezTo>
                <a:cubicBezTo>
                  <a:pt x="2765365" y="63424"/>
                  <a:pt x="2780982" y="63424"/>
                  <a:pt x="2783802" y="63424"/>
                </a:cubicBezTo>
                <a:cubicBezTo>
                  <a:pt x="2790742" y="63424"/>
                  <a:pt x="2802236" y="64292"/>
                  <a:pt x="2814600" y="71659"/>
                </a:cubicBezTo>
                <a:lnTo>
                  <a:pt x="2817201" y="57569"/>
                </a:lnTo>
                <a:cubicBezTo>
                  <a:pt x="2805926" y="52363"/>
                  <a:pt x="2797033" y="50626"/>
                  <a:pt x="2785970" y="50626"/>
                </a:cubicBezTo>
                <a:cubicBezTo>
                  <a:pt x="2780549" y="50626"/>
                  <a:pt x="2749966" y="50626"/>
                  <a:pt x="2749966" y="79030"/>
                </a:cubicBezTo>
                <a:cubicBezTo>
                  <a:pt x="2749966" y="89647"/>
                  <a:pt x="2756257" y="96581"/>
                  <a:pt x="2761678" y="100699"/>
                </a:cubicBezTo>
                <a:cubicBezTo>
                  <a:pt x="2768403" y="105468"/>
                  <a:pt x="2773175" y="106332"/>
                  <a:pt x="2785103" y="108718"/>
                </a:cubicBezTo>
                <a:cubicBezTo>
                  <a:pt x="2792910" y="110234"/>
                  <a:pt x="2805489" y="112835"/>
                  <a:pt x="2805489" y="124320"/>
                </a:cubicBezTo>
                <a:cubicBezTo>
                  <a:pt x="2805489" y="139273"/>
                  <a:pt x="2788356" y="139273"/>
                  <a:pt x="2785103" y="139273"/>
                </a:cubicBezTo>
                <a:cubicBezTo>
                  <a:pt x="2767536" y="139273"/>
                  <a:pt x="2755390" y="131254"/>
                  <a:pt x="2751485" y="128653"/>
                </a:cubicBezTo>
                <a:lnTo>
                  <a:pt x="2748883" y="143394"/>
                </a:lnTo>
                <a:cubicBezTo>
                  <a:pt x="2755823" y="146863"/>
                  <a:pt x="2767751" y="152936"/>
                  <a:pt x="2785321" y="152936"/>
                </a:cubicBezTo>
                <a:cubicBezTo>
                  <a:pt x="2789223" y="152936"/>
                  <a:pt x="2801154" y="152936"/>
                  <a:pt x="2810480" y="145996"/>
                </a:cubicBezTo>
                <a:cubicBezTo>
                  <a:pt x="2817201" y="140789"/>
                  <a:pt x="2820891" y="132121"/>
                  <a:pt x="2820891" y="122804"/>
                </a:cubicBezTo>
                <a:close/>
                <a:moveTo>
                  <a:pt x="2897884" y="144695"/>
                </a:moveTo>
                <a:lnTo>
                  <a:pt x="2894416" y="131896"/>
                </a:lnTo>
                <a:cubicBezTo>
                  <a:pt x="2888776" y="136454"/>
                  <a:pt x="2881836" y="139055"/>
                  <a:pt x="2874896" y="139055"/>
                </a:cubicBezTo>
                <a:cubicBezTo>
                  <a:pt x="2866871" y="139055"/>
                  <a:pt x="2863832" y="132548"/>
                  <a:pt x="2863832" y="121047"/>
                </a:cubicBezTo>
                <a:lnTo>
                  <a:pt x="2863832" y="66810"/>
                </a:lnTo>
                <a:lnTo>
                  <a:pt x="2894416" y="66810"/>
                </a:lnTo>
                <a:lnTo>
                  <a:pt x="2894416" y="54227"/>
                </a:lnTo>
                <a:lnTo>
                  <a:pt x="2863832" y="54227"/>
                </a:lnTo>
                <a:lnTo>
                  <a:pt x="2863832" y="26690"/>
                </a:lnTo>
                <a:lnTo>
                  <a:pt x="2848867" y="26690"/>
                </a:lnTo>
                <a:lnTo>
                  <a:pt x="2848867" y="54227"/>
                </a:lnTo>
                <a:lnTo>
                  <a:pt x="2829999" y="54227"/>
                </a:lnTo>
                <a:lnTo>
                  <a:pt x="2829999" y="66810"/>
                </a:lnTo>
                <a:lnTo>
                  <a:pt x="2848218" y="66810"/>
                </a:lnTo>
                <a:lnTo>
                  <a:pt x="2848218" y="124737"/>
                </a:lnTo>
                <a:cubicBezTo>
                  <a:pt x="2848218" y="137754"/>
                  <a:pt x="2851253" y="152936"/>
                  <a:pt x="2866219" y="152936"/>
                </a:cubicBezTo>
                <a:cubicBezTo>
                  <a:pt x="2881403" y="152936"/>
                  <a:pt x="2892463" y="147515"/>
                  <a:pt x="2897884" y="144695"/>
                </a:cubicBezTo>
                <a:close/>
                <a:moveTo>
                  <a:pt x="3066192" y="103158"/>
                </a:moveTo>
                <a:cubicBezTo>
                  <a:pt x="3066192" y="95784"/>
                  <a:pt x="3065977" y="79500"/>
                  <a:pt x="3057518" y="66466"/>
                </a:cubicBezTo>
                <a:cubicBezTo>
                  <a:pt x="3048625" y="53012"/>
                  <a:pt x="3035394" y="50626"/>
                  <a:pt x="3027587" y="50626"/>
                </a:cubicBezTo>
                <a:cubicBezTo>
                  <a:pt x="3003513" y="50626"/>
                  <a:pt x="2983991" y="73635"/>
                  <a:pt x="2983991" y="101642"/>
                </a:cubicBezTo>
                <a:cubicBezTo>
                  <a:pt x="2983991" y="130192"/>
                  <a:pt x="3004814" y="152936"/>
                  <a:pt x="3030840" y="152936"/>
                </a:cubicBezTo>
                <a:cubicBezTo>
                  <a:pt x="3044505" y="152936"/>
                  <a:pt x="3056866" y="147733"/>
                  <a:pt x="3065325" y="141660"/>
                </a:cubicBezTo>
                <a:lnTo>
                  <a:pt x="3064024" y="127597"/>
                </a:lnTo>
                <a:cubicBezTo>
                  <a:pt x="3050359" y="138840"/>
                  <a:pt x="3036046" y="139707"/>
                  <a:pt x="3031058" y="139707"/>
                </a:cubicBezTo>
                <a:cubicBezTo>
                  <a:pt x="3013707" y="139707"/>
                  <a:pt x="2999823" y="124353"/>
                  <a:pt x="2999175" y="103158"/>
                </a:cubicBezTo>
                <a:lnTo>
                  <a:pt x="3066192" y="103158"/>
                </a:lnTo>
                <a:moveTo>
                  <a:pt x="3053831" y="91229"/>
                </a:moveTo>
                <a:lnTo>
                  <a:pt x="3000257" y="91229"/>
                </a:lnTo>
                <a:cubicBezTo>
                  <a:pt x="3003728" y="74720"/>
                  <a:pt x="3015222" y="63858"/>
                  <a:pt x="3027587" y="63858"/>
                </a:cubicBezTo>
                <a:cubicBezTo>
                  <a:pt x="3038865" y="63858"/>
                  <a:pt x="3051011" y="71245"/>
                  <a:pt x="3053831" y="91229"/>
                </a:cubicBezTo>
                <a:close/>
                <a:moveTo>
                  <a:pt x="3106534" y="150606"/>
                </a:moveTo>
                <a:lnTo>
                  <a:pt x="3106534" y="0"/>
                </a:lnTo>
                <a:lnTo>
                  <a:pt x="3090267" y="0"/>
                </a:lnTo>
                <a:lnTo>
                  <a:pt x="3090267" y="150606"/>
                </a:lnTo>
                <a:lnTo>
                  <a:pt x="3106534" y="150606"/>
                </a:lnTo>
                <a:close/>
                <a:moveTo>
                  <a:pt x="3214328" y="103158"/>
                </a:moveTo>
                <a:cubicBezTo>
                  <a:pt x="3214328" y="95784"/>
                  <a:pt x="3214113" y="79500"/>
                  <a:pt x="3205654" y="66466"/>
                </a:cubicBezTo>
                <a:cubicBezTo>
                  <a:pt x="3196762" y="53012"/>
                  <a:pt x="3183530" y="50626"/>
                  <a:pt x="3175723" y="50626"/>
                </a:cubicBezTo>
                <a:cubicBezTo>
                  <a:pt x="3151650" y="50626"/>
                  <a:pt x="3132127" y="73635"/>
                  <a:pt x="3132127" y="101642"/>
                </a:cubicBezTo>
                <a:cubicBezTo>
                  <a:pt x="3132127" y="130192"/>
                  <a:pt x="3152951" y="152936"/>
                  <a:pt x="3178976" y="152936"/>
                </a:cubicBezTo>
                <a:cubicBezTo>
                  <a:pt x="3192641" y="152936"/>
                  <a:pt x="3205002" y="147733"/>
                  <a:pt x="3213461" y="141660"/>
                </a:cubicBezTo>
                <a:lnTo>
                  <a:pt x="3212161" y="127597"/>
                </a:lnTo>
                <a:cubicBezTo>
                  <a:pt x="3198496" y="138840"/>
                  <a:pt x="3184182" y="139707"/>
                  <a:pt x="3179195" y="139707"/>
                </a:cubicBezTo>
                <a:cubicBezTo>
                  <a:pt x="3161843" y="139707"/>
                  <a:pt x="3147960" y="124353"/>
                  <a:pt x="3147311" y="103158"/>
                </a:cubicBezTo>
                <a:lnTo>
                  <a:pt x="3214328" y="103158"/>
                </a:lnTo>
                <a:moveTo>
                  <a:pt x="3201967" y="91229"/>
                </a:moveTo>
                <a:lnTo>
                  <a:pt x="3148393" y="91229"/>
                </a:lnTo>
                <a:cubicBezTo>
                  <a:pt x="3151865" y="74720"/>
                  <a:pt x="3163359" y="63858"/>
                  <a:pt x="3175723" y="63858"/>
                </a:cubicBezTo>
                <a:cubicBezTo>
                  <a:pt x="3187002" y="63858"/>
                  <a:pt x="3199148" y="71245"/>
                  <a:pt x="3201967" y="91229"/>
                </a:cubicBezTo>
                <a:close/>
                <a:moveTo>
                  <a:pt x="3375481" y="150606"/>
                </a:moveTo>
                <a:lnTo>
                  <a:pt x="3375481" y="85957"/>
                </a:lnTo>
                <a:cubicBezTo>
                  <a:pt x="3375481" y="71421"/>
                  <a:pt x="3372009" y="51897"/>
                  <a:pt x="3345765" y="51897"/>
                </a:cubicBezTo>
                <a:cubicBezTo>
                  <a:pt x="3332752" y="51897"/>
                  <a:pt x="3321473" y="57973"/>
                  <a:pt x="3313448" y="69686"/>
                </a:cubicBezTo>
                <a:cubicBezTo>
                  <a:pt x="3307808" y="53201"/>
                  <a:pt x="3292628" y="51897"/>
                  <a:pt x="3285688" y="51897"/>
                </a:cubicBezTo>
                <a:cubicBezTo>
                  <a:pt x="3270070" y="51897"/>
                  <a:pt x="3259877" y="60790"/>
                  <a:pt x="3254023" y="68601"/>
                </a:cubicBezTo>
                <a:lnTo>
                  <a:pt x="3254023" y="52982"/>
                </a:lnTo>
                <a:lnTo>
                  <a:pt x="3238405" y="52982"/>
                </a:lnTo>
                <a:lnTo>
                  <a:pt x="3238405" y="150606"/>
                </a:lnTo>
                <a:lnTo>
                  <a:pt x="3255323" y="150606"/>
                </a:lnTo>
                <a:lnTo>
                  <a:pt x="3255323" y="97455"/>
                </a:lnTo>
                <a:cubicBezTo>
                  <a:pt x="3255323" y="82704"/>
                  <a:pt x="3261178" y="65129"/>
                  <a:pt x="3277229" y="65129"/>
                </a:cubicBezTo>
                <a:cubicBezTo>
                  <a:pt x="3297400" y="65129"/>
                  <a:pt x="3298482" y="79232"/>
                  <a:pt x="3298482" y="87476"/>
                </a:cubicBezTo>
                <a:lnTo>
                  <a:pt x="3298482" y="150606"/>
                </a:lnTo>
                <a:lnTo>
                  <a:pt x="3315400" y="150606"/>
                </a:lnTo>
                <a:lnTo>
                  <a:pt x="3315400" y="97455"/>
                </a:lnTo>
                <a:cubicBezTo>
                  <a:pt x="3315400" y="82704"/>
                  <a:pt x="3321258" y="65129"/>
                  <a:pt x="3337306" y="65129"/>
                </a:cubicBezTo>
                <a:cubicBezTo>
                  <a:pt x="3357477" y="65129"/>
                  <a:pt x="3358563" y="79232"/>
                  <a:pt x="3358563" y="87476"/>
                </a:cubicBezTo>
                <a:lnTo>
                  <a:pt x="3358563" y="150606"/>
                </a:lnTo>
                <a:lnTo>
                  <a:pt x="3375481" y="150606"/>
                </a:lnTo>
                <a:close/>
                <a:moveTo>
                  <a:pt x="3482839" y="103158"/>
                </a:moveTo>
                <a:cubicBezTo>
                  <a:pt x="3482839" y="95784"/>
                  <a:pt x="3482624" y="79500"/>
                  <a:pt x="3474165" y="66466"/>
                </a:cubicBezTo>
                <a:cubicBezTo>
                  <a:pt x="3465272" y="53012"/>
                  <a:pt x="3452041" y="50626"/>
                  <a:pt x="3444234" y="50626"/>
                </a:cubicBezTo>
                <a:cubicBezTo>
                  <a:pt x="3420161" y="50626"/>
                  <a:pt x="3400638" y="73635"/>
                  <a:pt x="3400638" y="101642"/>
                </a:cubicBezTo>
                <a:cubicBezTo>
                  <a:pt x="3400638" y="130192"/>
                  <a:pt x="3421461" y="152936"/>
                  <a:pt x="3447487" y="152936"/>
                </a:cubicBezTo>
                <a:cubicBezTo>
                  <a:pt x="3461152" y="152936"/>
                  <a:pt x="3473513" y="147733"/>
                  <a:pt x="3481972" y="141660"/>
                </a:cubicBezTo>
                <a:lnTo>
                  <a:pt x="3480671" y="127597"/>
                </a:lnTo>
                <a:cubicBezTo>
                  <a:pt x="3467006" y="138840"/>
                  <a:pt x="3452693" y="139707"/>
                  <a:pt x="3447706" y="139707"/>
                </a:cubicBezTo>
                <a:cubicBezTo>
                  <a:pt x="3430354" y="139707"/>
                  <a:pt x="3416470" y="124353"/>
                  <a:pt x="3415822" y="103158"/>
                </a:cubicBezTo>
                <a:lnTo>
                  <a:pt x="3482839" y="103158"/>
                </a:lnTo>
                <a:moveTo>
                  <a:pt x="3470478" y="91229"/>
                </a:moveTo>
                <a:lnTo>
                  <a:pt x="3416904" y="91229"/>
                </a:lnTo>
                <a:cubicBezTo>
                  <a:pt x="3420376" y="74720"/>
                  <a:pt x="3431870" y="63858"/>
                  <a:pt x="3444234" y="63858"/>
                </a:cubicBezTo>
                <a:cubicBezTo>
                  <a:pt x="3455513" y="63858"/>
                  <a:pt x="3467658" y="71245"/>
                  <a:pt x="3470478" y="91229"/>
                </a:cubicBezTo>
                <a:close/>
                <a:moveTo>
                  <a:pt x="3583697" y="150606"/>
                </a:moveTo>
                <a:lnTo>
                  <a:pt x="3583697" y="85957"/>
                </a:lnTo>
                <a:cubicBezTo>
                  <a:pt x="3583697" y="71639"/>
                  <a:pt x="3580444" y="51897"/>
                  <a:pt x="3553981" y="51897"/>
                </a:cubicBezTo>
                <a:cubicBezTo>
                  <a:pt x="3534462" y="51897"/>
                  <a:pt x="3523835" y="66648"/>
                  <a:pt x="3522534" y="68382"/>
                </a:cubicBezTo>
                <a:lnTo>
                  <a:pt x="3522534" y="52982"/>
                </a:lnTo>
                <a:lnTo>
                  <a:pt x="3506917" y="52982"/>
                </a:lnTo>
                <a:lnTo>
                  <a:pt x="3506917" y="150606"/>
                </a:lnTo>
                <a:lnTo>
                  <a:pt x="3523835" y="150606"/>
                </a:lnTo>
                <a:lnTo>
                  <a:pt x="3523835" y="97455"/>
                </a:lnTo>
                <a:cubicBezTo>
                  <a:pt x="3523835" y="83137"/>
                  <a:pt x="3529256" y="65129"/>
                  <a:pt x="3545740" y="65129"/>
                </a:cubicBezTo>
                <a:cubicBezTo>
                  <a:pt x="3566560" y="65129"/>
                  <a:pt x="3566779" y="80532"/>
                  <a:pt x="3566779" y="87476"/>
                </a:cubicBezTo>
                <a:lnTo>
                  <a:pt x="3566779" y="150606"/>
                </a:lnTo>
                <a:lnTo>
                  <a:pt x="3583697" y="150606"/>
                </a:lnTo>
                <a:close/>
                <a:moveTo>
                  <a:pt x="3673487" y="144695"/>
                </a:moveTo>
                <a:lnTo>
                  <a:pt x="3670019" y="131896"/>
                </a:lnTo>
                <a:cubicBezTo>
                  <a:pt x="3664380" y="136454"/>
                  <a:pt x="3657440" y="139055"/>
                  <a:pt x="3650500" y="139055"/>
                </a:cubicBezTo>
                <a:cubicBezTo>
                  <a:pt x="3642474" y="139055"/>
                  <a:pt x="3639436" y="132548"/>
                  <a:pt x="3639436" y="121047"/>
                </a:cubicBezTo>
                <a:lnTo>
                  <a:pt x="3639436" y="66810"/>
                </a:lnTo>
                <a:lnTo>
                  <a:pt x="3670019" y="66810"/>
                </a:lnTo>
                <a:lnTo>
                  <a:pt x="3670019" y="54227"/>
                </a:lnTo>
                <a:lnTo>
                  <a:pt x="3639436" y="54227"/>
                </a:lnTo>
                <a:lnTo>
                  <a:pt x="3639436" y="26690"/>
                </a:lnTo>
                <a:lnTo>
                  <a:pt x="3624470" y="26690"/>
                </a:lnTo>
                <a:lnTo>
                  <a:pt x="3624470" y="54227"/>
                </a:lnTo>
                <a:lnTo>
                  <a:pt x="3605603" y="54227"/>
                </a:lnTo>
                <a:lnTo>
                  <a:pt x="3605603" y="66810"/>
                </a:lnTo>
                <a:lnTo>
                  <a:pt x="3623822" y="66810"/>
                </a:lnTo>
                <a:lnTo>
                  <a:pt x="3623822" y="124737"/>
                </a:lnTo>
                <a:cubicBezTo>
                  <a:pt x="3623822" y="137754"/>
                  <a:pt x="3626857" y="152936"/>
                  <a:pt x="3641822" y="152936"/>
                </a:cubicBezTo>
                <a:cubicBezTo>
                  <a:pt x="3657006" y="152936"/>
                  <a:pt x="3668066" y="147515"/>
                  <a:pt x="3673487" y="144695"/>
                </a:cubicBezTo>
                <a:close/>
                <a:moveTo>
                  <a:pt x="3718818" y="150606"/>
                </a:moveTo>
                <a:lnTo>
                  <a:pt x="3718818" y="132604"/>
                </a:lnTo>
                <a:lnTo>
                  <a:pt x="3700818" y="132604"/>
                </a:lnTo>
                <a:lnTo>
                  <a:pt x="3700818" y="150606"/>
                </a:lnTo>
                <a:lnTo>
                  <a:pt x="3718818" y="1506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868C76-5468-433C-A8BB-87C90318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7868" y="5189337"/>
            <a:ext cx="10" cy="296752"/>
          </a:xfrm>
          <a:custGeom xmlns:a="http://schemas.openxmlformats.org/drawingml/2006/main">
            <a:pathLst>
              <a:path w="1" h="296752" fill="none">
                <a:moveTo>
                  <a:pt x="0" y="29675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94" cap="flat">
            <a:solidFill>
              <a:srgbClr val="000000"/>
            </a:solidFill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75BD07-4FD1-4763-8D31-17D670A1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6415" y="5424608"/>
            <a:ext cx="122929" cy="61481"/>
          </a:xfrm>
          <a:custGeom xmlns:a="http://schemas.openxmlformats.org/drawingml/2006/main">
            <a:pathLst>
              <a:path w="122929" h="61481" fill="none">
                <a:moveTo>
                  <a:pt x="0" y="0"/>
                </a:moveTo>
                <a:lnTo>
                  <a:pt x="61452" y="61481"/>
                </a:lnTo>
                <a:lnTo>
                  <a:pt x="1229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94" cap="flat">
            <a:solidFill>
              <a:srgbClr val="000000"/>
            </a:solidFill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D8191F-2038-4D3C-B82A-98F237F7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100" y="683369"/>
            <a:ext cx="204938" cy="10"/>
          </a:xfrm>
          <a:custGeom xmlns:a="http://schemas.openxmlformats.org/drawingml/2006/main">
            <a:pathLst>
              <a:path w="204938" h="1" fill="none">
                <a:moveTo>
                  <a:pt x="0" y="0"/>
                </a:moveTo>
                <a:lnTo>
                  <a:pt x="204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94" cap="flat">
            <a:solidFill>
              <a:srgbClr val="000000"/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F660B3-3705-4206-8FEC-2F60710F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617" y="580941"/>
            <a:ext cx="10" cy="204928"/>
          </a:xfrm>
          <a:custGeom xmlns:a="http://schemas.openxmlformats.org/drawingml/2006/main">
            <a:pathLst>
              <a:path w="1" h="204928" fill="none">
                <a:moveTo>
                  <a:pt x="0" y="2049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94" cap="flat">
            <a:solidFill>
              <a:srgbClr val="000000"/>
            </a:solidFill>
            <a:miter/>
          </a:ln>
        </p:spPr>
      </p:sp>
      <p:sp>
        <p:nvSpPr>
          <p:cNvPr id="92" name="Text wrongindentation">
            <a:extLst xmlns:a="http://schemas.openxmlformats.org/drawingml/2006/main">
              <a:ext uri="{FF2B5EF4-FFF2-40B4-BE49-F238E27FC236}">
                <a16:creationId xmlns:a16="http://schemas.microsoft.com/office/drawing/2014/main" id="{AA4C5D34-7FF8-4FBF-A586-1F61A4E4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3676" y="4781046"/>
            <a:ext cx="1582636" cy="173551"/>
          </a:xfrm>
          <a:custGeom xmlns:a="http://schemas.openxmlformats.org/drawingml/2006/main">
            <a:pathLst>
              <a:path w="1582636" h="173551">
                <a:moveTo>
                  <a:pt x="640191" y="11229"/>
                </a:moveTo>
                <a:lnTo>
                  <a:pt x="640128" y="10570"/>
                </a:lnTo>
                <a:lnTo>
                  <a:pt x="640042" y="9943"/>
                </a:lnTo>
                <a:lnTo>
                  <a:pt x="639930" y="9349"/>
                </a:lnTo>
                <a:lnTo>
                  <a:pt x="639791" y="8787"/>
                </a:lnTo>
                <a:lnTo>
                  <a:pt x="639622" y="8256"/>
                </a:lnTo>
                <a:lnTo>
                  <a:pt x="639421" y="7758"/>
                </a:lnTo>
                <a:lnTo>
                  <a:pt x="639186" y="7292"/>
                </a:lnTo>
                <a:lnTo>
                  <a:pt x="638913" y="6858"/>
                </a:lnTo>
                <a:lnTo>
                  <a:pt x="638602" y="6457"/>
                </a:lnTo>
                <a:lnTo>
                  <a:pt x="638250" y="6087"/>
                </a:lnTo>
                <a:lnTo>
                  <a:pt x="637855" y="5749"/>
                </a:lnTo>
                <a:lnTo>
                  <a:pt x="637413" y="5444"/>
                </a:lnTo>
                <a:lnTo>
                  <a:pt x="636924" y="5171"/>
                </a:lnTo>
                <a:lnTo>
                  <a:pt x="636385" y="4930"/>
                </a:lnTo>
                <a:lnTo>
                  <a:pt x="635793" y="4721"/>
                </a:lnTo>
                <a:lnTo>
                  <a:pt x="635146" y="4544"/>
                </a:lnTo>
                <a:lnTo>
                  <a:pt x="634442" y="4399"/>
                </a:lnTo>
                <a:lnTo>
                  <a:pt x="633679" y="4287"/>
                </a:lnTo>
                <a:lnTo>
                  <a:pt x="632855" y="4207"/>
                </a:lnTo>
                <a:lnTo>
                  <a:pt x="631967" y="4158"/>
                </a:lnTo>
                <a:lnTo>
                  <a:pt x="631012" y="4142"/>
                </a:lnTo>
                <a:lnTo>
                  <a:pt x="621178" y="4142"/>
                </a:lnTo>
                <a:lnTo>
                  <a:pt x="620290" y="4156"/>
                </a:lnTo>
                <a:lnTo>
                  <a:pt x="619457" y="4196"/>
                </a:lnTo>
                <a:lnTo>
                  <a:pt x="618677" y="4263"/>
                </a:lnTo>
                <a:lnTo>
                  <a:pt x="617949" y="4359"/>
                </a:lnTo>
                <a:lnTo>
                  <a:pt x="617271" y="4484"/>
                </a:lnTo>
                <a:lnTo>
                  <a:pt x="616642" y="4639"/>
                </a:lnTo>
                <a:lnTo>
                  <a:pt x="616059" y="4825"/>
                </a:lnTo>
                <a:lnTo>
                  <a:pt x="615523" y="5042"/>
                </a:lnTo>
                <a:lnTo>
                  <a:pt x="615031" y="5291"/>
                </a:lnTo>
                <a:lnTo>
                  <a:pt x="614581" y="5573"/>
                </a:lnTo>
                <a:lnTo>
                  <a:pt x="614172" y="5889"/>
                </a:lnTo>
                <a:lnTo>
                  <a:pt x="613804" y="6239"/>
                </a:lnTo>
                <a:lnTo>
                  <a:pt x="613473" y="6624"/>
                </a:lnTo>
                <a:lnTo>
                  <a:pt x="613179" y="7046"/>
                </a:lnTo>
                <a:lnTo>
                  <a:pt x="612920" y="7503"/>
                </a:lnTo>
                <a:lnTo>
                  <a:pt x="612695" y="7999"/>
                </a:lnTo>
                <a:lnTo>
                  <a:pt x="612502" y="8532"/>
                </a:lnTo>
                <a:lnTo>
                  <a:pt x="612339" y="9104"/>
                </a:lnTo>
                <a:lnTo>
                  <a:pt x="612206" y="9716"/>
                </a:lnTo>
                <a:lnTo>
                  <a:pt x="612100" y="10369"/>
                </a:lnTo>
                <a:lnTo>
                  <a:pt x="612020" y="11062"/>
                </a:lnTo>
                <a:lnTo>
                  <a:pt x="611965" y="11798"/>
                </a:lnTo>
                <a:lnTo>
                  <a:pt x="611933" y="12576"/>
                </a:lnTo>
                <a:lnTo>
                  <a:pt x="611923" y="13398"/>
                </a:lnTo>
                <a:lnTo>
                  <a:pt x="611923" y="17061"/>
                </a:lnTo>
                <a:lnTo>
                  <a:pt x="611929" y="17750"/>
                </a:lnTo>
                <a:lnTo>
                  <a:pt x="611947" y="18418"/>
                </a:lnTo>
                <a:lnTo>
                  <a:pt x="611981" y="19064"/>
                </a:lnTo>
                <a:lnTo>
                  <a:pt x="612033" y="19688"/>
                </a:lnTo>
                <a:lnTo>
                  <a:pt x="612106" y="20289"/>
                </a:lnTo>
                <a:lnTo>
                  <a:pt x="612203" y="20866"/>
                </a:lnTo>
                <a:lnTo>
                  <a:pt x="612327" y="21419"/>
                </a:lnTo>
                <a:lnTo>
                  <a:pt x="612480" y="21946"/>
                </a:lnTo>
                <a:lnTo>
                  <a:pt x="612665" y="22447"/>
                </a:lnTo>
                <a:lnTo>
                  <a:pt x="612886" y="22921"/>
                </a:lnTo>
                <a:lnTo>
                  <a:pt x="613143" y="23367"/>
                </a:lnTo>
                <a:lnTo>
                  <a:pt x="613442" y="23786"/>
                </a:lnTo>
                <a:lnTo>
                  <a:pt x="613783" y="24175"/>
                </a:lnTo>
                <a:lnTo>
                  <a:pt x="614170" y="24534"/>
                </a:lnTo>
                <a:lnTo>
                  <a:pt x="614607" y="24862"/>
                </a:lnTo>
                <a:lnTo>
                  <a:pt x="615094" y="25159"/>
                </a:lnTo>
                <a:lnTo>
                  <a:pt x="615636" y="25424"/>
                </a:lnTo>
                <a:lnTo>
                  <a:pt x="616234" y="25656"/>
                </a:lnTo>
                <a:lnTo>
                  <a:pt x="616893" y="25855"/>
                </a:lnTo>
                <a:lnTo>
                  <a:pt x="617614" y="26019"/>
                </a:lnTo>
                <a:lnTo>
                  <a:pt x="618400" y="26148"/>
                </a:lnTo>
                <a:lnTo>
                  <a:pt x="619254" y="26241"/>
                </a:lnTo>
                <a:lnTo>
                  <a:pt x="620179" y="26297"/>
                </a:lnTo>
                <a:lnTo>
                  <a:pt x="621178" y="26316"/>
                </a:lnTo>
                <a:lnTo>
                  <a:pt x="631012" y="26316"/>
                </a:lnTo>
                <a:lnTo>
                  <a:pt x="631988" y="26298"/>
                </a:lnTo>
                <a:lnTo>
                  <a:pt x="632895" y="26245"/>
                </a:lnTo>
                <a:lnTo>
                  <a:pt x="633734" y="26156"/>
                </a:lnTo>
                <a:lnTo>
                  <a:pt x="634509" y="26032"/>
                </a:lnTo>
                <a:lnTo>
                  <a:pt x="635221" y="25875"/>
                </a:lnTo>
                <a:lnTo>
                  <a:pt x="635873" y="25684"/>
                </a:lnTo>
                <a:lnTo>
                  <a:pt x="636468" y="25459"/>
                </a:lnTo>
                <a:lnTo>
                  <a:pt x="637009" y="25203"/>
                </a:lnTo>
                <a:lnTo>
                  <a:pt x="637497" y="24913"/>
                </a:lnTo>
                <a:lnTo>
                  <a:pt x="637936" y="24593"/>
                </a:lnTo>
                <a:lnTo>
                  <a:pt x="638327" y="24241"/>
                </a:lnTo>
                <a:lnTo>
                  <a:pt x="638674" y="23858"/>
                </a:lnTo>
                <a:lnTo>
                  <a:pt x="638979" y="23446"/>
                </a:lnTo>
                <a:lnTo>
                  <a:pt x="639244" y="23004"/>
                </a:lnTo>
                <a:lnTo>
                  <a:pt x="639471" y="22532"/>
                </a:lnTo>
                <a:lnTo>
                  <a:pt x="639665" y="22032"/>
                </a:lnTo>
                <a:lnTo>
                  <a:pt x="639826" y="21504"/>
                </a:lnTo>
                <a:lnTo>
                  <a:pt x="639957" y="20948"/>
                </a:lnTo>
                <a:lnTo>
                  <a:pt x="640061" y="20365"/>
                </a:lnTo>
                <a:lnTo>
                  <a:pt x="640141" y="19756"/>
                </a:lnTo>
                <a:lnTo>
                  <a:pt x="640199" y="19120"/>
                </a:lnTo>
                <a:lnTo>
                  <a:pt x="640237" y="18458"/>
                </a:lnTo>
                <a:lnTo>
                  <a:pt x="640258" y="17772"/>
                </a:lnTo>
                <a:lnTo>
                  <a:pt x="640264" y="17061"/>
                </a:lnTo>
                <a:lnTo>
                  <a:pt x="640264" y="13398"/>
                </a:lnTo>
                <a:lnTo>
                  <a:pt x="640257" y="12643"/>
                </a:lnTo>
                <a:lnTo>
                  <a:pt x="640233" y="11920"/>
                </a:lnTo>
                <a:lnTo>
                  <a:pt x="640191" y="11229"/>
                </a:lnTo>
                <a:close/>
                <a:moveTo>
                  <a:pt x="855155" y="7105"/>
                </a:moveTo>
                <a:lnTo>
                  <a:pt x="855092" y="6444"/>
                </a:lnTo>
                <a:lnTo>
                  <a:pt x="855006" y="5816"/>
                </a:lnTo>
                <a:lnTo>
                  <a:pt x="854894" y="5220"/>
                </a:lnTo>
                <a:lnTo>
                  <a:pt x="854755" y="4656"/>
                </a:lnTo>
                <a:lnTo>
                  <a:pt x="854586" y="4125"/>
                </a:lnTo>
                <a:lnTo>
                  <a:pt x="854384" y="3625"/>
                </a:lnTo>
                <a:lnTo>
                  <a:pt x="854149" y="3158"/>
                </a:lnTo>
                <a:lnTo>
                  <a:pt x="853877" y="2723"/>
                </a:lnTo>
                <a:lnTo>
                  <a:pt x="853565" y="2320"/>
                </a:lnTo>
                <a:lnTo>
                  <a:pt x="853213" y="1950"/>
                </a:lnTo>
                <a:lnTo>
                  <a:pt x="852817" y="1612"/>
                </a:lnTo>
                <a:lnTo>
                  <a:pt x="852376" y="1305"/>
                </a:lnTo>
                <a:lnTo>
                  <a:pt x="851886" y="1031"/>
                </a:lnTo>
                <a:lnTo>
                  <a:pt x="851347" y="790"/>
                </a:lnTo>
                <a:lnTo>
                  <a:pt x="850755" y="580"/>
                </a:lnTo>
                <a:lnTo>
                  <a:pt x="850108" y="403"/>
                </a:lnTo>
                <a:lnTo>
                  <a:pt x="849404" y="258"/>
                </a:lnTo>
                <a:lnTo>
                  <a:pt x="848641" y="145"/>
                </a:lnTo>
                <a:lnTo>
                  <a:pt x="847816" y="64"/>
                </a:lnTo>
                <a:lnTo>
                  <a:pt x="846928" y="16"/>
                </a:lnTo>
                <a:lnTo>
                  <a:pt x="845974" y="0"/>
                </a:lnTo>
                <a:lnTo>
                  <a:pt x="838840" y="0"/>
                </a:lnTo>
                <a:lnTo>
                  <a:pt x="837952" y="13"/>
                </a:lnTo>
                <a:lnTo>
                  <a:pt x="837119" y="53"/>
                </a:lnTo>
                <a:lnTo>
                  <a:pt x="836339" y="121"/>
                </a:lnTo>
                <a:lnTo>
                  <a:pt x="835611" y="218"/>
                </a:lnTo>
                <a:lnTo>
                  <a:pt x="834933" y="343"/>
                </a:lnTo>
                <a:lnTo>
                  <a:pt x="834304" y="499"/>
                </a:lnTo>
                <a:lnTo>
                  <a:pt x="833722" y="685"/>
                </a:lnTo>
                <a:lnTo>
                  <a:pt x="833186" y="903"/>
                </a:lnTo>
                <a:lnTo>
                  <a:pt x="832694" y="1153"/>
                </a:lnTo>
                <a:lnTo>
                  <a:pt x="832244" y="1435"/>
                </a:lnTo>
                <a:lnTo>
                  <a:pt x="831836" y="1752"/>
                </a:lnTo>
                <a:lnTo>
                  <a:pt x="831467" y="2103"/>
                </a:lnTo>
                <a:lnTo>
                  <a:pt x="831137" y="2489"/>
                </a:lnTo>
                <a:lnTo>
                  <a:pt x="830843" y="2912"/>
                </a:lnTo>
                <a:lnTo>
                  <a:pt x="830584" y="3371"/>
                </a:lnTo>
                <a:lnTo>
                  <a:pt x="830359" y="3867"/>
                </a:lnTo>
                <a:lnTo>
                  <a:pt x="830166" y="4402"/>
                </a:lnTo>
                <a:lnTo>
                  <a:pt x="830004" y="4976"/>
                </a:lnTo>
                <a:lnTo>
                  <a:pt x="829870" y="5589"/>
                </a:lnTo>
                <a:lnTo>
                  <a:pt x="829765" y="6243"/>
                </a:lnTo>
                <a:lnTo>
                  <a:pt x="829685" y="6938"/>
                </a:lnTo>
                <a:lnTo>
                  <a:pt x="829630" y="7676"/>
                </a:lnTo>
                <a:lnTo>
                  <a:pt x="829598" y="8456"/>
                </a:lnTo>
                <a:lnTo>
                  <a:pt x="829588" y="9279"/>
                </a:lnTo>
                <a:lnTo>
                  <a:pt x="829588" y="53135"/>
                </a:lnTo>
                <a:lnTo>
                  <a:pt x="828499" y="52135"/>
                </a:lnTo>
                <a:lnTo>
                  <a:pt x="827402" y="51204"/>
                </a:lnTo>
                <a:lnTo>
                  <a:pt x="826299" y="50341"/>
                </a:lnTo>
                <a:lnTo>
                  <a:pt x="825191" y="49543"/>
                </a:lnTo>
                <a:lnTo>
                  <a:pt x="824082" y="48807"/>
                </a:lnTo>
                <a:lnTo>
                  <a:pt x="822973" y="48131"/>
                </a:lnTo>
                <a:lnTo>
                  <a:pt x="821866" y="47514"/>
                </a:lnTo>
                <a:lnTo>
                  <a:pt x="820762" y="46951"/>
                </a:lnTo>
                <a:lnTo>
                  <a:pt x="819665" y="46442"/>
                </a:lnTo>
                <a:lnTo>
                  <a:pt x="818576" y="45982"/>
                </a:lnTo>
                <a:lnTo>
                  <a:pt x="817497" y="45571"/>
                </a:lnTo>
                <a:lnTo>
                  <a:pt x="816430" y="45206"/>
                </a:lnTo>
                <a:lnTo>
                  <a:pt x="815377" y="44884"/>
                </a:lnTo>
                <a:lnTo>
                  <a:pt x="814340" y="44602"/>
                </a:lnTo>
                <a:lnTo>
                  <a:pt x="813321" y="44359"/>
                </a:lnTo>
                <a:lnTo>
                  <a:pt x="812322" y="44152"/>
                </a:lnTo>
                <a:lnTo>
                  <a:pt x="811345" y="43978"/>
                </a:lnTo>
                <a:lnTo>
                  <a:pt x="810392" y="43835"/>
                </a:lnTo>
                <a:lnTo>
                  <a:pt x="809466" y="43721"/>
                </a:lnTo>
                <a:lnTo>
                  <a:pt x="808567" y="43633"/>
                </a:lnTo>
                <a:lnTo>
                  <a:pt x="807699" y="43569"/>
                </a:lnTo>
                <a:lnTo>
                  <a:pt x="806863" y="43526"/>
                </a:lnTo>
                <a:lnTo>
                  <a:pt x="806061" y="43502"/>
                </a:lnTo>
                <a:lnTo>
                  <a:pt x="805295" y="43494"/>
                </a:lnTo>
                <a:lnTo>
                  <a:pt x="800604" y="43682"/>
                </a:lnTo>
                <a:lnTo>
                  <a:pt x="796303" y="44228"/>
                </a:lnTo>
                <a:lnTo>
                  <a:pt x="792376" y="45102"/>
                </a:lnTo>
                <a:lnTo>
                  <a:pt x="788806" y="46278"/>
                </a:lnTo>
                <a:lnTo>
                  <a:pt x="785576" y="47727"/>
                </a:lnTo>
                <a:lnTo>
                  <a:pt x="782668" y="49421"/>
                </a:lnTo>
                <a:lnTo>
                  <a:pt x="780067" y="51332"/>
                </a:lnTo>
                <a:lnTo>
                  <a:pt x="777754" y="53433"/>
                </a:lnTo>
                <a:lnTo>
                  <a:pt x="775712" y="55695"/>
                </a:lnTo>
                <a:lnTo>
                  <a:pt x="773926" y="58090"/>
                </a:lnTo>
                <a:lnTo>
                  <a:pt x="772377" y="60590"/>
                </a:lnTo>
                <a:lnTo>
                  <a:pt x="771049" y="63167"/>
                </a:lnTo>
                <a:lnTo>
                  <a:pt x="769925" y="65793"/>
                </a:lnTo>
                <a:lnTo>
                  <a:pt x="768988" y="68441"/>
                </a:lnTo>
                <a:lnTo>
                  <a:pt x="768221" y="71081"/>
                </a:lnTo>
                <a:lnTo>
                  <a:pt x="767607" y="73687"/>
                </a:lnTo>
                <a:lnTo>
                  <a:pt x="767128" y="76229"/>
                </a:lnTo>
                <a:lnTo>
                  <a:pt x="766769" y="78681"/>
                </a:lnTo>
                <a:lnTo>
                  <a:pt x="766511" y="81014"/>
                </a:lnTo>
                <a:lnTo>
                  <a:pt x="766338" y="83200"/>
                </a:lnTo>
                <a:lnTo>
                  <a:pt x="766234" y="85211"/>
                </a:lnTo>
                <a:lnTo>
                  <a:pt x="766180" y="87018"/>
                </a:lnTo>
                <a:lnTo>
                  <a:pt x="766160" y="88595"/>
                </a:lnTo>
                <a:lnTo>
                  <a:pt x="766157" y="89913"/>
                </a:lnTo>
                <a:lnTo>
                  <a:pt x="766160" y="91163"/>
                </a:lnTo>
                <a:lnTo>
                  <a:pt x="766179" y="92679"/>
                </a:lnTo>
                <a:lnTo>
                  <a:pt x="766232" y="94433"/>
                </a:lnTo>
                <a:lnTo>
                  <a:pt x="766334" y="96398"/>
                </a:lnTo>
                <a:lnTo>
                  <a:pt x="766502" y="98543"/>
                </a:lnTo>
                <a:lnTo>
                  <a:pt x="766754" y="100841"/>
                </a:lnTo>
                <a:lnTo>
                  <a:pt x="767104" y="103264"/>
                </a:lnTo>
                <a:lnTo>
                  <a:pt x="767571" y="105783"/>
                </a:lnTo>
                <a:lnTo>
                  <a:pt x="768170" y="108369"/>
                </a:lnTo>
                <a:lnTo>
                  <a:pt x="768919" y="110994"/>
                </a:lnTo>
                <a:lnTo>
                  <a:pt x="769833" y="113631"/>
                </a:lnTo>
                <a:lnTo>
                  <a:pt x="770929" y="116249"/>
                </a:lnTo>
                <a:lnTo>
                  <a:pt x="772224" y="118821"/>
                </a:lnTo>
                <a:lnTo>
                  <a:pt x="773734" y="121319"/>
                </a:lnTo>
                <a:lnTo>
                  <a:pt x="775477" y="123714"/>
                </a:lnTo>
                <a:lnTo>
                  <a:pt x="777468" y="125978"/>
                </a:lnTo>
                <a:lnTo>
                  <a:pt x="779724" y="128081"/>
                </a:lnTo>
                <a:lnTo>
                  <a:pt x="782261" y="129997"/>
                </a:lnTo>
                <a:lnTo>
                  <a:pt x="785097" y="131695"/>
                </a:lnTo>
                <a:lnTo>
                  <a:pt x="788248" y="133149"/>
                </a:lnTo>
                <a:lnTo>
                  <a:pt x="791730" y="134329"/>
                </a:lnTo>
                <a:lnTo>
                  <a:pt x="795560" y="135207"/>
                </a:lnTo>
                <a:lnTo>
                  <a:pt x="799754" y="135755"/>
                </a:lnTo>
                <a:lnTo>
                  <a:pt x="804330" y="135944"/>
                </a:lnTo>
                <a:lnTo>
                  <a:pt x="805343" y="135931"/>
                </a:lnTo>
                <a:lnTo>
                  <a:pt x="806358" y="135893"/>
                </a:lnTo>
                <a:lnTo>
                  <a:pt x="807375" y="135827"/>
                </a:lnTo>
                <a:lnTo>
                  <a:pt x="808394" y="135731"/>
                </a:lnTo>
                <a:lnTo>
                  <a:pt x="809415" y="135604"/>
                </a:lnTo>
                <a:lnTo>
                  <a:pt x="810437" y="135444"/>
                </a:lnTo>
                <a:lnTo>
                  <a:pt x="811460" y="135248"/>
                </a:lnTo>
                <a:lnTo>
                  <a:pt x="812485" y="135016"/>
                </a:lnTo>
                <a:lnTo>
                  <a:pt x="813511" y="134744"/>
                </a:lnTo>
                <a:lnTo>
                  <a:pt x="814539" y="134432"/>
                </a:lnTo>
                <a:lnTo>
                  <a:pt x="815568" y="134078"/>
                </a:lnTo>
                <a:lnTo>
                  <a:pt x="816597" y="133679"/>
                </a:lnTo>
                <a:lnTo>
                  <a:pt x="817628" y="133233"/>
                </a:lnTo>
                <a:lnTo>
                  <a:pt x="818660" y="132740"/>
                </a:lnTo>
                <a:lnTo>
                  <a:pt x="819692" y="132197"/>
                </a:lnTo>
                <a:lnTo>
                  <a:pt x="820726" y="131602"/>
                </a:lnTo>
                <a:lnTo>
                  <a:pt x="821759" y="130954"/>
                </a:lnTo>
                <a:lnTo>
                  <a:pt x="822794" y="130250"/>
                </a:lnTo>
                <a:lnTo>
                  <a:pt x="823829" y="129489"/>
                </a:lnTo>
                <a:lnTo>
                  <a:pt x="824864" y="128669"/>
                </a:lnTo>
                <a:lnTo>
                  <a:pt x="825900" y="127788"/>
                </a:lnTo>
                <a:lnTo>
                  <a:pt x="826936" y="126844"/>
                </a:lnTo>
                <a:lnTo>
                  <a:pt x="827972" y="125836"/>
                </a:lnTo>
                <a:lnTo>
                  <a:pt x="829008" y="124761"/>
                </a:lnTo>
                <a:lnTo>
                  <a:pt x="829023" y="125626"/>
                </a:lnTo>
                <a:lnTo>
                  <a:pt x="829065" y="126438"/>
                </a:lnTo>
                <a:lnTo>
                  <a:pt x="829137" y="127199"/>
                </a:lnTo>
                <a:lnTo>
                  <a:pt x="829239" y="127910"/>
                </a:lnTo>
                <a:lnTo>
                  <a:pt x="829371" y="128572"/>
                </a:lnTo>
                <a:lnTo>
                  <a:pt x="829533" y="129187"/>
                </a:lnTo>
                <a:lnTo>
                  <a:pt x="829726" y="129757"/>
                </a:lnTo>
                <a:lnTo>
                  <a:pt x="829951" y="130282"/>
                </a:lnTo>
                <a:lnTo>
                  <a:pt x="830209" y="130764"/>
                </a:lnTo>
                <a:lnTo>
                  <a:pt x="830498" y="131205"/>
                </a:lnTo>
                <a:lnTo>
                  <a:pt x="830821" y="131606"/>
                </a:lnTo>
                <a:lnTo>
                  <a:pt x="831178" y="131969"/>
                </a:lnTo>
                <a:lnTo>
                  <a:pt x="831569" y="132294"/>
                </a:lnTo>
                <a:lnTo>
                  <a:pt x="831994" y="132583"/>
                </a:lnTo>
                <a:lnTo>
                  <a:pt x="832455" y="132838"/>
                </a:lnTo>
                <a:lnTo>
                  <a:pt x="832951" y="133061"/>
                </a:lnTo>
                <a:lnTo>
                  <a:pt x="833483" y="133252"/>
                </a:lnTo>
                <a:lnTo>
                  <a:pt x="834052" y="133412"/>
                </a:lnTo>
                <a:lnTo>
                  <a:pt x="834658" y="133544"/>
                </a:lnTo>
                <a:lnTo>
                  <a:pt x="835302" y="133649"/>
                </a:lnTo>
                <a:lnTo>
                  <a:pt x="835984" y="133728"/>
                </a:lnTo>
                <a:lnTo>
                  <a:pt x="836704" y="133783"/>
                </a:lnTo>
                <a:lnTo>
                  <a:pt x="837464" y="133815"/>
                </a:lnTo>
                <a:lnTo>
                  <a:pt x="838263" y="133825"/>
                </a:lnTo>
                <a:lnTo>
                  <a:pt x="845974" y="133825"/>
                </a:lnTo>
                <a:lnTo>
                  <a:pt x="846862" y="133812"/>
                </a:lnTo>
                <a:lnTo>
                  <a:pt x="847695" y="133772"/>
                </a:lnTo>
                <a:lnTo>
                  <a:pt x="848475" y="133704"/>
                </a:lnTo>
                <a:lnTo>
                  <a:pt x="849204" y="133608"/>
                </a:lnTo>
                <a:lnTo>
                  <a:pt x="849882" y="133483"/>
                </a:lnTo>
                <a:lnTo>
                  <a:pt x="850511" y="133328"/>
                </a:lnTo>
                <a:lnTo>
                  <a:pt x="851093" y="133143"/>
                </a:lnTo>
                <a:lnTo>
                  <a:pt x="851630" y="132926"/>
                </a:lnTo>
                <a:lnTo>
                  <a:pt x="852122" y="132676"/>
                </a:lnTo>
                <a:lnTo>
                  <a:pt x="852572" y="132394"/>
                </a:lnTo>
                <a:lnTo>
                  <a:pt x="852980" y="132079"/>
                </a:lnTo>
                <a:lnTo>
                  <a:pt x="853349" y="131728"/>
                </a:lnTo>
                <a:lnTo>
                  <a:pt x="853680" y="131343"/>
                </a:lnTo>
                <a:lnTo>
                  <a:pt x="853974" y="130922"/>
                </a:lnTo>
                <a:lnTo>
                  <a:pt x="854232" y="130464"/>
                </a:lnTo>
                <a:lnTo>
                  <a:pt x="854458" y="129969"/>
                </a:lnTo>
                <a:lnTo>
                  <a:pt x="854651" y="129436"/>
                </a:lnTo>
                <a:lnTo>
                  <a:pt x="854813" y="128863"/>
                </a:lnTo>
                <a:lnTo>
                  <a:pt x="854946" y="128251"/>
                </a:lnTo>
                <a:lnTo>
                  <a:pt x="855052" y="127599"/>
                </a:lnTo>
                <a:lnTo>
                  <a:pt x="855131" y="126905"/>
                </a:lnTo>
                <a:lnTo>
                  <a:pt x="855186" y="126170"/>
                </a:lnTo>
                <a:lnTo>
                  <a:pt x="855218" y="125391"/>
                </a:lnTo>
                <a:lnTo>
                  <a:pt x="855229" y="124570"/>
                </a:lnTo>
                <a:lnTo>
                  <a:pt x="855229" y="9279"/>
                </a:lnTo>
                <a:lnTo>
                  <a:pt x="855221" y="8522"/>
                </a:lnTo>
                <a:lnTo>
                  <a:pt x="855197" y="7797"/>
                </a:lnTo>
                <a:lnTo>
                  <a:pt x="855155" y="7105"/>
                </a:lnTo>
                <a:close/>
                <a:moveTo>
                  <a:pt x="828983" y="111267"/>
                </a:moveTo>
                <a:lnTo>
                  <a:pt x="828958" y="111620"/>
                </a:lnTo>
                <a:lnTo>
                  <a:pt x="828921" y="111964"/>
                </a:lnTo>
                <a:lnTo>
                  <a:pt x="828870" y="112303"/>
                </a:lnTo>
                <a:lnTo>
                  <a:pt x="828801" y="112636"/>
                </a:lnTo>
                <a:lnTo>
                  <a:pt x="828714" y="112966"/>
                </a:lnTo>
                <a:lnTo>
                  <a:pt x="828604" y="113295"/>
                </a:lnTo>
                <a:lnTo>
                  <a:pt x="828470" y="113623"/>
                </a:lnTo>
                <a:lnTo>
                  <a:pt x="828310" y="113953"/>
                </a:lnTo>
                <a:lnTo>
                  <a:pt x="828120" y="114285"/>
                </a:lnTo>
                <a:lnTo>
                  <a:pt x="827899" y="114622"/>
                </a:lnTo>
                <a:lnTo>
                  <a:pt x="827644" y="114966"/>
                </a:lnTo>
                <a:lnTo>
                  <a:pt x="827352" y="115317"/>
                </a:lnTo>
                <a:lnTo>
                  <a:pt x="827022" y="115678"/>
                </a:lnTo>
                <a:lnTo>
                  <a:pt x="826650" y="116049"/>
                </a:lnTo>
                <a:lnTo>
                  <a:pt x="826235" y="116433"/>
                </a:lnTo>
                <a:lnTo>
                  <a:pt x="825774" y="116832"/>
                </a:lnTo>
                <a:lnTo>
                  <a:pt x="825264" y="117246"/>
                </a:lnTo>
                <a:lnTo>
                  <a:pt x="824703" y="117677"/>
                </a:lnTo>
                <a:lnTo>
                  <a:pt x="824089" y="118127"/>
                </a:lnTo>
                <a:lnTo>
                  <a:pt x="823419" y="118598"/>
                </a:lnTo>
                <a:lnTo>
                  <a:pt x="822819" y="118969"/>
                </a:lnTo>
                <a:lnTo>
                  <a:pt x="822223" y="119313"/>
                </a:lnTo>
                <a:lnTo>
                  <a:pt x="821633" y="119631"/>
                </a:lnTo>
                <a:lnTo>
                  <a:pt x="821049" y="119924"/>
                </a:lnTo>
                <a:lnTo>
                  <a:pt x="820472" y="120193"/>
                </a:lnTo>
                <a:lnTo>
                  <a:pt x="819903" y="120439"/>
                </a:lnTo>
                <a:lnTo>
                  <a:pt x="819342" y="120662"/>
                </a:lnTo>
                <a:lnTo>
                  <a:pt x="818791" y="120865"/>
                </a:lnTo>
                <a:lnTo>
                  <a:pt x="818250" y="121048"/>
                </a:lnTo>
                <a:lnTo>
                  <a:pt x="817719" y="121211"/>
                </a:lnTo>
                <a:lnTo>
                  <a:pt x="817201" y="121357"/>
                </a:lnTo>
                <a:lnTo>
                  <a:pt x="816694" y="121485"/>
                </a:lnTo>
                <a:lnTo>
                  <a:pt x="816201" y="121598"/>
                </a:lnTo>
                <a:lnTo>
                  <a:pt x="815721" y="121695"/>
                </a:lnTo>
                <a:lnTo>
                  <a:pt x="815256" y="121779"/>
                </a:lnTo>
                <a:lnTo>
                  <a:pt x="814806" y="121849"/>
                </a:lnTo>
                <a:lnTo>
                  <a:pt x="814372" y="121908"/>
                </a:lnTo>
                <a:lnTo>
                  <a:pt x="813956" y="121955"/>
                </a:lnTo>
                <a:lnTo>
                  <a:pt x="813556" y="121992"/>
                </a:lnTo>
                <a:lnTo>
                  <a:pt x="813175" y="122020"/>
                </a:lnTo>
                <a:lnTo>
                  <a:pt x="812813" y="122041"/>
                </a:lnTo>
                <a:lnTo>
                  <a:pt x="812471" y="122054"/>
                </a:lnTo>
                <a:lnTo>
                  <a:pt x="812149" y="122061"/>
                </a:lnTo>
                <a:lnTo>
                  <a:pt x="811849" y="122063"/>
                </a:lnTo>
                <a:lnTo>
                  <a:pt x="809515" y="121973"/>
                </a:lnTo>
                <a:lnTo>
                  <a:pt x="807376" y="121706"/>
                </a:lnTo>
                <a:lnTo>
                  <a:pt x="805422" y="121274"/>
                </a:lnTo>
                <a:lnTo>
                  <a:pt x="803646" y="120684"/>
                </a:lnTo>
                <a:lnTo>
                  <a:pt x="802039" y="119947"/>
                </a:lnTo>
                <a:lnTo>
                  <a:pt x="800592" y="119070"/>
                </a:lnTo>
                <a:lnTo>
                  <a:pt x="799298" y="118064"/>
                </a:lnTo>
                <a:lnTo>
                  <a:pt x="798147" y="116937"/>
                </a:lnTo>
                <a:lnTo>
                  <a:pt x="797131" y="115698"/>
                </a:lnTo>
                <a:lnTo>
                  <a:pt x="796242" y="114357"/>
                </a:lnTo>
                <a:lnTo>
                  <a:pt x="795472" y="112922"/>
                </a:lnTo>
                <a:lnTo>
                  <a:pt x="794811" y="111403"/>
                </a:lnTo>
                <a:lnTo>
                  <a:pt x="794252" y="109809"/>
                </a:lnTo>
                <a:lnTo>
                  <a:pt x="793786" y="108148"/>
                </a:lnTo>
                <a:lnTo>
                  <a:pt x="793404" y="106431"/>
                </a:lnTo>
                <a:lnTo>
                  <a:pt x="793099" y="104666"/>
                </a:lnTo>
                <a:lnTo>
                  <a:pt x="792861" y="102862"/>
                </a:lnTo>
                <a:lnTo>
                  <a:pt x="792682" y="101028"/>
                </a:lnTo>
                <a:lnTo>
                  <a:pt x="792553" y="99174"/>
                </a:lnTo>
                <a:lnTo>
                  <a:pt x="792468" y="97308"/>
                </a:lnTo>
                <a:lnTo>
                  <a:pt x="792415" y="95440"/>
                </a:lnTo>
                <a:lnTo>
                  <a:pt x="792389" y="93579"/>
                </a:lnTo>
                <a:lnTo>
                  <a:pt x="792379" y="91734"/>
                </a:lnTo>
                <a:lnTo>
                  <a:pt x="792377" y="89913"/>
                </a:lnTo>
                <a:lnTo>
                  <a:pt x="792379" y="88091"/>
                </a:lnTo>
                <a:lnTo>
                  <a:pt x="792390" y="86240"/>
                </a:lnTo>
                <a:lnTo>
                  <a:pt x="792420" y="84369"/>
                </a:lnTo>
                <a:lnTo>
                  <a:pt x="792477" y="82489"/>
                </a:lnTo>
                <a:lnTo>
                  <a:pt x="792573" y="80609"/>
                </a:lnTo>
                <a:lnTo>
                  <a:pt x="792715" y="78738"/>
                </a:lnTo>
                <a:lnTo>
                  <a:pt x="792913" y="76885"/>
                </a:lnTo>
                <a:lnTo>
                  <a:pt x="793177" y="75061"/>
                </a:lnTo>
                <a:lnTo>
                  <a:pt x="793516" y="73273"/>
                </a:lnTo>
                <a:lnTo>
                  <a:pt x="793939" y="71533"/>
                </a:lnTo>
                <a:lnTo>
                  <a:pt x="794456" y="69849"/>
                </a:lnTo>
                <a:lnTo>
                  <a:pt x="795076" y="68231"/>
                </a:lnTo>
                <a:lnTo>
                  <a:pt x="795809" y="66688"/>
                </a:lnTo>
                <a:lnTo>
                  <a:pt x="796663" y="65229"/>
                </a:lnTo>
                <a:lnTo>
                  <a:pt x="797649" y="63865"/>
                </a:lnTo>
                <a:lnTo>
                  <a:pt x="798775" y="62604"/>
                </a:lnTo>
                <a:lnTo>
                  <a:pt x="800051" y="61456"/>
                </a:lnTo>
                <a:lnTo>
                  <a:pt x="801487" y="60431"/>
                </a:lnTo>
                <a:lnTo>
                  <a:pt x="803091" y="59537"/>
                </a:lnTo>
                <a:lnTo>
                  <a:pt x="804873" y="58785"/>
                </a:lnTo>
                <a:lnTo>
                  <a:pt x="806843" y="58183"/>
                </a:lnTo>
                <a:lnTo>
                  <a:pt x="809009" y="57742"/>
                </a:lnTo>
                <a:lnTo>
                  <a:pt x="811382" y="57470"/>
                </a:lnTo>
                <a:lnTo>
                  <a:pt x="813970" y="57378"/>
                </a:lnTo>
                <a:lnTo>
                  <a:pt x="814667" y="57388"/>
                </a:lnTo>
                <a:lnTo>
                  <a:pt x="815360" y="57418"/>
                </a:lnTo>
                <a:lnTo>
                  <a:pt x="816048" y="57468"/>
                </a:lnTo>
                <a:lnTo>
                  <a:pt x="816731" y="57539"/>
                </a:lnTo>
                <a:lnTo>
                  <a:pt x="817410" y="57630"/>
                </a:lnTo>
                <a:lnTo>
                  <a:pt x="818083" y="57742"/>
                </a:lnTo>
                <a:lnTo>
                  <a:pt x="818750" y="57874"/>
                </a:lnTo>
                <a:lnTo>
                  <a:pt x="819412" y="58027"/>
                </a:lnTo>
                <a:lnTo>
                  <a:pt x="820067" y="58201"/>
                </a:lnTo>
                <a:lnTo>
                  <a:pt x="820717" y="58395"/>
                </a:lnTo>
                <a:lnTo>
                  <a:pt x="821360" y="58610"/>
                </a:lnTo>
                <a:lnTo>
                  <a:pt x="821996" y="58846"/>
                </a:lnTo>
                <a:lnTo>
                  <a:pt x="822625" y="59104"/>
                </a:lnTo>
                <a:lnTo>
                  <a:pt x="823246" y="59382"/>
                </a:lnTo>
                <a:lnTo>
                  <a:pt x="823861" y="59682"/>
                </a:lnTo>
                <a:lnTo>
                  <a:pt x="824467" y="60003"/>
                </a:lnTo>
                <a:lnTo>
                  <a:pt x="825065" y="60345"/>
                </a:lnTo>
                <a:lnTo>
                  <a:pt x="825656" y="60709"/>
                </a:lnTo>
                <a:lnTo>
                  <a:pt x="826237" y="61094"/>
                </a:lnTo>
                <a:lnTo>
                  <a:pt x="826810" y="61501"/>
                </a:lnTo>
                <a:lnTo>
                  <a:pt x="827374" y="61930"/>
                </a:lnTo>
                <a:lnTo>
                  <a:pt x="827928" y="62380"/>
                </a:lnTo>
                <a:lnTo>
                  <a:pt x="828473" y="62853"/>
                </a:lnTo>
                <a:lnTo>
                  <a:pt x="829008" y="63347"/>
                </a:lnTo>
                <a:lnTo>
                  <a:pt x="829008" y="109742"/>
                </a:lnTo>
                <a:lnTo>
                  <a:pt x="829008" y="110143"/>
                </a:lnTo>
                <a:lnTo>
                  <a:pt x="829005" y="110530"/>
                </a:lnTo>
                <a:lnTo>
                  <a:pt x="828998" y="110904"/>
                </a:lnTo>
                <a:lnTo>
                  <a:pt x="828983" y="111267"/>
                </a:lnTo>
                <a:close/>
                <a:moveTo>
                  <a:pt x="207438" y="47348"/>
                </a:moveTo>
                <a:lnTo>
                  <a:pt x="207429" y="46954"/>
                </a:lnTo>
                <a:lnTo>
                  <a:pt x="207413" y="46585"/>
                </a:lnTo>
                <a:lnTo>
                  <a:pt x="207390" y="46239"/>
                </a:lnTo>
                <a:lnTo>
                  <a:pt x="207359" y="45916"/>
                </a:lnTo>
                <a:lnTo>
                  <a:pt x="207316" y="45616"/>
                </a:lnTo>
                <a:lnTo>
                  <a:pt x="207262" y="45338"/>
                </a:lnTo>
                <a:lnTo>
                  <a:pt x="207194" y="45081"/>
                </a:lnTo>
                <a:lnTo>
                  <a:pt x="207111" y="44846"/>
                </a:lnTo>
                <a:lnTo>
                  <a:pt x="207011" y="44631"/>
                </a:lnTo>
                <a:lnTo>
                  <a:pt x="206893" y="44436"/>
                </a:lnTo>
                <a:lnTo>
                  <a:pt x="206756" y="44261"/>
                </a:lnTo>
                <a:lnTo>
                  <a:pt x="206598" y="44104"/>
                </a:lnTo>
                <a:lnTo>
                  <a:pt x="206417" y="43967"/>
                </a:lnTo>
                <a:lnTo>
                  <a:pt x="206212" y="43847"/>
                </a:lnTo>
                <a:lnTo>
                  <a:pt x="205981" y="43745"/>
                </a:lnTo>
                <a:lnTo>
                  <a:pt x="205724" y="43660"/>
                </a:lnTo>
                <a:lnTo>
                  <a:pt x="205438" y="43592"/>
                </a:lnTo>
                <a:lnTo>
                  <a:pt x="205121" y="43539"/>
                </a:lnTo>
                <a:lnTo>
                  <a:pt x="204773" y="43503"/>
                </a:lnTo>
                <a:lnTo>
                  <a:pt x="204392" y="43481"/>
                </a:lnTo>
                <a:lnTo>
                  <a:pt x="203976" y="43474"/>
                </a:lnTo>
                <a:lnTo>
                  <a:pt x="203257" y="43485"/>
                </a:lnTo>
                <a:lnTo>
                  <a:pt x="202454" y="43524"/>
                </a:lnTo>
                <a:lnTo>
                  <a:pt x="201572" y="43597"/>
                </a:lnTo>
                <a:lnTo>
                  <a:pt x="200618" y="43713"/>
                </a:lnTo>
                <a:lnTo>
                  <a:pt x="199597" y="43878"/>
                </a:lnTo>
                <a:lnTo>
                  <a:pt x="198515" y="44100"/>
                </a:lnTo>
                <a:lnTo>
                  <a:pt x="197378" y="44387"/>
                </a:lnTo>
                <a:lnTo>
                  <a:pt x="196193" y="44745"/>
                </a:lnTo>
                <a:lnTo>
                  <a:pt x="194965" y="45182"/>
                </a:lnTo>
                <a:lnTo>
                  <a:pt x="193700" y="45705"/>
                </a:lnTo>
                <a:lnTo>
                  <a:pt x="192404" y="46322"/>
                </a:lnTo>
                <a:lnTo>
                  <a:pt x="191083" y="47040"/>
                </a:lnTo>
                <a:lnTo>
                  <a:pt x="189743" y="47867"/>
                </a:lnTo>
                <a:lnTo>
                  <a:pt x="188390" y="48809"/>
                </a:lnTo>
                <a:lnTo>
                  <a:pt x="187029" y="49875"/>
                </a:lnTo>
                <a:lnTo>
                  <a:pt x="185668" y="51071"/>
                </a:lnTo>
                <a:lnTo>
                  <a:pt x="184311" y="52405"/>
                </a:lnTo>
                <a:lnTo>
                  <a:pt x="182964" y="53885"/>
                </a:lnTo>
                <a:lnTo>
                  <a:pt x="181634" y="55517"/>
                </a:lnTo>
                <a:lnTo>
                  <a:pt x="180327" y="57309"/>
                </a:lnTo>
                <a:lnTo>
                  <a:pt x="179048" y="59268"/>
                </a:lnTo>
                <a:lnTo>
                  <a:pt x="177803" y="61402"/>
                </a:lnTo>
                <a:lnTo>
                  <a:pt x="176599" y="63718"/>
                </a:lnTo>
                <a:lnTo>
                  <a:pt x="175441" y="66224"/>
                </a:lnTo>
                <a:lnTo>
                  <a:pt x="175250" y="66224"/>
                </a:lnTo>
                <a:lnTo>
                  <a:pt x="175250" y="53691"/>
                </a:lnTo>
                <a:lnTo>
                  <a:pt x="175242" y="52936"/>
                </a:lnTo>
                <a:lnTo>
                  <a:pt x="175219" y="52213"/>
                </a:lnTo>
                <a:lnTo>
                  <a:pt x="175176" y="51522"/>
                </a:lnTo>
                <a:lnTo>
                  <a:pt x="175113" y="50864"/>
                </a:lnTo>
                <a:lnTo>
                  <a:pt x="175027" y="50237"/>
                </a:lnTo>
                <a:lnTo>
                  <a:pt x="174915" y="49642"/>
                </a:lnTo>
                <a:lnTo>
                  <a:pt x="174776" y="49080"/>
                </a:lnTo>
                <a:lnTo>
                  <a:pt x="174607" y="48550"/>
                </a:lnTo>
                <a:lnTo>
                  <a:pt x="174406" y="48052"/>
                </a:lnTo>
                <a:lnTo>
                  <a:pt x="174170" y="47586"/>
                </a:lnTo>
                <a:lnTo>
                  <a:pt x="173898" y="47152"/>
                </a:lnTo>
                <a:lnTo>
                  <a:pt x="173587" y="46750"/>
                </a:lnTo>
                <a:lnTo>
                  <a:pt x="173234" y="46380"/>
                </a:lnTo>
                <a:lnTo>
                  <a:pt x="172838" y="46043"/>
                </a:lnTo>
                <a:lnTo>
                  <a:pt x="172397" y="45738"/>
                </a:lnTo>
                <a:lnTo>
                  <a:pt x="171907" y="45464"/>
                </a:lnTo>
                <a:lnTo>
                  <a:pt x="171368" y="45223"/>
                </a:lnTo>
                <a:lnTo>
                  <a:pt x="170776" y="45014"/>
                </a:lnTo>
                <a:lnTo>
                  <a:pt x="170129" y="44838"/>
                </a:lnTo>
                <a:lnTo>
                  <a:pt x="169425" y="44693"/>
                </a:lnTo>
                <a:lnTo>
                  <a:pt x="168662" y="44580"/>
                </a:lnTo>
                <a:lnTo>
                  <a:pt x="167838" y="44500"/>
                </a:lnTo>
                <a:lnTo>
                  <a:pt x="166949" y="44452"/>
                </a:lnTo>
                <a:lnTo>
                  <a:pt x="165995" y="44436"/>
                </a:lnTo>
                <a:lnTo>
                  <a:pt x="159826" y="44436"/>
                </a:lnTo>
                <a:lnTo>
                  <a:pt x="158982" y="44447"/>
                </a:lnTo>
                <a:lnTo>
                  <a:pt x="158186" y="44482"/>
                </a:lnTo>
                <a:lnTo>
                  <a:pt x="157436" y="44541"/>
                </a:lnTo>
                <a:lnTo>
                  <a:pt x="156731" y="44626"/>
                </a:lnTo>
                <a:lnTo>
                  <a:pt x="156070" y="44738"/>
                </a:lnTo>
                <a:lnTo>
                  <a:pt x="155452" y="44879"/>
                </a:lnTo>
                <a:lnTo>
                  <a:pt x="154877" y="45049"/>
                </a:lnTo>
                <a:lnTo>
                  <a:pt x="154342" y="45250"/>
                </a:lnTo>
                <a:lnTo>
                  <a:pt x="153848" y="45483"/>
                </a:lnTo>
                <a:lnTo>
                  <a:pt x="153393" y="45750"/>
                </a:lnTo>
                <a:lnTo>
                  <a:pt x="152976" y="46051"/>
                </a:lnTo>
                <a:lnTo>
                  <a:pt x="152596" y="46388"/>
                </a:lnTo>
                <a:lnTo>
                  <a:pt x="152253" y="46763"/>
                </a:lnTo>
                <a:lnTo>
                  <a:pt x="151944" y="47175"/>
                </a:lnTo>
                <a:lnTo>
                  <a:pt x="151670" y="47628"/>
                </a:lnTo>
                <a:lnTo>
                  <a:pt x="151428" y="48121"/>
                </a:lnTo>
                <a:lnTo>
                  <a:pt x="151219" y="48656"/>
                </a:lnTo>
                <a:lnTo>
                  <a:pt x="151041" y="49235"/>
                </a:lnTo>
                <a:lnTo>
                  <a:pt x="150894" y="49859"/>
                </a:lnTo>
                <a:lnTo>
                  <a:pt x="150775" y="50529"/>
                </a:lnTo>
                <a:lnTo>
                  <a:pt x="150684" y="51245"/>
                </a:lnTo>
                <a:lnTo>
                  <a:pt x="150621" y="52011"/>
                </a:lnTo>
                <a:lnTo>
                  <a:pt x="150583" y="52825"/>
                </a:lnTo>
                <a:lnTo>
                  <a:pt x="150571" y="53691"/>
                </a:lnTo>
                <a:lnTo>
                  <a:pt x="150571" y="124623"/>
                </a:lnTo>
                <a:lnTo>
                  <a:pt x="150582" y="125466"/>
                </a:lnTo>
                <a:lnTo>
                  <a:pt x="150617" y="126262"/>
                </a:lnTo>
                <a:lnTo>
                  <a:pt x="150676" y="127012"/>
                </a:lnTo>
                <a:lnTo>
                  <a:pt x="150761" y="127717"/>
                </a:lnTo>
                <a:lnTo>
                  <a:pt x="150874" y="128377"/>
                </a:lnTo>
                <a:lnTo>
                  <a:pt x="151014" y="128995"/>
                </a:lnTo>
                <a:lnTo>
                  <a:pt x="151184" y="129570"/>
                </a:lnTo>
                <a:lnTo>
                  <a:pt x="151385" y="130104"/>
                </a:lnTo>
                <a:lnTo>
                  <a:pt x="151618" y="130598"/>
                </a:lnTo>
                <a:lnTo>
                  <a:pt x="151885" y="131053"/>
                </a:lnTo>
                <a:lnTo>
                  <a:pt x="152186" y="131469"/>
                </a:lnTo>
                <a:lnTo>
                  <a:pt x="152523" y="131849"/>
                </a:lnTo>
                <a:lnTo>
                  <a:pt x="152898" y="132192"/>
                </a:lnTo>
                <a:lnTo>
                  <a:pt x="153310" y="132501"/>
                </a:lnTo>
                <a:lnTo>
                  <a:pt x="153763" y="132775"/>
                </a:lnTo>
                <a:lnTo>
                  <a:pt x="154256" y="133016"/>
                </a:lnTo>
                <a:lnTo>
                  <a:pt x="154791" y="133225"/>
                </a:lnTo>
                <a:lnTo>
                  <a:pt x="155370" y="133403"/>
                </a:lnTo>
                <a:lnTo>
                  <a:pt x="155994" y="133550"/>
                </a:lnTo>
                <a:lnTo>
                  <a:pt x="156663" y="133669"/>
                </a:lnTo>
                <a:lnTo>
                  <a:pt x="157380" y="133759"/>
                </a:lnTo>
                <a:lnTo>
                  <a:pt x="158145" y="133823"/>
                </a:lnTo>
                <a:lnTo>
                  <a:pt x="158960" y="133860"/>
                </a:lnTo>
                <a:lnTo>
                  <a:pt x="159826" y="133872"/>
                </a:lnTo>
                <a:lnTo>
                  <a:pt x="166960" y="133872"/>
                </a:lnTo>
                <a:lnTo>
                  <a:pt x="167848" y="133859"/>
                </a:lnTo>
                <a:lnTo>
                  <a:pt x="168681" y="133819"/>
                </a:lnTo>
                <a:lnTo>
                  <a:pt x="169461" y="133752"/>
                </a:lnTo>
                <a:lnTo>
                  <a:pt x="170189" y="133656"/>
                </a:lnTo>
                <a:lnTo>
                  <a:pt x="170867" y="133531"/>
                </a:lnTo>
                <a:lnTo>
                  <a:pt x="171496" y="133376"/>
                </a:lnTo>
                <a:lnTo>
                  <a:pt x="172078" y="133190"/>
                </a:lnTo>
                <a:lnTo>
                  <a:pt x="172615" y="132973"/>
                </a:lnTo>
                <a:lnTo>
                  <a:pt x="173107" y="132724"/>
                </a:lnTo>
                <a:lnTo>
                  <a:pt x="173557" y="132443"/>
                </a:lnTo>
                <a:lnTo>
                  <a:pt x="173965" y="132127"/>
                </a:lnTo>
                <a:lnTo>
                  <a:pt x="174334" y="131777"/>
                </a:lnTo>
                <a:lnTo>
                  <a:pt x="174665" y="131392"/>
                </a:lnTo>
                <a:lnTo>
                  <a:pt x="174959" y="130971"/>
                </a:lnTo>
                <a:lnTo>
                  <a:pt x="175218" y="130514"/>
                </a:lnTo>
                <a:lnTo>
                  <a:pt x="175443" y="130019"/>
                </a:lnTo>
                <a:lnTo>
                  <a:pt x="175636" y="129486"/>
                </a:lnTo>
                <a:lnTo>
                  <a:pt x="175799" y="128914"/>
                </a:lnTo>
                <a:lnTo>
                  <a:pt x="175932" y="128302"/>
                </a:lnTo>
                <a:lnTo>
                  <a:pt x="176038" y="127650"/>
                </a:lnTo>
                <a:lnTo>
                  <a:pt x="176117" y="126957"/>
                </a:lnTo>
                <a:lnTo>
                  <a:pt x="176172" y="126222"/>
                </a:lnTo>
                <a:lnTo>
                  <a:pt x="176204" y="125444"/>
                </a:lnTo>
                <a:lnTo>
                  <a:pt x="176215" y="124623"/>
                </a:lnTo>
                <a:lnTo>
                  <a:pt x="176215" y="89545"/>
                </a:lnTo>
                <a:lnTo>
                  <a:pt x="176293" y="87312"/>
                </a:lnTo>
                <a:lnTo>
                  <a:pt x="176521" y="85190"/>
                </a:lnTo>
                <a:lnTo>
                  <a:pt x="176893" y="83177"/>
                </a:lnTo>
                <a:lnTo>
                  <a:pt x="177399" y="81271"/>
                </a:lnTo>
                <a:lnTo>
                  <a:pt x="178032" y="79470"/>
                </a:lnTo>
                <a:lnTo>
                  <a:pt x="178784" y="77773"/>
                </a:lnTo>
                <a:lnTo>
                  <a:pt x="179647" y="76178"/>
                </a:lnTo>
                <a:lnTo>
                  <a:pt x="180613" y="74683"/>
                </a:lnTo>
                <a:lnTo>
                  <a:pt x="181674" y="73286"/>
                </a:lnTo>
                <a:lnTo>
                  <a:pt x="182822" y="71986"/>
                </a:lnTo>
                <a:lnTo>
                  <a:pt x="184049" y="70781"/>
                </a:lnTo>
                <a:lnTo>
                  <a:pt x="185348" y="69669"/>
                </a:lnTo>
                <a:lnTo>
                  <a:pt x="186710" y="68648"/>
                </a:lnTo>
                <a:lnTo>
                  <a:pt x="188127" y="67717"/>
                </a:lnTo>
                <a:lnTo>
                  <a:pt x="189591" y="66873"/>
                </a:lnTo>
                <a:lnTo>
                  <a:pt x="191095" y="66116"/>
                </a:lnTo>
                <a:lnTo>
                  <a:pt x="192630" y="65443"/>
                </a:lnTo>
                <a:lnTo>
                  <a:pt x="194189" y="64853"/>
                </a:lnTo>
                <a:lnTo>
                  <a:pt x="195763" y="64344"/>
                </a:lnTo>
                <a:lnTo>
                  <a:pt x="197345" y="63913"/>
                </a:lnTo>
                <a:lnTo>
                  <a:pt x="198927" y="63560"/>
                </a:lnTo>
                <a:lnTo>
                  <a:pt x="200501" y="63282"/>
                </a:lnTo>
                <a:lnTo>
                  <a:pt x="202058" y="63079"/>
                </a:lnTo>
                <a:lnTo>
                  <a:pt x="203591" y="62947"/>
                </a:lnTo>
                <a:lnTo>
                  <a:pt x="204009" y="62923"/>
                </a:lnTo>
                <a:lnTo>
                  <a:pt x="204395" y="62899"/>
                </a:lnTo>
                <a:lnTo>
                  <a:pt x="204752" y="62873"/>
                </a:lnTo>
                <a:lnTo>
                  <a:pt x="205081" y="62842"/>
                </a:lnTo>
                <a:lnTo>
                  <a:pt x="205382" y="62804"/>
                </a:lnTo>
                <a:lnTo>
                  <a:pt x="205656" y="62756"/>
                </a:lnTo>
                <a:lnTo>
                  <a:pt x="205906" y="62697"/>
                </a:lnTo>
                <a:lnTo>
                  <a:pt x="206132" y="62625"/>
                </a:lnTo>
                <a:lnTo>
                  <a:pt x="206334" y="62536"/>
                </a:lnTo>
                <a:lnTo>
                  <a:pt x="206516" y="62429"/>
                </a:lnTo>
                <a:lnTo>
                  <a:pt x="206677" y="62301"/>
                </a:lnTo>
                <a:lnTo>
                  <a:pt x="206818" y="62150"/>
                </a:lnTo>
                <a:lnTo>
                  <a:pt x="206942" y="61975"/>
                </a:lnTo>
                <a:lnTo>
                  <a:pt x="207049" y="61772"/>
                </a:lnTo>
                <a:lnTo>
                  <a:pt x="207140" y="61539"/>
                </a:lnTo>
                <a:lnTo>
                  <a:pt x="207216" y="61274"/>
                </a:lnTo>
                <a:lnTo>
                  <a:pt x="207279" y="60976"/>
                </a:lnTo>
                <a:lnTo>
                  <a:pt x="207330" y="60641"/>
                </a:lnTo>
                <a:lnTo>
                  <a:pt x="207370" y="60267"/>
                </a:lnTo>
                <a:lnTo>
                  <a:pt x="207400" y="59852"/>
                </a:lnTo>
                <a:lnTo>
                  <a:pt x="207421" y="59395"/>
                </a:lnTo>
                <a:lnTo>
                  <a:pt x="207435" y="58891"/>
                </a:lnTo>
                <a:lnTo>
                  <a:pt x="207442" y="58340"/>
                </a:lnTo>
                <a:lnTo>
                  <a:pt x="207445" y="57740"/>
                </a:lnTo>
                <a:lnTo>
                  <a:pt x="207445" y="48678"/>
                </a:lnTo>
                <a:lnTo>
                  <a:pt x="207444" y="48209"/>
                </a:lnTo>
                <a:lnTo>
                  <a:pt x="207443" y="47766"/>
                </a:lnTo>
                <a:lnTo>
                  <a:pt x="207438" y="47348"/>
                </a:lnTo>
                <a:close/>
                <a:moveTo>
                  <a:pt x="412244" y="62337"/>
                </a:moveTo>
                <a:lnTo>
                  <a:pt x="411835" y="60393"/>
                </a:lnTo>
                <a:lnTo>
                  <a:pt x="411331" y="58564"/>
                </a:lnTo>
                <a:lnTo>
                  <a:pt x="410732" y="56851"/>
                </a:lnTo>
                <a:lnTo>
                  <a:pt x="410036" y="55250"/>
                </a:lnTo>
                <a:lnTo>
                  <a:pt x="409242" y="53759"/>
                </a:lnTo>
                <a:lnTo>
                  <a:pt x="408350" y="52378"/>
                </a:lnTo>
                <a:lnTo>
                  <a:pt x="407357" y="51104"/>
                </a:lnTo>
                <a:lnTo>
                  <a:pt x="406264" y="49936"/>
                </a:lnTo>
                <a:lnTo>
                  <a:pt x="405067" y="48871"/>
                </a:lnTo>
                <a:lnTo>
                  <a:pt x="403768" y="47908"/>
                </a:lnTo>
                <a:lnTo>
                  <a:pt x="402363" y="47046"/>
                </a:lnTo>
                <a:lnTo>
                  <a:pt x="400853" y="46281"/>
                </a:lnTo>
                <a:lnTo>
                  <a:pt x="399235" y="45614"/>
                </a:lnTo>
                <a:lnTo>
                  <a:pt x="397509" y="45041"/>
                </a:lnTo>
                <a:lnTo>
                  <a:pt x="395674" y="44561"/>
                </a:lnTo>
                <a:lnTo>
                  <a:pt x="393728" y="44172"/>
                </a:lnTo>
                <a:lnTo>
                  <a:pt x="391670" y="43873"/>
                </a:lnTo>
                <a:lnTo>
                  <a:pt x="389499" y="43661"/>
                </a:lnTo>
                <a:lnTo>
                  <a:pt x="387214" y="43536"/>
                </a:lnTo>
                <a:lnTo>
                  <a:pt x="384814" y="43494"/>
                </a:lnTo>
                <a:lnTo>
                  <a:pt x="382344" y="43569"/>
                </a:lnTo>
                <a:lnTo>
                  <a:pt x="379991" y="43786"/>
                </a:lnTo>
                <a:lnTo>
                  <a:pt x="377755" y="44134"/>
                </a:lnTo>
                <a:lnTo>
                  <a:pt x="375632" y="44604"/>
                </a:lnTo>
                <a:lnTo>
                  <a:pt x="373620" y="45185"/>
                </a:lnTo>
                <a:lnTo>
                  <a:pt x="371717" y="45865"/>
                </a:lnTo>
                <a:lnTo>
                  <a:pt x="369920" y="46636"/>
                </a:lnTo>
                <a:lnTo>
                  <a:pt x="368227" y="47486"/>
                </a:lnTo>
                <a:lnTo>
                  <a:pt x="366637" y="48405"/>
                </a:lnTo>
                <a:lnTo>
                  <a:pt x="365145" y="49383"/>
                </a:lnTo>
                <a:lnTo>
                  <a:pt x="363751" y="50408"/>
                </a:lnTo>
                <a:lnTo>
                  <a:pt x="362451" y="51472"/>
                </a:lnTo>
                <a:lnTo>
                  <a:pt x="361244" y="52562"/>
                </a:lnTo>
                <a:lnTo>
                  <a:pt x="360126" y="53669"/>
                </a:lnTo>
                <a:lnTo>
                  <a:pt x="359097" y="54782"/>
                </a:lnTo>
                <a:lnTo>
                  <a:pt x="358153" y="55890"/>
                </a:lnTo>
                <a:lnTo>
                  <a:pt x="357291" y="56984"/>
                </a:lnTo>
                <a:lnTo>
                  <a:pt x="356511" y="58053"/>
                </a:lnTo>
                <a:lnTo>
                  <a:pt x="355809" y="59086"/>
                </a:lnTo>
                <a:lnTo>
                  <a:pt x="355182" y="60073"/>
                </a:lnTo>
                <a:lnTo>
                  <a:pt x="354630" y="61003"/>
                </a:lnTo>
                <a:lnTo>
                  <a:pt x="354148" y="61867"/>
                </a:lnTo>
                <a:lnTo>
                  <a:pt x="353736" y="62652"/>
                </a:lnTo>
                <a:lnTo>
                  <a:pt x="353390" y="63350"/>
                </a:lnTo>
                <a:lnTo>
                  <a:pt x="353196" y="63350"/>
                </a:lnTo>
                <a:lnTo>
                  <a:pt x="353196" y="53715"/>
                </a:lnTo>
                <a:lnTo>
                  <a:pt x="353188" y="52960"/>
                </a:lnTo>
                <a:lnTo>
                  <a:pt x="353165" y="52237"/>
                </a:lnTo>
                <a:lnTo>
                  <a:pt x="353122" y="51546"/>
                </a:lnTo>
                <a:lnTo>
                  <a:pt x="353059" y="50887"/>
                </a:lnTo>
                <a:lnTo>
                  <a:pt x="352973" y="50261"/>
                </a:lnTo>
                <a:lnTo>
                  <a:pt x="352862" y="49666"/>
                </a:lnTo>
                <a:lnTo>
                  <a:pt x="352723" y="49104"/>
                </a:lnTo>
                <a:lnTo>
                  <a:pt x="352554" y="48573"/>
                </a:lnTo>
                <a:lnTo>
                  <a:pt x="352353" y="48075"/>
                </a:lnTo>
                <a:lnTo>
                  <a:pt x="352117" y="47609"/>
                </a:lnTo>
                <a:lnTo>
                  <a:pt x="351845" y="47175"/>
                </a:lnTo>
                <a:lnTo>
                  <a:pt x="351534" y="46774"/>
                </a:lnTo>
                <a:lnTo>
                  <a:pt x="351182" y="46404"/>
                </a:lnTo>
                <a:lnTo>
                  <a:pt x="350786" y="46067"/>
                </a:lnTo>
                <a:lnTo>
                  <a:pt x="350345" y="45761"/>
                </a:lnTo>
                <a:lnTo>
                  <a:pt x="349856" y="45488"/>
                </a:lnTo>
                <a:lnTo>
                  <a:pt x="349316" y="45247"/>
                </a:lnTo>
                <a:lnTo>
                  <a:pt x="348724" y="45038"/>
                </a:lnTo>
                <a:lnTo>
                  <a:pt x="348078" y="44861"/>
                </a:lnTo>
                <a:lnTo>
                  <a:pt x="347374" y="44717"/>
                </a:lnTo>
                <a:lnTo>
                  <a:pt x="346611" y="44604"/>
                </a:lnTo>
                <a:lnTo>
                  <a:pt x="345786" y="44524"/>
                </a:lnTo>
                <a:lnTo>
                  <a:pt x="344898" y="44475"/>
                </a:lnTo>
                <a:lnTo>
                  <a:pt x="343944" y="44459"/>
                </a:lnTo>
                <a:lnTo>
                  <a:pt x="337387" y="44459"/>
                </a:lnTo>
                <a:lnTo>
                  <a:pt x="336543" y="44471"/>
                </a:lnTo>
                <a:lnTo>
                  <a:pt x="335747" y="44505"/>
                </a:lnTo>
                <a:lnTo>
                  <a:pt x="334997" y="44564"/>
                </a:lnTo>
                <a:lnTo>
                  <a:pt x="334292" y="44650"/>
                </a:lnTo>
                <a:lnTo>
                  <a:pt x="333631" y="44762"/>
                </a:lnTo>
                <a:lnTo>
                  <a:pt x="333013" y="44902"/>
                </a:lnTo>
                <a:lnTo>
                  <a:pt x="332438" y="45072"/>
                </a:lnTo>
                <a:lnTo>
                  <a:pt x="331904" y="45274"/>
                </a:lnTo>
                <a:lnTo>
                  <a:pt x="331410" y="45507"/>
                </a:lnTo>
                <a:lnTo>
                  <a:pt x="330955" y="45773"/>
                </a:lnTo>
                <a:lnTo>
                  <a:pt x="330538" y="46075"/>
                </a:lnTo>
                <a:lnTo>
                  <a:pt x="330158" y="46412"/>
                </a:lnTo>
                <a:lnTo>
                  <a:pt x="329815" y="46786"/>
                </a:lnTo>
                <a:lnTo>
                  <a:pt x="329507" y="47199"/>
                </a:lnTo>
                <a:lnTo>
                  <a:pt x="329232" y="47651"/>
                </a:lnTo>
                <a:lnTo>
                  <a:pt x="328991" y="48144"/>
                </a:lnTo>
                <a:lnTo>
                  <a:pt x="328782" y="48680"/>
                </a:lnTo>
                <a:lnTo>
                  <a:pt x="328604" y="49259"/>
                </a:lnTo>
                <a:lnTo>
                  <a:pt x="328457" y="49883"/>
                </a:lnTo>
                <a:lnTo>
                  <a:pt x="328338" y="50552"/>
                </a:lnTo>
                <a:lnTo>
                  <a:pt x="328248" y="51269"/>
                </a:lnTo>
                <a:lnTo>
                  <a:pt x="328184" y="52034"/>
                </a:lnTo>
                <a:lnTo>
                  <a:pt x="328147" y="52849"/>
                </a:lnTo>
                <a:lnTo>
                  <a:pt x="328135" y="53715"/>
                </a:lnTo>
                <a:lnTo>
                  <a:pt x="328135" y="124626"/>
                </a:lnTo>
                <a:lnTo>
                  <a:pt x="328146" y="125469"/>
                </a:lnTo>
                <a:lnTo>
                  <a:pt x="328181" y="126265"/>
                </a:lnTo>
                <a:lnTo>
                  <a:pt x="328240" y="127015"/>
                </a:lnTo>
                <a:lnTo>
                  <a:pt x="328325" y="127719"/>
                </a:lnTo>
                <a:lnTo>
                  <a:pt x="328437" y="128380"/>
                </a:lnTo>
                <a:lnTo>
                  <a:pt x="328578" y="128997"/>
                </a:lnTo>
                <a:lnTo>
                  <a:pt x="328748" y="129572"/>
                </a:lnTo>
                <a:lnTo>
                  <a:pt x="328949" y="130106"/>
                </a:lnTo>
                <a:lnTo>
                  <a:pt x="329182" y="130600"/>
                </a:lnTo>
                <a:lnTo>
                  <a:pt x="329448" y="131055"/>
                </a:lnTo>
                <a:lnTo>
                  <a:pt x="329750" y="131471"/>
                </a:lnTo>
                <a:lnTo>
                  <a:pt x="330087" y="131851"/>
                </a:lnTo>
                <a:lnTo>
                  <a:pt x="330461" y="132194"/>
                </a:lnTo>
                <a:lnTo>
                  <a:pt x="330873" y="132502"/>
                </a:lnTo>
                <a:lnTo>
                  <a:pt x="331326" y="132776"/>
                </a:lnTo>
                <a:lnTo>
                  <a:pt x="331819" y="133017"/>
                </a:lnTo>
                <a:lnTo>
                  <a:pt x="332354" y="133225"/>
                </a:lnTo>
                <a:lnTo>
                  <a:pt x="332933" y="133403"/>
                </a:lnTo>
                <a:lnTo>
                  <a:pt x="333556" y="133551"/>
                </a:lnTo>
                <a:lnTo>
                  <a:pt x="334225" y="133669"/>
                </a:lnTo>
                <a:lnTo>
                  <a:pt x="334942" y="133760"/>
                </a:lnTo>
                <a:lnTo>
                  <a:pt x="335707" y="133823"/>
                </a:lnTo>
                <a:lnTo>
                  <a:pt x="336521" y="133860"/>
                </a:lnTo>
                <a:lnTo>
                  <a:pt x="337387" y="133872"/>
                </a:lnTo>
                <a:lnTo>
                  <a:pt x="345100" y="133872"/>
                </a:lnTo>
                <a:lnTo>
                  <a:pt x="345988" y="133859"/>
                </a:lnTo>
                <a:lnTo>
                  <a:pt x="346821" y="133819"/>
                </a:lnTo>
                <a:lnTo>
                  <a:pt x="347601" y="133752"/>
                </a:lnTo>
                <a:lnTo>
                  <a:pt x="348329" y="133656"/>
                </a:lnTo>
                <a:lnTo>
                  <a:pt x="349007" y="133531"/>
                </a:lnTo>
                <a:lnTo>
                  <a:pt x="349636" y="133376"/>
                </a:lnTo>
                <a:lnTo>
                  <a:pt x="350218" y="133190"/>
                </a:lnTo>
                <a:lnTo>
                  <a:pt x="350755" y="132974"/>
                </a:lnTo>
                <a:lnTo>
                  <a:pt x="351247" y="132725"/>
                </a:lnTo>
                <a:lnTo>
                  <a:pt x="351697" y="132443"/>
                </a:lnTo>
                <a:lnTo>
                  <a:pt x="352105" y="132127"/>
                </a:lnTo>
                <a:lnTo>
                  <a:pt x="352474" y="131778"/>
                </a:lnTo>
                <a:lnTo>
                  <a:pt x="352805" y="131393"/>
                </a:lnTo>
                <a:lnTo>
                  <a:pt x="353099" y="130972"/>
                </a:lnTo>
                <a:lnTo>
                  <a:pt x="353358" y="130515"/>
                </a:lnTo>
                <a:lnTo>
                  <a:pt x="353583" y="130020"/>
                </a:lnTo>
                <a:lnTo>
                  <a:pt x="353776" y="129487"/>
                </a:lnTo>
                <a:lnTo>
                  <a:pt x="353939" y="128915"/>
                </a:lnTo>
                <a:lnTo>
                  <a:pt x="354072" y="128304"/>
                </a:lnTo>
                <a:lnTo>
                  <a:pt x="354178" y="127652"/>
                </a:lnTo>
                <a:lnTo>
                  <a:pt x="354258" y="126959"/>
                </a:lnTo>
                <a:lnTo>
                  <a:pt x="354313" y="126224"/>
                </a:lnTo>
                <a:lnTo>
                  <a:pt x="354345" y="125447"/>
                </a:lnTo>
                <a:lnTo>
                  <a:pt x="354355" y="124626"/>
                </a:lnTo>
                <a:lnTo>
                  <a:pt x="354355" y="82040"/>
                </a:lnTo>
                <a:lnTo>
                  <a:pt x="354412" y="79991"/>
                </a:lnTo>
                <a:lnTo>
                  <a:pt x="354581" y="78034"/>
                </a:lnTo>
                <a:lnTo>
                  <a:pt x="354855" y="76168"/>
                </a:lnTo>
                <a:lnTo>
                  <a:pt x="355230" y="74393"/>
                </a:lnTo>
                <a:lnTo>
                  <a:pt x="355699" y="72709"/>
                </a:lnTo>
                <a:lnTo>
                  <a:pt x="356259" y="71115"/>
                </a:lnTo>
                <a:lnTo>
                  <a:pt x="356902" y="69611"/>
                </a:lnTo>
                <a:lnTo>
                  <a:pt x="357625" y="68196"/>
                </a:lnTo>
                <a:lnTo>
                  <a:pt x="358422" y="66870"/>
                </a:lnTo>
                <a:lnTo>
                  <a:pt x="359286" y="65633"/>
                </a:lnTo>
                <a:lnTo>
                  <a:pt x="360214" y="64484"/>
                </a:lnTo>
                <a:lnTo>
                  <a:pt x="361199" y="63423"/>
                </a:lnTo>
                <a:lnTo>
                  <a:pt x="362236" y="62449"/>
                </a:lnTo>
                <a:lnTo>
                  <a:pt x="363321" y="61562"/>
                </a:lnTo>
                <a:lnTo>
                  <a:pt x="364446" y="60761"/>
                </a:lnTo>
                <a:lnTo>
                  <a:pt x="365608" y="60046"/>
                </a:lnTo>
                <a:lnTo>
                  <a:pt x="366801" y="59418"/>
                </a:lnTo>
                <a:lnTo>
                  <a:pt x="368019" y="58874"/>
                </a:lnTo>
                <a:lnTo>
                  <a:pt x="369257" y="58415"/>
                </a:lnTo>
                <a:lnTo>
                  <a:pt x="370510" y="58040"/>
                </a:lnTo>
                <a:lnTo>
                  <a:pt x="371772" y="57750"/>
                </a:lnTo>
                <a:lnTo>
                  <a:pt x="373039" y="57543"/>
                </a:lnTo>
                <a:lnTo>
                  <a:pt x="374304" y="57419"/>
                </a:lnTo>
                <a:lnTo>
                  <a:pt x="375562" y="57378"/>
                </a:lnTo>
                <a:lnTo>
                  <a:pt x="376681" y="57401"/>
                </a:lnTo>
                <a:lnTo>
                  <a:pt x="377726" y="57471"/>
                </a:lnTo>
                <a:lnTo>
                  <a:pt x="378699" y="57587"/>
                </a:lnTo>
                <a:lnTo>
                  <a:pt x="379603" y="57751"/>
                </a:lnTo>
                <a:lnTo>
                  <a:pt x="380440" y="57963"/>
                </a:lnTo>
                <a:lnTo>
                  <a:pt x="381212" y="58224"/>
                </a:lnTo>
                <a:lnTo>
                  <a:pt x="381923" y="58532"/>
                </a:lnTo>
                <a:lnTo>
                  <a:pt x="382573" y="58890"/>
                </a:lnTo>
                <a:lnTo>
                  <a:pt x="383166" y="59298"/>
                </a:lnTo>
                <a:lnTo>
                  <a:pt x="383704" y="59755"/>
                </a:lnTo>
                <a:lnTo>
                  <a:pt x="384188" y="60263"/>
                </a:lnTo>
                <a:lnTo>
                  <a:pt x="384622" y="60822"/>
                </a:lnTo>
                <a:lnTo>
                  <a:pt x="385009" y="61431"/>
                </a:lnTo>
                <a:lnTo>
                  <a:pt x="385349" y="62093"/>
                </a:lnTo>
                <a:lnTo>
                  <a:pt x="385645" y="62806"/>
                </a:lnTo>
                <a:lnTo>
                  <a:pt x="385901" y="63572"/>
                </a:lnTo>
                <a:lnTo>
                  <a:pt x="386118" y="64391"/>
                </a:lnTo>
                <a:lnTo>
                  <a:pt x="386298" y="65263"/>
                </a:lnTo>
                <a:lnTo>
                  <a:pt x="386444" y="66188"/>
                </a:lnTo>
                <a:lnTo>
                  <a:pt x="386558" y="67168"/>
                </a:lnTo>
                <a:lnTo>
                  <a:pt x="386643" y="68203"/>
                </a:lnTo>
                <a:lnTo>
                  <a:pt x="386701" y="69292"/>
                </a:lnTo>
                <a:lnTo>
                  <a:pt x="386733" y="70437"/>
                </a:lnTo>
                <a:lnTo>
                  <a:pt x="386744" y="71637"/>
                </a:lnTo>
                <a:lnTo>
                  <a:pt x="386744" y="124626"/>
                </a:lnTo>
                <a:lnTo>
                  <a:pt x="386751" y="125380"/>
                </a:lnTo>
                <a:lnTo>
                  <a:pt x="386775" y="126103"/>
                </a:lnTo>
                <a:lnTo>
                  <a:pt x="386817" y="126793"/>
                </a:lnTo>
                <a:lnTo>
                  <a:pt x="386880" y="127452"/>
                </a:lnTo>
                <a:lnTo>
                  <a:pt x="386966" y="128078"/>
                </a:lnTo>
                <a:lnTo>
                  <a:pt x="387078" y="128672"/>
                </a:lnTo>
                <a:lnTo>
                  <a:pt x="387217" y="129234"/>
                </a:lnTo>
                <a:lnTo>
                  <a:pt x="387386" y="129764"/>
                </a:lnTo>
                <a:lnTo>
                  <a:pt x="387587" y="130261"/>
                </a:lnTo>
                <a:lnTo>
                  <a:pt x="387822" y="130727"/>
                </a:lnTo>
                <a:lnTo>
                  <a:pt x="388095" y="131160"/>
                </a:lnTo>
                <a:lnTo>
                  <a:pt x="388406" y="131561"/>
                </a:lnTo>
                <a:lnTo>
                  <a:pt x="388758" y="131931"/>
                </a:lnTo>
                <a:lnTo>
                  <a:pt x="389153" y="132268"/>
                </a:lnTo>
                <a:lnTo>
                  <a:pt x="389595" y="132573"/>
                </a:lnTo>
                <a:lnTo>
                  <a:pt x="390084" y="132845"/>
                </a:lnTo>
                <a:lnTo>
                  <a:pt x="390623" y="133086"/>
                </a:lnTo>
                <a:lnTo>
                  <a:pt x="391215" y="133295"/>
                </a:lnTo>
                <a:lnTo>
                  <a:pt x="391862" y="133471"/>
                </a:lnTo>
                <a:lnTo>
                  <a:pt x="392566" y="133616"/>
                </a:lnTo>
                <a:lnTo>
                  <a:pt x="393329" y="133728"/>
                </a:lnTo>
                <a:lnTo>
                  <a:pt x="394153" y="133808"/>
                </a:lnTo>
                <a:lnTo>
                  <a:pt x="395041" y="133856"/>
                </a:lnTo>
                <a:lnTo>
                  <a:pt x="395996" y="133872"/>
                </a:lnTo>
                <a:lnTo>
                  <a:pt x="403709" y="133872"/>
                </a:lnTo>
                <a:lnTo>
                  <a:pt x="404597" y="133859"/>
                </a:lnTo>
                <a:lnTo>
                  <a:pt x="405430" y="133819"/>
                </a:lnTo>
                <a:lnTo>
                  <a:pt x="406210" y="133752"/>
                </a:lnTo>
                <a:lnTo>
                  <a:pt x="406938" y="133656"/>
                </a:lnTo>
                <a:lnTo>
                  <a:pt x="407616" y="133531"/>
                </a:lnTo>
                <a:lnTo>
                  <a:pt x="408245" y="133376"/>
                </a:lnTo>
                <a:lnTo>
                  <a:pt x="408828" y="133190"/>
                </a:lnTo>
                <a:lnTo>
                  <a:pt x="409364" y="132974"/>
                </a:lnTo>
                <a:lnTo>
                  <a:pt x="409856" y="132725"/>
                </a:lnTo>
                <a:lnTo>
                  <a:pt x="410306" y="132443"/>
                </a:lnTo>
                <a:lnTo>
                  <a:pt x="410715" y="132127"/>
                </a:lnTo>
                <a:lnTo>
                  <a:pt x="411083" y="131778"/>
                </a:lnTo>
                <a:lnTo>
                  <a:pt x="411414" y="131393"/>
                </a:lnTo>
                <a:lnTo>
                  <a:pt x="411708" y="130972"/>
                </a:lnTo>
                <a:lnTo>
                  <a:pt x="411967" y="130515"/>
                </a:lnTo>
                <a:lnTo>
                  <a:pt x="412192" y="130020"/>
                </a:lnTo>
                <a:lnTo>
                  <a:pt x="412385" y="129487"/>
                </a:lnTo>
                <a:lnTo>
                  <a:pt x="412548" y="128915"/>
                </a:lnTo>
                <a:lnTo>
                  <a:pt x="412681" y="128304"/>
                </a:lnTo>
                <a:lnTo>
                  <a:pt x="412787" y="127652"/>
                </a:lnTo>
                <a:lnTo>
                  <a:pt x="412867" y="126959"/>
                </a:lnTo>
                <a:lnTo>
                  <a:pt x="412922" y="126224"/>
                </a:lnTo>
                <a:lnTo>
                  <a:pt x="412954" y="125447"/>
                </a:lnTo>
                <a:lnTo>
                  <a:pt x="412964" y="124626"/>
                </a:lnTo>
                <a:lnTo>
                  <a:pt x="412964" y="71311"/>
                </a:lnTo>
                <a:lnTo>
                  <a:pt x="412920" y="68884"/>
                </a:lnTo>
                <a:lnTo>
                  <a:pt x="412786" y="66581"/>
                </a:lnTo>
                <a:lnTo>
                  <a:pt x="412561" y="64399"/>
                </a:lnTo>
                <a:lnTo>
                  <a:pt x="412244" y="62337"/>
                </a:lnTo>
                <a:close/>
                <a:moveTo>
                  <a:pt x="746547" y="62337"/>
                </a:moveTo>
                <a:lnTo>
                  <a:pt x="746137" y="60393"/>
                </a:lnTo>
                <a:lnTo>
                  <a:pt x="745633" y="58564"/>
                </a:lnTo>
                <a:lnTo>
                  <a:pt x="745034" y="56851"/>
                </a:lnTo>
                <a:lnTo>
                  <a:pt x="744338" y="55250"/>
                </a:lnTo>
                <a:lnTo>
                  <a:pt x="743545" y="53759"/>
                </a:lnTo>
                <a:lnTo>
                  <a:pt x="742652" y="52378"/>
                </a:lnTo>
                <a:lnTo>
                  <a:pt x="741660" y="51104"/>
                </a:lnTo>
                <a:lnTo>
                  <a:pt x="740566" y="49936"/>
                </a:lnTo>
                <a:lnTo>
                  <a:pt x="739370" y="48871"/>
                </a:lnTo>
                <a:lnTo>
                  <a:pt x="738070" y="47908"/>
                </a:lnTo>
                <a:lnTo>
                  <a:pt x="736665" y="47046"/>
                </a:lnTo>
                <a:lnTo>
                  <a:pt x="735155" y="46281"/>
                </a:lnTo>
                <a:lnTo>
                  <a:pt x="733537" y="45614"/>
                </a:lnTo>
                <a:lnTo>
                  <a:pt x="731811" y="45041"/>
                </a:lnTo>
                <a:lnTo>
                  <a:pt x="729976" y="44561"/>
                </a:lnTo>
                <a:lnTo>
                  <a:pt x="728030" y="44172"/>
                </a:lnTo>
                <a:lnTo>
                  <a:pt x="725972" y="43873"/>
                </a:lnTo>
                <a:lnTo>
                  <a:pt x="723801" y="43661"/>
                </a:lnTo>
                <a:lnTo>
                  <a:pt x="721516" y="43536"/>
                </a:lnTo>
                <a:lnTo>
                  <a:pt x="719116" y="43494"/>
                </a:lnTo>
                <a:lnTo>
                  <a:pt x="716646" y="43569"/>
                </a:lnTo>
                <a:lnTo>
                  <a:pt x="714293" y="43786"/>
                </a:lnTo>
                <a:lnTo>
                  <a:pt x="712057" y="44134"/>
                </a:lnTo>
                <a:lnTo>
                  <a:pt x="709934" y="44604"/>
                </a:lnTo>
                <a:lnTo>
                  <a:pt x="707922" y="45185"/>
                </a:lnTo>
                <a:lnTo>
                  <a:pt x="706019" y="45865"/>
                </a:lnTo>
                <a:lnTo>
                  <a:pt x="704222" y="46636"/>
                </a:lnTo>
                <a:lnTo>
                  <a:pt x="702529" y="47486"/>
                </a:lnTo>
                <a:lnTo>
                  <a:pt x="700939" y="48405"/>
                </a:lnTo>
                <a:lnTo>
                  <a:pt x="699447" y="49383"/>
                </a:lnTo>
                <a:lnTo>
                  <a:pt x="698053" y="50408"/>
                </a:lnTo>
                <a:lnTo>
                  <a:pt x="696753" y="51472"/>
                </a:lnTo>
                <a:lnTo>
                  <a:pt x="695546" y="52562"/>
                </a:lnTo>
                <a:lnTo>
                  <a:pt x="694428" y="53669"/>
                </a:lnTo>
                <a:lnTo>
                  <a:pt x="693399" y="54782"/>
                </a:lnTo>
                <a:lnTo>
                  <a:pt x="692455" y="55890"/>
                </a:lnTo>
                <a:lnTo>
                  <a:pt x="691593" y="56984"/>
                </a:lnTo>
                <a:lnTo>
                  <a:pt x="690813" y="58053"/>
                </a:lnTo>
                <a:lnTo>
                  <a:pt x="690111" y="59086"/>
                </a:lnTo>
                <a:lnTo>
                  <a:pt x="689484" y="60073"/>
                </a:lnTo>
                <a:lnTo>
                  <a:pt x="688932" y="61003"/>
                </a:lnTo>
                <a:lnTo>
                  <a:pt x="688450" y="61867"/>
                </a:lnTo>
                <a:lnTo>
                  <a:pt x="688038" y="62652"/>
                </a:lnTo>
                <a:lnTo>
                  <a:pt x="687692" y="63350"/>
                </a:lnTo>
                <a:lnTo>
                  <a:pt x="687498" y="63350"/>
                </a:lnTo>
                <a:lnTo>
                  <a:pt x="687498" y="53715"/>
                </a:lnTo>
                <a:lnTo>
                  <a:pt x="687490" y="52960"/>
                </a:lnTo>
                <a:lnTo>
                  <a:pt x="687467" y="52237"/>
                </a:lnTo>
                <a:lnTo>
                  <a:pt x="687425" y="51546"/>
                </a:lnTo>
                <a:lnTo>
                  <a:pt x="687361" y="50887"/>
                </a:lnTo>
                <a:lnTo>
                  <a:pt x="687275" y="50261"/>
                </a:lnTo>
                <a:lnTo>
                  <a:pt x="687164" y="49666"/>
                </a:lnTo>
                <a:lnTo>
                  <a:pt x="687025" y="49104"/>
                </a:lnTo>
                <a:lnTo>
                  <a:pt x="686856" y="48573"/>
                </a:lnTo>
                <a:lnTo>
                  <a:pt x="686655" y="48075"/>
                </a:lnTo>
                <a:lnTo>
                  <a:pt x="686419" y="47609"/>
                </a:lnTo>
                <a:lnTo>
                  <a:pt x="686147" y="47175"/>
                </a:lnTo>
                <a:lnTo>
                  <a:pt x="685836" y="46774"/>
                </a:lnTo>
                <a:lnTo>
                  <a:pt x="685484" y="46404"/>
                </a:lnTo>
                <a:lnTo>
                  <a:pt x="685088" y="46067"/>
                </a:lnTo>
                <a:lnTo>
                  <a:pt x="684647" y="45761"/>
                </a:lnTo>
                <a:lnTo>
                  <a:pt x="684158" y="45488"/>
                </a:lnTo>
                <a:lnTo>
                  <a:pt x="683618" y="45247"/>
                </a:lnTo>
                <a:lnTo>
                  <a:pt x="683026" y="45038"/>
                </a:lnTo>
                <a:lnTo>
                  <a:pt x="682380" y="44861"/>
                </a:lnTo>
                <a:lnTo>
                  <a:pt x="681676" y="44717"/>
                </a:lnTo>
                <a:lnTo>
                  <a:pt x="680913" y="44604"/>
                </a:lnTo>
                <a:lnTo>
                  <a:pt x="680089" y="44524"/>
                </a:lnTo>
                <a:lnTo>
                  <a:pt x="679200" y="44475"/>
                </a:lnTo>
                <a:lnTo>
                  <a:pt x="678246" y="44459"/>
                </a:lnTo>
                <a:lnTo>
                  <a:pt x="671689" y="44459"/>
                </a:lnTo>
                <a:lnTo>
                  <a:pt x="670845" y="44471"/>
                </a:lnTo>
                <a:lnTo>
                  <a:pt x="670049" y="44505"/>
                </a:lnTo>
                <a:lnTo>
                  <a:pt x="669299" y="44564"/>
                </a:lnTo>
                <a:lnTo>
                  <a:pt x="668594" y="44650"/>
                </a:lnTo>
                <a:lnTo>
                  <a:pt x="667933" y="44762"/>
                </a:lnTo>
                <a:lnTo>
                  <a:pt x="667315" y="44902"/>
                </a:lnTo>
                <a:lnTo>
                  <a:pt x="666740" y="45072"/>
                </a:lnTo>
                <a:lnTo>
                  <a:pt x="666206" y="45274"/>
                </a:lnTo>
                <a:lnTo>
                  <a:pt x="665712" y="45507"/>
                </a:lnTo>
                <a:lnTo>
                  <a:pt x="665257" y="45773"/>
                </a:lnTo>
                <a:lnTo>
                  <a:pt x="664840" y="46075"/>
                </a:lnTo>
                <a:lnTo>
                  <a:pt x="664460" y="46412"/>
                </a:lnTo>
                <a:lnTo>
                  <a:pt x="664117" y="46786"/>
                </a:lnTo>
                <a:lnTo>
                  <a:pt x="663809" y="47199"/>
                </a:lnTo>
                <a:lnTo>
                  <a:pt x="663534" y="47651"/>
                </a:lnTo>
                <a:lnTo>
                  <a:pt x="663293" y="48144"/>
                </a:lnTo>
                <a:lnTo>
                  <a:pt x="663084" y="48680"/>
                </a:lnTo>
                <a:lnTo>
                  <a:pt x="662907" y="49259"/>
                </a:lnTo>
                <a:lnTo>
                  <a:pt x="662759" y="49883"/>
                </a:lnTo>
                <a:lnTo>
                  <a:pt x="662640" y="50552"/>
                </a:lnTo>
                <a:lnTo>
                  <a:pt x="662550" y="51269"/>
                </a:lnTo>
                <a:lnTo>
                  <a:pt x="662486" y="52034"/>
                </a:lnTo>
                <a:lnTo>
                  <a:pt x="662449" y="52849"/>
                </a:lnTo>
                <a:lnTo>
                  <a:pt x="662437" y="53715"/>
                </a:lnTo>
                <a:lnTo>
                  <a:pt x="662437" y="124626"/>
                </a:lnTo>
                <a:lnTo>
                  <a:pt x="662448" y="125469"/>
                </a:lnTo>
                <a:lnTo>
                  <a:pt x="662483" y="126265"/>
                </a:lnTo>
                <a:lnTo>
                  <a:pt x="662542" y="127015"/>
                </a:lnTo>
                <a:lnTo>
                  <a:pt x="662627" y="127719"/>
                </a:lnTo>
                <a:lnTo>
                  <a:pt x="662739" y="128380"/>
                </a:lnTo>
                <a:lnTo>
                  <a:pt x="662880" y="128997"/>
                </a:lnTo>
                <a:lnTo>
                  <a:pt x="663050" y="129572"/>
                </a:lnTo>
                <a:lnTo>
                  <a:pt x="663251" y="130106"/>
                </a:lnTo>
                <a:lnTo>
                  <a:pt x="663484" y="130600"/>
                </a:lnTo>
                <a:lnTo>
                  <a:pt x="663750" y="131055"/>
                </a:lnTo>
                <a:lnTo>
                  <a:pt x="664052" y="131471"/>
                </a:lnTo>
                <a:lnTo>
                  <a:pt x="664389" y="131851"/>
                </a:lnTo>
                <a:lnTo>
                  <a:pt x="664763" y="132194"/>
                </a:lnTo>
                <a:lnTo>
                  <a:pt x="665175" y="132502"/>
                </a:lnTo>
                <a:lnTo>
                  <a:pt x="665628" y="132776"/>
                </a:lnTo>
                <a:lnTo>
                  <a:pt x="666121" y="133017"/>
                </a:lnTo>
                <a:lnTo>
                  <a:pt x="666656" y="133225"/>
                </a:lnTo>
                <a:lnTo>
                  <a:pt x="667235" y="133403"/>
                </a:lnTo>
                <a:lnTo>
                  <a:pt x="667858" y="133551"/>
                </a:lnTo>
                <a:lnTo>
                  <a:pt x="668527" y="133669"/>
                </a:lnTo>
                <a:lnTo>
                  <a:pt x="669244" y="133760"/>
                </a:lnTo>
                <a:lnTo>
                  <a:pt x="670009" y="133823"/>
                </a:lnTo>
                <a:lnTo>
                  <a:pt x="670823" y="133860"/>
                </a:lnTo>
                <a:lnTo>
                  <a:pt x="671689" y="133872"/>
                </a:lnTo>
                <a:lnTo>
                  <a:pt x="679402" y="133872"/>
                </a:lnTo>
                <a:lnTo>
                  <a:pt x="680290" y="133859"/>
                </a:lnTo>
                <a:lnTo>
                  <a:pt x="681123" y="133819"/>
                </a:lnTo>
                <a:lnTo>
                  <a:pt x="681903" y="133752"/>
                </a:lnTo>
                <a:lnTo>
                  <a:pt x="682631" y="133656"/>
                </a:lnTo>
                <a:lnTo>
                  <a:pt x="683309" y="133531"/>
                </a:lnTo>
                <a:lnTo>
                  <a:pt x="683938" y="133376"/>
                </a:lnTo>
                <a:lnTo>
                  <a:pt x="684521" y="133190"/>
                </a:lnTo>
                <a:lnTo>
                  <a:pt x="685057" y="132974"/>
                </a:lnTo>
                <a:lnTo>
                  <a:pt x="685549" y="132725"/>
                </a:lnTo>
                <a:lnTo>
                  <a:pt x="685999" y="132443"/>
                </a:lnTo>
                <a:lnTo>
                  <a:pt x="686408" y="132127"/>
                </a:lnTo>
                <a:lnTo>
                  <a:pt x="686776" y="131778"/>
                </a:lnTo>
                <a:lnTo>
                  <a:pt x="687107" y="131393"/>
                </a:lnTo>
                <a:lnTo>
                  <a:pt x="687401" y="130972"/>
                </a:lnTo>
                <a:lnTo>
                  <a:pt x="687660" y="130515"/>
                </a:lnTo>
                <a:lnTo>
                  <a:pt x="687885" y="130020"/>
                </a:lnTo>
                <a:lnTo>
                  <a:pt x="688078" y="129487"/>
                </a:lnTo>
                <a:lnTo>
                  <a:pt x="688241" y="128915"/>
                </a:lnTo>
                <a:lnTo>
                  <a:pt x="688374" y="128304"/>
                </a:lnTo>
                <a:lnTo>
                  <a:pt x="688480" y="127652"/>
                </a:lnTo>
                <a:lnTo>
                  <a:pt x="688560" y="126959"/>
                </a:lnTo>
                <a:lnTo>
                  <a:pt x="688615" y="126224"/>
                </a:lnTo>
                <a:lnTo>
                  <a:pt x="688647" y="125447"/>
                </a:lnTo>
                <a:lnTo>
                  <a:pt x="688657" y="124626"/>
                </a:lnTo>
                <a:lnTo>
                  <a:pt x="688657" y="82040"/>
                </a:lnTo>
                <a:lnTo>
                  <a:pt x="688714" y="79991"/>
                </a:lnTo>
                <a:lnTo>
                  <a:pt x="688883" y="78034"/>
                </a:lnTo>
                <a:lnTo>
                  <a:pt x="689157" y="76168"/>
                </a:lnTo>
                <a:lnTo>
                  <a:pt x="689532" y="74393"/>
                </a:lnTo>
                <a:lnTo>
                  <a:pt x="690001" y="72709"/>
                </a:lnTo>
                <a:lnTo>
                  <a:pt x="690561" y="71115"/>
                </a:lnTo>
                <a:lnTo>
                  <a:pt x="691204" y="69611"/>
                </a:lnTo>
                <a:lnTo>
                  <a:pt x="691927" y="68196"/>
                </a:lnTo>
                <a:lnTo>
                  <a:pt x="692724" y="66870"/>
                </a:lnTo>
                <a:lnTo>
                  <a:pt x="693588" y="65633"/>
                </a:lnTo>
                <a:lnTo>
                  <a:pt x="694516" y="64484"/>
                </a:lnTo>
                <a:lnTo>
                  <a:pt x="695501" y="63423"/>
                </a:lnTo>
                <a:lnTo>
                  <a:pt x="696538" y="62449"/>
                </a:lnTo>
                <a:lnTo>
                  <a:pt x="697623" y="61562"/>
                </a:lnTo>
                <a:lnTo>
                  <a:pt x="698748" y="60761"/>
                </a:lnTo>
                <a:lnTo>
                  <a:pt x="699910" y="60046"/>
                </a:lnTo>
                <a:lnTo>
                  <a:pt x="701103" y="59418"/>
                </a:lnTo>
                <a:lnTo>
                  <a:pt x="702321" y="58874"/>
                </a:lnTo>
                <a:lnTo>
                  <a:pt x="703559" y="58415"/>
                </a:lnTo>
                <a:lnTo>
                  <a:pt x="704812" y="58040"/>
                </a:lnTo>
                <a:lnTo>
                  <a:pt x="706075" y="57750"/>
                </a:lnTo>
                <a:lnTo>
                  <a:pt x="707341" y="57543"/>
                </a:lnTo>
                <a:lnTo>
                  <a:pt x="708606" y="57419"/>
                </a:lnTo>
                <a:lnTo>
                  <a:pt x="709864" y="57378"/>
                </a:lnTo>
                <a:lnTo>
                  <a:pt x="710983" y="57401"/>
                </a:lnTo>
                <a:lnTo>
                  <a:pt x="712028" y="57471"/>
                </a:lnTo>
                <a:lnTo>
                  <a:pt x="713001" y="57587"/>
                </a:lnTo>
                <a:lnTo>
                  <a:pt x="713905" y="57751"/>
                </a:lnTo>
                <a:lnTo>
                  <a:pt x="714742" y="57963"/>
                </a:lnTo>
                <a:lnTo>
                  <a:pt x="715515" y="58224"/>
                </a:lnTo>
                <a:lnTo>
                  <a:pt x="716225" y="58532"/>
                </a:lnTo>
                <a:lnTo>
                  <a:pt x="716875" y="58890"/>
                </a:lnTo>
                <a:lnTo>
                  <a:pt x="717468" y="59298"/>
                </a:lnTo>
                <a:lnTo>
                  <a:pt x="718006" y="59755"/>
                </a:lnTo>
                <a:lnTo>
                  <a:pt x="718490" y="60263"/>
                </a:lnTo>
                <a:lnTo>
                  <a:pt x="718925" y="60822"/>
                </a:lnTo>
                <a:lnTo>
                  <a:pt x="719311" y="61431"/>
                </a:lnTo>
                <a:lnTo>
                  <a:pt x="719651" y="62093"/>
                </a:lnTo>
                <a:lnTo>
                  <a:pt x="719947" y="62806"/>
                </a:lnTo>
                <a:lnTo>
                  <a:pt x="720203" y="63572"/>
                </a:lnTo>
                <a:lnTo>
                  <a:pt x="720420" y="64391"/>
                </a:lnTo>
                <a:lnTo>
                  <a:pt x="720600" y="65263"/>
                </a:lnTo>
                <a:lnTo>
                  <a:pt x="720746" y="66188"/>
                </a:lnTo>
                <a:lnTo>
                  <a:pt x="720860" y="67168"/>
                </a:lnTo>
                <a:lnTo>
                  <a:pt x="720945" y="68203"/>
                </a:lnTo>
                <a:lnTo>
                  <a:pt x="721003" y="69292"/>
                </a:lnTo>
                <a:lnTo>
                  <a:pt x="721035" y="70437"/>
                </a:lnTo>
                <a:lnTo>
                  <a:pt x="721046" y="71637"/>
                </a:lnTo>
                <a:lnTo>
                  <a:pt x="721046" y="124626"/>
                </a:lnTo>
                <a:lnTo>
                  <a:pt x="721053" y="125380"/>
                </a:lnTo>
                <a:lnTo>
                  <a:pt x="721077" y="126103"/>
                </a:lnTo>
                <a:lnTo>
                  <a:pt x="721119" y="126793"/>
                </a:lnTo>
                <a:lnTo>
                  <a:pt x="721182" y="127452"/>
                </a:lnTo>
                <a:lnTo>
                  <a:pt x="721268" y="128078"/>
                </a:lnTo>
                <a:lnTo>
                  <a:pt x="721380" y="128672"/>
                </a:lnTo>
                <a:lnTo>
                  <a:pt x="721519" y="129234"/>
                </a:lnTo>
                <a:lnTo>
                  <a:pt x="721688" y="129764"/>
                </a:lnTo>
                <a:lnTo>
                  <a:pt x="721889" y="130261"/>
                </a:lnTo>
                <a:lnTo>
                  <a:pt x="722125" y="130727"/>
                </a:lnTo>
                <a:lnTo>
                  <a:pt x="722397" y="131160"/>
                </a:lnTo>
                <a:lnTo>
                  <a:pt x="722708" y="131561"/>
                </a:lnTo>
                <a:lnTo>
                  <a:pt x="723060" y="131931"/>
                </a:lnTo>
                <a:lnTo>
                  <a:pt x="723455" y="132268"/>
                </a:lnTo>
                <a:lnTo>
                  <a:pt x="723897" y="132573"/>
                </a:lnTo>
                <a:lnTo>
                  <a:pt x="724386" y="132845"/>
                </a:lnTo>
                <a:lnTo>
                  <a:pt x="724926" y="133086"/>
                </a:lnTo>
                <a:lnTo>
                  <a:pt x="725517" y="133295"/>
                </a:lnTo>
                <a:lnTo>
                  <a:pt x="726164" y="133471"/>
                </a:lnTo>
                <a:lnTo>
                  <a:pt x="726868" y="133616"/>
                </a:lnTo>
                <a:lnTo>
                  <a:pt x="727631" y="133728"/>
                </a:lnTo>
                <a:lnTo>
                  <a:pt x="728455" y="133808"/>
                </a:lnTo>
                <a:lnTo>
                  <a:pt x="729344" y="133856"/>
                </a:lnTo>
                <a:lnTo>
                  <a:pt x="730298" y="133872"/>
                </a:lnTo>
                <a:lnTo>
                  <a:pt x="738011" y="133872"/>
                </a:lnTo>
                <a:lnTo>
                  <a:pt x="738899" y="133859"/>
                </a:lnTo>
                <a:lnTo>
                  <a:pt x="739732" y="133819"/>
                </a:lnTo>
                <a:lnTo>
                  <a:pt x="740512" y="133752"/>
                </a:lnTo>
                <a:lnTo>
                  <a:pt x="741240" y="133656"/>
                </a:lnTo>
                <a:lnTo>
                  <a:pt x="741918" y="133531"/>
                </a:lnTo>
                <a:lnTo>
                  <a:pt x="742548" y="133376"/>
                </a:lnTo>
                <a:lnTo>
                  <a:pt x="743130" y="133190"/>
                </a:lnTo>
                <a:lnTo>
                  <a:pt x="743666" y="132974"/>
                </a:lnTo>
                <a:lnTo>
                  <a:pt x="744159" y="132725"/>
                </a:lnTo>
                <a:lnTo>
                  <a:pt x="744608" y="132443"/>
                </a:lnTo>
                <a:lnTo>
                  <a:pt x="745017" y="132127"/>
                </a:lnTo>
                <a:lnTo>
                  <a:pt x="745386" y="131778"/>
                </a:lnTo>
                <a:lnTo>
                  <a:pt x="745716" y="131393"/>
                </a:lnTo>
                <a:lnTo>
                  <a:pt x="746010" y="130972"/>
                </a:lnTo>
                <a:lnTo>
                  <a:pt x="746269" y="130515"/>
                </a:lnTo>
                <a:lnTo>
                  <a:pt x="746494" y="130020"/>
                </a:lnTo>
                <a:lnTo>
                  <a:pt x="746688" y="129487"/>
                </a:lnTo>
                <a:lnTo>
                  <a:pt x="746850" y="128915"/>
                </a:lnTo>
                <a:lnTo>
                  <a:pt x="746983" y="128304"/>
                </a:lnTo>
                <a:lnTo>
                  <a:pt x="747089" y="127652"/>
                </a:lnTo>
                <a:lnTo>
                  <a:pt x="747169" y="126959"/>
                </a:lnTo>
                <a:lnTo>
                  <a:pt x="747224" y="126224"/>
                </a:lnTo>
                <a:lnTo>
                  <a:pt x="747256" y="125447"/>
                </a:lnTo>
                <a:lnTo>
                  <a:pt x="747266" y="124626"/>
                </a:lnTo>
                <a:lnTo>
                  <a:pt x="747266" y="71311"/>
                </a:lnTo>
                <a:lnTo>
                  <a:pt x="747222" y="68884"/>
                </a:lnTo>
                <a:lnTo>
                  <a:pt x="747088" y="66581"/>
                </a:lnTo>
                <a:lnTo>
                  <a:pt x="746863" y="64399"/>
                </a:lnTo>
                <a:lnTo>
                  <a:pt x="746547" y="62337"/>
                </a:lnTo>
                <a:close/>
                <a:moveTo>
                  <a:pt x="309109" y="75978"/>
                </a:moveTo>
                <a:lnTo>
                  <a:pt x="308383" y="72742"/>
                </a:lnTo>
                <a:lnTo>
                  <a:pt x="307496" y="69666"/>
                </a:lnTo>
                <a:lnTo>
                  <a:pt x="306446" y="66750"/>
                </a:lnTo>
                <a:lnTo>
                  <a:pt x="305234" y="63996"/>
                </a:lnTo>
                <a:lnTo>
                  <a:pt x="303859" y="61402"/>
                </a:lnTo>
                <a:lnTo>
                  <a:pt x="302322" y="58971"/>
                </a:lnTo>
                <a:lnTo>
                  <a:pt x="300621" y="56703"/>
                </a:lnTo>
                <a:lnTo>
                  <a:pt x="298757" y="54599"/>
                </a:lnTo>
                <a:lnTo>
                  <a:pt x="296729" y="52659"/>
                </a:lnTo>
                <a:lnTo>
                  <a:pt x="294537" y="50884"/>
                </a:lnTo>
                <a:lnTo>
                  <a:pt x="292181" y="49274"/>
                </a:lnTo>
                <a:lnTo>
                  <a:pt x="289661" y="47832"/>
                </a:lnTo>
                <a:lnTo>
                  <a:pt x="286976" y="46556"/>
                </a:lnTo>
                <a:lnTo>
                  <a:pt x="284126" y="45448"/>
                </a:lnTo>
                <a:lnTo>
                  <a:pt x="281111" y="44509"/>
                </a:lnTo>
                <a:lnTo>
                  <a:pt x="277930" y="43739"/>
                </a:lnTo>
                <a:lnTo>
                  <a:pt x="274584" y="43139"/>
                </a:lnTo>
                <a:lnTo>
                  <a:pt x="271072" y="42709"/>
                </a:lnTo>
                <a:lnTo>
                  <a:pt x="267394" y="42451"/>
                </a:lnTo>
                <a:lnTo>
                  <a:pt x="263549" y="42365"/>
                </a:lnTo>
                <a:lnTo>
                  <a:pt x="259614" y="42454"/>
                </a:lnTo>
                <a:lnTo>
                  <a:pt x="255860" y="42720"/>
                </a:lnTo>
                <a:lnTo>
                  <a:pt x="252283" y="43162"/>
                </a:lnTo>
                <a:lnTo>
                  <a:pt x="248885" y="43779"/>
                </a:lnTo>
                <a:lnTo>
                  <a:pt x="245662" y="44568"/>
                </a:lnTo>
                <a:lnTo>
                  <a:pt x="242615" y="45529"/>
                </a:lnTo>
                <a:lnTo>
                  <a:pt x="239742" y="46660"/>
                </a:lnTo>
                <a:lnTo>
                  <a:pt x="237043" y="47960"/>
                </a:lnTo>
                <a:lnTo>
                  <a:pt x="234515" y="49426"/>
                </a:lnTo>
                <a:lnTo>
                  <a:pt x="232158" y="51059"/>
                </a:lnTo>
                <a:lnTo>
                  <a:pt x="229972" y="52855"/>
                </a:lnTo>
                <a:lnTo>
                  <a:pt x="227954" y="54815"/>
                </a:lnTo>
                <a:lnTo>
                  <a:pt x="226103" y="56936"/>
                </a:lnTo>
                <a:lnTo>
                  <a:pt x="224420" y="59216"/>
                </a:lnTo>
                <a:lnTo>
                  <a:pt x="222902" y="61656"/>
                </a:lnTo>
                <a:lnTo>
                  <a:pt x="221548" y="64252"/>
                </a:lnTo>
                <a:lnTo>
                  <a:pt x="220358" y="67004"/>
                </a:lnTo>
                <a:lnTo>
                  <a:pt x="219329" y="69910"/>
                </a:lnTo>
                <a:lnTo>
                  <a:pt x="218462" y="72968"/>
                </a:lnTo>
                <a:lnTo>
                  <a:pt x="217756" y="76178"/>
                </a:lnTo>
                <a:lnTo>
                  <a:pt x="217208" y="79538"/>
                </a:lnTo>
                <a:lnTo>
                  <a:pt x="216818" y="83046"/>
                </a:lnTo>
                <a:lnTo>
                  <a:pt x="216584" y="86701"/>
                </a:lnTo>
                <a:lnTo>
                  <a:pt x="216507" y="90502"/>
                </a:lnTo>
                <a:lnTo>
                  <a:pt x="216593" y="94333"/>
                </a:lnTo>
                <a:lnTo>
                  <a:pt x="216851" y="97985"/>
                </a:lnTo>
                <a:lnTo>
                  <a:pt x="217278" y="101460"/>
                </a:lnTo>
                <a:lnTo>
                  <a:pt x="217875" y="104759"/>
                </a:lnTo>
                <a:lnTo>
                  <a:pt x="218640" y="107884"/>
                </a:lnTo>
                <a:lnTo>
                  <a:pt x="219570" y="110835"/>
                </a:lnTo>
                <a:lnTo>
                  <a:pt x="220666" y="113615"/>
                </a:lnTo>
                <a:lnTo>
                  <a:pt x="221926" y="116224"/>
                </a:lnTo>
                <a:lnTo>
                  <a:pt x="223349" y="118664"/>
                </a:lnTo>
                <a:lnTo>
                  <a:pt x="224933" y="120937"/>
                </a:lnTo>
                <a:lnTo>
                  <a:pt x="226677" y="123044"/>
                </a:lnTo>
                <a:lnTo>
                  <a:pt x="228580" y="124985"/>
                </a:lnTo>
                <a:lnTo>
                  <a:pt x="230641" y="126764"/>
                </a:lnTo>
                <a:lnTo>
                  <a:pt x="232858" y="128380"/>
                </a:lnTo>
                <a:lnTo>
                  <a:pt x="235230" y="129836"/>
                </a:lnTo>
                <a:lnTo>
                  <a:pt x="237757" y="131133"/>
                </a:lnTo>
                <a:lnTo>
                  <a:pt x="240435" y="132272"/>
                </a:lnTo>
                <a:lnTo>
                  <a:pt x="243265" y="133254"/>
                </a:lnTo>
                <a:lnTo>
                  <a:pt x="246246" y="134082"/>
                </a:lnTo>
                <a:lnTo>
                  <a:pt x="249375" y="134756"/>
                </a:lnTo>
                <a:lnTo>
                  <a:pt x="252652" y="135278"/>
                </a:lnTo>
                <a:lnTo>
                  <a:pt x="256075" y="135648"/>
                </a:lnTo>
                <a:lnTo>
                  <a:pt x="259643" y="135870"/>
                </a:lnTo>
                <a:lnTo>
                  <a:pt x="263355" y="135944"/>
                </a:lnTo>
                <a:lnTo>
                  <a:pt x="267068" y="135871"/>
                </a:lnTo>
                <a:lnTo>
                  <a:pt x="270639" y="135652"/>
                </a:lnTo>
                <a:lnTo>
                  <a:pt x="274067" y="135285"/>
                </a:lnTo>
                <a:lnTo>
                  <a:pt x="277350" y="134769"/>
                </a:lnTo>
                <a:lnTo>
                  <a:pt x="280487" y="134102"/>
                </a:lnTo>
                <a:lnTo>
                  <a:pt x="283476" y="133282"/>
                </a:lnTo>
                <a:lnTo>
                  <a:pt x="286315" y="132307"/>
                </a:lnTo>
                <a:lnTo>
                  <a:pt x="289005" y="131176"/>
                </a:lnTo>
                <a:lnTo>
                  <a:pt x="291542" y="129887"/>
                </a:lnTo>
                <a:lnTo>
                  <a:pt x="293926" y="128439"/>
                </a:lnTo>
                <a:lnTo>
                  <a:pt x="296155" y="126830"/>
                </a:lnTo>
                <a:lnTo>
                  <a:pt x="298227" y="125058"/>
                </a:lnTo>
                <a:lnTo>
                  <a:pt x="300142" y="123122"/>
                </a:lnTo>
                <a:lnTo>
                  <a:pt x="301898" y="121020"/>
                </a:lnTo>
                <a:lnTo>
                  <a:pt x="303494" y="118750"/>
                </a:lnTo>
                <a:lnTo>
                  <a:pt x="304928" y="116310"/>
                </a:lnTo>
                <a:lnTo>
                  <a:pt x="306198" y="113700"/>
                </a:lnTo>
                <a:lnTo>
                  <a:pt x="307303" y="110917"/>
                </a:lnTo>
                <a:lnTo>
                  <a:pt x="308243" y="107960"/>
                </a:lnTo>
                <a:lnTo>
                  <a:pt x="309014" y="104827"/>
                </a:lnTo>
                <a:lnTo>
                  <a:pt x="309617" y="101516"/>
                </a:lnTo>
                <a:lnTo>
                  <a:pt x="310049" y="98026"/>
                </a:lnTo>
                <a:lnTo>
                  <a:pt x="310310" y="94355"/>
                </a:lnTo>
                <a:lnTo>
                  <a:pt x="310397" y="90502"/>
                </a:lnTo>
                <a:lnTo>
                  <a:pt x="310316" y="86635"/>
                </a:lnTo>
                <a:lnTo>
                  <a:pt x="310075" y="82925"/>
                </a:lnTo>
                <a:lnTo>
                  <a:pt x="309673" y="79372"/>
                </a:lnTo>
                <a:lnTo>
                  <a:pt x="309109" y="75978"/>
                </a:lnTo>
                <a:close/>
                <a:moveTo>
                  <a:pt x="284081" y="95894"/>
                </a:moveTo>
                <a:lnTo>
                  <a:pt x="283990" y="97815"/>
                </a:lnTo>
                <a:lnTo>
                  <a:pt x="283854" y="99717"/>
                </a:lnTo>
                <a:lnTo>
                  <a:pt x="283665" y="101591"/>
                </a:lnTo>
                <a:lnTo>
                  <a:pt x="283413" y="103430"/>
                </a:lnTo>
                <a:lnTo>
                  <a:pt x="283089" y="105224"/>
                </a:lnTo>
                <a:lnTo>
                  <a:pt x="282685" y="106964"/>
                </a:lnTo>
                <a:lnTo>
                  <a:pt x="282191" y="108642"/>
                </a:lnTo>
                <a:lnTo>
                  <a:pt x="281598" y="110250"/>
                </a:lnTo>
                <a:lnTo>
                  <a:pt x="280898" y="111779"/>
                </a:lnTo>
                <a:lnTo>
                  <a:pt x="280082" y="113220"/>
                </a:lnTo>
                <a:lnTo>
                  <a:pt x="279141" y="114564"/>
                </a:lnTo>
                <a:lnTo>
                  <a:pt x="278065" y="115803"/>
                </a:lnTo>
                <a:lnTo>
                  <a:pt x="276846" y="116929"/>
                </a:lnTo>
                <a:lnTo>
                  <a:pt x="275474" y="117933"/>
                </a:lnTo>
                <a:lnTo>
                  <a:pt x="273942" y="118806"/>
                </a:lnTo>
                <a:lnTo>
                  <a:pt x="272239" y="119539"/>
                </a:lnTo>
                <a:lnTo>
                  <a:pt x="270358" y="120125"/>
                </a:lnTo>
                <a:lnTo>
                  <a:pt x="268288" y="120554"/>
                </a:lnTo>
                <a:lnTo>
                  <a:pt x="266021" y="120817"/>
                </a:lnTo>
                <a:lnTo>
                  <a:pt x="263549" y="120907"/>
                </a:lnTo>
                <a:lnTo>
                  <a:pt x="261053" y="120818"/>
                </a:lnTo>
                <a:lnTo>
                  <a:pt x="258765" y="120557"/>
                </a:lnTo>
                <a:lnTo>
                  <a:pt x="256676" y="120133"/>
                </a:lnTo>
                <a:lnTo>
                  <a:pt x="254777" y="119553"/>
                </a:lnTo>
                <a:lnTo>
                  <a:pt x="253058" y="118826"/>
                </a:lnTo>
                <a:lnTo>
                  <a:pt x="251511" y="117960"/>
                </a:lnTo>
                <a:lnTo>
                  <a:pt x="250127" y="116964"/>
                </a:lnTo>
                <a:lnTo>
                  <a:pt x="248896" y="115847"/>
                </a:lnTo>
                <a:lnTo>
                  <a:pt x="247810" y="114615"/>
                </a:lnTo>
                <a:lnTo>
                  <a:pt x="246860" y="113278"/>
                </a:lnTo>
                <a:lnTo>
                  <a:pt x="246036" y="111845"/>
                </a:lnTo>
                <a:lnTo>
                  <a:pt x="245330" y="110323"/>
                </a:lnTo>
                <a:lnTo>
                  <a:pt x="244732" y="108721"/>
                </a:lnTo>
                <a:lnTo>
                  <a:pt x="244233" y="107046"/>
                </a:lnTo>
                <a:lnTo>
                  <a:pt x="243825" y="105309"/>
                </a:lnTo>
                <a:lnTo>
                  <a:pt x="243498" y="103516"/>
                </a:lnTo>
                <a:lnTo>
                  <a:pt x="243244" y="101677"/>
                </a:lnTo>
                <a:lnTo>
                  <a:pt x="243052" y="99799"/>
                </a:lnTo>
                <a:lnTo>
                  <a:pt x="242915" y="97891"/>
                </a:lnTo>
                <a:lnTo>
                  <a:pt x="242823" y="95961"/>
                </a:lnTo>
                <a:lnTo>
                  <a:pt x="242768" y="94018"/>
                </a:lnTo>
                <a:lnTo>
                  <a:pt x="242739" y="92070"/>
                </a:lnTo>
                <a:lnTo>
                  <a:pt x="242728" y="90125"/>
                </a:lnTo>
                <a:lnTo>
                  <a:pt x="242727" y="88192"/>
                </a:lnTo>
                <a:lnTo>
                  <a:pt x="242728" y="86329"/>
                </a:lnTo>
                <a:lnTo>
                  <a:pt x="242739" y="84451"/>
                </a:lnTo>
                <a:lnTo>
                  <a:pt x="242767" y="82566"/>
                </a:lnTo>
                <a:lnTo>
                  <a:pt x="242822" y="80681"/>
                </a:lnTo>
                <a:lnTo>
                  <a:pt x="242914" y="78807"/>
                </a:lnTo>
                <a:lnTo>
                  <a:pt x="243049" y="76950"/>
                </a:lnTo>
                <a:lnTo>
                  <a:pt x="243239" y="75120"/>
                </a:lnTo>
                <a:lnTo>
                  <a:pt x="243491" y="73325"/>
                </a:lnTo>
                <a:lnTo>
                  <a:pt x="243815" y="71574"/>
                </a:lnTo>
                <a:lnTo>
                  <a:pt x="244219" y="69874"/>
                </a:lnTo>
                <a:lnTo>
                  <a:pt x="244713" y="68235"/>
                </a:lnTo>
                <a:lnTo>
                  <a:pt x="245305" y="66664"/>
                </a:lnTo>
                <a:lnTo>
                  <a:pt x="246005" y="65171"/>
                </a:lnTo>
                <a:lnTo>
                  <a:pt x="246822" y="63763"/>
                </a:lnTo>
                <a:lnTo>
                  <a:pt x="247763" y="62449"/>
                </a:lnTo>
                <a:lnTo>
                  <a:pt x="248839" y="61237"/>
                </a:lnTo>
                <a:lnTo>
                  <a:pt x="250058" y="60137"/>
                </a:lnTo>
                <a:lnTo>
                  <a:pt x="251429" y="59156"/>
                </a:lnTo>
                <a:lnTo>
                  <a:pt x="252962" y="58302"/>
                </a:lnTo>
                <a:lnTo>
                  <a:pt x="254664" y="57585"/>
                </a:lnTo>
                <a:lnTo>
                  <a:pt x="256546" y="57013"/>
                </a:lnTo>
                <a:lnTo>
                  <a:pt x="258616" y="56594"/>
                </a:lnTo>
                <a:lnTo>
                  <a:pt x="260882" y="56336"/>
                </a:lnTo>
                <a:lnTo>
                  <a:pt x="263355" y="56248"/>
                </a:lnTo>
                <a:lnTo>
                  <a:pt x="265851" y="56335"/>
                </a:lnTo>
                <a:lnTo>
                  <a:pt x="268139" y="56590"/>
                </a:lnTo>
                <a:lnTo>
                  <a:pt x="270228" y="57005"/>
                </a:lnTo>
                <a:lnTo>
                  <a:pt x="272127" y="57572"/>
                </a:lnTo>
                <a:lnTo>
                  <a:pt x="273846" y="58282"/>
                </a:lnTo>
                <a:lnTo>
                  <a:pt x="275392" y="59128"/>
                </a:lnTo>
                <a:lnTo>
                  <a:pt x="276777" y="60102"/>
                </a:lnTo>
                <a:lnTo>
                  <a:pt x="278007" y="61194"/>
                </a:lnTo>
                <a:lnTo>
                  <a:pt x="279093" y="62398"/>
                </a:lnTo>
                <a:lnTo>
                  <a:pt x="280044" y="63704"/>
                </a:lnTo>
                <a:lnTo>
                  <a:pt x="280868" y="65104"/>
                </a:lnTo>
                <a:lnTo>
                  <a:pt x="281574" y="66591"/>
                </a:lnTo>
                <a:lnTo>
                  <a:pt x="282172" y="68156"/>
                </a:lnTo>
                <a:lnTo>
                  <a:pt x="282670" y="69792"/>
                </a:lnTo>
                <a:lnTo>
                  <a:pt x="283079" y="71489"/>
                </a:lnTo>
                <a:lnTo>
                  <a:pt x="283406" y="73239"/>
                </a:lnTo>
                <a:lnTo>
                  <a:pt x="283660" y="75035"/>
                </a:lnTo>
                <a:lnTo>
                  <a:pt x="283851" y="76868"/>
                </a:lnTo>
                <a:lnTo>
                  <a:pt x="283988" y="78731"/>
                </a:lnTo>
                <a:lnTo>
                  <a:pt x="284080" y="80614"/>
                </a:lnTo>
                <a:lnTo>
                  <a:pt x="284136" y="82510"/>
                </a:lnTo>
                <a:lnTo>
                  <a:pt x="284165" y="84410"/>
                </a:lnTo>
                <a:lnTo>
                  <a:pt x="284175" y="86307"/>
                </a:lnTo>
                <a:lnTo>
                  <a:pt x="284177" y="88192"/>
                </a:lnTo>
                <a:lnTo>
                  <a:pt x="284175" y="90103"/>
                </a:lnTo>
                <a:lnTo>
                  <a:pt x="284165" y="92029"/>
                </a:lnTo>
                <a:lnTo>
                  <a:pt x="284136" y="93962"/>
                </a:lnTo>
                <a:lnTo>
                  <a:pt x="284081" y="95894"/>
                </a:lnTo>
                <a:close/>
                <a:moveTo>
                  <a:pt x="133464" y="48691"/>
                </a:moveTo>
                <a:lnTo>
                  <a:pt x="133257" y="48246"/>
                </a:lnTo>
                <a:lnTo>
                  <a:pt x="133022" y="47844"/>
                </a:lnTo>
                <a:lnTo>
                  <a:pt x="132757" y="47485"/>
                </a:lnTo>
                <a:lnTo>
                  <a:pt x="132464" y="47166"/>
                </a:lnTo>
                <a:lnTo>
                  <a:pt x="132142" y="46884"/>
                </a:lnTo>
                <a:lnTo>
                  <a:pt x="131791" y="46638"/>
                </a:lnTo>
                <a:lnTo>
                  <a:pt x="131411" y="46424"/>
                </a:lnTo>
                <a:lnTo>
                  <a:pt x="131004" y="46241"/>
                </a:lnTo>
                <a:lnTo>
                  <a:pt x="130568" y="46086"/>
                </a:lnTo>
                <a:lnTo>
                  <a:pt x="130104" y="45956"/>
                </a:lnTo>
                <a:lnTo>
                  <a:pt x="129613" y="45850"/>
                </a:lnTo>
                <a:lnTo>
                  <a:pt x="129094" y="45766"/>
                </a:lnTo>
                <a:lnTo>
                  <a:pt x="128547" y="45700"/>
                </a:lnTo>
                <a:lnTo>
                  <a:pt x="127974" y="45650"/>
                </a:lnTo>
                <a:lnTo>
                  <a:pt x="127373" y="45614"/>
                </a:lnTo>
                <a:lnTo>
                  <a:pt x="126745" y="45591"/>
                </a:lnTo>
                <a:lnTo>
                  <a:pt x="126090" y="45576"/>
                </a:lnTo>
                <a:lnTo>
                  <a:pt x="125409" y="45569"/>
                </a:lnTo>
                <a:lnTo>
                  <a:pt x="124701" y="45566"/>
                </a:lnTo>
                <a:lnTo>
                  <a:pt x="123967" y="45566"/>
                </a:lnTo>
                <a:lnTo>
                  <a:pt x="122869" y="45569"/>
                </a:lnTo>
                <a:lnTo>
                  <a:pt x="121838" y="45583"/>
                </a:lnTo>
                <a:lnTo>
                  <a:pt x="120871" y="45610"/>
                </a:lnTo>
                <a:lnTo>
                  <a:pt x="119965" y="45655"/>
                </a:lnTo>
                <a:lnTo>
                  <a:pt x="119118" y="45721"/>
                </a:lnTo>
                <a:lnTo>
                  <a:pt x="118325" y="45813"/>
                </a:lnTo>
                <a:lnTo>
                  <a:pt x="117583" y="45933"/>
                </a:lnTo>
                <a:lnTo>
                  <a:pt x="116891" y="46087"/>
                </a:lnTo>
                <a:lnTo>
                  <a:pt x="116243" y="46278"/>
                </a:lnTo>
                <a:lnTo>
                  <a:pt x="115639" y="46509"/>
                </a:lnTo>
                <a:lnTo>
                  <a:pt x="115073" y="46785"/>
                </a:lnTo>
                <a:lnTo>
                  <a:pt x="114544" y="47109"/>
                </a:lnTo>
                <a:lnTo>
                  <a:pt x="114048" y="47485"/>
                </a:lnTo>
                <a:lnTo>
                  <a:pt x="113582" y="47917"/>
                </a:lnTo>
                <a:lnTo>
                  <a:pt x="113143" y="48410"/>
                </a:lnTo>
                <a:lnTo>
                  <a:pt x="112727" y="48966"/>
                </a:lnTo>
                <a:lnTo>
                  <a:pt x="112333" y="49589"/>
                </a:lnTo>
                <a:lnTo>
                  <a:pt x="111956" y="50284"/>
                </a:lnTo>
                <a:lnTo>
                  <a:pt x="111594" y="51055"/>
                </a:lnTo>
                <a:lnTo>
                  <a:pt x="111243" y="51904"/>
                </a:lnTo>
                <a:lnTo>
                  <a:pt x="110901" y="52837"/>
                </a:lnTo>
                <a:lnTo>
                  <a:pt x="110564" y="53857"/>
                </a:lnTo>
                <a:lnTo>
                  <a:pt x="110229" y="54967"/>
                </a:lnTo>
                <a:lnTo>
                  <a:pt x="109893" y="56171"/>
                </a:lnTo>
                <a:lnTo>
                  <a:pt x="94278" y="112087"/>
                </a:lnTo>
                <a:lnTo>
                  <a:pt x="77890" y="54244"/>
                </a:lnTo>
                <a:lnTo>
                  <a:pt x="77744" y="53713"/>
                </a:lnTo>
                <a:lnTo>
                  <a:pt x="77592" y="53182"/>
                </a:lnTo>
                <a:lnTo>
                  <a:pt x="77433" y="52654"/>
                </a:lnTo>
                <a:lnTo>
                  <a:pt x="77261" y="52129"/>
                </a:lnTo>
                <a:lnTo>
                  <a:pt x="77075" y="51610"/>
                </a:lnTo>
                <a:lnTo>
                  <a:pt x="76872" y="51099"/>
                </a:lnTo>
                <a:lnTo>
                  <a:pt x="76647" y="50598"/>
                </a:lnTo>
                <a:lnTo>
                  <a:pt x="76397" y="50109"/>
                </a:lnTo>
                <a:lnTo>
                  <a:pt x="76121" y="49634"/>
                </a:lnTo>
                <a:lnTo>
                  <a:pt x="75813" y="49175"/>
                </a:lnTo>
                <a:lnTo>
                  <a:pt x="75472" y="48735"/>
                </a:lnTo>
                <a:lnTo>
                  <a:pt x="75094" y="48314"/>
                </a:lnTo>
                <a:lnTo>
                  <a:pt x="74676" y="47916"/>
                </a:lnTo>
                <a:lnTo>
                  <a:pt x="74214" y="47541"/>
                </a:lnTo>
                <a:lnTo>
                  <a:pt x="73706" y="47193"/>
                </a:lnTo>
                <a:lnTo>
                  <a:pt x="73148" y="46873"/>
                </a:lnTo>
                <a:lnTo>
                  <a:pt x="72537" y="46583"/>
                </a:lnTo>
                <a:lnTo>
                  <a:pt x="71870" y="46325"/>
                </a:lnTo>
                <a:lnTo>
                  <a:pt x="71144" y="46101"/>
                </a:lnTo>
                <a:lnTo>
                  <a:pt x="70356" y="45914"/>
                </a:lnTo>
                <a:lnTo>
                  <a:pt x="69502" y="45764"/>
                </a:lnTo>
                <a:lnTo>
                  <a:pt x="68579" y="45655"/>
                </a:lnTo>
                <a:lnTo>
                  <a:pt x="67584" y="45588"/>
                </a:lnTo>
                <a:lnTo>
                  <a:pt x="66514" y="45566"/>
                </a:lnTo>
                <a:lnTo>
                  <a:pt x="66144" y="45566"/>
                </a:lnTo>
                <a:lnTo>
                  <a:pt x="65761" y="45568"/>
                </a:lnTo>
                <a:lnTo>
                  <a:pt x="65363" y="45574"/>
                </a:lnTo>
                <a:lnTo>
                  <a:pt x="64955" y="45586"/>
                </a:lnTo>
                <a:lnTo>
                  <a:pt x="64535" y="45606"/>
                </a:lnTo>
                <a:lnTo>
                  <a:pt x="64107" y="45635"/>
                </a:lnTo>
                <a:lnTo>
                  <a:pt x="63671" y="45676"/>
                </a:lnTo>
                <a:lnTo>
                  <a:pt x="63229" y="45730"/>
                </a:lnTo>
                <a:lnTo>
                  <a:pt x="62783" y="45800"/>
                </a:lnTo>
                <a:lnTo>
                  <a:pt x="62333" y="45886"/>
                </a:lnTo>
                <a:lnTo>
                  <a:pt x="61881" y="45993"/>
                </a:lnTo>
                <a:lnTo>
                  <a:pt x="61429" y="46120"/>
                </a:lnTo>
                <a:lnTo>
                  <a:pt x="60978" y="46271"/>
                </a:lnTo>
                <a:lnTo>
                  <a:pt x="60529" y="46446"/>
                </a:lnTo>
                <a:lnTo>
                  <a:pt x="60085" y="46649"/>
                </a:lnTo>
                <a:lnTo>
                  <a:pt x="59645" y="46880"/>
                </a:lnTo>
                <a:lnTo>
                  <a:pt x="59212" y="47142"/>
                </a:lnTo>
                <a:lnTo>
                  <a:pt x="58787" y="47437"/>
                </a:lnTo>
                <a:lnTo>
                  <a:pt x="58372" y="47767"/>
                </a:lnTo>
                <a:lnTo>
                  <a:pt x="57968" y="48133"/>
                </a:lnTo>
                <a:lnTo>
                  <a:pt x="57576" y="48538"/>
                </a:lnTo>
                <a:lnTo>
                  <a:pt x="57197" y="48983"/>
                </a:lnTo>
                <a:lnTo>
                  <a:pt x="56834" y="49470"/>
                </a:lnTo>
                <a:lnTo>
                  <a:pt x="56488" y="50002"/>
                </a:lnTo>
                <a:lnTo>
                  <a:pt x="56237" y="50519"/>
                </a:lnTo>
                <a:lnTo>
                  <a:pt x="55919" y="51336"/>
                </a:lnTo>
                <a:lnTo>
                  <a:pt x="55538" y="52434"/>
                </a:lnTo>
                <a:lnTo>
                  <a:pt x="55098" y="53796"/>
                </a:lnTo>
                <a:lnTo>
                  <a:pt x="54603" y="55403"/>
                </a:lnTo>
                <a:lnTo>
                  <a:pt x="54055" y="57238"/>
                </a:lnTo>
                <a:lnTo>
                  <a:pt x="53460" y="59284"/>
                </a:lnTo>
                <a:lnTo>
                  <a:pt x="52819" y="61521"/>
                </a:lnTo>
                <a:lnTo>
                  <a:pt x="52138" y="63932"/>
                </a:lnTo>
                <a:lnTo>
                  <a:pt x="51420" y="66499"/>
                </a:lnTo>
                <a:lnTo>
                  <a:pt x="50668" y="69205"/>
                </a:lnTo>
                <a:lnTo>
                  <a:pt x="49886" y="72031"/>
                </a:lnTo>
                <a:lnTo>
                  <a:pt x="49079" y="74959"/>
                </a:lnTo>
                <a:lnTo>
                  <a:pt x="48248" y="77972"/>
                </a:lnTo>
                <a:lnTo>
                  <a:pt x="47400" y="81051"/>
                </a:lnTo>
                <a:lnTo>
                  <a:pt x="46536" y="84180"/>
                </a:lnTo>
                <a:lnTo>
                  <a:pt x="45660" y="87339"/>
                </a:lnTo>
                <a:lnTo>
                  <a:pt x="44777" y="90510"/>
                </a:lnTo>
                <a:lnTo>
                  <a:pt x="43890" y="93677"/>
                </a:lnTo>
                <a:lnTo>
                  <a:pt x="43002" y="96821"/>
                </a:lnTo>
                <a:lnTo>
                  <a:pt x="42118" y="99924"/>
                </a:lnTo>
                <a:lnTo>
                  <a:pt x="41241" y="102969"/>
                </a:lnTo>
                <a:lnTo>
                  <a:pt x="40375" y="105936"/>
                </a:lnTo>
                <a:lnTo>
                  <a:pt x="39523" y="108810"/>
                </a:lnTo>
                <a:lnTo>
                  <a:pt x="24099" y="54244"/>
                </a:lnTo>
                <a:lnTo>
                  <a:pt x="23857" y="53448"/>
                </a:lnTo>
                <a:lnTo>
                  <a:pt x="23610" y="52696"/>
                </a:lnTo>
                <a:lnTo>
                  <a:pt x="23356" y="51989"/>
                </a:lnTo>
                <a:lnTo>
                  <a:pt x="23094" y="51325"/>
                </a:lnTo>
                <a:lnTo>
                  <a:pt x="22819" y="50703"/>
                </a:lnTo>
                <a:lnTo>
                  <a:pt x="22530" y="50122"/>
                </a:lnTo>
                <a:lnTo>
                  <a:pt x="22225" y="49581"/>
                </a:lnTo>
                <a:lnTo>
                  <a:pt x="21900" y="49080"/>
                </a:lnTo>
                <a:lnTo>
                  <a:pt x="21555" y="48617"/>
                </a:lnTo>
                <a:lnTo>
                  <a:pt x="21185" y="48191"/>
                </a:lnTo>
                <a:lnTo>
                  <a:pt x="20789" y="47801"/>
                </a:lnTo>
                <a:lnTo>
                  <a:pt x="20364" y="47446"/>
                </a:lnTo>
                <a:lnTo>
                  <a:pt x="19909" y="47125"/>
                </a:lnTo>
                <a:lnTo>
                  <a:pt x="19419" y="46838"/>
                </a:lnTo>
                <a:lnTo>
                  <a:pt x="18894" y="46583"/>
                </a:lnTo>
                <a:lnTo>
                  <a:pt x="18330" y="46358"/>
                </a:lnTo>
                <a:lnTo>
                  <a:pt x="17726" y="46164"/>
                </a:lnTo>
                <a:lnTo>
                  <a:pt x="17078" y="45999"/>
                </a:lnTo>
                <a:lnTo>
                  <a:pt x="16384" y="45863"/>
                </a:lnTo>
                <a:lnTo>
                  <a:pt x="15643" y="45753"/>
                </a:lnTo>
                <a:lnTo>
                  <a:pt x="14851" y="45670"/>
                </a:lnTo>
                <a:lnTo>
                  <a:pt x="14006" y="45611"/>
                </a:lnTo>
                <a:lnTo>
                  <a:pt x="13105" y="45577"/>
                </a:lnTo>
                <a:lnTo>
                  <a:pt x="12147" y="45566"/>
                </a:lnTo>
                <a:lnTo>
                  <a:pt x="8290" y="45566"/>
                </a:lnTo>
                <a:lnTo>
                  <a:pt x="7830" y="45566"/>
                </a:lnTo>
                <a:lnTo>
                  <a:pt x="7369" y="45569"/>
                </a:lnTo>
                <a:lnTo>
                  <a:pt x="6906" y="45576"/>
                </a:lnTo>
                <a:lnTo>
                  <a:pt x="6444" y="45591"/>
                </a:lnTo>
                <a:lnTo>
                  <a:pt x="5986" y="45614"/>
                </a:lnTo>
                <a:lnTo>
                  <a:pt x="5531" y="45650"/>
                </a:lnTo>
                <a:lnTo>
                  <a:pt x="5083" y="45700"/>
                </a:lnTo>
                <a:lnTo>
                  <a:pt x="4642" y="45766"/>
                </a:lnTo>
                <a:lnTo>
                  <a:pt x="4210" y="45850"/>
                </a:lnTo>
                <a:lnTo>
                  <a:pt x="3790" y="45956"/>
                </a:lnTo>
                <a:lnTo>
                  <a:pt x="3382" y="46086"/>
                </a:lnTo>
                <a:lnTo>
                  <a:pt x="2989" y="46241"/>
                </a:lnTo>
                <a:lnTo>
                  <a:pt x="2612" y="46424"/>
                </a:lnTo>
                <a:lnTo>
                  <a:pt x="2252" y="46638"/>
                </a:lnTo>
                <a:lnTo>
                  <a:pt x="1912" y="46884"/>
                </a:lnTo>
                <a:lnTo>
                  <a:pt x="1593" y="47166"/>
                </a:lnTo>
                <a:lnTo>
                  <a:pt x="1297" y="47485"/>
                </a:lnTo>
                <a:lnTo>
                  <a:pt x="1025" y="47844"/>
                </a:lnTo>
                <a:lnTo>
                  <a:pt x="779" y="48246"/>
                </a:lnTo>
                <a:lnTo>
                  <a:pt x="561" y="48691"/>
                </a:lnTo>
                <a:lnTo>
                  <a:pt x="372" y="49184"/>
                </a:lnTo>
                <a:lnTo>
                  <a:pt x="215" y="49726"/>
                </a:lnTo>
                <a:lnTo>
                  <a:pt x="90" y="50320"/>
                </a:lnTo>
                <a:lnTo>
                  <a:pt x="0" y="50967"/>
                </a:lnTo>
                <a:lnTo>
                  <a:pt x="20437" y="125005"/>
                </a:lnTo>
                <a:lnTo>
                  <a:pt x="20763" y="126068"/>
                </a:lnTo>
                <a:lnTo>
                  <a:pt x="21114" y="127042"/>
                </a:lnTo>
                <a:lnTo>
                  <a:pt x="21489" y="127932"/>
                </a:lnTo>
                <a:lnTo>
                  <a:pt x="21886" y="128741"/>
                </a:lnTo>
                <a:lnTo>
                  <a:pt x="22305" y="129473"/>
                </a:lnTo>
                <a:lnTo>
                  <a:pt x="22744" y="130132"/>
                </a:lnTo>
                <a:lnTo>
                  <a:pt x="23202" y="130721"/>
                </a:lnTo>
                <a:lnTo>
                  <a:pt x="23679" y="131245"/>
                </a:lnTo>
                <a:lnTo>
                  <a:pt x="24171" y="131708"/>
                </a:lnTo>
                <a:lnTo>
                  <a:pt x="24680" y="132112"/>
                </a:lnTo>
                <a:lnTo>
                  <a:pt x="25203" y="132463"/>
                </a:lnTo>
                <a:lnTo>
                  <a:pt x="25739" y="132764"/>
                </a:lnTo>
                <a:lnTo>
                  <a:pt x="26287" y="133019"/>
                </a:lnTo>
                <a:lnTo>
                  <a:pt x="26846" y="133231"/>
                </a:lnTo>
                <a:lnTo>
                  <a:pt x="27415" y="133405"/>
                </a:lnTo>
                <a:lnTo>
                  <a:pt x="27992" y="133544"/>
                </a:lnTo>
                <a:lnTo>
                  <a:pt x="28577" y="133652"/>
                </a:lnTo>
                <a:lnTo>
                  <a:pt x="29167" y="133734"/>
                </a:lnTo>
                <a:lnTo>
                  <a:pt x="29763" y="133792"/>
                </a:lnTo>
                <a:lnTo>
                  <a:pt x="30363" y="133831"/>
                </a:lnTo>
                <a:lnTo>
                  <a:pt x="30966" y="133855"/>
                </a:lnTo>
                <a:lnTo>
                  <a:pt x="31570" y="133867"/>
                </a:lnTo>
                <a:lnTo>
                  <a:pt x="32174" y="133872"/>
                </a:lnTo>
                <a:lnTo>
                  <a:pt x="32777" y="133872"/>
                </a:lnTo>
                <a:lnTo>
                  <a:pt x="38176" y="133872"/>
                </a:lnTo>
                <a:lnTo>
                  <a:pt x="39270" y="133857"/>
                </a:lnTo>
                <a:lnTo>
                  <a:pt x="40289" y="133811"/>
                </a:lnTo>
                <a:lnTo>
                  <a:pt x="41237" y="133733"/>
                </a:lnTo>
                <a:lnTo>
                  <a:pt x="42117" y="133622"/>
                </a:lnTo>
                <a:lnTo>
                  <a:pt x="42933" y="133478"/>
                </a:lnTo>
                <a:lnTo>
                  <a:pt x="43688" y="133300"/>
                </a:lnTo>
                <a:lnTo>
                  <a:pt x="44386" y="133087"/>
                </a:lnTo>
                <a:lnTo>
                  <a:pt x="45030" y="132837"/>
                </a:lnTo>
                <a:lnTo>
                  <a:pt x="45624" y="132551"/>
                </a:lnTo>
                <a:lnTo>
                  <a:pt x="46171" y="132227"/>
                </a:lnTo>
                <a:lnTo>
                  <a:pt x="46675" y="131864"/>
                </a:lnTo>
                <a:lnTo>
                  <a:pt x="47139" y="131463"/>
                </a:lnTo>
                <a:lnTo>
                  <a:pt x="47568" y="131021"/>
                </a:lnTo>
                <a:lnTo>
                  <a:pt x="47963" y="130538"/>
                </a:lnTo>
                <a:lnTo>
                  <a:pt x="48330" y="130013"/>
                </a:lnTo>
                <a:lnTo>
                  <a:pt x="48671" y="129445"/>
                </a:lnTo>
                <a:lnTo>
                  <a:pt x="48990" y="128835"/>
                </a:lnTo>
                <a:lnTo>
                  <a:pt x="49290" y="128179"/>
                </a:lnTo>
                <a:lnTo>
                  <a:pt x="49575" y="127479"/>
                </a:lnTo>
                <a:lnTo>
                  <a:pt x="49849" y="126732"/>
                </a:lnTo>
                <a:lnTo>
                  <a:pt x="50115" y="125939"/>
                </a:lnTo>
                <a:lnTo>
                  <a:pt x="50376" y="125098"/>
                </a:lnTo>
                <a:lnTo>
                  <a:pt x="50636" y="124208"/>
                </a:lnTo>
                <a:lnTo>
                  <a:pt x="50899" y="123269"/>
                </a:lnTo>
                <a:lnTo>
                  <a:pt x="51465" y="121227"/>
                </a:lnTo>
                <a:lnTo>
                  <a:pt x="52054" y="119109"/>
                </a:lnTo>
                <a:lnTo>
                  <a:pt x="52662" y="116923"/>
                </a:lnTo>
                <a:lnTo>
                  <a:pt x="53284" y="114681"/>
                </a:lnTo>
                <a:lnTo>
                  <a:pt x="53918" y="112391"/>
                </a:lnTo>
                <a:lnTo>
                  <a:pt x="54559" y="110065"/>
                </a:lnTo>
                <a:lnTo>
                  <a:pt x="55203" y="107710"/>
                </a:lnTo>
                <a:lnTo>
                  <a:pt x="55847" y="105338"/>
                </a:lnTo>
                <a:lnTo>
                  <a:pt x="56487" y="102957"/>
                </a:lnTo>
                <a:lnTo>
                  <a:pt x="57119" y="100579"/>
                </a:lnTo>
                <a:lnTo>
                  <a:pt x="57740" y="98212"/>
                </a:lnTo>
                <a:lnTo>
                  <a:pt x="58345" y="95866"/>
                </a:lnTo>
                <a:lnTo>
                  <a:pt x="58932" y="93552"/>
                </a:lnTo>
                <a:lnTo>
                  <a:pt x="59495" y="91278"/>
                </a:lnTo>
                <a:lnTo>
                  <a:pt x="60032" y="89055"/>
                </a:lnTo>
                <a:lnTo>
                  <a:pt x="60539" y="86893"/>
                </a:lnTo>
                <a:lnTo>
                  <a:pt x="61011" y="84801"/>
                </a:lnTo>
                <a:lnTo>
                  <a:pt x="61446" y="82789"/>
                </a:lnTo>
                <a:lnTo>
                  <a:pt x="61838" y="80867"/>
                </a:lnTo>
                <a:lnTo>
                  <a:pt x="62186" y="79044"/>
                </a:lnTo>
                <a:lnTo>
                  <a:pt x="62484" y="77331"/>
                </a:lnTo>
                <a:lnTo>
                  <a:pt x="62729" y="75737"/>
                </a:lnTo>
                <a:lnTo>
                  <a:pt x="62917" y="74273"/>
                </a:lnTo>
                <a:lnTo>
                  <a:pt x="63045" y="72947"/>
                </a:lnTo>
                <a:lnTo>
                  <a:pt x="63237" y="72753"/>
                </a:lnTo>
                <a:lnTo>
                  <a:pt x="63418" y="74225"/>
                </a:lnTo>
                <a:lnTo>
                  <a:pt x="63671" y="75882"/>
                </a:lnTo>
                <a:lnTo>
                  <a:pt x="63988" y="77707"/>
                </a:lnTo>
                <a:lnTo>
                  <a:pt x="64364" y="79682"/>
                </a:lnTo>
                <a:lnTo>
                  <a:pt x="64793" y="81788"/>
                </a:lnTo>
                <a:lnTo>
                  <a:pt x="65270" y="84008"/>
                </a:lnTo>
                <a:lnTo>
                  <a:pt x="65788" y="86325"/>
                </a:lnTo>
                <a:lnTo>
                  <a:pt x="66343" y="88721"/>
                </a:lnTo>
                <a:lnTo>
                  <a:pt x="66927" y="91177"/>
                </a:lnTo>
                <a:lnTo>
                  <a:pt x="67536" y="93677"/>
                </a:lnTo>
                <a:lnTo>
                  <a:pt x="68163" y="96202"/>
                </a:lnTo>
                <a:lnTo>
                  <a:pt x="68804" y="98735"/>
                </a:lnTo>
                <a:lnTo>
                  <a:pt x="69451" y="101257"/>
                </a:lnTo>
                <a:lnTo>
                  <a:pt x="70099" y="103752"/>
                </a:lnTo>
                <a:lnTo>
                  <a:pt x="70743" y="106202"/>
                </a:lnTo>
                <a:lnTo>
                  <a:pt x="71377" y="108588"/>
                </a:lnTo>
                <a:lnTo>
                  <a:pt x="71995" y="110893"/>
                </a:lnTo>
                <a:lnTo>
                  <a:pt x="72590" y="113099"/>
                </a:lnTo>
                <a:lnTo>
                  <a:pt x="73159" y="115189"/>
                </a:lnTo>
                <a:lnTo>
                  <a:pt x="73693" y="117144"/>
                </a:lnTo>
                <a:lnTo>
                  <a:pt x="74189" y="118948"/>
                </a:lnTo>
                <a:lnTo>
                  <a:pt x="74640" y="120582"/>
                </a:lnTo>
                <a:lnTo>
                  <a:pt x="75040" y="122028"/>
                </a:lnTo>
                <a:lnTo>
                  <a:pt x="75383" y="123269"/>
                </a:lnTo>
                <a:lnTo>
                  <a:pt x="75643" y="124120"/>
                </a:lnTo>
                <a:lnTo>
                  <a:pt x="75895" y="124936"/>
                </a:lnTo>
                <a:lnTo>
                  <a:pt x="76144" y="125718"/>
                </a:lnTo>
                <a:lnTo>
                  <a:pt x="76393" y="126465"/>
                </a:lnTo>
                <a:lnTo>
                  <a:pt x="76647" y="127177"/>
                </a:lnTo>
                <a:lnTo>
                  <a:pt x="76911" y="127854"/>
                </a:lnTo>
                <a:lnTo>
                  <a:pt x="77188" y="128496"/>
                </a:lnTo>
                <a:lnTo>
                  <a:pt x="77483" y="129103"/>
                </a:lnTo>
                <a:lnTo>
                  <a:pt x="77800" y="129674"/>
                </a:lnTo>
                <a:lnTo>
                  <a:pt x="78143" y="130210"/>
                </a:lnTo>
                <a:lnTo>
                  <a:pt x="78517" y="130710"/>
                </a:lnTo>
                <a:lnTo>
                  <a:pt x="78926" y="131173"/>
                </a:lnTo>
                <a:lnTo>
                  <a:pt x="79374" y="131601"/>
                </a:lnTo>
                <a:lnTo>
                  <a:pt x="79866" y="131993"/>
                </a:lnTo>
                <a:lnTo>
                  <a:pt x="80405" y="132347"/>
                </a:lnTo>
                <a:lnTo>
                  <a:pt x="80996" y="132666"/>
                </a:lnTo>
                <a:lnTo>
                  <a:pt x="81643" y="132947"/>
                </a:lnTo>
                <a:lnTo>
                  <a:pt x="82351" y="133192"/>
                </a:lnTo>
                <a:lnTo>
                  <a:pt x="83123" y="133399"/>
                </a:lnTo>
                <a:lnTo>
                  <a:pt x="83965" y="133569"/>
                </a:lnTo>
                <a:lnTo>
                  <a:pt x="84880" y="133701"/>
                </a:lnTo>
                <a:lnTo>
                  <a:pt x="85872" y="133796"/>
                </a:lnTo>
                <a:lnTo>
                  <a:pt x="86946" y="133853"/>
                </a:lnTo>
                <a:lnTo>
                  <a:pt x="88106" y="133872"/>
                </a:lnTo>
                <a:lnTo>
                  <a:pt x="101218" y="133872"/>
                </a:lnTo>
                <a:lnTo>
                  <a:pt x="102221" y="133860"/>
                </a:lnTo>
                <a:lnTo>
                  <a:pt x="103162" y="133823"/>
                </a:lnTo>
                <a:lnTo>
                  <a:pt x="104041" y="133760"/>
                </a:lnTo>
                <a:lnTo>
                  <a:pt x="104862" y="133671"/>
                </a:lnTo>
                <a:lnTo>
                  <a:pt x="105628" y="133554"/>
                </a:lnTo>
                <a:lnTo>
                  <a:pt x="106342" y="133409"/>
                </a:lnTo>
                <a:lnTo>
                  <a:pt x="107006" y="133234"/>
                </a:lnTo>
                <a:lnTo>
                  <a:pt x="107623" y="133030"/>
                </a:lnTo>
                <a:lnTo>
                  <a:pt x="108195" y="132795"/>
                </a:lnTo>
                <a:lnTo>
                  <a:pt x="108727" y="132528"/>
                </a:lnTo>
                <a:lnTo>
                  <a:pt x="109219" y="132229"/>
                </a:lnTo>
                <a:lnTo>
                  <a:pt x="109676" y="131897"/>
                </a:lnTo>
                <a:lnTo>
                  <a:pt x="110100" y="131530"/>
                </a:lnTo>
                <a:lnTo>
                  <a:pt x="110493" y="131129"/>
                </a:lnTo>
                <a:lnTo>
                  <a:pt x="110859" y="130691"/>
                </a:lnTo>
                <a:lnTo>
                  <a:pt x="111200" y="130217"/>
                </a:lnTo>
                <a:lnTo>
                  <a:pt x="111519" y="129706"/>
                </a:lnTo>
                <a:lnTo>
                  <a:pt x="111818" y="129156"/>
                </a:lnTo>
                <a:lnTo>
                  <a:pt x="112101" y="128567"/>
                </a:lnTo>
                <a:lnTo>
                  <a:pt x="112370" y="127938"/>
                </a:lnTo>
                <a:lnTo>
                  <a:pt x="112629" y="127268"/>
                </a:lnTo>
                <a:lnTo>
                  <a:pt x="112878" y="126557"/>
                </a:lnTo>
                <a:lnTo>
                  <a:pt x="113123" y="125803"/>
                </a:lnTo>
                <a:lnTo>
                  <a:pt x="113365" y="125005"/>
                </a:lnTo>
                <a:lnTo>
                  <a:pt x="133992" y="50967"/>
                </a:lnTo>
                <a:lnTo>
                  <a:pt x="133905" y="50320"/>
                </a:lnTo>
                <a:lnTo>
                  <a:pt x="133787" y="49726"/>
                </a:lnTo>
                <a:lnTo>
                  <a:pt x="133640" y="49184"/>
                </a:lnTo>
                <a:lnTo>
                  <a:pt x="133464" y="48691"/>
                </a:lnTo>
                <a:close/>
                <a:moveTo>
                  <a:pt x="638843" y="52652"/>
                </a:moveTo>
                <a:lnTo>
                  <a:pt x="638780" y="51993"/>
                </a:lnTo>
                <a:lnTo>
                  <a:pt x="638694" y="51367"/>
                </a:lnTo>
                <a:lnTo>
                  <a:pt x="638582" y="50772"/>
                </a:lnTo>
                <a:lnTo>
                  <a:pt x="638443" y="50210"/>
                </a:lnTo>
                <a:lnTo>
                  <a:pt x="638274" y="49680"/>
                </a:lnTo>
                <a:lnTo>
                  <a:pt x="638073" y="49181"/>
                </a:lnTo>
                <a:lnTo>
                  <a:pt x="637837" y="48715"/>
                </a:lnTo>
                <a:lnTo>
                  <a:pt x="637565" y="48282"/>
                </a:lnTo>
                <a:lnTo>
                  <a:pt x="637254" y="47880"/>
                </a:lnTo>
                <a:lnTo>
                  <a:pt x="636901" y="47510"/>
                </a:lnTo>
                <a:lnTo>
                  <a:pt x="636505" y="47173"/>
                </a:lnTo>
                <a:lnTo>
                  <a:pt x="636064" y="46867"/>
                </a:lnTo>
                <a:lnTo>
                  <a:pt x="635575" y="46594"/>
                </a:lnTo>
                <a:lnTo>
                  <a:pt x="635035" y="46353"/>
                </a:lnTo>
                <a:lnTo>
                  <a:pt x="634443" y="46144"/>
                </a:lnTo>
                <a:lnTo>
                  <a:pt x="633796" y="45967"/>
                </a:lnTo>
                <a:lnTo>
                  <a:pt x="633092" y="45823"/>
                </a:lnTo>
                <a:lnTo>
                  <a:pt x="632329" y="45710"/>
                </a:lnTo>
                <a:lnTo>
                  <a:pt x="631505" y="45630"/>
                </a:lnTo>
                <a:lnTo>
                  <a:pt x="630616" y="45582"/>
                </a:lnTo>
                <a:lnTo>
                  <a:pt x="629662" y="45566"/>
                </a:lnTo>
                <a:lnTo>
                  <a:pt x="622528" y="45566"/>
                </a:lnTo>
                <a:lnTo>
                  <a:pt x="621685" y="45577"/>
                </a:lnTo>
                <a:lnTo>
                  <a:pt x="620888" y="45611"/>
                </a:lnTo>
                <a:lnTo>
                  <a:pt x="620138" y="45671"/>
                </a:lnTo>
                <a:lnTo>
                  <a:pt x="619433" y="45756"/>
                </a:lnTo>
                <a:lnTo>
                  <a:pt x="618772" y="45868"/>
                </a:lnTo>
                <a:lnTo>
                  <a:pt x="618154" y="46008"/>
                </a:lnTo>
                <a:lnTo>
                  <a:pt x="617579" y="46179"/>
                </a:lnTo>
                <a:lnTo>
                  <a:pt x="617044" y="46380"/>
                </a:lnTo>
                <a:lnTo>
                  <a:pt x="616550" y="46613"/>
                </a:lnTo>
                <a:lnTo>
                  <a:pt x="616095" y="46880"/>
                </a:lnTo>
                <a:lnTo>
                  <a:pt x="615678" y="47181"/>
                </a:lnTo>
                <a:lnTo>
                  <a:pt x="615298" y="47518"/>
                </a:lnTo>
                <a:lnTo>
                  <a:pt x="614955" y="47892"/>
                </a:lnTo>
                <a:lnTo>
                  <a:pt x="614646" y="48305"/>
                </a:lnTo>
                <a:lnTo>
                  <a:pt x="614372" y="48757"/>
                </a:lnTo>
                <a:lnTo>
                  <a:pt x="614131" y="49251"/>
                </a:lnTo>
                <a:lnTo>
                  <a:pt x="613921" y="49786"/>
                </a:lnTo>
                <a:lnTo>
                  <a:pt x="613743" y="50365"/>
                </a:lnTo>
                <a:lnTo>
                  <a:pt x="613596" y="50989"/>
                </a:lnTo>
                <a:lnTo>
                  <a:pt x="613477" y="51658"/>
                </a:lnTo>
                <a:lnTo>
                  <a:pt x="613386" y="52375"/>
                </a:lnTo>
                <a:lnTo>
                  <a:pt x="613323" y="53140"/>
                </a:lnTo>
                <a:lnTo>
                  <a:pt x="613286" y="53955"/>
                </a:lnTo>
                <a:lnTo>
                  <a:pt x="613273" y="54821"/>
                </a:lnTo>
                <a:lnTo>
                  <a:pt x="613273" y="124620"/>
                </a:lnTo>
                <a:lnTo>
                  <a:pt x="613285" y="125463"/>
                </a:lnTo>
                <a:lnTo>
                  <a:pt x="613319" y="126260"/>
                </a:lnTo>
                <a:lnTo>
                  <a:pt x="613378" y="127010"/>
                </a:lnTo>
                <a:lnTo>
                  <a:pt x="613463" y="127715"/>
                </a:lnTo>
                <a:lnTo>
                  <a:pt x="613576" y="128376"/>
                </a:lnTo>
                <a:lnTo>
                  <a:pt x="613716" y="128993"/>
                </a:lnTo>
                <a:lnTo>
                  <a:pt x="613886" y="129569"/>
                </a:lnTo>
                <a:lnTo>
                  <a:pt x="614087" y="130103"/>
                </a:lnTo>
                <a:lnTo>
                  <a:pt x="614321" y="130597"/>
                </a:lnTo>
                <a:lnTo>
                  <a:pt x="614587" y="131052"/>
                </a:lnTo>
                <a:lnTo>
                  <a:pt x="614888" y="131469"/>
                </a:lnTo>
                <a:lnTo>
                  <a:pt x="615226" y="131849"/>
                </a:lnTo>
                <a:lnTo>
                  <a:pt x="615600" y="132192"/>
                </a:lnTo>
                <a:lnTo>
                  <a:pt x="616013" y="132501"/>
                </a:lnTo>
                <a:lnTo>
                  <a:pt x="616465" y="132775"/>
                </a:lnTo>
                <a:lnTo>
                  <a:pt x="616958" y="133016"/>
                </a:lnTo>
                <a:lnTo>
                  <a:pt x="617494" y="133225"/>
                </a:lnTo>
                <a:lnTo>
                  <a:pt x="618072" y="133403"/>
                </a:lnTo>
                <a:lnTo>
                  <a:pt x="618696" y="133550"/>
                </a:lnTo>
                <a:lnTo>
                  <a:pt x="619366" y="133669"/>
                </a:lnTo>
                <a:lnTo>
                  <a:pt x="620082" y="133759"/>
                </a:lnTo>
                <a:lnTo>
                  <a:pt x="620847" y="133823"/>
                </a:lnTo>
                <a:lnTo>
                  <a:pt x="621662" y="133860"/>
                </a:lnTo>
                <a:lnTo>
                  <a:pt x="622528" y="133872"/>
                </a:lnTo>
                <a:lnTo>
                  <a:pt x="629662" y="133872"/>
                </a:lnTo>
                <a:lnTo>
                  <a:pt x="630550" y="133859"/>
                </a:lnTo>
                <a:lnTo>
                  <a:pt x="631383" y="133819"/>
                </a:lnTo>
                <a:lnTo>
                  <a:pt x="632163" y="133752"/>
                </a:lnTo>
                <a:lnTo>
                  <a:pt x="632891" y="133656"/>
                </a:lnTo>
                <a:lnTo>
                  <a:pt x="633569" y="133531"/>
                </a:lnTo>
                <a:lnTo>
                  <a:pt x="634198" y="133376"/>
                </a:lnTo>
                <a:lnTo>
                  <a:pt x="634780" y="133190"/>
                </a:lnTo>
                <a:lnTo>
                  <a:pt x="635317" y="132973"/>
                </a:lnTo>
                <a:lnTo>
                  <a:pt x="635809" y="132724"/>
                </a:lnTo>
                <a:lnTo>
                  <a:pt x="636259" y="132442"/>
                </a:lnTo>
                <a:lnTo>
                  <a:pt x="636667" y="132127"/>
                </a:lnTo>
                <a:lnTo>
                  <a:pt x="637036" y="131777"/>
                </a:lnTo>
                <a:lnTo>
                  <a:pt x="637367" y="131392"/>
                </a:lnTo>
                <a:lnTo>
                  <a:pt x="637661" y="130971"/>
                </a:lnTo>
                <a:lnTo>
                  <a:pt x="637920" y="130513"/>
                </a:lnTo>
                <a:lnTo>
                  <a:pt x="638145" y="130018"/>
                </a:lnTo>
                <a:lnTo>
                  <a:pt x="638338" y="129485"/>
                </a:lnTo>
                <a:lnTo>
                  <a:pt x="638501" y="128913"/>
                </a:lnTo>
                <a:lnTo>
                  <a:pt x="638634" y="128301"/>
                </a:lnTo>
                <a:lnTo>
                  <a:pt x="638740" y="127649"/>
                </a:lnTo>
                <a:lnTo>
                  <a:pt x="638820" y="126955"/>
                </a:lnTo>
                <a:lnTo>
                  <a:pt x="638875" y="126220"/>
                </a:lnTo>
                <a:lnTo>
                  <a:pt x="638907" y="125441"/>
                </a:lnTo>
                <a:lnTo>
                  <a:pt x="638917" y="124620"/>
                </a:lnTo>
                <a:lnTo>
                  <a:pt x="638917" y="54821"/>
                </a:lnTo>
                <a:lnTo>
                  <a:pt x="638909" y="54066"/>
                </a:lnTo>
                <a:lnTo>
                  <a:pt x="638886" y="53343"/>
                </a:lnTo>
                <a:lnTo>
                  <a:pt x="638843" y="52652"/>
                </a:lnTo>
                <a:close/>
                <a:moveTo>
                  <a:pt x="527563" y="54911"/>
                </a:moveTo>
                <a:lnTo>
                  <a:pt x="527518" y="54637"/>
                </a:lnTo>
                <a:lnTo>
                  <a:pt x="527467" y="54340"/>
                </a:lnTo>
                <a:lnTo>
                  <a:pt x="527410" y="54022"/>
                </a:lnTo>
                <a:lnTo>
                  <a:pt x="527349" y="53687"/>
                </a:lnTo>
                <a:lnTo>
                  <a:pt x="527284" y="53338"/>
                </a:lnTo>
                <a:lnTo>
                  <a:pt x="527215" y="52977"/>
                </a:lnTo>
                <a:lnTo>
                  <a:pt x="527144" y="52606"/>
                </a:lnTo>
                <a:lnTo>
                  <a:pt x="527071" y="52230"/>
                </a:lnTo>
                <a:lnTo>
                  <a:pt x="526996" y="51851"/>
                </a:lnTo>
                <a:lnTo>
                  <a:pt x="526921" y="51471"/>
                </a:lnTo>
                <a:lnTo>
                  <a:pt x="526846" y="51094"/>
                </a:lnTo>
                <a:lnTo>
                  <a:pt x="526771" y="50722"/>
                </a:lnTo>
                <a:lnTo>
                  <a:pt x="526698" y="50358"/>
                </a:lnTo>
                <a:lnTo>
                  <a:pt x="526627" y="50006"/>
                </a:lnTo>
                <a:lnTo>
                  <a:pt x="526558" y="49667"/>
                </a:lnTo>
                <a:lnTo>
                  <a:pt x="526493" y="49345"/>
                </a:lnTo>
                <a:lnTo>
                  <a:pt x="526432" y="49042"/>
                </a:lnTo>
                <a:lnTo>
                  <a:pt x="526375" y="48762"/>
                </a:lnTo>
                <a:lnTo>
                  <a:pt x="526324" y="48508"/>
                </a:lnTo>
                <a:lnTo>
                  <a:pt x="526232" y="47951"/>
                </a:lnTo>
                <a:lnTo>
                  <a:pt x="526145" y="47437"/>
                </a:lnTo>
                <a:lnTo>
                  <a:pt x="526063" y="46964"/>
                </a:lnTo>
                <a:lnTo>
                  <a:pt x="525984" y="46530"/>
                </a:lnTo>
                <a:lnTo>
                  <a:pt x="525905" y="46134"/>
                </a:lnTo>
                <a:lnTo>
                  <a:pt x="525825" y="45773"/>
                </a:lnTo>
                <a:lnTo>
                  <a:pt x="525741" y="45447"/>
                </a:lnTo>
                <a:lnTo>
                  <a:pt x="525653" y="45152"/>
                </a:lnTo>
                <a:lnTo>
                  <a:pt x="525559" y="44889"/>
                </a:lnTo>
                <a:lnTo>
                  <a:pt x="525456" y="44655"/>
                </a:lnTo>
                <a:lnTo>
                  <a:pt x="525342" y="44448"/>
                </a:lnTo>
                <a:lnTo>
                  <a:pt x="525216" y="44267"/>
                </a:lnTo>
                <a:lnTo>
                  <a:pt x="525076" y="44110"/>
                </a:lnTo>
                <a:lnTo>
                  <a:pt x="524920" y="43975"/>
                </a:lnTo>
                <a:lnTo>
                  <a:pt x="524747" y="43861"/>
                </a:lnTo>
                <a:lnTo>
                  <a:pt x="524554" y="43766"/>
                </a:lnTo>
                <a:lnTo>
                  <a:pt x="524339" y="43689"/>
                </a:lnTo>
                <a:lnTo>
                  <a:pt x="524101" y="43627"/>
                </a:lnTo>
                <a:lnTo>
                  <a:pt x="523838" y="43580"/>
                </a:lnTo>
                <a:lnTo>
                  <a:pt x="523548" y="43545"/>
                </a:lnTo>
                <a:lnTo>
                  <a:pt x="523230" y="43520"/>
                </a:lnTo>
                <a:lnTo>
                  <a:pt x="522880" y="43505"/>
                </a:lnTo>
                <a:lnTo>
                  <a:pt x="522498" y="43497"/>
                </a:lnTo>
                <a:lnTo>
                  <a:pt x="522082" y="43494"/>
                </a:lnTo>
                <a:lnTo>
                  <a:pt x="521317" y="43506"/>
                </a:lnTo>
                <a:lnTo>
                  <a:pt x="520516" y="43543"/>
                </a:lnTo>
                <a:lnTo>
                  <a:pt x="519682" y="43603"/>
                </a:lnTo>
                <a:lnTo>
                  <a:pt x="518817" y="43686"/>
                </a:lnTo>
                <a:lnTo>
                  <a:pt x="517925" y="43794"/>
                </a:lnTo>
                <a:lnTo>
                  <a:pt x="517007" y="43925"/>
                </a:lnTo>
                <a:lnTo>
                  <a:pt x="516067" y="44080"/>
                </a:lnTo>
                <a:lnTo>
                  <a:pt x="515107" y="44259"/>
                </a:lnTo>
                <a:lnTo>
                  <a:pt x="514130" y="44461"/>
                </a:lnTo>
                <a:lnTo>
                  <a:pt x="513137" y="44686"/>
                </a:lnTo>
                <a:lnTo>
                  <a:pt x="512133" y="44935"/>
                </a:lnTo>
                <a:lnTo>
                  <a:pt x="511118" y="45206"/>
                </a:lnTo>
                <a:lnTo>
                  <a:pt x="510097" y="45501"/>
                </a:lnTo>
                <a:lnTo>
                  <a:pt x="509071" y="45819"/>
                </a:lnTo>
                <a:lnTo>
                  <a:pt x="508044" y="46160"/>
                </a:lnTo>
                <a:lnTo>
                  <a:pt x="507017" y="46523"/>
                </a:lnTo>
                <a:lnTo>
                  <a:pt x="505993" y="46909"/>
                </a:lnTo>
                <a:lnTo>
                  <a:pt x="504975" y="47318"/>
                </a:lnTo>
                <a:lnTo>
                  <a:pt x="503966" y="47750"/>
                </a:lnTo>
                <a:lnTo>
                  <a:pt x="502968" y="48204"/>
                </a:lnTo>
                <a:lnTo>
                  <a:pt x="501984" y="48680"/>
                </a:lnTo>
                <a:lnTo>
                  <a:pt x="501016" y="49179"/>
                </a:lnTo>
                <a:lnTo>
                  <a:pt x="500067" y="49700"/>
                </a:lnTo>
                <a:lnTo>
                  <a:pt x="499139" y="50243"/>
                </a:lnTo>
                <a:lnTo>
                  <a:pt x="498002" y="49523"/>
                </a:lnTo>
                <a:lnTo>
                  <a:pt x="496856" y="48855"/>
                </a:lnTo>
                <a:lnTo>
                  <a:pt x="495702" y="48238"/>
                </a:lnTo>
                <a:lnTo>
                  <a:pt x="494541" y="47669"/>
                </a:lnTo>
                <a:lnTo>
                  <a:pt x="493375" y="47146"/>
                </a:lnTo>
                <a:lnTo>
                  <a:pt x="492205" y="46668"/>
                </a:lnTo>
                <a:lnTo>
                  <a:pt x="491032" y="46233"/>
                </a:lnTo>
                <a:lnTo>
                  <a:pt x="489857" y="45838"/>
                </a:lnTo>
                <a:lnTo>
                  <a:pt x="488681" y="45482"/>
                </a:lnTo>
                <a:lnTo>
                  <a:pt x="487506" y="45163"/>
                </a:lnTo>
                <a:lnTo>
                  <a:pt x="486333" y="44879"/>
                </a:lnTo>
                <a:lnTo>
                  <a:pt x="485162" y="44628"/>
                </a:lnTo>
                <a:lnTo>
                  <a:pt x="483996" y="44408"/>
                </a:lnTo>
                <a:lnTo>
                  <a:pt x="482834" y="44218"/>
                </a:lnTo>
                <a:lnTo>
                  <a:pt x="481679" y="44054"/>
                </a:lnTo>
                <a:lnTo>
                  <a:pt x="480532" y="43916"/>
                </a:lnTo>
                <a:lnTo>
                  <a:pt x="479393" y="43802"/>
                </a:lnTo>
                <a:lnTo>
                  <a:pt x="478264" y="43709"/>
                </a:lnTo>
                <a:lnTo>
                  <a:pt x="477146" y="43635"/>
                </a:lnTo>
                <a:lnTo>
                  <a:pt x="476040" y="43579"/>
                </a:lnTo>
                <a:lnTo>
                  <a:pt x="474948" y="43539"/>
                </a:lnTo>
                <a:lnTo>
                  <a:pt x="473870" y="43513"/>
                </a:lnTo>
                <a:lnTo>
                  <a:pt x="472808" y="43499"/>
                </a:lnTo>
                <a:lnTo>
                  <a:pt x="471763" y="43494"/>
                </a:lnTo>
                <a:lnTo>
                  <a:pt x="470638" y="43497"/>
                </a:lnTo>
                <a:lnTo>
                  <a:pt x="469300" y="43513"/>
                </a:lnTo>
                <a:lnTo>
                  <a:pt x="467774" y="43556"/>
                </a:lnTo>
                <a:lnTo>
                  <a:pt x="466082" y="43642"/>
                </a:lnTo>
                <a:lnTo>
                  <a:pt x="464247" y="43782"/>
                </a:lnTo>
                <a:lnTo>
                  <a:pt x="462293" y="43991"/>
                </a:lnTo>
                <a:lnTo>
                  <a:pt x="460243" y="44283"/>
                </a:lnTo>
                <a:lnTo>
                  <a:pt x="458119" y="44672"/>
                </a:lnTo>
                <a:lnTo>
                  <a:pt x="455945" y="45171"/>
                </a:lnTo>
                <a:lnTo>
                  <a:pt x="453744" y="45794"/>
                </a:lnTo>
                <a:lnTo>
                  <a:pt x="451539" y="46555"/>
                </a:lnTo>
                <a:lnTo>
                  <a:pt x="449353" y="47468"/>
                </a:lnTo>
                <a:lnTo>
                  <a:pt x="447209" y="48547"/>
                </a:lnTo>
                <a:lnTo>
                  <a:pt x="445130" y="49805"/>
                </a:lnTo>
                <a:lnTo>
                  <a:pt x="443140" y="51256"/>
                </a:lnTo>
                <a:lnTo>
                  <a:pt x="441261" y="52914"/>
                </a:lnTo>
                <a:lnTo>
                  <a:pt x="439517" y="54793"/>
                </a:lnTo>
                <a:lnTo>
                  <a:pt x="437930" y="56906"/>
                </a:lnTo>
                <a:lnTo>
                  <a:pt x="436524" y="59268"/>
                </a:lnTo>
                <a:lnTo>
                  <a:pt x="435322" y="61892"/>
                </a:lnTo>
                <a:lnTo>
                  <a:pt x="434347" y="64792"/>
                </a:lnTo>
                <a:lnTo>
                  <a:pt x="433622" y="67982"/>
                </a:lnTo>
                <a:lnTo>
                  <a:pt x="433170" y="71475"/>
                </a:lnTo>
                <a:lnTo>
                  <a:pt x="433014" y="75286"/>
                </a:lnTo>
                <a:lnTo>
                  <a:pt x="433025" y="76258"/>
                </a:lnTo>
                <a:lnTo>
                  <a:pt x="433060" y="77248"/>
                </a:lnTo>
                <a:lnTo>
                  <a:pt x="433119" y="78254"/>
                </a:lnTo>
                <a:lnTo>
                  <a:pt x="433205" y="79273"/>
                </a:lnTo>
                <a:lnTo>
                  <a:pt x="433318" y="80303"/>
                </a:lnTo>
                <a:lnTo>
                  <a:pt x="433459" y="81342"/>
                </a:lnTo>
                <a:lnTo>
                  <a:pt x="433631" y="82387"/>
                </a:lnTo>
                <a:lnTo>
                  <a:pt x="433835" y="83437"/>
                </a:lnTo>
                <a:lnTo>
                  <a:pt x="434071" y="84488"/>
                </a:lnTo>
                <a:lnTo>
                  <a:pt x="434341" y="85540"/>
                </a:lnTo>
                <a:lnTo>
                  <a:pt x="434646" y="86588"/>
                </a:lnTo>
                <a:lnTo>
                  <a:pt x="434989" y="87632"/>
                </a:lnTo>
                <a:lnTo>
                  <a:pt x="435370" y="88669"/>
                </a:lnTo>
                <a:lnTo>
                  <a:pt x="435790" y="89697"/>
                </a:lnTo>
                <a:lnTo>
                  <a:pt x="436251" y="90713"/>
                </a:lnTo>
                <a:lnTo>
                  <a:pt x="436754" y="91716"/>
                </a:lnTo>
                <a:lnTo>
                  <a:pt x="437301" y="92702"/>
                </a:lnTo>
                <a:lnTo>
                  <a:pt x="437893" y="93670"/>
                </a:lnTo>
                <a:lnTo>
                  <a:pt x="438530" y="94618"/>
                </a:lnTo>
                <a:lnTo>
                  <a:pt x="439216" y="95543"/>
                </a:lnTo>
                <a:lnTo>
                  <a:pt x="439950" y="96442"/>
                </a:lnTo>
                <a:lnTo>
                  <a:pt x="440735" y="97315"/>
                </a:lnTo>
                <a:lnTo>
                  <a:pt x="441571" y="98158"/>
                </a:lnTo>
                <a:lnTo>
                  <a:pt x="442460" y="98969"/>
                </a:lnTo>
                <a:lnTo>
                  <a:pt x="441836" y="99861"/>
                </a:lnTo>
                <a:lnTo>
                  <a:pt x="441264" y="100755"/>
                </a:lnTo>
                <a:lnTo>
                  <a:pt x="440741" y="101647"/>
                </a:lnTo>
                <a:lnTo>
                  <a:pt x="440266" y="102533"/>
                </a:lnTo>
                <a:lnTo>
                  <a:pt x="439837" y="103412"/>
                </a:lnTo>
                <a:lnTo>
                  <a:pt x="439450" y="104280"/>
                </a:lnTo>
                <a:lnTo>
                  <a:pt x="439104" y="105134"/>
                </a:lnTo>
                <a:lnTo>
                  <a:pt x="438796" y="105970"/>
                </a:lnTo>
                <a:lnTo>
                  <a:pt x="438524" y="106787"/>
                </a:lnTo>
                <a:lnTo>
                  <a:pt x="438287" y="107580"/>
                </a:lnTo>
                <a:lnTo>
                  <a:pt x="438081" y="108348"/>
                </a:lnTo>
                <a:lnTo>
                  <a:pt x="437904" y="109086"/>
                </a:lnTo>
                <a:lnTo>
                  <a:pt x="437754" y="109793"/>
                </a:lnTo>
                <a:lnTo>
                  <a:pt x="437630" y="110464"/>
                </a:lnTo>
                <a:lnTo>
                  <a:pt x="437528" y="111097"/>
                </a:lnTo>
                <a:lnTo>
                  <a:pt x="437446" y="111689"/>
                </a:lnTo>
                <a:lnTo>
                  <a:pt x="437382" y="112237"/>
                </a:lnTo>
                <a:lnTo>
                  <a:pt x="437334" y="112738"/>
                </a:lnTo>
                <a:lnTo>
                  <a:pt x="437300" y="113188"/>
                </a:lnTo>
                <a:lnTo>
                  <a:pt x="437277" y="113585"/>
                </a:lnTo>
                <a:lnTo>
                  <a:pt x="437263" y="113926"/>
                </a:lnTo>
                <a:lnTo>
                  <a:pt x="437256" y="114208"/>
                </a:lnTo>
                <a:lnTo>
                  <a:pt x="437253" y="114427"/>
                </a:lnTo>
                <a:lnTo>
                  <a:pt x="437253" y="114582"/>
                </a:lnTo>
                <a:lnTo>
                  <a:pt x="437259" y="115053"/>
                </a:lnTo>
                <a:lnTo>
                  <a:pt x="437278" y="115551"/>
                </a:lnTo>
                <a:lnTo>
                  <a:pt x="437311" y="116073"/>
                </a:lnTo>
                <a:lnTo>
                  <a:pt x="437358" y="116619"/>
                </a:lnTo>
                <a:lnTo>
                  <a:pt x="437420" y="117186"/>
                </a:lnTo>
                <a:lnTo>
                  <a:pt x="437497" y="117773"/>
                </a:lnTo>
                <a:lnTo>
                  <a:pt x="437592" y="118378"/>
                </a:lnTo>
                <a:lnTo>
                  <a:pt x="437704" y="118999"/>
                </a:lnTo>
                <a:lnTo>
                  <a:pt x="437833" y="119635"/>
                </a:lnTo>
                <a:lnTo>
                  <a:pt x="437982" y="120284"/>
                </a:lnTo>
                <a:lnTo>
                  <a:pt x="438150" y="120944"/>
                </a:lnTo>
                <a:lnTo>
                  <a:pt x="438339" y="121615"/>
                </a:lnTo>
                <a:lnTo>
                  <a:pt x="438548" y="122293"/>
                </a:lnTo>
                <a:lnTo>
                  <a:pt x="438780" y="122977"/>
                </a:lnTo>
                <a:lnTo>
                  <a:pt x="439034" y="123667"/>
                </a:lnTo>
                <a:lnTo>
                  <a:pt x="439311" y="124359"/>
                </a:lnTo>
                <a:lnTo>
                  <a:pt x="439612" y="125052"/>
                </a:lnTo>
                <a:lnTo>
                  <a:pt x="439939" y="125746"/>
                </a:lnTo>
                <a:lnTo>
                  <a:pt x="440291" y="126437"/>
                </a:lnTo>
                <a:lnTo>
                  <a:pt x="440669" y="127124"/>
                </a:lnTo>
                <a:lnTo>
                  <a:pt x="441074" y="127806"/>
                </a:lnTo>
                <a:lnTo>
                  <a:pt x="441507" y="128481"/>
                </a:lnTo>
                <a:lnTo>
                  <a:pt x="441969" y="129148"/>
                </a:lnTo>
                <a:lnTo>
                  <a:pt x="442460" y="129804"/>
                </a:lnTo>
                <a:lnTo>
                  <a:pt x="442063" y="129961"/>
                </a:lnTo>
                <a:lnTo>
                  <a:pt x="441598" y="130145"/>
                </a:lnTo>
                <a:lnTo>
                  <a:pt x="441075" y="130358"/>
                </a:lnTo>
                <a:lnTo>
                  <a:pt x="440499" y="130605"/>
                </a:lnTo>
                <a:lnTo>
                  <a:pt x="439879" y="130887"/>
                </a:lnTo>
                <a:lnTo>
                  <a:pt x="439222" y="131207"/>
                </a:lnTo>
                <a:lnTo>
                  <a:pt x="438535" y="131568"/>
                </a:lnTo>
                <a:lnTo>
                  <a:pt x="437826" y="131973"/>
                </a:lnTo>
                <a:lnTo>
                  <a:pt x="437102" y="132425"/>
                </a:lnTo>
                <a:lnTo>
                  <a:pt x="436371" y="132927"/>
                </a:lnTo>
                <a:lnTo>
                  <a:pt x="435640" y="133481"/>
                </a:lnTo>
                <a:lnTo>
                  <a:pt x="434917" y="134091"/>
                </a:lnTo>
                <a:lnTo>
                  <a:pt x="434209" y="134759"/>
                </a:lnTo>
                <a:lnTo>
                  <a:pt x="433523" y="135487"/>
                </a:lnTo>
                <a:lnTo>
                  <a:pt x="432867" y="136280"/>
                </a:lnTo>
                <a:lnTo>
                  <a:pt x="432249" y="137140"/>
                </a:lnTo>
                <a:lnTo>
                  <a:pt x="431676" y="138069"/>
                </a:lnTo>
                <a:lnTo>
                  <a:pt x="431154" y="139070"/>
                </a:lnTo>
                <a:lnTo>
                  <a:pt x="430693" y="140147"/>
                </a:lnTo>
                <a:lnTo>
                  <a:pt x="430299" y="141301"/>
                </a:lnTo>
                <a:lnTo>
                  <a:pt x="429979" y="142537"/>
                </a:lnTo>
                <a:lnTo>
                  <a:pt x="429742" y="143857"/>
                </a:lnTo>
                <a:lnTo>
                  <a:pt x="429594" y="145263"/>
                </a:lnTo>
                <a:lnTo>
                  <a:pt x="429543" y="146758"/>
                </a:lnTo>
                <a:lnTo>
                  <a:pt x="429558" y="147526"/>
                </a:lnTo>
                <a:lnTo>
                  <a:pt x="429607" y="148331"/>
                </a:lnTo>
                <a:lnTo>
                  <a:pt x="429691" y="149172"/>
                </a:lnTo>
                <a:lnTo>
                  <a:pt x="429813" y="150044"/>
                </a:lnTo>
                <a:lnTo>
                  <a:pt x="429977" y="150943"/>
                </a:lnTo>
                <a:lnTo>
                  <a:pt x="430184" y="151866"/>
                </a:lnTo>
                <a:lnTo>
                  <a:pt x="430439" y="152809"/>
                </a:lnTo>
                <a:lnTo>
                  <a:pt x="430742" y="153768"/>
                </a:lnTo>
                <a:lnTo>
                  <a:pt x="431098" y="154740"/>
                </a:lnTo>
                <a:lnTo>
                  <a:pt x="431509" y="155721"/>
                </a:lnTo>
                <a:lnTo>
                  <a:pt x="431978" y="156708"/>
                </a:lnTo>
                <a:lnTo>
                  <a:pt x="432507" y="157696"/>
                </a:lnTo>
                <a:lnTo>
                  <a:pt x="433099" y="158682"/>
                </a:lnTo>
                <a:lnTo>
                  <a:pt x="433758" y="159663"/>
                </a:lnTo>
                <a:lnTo>
                  <a:pt x="434485" y="160634"/>
                </a:lnTo>
                <a:lnTo>
                  <a:pt x="435284" y="161592"/>
                </a:lnTo>
                <a:lnTo>
                  <a:pt x="436157" y="162533"/>
                </a:lnTo>
                <a:lnTo>
                  <a:pt x="437107" y="163454"/>
                </a:lnTo>
                <a:lnTo>
                  <a:pt x="438137" y="164351"/>
                </a:lnTo>
                <a:lnTo>
                  <a:pt x="439250" y="165221"/>
                </a:lnTo>
                <a:lnTo>
                  <a:pt x="440447" y="166058"/>
                </a:lnTo>
                <a:lnTo>
                  <a:pt x="441734" y="166861"/>
                </a:lnTo>
                <a:lnTo>
                  <a:pt x="443110" y="167625"/>
                </a:lnTo>
                <a:lnTo>
                  <a:pt x="444581" y="168347"/>
                </a:lnTo>
                <a:lnTo>
                  <a:pt x="445964" y="168949"/>
                </a:lnTo>
                <a:lnTo>
                  <a:pt x="447365" y="169502"/>
                </a:lnTo>
                <a:lnTo>
                  <a:pt x="448781" y="170010"/>
                </a:lnTo>
                <a:lnTo>
                  <a:pt x="450209" y="170473"/>
                </a:lnTo>
                <a:lnTo>
                  <a:pt x="451647" y="170894"/>
                </a:lnTo>
                <a:lnTo>
                  <a:pt x="453093" y="171275"/>
                </a:lnTo>
                <a:lnTo>
                  <a:pt x="454544" y="171617"/>
                </a:lnTo>
                <a:lnTo>
                  <a:pt x="455998" y="171924"/>
                </a:lnTo>
                <a:lnTo>
                  <a:pt x="457451" y="172196"/>
                </a:lnTo>
                <a:lnTo>
                  <a:pt x="458902" y="172437"/>
                </a:lnTo>
                <a:lnTo>
                  <a:pt x="460348" y="172647"/>
                </a:lnTo>
                <a:lnTo>
                  <a:pt x="461786" y="172829"/>
                </a:lnTo>
                <a:lnTo>
                  <a:pt x="463215" y="172985"/>
                </a:lnTo>
                <a:lnTo>
                  <a:pt x="464631" y="173116"/>
                </a:lnTo>
                <a:lnTo>
                  <a:pt x="466032" y="173226"/>
                </a:lnTo>
                <a:lnTo>
                  <a:pt x="467415" y="173316"/>
                </a:lnTo>
                <a:lnTo>
                  <a:pt x="468778" y="173387"/>
                </a:lnTo>
                <a:lnTo>
                  <a:pt x="470118" y="173443"/>
                </a:lnTo>
                <a:lnTo>
                  <a:pt x="471434" y="173484"/>
                </a:lnTo>
                <a:lnTo>
                  <a:pt x="472722" y="173514"/>
                </a:lnTo>
                <a:lnTo>
                  <a:pt x="473979" y="173533"/>
                </a:lnTo>
                <a:lnTo>
                  <a:pt x="475205" y="173544"/>
                </a:lnTo>
                <a:lnTo>
                  <a:pt x="476394" y="173550"/>
                </a:lnTo>
                <a:lnTo>
                  <a:pt x="477547" y="173551"/>
                </a:lnTo>
                <a:lnTo>
                  <a:pt x="479097" y="173549"/>
                </a:lnTo>
                <a:lnTo>
                  <a:pt x="480885" y="173535"/>
                </a:lnTo>
                <a:lnTo>
                  <a:pt x="482884" y="173498"/>
                </a:lnTo>
                <a:lnTo>
                  <a:pt x="485067" y="173424"/>
                </a:lnTo>
                <a:lnTo>
                  <a:pt x="487407" y="173304"/>
                </a:lnTo>
                <a:lnTo>
                  <a:pt x="489877" y="173123"/>
                </a:lnTo>
                <a:lnTo>
                  <a:pt x="492450" y="172872"/>
                </a:lnTo>
                <a:lnTo>
                  <a:pt x="495098" y="172537"/>
                </a:lnTo>
                <a:lnTo>
                  <a:pt x="497796" y="172108"/>
                </a:lnTo>
                <a:lnTo>
                  <a:pt x="500515" y="171571"/>
                </a:lnTo>
                <a:lnTo>
                  <a:pt x="503230" y="170916"/>
                </a:lnTo>
                <a:lnTo>
                  <a:pt x="505912" y="170130"/>
                </a:lnTo>
                <a:lnTo>
                  <a:pt x="508534" y="169201"/>
                </a:lnTo>
                <a:lnTo>
                  <a:pt x="511071" y="168118"/>
                </a:lnTo>
                <a:lnTo>
                  <a:pt x="513494" y="166869"/>
                </a:lnTo>
                <a:lnTo>
                  <a:pt x="515777" y="165442"/>
                </a:lnTo>
                <a:lnTo>
                  <a:pt x="517892" y="163824"/>
                </a:lnTo>
                <a:lnTo>
                  <a:pt x="519814" y="162005"/>
                </a:lnTo>
                <a:lnTo>
                  <a:pt x="521513" y="159971"/>
                </a:lnTo>
                <a:lnTo>
                  <a:pt x="522965" y="157712"/>
                </a:lnTo>
                <a:lnTo>
                  <a:pt x="524140" y="155216"/>
                </a:lnTo>
                <a:lnTo>
                  <a:pt x="525014" y="152470"/>
                </a:lnTo>
                <a:lnTo>
                  <a:pt x="525558" y="149462"/>
                </a:lnTo>
                <a:lnTo>
                  <a:pt x="525745" y="146182"/>
                </a:lnTo>
                <a:lnTo>
                  <a:pt x="525605" y="142579"/>
                </a:lnTo>
                <a:lnTo>
                  <a:pt x="525195" y="139276"/>
                </a:lnTo>
                <a:lnTo>
                  <a:pt x="524526" y="136260"/>
                </a:lnTo>
                <a:lnTo>
                  <a:pt x="523611" y="133518"/>
                </a:lnTo>
                <a:lnTo>
                  <a:pt x="522462" y="131037"/>
                </a:lnTo>
                <a:lnTo>
                  <a:pt x="521091" y="128804"/>
                </a:lnTo>
                <a:lnTo>
                  <a:pt x="519511" y="126806"/>
                </a:lnTo>
                <a:lnTo>
                  <a:pt x="517734" y="125030"/>
                </a:lnTo>
                <a:lnTo>
                  <a:pt x="515772" y="123462"/>
                </a:lnTo>
                <a:lnTo>
                  <a:pt x="513637" y="122090"/>
                </a:lnTo>
                <a:lnTo>
                  <a:pt x="511343" y="120900"/>
                </a:lnTo>
                <a:lnTo>
                  <a:pt x="508900" y="119881"/>
                </a:lnTo>
                <a:lnTo>
                  <a:pt x="506322" y="119017"/>
                </a:lnTo>
                <a:lnTo>
                  <a:pt x="503621" y="118298"/>
                </a:lnTo>
                <a:lnTo>
                  <a:pt x="500809" y="117708"/>
                </a:lnTo>
                <a:lnTo>
                  <a:pt x="497898" y="117237"/>
                </a:lnTo>
                <a:lnTo>
                  <a:pt x="494900" y="116869"/>
                </a:lnTo>
                <a:lnTo>
                  <a:pt x="491829" y="116593"/>
                </a:lnTo>
                <a:lnTo>
                  <a:pt x="488696" y="116395"/>
                </a:lnTo>
                <a:lnTo>
                  <a:pt x="485513" y="116263"/>
                </a:lnTo>
                <a:lnTo>
                  <a:pt x="482293" y="116182"/>
                </a:lnTo>
                <a:lnTo>
                  <a:pt x="479049" y="116141"/>
                </a:lnTo>
                <a:lnTo>
                  <a:pt x="475791" y="116126"/>
                </a:lnTo>
                <a:lnTo>
                  <a:pt x="472534" y="116123"/>
                </a:lnTo>
                <a:lnTo>
                  <a:pt x="463282" y="116123"/>
                </a:lnTo>
                <a:lnTo>
                  <a:pt x="462436" y="116123"/>
                </a:lnTo>
                <a:lnTo>
                  <a:pt x="461632" y="116122"/>
                </a:lnTo>
                <a:lnTo>
                  <a:pt x="460869" y="116119"/>
                </a:lnTo>
                <a:lnTo>
                  <a:pt x="460145" y="116113"/>
                </a:lnTo>
                <a:lnTo>
                  <a:pt x="459457" y="116102"/>
                </a:lnTo>
                <a:lnTo>
                  <a:pt x="458805" y="116087"/>
                </a:lnTo>
                <a:lnTo>
                  <a:pt x="458185" y="116066"/>
                </a:lnTo>
                <a:lnTo>
                  <a:pt x="457597" y="116038"/>
                </a:lnTo>
                <a:lnTo>
                  <a:pt x="457038" y="116001"/>
                </a:lnTo>
                <a:lnTo>
                  <a:pt x="456507" y="115956"/>
                </a:lnTo>
                <a:lnTo>
                  <a:pt x="456002" y="115901"/>
                </a:lnTo>
                <a:lnTo>
                  <a:pt x="455521" y="115834"/>
                </a:lnTo>
                <a:lnTo>
                  <a:pt x="455062" y="115756"/>
                </a:lnTo>
                <a:lnTo>
                  <a:pt x="454623" y="115664"/>
                </a:lnTo>
                <a:lnTo>
                  <a:pt x="454202" y="115559"/>
                </a:lnTo>
                <a:lnTo>
                  <a:pt x="453798" y="115438"/>
                </a:lnTo>
                <a:lnTo>
                  <a:pt x="453409" y="115302"/>
                </a:lnTo>
                <a:lnTo>
                  <a:pt x="453032" y="115148"/>
                </a:lnTo>
                <a:lnTo>
                  <a:pt x="452667" y="114976"/>
                </a:lnTo>
                <a:lnTo>
                  <a:pt x="452311" y="114785"/>
                </a:lnTo>
                <a:lnTo>
                  <a:pt x="451962" y="114574"/>
                </a:lnTo>
                <a:lnTo>
                  <a:pt x="451619" y="114342"/>
                </a:lnTo>
                <a:lnTo>
                  <a:pt x="451279" y="114088"/>
                </a:lnTo>
                <a:lnTo>
                  <a:pt x="450941" y="113811"/>
                </a:lnTo>
                <a:lnTo>
                  <a:pt x="450832" y="113704"/>
                </a:lnTo>
                <a:lnTo>
                  <a:pt x="450700" y="113574"/>
                </a:lnTo>
                <a:lnTo>
                  <a:pt x="450546" y="113422"/>
                </a:lnTo>
                <a:lnTo>
                  <a:pt x="450374" y="113249"/>
                </a:lnTo>
                <a:lnTo>
                  <a:pt x="450185" y="113053"/>
                </a:lnTo>
                <a:lnTo>
                  <a:pt x="449984" y="112835"/>
                </a:lnTo>
                <a:lnTo>
                  <a:pt x="449771" y="112595"/>
                </a:lnTo>
                <a:lnTo>
                  <a:pt x="449549" y="112332"/>
                </a:lnTo>
                <a:lnTo>
                  <a:pt x="449322" y="112048"/>
                </a:lnTo>
                <a:lnTo>
                  <a:pt x="449091" y="111742"/>
                </a:lnTo>
                <a:lnTo>
                  <a:pt x="448859" y="111413"/>
                </a:lnTo>
                <a:lnTo>
                  <a:pt x="448628" y="111063"/>
                </a:lnTo>
                <a:lnTo>
                  <a:pt x="448402" y="110690"/>
                </a:lnTo>
                <a:lnTo>
                  <a:pt x="448182" y="110295"/>
                </a:lnTo>
                <a:lnTo>
                  <a:pt x="447971" y="109879"/>
                </a:lnTo>
                <a:lnTo>
                  <a:pt x="447771" y="109440"/>
                </a:lnTo>
                <a:lnTo>
                  <a:pt x="447586" y="108979"/>
                </a:lnTo>
                <a:lnTo>
                  <a:pt x="447417" y="108496"/>
                </a:lnTo>
                <a:lnTo>
                  <a:pt x="447268" y="107991"/>
                </a:lnTo>
                <a:lnTo>
                  <a:pt x="447140" y="107464"/>
                </a:lnTo>
                <a:lnTo>
                  <a:pt x="447036" y="106915"/>
                </a:lnTo>
                <a:lnTo>
                  <a:pt x="446958" y="106343"/>
                </a:lnTo>
                <a:lnTo>
                  <a:pt x="446910" y="105750"/>
                </a:lnTo>
                <a:lnTo>
                  <a:pt x="446893" y="105135"/>
                </a:lnTo>
                <a:lnTo>
                  <a:pt x="446894" y="104971"/>
                </a:lnTo>
                <a:lnTo>
                  <a:pt x="446897" y="104817"/>
                </a:lnTo>
                <a:lnTo>
                  <a:pt x="446902" y="104670"/>
                </a:lnTo>
                <a:lnTo>
                  <a:pt x="446909" y="104532"/>
                </a:lnTo>
                <a:lnTo>
                  <a:pt x="446917" y="104401"/>
                </a:lnTo>
                <a:lnTo>
                  <a:pt x="446927" y="104276"/>
                </a:lnTo>
                <a:lnTo>
                  <a:pt x="446938" y="104157"/>
                </a:lnTo>
                <a:lnTo>
                  <a:pt x="446951" y="104042"/>
                </a:lnTo>
                <a:lnTo>
                  <a:pt x="446965" y="103931"/>
                </a:lnTo>
                <a:lnTo>
                  <a:pt x="446980" y="103824"/>
                </a:lnTo>
                <a:lnTo>
                  <a:pt x="446997" y="103719"/>
                </a:lnTo>
                <a:lnTo>
                  <a:pt x="447014" y="103616"/>
                </a:lnTo>
                <a:lnTo>
                  <a:pt x="447033" y="103514"/>
                </a:lnTo>
                <a:lnTo>
                  <a:pt x="447052" y="103412"/>
                </a:lnTo>
                <a:lnTo>
                  <a:pt x="447073" y="103309"/>
                </a:lnTo>
                <a:lnTo>
                  <a:pt x="447094" y="103206"/>
                </a:lnTo>
                <a:lnTo>
                  <a:pt x="447116" y="103100"/>
                </a:lnTo>
                <a:lnTo>
                  <a:pt x="447138" y="102992"/>
                </a:lnTo>
                <a:lnTo>
                  <a:pt x="447161" y="102880"/>
                </a:lnTo>
                <a:lnTo>
                  <a:pt x="447184" y="102763"/>
                </a:lnTo>
                <a:lnTo>
                  <a:pt x="447207" y="102642"/>
                </a:lnTo>
                <a:lnTo>
                  <a:pt x="447231" y="102515"/>
                </a:lnTo>
                <a:lnTo>
                  <a:pt x="447255" y="102381"/>
                </a:lnTo>
                <a:lnTo>
                  <a:pt x="447279" y="102240"/>
                </a:lnTo>
                <a:lnTo>
                  <a:pt x="448423" y="102843"/>
                </a:lnTo>
                <a:lnTo>
                  <a:pt x="449587" y="103397"/>
                </a:lnTo>
                <a:lnTo>
                  <a:pt x="450766" y="103902"/>
                </a:lnTo>
                <a:lnTo>
                  <a:pt x="451957" y="104361"/>
                </a:lnTo>
                <a:lnTo>
                  <a:pt x="453156" y="104776"/>
                </a:lnTo>
                <a:lnTo>
                  <a:pt x="454358" y="105150"/>
                </a:lnTo>
                <a:lnTo>
                  <a:pt x="455558" y="105485"/>
                </a:lnTo>
                <a:lnTo>
                  <a:pt x="456754" y="105782"/>
                </a:lnTo>
                <a:lnTo>
                  <a:pt x="457940" y="106045"/>
                </a:lnTo>
                <a:lnTo>
                  <a:pt x="459113" y="106275"/>
                </a:lnTo>
                <a:lnTo>
                  <a:pt x="460268" y="106474"/>
                </a:lnTo>
                <a:lnTo>
                  <a:pt x="461401" y="106645"/>
                </a:lnTo>
                <a:lnTo>
                  <a:pt x="462508" y="106789"/>
                </a:lnTo>
                <a:lnTo>
                  <a:pt x="463584" y="106910"/>
                </a:lnTo>
                <a:lnTo>
                  <a:pt x="464626" y="107008"/>
                </a:lnTo>
                <a:lnTo>
                  <a:pt x="465630" y="107087"/>
                </a:lnTo>
                <a:lnTo>
                  <a:pt x="466590" y="107149"/>
                </a:lnTo>
                <a:lnTo>
                  <a:pt x="467504" y="107195"/>
                </a:lnTo>
                <a:lnTo>
                  <a:pt x="468366" y="107228"/>
                </a:lnTo>
                <a:lnTo>
                  <a:pt x="469173" y="107251"/>
                </a:lnTo>
                <a:lnTo>
                  <a:pt x="469921" y="107264"/>
                </a:lnTo>
                <a:lnTo>
                  <a:pt x="470604" y="107271"/>
                </a:lnTo>
                <a:lnTo>
                  <a:pt x="471220" y="107273"/>
                </a:lnTo>
                <a:lnTo>
                  <a:pt x="471763" y="107274"/>
                </a:lnTo>
                <a:lnTo>
                  <a:pt x="472889" y="107272"/>
                </a:lnTo>
                <a:lnTo>
                  <a:pt x="474227" y="107255"/>
                </a:lnTo>
                <a:lnTo>
                  <a:pt x="475753" y="107212"/>
                </a:lnTo>
                <a:lnTo>
                  <a:pt x="477446" y="107127"/>
                </a:lnTo>
                <a:lnTo>
                  <a:pt x="479281" y="106986"/>
                </a:lnTo>
                <a:lnTo>
                  <a:pt x="481235" y="106777"/>
                </a:lnTo>
                <a:lnTo>
                  <a:pt x="483285" y="106485"/>
                </a:lnTo>
                <a:lnTo>
                  <a:pt x="485409" y="106096"/>
                </a:lnTo>
                <a:lnTo>
                  <a:pt x="487584" y="105597"/>
                </a:lnTo>
                <a:lnTo>
                  <a:pt x="489785" y="104974"/>
                </a:lnTo>
                <a:lnTo>
                  <a:pt x="491990" y="104213"/>
                </a:lnTo>
                <a:lnTo>
                  <a:pt x="494176" y="103300"/>
                </a:lnTo>
                <a:lnTo>
                  <a:pt x="496320" y="102221"/>
                </a:lnTo>
                <a:lnTo>
                  <a:pt x="498399" y="100963"/>
                </a:lnTo>
                <a:lnTo>
                  <a:pt x="500389" y="99512"/>
                </a:lnTo>
                <a:lnTo>
                  <a:pt x="502268" y="97854"/>
                </a:lnTo>
                <a:lnTo>
                  <a:pt x="504012" y="95975"/>
                </a:lnTo>
                <a:lnTo>
                  <a:pt x="505599" y="93862"/>
                </a:lnTo>
                <a:lnTo>
                  <a:pt x="507005" y="91500"/>
                </a:lnTo>
                <a:lnTo>
                  <a:pt x="508207" y="88876"/>
                </a:lnTo>
                <a:lnTo>
                  <a:pt x="509182" y="85976"/>
                </a:lnTo>
                <a:lnTo>
                  <a:pt x="509907" y="82787"/>
                </a:lnTo>
                <a:lnTo>
                  <a:pt x="510359" y="79293"/>
                </a:lnTo>
                <a:lnTo>
                  <a:pt x="510515" y="75483"/>
                </a:lnTo>
                <a:lnTo>
                  <a:pt x="510494" y="74109"/>
                </a:lnTo>
                <a:lnTo>
                  <a:pt x="510431" y="72782"/>
                </a:lnTo>
                <a:lnTo>
                  <a:pt x="510330" y="71502"/>
                </a:lnTo>
                <a:lnTo>
                  <a:pt x="510193" y="70267"/>
                </a:lnTo>
                <a:lnTo>
                  <a:pt x="510024" y="69080"/>
                </a:lnTo>
                <a:lnTo>
                  <a:pt x="509825" y="67938"/>
                </a:lnTo>
                <a:lnTo>
                  <a:pt x="509600" y="66844"/>
                </a:lnTo>
                <a:lnTo>
                  <a:pt x="509351" y="65796"/>
                </a:lnTo>
                <a:lnTo>
                  <a:pt x="509081" y="64795"/>
                </a:lnTo>
                <a:lnTo>
                  <a:pt x="508794" y="63840"/>
                </a:lnTo>
                <a:lnTo>
                  <a:pt x="508492" y="62933"/>
                </a:lnTo>
                <a:lnTo>
                  <a:pt x="508177" y="62073"/>
                </a:lnTo>
                <a:lnTo>
                  <a:pt x="507854" y="61260"/>
                </a:lnTo>
                <a:lnTo>
                  <a:pt x="507524" y="60494"/>
                </a:lnTo>
                <a:lnTo>
                  <a:pt x="507192" y="59776"/>
                </a:lnTo>
                <a:lnTo>
                  <a:pt x="506859" y="59105"/>
                </a:lnTo>
                <a:lnTo>
                  <a:pt x="506528" y="58481"/>
                </a:lnTo>
                <a:lnTo>
                  <a:pt x="506204" y="57905"/>
                </a:lnTo>
                <a:lnTo>
                  <a:pt x="505888" y="57376"/>
                </a:lnTo>
                <a:lnTo>
                  <a:pt x="505583" y="56895"/>
                </a:lnTo>
                <a:lnTo>
                  <a:pt x="505293" y="56462"/>
                </a:lnTo>
                <a:lnTo>
                  <a:pt x="505020" y="56077"/>
                </a:lnTo>
                <a:lnTo>
                  <a:pt x="504767" y="55740"/>
                </a:lnTo>
                <a:lnTo>
                  <a:pt x="504538" y="55451"/>
                </a:lnTo>
                <a:lnTo>
                  <a:pt x="504965" y="55451"/>
                </a:lnTo>
                <a:lnTo>
                  <a:pt x="505428" y="55452"/>
                </a:lnTo>
                <a:lnTo>
                  <a:pt x="505925" y="55455"/>
                </a:lnTo>
                <a:lnTo>
                  <a:pt x="506456" y="55460"/>
                </a:lnTo>
                <a:lnTo>
                  <a:pt x="507018" y="55470"/>
                </a:lnTo>
                <a:lnTo>
                  <a:pt x="507611" y="55484"/>
                </a:lnTo>
                <a:lnTo>
                  <a:pt x="508235" y="55503"/>
                </a:lnTo>
                <a:lnTo>
                  <a:pt x="508887" y="55529"/>
                </a:lnTo>
                <a:lnTo>
                  <a:pt x="509568" y="55563"/>
                </a:lnTo>
                <a:lnTo>
                  <a:pt x="510276" y="55604"/>
                </a:lnTo>
                <a:lnTo>
                  <a:pt x="511010" y="55655"/>
                </a:lnTo>
                <a:lnTo>
                  <a:pt x="511768" y="55716"/>
                </a:lnTo>
                <a:lnTo>
                  <a:pt x="512551" y="55788"/>
                </a:lnTo>
                <a:lnTo>
                  <a:pt x="513357" y="55872"/>
                </a:lnTo>
                <a:lnTo>
                  <a:pt x="514186" y="55969"/>
                </a:lnTo>
                <a:lnTo>
                  <a:pt x="515035" y="56079"/>
                </a:lnTo>
                <a:lnTo>
                  <a:pt x="515904" y="56205"/>
                </a:lnTo>
                <a:lnTo>
                  <a:pt x="516793" y="56346"/>
                </a:lnTo>
                <a:lnTo>
                  <a:pt x="517699" y="56503"/>
                </a:lnTo>
                <a:lnTo>
                  <a:pt x="518623" y="56678"/>
                </a:lnTo>
                <a:lnTo>
                  <a:pt x="519562" y="56872"/>
                </a:lnTo>
                <a:lnTo>
                  <a:pt x="520517" y="57085"/>
                </a:lnTo>
                <a:lnTo>
                  <a:pt x="521486" y="57318"/>
                </a:lnTo>
                <a:lnTo>
                  <a:pt x="522468" y="57572"/>
                </a:lnTo>
                <a:lnTo>
                  <a:pt x="522567" y="57620"/>
                </a:lnTo>
                <a:lnTo>
                  <a:pt x="522672" y="57668"/>
                </a:lnTo>
                <a:lnTo>
                  <a:pt x="522781" y="57715"/>
                </a:lnTo>
                <a:lnTo>
                  <a:pt x="522895" y="57763"/>
                </a:lnTo>
                <a:lnTo>
                  <a:pt x="523013" y="57809"/>
                </a:lnTo>
                <a:lnTo>
                  <a:pt x="523133" y="57854"/>
                </a:lnTo>
                <a:lnTo>
                  <a:pt x="523256" y="57899"/>
                </a:lnTo>
                <a:lnTo>
                  <a:pt x="523382" y="57942"/>
                </a:lnTo>
                <a:lnTo>
                  <a:pt x="523508" y="57984"/>
                </a:lnTo>
                <a:lnTo>
                  <a:pt x="523635" y="58025"/>
                </a:lnTo>
                <a:lnTo>
                  <a:pt x="523763" y="58063"/>
                </a:lnTo>
                <a:lnTo>
                  <a:pt x="523890" y="58100"/>
                </a:lnTo>
                <a:lnTo>
                  <a:pt x="524016" y="58135"/>
                </a:lnTo>
                <a:lnTo>
                  <a:pt x="524140" y="58168"/>
                </a:lnTo>
                <a:lnTo>
                  <a:pt x="524262" y="58198"/>
                </a:lnTo>
                <a:lnTo>
                  <a:pt x="524382" y="58226"/>
                </a:lnTo>
                <a:lnTo>
                  <a:pt x="524498" y="58252"/>
                </a:lnTo>
                <a:lnTo>
                  <a:pt x="524610" y="58274"/>
                </a:lnTo>
                <a:lnTo>
                  <a:pt x="524718" y="58293"/>
                </a:lnTo>
                <a:lnTo>
                  <a:pt x="524821" y="58310"/>
                </a:lnTo>
                <a:lnTo>
                  <a:pt x="524917" y="58323"/>
                </a:lnTo>
                <a:lnTo>
                  <a:pt x="525008" y="58332"/>
                </a:lnTo>
                <a:lnTo>
                  <a:pt x="525092" y="58338"/>
                </a:lnTo>
                <a:lnTo>
                  <a:pt x="525168" y="58340"/>
                </a:lnTo>
                <a:lnTo>
                  <a:pt x="525358" y="58334"/>
                </a:lnTo>
                <a:lnTo>
                  <a:pt x="525541" y="58316"/>
                </a:lnTo>
                <a:lnTo>
                  <a:pt x="525719" y="58288"/>
                </a:lnTo>
                <a:lnTo>
                  <a:pt x="525889" y="58248"/>
                </a:lnTo>
                <a:lnTo>
                  <a:pt x="526053" y="58198"/>
                </a:lnTo>
                <a:lnTo>
                  <a:pt x="526210" y="58138"/>
                </a:lnTo>
                <a:lnTo>
                  <a:pt x="526360" y="58069"/>
                </a:lnTo>
                <a:lnTo>
                  <a:pt x="526503" y="57991"/>
                </a:lnTo>
                <a:lnTo>
                  <a:pt x="526639" y="57904"/>
                </a:lnTo>
                <a:lnTo>
                  <a:pt x="526767" y="57808"/>
                </a:lnTo>
                <a:lnTo>
                  <a:pt x="526887" y="57705"/>
                </a:lnTo>
                <a:lnTo>
                  <a:pt x="527000" y="57594"/>
                </a:lnTo>
                <a:lnTo>
                  <a:pt x="527104" y="57477"/>
                </a:lnTo>
                <a:lnTo>
                  <a:pt x="527200" y="57352"/>
                </a:lnTo>
                <a:lnTo>
                  <a:pt x="527288" y="57222"/>
                </a:lnTo>
                <a:lnTo>
                  <a:pt x="527367" y="57085"/>
                </a:lnTo>
                <a:lnTo>
                  <a:pt x="527438" y="56944"/>
                </a:lnTo>
                <a:lnTo>
                  <a:pt x="527500" y="56797"/>
                </a:lnTo>
                <a:lnTo>
                  <a:pt x="527553" y="56646"/>
                </a:lnTo>
                <a:lnTo>
                  <a:pt x="527596" y="56490"/>
                </a:lnTo>
                <a:lnTo>
                  <a:pt x="527630" y="56331"/>
                </a:lnTo>
                <a:lnTo>
                  <a:pt x="527655" y="56169"/>
                </a:lnTo>
                <a:lnTo>
                  <a:pt x="527670" y="56004"/>
                </a:lnTo>
                <a:lnTo>
                  <a:pt x="527675" y="55836"/>
                </a:lnTo>
                <a:lnTo>
                  <a:pt x="527670" y="55720"/>
                </a:lnTo>
                <a:lnTo>
                  <a:pt x="527655" y="55567"/>
                </a:lnTo>
                <a:lnTo>
                  <a:pt x="527632" y="55379"/>
                </a:lnTo>
                <a:lnTo>
                  <a:pt x="527601" y="55160"/>
                </a:lnTo>
                <a:lnTo>
                  <a:pt x="527563" y="54911"/>
                </a:lnTo>
                <a:close/>
                <a:moveTo>
                  <a:pt x="485650" y="81467"/>
                </a:moveTo>
                <a:lnTo>
                  <a:pt x="485536" y="82585"/>
                </a:lnTo>
                <a:lnTo>
                  <a:pt x="485383" y="83660"/>
                </a:lnTo>
                <a:lnTo>
                  <a:pt x="485187" y="84689"/>
                </a:lnTo>
                <a:lnTo>
                  <a:pt x="484942" y="85670"/>
                </a:lnTo>
                <a:lnTo>
                  <a:pt x="484643" y="86603"/>
                </a:lnTo>
                <a:lnTo>
                  <a:pt x="484285" y="87484"/>
                </a:lnTo>
                <a:lnTo>
                  <a:pt x="483861" y="88311"/>
                </a:lnTo>
                <a:lnTo>
                  <a:pt x="483367" y="89084"/>
                </a:lnTo>
                <a:lnTo>
                  <a:pt x="482798" y="89799"/>
                </a:lnTo>
                <a:lnTo>
                  <a:pt x="482147" y="90456"/>
                </a:lnTo>
                <a:lnTo>
                  <a:pt x="481410" y="91051"/>
                </a:lnTo>
                <a:lnTo>
                  <a:pt x="480582" y="91584"/>
                </a:lnTo>
                <a:lnTo>
                  <a:pt x="479656" y="92052"/>
                </a:lnTo>
                <a:lnTo>
                  <a:pt x="478628" y="92453"/>
                </a:lnTo>
                <a:lnTo>
                  <a:pt x="477492" y="92785"/>
                </a:lnTo>
                <a:lnTo>
                  <a:pt x="476243" y="93047"/>
                </a:lnTo>
                <a:lnTo>
                  <a:pt x="474875" y="93237"/>
                </a:lnTo>
                <a:lnTo>
                  <a:pt x="473384" y="93352"/>
                </a:lnTo>
                <a:lnTo>
                  <a:pt x="471763" y="93391"/>
                </a:lnTo>
                <a:lnTo>
                  <a:pt x="470143" y="93353"/>
                </a:lnTo>
                <a:lnTo>
                  <a:pt x="468652" y="93240"/>
                </a:lnTo>
                <a:lnTo>
                  <a:pt x="467284" y="93056"/>
                </a:lnTo>
                <a:lnTo>
                  <a:pt x="466035" y="92800"/>
                </a:lnTo>
                <a:lnTo>
                  <a:pt x="464899" y="92474"/>
                </a:lnTo>
                <a:lnTo>
                  <a:pt x="463871" y="92082"/>
                </a:lnTo>
                <a:lnTo>
                  <a:pt x="462946" y="91624"/>
                </a:lnTo>
                <a:lnTo>
                  <a:pt x="462117" y="91101"/>
                </a:lnTo>
                <a:lnTo>
                  <a:pt x="461380" y="90517"/>
                </a:lnTo>
                <a:lnTo>
                  <a:pt x="460730" y="89872"/>
                </a:lnTo>
                <a:lnTo>
                  <a:pt x="460160" y="89169"/>
                </a:lnTo>
                <a:lnTo>
                  <a:pt x="459666" y="88408"/>
                </a:lnTo>
                <a:lnTo>
                  <a:pt x="459242" y="87593"/>
                </a:lnTo>
                <a:lnTo>
                  <a:pt x="458884" y="86724"/>
                </a:lnTo>
                <a:lnTo>
                  <a:pt x="458585" y="85803"/>
                </a:lnTo>
                <a:lnTo>
                  <a:pt x="458340" y="84833"/>
                </a:lnTo>
                <a:lnTo>
                  <a:pt x="458144" y="83814"/>
                </a:lnTo>
                <a:lnTo>
                  <a:pt x="457991" y="82749"/>
                </a:lnTo>
                <a:lnTo>
                  <a:pt x="457877" y="81639"/>
                </a:lnTo>
                <a:lnTo>
                  <a:pt x="457795" y="80487"/>
                </a:lnTo>
                <a:lnTo>
                  <a:pt x="457741" y="79293"/>
                </a:lnTo>
                <a:lnTo>
                  <a:pt x="457709" y="78060"/>
                </a:lnTo>
                <a:lnTo>
                  <a:pt x="457694" y="76789"/>
                </a:lnTo>
                <a:lnTo>
                  <a:pt x="457690" y="75483"/>
                </a:lnTo>
                <a:lnTo>
                  <a:pt x="457694" y="74175"/>
                </a:lnTo>
                <a:lnTo>
                  <a:pt x="457709" y="72901"/>
                </a:lnTo>
                <a:lnTo>
                  <a:pt x="457741" y="71663"/>
                </a:lnTo>
                <a:lnTo>
                  <a:pt x="457795" y="70463"/>
                </a:lnTo>
                <a:lnTo>
                  <a:pt x="457877" y="69303"/>
                </a:lnTo>
                <a:lnTo>
                  <a:pt x="457991" y="68184"/>
                </a:lnTo>
                <a:lnTo>
                  <a:pt x="458144" y="67110"/>
                </a:lnTo>
                <a:lnTo>
                  <a:pt x="458340" y="66080"/>
                </a:lnTo>
                <a:lnTo>
                  <a:pt x="458585" y="65099"/>
                </a:lnTo>
                <a:lnTo>
                  <a:pt x="458884" y="64166"/>
                </a:lnTo>
                <a:lnTo>
                  <a:pt x="459242" y="63285"/>
                </a:lnTo>
                <a:lnTo>
                  <a:pt x="459666" y="62457"/>
                </a:lnTo>
                <a:lnTo>
                  <a:pt x="460160" y="61685"/>
                </a:lnTo>
                <a:lnTo>
                  <a:pt x="460730" y="60969"/>
                </a:lnTo>
                <a:lnTo>
                  <a:pt x="461380" y="60313"/>
                </a:lnTo>
                <a:lnTo>
                  <a:pt x="462117" y="59717"/>
                </a:lnTo>
                <a:lnTo>
                  <a:pt x="462946" y="59185"/>
                </a:lnTo>
                <a:lnTo>
                  <a:pt x="463871" y="58717"/>
                </a:lnTo>
                <a:lnTo>
                  <a:pt x="464899" y="58316"/>
                </a:lnTo>
                <a:lnTo>
                  <a:pt x="466035" y="57983"/>
                </a:lnTo>
                <a:lnTo>
                  <a:pt x="467284" y="57721"/>
                </a:lnTo>
                <a:lnTo>
                  <a:pt x="468652" y="57532"/>
                </a:lnTo>
                <a:lnTo>
                  <a:pt x="470143" y="57416"/>
                </a:lnTo>
                <a:lnTo>
                  <a:pt x="471763" y="57378"/>
                </a:lnTo>
                <a:lnTo>
                  <a:pt x="473384" y="57415"/>
                </a:lnTo>
                <a:lnTo>
                  <a:pt x="474875" y="57528"/>
                </a:lnTo>
                <a:lnTo>
                  <a:pt x="476243" y="57713"/>
                </a:lnTo>
                <a:lnTo>
                  <a:pt x="477492" y="57969"/>
                </a:lnTo>
                <a:lnTo>
                  <a:pt x="478628" y="58294"/>
                </a:lnTo>
                <a:lnTo>
                  <a:pt x="479656" y="58687"/>
                </a:lnTo>
                <a:lnTo>
                  <a:pt x="480582" y="59145"/>
                </a:lnTo>
                <a:lnTo>
                  <a:pt x="481410" y="59668"/>
                </a:lnTo>
                <a:lnTo>
                  <a:pt x="482147" y="60252"/>
                </a:lnTo>
                <a:lnTo>
                  <a:pt x="482798" y="60897"/>
                </a:lnTo>
                <a:lnTo>
                  <a:pt x="483367" y="61601"/>
                </a:lnTo>
                <a:lnTo>
                  <a:pt x="483861" y="62361"/>
                </a:lnTo>
                <a:lnTo>
                  <a:pt x="484285" y="63177"/>
                </a:lnTo>
                <a:lnTo>
                  <a:pt x="484643" y="64046"/>
                </a:lnTo>
                <a:lnTo>
                  <a:pt x="484942" y="64967"/>
                </a:lnTo>
                <a:lnTo>
                  <a:pt x="485187" y="65938"/>
                </a:lnTo>
                <a:lnTo>
                  <a:pt x="485383" y="66957"/>
                </a:lnTo>
                <a:lnTo>
                  <a:pt x="485536" y="68022"/>
                </a:lnTo>
                <a:lnTo>
                  <a:pt x="485650" y="69132"/>
                </a:lnTo>
                <a:lnTo>
                  <a:pt x="485731" y="70284"/>
                </a:lnTo>
                <a:lnTo>
                  <a:pt x="485785" y="71478"/>
                </a:lnTo>
                <a:lnTo>
                  <a:pt x="485817" y="72711"/>
                </a:lnTo>
                <a:lnTo>
                  <a:pt x="485833" y="73982"/>
                </a:lnTo>
                <a:lnTo>
                  <a:pt x="485837" y="75289"/>
                </a:lnTo>
                <a:lnTo>
                  <a:pt x="485833" y="76596"/>
                </a:lnTo>
                <a:lnTo>
                  <a:pt x="485817" y="77870"/>
                </a:lnTo>
                <a:lnTo>
                  <a:pt x="485785" y="79107"/>
                </a:lnTo>
                <a:lnTo>
                  <a:pt x="485731" y="80307"/>
                </a:lnTo>
                <a:lnTo>
                  <a:pt x="485650" y="81467"/>
                </a:lnTo>
                <a:close/>
                <a:moveTo>
                  <a:pt x="503368" y="153249"/>
                </a:moveTo>
                <a:lnTo>
                  <a:pt x="502357" y="154210"/>
                </a:lnTo>
                <a:lnTo>
                  <a:pt x="501216" y="155070"/>
                </a:lnTo>
                <a:lnTo>
                  <a:pt x="499961" y="155835"/>
                </a:lnTo>
                <a:lnTo>
                  <a:pt x="498609" y="156510"/>
                </a:lnTo>
                <a:lnTo>
                  <a:pt x="497174" y="157100"/>
                </a:lnTo>
                <a:lnTo>
                  <a:pt x="495675" y="157612"/>
                </a:lnTo>
                <a:lnTo>
                  <a:pt x="494128" y="158051"/>
                </a:lnTo>
                <a:lnTo>
                  <a:pt x="492548" y="158422"/>
                </a:lnTo>
                <a:lnTo>
                  <a:pt x="490952" y="158732"/>
                </a:lnTo>
                <a:lnTo>
                  <a:pt x="489358" y="158986"/>
                </a:lnTo>
                <a:lnTo>
                  <a:pt x="487780" y="159189"/>
                </a:lnTo>
                <a:lnTo>
                  <a:pt x="486236" y="159347"/>
                </a:lnTo>
                <a:lnTo>
                  <a:pt x="484741" y="159466"/>
                </a:lnTo>
                <a:lnTo>
                  <a:pt x="483313" y="159551"/>
                </a:lnTo>
                <a:lnTo>
                  <a:pt x="481968" y="159608"/>
                </a:lnTo>
                <a:lnTo>
                  <a:pt x="480721" y="159643"/>
                </a:lnTo>
                <a:lnTo>
                  <a:pt x="479591" y="159660"/>
                </a:lnTo>
                <a:lnTo>
                  <a:pt x="478592" y="159667"/>
                </a:lnTo>
                <a:lnTo>
                  <a:pt x="477741" y="159668"/>
                </a:lnTo>
                <a:lnTo>
                  <a:pt x="476712" y="159667"/>
                </a:lnTo>
                <a:lnTo>
                  <a:pt x="475563" y="159660"/>
                </a:lnTo>
                <a:lnTo>
                  <a:pt x="474308" y="159641"/>
                </a:lnTo>
                <a:lnTo>
                  <a:pt x="472963" y="159605"/>
                </a:lnTo>
                <a:lnTo>
                  <a:pt x="471542" y="159546"/>
                </a:lnTo>
                <a:lnTo>
                  <a:pt x="470058" y="159457"/>
                </a:lnTo>
                <a:lnTo>
                  <a:pt x="468528" y="159332"/>
                </a:lnTo>
                <a:lnTo>
                  <a:pt x="466965" y="159167"/>
                </a:lnTo>
                <a:lnTo>
                  <a:pt x="465384" y="158955"/>
                </a:lnTo>
                <a:lnTo>
                  <a:pt x="463799" y="158690"/>
                </a:lnTo>
                <a:lnTo>
                  <a:pt x="462226" y="158366"/>
                </a:lnTo>
                <a:lnTo>
                  <a:pt x="460678" y="157978"/>
                </a:lnTo>
                <a:lnTo>
                  <a:pt x="459170" y="157520"/>
                </a:lnTo>
                <a:lnTo>
                  <a:pt x="457717" y="156985"/>
                </a:lnTo>
                <a:lnTo>
                  <a:pt x="456333" y="156368"/>
                </a:lnTo>
                <a:lnTo>
                  <a:pt x="455033" y="155663"/>
                </a:lnTo>
                <a:lnTo>
                  <a:pt x="453832" y="154864"/>
                </a:lnTo>
                <a:lnTo>
                  <a:pt x="452743" y="153966"/>
                </a:lnTo>
                <a:lnTo>
                  <a:pt x="451782" y="152962"/>
                </a:lnTo>
                <a:lnTo>
                  <a:pt x="450963" y="151846"/>
                </a:lnTo>
                <a:lnTo>
                  <a:pt x="450301" y="150613"/>
                </a:lnTo>
                <a:lnTo>
                  <a:pt x="449810" y="149257"/>
                </a:lnTo>
                <a:lnTo>
                  <a:pt x="449505" y="147772"/>
                </a:lnTo>
                <a:lnTo>
                  <a:pt x="449400" y="146152"/>
                </a:lnTo>
                <a:lnTo>
                  <a:pt x="449430" y="145064"/>
                </a:lnTo>
                <a:lnTo>
                  <a:pt x="449520" y="144066"/>
                </a:lnTo>
                <a:lnTo>
                  <a:pt x="449665" y="143155"/>
                </a:lnTo>
                <a:lnTo>
                  <a:pt x="449863" y="142327"/>
                </a:lnTo>
                <a:lnTo>
                  <a:pt x="450110" y="141578"/>
                </a:lnTo>
                <a:lnTo>
                  <a:pt x="450403" y="140903"/>
                </a:lnTo>
                <a:lnTo>
                  <a:pt x="450739" y="140300"/>
                </a:lnTo>
                <a:lnTo>
                  <a:pt x="451114" y="139763"/>
                </a:lnTo>
                <a:lnTo>
                  <a:pt x="451525" y="139290"/>
                </a:lnTo>
                <a:lnTo>
                  <a:pt x="451969" y="138875"/>
                </a:lnTo>
                <a:lnTo>
                  <a:pt x="452443" y="138516"/>
                </a:lnTo>
                <a:lnTo>
                  <a:pt x="452943" y="138208"/>
                </a:lnTo>
                <a:lnTo>
                  <a:pt x="453466" y="137947"/>
                </a:lnTo>
                <a:lnTo>
                  <a:pt x="454009" y="137730"/>
                </a:lnTo>
                <a:lnTo>
                  <a:pt x="454568" y="137552"/>
                </a:lnTo>
                <a:lnTo>
                  <a:pt x="455141" y="137410"/>
                </a:lnTo>
                <a:lnTo>
                  <a:pt x="455724" y="137299"/>
                </a:lnTo>
                <a:lnTo>
                  <a:pt x="456314" y="137215"/>
                </a:lnTo>
                <a:lnTo>
                  <a:pt x="456907" y="137155"/>
                </a:lnTo>
                <a:lnTo>
                  <a:pt x="457500" y="137115"/>
                </a:lnTo>
                <a:lnTo>
                  <a:pt x="458090" y="137091"/>
                </a:lnTo>
                <a:lnTo>
                  <a:pt x="458675" y="137079"/>
                </a:lnTo>
                <a:lnTo>
                  <a:pt x="459249" y="137074"/>
                </a:lnTo>
                <a:lnTo>
                  <a:pt x="459811" y="137073"/>
                </a:lnTo>
                <a:lnTo>
                  <a:pt x="482174" y="137073"/>
                </a:lnTo>
                <a:lnTo>
                  <a:pt x="484087" y="137097"/>
                </a:lnTo>
                <a:lnTo>
                  <a:pt x="485922" y="137149"/>
                </a:lnTo>
                <a:lnTo>
                  <a:pt x="487677" y="137229"/>
                </a:lnTo>
                <a:lnTo>
                  <a:pt x="489354" y="137339"/>
                </a:lnTo>
                <a:lnTo>
                  <a:pt x="490951" y="137479"/>
                </a:lnTo>
                <a:lnTo>
                  <a:pt x="492468" y="137649"/>
                </a:lnTo>
                <a:lnTo>
                  <a:pt x="493906" y="137851"/>
                </a:lnTo>
                <a:lnTo>
                  <a:pt x="495263" y="138086"/>
                </a:lnTo>
                <a:lnTo>
                  <a:pt x="496541" y="138353"/>
                </a:lnTo>
                <a:lnTo>
                  <a:pt x="497737" y="138654"/>
                </a:lnTo>
                <a:lnTo>
                  <a:pt x="498853" y="138989"/>
                </a:lnTo>
                <a:lnTo>
                  <a:pt x="499888" y="139359"/>
                </a:lnTo>
                <a:lnTo>
                  <a:pt x="500841" y="139765"/>
                </a:lnTo>
                <a:lnTo>
                  <a:pt x="501713" y="140208"/>
                </a:lnTo>
                <a:lnTo>
                  <a:pt x="502503" y="140687"/>
                </a:lnTo>
                <a:lnTo>
                  <a:pt x="503210" y="141204"/>
                </a:lnTo>
                <a:lnTo>
                  <a:pt x="503836" y="141760"/>
                </a:lnTo>
                <a:lnTo>
                  <a:pt x="504379" y="142356"/>
                </a:lnTo>
                <a:lnTo>
                  <a:pt x="504839" y="142991"/>
                </a:lnTo>
                <a:lnTo>
                  <a:pt x="505216" y="143667"/>
                </a:lnTo>
                <a:lnTo>
                  <a:pt x="505509" y="144384"/>
                </a:lnTo>
                <a:lnTo>
                  <a:pt x="505719" y="145143"/>
                </a:lnTo>
                <a:lnTo>
                  <a:pt x="505846" y="145945"/>
                </a:lnTo>
                <a:lnTo>
                  <a:pt x="505886" y="146756"/>
                </a:lnTo>
                <a:lnTo>
                  <a:pt x="505776" y="148282"/>
                </a:lnTo>
                <a:lnTo>
                  <a:pt x="505452" y="149704"/>
                </a:lnTo>
                <a:lnTo>
                  <a:pt x="504931" y="151002"/>
                </a:lnTo>
                <a:lnTo>
                  <a:pt x="504231" y="152182"/>
                </a:lnTo>
                <a:lnTo>
                  <a:pt x="503368" y="153249"/>
                </a:lnTo>
                <a:close/>
                <a:moveTo>
                  <a:pt x="1369525" y="11229"/>
                </a:moveTo>
                <a:lnTo>
                  <a:pt x="1369462" y="10570"/>
                </a:lnTo>
                <a:lnTo>
                  <a:pt x="1369376" y="9943"/>
                </a:lnTo>
                <a:lnTo>
                  <a:pt x="1369264" y="9349"/>
                </a:lnTo>
                <a:lnTo>
                  <a:pt x="1369125" y="8787"/>
                </a:lnTo>
                <a:lnTo>
                  <a:pt x="1368956" y="8256"/>
                </a:lnTo>
                <a:lnTo>
                  <a:pt x="1368755" y="7758"/>
                </a:lnTo>
                <a:lnTo>
                  <a:pt x="1368520" y="7292"/>
                </a:lnTo>
                <a:lnTo>
                  <a:pt x="1368247" y="6858"/>
                </a:lnTo>
                <a:lnTo>
                  <a:pt x="1367936" y="6457"/>
                </a:lnTo>
                <a:lnTo>
                  <a:pt x="1367584" y="6087"/>
                </a:lnTo>
                <a:lnTo>
                  <a:pt x="1367189" y="5749"/>
                </a:lnTo>
                <a:lnTo>
                  <a:pt x="1366747" y="5444"/>
                </a:lnTo>
                <a:lnTo>
                  <a:pt x="1366258" y="5171"/>
                </a:lnTo>
                <a:lnTo>
                  <a:pt x="1365719" y="4930"/>
                </a:lnTo>
                <a:lnTo>
                  <a:pt x="1365127" y="4721"/>
                </a:lnTo>
                <a:lnTo>
                  <a:pt x="1364480" y="4544"/>
                </a:lnTo>
                <a:lnTo>
                  <a:pt x="1363776" y="4399"/>
                </a:lnTo>
                <a:lnTo>
                  <a:pt x="1363013" y="4287"/>
                </a:lnTo>
                <a:lnTo>
                  <a:pt x="1362189" y="4207"/>
                </a:lnTo>
                <a:lnTo>
                  <a:pt x="1361301" y="4158"/>
                </a:lnTo>
                <a:lnTo>
                  <a:pt x="1360346" y="4142"/>
                </a:lnTo>
                <a:lnTo>
                  <a:pt x="1350512" y="4142"/>
                </a:lnTo>
                <a:lnTo>
                  <a:pt x="1349624" y="4156"/>
                </a:lnTo>
                <a:lnTo>
                  <a:pt x="1348791" y="4196"/>
                </a:lnTo>
                <a:lnTo>
                  <a:pt x="1348011" y="4263"/>
                </a:lnTo>
                <a:lnTo>
                  <a:pt x="1347283" y="4359"/>
                </a:lnTo>
                <a:lnTo>
                  <a:pt x="1346605" y="4484"/>
                </a:lnTo>
                <a:lnTo>
                  <a:pt x="1345976" y="4639"/>
                </a:lnTo>
                <a:lnTo>
                  <a:pt x="1345393" y="4825"/>
                </a:lnTo>
                <a:lnTo>
                  <a:pt x="1344857" y="5042"/>
                </a:lnTo>
                <a:lnTo>
                  <a:pt x="1344365" y="5291"/>
                </a:lnTo>
                <a:lnTo>
                  <a:pt x="1343915" y="5573"/>
                </a:lnTo>
                <a:lnTo>
                  <a:pt x="1343506" y="5889"/>
                </a:lnTo>
                <a:lnTo>
                  <a:pt x="1343138" y="6239"/>
                </a:lnTo>
                <a:lnTo>
                  <a:pt x="1342807" y="6624"/>
                </a:lnTo>
                <a:lnTo>
                  <a:pt x="1342513" y="7046"/>
                </a:lnTo>
                <a:lnTo>
                  <a:pt x="1342254" y="7503"/>
                </a:lnTo>
                <a:lnTo>
                  <a:pt x="1342029" y="7999"/>
                </a:lnTo>
                <a:lnTo>
                  <a:pt x="1341836" y="8532"/>
                </a:lnTo>
                <a:lnTo>
                  <a:pt x="1341673" y="9104"/>
                </a:lnTo>
                <a:lnTo>
                  <a:pt x="1341540" y="9716"/>
                </a:lnTo>
                <a:lnTo>
                  <a:pt x="1341434" y="10369"/>
                </a:lnTo>
                <a:lnTo>
                  <a:pt x="1341354" y="11062"/>
                </a:lnTo>
                <a:lnTo>
                  <a:pt x="1341299" y="11798"/>
                </a:lnTo>
                <a:lnTo>
                  <a:pt x="1341267" y="12576"/>
                </a:lnTo>
                <a:lnTo>
                  <a:pt x="1341257" y="13398"/>
                </a:lnTo>
                <a:lnTo>
                  <a:pt x="1341257" y="17061"/>
                </a:lnTo>
                <a:lnTo>
                  <a:pt x="1341263" y="17750"/>
                </a:lnTo>
                <a:lnTo>
                  <a:pt x="1341281" y="18418"/>
                </a:lnTo>
                <a:lnTo>
                  <a:pt x="1341315" y="19064"/>
                </a:lnTo>
                <a:lnTo>
                  <a:pt x="1341367" y="19688"/>
                </a:lnTo>
                <a:lnTo>
                  <a:pt x="1341440" y="20289"/>
                </a:lnTo>
                <a:lnTo>
                  <a:pt x="1341537" y="20866"/>
                </a:lnTo>
                <a:lnTo>
                  <a:pt x="1341661" y="21419"/>
                </a:lnTo>
                <a:lnTo>
                  <a:pt x="1341814" y="21946"/>
                </a:lnTo>
                <a:lnTo>
                  <a:pt x="1341999" y="22447"/>
                </a:lnTo>
                <a:lnTo>
                  <a:pt x="1342220" y="22921"/>
                </a:lnTo>
                <a:lnTo>
                  <a:pt x="1342477" y="23367"/>
                </a:lnTo>
                <a:lnTo>
                  <a:pt x="1342776" y="23786"/>
                </a:lnTo>
                <a:lnTo>
                  <a:pt x="1343117" y="24175"/>
                </a:lnTo>
                <a:lnTo>
                  <a:pt x="1343504" y="24534"/>
                </a:lnTo>
                <a:lnTo>
                  <a:pt x="1343941" y="24862"/>
                </a:lnTo>
                <a:lnTo>
                  <a:pt x="1344428" y="25159"/>
                </a:lnTo>
                <a:lnTo>
                  <a:pt x="1344970" y="25424"/>
                </a:lnTo>
                <a:lnTo>
                  <a:pt x="1345568" y="25656"/>
                </a:lnTo>
                <a:lnTo>
                  <a:pt x="1346227" y="25855"/>
                </a:lnTo>
                <a:lnTo>
                  <a:pt x="1346948" y="26019"/>
                </a:lnTo>
                <a:lnTo>
                  <a:pt x="1347734" y="26148"/>
                </a:lnTo>
                <a:lnTo>
                  <a:pt x="1348588" y="26241"/>
                </a:lnTo>
                <a:lnTo>
                  <a:pt x="1349513" y="26297"/>
                </a:lnTo>
                <a:lnTo>
                  <a:pt x="1350512" y="26316"/>
                </a:lnTo>
                <a:lnTo>
                  <a:pt x="1360346" y="26316"/>
                </a:lnTo>
                <a:lnTo>
                  <a:pt x="1361323" y="26298"/>
                </a:lnTo>
                <a:lnTo>
                  <a:pt x="1362229" y="26245"/>
                </a:lnTo>
                <a:lnTo>
                  <a:pt x="1363068" y="26156"/>
                </a:lnTo>
                <a:lnTo>
                  <a:pt x="1363843" y="26032"/>
                </a:lnTo>
                <a:lnTo>
                  <a:pt x="1364555" y="25875"/>
                </a:lnTo>
                <a:lnTo>
                  <a:pt x="1365207" y="25684"/>
                </a:lnTo>
                <a:lnTo>
                  <a:pt x="1365803" y="25459"/>
                </a:lnTo>
                <a:lnTo>
                  <a:pt x="1366343" y="25203"/>
                </a:lnTo>
                <a:lnTo>
                  <a:pt x="1366831" y="24913"/>
                </a:lnTo>
                <a:lnTo>
                  <a:pt x="1367270" y="24593"/>
                </a:lnTo>
                <a:lnTo>
                  <a:pt x="1367661" y="24241"/>
                </a:lnTo>
                <a:lnTo>
                  <a:pt x="1368008" y="23858"/>
                </a:lnTo>
                <a:lnTo>
                  <a:pt x="1368313" y="23446"/>
                </a:lnTo>
                <a:lnTo>
                  <a:pt x="1368578" y="23004"/>
                </a:lnTo>
                <a:lnTo>
                  <a:pt x="1368805" y="22532"/>
                </a:lnTo>
                <a:lnTo>
                  <a:pt x="1368999" y="22032"/>
                </a:lnTo>
                <a:lnTo>
                  <a:pt x="1369160" y="21504"/>
                </a:lnTo>
                <a:lnTo>
                  <a:pt x="1369291" y="20948"/>
                </a:lnTo>
                <a:lnTo>
                  <a:pt x="1369395" y="20365"/>
                </a:lnTo>
                <a:lnTo>
                  <a:pt x="1369475" y="19756"/>
                </a:lnTo>
                <a:lnTo>
                  <a:pt x="1369533" y="19120"/>
                </a:lnTo>
                <a:lnTo>
                  <a:pt x="1369571" y="18458"/>
                </a:lnTo>
                <a:lnTo>
                  <a:pt x="1369592" y="17772"/>
                </a:lnTo>
                <a:lnTo>
                  <a:pt x="1369598" y="17061"/>
                </a:lnTo>
                <a:lnTo>
                  <a:pt x="1369598" y="13398"/>
                </a:lnTo>
                <a:lnTo>
                  <a:pt x="1369591" y="12643"/>
                </a:lnTo>
                <a:lnTo>
                  <a:pt x="1369567" y="11920"/>
                </a:lnTo>
                <a:lnTo>
                  <a:pt x="1369525" y="11229"/>
                </a:lnTo>
                <a:close/>
                <a:moveTo>
                  <a:pt x="1145732" y="124399"/>
                </a:moveTo>
                <a:lnTo>
                  <a:pt x="1145712" y="124283"/>
                </a:lnTo>
                <a:lnTo>
                  <a:pt x="1145687" y="124154"/>
                </a:lnTo>
                <a:lnTo>
                  <a:pt x="1145658" y="124012"/>
                </a:lnTo>
                <a:lnTo>
                  <a:pt x="1145623" y="123856"/>
                </a:lnTo>
                <a:lnTo>
                  <a:pt x="1145583" y="123686"/>
                </a:lnTo>
                <a:lnTo>
                  <a:pt x="1145537" y="123500"/>
                </a:lnTo>
                <a:lnTo>
                  <a:pt x="1145486" y="123298"/>
                </a:lnTo>
                <a:lnTo>
                  <a:pt x="1145428" y="123078"/>
                </a:lnTo>
                <a:lnTo>
                  <a:pt x="1145365" y="122841"/>
                </a:lnTo>
                <a:lnTo>
                  <a:pt x="1145296" y="122585"/>
                </a:lnTo>
                <a:lnTo>
                  <a:pt x="1145220" y="122309"/>
                </a:lnTo>
                <a:lnTo>
                  <a:pt x="1145138" y="122013"/>
                </a:lnTo>
                <a:lnTo>
                  <a:pt x="1145048" y="121696"/>
                </a:lnTo>
                <a:lnTo>
                  <a:pt x="1144953" y="121356"/>
                </a:lnTo>
                <a:lnTo>
                  <a:pt x="1144850" y="120994"/>
                </a:lnTo>
                <a:lnTo>
                  <a:pt x="1144740" y="120608"/>
                </a:lnTo>
                <a:lnTo>
                  <a:pt x="1144622" y="120197"/>
                </a:lnTo>
                <a:lnTo>
                  <a:pt x="1144497" y="119761"/>
                </a:lnTo>
                <a:lnTo>
                  <a:pt x="1144365" y="119299"/>
                </a:lnTo>
                <a:lnTo>
                  <a:pt x="1144224" y="118809"/>
                </a:lnTo>
                <a:lnTo>
                  <a:pt x="1144107" y="118342"/>
                </a:lnTo>
                <a:lnTo>
                  <a:pt x="1143994" y="117901"/>
                </a:lnTo>
                <a:lnTo>
                  <a:pt x="1143886" y="117488"/>
                </a:lnTo>
                <a:lnTo>
                  <a:pt x="1143782" y="117100"/>
                </a:lnTo>
                <a:lnTo>
                  <a:pt x="1143680" y="116738"/>
                </a:lnTo>
                <a:lnTo>
                  <a:pt x="1143580" y="116401"/>
                </a:lnTo>
                <a:lnTo>
                  <a:pt x="1143481" y="116087"/>
                </a:lnTo>
                <a:lnTo>
                  <a:pt x="1143382" y="115798"/>
                </a:lnTo>
                <a:lnTo>
                  <a:pt x="1143283" y="115530"/>
                </a:lnTo>
                <a:lnTo>
                  <a:pt x="1143182" y="115285"/>
                </a:lnTo>
                <a:lnTo>
                  <a:pt x="1143078" y="115062"/>
                </a:lnTo>
                <a:lnTo>
                  <a:pt x="1142972" y="114859"/>
                </a:lnTo>
                <a:lnTo>
                  <a:pt x="1142861" y="114676"/>
                </a:lnTo>
                <a:lnTo>
                  <a:pt x="1142745" y="114513"/>
                </a:lnTo>
                <a:lnTo>
                  <a:pt x="1142624" y="114368"/>
                </a:lnTo>
                <a:lnTo>
                  <a:pt x="1142497" y="114242"/>
                </a:lnTo>
                <a:lnTo>
                  <a:pt x="1142362" y="114133"/>
                </a:lnTo>
                <a:lnTo>
                  <a:pt x="1142218" y="114040"/>
                </a:lnTo>
                <a:lnTo>
                  <a:pt x="1142066" y="113964"/>
                </a:lnTo>
                <a:lnTo>
                  <a:pt x="1141904" y="113903"/>
                </a:lnTo>
                <a:lnTo>
                  <a:pt x="1141732" y="113856"/>
                </a:lnTo>
                <a:lnTo>
                  <a:pt x="1141547" y="113824"/>
                </a:lnTo>
                <a:lnTo>
                  <a:pt x="1141351" y="113805"/>
                </a:lnTo>
                <a:lnTo>
                  <a:pt x="1141141" y="113799"/>
                </a:lnTo>
                <a:lnTo>
                  <a:pt x="1141024" y="113800"/>
                </a:lnTo>
                <a:lnTo>
                  <a:pt x="1140915" y="113804"/>
                </a:lnTo>
                <a:lnTo>
                  <a:pt x="1140812" y="113810"/>
                </a:lnTo>
                <a:lnTo>
                  <a:pt x="1140715" y="113819"/>
                </a:lnTo>
                <a:lnTo>
                  <a:pt x="1140623" y="113831"/>
                </a:lnTo>
                <a:lnTo>
                  <a:pt x="1140535" y="113847"/>
                </a:lnTo>
                <a:lnTo>
                  <a:pt x="1140450" y="113867"/>
                </a:lnTo>
                <a:lnTo>
                  <a:pt x="1140369" y="113892"/>
                </a:lnTo>
                <a:lnTo>
                  <a:pt x="1140289" y="113921"/>
                </a:lnTo>
                <a:lnTo>
                  <a:pt x="1140211" y="113955"/>
                </a:lnTo>
                <a:lnTo>
                  <a:pt x="1140133" y="113994"/>
                </a:lnTo>
                <a:lnTo>
                  <a:pt x="1140055" y="114039"/>
                </a:lnTo>
                <a:lnTo>
                  <a:pt x="1139976" y="114090"/>
                </a:lnTo>
                <a:lnTo>
                  <a:pt x="1139895" y="114148"/>
                </a:lnTo>
                <a:lnTo>
                  <a:pt x="1139812" y="114212"/>
                </a:lnTo>
                <a:lnTo>
                  <a:pt x="1139725" y="114283"/>
                </a:lnTo>
                <a:lnTo>
                  <a:pt x="1139635" y="114362"/>
                </a:lnTo>
                <a:lnTo>
                  <a:pt x="1139540" y="114448"/>
                </a:lnTo>
                <a:lnTo>
                  <a:pt x="1139439" y="114543"/>
                </a:lnTo>
                <a:lnTo>
                  <a:pt x="1139332" y="114645"/>
                </a:lnTo>
                <a:lnTo>
                  <a:pt x="1139218" y="114757"/>
                </a:lnTo>
                <a:lnTo>
                  <a:pt x="1139096" y="114877"/>
                </a:lnTo>
                <a:lnTo>
                  <a:pt x="1138965" y="115007"/>
                </a:lnTo>
                <a:lnTo>
                  <a:pt x="1138826" y="115147"/>
                </a:lnTo>
                <a:lnTo>
                  <a:pt x="1138545" y="115353"/>
                </a:lnTo>
                <a:lnTo>
                  <a:pt x="1138231" y="115584"/>
                </a:lnTo>
                <a:lnTo>
                  <a:pt x="1137886" y="115838"/>
                </a:lnTo>
                <a:lnTo>
                  <a:pt x="1137509" y="116110"/>
                </a:lnTo>
                <a:lnTo>
                  <a:pt x="1137100" y="116398"/>
                </a:lnTo>
                <a:lnTo>
                  <a:pt x="1136660" y="116698"/>
                </a:lnTo>
                <a:lnTo>
                  <a:pt x="1136188" y="117009"/>
                </a:lnTo>
                <a:lnTo>
                  <a:pt x="1135684" y="117327"/>
                </a:lnTo>
                <a:lnTo>
                  <a:pt x="1135149" y="117648"/>
                </a:lnTo>
                <a:lnTo>
                  <a:pt x="1134582" y="117970"/>
                </a:lnTo>
                <a:lnTo>
                  <a:pt x="1133985" y="118291"/>
                </a:lnTo>
                <a:lnTo>
                  <a:pt x="1133356" y="118606"/>
                </a:lnTo>
                <a:lnTo>
                  <a:pt x="1132695" y="118913"/>
                </a:lnTo>
                <a:lnTo>
                  <a:pt x="1132004" y="119209"/>
                </a:lnTo>
                <a:lnTo>
                  <a:pt x="1131282" y="119492"/>
                </a:lnTo>
                <a:lnTo>
                  <a:pt x="1130529" y="119757"/>
                </a:lnTo>
                <a:lnTo>
                  <a:pt x="1129745" y="120002"/>
                </a:lnTo>
                <a:lnTo>
                  <a:pt x="1128930" y="120224"/>
                </a:lnTo>
                <a:lnTo>
                  <a:pt x="1128085" y="120420"/>
                </a:lnTo>
                <a:lnTo>
                  <a:pt x="1127209" y="120588"/>
                </a:lnTo>
                <a:lnTo>
                  <a:pt x="1126303" y="120723"/>
                </a:lnTo>
                <a:lnTo>
                  <a:pt x="1125366" y="120823"/>
                </a:lnTo>
                <a:lnTo>
                  <a:pt x="1124399" y="120886"/>
                </a:lnTo>
                <a:lnTo>
                  <a:pt x="1123402" y="120907"/>
                </a:lnTo>
                <a:lnTo>
                  <a:pt x="1122833" y="120890"/>
                </a:lnTo>
                <a:lnTo>
                  <a:pt x="1122282" y="120836"/>
                </a:lnTo>
                <a:lnTo>
                  <a:pt x="1121750" y="120742"/>
                </a:lnTo>
                <a:lnTo>
                  <a:pt x="1121238" y="120607"/>
                </a:lnTo>
                <a:lnTo>
                  <a:pt x="1120746" y="120427"/>
                </a:lnTo>
                <a:lnTo>
                  <a:pt x="1120275" y="120200"/>
                </a:lnTo>
                <a:lnTo>
                  <a:pt x="1119825" y="119922"/>
                </a:lnTo>
                <a:lnTo>
                  <a:pt x="1119396" y="119592"/>
                </a:lnTo>
                <a:lnTo>
                  <a:pt x="1118989" y="119206"/>
                </a:lnTo>
                <a:lnTo>
                  <a:pt x="1118605" y="118763"/>
                </a:lnTo>
                <a:lnTo>
                  <a:pt x="1118245" y="118258"/>
                </a:lnTo>
                <a:lnTo>
                  <a:pt x="1117907" y="117690"/>
                </a:lnTo>
                <a:lnTo>
                  <a:pt x="1117594" y="117055"/>
                </a:lnTo>
                <a:lnTo>
                  <a:pt x="1117305" y="116351"/>
                </a:lnTo>
                <a:lnTo>
                  <a:pt x="1117042" y="115576"/>
                </a:lnTo>
                <a:lnTo>
                  <a:pt x="1116804" y="114727"/>
                </a:lnTo>
                <a:lnTo>
                  <a:pt x="1116592" y="113800"/>
                </a:lnTo>
                <a:lnTo>
                  <a:pt x="1116407" y="112794"/>
                </a:lnTo>
                <a:lnTo>
                  <a:pt x="1116249" y="111705"/>
                </a:lnTo>
                <a:lnTo>
                  <a:pt x="1116119" y="110531"/>
                </a:lnTo>
                <a:lnTo>
                  <a:pt x="1116016" y="109269"/>
                </a:lnTo>
                <a:lnTo>
                  <a:pt x="1115942" y="107916"/>
                </a:lnTo>
                <a:lnTo>
                  <a:pt x="1115898" y="106471"/>
                </a:lnTo>
                <a:lnTo>
                  <a:pt x="1115883" y="104929"/>
                </a:lnTo>
                <a:lnTo>
                  <a:pt x="1115883" y="59449"/>
                </a:lnTo>
                <a:lnTo>
                  <a:pt x="1133042" y="59449"/>
                </a:lnTo>
                <a:lnTo>
                  <a:pt x="1133355" y="59448"/>
                </a:lnTo>
                <a:lnTo>
                  <a:pt x="1133711" y="59445"/>
                </a:lnTo>
                <a:lnTo>
                  <a:pt x="1134105" y="59435"/>
                </a:lnTo>
                <a:lnTo>
                  <a:pt x="1134532" y="59417"/>
                </a:lnTo>
                <a:lnTo>
                  <a:pt x="1134987" y="59386"/>
                </a:lnTo>
                <a:lnTo>
                  <a:pt x="1135465" y="59340"/>
                </a:lnTo>
                <a:lnTo>
                  <a:pt x="1135961" y="59277"/>
                </a:lnTo>
                <a:lnTo>
                  <a:pt x="1136471" y="59192"/>
                </a:lnTo>
                <a:lnTo>
                  <a:pt x="1136988" y="59083"/>
                </a:lnTo>
                <a:lnTo>
                  <a:pt x="1137508" y="58947"/>
                </a:lnTo>
                <a:lnTo>
                  <a:pt x="1138027" y="58781"/>
                </a:lnTo>
                <a:lnTo>
                  <a:pt x="1138538" y="58581"/>
                </a:lnTo>
                <a:lnTo>
                  <a:pt x="1139037" y="58346"/>
                </a:lnTo>
                <a:lnTo>
                  <a:pt x="1139519" y="58071"/>
                </a:lnTo>
                <a:lnTo>
                  <a:pt x="1139979" y="57754"/>
                </a:lnTo>
                <a:lnTo>
                  <a:pt x="1140412" y="57392"/>
                </a:lnTo>
                <a:lnTo>
                  <a:pt x="1140813" y="56982"/>
                </a:lnTo>
                <a:lnTo>
                  <a:pt x="1141177" y="56521"/>
                </a:lnTo>
                <a:lnTo>
                  <a:pt x="1141498" y="56005"/>
                </a:lnTo>
                <a:lnTo>
                  <a:pt x="1141772" y="55433"/>
                </a:lnTo>
                <a:lnTo>
                  <a:pt x="1141994" y="54799"/>
                </a:lnTo>
                <a:lnTo>
                  <a:pt x="1142159" y="54103"/>
                </a:lnTo>
                <a:lnTo>
                  <a:pt x="1142262" y="53341"/>
                </a:lnTo>
                <a:lnTo>
                  <a:pt x="1142297" y="52509"/>
                </a:lnTo>
                <a:lnTo>
                  <a:pt x="1142262" y="51676"/>
                </a:lnTo>
                <a:lnTo>
                  <a:pt x="1142159" y="50914"/>
                </a:lnTo>
                <a:lnTo>
                  <a:pt x="1141994" y="50217"/>
                </a:lnTo>
                <a:lnTo>
                  <a:pt x="1141772" y="49584"/>
                </a:lnTo>
                <a:lnTo>
                  <a:pt x="1141498" y="49010"/>
                </a:lnTo>
                <a:lnTo>
                  <a:pt x="1141177" y="48495"/>
                </a:lnTo>
                <a:lnTo>
                  <a:pt x="1140813" y="48033"/>
                </a:lnTo>
                <a:lnTo>
                  <a:pt x="1140412" y="47623"/>
                </a:lnTo>
                <a:lnTo>
                  <a:pt x="1139979" y="47261"/>
                </a:lnTo>
                <a:lnTo>
                  <a:pt x="1139519" y="46944"/>
                </a:lnTo>
                <a:lnTo>
                  <a:pt x="1139037" y="46669"/>
                </a:lnTo>
                <a:lnTo>
                  <a:pt x="1138538" y="46433"/>
                </a:lnTo>
                <a:lnTo>
                  <a:pt x="1138027" y="46234"/>
                </a:lnTo>
                <a:lnTo>
                  <a:pt x="1137508" y="46068"/>
                </a:lnTo>
                <a:lnTo>
                  <a:pt x="1136988" y="45932"/>
                </a:lnTo>
                <a:lnTo>
                  <a:pt x="1136471" y="45823"/>
                </a:lnTo>
                <a:lnTo>
                  <a:pt x="1135961" y="45738"/>
                </a:lnTo>
                <a:lnTo>
                  <a:pt x="1135465" y="45674"/>
                </a:lnTo>
                <a:lnTo>
                  <a:pt x="1134987" y="45628"/>
                </a:lnTo>
                <a:lnTo>
                  <a:pt x="1134532" y="45598"/>
                </a:lnTo>
                <a:lnTo>
                  <a:pt x="1134105" y="45579"/>
                </a:lnTo>
                <a:lnTo>
                  <a:pt x="1133711" y="45570"/>
                </a:lnTo>
                <a:lnTo>
                  <a:pt x="1133355" y="45566"/>
                </a:lnTo>
                <a:lnTo>
                  <a:pt x="1133042" y="45566"/>
                </a:lnTo>
                <a:lnTo>
                  <a:pt x="1115883" y="45566"/>
                </a:lnTo>
                <a:lnTo>
                  <a:pt x="1115883" y="29582"/>
                </a:lnTo>
                <a:lnTo>
                  <a:pt x="1115876" y="28827"/>
                </a:lnTo>
                <a:lnTo>
                  <a:pt x="1115852" y="28105"/>
                </a:lnTo>
                <a:lnTo>
                  <a:pt x="1115810" y="27415"/>
                </a:lnTo>
                <a:lnTo>
                  <a:pt x="1115746" y="26757"/>
                </a:lnTo>
                <a:lnTo>
                  <a:pt x="1115660" y="26131"/>
                </a:lnTo>
                <a:lnTo>
                  <a:pt x="1115549" y="25537"/>
                </a:lnTo>
                <a:lnTo>
                  <a:pt x="1115410" y="24975"/>
                </a:lnTo>
                <a:lnTo>
                  <a:pt x="1115241" y="24445"/>
                </a:lnTo>
                <a:lnTo>
                  <a:pt x="1115040" y="23947"/>
                </a:lnTo>
                <a:lnTo>
                  <a:pt x="1114804" y="23482"/>
                </a:lnTo>
                <a:lnTo>
                  <a:pt x="1114532" y="23048"/>
                </a:lnTo>
                <a:lnTo>
                  <a:pt x="1114221" y="22647"/>
                </a:lnTo>
                <a:lnTo>
                  <a:pt x="1113869" y="22278"/>
                </a:lnTo>
                <a:lnTo>
                  <a:pt x="1113473" y="21941"/>
                </a:lnTo>
                <a:lnTo>
                  <a:pt x="1113032" y="21636"/>
                </a:lnTo>
                <a:lnTo>
                  <a:pt x="1112543" y="21363"/>
                </a:lnTo>
                <a:lnTo>
                  <a:pt x="1112003" y="21122"/>
                </a:lnTo>
                <a:lnTo>
                  <a:pt x="1111411" y="20913"/>
                </a:lnTo>
                <a:lnTo>
                  <a:pt x="1110765" y="20736"/>
                </a:lnTo>
                <a:lnTo>
                  <a:pt x="1110061" y="20592"/>
                </a:lnTo>
                <a:lnTo>
                  <a:pt x="1109298" y="20480"/>
                </a:lnTo>
                <a:lnTo>
                  <a:pt x="1108474" y="20399"/>
                </a:lnTo>
                <a:lnTo>
                  <a:pt x="1107585" y="20351"/>
                </a:lnTo>
                <a:lnTo>
                  <a:pt x="1106631" y="20335"/>
                </a:lnTo>
                <a:lnTo>
                  <a:pt x="1100653" y="20335"/>
                </a:lnTo>
                <a:lnTo>
                  <a:pt x="1099810" y="20346"/>
                </a:lnTo>
                <a:lnTo>
                  <a:pt x="1099013" y="20381"/>
                </a:lnTo>
                <a:lnTo>
                  <a:pt x="1098263" y="20440"/>
                </a:lnTo>
                <a:lnTo>
                  <a:pt x="1097558" y="20525"/>
                </a:lnTo>
                <a:lnTo>
                  <a:pt x="1096897" y="20637"/>
                </a:lnTo>
                <a:lnTo>
                  <a:pt x="1096280" y="20778"/>
                </a:lnTo>
                <a:lnTo>
                  <a:pt x="1095704" y="20948"/>
                </a:lnTo>
                <a:lnTo>
                  <a:pt x="1095170" y="21149"/>
                </a:lnTo>
                <a:lnTo>
                  <a:pt x="1094675" y="21382"/>
                </a:lnTo>
                <a:lnTo>
                  <a:pt x="1094220" y="21648"/>
                </a:lnTo>
                <a:lnTo>
                  <a:pt x="1093803" y="21949"/>
                </a:lnTo>
                <a:lnTo>
                  <a:pt x="1093423" y="22286"/>
                </a:lnTo>
                <a:lnTo>
                  <a:pt x="1093080" y="22660"/>
                </a:lnTo>
                <a:lnTo>
                  <a:pt x="1092771" y="23073"/>
                </a:lnTo>
                <a:lnTo>
                  <a:pt x="1092497" y="23525"/>
                </a:lnTo>
                <a:lnTo>
                  <a:pt x="1092256" y="24018"/>
                </a:lnTo>
                <a:lnTo>
                  <a:pt x="1092047" y="24553"/>
                </a:lnTo>
                <a:lnTo>
                  <a:pt x="1091869" y="25131"/>
                </a:lnTo>
                <a:lnTo>
                  <a:pt x="1091721" y="25754"/>
                </a:lnTo>
                <a:lnTo>
                  <a:pt x="1091602" y="26423"/>
                </a:lnTo>
                <a:lnTo>
                  <a:pt x="1091511" y="27139"/>
                </a:lnTo>
                <a:lnTo>
                  <a:pt x="1091448" y="27903"/>
                </a:lnTo>
                <a:lnTo>
                  <a:pt x="1091411" y="28717"/>
                </a:lnTo>
                <a:lnTo>
                  <a:pt x="1091398" y="29582"/>
                </a:lnTo>
                <a:lnTo>
                  <a:pt x="1091398" y="45566"/>
                </a:lnTo>
                <a:lnTo>
                  <a:pt x="1086965" y="45566"/>
                </a:lnTo>
                <a:lnTo>
                  <a:pt x="1086675" y="45566"/>
                </a:lnTo>
                <a:lnTo>
                  <a:pt x="1086338" y="45570"/>
                </a:lnTo>
                <a:lnTo>
                  <a:pt x="1085959" y="45579"/>
                </a:lnTo>
                <a:lnTo>
                  <a:pt x="1085543" y="45598"/>
                </a:lnTo>
                <a:lnTo>
                  <a:pt x="1085097" y="45628"/>
                </a:lnTo>
                <a:lnTo>
                  <a:pt x="1084624" y="45674"/>
                </a:lnTo>
                <a:lnTo>
                  <a:pt x="1084131" y="45738"/>
                </a:lnTo>
                <a:lnTo>
                  <a:pt x="1083623" y="45823"/>
                </a:lnTo>
                <a:lnTo>
                  <a:pt x="1083105" y="45932"/>
                </a:lnTo>
                <a:lnTo>
                  <a:pt x="1082582" y="46068"/>
                </a:lnTo>
                <a:lnTo>
                  <a:pt x="1082059" y="46234"/>
                </a:lnTo>
                <a:lnTo>
                  <a:pt x="1081542" y="46433"/>
                </a:lnTo>
                <a:lnTo>
                  <a:pt x="1081037" y="46669"/>
                </a:lnTo>
                <a:lnTo>
                  <a:pt x="1080547" y="46944"/>
                </a:lnTo>
                <a:lnTo>
                  <a:pt x="1080079" y="47261"/>
                </a:lnTo>
                <a:lnTo>
                  <a:pt x="1079638" y="47623"/>
                </a:lnTo>
                <a:lnTo>
                  <a:pt x="1079230" y="48033"/>
                </a:lnTo>
                <a:lnTo>
                  <a:pt x="1078858" y="48495"/>
                </a:lnTo>
                <a:lnTo>
                  <a:pt x="1078529" y="49010"/>
                </a:lnTo>
                <a:lnTo>
                  <a:pt x="1078249" y="49584"/>
                </a:lnTo>
                <a:lnTo>
                  <a:pt x="1078021" y="50217"/>
                </a:lnTo>
                <a:lnTo>
                  <a:pt x="1077852" y="50914"/>
                </a:lnTo>
                <a:lnTo>
                  <a:pt x="1077747" y="51676"/>
                </a:lnTo>
                <a:lnTo>
                  <a:pt x="1077710" y="52509"/>
                </a:lnTo>
                <a:lnTo>
                  <a:pt x="1077746" y="53341"/>
                </a:lnTo>
                <a:lnTo>
                  <a:pt x="1077848" y="54103"/>
                </a:lnTo>
                <a:lnTo>
                  <a:pt x="1078013" y="54799"/>
                </a:lnTo>
                <a:lnTo>
                  <a:pt x="1078235" y="55433"/>
                </a:lnTo>
                <a:lnTo>
                  <a:pt x="1078510" y="56005"/>
                </a:lnTo>
                <a:lnTo>
                  <a:pt x="1078831" y="56521"/>
                </a:lnTo>
                <a:lnTo>
                  <a:pt x="1079195" y="56982"/>
                </a:lnTo>
                <a:lnTo>
                  <a:pt x="1079596" y="57392"/>
                </a:lnTo>
                <a:lnTo>
                  <a:pt x="1080029" y="57754"/>
                </a:lnTo>
                <a:lnTo>
                  <a:pt x="1080489" y="58071"/>
                </a:lnTo>
                <a:lnTo>
                  <a:pt x="1080971" y="58346"/>
                </a:lnTo>
                <a:lnTo>
                  <a:pt x="1081471" y="58581"/>
                </a:lnTo>
                <a:lnTo>
                  <a:pt x="1081982" y="58781"/>
                </a:lnTo>
                <a:lnTo>
                  <a:pt x="1082500" y="58947"/>
                </a:lnTo>
                <a:lnTo>
                  <a:pt x="1083021" y="59083"/>
                </a:lnTo>
                <a:lnTo>
                  <a:pt x="1083538" y="59192"/>
                </a:lnTo>
                <a:lnTo>
                  <a:pt x="1084047" y="59277"/>
                </a:lnTo>
                <a:lnTo>
                  <a:pt x="1084544" y="59340"/>
                </a:lnTo>
                <a:lnTo>
                  <a:pt x="1085022" y="59386"/>
                </a:lnTo>
                <a:lnTo>
                  <a:pt x="1085477" y="59417"/>
                </a:lnTo>
                <a:lnTo>
                  <a:pt x="1085904" y="59435"/>
                </a:lnTo>
                <a:lnTo>
                  <a:pt x="1086297" y="59445"/>
                </a:lnTo>
                <a:lnTo>
                  <a:pt x="1086653" y="59448"/>
                </a:lnTo>
                <a:lnTo>
                  <a:pt x="1086965" y="59449"/>
                </a:lnTo>
                <a:lnTo>
                  <a:pt x="1090822" y="59449"/>
                </a:lnTo>
                <a:lnTo>
                  <a:pt x="1090822" y="108206"/>
                </a:lnTo>
                <a:lnTo>
                  <a:pt x="1090858" y="110579"/>
                </a:lnTo>
                <a:lnTo>
                  <a:pt x="1090966" y="112837"/>
                </a:lnTo>
                <a:lnTo>
                  <a:pt x="1091146" y="114982"/>
                </a:lnTo>
                <a:lnTo>
                  <a:pt x="1091397" y="117013"/>
                </a:lnTo>
                <a:lnTo>
                  <a:pt x="1091720" y="118934"/>
                </a:lnTo>
                <a:lnTo>
                  <a:pt x="1092114" y="120744"/>
                </a:lnTo>
                <a:lnTo>
                  <a:pt x="1092579" y="122446"/>
                </a:lnTo>
                <a:lnTo>
                  <a:pt x="1093114" y="124040"/>
                </a:lnTo>
                <a:lnTo>
                  <a:pt x="1093719" y="125528"/>
                </a:lnTo>
                <a:lnTo>
                  <a:pt x="1094395" y="126912"/>
                </a:lnTo>
                <a:lnTo>
                  <a:pt x="1095140" y="128191"/>
                </a:lnTo>
                <a:lnTo>
                  <a:pt x="1095955" y="129367"/>
                </a:lnTo>
                <a:lnTo>
                  <a:pt x="1096839" y="130443"/>
                </a:lnTo>
                <a:lnTo>
                  <a:pt x="1097792" y="131418"/>
                </a:lnTo>
                <a:lnTo>
                  <a:pt x="1098814" y="132295"/>
                </a:lnTo>
                <a:lnTo>
                  <a:pt x="1099904" y="133074"/>
                </a:lnTo>
                <a:lnTo>
                  <a:pt x="1101063" y="133757"/>
                </a:lnTo>
                <a:lnTo>
                  <a:pt x="1102289" y="134344"/>
                </a:lnTo>
                <a:lnTo>
                  <a:pt x="1103584" y="134838"/>
                </a:lnTo>
                <a:lnTo>
                  <a:pt x="1104946" y="135239"/>
                </a:lnTo>
                <a:lnTo>
                  <a:pt x="1106375" y="135549"/>
                </a:lnTo>
                <a:lnTo>
                  <a:pt x="1107871" y="135769"/>
                </a:lnTo>
                <a:lnTo>
                  <a:pt x="1109435" y="135900"/>
                </a:lnTo>
                <a:lnTo>
                  <a:pt x="1111064" y="135944"/>
                </a:lnTo>
                <a:lnTo>
                  <a:pt x="1111316" y="135943"/>
                </a:lnTo>
                <a:lnTo>
                  <a:pt x="1111636" y="135942"/>
                </a:lnTo>
                <a:lnTo>
                  <a:pt x="1112021" y="135938"/>
                </a:lnTo>
                <a:lnTo>
                  <a:pt x="1112470" y="135929"/>
                </a:lnTo>
                <a:lnTo>
                  <a:pt x="1112980" y="135916"/>
                </a:lnTo>
                <a:lnTo>
                  <a:pt x="1113550" y="135895"/>
                </a:lnTo>
                <a:lnTo>
                  <a:pt x="1114175" y="135867"/>
                </a:lnTo>
                <a:lnTo>
                  <a:pt x="1114856" y="135829"/>
                </a:lnTo>
                <a:lnTo>
                  <a:pt x="1115588" y="135781"/>
                </a:lnTo>
                <a:lnTo>
                  <a:pt x="1116371" y="135721"/>
                </a:lnTo>
                <a:lnTo>
                  <a:pt x="1117201" y="135647"/>
                </a:lnTo>
                <a:lnTo>
                  <a:pt x="1118077" y="135558"/>
                </a:lnTo>
                <a:lnTo>
                  <a:pt x="1118996" y="135454"/>
                </a:lnTo>
                <a:lnTo>
                  <a:pt x="1119955" y="135332"/>
                </a:lnTo>
                <a:lnTo>
                  <a:pt x="1120954" y="135191"/>
                </a:lnTo>
                <a:lnTo>
                  <a:pt x="1121989" y="135030"/>
                </a:lnTo>
                <a:lnTo>
                  <a:pt x="1123057" y="134848"/>
                </a:lnTo>
                <a:lnTo>
                  <a:pt x="1124158" y="134643"/>
                </a:lnTo>
                <a:lnTo>
                  <a:pt x="1125289" y="134414"/>
                </a:lnTo>
                <a:lnTo>
                  <a:pt x="1126447" y="134159"/>
                </a:lnTo>
                <a:lnTo>
                  <a:pt x="1127630" y="133878"/>
                </a:lnTo>
                <a:lnTo>
                  <a:pt x="1128835" y="133569"/>
                </a:lnTo>
                <a:lnTo>
                  <a:pt x="1130062" y="133230"/>
                </a:lnTo>
                <a:lnTo>
                  <a:pt x="1131307" y="132860"/>
                </a:lnTo>
                <a:lnTo>
                  <a:pt x="1131756" y="132727"/>
                </a:lnTo>
                <a:lnTo>
                  <a:pt x="1132280" y="132568"/>
                </a:lnTo>
                <a:lnTo>
                  <a:pt x="1132869" y="132386"/>
                </a:lnTo>
                <a:lnTo>
                  <a:pt x="1133516" y="132180"/>
                </a:lnTo>
                <a:lnTo>
                  <a:pt x="1134212" y="131952"/>
                </a:lnTo>
                <a:lnTo>
                  <a:pt x="1134948" y="131703"/>
                </a:lnTo>
                <a:lnTo>
                  <a:pt x="1135718" y="131434"/>
                </a:lnTo>
                <a:lnTo>
                  <a:pt x="1136512" y="131146"/>
                </a:lnTo>
                <a:lnTo>
                  <a:pt x="1137322" y="130840"/>
                </a:lnTo>
                <a:lnTo>
                  <a:pt x="1138139" y="130517"/>
                </a:lnTo>
                <a:lnTo>
                  <a:pt x="1138957" y="130178"/>
                </a:lnTo>
                <a:lnTo>
                  <a:pt x="1139765" y="129823"/>
                </a:lnTo>
                <a:lnTo>
                  <a:pt x="1140556" y="129455"/>
                </a:lnTo>
                <a:lnTo>
                  <a:pt x="1141322" y="129074"/>
                </a:lnTo>
                <a:lnTo>
                  <a:pt x="1142055" y="128680"/>
                </a:lnTo>
                <a:lnTo>
                  <a:pt x="1142745" y="128276"/>
                </a:lnTo>
                <a:lnTo>
                  <a:pt x="1143385" y="127861"/>
                </a:lnTo>
                <a:lnTo>
                  <a:pt x="1143967" y="127437"/>
                </a:lnTo>
                <a:lnTo>
                  <a:pt x="1144482" y="127006"/>
                </a:lnTo>
                <a:lnTo>
                  <a:pt x="1144922" y="126567"/>
                </a:lnTo>
                <a:lnTo>
                  <a:pt x="1145279" y="126122"/>
                </a:lnTo>
                <a:lnTo>
                  <a:pt x="1145544" y="125672"/>
                </a:lnTo>
                <a:lnTo>
                  <a:pt x="1145709" y="125218"/>
                </a:lnTo>
                <a:lnTo>
                  <a:pt x="1145766" y="124761"/>
                </a:lnTo>
                <a:lnTo>
                  <a:pt x="1145763" y="124685"/>
                </a:lnTo>
                <a:lnTo>
                  <a:pt x="1145757" y="124600"/>
                </a:lnTo>
                <a:lnTo>
                  <a:pt x="1145747" y="124505"/>
                </a:lnTo>
                <a:lnTo>
                  <a:pt x="1145732" y="124399"/>
                </a:lnTo>
                <a:close/>
                <a:moveTo>
                  <a:pt x="1324836" y="124399"/>
                </a:moveTo>
                <a:lnTo>
                  <a:pt x="1324816" y="124283"/>
                </a:lnTo>
                <a:lnTo>
                  <a:pt x="1324792" y="124154"/>
                </a:lnTo>
                <a:lnTo>
                  <a:pt x="1324762" y="124012"/>
                </a:lnTo>
                <a:lnTo>
                  <a:pt x="1324727" y="123856"/>
                </a:lnTo>
                <a:lnTo>
                  <a:pt x="1324687" y="123686"/>
                </a:lnTo>
                <a:lnTo>
                  <a:pt x="1324641" y="123500"/>
                </a:lnTo>
                <a:lnTo>
                  <a:pt x="1324590" y="123298"/>
                </a:lnTo>
                <a:lnTo>
                  <a:pt x="1324533" y="123078"/>
                </a:lnTo>
                <a:lnTo>
                  <a:pt x="1324469" y="122841"/>
                </a:lnTo>
                <a:lnTo>
                  <a:pt x="1324400" y="122585"/>
                </a:lnTo>
                <a:lnTo>
                  <a:pt x="1324324" y="122309"/>
                </a:lnTo>
                <a:lnTo>
                  <a:pt x="1324242" y="122013"/>
                </a:lnTo>
                <a:lnTo>
                  <a:pt x="1324153" y="121696"/>
                </a:lnTo>
                <a:lnTo>
                  <a:pt x="1324057" y="121356"/>
                </a:lnTo>
                <a:lnTo>
                  <a:pt x="1323954" y="120994"/>
                </a:lnTo>
                <a:lnTo>
                  <a:pt x="1323844" y="120608"/>
                </a:lnTo>
                <a:lnTo>
                  <a:pt x="1323727" y="120197"/>
                </a:lnTo>
                <a:lnTo>
                  <a:pt x="1323602" y="119761"/>
                </a:lnTo>
                <a:lnTo>
                  <a:pt x="1323469" y="119299"/>
                </a:lnTo>
                <a:lnTo>
                  <a:pt x="1323328" y="118809"/>
                </a:lnTo>
                <a:lnTo>
                  <a:pt x="1323211" y="118342"/>
                </a:lnTo>
                <a:lnTo>
                  <a:pt x="1323099" y="117901"/>
                </a:lnTo>
                <a:lnTo>
                  <a:pt x="1322991" y="117488"/>
                </a:lnTo>
                <a:lnTo>
                  <a:pt x="1322886" y="117100"/>
                </a:lnTo>
                <a:lnTo>
                  <a:pt x="1322785" y="116738"/>
                </a:lnTo>
                <a:lnTo>
                  <a:pt x="1322685" y="116401"/>
                </a:lnTo>
                <a:lnTo>
                  <a:pt x="1322586" y="116087"/>
                </a:lnTo>
                <a:lnTo>
                  <a:pt x="1322487" y="115798"/>
                </a:lnTo>
                <a:lnTo>
                  <a:pt x="1322387" y="115530"/>
                </a:lnTo>
                <a:lnTo>
                  <a:pt x="1322286" y="115285"/>
                </a:lnTo>
                <a:lnTo>
                  <a:pt x="1322183" y="115062"/>
                </a:lnTo>
                <a:lnTo>
                  <a:pt x="1322076" y="114859"/>
                </a:lnTo>
                <a:lnTo>
                  <a:pt x="1321965" y="114676"/>
                </a:lnTo>
                <a:lnTo>
                  <a:pt x="1321850" y="114513"/>
                </a:lnTo>
                <a:lnTo>
                  <a:pt x="1321729" y="114368"/>
                </a:lnTo>
                <a:lnTo>
                  <a:pt x="1321601" y="114242"/>
                </a:lnTo>
                <a:lnTo>
                  <a:pt x="1321466" y="114133"/>
                </a:lnTo>
                <a:lnTo>
                  <a:pt x="1321323" y="114040"/>
                </a:lnTo>
                <a:lnTo>
                  <a:pt x="1321171" y="113964"/>
                </a:lnTo>
                <a:lnTo>
                  <a:pt x="1321009" y="113903"/>
                </a:lnTo>
                <a:lnTo>
                  <a:pt x="1320836" y="113856"/>
                </a:lnTo>
                <a:lnTo>
                  <a:pt x="1320652" y="113824"/>
                </a:lnTo>
                <a:lnTo>
                  <a:pt x="1320455" y="113805"/>
                </a:lnTo>
                <a:lnTo>
                  <a:pt x="1320245" y="113799"/>
                </a:lnTo>
                <a:lnTo>
                  <a:pt x="1320129" y="113800"/>
                </a:lnTo>
                <a:lnTo>
                  <a:pt x="1320019" y="113804"/>
                </a:lnTo>
                <a:lnTo>
                  <a:pt x="1319916" y="113810"/>
                </a:lnTo>
                <a:lnTo>
                  <a:pt x="1319819" y="113819"/>
                </a:lnTo>
                <a:lnTo>
                  <a:pt x="1319727" y="113831"/>
                </a:lnTo>
                <a:lnTo>
                  <a:pt x="1319639" y="113847"/>
                </a:lnTo>
                <a:lnTo>
                  <a:pt x="1319555" y="113867"/>
                </a:lnTo>
                <a:lnTo>
                  <a:pt x="1319473" y="113892"/>
                </a:lnTo>
                <a:lnTo>
                  <a:pt x="1319394" y="113921"/>
                </a:lnTo>
                <a:lnTo>
                  <a:pt x="1319315" y="113955"/>
                </a:lnTo>
                <a:lnTo>
                  <a:pt x="1319238" y="113994"/>
                </a:lnTo>
                <a:lnTo>
                  <a:pt x="1319160" y="114039"/>
                </a:lnTo>
                <a:lnTo>
                  <a:pt x="1319080" y="114090"/>
                </a:lnTo>
                <a:lnTo>
                  <a:pt x="1319000" y="114148"/>
                </a:lnTo>
                <a:lnTo>
                  <a:pt x="1318916" y="114212"/>
                </a:lnTo>
                <a:lnTo>
                  <a:pt x="1318830" y="114283"/>
                </a:lnTo>
                <a:lnTo>
                  <a:pt x="1318739" y="114362"/>
                </a:lnTo>
                <a:lnTo>
                  <a:pt x="1318644" y="114448"/>
                </a:lnTo>
                <a:lnTo>
                  <a:pt x="1318543" y="114543"/>
                </a:lnTo>
                <a:lnTo>
                  <a:pt x="1318436" y="114645"/>
                </a:lnTo>
                <a:lnTo>
                  <a:pt x="1318322" y="114757"/>
                </a:lnTo>
                <a:lnTo>
                  <a:pt x="1318200" y="114877"/>
                </a:lnTo>
                <a:lnTo>
                  <a:pt x="1318070" y="115007"/>
                </a:lnTo>
                <a:lnTo>
                  <a:pt x="1317930" y="115147"/>
                </a:lnTo>
                <a:lnTo>
                  <a:pt x="1317649" y="115353"/>
                </a:lnTo>
                <a:lnTo>
                  <a:pt x="1317336" y="115584"/>
                </a:lnTo>
                <a:lnTo>
                  <a:pt x="1316991" y="115838"/>
                </a:lnTo>
                <a:lnTo>
                  <a:pt x="1316614" y="116110"/>
                </a:lnTo>
                <a:lnTo>
                  <a:pt x="1316205" y="116398"/>
                </a:lnTo>
                <a:lnTo>
                  <a:pt x="1315764" y="116698"/>
                </a:lnTo>
                <a:lnTo>
                  <a:pt x="1315292" y="117009"/>
                </a:lnTo>
                <a:lnTo>
                  <a:pt x="1314789" y="117327"/>
                </a:lnTo>
                <a:lnTo>
                  <a:pt x="1314253" y="117648"/>
                </a:lnTo>
                <a:lnTo>
                  <a:pt x="1313687" y="117970"/>
                </a:lnTo>
                <a:lnTo>
                  <a:pt x="1313089" y="118291"/>
                </a:lnTo>
                <a:lnTo>
                  <a:pt x="1312460" y="118606"/>
                </a:lnTo>
                <a:lnTo>
                  <a:pt x="1311800" y="118913"/>
                </a:lnTo>
                <a:lnTo>
                  <a:pt x="1311109" y="119209"/>
                </a:lnTo>
                <a:lnTo>
                  <a:pt x="1310386" y="119492"/>
                </a:lnTo>
                <a:lnTo>
                  <a:pt x="1309633" y="119757"/>
                </a:lnTo>
                <a:lnTo>
                  <a:pt x="1308849" y="120002"/>
                </a:lnTo>
                <a:lnTo>
                  <a:pt x="1308035" y="120224"/>
                </a:lnTo>
                <a:lnTo>
                  <a:pt x="1307190" y="120420"/>
                </a:lnTo>
                <a:lnTo>
                  <a:pt x="1306314" y="120588"/>
                </a:lnTo>
                <a:lnTo>
                  <a:pt x="1305407" y="120723"/>
                </a:lnTo>
                <a:lnTo>
                  <a:pt x="1304471" y="120823"/>
                </a:lnTo>
                <a:lnTo>
                  <a:pt x="1303504" y="120886"/>
                </a:lnTo>
                <a:lnTo>
                  <a:pt x="1302506" y="120907"/>
                </a:lnTo>
                <a:lnTo>
                  <a:pt x="1301937" y="120890"/>
                </a:lnTo>
                <a:lnTo>
                  <a:pt x="1301386" y="120836"/>
                </a:lnTo>
                <a:lnTo>
                  <a:pt x="1300855" y="120742"/>
                </a:lnTo>
                <a:lnTo>
                  <a:pt x="1300343" y="120607"/>
                </a:lnTo>
                <a:lnTo>
                  <a:pt x="1299851" y="120427"/>
                </a:lnTo>
                <a:lnTo>
                  <a:pt x="1299379" y="120200"/>
                </a:lnTo>
                <a:lnTo>
                  <a:pt x="1298929" y="119922"/>
                </a:lnTo>
                <a:lnTo>
                  <a:pt x="1298500" y="119592"/>
                </a:lnTo>
                <a:lnTo>
                  <a:pt x="1298094" y="119206"/>
                </a:lnTo>
                <a:lnTo>
                  <a:pt x="1297710" y="118763"/>
                </a:lnTo>
                <a:lnTo>
                  <a:pt x="1297349" y="118258"/>
                </a:lnTo>
                <a:lnTo>
                  <a:pt x="1297012" y="117690"/>
                </a:lnTo>
                <a:lnTo>
                  <a:pt x="1296698" y="117055"/>
                </a:lnTo>
                <a:lnTo>
                  <a:pt x="1296410" y="116351"/>
                </a:lnTo>
                <a:lnTo>
                  <a:pt x="1296146" y="115576"/>
                </a:lnTo>
                <a:lnTo>
                  <a:pt x="1295908" y="114727"/>
                </a:lnTo>
                <a:lnTo>
                  <a:pt x="1295697" y="113800"/>
                </a:lnTo>
                <a:lnTo>
                  <a:pt x="1295511" y="112794"/>
                </a:lnTo>
                <a:lnTo>
                  <a:pt x="1295353" y="111705"/>
                </a:lnTo>
                <a:lnTo>
                  <a:pt x="1295223" y="110531"/>
                </a:lnTo>
                <a:lnTo>
                  <a:pt x="1295121" y="109269"/>
                </a:lnTo>
                <a:lnTo>
                  <a:pt x="1295047" y="107916"/>
                </a:lnTo>
                <a:lnTo>
                  <a:pt x="1295002" y="106471"/>
                </a:lnTo>
                <a:lnTo>
                  <a:pt x="1294987" y="104929"/>
                </a:lnTo>
                <a:lnTo>
                  <a:pt x="1294987" y="59449"/>
                </a:lnTo>
                <a:lnTo>
                  <a:pt x="1312147" y="59449"/>
                </a:lnTo>
                <a:lnTo>
                  <a:pt x="1312459" y="59448"/>
                </a:lnTo>
                <a:lnTo>
                  <a:pt x="1312815" y="59445"/>
                </a:lnTo>
                <a:lnTo>
                  <a:pt x="1313209" y="59435"/>
                </a:lnTo>
                <a:lnTo>
                  <a:pt x="1313636" y="59417"/>
                </a:lnTo>
                <a:lnTo>
                  <a:pt x="1314091" y="59386"/>
                </a:lnTo>
                <a:lnTo>
                  <a:pt x="1314569" y="59340"/>
                </a:lnTo>
                <a:lnTo>
                  <a:pt x="1315066" y="59277"/>
                </a:lnTo>
                <a:lnTo>
                  <a:pt x="1315575" y="59192"/>
                </a:lnTo>
                <a:lnTo>
                  <a:pt x="1316092" y="59083"/>
                </a:lnTo>
                <a:lnTo>
                  <a:pt x="1316613" y="58947"/>
                </a:lnTo>
                <a:lnTo>
                  <a:pt x="1317131" y="58781"/>
                </a:lnTo>
                <a:lnTo>
                  <a:pt x="1317642" y="58581"/>
                </a:lnTo>
                <a:lnTo>
                  <a:pt x="1318142" y="58346"/>
                </a:lnTo>
                <a:lnTo>
                  <a:pt x="1318624" y="58071"/>
                </a:lnTo>
                <a:lnTo>
                  <a:pt x="1319084" y="57754"/>
                </a:lnTo>
                <a:lnTo>
                  <a:pt x="1319517" y="57392"/>
                </a:lnTo>
                <a:lnTo>
                  <a:pt x="1319917" y="56982"/>
                </a:lnTo>
                <a:lnTo>
                  <a:pt x="1320281" y="56521"/>
                </a:lnTo>
                <a:lnTo>
                  <a:pt x="1320603" y="56005"/>
                </a:lnTo>
                <a:lnTo>
                  <a:pt x="1320877" y="55433"/>
                </a:lnTo>
                <a:lnTo>
                  <a:pt x="1321099" y="54799"/>
                </a:lnTo>
                <a:lnTo>
                  <a:pt x="1321264" y="54103"/>
                </a:lnTo>
                <a:lnTo>
                  <a:pt x="1321366" y="53341"/>
                </a:lnTo>
                <a:lnTo>
                  <a:pt x="1321402" y="52509"/>
                </a:lnTo>
                <a:lnTo>
                  <a:pt x="1321366" y="51676"/>
                </a:lnTo>
                <a:lnTo>
                  <a:pt x="1321264" y="50914"/>
                </a:lnTo>
                <a:lnTo>
                  <a:pt x="1321099" y="50217"/>
                </a:lnTo>
                <a:lnTo>
                  <a:pt x="1320877" y="49584"/>
                </a:lnTo>
                <a:lnTo>
                  <a:pt x="1320603" y="49010"/>
                </a:lnTo>
                <a:lnTo>
                  <a:pt x="1320281" y="48495"/>
                </a:lnTo>
                <a:lnTo>
                  <a:pt x="1319917" y="48033"/>
                </a:lnTo>
                <a:lnTo>
                  <a:pt x="1319517" y="47623"/>
                </a:lnTo>
                <a:lnTo>
                  <a:pt x="1319084" y="47261"/>
                </a:lnTo>
                <a:lnTo>
                  <a:pt x="1318624" y="46944"/>
                </a:lnTo>
                <a:lnTo>
                  <a:pt x="1318142" y="46669"/>
                </a:lnTo>
                <a:lnTo>
                  <a:pt x="1317642" y="46433"/>
                </a:lnTo>
                <a:lnTo>
                  <a:pt x="1317131" y="46234"/>
                </a:lnTo>
                <a:lnTo>
                  <a:pt x="1316613" y="46068"/>
                </a:lnTo>
                <a:lnTo>
                  <a:pt x="1316092" y="45932"/>
                </a:lnTo>
                <a:lnTo>
                  <a:pt x="1315575" y="45823"/>
                </a:lnTo>
                <a:lnTo>
                  <a:pt x="1315066" y="45738"/>
                </a:lnTo>
                <a:lnTo>
                  <a:pt x="1314569" y="45674"/>
                </a:lnTo>
                <a:lnTo>
                  <a:pt x="1314091" y="45628"/>
                </a:lnTo>
                <a:lnTo>
                  <a:pt x="1313636" y="45598"/>
                </a:lnTo>
                <a:lnTo>
                  <a:pt x="1313209" y="45579"/>
                </a:lnTo>
                <a:lnTo>
                  <a:pt x="1312815" y="45570"/>
                </a:lnTo>
                <a:lnTo>
                  <a:pt x="1312459" y="45566"/>
                </a:lnTo>
                <a:lnTo>
                  <a:pt x="1312147" y="45566"/>
                </a:lnTo>
                <a:lnTo>
                  <a:pt x="1294987" y="45566"/>
                </a:lnTo>
                <a:lnTo>
                  <a:pt x="1294987" y="29582"/>
                </a:lnTo>
                <a:lnTo>
                  <a:pt x="1294980" y="28827"/>
                </a:lnTo>
                <a:lnTo>
                  <a:pt x="1294956" y="28105"/>
                </a:lnTo>
                <a:lnTo>
                  <a:pt x="1294914" y="27415"/>
                </a:lnTo>
                <a:lnTo>
                  <a:pt x="1294851" y="26757"/>
                </a:lnTo>
                <a:lnTo>
                  <a:pt x="1294765" y="26131"/>
                </a:lnTo>
                <a:lnTo>
                  <a:pt x="1294653" y="25537"/>
                </a:lnTo>
                <a:lnTo>
                  <a:pt x="1294514" y="24975"/>
                </a:lnTo>
                <a:lnTo>
                  <a:pt x="1294345" y="24445"/>
                </a:lnTo>
                <a:lnTo>
                  <a:pt x="1294144" y="23947"/>
                </a:lnTo>
                <a:lnTo>
                  <a:pt x="1293909" y="23482"/>
                </a:lnTo>
                <a:lnTo>
                  <a:pt x="1293637" y="23048"/>
                </a:lnTo>
                <a:lnTo>
                  <a:pt x="1293326" y="22647"/>
                </a:lnTo>
                <a:lnTo>
                  <a:pt x="1292973" y="22278"/>
                </a:lnTo>
                <a:lnTo>
                  <a:pt x="1292578" y="21941"/>
                </a:lnTo>
                <a:lnTo>
                  <a:pt x="1292136" y="21636"/>
                </a:lnTo>
                <a:lnTo>
                  <a:pt x="1291647" y="21363"/>
                </a:lnTo>
                <a:lnTo>
                  <a:pt x="1291108" y="21122"/>
                </a:lnTo>
                <a:lnTo>
                  <a:pt x="1290516" y="20913"/>
                </a:lnTo>
                <a:lnTo>
                  <a:pt x="1289869" y="20736"/>
                </a:lnTo>
                <a:lnTo>
                  <a:pt x="1289165" y="20592"/>
                </a:lnTo>
                <a:lnTo>
                  <a:pt x="1288402" y="20480"/>
                </a:lnTo>
                <a:lnTo>
                  <a:pt x="1287578" y="20399"/>
                </a:lnTo>
                <a:lnTo>
                  <a:pt x="1286690" y="20351"/>
                </a:lnTo>
                <a:lnTo>
                  <a:pt x="1285735" y="20335"/>
                </a:lnTo>
                <a:lnTo>
                  <a:pt x="1279758" y="20335"/>
                </a:lnTo>
                <a:lnTo>
                  <a:pt x="1278914" y="20346"/>
                </a:lnTo>
                <a:lnTo>
                  <a:pt x="1278118" y="20381"/>
                </a:lnTo>
                <a:lnTo>
                  <a:pt x="1277368" y="20440"/>
                </a:lnTo>
                <a:lnTo>
                  <a:pt x="1276663" y="20525"/>
                </a:lnTo>
                <a:lnTo>
                  <a:pt x="1276002" y="20637"/>
                </a:lnTo>
                <a:lnTo>
                  <a:pt x="1275384" y="20778"/>
                </a:lnTo>
                <a:lnTo>
                  <a:pt x="1274808" y="20948"/>
                </a:lnTo>
                <a:lnTo>
                  <a:pt x="1274274" y="21149"/>
                </a:lnTo>
                <a:lnTo>
                  <a:pt x="1273780" y="21382"/>
                </a:lnTo>
                <a:lnTo>
                  <a:pt x="1273325" y="21648"/>
                </a:lnTo>
                <a:lnTo>
                  <a:pt x="1272908" y="21949"/>
                </a:lnTo>
                <a:lnTo>
                  <a:pt x="1272528" y="22286"/>
                </a:lnTo>
                <a:lnTo>
                  <a:pt x="1272184" y="22660"/>
                </a:lnTo>
                <a:lnTo>
                  <a:pt x="1271876" y="23073"/>
                </a:lnTo>
                <a:lnTo>
                  <a:pt x="1271601" y="23525"/>
                </a:lnTo>
                <a:lnTo>
                  <a:pt x="1271360" y="24018"/>
                </a:lnTo>
                <a:lnTo>
                  <a:pt x="1271151" y="24553"/>
                </a:lnTo>
                <a:lnTo>
                  <a:pt x="1270973" y="25131"/>
                </a:lnTo>
                <a:lnTo>
                  <a:pt x="1270825" y="25754"/>
                </a:lnTo>
                <a:lnTo>
                  <a:pt x="1270706" y="26423"/>
                </a:lnTo>
                <a:lnTo>
                  <a:pt x="1270616" y="27139"/>
                </a:lnTo>
                <a:lnTo>
                  <a:pt x="1270552" y="27903"/>
                </a:lnTo>
                <a:lnTo>
                  <a:pt x="1270515" y="28717"/>
                </a:lnTo>
                <a:lnTo>
                  <a:pt x="1270503" y="29582"/>
                </a:lnTo>
                <a:lnTo>
                  <a:pt x="1270503" y="45566"/>
                </a:lnTo>
                <a:lnTo>
                  <a:pt x="1266070" y="45566"/>
                </a:lnTo>
                <a:lnTo>
                  <a:pt x="1265779" y="45566"/>
                </a:lnTo>
                <a:lnTo>
                  <a:pt x="1265442" y="45570"/>
                </a:lnTo>
                <a:lnTo>
                  <a:pt x="1265063" y="45579"/>
                </a:lnTo>
                <a:lnTo>
                  <a:pt x="1264648" y="45598"/>
                </a:lnTo>
                <a:lnTo>
                  <a:pt x="1264201" y="45628"/>
                </a:lnTo>
                <a:lnTo>
                  <a:pt x="1263729" y="45674"/>
                </a:lnTo>
                <a:lnTo>
                  <a:pt x="1263236" y="45738"/>
                </a:lnTo>
                <a:lnTo>
                  <a:pt x="1262727" y="45823"/>
                </a:lnTo>
                <a:lnTo>
                  <a:pt x="1262209" y="45932"/>
                </a:lnTo>
                <a:lnTo>
                  <a:pt x="1261686" y="46068"/>
                </a:lnTo>
                <a:lnTo>
                  <a:pt x="1261164" y="46234"/>
                </a:lnTo>
                <a:lnTo>
                  <a:pt x="1260647" y="46433"/>
                </a:lnTo>
                <a:lnTo>
                  <a:pt x="1260141" y="46669"/>
                </a:lnTo>
                <a:lnTo>
                  <a:pt x="1259652" y="46944"/>
                </a:lnTo>
                <a:lnTo>
                  <a:pt x="1259184" y="47261"/>
                </a:lnTo>
                <a:lnTo>
                  <a:pt x="1258743" y="47623"/>
                </a:lnTo>
                <a:lnTo>
                  <a:pt x="1258334" y="48033"/>
                </a:lnTo>
                <a:lnTo>
                  <a:pt x="1257963" y="48495"/>
                </a:lnTo>
                <a:lnTo>
                  <a:pt x="1257634" y="49010"/>
                </a:lnTo>
                <a:lnTo>
                  <a:pt x="1257353" y="49584"/>
                </a:lnTo>
                <a:lnTo>
                  <a:pt x="1257125" y="50217"/>
                </a:lnTo>
                <a:lnTo>
                  <a:pt x="1256956" y="50914"/>
                </a:lnTo>
                <a:lnTo>
                  <a:pt x="1256851" y="51676"/>
                </a:lnTo>
                <a:lnTo>
                  <a:pt x="1256815" y="52509"/>
                </a:lnTo>
                <a:lnTo>
                  <a:pt x="1256850" y="53341"/>
                </a:lnTo>
                <a:lnTo>
                  <a:pt x="1256953" y="54103"/>
                </a:lnTo>
                <a:lnTo>
                  <a:pt x="1257118" y="54799"/>
                </a:lnTo>
                <a:lnTo>
                  <a:pt x="1257340" y="55433"/>
                </a:lnTo>
                <a:lnTo>
                  <a:pt x="1257614" y="56005"/>
                </a:lnTo>
                <a:lnTo>
                  <a:pt x="1257936" y="56521"/>
                </a:lnTo>
                <a:lnTo>
                  <a:pt x="1258299" y="56982"/>
                </a:lnTo>
                <a:lnTo>
                  <a:pt x="1258700" y="57392"/>
                </a:lnTo>
                <a:lnTo>
                  <a:pt x="1259133" y="57754"/>
                </a:lnTo>
                <a:lnTo>
                  <a:pt x="1259593" y="58071"/>
                </a:lnTo>
                <a:lnTo>
                  <a:pt x="1260076" y="58346"/>
                </a:lnTo>
                <a:lnTo>
                  <a:pt x="1260575" y="58581"/>
                </a:lnTo>
                <a:lnTo>
                  <a:pt x="1261086" y="58781"/>
                </a:lnTo>
                <a:lnTo>
                  <a:pt x="1261605" y="58947"/>
                </a:lnTo>
                <a:lnTo>
                  <a:pt x="1262125" y="59083"/>
                </a:lnTo>
                <a:lnTo>
                  <a:pt x="1262642" y="59192"/>
                </a:lnTo>
                <a:lnTo>
                  <a:pt x="1263152" y="59277"/>
                </a:lnTo>
                <a:lnTo>
                  <a:pt x="1263648" y="59340"/>
                </a:lnTo>
                <a:lnTo>
                  <a:pt x="1264126" y="59386"/>
                </a:lnTo>
                <a:lnTo>
                  <a:pt x="1264581" y="59417"/>
                </a:lnTo>
                <a:lnTo>
                  <a:pt x="1265008" y="59435"/>
                </a:lnTo>
                <a:lnTo>
                  <a:pt x="1265402" y="59445"/>
                </a:lnTo>
                <a:lnTo>
                  <a:pt x="1265757" y="59448"/>
                </a:lnTo>
                <a:lnTo>
                  <a:pt x="1266070" y="59449"/>
                </a:lnTo>
                <a:lnTo>
                  <a:pt x="1269926" y="59449"/>
                </a:lnTo>
                <a:lnTo>
                  <a:pt x="1269926" y="108206"/>
                </a:lnTo>
                <a:lnTo>
                  <a:pt x="1269962" y="110579"/>
                </a:lnTo>
                <a:lnTo>
                  <a:pt x="1270070" y="112837"/>
                </a:lnTo>
                <a:lnTo>
                  <a:pt x="1270250" y="114982"/>
                </a:lnTo>
                <a:lnTo>
                  <a:pt x="1270502" y="117013"/>
                </a:lnTo>
                <a:lnTo>
                  <a:pt x="1270825" y="118934"/>
                </a:lnTo>
                <a:lnTo>
                  <a:pt x="1271218" y="120744"/>
                </a:lnTo>
                <a:lnTo>
                  <a:pt x="1271683" y="122446"/>
                </a:lnTo>
                <a:lnTo>
                  <a:pt x="1272218" y="124040"/>
                </a:lnTo>
                <a:lnTo>
                  <a:pt x="1272824" y="125528"/>
                </a:lnTo>
                <a:lnTo>
                  <a:pt x="1273499" y="126912"/>
                </a:lnTo>
                <a:lnTo>
                  <a:pt x="1274244" y="128191"/>
                </a:lnTo>
                <a:lnTo>
                  <a:pt x="1275059" y="129367"/>
                </a:lnTo>
                <a:lnTo>
                  <a:pt x="1275943" y="130443"/>
                </a:lnTo>
                <a:lnTo>
                  <a:pt x="1276896" y="131418"/>
                </a:lnTo>
                <a:lnTo>
                  <a:pt x="1277918" y="132295"/>
                </a:lnTo>
                <a:lnTo>
                  <a:pt x="1279008" y="133074"/>
                </a:lnTo>
                <a:lnTo>
                  <a:pt x="1280167" y="133757"/>
                </a:lnTo>
                <a:lnTo>
                  <a:pt x="1281394" y="134344"/>
                </a:lnTo>
                <a:lnTo>
                  <a:pt x="1282688" y="134838"/>
                </a:lnTo>
                <a:lnTo>
                  <a:pt x="1284050" y="135239"/>
                </a:lnTo>
                <a:lnTo>
                  <a:pt x="1285480" y="135549"/>
                </a:lnTo>
                <a:lnTo>
                  <a:pt x="1286976" y="135769"/>
                </a:lnTo>
                <a:lnTo>
                  <a:pt x="1288539" y="135900"/>
                </a:lnTo>
                <a:lnTo>
                  <a:pt x="1290169" y="135944"/>
                </a:lnTo>
                <a:lnTo>
                  <a:pt x="1290420" y="135943"/>
                </a:lnTo>
                <a:lnTo>
                  <a:pt x="1290740" y="135942"/>
                </a:lnTo>
                <a:lnTo>
                  <a:pt x="1291126" y="135938"/>
                </a:lnTo>
                <a:lnTo>
                  <a:pt x="1291575" y="135929"/>
                </a:lnTo>
                <a:lnTo>
                  <a:pt x="1292085" y="135916"/>
                </a:lnTo>
                <a:lnTo>
                  <a:pt x="1292654" y="135895"/>
                </a:lnTo>
                <a:lnTo>
                  <a:pt x="1293280" y="135867"/>
                </a:lnTo>
                <a:lnTo>
                  <a:pt x="1293960" y="135829"/>
                </a:lnTo>
                <a:lnTo>
                  <a:pt x="1294693" y="135781"/>
                </a:lnTo>
                <a:lnTo>
                  <a:pt x="1295475" y="135721"/>
                </a:lnTo>
                <a:lnTo>
                  <a:pt x="1296305" y="135647"/>
                </a:lnTo>
                <a:lnTo>
                  <a:pt x="1297181" y="135558"/>
                </a:lnTo>
                <a:lnTo>
                  <a:pt x="1298100" y="135454"/>
                </a:lnTo>
                <a:lnTo>
                  <a:pt x="1299060" y="135332"/>
                </a:lnTo>
                <a:lnTo>
                  <a:pt x="1300058" y="135191"/>
                </a:lnTo>
                <a:lnTo>
                  <a:pt x="1301093" y="135030"/>
                </a:lnTo>
                <a:lnTo>
                  <a:pt x="1302162" y="134848"/>
                </a:lnTo>
                <a:lnTo>
                  <a:pt x="1303263" y="134643"/>
                </a:lnTo>
                <a:lnTo>
                  <a:pt x="1304393" y="134414"/>
                </a:lnTo>
                <a:lnTo>
                  <a:pt x="1305551" y="134159"/>
                </a:lnTo>
                <a:lnTo>
                  <a:pt x="1306734" y="133878"/>
                </a:lnTo>
                <a:lnTo>
                  <a:pt x="1307940" y="133569"/>
                </a:lnTo>
                <a:lnTo>
                  <a:pt x="1309166" y="133230"/>
                </a:lnTo>
                <a:lnTo>
                  <a:pt x="1310411" y="132860"/>
                </a:lnTo>
                <a:lnTo>
                  <a:pt x="1310860" y="132727"/>
                </a:lnTo>
                <a:lnTo>
                  <a:pt x="1311384" y="132568"/>
                </a:lnTo>
                <a:lnTo>
                  <a:pt x="1311973" y="132386"/>
                </a:lnTo>
                <a:lnTo>
                  <a:pt x="1312620" y="132180"/>
                </a:lnTo>
                <a:lnTo>
                  <a:pt x="1313316" y="131952"/>
                </a:lnTo>
                <a:lnTo>
                  <a:pt x="1314053" y="131703"/>
                </a:lnTo>
                <a:lnTo>
                  <a:pt x="1314822" y="131434"/>
                </a:lnTo>
                <a:lnTo>
                  <a:pt x="1315616" y="131146"/>
                </a:lnTo>
                <a:lnTo>
                  <a:pt x="1316426" y="130840"/>
                </a:lnTo>
                <a:lnTo>
                  <a:pt x="1317244" y="130517"/>
                </a:lnTo>
                <a:lnTo>
                  <a:pt x="1318061" y="130178"/>
                </a:lnTo>
                <a:lnTo>
                  <a:pt x="1318869" y="129823"/>
                </a:lnTo>
                <a:lnTo>
                  <a:pt x="1319661" y="129455"/>
                </a:lnTo>
                <a:lnTo>
                  <a:pt x="1320427" y="129074"/>
                </a:lnTo>
                <a:lnTo>
                  <a:pt x="1321159" y="128680"/>
                </a:lnTo>
                <a:lnTo>
                  <a:pt x="1321850" y="128276"/>
                </a:lnTo>
                <a:lnTo>
                  <a:pt x="1322490" y="127861"/>
                </a:lnTo>
                <a:lnTo>
                  <a:pt x="1323072" y="127437"/>
                </a:lnTo>
                <a:lnTo>
                  <a:pt x="1323587" y="127006"/>
                </a:lnTo>
                <a:lnTo>
                  <a:pt x="1324026" y="126567"/>
                </a:lnTo>
                <a:lnTo>
                  <a:pt x="1324383" y="126122"/>
                </a:lnTo>
                <a:lnTo>
                  <a:pt x="1324648" y="125672"/>
                </a:lnTo>
                <a:lnTo>
                  <a:pt x="1324813" y="125218"/>
                </a:lnTo>
                <a:lnTo>
                  <a:pt x="1324870" y="124761"/>
                </a:lnTo>
                <a:lnTo>
                  <a:pt x="1324868" y="124685"/>
                </a:lnTo>
                <a:lnTo>
                  <a:pt x="1324862" y="124600"/>
                </a:lnTo>
                <a:lnTo>
                  <a:pt x="1324851" y="124505"/>
                </a:lnTo>
                <a:lnTo>
                  <a:pt x="1324836" y="124399"/>
                </a:lnTo>
                <a:close/>
                <a:moveTo>
                  <a:pt x="959528" y="83770"/>
                </a:moveTo>
                <a:lnTo>
                  <a:pt x="959528" y="83793"/>
                </a:lnTo>
                <a:lnTo>
                  <a:pt x="959528" y="83820"/>
                </a:lnTo>
                <a:lnTo>
                  <a:pt x="959528" y="83770"/>
                </a:lnTo>
                <a:close/>
                <a:moveTo>
                  <a:pt x="1061377" y="62337"/>
                </a:moveTo>
                <a:lnTo>
                  <a:pt x="1060967" y="60393"/>
                </a:lnTo>
                <a:lnTo>
                  <a:pt x="1060464" y="58564"/>
                </a:lnTo>
                <a:lnTo>
                  <a:pt x="1059864" y="56851"/>
                </a:lnTo>
                <a:lnTo>
                  <a:pt x="1059169" y="55250"/>
                </a:lnTo>
                <a:lnTo>
                  <a:pt x="1058375" y="53759"/>
                </a:lnTo>
                <a:lnTo>
                  <a:pt x="1057483" y="52378"/>
                </a:lnTo>
                <a:lnTo>
                  <a:pt x="1056490" y="51104"/>
                </a:lnTo>
                <a:lnTo>
                  <a:pt x="1055396" y="49936"/>
                </a:lnTo>
                <a:lnTo>
                  <a:pt x="1054200" y="48871"/>
                </a:lnTo>
                <a:lnTo>
                  <a:pt x="1052900" y="47908"/>
                </a:lnTo>
                <a:lnTo>
                  <a:pt x="1051496" y="47046"/>
                </a:lnTo>
                <a:lnTo>
                  <a:pt x="1049985" y="46281"/>
                </a:lnTo>
                <a:lnTo>
                  <a:pt x="1048367" y="45614"/>
                </a:lnTo>
                <a:lnTo>
                  <a:pt x="1046642" y="45041"/>
                </a:lnTo>
                <a:lnTo>
                  <a:pt x="1044806" y="44561"/>
                </a:lnTo>
                <a:lnTo>
                  <a:pt x="1042860" y="44172"/>
                </a:lnTo>
                <a:lnTo>
                  <a:pt x="1040802" y="43873"/>
                </a:lnTo>
                <a:lnTo>
                  <a:pt x="1038632" y="43661"/>
                </a:lnTo>
                <a:lnTo>
                  <a:pt x="1036347" y="43536"/>
                </a:lnTo>
                <a:lnTo>
                  <a:pt x="1033947" y="43494"/>
                </a:lnTo>
                <a:lnTo>
                  <a:pt x="1031476" y="43569"/>
                </a:lnTo>
                <a:lnTo>
                  <a:pt x="1029124" y="43786"/>
                </a:lnTo>
                <a:lnTo>
                  <a:pt x="1026887" y="44134"/>
                </a:lnTo>
                <a:lnTo>
                  <a:pt x="1024764" y="44604"/>
                </a:lnTo>
                <a:lnTo>
                  <a:pt x="1022752" y="45185"/>
                </a:lnTo>
                <a:lnTo>
                  <a:pt x="1020849" y="45865"/>
                </a:lnTo>
                <a:lnTo>
                  <a:pt x="1019053" y="46636"/>
                </a:lnTo>
                <a:lnTo>
                  <a:pt x="1017360" y="47486"/>
                </a:lnTo>
                <a:lnTo>
                  <a:pt x="1015769" y="48405"/>
                </a:lnTo>
                <a:lnTo>
                  <a:pt x="1014278" y="49383"/>
                </a:lnTo>
                <a:lnTo>
                  <a:pt x="1012883" y="50408"/>
                </a:lnTo>
                <a:lnTo>
                  <a:pt x="1011584" y="51472"/>
                </a:lnTo>
                <a:lnTo>
                  <a:pt x="1010376" y="52562"/>
                </a:lnTo>
                <a:lnTo>
                  <a:pt x="1009259" y="53669"/>
                </a:lnTo>
                <a:lnTo>
                  <a:pt x="1008229" y="54782"/>
                </a:lnTo>
                <a:lnTo>
                  <a:pt x="1007285" y="55890"/>
                </a:lnTo>
                <a:lnTo>
                  <a:pt x="1006424" y="56984"/>
                </a:lnTo>
                <a:lnTo>
                  <a:pt x="1005643" y="58053"/>
                </a:lnTo>
                <a:lnTo>
                  <a:pt x="1004941" y="59086"/>
                </a:lnTo>
                <a:lnTo>
                  <a:pt x="1004315" y="60073"/>
                </a:lnTo>
                <a:lnTo>
                  <a:pt x="1003762" y="61003"/>
                </a:lnTo>
                <a:lnTo>
                  <a:pt x="1003281" y="61867"/>
                </a:lnTo>
                <a:lnTo>
                  <a:pt x="1002868" y="62652"/>
                </a:lnTo>
                <a:lnTo>
                  <a:pt x="1002523" y="63350"/>
                </a:lnTo>
                <a:lnTo>
                  <a:pt x="1002328" y="63350"/>
                </a:lnTo>
                <a:lnTo>
                  <a:pt x="1002328" y="53715"/>
                </a:lnTo>
                <a:lnTo>
                  <a:pt x="1002321" y="52960"/>
                </a:lnTo>
                <a:lnTo>
                  <a:pt x="1002297" y="52237"/>
                </a:lnTo>
                <a:lnTo>
                  <a:pt x="1002255" y="51546"/>
                </a:lnTo>
                <a:lnTo>
                  <a:pt x="1002192" y="50887"/>
                </a:lnTo>
                <a:lnTo>
                  <a:pt x="1002106" y="50261"/>
                </a:lnTo>
                <a:lnTo>
                  <a:pt x="1001994" y="49666"/>
                </a:lnTo>
                <a:lnTo>
                  <a:pt x="1001855" y="49104"/>
                </a:lnTo>
                <a:lnTo>
                  <a:pt x="1001686" y="48573"/>
                </a:lnTo>
                <a:lnTo>
                  <a:pt x="1001485" y="48075"/>
                </a:lnTo>
                <a:lnTo>
                  <a:pt x="1001250" y="47609"/>
                </a:lnTo>
                <a:lnTo>
                  <a:pt x="1000978" y="47175"/>
                </a:lnTo>
                <a:lnTo>
                  <a:pt x="1000667" y="46774"/>
                </a:lnTo>
                <a:lnTo>
                  <a:pt x="1000314" y="46404"/>
                </a:lnTo>
                <a:lnTo>
                  <a:pt x="999919" y="46067"/>
                </a:lnTo>
                <a:lnTo>
                  <a:pt x="999477" y="45761"/>
                </a:lnTo>
                <a:lnTo>
                  <a:pt x="998988" y="45488"/>
                </a:lnTo>
                <a:lnTo>
                  <a:pt x="998449" y="45247"/>
                </a:lnTo>
                <a:lnTo>
                  <a:pt x="997857" y="45038"/>
                </a:lnTo>
                <a:lnTo>
                  <a:pt x="997210" y="44861"/>
                </a:lnTo>
                <a:lnTo>
                  <a:pt x="996506" y="44717"/>
                </a:lnTo>
                <a:lnTo>
                  <a:pt x="995743" y="44604"/>
                </a:lnTo>
                <a:lnTo>
                  <a:pt x="994919" y="44524"/>
                </a:lnTo>
                <a:lnTo>
                  <a:pt x="994031" y="44475"/>
                </a:lnTo>
                <a:lnTo>
                  <a:pt x="993076" y="44459"/>
                </a:lnTo>
                <a:lnTo>
                  <a:pt x="986519" y="44459"/>
                </a:lnTo>
                <a:lnTo>
                  <a:pt x="985676" y="44471"/>
                </a:lnTo>
                <a:lnTo>
                  <a:pt x="984879" y="44505"/>
                </a:lnTo>
                <a:lnTo>
                  <a:pt x="984129" y="44564"/>
                </a:lnTo>
                <a:lnTo>
                  <a:pt x="983424" y="44650"/>
                </a:lnTo>
                <a:lnTo>
                  <a:pt x="982764" y="44762"/>
                </a:lnTo>
                <a:lnTo>
                  <a:pt x="982146" y="44902"/>
                </a:lnTo>
                <a:lnTo>
                  <a:pt x="981571" y="45072"/>
                </a:lnTo>
                <a:lnTo>
                  <a:pt x="981036" y="45274"/>
                </a:lnTo>
                <a:lnTo>
                  <a:pt x="980542" y="45507"/>
                </a:lnTo>
                <a:lnTo>
                  <a:pt x="980087" y="45773"/>
                </a:lnTo>
                <a:lnTo>
                  <a:pt x="979671" y="46075"/>
                </a:lnTo>
                <a:lnTo>
                  <a:pt x="979291" y="46412"/>
                </a:lnTo>
                <a:lnTo>
                  <a:pt x="978947" y="46786"/>
                </a:lnTo>
                <a:lnTo>
                  <a:pt x="978639" y="47199"/>
                </a:lnTo>
                <a:lnTo>
                  <a:pt x="978365" y="47651"/>
                </a:lnTo>
                <a:lnTo>
                  <a:pt x="978124" y="48144"/>
                </a:lnTo>
                <a:lnTo>
                  <a:pt x="977915" y="48680"/>
                </a:lnTo>
                <a:lnTo>
                  <a:pt x="977737" y="49259"/>
                </a:lnTo>
                <a:lnTo>
                  <a:pt x="977589" y="49883"/>
                </a:lnTo>
                <a:lnTo>
                  <a:pt x="977471" y="50552"/>
                </a:lnTo>
                <a:lnTo>
                  <a:pt x="977380" y="51269"/>
                </a:lnTo>
                <a:lnTo>
                  <a:pt x="977317" y="52034"/>
                </a:lnTo>
                <a:lnTo>
                  <a:pt x="977280" y="52849"/>
                </a:lnTo>
                <a:lnTo>
                  <a:pt x="977267" y="53715"/>
                </a:lnTo>
                <a:lnTo>
                  <a:pt x="977267" y="124626"/>
                </a:lnTo>
                <a:lnTo>
                  <a:pt x="977279" y="125469"/>
                </a:lnTo>
                <a:lnTo>
                  <a:pt x="977313" y="126265"/>
                </a:lnTo>
                <a:lnTo>
                  <a:pt x="977372" y="127015"/>
                </a:lnTo>
                <a:lnTo>
                  <a:pt x="977457" y="127719"/>
                </a:lnTo>
                <a:lnTo>
                  <a:pt x="977570" y="128380"/>
                </a:lnTo>
                <a:lnTo>
                  <a:pt x="977710" y="128997"/>
                </a:lnTo>
                <a:lnTo>
                  <a:pt x="977880" y="129572"/>
                </a:lnTo>
                <a:lnTo>
                  <a:pt x="978081" y="130106"/>
                </a:lnTo>
                <a:lnTo>
                  <a:pt x="978314" y="130600"/>
                </a:lnTo>
                <a:lnTo>
                  <a:pt x="978581" y="131055"/>
                </a:lnTo>
                <a:lnTo>
                  <a:pt x="978882" y="131471"/>
                </a:lnTo>
                <a:lnTo>
                  <a:pt x="979219" y="131851"/>
                </a:lnTo>
                <a:lnTo>
                  <a:pt x="979593" y="132194"/>
                </a:lnTo>
                <a:lnTo>
                  <a:pt x="980006" y="132502"/>
                </a:lnTo>
                <a:lnTo>
                  <a:pt x="980458" y="132776"/>
                </a:lnTo>
                <a:lnTo>
                  <a:pt x="980951" y="133017"/>
                </a:lnTo>
                <a:lnTo>
                  <a:pt x="981487" y="133225"/>
                </a:lnTo>
                <a:lnTo>
                  <a:pt x="982065" y="133403"/>
                </a:lnTo>
                <a:lnTo>
                  <a:pt x="982689" y="133551"/>
                </a:lnTo>
                <a:lnTo>
                  <a:pt x="983358" y="133669"/>
                </a:lnTo>
                <a:lnTo>
                  <a:pt x="984074" y="133760"/>
                </a:lnTo>
                <a:lnTo>
                  <a:pt x="984839" y="133823"/>
                </a:lnTo>
                <a:lnTo>
                  <a:pt x="985654" y="133860"/>
                </a:lnTo>
                <a:lnTo>
                  <a:pt x="986519" y="133872"/>
                </a:lnTo>
                <a:lnTo>
                  <a:pt x="994233" y="133872"/>
                </a:lnTo>
                <a:lnTo>
                  <a:pt x="995120" y="133859"/>
                </a:lnTo>
                <a:lnTo>
                  <a:pt x="995953" y="133819"/>
                </a:lnTo>
                <a:lnTo>
                  <a:pt x="996733" y="133752"/>
                </a:lnTo>
                <a:lnTo>
                  <a:pt x="997462" y="133656"/>
                </a:lnTo>
                <a:lnTo>
                  <a:pt x="998140" y="133531"/>
                </a:lnTo>
                <a:lnTo>
                  <a:pt x="998769" y="133376"/>
                </a:lnTo>
                <a:lnTo>
                  <a:pt x="999351" y="133190"/>
                </a:lnTo>
                <a:lnTo>
                  <a:pt x="999888" y="132974"/>
                </a:lnTo>
                <a:lnTo>
                  <a:pt x="1000380" y="132725"/>
                </a:lnTo>
                <a:lnTo>
                  <a:pt x="1000830" y="132443"/>
                </a:lnTo>
                <a:lnTo>
                  <a:pt x="1001238" y="132127"/>
                </a:lnTo>
                <a:lnTo>
                  <a:pt x="1001607" y="131778"/>
                </a:lnTo>
                <a:lnTo>
                  <a:pt x="1001938" y="131393"/>
                </a:lnTo>
                <a:lnTo>
                  <a:pt x="1002232" y="130972"/>
                </a:lnTo>
                <a:lnTo>
                  <a:pt x="1002491" y="130515"/>
                </a:lnTo>
                <a:lnTo>
                  <a:pt x="1002716" y="130020"/>
                </a:lnTo>
                <a:lnTo>
                  <a:pt x="1002909" y="129487"/>
                </a:lnTo>
                <a:lnTo>
                  <a:pt x="1003071" y="128915"/>
                </a:lnTo>
                <a:lnTo>
                  <a:pt x="1003205" y="128304"/>
                </a:lnTo>
                <a:lnTo>
                  <a:pt x="1003311" y="127652"/>
                </a:lnTo>
                <a:lnTo>
                  <a:pt x="1003390" y="126959"/>
                </a:lnTo>
                <a:lnTo>
                  <a:pt x="1003445" y="126224"/>
                </a:lnTo>
                <a:lnTo>
                  <a:pt x="1003477" y="125447"/>
                </a:lnTo>
                <a:lnTo>
                  <a:pt x="1003487" y="124626"/>
                </a:lnTo>
                <a:lnTo>
                  <a:pt x="1003487" y="82040"/>
                </a:lnTo>
                <a:lnTo>
                  <a:pt x="1003545" y="79991"/>
                </a:lnTo>
                <a:lnTo>
                  <a:pt x="1003713" y="78034"/>
                </a:lnTo>
                <a:lnTo>
                  <a:pt x="1003987" y="76168"/>
                </a:lnTo>
                <a:lnTo>
                  <a:pt x="1004362" y="74393"/>
                </a:lnTo>
                <a:lnTo>
                  <a:pt x="1004832" y="72709"/>
                </a:lnTo>
                <a:lnTo>
                  <a:pt x="1005391" y="71115"/>
                </a:lnTo>
                <a:lnTo>
                  <a:pt x="1006035" y="69611"/>
                </a:lnTo>
                <a:lnTo>
                  <a:pt x="1006758" y="68196"/>
                </a:lnTo>
                <a:lnTo>
                  <a:pt x="1007554" y="66870"/>
                </a:lnTo>
                <a:lnTo>
                  <a:pt x="1008419" y="65633"/>
                </a:lnTo>
                <a:lnTo>
                  <a:pt x="1009346" y="64484"/>
                </a:lnTo>
                <a:lnTo>
                  <a:pt x="1010331" y="63423"/>
                </a:lnTo>
                <a:lnTo>
                  <a:pt x="1011369" y="62449"/>
                </a:lnTo>
                <a:lnTo>
                  <a:pt x="1012453" y="61562"/>
                </a:lnTo>
                <a:lnTo>
                  <a:pt x="1013579" y="60761"/>
                </a:lnTo>
                <a:lnTo>
                  <a:pt x="1014741" y="60046"/>
                </a:lnTo>
                <a:lnTo>
                  <a:pt x="1015933" y="59418"/>
                </a:lnTo>
                <a:lnTo>
                  <a:pt x="1017152" y="58874"/>
                </a:lnTo>
                <a:lnTo>
                  <a:pt x="1018390" y="58415"/>
                </a:lnTo>
                <a:lnTo>
                  <a:pt x="1019643" y="58040"/>
                </a:lnTo>
                <a:lnTo>
                  <a:pt x="1020905" y="57750"/>
                </a:lnTo>
                <a:lnTo>
                  <a:pt x="1022171" y="57543"/>
                </a:lnTo>
                <a:lnTo>
                  <a:pt x="1023436" y="57419"/>
                </a:lnTo>
                <a:lnTo>
                  <a:pt x="1024695" y="57378"/>
                </a:lnTo>
                <a:lnTo>
                  <a:pt x="1025813" y="57401"/>
                </a:lnTo>
                <a:lnTo>
                  <a:pt x="1026858" y="57471"/>
                </a:lnTo>
                <a:lnTo>
                  <a:pt x="1027831" y="57587"/>
                </a:lnTo>
                <a:lnTo>
                  <a:pt x="1028735" y="57751"/>
                </a:lnTo>
                <a:lnTo>
                  <a:pt x="1029573" y="57963"/>
                </a:lnTo>
                <a:lnTo>
                  <a:pt x="1030345" y="58224"/>
                </a:lnTo>
                <a:lnTo>
                  <a:pt x="1031055" y="58532"/>
                </a:lnTo>
                <a:lnTo>
                  <a:pt x="1031706" y="58890"/>
                </a:lnTo>
                <a:lnTo>
                  <a:pt x="1032298" y="59298"/>
                </a:lnTo>
                <a:lnTo>
                  <a:pt x="1032836" y="59755"/>
                </a:lnTo>
                <a:lnTo>
                  <a:pt x="1033321" y="60263"/>
                </a:lnTo>
                <a:lnTo>
                  <a:pt x="1033755" y="60822"/>
                </a:lnTo>
                <a:lnTo>
                  <a:pt x="1034141" y="61431"/>
                </a:lnTo>
                <a:lnTo>
                  <a:pt x="1034481" y="62093"/>
                </a:lnTo>
                <a:lnTo>
                  <a:pt x="1034778" y="62806"/>
                </a:lnTo>
                <a:lnTo>
                  <a:pt x="1035033" y="63572"/>
                </a:lnTo>
                <a:lnTo>
                  <a:pt x="1035250" y="64391"/>
                </a:lnTo>
                <a:lnTo>
                  <a:pt x="1035430" y="65263"/>
                </a:lnTo>
                <a:lnTo>
                  <a:pt x="1035576" y="66188"/>
                </a:lnTo>
                <a:lnTo>
                  <a:pt x="1035691" y="67168"/>
                </a:lnTo>
                <a:lnTo>
                  <a:pt x="1035775" y="68203"/>
                </a:lnTo>
                <a:lnTo>
                  <a:pt x="1035833" y="69292"/>
                </a:lnTo>
                <a:lnTo>
                  <a:pt x="1035866" y="70437"/>
                </a:lnTo>
                <a:lnTo>
                  <a:pt x="1035876" y="71637"/>
                </a:lnTo>
                <a:lnTo>
                  <a:pt x="1035876" y="124626"/>
                </a:lnTo>
                <a:lnTo>
                  <a:pt x="1035884" y="125380"/>
                </a:lnTo>
                <a:lnTo>
                  <a:pt x="1035908" y="126103"/>
                </a:lnTo>
                <a:lnTo>
                  <a:pt x="1035950" y="126793"/>
                </a:lnTo>
                <a:lnTo>
                  <a:pt x="1036013" y="127452"/>
                </a:lnTo>
                <a:lnTo>
                  <a:pt x="1036099" y="128078"/>
                </a:lnTo>
                <a:lnTo>
                  <a:pt x="1036210" y="128672"/>
                </a:lnTo>
                <a:lnTo>
                  <a:pt x="1036350" y="129234"/>
                </a:lnTo>
                <a:lnTo>
                  <a:pt x="1036519" y="129764"/>
                </a:lnTo>
                <a:lnTo>
                  <a:pt x="1036720" y="130261"/>
                </a:lnTo>
                <a:lnTo>
                  <a:pt x="1036955" y="130727"/>
                </a:lnTo>
                <a:lnTo>
                  <a:pt x="1037227" y="131160"/>
                </a:lnTo>
                <a:lnTo>
                  <a:pt x="1037538" y="131561"/>
                </a:lnTo>
                <a:lnTo>
                  <a:pt x="1037890" y="131931"/>
                </a:lnTo>
                <a:lnTo>
                  <a:pt x="1038286" y="132268"/>
                </a:lnTo>
                <a:lnTo>
                  <a:pt x="1038727" y="132573"/>
                </a:lnTo>
                <a:lnTo>
                  <a:pt x="1039217" y="132845"/>
                </a:lnTo>
                <a:lnTo>
                  <a:pt x="1039756" y="133086"/>
                </a:lnTo>
                <a:lnTo>
                  <a:pt x="1040348" y="133295"/>
                </a:lnTo>
                <a:lnTo>
                  <a:pt x="1040995" y="133471"/>
                </a:lnTo>
                <a:lnTo>
                  <a:pt x="1041698" y="133616"/>
                </a:lnTo>
                <a:lnTo>
                  <a:pt x="1042461" y="133728"/>
                </a:lnTo>
                <a:lnTo>
                  <a:pt x="1043286" y="133808"/>
                </a:lnTo>
                <a:lnTo>
                  <a:pt x="1044174" y="133856"/>
                </a:lnTo>
                <a:lnTo>
                  <a:pt x="1045128" y="133872"/>
                </a:lnTo>
                <a:lnTo>
                  <a:pt x="1052842" y="133872"/>
                </a:lnTo>
                <a:lnTo>
                  <a:pt x="1053729" y="133859"/>
                </a:lnTo>
                <a:lnTo>
                  <a:pt x="1054563" y="133819"/>
                </a:lnTo>
                <a:lnTo>
                  <a:pt x="1055342" y="133752"/>
                </a:lnTo>
                <a:lnTo>
                  <a:pt x="1056071" y="133656"/>
                </a:lnTo>
                <a:lnTo>
                  <a:pt x="1056749" y="133531"/>
                </a:lnTo>
                <a:lnTo>
                  <a:pt x="1057378" y="133376"/>
                </a:lnTo>
                <a:lnTo>
                  <a:pt x="1057960" y="133190"/>
                </a:lnTo>
                <a:lnTo>
                  <a:pt x="1058497" y="132974"/>
                </a:lnTo>
                <a:lnTo>
                  <a:pt x="1058989" y="132725"/>
                </a:lnTo>
                <a:lnTo>
                  <a:pt x="1059439" y="132443"/>
                </a:lnTo>
                <a:lnTo>
                  <a:pt x="1059847" y="132127"/>
                </a:lnTo>
                <a:lnTo>
                  <a:pt x="1060216" y="131778"/>
                </a:lnTo>
                <a:lnTo>
                  <a:pt x="1060547" y="131393"/>
                </a:lnTo>
                <a:lnTo>
                  <a:pt x="1060841" y="130972"/>
                </a:lnTo>
                <a:lnTo>
                  <a:pt x="1061100" y="130515"/>
                </a:lnTo>
                <a:lnTo>
                  <a:pt x="1061325" y="130020"/>
                </a:lnTo>
                <a:lnTo>
                  <a:pt x="1061518" y="129487"/>
                </a:lnTo>
                <a:lnTo>
                  <a:pt x="1061681" y="128915"/>
                </a:lnTo>
                <a:lnTo>
                  <a:pt x="1061814" y="128304"/>
                </a:lnTo>
                <a:lnTo>
                  <a:pt x="1061920" y="127652"/>
                </a:lnTo>
                <a:lnTo>
                  <a:pt x="1061999" y="126959"/>
                </a:lnTo>
                <a:lnTo>
                  <a:pt x="1062054" y="126224"/>
                </a:lnTo>
                <a:lnTo>
                  <a:pt x="1062086" y="125447"/>
                </a:lnTo>
                <a:lnTo>
                  <a:pt x="1062097" y="124626"/>
                </a:lnTo>
                <a:lnTo>
                  <a:pt x="1062097" y="71311"/>
                </a:lnTo>
                <a:lnTo>
                  <a:pt x="1062052" y="68884"/>
                </a:lnTo>
                <a:lnTo>
                  <a:pt x="1061918" y="66581"/>
                </a:lnTo>
                <a:lnTo>
                  <a:pt x="1061694" y="64399"/>
                </a:lnTo>
                <a:lnTo>
                  <a:pt x="1061377" y="62337"/>
                </a:lnTo>
                <a:close/>
                <a:moveTo>
                  <a:pt x="1582233" y="64399"/>
                </a:moveTo>
                <a:lnTo>
                  <a:pt x="1581917" y="62337"/>
                </a:lnTo>
                <a:lnTo>
                  <a:pt x="1581507" y="60393"/>
                </a:lnTo>
                <a:lnTo>
                  <a:pt x="1581003" y="58564"/>
                </a:lnTo>
                <a:lnTo>
                  <a:pt x="1580404" y="56851"/>
                </a:lnTo>
                <a:lnTo>
                  <a:pt x="1579708" y="55250"/>
                </a:lnTo>
                <a:lnTo>
                  <a:pt x="1578915" y="53759"/>
                </a:lnTo>
                <a:lnTo>
                  <a:pt x="1578022" y="52378"/>
                </a:lnTo>
                <a:lnTo>
                  <a:pt x="1577030" y="51104"/>
                </a:lnTo>
                <a:lnTo>
                  <a:pt x="1575936" y="49936"/>
                </a:lnTo>
                <a:lnTo>
                  <a:pt x="1574740" y="48871"/>
                </a:lnTo>
                <a:lnTo>
                  <a:pt x="1573440" y="47908"/>
                </a:lnTo>
                <a:lnTo>
                  <a:pt x="1572035" y="47046"/>
                </a:lnTo>
                <a:lnTo>
                  <a:pt x="1570525" y="46281"/>
                </a:lnTo>
                <a:lnTo>
                  <a:pt x="1568907" y="45614"/>
                </a:lnTo>
                <a:lnTo>
                  <a:pt x="1567181" y="45041"/>
                </a:lnTo>
                <a:lnTo>
                  <a:pt x="1565346" y="44561"/>
                </a:lnTo>
                <a:lnTo>
                  <a:pt x="1563400" y="44172"/>
                </a:lnTo>
                <a:lnTo>
                  <a:pt x="1561342" y="43873"/>
                </a:lnTo>
                <a:lnTo>
                  <a:pt x="1559171" y="43661"/>
                </a:lnTo>
                <a:lnTo>
                  <a:pt x="1556886" y="43536"/>
                </a:lnTo>
                <a:lnTo>
                  <a:pt x="1554486" y="43494"/>
                </a:lnTo>
                <a:lnTo>
                  <a:pt x="1552016" y="43569"/>
                </a:lnTo>
                <a:lnTo>
                  <a:pt x="1549664" y="43786"/>
                </a:lnTo>
                <a:lnTo>
                  <a:pt x="1547427" y="44134"/>
                </a:lnTo>
                <a:lnTo>
                  <a:pt x="1545304" y="44604"/>
                </a:lnTo>
                <a:lnTo>
                  <a:pt x="1543292" y="45185"/>
                </a:lnTo>
                <a:lnTo>
                  <a:pt x="1541389" y="45865"/>
                </a:lnTo>
                <a:lnTo>
                  <a:pt x="1539592" y="46636"/>
                </a:lnTo>
                <a:lnTo>
                  <a:pt x="1537900" y="47486"/>
                </a:lnTo>
                <a:lnTo>
                  <a:pt x="1536309" y="48405"/>
                </a:lnTo>
                <a:lnTo>
                  <a:pt x="1534817" y="49383"/>
                </a:lnTo>
                <a:lnTo>
                  <a:pt x="1533423" y="50408"/>
                </a:lnTo>
                <a:lnTo>
                  <a:pt x="1532123" y="51472"/>
                </a:lnTo>
                <a:lnTo>
                  <a:pt x="1530916" y="52562"/>
                </a:lnTo>
                <a:lnTo>
                  <a:pt x="1529799" y="53669"/>
                </a:lnTo>
                <a:lnTo>
                  <a:pt x="1528769" y="54782"/>
                </a:lnTo>
                <a:lnTo>
                  <a:pt x="1527825" y="55890"/>
                </a:lnTo>
                <a:lnTo>
                  <a:pt x="1526964" y="56984"/>
                </a:lnTo>
                <a:lnTo>
                  <a:pt x="1526183" y="58053"/>
                </a:lnTo>
                <a:lnTo>
                  <a:pt x="1525481" y="59086"/>
                </a:lnTo>
                <a:lnTo>
                  <a:pt x="1524854" y="60073"/>
                </a:lnTo>
                <a:lnTo>
                  <a:pt x="1524302" y="61003"/>
                </a:lnTo>
                <a:lnTo>
                  <a:pt x="1523820" y="61867"/>
                </a:lnTo>
                <a:lnTo>
                  <a:pt x="1523408" y="62652"/>
                </a:lnTo>
                <a:lnTo>
                  <a:pt x="1523062" y="63350"/>
                </a:lnTo>
                <a:lnTo>
                  <a:pt x="1522868" y="63350"/>
                </a:lnTo>
                <a:lnTo>
                  <a:pt x="1522868" y="53715"/>
                </a:lnTo>
                <a:lnTo>
                  <a:pt x="1522861" y="52960"/>
                </a:lnTo>
                <a:lnTo>
                  <a:pt x="1522837" y="52237"/>
                </a:lnTo>
                <a:lnTo>
                  <a:pt x="1522795" y="51546"/>
                </a:lnTo>
                <a:lnTo>
                  <a:pt x="1522732" y="50887"/>
                </a:lnTo>
                <a:lnTo>
                  <a:pt x="1522645" y="50261"/>
                </a:lnTo>
                <a:lnTo>
                  <a:pt x="1522534" y="49666"/>
                </a:lnTo>
                <a:lnTo>
                  <a:pt x="1522395" y="49104"/>
                </a:lnTo>
                <a:lnTo>
                  <a:pt x="1522226" y="48573"/>
                </a:lnTo>
                <a:lnTo>
                  <a:pt x="1522025" y="48075"/>
                </a:lnTo>
                <a:lnTo>
                  <a:pt x="1521789" y="47609"/>
                </a:lnTo>
                <a:lnTo>
                  <a:pt x="1521517" y="47175"/>
                </a:lnTo>
                <a:lnTo>
                  <a:pt x="1521206" y="46774"/>
                </a:lnTo>
                <a:lnTo>
                  <a:pt x="1520854" y="46404"/>
                </a:lnTo>
                <a:lnTo>
                  <a:pt x="1520458" y="46067"/>
                </a:lnTo>
                <a:lnTo>
                  <a:pt x="1520017" y="45761"/>
                </a:lnTo>
                <a:lnTo>
                  <a:pt x="1519528" y="45488"/>
                </a:lnTo>
                <a:lnTo>
                  <a:pt x="1518988" y="45247"/>
                </a:lnTo>
                <a:lnTo>
                  <a:pt x="1518396" y="45038"/>
                </a:lnTo>
                <a:lnTo>
                  <a:pt x="1517750" y="44861"/>
                </a:lnTo>
                <a:lnTo>
                  <a:pt x="1517046" y="44717"/>
                </a:lnTo>
                <a:lnTo>
                  <a:pt x="1516283" y="44604"/>
                </a:lnTo>
                <a:lnTo>
                  <a:pt x="1515459" y="44524"/>
                </a:lnTo>
                <a:lnTo>
                  <a:pt x="1514570" y="44475"/>
                </a:lnTo>
                <a:lnTo>
                  <a:pt x="1513616" y="44459"/>
                </a:lnTo>
                <a:lnTo>
                  <a:pt x="1507059" y="44459"/>
                </a:lnTo>
                <a:lnTo>
                  <a:pt x="1506215" y="44471"/>
                </a:lnTo>
                <a:lnTo>
                  <a:pt x="1505419" y="44505"/>
                </a:lnTo>
                <a:lnTo>
                  <a:pt x="1504669" y="44564"/>
                </a:lnTo>
                <a:lnTo>
                  <a:pt x="1503964" y="44650"/>
                </a:lnTo>
                <a:lnTo>
                  <a:pt x="1503303" y="44762"/>
                </a:lnTo>
                <a:lnTo>
                  <a:pt x="1502686" y="44902"/>
                </a:lnTo>
                <a:lnTo>
                  <a:pt x="1502110" y="45072"/>
                </a:lnTo>
                <a:lnTo>
                  <a:pt x="1501576" y="45274"/>
                </a:lnTo>
                <a:lnTo>
                  <a:pt x="1501082" y="45507"/>
                </a:lnTo>
                <a:lnTo>
                  <a:pt x="1500627" y="45773"/>
                </a:lnTo>
                <a:lnTo>
                  <a:pt x="1500210" y="46075"/>
                </a:lnTo>
                <a:lnTo>
                  <a:pt x="1499831" y="46412"/>
                </a:lnTo>
                <a:lnTo>
                  <a:pt x="1499487" y="46786"/>
                </a:lnTo>
                <a:lnTo>
                  <a:pt x="1499179" y="47199"/>
                </a:lnTo>
                <a:lnTo>
                  <a:pt x="1498905" y="47651"/>
                </a:lnTo>
                <a:lnTo>
                  <a:pt x="1498663" y="48144"/>
                </a:lnTo>
                <a:lnTo>
                  <a:pt x="1498454" y="48680"/>
                </a:lnTo>
                <a:lnTo>
                  <a:pt x="1498277" y="49259"/>
                </a:lnTo>
                <a:lnTo>
                  <a:pt x="1498129" y="49883"/>
                </a:lnTo>
                <a:lnTo>
                  <a:pt x="1498010" y="50552"/>
                </a:lnTo>
                <a:lnTo>
                  <a:pt x="1497920" y="51269"/>
                </a:lnTo>
                <a:lnTo>
                  <a:pt x="1497856" y="52034"/>
                </a:lnTo>
                <a:lnTo>
                  <a:pt x="1497819" y="52849"/>
                </a:lnTo>
                <a:lnTo>
                  <a:pt x="1497807" y="53715"/>
                </a:lnTo>
                <a:lnTo>
                  <a:pt x="1497807" y="124626"/>
                </a:lnTo>
                <a:lnTo>
                  <a:pt x="1497818" y="125469"/>
                </a:lnTo>
                <a:lnTo>
                  <a:pt x="1497853" y="126265"/>
                </a:lnTo>
                <a:lnTo>
                  <a:pt x="1497912" y="127015"/>
                </a:lnTo>
                <a:lnTo>
                  <a:pt x="1497997" y="127719"/>
                </a:lnTo>
                <a:lnTo>
                  <a:pt x="1498109" y="128380"/>
                </a:lnTo>
                <a:lnTo>
                  <a:pt x="1498250" y="128997"/>
                </a:lnTo>
                <a:lnTo>
                  <a:pt x="1498420" y="129572"/>
                </a:lnTo>
                <a:lnTo>
                  <a:pt x="1498621" y="130106"/>
                </a:lnTo>
                <a:lnTo>
                  <a:pt x="1498854" y="130600"/>
                </a:lnTo>
                <a:lnTo>
                  <a:pt x="1499121" y="131055"/>
                </a:lnTo>
                <a:lnTo>
                  <a:pt x="1499422" y="131471"/>
                </a:lnTo>
                <a:lnTo>
                  <a:pt x="1499759" y="131851"/>
                </a:lnTo>
                <a:lnTo>
                  <a:pt x="1500133" y="132194"/>
                </a:lnTo>
                <a:lnTo>
                  <a:pt x="1500546" y="132502"/>
                </a:lnTo>
                <a:lnTo>
                  <a:pt x="1500998" y="132776"/>
                </a:lnTo>
                <a:lnTo>
                  <a:pt x="1501491" y="133017"/>
                </a:lnTo>
                <a:lnTo>
                  <a:pt x="1502026" y="133225"/>
                </a:lnTo>
                <a:lnTo>
                  <a:pt x="1502605" y="133403"/>
                </a:lnTo>
                <a:lnTo>
                  <a:pt x="1503228" y="133551"/>
                </a:lnTo>
                <a:lnTo>
                  <a:pt x="1503898" y="133669"/>
                </a:lnTo>
                <a:lnTo>
                  <a:pt x="1504614" y="133760"/>
                </a:lnTo>
                <a:lnTo>
                  <a:pt x="1505379" y="133823"/>
                </a:lnTo>
                <a:lnTo>
                  <a:pt x="1506193" y="133860"/>
                </a:lnTo>
                <a:lnTo>
                  <a:pt x="1507059" y="133872"/>
                </a:lnTo>
                <a:lnTo>
                  <a:pt x="1514772" y="133872"/>
                </a:lnTo>
                <a:lnTo>
                  <a:pt x="1515660" y="133859"/>
                </a:lnTo>
                <a:lnTo>
                  <a:pt x="1516493" y="133819"/>
                </a:lnTo>
                <a:lnTo>
                  <a:pt x="1517273" y="133752"/>
                </a:lnTo>
                <a:lnTo>
                  <a:pt x="1518001" y="133656"/>
                </a:lnTo>
                <a:lnTo>
                  <a:pt x="1518679" y="133531"/>
                </a:lnTo>
                <a:lnTo>
                  <a:pt x="1519309" y="133376"/>
                </a:lnTo>
                <a:lnTo>
                  <a:pt x="1519891" y="133190"/>
                </a:lnTo>
                <a:lnTo>
                  <a:pt x="1520427" y="132974"/>
                </a:lnTo>
                <a:lnTo>
                  <a:pt x="1520920" y="132725"/>
                </a:lnTo>
                <a:lnTo>
                  <a:pt x="1521369" y="132443"/>
                </a:lnTo>
                <a:lnTo>
                  <a:pt x="1521778" y="132127"/>
                </a:lnTo>
                <a:lnTo>
                  <a:pt x="1522147" y="131778"/>
                </a:lnTo>
                <a:lnTo>
                  <a:pt x="1522477" y="131393"/>
                </a:lnTo>
                <a:lnTo>
                  <a:pt x="1522771" y="130972"/>
                </a:lnTo>
                <a:lnTo>
                  <a:pt x="1523030" y="130515"/>
                </a:lnTo>
                <a:lnTo>
                  <a:pt x="1523255" y="130020"/>
                </a:lnTo>
                <a:lnTo>
                  <a:pt x="1523449" y="129487"/>
                </a:lnTo>
                <a:lnTo>
                  <a:pt x="1523611" y="128915"/>
                </a:lnTo>
                <a:lnTo>
                  <a:pt x="1523744" y="128304"/>
                </a:lnTo>
                <a:lnTo>
                  <a:pt x="1523850" y="127652"/>
                </a:lnTo>
                <a:lnTo>
                  <a:pt x="1523930" y="126959"/>
                </a:lnTo>
                <a:lnTo>
                  <a:pt x="1523985" y="126224"/>
                </a:lnTo>
                <a:lnTo>
                  <a:pt x="1524017" y="125447"/>
                </a:lnTo>
                <a:lnTo>
                  <a:pt x="1524027" y="124626"/>
                </a:lnTo>
                <a:lnTo>
                  <a:pt x="1524027" y="82040"/>
                </a:lnTo>
                <a:lnTo>
                  <a:pt x="1524084" y="79991"/>
                </a:lnTo>
                <a:lnTo>
                  <a:pt x="1524253" y="78034"/>
                </a:lnTo>
                <a:lnTo>
                  <a:pt x="1524527" y="76168"/>
                </a:lnTo>
                <a:lnTo>
                  <a:pt x="1524902" y="74393"/>
                </a:lnTo>
                <a:lnTo>
                  <a:pt x="1525371" y="72709"/>
                </a:lnTo>
                <a:lnTo>
                  <a:pt x="1525931" y="71115"/>
                </a:lnTo>
                <a:lnTo>
                  <a:pt x="1526575" y="69611"/>
                </a:lnTo>
                <a:lnTo>
                  <a:pt x="1527297" y="68196"/>
                </a:lnTo>
                <a:lnTo>
                  <a:pt x="1528094" y="66870"/>
                </a:lnTo>
                <a:lnTo>
                  <a:pt x="1528958" y="65633"/>
                </a:lnTo>
                <a:lnTo>
                  <a:pt x="1529886" y="64484"/>
                </a:lnTo>
                <a:lnTo>
                  <a:pt x="1530871" y="63423"/>
                </a:lnTo>
                <a:lnTo>
                  <a:pt x="1531908" y="62449"/>
                </a:lnTo>
                <a:lnTo>
                  <a:pt x="1532993" y="61562"/>
                </a:lnTo>
                <a:lnTo>
                  <a:pt x="1534118" y="60761"/>
                </a:lnTo>
                <a:lnTo>
                  <a:pt x="1535280" y="60046"/>
                </a:lnTo>
                <a:lnTo>
                  <a:pt x="1536473" y="59418"/>
                </a:lnTo>
                <a:lnTo>
                  <a:pt x="1537691" y="58874"/>
                </a:lnTo>
                <a:lnTo>
                  <a:pt x="1538929" y="58415"/>
                </a:lnTo>
                <a:lnTo>
                  <a:pt x="1540182" y="58040"/>
                </a:lnTo>
                <a:lnTo>
                  <a:pt x="1541445" y="57750"/>
                </a:lnTo>
                <a:lnTo>
                  <a:pt x="1542711" y="57543"/>
                </a:lnTo>
                <a:lnTo>
                  <a:pt x="1543976" y="57419"/>
                </a:lnTo>
                <a:lnTo>
                  <a:pt x="1545234" y="57378"/>
                </a:lnTo>
                <a:lnTo>
                  <a:pt x="1546353" y="57401"/>
                </a:lnTo>
                <a:lnTo>
                  <a:pt x="1547398" y="57471"/>
                </a:lnTo>
                <a:lnTo>
                  <a:pt x="1548371" y="57587"/>
                </a:lnTo>
                <a:lnTo>
                  <a:pt x="1549275" y="57751"/>
                </a:lnTo>
                <a:lnTo>
                  <a:pt x="1550112" y="57963"/>
                </a:lnTo>
                <a:lnTo>
                  <a:pt x="1550885" y="58224"/>
                </a:lnTo>
                <a:lnTo>
                  <a:pt x="1551595" y="58532"/>
                </a:lnTo>
                <a:lnTo>
                  <a:pt x="1552245" y="58890"/>
                </a:lnTo>
                <a:lnTo>
                  <a:pt x="1552838" y="59298"/>
                </a:lnTo>
                <a:lnTo>
                  <a:pt x="1553376" y="59755"/>
                </a:lnTo>
                <a:lnTo>
                  <a:pt x="1553860" y="60263"/>
                </a:lnTo>
                <a:lnTo>
                  <a:pt x="1554295" y="60822"/>
                </a:lnTo>
                <a:lnTo>
                  <a:pt x="1554681" y="61431"/>
                </a:lnTo>
                <a:lnTo>
                  <a:pt x="1555021" y="62093"/>
                </a:lnTo>
                <a:lnTo>
                  <a:pt x="1555318" y="62806"/>
                </a:lnTo>
                <a:lnTo>
                  <a:pt x="1555573" y="63572"/>
                </a:lnTo>
                <a:lnTo>
                  <a:pt x="1555790" y="64391"/>
                </a:lnTo>
                <a:lnTo>
                  <a:pt x="1555970" y="65263"/>
                </a:lnTo>
                <a:lnTo>
                  <a:pt x="1556116" y="66188"/>
                </a:lnTo>
                <a:lnTo>
                  <a:pt x="1556230" y="67168"/>
                </a:lnTo>
                <a:lnTo>
                  <a:pt x="1556315" y="68203"/>
                </a:lnTo>
                <a:lnTo>
                  <a:pt x="1556373" y="69292"/>
                </a:lnTo>
                <a:lnTo>
                  <a:pt x="1556406" y="70437"/>
                </a:lnTo>
                <a:lnTo>
                  <a:pt x="1556416" y="71637"/>
                </a:lnTo>
                <a:lnTo>
                  <a:pt x="1556416" y="124626"/>
                </a:lnTo>
                <a:lnTo>
                  <a:pt x="1556423" y="125380"/>
                </a:lnTo>
                <a:lnTo>
                  <a:pt x="1556447" y="126103"/>
                </a:lnTo>
                <a:lnTo>
                  <a:pt x="1556489" y="126793"/>
                </a:lnTo>
                <a:lnTo>
                  <a:pt x="1556552" y="127452"/>
                </a:lnTo>
                <a:lnTo>
                  <a:pt x="1556639" y="128078"/>
                </a:lnTo>
                <a:lnTo>
                  <a:pt x="1556750" y="128672"/>
                </a:lnTo>
                <a:lnTo>
                  <a:pt x="1556889" y="129234"/>
                </a:lnTo>
                <a:lnTo>
                  <a:pt x="1557058" y="129764"/>
                </a:lnTo>
                <a:lnTo>
                  <a:pt x="1557259" y="130261"/>
                </a:lnTo>
                <a:lnTo>
                  <a:pt x="1557495" y="130727"/>
                </a:lnTo>
                <a:lnTo>
                  <a:pt x="1557767" y="131160"/>
                </a:lnTo>
                <a:lnTo>
                  <a:pt x="1558078" y="131561"/>
                </a:lnTo>
                <a:lnTo>
                  <a:pt x="1558430" y="131931"/>
                </a:lnTo>
                <a:lnTo>
                  <a:pt x="1558826" y="132268"/>
                </a:lnTo>
                <a:lnTo>
                  <a:pt x="1559267" y="132573"/>
                </a:lnTo>
                <a:lnTo>
                  <a:pt x="1559756" y="132845"/>
                </a:lnTo>
                <a:lnTo>
                  <a:pt x="1560296" y="133086"/>
                </a:lnTo>
                <a:lnTo>
                  <a:pt x="1560888" y="133295"/>
                </a:lnTo>
                <a:lnTo>
                  <a:pt x="1561534" y="133471"/>
                </a:lnTo>
                <a:lnTo>
                  <a:pt x="1562238" y="133616"/>
                </a:lnTo>
                <a:lnTo>
                  <a:pt x="1563001" y="133728"/>
                </a:lnTo>
                <a:lnTo>
                  <a:pt x="1563825" y="133808"/>
                </a:lnTo>
                <a:lnTo>
                  <a:pt x="1564714" y="133856"/>
                </a:lnTo>
                <a:lnTo>
                  <a:pt x="1565668" y="133872"/>
                </a:lnTo>
                <a:lnTo>
                  <a:pt x="1573381" y="133872"/>
                </a:lnTo>
                <a:lnTo>
                  <a:pt x="1574269" y="133859"/>
                </a:lnTo>
                <a:lnTo>
                  <a:pt x="1575102" y="133819"/>
                </a:lnTo>
                <a:lnTo>
                  <a:pt x="1575882" y="133752"/>
                </a:lnTo>
                <a:lnTo>
                  <a:pt x="1576610" y="133656"/>
                </a:lnTo>
                <a:lnTo>
                  <a:pt x="1577288" y="133531"/>
                </a:lnTo>
                <a:lnTo>
                  <a:pt x="1577918" y="133376"/>
                </a:lnTo>
                <a:lnTo>
                  <a:pt x="1578500" y="133190"/>
                </a:lnTo>
                <a:lnTo>
                  <a:pt x="1579036" y="132974"/>
                </a:lnTo>
                <a:lnTo>
                  <a:pt x="1579529" y="132725"/>
                </a:lnTo>
                <a:lnTo>
                  <a:pt x="1579978" y="132443"/>
                </a:lnTo>
                <a:lnTo>
                  <a:pt x="1580387" y="132127"/>
                </a:lnTo>
                <a:lnTo>
                  <a:pt x="1580756" y="131778"/>
                </a:lnTo>
                <a:lnTo>
                  <a:pt x="1581086" y="131393"/>
                </a:lnTo>
                <a:lnTo>
                  <a:pt x="1581380" y="130972"/>
                </a:lnTo>
                <a:lnTo>
                  <a:pt x="1581639" y="130515"/>
                </a:lnTo>
                <a:lnTo>
                  <a:pt x="1581865" y="130020"/>
                </a:lnTo>
                <a:lnTo>
                  <a:pt x="1582058" y="129487"/>
                </a:lnTo>
                <a:lnTo>
                  <a:pt x="1582220" y="128915"/>
                </a:lnTo>
                <a:lnTo>
                  <a:pt x="1582354" y="128304"/>
                </a:lnTo>
                <a:lnTo>
                  <a:pt x="1582459" y="127652"/>
                </a:lnTo>
                <a:lnTo>
                  <a:pt x="1582539" y="126959"/>
                </a:lnTo>
                <a:lnTo>
                  <a:pt x="1582594" y="126224"/>
                </a:lnTo>
                <a:lnTo>
                  <a:pt x="1582626" y="125447"/>
                </a:lnTo>
                <a:lnTo>
                  <a:pt x="1582636" y="124626"/>
                </a:lnTo>
                <a:lnTo>
                  <a:pt x="1582636" y="71311"/>
                </a:lnTo>
                <a:lnTo>
                  <a:pt x="1582592" y="68884"/>
                </a:lnTo>
                <a:lnTo>
                  <a:pt x="1582458" y="66581"/>
                </a:lnTo>
                <a:lnTo>
                  <a:pt x="1582233" y="64399"/>
                </a:lnTo>
                <a:close/>
                <a:moveTo>
                  <a:pt x="958538" y="72114"/>
                </a:moveTo>
                <a:lnTo>
                  <a:pt x="957972" y="69430"/>
                </a:lnTo>
                <a:lnTo>
                  <a:pt x="957272" y="66850"/>
                </a:lnTo>
                <a:lnTo>
                  <a:pt x="956437" y="64379"/>
                </a:lnTo>
                <a:lnTo>
                  <a:pt x="955465" y="62018"/>
                </a:lnTo>
                <a:lnTo>
                  <a:pt x="954353" y="59774"/>
                </a:lnTo>
                <a:lnTo>
                  <a:pt x="953099" y="57647"/>
                </a:lnTo>
                <a:lnTo>
                  <a:pt x="951700" y="55644"/>
                </a:lnTo>
                <a:lnTo>
                  <a:pt x="950154" y="53766"/>
                </a:lnTo>
                <a:lnTo>
                  <a:pt x="948458" y="52017"/>
                </a:lnTo>
                <a:lnTo>
                  <a:pt x="946610" y="50402"/>
                </a:lnTo>
                <a:lnTo>
                  <a:pt x="944608" y="48924"/>
                </a:lnTo>
                <a:lnTo>
                  <a:pt x="942448" y="47585"/>
                </a:lnTo>
                <a:lnTo>
                  <a:pt x="940130" y="46391"/>
                </a:lnTo>
                <a:lnTo>
                  <a:pt x="937650" y="45345"/>
                </a:lnTo>
                <a:lnTo>
                  <a:pt x="935005" y="44449"/>
                </a:lnTo>
                <a:lnTo>
                  <a:pt x="932194" y="43708"/>
                </a:lnTo>
                <a:lnTo>
                  <a:pt x="929214" y="43126"/>
                </a:lnTo>
                <a:lnTo>
                  <a:pt x="926062" y="42705"/>
                </a:lnTo>
                <a:lnTo>
                  <a:pt x="922737" y="42450"/>
                </a:lnTo>
                <a:lnTo>
                  <a:pt x="919235" y="42365"/>
                </a:lnTo>
                <a:lnTo>
                  <a:pt x="915460" y="42440"/>
                </a:lnTo>
                <a:lnTo>
                  <a:pt x="911848" y="42695"/>
                </a:lnTo>
                <a:lnTo>
                  <a:pt x="908398" y="43127"/>
                </a:lnTo>
                <a:lnTo>
                  <a:pt x="905111" y="43734"/>
                </a:lnTo>
                <a:lnTo>
                  <a:pt x="901985" y="44513"/>
                </a:lnTo>
                <a:lnTo>
                  <a:pt x="899021" y="45462"/>
                </a:lnTo>
                <a:lnTo>
                  <a:pt x="896219" y="46579"/>
                </a:lnTo>
                <a:lnTo>
                  <a:pt x="893579" y="47862"/>
                </a:lnTo>
                <a:lnTo>
                  <a:pt x="891100" y="49307"/>
                </a:lnTo>
                <a:lnTo>
                  <a:pt x="888781" y="50913"/>
                </a:lnTo>
                <a:lnTo>
                  <a:pt x="886624" y="52677"/>
                </a:lnTo>
                <a:lnTo>
                  <a:pt x="884628" y="54596"/>
                </a:lnTo>
                <a:lnTo>
                  <a:pt x="882793" y="56669"/>
                </a:lnTo>
                <a:lnTo>
                  <a:pt x="881118" y="58892"/>
                </a:lnTo>
                <a:lnTo>
                  <a:pt x="879603" y="61265"/>
                </a:lnTo>
                <a:lnTo>
                  <a:pt x="878248" y="63783"/>
                </a:lnTo>
                <a:lnTo>
                  <a:pt x="877054" y="66445"/>
                </a:lnTo>
                <a:lnTo>
                  <a:pt x="876019" y="69248"/>
                </a:lnTo>
                <a:lnTo>
                  <a:pt x="875144" y="72190"/>
                </a:lnTo>
                <a:lnTo>
                  <a:pt x="874428" y="75269"/>
                </a:lnTo>
                <a:lnTo>
                  <a:pt x="873872" y="78482"/>
                </a:lnTo>
                <a:lnTo>
                  <a:pt x="873475" y="81826"/>
                </a:lnTo>
                <a:lnTo>
                  <a:pt x="873237" y="85300"/>
                </a:lnTo>
                <a:lnTo>
                  <a:pt x="873158" y="88901"/>
                </a:lnTo>
                <a:lnTo>
                  <a:pt x="873252" y="92769"/>
                </a:lnTo>
                <a:lnTo>
                  <a:pt x="873535" y="96469"/>
                </a:lnTo>
                <a:lnTo>
                  <a:pt x="874004" y="100001"/>
                </a:lnTo>
                <a:lnTo>
                  <a:pt x="874654" y="103365"/>
                </a:lnTo>
                <a:lnTo>
                  <a:pt x="875485" y="106562"/>
                </a:lnTo>
                <a:lnTo>
                  <a:pt x="876492" y="109591"/>
                </a:lnTo>
                <a:lnTo>
                  <a:pt x="877674" y="112454"/>
                </a:lnTo>
                <a:lnTo>
                  <a:pt x="879027" y="115151"/>
                </a:lnTo>
                <a:lnTo>
                  <a:pt x="880549" y="117681"/>
                </a:lnTo>
                <a:lnTo>
                  <a:pt x="882237" y="120046"/>
                </a:lnTo>
                <a:lnTo>
                  <a:pt x="884087" y="122246"/>
                </a:lnTo>
                <a:lnTo>
                  <a:pt x="886099" y="124280"/>
                </a:lnTo>
                <a:lnTo>
                  <a:pt x="888268" y="126150"/>
                </a:lnTo>
                <a:lnTo>
                  <a:pt x="890592" y="127855"/>
                </a:lnTo>
                <a:lnTo>
                  <a:pt x="893068" y="129396"/>
                </a:lnTo>
                <a:lnTo>
                  <a:pt x="895693" y="130774"/>
                </a:lnTo>
                <a:lnTo>
                  <a:pt x="898465" y="131988"/>
                </a:lnTo>
                <a:lnTo>
                  <a:pt x="901381" y="133040"/>
                </a:lnTo>
                <a:lnTo>
                  <a:pt x="904437" y="133928"/>
                </a:lnTo>
                <a:lnTo>
                  <a:pt x="907633" y="134655"/>
                </a:lnTo>
                <a:lnTo>
                  <a:pt x="910963" y="135219"/>
                </a:lnTo>
                <a:lnTo>
                  <a:pt x="914427" y="135622"/>
                </a:lnTo>
                <a:lnTo>
                  <a:pt x="918020" y="135863"/>
                </a:lnTo>
                <a:lnTo>
                  <a:pt x="921741" y="135944"/>
                </a:lnTo>
                <a:lnTo>
                  <a:pt x="922676" y="135938"/>
                </a:lnTo>
                <a:lnTo>
                  <a:pt x="923648" y="135921"/>
                </a:lnTo>
                <a:lnTo>
                  <a:pt x="924657" y="135890"/>
                </a:lnTo>
                <a:lnTo>
                  <a:pt x="925701" y="135843"/>
                </a:lnTo>
                <a:lnTo>
                  <a:pt x="926780" y="135778"/>
                </a:lnTo>
                <a:lnTo>
                  <a:pt x="927893" y="135694"/>
                </a:lnTo>
                <a:lnTo>
                  <a:pt x="929039" y="135588"/>
                </a:lnTo>
                <a:lnTo>
                  <a:pt x="930218" y="135458"/>
                </a:lnTo>
                <a:lnTo>
                  <a:pt x="931428" y="135304"/>
                </a:lnTo>
                <a:lnTo>
                  <a:pt x="932668" y="135121"/>
                </a:lnTo>
                <a:lnTo>
                  <a:pt x="933938" y="134910"/>
                </a:lnTo>
                <a:lnTo>
                  <a:pt x="935238" y="134667"/>
                </a:lnTo>
                <a:lnTo>
                  <a:pt x="936565" y="134391"/>
                </a:lnTo>
                <a:lnTo>
                  <a:pt x="937920" y="134080"/>
                </a:lnTo>
                <a:lnTo>
                  <a:pt x="939301" y="133732"/>
                </a:lnTo>
                <a:lnTo>
                  <a:pt x="940707" y="133345"/>
                </a:lnTo>
                <a:lnTo>
                  <a:pt x="942139" y="132918"/>
                </a:lnTo>
                <a:lnTo>
                  <a:pt x="943594" y="132447"/>
                </a:lnTo>
                <a:lnTo>
                  <a:pt x="945073" y="131932"/>
                </a:lnTo>
                <a:lnTo>
                  <a:pt x="946573" y="131370"/>
                </a:lnTo>
                <a:lnTo>
                  <a:pt x="948096" y="130760"/>
                </a:lnTo>
                <a:lnTo>
                  <a:pt x="949639" y="130099"/>
                </a:lnTo>
                <a:lnTo>
                  <a:pt x="951201" y="129386"/>
                </a:lnTo>
                <a:lnTo>
                  <a:pt x="952783" y="128618"/>
                </a:lnTo>
                <a:lnTo>
                  <a:pt x="953298" y="128361"/>
                </a:lnTo>
                <a:lnTo>
                  <a:pt x="953783" y="128118"/>
                </a:lnTo>
                <a:lnTo>
                  <a:pt x="954240" y="127889"/>
                </a:lnTo>
                <a:lnTo>
                  <a:pt x="954669" y="127671"/>
                </a:lnTo>
                <a:lnTo>
                  <a:pt x="955070" y="127464"/>
                </a:lnTo>
                <a:lnTo>
                  <a:pt x="955444" y="127265"/>
                </a:lnTo>
                <a:lnTo>
                  <a:pt x="955793" y="127075"/>
                </a:lnTo>
                <a:lnTo>
                  <a:pt x="956116" y="126890"/>
                </a:lnTo>
                <a:lnTo>
                  <a:pt x="956414" y="126710"/>
                </a:lnTo>
                <a:lnTo>
                  <a:pt x="956688" y="126533"/>
                </a:lnTo>
                <a:lnTo>
                  <a:pt x="956939" y="126359"/>
                </a:lnTo>
                <a:lnTo>
                  <a:pt x="957167" y="126184"/>
                </a:lnTo>
                <a:lnTo>
                  <a:pt x="957373" y="126009"/>
                </a:lnTo>
                <a:lnTo>
                  <a:pt x="957558" y="125831"/>
                </a:lnTo>
                <a:lnTo>
                  <a:pt x="957721" y="125649"/>
                </a:lnTo>
                <a:lnTo>
                  <a:pt x="957865" y="125462"/>
                </a:lnTo>
                <a:lnTo>
                  <a:pt x="957989" y="125268"/>
                </a:lnTo>
                <a:lnTo>
                  <a:pt x="958095" y="125067"/>
                </a:lnTo>
                <a:lnTo>
                  <a:pt x="958182" y="124855"/>
                </a:lnTo>
                <a:lnTo>
                  <a:pt x="958252" y="124633"/>
                </a:lnTo>
                <a:lnTo>
                  <a:pt x="958306" y="124398"/>
                </a:lnTo>
                <a:lnTo>
                  <a:pt x="958343" y="124149"/>
                </a:lnTo>
                <a:lnTo>
                  <a:pt x="958365" y="123885"/>
                </a:lnTo>
                <a:lnTo>
                  <a:pt x="958372" y="123605"/>
                </a:lnTo>
                <a:lnTo>
                  <a:pt x="958369" y="123415"/>
                </a:lnTo>
                <a:lnTo>
                  <a:pt x="958361" y="123184"/>
                </a:lnTo>
                <a:lnTo>
                  <a:pt x="958347" y="122916"/>
                </a:lnTo>
                <a:lnTo>
                  <a:pt x="958328" y="122615"/>
                </a:lnTo>
                <a:lnTo>
                  <a:pt x="958305" y="122284"/>
                </a:lnTo>
                <a:lnTo>
                  <a:pt x="958279" y="121927"/>
                </a:lnTo>
                <a:lnTo>
                  <a:pt x="958248" y="121547"/>
                </a:lnTo>
                <a:lnTo>
                  <a:pt x="958215" y="121148"/>
                </a:lnTo>
                <a:lnTo>
                  <a:pt x="958179" y="120734"/>
                </a:lnTo>
                <a:lnTo>
                  <a:pt x="958140" y="120308"/>
                </a:lnTo>
                <a:lnTo>
                  <a:pt x="958100" y="119874"/>
                </a:lnTo>
                <a:lnTo>
                  <a:pt x="958058" y="119436"/>
                </a:lnTo>
                <a:lnTo>
                  <a:pt x="958016" y="118996"/>
                </a:lnTo>
                <a:lnTo>
                  <a:pt x="957973" y="118559"/>
                </a:lnTo>
                <a:lnTo>
                  <a:pt x="957929" y="118128"/>
                </a:lnTo>
                <a:lnTo>
                  <a:pt x="957886" y="117707"/>
                </a:lnTo>
                <a:lnTo>
                  <a:pt x="957844" y="117299"/>
                </a:lnTo>
                <a:lnTo>
                  <a:pt x="957802" y="116909"/>
                </a:lnTo>
                <a:lnTo>
                  <a:pt x="957763" y="116539"/>
                </a:lnTo>
                <a:lnTo>
                  <a:pt x="957725" y="116193"/>
                </a:lnTo>
                <a:lnTo>
                  <a:pt x="957689" y="115875"/>
                </a:lnTo>
                <a:lnTo>
                  <a:pt x="957657" y="115588"/>
                </a:lnTo>
                <a:lnTo>
                  <a:pt x="957627" y="115336"/>
                </a:lnTo>
                <a:lnTo>
                  <a:pt x="957601" y="115123"/>
                </a:lnTo>
                <a:lnTo>
                  <a:pt x="957508" y="114406"/>
                </a:lnTo>
                <a:lnTo>
                  <a:pt x="957419" y="113746"/>
                </a:lnTo>
                <a:lnTo>
                  <a:pt x="957335" y="113141"/>
                </a:lnTo>
                <a:lnTo>
                  <a:pt x="957254" y="112590"/>
                </a:lnTo>
                <a:lnTo>
                  <a:pt x="957176" y="112089"/>
                </a:lnTo>
                <a:lnTo>
                  <a:pt x="957098" y="111637"/>
                </a:lnTo>
                <a:lnTo>
                  <a:pt x="957022" y="111230"/>
                </a:lnTo>
                <a:lnTo>
                  <a:pt x="956944" y="110866"/>
                </a:lnTo>
                <a:lnTo>
                  <a:pt x="956866" y="110543"/>
                </a:lnTo>
                <a:lnTo>
                  <a:pt x="956785" y="110259"/>
                </a:lnTo>
                <a:lnTo>
                  <a:pt x="956701" y="110010"/>
                </a:lnTo>
                <a:lnTo>
                  <a:pt x="956613" y="109795"/>
                </a:lnTo>
                <a:lnTo>
                  <a:pt x="956520" y="109611"/>
                </a:lnTo>
                <a:lnTo>
                  <a:pt x="956421" y="109456"/>
                </a:lnTo>
                <a:lnTo>
                  <a:pt x="956315" y="109327"/>
                </a:lnTo>
                <a:lnTo>
                  <a:pt x="956201" y="109223"/>
                </a:lnTo>
                <a:lnTo>
                  <a:pt x="956079" y="109139"/>
                </a:lnTo>
                <a:lnTo>
                  <a:pt x="955947" y="109075"/>
                </a:lnTo>
                <a:lnTo>
                  <a:pt x="955804" y="109027"/>
                </a:lnTo>
                <a:lnTo>
                  <a:pt x="955650" y="108993"/>
                </a:lnTo>
                <a:lnTo>
                  <a:pt x="955484" y="108971"/>
                </a:lnTo>
                <a:lnTo>
                  <a:pt x="955304" y="108958"/>
                </a:lnTo>
                <a:lnTo>
                  <a:pt x="955110" y="108952"/>
                </a:lnTo>
                <a:lnTo>
                  <a:pt x="954901" y="108951"/>
                </a:lnTo>
                <a:lnTo>
                  <a:pt x="954806" y="108951"/>
                </a:lnTo>
                <a:lnTo>
                  <a:pt x="954715" y="108952"/>
                </a:lnTo>
                <a:lnTo>
                  <a:pt x="954626" y="108955"/>
                </a:lnTo>
                <a:lnTo>
                  <a:pt x="954538" y="108960"/>
                </a:lnTo>
                <a:lnTo>
                  <a:pt x="954450" y="108968"/>
                </a:lnTo>
                <a:lnTo>
                  <a:pt x="954362" y="108981"/>
                </a:lnTo>
                <a:lnTo>
                  <a:pt x="954272" y="108999"/>
                </a:lnTo>
                <a:lnTo>
                  <a:pt x="954180" y="109022"/>
                </a:lnTo>
                <a:lnTo>
                  <a:pt x="954084" y="109053"/>
                </a:lnTo>
                <a:lnTo>
                  <a:pt x="953985" y="109090"/>
                </a:lnTo>
                <a:lnTo>
                  <a:pt x="953880" y="109137"/>
                </a:lnTo>
                <a:lnTo>
                  <a:pt x="953769" y="109192"/>
                </a:lnTo>
                <a:lnTo>
                  <a:pt x="953650" y="109257"/>
                </a:lnTo>
                <a:lnTo>
                  <a:pt x="953524" y="109334"/>
                </a:lnTo>
                <a:lnTo>
                  <a:pt x="953389" y="109422"/>
                </a:lnTo>
                <a:lnTo>
                  <a:pt x="953245" y="109523"/>
                </a:lnTo>
                <a:lnTo>
                  <a:pt x="953089" y="109637"/>
                </a:lnTo>
                <a:lnTo>
                  <a:pt x="952922" y="109765"/>
                </a:lnTo>
                <a:lnTo>
                  <a:pt x="952743" y="109908"/>
                </a:lnTo>
                <a:lnTo>
                  <a:pt x="952549" y="110068"/>
                </a:lnTo>
                <a:lnTo>
                  <a:pt x="952342" y="110244"/>
                </a:lnTo>
                <a:lnTo>
                  <a:pt x="952119" y="110437"/>
                </a:lnTo>
                <a:lnTo>
                  <a:pt x="951880" y="110649"/>
                </a:lnTo>
                <a:lnTo>
                  <a:pt x="951624" y="110881"/>
                </a:lnTo>
                <a:lnTo>
                  <a:pt x="950201" y="112066"/>
                </a:lnTo>
                <a:lnTo>
                  <a:pt x="948780" y="113166"/>
                </a:lnTo>
                <a:lnTo>
                  <a:pt x="947361" y="114184"/>
                </a:lnTo>
                <a:lnTo>
                  <a:pt x="945947" y="115123"/>
                </a:lnTo>
                <a:lnTo>
                  <a:pt x="944541" y="115986"/>
                </a:lnTo>
                <a:lnTo>
                  <a:pt x="943145" y="116776"/>
                </a:lnTo>
                <a:lnTo>
                  <a:pt x="941762" y="117496"/>
                </a:lnTo>
                <a:lnTo>
                  <a:pt x="940393" y="118150"/>
                </a:lnTo>
                <a:lnTo>
                  <a:pt x="939042" y="118740"/>
                </a:lnTo>
                <a:lnTo>
                  <a:pt x="937711" y="119269"/>
                </a:lnTo>
                <a:lnTo>
                  <a:pt x="936402" y="119741"/>
                </a:lnTo>
                <a:lnTo>
                  <a:pt x="935117" y="120159"/>
                </a:lnTo>
                <a:lnTo>
                  <a:pt x="933860" y="120526"/>
                </a:lnTo>
                <a:lnTo>
                  <a:pt x="932632" y="120844"/>
                </a:lnTo>
                <a:lnTo>
                  <a:pt x="931437" y="121117"/>
                </a:lnTo>
                <a:lnTo>
                  <a:pt x="930275" y="121349"/>
                </a:lnTo>
                <a:lnTo>
                  <a:pt x="929150" y="121542"/>
                </a:lnTo>
                <a:lnTo>
                  <a:pt x="928065" y="121699"/>
                </a:lnTo>
                <a:lnTo>
                  <a:pt x="927021" y="121823"/>
                </a:lnTo>
                <a:lnTo>
                  <a:pt x="926021" y="121918"/>
                </a:lnTo>
                <a:lnTo>
                  <a:pt x="925068" y="121986"/>
                </a:lnTo>
                <a:lnTo>
                  <a:pt x="924164" y="122031"/>
                </a:lnTo>
                <a:lnTo>
                  <a:pt x="923311" y="122056"/>
                </a:lnTo>
                <a:lnTo>
                  <a:pt x="922512" y="122063"/>
                </a:lnTo>
                <a:lnTo>
                  <a:pt x="919889" y="121985"/>
                </a:lnTo>
                <a:lnTo>
                  <a:pt x="917461" y="121736"/>
                </a:lnTo>
                <a:lnTo>
                  <a:pt x="915221" y="121327"/>
                </a:lnTo>
                <a:lnTo>
                  <a:pt x="913160" y="120767"/>
                </a:lnTo>
                <a:lnTo>
                  <a:pt x="911272" y="120066"/>
                </a:lnTo>
                <a:lnTo>
                  <a:pt x="909547" y="119233"/>
                </a:lnTo>
                <a:lnTo>
                  <a:pt x="907980" y="118278"/>
                </a:lnTo>
                <a:lnTo>
                  <a:pt x="906561" y="117211"/>
                </a:lnTo>
                <a:lnTo>
                  <a:pt x="905283" y="116040"/>
                </a:lnTo>
                <a:lnTo>
                  <a:pt x="904139" y="114777"/>
                </a:lnTo>
                <a:lnTo>
                  <a:pt x="903121" y="113429"/>
                </a:lnTo>
                <a:lnTo>
                  <a:pt x="902221" y="112007"/>
                </a:lnTo>
                <a:lnTo>
                  <a:pt x="901432" y="110521"/>
                </a:lnTo>
                <a:lnTo>
                  <a:pt x="900745" y="108979"/>
                </a:lnTo>
                <a:lnTo>
                  <a:pt x="900153" y="107392"/>
                </a:lnTo>
                <a:lnTo>
                  <a:pt x="899649" y="105769"/>
                </a:lnTo>
                <a:lnTo>
                  <a:pt x="899224" y="104119"/>
                </a:lnTo>
                <a:lnTo>
                  <a:pt x="898872" y="102453"/>
                </a:lnTo>
                <a:lnTo>
                  <a:pt x="898583" y="100779"/>
                </a:lnTo>
                <a:lnTo>
                  <a:pt x="898351" y="99108"/>
                </a:lnTo>
                <a:lnTo>
                  <a:pt x="898168" y="97448"/>
                </a:lnTo>
                <a:lnTo>
                  <a:pt x="898027" y="95810"/>
                </a:lnTo>
                <a:lnTo>
                  <a:pt x="897919" y="94204"/>
                </a:lnTo>
                <a:lnTo>
                  <a:pt x="897836" y="92637"/>
                </a:lnTo>
                <a:lnTo>
                  <a:pt x="950276" y="92637"/>
                </a:lnTo>
                <a:lnTo>
                  <a:pt x="950832" y="92636"/>
                </a:lnTo>
                <a:lnTo>
                  <a:pt x="951390" y="92629"/>
                </a:lnTo>
                <a:lnTo>
                  <a:pt x="951947" y="92612"/>
                </a:lnTo>
                <a:lnTo>
                  <a:pt x="952501" y="92583"/>
                </a:lnTo>
                <a:lnTo>
                  <a:pt x="953050" y="92538"/>
                </a:lnTo>
                <a:lnTo>
                  <a:pt x="953592" y="92472"/>
                </a:lnTo>
                <a:lnTo>
                  <a:pt x="954125" y="92383"/>
                </a:lnTo>
                <a:lnTo>
                  <a:pt x="954645" y="92267"/>
                </a:lnTo>
                <a:lnTo>
                  <a:pt x="955152" y="92119"/>
                </a:lnTo>
                <a:lnTo>
                  <a:pt x="955642" y="91938"/>
                </a:lnTo>
                <a:lnTo>
                  <a:pt x="956114" y="91718"/>
                </a:lnTo>
                <a:lnTo>
                  <a:pt x="956565" y="91457"/>
                </a:lnTo>
                <a:lnTo>
                  <a:pt x="956993" y="91151"/>
                </a:lnTo>
                <a:lnTo>
                  <a:pt x="957395" y="90796"/>
                </a:lnTo>
                <a:lnTo>
                  <a:pt x="957770" y="90389"/>
                </a:lnTo>
                <a:lnTo>
                  <a:pt x="958115" y="89925"/>
                </a:lnTo>
                <a:lnTo>
                  <a:pt x="958428" y="89402"/>
                </a:lnTo>
                <a:lnTo>
                  <a:pt x="958706" y="88816"/>
                </a:lnTo>
                <a:lnTo>
                  <a:pt x="958948" y="88163"/>
                </a:lnTo>
                <a:lnTo>
                  <a:pt x="959151" y="87440"/>
                </a:lnTo>
                <a:lnTo>
                  <a:pt x="959313" y="86642"/>
                </a:lnTo>
                <a:lnTo>
                  <a:pt x="959431" y="85767"/>
                </a:lnTo>
                <a:lnTo>
                  <a:pt x="959504" y="84811"/>
                </a:lnTo>
                <a:lnTo>
                  <a:pt x="959528" y="83793"/>
                </a:lnTo>
                <a:lnTo>
                  <a:pt x="959468" y="80755"/>
                </a:lnTo>
                <a:lnTo>
                  <a:pt x="959284" y="77780"/>
                </a:lnTo>
                <a:lnTo>
                  <a:pt x="958975" y="74898"/>
                </a:lnTo>
                <a:lnTo>
                  <a:pt x="958538" y="72114"/>
                </a:lnTo>
                <a:close/>
                <a:moveTo>
                  <a:pt x="898417" y="77925"/>
                </a:moveTo>
                <a:lnTo>
                  <a:pt x="898635" y="76405"/>
                </a:lnTo>
                <a:lnTo>
                  <a:pt x="898903" y="74887"/>
                </a:lnTo>
                <a:lnTo>
                  <a:pt x="899227" y="73378"/>
                </a:lnTo>
                <a:lnTo>
                  <a:pt x="899610" y="71886"/>
                </a:lnTo>
                <a:lnTo>
                  <a:pt x="900056" y="70417"/>
                </a:lnTo>
                <a:lnTo>
                  <a:pt x="900570" y="68980"/>
                </a:lnTo>
                <a:lnTo>
                  <a:pt x="901156" y="67582"/>
                </a:lnTo>
                <a:lnTo>
                  <a:pt x="901817" y="66230"/>
                </a:lnTo>
                <a:lnTo>
                  <a:pt x="902559" y="64932"/>
                </a:lnTo>
                <a:lnTo>
                  <a:pt x="903385" y="63695"/>
                </a:lnTo>
                <a:lnTo>
                  <a:pt x="904300" y="62526"/>
                </a:lnTo>
                <a:lnTo>
                  <a:pt x="905307" y="61434"/>
                </a:lnTo>
                <a:lnTo>
                  <a:pt x="906411" y="60425"/>
                </a:lnTo>
                <a:lnTo>
                  <a:pt x="907617" y="59506"/>
                </a:lnTo>
                <a:lnTo>
                  <a:pt x="908927" y="58687"/>
                </a:lnTo>
                <a:lnTo>
                  <a:pt x="910347" y="57972"/>
                </a:lnTo>
                <a:lnTo>
                  <a:pt x="911881" y="57371"/>
                </a:lnTo>
                <a:lnTo>
                  <a:pt x="913532" y="56891"/>
                </a:lnTo>
                <a:lnTo>
                  <a:pt x="915305" y="56539"/>
                </a:lnTo>
                <a:lnTo>
                  <a:pt x="917205" y="56322"/>
                </a:lnTo>
                <a:lnTo>
                  <a:pt x="919235" y="56248"/>
                </a:lnTo>
                <a:lnTo>
                  <a:pt x="921098" y="56306"/>
                </a:lnTo>
                <a:lnTo>
                  <a:pt x="922835" y="56476"/>
                </a:lnTo>
                <a:lnTo>
                  <a:pt x="924451" y="56757"/>
                </a:lnTo>
                <a:lnTo>
                  <a:pt x="925950" y="57144"/>
                </a:lnTo>
                <a:lnTo>
                  <a:pt x="927335" y="57635"/>
                </a:lnTo>
                <a:lnTo>
                  <a:pt x="928612" y="58227"/>
                </a:lnTo>
                <a:lnTo>
                  <a:pt x="929786" y="58915"/>
                </a:lnTo>
                <a:lnTo>
                  <a:pt x="930860" y="59698"/>
                </a:lnTo>
                <a:lnTo>
                  <a:pt x="931838" y="60571"/>
                </a:lnTo>
                <a:lnTo>
                  <a:pt x="932727" y="61532"/>
                </a:lnTo>
                <a:lnTo>
                  <a:pt x="933529" y="62578"/>
                </a:lnTo>
                <a:lnTo>
                  <a:pt x="934249" y="63705"/>
                </a:lnTo>
                <a:lnTo>
                  <a:pt x="934892" y="64910"/>
                </a:lnTo>
                <a:lnTo>
                  <a:pt x="935462" y="66191"/>
                </a:lnTo>
                <a:lnTo>
                  <a:pt x="935963" y="67543"/>
                </a:lnTo>
                <a:lnTo>
                  <a:pt x="936401" y="68963"/>
                </a:lnTo>
                <a:lnTo>
                  <a:pt x="936779" y="70450"/>
                </a:lnTo>
                <a:lnTo>
                  <a:pt x="937102" y="71998"/>
                </a:lnTo>
                <a:lnTo>
                  <a:pt x="937374" y="73606"/>
                </a:lnTo>
                <a:lnTo>
                  <a:pt x="937600" y="75269"/>
                </a:lnTo>
                <a:lnTo>
                  <a:pt x="937784" y="76986"/>
                </a:lnTo>
                <a:lnTo>
                  <a:pt x="937931" y="78752"/>
                </a:lnTo>
                <a:lnTo>
                  <a:pt x="938045" y="80564"/>
                </a:lnTo>
                <a:lnTo>
                  <a:pt x="938130" y="82420"/>
                </a:lnTo>
                <a:lnTo>
                  <a:pt x="898027" y="82420"/>
                </a:lnTo>
                <a:lnTo>
                  <a:pt x="898118" y="80940"/>
                </a:lnTo>
                <a:lnTo>
                  <a:pt x="898246" y="79439"/>
                </a:lnTo>
                <a:lnTo>
                  <a:pt x="898417" y="77925"/>
                </a:lnTo>
                <a:close/>
                <a:moveTo>
                  <a:pt x="1241850" y="62936"/>
                </a:moveTo>
                <a:lnTo>
                  <a:pt x="1240913" y="60154"/>
                </a:lnTo>
                <a:lnTo>
                  <a:pt x="1239755" y="57635"/>
                </a:lnTo>
                <a:lnTo>
                  <a:pt x="1238398" y="55366"/>
                </a:lnTo>
                <a:lnTo>
                  <a:pt x="1236864" y="53333"/>
                </a:lnTo>
                <a:lnTo>
                  <a:pt x="1235173" y="51525"/>
                </a:lnTo>
                <a:lnTo>
                  <a:pt x="1233347" y="49926"/>
                </a:lnTo>
                <a:lnTo>
                  <a:pt x="1231407" y="48526"/>
                </a:lnTo>
                <a:lnTo>
                  <a:pt x="1229374" y="47310"/>
                </a:lnTo>
                <a:lnTo>
                  <a:pt x="1227270" y="46265"/>
                </a:lnTo>
                <a:lnTo>
                  <a:pt x="1225116" y="45379"/>
                </a:lnTo>
                <a:lnTo>
                  <a:pt x="1222932" y="44639"/>
                </a:lnTo>
                <a:lnTo>
                  <a:pt x="1220741" y="44031"/>
                </a:lnTo>
                <a:lnTo>
                  <a:pt x="1218564" y="43542"/>
                </a:lnTo>
                <a:lnTo>
                  <a:pt x="1216421" y="43160"/>
                </a:lnTo>
                <a:lnTo>
                  <a:pt x="1214334" y="42870"/>
                </a:lnTo>
                <a:lnTo>
                  <a:pt x="1212325" y="42662"/>
                </a:lnTo>
                <a:lnTo>
                  <a:pt x="1210414" y="42520"/>
                </a:lnTo>
                <a:lnTo>
                  <a:pt x="1208623" y="42432"/>
                </a:lnTo>
                <a:lnTo>
                  <a:pt x="1206973" y="42386"/>
                </a:lnTo>
                <a:lnTo>
                  <a:pt x="1205486" y="42368"/>
                </a:lnTo>
                <a:lnTo>
                  <a:pt x="1204182" y="42365"/>
                </a:lnTo>
                <a:lnTo>
                  <a:pt x="1203046" y="42369"/>
                </a:lnTo>
                <a:lnTo>
                  <a:pt x="1201903" y="42383"/>
                </a:lnTo>
                <a:lnTo>
                  <a:pt x="1200752" y="42408"/>
                </a:lnTo>
                <a:lnTo>
                  <a:pt x="1199591" y="42447"/>
                </a:lnTo>
                <a:lnTo>
                  <a:pt x="1198419" y="42500"/>
                </a:lnTo>
                <a:lnTo>
                  <a:pt x="1197236" y="42570"/>
                </a:lnTo>
                <a:lnTo>
                  <a:pt x="1196039" y="42658"/>
                </a:lnTo>
                <a:lnTo>
                  <a:pt x="1194828" y="42765"/>
                </a:lnTo>
                <a:lnTo>
                  <a:pt x="1193602" y="42894"/>
                </a:lnTo>
                <a:lnTo>
                  <a:pt x="1192359" y="43046"/>
                </a:lnTo>
                <a:lnTo>
                  <a:pt x="1191098" y="43223"/>
                </a:lnTo>
                <a:lnTo>
                  <a:pt x="1189819" y="43426"/>
                </a:lnTo>
                <a:lnTo>
                  <a:pt x="1188519" y="43658"/>
                </a:lnTo>
                <a:lnTo>
                  <a:pt x="1187199" y="43919"/>
                </a:lnTo>
                <a:lnTo>
                  <a:pt x="1185855" y="44212"/>
                </a:lnTo>
                <a:lnTo>
                  <a:pt x="1184489" y="44537"/>
                </a:lnTo>
                <a:lnTo>
                  <a:pt x="1183097" y="44898"/>
                </a:lnTo>
                <a:lnTo>
                  <a:pt x="1181679" y="45295"/>
                </a:lnTo>
                <a:lnTo>
                  <a:pt x="1180235" y="45730"/>
                </a:lnTo>
                <a:lnTo>
                  <a:pt x="1178762" y="46205"/>
                </a:lnTo>
                <a:lnTo>
                  <a:pt x="1177259" y="46722"/>
                </a:lnTo>
                <a:lnTo>
                  <a:pt x="1175726" y="47281"/>
                </a:lnTo>
                <a:lnTo>
                  <a:pt x="1174161" y="47886"/>
                </a:lnTo>
                <a:lnTo>
                  <a:pt x="1172564" y="48537"/>
                </a:lnTo>
                <a:lnTo>
                  <a:pt x="1172074" y="48748"/>
                </a:lnTo>
                <a:lnTo>
                  <a:pt x="1171615" y="48948"/>
                </a:lnTo>
                <a:lnTo>
                  <a:pt x="1171186" y="49138"/>
                </a:lnTo>
                <a:lnTo>
                  <a:pt x="1170787" y="49320"/>
                </a:lnTo>
                <a:lnTo>
                  <a:pt x="1170416" y="49494"/>
                </a:lnTo>
                <a:lnTo>
                  <a:pt x="1170073" y="49662"/>
                </a:lnTo>
                <a:lnTo>
                  <a:pt x="1169756" y="49826"/>
                </a:lnTo>
                <a:lnTo>
                  <a:pt x="1169465" y="49985"/>
                </a:lnTo>
                <a:lnTo>
                  <a:pt x="1169199" y="50142"/>
                </a:lnTo>
                <a:lnTo>
                  <a:pt x="1168956" y="50297"/>
                </a:lnTo>
                <a:lnTo>
                  <a:pt x="1168737" y="50452"/>
                </a:lnTo>
                <a:lnTo>
                  <a:pt x="1168539" y="50608"/>
                </a:lnTo>
                <a:lnTo>
                  <a:pt x="1168363" y="50766"/>
                </a:lnTo>
                <a:lnTo>
                  <a:pt x="1168207" y="50927"/>
                </a:lnTo>
                <a:lnTo>
                  <a:pt x="1168070" y="51092"/>
                </a:lnTo>
                <a:lnTo>
                  <a:pt x="1167951" y="51263"/>
                </a:lnTo>
                <a:lnTo>
                  <a:pt x="1167850" y="51441"/>
                </a:lnTo>
                <a:lnTo>
                  <a:pt x="1167765" y="51627"/>
                </a:lnTo>
                <a:lnTo>
                  <a:pt x="1167696" y="51821"/>
                </a:lnTo>
                <a:lnTo>
                  <a:pt x="1167641" y="52026"/>
                </a:lnTo>
                <a:lnTo>
                  <a:pt x="1167600" y="52242"/>
                </a:lnTo>
                <a:lnTo>
                  <a:pt x="1167572" y="52471"/>
                </a:lnTo>
                <a:lnTo>
                  <a:pt x="1167556" y="52713"/>
                </a:lnTo>
                <a:lnTo>
                  <a:pt x="1167551" y="52971"/>
                </a:lnTo>
                <a:lnTo>
                  <a:pt x="1167557" y="53189"/>
                </a:lnTo>
                <a:lnTo>
                  <a:pt x="1167574" y="53501"/>
                </a:lnTo>
                <a:lnTo>
                  <a:pt x="1167601" y="53899"/>
                </a:lnTo>
                <a:lnTo>
                  <a:pt x="1167638" y="54373"/>
                </a:lnTo>
                <a:lnTo>
                  <a:pt x="1167683" y="54916"/>
                </a:lnTo>
                <a:lnTo>
                  <a:pt x="1167735" y="55519"/>
                </a:lnTo>
                <a:lnTo>
                  <a:pt x="1167794" y="56174"/>
                </a:lnTo>
                <a:lnTo>
                  <a:pt x="1167858" y="56872"/>
                </a:lnTo>
                <a:lnTo>
                  <a:pt x="1167928" y="57604"/>
                </a:lnTo>
                <a:lnTo>
                  <a:pt x="1168001" y="58363"/>
                </a:lnTo>
                <a:lnTo>
                  <a:pt x="1168076" y="59139"/>
                </a:lnTo>
                <a:lnTo>
                  <a:pt x="1168154" y="59925"/>
                </a:lnTo>
                <a:lnTo>
                  <a:pt x="1168233" y="60712"/>
                </a:lnTo>
                <a:lnTo>
                  <a:pt x="1168312" y="61492"/>
                </a:lnTo>
                <a:lnTo>
                  <a:pt x="1168390" y="62256"/>
                </a:lnTo>
                <a:lnTo>
                  <a:pt x="1168466" y="62995"/>
                </a:lnTo>
                <a:lnTo>
                  <a:pt x="1168540" y="63701"/>
                </a:lnTo>
                <a:lnTo>
                  <a:pt x="1168609" y="64367"/>
                </a:lnTo>
                <a:lnTo>
                  <a:pt x="1168675" y="64983"/>
                </a:lnTo>
                <a:lnTo>
                  <a:pt x="1168735" y="65540"/>
                </a:lnTo>
                <a:lnTo>
                  <a:pt x="1168788" y="66031"/>
                </a:lnTo>
                <a:lnTo>
                  <a:pt x="1168834" y="66448"/>
                </a:lnTo>
                <a:lnTo>
                  <a:pt x="1168872" y="66780"/>
                </a:lnTo>
                <a:lnTo>
                  <a:pt x="1168901" y="67022"/>
                </a:lnTo>
                <a:lnTo>
                  <a:pt x="1168929" y="67165"/>
                </a:lnTo>
                <a:lnTo>
                  <a:pt x="1168965" y="67306"/>
                </a:lnTo>
                <a:lnTo>
                  <a:pt x="1169009" y="67444"/>
                </a:lnTo>
                <a:lnTo>
                  <a:pt x="1169060" y="67580"/>
                </a:lnTo>
                <a:lnTo>
                  <a:pt x="1169119" y="67712"/>
                </a:lnTo>
                <a:lnTo>
                  <a:pt x="1169185" y="67840"/>
                </a:lnTo>
                <a:lnTo>
                  <a:pt x="1169258" y="67965"/>
                </a:lnTo>
                <a:lnTo>
                  <a:pt x="1169337" y="68085"/>
                </a:lnTo>
                <a:lnTo>
                  <a:pt x="1169423" y="68200"/>
                </a:lnTo>
                <a:lnTo>
                  <a:pt x="1169516" y="68310"/>
                </a:lnTo>
                <a:lnTo>
                  <a:pt x="1169615" y="68415"/>
                </a:lnTo>
                <a:lnTo>
                  <a:pt x="1169721" y="68514"/>
                </a:lnTo>
                <a:lnTo>
                  <a:pt x="1169832" y="68607"/>
                </a:lnTo>
                <a:lnTo>
                  <a:pt x="1169949" y="68694"/>
                </a:lnTo>
                <a:lnTo>
                  <a:pt x="1170072" y="68774"/>
                </a:lnTo>
                <a:lnTo>
                  <a:pt x="1170201" y="68848"/>
                </a:lnTo>
                <a:lnTo>
                  <a:pt x="1170335" y="68913"/>
                </a:lnTo>
                <a:lnTo>
                  <a:pt x="1170474" y="68971"/>
                </a:lnTo>
                <a:lnTo>
                  <a:pt x="1170618" y="69021"/>
                </a:lnTo>
                <a:lnTo>
                  <a:pt x="1170766" y="69063"/>
                </a:lnTo>
                <a:lnTo>
                  <a:pt x="1170920" y="69096"/>
                </a:lnTo>
                <a:lnTo>
                  <a:pt x="1171078" y="69120"/>
                </a:lnTo>
                <a:lnTo>
                  <a:pt x="1171241" y="69135"/>
                </a:lnTo>
                <a:lnTo>
                  <a:pt x="1171407" y="69140"/>
                </a:lnTo>
                <a:lnTo>
                  <a:pt x="1171526" y="69137"/>
                </a:lnTo>
                <a:lnTo>
                  <a:pt x="1171641" y="69128"/>
                </a:lnTo>
                <a:lnTo>
                  <a:pt x="1171752" y="69114"/>
                </a:lnTo>
                <a:lnTo>
                  <a:pt x="1171859" y="69094"/>
                </a:lnTo>
                <a:lnTo>
                  <a:pt x="1171964" y="69070"/>
                </a:lnTo>
                <a:lnTo>
                  <a:pt x="1172064" y="69041"/>
                </a:lnTo>
                <a:lnTo>
                  <a:pt x="1172162" y="69007"/>
                </a:lnTo>
                <a:lnTo>
                  <a:pt x="1172257" y="68969"/>
                </a:lnTo>
                <a:lnTo>
                  <a:pt x="1172350" y="68927"/>
                </a:lnTo>
                <a:lnTo>
                  <a:pt x="1172440" y="68881"/>
                </a:lnTo>
                <a:lnTo>
                  <a:pt x="1172527" y="68832"/>
                </a:lnTo>
                <a:lnTo>
                  <a:pt x="1172613" y="68779"/>
                </a:lnTo>
                <a:lnTo>
                  <a:pt x="1172696" y="68724"/>
                </a:lnTo>
                <a:lnTo>
                  <a:pt x="1172777" y="68666"/>
                </a:lnTo>
                <a:lnTo>
                  <a:pt x="1172857" y="68605"/>
                </a:lnTo>
                <a:lnTo>
                  <a:pt x="1172935" y="68542"/>
                </a:lnTo>
                <a:lnTo>
                  <a:pt x="1173012" y="68477"/>
                </a:lnTo>
                <a:lnTo>
                  <a:pt x="1173088" y="68410"/>
                </a:lnTo>
                <a:lnTo>
                  <a:pt x="1173163" y="68342"/>
                </a:lnTo>
                <a:lnTo>
                  <a:pt x="1173237" y="68272"/>
                </a:lnTo>
                <a:lnTo>
                  <a:pt x="1173311" y="68202"/>
                </a:lnTo>
                <a:lnTo>
                  <a:pt x="1173383" y="68130"/>
                </a:lnTo>
                <a:lnTo>
                  <a:pt x="1173456" y="68059"/>
                </a:lnTo>
                <a:lnTo>
                  <a:pt x="1173529" y="67986"/>
                </a:lnTo>
                <a:lnTo>
                  <a:pt x="1174572" y="66927"/>
                </a:lnTo>
                <a:lnTo>
                  <a:pt x="1175630" y="65913"/>
                </a:lnTo>
                <a:lnTo>
                  <a:pt x="1176702" y="64946"/>
                </a:lnTo>
                <a:lnTo>
                  <a:pt x="1177790" y="64024"/>
                </a:lnTo>
                <a:lnTo>
                  <a:pt x="1178894" y="63148"/>
                </a:lnTo>
                <a:lnTo>
                  <a:pt x="1180014" y="62318"/>
                </a:lnTo>
                <a:lnTo>
                  <a:pt x="1181151" y="61533"/>
                </a:lnTo>
                <a:lnTo>
                  <a:pt x="1182304" y="60794"/>
                </a:lnTo>
                <a:lnTo>
                  <a:pt x="1183475" y="60100"/>
                </a:lnTo>
                <a:lnTo>
                  <a:pt x="1184664" y="59452"/>
                </a:lnTo>
                <a:lnTo>
                  <a:pt x="1185871" y="58849"/>
                </a:lnTo>
                <a:lnTo>
                  <a:pt x="1187096" y="58291"/>
                </a:lnTo>
                <a:lnTo>
                  <a:pt x="1188341" y="57778"/>
                </a:lnTo>
                <a:lnTo>
                  <a:pt x="1189605" y="57311"/>
                </a:lnTo>
                <a:lnTo>
                  <a:pt x="1190889" y="56888"/>
                </a:lnTo>
                <a:lnTo>
                  <a:pt x="1192194" y="56510"/>
                </a:lnTo>
                <a:lnTo>
                  <a:pt x="1193519" y="56177"/>
                </a:lnTo>
                <a:lnTo>
                  <a:pt x="1194865" y="55889"/>
                </a:lnTo>
                <a:lnTo>
                  <a:pt x="1196233" y="55645"/>
                </a:lnTo>
                <a:lnTo>
                  <a:pt x="1197623" y="55445"/>
                </a:lnTo>
                <a:lnTo>
                  <a:pt x="1199035" y="55291"/>
                </a:lnTo>
                <a:lnTo>
                  <a:pt x="1200471" y="55180"/>
                </a:lnTo>
                <a:lnTo>
                  <a:pt x="1201929" y="55114"/>
                </a:lnTo>
                <a:lnTo>
                  <a:pt x="1203411" y="55092"/>
                </a:lnTo>
                <a:lnTo>
                  <a:pt x="1204675" y="55125"/>
                </a:lnTo>
                <a:lnTo>
                  <a:pt x="1205864" y="55223"/>
                </a:lnTo>
                <a:lnTo>
                  <a:pt x="1206980" y="55387"/>
                </a:lnTo>
                <a:lnTo>
                  <a:pt x="1208026" y="55615"/>
                </a:lnTo>
                <a:lnTo>
                  <a:pt x="1209003" y="55906"/>
                </a:lnTo>
                <a:lnTo>
                  <a:pt x="1209912" y="56261"/>
                </a:lnTo>
                <a:lnTo>
                  <a:pt x="1210757" y="56679"/>
                </a:lnTo>
                <a:lnTo>
                  <a:pt x="1211537" y="57158"/>
                </a:lnTo>
                <a:lnTo>
                  <a:pt x="1212257" y="57699"/>
                </a:lnTo>
                <a:lnTo>
                  <a:pt x="1212916" y="58301"/>
                </a:lnTo>
                <a:lnTo>
                  <a:pt x="1213518" y="58964"/>
                </a:lnTo>
                <a:lnTo>
                  <a:pt x="1214064" y="59686"/>
                </a:lnTo>
                <a:lnTo>
                  <a:pt x="1214555" y="60467"/>
                </a:lnTo>
                <a:lnTo>
                  <a:pt x="1214994" y="61307"/>
                </a:lnTo>
                <a:lnTo>
                  <a:pt x="1215383" y="62204"/>
                </a:lnTo>
                <a:lnTo>
                  <a:pt x="1215722" y="63159"/>
                </a:lnTo>
                <a:lnTo>
                  <a:pt x="1216015" y="64171"/>
                </a:lnTo>
                <a:lnTo>
                  <a:pt x="1216263" y="65239"/>
                </a:lnTo>
                <a:lnTo>
                  <a:pt x="1216468" y="66363"/>
                </a:lnTo>
                <a:lnTo>
                  <a:pt x="1216631" y="67542"/>
                </a:lnTo>
                <a:lnTo>
                  <a:pt x="1216755" y="68775"/>
                </a:lnTo>
                <a:lnTo>
                  <a:pt x="1216841" y="70063"/>
                </a:lnTo>
                <a:lnTo>
                  <a:pt x="1216892" y="71403"/>
                </a:lnTo>
                <a:lnTo>
                  <a:pt x="1216908" y="72797"/>
                </a:lnTo>
                <a:lnTo>
                  <a:pt x="1216908" y="79531"/>
                </a:lnTo>
                <a:lnTo>
                  <a:pt x="1215843" y="79535"/>
                </a:lnTo>
                <a:lnTo>
                  <a:pt x="1214364" y="79555"/>
                </a:lnTo>
                <a:lnTo>
                  <a:pt x="1212510" y="79603"/>
                </a:lnTo>
                <a:lnTo>
                  <a:pt x="1210323" y="79690"/>
                </a:lnTo>
                <a:lnTo>
                  <a:pt x="1207844" y="79830"/>
                </a:lnTo>
                <a:lnTo>
                  <a:pt x="1205114" y="80033"/>
                </a:lnTo>
                <a:lnTo>
                  <a:pt x="1202173" y="80312"/>
                </a:lnTo>
                <a:lnTo>
                  <a:pt x="1199063" y="80679"/>
                </a:lnTo>
                <a:lnTo>
                  <a:pt x="1195824" y="81145"/>
                </a:lnTo>
                <a:lnTo>
                  <a:pt x="1192498" y="81722"/>
                </a:lnTo>
                <a:lnTo>
                  <a:pt x="1189125" y="82423"/>
                </a:lnTo>
                <a:lnTo>
                  <a:pt x="1185746" y="83260"/>
                </a:lnTo>
                <a:lnTo>
                  <a:pt x="1182403" y="84244"/>
                </a:lnTo>
                <a:lnTo>
                  <a:pt x="1179135" y="85387"/>
                </a:lnTo>
                <a:lnTo>
                  <a:pt x="1175985" y="86701"/>
                </a:lnTo>
                <a:lnTo>
                  <a:pt x="1172992" y="88199"/>
                </a:lnTo>
                <a:lnTo>
                  <a:pt x="1170198" y="89891"/>
                </a:lnTo>
                <a:lnTo>
                  <a:pt x="1167644" y="91791"/>
                </a:lnTo>
                <a:lnTo>
                  <a:pt x="1165371" y="93910"/>
                </a:lnTo>
                <a:lnTo>
                  <a:pt x="1163419" y="96259"/>
                </a:lnTo>
                <a:lnTo>
                  <a:pt x="1161830" y="98852"/>
                </a:lnTo>
                <a:lnTo>
                  <a:pt x="1160644" y="101699"/>
                </a:lnTo>
                <a:lnTo>
                  <a:pt x="1159903" y="104814"/>
                </a:lnTo>
                <a:lnTo>
                  <a:pt x="1159646" y="108206"/>
                </a:lnTo>
                <a:lnTo>
                  <a:pt x="1159702" y="109893"/>
                </a:lnTo>
                <a:lnTo>
                  <a:pt x="1159869" y="111582"/>
                </a:lnTo>
                <a:lnTo>
                  <a:pt x="1160143" y="113266"/>
                </a:lnTo>
                <a:lnTo>
                  <a:pt x="1160525" y="114939"/>
                </a:lnTo>
                <a:lnTo>
                  <a:pt x="1161011" y="116593"/>
                </a:lnTo>
                <a:lnTo>
                  <a:pt x="1161599" y="118224"/>
                </a:lnTo>
                <a:lnTo>
                  <a:pt x="1162287" y="119823"/>
                </a:lnTo>
                <a:lnTo>
                  <a:pt x="1163074" y="121385"/>
                </a:lnTo>
                <a:lnTo>
                  <a:pt x="1163958" y="122903"/>
                </a:lnTo>
                <a:lnTo>
                  <a:pt x="1164936" y="124370"/>
                </a:lnTo>
                <a:lnTo>
                  <a:pt x="1166006" y="125780"/>
                </a:lnTo>
                <a:lnTo>
                  <a:pt x="1167167" y="127127"/>
                </a:lnTo>
                <a:lnTo>
                  <a:pt x="1168416" y="128403"/>
                </a:lnTo>
                <a:lnTo>
                  <a:pt x="1169751" y="129603"/>
                </a:lnTo>
                <a:lnTo>
                  <a:pt x="1171170" y="130719"/>
                </a:lnTo>
                <a:lnTo>
                  <a:pt x="1172672" y="131746"/>
                </a:lnTo>
                <a:lnTo>
                  <a:pt x="1174255" y="132676"/>
                </a:lnTo>
                <a:lnTo>
                  <a:pt x="1175915" y="133504"/>
                </a:lnTo>
                <a:lnTo>
                  <a:pt x="1177652" y="134222"/>
                </a:lnTo>
                <a:lnTo>
                  <a:pt x="1179463" y="134824"/>
                </a:lnTo>
                <a:lnTo>
                  <a:pt x="1181347" y="135304"/>
                </a:lnTo>
                <a:lnTo>
                  <a:pt x="1183301" y="135655"/>
                </a:lnTo>
                <a:lnTo>
                  <a:pt x="1185323" y="135870"/>
                </a:lnTo>
                <a:lnTo>
                  <a:pt x="1187411" y="135944"/>
                </a:lnTo>
                <a:lnTo>
                  <a:pt x="1188270" y="135933"/>
                </a:lnTo>
                <a:lnTo>
                  <a:pt x="1189206" y="135898"/>
                </a:lnTo>
                <a:lnTo>
                  <a:pt x="1190213" y="135835"/>
                </a:lnTo>
                <a:lnTo>
                  <a:pt x="1191285" y="135739"/>
                </a:lnTo>
                <a:lnTo>
                  <a:pt x="1192416" y="135607"/>
                </a:lnTo>
                <a:lnTo>
                  <a:pt x="1193601" y="135435"/>
                </a:lnTo>
                <a:lnTo>
                  <a:pt x="1194833" y="135217"/>
                </a:lnTo>
                <a:lnTo>
                  <a:pt x="1196107" y="134951"/>
                </a:lnTo>
                <a:lnTo>
                  <a:pt x="1197418" y="134632"/>
                </a:lnTo>
                <a:lnTo>
                  <a:pt x="1198758" y="134257"/>
                </a:lnTo>
                <a:lnTo>
                  <a:pt x="1200124" y="133820"/>
                </a:lnTo>
                <a:lnTo>
                  <a:pt x="1201508" y="133317"/>
                </a:lnTo>
                <a:lnTo>
                  <a:pt x="1202905" y="132746"/>
                </a:lnTo>
                <a:lnTo>
                  <a:pt x="1204310" y="132101"/>
                </a:lnTo>
                <a:lnTo>
                  <a:pt x="1205716" y="131379"/>
                </a:lnTo>
                <a:lnTo>
                  <a:pt x="1207117" y="130575"/>
                </a:lnTo>
                <a:lnTo>
                  <a:pt x="1208509" y="129686"/>
                </a:lnTo>
                <a:lnTo>
                  <a:pt x="1209885" y="128706"/>
                </a:lnTo>
                <a:lnTo>
                  <a:pt x="1211239" y="127633"/>
                </a:lnTo>
                <a:lnTo>
                  <a:pt x="1212566" y="126462"/>
                </a:lnTo>
                <a:lnTo>
                  <a:pt x="1213860" y="125189"/>
                </a:lnTo>
                <a:lnTo>
                  <a:pt x="1215115" y="123809"/>
                </a:lnTo>
                <a:lnTo>
                  <a:pt x="1216325" y="122320"/>
                </a:lnTo>
                <a:lnTo>
                  <a:pt x="1217485" y="120716"/>
                </a:lnTo>
                <a:lnTo>
                  <a:pt x="1217485" y="124570"/>
                </a:lnTo>
                <a:lnTo>
                  <a:pt x="1217492" y="125325"/>
                </a:lnTo>
                <a:lnTo>
                  <a:pt x="1217516" y="126048"/>
                </a:lnTo>
                <a:lnTo>
                  <a:pt x="1217558" y="126739"/>
                </a:lnTo>
                <a:lnTo>
                  <a:pt x="1217621" y="127398"/>
                </a:lnTo>
                <a:lnTo>
                  <a:pt x="1217707" y="128024"/>
                </a:lnTo>
                <a:lnTo>
                  <a:pt x="1217819" y="128619"/>
                </a:lnTo>
                <a:lnTo>
                  <a:pt x="1217958" y="129181"/>
                </a:lnTo>
                <a:lnTo>
                  <a:pt x="1218127" y="129711"/>
                </a:lnTo>
                <a:lnTo>
                  <a:pt x="1218329" y="130209"/>
                </a:lnTo>
                <a:lnTo>
                  <a:pt x="1218564" y="130675"/>
                </a:lnTo>
                <a:lnTo>
                  <a:pt x="1218837" y="131109"/>
                </a:lnTo>
                <a:lnTo>
                  <a:pt x="1219148" y="131511"/>
                </a:lnTo>
                <a:lnTo>
                  <a:pt x="1219500" y="131881"/>
                </a:lnTo>
                <a:lnTo>
                  <a:pt x="1219896" y="132218"/>
                </a:lnTo>
                <a:lnTo>
                  <a:pt x="1220337" y="132523"/>
                </a:lnTo>
                <a:lnTo>
                  <a:pt x="1220827" y="132797"/>
                </a:lnTo>
                <a:lnTo>
                  <a:pt x="1221367" y="133038"/>
                </a:lnTo>
                <a:lnTo>
                  <a:pt x="1221959" y="133247"/>
                </a:lnTo>
                <a:lnTo>
                  <a:pt x="1222605" y="133423"/>
                </a:lnTo>
                <a:lnTo>
                  <a:pt x="1223309" y="133568"/>
                </a:lnTo>
                <a:lnTo>
                  <a:pt x="1224072" y="133681"/>
                </a:lnTo>
                <a:lnTo>
                  <a:pt x="1224897" y="133761"/>
                </a:lnTo>
                <a:lnTo>
                  <a:pt x="1225785" y="133809"/>
                </a:lnTo>
                <a:lnTo>
                  <a:pt x="1226739" y="133825"/>
                </a:lnTo>
                <a:lnTo>
                  <a:pt x="1233873" y="133825"/>
                </a:lnTo>
                <a:lnTo>
                  <a:pt x="1234761" y="133812"/>
                </a:lnTo>
                <a:lnTo>
                  <a:pt x="1235594" y="133772"/>
                </a:lnTo>
                <a:lnTo>
                  <a:pt x="1236374" y="133704"/>
                </a:lnTo>
                <a:lnTo>
                  <a:pt x="1237102" y="133608"/>
                </a:lnTo>
                <a:lnTo>
                  <a:pt x="1237780" y="133483"/>
                </a:lnTo>
                <a:lnTo>
                  <a:pt x="1238410" y="133328"/>
                </a:lnTo>
                <a:lnTo>
                  <a:pt x="1238992" y="133143"/>
                </a:lnTo>
                <a:lnTo>
                  <a:pt x="1239528" y="132926"/>
                </a:lnTo>
                <a:lnTo>
                  <a:pt x="1240021" y="132676"/>
                </a:lnTo>
                <a:lnTo>
                  <a:pt x="1240470" y="132394"/>
                </a:lnTo>
                <a:lnTo>
                  <a:pt x="1240879" y="132079"/>
                </a:lnTo>
                <a:lnTo>
                  <a:pt x="1241248" y="131728"/>
                </a:lnTo>
                <a:lnTo>
                  <a:pt x="1241578" y="131343"/>
                </a:lnTo>
                <a:lnTo>
                  <a:pt x="1241872" y="130922"/>
                </a:lnTo>
                <a:lnTo>
                  <a:pt x="1242131" y="130464"/>
                </a:lnTo>
                <a:lnTo>
                  <a:pt x="1242357" y="129969"/>
                </a:lnTo>
                <a:lnTo>
                  <a:pt x="1242550" y="129436"/>
                </a:lnTo>
                <a:lnTo>
                  <a:pt x="1242712" y="128863"/>
                </a:lnTo>
                <a:lnTo>
                  <a:pt x="1242846" y="128251"/>
                </a:lnTo>
                <a:lnTo>
                  <a:pt x="1242951" y="127599"/>
                </a:lnTo>
                <a:lnTo>
                  <a:pt x="1243031" y="126905"/>
                </a:lnTo>
                <a:lnTo>
                  <a:pt x="1243086" y="126170"/>
                </a:lnTo>
                <a:lnTo>
                  <a:pt x="1243118" y="125391"/>
                </a:lnTo>
                <a:lnTo>
                  <a:pt x="1243128" y="124570"/>
                </a:lnTo>
                <a:lnTo>
                  <a:pt x="1243128" y="72988"/>
                </a:lnTo>
                <a:lnTo>
                  <a:pt x="1242979" y="69340"/>
                </a:lnTo>
                <a:lnTo>
                  <a:pt x="1242546" y="65993"/>
                </a:lnTo>
                <a:lnTo>
                  <a:pt x="1241850" y="62936"/>
                </a:lnTo>
                <a:close/>
                <a:moveTo>
                  <a:pt x="1215549" y="111705"/>
                </a:moveTo>
                <a:lnTo>
                  <a:pt x="1214849" y="113182"/>
                </a:lnTo>
                <a:lnTo>
                  <a:pt x="1214037" y="114512"/>
                </a:lnTo>
                <a:lnTo>
                  <a:pt x="1213128" y="115702"/>
                </a:lnTo>
                <a:lnTo>
                  <a:pt x="1212138" y="116760"/>
                </a:lnTo>
                <a:lnTo>
                  <a:pt x="1211082" y="117693"/>
                </a:lnTo>
                <a:lnTo>
                  <a:pt x="1209977" y="118510"/>
                </a:lnTo>
                <a:lnTo>
                  <a:pt x="1208837" y="119219"/>
                </a:lnTo>
                <a:lnTo>
                  <a:pt x="1207678" y="119826"/>
                </a:lnTo>
                <a:lnTo>
                  <a:pt x="1206516" y="120340"/>
                </a:lnTo>
                <a:lnTo>
                  <a:pt x="1205367" y="120768"/>
                </a:lnTo>
                <a:lnTo>
                  <a:pt x="1204246" y="121119"/>
                </a:lnTo>
                <a:lnTo>
                  <a:pt x="1203169" y="121400"/>
                </a:lnTo>
                <a:lnTo>
                  <a:pt x="1202152" y="121619"/>
                </a:lnTo>
                <a:lnTo>
                  <a:pt x="1201210" y="121784"/>
                </a:lnTo>
                <a:lnTo>
                  <a:pt x="1200359" y="121901"/>
                </a:lnTo>
                <a:lnTo>
                  <a:pt x="1199614" y="121980"/>
                </a:lnTo>
                <a:lnTo>
                  <a:pt x="1198991" y="122028"/>
                </a:lnTo>
                <a:lnTo>
                  <a:pt x="1198506" y="122053"/>
                </a:lnTo>
                <a:lnTo>
                  <a:pt x="1198175" y="122062"/>
                </a:lnTo>
                <a:lnTo>
                  <a:pt x="1198013" y="122063"/>
                </a:lnTo>
                <a:lnTo>
                  <a:pt x="1197016" y="122028"/>
                </a:lnTo>
                <a:lnTo>
                  <a:pt x="1196051" y="121923"/>
                </a:lnTo>
                <a:lnTo>
                  <a:pt x="1195117" y="121751"/>
                </a:lnTo>
                <a:lnTo>
                  <a:pt x="1194217" y="121516"/>
                </a:lnTo>
                <a:lnTo>
                  <a:pt x="1193350" y="121220"/>
                </a:lnTo>
                <a:lnTo>
                  <a:pt x="1192519" y="120866"/>
                </a:lnTo>
                <a:lnTo>
                  <a:pt x="1191724" y="120457"/>
                </a:lnTo>
                <a:lnTo>
                  <a:pt x="1190966" y="119996"/>
                </a:lnTo>
                <a:lnTo>
                  <a:pt x="1190246" y="119485"/>
                </a:lnTo>
                <a:lnTo>
                  <a:pt x="1189566" y="118928"/>
                </a:lnTo>
                <a:lnTo>
                  <a:pt x="1188925" y="118327"/>
                </a:lnTo>
                <a:lnTo>
                  <a:pt x="1188326" y="117685"/>
                </a:lnTo>
                <a:lnTo>
                  <a:pt x="1187769" y="117005"/>
                </a:lnTo>
                <a:lnTo>
                  <a:pt x="1187254" y="116289"/>
                </a:lnTo>
                <a:lnTo>
                  <a:pt x="1186785" y="115541"/>
                </a:lnTo>
                <a:lnTo>
                  <a:pt x="1186360" y="114764"/>
                </a:lnTo>
                <a:lnTo>
                  <a:pt x="1185982" y="113960"/>
                </a:lnTo>
                <a:lnTo>
                  <a:pt x="1185650" y="113132"/>
                </a:lnTo>
                <a:lnTo>
                  <a:pt x="1185367" y="112283"/>
                </a:lnTo>
                <a:lnTo>
                  <a:pt x="1185133" y="111416"/>
                </a:lnTo>
                <a:lnTo>
                  <a:pt x="1184950" y="110533"/>
                </a:lnTo>
                <a:lnTo>
                  <a:pt x="1184817" y="109638"/>
                </a:lnTo>
                <a:lnTo>
                  <a:pt x="1184737" y="108733"/>
                </a:lnTo>
                <a:lnTo>
                  <a:pt x="1184710" y="107821"/>
                </a:lnTo>
                <a:lnTo>
                  <a:pt x="1184846" y="105554"/>
                </a:lnTo>
                <a:lnTo>
                  <a:pt x="1185241" y="103462"/>
                </a:lnTo>
                <a:lnTo>
                  <a:pt x="1185872" y="101538"/>
                </a:lnTo>
                <a:lnTo>
                  <a:pt x="1186720" y="99775"/>
                </a:lnTo>
                <a:lnTo>
                  <a:pt x="1187764" y="98167"/>
                </a:lnTo>
                <a:lnTo>
                  <a:pt x="1188982" y="96705"/>
                </a:lnTo>
                <a:lnTo>
                  <a:pt x="1190354" y="95383"/>
                </a:lnTo>
                <a:lnTo>
                  <a:pt x="1191858" y="94194"/>
                </a:lnTo>
                <a:lnTo>
                  <a:pt x="1193474" y="93130"/>
                </a:lnTo>
                <a:lnTo>
                  <a:pt x="1195182" y="92185"/>
                </a:lnTo>
                <a:lnTo>
                  <a:pt x="1196959" y="91352"/>
                </a:lnTo>
                <a:lnTo>
                  <a:pt x="1198785" y="90622"/>
                </a:lnTo>
                <a:lnTo>
                  <a:pt x="1200639" y="89990"/>
                </a:lnTo>
                <a:lnTo>
                  <a:pt x="1202500" y="89448"/>
                </a:lnTo>
                <a:lnTo>
                  <a:pt x="1204348" y="88989"/>
                </a:lnTo>
                <a:lnTo>
                  <a:pt x="1206161" y="88606"/>
                </a:lnTo>
                <a:lnTo>
                  <a:pt x="1207919" y="88291"/>
                </a:lnTo>
                <a:lnTo>
                  <a:pt x="1209600" y="88039"/>
                </a:lnTo>
                <a:lnTo>
                  <a:pt x="1211183" y="87841"/>
                </a:lnTo>
                <a:lnTo>
                  <a:pt x="1212649" y="87690"/>
                </a:lnTo>
                <a:lnTo>
                  <a:pt x="1213975" y="87580"/>
                </a:lnTo>
                <a:lnTo>
                  <a:pt x="1215141" y="87503"/>
                </a:lnTo>
                <a:lnTo>
                  <a:pt x="1216125" y="87453"/>
                </a:lnTo>
                <a:lnTo>
                  <a:pt x="1216908" y="87421"/>
                </a:lnTo>
                <a:lnTo>
                  <a:pt x="1216908" y="104164"/>
                </a:lnTo>
                <a:lnTo>
                  <a:pt x="1216815" y="106310"/>
                </a:lnTo>
                <a:lnTo>
                  <a:pt x="1216547" y="108276"/>
                </a:lnTo>
                <a:lnTo>
                  <a:pt x="1216120" y="110072"/>
                </a:lnTo>
                <a:lnTo>
                  <a:pt x="1215549" y="111705"/>
                </a:lnTo>
                <a:close/>
                <a:moveTo>
                  <a:pt x="1478055" y="72742"/>
                </a:moveTo>
                <a:lnTo>
                  <a:pt x="1477168" y="69666"/>
                </a:lnTo>
                <a:lnTo>
                  <a:pt x="1476118" y="66750"/>
                </a:lnTo>
                <a:lnTo>
                  <a:pt x="1474906" y="63996"/>
                </a:lnTo>
                <a:lnTo>
                  <a:pt x="1473532" y="61402"/>
                </a:lnTo>
                <a:lnTo>
                  <a:pt x="1471994" y="58971"/>
                </a:lnTo>
                <a:lnTo>
                  <a:pt x="1470293" y="56703"/>
                </a:lnTo>
                <a:lnTo>
                  <a:pt x="1468429" y="54599"/>
                </a:lnTo>
                <a:lnTo>
                  <a:pt x="1466401" y="52659"/>
                </a:lnTo>
                <a:lnTo>
                  <a:pt x="1464209" y="50884"/>
                </a:lnTo>
                <a:lnTo>
                  <a:pt x="1461854" y="49274"/>
                </a:lnTo>
                <a:lnTo>
                  <a:pt x="1459333" y="47832"/>
                </a:lnTo>
                <a:lnTo>
                  <a:pt x="1456648" y="46556"/>
                </a:lnTo>
                <a:lnTo>
                  <a:pt x="1453798" y="45448"/>
                </a:lnTo>
                <a:lnTo>
                  <a:pt x="1450783" y="44509"/>
                </a:lnTo>
                <a:lnTo>
                  <a:pt x="1447602" y="43739"/>
                </a:lnTo>
                <a:lnTo>
                  <a:pt x="1444256" y="43139"/>
                </a:lnTo>
                <a:lnTo>
                  <a:pt x="1440744" y="42709"/>
                </a:lnTo>
                <a:lnTo>
                  <a:pt x="1437066" y="42451"/>
                </a:lnTo>
                <a:lnTo>
                  <a:pt x="1433221" y="42365"/>
                </a:lnTo>
                <a:lnTo>
                  <a:pt x="1429287" y="42454"/>
                </a:lnTo>
                <a:lnTo>
                  <a:pt x="1425532" y="42720"/>
                </a:lnTo>
                <a:lnTo>
                  <a:pt x="1421955" y="43162"/>
                </a:lnTo>
                <a:lnTo>
                  <a:pt x="1418557" y="43779"/>
                </a:lnTo>
                <a:lnTo>
                  <a:pt x="1415334" y="44568"/>
                </a:lnTo>
                <a:lnTo>
                  <a:pt x="1412287" y="45529"/>
                </a:lnTo>
                <a:lnTo>
                  <a:pt x="1409415" y="46660"/>
                </a:lnTo>
                <a:lnTo>
                  <a:pt x="1406715" y="47960"/>
                </a:lnTo>
                <a:lnTo>
                  <a:pt x="1404187" y="49426"/>
                </a:lnTo>
                <a:lnTo>
                  <a:pt x="1401831" y="51059"/>
                </a:lnTo>
                <a:lnTo>
                  <a:pt x="1399644" y="52855"/>
                </a:lnTo>
                <a:lnTo>
                  <a:pt x="1397626" y="54815"/>
                </a:lnTo>
                <a:lnTo>
                  <a:pt x="1395776" y="56936"/>
                </a:lnTo>
                <a:lnTo>
                  <a:pt x="1394092" y="59216"/>
                </a:lnTo>
                <a:lnTo>
                  <a:pt x="1392574" y="61656"/>
                </a:lnTo>
                <a:lnTo>
                  <a:pt x="1391220" y="64252"/>
                </a:lnTo>
                <a:lnTo>
                  <a:pt x="1390030" y="67004"/>
                </a:lnTo>
                <a:lnTo>
                  <a:pt x="1389002" y="69910"/>
                </a:lnTo>
                <a:lnTo>
                  <a:pt x="1388135" y="72968"/>
                </a:lnTo>
                <a:lnTo>
                  <a:pt x="1387428" y="76178"/>
                </a:lnTo>
                <a:lnTo>
                  <a:pt x="1386880" y="79538"/>
                </a:lnTo>
                <a:lnTo>
                  <a:pt x="1386490" y="83046"/>
                </a:lnTo>
                <a:lnTo>
                  <a:pt x="1386257" y="86701"/>
                </a:lnTo>
                <a:lnTo>
                  <a:pt x="1386179" y="90502"/>
                </a:lnTo>
                <a:lnTo>
                  <a:pt x="1386265" y="94333"/>
                </a:lnTo>
                <a:lnTo>
                  <a:pt x="1386523" y="97985"/>
                </a:lnTo>
                <a:lnTo>
                  <a:pt x="1386951" y="101460"/>
                </a:lnTo>
                <a:lnTo>
                  <a:pt x="1387547" y="104759"/>
                </a:lnTo>
                <a:lnTo>
                  <a:pt x="1388312" y="107884"/>
                </a:lnTo>
                <a:lnTo>
                  <a:pt x="1389243" y="110835"/>
                </a:lnTo>
                <a:lnTo>
                  <a:pt x="1390339" y="113615"/>
                </a:lnTo>
                <a:lnTo>
                  <a:pt x="1391599" y="116224"/>
                </a:lnTo>
                <a:lnTo>
                  <a:pt x="1393021" y="118664"/>
                </a:lnTo>
                <a:lnTo>
                  <a:pt x="1394605" y="120937"/>
                </a:lnTo>
                <a:lnTo>
                  <a:pt x="1396349" y="123044"/>
                </a:lnTo>
                <a:lnTo>
                  <a:pt x="1398253" y="124985"/>
                </a:lnTo>
                <a:lnTo>
                  <a:pt x="1400313" y="126764"/>
                </a:lnTo>
                <a:lnTo>
                  <a:pt x="1402530" y="128380"/>
                </a:lnTo>
                <a:lnTo>
                  <a:pt x="1404903" y="129836"/>
                </a:lnTo>
                <a:lnTo>
                  <a:pt x="1407429" y="131133"/>
                </a:lnTo>
                <a:lnTo>
                  <a:pt x="1410108" y="132272"/>
                </a:lnTo>
                <a:lnTo>
                  <a:pt x="1412938" y="133254"/>
                </a:lnTo>
                <a:lnTo>
                  <a:pt x="1415918" y="134082"/>
                </a:lnTo>
                <a:lnTo>
                  <a:pt x="1419047" y="134756"/>
                </a:lnTo>
                <a:lnTo>
                  <a:pt x="1422324" y="135278"/>
                </a:lnTo>
                <a:lnTo>
                  <a:pt x="1425747" y="135648"/>
                </a:lnTo>
                <a:lnTo>
                  <a:pt x="1429315" y="135870"/>
                </a:lnTo>
                <a:lnTo>
                  <a:pt x="1433027" y="135944"/>
                </a:lnTo>
                <a:lnTo>
                  <a:pt x="1436740" y="135871"/>
                </a:lnTo>
                <a:lnTo>
                  <a:pt x="1440312" y="135652"/>
                </a:lnTo>
                <a:lnTo>
                  <a:pt x="1443739" y="135285"/>
                </a:lnTo>
                <a:lnTo>
                  <a:pt x="1447022" y="134769"/>
                </a:lnTo>
                <a:lnTo>
                  <a:pt x="1450159" y="134102"/>
                </a:lnTo>
                <a:lnTo>
                  <a:pt x="1453148" y="133282"/>
                </a:lnTo>
                <a:lnTo>
                  <a:pt x="1455988" y="132307"/>
                </a:lnTo>
                <a:lnTo>
                  <a:pt x="1458677" y="131176"/>
                </a:lnTo>
                <a:lnTo>
                  <a:pt x="1461214" y="129887"/>
                </a:lnTo>
                <a:lnTo>
                  <a:pt x="1463598" y="128439"/>
                </a:lnTo>
                <a:lnTo>
                  <a:pt x="1465827" y="126830"/>
                </a:lnTo>
                <a:lnTo>
                  <a:pt x="1467900" y="125058"/>
                </a:lnTo>
                <a:lnTo>
                  <a:pt x="1469815" y="123122"/>
                </a:lnTo>
                <a:lnTo>
                  <a:pt x="1471571" y="121020"/>
                </a:lnTo>
                <a:lnTo>
                  <a:pt x="1473166" y="118750"/>
                </a:lnTo>
                <a:lnTo>
                  <a:pt x="1474600" y="116310"/>
                </a:lnTo>
                <a:lnTo>
                  <a:pt x="1475870" y="113700"/>
                </a:lnTo>
                <a:lnTo>
                  <a:pt x="1476976" y="110917"/>
                </a:lnTo>
                <a:lnTo>
                  <a:pt x="1477915" y="107960"/>
                </a:lnTo>
                <a:lnTo>
                  <a:pt x="1478687" y="104827"/>
                </a:lnTo>
                <a:lnTo>
                  <a:pt x="1479289" y="101516"/>
                </a:lnTo>
                <a:lnTo>
                  <a:pt x="1479721" y="98026"/>
                </a:lnTo>
                <a:lnTo>
                  <a:pt x="1479982" y="94355"/>
                </a:lnTo>
                <a:lnTo>
                  <a:pt x="1480069" y="90502"/>
                </a:lnTo>
                <a:lnTo>
                  <a:pt x="1479989" y="86635"/>
                </a:lnTo>
                <a:lnTo>
                  <a:pt x="1479747" y="82925"/>
                </a:lnTo>
                <a:lnTo>
                  <a:pt x="1479345" y="79372"/>
                </a:lnTo>
                <a:lnTo>
                  <a:pt x="1478781" y="75978"/>
                </a:lnTo>
                <a:lnTo>
                  <a:pt x="1478055" y="72742"/>
                </a:lnTo>
                <a:close/>
                <a:moveTo>
                  <a:pt x="1453662" y="97815"/>
                </a:moveTo>
                <a:lnTo>
                  <a:pt x="1453527" y="99717"/>
                </a:lnTo>
                <a:lnTo>
                  <a:pt x="1453337" y="101591"/>
                </a:lnTo>
                <a:lnTo>
                  <a:pt x="1453085" y="103430"/>
                </a:lnTo>
                <a:lnTo>
                  <a:pt x="1452761" y="105224"/>
                </a:lnTo>
                <a:lnTo>
                  <a:pt x="1452357" y="106964"/>
                </a:lnTo>
                <a:lnTo>
                  <a:pt x="1451863" y="108642"/>
                </a:lnTo>
                <a:lnTo>
                  <a:pt x="1451270" y="110250"/>
                </a:lnTo>
                <a:lnTo>
                  <a:pt x="1450571" y="111779"/>
                </a:lnTo>
                <a:lnTo>
                  <a:pt x="1449754" y="113220"/>
                </a:lnTo>
                <a:lnTo>
                  <a:pt x="1448813" y="114564"/>
                </a:lnTo>
                <a:lnTo>
                  <a:pt x="1447737" y="115803"/>
                </a:lnTo>
                <a:lnTo>
                  <a:pt x="1446518" y="116929"/>
                </a:lnTo>
                <a:lnTo>
                  <a:pt x="1445147" y="117933"/>
                </a:lnTo>
                <a:lnTo>
                  <a:pt x="1443614" y="118806"/>
                </a:lnTo>
                <a:lnTo>
                  <a:pt x="1441912" y="119539"/>
                </a:lnTo>
                <a:lnTo>
                  <a:pt x="1440030" y="120125"/>
                </a:lnTo>
                <a:lnTo>
                  <a:pt x="1437960" y="120554"/>
                </a:lnTo>
                <a:lnTo>
                  <a:pt x="1435694" y="120817"/>
                </a:lnTo>
                <a:lnTo>
                  <a:pt x="1433221" y="120907"/>
                </a:lnTo>
                <a:lnTo>
                  <a:pt x="1430725" y="120818"/>
                </a:lnTo>
                <a:lnTo>
                  <a:pt x="1428437" y="120557"/>
                </a:lnTo>
                <a:lnTo>
                  <a:pt x="1426348" y="120133"/>
                </a:lnTo>
                <a:lnTo>
                  <a:pt x="1424449" y="119553"/>
                </a:lnTo>
                <a:lnTo>
                  <a:pt x="1422730" y="118826"/>
                </a:lnTo>
                <a:lnTo>
                  <a:pt x="1421183" y="117960"/>
                </a:lnTo>
                <a:lnTo>
                  <a:pt x="1419799" y="116964"/>
                </a:lnTo>
                <a:lnTo>
                  <a:pt x="1418569" y="115847"/>
                </a:lnTo>
                <a:lnTo>
                  <a:pt x="1417483" y="114615"/>
                </a:lnTo>
                <a:lnTo>
                  <a:pt x="1416532" y="113278"/>
                </a:lnTo>
                <a:lnTo>
                  <a:pt x="1415708" y="111845"/>
                </a:lnTo>
                <a:lnTo>
                  <a:pt x="1415002" y="110323"/>
                </a:lnTo>
                <a:lnTo>
                  <a:pt x="1414404" y="108721"/>
                </a:lnTo>
                <a:lnTo>
                  <a:pt x="1413905" y="107046"/>
                </a:lnTo>
                <a:lnTo>
                  <a:pt x="1413497" y="105309"/>
                </a:lnTo>
                <a:lnTo>
                  <a:pt x="1413170" y="103516"/>
                </a:lnTo>
                <a:lnTo>
                  <a:pt x="1412916" y="101677"/>
                </a:lnTo>
                <a:lnTo>
                  <a:pt x="1412725" y="99799"/>
                </a:lnTo>
                <a:lnTo>
                  <a:pt x="1412587" y="97891"/>
                </a:lnTo>
                <a:lnTo>
                  <a:pt x="1412496" y="95961"/>
                </a:lnTo>
                <a:lnTo>
                  <a:pt x="1412440" y="94018"/>
                </a:lnTo>
                <a:lnTo>
                  <a:pt x="1412411" y="92070"/>
                </a:lnTo>
                <a:lnTo>
                  <a:pt x="1412401" y="90125"/>
                </a:lnTo>
                <a:lnTo>
                  <a:pt x="1412399" y="88192"/>
                </a:lnTo>
                <a:lnTo>
                  <a:pt x="1412401" y="86329"/>
                </a:lnTo>
                <a:lnTo>
                  <a:pt x="1412411" y="84451"/>
                </a:lnTo>
                <a:lnTo>
                  <a:pt x="1412439" y="82566"/>
                </a:lnTo>
                <a:lnTo>
                  <a:pt x="1412495" y="80681"/>
                </a:lnTo>
                <a:lnTo>
                  <a:pt x="1412586" y="78807"/>
                </a:lnTo>
                <a:lnTo>
                  <a:pt x="1412721" y="76950"/>
                </a:lnTo>
                <a:lnTo>
                  <a:pt x="1412911" y="75120"/>
                </a:lnTo>
                <a:lnTo>
                  <a:pt x="1413163" y="73325"/>
                </a:lnTo>
                <a:lnTo>
                  <a:pt x="1413487" y="71574"/>
                </a:lnTo>
                <a:lnTo>
                  <a:pt x="1413891" y="69874"/>
                </a:lnTo>
                <a:lnTo>
                  <a:pt x="1414385" y="68235"/>
                </a:lnTo>
                <a:lnTo>
                  <a:pt x="1414978" y="66664"/>
                </a:lnTo>
                <a:lnTo>
                  <a:pt x="1415677" y="65171"/>
                </a:lnTo>
                <a:lnTo>
                  <a:pt x="1416494" y="63763"/>
                </a:lnTo>
                <a:lnTo>
                  <a:pt x="1417435" y="62449"/>
                </a:lnTo>
                <a:lnTo>
                  <a:pt x="1418511" y="61237"/>
                </a:lnTo>
                <a:lnTo>
                  <a:pt x="1419730" y="60137"/>
                </a:lnTo>
                <a:lnTo>
                  <a:pt x="1421102" y="59156"/>
                </a:lnTo>
                <a:lnTo>
                  <a:pt x="1422634" y="58302"/>
                </a:lnTo>
                <a:lnTo>
                  <a:pt x="1424337" y="57585"/>
                </a:lnTo>
                <a:lnTo>
                  <a:pt x="1426218" y="57013"/>
                </a:lnTo>
                <a:lnTo>
                  <a:pt x="1428288" y="56594"/>
                </a:lnTo>
                <a:lnTo>
                  <a:pt x="1430554" y="56336"/>
                </a:lnTo>
                <a:lnTo>
                  <a:pt x="1433027" y="56248"/>
                </a:lnTo>
                <a:lnTo>
                  <a:pt x="1435523" y="56335"/>
                </a:lnTo>
                <a:lnTo>
                  <a:pt x="1437811" y="56590"/>
                </a:lnTo>
                <a:lnTo>
                  <a:pt x="1439900" y="57005"/>
                </a:lnTo>
                <a:lnTo>
                  <a:pt x="1441799" y="57572"/>
                </a:lnTo>
                <a:lnTo>
                  <a:pt x="1443518" y="58282"/>
                </a:lnTo>
                <a:lnTo>
                  <a:pt x="1445065" y="59128"/>
                </a:lnTo>
                <a:lnTo>
                  <a:pt x="1446449" y="60102"/>
                </a:lnTo>
                <a:lnTo>
                  <a:pt x="1447679" y="61194"/>
                </a:lnTo>
                <a:lnTo>
                  <a:pt x="1448765" y="62398"/>
                </a:lnTo>
                <a:lnTo>
                  <a:pt x="1449716" y="63704"/>
                </a:lnTo>
                <a:lnTo>
                  <a:pt x="1450540" y="65104"/>
                </a:lnTo>
                <a:lnTo>
                  <a:pt x="1451246" y="66591"/>
                </a:lnTo>
                <a:lnTo>
                  <a:pt x="1451844" y="68156"/>
                </a:lnTo>
                <a:lnTo>
                  <a:pt x="1452343" y="69792"/>
                </a:lnTo>
                <a:lnTo>
                  <a:pt x="1452751" y="71489"/>
                </a:lnTo>
                <a:lnTo>
                  <a:pt x="1453078" y="73239"/>
                </a:lnTo>
                <a:lnTo>
                  <a:pt x="1453332" y="75035"/>
                </a:lnTo>
                <a:lnTo>
                  <a:pt x="1453524" y="76868"/>
                </a:lnTo>
                <a:lnTo>
                  <a:pt x="1453661" y="78731"/>
                </a:lnTo>
                <a:lnTo>
                  <a:pt x="1453752" y="80614"/>
                </a:lnTo>
                <a:lnTo>
                  <a:pt x="1453808" y="82510"/>
                </a:lnTo>
                <a:lnTo>
                  <a:pt x="1453837" y="84410"/>
                </a:lnTo>
                <a:lnTo>
                  <a:pt x="1453847" y="86307"/>
                </a:lnTo>
                <a:lnTo>
                  <a:pt x="1453849" y="88192"/>
                </a:lnTo>
                <a:lnTo>
                  <a:pt x="1453847" y="90103"/>
                </a:lnTo>
                <a:lnTo>
                  <a:pt x="1453837" y="92029"/>
                </a:lnTo>
                <a:lnTo>
                  <a:pt x="1453809" y="93962"/>
                </a:lnTo>
                <a:lnTo>
                  <a:pt x="1453753" y="95894"/>
                </a:lnTo>
                <a:lnTo>
                  <a:pt x="1453662" y="97815"/>
                </a:lnTo>
                <a:close/>
                <a:moveTo>
                  <a:pt x="1368114" y="51993"/>
                </a:moveTo>
                <a:lnTo>
                  <a:pt x="1368028" y="51367"/>
                </a:lnTo>
                <a:lnTo>
                  <a:pt x="1367916" y="50772"/>
                </a:lnTo>
                <a:lnTo>
                  <a:pt x="1367777" y="50210"/>
                </a:lnTo>
                <a:lnTo>
                  <a:pt x="1367608" y="49680"/>
                </a:lnTo>
                <a:lnTo>
                  <a:pt x="1367407" y="49181"/>
                </a:lnTo>
                <a:lnTo>
                  <a:pt x="1367171" y="48715"/>
                </a:lnTo>
                <a:lnTo>
                  <a:pt x="1366899" y="48282"/>
                </a:lnTo>
                <a:lnTo>
                  <a:pt x="1366588" y="47880"/>
                </a:lnTo>
                <a:lnTo>
                  <a:pt x="1366235" y="47510"/>
                </a:lnTo>
                <a:lnTo>
                  <a:pt x="1365839" y="47173"/>
                </a:lnTo>
                <a:lnTo>
                  <a:pt x="1365398" y="46867"/>
                </a:lnTo>
                <a:lnTo>
                  <a:pt x="1364909" y="46594"/>
                </a:lnTo>
                <a:lnTo>
                  <a:pt x="1364369" y="46353"/>
                </a:lnTo>
                <a:lnTo>
                  <a:pt x="1363777" y="46144"/>
                </a:lnTo>
                <a:lnTo>
                  <a:pt x="1363130" y="45967"/>
                </a:lnTo>
                <a:lnTo>
                  <a:pt x="1362426" y="45823"/>
                </a:lnTo>
                <a:lnTo>
                  <a:pt x="1361663" y="45710"/>
                </a:lnTo>
                <a:lnTo>
                  <a:pt x="1360839" y="45630"/>
                </a:lnTo>
                <a:lnTo>
                  <a:pt x="1359950" y="45582"/>
                </a:lnTo>
                <a:lnTo>
                  <a:pt x="1358996" y="45566"/>
                </a:lnTo>
                <a:lnTo>
                  <a:pt x="1351862" y="45566"/>
                </a:lnTo>
                <a:lnTo>
                  <a:pt x="1351019" y="45577"/>
                </a:lnTo>
                <a:lnTo>
                  <a:pt x="1350222" y="45611"/>
                </a:lnTo>
                <a:lnTo>
                  <a:pt x="1349472" y="45671"/>
                </a:lnTo>
                <a:lnTo>
                  <a:pt x="1348767" y="45756"/>
                </a:lnTo>
                <a:lnTo>
                  <a:pt x="1348106" y="45868"/>
                </a:lnTo>
                <a:lnTo>
                  <a:pt x="1347488" y="46008"/>
                </a:lnTo>
                <a:lnTo>
                  <a:pt x="1346913" y="46179"/>
                </a:lnTo>
                <a:lnTo>
                  <a:pt x="1346378" y="46380"/>
                </a:lnTo>
                <a:lnTo>
                  <a:pt x="1345884" y="46613"/>
                </a:lnTo>
                <a:lnTo>
                  <a:pt x="1345429" y="46880"/>
                </a:lnTo>
                <a:lnTo>
                  <a:pt x="1345012" y="47181"/>
                </a:lnTo>
                <a:lnTo>
                  <a:pt x="1344632" y="47518"/>
                </a:lnTo>
                <a:lnTo>
                  <a:pt x="1344289" y="47892"/>
                </a:lnTo>
                <a:lnTo>
                  <a:pt x="1343980" y="48305"/>
                </a:lnTo>
                <a:lnTo>
                  <a:pt x="1343706" y="48757"/>
                </a:lnTo>
                <a:lnTo>
                  <a:pt x="1343465" y="49251"/>
                </a:lnTo>
                <a:lnTo>
                  <a:pt x="1343255" y="49786"/>
                </a:lnTo>
                <a:lnTo>
                  <a:pt x="1343077" y="50365"/>
                </a:lnTo>
                <a:lnTo>
                  <a:pt x="1342930" y="50989"/>
                </a:lnTo>
                <a:lnTo>
                  <a:pt x="1342811" y="51658"/>
                </a:lnTo>
                <a:lnTo>
                  <a:pt x="1342720" y="52375"/>
                </a:lnTo>
                <a:lnTo>
                  <a:pt x="1342657" y="53140"/>
                </a:lnTo>
                <a:lnTo>
                  <a:pt x="1342620" y="53955"/>
                </a:lnTo>
                <a:lnTo>
                  <a:pt x="1342607" y="54821"/>
                </a:lnTo>
                <a:lnTo>
                  <a:pt x="1342607" y="124620"/>
                </a:lnTo>
                <a:lnTo>
                  <a:pt x="1342619" y="125463"/>
                </a:lnTo>
                <a:lnTo>
                  <a:pt x="1342653" y="126260"/>
                </a:lnTo>
                <a:lnTo>
                  <a:pt x="1342712" y="127010"/>
                </a:lnTo>
                <a:lnTo>
                  <a:pt x="1342797" y="127715"/>
                </a:lnTo>
                <a:lnTo>
                  <a:pt x="1342910" y="128376"/>
                </a:lnTo>
                <a:lnTo>
                  <a:pt x="1343050" y="128993"/>
                </a:lnTo>
                <a:lnTo>
                  <a:pt x="1343220" y="129569"/>
                </a:lnTo>
                <a:lnTo>
                  <a:pt x="1343421" y="130103"/>
                </a:lnTo>
                <a:lnTo>
                  <a:pt x="1343655" y="130597"/>
                </a:lnTo>
                <a:lnTo>
                  <a:pt x="1343921" y="131052"/>
                </a:lnTo>
                <a:lnTo>
                  <a:pt x="1344222" y="131469"/>
                </a:lnTo>
                <a:lnTo>
                  <a:pt x="1344560" y="131849"/>
                </a:lnTo>
                <a:lnTo>
                  <a:pt x="1344934" y="132192"/>
                </a:lnTo>
                <a:lnTo>
                  <a:pt x="1345347" y="132501"/>
                </a:lnTo>
                <a:lnTo>
                  <a:pt x="1345799" y="132775"/>
                </a:lnTo>
                <a:lnTo>
                  <a:pt x="1346292" y="133016"/>
                </a:lnTo>
                <a:lnTo>
                  <a:pt x="1346828" y="133225"/>
                </a:lnTo>
                <a:lnTo>
                  <a:pt x="1347407" y="133403"/>
                </a:lnTo>
                <a:lnTo>
                  <a:pt x="1348030" y="133550"/>
                </a:lnTo>
                <a:lnTo>
                  <a:pt x="1348700" y="133669"/>
                </a:lnTo>
                <a:lnTo>
                  <a:pt x="1349416" y="133759"/>
                </a:lnTo>
                <a:lnTo>
                  <a:pt x="1350181" y="133823"/>
                </a:lnTo>
                <a:lnTo>
                  <a:pt x="1350996" y="133860"/>
                </a:lnTo>
                <a:lnTo>
                  <a:pt x="1351862" y="133872"/>
                </a:lnTo>
                <a:lnTo>
                  <a:pt x="1358996" y="133872"/>
                </a:lnTo>
                <a:lnTo>
                  <a:pt x="1359884" y="133859"/>
                </a:lnTo>
                <a:lnTo>
                  <a:pt x="1360717" y="133819"/>
                </a:lnTo>
                <a:lnTo>
                  <a:pt x="1361497" y="133752"/>
                </a:lnTo>
                <a:lnTo>
                  <a:pt x="1362225" y="133656"/>
                </a:lnTo>
                <a:lnTo>
                  <a:pt x="1362903" y="133531"/>
                </a:lnTo>
                <a:lnTo>
                  <a:pt x="1363532" y="133376"/>
                </a:lnTo>
                <a:lnTo>
                  <a:pt x="1364114" y="133190"/>
                </a:lnTo>
                <a:lnTo>
                  <a:pt x="1364651" y="132973"/>
                </a:lnTo>
                <a:lnTo>
                  <a:pt x="1365143" y="132724"/>
                </a:lnTo>
                <a:lnTo>
                  <a:pt x="1365593" y="132442"/>
                </a:lnTo>
                <a:lnTo>
                  <a:pt x="1366001" y="132127"/>
                </a:lnTo>
                <a:lnTo>
                  <a:pt x="1366370" y="131777"/>
                </a:lnTo>
                <a:lnTo>
                  <a:pt x="1366701" y="131392"/>
                </a:lnTo>
                <a:lnTo>
                  <a:pt x="1366995" y="130971"/>
                </a:lnTo>
                <a:lnTo>
                  <a:pt x="1367254" y="130513"/>
                </a:lnTo>
                <a:lnTo>
                  <a:pt x="1367479" y="130018"/>
                </a:lnTo>
                <a:lnTo>
                  <a:pt x="1367672" y="129485"/>
                </a:lnTo>
                <a:lnTo>
                  <a:pt x="1367835" y="128913"/>
                </a:lnTo>
                <a:lnTo>
                  <a:pt x="1367968" y="128301"/>
                </a:lnTo>
                <a:lnTo>
                  <a:pt x="1368074" y="127649"/>
                </a:lnTo>
                <a:lnTo>
                  <a:pt x="1368154" y="126955"/>
                </a:lnTo>
                <a:lnTo>
                  <a:pt x="1368209" y="126220"/>
                </a:lnTo>
                <a:lnTo>
                  <a:pt x="1368241" y="125441"/>
                </a:lnTo>
                <a:lnTo>
                  <a:pt x="1368251" y="124620"/>
                </a:lnTo>
                <a:lnTo>
                  <a:pt x="1368251" y="54821"/>
                </a:lnTo>
                <a:lnTo>
                  <a:pt x="1368243" y="54066"/>
                </a:lnTo>
                <a:lnTo>
                  <a:pt x="1368220" y="53343"/>
                </a:lnTo>
                <a:lnTo>
                  <a:pt x="1368177" y="52652"/>
                </a:lnTo>
                <a:lnTo>
                  <a:pt x="1368114" y="51993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8E1E70-390F-4DE9-BFFF-AA99B676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348" y="4150379"/>
            <a:ext cx="3174660" cy="391926"/>
          </a:xfrm>
          <a:custGeom xmlns:a="http://schemas.openxmlformats.org/drawingml/2006/main">
            <a:pathLst>
              <a:path w="3174660" h="391926" fill="none">
                <a:moveTo>
                  <a:pt x="0" y="0"/>
                </a:moveTo>
                <a:lnTo>
                  <a:pt x="3174660" y="0"/>
                </a:lnTo>
                <a:lnTo>
                  <a:pt x="3174660" y="391926"/>
                </a:lnTo>
                <a:lnTo>
                  <a:pt x="0" y="39192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494" cap="flat">
            <a:solidFill>
              <a:srgbClr val="FF0000"/>
            </a:solidFill>
            <a:custDash>
              <a:ds d="100000" sp="100000"/>
            </a:custDash>
            <a:miter/>
          </a:ln>
        </p:spPr>
      </p:sp>
      <p:sp>
        <p:nvSpPr>
          <p:cNvPr id="94" name="Text wrongindentation">
            <a:extLst xmlns:a="http://schemas.openxmlformats.org/drawingml/2006/main">
              <a:ext uri="{FF2B5EF4-FFF2-40B4-BE49-F238E27FC236}">
                <a16:creationId xmlns:a16="http://schemas.microsoft.com/office/drawing/2014/main" id="{07FC5FB4-4713-41B6-95CC-4DD573DD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482" y="4259491"/>
            <a:ext cx="1582637" cy="173551"/>
          </a:xfrm>
          <a:custGeom xmlns:a="http://schemas.openxmlformats.org/drawingml/2006/main">
            <a:pathLst>
              <a:path w="1582637" h="173551">
                <a:moveTo>
                  <a:pt x="640192" y="11229"/>
                </a:moveTo>
                <a:lnTo>
                  <a:pt x="640129" y="10570"/>
                </a:lnTo>
                <a:lnTo>
                  <a:pt x="640043" y="9943"/>
                </a:lnTo>
                <a:lnTo>
                  <a:pt x="639932" y="9349"/>
                </a:lnTo>
                <a:lnTo>
                  <a:pt x="639792" y="8787"/>
                </a:lnTo>
                <a:lnTo>
                  <a:pt x="639624" y="8256"/>
                </a:lnTo>
                <a:lnTo>
                  <a:pt x="639422" y="7758"/>
                </a:lnTo>
                <a:lnTo>
                  <a:pt x="639187" y="7292"/>
                </a:lnTo>
                <a:lnTo>
                  <a:pt x="638915" y="6858"/>
                </a:lnTo>
                <a:lnTo>
                  <a:pt x="638604" y="6457"/>
                </a:lnTo>
                <a:lnTo>
                  <a:pt x="638252" y="6087"/>
                </a:lnTo>
                <a:lnTo>
                  <a:pt x="637856" y="5749"/>
                </a:lnTo>
                <a:lnTo>
                  <a:pt x="637415" y="5444"/>
                </a:lnTo>
                <a:lnTo>
                  <a:pt x="636925" y="5171"/>
                </a:lnTo>
                <a:lnTo>
                  <a:pt x="636386" y="4930"/>
                </a:lnTo>
                <a:lnTo>
                  <a:pt x="635794" y="4721"/>
                </a:lnTo>
                <a:lnTo>
                  <a:pt x="635147" y="4544"/>
                </a:lnTo>
                <a:lnTo>
                  <a:pt x="634444" y="4399"/>
                </a:lnTo>
                <a:lnTo>
                  <a:pt x="633681" y="4287"/>
                </a:lnTo>
                <a:lnTo>
                  <a:pt x="632856" y="4207"/>
                </a:lnTo>
                <a:lnTo>
                  <a:pt x="631968" y="4158"/>
                </a:lnTo>
                <a:lnTo>
                  <a:pt x="631014" y="4142"/>
                </a:lnTo>
                <a:lnTo>
                  <a:pt x="621179" y="4142"/>
                </a:lnTo>
                <a:lnTo>
                  <a:pt x="620292" y="4156"/>
                </a:lnTo>
                <a:lnTo>
                  <a:pt x="619458" y="4196"/>
                </a:lnTo>
                <a:lnTo>
                  <a:pt x="618679" y="4263"/>
                </a:lnTo>
                <a:lnTo>
                  <a:pt x="617950" y="4359"/>
                </a:lnTo>
                <a:lnTo>
                  <a:pt x="617272" y="4484"/>
                </a:lnTo>
                <a:lnTo>
                  <a:pt x="616643" y="4639"/>
                </a:lnTo>
                <a:lnTo>
                  <a:pt x="616061" y="4825"/>
                </a:lnTo>
                <a:lnTo>
                  <a:pt x="615524" y="5042"/>
                </a:lnTo>
                <a:lnTo>
                  <a:pt x="615032" y="5291"/>
                </a:lnTo>
                <a:lnTo>
                  <a:pt x="614582" y="5573"/>
                </a:lnTo>
                <a:lnTo>
                  <a:pt x="614174" y="5889"/>
                </a:lnTo>
                <a:lnTo>
                  <a:pt x="613805" y="6239"/>
                </a:lnTo>
                <a:lnTo>
                  <a:pt x="613474" y="6624"/>
                </a:lnTo>
                <a:lnTo>
                  <a:pt x="613180" y="7046"/>
                </a:lnTo>
                <a:lnTo>
                  <a:pt x="612921" y="7503"/>
                </a:lnTo>
                <a:lnTo>
                  <a:pt x="612696" y="7999"/>
                </a:lnTo>
                <a:lnTo>
                  <a:pt x="612503" y="8532"/>
                </a:lnTo>
                <a:lnTo>
                  <a:pt x="612340" y="9104"/>
                </a:lnTo>
                <a:lnTo>
                  <a:pt x="612207" y="9716"/>
                </a:lnTo>
                <a:lnTo>
                  <a:pt x="612101" y="10369"/>
                </a:lnTo>
                <a:lnTo>
                  <a:pt x="612022" y="11062"/>
                </a:lnTo>
                <a:lnTo>
                  <a:pt x="611967" y="11798"/>
                </a:lnTo>
                <a:lnTo>
                  <a:pt x="611935" y="12576"/>
                </a:lnTo>
                <a:lnTo>
                  <a:pt x="611924" y="13398"/>
                </a:lnTo>
                <a:lnTo>
                  <a:pt x="611924" y="17061"/>
                </a:lnTo>
                <a:lnTo>
                  <a:pt x="611930" y="17750"/>
                </a:lnTo>
                <a:lnTo>
                  <a:pt x="611948" y="18418"/>
                </a:lnTo>
                <a:lnTo>
                  <a:pt x="611982" y="19064"/>
                </a:lnTo>
                <a:lnTo>
                  <a:pt x="612034" y="19688"/>
                </a:lnTo>
                <a:lnTo>
                  <a:pt x="612108" y="20289"/>
                </a:lnTo>
                <a:lnTo>
                  <a:pt x="612205" y="20866"/>
                </a:lnTo>
                <a:lnTo>
                  <a:pt x="612329" y="21419"/>
                </a:lnTo>
                <a:lnTo>
                  <a:pt x="612482" y="21946"/>
                </a:lnTo>
                <a:lnTo>
                  <a:pt x="612667" y="22447"/>
                </a:lnTo>
                <a:lnTo>
                  <a:pt x="612887" y="22921"/>
                </a:lnTo>
                <a:lnTo>
                  <a:pt x="613145" y="23367"/>
                </a:lnTo>
                <a:lnTo>
                  <a:pt x="613443" y="23786"/>
                </a:lnTo>
                <a:lnTo>
                  <a:pt x="613785" y="24175"/>
                </a:lnTo>
                <a:lnTo>
                  <a:pt x="614172" y="24534"/>
                </a:lnTo>
                <a:lnTo>
                  <a:pt x="614608" y="24862"/>
                </a:lnTo>
                <a:lnTo>
                  <a:pt x="615095" y="25159"/>
                </a:lnTo>
                <a:lnTo>
                  <a:pt x="615637" y="25424"/>
                </a:lnTo>
                <a:lnTo>
                  <a:pt x="616236" y="25656"/>
                </a:lnTo>
                <a:lnTo>
                  <a:pt x="616894" y="25855"/>
                </a:lnTo>
                <a:lnTo>
                  <a:pt x="617615" y="26019"/>
                </a:lnTo>
                <a:lnTo>
                  <a:pt x="618402" y="26148"/>
                </a:lnTo>
                <a:lnTo>
                  <a:pt x="619256" y="26241"/>
                </a:lnTo>
                <a:lnTo>
                  <a:pt x="620181" y="26297"/>
                </a:lnTo>
                <a:lnTo>
                  <a:pt x="621179" y="26316"/>
                </a:lnTo>
                <a:lnTo>
                  <a:pt x="631014" y="26316"/>
                </a:lnTo>
                <a:lnTo>
                  <a:pt x="631990" y="26298"/>
                </a:lnTo>
                <a:lnTo>
                  <a:pt x="632896" y="26245"/>
                </a:lnTo>
                <a:lnTo>
                  <a:pt x="633736" y="26156"/>
                </a:lnTo>
                <a:lnTo>
                  <a:pt x="634510" y="26032"/>
                </a:lnTo>
                <a:lnTo>
                  <a:pt x="635222" y="25875"/>
                </a:lnTo>
                <a:lnTo>
                  <a:pt x="635875" y="25684"/>
                </a:lnTo>
                <a:lnTo>
                  <a:pt x="636470" y="25459"/>
                </a:lnTo>
                <a:lnTo>
                  <a:pt x="637010" y="25203"/>
                </a:lnTo>
                <a:lnTo>
                  <a:pt x="637499" y="24913"/>
                </a:lnTo>
                <a:lnTo>
                  <a:pt x="637937" y="24593"/>
                </a:lnTo>
                <a:lnTo>
                  <a:pt x="638329" y="24241"/>
                </a:lnTo>
                <a:lnTo>
                  <a:pt x="638676" y="23858"/>
                </a:lnTo>
                <a:lnTo>
                  <a:pt x="638980" y="23446"/>
                </a:lnTo>
                <a:lnTo>
                  <a:pt x="639245" y="23004"/>
                </a:lnTo>
                <a:lnTo>
                  <a:pt x="639473" y="22532"/>
                </a:lnTo>
                <a:lnTo>
                  <a:pt x="639666" y="22032"/>
                </a:lnTo>
                <a:lnTo>
                  <a:pt x="639827" y="21504"/>
                </a:lnTo>
                <a:lnTo>
                  <a:pt x="639958" y="20948"/>
                </a:lnTo>
                <a:lnTo>
                  <a:pt x="640063" y="20365"/>
                </a:lnTo>
                <a:lnTo>
                  <a:pt x="640142" y="19756"/>
                </a:lnTo>
                <a:lnTo>
                  <a:pt x="640200" y="19120"/>
                </a:lnTo>
                <a:lnTo>
                  <a:pt x="640238" y="18458"/>
                </a:lnTo>
                <a:lnTo>
                  <a:pt x="640259" y="17772"/>
                </a:lnTo>
                <a:lnTo>
                  <a:pt x="640266" y="17061"/>
                </a:lnTo>
                <a:lnTo>
                  <a:pt x="640266" y="13398"/>
                </a:lnTo>
                <a:lnTo>
                  <a:pt x="640258" y="12643"/>
                </a:lnTo>
                <a:lnTo>
                  <a:pt x="640234" y="11920"/>
                </a:lnTo>
                <a:lnTo>
                  <a:pt x="640192" y="11229"/>
                </a:lnTo>
                <a:close/>
                <a:moveTo>
                  <a:pt x="855156" y="7105"/>
                </a:moveTo>
                <a:lnTo>
                  <a:pt x="855093" y="6444"/>
                </a:lnTo>
                <a:lnTo>
                  <a:pt x="855007" y="5816"/>
                </a:lnTo>
                <a:lnTo>
                  <a:pt x="854895" y="5220"/>
                </a:lnTo>
                <a:lnTo>
                  <a:pt x="854756" y="4656"/>
                </a:lnTo>
                <a:lnTo>
                  <a:pt x="854587" y="4125"/>
                </a:lnTo>
                <a:lnTo>
                  <a:pt x="854386" y="3625"/>
                </a:lnTo>
                <a:lnTo>
                  <a:pt x="854150" y="3158"/>
                </a:lnTo>
                <a:lnTo>
                  <a:pt x="853878" y="2723"/>
                </a:lnTo>
                <a:lnTo>
                  <a:pt x="853566" y="2320"/>
                </a:lnTo>
                <a:lnTo>
                  <a:pt x="853214" y="1950"/>
                </a:lnTo>
                <a:lnTo>
                  <a:pt x="852818" y="1612"/>
                </a:lnTo>
                <a:lnTo>
                  <a:pt x="852377" y="1305"/>
                </a:lnTo>
                <a:lnTo>
                  <a:pt x="851887" y="1031"/>
                </a:lnTo>
                <a:lnTo>
                  <a:pt x="851348" y="790"/>
                </a:lnTo>
                <a:lnTo>
                  <a:pt x="850756" y="580"/>
                </a:lnTo>
                <a:lnTo>
                  <a:pt x="850109" y="403"/>
                </a:lnTo>
                <a:lnTo>
                  <a:pt x="849405" y="258"/>
                </a:lnTo>
                <a:lnTo>
                  <a:pt x="848642" y="145"/>
                </a:lnTo>
                <a:lnTo>
                  <a:pt x="847817" y="64"/>
                </a:lnTo>
                <a:lnTo>
                  <a:pt x="846929" y="16"/>
                </a:lnTo>
                <a:lnTo>
                  <a:pt x="845975" y="0"/>
                </a:lnTo>
                <a:lnTo>
                  <a:pt x="838841" y="0"/>
                </a:lnTo>
                <a:lnTo>
                  <a:pt x="837953" y="13"/>
                </a:lnTo>
                <a:lnTo>
                  <a:pt x="837120" y="53"/>
                </a:lnTo>
                <a:lnTo>
                  <a:pt x="836340" y="121"/>
                </a:lnTo>
                <a:lnTo>
                  <a:pt x="835612" y="218"/>
                </a:lnTo>
                <a:lnTo>
                  <a:pt x="834934" y="343"/>
                </a:lnTo>
                <a:lnTo>
                  <a:pt x="834305" y="499"/>
                </a:lnTo>
                <a:lnTo>
                  <a:pt x="833723" y="685"/>
                </a:lnTo>
                <a:lnTo>
                  <a:pt x="833187" y="903"/>
                </a:lnTo>
                <a:lnTo>
                  <a:pt x="832695" y="1153"/>
                </a:lnTo>
                <a:lnTo>
                  <a:pt x="832245" y="1435"/>
                </a:lnTo>
                <a:lnTo>
                  <a:pt x="831837" y="1752"/>
                </a:lnTo>
                <a:lnTo>
                  <a:pt x="831468" y="2103"/>
                </a:lnTo>
                <a:lnTo>
                  <a:pt x="831138" y="2489"/>
                </a:lnTo>
                <a:lnTo>
                  <a:pt x="830844" y="2912"/>
                </a:lnTo>
                <a:lnTo>
                  <a:pt x="830585" y="3371"/>
                </a:lnTo>
                <a:lnTo>
                  <a:pt x="830360" y="3867"/>
                </a:lnTo>
                <a:lnTo>
                  <a:pt x="830167" y="4402"/>
                </a:lnTo>
                <a:lnTo>
                  <a:pt x="830005" y="4976"/>
                </a:lnTo>
                <a:lnTo>
                  <a:pt x="829871" y="5589"/>
                </a:lnTo>
                <a:lnTo>
                  <a:pt x="829766" y="6243"/>
                </a:lnTo>
                <a:lnTo>
                  <a:pt x="829686" y="6938"/>
                </a:lnTo>
                <a:lnTo>
                  <a:pt x="829631" y="7676"/>
                </a:lnTo>
                <a:lnTo>
                  <a:pt x="829599" y="8456"/>
                </a:lnTo>
                <a:lnTo>
                  <a:pt x="829589" y="9279"/>
                </a:lnTo>
                <a:lnTo>
                  <a:pt x="829589" y="53135"/>
                </a:lnTo>
                <a:lnTo>
                  <a:pt x="828500" y="52135"/>
                </a:lnTo>
                <a:lnTo>
                  <a:pt x="827403" y="51204"/>
                </a:lnTo>
                <a:lnTo>
                  <a:pt x="826300" y="50341"/>
                </a:lnTo>
                <a:lnTo>
                  <a:pt x="825192" y="49543"/>
                </a:lnTo>
                <a:lnTo>
                  <a:pt x="824083" y="48807"/>
                </a:lnTo>
                <a:lnTo>
                  <a:pt x="822974" y="48131"/>
                </a:lnTo>
                <a:lnTo>
                  <a:pt x="821867" y="47514"/>
                </a:lnTo>
                <a:lnTo>
                  <a:pt x="820764" y="46951"/>
                </a:lnTo>
                <a:lnTo>
                  <a:pt x="819666" y="46442"/>
                </a:lnTo>
                <a:lnTo>
                  <a:pt x="818577" y="45982"/>
                </a:lnTo>
                <a:lnTo>
                  <a:pt x="817498" y="45571"/>
                </a:lnTo>
                <a:lnTo>
                  <a:pt x="816431" y="45206"/>
                </a:lnTo>
                <a:lnTo>
                  <a:pt x="815378" y="44884"/>
                </a:lnTo>
                <a:lnTo>
                  <a:pt x="814341" y="44602"/>
                </a:lnTo>
                <a:lnTo>
                  <a:pt x="813322" y="44359"/>
                </a:lnTo>
                <a:lnTo>
                  <a:pt x="812323" y="44152"/>
                </a:lnTo>
                <a:lnTo>
                  <a:pt x="811346" y="43978"/>
                </a:lnTo>
                <a:lnTo>
                  <a:pt x="810394" y="43835"/>
                </a:lnTo>
                <a:lnTo>
                  <a:pt x="809467" y="43721"/>
                </a:lnTo>
                <a:lnTo>
                  <a:pt x="808569" y="43633"/>
                </a:lnTo>
                <a:lnTo>
                  <a:pt x="807700" y="43569"/>
                </a:lnTo>
                <a:lnTo>
                  <a:pt x="806864" y="43526"/>
                </a:lnTo>
                <a:lnTo>
                  <a:pt x="806062" y="43502"/>
                </a:lnTo>
                <a:lnTo>
                  <a:pt x="805296" y="43494"/>
                </a:lnTo>
                <a:lnTo>
                  <a:pt x="800605" y="43682"/>
                </a:lnTo>
                <a:lnTo>
                  <a:pt x="796304" y="44228"/>
                </a:lnTo>
                <a:lnTo>
                  <a:pt x="792377" y="45102"/>
                </a:lnTo>
                <a:lnTo>
                  <a:pt x="788807" y="46278"/>
                </a:lnTo>
                <a:lnTo>
                  <a:pt x="785577" y="47727"/>
                </a:lnTo>
                <a:lnTo>
                  <a:pt x="782670" y="49421"/>
                </a:lnTo>
                <a:lnTo>
                  <a:pt x="780068" y="51332"/>
                </a:lnTo>
                <a:lnTo>
                  <a:pt x="777755" y="53433"/>
                </a:lnTo>
                <a:lnTo>
                  <a:pt x="775713" y="55695"/>
                </a:lnTo>
                <a:lnTo>
                  <a:pt x="773927" y="58090"/>
                </a:lnTo>
                <a:lnTo>
                  <a:pt x="772378" y="60590"/>
                </a:lnTo>
                <a:lnTo>
                  <a:pt x="771051" y="63167"/>
                </a:lnTo>
                <a:lnTo>
                  <a:pt x="769927" y="65793"/>
                </a:lnTo>
                <a:lnTo>
                  <a:pt x="768990" y="68441"/>
                </a:lnTo>
                <a:lnTo>
                  <a:pt x="768222" y="71081"/>
                </a:lnTo>
                <a:lnTo>
                  <a:pt x="767608" y="73687"/>
                </a:lnTo>
                <a:lnTo>
                  <a:pt x="767129" y="76229"/>
                </a:lnTo>
                <a:lnTo>
                  <a:pt x="766770" y="78681"/>
                </a:lnTo>
                <a:lnTo>
                  <a:pt x="766512" y="81014"/>
                </a:lnTo>
                <a:lnTo>
                  <a:pt x="766340" y="83200"/>
                </a:lnTo>
                <a:lnTo>
                  <a:pt x="766235" y="85211"/>
                </a:lnTo>
                <a:lnTo>
                  <a:pt x="766181" y="87018"/>
                </a:lnTo>
                <a:lnTo>
                  <a:pt x="766161" y="88595"/>
                </a:lnTo>
                <a:lnTo>
                  <a:pt x="766158" y="89913"/>
                </a:lnTo>
                <a:lnTo>
                  <a:pt x="766161" y="91163"/>
                </a:lnTo>
                <a:lnTo>
                  <a:pt x="766181" y="92679"/>
                </a:lnTo>
                <a:lnTo>
                  <a:pt x="766233" y="94433"/>
                </a:lnTo>
                <a:lnTo>
                  <a:pt x="766335" y="96398"/>
                </a:lnTo>
                <a:lnTo>
                  <a:pt x="766504" y="98543"/>
                </a:lnTo>
                <a:lnTo>
                  <a:pt x="766755" y="100841"/>
                </a:lnTo>
                <a:lnTo>
                  <a:pt x="767106" y="103264"/>
                </a:lnTo>
                <a:lnTo>
                  <a:pt x="767572" y="105783"/>
                </a:lnTo>
                <a:lnTo>
                  <a:pt x="768171" y="108369"/>
                </a:lnTo>
                <a:lnTo>
                  <a:pt x="768920" y="110994"/>
                </a:lnTo>
                <a:lnTo>
                  <a:pt x="769834" y="113631"/>
                </a:lnTo>
                <a:lnTo>
                  <a:pt x="770930" y="116249"/>
                </a:lnTo>
                <a:lnTo>
                  <a:pt x="772225" y="118821"/>
                </a:lnTo>
                <a:lnTo>
                  <a:pt x="773735" y="121319"/>
                </a:lnTo>
                <a:lnTo>
                  <a:pt x="775478" y="123714"/>
                </a:lnTo>
                <a:lnTo>
                  <a:pt x="777469" y="125978"/>
                </a:lnTo>
                <a:lnTo>
                  <a:pt x="779725" y="128081"/>
                </a:lnTo>
                <a:lnTo>
                  <a:pt x="782262" y="129997"/>
                </a:lnTo>
                <a:lnTo>
                  <a:pt x="785098" y="131695"/>
                </a:lnTo>
                <a:lnTo>
                  <a:pt x="788249" y="133149"/>
                </a:lnTo>
                <a:lnTo>
                  <a:pt x="791731" y="134329"/>
                </a:lnTo>
                <a:lnTo>
                  <a:pt x="795561" y="135207"/>
                </a:lnTo>
                <a:lnTo>
                  <a:pt x="799755" y="135755"/>
                </a:lnTo>
                <a:lnTo>
                  <a:pt x="804331" y="135944"/>
                </a:lnTo>
                <a:lnTo>
                  <a:pt x="805344" y="135931"/>
                </a:lnTo>
                <a:lnTo>
                  <a:pt x="806360" y="135893"/>
                </a:lnTo>
                <a:lnTo>
                  <a:pt x="807377" y="135827"/>
                </a:lnTo>
                <a:lnTo>
                  <a:pt x="808395" y="135731"/>
                </a:lnTo>
                <a:lnTo>
                  <a:pt x="809416" y="135604"/>
                </a:lnTo>
                <a:lnTo>
                  <a:pt x="810438" y="135444"/>
                </a:lnTo>
                <a:lnTo>
                  <a:pt x="811461" y="135248"/>
                </a:lnTo>
                <a:lnTo>
                  <a:pt x="812486" y="135016"/>
                </a:lnTo>
                <a:lnTo>
                  <a:pt x="813513" y="134744"/>
                </a:lnTo>
                <a:lnTo>
                  <a:pt x="814540" y="134432"/>
                </a:lnTo>
                <a:lnTo>
                  <a:pt x="815569" y="134078"/>
                </a:lnTo>
                <a:lnTo>
                  <a:pt x="816599" y="133679"/>
                </a:lnTo>
                <a:lnTo>
                  <a:pt x="817629" y="133233"/>
                </a:lnTo>
                <a:lnTo>
                  <a:pt x="818661" y="132740"/>
                </a:lnTo>
                <a:lnTo>
                  <a:pt x="819693" y="132197"/>
                </a:lnTo>
                <a:lnTo>
                  <a:pt x="820727" y="131602"/>
                </a:lnTo>
                <a:lnTo>
                  <a:pt x="821761" y="130954"/>
                </a:lnTo>
                <a:lnTo>
                  <a:pt x="822795" y="130250"/>
                </a:lnTo>
                <a:lnTo>
                  <a:pt x="823830" y="129489"/>
                </a:lnTo>
                <a:lnTo>
                  <a:pt x="824866" y="128669"/>
                </a:lnTo>
                <a:lnTo>
                  <a:pt x="825901" y="127788"/>
                </a:lnTo>
                <a:lnTo>
                  <a:pt x="826937" y="126844"/>
                </a:lnTo>
                <a:lnTo>
                  <a:pt x="827973" y="125836"/>
                </a:lnTo>
                <a:lnTo>
                  <a:pt x="829010" y="124761"/>
                </a:lnTo>
                <a:lnTo>
                  <a:pt x="829024" y="125626"/>
                </a:lnTo>
                <a:lnTo>
                  <a:pt x="829067" y="126438"/>
                </a:lnTo>
                <a:lnTo>
                  <a:pt x="829138" y="127199"/>
                </a:lnTo>
                <a:lnTo>
                  <a:pt x="829240" y="127910"/>
                </a:lnTo>
                <a:lnTo>
                  <a:pt x="829372" y="128572"/>
                </a:lnTo>
                <a:lnTo>
                  <a:pt x="829534" y="129187"/>
                </a:lnTo>
                <a:lnTo>
                  <a:pt x="829727" y="129757"/>
                </a:lnTo>
                <a:lnTo>
                  <a:pt x="829952" y="130282"/>
                </a:lnTo>
                <a:lnTo>
                  <a:pt x="830210" y="130764"/>
                </a:lnTo>
                <a:lnTo>
                  <a:pt x="830500" y="131205"/>
                </a:lnTo>
                <a:lnTo>
                  <a:pt x="830823" y="131606"/>
                </a:lnTo>
                <a:lnTo>
                  <a:pt x="831179" y="131969"/>
                </a:lnTo>
                <a:lnTo>
                  <a:pt x="831570" y="132294"/>
                </a:lnTo>
                <a:lnTo>
                  <a:pt x="831995" y="132583"/>
                </a:lnTo>
                <a:lnTo>
                  <a:pt x="832456" y="132838"/>
                </a:lnTo>
                <a:lnTo>
                  <a:pt x="832952" y="133061"/>
                </a:lnTo>
                <a:lnTo>
                  <a:pt x="833484" y="133252"/>
                </a:lnTo>
                <a:lnTo>
                  <a:pt x="834053" y="133412"/>
                </a:lnTo>
                <a:lnTo>
                  <a:pt x="834659" y="133544"/>
                </a:lnTo>
                <a:lnTo>
                  <a:pt x="835303" y="133649"/>
                </a:lnTo>
                <a:lnTo>
                  <a:pt x="835985" y="133728"/>
                </a:lnTo>
                <a:lnTo>
                  <a:pt x="836705" y="133783"/>
                </a:lnTo>
                <a:lnTo>
                  <a:pt x="837465" y="133815"/>
                </a:lnTo>
                <a:lnTo>
                  <a:pt x="838264" y="133825"/>
                </a:lnTo>
                <a:lnTo>
                  <a:pt x="845975" y="133825"/>
                </a:lnTo>
                <a:lnTo>
                  <a:pt x="846863" y="133812"/>
                </a:lnTo>
                <a:lnTo>
                  <a:pt x="847696" y="133772"/>
                </a:lnTo>
                <a:lnTo>
                  <a:pt x="848476" y="133704"/>
                </a:lnTo>
                <a:lnTo>
                  <a:pt x="849205" y="133608"/>
                </a:lnTo>
                <a:lnTo>
                  <a:pt x="849883" y="133483"/>
                </a:lnTo>
                <a:lnTo>
                  <a:pt x="850512" y="133328"/>
                </a:lnTo>
                <a:lnTo>
                  <a:pt x="851095" y="133143"/>
                </a:lnTo>
                <a:lnTo>
                  <a:pt x="851631" y="132926"/>
                </a:lnTo>
                <a:lnTo>
                  <a:pt x="852123" y="132676"/>
                </a:lnTo>
                <a:lnTo>
                  <a:pt x="852573" y="132394"/>
                </a:lnTo>
                <a:lnTo>
                  <a:pt x="852981" y="132079"/>
                </a:lnTo>
                <a:lnTo>
                  <a:pt x="853350" y="131728"/>
                </a:lnTo>
                <a:lnTo>
                  <a:pt x="853681" y="131343"/>
                </a:lnTo>
                <a:lnTo>
                  <a:pt x="853975" y="130922"/>
                </a:lnTo>
                <a:lnTo>
                  <a:pt x="854234" y="130464"/>
                </a:lnTo>
                <a:lnTo>
                  <a:pt x="854459" y="129969"/>
                </a:lnTo>
                <a:lnTo>
                  <a:pt x="854652" y="129436"/>
                </a:lnTo>
                <a:lnTo>
                  <a:pt x="854814" y="128863"/>
                </a:lnTo>
                <a:lnTo>
                  <a:pt x="854947" y="128251"/>
                </a:lnTo>
                <a:lnTo>
                  <a:pt x="855053" y="127599"/>
                </a:lnTo>
                <a:lnTo>
                  <a:pt x="855133" y="126905"/>
                </a:lnTo>
                <a:lnTo>
                  <a:pt x="855188" y="126170"/>
                </a:lnTo>
                <a:lnTo>
                  <a:pt x="855219" y="125391"/>
                </a:lnTo>
                <a:lnTo>
                  <a:pt x="855230" y="124570"/>
                </a:lnTo>
                <a:lnTo>
                  <a:pt x="855230" y="9279"/>
                </a:lnTo>
                <a:lnTo>
                  <a:pt x="855222" y="8522"/>
                </a:lnTo>
                <a:lnTo>
                  <a:pt x="855199" y="7797"/>
                </a:lnTo>
                <a:lnTo>
                  <a:pt x="855156" y="7105"/>
                </a:lnTo>
                <a:close/>
                <a:moveTo>
                  <a:pt x="828984" y="111267"/>
                </a:moveTo>
                <a:lnTo>
                  <a:pt x="828959" y="111620"/>
                </a:lnTo>
                <a:lnTo>
                  <a:pt x="828922" y="111964"/>
                </a:lnTo>
                <a:lnTo>
                  <a:pt x="828871" y="112303"/>
                </a:lnTo>
                <a:lnTo>
                  <a:pt x="828803" y="112636"/>
                </a:lnTo>
                <a:lnTo>
                  <a:pt x="828715" y="112966"/>
                </a:lnTo>
                <a:lnTo>
                  <a:pt x="828605" y="113295"/>
                </a:lnTo>
                <a:lnTo>
                  <a:pt x="828471" y="113623"/>
                </a:lnTo>
                <a:lnTo>
                  <a:pt x="828311" y="113953"/>
                </a:lnTo>
                <a:lnTo>
                  <a:pt x="828121" y="114285"/>
                </a:lnTo>
                <a:lnTo>
                  <a:pt x="827900" y="114622"/>
                </a:lnTo>
                <a:lnTo>
                  <a:pt x="827645" y="114966"/>
                </a:lnTo>
                <a:lnTo>
                  <a:pt x="827353" y="115317"/>
                </a:lnTo>
                <a:lnTo>
                  <a:pt x="827023" y="115678"/>
                </a:lnTo>
                <a:lnTo>
                  <a:pt x="826652" y="116049"/>
                </a:lnTo>
                <a:lnTo>
                  <a:pt x="826236" y="116433"/>
                </a:lnTo>
                <a:lnTo>
                  <a:pt x="825775" y="116832"/>
                </a:lnTo>
                <a:lnTo>
                  <a:pt x="825265" y="117246"/>
                </a:lnTo>
                <a:lnTo>
                  <a:pt x="824704" y="117677"/>
                </a:lnTo>
                <a:lnTo>
                  <a:pt x="824090" y="118127"/>
                </a:lnTo>
                <a:lnTo>
                  <a:pt x="823420" y="118598"/>
                </a:lnTo>
                <a:lnTo>
                  <a:pt x="822820" y="118969"/>
                </a:lnTo>
                <a:lnTo>
                  <a:pt x="822224" y="119313"/>
                </a:lnTo>
                <a:lnTo>
                  <a:pt x="821634" y="119631"/>
                </a:lnTo>
                <a:lnTo>
                  <a:pt x="821050" y="119924"/>
                </a:lnTo>
                <a:lnTo>
                  <a:pt x="820473" y="120193"/>
                </a:lnTo>
                <a:lnTo>
                  <a:pt x="819904" y="120439"/>
                </a:lnTo>
                <a:lnTo>
                  <a:pt x="819343" y="120662"/>
                </a:lnTo>
                <a:lnTo>
                  <a:pt x="818792" y="120865"/>
                </a:lnTo>
                <a:lnTo>
                  <a:pt x="818251" y="121048"/>
                </a:lnTo>
                <a:lnTo>
                  <a:pt x="817721" y="121211"/>
                </a:lnTo>
                <a:lnTo>
                  <a:pt x="817202" y="121357"/>
                </a:lnTo>
                <a:lnTo>
                  <a:pt x="816695" y="121485"/>
                </a:lnTo>
                <a:lnTo>
                  <a:pt x="816202" y="121598"/>
                </a:lnTo>
                <a:lnTo>
                  <a:pt x="815722" y="121695"/>
                </a:lnTo>
                <a:lnTo>
                  <a:pt x="815257" y="121779"/>
                </a:lnTo>
                <a:lnTo>
                  <a:pt x="814807" y="121849"/>
                </a:lnTo>
                <a:lnTo>
                  <a:pt x="814374" y="121908"/>
                </a:lnTo>
                <a:lnTo>
                  <a:pt x="813957" y="121955"/>
                </a:lnTo>
                <a:lnTo>
                  <a:pt x="813557" y="121992"/>
                </a:lnTo>
                <a:lnTo>
                  <a:pt x="813176" y="122020"/>
                </a:lnTo>
                <a:lnTo>
                  <a:pt x="812814" y="122041"/>
                </a:lnTo>
                <a:lnTo>
                  <a:pt x="812472" y="122054"/>
                </a:lnTo>
                <a:lnTo>
                  <a:pt x="812150" y="122061"/>
                </a:lnTo>
                <a:lnTo>
                  <a:pt x="811850" y="122063"/>
                </a:lnTo>
                <a:lnTo>
                  <a:pt x="809516" y="121973"/>
                </a:lnTo>
                <a:lnTo>
                  <a:pt x="807377" y="121706"/>
                </a:lnTo>
                <a:lnTo>
                  <a:pt x="805423" y="121274"/>
                </a:lnTo>
                <a:lnTo>
                  <a:pt x="803647" y="120684"/>
                </a:lnTo>
                <a:lnTo>
                  <a:pt x="802040" y="119947"/>
                </a:lnTo>
                <a:lnTo>
                  <a:pt x="800593" y="119070"/>
                </a:lnTo>
                <a:lnTo>
                  <a:pt x="799299" y="118064"/>
                </a:lnTo>
                <a:lnTo>
                  <a:pt x="798148" y="116937"/>
                </a:lnTo>
                <a:lnTo>
                  <a:pt x="797132" y="115698"/>
                </a:lnTo>
                <a:lnTo>
                  <a:pt x="796244" y="114357"/>
                </a:lnTo>
                <a:lnTo>
                  <a:pt x="795473" y="112922"/>
                </a:lnTo>
                <a:lnTo>
                  <a:pt x="794812" y="111403"/>
                </a:lnTo>
                <a:lnTo>
                  <a:pt x="794253" y="109809"/>
                </a:lnTo>
                <a:lnTo>
                  <a:pt x="793787" y="108148"/>
                </a:lnTo>
                <a:lnTo>
                  <a:pt x="793405" y="106431"/>
                </a:lnTo>
                <a:lnTo>
                  <a:pt x="793100" y="104666"/>
                </a:lnTo>
                <a:lnTo>
                  <a:pt x="792862" y="102862"/>
                </a:lnTo>
                <a:lnTo>
                  <a:pt x="792683" y="101028"/>
                </a:lnTo>
                <a:lnTo>
                  <a:pt x="792555" y="99174"/>
                </a:lnTo>
                <a:lnTo>
                  <a:pt x="792469" y="97308"/>
                </a:lnTo>
                <a:lnTo>
                  <a:pt x="792417" y="95440"/>
                </a:lnTo>
                <a:lnTo>
                  <a:pt x="792390" y="93579"/>
                </a:lnTo>
                <a:lnTo>
                  <a:pt x="792380" y="91734"/>
                </a:lnTo>
                <a:lnTo>
                  <a:pt x="792379" y="89913"/>
                </a:lnTo>
                <a:lnTo>
                  <a:pt x="792380" y="88091"/>
                </a:lnTo>
                <a:lnTo>
                  <a:pt x="792391" y="86240"/>
                </a:lnTo>
                <a:lnTo>
                  <a:pt x="792421" y="84369"/>
                </a:lnTo>
                <a:lnTo>
                  <a:pt x="792478" y="82489"/>
                </a:lnTo>
                <a:lnTo>
                  <a:pt x="792574" y="80609"/>
                </a:lnTo>
                <a:lnTo>
                  <a:pt x="792716" y="78738"/>
                </a:lnTo>
                <a:lnTo>
                  <a:pt x="792914" y="76885"/>
                </a:lnTo>
                <a:lnTo>
                  <a:pt x="793178" y="75061"/>
                </a:lnTo>
                <a:lnTo>
                  <a:pt x="793517" y="73273"/>
                </a:lnTo>
                <a:lnTo>
                  <a:pt x="793940" y="71533"/>
                </a:lnTo>
                <a:lnTo>
                  <a:pt x="794458" y="69849"/>
                </a:lnTo>
                <a:lnTo>
                  <a:pt x="795078" y="68231"/>
                </a:lnTo>
                <a:lnTo>
                  <a:pt x="795810" y="66688"/>
                </a:lnTo>
                <a:lnTo>
                  <a:pt x="796665" y="65229"/>
                </a:lnTo>
                <a:lnTo>
                  <a:pt x="797650" y="63865"/>
                </a:lnTo>
                <a:lnTo>
                  <a:pt x="798776" y="62604"/>
                </a:lnTo>
                <a:lnTo>
                  <a:pt x="800052" y="61456"/>
                </a:lnTo>
                <a:lnTo>
                  <a:pt x="801488" y="60431"/>
                </a:lnTo>
                <a:lnTo>
                  <a:pt x="803092" y="59537"/>
                </a:lnTo>
                <a:lnTo>
                  <a:pt x="804874" y="58785"/>
                </a:lnTo>
                <a:lnTo>
                  <a:pt x="806844" y="58183"/>
                </a:lnTo>
                <a:lnTo>
                  <a:pt x="809010" y="57742"/>
                </a:lnTo>
                <a:lnTo>
                  <a:pt x="811383" y="57470"/>
                </a:lnTo>
                <a:lnTo>
                  <a:pt x="813971" y="57378"/>
                </a:lnTo>
                <a:lnTo>
                  <a:pt x="814668" y="57388"/>
                </a:lnTo>
                <a:lnTo>
                  <a:pt x="815361" y="57418"/>
                </a:lnTo>
                <a:lnTo>
                  <a:pt x="816049" y="57468"/>
                </a:lnTo>
                <a:lnTo>
                  <a:pt x="816732" y="57539"/>
                </a:lnTo>
                <a:lnTo>
                  <a:pt x="817411" y="57630"/>
                </a:lnTo>
                <a:lnTo>
                  <a:pt x="818084" y="57742"/>
                </a:lnTo>
                <a:lnTo>
                  <a:pt x="818751" y="57874"/>
                </a:lnTo>
                <a:lnTo>
                  <a:pt x="819413" y="58027"/>
                </a:lnTo>
                <a:lnTo>
                  <a:pt x="820068" y="58201"/>
                </a:lnTo>
                <a:lnTo>
                  <a:pt x="820718" y="58395"/>
                </a:lnTo>
                <a:lnTo>
                  <a:pt x="821361" y="58610"/>
                </a:lnTo>
                <a:lnTo>
                  <a:pt x="821997" y="58846"/>
                </a:lnTo>
                <a:lnTo>
                  <a:pt x="822626" y="59104"/>
                </a:lnTo>
                <a:lnTo>
                  <a:pt x="823248" y="59382"/>
                </a:lnTo>
                <a:lnTo>
                  <a:pt x="823862" y="59682"/>
                </a:lnTo>
                <a:lnTo>
                  <a:pt x="824468" y="60003"/>
                </a:lnTo>
                <a:lnTo>
                  <a:pt x="825067" y="60345"/>
                </a:lnTo>
                <a:lnTo>
                  <a:pt x="825657" y="60709"/>
                </a:lnTo>
                <a:lnTo>
                  <a:pt x="826238" y="61094"/>
                </a:lnTo>
                <a:lnTo>
                  <a:pt x="826811" y="61501"/>
                </a:lnTo>
                <a:lnTo>
                  <a:pt x="827375" y="61930"/>
                </a:lnTo>
                <a:lnTo>
                  <a:pt x="827929" y="62380"/>
                </a:lnTo>
                <a:lnTo>
                  <a:pt x="828474" y="62853"/>
                </a:lnTo>
                <a:lnTo>
                  <a:pt x="829010" y="63347"/>
                </a:lnTo>
                <a:lnTo>
                  <a:pt x="829010" y="109742"/>
                </a:lnTo>
                <a:lnTo>
                  <a:pt x="829009" y="110143"/>
                </a:lnTo>
                <a:lnTo>
                  <a:pt x="829006" y="110530"/>
                </a:lnTo>
                <a:lnTo>
                  <a:pt x="828999" y="110904"/>
                </a:lnTo>
                <a:lnTo>
                  <a:pt x="828984" y="111267"/>
                </a:lnTo>
                <a:close/>
                <a:moveTo>
                  <a:pt x="207438" y="47348"/>
                </a:moveTo>
                <a:lnTo>
                  <a:pt x="207429" y="46954"/>
                </a:lnTo>
                <a:lnTo>
                  <a:pt x="207413" y="46585"/>
                </a:lnTo>
                <a:lnTo>
                  <a:pt x="207390" y="46239"/>
                </a:lnTo>
                <a:lnTo>
                  <a:pt x="207359" y="45916"/>
                </a:lnTo>
                <a:lnTo>
                  <a:pt x="207316" y="45616"/>
                </a:lnTo>
                <a:lnTo>
                  <a:pt x="207262" y="45338"/>
                </a:lnTo>
                <a:lnTo>
                  <a:pt x="207194" y="45081"/>
                </a:lnTo>
                <a:lnTo>
                  <a:pt x="207111" y="44846"/>
                </a:lnTo>
                <a:lnTo>
                  <a:pt x="207011" y="44631"/>
                </a:lnTo>
                <a:lnTo>
                  <a:pt x="206893" y="44436"/>
                </a:lnTo>
                <a:lnTo>
                  <a:pt x="206756" y="44261"/>
                </a:lnTo>
                <a:lnTo>
                  <a:pt x="206598" y="44104"/>
                </a:lnTo>
                <a:lnTo>
                  <a:pt x="206417" y="43967"/>
                </a:lnTo>
                <a:lnTo>
                  <a:pt x="206212" y="43847"/>
                </a:lnTo>
                <a:lnTo>
                  <a:pt x="205981" y="43745"/>
                </a:lnTo>
                <a:lnTo>
                  <a:pt x="205724" y="43660"/>
                </a:lnTo>
                <a:lnTo>
                  <a:pt x="205438" y="43592"/>
                </a:lnTo>
                <a:lnTo>
                  <a:pt x="205121" y="43539"/>
                </a:lnTo>
                <a:lnTo>
                  <a:pt x="204773" y="43503"/>
                </a:lnTo>
                <a:lnTo>
                  <a:pt x="204392" y="43481"/>
                </a:lnTo>
                <a:lnTo>
                  <a:pt x="203976" y="43474"/>
                </a:lnTo>
                <a:lnTo>
                  <a:pt x="203257" y="43485"/>
                </a:lnTo>
                <a:lnTo>
                  <a:pt x="202454" y="43524"/>
                </a:lnTo>
                <a:lnTo>
                  <a:pt x="201572" y="43597"/>
                </a:lnTo>
                <a:lnTo>
                  <a:pt x="200618" y="43713"/>
                </a:lnTo>
                <a:lnTo>
                  <a:pt x="199597" y="43878"/>
                </a:lnTo>
                <a:lnTo>
                  <a:pt x="198515" y="44100"/>
                </a:lnTo>
                <a:lnTo>
                  <a:pt x="197378" y="44387"/>
                </a:lnTo>
                <a:lnTo>
                  <a:pt x="196193" y="44745"/>
                </a:lnTo>
                <a:lnTo>
                  <a:pt x="194965" y="45182"/>
                </a:lnTo>
                <a:lnTo>
                  <a:pt x="193700" y="45705"/>
                </a:lnTo>
                <a:lnTo>
                  <a:pt x="192404" y="46322"/>
                </a:lnTo>
                <a:lnTo>
                  <a:pt x="191083" y="47040"/>
                </a:lnTo>
                <a:lnTo>
                  <a:pt x="189743" y="47867"/>
                </a:lnTo>
                <a:lnTo>
                  <a:pt x="188390" y="48809"/>
                </a:lnTo>
                <a:lnTo>
                  <a:pt x="187029" y="49875"/>
                </a:lnTo>
                <a:lnTo>
                  <a:pt x="185668" y="51071"/>
                </a:lnTo>
                <a:lnTo>
                  <a:pt x="184311" y="52405"/>
                </a:lnTo>
                <a:lnTo>
                  <a:pt x="182964" y="53885"/>
                </a:lnTo>
                <a:lnTo>
                  <a:pt x="181634" y="55517"/>
                </a:lnTo>
                <a:lnTo>
                  <a:pt x="180327" y="57309"/>
                </a:lnTo>
                <a:lnTo>
                  <a:pt x="179048" y="59268"/>
                </a:lnTo>
                <a:lnTo>
                  <a:pt x="177803" y="61402"/>
                </a:lnTo>
                <a:lnTo>
                  <a:pt x="176599" y="63718"/>
                </a:lnTo>
                <a:lnTo>
                  <a:pt x="175441" y="66224"/>
                </a:lnTo>
                <a:lnTo>
                  <a:pt x="175250" y="66224"/>
                </a:lnTo>
                <a:lnTo>
                  <a:pt x="175250" y="53691"/>
                </a:lnTo>
                <a:lnTo>
                  <a:pt x="175242" y="52936"/>
                </a:lnTo>
                <a:lnTo>
                  <a:pt x="175219" y="52213"/>
                </a:lnTo>
                <a:lnTo>
                  <a:pt x="175176" y="51522"/>
                </a:lnTo>
                <a:lnTo>
                  <a:pt x="175113" y="50864"/>
                </a:lnTo>
                <a:lnTo>
                  <a:pt x="175027" y="50237"/>
                </a:lnTo>
                <a:lnTo>
                  <a:pt x="174915" y="49642"/>
                </a:lnTo>
                <a:lnTo>
                  <a:pt x="174776" y="49080"/>
                </a:lnTo>
                <a:lnTo>
                  <a:pt x="174607" y="48550"/>
                </a:lnTo>
                <a:lnTo>
                  <a:pt x="174406" y="48052"/>
                </a:lnTo>
                <a:lnTo>
                  <a:pt x="174170" y="47586"/>
                </a:lnTo>
                <a:lnTo>
                  <a:pt x="173898" y="47152"/>
                </a:lnTo>
                <a:lnTo>
                  <a:pt x="173587" y="46750"/>
                </a:lnTo>
                <a:lnTo>
                  <a:pt x="173234" y="46380"/>
                </a:lnTo>
                <a:lnTo>
                  <a:pt x="172838" y="46043"/>
                </a:lnTo>
                <a:lnTo>
                  <a:pt x="172397" y="45738"/>
                </a:lnTo>
                <a:lnTo>
                  <a:pt x="171907" y="45464"/>
                </a:lnTo>
                <a:lnTo>
                  <a:pt x="171368" y="45223"/>
                </a:lnTo>
                <a:lnTo>
                  <a:pt x="170776" y="45014"/>
                </a:lnTo>
                <a:lnTo>
                  <a:pt x="170129" y="44838"/>
                </a:lnTo>
                <a:lnTo>
                  <a:pt x="169425" y="44693"/>
                </a:lnTo>
                <a:lnTo>
                  <a:pt x="168662" y="44580"/>
                </a:lnTo>
                <a:lnTo>
                  <a:pt x="167838" y="44500"/>
                </a:lnTo>
                <a:lnTo>
                  <a:pt x="166949" y="44452"/>
                </a:lnTo>
                <a:lnTo>
                  <a:pt x="165995" y="44436"/>
                </a:lnTo>
                <a:lnTo>
                  <a:pt x="159826" y="44436"/>
                </a:lnTo>
                <a:lnTo>
                  <a:pt x="158982" y="44447"/>
                </a:lnTo>
                <a:lnTo>
                  <a:pt x="158186" y="44482"/>
                </a:lnTo>
                <a:lnTo>
                  <a:pt x="157436" y="44541"/>
                </a:lnTo>
                <a:lnTo>
                  <a:pt x="156731" y="44626"/>
                </a:lnTo>
                <a:lnTo>
                  <a:pt x="156070" y="44738"/>
                </a:lnTo>
                <a:lnTo>
                  <a:pt x="155452" y="44879"/>
                </a:lnTo>
                <a:lnTo>
                  <a:pt x="154877" y="45049"/>
                </a:lnTo>
                <a:lnTo>
                  <a:pt x="154342" y="45250"/>
                </a:lnTo>
                <a:lnTo>
                  <a:pt x="153848" y="45483"/>
                </a:lnTo>
                <a:lnTo>
                  <a:pt x="153393" y="45750"/>
                </a:lnTo>
                <a:lnTo>
                  <a:pt x="152976" y="46051"/>
                </a:lnTo>
                <a:lnTo>
                  <a:pt x="152596" y="46388"/>
                </a:lnTo>
                <a:lnTo>
                  <a:pt x="152253" y="46763"/>
                </a:lnTo>
                <a:lnTo>
                  <a:pt x="151944" y="47175"/>
                </a:lnTo>
                <a:lnTo>
                  <a:pt x="151670" y="47628"/>
                </a:lnTo>
                <a:lnTo>
                  <a:pt x="151428" y="48121"/>
                </a:lnTo>
                <a:lnTo>
                  <a:pt x="151219" y="48656"/>
                </a:lnTo>
                <a:lnTo>
                  <a:pt x="151041" y="49235"/>
                </a:lnTo>
                <a:lnTo>
                  <a:pt x="150894" y="49859"/>
                </a:lnTo>
                <a:lnTo>
                  <a:pt x="150775" y="50529"/>
                </a:lnTo>
                <a:lnTo>
                  <a:pt x="150684" y="51245"/>
                </a:lnTo>
                <a:lnTo>
                  <a:pt x="150621" y="52011"/>
                </a:lnTo>
                <a:lnTo>
                  <a:pt x="150583" y="52825"/>
                </a:lnTo>
                <a:lnTo>
                  <a:pt x="150571" y="53691"/>
                </a:lnTo>
                <a:lnTo>
                  <a:pt x="150571" y="124623"/>
                </a:lnTo>
                <a:lnTo>
                  <a:pt x="150582" y="125466"/>
                </a:lnTo>
                <a:lnTo>
                  <a:pt x="150617" y="126262"/>
                </a:lnTo>
                <a:lnTo>
                  <a:pt x="150676" y="127012"/>
                </a:lnTo>
                <a:lnTo>
                  <a:pt x="150761" y="127717"/>
                </a:lnTo>
                <a:lnTo>
                  <a:pt x="150874" y="128377"/>
                </a:lnTo>
                <a:lnTo>
                  <a:pt x="151014" y="128995"/>
                </a:lnTo>
                <a:lnTo>
                  <a:pt x="151184" y="129570"/>
                </a:lnTo>
                <a:lnTo>
                  <a:pt x="151385" y="130104"/>
                </a:lnTo>
                <a:lnTo>
                  <a:pt x="151618" y="130598"/>
                </a:lnTo>
                <a:lnTo>
                  <a:pt x="151885" y="131053"/>
                </a:lnTo>
                <a:lnTo>
                  <a:pt x="152186" y="131469"/>
                </a:lnTo>
                <a:lnTo>
                  <a:pt x="152523" y="131849"/>
                </a:lnTo>
                <a:lnTo>
                  <a:pt x="152898" y="132192"/>
                </a:lnTo>
                <a:lnTo>
                  <a:pt x="153310" y="132501"/>
                </a:lnTo>
                <a:lnTo>
                  <a:pt x="153763" y="132775"/>
                </a:lnTo>
                <a:lnTo>
                  <a:pt x="154256" y="133016"/>
                </a:lnTo>
                <a:lnTo>
                  <a:pt x="154791" y="133225"/>
                </a:lnTo>
                <a:lnTo>
                  <a:pt x="155370" y="133403"/>
                </a:lnTo>
                <a:lnTo>
                  <a:pt x="155994" y="133550"/>
                </a:lnTo>
                <a:lnTo>
                  <a:pt x="156663" y="133669"/>
                </a:lnTo>
                <a:lnTo>
                  <a:pt x="157380" y="133759"/>
                </a:lnTo>
                <a:lnTo>
                  <a:pt x="158145" y="133823"/>
                </a:lnTo>
                <a:lnTo>
                  <a:pt x="158960" y="133860"/>
                </a:lnTo>
                <a:lnTo>
                  <a:pt x="159826" y="133872"/>
                </a:lnTo>
                <a:lnTo>
                  <a:pt x="166960" y="133872"/>
                </a:lnTo>
                <a:lnTo>
                  <a:pt x="167848" y="133859"/>
                </a:lnTo>
                <a:lnTo>
                  <a:pt x="168681" y="133819"/>
                </a:lnTo>
                <a:lnTo>
                  <a:pt x="169461" y="133752"/>
                </a:lnTo>
                <a:lnTo>
                  <a:pt x="170189" y="133656"/>
                </a:lnTo>
                <a:lnTo>
                  <a:pt x="170867" y="133531"/>
                </a:lnTo>
                <a:lnTo>
                  <a:pt x="171496" y="133376"/>
                </a:lnTo>
                <a:lnTo>
                  <a:pt x="172078" y="133190"/>
                </a:lnTo>
                <a:lnTo>
                  <a:pt x="172615" y="132973"/>
                </a:lnTo>
                <a:lnTo>
                  <a:pt x="173107" y="132724"/>
                </a:lnTo>
                <a:lnTo>
                  <a:pt x="173557" y="132443"/>
                </a:lnTo>
                <a:lnTo>
                  <a:pt x="173965" y="132127"/>
                </a:lnTo>
                <a:lnTo>
                  <a:pt x="174334" y="131777"/>
                </a:lnTo>
                <a:lnTo>
                  <a:pt x="174665" y="131392"/>
                </a:lnTo>
                <a:lnTo>
                  <a:pt x="174959" y="130971"/>
                </a:lnTo>
                <a:lnTo>
                  <a:pt x="175218" y="130514"/>
                </a:lnTo>
                <a:lnTo>
                  <a:pt x="175443" y="130019"/>
                </a:lnTo>
                <a:lnTo>
                  <a:pt x="175636" y="129486"/>
                </a:lnTo>
                <a:lnTo>
                  <a:pt x="175799" y="128914"/>
                </a:lnTo>
                <a:lnTo>
                  <a:pt x="175932" y="128302"/>
                </a:lnTo>
                <a:lnTo>
                  <a:pt x="176038" y="127650"/>
                </a:lnTo>
                <a:lnTo>
                  <a:pt x="176117" y="126957"/>
                </a:lnTo>
                <a:lnTo>
                  <a:pt x="176172" y="126222"/>
                </a:lnTo>
                <a:lnTo>
                  <a:pt x="176204" y="125444"/>
                </a:lnTo>
                <a:lnTo>
                  <a:pt x="176215" y="124623"/>
                </a:lnTo>
                <a:lnTo>
                  <a:pt x="176215" y="89545"/>
                </a:lnTo>
                <a:lnTo>
                  <a:pt x="176293" y="87312"/>
                </a:lnTo>
                <a:lnTo>
                  <a:pt x="176521" y="85190"/>
                </a:lnTo>
                <a:lnTo>
                  <a:pt x="176893" y="83177"/>
                </a:lnTo>
                <a:lnTo>
                  <a:pt x="177399" y="81271"/>
                </a:lnTo>
                <a:lnTo>
                  <a:pt x="178032" y="79470"/>
                </a:lnTo>
                <a:lnTo>
                  <a:pt x="178784" y="77773"/>
                </a:lnTo>
                <a:lnTo>
                  <a:pt x="179647" y="76178"/>
                </a:lnTo>
                <a:lnTo>
                  <a:pt x="180613" y="74683"/>
                </a:lnTo>
                <a:lnTo>
                  <a:pt x="181674" y="73286"/>
                </a:lnTo>
                <a:lnTo>
                  <a:pt x="182822" y="71986"/>
                </a:lnTo>
                <a:lnTo>
                  <a:pt x="184049" y="70781"/>
                </a:lnTo>
                <a:lnTo>
                  <a:pt x="185348" y="69669"/>
                </a:lnTo>
                <a:lnTo>
                  <a:pt x="186710" y="68648"/>
                </a:lnTo>
                <a:lnTo>
                  <a:pt x="188127" y="67717"/>
                </a:lnTo>
                <a:lnTo>
                  <a:pt x="189591" y="66873"/>
                </a:lnTo>
                <a:lnTo>
                  <a:pt x="191095" y="66116"/>
                </a:lnTo>
                <a:lnTo>
                  <a:pt x="192630" y="65443"/>
                </a:lnTo>
                <a:lnTo>
                  <a:pt x="194189" y="64853"/>
                </a:lnTo>
                <a:lnTo>
                  <a:pt x="195763" y="64344"/>
                </a:lnTo>
                <a:lnTo>
                  <a:pt x="197345" y="63913"/>
                </a:lnTo>
                <a:lnTo>
                  <a:pt x="198927" y="63560"/>
                </a:lnTo>
                <a:lnTo>
                  <a:pt x="200501" y="63282"/>
                </a:lnTo>
                <a:lnTo>
                  <a:pt x="202058" y="63079"/>
                </a:lnTo>
                <a:lnTo>
                  <a:pt x="203591" y="62947"/>
                </a:lnTo>
                <a:lnTo>
                  <a:pt x="204009" y="62923"/>
                </a:lnTo>
                <a:lnTo>
                  <a:pt x="204395" y="62899"/>
                </a:lnTo>
                <a:lnTo>
                  <a:pt x="204752" y="62873"/>
                </a:lnTo>
                <a:lnTo>
                  <a:pt x="205081" y="62842"/>
                </a:lnTo>
                <a:lnTo>
                  <a:pt x="205382" y="62804"/>
                </a:lnTo>
                <a:lnTo>
                  <a:pt x="205656" y="62756"/>
                </a:lnTo>
                <a:lnTo>
                  <a:pt x="205906" y="62697"/>
                </a:lnTo>
                <a:lnTo>
                  <a:pt x="206132" y="62625"/>
                </a:lnTo>
                <a:lnTo>
                  <a:pt x="206334" y="62536"/>
                </a:lnTo>
                <a:lnTo>
                  <a:pt x="206516" y="62429"/>
                </a:lnTo>
                <a:lnTo>
                  <a:pt x="206677" y="62301"/>
                </a:lnTo>
                <a:lnTo>
                  <a:pt x="206818" y="62150"/>
                </a:lnTo>
                <a:lnTo>
                  <a:pt x="206942" y="61975"/>
                </a:lnTo>
                <a:lnTo>
                  <a:pt x="207049" y="61772"/>
                </a:lnTo>
                <a:lnTo>
                  <a:pt x="207140" y="61539"/>
                </a:lnTo>
                <a:lnTo>
                  <a:pt x="207216" y="61274"/>
                </a:lnTo>
                <a:lnTo>
                  <a:pt x="207279" y="60976"/>
                </a:lnTo>
                <a:lnTo>
                  <a:pt x="207330" y="60641"/>
                </a:lnTo>
                <a:lnTo>
                  <a:pt x="207370" y="60267"/>
                </a:lnTo>
                <a:lnTo>
                  <a:pt x="207400" y="59852"/>
                </a:lnTo>
                <a:lnTo>
                  <a:pt x="207421" y="59395"/>
                </a:lnTo>
                <a:lnTo>
                  <a:pt x="207435" y="58891"/>
                </a:lnTo>
                <a:lnTo>
                  <a:pt x="207442" y="58340"/>
                </a:lnTo>
                <a:lnTo>
                  <a:pt x="207445" y="57740"/>
                </a:lnTo>
                <a:lnTo>
                  <a:pt x="207445" y="48678"/>
                </a:lnTo>
                <a:lnTo>
                  <a:pt x="207444" y="48209"/>
                </a:lnTo>
                <a:lnTo>
                  <a:pt x="207443" y="47766"/>
                </a:lnTo>
                <a:lnTo>
                  <a:pt x="207438" y="47348"/>
                </a:lnTo>
                <a:close/>
                <a:moveTo>
                  <a:pt x="412245" y="62337"/>
                </a:moveTo>
                <a:lnTo>
                  <a:pt x="411836" y="60393"/>
                </a:lnTo>
                <a:lnTo>
                  <a:pt x="411332" y="58564"/>
                </a:lnTo>
                <a:lnTo>
                  <a:pt x="410733" y="56851"/>
                </a:lnTo>
                <a:lnTo>
                  <a:pt x="410037" y="55250"/>
                </a:lnTo>
                <a:lnTo>
                  <a:pt x="409243" y="53759"/>
                </a:lnTo>
                <a:lnTo>
                  <a:pt x="408351" y="52378"/>
                </a:lnTo>
                <a:lnTo>
                  <a:pt x="407358" y="51104"/>
                </a:lnTo>
                <a:lnTo>
                  <a:pt x="406265" y="49936"/>
                </a:lnTo>
                <a:lnTo>
                  <a:pt x="405068" y="48871"/>
                </a:lnTo>
                <a:lnTo>
                  <a:pt x="403769" y="47908"/>
                </a:lnTo>
                <a:lnTo>
                  <a:pt x="402364" y="47046"/>
                </a:lnTo>
                <a:lnTo>
                  <a:pt x="400853" y="46281"/>
                </a:lnTo>
                <a:lnTo>
                  <a:pt x="399236" y="45614"/>
                </a:lnTo>
                <a:lnTo>
                  <a:pt x="397510" y="45041"/>
                </a:lnTo>
                <a:lnTo>
                  <a:pt x="395674" y="44561"/>
                </a:lnTo>
                <a:lnTo>
                  <a:pt x="393729" y="44172"/>
                </a:lnTo>
                <a:lnTo>
                  <a:pt x="391671" y="43873"/>
                </a:lnTo>
                <a:lnTo>
                  <a:pt x="389500" y="43661"/>
                </a:lnTo>
                <a:lnTo>
                  <a:pt x="387215" y="43536"/>
                </a:lnTo>
                <a:lnTo>
                  <a:pt x="384815" y="43494"/>
                </a:lnTo>
                <a:lnTo>
                  <a:pt x="382344" y="43569"/>
                </a:lnTo>
                <a:lnTo>
                  <a:pt x="379992" y="43786"/>
                </a:lnTo>
                <a:lnTo>
                  <a:pt x="377756" y="44134"/>
                </a:lnTo>
                <a:lnTo>
                  <a:pt x="375633" y="44604"/>
                </a:lnTo>
                <a:lnTo>
                  <a:pt x="373621" y="45185"/>
                </a:lnTo>
                <a:lnTo>
                  <a:pt x="371718" y="45865"/>
                </a:lnTo>
                <a:lnTo>
                  <a:pt x="369921" y="46636"/>
                </a:lnTo>
                <a:lnTo>
                  <a:pt x="368228" y="47486"/>
                </a:lnTo>
                <a:lnTo>
                  <a:pt x="366637" y="48405"/>
                </a:lnTo>
                <a:lnTo>
                  <a:pt x="365146" y="49383"/>
                </a:lnTo>
                <a:lnTo>
                  <a:pt x="363752" y="50408"/>
                </a:lnTo>
                <a:lnTo>
                  <a:pt x="362452" y="51472"/>
                </a:lnTo>
                <a:lnTo>
                  <a:pt x="361245" y="52562"/>
                </a:lnTo>
                <a:lnTo>
                  <a:pt x="360127" y="53669"/>
                </a:lnTo>
                <a:lnTo>
                  <a:pt x="359098" y="54782"/>
                </a:lnTo>
                <a:lnTo>
                  <a:pt x="358153" y="55890"/>
                </a:lnTo>
                <a:lnTo>
                  <a:pt x="357292" y="56984"/>
                </a:lnTo>
                <a:lnTo>
                  <a:pt x="356512" y="58053"/>
                </a:lnTo>
                <a:lnTo>
                  <a:pt x="355809" y="59086"/>
                </a:lnTo>
                <a:lnTo>
                  <a:pt x="355183" y="60073"/>
                </a:lnTo>
                <a:lnTo>
                  <a:pt x="354630" y="61003"/>
                </a:lnTo>
                <a:lnTo>
                  <a:pt x="354149" y="61867"/>
                </a:lnTo>
                <a:lnTo>
                  <a:pt x="353737" y="62652"/>
                </a:lnTo>
                <a:lnTo>
                  <a:pt x="353391" y="63350"/>
                </a:lnTo>
                <a:lnTo>
                  <a:pt x="353197" y="63350"/>
                </a:lnTo>
                <a:lnTo>
                  <a:pt x="353197" y="53715"/>
                </a:lnTo>
                <a:lnTo>
                  <a:pt x="353189" y="52960"/>
                </a:lnTo>
                <a:lnTo>
                  <a:pt x="353166" y="52237"/>
                </a:lnTo>
                <a:lnTo>
                  <a:pt x="353123" y="51546"/>
                </a:lnTo>
                <a:lnTo>
                  <a:pt x="353060" y="50887"/>
                </a:lnTo>
                <a:lnTo>
                  <a:pt x="352974" y="50261"/>
                </a:lnTo>
                <a:lnTo>
                  <a:pt x="352863" y="49666"/>
                </a:lnTo>
                <a:lnTo>
                  <a:pt x="352724" y="49104"/>
                </a:lnTo>
                <a:lnTo>
                  <a:pt x="352555" y="48573"/>
                </a:lnTo>
                <a:lnTo>
                  <a:pt x="352354" y="48075"/>
                </a:lnTo>
                <a:lnTo>
                  <a:pt x="352118" y="47609"/>
                </a:lnTo>
                <a:lnTo>
                  <a:pt x="351846" y="47175"/>
                </a:lnTo>
                <a:lnTo>
                  <a:pt x="351535" y="46774"/>
                </a:lnTo>
                <a:lnTo>
                  <a:pt x="351183" y="46404"/>
                </a:lnTo>
                <a:lnTo>
                  <a:pt x="350787" y="46067"/>
                </a:lnTo>
                <a:lnTo>
                  <a:pt x="350346" y="45761"/>
                </a:lnTo>
                <a:lnTo>
                  <a:pt x="349857" y="45488"/>
                </a:lnTo>
                <a:lnTo>
                  <a:pt x="349317" y="45247"/>
                </a:lnTo>
                <a:lnTo>
                  <a:pt x="348725" y="45038"/>
                </a:lnTo>
                <a:lnTo>
                  <a:pt x="348078" y="44861"/>
                </a:lnTo>
                <a:lnTo>
                  <a:pt x="347375" y="44717"/>
                </a:lnTo>
                <a:lnTo>
                  <a:pt x="346612" y="44604"/>
                </a:lnTo>
                <a:lnTo>
                  <a:pt x="345787" y="44524"/>
                </a:lnTo>
                <a:lnTo>
                  <a:pt x="344899" y="44475"/>
                </a:lnTo>
                <a:lnTo>
                  <a:pt x="343945" y="44459"/>
                </a:lnTo>
                <a:lnTo>
                  <a:pt x="337388" y="44459"/>
                </a:lnTo>
                <a:lnTo>
                  <a:pt x="336544" y="44471"/>
                </a:lnTo>
                <a:lnTo>
                  <a:pt x="335748" y="44505"/>
                </a:lnTo>
                <a:lnTo>
                  <a:pt x="334998" y="44564"/>
                </a:lnTo>
                <a:lnTo>
                  <a:pt x="334293" y="44650"/>
                </a:lnTo>
                <a:lnTo>
                  <a:pt x="333632" y="44762"/>
                </a:lnTo>
                <a:lnTo>
                  <a:pt x="333014" y="44902"/>
                </a:lnTo>
                <a:lnTo>
                  <a:pt x="332439" y="45072"/>
                </a:lnTo>
                <a:lnTo>
                  <a:pt x="331905" y="45274"/>
                </a:lnTo>
                <a:lnTo>
                  <a:pt x="331410" y="45507"/>
                </a:lnTo>
                <a:lnTo>
                  <a:pt x="330956" y="45773"/>
                </a:lnTo>
                <a:lnTo>
                  <a:pt x="330539" y="46075"/>
                </a:lnTo>
                <a:lnTo>
                  <a:pt x="330159" y="46412"/>
                </a:lnTo>
                <a:lnTo>
                  <a:pt x="329816" y="46786"/>
                </a:lnTo>
                <a:lnTo>
                  <a:pt x="329507" y="47199"/>
                </a:lnTo>
                <a:lnTo>
                  <a:pt x="329233" y="47651"/>
                </a:lnTo>
                <a:lnTo>
                  <a:pt x="328992" y="48144"/>
                </a:lnTo>
                <a:lnTo>
                  <a:pt x="328783" y="48680"/>
                </a:lnTo>
                <a:lnTo>
                  <a:pt x="328605" y="49259"/>
                </a:lnTo>
                <a:lnTo>
                  <a:pt x="328458" y="49883"/>
                </a:lnTo>
                <a:lnTo>
                  <a:pt x="328339" y="50552"/>
                </a:lnTo>
                <a:lnTo>
                  <a:pt x="328249" y="51269"/>
                </a:lnTo>
                <a:lnTo>
                  <a:pt x="328185" y="52034"/>
                </a:lnTo>
                <a:lnTo>
                  <a:pt x="328148" y="52849"/>
                </a:lnTo>
                <a:lnTo>
                  <a:pt x="328136" y="53715"/>
                </a:lnTo>
                <a:lnTo>
                  <a:pt x="328136" y="124626"/>
                </a:lnTo>
                <a:lnTo>
                  <a:pt x="328147" y="125469"/>
                </a:lnTo>
                <a:lnTo>
                  <a:pt x="328181" y="126265"/>
                </a:lnTo>
                <a:lnTo>
                  <a:pt x="328241" y="127015"/>
                </a:lnTo>
                <a:lnTo>
                  <a:pt x="328326" y="127719"/>
                </a:lnTo>
                <a:lnTo>
                  <a:pt x="328438" y="128380"/>
                </a:lnTo>
                <a:lnTo>
                  <a:pt x="328578" y="128997"/>
                </a:lnTo>
                <a:lnTo>
                  <a:pt x="328749" y="129572"/>
                </a:lnTo>
                <a:lnTo>
                  <a:pt x="328950" y="130106"/>
                </a:lnTo>
                <a:lnTo>
                  <a:pt x="329183" y="130600"/>
                </a:lnTo>
                <a:lnTo>
                  <a:pt x="329449" y="131055"/>
                </a:lnTo>
                <a:lnTo>
                  <a:pt x="329750" y="131471"/>
                </a:lnTo>
                <a:lnTo>
                  <a:pt x="330087" y="131851"/>
                </a:lnTo>
                <a:lnTo>
                  <a:pt x="330462" y="132194"/>
                </a:lnTo>
                <a:lnTo>
                  <a:pt x="330874" y="132502"/>
                </a:lnTo>
                <a:lnTo>
                  <a:pt x="331326" y="132776"/>
                </a:lnTo>
                <a:lnTo>
                  <a:pt x="331820" y="133017"/>
                </a:lnTo>
                <a:lnTo>
                  <a:pt x="332355" y="133225"/>
                </a:lnTo>
                <a:lnTo>
                  <a:pt x="332934" y="133403"/>
                </a:lnTo>
                <a:lnTo>
                  <a:pt x="333557" y="133551"/>
                </a:lnTo>
                <a:lnTo>
                  <a:pt x="334226" y="133669"/>
                </a:lnTo>
                <a:lnTo>
                  <a:pt x="334943" y="133760"/>
                </a:lnTo>
                <a:lnTo>
                  <a:pt x="335707" y="133823"/>
                </a:lnTo>
                <a:lnTo>
                  <a:pt x="336522" y="133860"/>
                </a:lnTo>
                <a:lnTo>
                  <a:pt x="337388" y="133872"/>
                </a:lnTo>
                <a:lnTo>
                  <a:pt x="345101" y="133872"/>
                </a:lnTo>
                <a:lnTo>
                  <a:pt x="345989" y="133859"/>
                </a:lnTo>
                <a:lnTo>
                  <a:pt x="346822" y="133819"/>
                </a:lnTo>
                <a:lnTo>
                  <a:pt x="347602" y="133752"/>
                </a:lnTo>
                <a:lnTo>
                  <a:pt x="348330" y="133656"/>
                </a:lnTo>
                <a:lnTo>
                  <a:pt x="349008" y="133531"/>
                </a:lnTo>
                <a:lnTo>
                  <a:pt x="349637" y="133376"/>
                </a:lnTo>
                <a:lnTo>
                  <a:pt x="350219" y="133190"/>
                </a:lnTo>
                <a:lnTo>
                  <a:pt x="350756" y="132974"/>
                </a:lnTo>
                <a:lnTo>
                  <a:pt x="351248" y="132725"/>
                </a:lnTo>
                <a:lnTo>
                  <a:pt x="351698" y="132443"/>
                </a:lnTo>
                <a:lnTo>
                  <a:pt x="352106" y="132127"/>
                </a:lnTo>
                <a:lnTo>
                  <a:pt x="352475" y="131778"/>
                </a:lnTo>
                <a:lnTo>
                  <a:pt x="352806" y="131393"/>
                </a:lnTo>
                <a:lnTo>
                  <a:pt x="353100" y="130972"/>
                </a:lnTo>
                <a:lnTo>
                  <a:pt x="353359" y="130515"/>
                </a:lnTo>
                <a:lnTo>
                  <a:pt x="353584" y="130020"/>
                </a:lnTo>
                <a:lnTo>
                  <a:pt x="353777" y="129487"/>
                </a:lnTo>
                <a:lnTo>
                  <a:pt x="353940" y="128915"/>
                </a:lnTo>
                <a:lnTo>
                  <a:pt x="354073" y="128304"/>
                </a:lnTo>
                <a:lnTo>
                  <a:pt x="354179" y="127652"/>
                </a:lnTo>
                <a:lnTo>
                  <a:pt x="354258" y="126959"/>
                </a:lnTo>
                <a:lnTo>
                  <a:pt x="354314" y="126224"/>
                </a:lnTo>
                <a:lnTo>
                  <a:pt x="354345" y="125447"/>
                </a:lnTo>
                <a:lnTo>
                  <a:pt x="354356" y="124626"/>
                </a:lnTo>
                <a:lnTo>
                  <a:pt x="354356" y="82040"/>
                </a:lnTo>
                <a:lnTo>
                  <a:pt x="354413" y="79991"/>
                </a:lnTo>
                <a:lnTo>
                  <a:pt x="354582" y="78034"/>
                </a:lnTo>
                <a:lnTo>
                  <a:pt x="354856" y="76168"/>
                </a:lnTo>
                <a:lnTo>
                  <a:pt x="355230" y="74393"/>
                </a:lnTo>
                <a:lnTo>
                  <a:pt x="355700" y="72709"/>
                </a:lnTo>
                <a:lnTo>
                  <a:pt x="356260" y="71115"/>
                </a:lnTo>
                <a:lnTo>
                  <a:pt x="356903" y="69611"/>
                </a:lnTo>
                <a:lnTo>
                  <a:pt x="357626" y="68196"/>
                </a:lnTo>
                <a:lnTo>
                  <a:pt x="358422" y="66870"/>
                </a:lnTo>
                <a:lnTo>
                  <a:pt x="359287" y="65633"/>
                </a:lnTo>
                <a:lnTo>
                  <a:pt x="360215" y="64484"/>
                </a:lnTo>
                <a:lnTo>
                  <a:pt x="361200" y="63423"/>
                </a:lnTo>
                <a:lnTo>
                  <a:pt x="362237" y="62449"/>
                </a:lnTo>
                <a:lnTo>
                  <a:pt x="363321" y="61562"/>
                </a:lnTo>
                <a:lnTo>
                  <a:pt x="364447" y="60761"/>
                </a:lnTo>
                <a:lnTo>
                  <a:pt x="365609" y="60046"/>
                </a:lnTo>
                <a:lnTo>
                  <a:pt x="366802" y="59418"/>
                </a:lnTo>
                <a:lnTo>
                  <a:pt x="368020" y="58874"/>
                </a:lnTo>
                <a:lnTo>
                  <a:pt x="369258" y="58415"/>
                </a:lnTo>
                <a:lnTo>
                  <a:pt x="370511" y="58040"/>
                </a:lnTo>
                <a:lnTo>
                  <a:pt x="371773" y="57750"/>
                </a:lnTo>
                <a:lnTo>
                  <a:pt x="373040" y="57543"/>
                </a:lnTo>
                <a:lnTo>
                  <a:pt x="374305" y="57419"/>
                </a:lnTo>
                <a:lnTo>
                  <a:pt x="375563" y="57378"/>
                </a:lnTo>
                <a:lnTo>
                  <a:pt x="376682" y="57401"/>
                </a:lnTo>
                <a:lnTo>
                  <a:pt x="377727" y="57471"/>
                </a:lnTo>
                <a:lnTo>
                  <a:pt x="378700" y="57587"/>
                </a:lnTo>
                <a:lnTo>
                  <a:pt x="379604" y="57751"/>
                </a:lnTo>
                <a:lnTo>
                  <a:pt x="380441" y="57963"/>
                </a:lnTo>
                <a:lnTo>
                  <a:pt x="381213" y="58224"/>
                </a:lnTo>
                <a:lnTo>
                  <a:pt x="381924" y="58532"/>
                </a:lnTo>
                <a:lnTo>
                  <a:pt x="382574" y="58890"/>
                </a:lnTo>
                <a:lnTo>
                  <a:pt x="383167" y="59298"/>
                </a:lnTo>
                <a:lnTo>
                  <a:pt x="383704" y="59755"/>
                </a:lnTo>
                <a:lnTo>
                  <a:pt x="384189" y="60263"/>
                </a:lnTo>
                <a:lnTo>
                  <a:pt x="384623" y="60822"/>
                </a:lnTo>
                <a:lnTo>
                  <a:pt x="385009" y="61431"/>
                </a:lnTo>
                <a:lnTo>
                  <a:pt x="385350" y="62093"/>
                </a:lnTo>
                <a:lnTo>
                  <a:pt x="385646" y="62806"/>
                </a:lnTo>
                <a:lnTo>
                  <a:pt x="385902" y="63572"/>
                </a:lnTo>
                <a:lnTo>
                  <a:pt x="386118" y="64391"/>
                </a:lnTo>
                <a:lnTo>
                  <a:pt x="386299" y="65263"/>
                </a:lnTo>
                <a:lnTo>
                  <a:pt x="386445" y="66188"/>
                </a:lnTo>
                <a:lnTo>
                  <a:pt x="386559" y="67168"/>
                </a:lnTo>
                <a:lnTo>
                  <a:pt x="386644" y="68203"/>
                </a:lnTo>
                <a:lnTo>
                  <a:pt x="386701" y="69292"/>
                </a:lnTo>
                <a:lnTo>
                  <a:pt x="386734" y="70437"/>
                </a:lnTo>
                <a:lnTo>
                  <a:pt x="386745" y="71637"/>
                </a:lnTo>
                <a:lnTo>
                  <a:pt x="386745" y="124626"/>
                </a:lnTo>
                <a:lnTo>
                  <a:pt x="386752" y="125380"/>
                </a:lnTo>
                <a:lnTo>
                  <a:pt x="386776" y="126103"/>
                </a:lnTo>
                <a:lnTo>
                  <a:pt x="386818" y="126793"/>
                </a:lnTo>
                <a:lnTo>
                  <a:pt x="386881" y="127452"/>
                </a:lnTo>
                <a:lnTo>
                  <a:pt x="386967" y="128078"/>
                </a:lnTo>
                <a:lnTo>
                  <a:pt x="387079" y="128672"/>
                </a:lnTo>
                <a:lnTo>
                  <a:pt x="387218" y="129234"/>
                </a:lnTo>
                <a:lnTo>
                  <a:pt x="387387" y="129764"/>
                </a:lnTo>
                <a:lnTo>
                  <a:pt x="387588" y="130261"/>
                </a:lnTo>
                <a:lnTo>
                  <a:pt x="387823" y="130727"/>
                </a:lnTo>
                <a:lnTo>
                  <a:pt x="388095" y="131160"/>
                </a:lnTo>
                <a:lnTo>
                  <a:pt x="388406" y="131561"/>
                </a:lnTo>
                <a:lnTo>
                  <a:pt x="388759" y="131931"/>
                </a:lnTo>
                <a:lnTo>
                  <a:pt x="389154" y="132268"/>
                </a:lnTo>
                <a:lnTo>
                  <a:pt x="389596" y="132573"/>
                </a:lnTo>
                <a:lnTo>
                  <a:pt x="390085" y="132845"/>
                </a:lnTo>
                <a:lnTo>
                  <a:pt x="390624" y="133086"/>
                </a:lnTo>
                <a:lnTo>
                  <a:pt x="391216" y="133295"/>
                </a:lnTo>
                <a:lnTo>
                  <a:pt x="391863" y="133471"/>
                </a:lnTo>
                <a:lnTo>
                  <a:pt x="392567" y="133616"/>
                </a:lnTo>
                <a:lnTo>
                  <a:pt x="393330" y="133728"/>
                </a:lnTo>
                <a:lnTo>
                  <a:pt x="394154" y="133808"/>
                </a:lnTo>
                <a:lnTo>
                  <a:pt x="395042" y="133856"/>
                </a:lnTo>
                <a:lnTo>
                  <a:pt x="395997" y="133872"/>
                </a:lnTo>
                <a:lnTo>
                  <a:pt x="403710" y="133872"/>
                </a:lnTo>
                <a:lnTo>
                  <a:pt x="404598" y="133859"/>
                </a:lnTo>
                <a:lnTo>
                  <a:pt x="405431" y="133819"/>
                </a:lnTo>
                <a:lnTo>
                  <a:pt x="406211" y="133752"/>
                </a:lnTo>
                <a:lnTo>
                  <a:pt x="406939" y="133656"/>
                </a:lnTo>
                <a:lnTo>
                  <a:pt x="407617" y="133531"/>
                </a:lnTo>
                <a:lnTo>
                  <a:pt x="408246" y="133376"/>
                </a:lnTo>
                <a:lnTo>
                  <a:pt x="408828" y="133190"/>
                </a:lnTo>
                <a:lnTo>
                  <a:pt x="409365" y="132974"/>
                </a:lnTo>
                <a:lnTo>
                  <a:pt x="409857" y="132725"/>
                </a:lnTo>
                <a:lnTo>
                  <a:pt x="410307" y="132443"/>
                </a:lnTo>
                <a:lnTo>
                  <a:pt x="410715" y="132127"/>
                </a:lnTo>
                <a:lnTo>
                  <a:pt x="411084" y="131778"/>
                </a:lnTo>
                <a:lnTo>
                  <a:pt x="411415" y="131393"/>
                </a:lnTo>
                <a:lnTo>
                  <a:pt x="411709" y="130972"/>
                </a:lnTo>
                <a:lnTo>
                  <a:pt x="411968" y="130515"/>
                </a:lnTo>
                <a:lnTo>
                  <a:pt x="412193" y="130020"/>
                </a:lnTo>
                <a:lnTo>
                  <a:pt x="412386" y="129487"/>
                </a:lnTo>
                <a:lnTo>
                  <a:pt x="412549" y="128915"/>
                </a:lnTo>
                <a:lnTo>
                  <a:pt x="412682" y="128304"/>
                </a:lnTo>
                <a:lnTo>
                  <a:pt x="412788" y="127652"/>
                </a:lnTo>
                <a:lnTo>
                  <a:pt x="412868" y="126959"/>
                </a:lnTo>
                <a:lnTo>
                  <a:pt x="412923" y="126224"/>
                </a:lnTo>
                <a:lnTo>
                  <a:pt x="412955" y="125447"/>
                </a:lnTo>
                <a:lnTo>
                  <a:pt x="412965" y="124626"/>
                </a:lnTo>
                <a:lnTo>
                  <a:pt x="412965" y="71311"/>
                </a:lnTo>
                <a:lnTo>
                  <a:pt x="412920" y="68884"/>
                </a:lnTo>
                <a:lnTo>
                  <a:pt x="412787" y="66581"/>
                </a:lnTo>
                <a:lnTo>
                  <a:pt x="412562" y="64399"/>
                </a:lnTo>
                <a:lnTo>
                  <a:pt x="412245" y="62337"/>
                </a:lnTo>
                <a:close/>
                <a:moveTo>
                  <a:pt x="746548" y="62337"/>
                </a:moveTo>
                <a:lnTo>
                  <a:pt x="746138" y="60393"/>
                </a:lnTo>
                <a:lnTo>
                  <a:pt x="745635" y="58564"/>
                </a:lnTo>
                <a:lnTo>
                  <a:pt x="745035" y="56851"/>
                </a:lnTo>
                <a:lnTo>
                  <a:pt x="744340" y="55250"/>
                </a:lnTo>
                <a:lnTo>
                  <a:pt x="743546" y="53759"/>
                </a:lnTo>
                <a:lnTo>
                  <a:pt x="742654" y="52378"/>
                </a:lnTo>
                <a:lnTo>
                  <a:pt x="741661" y="51104"/>
                </a:lnTo>
                <a:lnTo>
                  <a:pt x="740567" y="49936"/>
                </a:lnTo>
                <a:lnTo>
                  <a:pt x="739371" y="48871"/>
                </a:lnTo>
                <a:lnTo>
                  <a:pt x="738071" y="47908"/>
                </a:lnTo>
                <a:lnTo>
                  <a:pt x="736667" y="47046"/>
                </a:lnTo>
                <a:lnTo>
                  <a:pt x="735156" y="46281"/>
                </a:lnTo>
                <a:lnTo>
                  <a:pt x="733538" y="45614"/>
                </a:lnTo>
                <a:lnTo>
                  <a:pt x="731813" y="45041"/>
                </a:lnTo>
                <a:lnTo>
                  <a:pt x="729977" y="44561"/>
                </a:lnTo>
                <a:lnTo>
                  <a:pt x="728031" y="44172"/>
                </a:lnTo>
                <a:lnTo>
                  <a:pt x="725973" y="43873"/>
                </a:lnTo>
                <a:lnTo>
                  <a:pt x="723803" y="43661"/>
                </a:lnTo>
                <a:lnTo>
                  <a:pt x="721518" y="43536"/>
                </a:lnTo>
                <a:lnTo>
                  <a:pt x="719118" y="43494"/>
                </a:lnTo>
                <a:lnTo>
                  <a:pt x="716647" y="43569"/>
                </a:lnTo>
                <a:lnTo>
                  <a:pt x="714295" y="43786"/>
                </a:lnTo>
                <a:lnTo>
                  <a:pt x="712058" y="44134"/>
                </a:lnTo>
                <a:lnTo>
                  <a:pt x="709935" y="44604"/>
                </a:lnTo>
                <a:lnTo>
                  <a:pt x="707923" y="45185"/>
                </a:lnTo>
                <a:lnTo>
                  <a:pt x="706020" y="45865"/>
                </a:lnTo>
                <a:lnTo>
                  <a:pt x="704224" y="46636"/>
                </a:lnTo>
                <a:lnTo>
                  <a:pt x="702531" y="47486"/>
                </a:lnTo>
                <a:lnTo>
                  <a:pt x="700940" y="48405"/>
                </a:lnTo>
                <a:lnTo>
                  <a:pt x="699449" y="49383"/>
                </a:lnTo>
                <a:lnTo>
                  <a:pt x="698054" y="50408"/>
                </a:lnTo>
                <a:lnTo>
                  <a:pt x="696755" y="51472"/>
                </a:lnTo>
                <a:lnTo>
                  <a:pt x="695547" y="52562"/>
                </a:lnTo>
                <a:lnTo>
                  <a:pt x="694430" y="53669"/>
                </a:lnTo>
                <a:lnTo>
                  <a:pt x="693400" y="54782"/>
                </a:lnTo>
                <a:lnTo>
                  <a:pt x="692456" y="55890"/>
                </a:lnTo>
                <a:lnTo>
                  <a:pt x="691595" y="56984"/>
                </a:lnTo>
                <a:lnTo>
                  <a:pt x="690814" y="58053"/>
                </a:lnTo>
                <a:lnTo>
                  <a:pt x="690112" y="59086"/>
                </a:lnTo>
                <a:lnTo>
                  <a:pt x="689486" y="60073"/>
                </a:lnTo>
                <a:lnTo>
                  <a:pt x="688933" y="61003"/>
                </a:lnTo>
                <a:lnTo>
                  <a:pt x="688452" y="61867"/>
                </a:lnTo>
                <a:lnTo>
                  <a:pt x="688039" y="62652"/>
                </a:lnTo>
                <a:lnTo>
                  <a:pt x="687693" y="63350"/>
                </a:lnTo>
                <a:lnTo>
                  <a:pt x="687499" y="63350"/>
                </a:lnTo>
                <a:lnTo>
                  <a:pt x="687499" y="53715"/>
                </a:lnTo>
                <a:lnTo>
                  <a:pt x="687492" y="52960"/>
                </a:lnTo>
                <a:lnTo>
                  <a:pt x="687468" y="52237"/>
                </a:lnTo>
                <a:lnTo>
                  <a:pt x="687426" y="51546"/>
                </a:lnTo>
                <a:lnTo>
                  <a:pt x="687363" y="50887"/>
                </a:lnTo>
                <a:lnTo>
                  <a:pt x="687277" y="50261"/>
                </a:lnTo>
                <a:lnTo>
                  <a:pt x="687165" y="49666"/>
                </a:lnTo>
                <a:lnTo>
                  <a:pt x="687026" y="49104"/>
                </a:lnTo>
                <a:lnTo>
                  <a:pt x="686857" y="48573"/>
                </a:lnTo>
                <a:lnTo>
                  <a:pt x="686656" y="48075"/>
                </a:lnTo>
                <a:lnTo>
                  <a:pt x="686421" y="47609"/>
                </a:lnTo>
                <a:lnTo>
                  <a:pt x="686149" y="47175"/>
                </a:lnTo>
                <a:lnTo>
                  <a:pt x="685838" y="46774"/>
                </a:lnTo>
                <a:lnTo>
                  <a:pt x="685485" y="46404"/>
                </a:lnTo>
                <a:lnTo>
                  <a:pt x="685090" y="46067"/>
                </a:lnTo>
                <a:lnTo>
                  <a:pt x="684648" y="45761"/>
                </a:lnTo>
                <a:lnTo>
                  <a:pt x="684159" y="45488"/>
                </a:lnTo>
                <a:lnTo>
                  <a:pt x="683620" y="45247"/>
                </a:lnTo>
                <a:lnTo>
                  <a:pt x="683028" y="45038"/>
                </a:lnTo>
                <a:lnTo>
                  <a:pt x="682381" y="44861"/>
                </a:lnTo>
                <a:lnTo>
                  <a:pt x="681677" y="44717"/>
                </a:lnTo>
                <a:lnTo>
                  <a:pt x="680914" y="44604"/>
                </a:lnTo>
                <a:lnTo>
                  <a:pt x="680090" y="44524"/>
                </a:lnTo>
                <a:lnTo>
                  <a:pt x="679202" y="44475"/>
                </a:lnTo>
                <a:lnTo>
                  <a:pt x="678247" y="44459"/>
                </a:lnTo>
                <a:lnTo>
                  <a:pt x="671690" y="44459"/>
                </a:lnTo>
                <a:lnTo>
                  <a:pt x="670847" y="44471"/>
                </a:lnTo>
                <a:lnTo>
                  <a:pt x="670050" y="44505"/>
                </a:lnTo>
                <a:lnTo>
                  <a:pt x="669300" y="44564"/>
                </a:lnTo>
                <a:lnTo>
                  <a:pt x="668595" y="44650"/>
                </a:lnTo>
                <a:lnTo>
                  <a:pt x="667934" y="44762"/>
                </a:lnTo>
                <a:lnTo>
                  <a:pt x="667317" y="44902"/>
                </a:lnTo>
                <a:lnTo>
                  <a:pt x="666741" y="45072"/>
                </a:lnTo>
                <a:lnTo>
                  <a:pt x="666207" y="45274"/>
                </a:lnTo>
                <a:lnTo>
                  <a:pt x="665713" y="45507"/>
                </a:lnTo>
                <a:lnTo>
                  <a:pt x="665258" y="45773"/>
                </a:lnTo>
                <a:lnTo>
                  <a:pt x="664841" y="46075"/>
                </a:lnTo>
                <a:lnTo>
                  <a:pt x="664462" y="46412"/>
                </a:lnTo>
                <a:lnTo>
                  <a:pt x="664118" y="46786"/>
                </a:lnTo>
                <a:lnTo>
                  <a:pt x="663810" y="47199"/>
                </a:lnTo>
                <a:lnTo>
                  <a:pt x="663536" y="47651"/>
                </a:lnTo>
                <a:lnTo>
                  <a:pt x="663295" y="48144"/>
                </a:lnTo>
                <a:lnTo>
                  <a:pt x="663086" y="48680"/>
                </a:lnTo>
                <a:lnTo>
                  <a:pt x="662908" y="49259"/>
                </a:lnTo>
                <a:lnTo>
                  <a:pt x="662760" y="49883"/>
                </a:lnTo>
                <a:lnTo>
                  <a:pt x="662642" y="50552"/>
                </a:lnTo>
                <a:lnTo>
                  <a:pt x="662551" y="51269"/>
                </a:lnTo>
                <a:lnTo>
                  <a:pt x="662488" y="52034"/>
                </a:lnTo>
                <a:lnTo>
                  <a:pt x="662450" y="52849"/>
                </a:lnTo>
                <a:lnTo>
                  <a:pt x="662438" y="53715"/>
                </a:lnTo>
                <a:lnTo>
                  <a:pt x="662438" y="124626"/>
                </a:lnTo>
                <a:lnTo>
                  <a:pt x="662450" y="125469"/>
                </a:lnTo>
                <a:lnTo>
                  <a:pt x="662484" y="126265"/>
                </a:lnTo>
                <a:lnTo>
                  <a:pt x="662543" y="127015"/>
                </a:lnTo>
                <a:lnTo>
                  <a:pt x="662628" y="127719"/>
                </a:lnTo>
                <a:lnTo>
                  <a:pt x="662741" y="128380"/>
                </a:lnTo>
                <a:lnTo>
                  <a:pt x="662881" y="128997"/>
                </a:lnTo>
                <a:lnTo>
                  <a:pt x="663051" y="129572"/>
                </a:lnTo>
                <a:lnTo>
                  <a:pt x="663252" y="130106"/>
                </a:lnTo>
                <a:lnTo>
                  <a:pt x="663485" y="130600"/>
                </a:lnTo>
                <a:lnTo>
                  <a:pt x="663752" y="131055"/>
                </a:lnTo>
                <a:lnTo>
                  <a:pt x="664053" y="131471"/>
                </a:lnTo>
                <a:lnTo>
                  <a:pt x="664390" y="131851"/>
                </a:lnTo>
                <a:lnTo>
                  <a:pt x="664764" y="132194"/>
                </a:lnTo>
                <a:lnTo>
                  <a:pt x="665177" y="132502"/>
                </a:lnTo>
                <a:lnTo>
                  <a:pt x="665629" y="132776"/>
                </a:lnTo>
                <a:lnTo>
                  <a:pt x="666122" y="133017"/>
                </a:lnTo>
                <a:lnTo>
                  <a:pt x="666658" y="133225"/>
                </a:lnTo>
                <a:lnTo>
                  <a:pt x="667236" y="133403"/>
                </a:lnTo>
                <a:lnTo>
                  <a:pt x="667860" y="133551"/>
                </a:lnTo>
                <a:lnTo>
                  <a:pt x="668529" y="133669"/>
                </a:lnTo>
                <a:lnTo>
                  <a:pt x="669245" y="133760"/>
                </a:lnTo>
                <a:lnTo>
                  <a:pt x="670010" y="133823"/>
                </a:lnTo>
                <a:lnTo>
                  <a:pt x="670825" y="133860"/>
                </a:lnTo>
                <a:lnTo>
                  <a:pt x="671690" y="133872"/>
                </a:lnTo>
                <a:lnTo>
                  <a:pt x="679404" y="133872"/>
                </a:lnTo>
                <a:lnTo>
                  <a:pt x="680291" y="133859"/>
                </a:lnTo>
                <a:lnTo>
                  <a:pt x="681124" y="133819"/>
                </a:lnTo>
                <a:lnTo>
                  <a:pt x="681904" y="133752"/>
                </a:lnTo>
                <a:lnTo>
                  <a:pt x="682632" y="133656"/>
                </a:lnTo>
                <a:lnTo>
                  <a:pt x="683310" y="133531"/>
                </a:lnTo>
                <a:lnTo>
                  <a:pt x="683940" y="133376"/>
                </a:lnTo>
                <a:lnTo>
                  <a:pt x="684522" y="133190"/>
                </a:lnTo>
                <a:lnTo>
                  <a:pt x="685058" y="132974"/>
                </a:lnTo>
                <a:lnTo>
                  <a:pt x="685551" y="132725"/>
                </a:lnTo>
                <a:lnTo>
                  <a:pt x="686000" y="132443"/>
                </a:lnTo>
                <a:lnTo>
                  <a:pt x="686409" y="132127"/>
                </a:lnTo>
                <a:lnTo>
                  <a:pt x="686778" y="131778"/>
                </a:lnTo>
                <a:lnTo>
                  <a:pt x="687109" y="131393"/>
                </a:lnTo>
                <a:lnTo>
                  <a:pt x="687403" y="130972"/>
                </a:lnTo>
                <a:lnTo>
                  <a:pt x="687661" y="130515"/>
                </a:lnTo>
                <a:lnTo>
                  <a:pt x="687887" y="130020"/>
                </a:lnTo>
                <a:lnTo>
                  <a:pt x="688080" y="129487"/>
                </a:lnTo>
                <a:lnTo>
                  <a:pt x="688242" y="128915"/>
                </a:lnTo>
                <a:lnTo>
                  <a:pt x="688376" y="128304"/>
                </a:lnTo>
                <a:lnTo>
                  <a:pt x="688481" y="127652"/>
                </a:lnTo>
                <a:lnTo>
                  <a:pt x="688561" y="126959"/>
                </a:lnTo>
                <a:lnTo>
                  <a:pt x="688616" y="126224"/>
                </a:lnTo>
                <a:lnTo>
                  <a:pt x="688648" y="125447"/>
                </a:lnTo>
                <a:lnTo>
                  <a:pt x="688658" y="124626"/>
                </a:lnTo>
                <a:lnTo>
                  <a:pt x="688658" y="82040"/>
                </a:lnTo>
                <a:lnTo>
                  <a:pt x="688716" y="79991"/>
                </a:lnTo>
                <a:lnTo>
                  <a:pt x="688884" y="78034"/>
                </a:lnTo>
                <a:lnTo>
                  <a:pt x="689158" y="76168"/>
                </a:lnTo>
                <a:lnTo>
                  <a:pt x="689533" y="74393"/>
                </a:lnTo>
                <a:lnTo>
                  <a:pt x="690003" y="72709"/>
                </a:lnTo>
                <a:lnTo>
                  <a:pt x="690562" y="71115"/>
                </a:lnTo>
                <a:lnTo>
                  <a:pt x="691206" y="69611"/>
                </a:lnTo>
                <a:lnTo>
                  <a:pt x="691929" y="68196"/>
                </a:lnTo>
                <a:lnTo>
                  <a:pt x="692725" y="66870"/>
                </a:lnTo>
                <a:lnTo>
                  <a:pt x="693590" y="65633"/>
                </a:lnTo>
                <a:lnTo>
                  <a:pt x="694517" y="64484"/>
                </a:lnTo>
                <a:lnTo>
                  <a:pt x="695502" y="63423"/>
                </a:lnTo>
                <a:lnTo>
                  <a:pt x="696540" y="62449"/>
                </a:lnTo>
                <a:lnTo>
                  <a:pt x="697624" y="61562"/>
                </a:lnTo>
                <a:lnTo>
                  <a:pt x="698750" y="60761"/>
                </a:lnTo>
                <a:lnTo>
                  <a:pt x="699912" y="60046"/>
                </a:lnTo>
                <a:lnTo>
                  <a:pt x="701104" y="59418"/>
                </a:lnTo>
                <a:lnTo>
                  <a:pt x="702322" y="58874"/>
                </a:lnTo>
                <a:lnTo>
                  <a:pt x="703561" y="58415"/>
                </a:lnTo>
                <a:lnTo>
                  <a:pt x="704814" y="58040"/>
                </a:lnTo>
                <a:lnTo>
                  <a:pt x="706076" y="57750"/>
                </a:lnTo>
                <a:lnTo>
                  <a:pt x="707342" y="57543"/>
                </a:lnTo>
                <a:lnTo>
                  <a:pt x="708607" y="57419"/>
                </a:lnTo>
                <a:lnTo>
                  <a:pt x="709866" y="57378"/>
                </a:lnTo>
                <a:lnTo>
                  <a:pt x="710984" y="57401"/>
                </a:lnTo>
                <a:lnTo>
                  <a:pt x="712029" y="57471"/>
                </a:lnTo>
                <a:lnTo>
                  <a:pt x="713002" y="57587"/>
                </a:lnTo>
                <a:lnTo>
                  <a:pt x="713906" y="57751"/>
                </a:lnTo>
                <a:lnTo>
                  <a:pt x="714743" y="57963"/>
                </a:lnTo>
                <a:lnTo>
                  <a:pt x="715516" y="58224"/>
                </a:lnTo>
                <a:lnTo>
                  <a:pt x="716226" y="58532"/>
                </a:lnTo>
                <a:lnTo>
                  <a:pt x="716877" y="58890"/>
                </a:lnTo>
                <a:lnTo>
                  <a:pt x="717469" y="59298"/>
                </a:lnTo>
                <a:lnTo>
                  <a:pt x="718007" y="59755"/>
                </a:lnTo>
                <a:lnTo>
                  <a:pt x="718492" y="60263"/>
                </a:lnTo>
                <a:lnTo>
                  <a:pt x="718926" y="60822"/>
                </a:lnTo>
                <a:lnTo>
                  <a:pt x="719312" y="61431"/>
                </a:lnTo>
                <a:lnTo>
                  <a:pt x="719652" y="62093"/>
                </a:lnTo>
                <a:lnTo>
                  <a:pt x="719949" y="62806"/>
                </a:lnTo>
                <a:lnTo>
                  <a:pt x="720204" y="63572"/>
                </a:lnTo>
                <a:lnTo>
                  <a:pt x="720421" y="64391"/>
                </a:lnTo>
                <a:lnTo>
                  <a:pt x="720601" y="65263"/>
                </a:lnTo>
                <a:lnTo>
                  <a:pt x="720747" y="66188"/>
                </a:lnTo>
                <a:lnTo>
                  <a:pt x="720862" y="67168"/>
                </a:lnTo>
                <a:lnTo>
                  <a:pt x="720946" y="68203"/>
                </a:lnTo>
                <a:lnTo>
                  <a:pt x="721004" y="69292"/>
                </a:lnTo>
                <a:lnTo>
                  <a:pt x="721037" y="70437"/>
                </a:lnTo>
                <a:lnTo>
                  <a:pt x="721047" y="71637"/>
                </a:lnTo>
                <a:lnTo>
                  <a:pt x="721047" y="124626"/>
                </a:lnTo>
                <a:lnTo>
                  <a:pt x="721055" y="125380"/>
                </a:lnTo>
                <a:lnTo>
                  <a:pt x="721078" y="126103"/>
                </a:lnTo>
                <a:lnTo>
                  <a:pt x="721121" y="126793"/>
                </a:lnTo>
                <a:lnTo>
                  <a:pt x="721184" y="127452"/>
                </a:lnTo>
                <a:lnTo>
                  <a:pt x="721270" y="128078"/>
                </a:lnTo>
                <a:lnTo>
                  <a:pt x="721381" y="128672"/>
                </a:lnTo>
                <a:lnTo>
                  <a:pt x="721520" y="129234"/>
                </a:lnTo>
                <a:lnTo>
                  <a:pt x="721689" y="129764"/>
                </a:lnTo>
                <a:lnTo>
                  <a:pt x="721891" y="130261"/>
                </a:lnTo>
                <a:lnTo>
                  <a:pt x="722126" y="130727"/>
                </a:lnTo>
                <a:lnTo>
                  <a:pt x="722398" y="131160"/>
                </a:lnTo>
                <a:lnTo>
                  <a:pt x="722709" y="131561"/>
                </a:lnTo>
                <a:lnTo>
                  <a:pt x="723061" y="131931"/>
                </a:lnTo>
                <a:lnTo>
                  <a:pt x="723457" y="132268"/>
                </a:lnTo>
                <a:lnTo>
                  <a:pt x="723898" y="132573"/>
                </a:lnTo>
                <a:lnTo>
                  <a:pt x="724387" y="132845"/>
                </a:lnTo>
                <a:lnTo>
                  <a:pt x="724927" y="133086"/>
                </a:lnTo>
                <a:lnTo>
                  <a:pt x="725519" y="133295"/>
                </a:lnTo>
                <a:lnTo>
                  <a:pt x="726166" y="133471"/>
                </a:lnTo>
                <a:lnTo>
                  <a:pt x="726869" y="133616"/>
                </a:lnTo>
                <a:lnTo>
                  <a:pt x="727632" y="133728"/>
                </a:lnTo>
                <a:lnTo>
                  <a:pt x="728457" y="133808"/>
                </a:lnTo>
                <a:lnTo>
                  <a:pt x="729345" y="133856"/>
                </a:lnTo>
                <a:lnTo>
                  <a:pt x="730299" y="133872"/>
                </a:lnTo>
                <a:lnTo>
                  <a:pt x="738013" y="133872"/>
                </a:lnTo>
                <a:lnTo>
                  <a:pt x="738900" y="133859"/>
                </a:lnTo>
                <a:lnTo>
                  <a:pt x="739733" y="133819"/>
                </a:lnTo>
                <a:lnTo>
                  <a:pt x="740513" y="133752"/>
                </a:lnTo>
                <a:lnTo>
                  <a:pt x="741242" y="133656"/>
                </a:lnTo>
                <a:lnTo>
                  <a:pt x="741920" y="133531"/>
                </a:lnTo>
                <a:lnTo>
                  <a:pt x="742549" y="133376"/>
                </a:lnTo>
                <a:lnTo>
                  <a:pt x="743131" y="133190"/>
                </a:lnTo>
                <a:lnTo>
                  <a:pt x="743668" y="132974"/>
                </a:lnTo>
                <a:lnTo>
                  <a:pt x="744160" y="132725"/>
                </a:lnTo>
                <a:lnTo>
                  <a:pt x="744610" y="132443"/>
                </a:lnTo>
                <a:lnTo>
                  <a:pt x="745018" y="132127"/>
                </a:lnTo>
                <a:lnTo>
                  <a:pt x="745387" y="131778"/>
                </a:lnTo>
                <a:lnTo>
                  <a:pt x="745718" y="131393"/>
                </a:lnTo>
                <a:lnTo>
                  <a:pt x="746012" y="130972"/>
                </a:lnTo>
                <a:lnTo>
                  <a:pt x="746271" y="130515"/>
                </a:lnTo>
                <a:lnTo>
                  <a:pt x="746496" y="130020"/>
                </a:lnTo>
                <a:lnTo>
                  <a:pt x="746689" y="129487"/>
                </a:lnTo>
                <a:lnTo>
                  <a:pt x="746851" y="128915"/>
                </a:lnTo>
                <a:lnTo>
                  <a:pt x="746985" y="128304"/>
                </a:lnTo>
                <a:lnTo>
                  <a:pt x="747091" y="127652"/>
                </a:lnTo>
                <a:lnTo>
                  <a:pt x="747170" y="126959"/>
                </a:lnTo>
                <a:lnTo>
                  <a:pt x="747225" y="126224"/>
                </a:lnTo>
                <a:lnTo>
                  <a:pt x="747257" y="125447"/>
                </a:lnTo>
                <a:lnTo>
                  <a:pt x="747267" y="124626"/>
                </a:lnTo>
                <a:lnTo>
                  <a:pt x="747267" y="71311"/>
                </a:lnTo>
                <a:lnTo>
                  <a:pt x="747223" y="68884"/>
                </a:lnTo>
                <a:lnTo>
                  <a:pt x="747089" y="66581"/>
                </a:lnTo>
                <a:lnTo>
                  <a:pt x="746865" y="64399"/>
                </a:lnTo>
                <a:lnTo>
                  <a:pt x="746548" y="62337"/>
                </a:lnTo>
                <a:close/>
                <a:moveTo>
                  <a:pt x="309109" y="75978"/>
                </a:moveTo>
                <a:lnTo>
                  <a:pt x="308383" y="72742"/>
                </a:lnTo>
                <a:lnTo>
                  <a:pt x="307496" y="69666"/>
                </a:lnTo>
                <a:lnTo>
                  <a:pt x="306446" y="66750"/>
                </a:lnTo>
                <a:lnTo>
                  <a:pt x="305234" y="63996"/>
                </a:lnTo>
                <a:lnTo>
                  <a:pt x="303859" y="61402"/>
                </a:lnTo>
                <a:lnTo>
                  <a:pt x="302322" y="58971"/>
                </a:lnTo>
                <a:lnTo>
                  <a:pt x="300621" y="56703"/>
                </a:lnTo>
                <a:lnTo>
                  <a:pt x="298757" y="54599"/>
                </a:lnTo>
                <a:lnTo>
                  <a:pt x="296729" y="52659"/>
                </a:lnTo>
                <a:lnTo>
                  <a:pt x="294537" y="50884"/>
                </a:lnTo>
                <a:lnTo>
                  <a:pt x="292181" y="49274"/>
                </a:lnTo>
                <a:lnTo>
                  <a:pt x="289661" y="47832"/>
                </a:lnTo>
                <a:lnTo>
                  <a:pt x="286976" y="46556"/>
                </a:lnTo>
                <a:lnTo>
                  <a:pt x="284126" y="45448"/>
                </a:lnTo>
                <a:lnTo>
                  <a:pt x="281111" y="44509"/>
                </a:lnTo>
                <a:lnTo>
                  <a:pt x="277930" y="43739"/>
                </a:lnTo>
                <a:lnTo>
                  <a:pt x="274584" y="43139"/>
                </a:lnTo>
                <a:lnTo>
                  <a:pt x="271072" y="42709"/>
                </a:lnTo>
                <a:lnTo>
                  <a:pt x="267394" y="42451"/>
                </a:lnTo>
                <a:lnTo>
                  <a:pt x="263549" y="42365"/>
                </a:lnTo>
                <a:lnTo>
                  <a:pt x="259614" y="42454"/>
                </a:lnTo>
                <a:lnTo>
                  <a:pt x="255860" y="42720"/>
                </a:lnTo>
                <a:lnTo>
                  <a:pt x="252283" y="43162"/>
                </a:lnTo>
                <a:lnTo>
                  <a:pt x="248885" y="43779"/>
                </a:lnTo>
                <a:lnTo>
                  <a:pt x="245662" y="44568"/>
                </a:lnTo>
                <a:lnTo>
                  <a:pt x="242615" y="45529"/>
                </a:lnTo>
                <a:lnTo>
                  <a:pt x="239742" y="46660"/>
                </a:lnTo>
                <a:lnTo>
                  <a:pt x="237043" y="47960"/>
                </a:lnTo>
                <a:lnTo>
                  <a:pt x="234515" y="49426"/>
                </a:lnTo>
                <a:lnTo>
                  <a:pt x="232158" y="51059"/>
                </a:lnTo>
                <a:lnTo>
                  <a:pt x="229972" y="52855"/>
                </a:lnTo>
                <a:lnTo>
                  <a:pt x="227954" y="54815"/>
                </a:lnTo>
                <a:lnTo>
                  <a:pt x="226103" y="56936"/>
                </a:lnTo>
                <a:lnTo>
                  <a:pt x="224420" y="59216"/>
                </a:lnTo>
                <a:lnTo>
                  <a:pt x="222902" y="61656"/>
                </a:lnTo>
                <a:lnTo>
                  <a:pt x="221548" y="64252"/>
                </a:lnTo>
                <a:lnTo>
                  <a:pt x="220358" y="67004"/>
                </a:lnTo>
                <a:lnTo>
                  <a:pt x="219329" y="69910"/>
                </a:lnTo>
                <a:lnTo>
                  <a:pt x="218462" y="72968"/>
                </a:lnTo>
                <a:lnTo>
                  <a:pt x="217756" y="76178"/>
                </a:lnTo>
                <a:lnTo>
                  <a:pt x="217208" y="79538"/>
                </a:lnTo>
                <a:lnTo>
                  <a:pt x="216818" y="83046"/>
                </a:lnTo>
                <a:lnTo>
                  <a:pt x="216584" y="86701"/>
                </a:lnTo>
                <a:lnTo>
                  <a:pt x="216507" y="90502"/>
                </a:lnTo>
                <a:lnTo>
                  <a:pt x="216593" y="94333"/>
                </a:lnTo>
                <a:lnTo>
                  <a:pt x="216851" y="97985"/>
                </a:lnTo>
                <a:lnTo>
                  <a:pt x="217278" y="101460"/>
                </a:lnTo>
                <a:lnTo>
                  <a:pt x="217875" y="104759"/>
                </a:lnTo>
                <a:lnTo>
                  <a:pt x="218640" y="107884"/>
                </a:lnTo>
                <a:lnTo>
                  <a:pt x="219570" y="110835"/>
                </a:lnTo>
                <a:lnTo>
                  <a:pt x="220666" y="113615"/>
                </a:lnTo>
                <a:lnTo>
                  <a:pt x="221926" y="116224"/>
                </a:lnTo>
                <a:lnTo>
                  <a:pt x="223349" y="118664"/>
                </a:lnTo>
                <a:lnTo>
                  <a:pt x="224933" y="120937"/>
                </a:lnTo>
                <a:lnTo>
                  <a:pt x="226677" y="123044"/>
                </a:lnTo>
                <a:lnTo>
                  <a:pt x="228580" y="124985"/>
                </a:lnTo>
                <a:lnTo>
                  <a:pt x="230641" y="126764"/>
                </a:lnTo>
                <a:lnTo>
                  <a:pt x="232858" y="128380"/>
                </a:lnTo>
                <a:lnTo>
                  <a:pt x="235230" y="129836"/>
                </a:lnTo>
                <a:lnTo>
                  <a:pt x="237757" y="131133"/>
                </a:lnTo>
                <a:lnTo>
                  <a:pt x="240435" y="132272"/>
                </a:lnTo>
                <a:lnTo>
                  <a:pt x="243265" y="133254"/>
                </a:lnTo>
                <a:lnTo>
                  <a:pt x="246246" y="134082"/>
                </a:lnTo>
                <a:lnTo>
                  <a:pt x="249375" y="134756"/>
                </a:lnTo>
                <a:lnTo>
                  <a:pt x="252652" y="135278"/>
                </a:lnTo>
                <a:lnTo>
                  <a:pt x="256075" y="135648"/>
                </a:lnTo>
                <a:lnTo>
                  <a:pt x="259643" y="135870"/>
                </a:lnTo>
                <a:lnTo>
                  <a:pt x="263355" y="135944"/>
                </a:lnTo>
                <a:lnTo>
                  <a:pt x="267068" y="135871"/>
                </a:lnTo>
                <a:lnTo>
                  <a:pt x="270639" y="135652"/>
                </a:lnTo>
                <a:lnTo>
                  <a:pt x="274067" y="135285"/>
                </a:lnTo>
                <a:lnTo>
                  <a:pt x="277350" y="134769"/>
                </a:lnTo>
                <a:lnTo>
                  <a:pt x="280487" y="134102"/>
                </a:lnTo>
                <a:lnTo>
                  <a:pt x="283476" y="133282"/>
                </a:lnTo>
                <a:lnTo>
                  <a:pt x="286315" y="132307"/>
                </a:lnTo>
                <a:lnTo>
                  <a:pt x="289005" y="131176"/>
                </a:lnTo>
                <a:lnTo>
                  <a:pt x="291542" y="129887"/>
                </a:lnTo>
                <a:lnTo>
                  <a:pt x="293926" y="128439"/>
                </a:lnTo>
                <a:lnTo>
                  <a:pt x="296155" y="126830"/>
                </a:lnTo>
                <a:lnTo>
                  <a:pt x="298227" y="125058"/>
                </a:lnTo>
                <a:lnTo>
                  <a:pt x="300142" y="123122"/>
                </a:lnTo>
                <a:lnTo>
                  <a:pt x="301898" y="121020"/>
                </a:lnTo>
                <a:lnTo>
                  <a:pt x="303494" y="118750"/>
                </a:lnTo>
                <a:lnTo>
                  <a:pt x="304928" y="116310"/>
                </a:lnTo>
                <a:lnTo>
                  <a:pt x="306198" y="113700"/>
                </a:lnTo>
                <a:lnTo>
                  <a:pt x="307303" y="110917"/>
                </a:lnTo>
                <a:lnTo>
                  <a:pt x="308243" y="107960"/>
                </a:lnTo>
                <a:lnTo>
                  <a:pt x="309014" y="104827"/>
                </a:lnTo>
                <a:lnTo>
                  <a:pt x="309617" y="101516"/>
                </a:lnTo>
                <a:lnTo>
                  <a:pt x="310049" y="98026"/>
                </a:lnTo>
                <a:lnTo>
                  <a:pt x="310310" y="94355"/>
                </a:lnTo>
                <a:lnTo>
                  <a:pt x="310397" y="90502"/>
                </a:lnTo>
                <a:lnTo>
                  <a:pt x="310316" y="86635"/>
                </a:lnTo>
                <a:lnTo>
                  <a:pt x="310075" y="82925"/>
                </a:lnTo>
                <a:lnTo>
                  <a:pt x="309673" y="79372"/>
                </a:lnTo>
                <a:lnTo>
                  <a:pt x="309109" y="75978"/>
                </a:lnTo>
                <a:close/>
                <a:moveTo>
                  <a:pt x="284081" y="95894"/>
                </a:moveTo>
                <a:lnTo>
                  <a:pt x="283990" y="97815"/>
                </a:lnTo>
                <a:lnTo>
                  <a:pt x="283854" y="99717"/>
                </a:lnTo>
                <a:lnTo>
                  <a:pt x="283665" y="101591"/>
                </a:lnTo>
                <a:lnTo>
                  <a:pt x="283413" y="103430"/>
                </a:lnTo>
                <a:lnTo>
                  <a:pt x="283089" y="105224"/>
                </a:lnTo>
                <a:lnTo>
                  <a:pt x="282685" y="106964"/>
                </a:lnTo>
                <a:lnTo>
                  <a:pt x="282191" y="108642"/>
                </a:lnTo>
                <a:lnTo>
                  <a:pt x="281598" y="110250"/>
                </a:lnTo>
                <a:lnTo>
                  <a:pt x="280898" y="111779"/>
                </a:lnTo>
                <a:lnTo>
                  <a:pt x="280082" y="113220"/>
                </a:lnTo>
                <a:lnTo>
                  <a:pt x="279141" y="114564"/>
                </a:lnTo>
                <a:lnTo>
                  <a:pt x="278065" y="115803"/>
                </a:lnTo>
                <a:lnTo>
                  <a:pt x="276846" y="116929"/>
                </a:lnTo>
                <a:lnTo>
                  <a:pt x="275474" y="117933"/>
                </a:lnTo>
                <a:lnTo>
                  <a:pt x="273942" y="118806"/>
                </a:lnTo>
                <a:lnTo>
                  <a:pt x="272239" y="119539"/>
                </a:lnTo>
                <a:lnTo>
                  <a:pt x="270358" y="120125"/>
                </a:lnTo>
                <a:lnTo>
                  <a:pt x="268288" y="120554"/>
                </a:lnTo>
                <a:lnTo>
                  <a:pt x="266021" y="120817"/>
                </a:lnTo>
                <a:lnTo>
                  <a:pt x="263549" y="120907"/>
                </a:lnTo>
                <a:lnTo>
                  <a:pt x="261053" y="120818"/>
                </a:lnTo>
                <a:lnTo>
                  <a:pt x="258765" y="120557"/>
                </a:lnTo>
                <a:lnTo>
                  <a:pt x="256676" y="120133"/>
                </a:lnTo>
                <a:lnTo>
                  <a:pt x="254777" y="119553"/>
                </a:lnTo>
                <a:lnTo>
                  <a:pt x="253058" y="118826"/>
                </a:lnTo>
                <a:lnTo>
                  <a:pt x="251511" y="117960"/>
                </a:lnTo>
                <a:lnTo>
                  <a:pt x="250127" y="116964"/>
                </a:lnTo>
                <a:lnTo>
                  <a:pt x="248896" y="115847"/>
                </a:lnTo>
                <a:lnTo>
                  <a:pt x="247810" y="114615"/>
                </a:lnTo>
                <a:lnTo>
                  <a:pt x="246860" y="113278"/>
                </a:lnTo>
                <a:lnTo>
                  <a:pt x="246036" y="111845"/>
                </a:lnTo>
                <a:lnTo>
                  <a:pt x="245330" y="110323"/>
                </a:lnTo>
                <a:lnTo>
                  <a:pt x="244732" y="108721"/>
                </a:lnTo>
                <a:lnTo>
                  <a:pt x="244233" y="107046"/>
                </a:lnTo>
                <a:lnTo>
                  <a:pt x="243825" y="105309"/>
                </a:lnTo>
                <a:lnTo>
                  <a:pt x="243498" y="103516"/>
                </a:lnTo>
                <a:lnTo>
                  <a:pt x="243244" y="101677"/>
                </a:lnTo>
                <a:lnTo>
                  <a:pt x="243052" y="99799"/>
                </a:lnTo>
                <a:lnTo>
                  <a:pt x="242915" y="97891"/>
                </a:lnTo>
                <a:lnTo>
                  <a:pt x="242823" y="95961"/>
                </a:lnTo>
                <a:lnTo>
                  <a:pt x="242768" y="94018"/>
                </a:lnTo>
                <a:lnTo>
                  <a:pt x="242739" y="92070"/>
                </a:lnTo>
                <a:lnTo>
                  <a:pt x="242728" y="90125"/>
                </a:lnTo>
                <a:lnTo>
                  <a:pt x="242727" y="88192"/>
                </a:lnTo>
                <a:lnTo>
                  <a:pt x="242728" y="86329"/>
                </a:lnTo>
                <a:lnTo>
                  <a:pt x="242739" y="84451"/>
                </a:lnTo>
                <a:lnTo>
                  <a:pt x="242767" y="82566"/>
                </a:lnTo>
                <a:lnTo>
                  <a:pt x="242822" y="80681"/>
                </a:lnTo>
                <a:lnTo>
                  <a:pt x="242914" y="78807"/>
                </a:lnTo>
                <a:lnTo>
                  <a:pt x="243049" y="76950"/>
                </a:lnTo>
                <a:lnTo>
                  <a:pt x="243239" y="75120"/>
                </a:lnTo>
                <a:lnTo>
                  <a:pt x="243491" y="73325"/>
                </a:lnTo>
                <a:lnTo>
                  <a:pt x="243815" y="71574"/>
                </a:lnTo>
                <a:lnTo>
                  <a:pt x="244219" y="69874"/>
                </a:lnTo>
                <a:lnTo>
                  <a:pt x="244713" y="68235"/>
                </a:lnTo>
                <a:lnTo>
                  <a:pt x="245305" y="66664"/>
                </a:lnTo>
                <a:lnTo>
                  <a:pt x="246005" y="65171"/>
                </a:lnTo>
                <a:lnTo>
                  <a:pt x="246822" y="63763"/>
                </a:lnTo>
                <a:lnTo>
                  <a:pt x="247763" y="62449"/>
                </a:lnTo>
                <a:lnTo>
                  <a:pt x="248839" y="61237"/>
                </a:lnTo>
                <a:lnTo>
                  <a:pt x="250058" y="60137"/>
                </a:lnTo>
                <a:lnTo>
                  <a:pt x="251429" y="59156"/>
                </a:lnTo>
                <a:lnTo>
                  <a:pt x="252962" y="58302"/>
                </a:lnTo>
                <a:lnTo>
                  <a:pt x="254664" y="57585"/>
                </a:lnTo>
                <a:lnTo>
                  <a:pt x="256546" y="57013"/>
                </a:lnTo>
                <a:lnTo>
                  <a:pt x="258616" y="56594"/>
                </a:lnTo>
                <a:lnTo>
                  <a:pt x="260882" y="56336"/>
                </a:lnTo>
                <a:lnTo>
                  <a:pt x="263355" y="56248"/>
                </a:lnTo>
                <a:lnTo>
                  <a:pt x="265851" y="56335"/>
                </a:lnTo>
                <a:lnTo>
                  <a:pt x="268139" y="56590"/>
                </a:lnTo>
                <a:lnTo>
                  <a:pt x="270228" y="57005"/>
                </a:lnTo>
                <a:lnTo>
                  <a:pt x="272127" y="57572"/>
                </a:lnTo>
                <a:lnTo>
                  <a:pt x="273846" y="58282"/>
                </a:lnTo>
                <a:lnTo>
                  <a:pt x="275392" y="59128"/>
                </a:lnTo>
                <a:lnTo>
                  <a:pt x="276777" y="60102"/>
                </a:lnTo>
                <a:lnTo>
                  <a:pt x="278007" y="61194"/>
                </a:lnTo>
                <a:lnTo>
                  <a:pt x="279093" y="62398"/>
                </a:lnTo>
                <a:lnTo>
                  <a:pt x="280044" y="63704"/>
                </a:lnTo>
                <a:lnTo>
                  <a:pt x="280868" y="65104"/>
                </a:lnTo>
                <a:lnTo>
                  <a:pt x="281574" y="66591"/>
                </a:lnTo>
                <a:lnTo>
                  <a:pt x="282172" y="68156"/>
                </a:lnTo>
                <a:lnTo>
                  <a:pt x="282670" y="69792"/>
                </a:lnTo>
                <a:lnTo>
                  <a:pt x="283079" y="71489"/>
                </a:lnTo>
                <a:lnTo>
                  <a:pt x="283406" y="73239"/>
                </a:lnTo>
                <a:lnTo>
                  <a:pt x="283660" y="75035"/>
                </a:lnTo>
                <a:lnTo>
                  <a:pt x="283851" y="76868"/>
                </a:lnTo>
                <a:lnTo>
                  <a:pt x="283988" y="78731"/>
                </a:lnTo>
                <a:lnTo>
                  <a:pt x="284080" y="80614"/>
                </a:lnTo>
                <a:lnTo>
                  <a:pt x="284136" y="82510"/>
                </a:lnTo>
                <a:lnTo>
                  <a:pt x="284165" y="84410"/>
                </a:lnTo>
                <a:lnTo>
                  <a:pt x="284175" y="86307"/>
                </a:lnTo>
                <a:lnTo>
                  <a:pt x="284177" y="88192"/>
                </a:lnTo>
                <a:lnTo>
                  <a:pt x="284175" y="90103"/>
                </a:lnTo>
                <a:lnTo>
                  <a:pt x="284165" y="92029"/>
                </a:lnTo>
                <a:lnTo>
                  <a:pt x="284136" y="93962"/>
                </a:lnTo>
                <a:lnTo>
                  <a:pt x="284081" y="95894"/>
                </a:lnTo>
                <a:close/>
                <a:moveTo>
                  <a:pt x="133464" y="48691"/>
                </a:moveTo>
                <a:lnTo>
                  <a:pt x="133257" y="48246"/>
                </a:lnTo>
                <a:lnTo>
                  <a:pt x="133022" y="47844"/>
                </a:lnTo>
                <a:lnTo>
                  <a:pt x="132757" y="47485"/>
                </a:lnTo>
                <a:lnTo>
                  <a:pt x="132464" y="47166"/>
                </a:lnTo>
                <a:lnTo>
                  <a:pt x="132142" y="46884"/>
                </a:lnTo>
                <a:lnTo>
                  <a:pt x="131791" y="46638"/>
                </a:lnTo>
                <a:lnTo>
                  <a:pt x="131411" y="46424"/>
                </a:lnTo>
                <a:lnTo>
                  <a:pt x="131004" y="46241"/>
                </a:lnTo>
                <a:lnTo>
                  <a:pt x="130568" y="46086"/>
                </a:lnTo>
                <a:lnTo>
                  <a:pt x="130104" y="45956"/>
                </a:lnTo>
                <a:lnTo>
                  <a:pt x="129613" y="45850"/>
                </a:lnTo>
                <a:lnTo>
                  <a:pt x="129094" y="45766"/>
                </a:lnTo>
                <a:lnTo>
                  <a:pt x="128547" y="45700"/>
                </a:lnTo>
                <a:lnTo>
                  <a:pt x="127974" y="45650"/>
                </a:lnTo>
                <a:lnTo>
                  <a:pt x="127373" y="45614"/>
                </a:lnTo>
                <a:lnTo>
                  <a:pt x="126745" y="45591"/>
                </a:lnTo>
                <a:lnTo>
                  <a:pt x="126090" y="45576"/>
                </a:lnTo>
                <a:lnTo>
                  <a:pt x="125409" y="45569"/>
                </a:lnTo>
                <a:lnTo>
                  <a:pt x="124701" y="45566"/>
                </a:lnTo>
                <a:lnTo>
                  <a:pt x="123967" y="45566"/>
                </a:lnTo>
                <a:lnTo>
                  <a:pt x="122869" y="45569"/>
                </a:lnTo>
                <a:lnTo>
                  <a:pt x="121838" y="45583"/>
                </a:lnTo>
                <a:lnTo>
                  <a:pt x="120871" y="45610"/>
                </a:lnTo>
                <a:lnTo>
                  <a:pt x="119965" y="45655"/>
                </a:lnTo>
                <a:lnTo>
                  <a:pt x="119118" y="45721"/>
                </a:lnTo>
                <a:lnTo>
                  <a:pt x="118325" y="45813"/>
                </a:lnTo>
                <a:lnTo>
                  <a:pt x="117583" y="45933"/>
                </a:lnTo>
                <a:lnTo>
                  <a:pt x="116891" y="46087"/>
                </a:lnTo>
                <a:lnTo>
                  <a:pt x="116243" y="46278"/>
                </a:lnTo>
                <a:lnTo>
                  <a:pt x="115639" y="46509"/>
                </a:lnTo>
                <a:lnTo>
                  <a:pt x="115073" y="46785"/>
                </a:lnTo>
                <a:lnTo>
                  <a:pt x="114544" y="47109"/>
                </a:lnTo>
                <a:lnTo>
                  <a:pt x="114048" y="47485"/>
                </a:lnTo>
                <a:lnTo>
                  <a:pt x="113582" y="47917"/>
                </a:lnTo>
                <a:lnTo>
                  <a:pt x="113143" y="48410"/>
                </a:lnTo>
                <a:lnTo>
                  <a:pt x="112727" y="48966"/>
                </a:lnTo>
                <a:lnTo>
                  <a:pt x="112333" y="49589"/>
                </a:lnTo>
                <a:lnTo>
                  <a:pt x="111956" y="50284"/>
                </a:lnTo>
                <a:lnTo>
                  <a:pt x="111594" y="51055"/>
                </a:lnTo>
                <a:lnTo>
                  <a:pt x="111243" y="51904"/>
                </a:lnTo>
                <a:lnTo>
                  <a:pt x="110901" y="52837"/>
                </a:lnTo>
                <a:lnTo>
                  <a:pt x="110564" y="53857"/>
                </a:lnTo>
                <a:lnTo>
                  <a:pt x="110229" y="54967"/>
                </a:lnTo>
                <a:lnTo>
                  <a:pt x="109893" y="56171"/>
                </a:lnTo>
                <a:lnTo>
                  <a:pt x="94278" y="112087"/>
                </a:lnTo>
                <a:lnTo>
                  <a:pt x="77890" y="54244"/>
                </a:lnTo>
                <a:lnTo>
                  <a:pt x="77744" y="53713"/>
                </a:lnTo>
                <a:lnTo>
                  <a:pt x="77592" y="53182"/>
                </a:lnTo>
                <a:lnTo>
                  <a:pt x="77433" y="52654"/>
                </a:lnTo>
                <a:lnTo>
                  <a:pt x="77261" y="52129"/>
                </a:lnTo>
                <a:lnTo>
                  <a:pt x="77075" y="51610"/>
                </a:lnTo>
                <a:lnTo>
                  <a:pt x="76872" y="51099"/>
                </a:lnTo>
                <a:lnTo>
                  <a:pt x="76647" y="50598"/>
                </a:lnTo>
                <a:lnTo>
                  <a:pt x="76397" y="50109"/>
                </a:lnTo>
                <a:lnTo>
                  <a:pt x="76121" y="49634"/>
                </a:lnTo>
                <a:lnTo>
                  <a:pt x="75813" y="49175"/>
                </a:lnTo>
                <a:lnTo>
                  <a:pt x="75472" y="48735"/>
                </a:lnTo>
                <a:lnTo>
                  <a:pt x="75094" y="48314"/>
                </a:lnTo>
                <a:lnTo>
                  <a:pt x="74676" y="47916"/>
                </a:lnTo>
                <a:lnTo>
                  <a:pt x="74214" y="47541"/>
                </a:lnTo>
                <a:lnTo>
                  <a:pt x="73706" y="47193"/>
                </a:lnTo>
                <a:lnTo>
                  <a:pt x="73148" y="46873"/>
                </a:lnTo>
                <a:lnTo>
                  <a:pt x="72537" y="46583"/>
                </a:lnTo>
                <a:lnTo>
                  <a:pt x="71870" y="46325"/>
                </a:lnTo>
                <a:lnTo>
                  <a:pt x="71144" y="46101"/>
                </a:lnTo>
                <a:lnTo>
                  <a:pt x="70356" y="45914"/>
                </a:lnTo>
                <a:lnTo>
                  <a:pt x="69502" y="45764"/>
                </a:lnTo>
                <a:lnTo>
                  <a:pt x="68579" y="45655"/>
                </a:lnTo>
                <a:lnTo>
                  <a:pt x="67584" y="45588"/>
                </a:lnTo>
                <a:lnTo>
                  <a:pt x="66514" y="45566"/>
                </a:lnTo>
                <a:lnTo>
                  <a:pt x="66144" y="45566"/>
                </a:lnTo>
                <a:lnTo>
                  <a:pt x="65761" y="45568"/>
                </a:lnTo>
                <a:lnTo>
                  <a:pt x="65363" y="45574"/>
                </a:lnTo>
                <a:lnTo>
                  <a:pt x="64955" y="45586"/>
                </a:lnTo>
                <a:lnTo>
                  <a:pt x="64535" y="45606"/>
                </a:lnTo>
                <a:lnTo>
                  <a:pt x="64107" y="45635"/>
                </a:lnTo>
                <a:lnTo>
                  <a:pt x="63671" y="45676"/>
                </a:lnTo>
                <a:lnTo>
                  <a:pt x="63229" y="45730"/>
                </a:lnTo>
                <a:lnTo>
                  <a:pt x="62783" y="45800"/>
                </a:lnTo>
                <a:lnTo>
                  <a:pt x="62333" y="45886"/>
                </a:lnTo>
                <a:lnTo>
                  <a:pt x="61881" y="45993"/>
                </a:lnTo>
                <a:lnTo>
                  <a:pt x="61429" y="46120"/>
                </a:lnTo>
                <a:lnTo>
                  <a:pt x="60978" y="46271"/>
                </a:lnTo>
                <a:lnTo>
                  <a:pt x="60529" y="46446"/>
                </a:lnTo>
                <a:lnTo>
                  <a:pt x="60085" y="46649"/>
                </a:lnTo>
                <a:lnTo>
                  <a:pt x="59645" y="46880"/>
                </a:lnTo>
                <a:lnTo>
                  <a:pt x="59212" y="47142"/>
                </a:lnTo>
                <a:lnTo>
                  <a:pt x="58787" y="47437"/>
                </a:lnTo>
                <a:lnTo>
                  <a:pt x="58372" y="47767"/>
                </a:lnTo>
                <a:lnTo>
                  <a:pt x="57968" y="48133"/>
                </a:lnTo>
                <a:lnTo>
                  <a:pt x="57576" y="48538"/>
                </a:lnTo>
                <a:lnTo>
                  <a:pt x="57197" y="48983"/>
                </a:lnTo>
                <a:lnTo>
                  <a:pt x="56834" y="49470"/>
                </a:lnTo>
                <a:lnTo>
                  <a:pt x="56488" y="50002"/>
                </a:lnTo>
                <a:lnTo>
                  <a:pt x="56237" y="50519"/>
                </a:lnTo>
                <a:lnTo>
                  <a:pt x="55919" y="51336"/>
                </a:lnTo>
                <a:lnTo>
                  <a:pt x="55538" y="52434"/>
                </a:lnTo>
                <a:lnTo>
                  <a:pt x="55098" y="53796"/>
                </a:lnTo>
                <a:lnTo>
                  <a:pt x="54603" y="55403"/>
                </a:lnTo>
                <a:lnTo>
                  <a:pt x="54055" y="57238"/>
                </a:lnTo>
                <a:lnTo>
                  <a:pt x="53460" y="59284"/>
                </a:lnTo>
                <a:lnTo>
                  <a:pt x="52819" y="61521"/>
                </a:lnTo>
                <a:lnTo>
                  <a:pt x="52138" y="63932"/>
                </a:lnTo>
                <a:lnTo>
                  <a:pt x="51420" y="66499"/>
                </a:lnTo>
                <a:lnTo>
                  <a:pt x="50668" y="69205"/>
                </a:lnTo>
                <a:lnTo>
                  <a:pt x="49886" y="72031"/>
                </a:lnTo>
                <a:lnTo>
                  <a:pt x="49079" y="74959"/>
                </a:lnTo>
                <a:lnTo>
                  <a:pt x="48248" y="77972"/>
                </a:lnTo>
                <a:lnTo>
                  <a:pt x="47400" y="81051"/>
                </a:lnTo>
                <a:lnTo>
                  <a:pt x="46536" y="84180"/>
                </a:lnTo>
                <a:lnTo>
                  <a:pt x="45660" y="87339"/>
                </a:lnTo>
                <a:lnTo>
                  <a:pt x="44777" y="90510"/>
                </a:lnTo>
                <a:lnTo>
                  <a:pt x="43890" y="93677"/>
                </a:lnTo>
                <a:lnTo>
                  <a:pt x="43002" y="96821"/>
                </a:lnTo>
                <a:lnTo>
                  <a:pt x="42118" y="99924"/>
                </a:lnTo>
                <a:lnTo>
                  <a:pt x="41241" y="102969"/>
                </a:lnTo>
                <a:lnTo>
                  <a:pt x="40375" y="105936"/>
                </a:lnTo>
                <a:lnTo>
                  <a:pt x="39523" y="108810"/>
                </a:lnTo>
                <a:lnTo>
                  <a:pt x="24099" y="54244"/>
                </a:lnTo>
                <a:lnTo>
                  <a:pt x="23857" y="53448"/>
                </a:lnTo>
                <a:lnTo>
                  <a:pt x="23610" y="52696"/>
                </a:lnTo>
                <a:lnTo>
                  <a:pt x="23356" y="51989"/>
                </a:lnTo>
                <a:lnTo>
                  <a:pt x="23094" y="51325"/>
                </a:lnTo>
                <a:lnTo>
                  <a:pt x="22819" y="50703"/>
                </a:lnTo>
                <a:lnTo>
                  <a:pt x="22530" y="50122"/>
                </a:lnTo>
                <a:lnTo>
                  <a:pt x="22225" y="49581"/>
                </a:lnTo>
                <a:lnTo>
                  <a:pt x="21900" y="49080"/>
                </a:lnTo>
                <a:lnTo>
                  <a:pt x="21555" y="48617"/>
                </a:lnTo>
                <a:lnTo>
                  <a:pt x="21185" y="48191"/>
                </a:lnTo>
                <a:lnTo>
                  <a:pt x="20789" y="47801"/>
                </a:lnTo>
                <a:lnTo>
                  <a:pt x="20364" y="47446"/>
                </a:lnTo>
                <a:lnTo>
                  <a:pt x="19909" y="47125"/>
                </a:lnTo>
                <a:lnTo>
                  <a:pt x="19419" y="46838"/>
                </a:lnTo>
                <a:lnTo>
                  <a:pt x="18894" y="46583"/>
                </a:lnTo>
                <a:lnTo>
                  <a:pt x="18330" y="46358"/>
                </a:lnTo>
                <a:lnTo>
                  <a:pt x="17726" y="46164"/>
                </a:lnTo>
                <a:lnTo>
                  <a:pt x="17078" y="45999"/>
                </a:lnTo>
                <a:lnTo>
                  <a:pt x="16384" y="45863"/>
                </a:lnTo>
                <a:lnTo>
                  <a:pt x="15643" y="45753"/>
                </a:lnTo>
                <a:lnTo>
                  <a:pt x="14851" y="45670"/>
                </a:lnTo>
                <a:lnTo>
                  <a:pt x="14006" y="45611"/>
                </a:lnTo>
                <a:lnTo>
                  <a:pt x="13105" y="45577"/>
                </a:lnTo>
                <a:lnTo>
                  <a:pt x="12147" y="45566"/>
                </a:lnTo>
                <a:lnTo>
                  <a:pt x="8290" y="45566"/>
                </a:lnTo>
                <a:lnTo>
                  <a:pt x="7830" y="45566"/>
                </a:lnTo>
                <a:lnTo>
                  <a:pt x="7369" y="45569"/>
                </a:lnTo>
                <a:lnTo>
                  <a:pt x="6906" y="45576"/>
                </a:lnTo>
                <a:lnTo>
                  <a:pt x="6444" y="45591"/>
                </a:lnTo>
                <a:lnTo>
                  <a:pt x="5986" y="45614"/>
                </a:lnTo>
                <a:lnTo>
                  <a:pt x="5531" y="45650"/>
                </a:lnTo>
                <a:lnTo>
                  <a:pt x="5083" y="45700"/>
                </a:lnTo>
                <a:lnTo>
                  <a:pt x="4642" y="45766"/>
                </a:lnTo>
                <a:lnTo>
                  <a:pt x="4210" y="45850"/>
                </a:lnTo>
                <a:lnTo>
                  <a:pt x="3790" y="45956"/>
                </a:lnTo>
                <a:lnTo>
                  <a:pt x="3382" y="46086"/>
                </a:lnTo>
                <a:lnTo>
                  <a:pt x="2989" y="46241"/>
                </a:lnTo>
                <a:lnTo>
                  <a:pt x="2612" y="46424"/>
                </a:lnTo>
                <a:lnTo>
                  <a:pt x="2252" y="46638"/>
                </a:lnTo>
                <a:lnTo>
                  <a:pt x="1912" y="46884"/>
                </a:lnTo>
                <a:lnTo>
                  <a:pt x="1593" y="47166"/>
                </a:lnTo>
                <a:lnTo>
                  <a:pt x="1297" y="47485"/>
                </a:lnTo>
                <a:lnTo>
                  <a:pt x="1025" y="47844"/>
                </a:lnTo>
                <a:lnTo>
                  <a:pt x="779" y="48246"/>
                </a:lnTo>
                <a:lnTo>
                  <a:pt x="561" y="48691"/>
                </a:lnTo>
                <a:lnTo>
                  <a:pt x="372" y="49184"/>
                </a:lnTo>
                <a:lnTo>
                  <a:pt x="215" y="49726"/>
                </a:lnTo>
                <a:lnTo>
                  <a:pt x="90" y="50320"/>
                </a:lnTo>
                <a:lnTo>
                  <a:pt x="0" y="50967"/>
                </a:lnTo>
                <a:lnTo>
                  <a:pt x="20437" y="125005"/>
                </a:lnTo>
                <a:lnTo>
                  <a:pt x="20763" y="126068"/>
                </a:lnTo>
                <a:lnTo>
                  <a:pt x="21114" y="127042"/>
                </a:lnTo>
                <a:lnTo>
                  <a:pt x="21489" y="127932"/>
                </a:lnTo>
                <a:lnTo>
                  <a:pt x="21886" y="128741"/>
                </a:lnTo>
                <a:lnTo>
                  <a:pt x="22305" y="129473"/>
                </a:lnTo>
                <a:lnTo>
                  <a:pt x="22744" y="130132"/>
                </a:lnTo>
                <a:lnTo>
                  <a:pt x="23202" y="130721"/>
                </a:lnTo>
                <a:lnTo>
                  <a:pt x="23679" y="131245"/>
                </a:lnTo>
                <a:lnTo>
                  <a:pt x="24171" y="131708"/>
                </a:lnTo>
                <a:lnTo>
                  <a:pt x="24680" y="132112"/>
                </a:lnTo>
                <a:lnTo>
                  <a:pt x="25203" y="132463"/>
                </a:lnTo>
                <a:lnTo>
                  <a:pt x="25739" y="132764"/>
                </a:lnTo>
                <a:lnTo>
                  <a:pt x="26287" y="133019"/>
                </a:lnTo>
                <a:lnTo>
                  <a:pt x="26846" y="133231"/>
                </a:lnTo>
                <a:lnTo>
                  <a:pt x="27415" y="133405"/>
                </a:lnTo>
                <a:lnTo>
                  <a:pt x="27992" y="133544"/>
                </a:lnTo>
                <a:lnTo>
                  <a:pt x="28577" y="133652"/>
                </a:lnTo>
                <a:lnTo>
                  <a:pt x="29167" y="133734"/>
                </a:lnTo>
                <a:lnTo>
                  <a:pt x="29763" y="133792"/>
                </a:lnTo>
                <a:lnTo>
                  <a:pt x="30363" y="133831"/>
                </a:lnTo>
                <a:lnTo>
                  <a:pt x="30966" y="133855"/>
                </a:lnTo>
                <a:lnTo>
                  <a:pt x="31570" y="133867"/>
                </a:lnTo>
                <a:lnTo>
                  <a:pt x="32174" y="133872"/>
                </a:lnTo>
                <a:lnTo>
                  <a:pt x="32777" y="133872"/>
                </a:lnTo>
                <a:lnTo>
                  <a:pt x="38176" y="133872"/>
                </a:lnTo>
                <a:lnTo>
                  <a:pt x="39270" y="133857"/>
                </a:lnTo>
                <a:lnTo>
                  <a:pt x="40289" y="133811"/>
                </a:lnTo>
                <a:lnTo>
                  <a:pt x="41237" y="133733"/>
                </a:lnTo>
                <a:lnTo>
                  <a:pt x="42117" y="133622"/>
                </a:lnTo>
                <a:lnTo>
                  <a:pt x="42933" y="133478"/>
                </a:lnTo>
                <a:lnTo>
                  <a:pt x="43688" y="133300"/>
                </a:lnTo>
                <a:lnTo>
                  <a:pt x="44386" y="133087"/>
                </a:lnTo>
                <a:lnTo>
                  <a:pt x="45030" y="132837"/>
                </a:lnTo>
                <a:lnTo>
                  <a:pt x="45624" y="132551"/>
                </a:lnTo>
                <a:lnTo>
                  <a:pt x="46171" y="132227"/>
                </a:lnTo>
                <a:lnTo>
                  <a:pt x="46675" y="131864"/>
                </a:lnTo>
                <a:lnTo>
                  <a:pt x="47139" y="131463"/>
                </a:lnTo>
                <a:lnTo>
                  <a:pt x="47568" y="131021"/>
                </a:lnTo>
                <a:lnTo>
                  <a:pt x="47963" y="130538"/>
                </a:lnTo>
                <a:lnTo>
                  <a:pt x="48330" y="130013"/>
                </a:lnTo>
                <a:lnTo>
                  <a:pt x="48671" y="129445"/>
                </a:lnTo>
                <a:lnTo>
                  <a:pt x="48990" y="128835"/>
                </a:lnTo>
                <a:lnTo>
                  <a:pt x="49290" y="128179"/>
                </a:lnTo>
                <a:lnTo>
                  <a:pt x="49575" y="127479"/>
                </a:lnTo>
                <a:lnTo>
                  <a:pt x="49849" y="126732"/>
                </a:lnTo>
                <a:lnTo>
                  <a:pt x="50115" y="125939"/>
                </a:lnTo>
                <a:lnTo>
                  <a:pt x="50376" y="125098"/>
                </a:lnTo>
                <a:lnTo>
                  <a:pt x="50636" y="124208"/>
                </a:lnTo>
                <a:lnTo>
                  <a:pt x="50899" y="123269"/>
                </a:lnTo>
                <a:lnTo>
                  <a:pt x="51465" y="121227"/>
                </a:lnTo>
                <a:lnTo>
                  <a:pt x="52054" y="119109"/>
                </a:lnTo>
                <a:lnTo>
                  <a:pt x="52662" y="116923"/>
                </a:lnTo>
                <a:lnTo>
                  <a:pt x="53284" y="114681"/>
                </a:lnTo>
                <a:lnTo>
                  <a:pt x="53918" y="112391"/>
                </a:lnTo>
                <a:lnTo>
                  <a:pt x="54559" y="110065"/>
                </a:lnTo>
                <a:lnTo>
                  <a:pt x="55203" y="107710"/>
                </a:lnTo>
                <a:lnTo>
                  <a:pt x="55847" y="105338"/>
                </a:lnTo>
                <a:lnTo>
                  <a:pt x="56487" y="102957"/>
                </a:lnTo>
                <a:lnTo>
                  <a:pt x="57119" y="100579"/>
                </a:lnTo>
                <a:lnTo>
                  <a:pt x="57740" y="98212"/>
                </a:lnTo>
                <a:lnTo>
                  <a:pt x="58345" y="95866"/>
                </a:lnTo>
                <a:lnTo>
                  <a:pt x="58932" y="93552"/>
                </a:lnTo>
                <a:lnTo>
                  <a:pt x="59495" y="91278"/>
                </a:lnTo>
                <a:lnTo>
                  <a:pt x="60032" y="89055"/>
                </a:lnTo>
                <a:lnTo>
                  <a:pt x="60539" y="86893"/>
                </a:lnTo>
                <a:lnTo>
                  <a:pt x="61011" y="84801"/>
                </a:lnTo>
                <a:lnTo>
                  <a:pt x="61446" y="82789"/>
                </a:lnTo>
                <a:lnTo>
                  <a:pt x="61838" y="80867"/>
                </a:lnTo>
                <a:lnTo>
                  <a:pt x="62186" y="79044"/>
                </a:lnTo>
                <a:lnTo>
                  <a:pt x="62484" y="77331"/>
                </a:lnTo>
                <a:lnTo>
                  <a:pt x="62729" y="75737"/>
                </a:lnTo>
                <a:lnTo>
                  <a:pt x="62917" y="74273"/>
                </a:lnTo>
                <a:lnTo>
                  <a:pt x="63045" y="72947"/>
                </a:lnTo>
                <a:lnTo>
                  <a:pt x="63237" y="72753"/>
                </a:lnTo>
                <a:lnTo>
                  <a:pt x="63418" y="74225"/>
                </a:lnTo>
                <a:lnTo>
                  <a:pt x="63671" y="75882"/>
                </a:lnTo>
                <a:lnTo>
                  <a:pt x="63988" y="77707"/>
                </a:lnTo>
                <a:lnTo>
                  <a:pt x="64364" y="79682"/>
                </a:lnTo>
                <a:lnTo>
                  <a:pt x="64793" y="81788"/>
                </a:lnTo>
                <a:lnTo>
                  <a:pt x="65270" y="84008"/>
                </a:lnTo>
                <a:lnTo>
                  <a:pt x="65788" y="86325"/>
                </a:lnTo>
                <a:lnTo>
                  <a:pt x="66343" y="88721"/>
                </a:lnTo>
                <a:lnTo>
                  <a:pt x="66927" y="91177"/>
                </a:lnTo>
                <a:lnTo>
                  <a:pt x="67536" y="93677"/>
                </a:lnTo>
                <a:lnTo>
                  <a:pt x="68163" y="96202"/>
                </a:lnTo>
                <a:lnTo>
                  <a:pt x="68804" y="98735"/>
                </a:lnTo>
                <a:lnTo>
                  <a:pt x="69451" y="101257"/>
                </a:lnTo>
                <a:lnTo>
                  <a:pt x="70099" y="103752"/>
                </a:lnTo>
                <a:lnTo>
                  <a:pt x="70743" y="106202"/>
                </a:lnTo>
                <a:lnTo>
                  <a:pt x="71377" y="108588"/>
                </a:lnTo>
                <a:lnTo>
                  <a:pt x="71995" y="110893"/>
                </a:lnTo>
                <a:lnTo>
                  <a:pt x="72590" y="113099"/>
                </a:lnTo>
                <a:lnTo>
                  <a:pt x="73159" y="115189"/>
                </a:lnTo>
                <a:lnTo>
                  <a:pt x="73693" y="117144"/>
                </a:lnTo>
                <a:lnTo>
                  <a:pt x="74189" y="118948"/>
                </a:lnTo>
                <a:lnTo>
                  <a:pt x="74640" y="120582"/>
                </a:lnTo>
                <a:lnTo>
                  <a:pt x="75040" y="122028"/>
                </a:lnTo>
                <a:lnTo>
                  <a:pt x="75383" y="123269"/>
                </a:lnTo>
                <a:lnTo>
                  <a:pt x="75643" y="124120"/>
                </a:lnTo>
                <a:lnTo>
                  <a:pt x="75895" y="124936"/>
                </a:lnTo>
                <a:lnTo>
                  <a:pt x="76144" y="125718"/>
                </a:lnTo>
                <a:lnTo>
                  <a:pt x="76393" y="126465"/>
                </a:lnTo>
                <a:lnTo>
                  <a:pt x="76647" y="127177"/>
                </a:lnTo>
                <a:lnTo>
                  <a:pt x="76911" y="127854"/>
                </a:lnTo>
                <a:lnTo>
                  <a:pt x="77188" y="128496"/>
                </a:lnTo>
                <a:lnTo>
                  <a:pt x="77483" y="129103"/>
                </a:lnTo>
                <a:lnTo>
                  <a:pt x="77800" y="129674"/>
                </a:lnTo>
                <a:lnTo>
                  <a:pt x="78143" y="130210"/>
                </a:lnTo>
                <a:lnTo>
                  <a:pt x="78517" y="130710"/>
                </a:lnTo>
                <a:lnTo>
                  <a:pt x="78926" y="131173"/>
                </a:lnTo>
                <a:lnTo>
                  <a:pt x="79374" y="131601"/>
                </a:lnTo>
                <a:lnTo>
                  <a:pt x="79866" y="131993"/>
                </a:lnTo>
                <a:lnTo>
                  <a:pt x="80405" y="132347"/>
                </a:lnTo>
                <a:lnTo>
                  <a:pt x="80996" y="132666"/>
                </a:lnTo>
                <a:lnTo>
                  <a:pt x="81643" y="132947"/>
                </a:lnTo>
                <a:lnTo>
                  <a:pt x="82351" y="133192"/>
                </a:lnTo>
                <a:lnTo>
                  <a:pt x="83123" y="133399"/>
                </a:lnTo>
                <a:lnTo>
                  <a:pt x="83965" y="133569"/>
                </a:lnTo>
                <a:lnTo>
                  <a:pt x="84880" y="133701"/>
                </a:lnTo>
                <a:lnTo>
                  <a:pt x="85872" y="133796"/>
                </a:lnTo>
                <a:lnTo>
                  <a:pt x="86946" y="133853"/>
                </a:lnTo>
                <a:lnTo>
                  <a:pt x="88106" y="133872"/>
                </a:lnTo>
                <a:lnTo>
                  <a:pt x="101218" y="133872"/>
                </a:lnTo>
                <a:lnTo>
                  <a:pt x="102221" y="133860"/>
                </a:lnTo>
                <a:lnTo>
                  <a:pt x="103162" y="133823"/>
                </a:lnTo>
                <a:lnTo>
                  <a:pt x="104041" y="133760"/>
                </a:lnTo>
                <a:lnTo>
                  <a:pt x="104862" y="133671"/>
                </a:lnTo>
                <a:lnTo>
                  <a:pt x="105628" y="133554"/>
                </a:lnTo>
                <a:lnTo>
                  <a:pt x="106342" y="133409"/>
                </a:lnTo>
                <a:lnTo>
                  <a:pt x="107006" y="133234"/>
                </a:lnTo>
                <a:lnTo>
                  <a:pt x="107623" y="133030"/>
                </a:lnTo>
                <a:lnTo>
                  <a:pt x="108195" y="132795"/>
                </a:lnTo>
                <a:lnTo>
                  <a:pt x="108727" y="132528"/>
                </a:lnTo>
                <a:lnTo>
                  <a:pt x="109219" y="132229"/>
                </a:lnTo>
                <a:lnTo>
                  <a:pt x="109676" y="131897"/>
                </a:lnTo>
                <a:lnTo>
                  <a:pt x="110100" y="131530"/>
                </a:lnTo>
                <a:lnTo>
                  <a:pt x="110493" y="131129"/>
                </a:lnTo>
                <a:lnTo>
                  <a:pt x="110859" y="130691"/>
                </a:lnTo>
                <a:lnTo>
                  <a:pt x="111200" y="130217"/>
                </a:lnTo>
                <a:lnTo>
                  <a:pt x="111519" y="129706"/>
                </a:lnTo>
                <a:lnTo>
                  <a:pt x="111818" y="129156"/>
                </a:lnTo>
                <a:lnTo>
                  <a:pt x="112101" y="128567"/>
                </a:lnTo>
                <a:lnTo>
                  <a:pt x="112370" y="127938"/>
                </a:lnTo>
                <a:lnTo>
                  <a:pt x="112629" y="127268"/>
                </a:lnTo>
                <a:lnTo>
                  <a:pt x="112878" y="126557"/>
                </a:lnTo>
                <a:lnTo>
                  <a:pt x="113123" y="125803"/>
                </a:lnTo>
                <a:lnTo>
                  <a:pt x="113365" y="125005"/>
                </a:lnTo>
                <a:lnTo>
                  <a:pt x="133992" y="50967"/>
                </a:lnTo>
                <a:lnTo>
                  <a:pt x="133905" y="50320"/>
                </a:lnTo>
                <a:lnTo>
                  <a:pt x="133787" y="49726"/>
                </a:lnTo>
                <a:lnTo>
                  <a:pt x="133640" y="49184"/>
                </a:lnTo>
                <a:lnTo>
                  <a:pt x="133464" y="48691"/>
                </a:lnTo>
                <a:close/>
                <a:moveTo>
                  <a:pt x="638845" y="52652"/>
                </a:moveTo>
                <a:lnTo>
                  <a:pt x="638782" y="51993"/>
                </a:lnTo>
                <a:lnTo>
                  <a:pt x="638695" y="51367"/>
                </a:lnTo>
                <a:lnTo>
                  <a:pt x="638584" y="50772"/>
                </a:lnTo>
                <a:lnTo>
                  <a:pt x="638445" y="50210"/>
                </a:lnTo>
                <a:lnTo>
                  <a:pt x="638275" y="49680"/>
                </a:lnTo>
                <a:lnTo>
                  <a:pt x="638074" y="49181"/>
                </a:lnTo>
                <a:lnTo>
                  <a:pt x="637839" y="48715"/>
                </a:lnTo>
                <a:lnTo>
                  <a:pt x="637566" y="48282"/>
                </a:lnTo>
                <a:lnTo>
                  <a:pt x="637255" y="47880"/>
                </a:lnTo>
                <a:lnTo>
                  <a:pt x="636903" y="47510"/>
                </a:lnTo>
                <a:lnTo>
                  <a:pt x="636507" y="47173"/>
                </a:lnTo>
                <a:lnTo>
                  <a:pt x="636065" y="46867"/>
                </a:lnTo>
                <a:lnTo>
                  <a:pt x="635576" y="46594"/>
                </a:lnTo>
                <a:lnTo>
                  <a:pt x="635036" y="46353"/>
                </a:lnTo>
                <a:lnTo>
                  <a:pt x="634444" y="46144"/>
                </a:lnTo>
                <a:lnTo>
                  <a:pt x="633797" y="45967"/>
                </a:lnTo>
                <a:lnTo>
                  <a:pt x="633094" y="45823"/>
                </a:lnTo>
                <a:lnTo>
                  <a:pt x="632331" y="45710"/>
                </a:lnTo>
                <a:lnTo>
                  <a:pt x="631506" y="45630"/>
                </a:lnTo>
                <a:lnTo>
                  <a:pt x="630618" y="45582"/>
                </a:lnTo>
                <a:lnTo>
                  <a:pt x="629663" y="45566"/>
                </a:lnTo>
                <a:lnTo>
                  <a:pt x="622530" y="45566"/>
                </a:lnTo>
                <a:lnTo>
                  <a:pt x="621686" y="45577"/>
                </a:lnTo>
                <a:lnTo>
                  <a:pt x="620890" y="45611"/>
                </a:lnTo>
                <a:lnTo>
                  <a:pt x="620139" y="45671"/>
                </a:lnTo>
                <a:lnTo>
                  <a:pt x="619434" y="45756"/>
                </a:lnTo>
                <a:lnTo>
                  <a:pt x="618774" y="45868"/>
                </a:lnTo>
                <a:lnTo>
                  <a:pt x="618156" y="46008"/>
                </a:lnTo>
                <a:lnTo>
                  <a:pt x="617580" y="46179"/>
                </a:lnTo>
                <a:lnTo>
                  <a:pt x="617046" y="46380"/>
                </a:lnTo>
                <a:lnTo>
                  <a:pt x="616552" y="46613"/>
                </a:lnTo>
                <a:lnTo>
                  <a:pt x="616097" y="46880"/>
                </a:lnTo>
                <a:lnTo>
                  <a:pt x="615680" y="47181"/>
                </a:lnTo>
                <a:lnTo>
                  <a:pt x="615300" y="47518"/>
                </a:lnTo>
                <a:lnTo>
                  <a:pt x="614956" y="47892"/>
                </a:lnTo>
                <a:lnTo>
                  <a:pt x="614648" y="48305"/>
                </a:lnTo>
                <a:lnTo>
                  <a:pt x="614373" y="48757"/>
                </a:lnTo>
                <a:lnTo>
                  <a:pt x="614132" y="49251"/>
                </a:lnTo>
                <a:lnTo>
                  <a:pt x="613923" y="49786"/>
                </a:lnTo>
                <a:lnTo>
                  <a:pt x="613745" y="50365"/>
                </a:lnTo>
                <a:lnTo>
                  <a:pt x="613597" y="50989"/>
                </a:lnTo>
                <a:lnTo>
                  <a:pt x="613478" y="51658"/>
                </a:lnTo>
                <a:lnTo>
                  <a:pt x="613388" y="52375"/>
                </a:lnTo>
                <a:lnTo>
                  <a:pt x="613324" y="53140"/>
                </a:lnTo>
                <a:lnTo>
                  <a:pt x="613287" y="53955"/>
                </a:lnTo>
                <a:lnTo>
                  <a:pt x="613275" y="54821"/>
                </a:lnTo>
                <a:lnTo>
                  <a:pt x="613275" y="124620"/>
                </a:lnTo>
                <a:lnTo>
                  <a:pt x="613286" y="125463"/>
                </a:lnTo>
                <a:lnTo>
                  <a:pt x="613321" y="126260"/>
                </a:lnTo>
                <a:lnTo>
                  <a:pt x="613380" y="127010"/>
                </a:lnTo>
                <a:lnTo>
                  <a:pt x="613465" y="127715"/>
                </a:lnTo>
                <a:lnTo>
                  <a:pt x="613577" y="128376"/>
                </a:lnTo>
                <a:lnTo>
                  <a:pt x="613718" y="128993"/>
                </a:lnTo>
                <a:lnTo>
                  <a:pt x="613888" y="129569"/>
                </a:lnTo>
                <a:lnTo>
                  <a:pt x="614089" y="130103"/>
                </a:lnTo>
                <a:lnTo>
                  <a:pt x="614322" y="130597"/>
                </a:lnTo>
                <a:lnTo>
                  <a:pt x="614589" y="131052"/>
                </a:lnTo>
                <a:lnTo>
                  <a:pt x="614890" y="131469"/>
                </a:lnTo>
                <a:lnTo>
                  <a:pt x="615227" y="131849"/>
                </a:lnTo>
                <a:lnTo>
                  <a:pt x="615601" y="132192"/>
                </a:lnTo>
                <a:lnTo>
                  <a:pt x="616014" y="132501"/>
                </a:lnTo>
                <a:lnTo>
                  <a:pt x="616466" y="132775"/>
                </a:lnTo>
                <a:lnTo>
                  <a:pt x="616960" y="133016"/>
                </a:lnTo>
                <a:lnTo>
                  <a:pt x="617495" y="133225"/>
                </a:lnTo>
                <a:lnTo>
                  <a:pt x="618074" y="133403"/>
                </a:lnTo>
                <a:lnTo>
                  <a:pt x="618697" y="133550"/>
                </a:lnTo>
                <a:lnTo>
                  <a:pt x="619367" y="133669"/>
                </a:lnTo>
                <a:lnTo>
                  <a:pt x="620084" y="133759"/>
                </a:lnTo>
                <a:lnTo>
                  <a:pt x="620849" y="133823"/>
                </a:lnTo>
                <a:lnTo>
                  <a:pt x="621664" y="133860"/>
                </a:lnTo>
                <a:lnTo>
                  <a:pt x="622530" y="133872"/>
                </a:lnTo>
                <a:lnTo>
                  <a:pt x="629663" y="133872"/>
                </a:lnTo>
                <a:lnTo>
                  <a:pt x="630551" y="133859"/>
                </a:lnTo>
                <a:lnTo>
                  <a:pt x="631384" y="133819"/>
                </a:lnTo>
                <a:lnTo>
                  <a:pt x="632164" y="133752"/>
                </a:lnTo>
                <a:lnTo>
                  <a:pt x="632892" y="133656"/>
                </a:lnTo>
                <a:lnTo>
                  <a:pt x="633570" y="133531"/>
                </a:lnTo>
                <a:lnTo>
                  <a:pt x="634200" y="133376"/>
                </a:lnTo>
                <a:lnTo>
                  <a:pt x="634782" y="133190"/>
                </a:lnTo>
                <a:lnTo>
                  <a:pt x="635318" y="132973"/>
                </a:lnTo>
                <a:lnTo>
                  <a:pt x="635811" y="132724"/>
                </a:lnTo>
                <a:lnTo>
                  <a:pt x="636260" y="132442"/>
                </a:lnTo>
                <a:lnTo>
                  <a:pt x="636669" y="132127"/>
                </a:lnTo>
                <a:lnTo>
                  <a:pt x="637038" y="131777"/>
                </a:lnTo>
                <a:lnTo>
                  <a:pt x="637368" y="131392"/>
                </a:lnTo>
                <a:lnTo>
                  <a:pt x="637662" y="130971"/>
                </a:lnTo>
                <a:lnTo>
                  <a:pt x="637921" y="130513"/>
                </a:lnTo>
                <a:lnTo>
                  <a:pt x="638147" y="130018"/>
                </a:lnTo>
                <a:lnTo>
                  <a:pt x="638340" y="129485"/>
                </a:lnTo>
                <a:lnTo>
                  <a:pt x="638502" y="128913"/>
                </a:lnTo>
                <a:lnTo>
                  <a:pt x="638636" y="128301"/>
                </a:lnTo>
                <a:lnTo>
                  <a:pt x="638741" y="127649"/>
                </a:lnTo>
                <a:lnTo>
                  <a:pt x="638821" y="126955"/>
                </a:lnTo>
                <a:lnTo>
                  <a:pt x="638876" y="126220"/>
                </a:lnTo>
                <a:lnTo>
                  <a:pt x="638908" y="125441"/>
                </a:lnTo>
                <a:lnTo>
                  <a:pt x="638918" y="124620"/>
                </a:lnTo>
                <a:lnTo>
                  <a:pt x="638918" y="54821"/>
                </a:lnTo>
                <a:lnTo>
                  <a:pt x="638911" y="54066"/>
                </a:lnTo>
                <a:lnTo>
                  <a:pt x="638887" y="53343"/>
                </a:lnTo>
                <a:lnTo>
                  <a:pt x="638845" y="52652"/>
                </a:lnTo>
                <a:close/>
                <a:moveTo>
                  <a:pt x="527564" y="54911"/>
                </a:moveTo>
                <a:lnTo>
                  <a:pt x="527519" y="54637"/>
                </a:lnTo>
                <a:lnTo>
                  <a:pt x="527468" y="54340"/>
                </a:lnTo>
                <a:lnTo>
                  <a:pt x="527411" y="54022"/>
                </a:lnTo>
                <a:lnTo>
                  <a:pt x="527350" y="53687"/>
                </a:lnTo>
                <a:lnTo>
                  <a:pt x="527285" y="53338"/>
                </a:lnTo>
                <a:lnTo>
                  <a:pt x="527216" y="52977"/>
                </a:lnTo>
                <a:lnTo>
                  <a:pt x="527145" y="52606"/>
                </a:lnTo>
                <a:lnTo>
                  <a:pt x="527072" y="52230"/>
                </a:lnTo>
                <a:lnTo>
                  <a:pt x="526997" y="51851"/>
                </a:lnTo>
                <a:lnTo>
                  <a:pt x="526922" y="51471"/>
                </a:lnTo>
                <a:lnTo>
                  <a:pt x="526847" y="51094"/>
                </a:lnTo>
                <a:lnTo>
                  <a:pt x="526772" y="50722"/>
                </a:lnTo>
                <a:lnTo>
                  <a:pt x="526699" y="50358"/>
                </a:lnTo>
                <a:lnTo>
                  <a:pt x="526628" y="50006"/>
                </a:lnTo>
                <a:lnTo>
                  <a:pt x="526559" y="49667"/>
                </a:lnTo>
                <a:lnTo>
                  <a:pt x="526494" y="49345"/>
                </a:lnTo>
                <a:lnTo>
                  <a:pt x="526433" y="49042"/>
                </a:lnTo>
                <a:lnTo>
                  <a:pt x="526377" y="48762"/>
                </a:lnTo>
                <a:lnTo>
                  <a:pt x="526326" y="48508"/>
                </a:lnTo>
                <a:lnTo>
                  <a:pt x="526233" y="47951"/>
                </a:lnTo>
                <a:lnTo>
                  <a:pt x="526146" y="47437"/>
                </a:lnTo>
                <a:lnTo>
                  <a:pt x="526064" y="46964"/>
                </a:lnTo>
                <a:lnTo>
                  <a:pt x="525985" y="46530"/>
                </a:lnTo>
                <a:lnTo>
                  <a:pt x="525906" y="46134"/>
                </a:lnTo>
                <a:lnTo>
                  <a:pt x="525826" y="45773"/>
                </a:lnTo>
                <a:lnTo>
                  <a:pt x="525743" y="45447"/>
                </a:lnTo>
                <a:lnTo>
                  <a:pt x="525655" y="45152"/>
                </a:lnTo>
                <a:lnTo>
                  <a:pt x="525560" y="44889"/>
                </a:lnTo>
                <a:lnTo>
                  <a:pt x="525457" y="44655"/>
                </a:lnTo>
                <a:lnTo>
                  <a:pt x="525343" y="44448"/>
                </a:lnTo>
                <a:lnTo>
                  <a:pt x="525217" y="44267"/>
                </a:lnTo>
                <a:lnTo>
                  <a:pt x="525077" y="44110"/>
                </a:lnTo>
                <a:lnTo>
                  <a:pt x="524921" y="43975"/>
                </a:lnTo>
                <a:lnTo>
                  <a:pt x="524748" y="43861"/>
                </a:lnTo>
                <a:lnTo>
                  <a:pt x="524555" y="43766"/>
                </a:lnTo>
                <a:lnTo>
                  <a:pt x="524340" y="43689"/>
                </a:lnTo>
                <a:lnTo>
                  <a:pt x="524102" y="43627"/>
                </a:lnTo>
                <a:lnTo>
                  <a:pt x="523839" y="43580"/>
                </a:lnTo>
                <a:lnTo>
                  <a:pt x="523549" y="43545"/>
                </a:lnTo>
                <a:lnTo>
                  <a:pt x="523231" y="43520"/>
                </a:lnTo>
                <a:lnTo>
                  <a:pt x="522881" y="43505"/>
                </a:lnTo>
                <a:lnTo>
                  <a:pt x="522500" y="43497"/>
                </a:lnTo>
                <a:lnTo>
                  <a:pt x="522083" y="43494"/>
                </a:lnTo>
                <a:lnTo>
                  <a:pt x="521318" y="43506"/>
                </a:lnTo>
                <a:lnTo>
                  <a:pt x="520517" y="43543"/>
                </a:lnTo>
                <a:lnTo>
                  <a:pt x="519683" y="43603"/>
                </a:lnTo>
                <a:lnTo>
                  <a:pt x="518818" y="43686"/>
                </a:lnTo>
                <a:lnTo>
                  <a:pt x="517926" y="43794"/>
                </a:lnTo>
                <a:lnTo>
                  <a:pt x="517009" y="43925"/>
                </a:lnTo>
                <a:lnTo>
                  <a:pt x="516068" y="44080"/>
                </a:lnTo>
                <a:lnTo>
                  <a:pt x="515108" y="44259"/>
                </a:lnTo>
                <a:lnTo>
                  <a:pt x="514131" y="44461"/>
                </a:lnTo>
                <a:lnTo>
                  <a:pt x="513138" y="44686"/>
                </a:lnTo>
                <a:lnTo>
                  <a:pt x="512134" y="44935"/>
                </a:lnTo>
                <a:lnTo>
                  <a:pt x="511119" y="45206"/>
                </a:lnTo>
                <a:lnTo>
                  <a:pt x="510098" y="45501"/>
                </a:lnTo>
                <a:lnTo>
                  <a:pt x="509072" y="45819"/>
                </a:lnTo>
                <a:lnTo>
                  <a:pt x="508045" y="46160"/>
                </a:lnTo>
                <a:lnTo>
                  <a:pt x="507018" y="46523"/>
                </a:lnTo>
                <a:lnTo>
                  <a:pt x="505994" y="46909"/>
                </a:lnTo>
                <a:lnTo>
                  <a:pt x="504977" y="47318"/>
                </a:lnTo>
                <a:lnTo>
                  <a:pt x="503968" y="47750"/>
                </a:lnTo>
                <a:lnTo>
                  <a:pt x="502970" y="48204"/>
                </a:lnTo>
                <a:lnTo>
                  <a:pt x="501985" y="48680"/>
                </a:lnTo>
                <a:lnTo>
                  <a:pt x="501017" y="49179"/>
                </a:lnTo>
                <a:lnTo>
                  <a:pt x="500068" y="49700"/>
                </a:lnTo>
                <a:lnTo>
                  <a:pt x="499141" y="50243"/>
                </a:lnTo>
                <a:lnTo>
                  <a:pt x="498003" y="49523"/>
                </a:lnTo>
                <a:lnTo>
                  <a:pt x="496857" y="48855"/>
                </a:lnTo>
                <a:lnTo>
                  <a:pt x="495703" y="48238"/>
                </a:lnTo>
                <a:lnTo>
                  <a:pt x="494542" y="47669"/>
                </a:lnTo>
                <a:lnTo>
                  <a:pt x="493376" y="47146"/>
                </a:lnTo>
                <a:lnTo>
                  <a:pt x="492206" y="46668"/>
                </a:lnTo>
                <a:lnTo>
                  <a:pt x="491033" y="46233"/>
                </a:lnTo>
                <a:lnTo>
                  <a:pt x="489858" y="45838"/>
                </a:lnTo>
                <a:lnTo>
                  <a:pt x="488683" y="45482"/>
                </a:lnTo>
                <a:lnTo>
                  <a:pt x="487507" y="45163"/>
                </a:lnTo>
                <a:lnTo>
                  <a:pt x="486334" y="44879"/>
                </a:lnTo>
                <a:lnTo>
                  <a:pt x="485163" y="44628"/>
                </a:lnTo>
                <a:lnTo>
                  <a:pt x="483997" y="44408"/>
                </a:lnTo>
                <a:lnTo>
                  <a:pt x="482835" y="44218"/>
                </a:lnTo>
                <a:lnTo>
                  <a:pt x="481680" y="44054"/>
                </a:lnTo>
                <a:lnTo>
                  <a:pt x="480533" y="43916"/>
                </a:lnTo>
                <a:lnTo>
                  <a:pt x="479394" y="43802"/>
                </a:lnTo>
                <a:lnTo>
                  <a:pt x="478265" y="43709"/>
                </a:lnTo>
                <a:lnTo>
                  <a:pt x="477147" y="43635"/>
                </a:lnTo>
                <a:lnTo>
                  <a:pt x="476041" y="43579"/>
                </a:lnTo>
                <a:lnTo>
                  <a:pt x="474949" y="43539"/>
                </a:lnTo>
                <a:lnTo>
                  <a:pt x="473871" y="43513"/>
                </a:lnTo>
                <a:lnTo>
                  <a:pt x="472809" y="43499"/>
                </a:lnTo>
                <a:lnTo>
                  <a:pt x="471764" y="43494"/>
                </a:lnTo>
                <a:lnTo>
                  <a:pt x="470639" y="43497"/>
                </a:lnTo>
                <a:lnTo>
                  <a:pt x="469301" y="43513"/>
                </a:lnTo>
                <a:lnTo>
                  <a:pt x="467775" y="43556"/>
                </a:lnTo>
                <a:lnTo>
                  <a:pt x="466083" y="43642"/>
                </a:lnTo>
                <a:lnTo>
                  <a:pt x="464248" y="43782"/>
                </a:lnTo>
                <a:lnTo>
                  <a:pt x="462294" y="43991"/>
                </a:lnTo>
                <a:lnTo>
                  <a:pt x="460244" y="44283"/>
                </a:lnTo>
                <a:lnTo>
                  <a:pt x="458120" y="44672"/>
                </a:lnTo>
                <a:lnTo>
                  <a:pt x="455946" y="45171"/>
                </a:lnTo>
                <a:lnTo>
                  <a:pt x="453745" y="45794"/>
                </a:lnTo>
                <a:lnTo>
                  <a:pt x="451540" y="46555"/>
                </a:lnTo>
                <a:lnTo>
                  <a:pt x="449354" y="47468"/>
                </a:lnTo>
                <a:lnTo>
                  <a:pt x="447210" y="48547"/>
                </a:lnTo>
                <a:lnTo>
                  <a:pt x="445131" y="49805"/>
                </a:lnTo>
                <a:lnTo>
                  <a:pt x="443141" y="51256"/>
                </a:lnTo>
                <a:lnTo>
                  <a:pt x="441262" y="52914"/>
                </a:lnTo>
                <a:lnTo>
                  <a:pt x="439518" y="54793"/>
                </a:lnTo>
                <a:lnTo>
                  <a:pt x="437931" y="56906"/>
                </a:lnTo>
                <a:lnTo>
                  <a:pt x="436525" y="59268"/>
                </a:lnTo>
                <a:lnTo>
                  <a:pt x="435323" y="61892"/>
                </a:lnTo>
                <a:lnTo>
                  <a:pt x="434348" y="64792"/>
                </a:lnTo>
                <a:lnTo>
                  <a:pt x="433623" y="67982"/>
                </a:lnTo>
                <a:lnTo>
                  <a:pt x="433171" y="71475"/>
                </a:lnTo>
                <a:lnTo>
                  <a:pt x="433015" y="75286"/>
                </a:lnTo>
                <a:lnTo>
                  <a:pt x="433026" y="76258"/>
                </a:lnTo>
                <a:lnTo>
                  <a:pt x="433061" y="77248"/>
                </a:lnTo>
                <a:lnTo>
                  <a:pt x="433120" y="78254"/>
                </a:lnTo>
                <a:lnTo>
                  <a:pt x="433206" y="79273"/>
                </a:lnTo>
                <a:lnTo>
                  <a:pt x="433319" y="80303"/>
                </a:lnTo>
                <a:lnTo>
                  <a:pt x="433461" y="81342"/>
                </a:lnTo>
                <a:lnTo>
                  <a:pt x="433632" y="82387"/>
                </a:lnTo>
                <a:lnTo>
                  <a:pt x="433836" y="83437"/>
                </a:lnTo>
                <a:lnTo>
                  <a:pt x="434072" y="84488"/>
                </a:lnTo>
                <a:lnTo>
                  <a:pt x="434342" y="85540"/>
                </a:lnTo>
                <a:lnTo>
                  <a:pt x="434648" y="86588"/>
                </a:lnTo>
                <a:lnTo>
                  <a:pt x="434990" y="87632"/>
                </a:lnTo>
                <a:lnTo>
                  <a:pt x="435371" y="88669"/>
                </a:lnTo>
                <a:lnTo>
                  <a:pt x="435791" y="89697"/>
                </a:lnTo>
                <a:lnTo>
                  <a:pt x="436252" y="90713"/>
                </a:lnTo>
                <a:lnTo>
                  <a:pt x="436755" y="91716"/>
                </a:lnTo>
                <a:lnTo>
                  <a:pt x="437302" y="92702"/>
                </a:lnTo>
                <a:lnTo>
                  <a:pt x="437894" y="93670"/>
                </a:lnTo>
                <a:lnTo>
                  <a:pt x="438532" y="94618"/>
                </a:lnTo>
                <a:lnTo>
                  <a:pt x="439217" y="95543"/>
                </a:lnTo>
                <a:lnTo>
                  <a:pt x="439951" y="96442"/>
                </a:lnTo>
                <a:lnTo>
                  <a:pt x="440736" y="97315"/>
                </a:lnTo>
                <a:lnTo>
                  <a:pt x="441572" y="98158"/>
                </a:lnTo>
                <a:lnTo>
                  <a:pt x="442461" y="98969"/>
                </a:lnTo>
                <a:lnTo>
                  <a:pt x="441837" y="99861"/>
                </a:lnTo>
                <a:lnTo>
                  <a:pt x="441265" y="100755"/>
                </a:lnTo>
                <a:lnTo>
                  <a:pt x="440742" y="101647"/>
                </a:lnTo>
                <a:lnTo>
                  <a:pt x="440268" y="102533"/>
                </a:lnTo>
                <a:lnTo>
                  <a:pt x="439838" y="103412"/>
                </a:lnTo>
                <a:lnTo>
                  <a:pt x="439451" y="104280"/>
                </a:lnTo>
                <a:lnTo>
                  <a:pt x="439105" y="105134"/>
                </a:lnTo>
                <a:lnTo>
                  <a:pt x="438797" y="105970"/>
                </a:lnTo>
                <a:lnTo>
                  <a:pt x="438525" y="106787"/>
                </a:lnTo>
                <a:lnTo>
                  <a:pt x="438288" y="107580"/>
                </a:lnTo>
                <a:lnTo>
                  <a:pt x="438082" y="108348"/>
                </a:lnTo>
                <a:lnTo>
                  <a:pt x="437905" y="109086"/>
                </a:lnTo>
                <a:lnTo>
                  <a:pt x="437756" y="109793"/>
                </a:lnTo>
                <a:lnTo>
                  <a:pt x="437631" y="110464"/>
                </a:lnTo>
                <a:lnTo>
                  <a:pt x="437529" y="111097"/>
                </a:lnTo>
                <a:lnTo>
                  <a:pt x="437447" y="111689"/>
                </a:lnTo>
                <a:lnTo>
                  <a:pt x="437383" y="112237"/>
                </a:lnTo>
                <a:lnTo>
                  <a:pt x="437336" y="112738"/>
                </a:lnTo>
                <a:lnTo>
                  <a:pt x="437301" y="113188"/>
                </a:lnTo>
                <a:lnTo>
                  <a:pt x="437278" y="113585"/>
                </a:lnTo>
                <a:lnTo>
                  <a:pt x="437264" y="113926"/>
                </a:lnTo>
                <a:lnTo>
                  <a:pt x="437257" y="114208"/>
                </a:lnTo>
                <a:lnTo>
                  <a:pt x="437255" y="114427"/>
                </a:lnTo>
                <a:lnTo>
                  <a:pt x="437254" y="114582"/>
                </a:lnTo>
                <a:lnTo>
                  <a:pt x="437260" y="115053"/>
                </a:lnTo>
                <a:lnTo>
                  <a:pt x="437279" y="115551"/>
                </a:lnTo>
                <a:lnTo>
                  <a:pt x="437312" y="116073"/>
                </a:lnTo>
                <a:lnTo>
                  <a:pt x="437359" y="116619"/>
                </a:lnTo>
                <a:lnTo>
                  <a:pt x="437421" y="117186"/>
                </a:lnTo>
                <a:lnTo>
                  <a:pt x="437499" y="117773"/>
                </a:lnTo>
                <a:lnTo>
                  <a:pt x="437593" y="118378"/>
                </a:lnTo>
                <a:lnTo>
                  <a:pt x="437705" y="118999"/>
                </a:lnTo>
                <a:lnTo>
                  <a:pt x="437834" y="119635"/>
                </a:lnTo>
                <a:lnTo>
                  <a:pt x="437983" y="120284"/>
                </a:lnTo>
                <a:lnTo>
                  <a:pt x="438151" y="120944"/>
                </a:lnTo>
                <a:lnTo>
                  <a:pt x="438340" y="121615"/>
                </a:lnTo>
                <a:lnTo>
                  <a:pt x="438549" y="122293"/>
                </a:lnTo>
                <a:lnTo>
                  <a:pt x="438781" y="122977"/>
                </a:lnTo>
                <a:lnTo>
                  <a:pt x="439035" y="123667"/>
                </a:lnTo>
                <a:lnTo>
                  <a:pt x="439312" y="124359"/>
                </a:lnTo>
                <a:lnTo>
                  <a:pt x="439614" y="125052"/>
                </a:lnTo>
                <a:lnTo>
                  <a:pt x="439940" y="125746"/>
                </a:lnTo>
                <a:lnTo>
                  <a:pt x="440292" y="126437"/>
                </a:lnTo>
                <a:lnTo>
                  <a:pt x="440670" y="127124"/>
                </a:lnTo>
                <a:lnTo>
                  <a:pt x="441075" y="127806"/>
                </a:lnTo>
                <a:lnTo>
                  <a:pt x="441508" y="128481"/>
                </a:lnTo>
                <a:lnTo>
                  <a:pt x="441970" y="129148"/>
                </a:lnTo>
                <a:lnTo>
                  <a:pt x="442461" y="129804"/>
                </a:lnTo>
                <a:lnTo>
                  <a:pt x="442064" y="129961"/>
                </a:lnTo>
                <a:lnTo>
                  <a:pt x="441600" y="130145"/>
                </a:lnTo>
                <a:lnTo>
                  <a:pt x="441076" y="130358"/>
                </a:lnTo>
                <a:lnTo>
                  <a:pt x="440500" y="130605"/>
                </a:lnTo>
                <a:lnTo>
                  <a:pt x="439880" y="130887"/>
                </a:lnTo>
                <a:lnTo>
                  <a:pt x="439223" y="131207"/>
                </a:lnTo>
                <a:lnTo>
                  <a:pt x="438536" y="131568"/>
                </a:lnTo>
                <a:lnTo>
                  <a:pt x="437827" y="131973"/>
                </a:lnTo>
                <a:lnTo>
                  <a:pt x="437103" y="132425"/>
                </a:lnTo>
                <a:lnTo>
                  <a:pt x="436372" y="132927"/>
                </a:lnTo>
                <a:lnTo>
                  <a:pt x="435641" y="133481"/>
                </a:lnTo>
                <a:lnTo>
                  <a:pt x="434918" y="134091"/>
                </a:lnTo>
                <a:lnTo>
                  <a:pt x="434210" y="134759"/>
                </a:lnTo>
                <a:lnTo>
                  <a:pt x="433524" y="135487"/>
                </a:lnTo>
                <a:lnTo>
                  <a:pt x="432868" y="136280"/>
                </a:lnTo>
                <a:lnTo>
                  <a:pt x="432250" y="137140"/>
                </a:lnTo>
                <a:lnTo>
                  <a:pt x="431677" y="138069"/>
                </a:lnTo>
                <a:lnTo>
                  <a:pt x="431156" y="139070"/>
                </a:lnTo>
                <a:lnTo>
                  <a:pt x="430694" y="140147"/>
                </a:lnTo>
                <a:lnTo>
                  <a:pt x="430300" y="141301"/>
                </a:lnTo>
                <a:lnTo>
                  <a:pt x="429980" y="142537"/>
                </a:lnTo>
                <a:lnTo>
                  <a:pt x="429743" y="143857"/>
                </a:lnTo>
                <a:lnTo>
                  <a:pt x="429595" y="145263"/>
                </a:lnTo>
                <a:lnTo>
                  <a:pt x="429544" y="146758"/>
                </a:lnTo>
                <a:lnTo>
                  <a:pt x="429559" y="147526"/>
                </a:lnTo>
                <a:lnTo>
                  <a:pt x="429608" y="148331"/>
                </a:lnTo>
                <a:lnTo>
                  <a:pt x="429692" y="149172"/>
                </a:lnTo>
                <a:lnTo>
                  <a:pt x="429814" y="150044"/>
                </a:lnTo>
                <a:lnTo>
                  <a:pt x="429978" y="150943"/>
                </a:lnTo>
                <a:lnTo>
                  <a:pt x="430185" y="151866"/>
                </a:lnTo>
                <a:lnTo>
                  <a:pt x="430440" y="152809"/>
                </a:lnTo>
                <a:lnTo>
                  <a:pt x="430743" y="153768"/>
                </a:lnTo>
                <a:lnTo>
                  <a:pt x="431099" y="154740"/>
                </a:lnTo>
                <a:lnTo>
                  <a:pt x="431510" y="155721"/>
                </a:lnTo>
                <a:lnTo>
                  <a:pt x="431979" y="156708"/>
                </a:lnTo>
                <a:lnTo>
                  <a:pt x="432508" y="157696"/>
                </a:lnTo>
                <a:lnTo>
                  <a:pt x="433100" y="158682"/>
                </a:lnTo>
                <a:lnTo>
                  <a:pt x="433759" y="159663"/>
                </a:lnTo>
                <a:lnTo>
                  <a:pt x="434486" y="160634"/>
                </a:lnTo>
                <a:lnTo>
                  <a:pt x="435285" y="161592"/>
                </a:lnTo>
                <a:lnTo>
                  <a:pt x="436158" y="162533"/>
                </a:lnTo>
                <a:lnTo>
                  <a:pt x="437108" y="163454"/>
                </a:lnTo>
                <a:lnTo>
                  <a:pt x="438138" y="164351"/>
                </a:lnTo>
                <a:lnTo>
                  <a:pt x="439251" y="165221"/>
                </a:lnTo>
                <a:lnTo>
                  <a:pt x="440449" y="166058"/>
                </a:lnTo>
                <a:lnTo>
                  <a:pt x="441735" y="166861"/>
                </a:lnTo>
                <a:lnTo>
                  <a:pt x="443112" y="167625"/>
                </a:lnTo>
                <a:lnTo>
                  <a:pt x="444582" y="168347"/>
                </a:lnTo>
                <a:lnTo>
                  <a:pt x="445965" y="168949"/>
                </a:lnTo>
                <a:lnTo>
                  <a:pt x="447366" y="169502"/>
                </a:lnTo>
                <a:lnTo>
                  <a:pt x="448782" y="170010"/>
                </a:lnTo>
                <a:lnTo>
                  <a:pt x="450210" y="170473"/>
                </a:lnTo>
                <a:lnTo>
                  <a:pt x="451648" y="170894"/>
                </a:lnTo>
                <a:lnTo>
                  <a:pt x="453094" y="171275"/>
                </a:lnTo>
                <a:lnTo>
                  <a:pt x="454545" y="171617"/>
                </a:lnTo>
                <a:lnTo>
                  <a:pt x="455999" y="171924"/>
                </a:lnTo>
                <a:lnTo>
                  <a:pt x="457452" y="172196"/>
                </a:lnTo>
                <a:lnTo>
                  <a:pt x="458903" y="172437"/>
                </a:lnTo>
                <a:lnTo>
                  <a:pt x="460349" y="172647"/>
                </a:lnTo>
                <a:lnTo>
                  <a:pt x="461788" y="172829"/>
                </a:lnTo>
                <a:lnTo>
                  <a:pt x="463216" y="172985"/>
                </a:lnTo>
                <a:lnTo>
                  <a:pt x="464632" y="173116"/>
                </a:lnTo>
                <a:lnTo>
                  <a:pt x="466033" y="173226"/>
                </a:lnTo>
                <a:lnTo>
                  <a:pt x="467416" y="173316"/>
                </a:lnTo>
                <a:lnTo>
                  <a:pt x="468779" y="173387"/>
                </a:lnTo>
                <a:lnTo>
                  <a:pt x="470120" y="173443"/>
                </a:lnTo>
                <a:lnTo>
                  <a:pt x="471435" y="173484"/>
                </a:lnTo>
                <a:lnTo>
                  <a:pt x="472723" y="173514"/>
                </a:lnTo>
                <a:lnTo>
                  <a:pt x="473981" y="173533"/>
                </a:lnTo>
                <a:lnTo>
                  <a:pt x="475206" y="173544"/>
                </a:lnTo>
                <a:lnTo>
                  <a:pt x="476396" y="173550"/>
                </a:lnTo>
                <a:lnTo>
                  <a:pt x="477548" y="173551"/>
                </a:lnTo>
                <a:lnTo>
                  <a:pt x="479098" y="173549"/>
                </a:lnTo>
                <a:lnTo>
                  <a:pt x="480886" y="173535"/>
                </a:lnTo>
                <a:lnTo>
                  <a:pt x="482885" y="173498"/>
                </a:lnTo>
                <a:lnTo>
                  <a:pt x="485068" y="173424"/>
                </a:lnTo>
                <a:lnTo>
                  <a:pt x="487408" y="173304"/>
                </a:lnTo>
                <a:lnTo>
                  <a:pt x="489878" y="173123"/>
                </a:lnTo>
                <a:lnTo>
                  <a:pt x="492451" y="172872"/>
                </a:lnTo>
                <a:lnTo>
                  <a:pt x="495100" y="172537"/>
                </a:lnTo>
                <a:lnTo>
                  <a:pt x="497797" y="172108"/>
                </a:lnTo>
                <a:lnTo>
                  <a:pt x="500517" y="171571"/>
                </a:lnTo>
                <a:lnTo>
                  <a:pt x="503231" y="170916"/>
                </a:lnTo>
                <a:lnTo>
                  <a:pt x="505913" y="170130"/>
                </a:lnTo>
                <a:lnTo>
                  <a:pt x="508536" y="169201"/>
                </a:lnTo>
                <a:lnTo>
                  <a:pt x="511072" y="168118"/>
                </a:lnTo>
                <a:lnTo>
                  <a:pt x="513495" y="166869"/>
                </a:lnTo>
                <a:lnTo>
                  <a:pt x="515778" y="165442"/>
                </a:lnTo>
                <a:lnTo>
                  <a:pt x="517894" y="163824"/>
                </a:lnTo>
                <a:lnTo>
                  <a:pt x="519815" y="162005"/>
                </a:lnTo>
                <a:lnTo>
                  <a:pt x="521514" y="159971"/>
                </a:lnTo>
                <a:lnTo>
                  <a:pt x="522966" y="157712"/>
                </a:lnTo>
                <a:lnTo>
                  <a:pt x="524142" y="155216"/>
                </a:lnTo>
                <a:lnTo>
                  <a:pt x="525015" y="152470"/>
                </a:lnTo>
                <a:lnTo>
                  <a:pt x="525559" y="149462"/>
                </a:lnTo>
                <a:lnTo>
                  <a:pt x="525746" y="146182"/>
                </a:lnTo>
                <a:lnTo>
                  <a:pt x="525606" y="142579"/>
                </a:lnTo>
                <a:lnTo>
                  <a:pt x="525196" y="139276"/>
                </a:lnTo>
                <a:lnTo>
                  <a:pt x="524527" y="136260"/>
                </a:lnTo>
                <a:lnTo>
                  <a:pt x="523612" y="133518"/>
                </a:lnTo>
                <a:lnTo>
                  <a:pt x="522463" y="131037"/>
                </a:lnTo>
                <a:lnTo>
                  <a:pt x="521092" y="128804"/>
                </a:lnTo>
                <a:lnTo>
                  <a:pt x="519512" y="126806"/>
                </a:lnTo>
                <a:lnTo>
                  <a:pt x="517735" y="125030"/>
                </a:lnTo>
                <a:lnTo>
                  <a:pt x="515773" y="123462"/>
                </a:lnTo>
                <a:lnTo>
                  <a:pt x="513638" y="122090"/>
                </a:lnTo>
                <a:lnTo>
                  <a:pt x="511344" y="120900"/>
                </a:lnTo>
                <a:lnTo>
                  <a:pt x="508901" y="119881"/>
                </a:lnTo>
                <a:lnTo>
                  <a:pt x="506323" y="119017"/>
                </a:lnTo>
                <a:lnTo>
                  <a:pt x="503622" y="118298"/>
                </a:lnTo>
                <a:lnTo>
                  <a:pt x="500810" y="117708"/>
                </a:lnTo>
                <a:lnTo>
                  <a:pt x="497899" y="117237"/>
                </a:lnTo>
                <a:lnTo>
                  <a:pt x="494902" y="116869"/>
                </a:lnTo>
                <a:lnTo>
                  <a:pt x="491830" y="116593"/>
                </a:lnTo>
                <a:lnTo>
                  <a:pt x="488697" y="116395"/>
                </a:lnTo>
                <a:lnTo>
                  <a:pt x="485514" y="116263"/>
                </a:lnTo>
                <a:lnTo>
                  <a:pt x="482295" y="116182"/>
                </a:lnTo>
                <a:lnTo>
                  <a:pt x="479050" y="116141"/>
                </a:lnTo>
                <a:lnTo>
                  <a:pt x="475793" y="116126"/>
                </a:lnTo>
                <a:lnTo>
                  <a:pt x="472535" y="116123"/>
                </a:lnTo>
                <a:lnTo>
                  <a:pt x="463283" y="116123"/>
                </a:lnTo>
                <a:lnTo>
                  <a:pt x="462437" y="116123"/>
                </a:lnTo>
                <a:lnTo>
                  <a:pt x="461633" y="116122"/>
                </a:lnTo>
                <a:lnTo>
                  <a:pt x="460870" y="116119"/>
                </a:lnTo>
                <a:lnTo>
                  <a:pt x="460146" y="116113"/>
                </a:lnTo>
                <a:lnTo>
                  <a:pt x="459458" y="116102"/>
                </a:lnTo>
                <a:lnTo>
                  <a:pt x="458806" y="116087"/>
                </a:lnTo>
                <a:lnTo>
                  <a:pt x="458186" y="116066"/>
                </a:lnTo>
                <a:lnTo>
                  <a:pt x="457598" y="116038"/>
                </a:lnTo>
                <a:lnTo>
                  <a:pt x="457040" y="116001"/>
                </a:lnTo>
                <a:lnTo>
                  <a:pt x="456509" y="115956"/>
                </a:lnTo>
                <a:lnTo>
                  <a:pt x="456003" y="115901"/>
                </a:lnTo>
                <a:lnTo>
                  <a:pt x="455522" y="115834"/>
                </a:lnTo>
                <a:lnTo>
                  <a:pt x="455063" y="115756"/>
                </a:lnTo>
                <a:lnTo>
                  <a:pt x="454624" y="115664"/>
                </a:lnTo>
                <a:lnTo>
                  <a:pt x="454203" y="115559"/>
                </a:lnTo>
                <a:lnTo>
                  <a:pt x="453799" y="115438"/>
                </a:lnTo>
                <a:lnTo>
                  <a:pt x="453410" y="115302"/>
                </a:lnTo>
                <a:lnTo>
                  <a:pt x="453034" y="115148"/>
                </a:lnTo>
                <a:lnTo>
                  <a:pt x="452668" y="114976"/>
                </a:lnTo>
                <a:lnTo>
                  <a:pt x="452312" y="114785"/>
                </a:lnTo>
                <a:lnTo>
                  <a:pt x="451963" y="114574"/>
                </a:lnTo>
                <a:lnTo>
                  <a:pt x="451620" y="114342"/>
                </a:lnTo>
                <a:lnTo>
                  <a:pt x="451280" y="114088"/>
                </a:lnTo>
                <a:lnTo>
                  <a:pt x="450942" y="113811"/>
                </a:lnTo>
                <a:lnTo>
                  <a:pt x="450833" y="113704"/>
                </a:lnTo>
                <a:lnTo>
                  <a:pt x="450701" y="113574"/>
                </a:lnTo>
                <a:lnTo>
                  <a:pt x="450547" y="113422"/>
                </a:lnTo>
                <a:lnTo>
                  <a:pt x="450375" y="113249"/>
                </a:lnTo>
                <a:lnTo>
                  <a:pt x="450187" y="113053"/>
                </a:lnTo>
                <a:lnTo>
                  <a:pt x="449985" y="112835"/>
                </a:lnTo>
                <a:lnTo>
                  <a:pt x="449772" y="112595"/>
                </a:lnTo>
                <a:lnTo>
                  <a:pt x="449550" y="112332"/>
                </a:lnTo>
                <a:lnTo>
                  <a:pt x="449323" y="112048"/>
                </a:lnTo>
                <a:lnTo>
                  <a:pt x="449092" y="111742"/>
                </a:lnTo>
                <a:lnTo>
                  <a:pt x="448860" y="111413"/>
                </a:lnTo>
                <a:lnTo>
                  <a:pt x="448629" y="111063"/>
                </a:lnTo>
                <a:lnTo>
                  <a:pt x="448403" y="110690"/>
                </a:lnTo>
                <a:lnTo>
                  <a:pt x="448183" y="110295"/>
                </a:lnTo>
                <a:lnTo>
                  <a:pt x="447972" y="109879"/>
                </a:lnTo>
                <a:lnTo>
                  <a:pt x="447773" y="109440"/>
                </a:lnTo>
                <a:lnTo>
                  <a:pt x="447587" y="108979"/>
                </a:lnTo>
                <a:lnTo>
                  <a:pt x="447419" y="108496"/>
                </a:lnTo>
                <a:lnTo>
                  <a:pt x="447269" y="107991"/>
                </a:lnTo>
                <a:lnTo>
                  <a:pt x="447141" y="107464"/>
                </a:lnTo>
                <a:lnTo>
                  <a:pt x="447037" y="106915"/>
                </a:lnTo>
                <a:lnTo>
                  <a:pt x="446959" y="106343"/>
                </a:lnTo>
                <a:lnTo>
                  <a:pt x="446911" y="105750"/>
                </a:lnTo>
                <a:lnTo>
                  <a:pt x="446894" y="105135"/>
                </a:lnTo>
                <a:lnTo>
                  <a:pt x="446895" y="104971"/>
                </a:lnTo>
                <a:lnTo>
                  <a:pt x="446898" y="104817"/>
                </a:lnTo>
                <a:lnTo>
                  <a:pt x="446903" y="104670"/>
                </a:lnTo>
                <a:lnTo>
                  <a:pt x="446910" y="104532"/>
                </a:lnTo>
                <a:lnTo>
                  <a:pt x="446918" y="104401"/>
                </a:lnTo>
                <a:lnTo>
                  <a:pt x="446928" y="104276"/>
                </a:lnTo>
                <a:lnTo>
                  <a:pt x="446939" y="104157"/>
                </a:lnTo>
                <a:lnTo>
                  <a:pt x="446952" y="104042"/>
                </a:lnTo>
                <a:lnTo>
                  <a:pt x="446966" y="103931"/>
                </a:lnTo>
                <a:lnTo>
                  <a:pt x="446981" y="103824"/>
                </a:lnTo>
                <a:lnTo>
                  <a:pt x="446998" y="103719"/>
                </a:lnTo>
                <a:lnTo>
                  <a:pt x="447015" y="103616"/>
                </a:lnTo>
                <a:lnTo>
                  <a:pt x="447034" y="103514"/>
                </a:lnTo>
                <a:lnTo>
                  <a:pt x="447054" y="103412"/>
                </a:lnTo>
                <a:lnTo>
                  <a:pt x="447074" y="103309"/>
                </a:lnTo>
                <a:lnTo>
                  <a:pt x="447095" y="103206"/>
                </a:lnTo>
                <a:lnTo>
                  <a:pt x="447117" y="103100"/>
                </a:lnTo>
                <a:lnTo>
                  <a:pt x="447139" y="102992"/>
                </a:lnTo>
                <a:lnTo>
                  <a:pt x="447162" y="102880"/>
                </a:lnTo>
                <a:lnTo>
                  <a:pt x="447185" y="102763"/>
                </a:lnTo>
                <a:lnTo>
                  <a:pt x="447208" y="102642"/>
                </a:lnTo>
                <a:lnTo>
                  <a:pt x="447232" y="102515"/>
                </a:lnTo>
                <a:lnTo>
                  <a:pt x="447256" y="102381"/>
                </a:lnTo>
                <a:lnTo>
                  <a:pt x="447280" y="102240"/>
                </a:lnTo>
                <a:lnTo>
                  <a:pt x="448424" y="102843"/>
                </a:lnTo>
                <a:lnTo>
                  <a:pt x="449588" y="103397"/>
                </a:lnTo>
                <a:lnTo>
                  <a:pt x="450767" y="103902"/>
                </a:lnTo>
                <a:lnTo>
                  <a:pt x="451958" y="104361"/>
                </a:lnTo>
                <a:lnTo>
                  <a:pt x="453157" y="104776"/>
                </a:lnTo>
                <a:lnTo>
                  <a:pt x="454359" y="105150"/>
                </a:lnTo>
                <a:lnTo>
                  <a:pt x="455560" y="105485"/>
                </a:lnTo>
                <a:lnTo>
                  <a:pt x="456755" y="105782"/>
                </a:lnTo>
                <a:lnTo>
                  <a:pt x="457941" y="106045"/>
                </a:lnTo>
                <a:lnTo>
                  <a:pt x="459114" y="106275"/>
                </a:lnTo>
                <a:lnTo>
                  <a:pt x="460269" y="106474"/>
                </a:lnTo>
                <a:lnTo>
                  <a:pt x="461402" y="106645"/>
                </a:lnTo>
                <a:lnTo>
                  <a:pt x="462509" y="106789"/>
                </a:lnTo>
                <a:lnTo>
                  <a:pt x="463585" y="106910"/>
                </a:lnTo>
                <a:lnTo>
                  <a:pt x="464627" y="107008"/>
                </a:lnTo>
                <a:lnTo>
                  <a:pt x="465631" y="107087"/>
                </a:lnTo>
                <a:lnTo>
                  <a:pt x="466591" y="107149"/>
                </a:lnTo>
                <a:lnTo>
                  <a:pt x="467505" y="107195"/>
                </a:lnTo>
                <a:lnTo>
                  <a:pt x="468367" y="107228"/>
                </a:lnTo>
                <a:lnTo>
                  <a:pt x="469174" y="107251"/>
                </a:lnTo>
                <a:lnTo>
                  <a:pt x="469922" y="107264"/>
                </a:lnTo>
                <a:lnTo>
                  <a:pt x="470605" y="107271"/>
                </a:lnTo>
                <a:lnTo>
                  <a:pt x="471221" y="107273"/>
                </a:lnTo>
                <a:lnTo>
                  <a:pt x="471764" y="107274"/>
                </a:lnTo>
                <a:lnTo>
                  <a:pt x="472890" y="107272"/>
                </a:lnTo>
                <a:lnTo>
                  <a:pt x="474228" y="107255"/>
                </a:lnTo>
                <a:lnTo>
                  <a:pt x="475755" y="107212"/>
                </a:lnTo>
                <a:lnTo>
                  <a:pt x="477447" y="107127"/>
                </a:lnTo>
                <a:lnTo>
                  <a:pt x="479282" y="106986"/>
                </a:lnTo>
                <a:lnTo>
                  <a:pt x="481236" y="106777"/>
                </a:lnTo>
                <a:lnTo>
                  <a:pt x="483287" y="106485"/>
                </a:lnTo>
                <a:lnTo>
                  <a:pt x="485411" y="106096"/>
                </a:lnTo>
                <a:lnTo>
                  <a:pt x="487585" y="105597"/>
                </a:lnTo>
                <a:lnTo>
                  <a:pt x="489786" y="104974"/>
                </a:lnTo>
                <a:lnTo>
                  <a:pt x="491991" y="104213"/>
                </a:lnTo>
                <a:lnTo>
                  <a:pt x="494177" y="103300"/>
                </a:lnTo>
                <a:lnTo>
                  <a:pt x="496321" y="102221"/>
                </a:lnTo>
                <a:lnTo>
                  <a:pt x="498400" y="100963"/>
                </a:lnTo>
                <a:lnTo>
                  <a:pt x="500390" y="99512"/>
                </a:lnTo>
                <a:lnTo>
                  <a:pt x="502269" y="97854"/>
                </a:lnTo>
                <a:lnTo>
                  <a:pt x="504014" y="95975"/>
                </a:lnTo>
                <a:lnTo>
                  <a:pt x="505600" y="93862"/>
                </a:lnTo>
                <a:lnTo>
                  <a:pt x="507006" y="91500"/>
                </a:lnTo>
                <a:lnTo>
                  <a:pt x="508208" y="88876"/>
                </a:lnTo>
                <a:lnTo>
                  <a:pt x="509183" y="85976"/>
                </a:lnTo>
                <a:lnTo>
                  <a:pt x="509909" y="82787"/>
                </a:lnTo>
                <a:lnTo>
                  <a:pt x="510361" y="79293"/>
                </a:lnTo>
                <a:lnTo>
                  <a:pt x="510516" y="75483"/>
                </a:lnTo>
                <a:lnTo>
                  <a:pt x="510495" y="74109"/>
                </a:lnTo>
                <a:lnTo>
                  <a:pt x="510432" y="72782"/>
                </a:lnTo>
                <a:lnTo>
                  <a:pt x="510331" y="71502"/>
                </a:lnTo>
                <a:lnTo>
                  <a:pt x="510194" y="70267"/>
                </a:lnTo>
                <a:lnTo>
                  <a:pt x="510025" y="69080"/>
                </a:lnTo>
                <a:lnTo>
                  <a:pt x="509826" y="67938"/>
                </a:lnTo>
                <a:lnTo>
                  <a:pt x="509601" y="66844"/>
                </a:lnTo>
                <a:lnTo>
                  <a:pt x="509352" y="65796"/>
                </a:lnTo>
                <a:lnTo>
                  <a:pt x="509083" y="64795"/>
                </a:lnTo>
                <a:lnTo>
                  <a:pt x="508795" y="63840"/>
                </a:lnTo>
                <a:lnTo>
                  <a:pt x="508493" y="62933"/>
                </a:lnTo>
                <a:lnTo>
                  <a:pt x="508178" y="62073"/>
                </a:lnTo>
                <a:lnTo>
                  <a:pt x="507855" y="61260"/>
                </a:lnTo>
                <a:lnTo>
                  <a:pt x="507525" y="60494"/>
                </a:lnTo>
                <a:lnTo>
                  <a:pt x="507193" y="59776"/>
                </a:lnTo>
                <a:lnTo>
                  <a:pt x="506860" y="59105"/>
                </a:lnTo>
                <a:lnTo>
                  <a:pt x="506530" y="58481"/>
                </a:lnTo>
                <a:lnTo>
                  <a:pt x="506205" y="57905"/>
                </a:lnTo>
                <a:lnTo>
                  <a:pt x="505889" y="57376"/>
                </a:lnTo>
                <a:lnTo>
                  <a:pt x="505584" y="56895"/>
                </a:lnTo>
                <a:lnTo>
                  <a:pt x="505294" y="56462"/>
                </a:lnTo>
                <a:lnTo>
                  <a:pt x="505021" y="56077"/>
                </a:lnTo>
                <a:lnTo>
                  <a:pt x="504768" y="55740"/>
                </a:lnTo>
                <a:lnTo>
                  <a:pt x="504539" y="55451"/>
                </a:lnTo>
                <a:lnTo>
                  <a:pt x="504967" y="55451"/>
                </a:lnTo>
                <a:lnTo>
                  <a:pt x="505430" y="55452"/>
                </a:lnTo>
                <a:lnTo>
                  <a:pt x="505927" y="55455"/>
                </a:lnTo>
                <a:lnTo>
                  <a:pt x="506457" y="55460"/>
                </a:lnTo>
                <a:lnTo>
                  <a:pt x="507019" y="55470"/>
                </a:lnTo>
                <a:lnTo>
                  <a:pt x="507612" y="55484"/>
                </a:lnTo>
                <a:lnTo>
                  <a:pt x="508236" y="55503"/>
                </a:lnTo>
                <a:lnTo>
                  <a:pt x="508888" y="55529"/>
                </a:lnTo>
                <a:lnTo>
                  <a:pt x="509569" y="55563"/>
                </a:lnTo>
                <a:lnTo>
                  <a:pt x="510277" y="55604"/>
                </a:lnTo>
                <a:lnTo>
                  <a:pt x="511011" y="55655"/>
                </a:lnTo>
                <a:lnTo>
                  <a:pt x="511770" y="55716"/>
                </a:lnTo>
                <a:lnTo>
                  <a:pt x="512553" y="55788"/>
                </a:lnTo>
                <a:lnTo>
                  <a:pt x="513359" y="55872"/>
                </a:lnTo>
                <a:lnTo>
                  <a:pt x="514187" y="55969"/>
                </a:lnTo>
                <a:lnTo>
                  <a:pt x="515036" y="56079"/>
                </a:lnTo>
                <a:lnTo>
                  <a:pt x="515905" y="56205"/>
                </a:lnTo>
                <a:lnTo>
                  <a:pt x="516794" y="56346"/>
                </a:lnTo>
                <a:lnTo>
                  <a:pt x="517700" y="56503"/>
                </a:lnTo>
                <a:lnTo>
                  <a:pt x="518624" y="56678"/>
                </a:lnTo>
                <a:lnTo>
                  <a:pt x="519563" y="56872"/>
                </a:lnTo>
                <a:lnTo>
                  <a:pt x="520518" y="57085"/>
                </a:lnTo>
                <a:lnTo>
                  <a:pt x="521487" y="57318"/>
                </a:lnTo>
                <a:lnTo>
                  <a:pt x="522469" y="57572"/>
                </a:lnTo>
                <a:lnTo>
                  <a:pt x="522568" y="57620"/>
                </a:lnTo>
                <a:lnTo>
                  <a:pt x="522673" y="57668"/>
                </a:lnTo>
                <a:lnTo>
                  <a:pt x="522782" y="57715"/>
                </a:lnTo>
                <a:lnTo>
                  <a:pt x="522896" y="57763"/>
                </a:lnTo>
                <a:lnTo>
                  <a:pt x="523014" y="57809"/>
                </a:lnTo>
                <a:lnTo>
                  <a:pt x="523134" y="57854"/>
                </a:lnTo>
                <a:lnTo>
                  <a:pt x="523258" y="57899"/>
                </a:lnTo>
                <a:lnTo>
                  <a:pt x="523383" y="57942"/>
                </a:lnTo>
                <a:lnTo>
                  <a:pt x="523509" y="57984"/>
                </a:lnTo>
                <a:lnTo>
                  <a:pt x="523636" y="58025"/>
                </a:lnTo>
                <a:lnTo>
                  <a:pt x="523764" y="58063"/>
                </a:lnTo>
                <a:lnTo>
                  <a:pt x="523891" y="58100"/>
                </a:lnTo>
                <a:lnTo>
                  <a:pt x="524017" y="58135"/>
                </a:lnTo>
                <a:lnTo>
                  <a:pt x="524141" y="58168"/>
                </a:lnTo>
                <a:lnTo>
                  <a:pt x="524263" y="58198"/>
                </a:lnTo>
                <a:lnTo>
                  <a:pt x="524383" y="58226"/>
                </a:lnTo>
                <a:lnTo>
                  <a:pt x="524499" y="58252"/>
                </a:lnTo>
                <a:lnTo>
                  <a:pt x="524611" y="58274"/>
                </a:lnTo>
                <a:lnTo>
                  <a:pt x="524719" y="58293"/>
                </a:lnTo>
                <a:lnTo>
                  <a:pt x="524822" y="58310"/>
                </a:lnTo>
                <a:lnTo>
                  <a:pt x="524919" y="58323"/>
                </a:lnTo>
                <a:lnTo>
                  <a:pt x="525009" y="58332"/>
                </a:lnTo>
                <a:lnTo>
                  <a:pt x="525093" y="58338"/>
                </a:lnTo>
                <a:lnTo>
                  <a:pt x="525169" y="58340"/>
                </a:lnTo>
                <a:lnTo>
                  <a:pt x="525359" y="58334"/>
                </a:lnTo>
                <a:lnTo>
                  <a:pt x="525543" y="58316"/>
                </a:lnTo>
                <a:lnTo>
                  <a:pt x="525720" y="58288"/>
                </a:lnTo>
                <a:lnTo>
                  <a:pt x="525890" y="58248"/>
                </a:lnTo>
                <a:lnTo>
                  <a:pt x="526054" y="58198"/>
                </a:lnTo>
                <a:lnTo>
                  <a:pt x="526211" y="58138"/>
                </a:lnTo>
                <a:lnTo>
                  <a:pt x="526361" y="58069"/>
                </a:lnTo>
                <a:lnTo>
                  <a:pt x="526504" y="57991"/>
                </a:lnTo>
                <a:lnTo>
                  <a:pt x="526640" y="57904"/>
                </a:lnTo>
                <a:lnTo>
                  <a:pt x="526768" y="57808"/>
                </a:lnTo>
                <a:lnTo>
                  <a:pt x="526888" y="57705"/>
                </a:lnTo>
                <a:lnTo>
                  <a:pt x="527001" y="57594"/>
                </a:lnTo>
                <a:lnTo>
                  <a:pt x="527105" y="57477"/>
                </a:lnTo>
                <a:lnTo>
                  <a:pt x="527201" y="57352"/>
                </a:lnTo>
                <a:lnTo>
                  <a:pt x="527289" y="57222"/>
                </a:lnTo>
                <a:lnTo>
                  <a:pt x="527369" y="57085"/>
                </a:lnTo>
                <a:lnTo>
                  <a:pt x="527439" y="56944"/>
                </a:lnTo>
                <a:lnTo>
                  <a:pt x="527501" y="56797"/>
                </a:lnTo>
                <a:lnTo>
                  <a:pt x="527554" y="56646"/>
                </a:lnTo>
                <a:lnTo>
                  <a:pt x="527597" y="56490"/>
                </a:lnTo>
                <a:lnTo>
                  <a:pt x="527631" y="56331"/>
                </a:lnTo>
                <a:lnTo>
                  <a:pt x="527656" y="56169"/>
                </a:lnTo>
                <a:lnTo>
                  <a:pt x="527671" y="56004"/>
                </a:lnTo>
                <a:lnTo>
                  <a:pt x="527676" y="55836"/>
                </a:lnTo>
                <a:lnTo>
                  <a:pt x="527671" y="55720"/>
                </a:lnTo>
                <a:lnTo>
                  <a:pt x="527657" y="55567"/>
                </a:lnTo>
                <a:lnTo>
                  <a:pt x="527634" y="55379"/>
                </a:lnTo>
                <a:lnTo>
                  <a:pt x="527603" y="55160"/>
                </a:lnTo>
                <a:lnTo>
                  <a:pt x="527564" y="54911"/>
                </a:lnTo>
                <a:close/>
                <a:moveTo>
                  <a:pt x="485651" y="81467"/>
                </a:moveTo>
                <a:lnTo>
                  <a:pt x="485537" y="82585"/>
                </a:lnTo>
                <a:lnTo>
                  <a:pt x="485384" y="83660"/>
                </a:lnTo>
                <a:lnTo>
                  <a:pt x="485188" y="84689"/>
                </a:lnTo>
                <a:lnTo>
                  <a:pt x="484944" y="85670"/>
                </a:lnTo>
                <a:lnTo>
                  <a:pt x="484645" y="86603"/>
                </a:lnTo>
                <a:lnTo>
                  <a:pt x="484286" y="87484"/>
                </a:lnTo>
                <a:lnTo>
                  <a:pt x="483862" y="88311"/>
                </a:lnTo>
                <a:lnTo>
                  <a:pt x="483369" y="89084"/>
                </a:lnTo>
                <a:lnTo>
                  <a:pt x="482799" y="89799"/>
                </a:lnTo>
                <a:lnTo>
                  <a:pt x="482148" y="90456"/>
                </a:lnTo>
                <a:lnTo>
                  <a:pt x="481412" y="91051"/>
                </a:lnTo>
                <a:lnTo>
                  <a:pt x="480583" y="91584"/>
                </a:lnTo>
                <a:lnTo>
                  <a:pt x="479657" y="92052"/>
                </a:lnTo>
                <a:lnTo>
                  <a:pt x="478629" y="92453"/>
                </a:lnTo>
                <a:lnTo>
                  <a:pt x="477493" y="92785"/>
                </a:lnTo>
                <a:lnTo>
                  <a:pt x="476244" y="93047"/>
                </a:lnTo>
                <a:lnTo>
                  <a:pt x="474876" y="93237"/>
                </a:lnTo>
                <a:lnTo>
                  <a:pt x="473385" y="93352"/>
                </a:lnTo>
                <a:lnTo>
                  <a:pt x="471764" y="93391"/>
                </a:lnTo>
                <a:lnTo>
                  <a:pt x="470144" y="93353"/>
                </a:lnTo>
                <a:lnTo>
                  <a:pt x="468653" y="93240"/>
                </a:lnTo>
                <a:lnTo>
                  <a:pt x="467285" y="93056"/>
                </a:lnTo>
                <a:lnTo>
                  <a:pt x="466036" y="92800"/>
                </a:lnTo>
                <a:lnTo>
                  <a:pt x="464901" y="92474"/>
                </a:lnTo>
                <a:lnTo>
                  <a:pt x="463873" y="92082"/>
                </a:lnTo>
                <a:lnTo>
                  <a:pt x="462947" y="91624"/>
                </a:lnTo>
                <a:lnTo>
                  <a:pt x="462118" y="91101"/>
                </a:lnTo>
                <a:lnTo>
                  <a:pt x="461381" y="90517"/>
                </a:lnTo>
                <a:lnTo>
                  <a:pt x="460731" y="89872"/>
                </a:lnTo>
                <a:lnTo>
                  <a:pt x="460161" y="89169"/>
                </a:lnTo>
                <a:lnTo>
                  <a:pt x="459667" y="88408"/>
                </a:lnTo>
                <a:lnTo>
                  <a:pt x="459244" y="87593"/>
                </a:lnTo>
                <a:lnTo>
                  <a:pt x="458885" y="86724"/>
                </a:lnTo>
                <a:lnTo>
                  <a:pt x="458586" y="85803"/>
                </a:lnTo>
                <a:lnTo>
                  <a:pt x="458341" y="84833"/>
                </a:lnTo>
                <a:lnTo>
                  <a:pt x="458145" y="83814"/>
                </a:lnTo>
                <a:lnTo>
                  <a:pt x="457992" y="82749"/>
                </a:lnTo>
                <a:lnTo>
                  <a:pt x="457878" y="81639"/>
                </a:lnTo>
                <a:lnTo>
                  <a:pt x="457796" y="80487"/>
                </a:lnTo>
                <a:lnTo>
                  <a:pt x="457742" y="79293"/>
                </a:lnTo>
                <a:lnTo>
                  <a:pt x="457710" y="78060"/>
                </a:lnTo>
                <a:lnTo>
                  <a:pt x="457695" y="76789"/>
                </a:lnTo>
                <a:lnTo>
                  <a:pt x="457691" y="75483"/>
                </a:lnTo>
                <a:lnTo>
                  <a:pt x="457695" y="74175"/>
                </a:lnTo>
                <a:lnTo>
                  <a:pt x="457710" y="72901"/>
                </a:lnTo>
                <a:lnTo>
                  <a:pt x="457742" y="71663"/>
                </a:lnTo>
                <a:lnTo>
                  <a:pt x="457796" y="70463"/>
                </a:lnTo>
                <a:lnTo>
                  <a:pt x="457878" y="69303"/>
                </a:lnTo>
                <a:lnTo>
                  <a:pt x="457992" y="68184"/>
                </a:lnTo>
                <a:lnTo>
                  <a:pt x="458145" y="67110"/>
                </a:lnTo>
                <a:lnTo>
                  <a:pt x="458341" y="66080"/>
                </a:lnTo>
                <a:lnTo>
                  <a:pt x="458586" y="65099"/>
                </a:lnTo>
                <a:lnTo>
                  <a:pt x="458885" y="64166"/>
                </a:lnTo>
                <a:lnTo>
                  <a:pt x="459244" y="63285"/>
                </a:lnTo>
                <a:lnTo>
                  <a:pt x="459667" y="62457"/>
                </a:lnTo>
                <a:lnTo>
                  <a:pt x="460161" y="61685"/>
                </a:lnTo>
                <a:lnTo>
                  <a:pt x="460731" y="60969"/>
                </a:lnTo>
                <a:lnTo>
                  <a:pt x="461381" y="60313"/>
                </a:lnTo>
                <a:lnTo>
                  <a:pt x="462118" y="59717"/>
                </a:lnTo>
                <a:lnTo>
                  <a:pt x="462947" y="59185"/>
                </a:lnTo>
                <a:lnTo>
                  <a:pt x="463873" y="58717"/>
                </a:lnTo>
                <a:lnTo>
                  <a:pt x="464901" y="58316"/>
                </a:lnTo>
                <a:lnTo>
                  <a:pt x="466036" y="57983"/>
                </a:lnTo>
                <a:lnTo>
                  <a:pt x="467285" y="57721"/>
                </a:lnTo>
                <a:lnTo>
                  <a:pt x="468653" y="57532"/>
                </a:lnTo>
                <a:lnTo>
                  <a:pt x="470144" y="57416"/>
                </a:lnTo>
                <a:lnTo>
                  <a:pt x="471764" y="57378"/>
                </a:lnTo>
                <a:lnTo>
                  <a:pt x="473385" y="57415"/>
                </a:lnTo>
                <a:lnTo>
                  <a:pt x="474876" y="57528"/>
                </a:lnTo>
                <a:lnTo>
                  <a:pt x="476244" y="57713"/>
                </a:lnTo>
                <a:lnTo>
                  <a:pt x="477493" y="57969"/>
                </a:lnTo>
                <a:lnTo>
                  <a:pt x="478629" y="58294"/>
                </a:lnTo>
                <a:lnTo>
                  <a:pt x="479657" y="58687"/>
                </a:lnTo>
                <a:lnTo>
                  <a:pt x="480583" y="59145"/>
                </a:lnTo>
                <a:lnTo>
                  <a:pt x="481412" y="59668"/>
                </a:lnTo>
                <a:lnTo>
                  <a:pt x="482148" y="60252"/>
                </a:lnTo>
                <a:lnTo>
                  <a:pt x="482799" y="60897"/>
                </a:lnTo>
                <a:lnTo>
                  <a:pt x="483369" y="61601"/>
                </a:lnTo>
                <a:lnTo>
                  <a:pt x="483862" y="62361"/>
                </a:lnTo>
                <a:lnTo>
                  <a:pt x="484286" y="63177"/>
                </a:lnTo>
                <a:lnTo>
                  <a:pt x="484645" y="64046"/>
                </a:lnTo>
                <a:lnTo>
                  <a:pt x="484944" y="64967"/>
                </a:lnTo>
                <a:lnTo>
                  <a:pt x="485188" y="65938"/>
                </a:lnTo>
                <a:lnTo>
                  <a:pt x="485384" y="66957"/>
                </a:lnTo>
                <a:lnTo>
                  <a:pt x="485537" y="68022"/>
                </a:lnTo>
                <a:lnTo>
                  <a:pt x="485651" y="69132"/>
                </a:lnTo>
                <a:lnTo>
                  <a:pt x="485733" y="70284"/>
                </a:lnTo>
                <a:lnTo>
                  <a:pt x="485787" y="71478"/>
                </a:lnTo>
                <a:lnTo>
                  <a:pt x="485819" y="72711"/>
                </a:lnTo>
                <a:lnTo>
                  <a:pt x="485834" y="73982"/>
                </a:lnTo>
                <a:lnTo>
                  <a:pt x="485838" y="75289"/>
                </a:lnTo>
                <a:lnTo>
                  <a:pt x="485834" y="76596"/>
                </a:lnTo>
                <a:lnTo>
                  <a:pt x="485819" y="77870"/>
                </a:lnTo>
                <a:lnTo>
                  <a:pt x="485787" y="79107"/>
                </a:lnTo>
                <a:lnTo>
                  <a:pt x="485733" y="80307"/>
                </a:lnTo>
                <a:lnTo>
                  <a:pt x="485651" y="81467"/>
                </a:lnTo>
                <a:close/>
                <a:moveTo>
                  <a:pt x="503369" y="153249"/>
                </a:moveTo>
                <a:lnTo>
                  <a:pt x="502358" y="154210"/>
                </a:lnTo>
                <a:lnTo>
                  <a:pt x="501218" y="155070"/>
                </a:lnTo>
                <a:lnTo>
                  <a:pt x="499962" y="155835"/>
                </a:lnTo>
                <a:lnTo>
                  <a:pt x="498610" y="156510"/>
                </a:lnTo>
                <a:lnTo>
                  <a:pt x="497175" y="157100"/>
                </a:lnTo>
                <a:lnTo>
                  <a:pt x="495676" y="157612"/>
                </a:lnTo>
                <a:lnTo>
                  <a:pt x="494129" y="158051"/>
                </a:lnTo>
                <a:lnTo>
                  <a:pt x="492549" y="158422"/>
                </a:lnTo>
                <a:lnTo>
                  <a:pt x="490954" y="158732"/>
                </a:lnTo>
                <a:lnTo>
                  <a:pt x="489359" y="158986"/>
                </a:lnTo>
                <a:lnTo>
                  <a:pt x="487781" y="159189"/>
                </a:lnTo>
                <a:lnTo>
                  <a:pt x="486237" y="159347"/>
                </a:lnTo>
                <a:lnTo>
                  <a:pt x="484742" y="159466"/>
                </a:lnTo>
                <a:lnTo>
                  <a:pt x="483314" y="159551"/>
                </a:lnTo>
                <a:lnTo>
                  <a:pt x="481969" y="159608"/>
                </a:lnTo>
                <a:lnTo>
                  <a:pt x="480723" y="159643"/>
                </a:lnTo>
                <a:lnTo>
                  <a:pt x="479592" y="159660"/>
                </a:lnTo>
                <a:lnTo>
                  <a:pt x="478593" y="159667"/>
                </a:lnTo>
                <a:lnTo>
                  <a:pt x="477742" y="159668"/>
                </a:lnTo>
                <a:lnTo>
                  <a:pt x="476713" y="159667"/>
                </a:lnTo>
                <a:lnTo>
                  <a:pt x="475564" y="159660"/>
                </a:lnTo>
                <a:lnTo>
                  <a:pt x="474310" y="159641"/>
                </a:lnTo>
                <a:lnTo>
                  <a:pt x="472964" y="159605"/>
                </a:lnTo>
                <a:lnTo>
                  <a:pt x="471543" y="159546"/>
                </a:lnTo>
                <a:lnTo>
                  <a:pt x="470060" y="159457"/>
                </a:lnTo>
                <a:lnTo>
                  <a:pt x="468529" y="159332"/>
                </a:lnTo>
                <a:lnTo>
                  <a:pt x="466966" y="159167"/>
                </a:lnTo>
                <a:lnTo>
                  <a:pt x="465385" y="158955"/>
                </a:lnTo>
                <a:lnTo>
                  <a:pt x="463800" y="158690"/>
                </a:lnTo>
                <a:lnTo>
                  <a:pt x="462227" y="158366"/>
                </a:lnTo>
                <a:lnTo>
                  <a:pt x="460679" y="157978"/>
                </a:lnTo>
                <a:lnTo>
                  <a:pt x="459171" y="157520"/>
                </a:lnTo>
                <a:lnTo>
                  <a:pt x="457718" y="156985"/>
                </a:lnTo>
                <a:lnTo>
                  <a:pt x="456334" y="156368"/>
                </a:lnTo>
                <a:lnTo>
                  <a:pt x="455034" y="155663"/>
                </a:lnTo>
                <a:lnTo>
                  <a:pt x="453833" y="154864"/>
                </a:lnTo>
                <a:lnTo>
                  <a:pt x="452744" y="153966"/>
                </a:lnTo>
                <a:lnTo>
                  <a:pt x="451783" y="152962"/>
                </a:lnTo>
                <a:lnTo>
                  <a:pt x="450965" y="151846"/>
                </a:lnTo>
                <a:lnTo>
                  <a:pt x="450302" y="150613"/>
                </a:lnTo>
                <a:lnTo>
                  <a:pt x="449811" y="149257"/>
                </a:lnTo>
                <a:lnTo>
                  <a:pt x="449506" y="147772"/>
                </a:lnTo>
                <a:lnTo>
                  <a:pt x="449401" y="146152"/>
                </a:lnTo>
                <a:lnTo>
                  <a:pt x="449431" y="145064"/>
                </a:lnTo>
                <a:lnTo>
                  <a:pt x="449521" y="144066"/>
                </a:lnTo>
                <a:lnTo>
                  <a:pt x="449666" y="143155"/>
                </a:lnTo>
                <a:lnTo>
                  <a:pt x="449864" y="142327"/>
                </a:lnTo>
                <a:lnTo>
                  <a:pt x="450111" y="141578"/>
                </a:lnTo>
                <a:lnTo>
                  <a:pt x="450404" y="140903"/>
                </a:lnTo>
                <a:lnTo>
                  <a:pt x="450740" y="140300"/>
                </a:lnTo>
                <a:lnTo>
                  <a:pt x="451115" y="139763"/>
                </a:lnTo>
                <a:lnTo>
                  <a:pt x="451526" y="139290"/>
                </a:lnTo>
                <a:lnTo>
                  <a:pt x="451970" y="138875"/>
                </a:lnTo>
                <a:lnTo>
                  <a:pt x="452444" y="138516"/>
                </a:lnTo>
                <a:lnTo>
                  <a:pt x="452944" y="138208"/>
                </a:lnTo>
                <a:lnTo>
                  <a:pt x="453467" y="137947"/>
                </a:lnTo>
                <a:lnTo>
                  <a:pt x="454010" y="137730"/>
                </a:lnTo>
                <a:lnTo>
                  <a:pt x="454570" y="137552"/>
                </a:lnTo>
                <a:lnTo>
                  <a:pt x="455142" y="137410"/>
                </a:lnTo>
                <a:lnTo>
                  <a:pt x="455725" y="137299"/>
                </a:lnTo>
                <a:lnTo>
                  <a:pt x="456315" y="137215"/>
                </a:lnTo>
                <a:lnTo>
                  <a:pt x="456908" y="137155"/>
                </a:lnTo>
                <a:lnTo>
                  <a:pt x="457501" y="137115"/>
                </a:lnTo>
                <a:lnTo>
                  <a:pt x="458092" y="137091"/>
                </a:lnTo>
                <a:lnTo>
                  <a:pt x="458676" y="137079"/>
                </a:lnTo>
                <a:lnTo>
                  <a:pt x="459250" y="137074"/>
                </a:lnTo>
                <a:lnTo>
                  <a:pt x="459812" y="137073"/>
                </a:lnTo>
                <a:lnTo>
                  <a:pt x="482175" y="137073"/>
                </a:lnTo>
                <a:lnTo>
                  <a:pt x="484088" y="137097"/>
                </a:lnTo>
                <a:lnTo>
                  <a:pt x="485923" y="137149"/>
                </a:lnTo>
                <a:lnTo>
                  <a:pt x="487678" y="137229"/>
                </a:lnTo>
                <a:lnTo>
                  <a:pt x="489355" y="137339"/>
                </a:lnTo>
                <a:lnTo>
                  <a:pt x="490952" y="137479"/>
                </a:lnTo>
                <a:lnTo>
                  <a:pt x="492469" y="137649"/>
                </a:lnTo>
                <a:lnTo>
                  <a:pt x="493907" y="137851"/>
                </a:lnTo>
                <a:lnTo>
                  <a:pt x="495265" y="138086"/>
                </a:lnTo>
                <a:lnTo>
                  <a:pt x="496542" y="138353"/>
                </a:lnTo>
                <a:lnTo>
                  <a:pt x="497738" y="138654"/>
                </a:lnTo>
                <a:lnTo>
                  <a:pt x="498854" y="138989"/>
                </a:lnTo>
                <a:lnTo>
                  <a:pt x="499889" y="139359"/>
                </a:lnTo>
                <a:lnTo>
                  <a:pt x="500842" y="139765"/>
                </a:lnTo>
                <a:lnTo>
                  <a:pt x="501714" y="140208"/>
                </a:lnTo>
                <a:lnTo>
                  <a:pt x="502504" y="140687"/>
                </a:lnTo>
                <a:lnTo>
                  <a:pt x="503212" y="141204"/>
                </a:lnTo>
                <a:lnTo>
                  <a:pt x="503837" y="141760"/>
                </a:lnTo>
                <a:lnTo>
                  <a:pt x="504380" y="142356"/>
                </a:lnTo>
                <a:lnTo>
                  <a:pt x="504840" y="142991"/>
                </a:lnTo>
                <a:lnTo>
                  <a:pt x="505217" y="143667"/>
                </a:lnTo>
                <a:lnTo>
                  <a:pt x="505511" y="144384"/>
                </a:lnTo>
                <a:lnTo>
                  <a:pt x="505721" y="145143"/>
                </a:lnTo>
                <a:lnTo>
                  <a:pt x="505847" y="145945"/>
                </a:lnTo>
                <a:lnTo>
                  <a:pt x="505887" y="146756"/>
                </a:lnTo>
                <a:lnTo>
                  <a:pt x="505777" y="148282"/>
                </a:lnTo>
                <a:lnTo>
                  <a:pt x="505453" y="149704"/>
                </a:lnTo>
                <a:lnTo>
                  <a:pt x="504933" y="151002"/>
                </a:lnTo>
                <a:lnTo>
                  <a:pt x="504232" y="152182"/>
                </a:lnTo>
                <a:lnTo>
                  <a:pt x="503369" y="153249"/>
                </a:lnTo>
                <a:close/>
                <a:moveTo>
                  <a:pt x="1369525" y="11229"/>
                </a:moveTo>
                <a:lnTo>
                  <a:pt x="1369462" y="10570"/>
                </a:lnTo>
                <a:lnTo>
                  <a:pt x="1369376" y="9943"/>
                </a:lnTo>
                <a:lnTo>
                  <a:pt x="1369265" y="9349"/>
                </a:lnTo>
                <a:lnTo>
                  <a:pt x="1369126" y="8787"/>
                </a:lnTo>
                <a:lnTo>
                  <a:pt x="1368957" y="8256"/>
                </a:lnTo>
                <a:lnTo>
                  <a:pt x="1368756" y="7758"/>
                </a:lnTo>
                <a:lnTo>
                  <a:pt x="1368520" y="7292"/>
                </a:lnTo>
                <a:lnTo>
                  <a:pt x="1368248" y="6858"/>
                </a:lnTo>
                <a:lnTo>
                  <a:pt x="1367937" y="6457"/>
                </a:lnTo>
                <a:lnTo>
                  <a:pt x="1367585" y="6087"/>
                </a:lnTo>
                <a:lnTo>
                  <a:pt x="1367189" y="5749"/>
                </a:lnTo>
                <a:lnTo>
                  <a:pt x="1366748" y="5444"/>
                </a:lnTo>
                <a:lnTo>
                  <a:pt x="1366259" y="5171"/>
                </a:lnTo>
                <a:lnTo>
                  <a:pt x="1365719" y="4930"/>
                </a:lnTo>
                <a:lnTo>
                  <a:pt x="1365127" y="4721"/>
                </a:lnTo>
                <a:lnTo>
                  <a:pt x="1364480" y="4544"/>
                </a:lnTo>
                <a:lnTo>
                  <a:pt x="1363777" y="4399"/>
                </a:lnTo>
                <a:lnTo>
                  <a:pt x="1363014" y="4287"/>
                </a:lnTo>
                <a:lnTo>
                  <a:pt x="1362189" y="4207"/>
                </a:lnTo>
                <a:lnTo>
                  <a:pt x="1361301" y="4158"/>
                </a:lnTo>
                <a:lnTo>
                  <a:pt x="1360347" y="4142"/>
                </a:lnTo>
                <a:lnTo>
                  <a:pt x="1350512" y="4142"/>
                </a:lnTo>
                <a:lnTo>
                  <a:pt x="1349625" y="4156"/>
                </a:lnTo>
                <a:lnTo>
                  <a:pt x="1348792" y="4196"/>
                </a:lnTo>
                <a:lnTo>
                  <a:pt x="1348012" y="4263"/>
                </a:lnTo>
                <a:lnTo>
                  <a:pt x="1347283" y="4359"/>
                </a:lnTo>
                <a:lnTo>
                  <a:pt x="1346605" y="4484"/>
                </a:lnTo>
                <a:lnTo>
                  <a:pt x="1345976" y="4639"/>
                </a:lnTo>
                <a:lnTo>
                  <a:pt x="1345394" y="4825"/>
                </a:lnTo>
                <a:lnTo>
                  <a:pt x="1344857" y="5042"/>
                </a:lnTo>
                <a:lnTo>
                  <a:pt x="1344365" y="5291"/>
                </a:lnTo>
                <a:lnTo>
                  <a:pt x="1343915" y="5573"/>
                </a:lnTo>
                <a:lnTo>
                  <a:pt x="1343507" y="5889"/>
                </a:lnTo>
                <a:lnTo>
                  <a:pt x="1343138" y="6239"/>
                </a:lnTo>
                <a:lnTo>
                  <a:pt x="1342807" y="6624"/>
                </a:lnTo>
                <a:lnTo>
                  <a:pt x="1342513" y="7046"/>
                </a:lnTo>
                <a:lnTo>
                  <a:pt x="1342254" y="7503"/>
                </a:lnTo>
                <a:lnTo>
                  <a:pt x="1342029" y="7999"/>
                </a:lnTo>
                <a:lnTo>
                  <a:pt x="1341836" y="8532"/>
                </a:lnTo>
                <a:lnTo>
                  <a:pt x="1341674" y="9104"/>
                </a:lnTo>
                <a:lnTo>
                  <a:pt x="1341540" y="9716"/>
                </a:lnTo>
                <a:lnTo>
                  <a:pt x="1341434" y="10369"/>
                </a:lnTo>
                <a:lnTo>
                  <a:pt x="1341355" y="11062"/>
                </a:lnTo>
                <a:lnTo>
                  <a:pt x="1341300" y="11798"/>
                </a:lnTo>
                <a:lnTo>
                  <a:pt x="1341268" y="12576"/>
                </a:lnTo>
                <a:lnTo>
                  <a:pt x="1341258" y="13398"/>
                </a:lnTo>
                <a:lnTo>
                  <a:pt x="1341258" y="17061"/>
                </a:lnTo>
                <a:lnTo>
                  <a:pt x="1341263" y="17750"/>
                </a:lnTo>
                <a:lnTo>
                  <a:pt x="1341281" y="18418"/>
                </a:lnTo>
                <a:lnTo>
                  <a:pt x="1341315" y="19064"/>
                </a:lnTo>
                <a:lnTo>
                  <a:pt x="1341367" y="19688"/>
                </a:lnTo>
                <a:lnTo>
                  <a:pt x="1341441" y="20289"/>
                </a:lnTo>
                <a:lnTo>
                  <a:pt x="1341538" y="20866"/>
                </a:lnTo>
                <a:lnTo>
                  <a:pt x="1341662" y="21419"/>
                </a:lnTo>
                <a:lnTo>
                  <a:pt x="1341815" y="21946"/>
                </a:lnTo>
                <a:lnTo>
                  <a:pt x="1342000" y="22447"/>
                </a:lnTo>
                <a:lnTo>
                  <a:pt x="1342220" y="22921"/>
                </a:lnTo>
                <a:lnTo>
                  <a:pt x="1342478" y="23367"/>
                </a:lnTo>
                <a:lnTo>
                  <a:pt x="1342776" y="23786"/>
                </a:lnTo>
                <a:lnTo>
                  <a:pt x="1343118" y="24175"/>
                </a:lnTo>
                <a:lnTo>
                  <a:pt x="1343505" y="24534"/>
                </a:lnTo>
                <a:lnTo>
                  <a:pt x="1343941" y="24862"/>
                </a:lnTo>
                <a:lnTo>
                  <a:pt x="1344429" y="25159"/>
                </a:lnTo>
                <a:lnTo>
                  <a:pt x="1344970" y="25424"/>
                </a:lnTo>
                <a:lnTo>
                  <a:pt x="1345569" y="25656"/>
                </a:lnTo>
                <a:lnTo>
                  <a:pt x="1346228" y="25855"/>
                </a:lnTo>
                <a:lnTo>
                  <a:pt x="1346948" y="26019"/>
                </a:lnTo>
                <a:lnTo>
                  <a:pt x="1347735" y="26148"/>
                </a:lnTo>
                <a:lnTo>
                  <a:pt x="1348589" y="26241"/>
                </a:lnTo>
                <a:lnTo>
                  <a:pt x="1349514" y="26297"/>
                </a:lnTo>
                <a:lnTo>
                  <a:pt x="1350512" y="26316"/>
                </a:lnTo>
                <a:lnTo>
                  <a:pt x="1360347" y="26316"/>
                </a:lnTo>
                <a:lnTo>
                  <a:pt x="1361323" y="26298"/>
                </a:lnTo>
                <a:lnTo>
                  <a:pt x="1362230" y="26245"/>
                </a:lnTo>
                <a:lnTo>
                  <a:pt x="1363069" y="26156"/>
                </a:lnTo>
                <a:lnTo>
                  <a:pt x="1363843" y="26032"/>
                </a:lnTo>
                <a:lnTo>
                  <a:pt x="1364555" y="25875"/>
                </a:lnTo>
                <a:lnTo>
                  <a:pt x="1365208" y="25684"/>
                </a:lnTo>
                <a:lnTo>
                  <a:pt x="1365803" y="25459"/>
                </a:lnTo>
                <a:lnTo>
                  <a:pt x="1366344" y="25203"/>
                </a:lnTo>
                <a:lnTo>
                  <a:pt x="1366832" y="24913"/>
                </a:lnTo>
                <a:lnTo>
                  <a:pt x="1367271" y="24593"/>
                </a:lnTo>
                <a:lnTo>
                  <a:pt x="1367662" y="24241"/>
                </a:lnTo>
                <a:lnTo>
                  <a:pt x="1368009" y="23858"/>
                </a:lnTo>
                <a:lnTo>
                  <a:pt x="1368313" y="23446"/>
                </a:lnTo>
                <a:lnTo>
                  <a:pt x="1368578" y="23004"/>
                </a:lnTo>
                <a:lnTo>
                  <a:pt x="1368806" y="22532"/>
                </a:lnTo>
                <a:lnTo>
                  <a:pt x="1368999" y="22032"/>
                </a:lnTo>
                <a:lnTo>
                  <a:pt x="1369160" y="21504"/>
                </a:lnTo>
                <a:lnTo>
                  <a:pt x="1369292" y="20948"/>
                </a:lnTo>
                <a:lnTo>
                  <a:pt x="1369396" y="20365"/>
                </a:lnTo>
                <a:lnTo>
                  <a:pt x="1369476" y="19756"/>
                </a:lnTo>
                <a:lnTo>
                  <a:pt x="1369533" y="19120"/>
                </a:lnTo>
                <a:lnTo>
                  <a:pt x="1369571" y="18458"/>
                </a:lnTo>
                <a:lnTo>
                  <a:pt x="1369592" y="17772"/>
                </a:lnTo>
                <a:lnTo>
                  <a:pt x="1369599" y="17061"/>
                </a:lnTo>
                <a:lnTo>
                  <a:pt x="1369599" y="13398"/>
                </a:lnTo>
                <a:lnTo>
                  <a:pt x="1369591" y="12643"/>
                </a:lnTo>
                <a:lnTo>
                  <a:pt x="1369568" y="11920"/>
                </a:lnTo>
                <a:lnTo>
                  <a:pt x="1369525" y="11229"/>
                </a:lnTo>
                <a:close/>
                <a:moveTo>
                  <a:pt x="1145732" y="124399"/>
                </a:moveTo>
                <a:lnTo>
                  <a:pt x="1145713" y="124283"/>
                </a:lnTo>
                <a:lnTo>
                  <a:pt x="1145688" y="124154"/>
                </a:lnTo>
                <a:lnTo>
                  <a:pt x="1145658" y="124012"/>
                </a:lnTo>
                <a:lnTo>
                  <a:pt x="1145624" y="123856"/>
                </a:lnTo>
                <a:lnTo>
                  <a:pt x="1145583" y="123686"/>
                </a:lnTo>
                <a:lnTo>
                  <a:pt x="1145538" y="123500"/>
                </a:lnTo>
                <a:lnTo>
                  <a:pt x="1145486" y="123298"/>
                </a:lnTo>
                <a:lnTo>
                  <a:pt x="1145429" y="123078"/>
                </a:lnTo>
                <a:lnTo>
                  <a:pt x="1145366" y="122841"/>
                </a:lnTo>
                <a:lnTo>
                  <a:pt x="1145296" y="122585"/>
                </a:lnTo>
                <a:lnTo>
                  <a:pt x="1145221" y="122309"/>
                </a:lnTo>
                <a:lnTo>
                  <a:pt x="1145138" y="122013"/>
                </a:lnTo>
                <a:lnTo>
                  <a:pt x="1145049" y="121696"/>
                </a:lnTo>
                <a:lnTo>
                  <a:pt x="1144953" y="121356"/>
                </a:lnTo>
                <a:lnTo>
                  <a:pt x="1144851" y="120994"/>
                </a:lnTo>
                <a:lnTo>
                  <a:pt x="1144740" y="120608"/>
                </a:lnTo>
                <a:lnTo>
                  <a:pt x="1144623" y="120197"/>
                </a:lnTo>
                <a:lnTo>
                  <a:pt x="1144498" y="119761"/>
                </a:lnTo>
                <a:lnTo>
                  <a:pt x="1144365" y="119299"/>
                </a:lnTo>
                <a:lnTo>
                  <a:pt x="1144225" y="118809"/>
                </a:lnTo>
                <a:lnTo>
                  <a:pt x="1144107" y="118342"/>
                </a:lnTo>
                <a:lnTo>
                  <a:pt x="1143995" y="117901"/>
                </a:lnTo>
                <a:lnTo>
                  <a:pt x="1143887" y="117488"/>
                </a:lnTo>
                <a:lnTo>
                  <a:pt x="1143783" y="117100"/>
                </a:lnTo>
                <a:lnTo>
                  <a:pt x="1143681" y="116738"/>
                </a:lnTo>
                <a:lnTo>
                  <a:pt x="1143581" y="116401"/>
                </a:lnTo>
                <a:lnTo>
                  <a:pt x="1143482" y="116087"/>
                </a:lnTo>
                <a:lnTo>
                  <a:pt x="1143383" y="115798"/>
                </a:lnTo>
                <a:lnTo>
                  <a:pt x="1143284" y="115530"/>
                </a:lnTo>
                <a:lnTo>
                  <a:pt x="1143182" y="115285"/>
                </a:lnTo>
                <a:lnTo>
                  <a:pt x="1143079" y="115062"/>
                </a:lnTo>
                <a:lnTo>
                  <a:pt x="1142972" y="114859"/>
                </a:lnTo>
                <a:lnTo>
                  <a:pt x="1142862" y="114676"/>
                </a:lnTo>
                <a:lnTo>
                  <a:pt x="1142746" y="114513"/>
                </a:lnTo>
                <a:lnTo>
                  <a:pt x="1142625" y="114368"/>
                </a:lnTo>
                <a:lnTo>
                  <a:pt x="1142498" y="114242"/>
                </a:lnTo>
                <a:lnTo>
                  <a:pt x="1142363" y="114133"/>
                </a:lnTo>
                <a:lnTo>
                  <a:pt x="1142219" y="114040"/>
                </a:lnTo>
                <a:lnTo>
                  <a:pt x="1142067" y="113964"/>
                </a:lnTo>
                <a:lnTo>
                  <a:pt x="1141905" y="113903"/>
                </a:lnTo>
                <a:lnTo>
                  <a:pt x="1141732" y="113856"/>
                </a:lnTo>
                <a:lnTo>
                  <a:pt x="1141548" y="113824"/>
                </a:lnTo>
                <a:lnTo>
                  <a:pt x="1141352" y="113805"/>
                </a:lnTo>
                <a:lnTo>
                  <a:pt x="1141142" y="113799"/>
                </a:lnTo>
                <a:lnTo>
                  <a:pt x="1141025" y="113800"/>
                </a:lnTo>
                <a:lnTo>
                  <a:pt x="1140916" y="113804"/>
                </a:lnTo>
                <a:lnTo>
                  <a:pt x="1140813" y="113810"/>
                </a:lnTo>
                <a:lnTo>
                  <a:pt x="1140716" y="113819"/>
                </a:lnTo>
                <a:lnTo>
                  <a:pt x="1140624" y="113831"/>
                </a:lnTo>
                <a:lnTo>
                  <a:pt x="1140536" y="113847"/>
                </a:lnTo>
                <a:lnTo>
                  <a:pt x="1140451" y="113867"/>
                </a:lnTo>
                <a:lnTo>
                  <a:pt x="1140370" y="113892"/>
                </a:lnTo>
                <a:lnTo>
                  <a:pt x="1140290" y="113921"/>
                </a:lnTo>
                <a:lnTo>
                  <a:pt x="1140212" y="113955"/>
                </a:lnTo>
                <a:lnTo>
                  <a:pt x="1140134" y="113994"/>
                </a:lnTo>
                <a:lnTo>
                  <a:pt x="1140056" y="114039"/>
                </a:lnTo>
                <a:lnTo>
                  <a:pt x="1139977" y="114090"/>
                </a:lnTo>
                <a:lnTo>
                  <a:pt x="1139896" y="114148"/>
                </a:lnTo>
                <a:lnTo>
                  <a:pt x="1139813" y="114212"/>
                </a:lnTo>
                <a:lnTo>
                  <a:pt x="1139726" y="114283"/>
                </a:lnTo>
                <a:lnTo>
                  <a:pt x="1139636" y="114362"/>
                </a:lnTo>
                <a:lnTo>
                  <a:pt x="1139541" y="114448"/>
                </a:lnTo>
                <a:lnTo>
                  <a:pt x="1139440" y="114543"/>
                </a:lnTo>
                <a:lnTo>
                  <a:pt x="1139333" y="114645"/>
                </a:lnTo>
                <a:lnTo>
                  <a:pt x="1139219" y="114757"/>
                </a:lnTo>
                <a:lnTo>
                  <a:pt x="1139097" y="114877"/>
                </a:lnTo>
                <a:lnTo>
                  <a:pt x="1138966" y="115007"/>
                </a:lnTo>
                <a:lnTo>
                  <a:pt x="1138827" y="115147"/>
                </a:lnTo>
                <a:lnTo>
                  <a:pt x="1138546" y="115353"/>
                </a:lnTo>
                <a:lnTo>
                  <a:pt x="1138232" y="115584"/>
                </a:lnTo>
                <a:lnTo>
                  <a:pt x="1137887" y="115838"/>
                </a:lnTo>
                <a:lnTo>
                  <a:pt x="1137510" y="116110"/>
                </a:lnTo>
                <a:lnTo>
                  <a:pt x="1137101" y="116398"/>
                </a:lnTo>
                <a:lnTo>
                  <a:pt x="1136661" y="116698"/>
                </a:lnTo>
                <a:lnTo>
                  <a:pt x="1136189" y="117009"/>
                </a:lnTo>
                <a:lnTo>
                  <a:pt x="1135685" y="117327"/>
                </a:lnTo>
                <a:lnTo>
                  <a:pt x="1135150" y="117648"/>
                </a:lnTo>
                <a:lnTo>
                  <a:pt x="1134583" y="117970"/>
                </a:lnTo>
                <a:lnTo>
                  <a:pt x="1133986" y="118291"/>
                </a:lnTo>
                <a:lnTo>
                  <a:pt x="1133356" y="118606"/>
                </a:lnTo>
                <a:lnTo>
                  <a:pt x="1132696" y="118913"/>
                </a:lnTo>
                <a:lnTo>
                  <a:pt x="1132005" y="119209"/>
                </a:lnTo>
                <a:lnTo>
                  <a:pt x="1131283" y="119492"/>
                </a:lnTo>
                <a:lnTo>
                  <a:pt x="1130530" y="119757"/>
                </a:lnTo>
                <a:lnTo>
                  <a:pt x="1129746" y="120002"/>
                </a:lnTo>
                <a:lnTo>
                  <a:pt x="1128931" y="120224"/>
                </a:lnTo>
                <a:lnTo>
                  <a:pt x="1128086" y="120420"/>
                </a:lnTo>
                <a:lnTo>
                  <a:pt x="1127210" y="120588"/>
                </a:lnTo>
                <a:lnTo>
                  <a:pt x="1126304" y="120723"/>
                </a:lnTo>
                <a:lnTo>
                  <a:pt x="1125367" y="120823"/>
                </a:lnTo>
                <a:lnTo>
                  <a:pt x="1124400" y="120886"/>
                </a:lnTo>
                <a:lnTo>
                  <a:pt x="1123403" y="120907"/>
                </a:lnTo>
                <a:lnTo>
                  <a:pt x="1122834" y="120890"/>
                </a:lnTo>
                <a:lnTo>
                  <a:pt x="1122283" y="120836"/>
                </a:lnTo>
                <a:lnTo>
                  <a:pt x="1121751" y="120742"/>
                </a:lnTo>
                <a:lnTo>
                  <a:pt x="1121239" y="120607"/>
                </a:lnTo>
                <a:lnTo>
                  <a:pt x="1120747" y="120427"/>
                </a:lnTo>
                <a:lnTo>
                  <a:pt x="1120276" y="120200"/>
                </a:lnTo>
                <a:lnTo>
                  <a:pt x="1119826" y="119922"/>
                </a:lnTo>
                <a:lnTo>
                  <a:pt x="1119397" y="119592"/>
                </a:lnTo>
                <a:lnTo>
                  <a:pt x="1118990" y="119206"/>
                </a:lnTo>
                <a:lnTo>
                  <a:pt x="1118606" y="118763"/>
                </a:lnTo>
                <a:lnTo>
                  <a:pt x="1118245" y="118258"/>
                </a:lnTo>
                <a:lnTo>
                  <a:pt x="1117908" y="117690"/>
                </a:lnTo>
                <a:lnTo>
                  <a:pt x="1117595" y="117055"/>
                </a:lnTo>
                <a:lnTo>
                  <a:pt x="1117306" y="116351"/>
                </a:lnTo>
                <a:lnTo>
                  <a:pt x="1117043" y="115576"/>
                </a:lnTo>
                <a:lnTo>
                  <a:pt x="1116805" y="114727"/>
                </a:lnTo>
                <a:lnTo>
                  <a:pt x="1116593" y="113800"/>
                </a:lnTo>
                <a:lnTo>
                  <a:pt x="1116408" y="112794"/>
                </a:lnTo>
                <a:lnTo>
                  <a:pt x="1116250" y="111705"/>
                </a:lnTo>
                <a:lnTo>
                  <a:pt x="1116119" y="110531"/>
                </a:lnTo>
                <a:lnTo>
                  <a:pt x="1116017" y="109269"/>
                </a:lnTo>
                <a:lnTo>
                  <a:pt x="1115943" y="107916"/>
                </a:lnTo>
                <a:lnTo>
                  <a:pt x="1115899" y="106471"/>
                </a:lnTo>
                <a:lnTo>
                  <a:pt x="1115884" y="104929"/>
                </a:lnTo>
                <a:lnTo>
                  <a:pt x="1115884" y="59449"/>
                </a:lnTo>
                <a:lnTo>
                  <a:pt x="1133043" y="59449"/>
                </a:lnTo>
                <a:lnTo>
                  <a:pt x="1133356" y="59448"/>
                </a:lnTo>
                <a:lnTo>
                  <a:pt x="1133712" y="59445"/>
                </a:lnTo>
                <a:lnTo>
                  <a:pt x="1134106" y="59435"/>
                </a:lnTo>
                <a:lnTo>
                  <a:pt x="1134533" y="59417"/>
                </a:lnTo>
                <a:lnTo>
                  <a:pt x="1134988" y="59386"/>
                </a:lnTo>
                <a:lnTo>
                  <a:pt x="1135466" y="59340"/>
                </a:lnTo>
                <a:lnTo>
                  <a:pt x="1135962" y="59277"/>
                </a:lnTo>
                <a:lnTo>
                  <a:pt x="1136472" y="59192"/>
                </a:lnTo>
                <a:lnTo>
                  <a:pt x="1136989" y="59083"/>
                </a:lnTo>
                <a:lnTo>
                  <a:pt x="1137509" y="58947"/>
                </a:lnTo>
                <a:lnTo>
                  <a:pt x="1138028" y="58781"/>
                </a:lnTo>
                <a:lnTo>
                  <a:pt x="1138539" y="58581"/>
                </a:lnTo>
                <a:lnTo>
                  <a:pt x="1139038" y="58346"/>
                </a:lnTo>
                <a:lnTo>
                  <a:pt x="1139520" y="58071"/>
                </a:lnTo>
                <a:lnTo>
                  <a:pt x="1139980" y="57754"/>
                </a:lnTo>
                <a:lnTo>
                  <a:pt x="1140413" y="57392"/>
                </a:lnTo>
                <a:lnTo>
                  <a:pt x="1140814" y="56982"/>
                </a:lnTo>
                <a:lnTo>
                  <a:pt x="1141178" y="56521"/>
                </a:lnTo>
                <a:lnTo>
                  <a:pt x="1141499" y="56005"/>
                </a:lnTo>
                <a:lnTo>
                  <a:pt x="1141773" y="55433"/>
                </a:lnTo>
                <a:lnTo>
                  <a:pt x="1141995" y="54799"/>
                </a:lnTo>
                <a:lnTo>
                  <a:pt x="1142160" y="54103"/>
                </a:lnTo>
                <a:lnTo>
                  <a:pt x="1142263" y="53341"/>
                </a:lnTo>
                <a:lnTo>
                  <a:pt x="1142298" y="52509"/>
                </a:lnTo>
                <a:lnTo>
                  <a:pt x="1142263" y="51676"/>
                </a:lnTo>
                <a:lnTo>
                  <a:pt x="1142160" y="50914"/>
                </a:lnTo>
                <a:lnTo>
                  <a:pt x="1141995" y="50217"/>
                </a:lnTo>
                <a:lnTo>
                  <a:pt x="1141773" y="49584"/>
                </a:lnTo>
                <a:lnTo>
                  <a:pt x="1141499" y="49010"/>
                </a:lnTo>
                <a:lnTo>
                  <a:pt x="1141178" y="48495"/>
                </a:lnTo>
                <a:lnTo>
                  <a:pt x="1140814" y="48033"/>
                </a:lnTo>
                <a:lnTo>
                  <a:pt x="1140413" y="47623"/>
                </a:lnTo>
                <a:lnTo>
                  <a:pt x="1139980" y="47261"/>
                </a:lnTo>
                <a:lnTo>
                  <a:pt x="1139520" y="46944"/>
                </a:lnTo>
                <a:lnTo>
                  <a:pt x="1139038" y="46669"/>
                </a:lnTo>
                <a:lnTo>
                  <a:pt x="1138539" y="46433"/>
                </a:lnTo>
                <a:lnTo>
                  <a:pt x="1138028" y="46234"/>
                </a:lnTo>
                <a:lnTo>
                  <a:pt x="1137509" y="46068"/>
                </a:lnTo>
                <a:lnTo>
                  <a:pt x="1136989" y="45932"/>
                </a:lnTo>
                <a:lnTo>
                  <a:pt x="1136472" y="45823"/>
                </a:lnTo>
                <a:lnTo>
                  <a:pt x="1135962" y="45738"/>
                </a:lnTo>
                <a:lnTo>
                  <a:pt x="1135466" y="45674"/>
                </a:lnTo>
                <a:lnTo>
                  <a:pt x="1134988" y="45628"/>
                </a:lnTo>
                <a:lnTo>
                  <a:pt x="1134533" y="45598"/>
                </a:lnTo>
                <a:lnTo>
                  <a:pt x="1134106" y="45579"/>
                </a:lnTo>
                <a:lnTo>
                  <a:pt x="1133712" y="45570"/>
                </a:lnTo>
                <a:lnTo>
                  <a:pt x="1133356" y="45566"/>
                </a:lnTo>
                <a:lnTo>
                  <a:pt x="1133043" y="45566"/>
                </a:lnTo>
                <a:lnTo>
                  <a:pt x="1115884" y="45566"/>
                </a:lnTo>
                <a:lnTo>
                  <a:pt x="1115884" y="29582"/>
                </a:lnTo>
                <a:lnTo>
                  <a:pt x="1115876" y="28827"/>
                </a:lnTo>
                <a:lnTo>
                  <a:pt x="1115853" y="28105"/>
                </a:lnTo>
                <a:lnTo>
                  <a:pt x="1115810" y="27415"/>
                </a:lnTo>
                <a:lnTo>
                  <a:pt x="1115747" y="26757"/>
                </a:lnTo>
                <a:lnTo>
                  <a:pt x="1115661" y="26131"/>
                </a:lnTo>
                <a:lnTo>
                  <a:pt x="1115550" y="25537"/>
                </a:lnTo>
                <a:lnTo>
                  <a:pt x="1115411" y="24975"/>
                </a:lnTo>
                <a:lnTo>
                  <a:pt x="1115242" y="24445"/>
                </a:lnTo>
                <a:lnTo>
                  <a:pt x="1115041" y="23947"/>
                </a:lnTo>
                <a:lnTo>
                  <a:pt x="1114805" y="23482"/>
                </a:lnTo>
                <a:lnTo>
                  <a:pt x="1114533" y="23048"/>
                </a:lnTo>
                <a:lnTo>
                  <a:pt x="1114222" y="22647"/>
                </a:lnTo>
                <a:lnTo>
                  <a:pt x="1113870" y="22278"/>
                </a:lnTo>
                <a:lnTo>
                  <a:pt x="1113474" y="21941"/>
                </a:lnTo>
                <a:lnTo>
                  <a:pt x="1113033" y="21636"/>
                </a:lnTo>
                <a:lnTo>
                  <a:pt x="1112544" y="21363"/>
                </a:lnTo>
                <a:lnTo>
                  <a:pt x="1112004" y="21122"/>
                </a:lnTo>
                <a:lnTo>
                  <a:pt x="1111412" y="20913"/>
                </a:lnTo>
                <a:lnTo>
                  <a:pt x="1110766" y="20736"/>
                </a:lnTo>
                <a:lnTo>
                  <a:pt x="1110062" y="20592"/>
                </a:lnTo>
                <a:lnTo>
                  <a:pt x="1109299" y="20480"/>
                </a:lnTo>
                <a:lnTo>
                  <a:pt x="1108474" y="20399"/>
                </a:lnTo>
                <a:lnTo>
                  <a:pt x="1107586" y="20351"/>
                </a:lnTo>
                <a:lnTo>
                  <a:pt x="1106632" y="20335"/>
                </a:lnTo>
                <a:lnTo>
                  <a:pt x="1100654" y="20335"/>
                </a:lnTo>
                <a:lnTo>
                  <a:pt x="1099811" y="20346"/>
                </a:lnTo>
                <a:lnTo>
                  <a:pt x="1099014" y="20381"/>
                </a:lnTo>
                <a:lnTo>
                  <a:pt x="1098264" y="20440"/>
                </a:lnTo>
                <a:lnTo>
                  <a:pt x="1097559" y="20525"/>
                </a:lnTo>
                <a:lnTo>
                  <a:pt x="1096898" y="20637"/>
                </a:lnTo>
                <a:lnTo>
                  <a:pt x="1096280" y="20778"/>
                </a:lnTo>
                <a:lnTo>
                  <a:pt x="1095705" y="20948"/>
                </a:lnTo>
                <a:lnTo>
                  <a:pt x="1095170" y="21149"/>
                </a:lnTo>
                <a:lnTo>
                  <a:pt x="1094676" y="21382"/>
                </a:lnTo>
                <a:lnTo>
                  <a:pt x="1094221" y="21648"/>
                </a:lnTo>
                <a:lnTo>
                  <a:pt x="1093804" y="21949"/>
                </a:lnTo>
                <a:lnTo>
                  <a:pt x="1093424" y="22286"/>
                </a:lnTo>
                <a:lnTo>
                  <a:pt x="1093081" y="22660"/>
                </a:lnTo>
                <a:lnTo>
                  <a:pt x="1092772" y="23073"/>
                </a:lnTo>
                <a:lnTo>
                  <a:pt x="1092498" y="23525"/>
                </a:lnTo>
                <a:lnTo>
                  <a:pt x="1092257" y="24018"/>
                </a:lnTo>
                <a:lnTo>
                  <a:pt x="1092047" y="24553"/>
                </a:lnTo>
                <a:lnTo>
                  <a:pt x="1091869" y="25131"/>
                </a:lnTo>
                <a:lnTo>
                  <a:pt x="1091722" y="25754"/>
                </a:lnTo>
                <a:lnTo>
                  <a:pt x="1091603" y="26423"/>
                </a:lnTo>
                <a:lnTo>
                  <a:pt x="1091512" y="27139"/>
                </a:lnTo>
                <a:lnTo>
                  <a:pt x="1091449" y="27903"/>
                </a:lnTo>
                <a:lnTo>
                  <a:pt x="1091412" y="28717"/>
                </a:lnTo>
                <a:lnTo>
                  <a:pt x="1091399" y="29582"/>
                </a:lnTo>
                <a:lnTo>
                  <a:pt x="1091399" y="45566"/>
                </a:lnTo>
                <a:lnTo>
                  <a:pt x="1086966" y="45566"/>
                </a:lnTo>
                <a:lnTo>
                  <a:pt x="1086676" y="45566"/>
                </a:lnTo>
                <a:lnTo>
                  <a:pt x="1086338" y="45570"/>
                </a:lnTo>
                <a:lnTo>
                  <a:pt x="1085959" y="45579"/>
                </a:lnTo>
                <a:lnTo>
                  <a:pt x="1085544" y="45598"/>
                </a:lnTo>
                <a:lnTo>
                  <a:pt x="1085098" y="45628"/>
                </a:lnTo>
                <a:lnTo>
                  <a:pt x="1084625" y="45674"/>
                </a:lnTo>
                <a:lnTo>
                  <a:pt x="1084132" y="45738"/>
                </a:lnTo>
                <a:lnTo>
                  <a:pt x="1083624" y="45823"/>
                </a:lnTo>
                <a:lnTo>
                  <a:pt x="1083106" y="45932"/>
                </a:lnTo>
                <a:lnTo>
                  <a:pt x="1082583" y="46068"/>
                </a:lnTo>
                <a:lnTo>
                  <a:pt x="1082060" y="46234"/>
                </a:lnTo>
                <a:lnTo>
                  <a:pt x="1081543" y="46433"/>
                </a:lnTo>
                <a:lnTo>
                  <a:pt x="1081037" y="46669"/>
                </a:lnTo>
                <a:lnTo>
                  <a:pt x="1080548" y="46944"/>
                </a:lnTo>
                <a:lnTo>
                  <a:pt x="1080080" y="47261"/>
                </a:lnTo>
                <a:lnTo>
                  <a:pt x="1079639" y="47623"/>
                </a:lnTo>
                <a:lnTo>
                  <a:pt x="1079230" y="48033"/>
                </a:lnTo>
                <a:lnTo>
                  <a:pt x="1078859" y="48495"/>
                </a:lnTo>
                <a:lnTo>
                  <a:pt x="1078530" y="49010"/>
                </a:lnTo>
                <a:lnTo>
                  <a:pt x="1078249" y="49584"/>
                </a:lnTo>
                <a:lnTo>
                  <a:pt x="1078022" y="50217"/>
                </a:lnTo>
                <a:lnTo>
                  <a:pt x="1077853" y="50914"/>
                </a:lnTo>
                <a:lnTo>
                  <a:pt x="1077747" y="51676"/>
                </a:lnTo>
                <a:lnTo>
                  <a:pt x="1077711" y="52509"/>
                </a:lnTo>
                <a:lnTo>
                  <a:pt x="1077747" y="53341"/>
                </a:lnTo>
                <a:lnTo>
                  <a:pt x="1077849" y="54103"/>
                </a:lnTo>
                <a:lnTo>
                  <a:pt x="1078014" y="54799"/>
                </a:lnTo>
                <a:lnTo>
                  <a:pt x="1078236" y="55433"/>
                </a:lnTo>
                <a:lnTo>
                  <a:pt x="1078511" y="56005"/>
                </a:lnTo>
                <a:lnTo>
                  <a:pt x="1078832" y="56521"/>
                </a:lnTo>
                <a:lnTo>
                  <a:pt x="1079196" y="56982"/>
                </a:lnTo>
                <a:lnTo>
                  <a:pt x="1079597" y="57392"/>
                </a:lnTo>
                <a:lnTo>
                  <a:pt x="1080030" y="57754"/>
                </a:lnTo>
                <a:lnTo>
                  <a:pt x="1080490" y="58071"/>
                </a:lnTo>
                <a:lnTo>
                  <a:pt x="1080972" y="58346"/>
                </a:lnTo>
                <a:lnTo>
                  <a:pt x="1081472" y="58581"/>
                </a:lnTo>
                <a:lnTo>
                  <a:pt x="1081983" y="58781"/>
                </a:lnTo>
                <a:lnTo>
                  <a:pt x="1082501" y="58947"/>
                </a:lnTo>
                <a:lnTo>
                  <a:pt x="1083022" y="59083"/>
                </a:lnTo>
                <a:lnTo>
                  <a:pt x="1083539" y="59192"/>
                </a:lnTo>
                <a:lnTo>
                  <a:pt x="1084048" y="59277"/>
                </a:lnTo>
                <a:lnTo>
                  <a:pt x="1084544" y="59340"/>
                </a:lnTo>
                <a:lnTo>
                  <a:pt x="1085023" y="59386"/>
                </a:lnTo>
                <a:lnTo>
                  <a:pt x="1085478" y="59417"/>
                </a:lnTo>
                <a:lnTo>
                  <a:pt x="1085905" y="59435"/>
                </a:lnTo>
                <a:lnTo>
                  <a:pt x="1086298" y="59445"/>
                </a:lnTo>
                <a:lnTo>
                  <a:pt x="1086654" y="59448"/>
                </a:lnTo>
                <a:lnTo>
                  <a:pt x="1086966" y="59449"/>
                </a:lnTo>
                <a:lnTo>
                  <a:pt x="1090823" y="59449"/>
                </a:lnTo>
                <a:lnTo>
                  <a:pt x="1090823" y="108206"/>
                </a:lnTo>
                <a:lnTo>
                  <a:pt x="1090859" y="110579"/>
                </a:lnTo>
                <a:lnTo>
                  <a:pt x="1090967" y="112837"/>
                </a:lnTo>
                <a:lnTo>
                  <a:pt x="1091147" y="114982"/>
                </a:lnTo>
                <a:lnTo>
                  <a:pt x="1091398" y="117013"/>
                </a:lnTo>
                <a:lnTo>
                  <a:pt x="1091721" y="118934"/>
                </a:lnTo>
                <a:lnTo>
                  <a:pt x="1092115" y="120744"/>
                </a:lnTo>
                <a:lnTo>
                  <a:pt x="1092579" y="122446"/>
                </a:lnTo>
                <a:lnTo>
                  <a:pt x="1093115" y="124040"/>
                </a:lnTo>
                <a:lnTo>
                  <a:pt x="1093720" y="125528"/>
                </a:lnTo>
                <a:lnTo>
                  <a:pt x="1094395" y="126912"/>
                </a:lnTo>
                <a:lnTo>
                  <a:pt x="1095141" y="128191"/>
                </a:lnTo>
                <a:lnTo>
                  <a:pt x="1095955" y="129367"/>
                </a:lnTo>
                <a:lnTo>
                  <a:pt x="1096839" y="130443"/>
                </a:lnTo>
                <a:lnTo>
                  <a:pt x="1097793" y="131418"/>
                </a:lnTo>
                <a:lnTo>
                  <a:pt x="1098814" y="132295"/>
                </a:lnTo>
                <a:lnTo>
                  <a:pt x="1099905" y="133074"/>
                </a:lnTo>
                <a:lnTo>
                  <a:pt x="1101063" y="133757"/>
                </a:lnTo>
                <a:lnTo>
                  <a:pt x="1102290" y="134344"/>
                </a:lnTo>
                <a:lnTo>
                  <a:pt x="1103585" y="134838"/>
                </a:lnTo>
                <a:lnTo>
                  <a:pt x="1104947" y="135239"/>
                </a:lnTo>
                <a:lnTo>
                  <a:pt x="1106376" y="135549"/>
                </a:lnTo>
                <a:lnTo>
                  <a:pt x="1107872" y="135769"/>
                </a:lnTo>
                <a:lnTo>
                  <a:pt x="1109435" y="135900"/>
                </a:lnTo>
                <a:lnTo>
                  <a:pt x="1111065" y="135944"/>
                </a:lnTo>
                <a:lnTo>
                  <a:pt x="1111317" y="135943"/>
                </a:lnTo>
                <a:lnTo>
                  <a:pt x="1111637" y="135942"/>
                </a:lnTo>
                <a:lnTo>
                  <a:pt x="1112022" y="135938"/>
                </a:lnTo>
                <a:lnTo>
                  <a:pt x="1112471" y="135929"/>
                </a:lnTo>
                <a:lnTo>
                  <a:pt x="1112981" y="135916"/>
                </a:lnTo>
                <a:lnTo>
                  <a:pt x="1113550" y="135895"/>
                </a:lnTo>
                <a:lnTo>
                  <a:pt x="1114176" y="135867"/>
                </a:lnTo>
                <a:lnTo>
                  <a:pt x="1114857" y="135829"/>
                </a:lnTo>
                <a:lnTo>
                  <a:pt x="1115589" y="135781"/>
                </a:lnTo>
                <a:lnTo>
                  <a:pt x="1116372" y="135721"/>
                </a:lnTo>
                <a:lnTo>
                  <a:pt x="1117202" y="135647"/>
                </a:lnTo>
                <a:lnTo>
                  <a:pt x="1118078" y="135558"/>
                </a:lnTo>
                <a:lnTo>
                  <a:pt x="1118996" y="135454"/>
                </a:lnTo>
                <a:lnTo>
                  <a:pt x="1119956" y="135332"/>
                </a:lnTo>
                <a:lnTo>
                  <a:pt x="1120955" y="135191"/>
                </a:lnTo>
                <a:lnTo>
                  <a:pt x="1121989" y="135030"/>
                </a:lnTo>
                <a:lnTo>
                  <a:pt x="1123058" y="134848"/>
                </a:lnTo>
                <a:lnTo>
                  <a:pt x="1124159" y="134643"/>
                </a:lnTo>
                <a:lnTo>
                  <a:pt x="1125290" y="134414"/>
                </a:lnTo>
                <a:lnTo>
                  <a:pt x="1126448" y="134159"/>
                </a:lnTo>
                <a:lnTo>
                  <a:pt x="1127630" y="133878"/>
                </a:lnTo>
                <a:lnTo>
                  <a:pt x="1128836" y="133569"/>
                </a:lnTo>
                <a:lnTo>
                  <a:pt x="1130063" y="133230"/>
                </a:lnTo>
                <a:lnTo>
                  <a:pt x="1131308" y="132860"/>
                </a:lnTo>
                <a:lnTo>
                  <a:pt x="1131757" y="132727"/>
                </a:lnTo>
                <a:lnTo>
                  <a:pt x="1132280" y="132568"/>
                </a:lnTo>
                <a:lnTo>
                  <a:pt x="1132870" y="132386"/>
                </a:lnTo>
                <a:lnTo>
                  <a:pt x="1133516" y="132180"/>
                </a:lnTo>
                <a:lnTo>
                  <a:pt x="1134212" y="131952"/>
                </a:lnTo>
                <a:lnTo>
                  <a:pt x="1134949" y="131703"/>
                </a:lnTo>
                <a:lnTo>
                  <a:pt x="1135719" y="131434"/>
                </a:lnTo>
                <a:lnTo>
                  <a:pt x="1136513" y="131146"/>
                </a:lnTo>
                <a:lnTo>
                  <a:pt x="1137323" y="130840"/>
                </a:lnTo>
                <a:lnTo>
                  <a:pt x="1138140" y="130517"/>
                </a:lnTo>
                <a:lnTo>
                  <a:pt x="1138957" y="130178"/>
                </a:lnTo>
                <a:lnTo>
                  <a:pt x="1139766" y="129823"/>
                </a:lnTo>
                <a:lnTo>
                  <a:pt x="1140557" y="129455"/>
                </a:lnTo>
                <a:lnTo>
                  <a:pt x="1141323" y="129074"/>
                </a:lnTo>
                <a:lnTo>
                  <a:pt x="1142056" y="128680"/>
                </a:lnTo>
                <a:lnTo>
                  <a:pt x="1142746" y="128276"/>
                </a:lnTo>
                <a:lnTo>
                  <a:pt x="1143386" y="127861"/>
                </a:lnTo>
                <a:lnTo>
                  <a:pt x="1143968" y="127437"/>
                </a:lnTo>
                <a:lnTo>
                  <a:pt x="1144483" y="127006"/>
                </a:lnTo>
                <a:lnTo>
                  <a:pt x="1144923" y="126567"/>
                </a:lnTo>
                <a:lnTo>
                  <a:pt x="1145280" y="126122"/>
                </a:lnTo>
                <a:lnTo>
                  <a:pt x="1145544" y="125672"/>
                </a:lnTo>
                <a:lnTo>
                  <a:pt x="1145710" y="125218"/>
                </a:lnTo>
                <a:lnTo>
                  <a:pt x="1145766" y="124761"/>
                </a:lnTo>
                <a:lnTo>
                  <a:pt x="1145764" y="124685"/>
                </a:lnTo>
                <a:lnTo>
                  <a:pt x="1145758" y="124600"/>
                </a:lnTo>
                <a:lnTo>
                  <a:pt x="1145748" y="124505"/>
                </a:lnTo>
                <a:lnTo>
                  <a:pt x="1145732" y="124399"/>
                </a:lnTo>
                <a:close/>
                <a:moveTo>
                  <a:pt x="1324836" y="124399"/>
                </a:moveTo>
                <a:lnTo>
                  <a:pt x="1324817" y="124283"/>
                </a:lnTo>
                <a:lnTo>
                  <a:pt x="1324792" y="124154"/>
                </a:lnTo>
                <a:lnTo>
                  <a:pt x="1324762" y="124012"/>
                </a:lnTo>
                <a:lnTo>
                  <a:pt x="1324727" y="123856"/>
                </a:lnTo>
                <a:lnTo>
                  <a:pt x="1324687" y="123686"/>
                </a:lnTo>
                <a:lnTo>
                  <a:pt x="1324642" y="123500"/>
                </a:lnTo>
                <a:lnTo>
                  <a:pt x="1324590" y="123298"/>
                </a:lnTo>
                <a:lnTo>
                  <a:pt x="1324533" y="123078"/>
                </a:lnTo>
                <a:lnTo>
                  <a:pt x="1324470" y="122841"/>
                </a:lnTo>
                <a:lnTo>
                  <a:pt x="1324400" y="122585"/>
                </a:lnTo>
                <a:lnTo>
                  <a:pt x="1324324" y="122309"/>
                </a:lnTo>
                <a:lnTo>
                  <a:pt x="1324242" y="122013"/>
                </a:lnTo>
                <a:lnTo>
                  <a:pt x="1324153" y="121696"/>
                </a:lnTo>
                <a:lnTo>
                  <a:pt x="1324057" y="121356"/>
                </a:lnTo>
                <a:lnTo>
                  <a:pt x="1323954" y="120994"/>
                </a:lnTo>
                <a:lnTo>
                  <a:pt x="1323844" y="120608"/>
                </a:lnTo>
                <a:lnTo>
                  <a:pt x="1323727" y="120197"/>
                </a:lnTo>
                <a:lnTo>
                  <a:pt x="1323602" y="119761"/>
                </a:lnTo>
                <a:lnTo>
                  <a:pt x="1323469" y="119299"/>
                </a:lnTo>
                <a:lnTo>
                  <a:pt x="1323329" y="118809"/>
                </a:lnTo>
                <a:lnTo>
                  <a:pt x="1323211" y="118342"/>
                </a:lnTo>
                <a:lnTo>
                  <a:pt x="1323099" y="117901"/>
                </a:lnTo>
                <a:lnTo>
                  <a:pt x="1322991" y="117488"/>
                </a:lnTo>
                <a:lnTo>
                  <a:pt x="1322887" y="117100"/>
                </a:lnTo>
                <a:lnTo>
                  <a:pt x="1322785" y="116738"/>
                </a:lnTo>
                <a:lnTo>
                  <a:pt x="1322685" y="116401"/>
                </a:lnTo>
                <a:lnTo>
                  <a:pt x="1322586" y="116087"/>
                </a:lnTo>
                <a:lnTo>
                  <a:pt x="1322487" y="115798"/>
                </a:lnTo>
                <a:lnTo>
                  <a:pt x="1322387" y="115530"/>
                </a:lnTo>
                <a:lnTo>
                  <a:pt x="1322286" y="115285"/>
                </a:lnTo>
                <a:lnTo>
                  <a:pt x="1322183" y="115062"/>
                </a:lnTo>
                <a:lnTo>
                  <a:pt x="1322076" y="114859"/>
                </a:lnTo>
                <a:lnTo>
                  <a:pt x="1321966" y="114676"/>
                </a:lnTo>
                <a:lnTo>
                  <a:pt x="1321850" y="114513"/>
                </a:lnTo>
                <a:lnTo>
                  <a:pt x="1321729" y="114368"/>
                </a:lnTo>
                <a:lnTo>
                  <a:pt x="1321601" y="114242"/>
                </a:lnTo>
                <a:lnTo>
                  <a:pt x="1321466" y="114133"/>
                </a:lnTo>
                <a:lnTo>
                  <a:pt x="1321323" y="114040"/>
                </a:lnTo>
                <a:lnTo>
                  <a:pt x="1321171" y="113964"/>
                </a:lnTo>
                <a:lnTo>
                  <a:pt x="1321009" y="113903"/>
                </a:lnTo>
                <a:lnTo>
                  <a:pt x="1320836" y="113856"/>
                </a:lnTo>
                <a:lnTo>
                  <a:pt x="1320652" y="113824"/>
                </a:lnTo>
                <a:lnTo>
                  <a:pt x="1320455" y="113805"/>
                </a:lnTo>
                <a:lnTo>
                  <a:pt x="1320246" y="113799"/>
                </a:lnTo>
                <a:lnTo>
                  <a:pt x="1320129" y="113800"/>
                </a:lnTo>
                <a:lnTo>
                  <a:pt x="1320020" y="113804"/>
                </a:lnTo>
                <a:lnTo>
                  <a:pt x="1319917" y="113810"/>
                </a:lnTo>
                <a:lnTo>
                  <a:pt x="1319819" y="113819"/>
                </a:lnTo>
                <a:lnTo>
                  <a:pt x="1319727" y="113831"/>
                </a:lnTo>
                <a:lnTo>
                  <a:pt x="1319639" y="113847"/>
                </a:lnTo>
                <a:lnTo>
                  <a:pt x="1319555" y="113867"/>
                </a:lnTo>
                <a:lnTo>
                  <a:pt x="1319474" y="113892"/>
                </a:lnTo>
                <a:lnTo>
                  <a:pt x="1319394" y="113921"/>
                </a:lnTo>
                <a:lnTo>
                  <a:pt x="1319316" y="113955"/>
                </a:lnTo>
                <a:lnTo>
                  <a:pt x="1319238" y="113994"/>
                </a:lnTo>
                <a:lnTo>
                  <a:pt x="1319160" y="114039"/>
                </a:lnTo>
                <a:lnTo>
                  <a:pt x="1319081" y="114090"/>
                </a:lnTo>
                <a:lnTo>
                  <a:pt x="1319000" y="114148"/>
                </a:lnTo>
                <a:lnTo>
                  <a:pt x="1318917" y="114212"/>
                </a:lnTo>
                <a:lnTo>
                  <a:pt x="1318830" y="114283"/>
                </a:lnTo>
                <a:lnTo>
                  <a:pt x="1318740" y="114362"/>
                </a:lnTo>
                <a:lnTo>
                  <a:pt x="1318644" y="114448"/>
                </a:lnTo>
                <a:lnTo>
                  <a:pt x="1318544" y="114543"/>
                </a:lnTo>
                <a:lnTo>
                  <a:pt x="1318436" y="114645"/>
                </a:lnTo>
                <a:lnTo>
                  <a:pt x="1318322" y="114757"/>
                </a:lnTo>
                <a:lnTo>
                  <a:pt x="1318201" y="114877"/>
                </a:lnTo>
                <a:lnTo>
                  <a:pt x="1318070" y="115007"/>
                </a:lnTo>
                <a:lnTo>
                  <a:pt x="1317931" y="115147"/>
                </a:lnTo>
                <a:lnTo>
                  <a:pt x="1317649" y="115353"/>
                </a:lnTo>
                <a:lnTo>
                  <a:pt x="1317336" y="115584"/>
                </a:lnTo>
                <a:lnTo>
                  <a:pt x="1316991" y="115838"/>
                </a:lnTo>
                <a:lnTo>
                  <a:pt x="1316614" y="116110"/>
                </a:lnTo>
                <a:lnTo>
                  <a:pt x="1316205" y="116398"/>
                </a:lnTo>
                <a:lnTo>
                  <a:pt x="1315765" y="116698"/>
                </a:lnTo>
                <a:lnTo>
                  <a:pt x="1315292" y="117009"/>
                </a:lnTo>
                <a:lnTo>
                  <a:pt x="1314789" y="117327"/>
                </a:lnTo>
                <a:lnTo>
                  <a:pt x="1314254" y="117648"/>
                </a:lnTo>
                <a:lnTo>
                  <a:pt x="1313687" y="117970"/>
                </a:lnTo>
                <a:lnTo>
                  <a:pt x="1313089" y="118291"/>
                </a:lnTo>
                <a:lnTo>
                  <a:pt x="1312460" y="118606"/>
                </a:lnTo>
                <a:lnTo>
                  <a:pt x="1311800" y="118913"/>
                </a:lnTo>
                <a:lnTo>
                  <a:pt x="1311109" y="119209"/>
                </a:lnTo>
                <a:lnTo>
                  <a:pt x="1310387" y="119492"/>
                </a:lnTo>
                <a:lnTo>
                  <a:pt x="1309634" y="119757"/>
                </a:lnTo>
                <a:lnTo>
                  <a:pt x="1308850" y="120002"/>
                </a:lnTo>
                <a:lnTo>
                  <a:pt x="1308035" y="120224"/>
                </a:lnTo>
                <a:lnTo>
                  <a:pt x="1307190" y="120420"/>
                </a:lnTo>
                <a:lnTo>
                  <a:pt x="1306314" y="120588"/>
                </a:lnTo>
                <a:lnTo>
                  <a:pt x="1305408" y="120723"/>
                </a:lnTo>
                <a:lnTo>
                  <a:pt x="1304471" y="120823"/>
                </a:lnTo>
                <a:lnTo>
                  <a:pt x="1303504" y="120886"/>
                </a:lnTo>
                <a:lnTo>
                  <a:pt x="1302507" y="120907"/>
                </a:lnTo>
                <a:lnTo>
                  <a:pt x="1301937" y="120890"/>
                </a:lnTo>
                <a:lnTo>
                  <a:pt x="1301387" y="120836"/>
                </a:lnTo>
                <a:lnTo>
                  <a:pt x="1300855" y="120742"/>
                </a:lnTo>
                <a:lnTo>
                  <a:pt x="1300343" y="120607"/>
                </a:lnTo>
                <a:lnTo>
                  <a:pt x="1299851" y="120427"/>
                </a:lnTo>
                <a:lnTo>
                  <a:pt x="1299380" y="120200"/>
                </a:lnTo>
                <a:lnTo>
                  <a:pt x="1298929" y="119922"/>
                </a:lnTo>
                <a:lnTo>
                  <a:pt x="1298501" y="119592"/>
                </a:lnTo>
                <a:lnTo>
                  <a:pt x="1298094" y="119206"/>
                </a:lnTo>
                <a:lnTo>
                  <a:pt x="1297710" y="118763"/>
                </a:lnTo>
                <a:lnTo>
                  <a:pt x="1297349" y="118258"/>
                </a:lnTo>
                <a:lnTo>
                  <a:pt x="1297012" y="117690"/>
                </a:lnTo>
                <a:lnTo>
                  <a:pt x="1296699" y="117055"/>
                </a:lnTo>
                <a:lnTo>
                  <a:pt x="1296410" y="116351"/>
                </a:lnTo>
                <a:lnTo>
                  <a:pt x="1296147" y="115576"/>
                </a:lnTo>
                <a:lnTo>
                  <a:pt x="1295909" y="114727"/>
                </a:lnTo>
                <a:lnTo>
                  <a:pt x="1295697" y="113800"/>
                </a:lnTo>
                <a:lnTo>
                  <a:pt x="1295512" y="112794"/>
                </a:lnTo>
                <a:lnTo>
                  <a:pt x="1295354" y="111705"/>
                </a:lnTo>
                <a:lnTo>
                  <a:pt x="1295223" y="110531"/>
                </a:lnTo>
                <a:lnTo>
                  <a:pt x="1295121" y="109269"/>
                </a:lnTo>
                <a:lnTo>
                  <a:pt x="1295047" y="107916"/>
                </a:lnTo>
                <a:lnTo>
                  <a:pt x="1295003" y="106471"/>
                </a:lnTo>
                <a:lnTo>
                  <a:pt x="1294988" y="104929"/>
                </a:lnTo>
                <a:lnTo>
                  <a:pt x="1294988" y="59449"/>
                </a:lnTo>
                <a:lnTo>
                  <a:pt x="1312147" y="59449"/>
                </a:lnTo>
                <a:lnTo>
                  <a:pt x="1312460" y="59448"/>
                </a:lnTo>
                <a:lnTo>
                  <a:pt x="1312815" y="59445"/>
                </a:lnTo>
                <a:lnTo>
                  <a:pt x="1313209" y="59435"/>
                </a:lnTo>
                <a:lnTo>
                  <a:pt x="1313636" y="59417"/>
                </a:lnTo>
                <a:lnTo>
                  <a:pt x="1314092" y="59386"/>
                </a:lnTo>
                <a:lnTo>
                  <a:pt x="1314570" y="59340"/>
                </a:lnTo>
                <a:lnTo>
                  <a:pt x="1315066" y="59277"/>
                </a:lnTo>
                <a:lnTo>
                  <a:pt x="1315575" y="59192"/>
                </a:lnTo>
                <a:lnTo>
                  <a:pt x="1316093" y="59083"/>
                </a:lnTo>
                <a:lnTo>
                  <a:pt x="1316613" y="58947"/>
                </a:lnTo>
                <a:lnTo>
                  <a:pt x="1317131" y="58781"/>
                </a:lnTo>
                <a:lnTo>
                  <a:pt x="1317643" y="58581"/>
                </a:lnTo>
                <a:lnTo>
                  <a:pt x="1318142" y="58346"/>
                </a:lnTo>
                <a:lnTo>
                  <a:pt x="1318624" y="58071"/>
                </a:lnTo>
                <a:lnTo>
                  <a:pt x="1319084" y="57754"/>
                </a:lnTo>
                <a:lnTo>
                  <a:pt x="1319517" y="57392"/>
                </a:lnTo>
                <a:lnTo>
                  <a:pt x="1319918" y="56982"/>
                </a:lnTo>
                <a:lnTo>
                  <a:pt x="1320281" y="56521"/>
                </a:lnTo>
                <a:lnTo>
                  <a:pt x="1320603" y="56005"/>
                </a:lnTo>
                <a:lnTo>
                  <a:pt x="1320877" y="55433"/>
                </a:lnTo>
                <a:lnTo>
                  <a:pt x="1321099" y="54799"/>
                </a:lnTo>
                <a:lnTo>
                  <a:pt x="1321264" y="54103"/>
                </a:lnTo>
                <a:lnTo>
                  <a:pt x="1321367" y="53341"/>
                </a:lnTo>
                <a:lnTo>
                  <a:pt x="1321402" y="52509"/>
                </a:lnTo>
                <a:lnTo>
                  <a:pt x="1321367" y="51676"/>
                </a:lnTo>
                <a:lnTo>
                  <a:pt x="1321264" y="50914"/>
                </a:lnTo>
                <a:lnTo>
                  <a:pt x="1321099" y="50217"/>
                </a:lnTo>
                <a:lnTo>
                  <a:pt x="1320877" y="49584"/>
                </a:lnTo>
                <a:lnTo>
                  <a:pt x="1320603" y="49010"/>
                </a:lnTo>
                <a:lnTo>
                  <a:pt x="1320281" y="48495"/>
                </a:lnTo>
                <a:lnTo>
                  <a:pt x="1319918" y="48033"/>
                </a:lnTo>
                <a:lnTo>
                  <a:pt x="1319517" y="47623"/>
                </a:lnTo>
                <a:lnTo>
                  <a:pt x="1319084" y="47261"/>
                </a:lnTo>
                <a:lnTo>
                  <a:pt x="1318624" y="46944"/>
                </a:lnTo>
                <a:lnTo>
                  <a:pt x="1318142" y="46669"/>
                </a:lnTo>
                <a:lnTo>
                  <a:pt x="1317643" y="46433"/>
                </a:lnTo>
                <a:lnTo>
                  <a:pt x="1317131" y="46234"/>
                </a:lnTo>
                <a:lnTo>
                  <a:pt x="1316613" y="46068"/>
                </a:lnTo>
                <a:lnTo>
                  <a:pt x="1316093" y="45932"/>
                </a:lnTo>
                <a:lnTo>
                  <a:pt x="1315575" y="45823"/>
                </a:lnTo>
                <a:lnTo>
                  <a:pt x="1315066" y="45738"/>
                </a:lnTo>
                <a:lnTo>
                  <a:pt x="1314570" y="45674"/>
                </a:lnTo>
                <a:lnTo>
                  <a:pt x="1314092" y="45628"/>
                </a:lnTo>
                <a:lnTo>
                  <a:pt x="1313636" y="45598"/>
                </a:lnTo>
                <a:lnTo>
                  <a:pt x="1313209" y="45579"/>
                </a:lnTo>
                <a:lnTo>
                  <a:pt x="1312815" y="45570"/>
                </a:lnTo>
                <a:lnTo>
                  <a:pt x="1312460" y="45566"/>
                </a:lnTo>
                <a:lnTo>
                  <a:pt x="1312147" y="45566"/>
                </a:lnTo>
                <a:lnTo>
                  <a:pt x="1294988" y="45566"/>
                </a:lnTo>
                <a:lnTo>
                  <a:pt x="1294988" y="29582"/>
                </a:lnTo>
                <a:lnTo>
                  <a:pt x="1294980" y="28827"/>
                </a:lnTo>
                <a:lnTo>
                  <a:pt x="1294956" y="28105"/>
                </a:lnTo>
                <a:lnTo>
                  <a:pt x="1294914" y="27415"/>
                </a:lnTo>
                <a:lnTo>
                  <a:pt x="1294851" y="26757"/>
                </a:lnTo>
                <a:lnTo>
                  <a:pt x="1294765" y="26131"/>
                </a:lnTo>
                <a:lnTo>
                  <a:pt x="1294654" y="25537"/>
                </a:lnTo>
                <a:lnTo>
                  <a:pt x="1294514" y="24975"/>
                </a:lnTo>
                <a:lnTo>
                  <a:pt x="1294345" y="24445"/>
                </a:lnTo>
                <a:lnTo>
                  <a:pt x="1294144" y="23947"/>
                </a:lnTo>
                <a:lnTo>
                  <a:pt x="1293909" y="23482"/>
                </a:lnTo>
                <a:lnTo>
                  <a:pt x="1293637" y="23048"/>
                </a:lnTo>
                <a:lnTo>
                  <a:pt x="1293326" y="22647"/>
                </a:lnTo>
                <a:lnTo>
                  <a:pt x="1292974" y="22278"/>
                </a:lnTo>
                <a:lnTo>
                  <a:pt x="1292578" y="21941"/>
                </a:lnTo>
                <a:lnTo>
                  <a:pt x="1292137" y="21636"/>
                </a:lnTo>
                <a:lnTo>
                  <a:pt x="1291647" y="21363"/>
                </a:lnTo>
                <a:lnTo>
                  <a:pt x="1291108" y="21122"/>
                </a:lnTo>
                <a:lnTo>
                  <a:pt x="1290516" y="20913"/>
                </a:lnTo>
                <a:lnTo>
                  <a:pt x="1289869" y="20736"/>
                </a:lnTo>
                <a:lnTo>
                  <a:pt x="1289166" y="20592"/>
                </a:lnTo>
                <a:lnTo>
                  <a:pt x="1288403" y="20480"/>
                </a:lnTo>
                <a:lnTo>
                  <a:pt x="1287578" y="20399"/>
                </a:lnTo>
                <a:lnTo>
                  <a:pt x="1286690" y="20351"/>
                </a:lnTo>
                <a:lnTo>
                  <a:pt x="1285736" y="20335"/>
                </a:lnTo>
                <a:lnTo>
                  <a:pt x="1279758" y="20335"/>
                </a:lnTo>
                <a:lnTo>
                  <a:pt x="1278914" y="20346"/>
                </a:lnTo>
                <a:lnTo>
                  <a:pt x="1278118" y="20381"/>
                </a:lnTo>
                <a:lnTo>
                  <a:pt x="1277368" y="20440"/>
                </a:lnTo>
                <a:lnTo>
                  <a:pt x="1276663" y="20525"/>
                </a:lnTo>
                <a:lnTo>
                  <a:pt x="1276002" y="20637"/>
                </a:lnTo>
                <a:lnTo>
                  <a:pt x="1275384" y="20778"/>
                </a:lnTo>
                <a:lnTo>
                  <a:pt x="1274809" y="20948"/>
                </a:lnTo>
                <a:lnTo>
                  <a:pt x="1274274" y="21149"/>
                </a:lnTo>
                <a:lnTo>
                  <a:pt x="1273780" y="21382"/>
                </a:lnTo>
                <a:lnTo>
                  <a:pt x="1273325" y="21648"/>
                </a:lnTo>
                <a:lnTo>
                  <a:pt x="1272908" y="21949"/>
                </a:lnTo>
                <a:lnTo>
                  <a:pt x="1272528" y="22286"/>
                </a:lnTo>
                <a:lnTo>
                  <a:pt x="1272185" y="22660"/>
                </a:lnTo>
                <a:lnTo>
                  <a:pt x="1271876" y="23073"/>
                </a:lnTo>
                <a:lnTo>
                  <a:pt x="1271602" y="23525"/>
                </a:lnTo>
                <a:lnTo>
                  <a:pt x="1271360" y="24018"/>
                </a:lnTo>
                <a:lnTo>
                  <a:pt x="1271151" y="24553"/>
                </a:lnTo>
                <a:lnTo>
                  <a:pt x="1270973" y="25131"/>
                </a:lnTo>
                <a:lnTo>
                  <a:pt x="1270825" y="25754"/>
                </a:lnTo>
                <a:lnTo>
                  <a:pt x="1270707" y="26423"/>
                </a:lnTo>
                <a:lnTo>
                  <a:pt x="1270616" y="27139"/>
                </a:lnTo>
                <a:lnTo>
                  <a:pt x="1270553" y="27903"/>
                </a:lnTo>
                <a:lnTo>
                  <a:pt x="1270515" y="28717"/>
                </a:lnTo>
                <a:lnTo>
                  <a:pt x="1270503" y="29582"/>
                </a:lnTo>
                <a:lnTo>
                  <a:pt x="1270503" y="45566"/>
                </a:lnTo>
                <a:lnTo>
                  <a:pt x="1266070" y="45566"/>
                </a:lnTo>
                <a:lnTo>
                  <a:pt x="1265779" y="45566"/>
                </a:lnTo>
                <a:lnTo>
                  <a:pt x="1265442" y="45570"/>
                </a:lnTo>
                <a:lnTo>
                  <a:pt x="1265063" y="45579"/>
                </a:lnTo>
                <a:lnTo>
                  <a:pt x="1264648" y="45598"/>
                </a:lnTo>
                <a:lnTo>
                  <a:pt x="1264201" y="45628"/>
                </a:lnTo>
                <a:lnTo>
                  <a:pt x="1263729" y="45674"/>
                </a:lnTo>
                <a:lnTo>
                  <a:pt x="1263236" y="45738"/>
                </a:lnTo>
                <a:lnTo>
                  <a:pt x="1262728" y="45823"/>
                </a:lnTo>
                <a:lnTo>
                  <a:pt x="1262209" y="45932"/>
                </a:lnTo>
                <a:lnTo>
                  <a:pt x="1261686" y="46068"/>
                </a:lnTo>
                <a:lnTo>
                  <a:pt x="1261164" y="46234"/>
                </a:lnTo>
                <a:lnTo>
                  <a:pt x="1260647" y="46433"/>
                </a:lnTo>
                <a:lnTo>
                  <a:pt x="1260141" y="46669"/>
                </a:lnTo>
                <a:lnTo>
                  <a:pt x="1259652" y="46944"/>
                </a:lnTo>
                <a:lnTo>
                  <a:pt x="1259184" y="47261"/>
                </a:lnTo>
                <a:lnTo>
                  <a:pt x="1258743" y="47623"/>
                </a:lnTo>
                <a:lnTo>
                  <a:pt x="1258334" y="48033"/>
                </a:lnTo>
                <a:lnTo>
                  <a:pt x="1257963" y="48495"/>
                </a:lnTo>
                <a:lnTo>
                  <a:pt x="1257634" y="49010"/>
                </a:lnTo>
                <a:lnTo>
                  <a:pt x="1257353" y="49584"/>
                </a:lnTo>
                <a:lnTo>
                  <a:pt x="1257126" y="50217"/>
                </a:lnTo>
                <a:lnTo>
                  <a:pt x="1256957" y="50914"/>
                </a:lnTo>
                <a:lnTo>
                  <a:pt x="1256851" y="51676"/>
                </a:lnTo>
                <a:lnTo>
                  <a:pt x="1256815" y="52509"/>
                </a:lnTo>
                <a:lnTo>
                  <a:pt x="1256850" y="53341"/>
                </a:lnTo>
                <a:lnTo>
                  <a:pt x="1256953" y="54103"/>
                </a:lnTo>
                <a:lnTo>
                  <a:pt x="1257118" y="54799"/>
                </a:lnTo>
                <a:lnTo>
                  <a:pt x="1257340" y="55433"/>
                </a:lnTo>
                <a:lnTo>
                  <a:pt x="1257614" y="56005"/>
                </a:lnTo>
                <a:lnTo>
                  <a:pt x="1257936" y="56521"/>
                </a:lnTo>
                <a:lnTo>
                  <a:pt x="1258300" y="56982"/>
                </a:lnTo>
                <a:lnTo>
                  <a:pt x="1258701" y="57392"/>
                </a:lnTo>
                <a:lnTo>
                  <a:pt x="1259134" y="57754"/>
                </a:lnTo>
                <a:lnTo>
                  <a:pt x="1259594" y="58071"/>
                </a:lnTo>
                <a:lnTo>
                  <a:pt x="1260076" y="58346"/>
                </a:lnTo>
                <a:lnTo>
                  <a:pt x="1260575" y="58581"/>
                </a:lnTo>
                <a:lnTo>
                  <a:pt x="1261087" y="58781"/>
                </a:lnTo>
                <a:lnTo>
                  <a:pt x="1261605" y="58947"/>
                </a:lnTo>
                <a:lnTo>
                  <a:pt x="1262125" y="59083"/>
                </a:lnTo>
                <a:lnTo>
                  <a:pt x="1262643" y="59192"/>
                </a:lnTo>
                <a:lnTo>
                  <a:pt x="1263152" y="59277"/>
                </a:lnTo>
                <a:lnTo>
                  <a:pt x="1263648" y="59340"/>
                </a:lnTo>
                <a:lnTo>
                  <a:pt x="1264126" y="59386"/>
                </a:lnTo>
                <a:lnTo>
                  <a:pt x="1264581" y="59417"/>
                </a:lnTo>
                <a:lnTo>
                  <a:pt x="1265008" y="59435"/>
                </a:lnTo>
                <a:lnTo>
                  <a:pt x="1265402" y="59445"/>
                </a:lnTo>
                <a:lnTo>
                  <a:pt x="1265758" y="59448"/>
                </a:lnTo>
                <a:lnTo>
                  <a:pt x="1266070" y="59449"/>
                </a:lnTo>
                <a:lnTo>
                  <a:pt x="1269927" y="59449"/>
                </a:lnTo>
                <a:lnTo>
                  <a:pt x="1269927" y="108206"/>
                </a:lnTo>
                <a:lnTo>
                  <a:pt x="1269963" y="110579"/>
                </a:lnTo>
                <a:lnTo>
                  <a:pt x="1270071" y="112837"/>
                </a:lnTo>
                <a:lnTo>
                  <a:pt x="1270251" y="114982"/>
                </a:lnTo>
                <a:lnTo>
                  <a:pt x="1270502" y="117013"/>
                </a:lnTo>
                <a:lnTo>
                  <a:pt x="1270825" y="118934"/>
                </a:lnTo>
                <a:lnTo>
                  <a:pt x="1271219" y="120744"/>
                </a:lnTo>
                <a:lnTo>
                  <a:pt x="1271683" y="122446"/>
                </a:lnTo>
                <a:lnTo>
                  <a:pt x="1272218" y="124040"/>
                </a:lnTo>
                <a:lnTo>
                  <a:pt x="1272824" y="125528"/>
                </a:lnTo>
                <a:lnTo>
                  <a:pt x="1273499" y="126912"/>
                </a:lnTo>
                <a:lnTo>
                  <a:pt x="1274244" y="128191"/>
                </a:lnTo>
                <a:lnTo>
                  <a:pt x="1275059" y="129367"/>
                </a:lnTo>
                <a:lnTo>
                  <a:pt x="1275943" y="130443"/>
                </a:lnTo>
                <a:lnTo>
                  <a:pt x="1276896" y="131418"/>
                </a:lnTo>
                <a:lnTo>
                  <a:pt x="1277918" y="132295"/>
                </a:lnTo>
                <a:lnTo>
                  <a:pt x="1279009" y="133074"/>
                </a:lnTo>
                <a:lnTo>
                  <a:pt x="1280167" y="133757"/>
                </a:lnTo>
                <a:lnTo>
                  <a:pt x="1281394" y="134344"/>
                </a:lnTo>
                <a:lnTo>
                  <a:pt x="1282688" y="134838"/>
                </a:lnTo>
                <a:lnTo>
                  <a:pt x="1284050" y="135239"/>
                </a:lnTo>
                <a:lnTo>
                  <a:pt x="1285480" y="135549"/>
                </a:lnTo>
                <a:lnTo>
                  <a:pt x="1286976" y="135769"/>
                </a:lnTo>
                <a:lnTo>
                  <a:pt x="1288539" y="135900"/>
                </a:lnTo>
                <a:lnTo>
                  <a:pt x="1290169" y="135944"/>
                </a:lnTo>
                <a:lnTo>
                  <a:pt x="1290421" y="135943"/>
                </a:lnTo>
                <a:lnTo>
                  <a:pt x="1290740" y="135942"/>
                </a:lnTo>
                <a:lnTo>
                  <a:pt x="1291126" y="135938"/>
                </a:lnTo>
                <a:lnTo>
                  <a:pt x="1291575" y="135929"/>
                </a:lnTo>
                <a:lnTo>
                  <a:pt x="1292085" y="135916"/>
                </a:lnTo>
                <a:lnTo>
                  <a:pt x="1292654" y="135895"/>
                </a:lnTo>
                <a:lnTo>
                  <a:pt x="1293280" y="135867"/>
                </a:lnTo>
                <a:lnTo>
                  <a:pt x="1293960" y="135829"/>
                </a:lnTo>
                <a:lnTo>
                  <a:pt x="1294693" y="135781"/>
                </a:lnTo>
                <a:lnTo>
                  <a:pt x="1295476" y="135721"/>
                </a:lnTo>
                <a:lnTo>
                  <a:pt x="1296306" y="135647"/>
                </a:lnTo>
                <a:lnTo>
                  <a:pt x="1297181" y="135558"/>
                </a:lnTo>
                <a:lnTo>
                  <a:pt x="1298100" y="135454"/>
                </a:lnTo>
                <a:lnTo>
                  <a:pt x="1299060" y="135332"/>
                </a:lnTo>
                <a:lnTo>
                  <a:pt x="1300058" y="135191"/>
                </a:lnTo>
                <a:lnTo>
                  <a:pt x="1301093" y="135030"/>
                </a:lnTo>
                <a:lnTo>
                  <a:pt x="1302162" y="134848"/>
                </a:lnTo>
                <a:lnTo>
                  <a:pt x="1303263" y="134643"/>
                </a:lnTo>
                <a:lnTo>
                  <a:pt x="1304393" y="134414"/>
                </a:lnTo>
                <a:lnTo>
                  <a:pt x="1305551" y="134159"/>
                </a:lnTo>
                <a:lnTo>
                  <a:pt x="1306734" y="133878"/>
                </a:lnTo>
                <a:lnTo>
                  <a:pt x="1307940" y="133569"/>
                </a:lnTo>
                <a:lnTo>
                  <a:pt x="1309167" y="133230"/>
                </a:lnTo>
                <a:lnTo>
                  <a:pt x="1310411" y="132860"/>
                </a:lnTo>
                <a:lnTo>
                  <a:pt x="1310861" y="132727"/>
                </a:lnTo>
                <a:lnTo>
                  <a:pt x="1311384" y="132568"/>
                </a:lnTo>
                <a:lnTo>
                  <a:pt x="1311974" y="132386"/>
                </a:lnTo>
                <a:lnTo>
                  <a:pt x="1312620" y="132180"/>
                </a:lnTo>
                <a:lnTo>
                  <a:pt x="1313316" y="131952"/>
                </a:lnTo>
                <a:lnTo>
                  <a:pt x="1314053" y="131703"/>
                </a:lnTo>
                <a:lnTo>
                  <a:pt x="1314823" y="131434"/>
                </a:lnTo>
                <a:lnTo>
                  <a:pt x="1315616" y="131146"/>
                </a:lnTo>
                <a:lnTo>
                  <a:pt x="1316426" y="130840"/>
                </a:lnTo>
                <a:lnTo>
                  <a:pt x="1317244" y="130517"/>
                </a:lnTo>
                <a:lnTo>
                  <a:pt x="1318061" y="130178"/>
                </a:lnTo>
                <a:lnTo>
                  <a:pt x="1318870" y="129823"/>
                </a:lnTo>
                <a:lnTo>
                  <a:pt x="1319661" y="129455"/>
                </a:lnTo>
                <a:lnTo>
                  <a:pt x="1320427" y="129074"/>
                </a:lnTo>
                <a:lnTo>
                  <a:pt x="1321159" y="128680"/>
                </a:lnTo>
                <a:lnTo>
                  <a:pt x="1321850" y="128276"/>
                </a:lnTo>
                <a:lnTo>
                  <a:pt x="1322490" y="127861"/>
                </a:lnTo>
                <a:lnTo>
                  <a:pt x="1323072" y="127437"/>
                </a:lnTo>
                <a:lnTo>
                  <a:pt x="1323587" y="127006"/>
                </a:lnTo>
                <a:lnTo>
                  <a:pt x="1324027" y="126567"/>
                </a:lnTo>
                <a:lnTo>
                  <a:pt x="1324383" y="126122"/>
                </a:lnTo>
                <a:lnTo>
                  <a:pt x="1324648" y="125672"/>
                </a:lnTo>
                <a:lnTo>
                  <a:pt x="1324813" y="125218"/>
                </a:lnTo>
                <a:lnTo>
                  <a:pt x="1324870" y="124761"/>
                </a:lnTo>
                <a:lnTo>
                  <a:pt x="1324868" y="124685"/>
                </a:lnTo>
                <a:lnTo>
                  <a:pt x="1324862" y="124600"/>
                </a:lnTo>
                <a:lnTo>
                  <a:pt x="1324851" y="124505"/>
                </a:lnTo>
                <a:lnTo>
                  <a:pt x="1324836" y="124399"/>
                </a:lnTo>
                <a:close/>
                <a:moveTo>
                  <a:pt x="959530" y="83770"/>
                </a:moveTo>
                <a:lnTo>
                  <a:pt x="959529" y="83793"/>
                </a:lnTo>
                <a:lnTo>
                  <a:pt x="959530" y="83820"/>
                </a:lnTo>
                <a:lnTo>
                  <a:pt x="959530" y="83770"/>
                </a:lnTo>
                <a:close/>
                <a:moveTo>
                  <a:pt x="1061378" y="62337"/>
                </a:moveTo>
                <a:lnTo>
                  <a:pt x="1060968" y="60393"/>
                </a:lnTo>
                <a:lnTo>
                  <a:pt x="1060464" y="58564"/>
                </a:lnTo>
                <a:lnTo>
                  <a:pt x="1059865" y="56851"/>
                </a:lnTo>
                <a:lnTo>
                  <a:pt x="1059169" y="55250"/>
                </a:lnTo>
                <a:lnTo>
                  <a:pt x="1058376" y="53759"/>
                </a:lnTo>
                <a:lnTo>
                  <a:pt x="1057483" y="52378"/>
                </a:lnTo>
                <a:lnTo>
                  <a:pt x="1056491" y="51104"/>
                </a:lnTo>
                <a:lnTo>
                  <a:pt x="1055397" y="49936"/>
                </a:lnTo>
                <a:lnTo>
                  <a:pt x="1054201" y="48871"/>
                </a:lnTo>
                <a:lnTo>
                  <a:pt x="1052901" y="47908"/>
                </a:lnTo>
                <a:lnTo>
                  <a:pt x="1051496" y="47046"/>
                </a:lnTo>
                <a:lnTo>
                  <a:pt x="1049986" y="46281"/>
                </a:lnTo>
                <a:lnTo>
                  <a:pt x="1048368" y="45614"/>
                </a:lnTo>
                <a:lnTo>
                  <a:pt x="1046642" y="45041"/>
                </a:lnTo>
                <a:lnTo>
                  <a:pt x="1044807" y="44561"/>
                </a:lnTo>
                <a:lnTo>
                  <a:pt x="1042861" y="44172"/>
                </a:lnTo>
                <a:lnTo>
                  <a:pt x="1040803" y="43873"/>
                </a:lnTo>
                <a:lnTo>
                  <a:pt x="1038633" y="43661"/>
                </a:lnTo>
                <a:lnTo>
                  <a:pt x="1036348" y="43536"/>
                </a:lnTo>
                <a:lnTo>
                  <a:pt x="1033947" y="43494"/>
                </a:lnTo>
                <a:lnTo>
                  <a:pt x="1031477" y="43569"/>
                </a:lnTo>
                <a:lnTo>
                  <a:pt x="1029125" y="43786"/>
                </a:lnTo>
                <a:lnTo>
                  <a:pt x="1026888" y="44134"/>
                </a:lnTo>
                <a:lnTo>
                  <a:pt x="1024765" y="44604"/>
                </a:lnTo>
                <a:lnTo>
                  <a:pt x="1022753" y="45185"/>
                </a:lnTo>
                <a:lnTo>
                  <a:pt x="1020850" y="45865"/>
                </a:lnTo>
                <a:lnTo>
                  <a:pt x="1019053" y="46636"/>
                </a:lnTo>
                <a:lnTo>
                  <a:pt x="1017361" y="47486"/>
                </a:lnTo>
                <a:lnTo>
                  <a:pt x="1015770" y="48405"/>
                </a:lnTo>
                <a:lnTo>
                  <a:pt x="1014279" y="49383"/>
                </a:lnTo>
                <a:lnTo>
                  <a:pt x="1012884" y="50408"/>
                </a:lnTo>
                <a:lnTo>
                  <a:pt x="1011584" y="51472"/>
                </a:lnTo>
                <a:lnTo>
                  <a:pt x="1010377" y="52562"/>
                </a:lnTo>
                <a:lnTo>
                  <a:pt x="1009260" y="53669"/>
                </a:lnTo>
                <a:lnTo>
                  <a:pt x="1008230" y="54782"/>
                </a:lnTo>
                <a:lnTo>
                  <a:pt x="1007286" y="55890"/>
                </a:lnTo>
                <a:lnTo>
                  <a:pt x="1006425" y="56984"/>
                </a:lnTo>
                <a:lnTo>
                  <a:pt x="1005644" y="58053"/>
                </a:lnTo>
                <a:lnTo>
                  <a:pt x="1004942" y="59086"/>
                </a:lnTo>
                <a:lnTo>
                  <a:pt x="1004316" y="60073"/>
                </a:lnTo>
                <a:lnTo>
                  <a:pt x="1003763" y="61003"/>
                </a:lnTo>
                <a:lnTo>
                  <a:pt x="1003282" y="61867"/>
                </a:lnTo>
                <a:lnTo>
                  <a:pt x="1002869" y="62652"/>
                </a:lnTo>
                <a:lnTo>
                  <a:pt x="1002523" y="63350"/>
                </a:lnTo>
                <a:lnTo>
                  <a:pt x="1002329" y="63350"/>
                </a:lnTo>
                <a:lnTo>
                  <a:pt x="1002329" y="53715"/>
                </a:lnTo>
                <a:lnTo>
                  <a:pt x="1002322" y="52960"/>
                </a:lnTo>
                <a:lnTo>
                  <a:pt x="1002298" y="52237"/>
                </a:lnTo>
                <a:lnTo>
                  <a:pt x="1002256" y="51546"/>
                </a:lnTo>
                <a:lnTo>
                  <a:pt x="1002193" y="50887"/>
                </a:lnTo>
                <a:lnTo>
                  <a:pt x="1002107" y="50261"/>
                </a:lnTo>
                <a:lnTo>
                  <a:pt x="1001995" y="49666"/>
                </a:lnTo>
                <a:lnTo>
                  <a:pt x="1001856" y="49104"/>
                </a:lnTo>
                <a:lnTo>
                  <a:pt x="1001687" y="48573"/>
                </a:lnTo>
                <a:lnTo>
                  <a:pt x="1001486" y="48075"/>
                </a:lnTo>
                <a:lnTo>
                  <a:pt x="1001251" y="47609"/>
                </a:lnTo>
                <a:lnTo>
                  <a:pt x="1000978" y="47175"/>
                </a:lnTo>
                <a:lnTo>
                  <a:pt x="1000667" y="46774"/>
                </a:lnTo>
                <a:lnTo>
                  <a:pt x="1000315" y="46404"/>
                </a:lnTo>
                <a:lnTo>
                  <a:pt x="999920" y="46067"/>
                </a:lnTo>
                <a:lnTo>
                  <a:pt x="999478" y="45761"/>
                </a:lnTo>
                <a:lnTo>
                  <a:pt x="998989" y="45488"/>
                </a:lnTo>
                <a:lnTo>
                  <a:pt x="998450" y="45247"/>
                </a:lnTo>
                <a:lnTo>
                  <a:pt x="997858" y="45038"/>
                </a:lnTo>
                <a:lnTo>
                  <a:pt x="997211" y="44861"/>
                </a:lnTo>
                <a:lnTo>
                  <a:pt x="996507" y="44717"/>
                </a:lnTo>
                <a:lnTo>
                  <a:pt x="995744" y="44604"/>
                </a:lnTo>
                <a:lnTo>
                  <a:pt x="994920" y="44524"/>
                </a:lnTo>
                <a:lnTo>
                  <a:pt x="994032" y="44475"/>
                </a:lnTo>
                <a:lnTo>
                  <a:pt x="993077" y="44459"/>
                </a:lnTo>
                <a:lnTo>
                  <a:pt x="986520" y="44459"/>
                </a:lnTo>
                <a:lnTo>
                  <a:pt x="985677" y="44471"/>
                </a:lnTo>
                <a:lnTo>
                  <a:pt x="984880" y="44505"/>
                </a:lnTo>
                <a:lnTo>
                  <a:pt x="984130" y="44564"/>
                </a:lnTo>
                <a:lnTo>
                  <a:pt x="983425" y="44650"/>
                </a:lnTo>
                <a:lnTo>
                  <a:pt x="982764" y="44762"/>
                </a:lnTo>
                <a:lnTo>
                  <a:pt x="982147" y="44902"/>
                </a:lnTo>
                <a:lnTo>
                  <a:pt x="981571" y="45072"/>
                </a:lnTo>
                <a:lnTo>
                  <a:pt x="981037" y="45274"/>
                </a:lnTo>
                <a:lnTo>
                  <a:pt x="980543" y="45507"/>
                </a:lnTo>
                <a:lnTo>
                  <a:pt x="980088" y="45773"/>
                </a:lnTo>
                <a:lnTo>
                  <a:pt x="979671" y="46075"/>
                </a:lnTo>
                <a:lnTo>
                  <a:pt x="979292" y="46412"/>
                </a:lnTo>
                <a:lnTo>
                  <a:pt x="978948" y="46786"/>
                </a:lnTo>
                <a:lnTo>
                  <a:pt x="978640" y="47199"/>
                </a:lnTo>
                <a:lnTo>
                  <a:pt x="978366" y="47651"/>
                </a:lnTo>
                <a:lnTo>
                  <a:pt x="978125" y="48144"/>
                </a:lnTo>
                <a:lnTo>
                  <a:pt x="977916" y="48680"/>
                </a:lnTo>
                <a:lnTo>
                  <a:pt x="977738" y="49259"/>
                </a:lnTo>
                <a:lnTo>
                  <a:pt x="977590" y="49883"/>
                </a:lnTo>
                <a:lnTo>
                  <a:pt x="977472" y="50552"/>
                </a:lnTo>
                <a:lnTo>
                  <a:pt x="977381" y="51269"/>
                </a:lnTo>
                <a:lnTo>
                  <a:pt x="977318" y="52034"/>
                </a:lnTo>
                <a:lnTo>
                  <a:pt x="977280" y="52849"/>
                </a:lnTo>
                <a:lnTo>
                  <a:pt x="977268" y="53715"/>
                </a:lnTo>
                <a:lnTo>
                  <a:pt x="977268" y="124626"/>
                </a:lnTo>
                <a:lnTo>
                  <a:pt x="977279" y="125469"/>
                </a:lnTo>
                <a:lnTo>
                  <a:pt x="977314" y="126265"/>
                </a:lnTo>
                <a:lnTo>
                  <a:pt x="977373" y="127015"/>
                </a:lnTo>
                <a:lnTo>
                  <a:pt x="977458" y="127719"/>
                </a:lnTo>
                <a:lnTo>
                  <a:pt x="977570" y="128380"/>
                </a:lnTo>
                <a:lnTo>
                  <a:pt x="977711" y="128997"/>
                </a:lnTo>
                <a:lnTo>
                  <a:pt x="977881" y="129572"/>
                </a:lnTo>
                <a:lnTo>
                  <a:pt x="978082" y="130106"/>
                </a:lnTo>
                <a:lnTo>
                  <a:pt x="978315" y="130600"/>
                </a:lnTo>
                <a:lnTo>
                  <a:pt x="978582" y="131055"/>
                </a:lnTo>
                <a:lnTo>
                  <a:pt x="978883" y="131471"/>
                </a:lnTo>
                <a:lnTo>
                  <a:pt x="979220" y="131851"/>
                </a:lnTo>
                <a:lnTo>
                  <a:pt x="979594" y="132194"/>
                </a:lnTo>
                <a:lnTo>
                  <a:pt x="980007" y="132502"/>
                </a:lnTo>
                <a:lnTo>
                  <a:pt x="980459" y="132776"/>
                </a:lnTo>
                <a:lnTo>
                  <a:pt x="980952" y="133017"/>
                </a:lnTo>
                <a:lnTo>
                  <a:pt x="981487" y="133225"/>
                </a:lnTo>
                <a:lnTo>
                  <a:pt x="982066" y="133403"/>
                </a:lnTo>
                <a:lnTo>
                  <a:pt x="982689" y="133551"/>
                </a:lnTo>
                <a:lnTo>
                  <a:pt x="983359" y="133669"/>
                </a:lnTo>
                <a:lnTo>
                  <a:pt x="984075" y="133760"/>
                </a:lnTo>
                <a:lnTo>
                  <a:pt x="984840" y="133823"/>
                </a:lnTo>
                <a:lnTo>
                  <a:pt x="985655" y="133860"/>
                </a:lnTo>
                <a:lnTo>
                  <a:pt x="986520" y="133872"/>
                </a:lnTo>
                <a:lnTo>
                  <a:pt x="994233" y="133872"/>
                </a:lnTo>
                <a:lnTo>
                  <a:pt x="995121" y="133859"/>
                </a:lnTo>
                <a:lnTo>
                  <a:pt x="995954" y="133819"/>
                </a:lnTo>
                <a:lnTo>
                  <a:pt x="996734" y="133752"/>
                </a:lnTo>
                <a:lnTo>
                  <a:pt x="997462" y="133656"/>
                </a:lnTo>
                <a:lnTo>
                  <a:pt x="998140" y="133531"/>
                </a:lnTo>
                <a:lnTo>
                  <a:pt x="998770" y="133376"/>
                </a:lnTo>
                <a:lnTo>
                  <a:pt x="999352" y="133190"/>
                </a:lnTo>
                <a:lnTo>
                  <a:pt x="999888" y="132974"/>
                </a:lnTo>
                <a:lnTo>
                  <a:pt x="1000381" y="132725"/>
                </a:lnTo>
                <a:lnTo>
                  <a:pt x="1000830" y="132443"/>
                </a:lnTo>
                <a:lnTo>
                  <a:pt x="1001239" y="132127"/>
                </a:lnTo>
                <a:lnTo>
                  <a:pt x="1001608" y="131778"/>
                </a:lnTo>
                <a:lnTo>
                  <a:pt x="1001938" y="131393"/>
                </a:lnTo>
                <a:lnTo>
                  <a:pt x="1002232" y="130972"/>
                </a:lnTo>
                <a:lnTo>
                  <a:pt x="1002491" y="130515"/>
                </a:lnTo>
                <a:lnTo>
                  <a:pt x="1002717" y="130020"/>
                </a:lnTo>
                <a:lnTo>
                  <a:pt x="1002910" y="129487"/>
                </a:lnTo>
                <a:lnTo>
                  <a:pt x="1003072" y="128915"/>
                </a:lnTo>
                <a:lnTo>
                  <a:pt x="1003206" y="128304"/>
                </a:lnTo>
                <a:lnTo>
                  <a:pt x="1003311" y="127652"/>
                </a:lnTo>
                <a:lnTo>
                  <a:pt x="1003391" y="126959"/>
                </a:lnTo>
                <a:lnTo>
                  <a:pt x="1003446" y="126224"/>
                </a:lnTo>
                <a:lnTo>
                  <a:pt x="1003478" y="125447"/>
                </a:lnTo>
                <a:lnTo>
                  <a:pt x="1003488" y="124626"/>
                </a:lnTo>
                <a:lnTo>
                  <a:pt x="1003488" y="82040"/>
                </a:lnTo>
                <a:lnTo>
                  <a:pt x="1003546" y="79991"/>
                </a:lnTo>
                <a:lnTo>
                  <a:pt x="1003714" y="78034"/>
                </a:lnTo>
                <a:lnTo>
                  <a:pt x="1003988" y="76168"/>
                </a:lnTo>
                <a:lnTo>
                  <a:pt x="1004363" y="74393"/>
                </a:lnTo>
                <a:lnTo>
                  <a:pt x="1004833" y="72709"/>
                </a:lnTo>
                <a:lnTo>
                  <a:pt x="1005392" y="71115"/>
                </a:lnTo>
                <a:lnTo>
                  <a:pt x="1006036" y="69611"/>
                </a:lnTo>
                <a:lnTo>
                  <a:pt x="1006759" y="68196"/>
                </a:lnTo>
                <a:lnTo>
                  <a:pt x="1007555" y="66870"/>
                </a:lnTo>
                <a:lnTo>
                  <a:pt x="1008420" y="65633"/>
                </a:lnTo>
                <a:lnTo>
                  <a:pt x="1009347" y="64484"/>
                </a:lnTo>
                <a:lnTo>
                  <a:pt x="1010332" y="63423"/>
                </a:lnTo>
                <a:lnTo>
                  <a:pt x="1011370" y="62449"/>
                </a:lnTo>
                <a:lnTo>
                  <a:pt x="1012454" y="61562"/>
                </a:lnTo>
                <a:lnTo>
                  <a:pt x="1013580" y="60761"/>
                </a:lnTo>
                <a:lnTo>
                  <a:pt x="1014742" y="60046"/>
                </a:lnTo>
                <a:lnTo>
                  <a:pt x="1015934" y="59418"/>
                </a:lnTo>
                <a:lnTo>
                  <a:pt x="1017152" y="58874"/>
                </a:lnTo>
                <a:lnTo>
                  <a:pt x="1018391" y="58415"/>
                </a:lnTo>
                <a:lnTo>
                  <a:pt x="1019644" y="58040"/>
                </a:lnTo>
                <a:lnTo>
                  <a:pt x="1020906" y="57750"/>
                </a:lnTo>
                <a:lnTo>
                  <a:pt x="1022172" y="57543"/>
                </a:lnTo>
                <a:lnTo>
                  <a:pt x="1023437" y="57419"/>
                </a:lnTo>
                <a:lnTo>
                  <a:pt x="1024696" y="57378"/>
                </a:lnTo>
                <a:lnTo>
                  <a:pt x="1025814" y="57401"/>
                </a:lnTo>
                <a:lnTo>
                  <a:pt x="1026859" y="57471"/>
                </a:lnTo>
                <a:lnTo>
                  <a:pt x="1027832" y="57587"/>
                </a:lnTo>
                <a:lnTo>
                  <a:pt x="1028736" y="57751"/>
                </a:lnTo>
                <a:lnTo>
                  <a:pt x="1029573" y="57963"/>
                </a:lnTo>
                <a:lnTo>
                  <a:pt x="1030346" y="58224"/>
                </a:lnTo>
                <a:lnTo>
                  <a:pt x="1031056" y="58532"/>
                </a:lnTo>
                <a:lnTo>
                  <a:pt x="1031707" y="58890"/>
                </a:lnTo>
                <a:lnTo>
                  <a:pt x="1032299" y="59298"/>
                </a:lnTo>
                <a:lnTo>
                  <a:pt x="1032837" y="59755"/>
                </a:lnTo>
                <a:lnTo>
                  <a:pt x="1033322" y="60263"/>
                </a:lnTo>
                <a:lnTo>
                  <a:pt x="1033756" y="60822"/>
                </a:lnTo>
                <a:lnTo>
                  <a:pt x="1034142" y="61431"/>
                </a:lnTo>
                <a:lnTo>
                  <a:pt x="1034482" y="62093"/>
                </a:lnTo>
                <a:lnTo>
                  <a:pt x="1034779" y="62806"/>
                </a:lnTo>
                <a:lnTo>
                  <a:pt x="1035034" y="63572"/>
                </a:lnTo>
                <a:lnTo>
                  <a:pt x="1035251" y="64391"/>
                </a:lnTo>
                <a:lnTo>
                  <a:pt x="1035431" y="65263"/>
                </a:lnTo>
                <a:lnTo>
                  <a:pt x="1035577" y="66188"/>
                </a:lnTo>
                <a:lnTo>
                  <a:pt x="1035692" y="67168"/>
                </a:lnTo>
                <a:lnTo>
                  <a:pt x="1035776" y="68203"/>
                </a:lnTo>
                <a:lnTo>
                  <a:pt x="1035834" y="69292"/>
                </a:lnTo>
                <a:lnTo>
                  <a:pt x="1035867" y="70437"/>
                </a:lnTo>
                <a:lnTo>
                  <a:pt x="1035877" y="71637"/>
                </a:lnTo>
                <a:lnTo>
                  <a:pt x="1035877" y="124626"/>
                </a:lnTo>
                <a:lnTo>
                  <a:pt x="1035885" y="125380"/>
                </a:lnTo>
                <a:lnTo>
                  <a:pt x="1035908" y="126103"/>
                </a:lnTo>
                <a:lnTo>
                  <a:pt x="1035951" y="126793"/>
                </a:lnTo>
                <a:lnTo>
                  <a:pt x="1036014" y="127452"/>
                </a:lnTo>
                <a:lnTo>
                  <a:pt x="1036100" y="128078"/>
                </a:lnTo>
                <a:lnTo>
                  <a:pt x="1036211" y="128672"/>
                </a:lnTo>
                <a:lnTo>
                  <a:pt x="1036350" y="129234"/>
                </a:lnTo>
                <a:lnTo>
                  <a:pt x="1036519" y="129764"/>
                </a:lnTo>
                <a:lnTo>
                  <a:pt x="1036720" y="130261"/>
                </a:lnTo>
                <a:lnTo>
                  <a:pt x="1036956" y="130727"/>
                </a:lnTo>
                <a:lnTo>
                  <a:pt x="1037228" y="131160"/>
                </a:lnTo>
                <a:lnTo>
                  <a:pt x="1037539" y="131561"/>
                </a:lnTo>
                <a:lnTo>
                  <a:pt x="1037891" y="131931"/>
                </a:lnTo>
                <a:lnTo>
                  <a:pt x="1038287" y="132268"/>
                </a:lnTo>
                <a:lnTo>
                  <a:pt x="1038728" y="132573"/>
                </a:lnTo>
                <a:lnTo>
                  <a:pt x="1039217" y="132845"/>
                </a:lnTo>
                <a:lnTo>
                  <a:pt x="1039757" y="133086"/>
                </a:lnTo>
                <a:lnTo>
                  <a:pt x="1040349" y="133295"/>
                </a:lnTo>
                <a:lnTo>
                  <a:pt x="1040996" y="133471"/>
                </a:lnTo>
                <a:lnTo>
                  <a:pt x="1041699" y="133616"/>
                </a:lnTo>
                <a:lnTo>
                  <a:pt x="1042462" y="133728"/>
                </a:lnTo>
                <a:lnTo>
                  <a:pt x="1043287" y="133808"/>
                </a:lnTo>
                <a:lnTo>
                  <a:pt x="1044175" y="133856"/>
                </a:lnTo>
                <a:lnTo>
                  <a:pt x="1045129" y="133872"/>
                </a:lnTo>
                <a:lnTo>
                  <a:pt x="1052843" y="133872"/>
                </a:lnTo>
                <a:lnTo>
                  <a:pt x="1053730" y="133859"/>
                </a:lnTo>
                <a:lnTo>
                  <a:pt x="1054563" y="133819"/>
                </a:lnTo>
                <a:lnTo>
                  <a:pt x="1055343" y="133752"/>
                </a:lnTo>
                <a:lnTo>
                  <a:pt x="1056072" y="133656"/>
                </a:lnTo>
                <a:lnTo>
                  <a:pt x="1056750" y="133531"/>
                </a:lnTo>
                <a:lnTo>
                  <a:pt x="1057379" y="133376"/>
                </a:lnTo>
                <a:lnTo>
                  <a:pt x="1057961" y="133190"/>
                </a:lnTo>
                <a:lnTo>
                  <a:pt x="1058498" y="132974"/>
                </a:lnTo>
                <a:lnTo>
                  <a:pt x="1058990" y="132725"/>
                </a:lnTo>
                <a:lnTo>
                  <a:pt x="1059440" y="132443"/>
                </a:lnTo>
                <a:lnTo>
                  <a:pt x="1059848" y="132127"/>
                </a:lnTo>
                <a:lnTo>
                  <a:pt x="1060217" y="131778"/>
                </a:lnTo>
                <a:lnTo>
                  <a:pt x="1060548" y="131393"/>
                </a:lnTo>
                <a:lnTo>
                  <a:pt x="1060842" y="130972"/>
                </a:lnTo>
                <a:lnTo>
                  <a:pt x="1061101" y="130515"/>
                </a:lnTo>
                <a:lnTo>
                  <a:pt x="1061326" y="130020"/>
                </a:lnTo>
                <a:lnTo>
                  <a:pt x="1061519" y="129487"/>
                </a:lnTo>
                <a:lnTo>
                  <a:pt x="1061681" y="128915"/>
                </a:lnTo>
                <a:lnTo>
                  <a:pt x="1061815" y="128304"/>
                </a:lnTo>
                <a:lnTo>
                  <a:pt x="1061921" y="127652"/>
                </a:lnTo>
                <a:lnTo>
                  <a:pt x="1062000" y="126959"/>
                </a:lnTo>
                <a:lnTo>
                  <a:pt x="1062055" y="126224"/>
                </a:lnTo>
                <a:lnTo>
                  <a:pt x="1062087" y="125447"/>
                </a:lnTo>
                <a:lnTo>
                  <a:pt x="1062097" y="124626"/>
                </a:lnTo>
                <a:lnTo>
                  <a:pt x="1062097" y="71311"/>
                </a:lnTo>
                <a:lnTo>
                  <a:pt x="1062053" y="68884"/>
                </a:lnTo>
                <a:lnTo>
                  <a:pt x="1061919" y="66581"/>
                </a:lnTo>
                <a:lnTo>
                  <a:pt x="1061694" y="64399"/>
                </a:lnTo>
                <a:lnTo>
                  <a:pt x="1061378" y="62337"/>
                </a:lnTo>
                <a:close/>
                <a:moveTo>
                  <a:pt x="1582234" y="64399"/>
                </a:moveTo>
                <a:lnTo>
                  <a:pt x="1581918" y="62337"/>
                </a:lnTo>
                <a:lnTo>
                  <a:pt x="1581508" y="60393"/>
                </a:lnTo>
                <a:lnTo>
                  <a:pt x="1581004" y="58564"/>
                </a:lnTo>
                <a:lnTo>
                  <a:pt x="1580405" y="56851"/>
                </a:lnTo>
                <a:lnTo>
                  <a:pt x="1579709" y="55250"/>
                </a:lnTo>
                <a:lnTo>
                  <a:pt x="1578916" y="53759"/>
                </a:lnTo>
                <a:lnTo>
                  <a:pt x="1578023" y="52378"/>
                </a:lnTo>
                <a:lnTo>
                  <a:pt x="1577031" y="51104"/>
                </a:lnTo>
                <a:lnTo>
                  <a:pt x="1575937" y="49936"/>
                </a:lnTo>
                <a:lnTo>
                  <a:pt x="1574741" y="48871"/>
                </a:lnTo>
                <a:lnTo>
                  <a:pt x="1573441" y="47908"/>
                </a:lnTo>
                <a:lnTo>
                  <a:pt x="1572036" y="47046"/>
                </a:lnTo>
                <a:lnTo>
                  <a:pt x="1570526" y="46281"/>
                </a:lnTo>
                <a:lnTo>
                  <a:pt x="1568908" y="45614"/>
                </a:lnTo>
                <a:lnTo>
                  <a:pt x="1567182" y="45041"/>
                </a:lnTo>
                <a:lnTo>
                  <a:pt x="1565347" y="44561"/>
                </a:lnTo>
                <a:lnTo>
                  <a:pt x="1563401" y="44172"/>
                </a:lnTo>
                <a:lnTo>
                  <a:pt x="1561343" y="43873"/>
                </a:lnTo>
                <a:lnTo>
                  <a:pt x="1559172" y="43661"/>
                </a:lnTo>
                <a:lnTo>
                  <a:pt x="1556887" y="43536"/>
                </a:lnTo>
                <a:lnTo>
                  <a:pt x="1554487" y="43494"/>
                </a:lnTo>
                <a:lnTo>
                  <a:pt x="1552017" y="43569"/>
                </a:lnTo>
                <a:lnTo>
                  <a:pt x="1549664" y="43786"/>
                </a:lnTo>
                <a:lnTo>
                  <a:pt x="1547428" y="44134"/>
                </a:lnTo>
                <a:lnTo>
                  <a:pt x="1545305" y="44604"/>
                </a:lnTo>
                <a:lnTo>
                  <a:pt x="1543293" y="45185"/>
                </a:lnTo>
                <a:lnTo>
                  <a:pt x="1541390" y="45865"/>
                </a:lnTo>
                <a:lnTo>
                  <a:pt x="1539593" y="46636"/>
                </a:lnTo>
                <a:lnTo>
                  <a:pt x="1537900" y="47486"/>
                </a:lnTo>
                <a:lnTo>
                  <a:pt x="1536310" y="48405"/>
                </a:lnTo>
                <a:lnTo>
                  <a:pt x="1534818" y="49383"/>
                </a:lnTo>
                <a:lnTo>
                  <a:pt x="1533424" y="50408"/>
                </a:lnTo>
                <a:lnTo>
                  <a:pt x="1532124" y="51472"/>
                </a:lnTo>
                <a:lnTo>
                  <a:pt x="1530917" y="52562"/>
                </a:lnTo>
                <a:lnTo>
                  <a:pt x="1529799" y="53669"/>
                </a:lnTo>
                <a:lnTo>
                  <a:pt x="1528770" y="54782"/>
                </a:lnTo>
                <a:lnTo>
                  <a:pt x="1527826" y="55890"/>
                </a:lnTo>
                <a:lnTo>
                  <a:pt x="1526964" y="56984"/>
                </a:lnTo>
                <a:lnTo>
                  <a:pt x="1526184" y="58053"/>
                </a:lnTo>
                <a:lnTo>
                  <a:pt x="1525482" y="59086"/>
                </a:lnTo>
                <a:lnTo>
                  <a:pt x="1524855" y="60073"/>
                </a:lnTo>
                <a:lnTo>
                  <a:pt x="1524303" y="61003"/>
                </a:lnTo>
                <a:lnTo>
                  <a:pt x="1523821" y="61867"/>
                </a:lnTo>
                <a:lnTo>
                  <a:pt x="1523409" y="62652"/>
                </a:lnTo>
                <a:lnTo>
                  <a:pt x="1523063" y="63350"/>
                </a:lnTo>
                <a:lnTo>
                  <a:pt x="1522869" y="63350"/>
                </a:lnTo>
                <a:lnTo>
                  <a:pt x="1522869" y="53715"/>
                </a:lnTo>
                <a:lnTo>
                  <a:pt x="1522861" y="52960"/>
                </a:lnTo>
                <a:lnTo>
                  <a:pt x="1522838" y="52237"/>
                </a:lnTo>
                <a:lnTo>
                  <a:pt x="1522796" y="51546"/>
                </a:lnTo>
                <a:lnTo>
                  <a:pt x="1522732" y="50887"/>
                </a:lnTo>
                <a:lnTo>
                  <a:pt x="1522646" y="50261"/>
                </a:lnTo>
                <a:lnTo>
                  <a:pt x="1522535" y="49666"/>
                </a:lnTo>
                <a:lnTo>
                  <a:pt x="1522396" y="49104"/>
                </a:lnTo>
                <a:lnTo>
                  <a:pt x="1522227" y="48573"/>
                </a:lnTo>
                <a:lnTo>
                  <a:pt x="1522026" y="48075"/>
                </a:lnTo>
                <a:lnTo>
                  <a:pt x="1521790" y="47609"/>
                </a:lnTo>
                <a:lnTo>
                  <a:pt x="1521518" y="47175"/>
                </a:lnTo>
                <a:lnTo>
                  <a:pt x="1521207" y="46774"/>
                </a:lnTo>
                <a:lnTo>
                  <a:pt x="1520855" y="46404"/>
                </a:lnTo>
                <a:lnTo>
                  <a:pt x="1520459" y="46067"/>
                </a:lnTo>
                <a:lnTo>
                  <a:pt x="1520018" y="45761"/>
                </a:lnTo>
                <a:lnTo>
                  <a:pt x="1519529" y="45488"/>
                </a:lnTo>
                <a:lnTo>
                  <a:pt x="1518989" y="45247"/>
                </a:lnTo>
                <a:lnTo>
                  <a:pt x="1518397" y="45038"/>
                </a:lnTo>
                <a:lnTo>
                  <a:pt x="1517751" y="44861"/>
                </a:lnTo>
                <a:lnTo>
                  <a:pt x="1517047" y="44717"/>
                </a:lnTo>
                <a:lnTo>
                  <a:pt x="1516284" y="44604"/>
                </a:lnTo>
                <a:lnTo>
                  <a:pt x="1515459" y="44524"/>
                </a:lnTo>
                <a:lnTo>
                  <a:pt x="1514571" y="44475"/>
                </a:lnTo>
                <a:lnTo>
                  <a:pt x="1513617" y="44459"/>
                </a:lnTo>
                <a:lnTo>
                  <a:pt x="1507060" y="44459"/>
                </a:lnTo>
                <a:lnTo>
                  <a:pt x="1506216" y="44471"/>
                </a:lnTo>
                <a:lnTo>
                  <a:pt x="1505420" y="44505"/>
                </a:lnTo>
                <a:lnTo>
                  <a:pt x="1504670" y="44564"/>
                </a:lnTo>
                <a:lnTo>
                  <a:pt x="1503965" y="44650"/>
                </a:lnTo>
                <a:lnTo>
                  <a:pt x="1503304" y="44762"/>
                </a:lnTo>
                <a:lnTo>
                  <a:pt x="1502686" y="44902"/>
                </a:lnTo>
                <a:lnTo>
                  <a:pt x="1502111" y="45072"/>
                </a:lnTo>
                <a:lnTo>
                  <a:pt x="1501577" y="45274"/>
                </a:lnTo>
                <a:lnTo>
                  <a:pt x="1501083" y="45507"/>
                </a:lnTo>
                <a:lnTo>
                  <a:pt x="1500628" y="45773"/>
                </a:lnTo>
                <a:lnTo>
                  <a:pt x="1500211" y="46075"/>
                </a:lnTo>
                <a:lnTo>
                  <a:pt x="1499831" y="46412"/>
                </a:lnTo>
                <a:lnTo>
                  <a:pt x="1499488" y="46786"/>
                </a:lnTo>
                <a:lnTo>
                  <a:pt x="1499180" y="47199"/>
                </a:lnTo>
                <a:lnTo>
                  <a:pt x="1498905" y="47651"/>
                </a:lnTo>
                <a:lnTo>
                  <a:pt x="1498664" y="48144"/>
                </a:lnTo>
                <a:lnTo>
                  <a:pt x="1498455" y="48680"/>
                </a:lnTo>
                <a:lnTo>
                  <a:pt x="1498278" y="49259"/>
                </a:lnTo>
                <a:lnTo>
                  <a:pt x="1498130" y="49883"/>
                </a:lnTo>
                <a:lnTo>
                  <a:pt x="1498011" y="50552"/>
                </a:lnTo>
                <a:lnTo>
                  <a:pt x="1497921" y="51269"/>
                </a:lnTo>
                <a:lnTo>
                  <a:pt x="1497857" y="52034"/>
                </a:lnTo>
                <a:lnTo>
                  <a:pt x="1497820" y="52849"/>
                </a:lnTo>
                <a:lnTo>
                  <a:pt x="1497808" y="53715"/>
                </a:lnTo>
                <a:lnTo>
                  <a:pt x="1497808" y="124626"/>
                </a:lnTo>
                <a:lnTo>
                  <a:pt x="1497819" y="125469"/>
                </a:lnTo>
                <a:lnTo>
                  <a:pt x="1497854" y="126265"/>
                </a:lnTo>
                <a:lnTo>
                  <a:pt x="1497913" y="127015"/>
                </a:lnTo>
                <a:lnTo>
                  <a:pt x="1497998" y="127719"/>
                </a:lnTo>
                <a:lnTo>
                  <a:pt x="1498110" y="128380"/>
                </a:lnTo>
                <a:lnTo>
                  <a:pt x="1498251" y="128997"/>
                </a:lnTo>
                <a:lnTo>
                  <a:pt x="1498421" y="129572"/>
                </a:lnTo>
                <a:lnTo>
                  <a:pt x="1498622" y="130106"/>
                </a:lnTo>
                <a:lnTo>
                  <a:pt x="1498855" y="130600"/>
                </a:lnTo>
                <a:lnTo>
                  <a:pt x="1499121" y="131055"/>
                </a:lnTo>
                <a:lnTo>
                  <a:pt x="1499423" y="131471"/>
                </a:lnTo>
                <a:lnTo>
                  <a:pt x="1499760" y="131851"/>
                </a:lnTo>
                <a:lnTo>
                  <a:pt x="1500134" y="132194"/>
                </a:lnTo>
                <a:lnTo>
                  <a:pt x="1500546" y="132502"/>
                </a:lnTo>
                <a:lnTo>
                  <a:pt x="1500999" y="132776"/>
                </a:lnTo>
                <a:lnTo>
                  <a:pt x="1501492" y="133017"/>
                </a:lnTo>
                <a:lnTo>
                  <a:pt x="1502027" y="133225"/>
                </a:lnTo>
                <a:lnTo>
                  <a:pt x="1502606" y="133403"/>
                </a:lnTo>
                <a:lnTo>
                  <a:pt x="1503229" y="133551"/>
                </a:lnTo>
                <a:lnTo>
                  <a:pt x="1503898" y="133669"/>
                </a:lnTo>
                <a:lnTo>
                  <a:pt x="1504615" y="133760"/>
                </a:lnTo>
                <a:lnTo>
                  <a:pt x="1505380" y="133823"/>
                </a:lnTo>
                <a:lnTo>
                  <a:pt x="1506194" y="133860"/>
                </a:lnTo>
                <a:lnTo>
                  <a:pt x="1507060" y="133872"/>
                </a:lnTo>
                <a:lnTo>
                  <a:pt x="1514773" y="133872"/>
                </a:lnTo>
                <a:lnTo>
                  <a:pt x="1515661" y="133859"/>
                </a:lnTo>
                <a:lnTo>
                  <a:pt x="1516494" y="133819"/>
                </a:lnTo>
                <a:lnTo>
                  <a:pt x="1517274" y="133752"/>
                </a:lnTo>
                <a:lnTo>
                  <a:pt x="1518002" y="133656"/>
                </a:lnTo>
                <a:lnTo>
                  <a:pt x="1518680" y="133531"/>
                </a:lnTo>
                <a:lnTo>
                  <a:pt x="1519309" y="133376"/>
                </a:lnTo>
                <a:lnTo>
                  <a:pt x="1519892" y="133190"/>
                </a:lnTo>
                <a:lnTo>
                  <a:pt x="1520428" y="132974"/>
                </a:lnTo>
                <a:lnTo>
                  <a:pt x="1520920" y="132725"/>
                </a:lnTo>
                <a:lnTo>
                  <a:pt x="1521370" y="132443"/>
                </a:lnTo>
                <a:lnTo>
                  <a:pt x="1521779" y="132127"/>
                </a:lnTo>
                <a:lnTo>
                  <a:pt x="1522147" y="131778"/>
                </a:lnTo>
                <a:lnTo>
                  <a:pt x="1522478" y="131393"/>
                </a:lnTo>
                <a:lnTo>
                  <a:pt x="1522772" y="130972"/>
                </a:lnTo>
                <a:lnTo>
                  <a:pt x="1523031" y="130515"/>
                </a:lnTo>
                <a:lnTo>
                  <a:pt x="1523256" y="130020"/>
                </a:lnTo>
                <a:lnTo>
                  <a:pt x="1523449" y="129487"/>
                </a:lnTo>
                <a:lnTo>
                  <a:pt x="1523612" y="128915"/>
                </a:lnTo>
                <a:lnTo>
                  <a:pt x="1523745" y="128304"/>
                </a:lnTo>
                <a:lnTo>
                  <a:pt x="1523851" y="127652"/>
                </a:lnTo>
                <a:lnTo>
                  <a:pt x="1523931" y="126959"/>
                </a:lnTo>
                <a:lnTo>
                  <a:pt x="1523986" y="126224"/>
                </a:lnTo>
                <a:lnTo>
                  <a:pt x="1524018" y="125447"/>
                </a:lnTo>
                <a:lnTo>
                  <a:pt x="1524028" y="124626"/>
                </a:lnTo>
                <a:lnTo>
                  <a:pt x="1524028" y="82040"/>
                </a:lnTo>
                <a:lnTo>
                  <a:pt x="1524085" y="79991"/>
                </a:lnTo>
                <a:lnTo>
                  <a:pt x="1524254" y="78034"/>
                </a:lnTo>
                <a:lnTo>
                  <a:pt x="1524528" y="76168"/>
                </a:lnTo>
                <a:lnTo>
                  <a:pt x="1524903" y="74393"/>
                </a:lnTo>
                <a:lnTo>
                  <a:pt x="1525372" y="72709"/>
                </a:lnTo>
                <a:lnTo>
                  <a:pt x="1525932" y="71115"/>
                </a:lnTo>
                <a:lnTo>
                  <a:pt x="1526575" y="69611"/>
                </a:lnTo>
                <a:lnTo>
                  <a:pt x="1527298" y="68196"/>
                </a:lnTo>
                <a:lnTo>
                  <a:pt x="1528095" y="66870"/>
                </a:lnTo>
                <a:lnTo>
                  <a:pt x="1528959" y="65633"/>
                </a:lnTo>
                <a:lnTo>
                  <a:pt x="1529887" y="64484"/>
                </a:lnTo>
                <a:lnTo>
                  <a:pt x="1530872" y="63423"/>
                </a:lnTo>
                <a:lnTo>
                  <a:pt x="1531909" y="62449"/>
                </a:lnTo>
                <a:lnTo>
                  <a:pt x="1532994" y="61562"/>
                </a:lnTo>
                <a:lnTo>
                  <a:pt x="1534119" y="60761"/>
                </a:lnTo>
                <a:lnTo>
                  <a:pt x="1535281" y="60046"/>
                </a:lnTo>
                <a:lnTo>
                  <a:pt x="1536474" y="59418"/>
                </a:lnTo>
                <a:lnTo>
                  <a:pt x="1537692" y="58874"/>
                </a:lnTo>
                <a:lnTo>
                  <a:pt x="1538930" y="58415"/>
                </a:lnTo>
                <a:lnTo>
                  <a:pt x="1540183" y="58040"/>
                </a:lnTo>
                <a:lnTo>
                  <a:pt x="1541446" y="57750"/>
                </a:lnTo>
                <a:lnTo>
                  <a:pt x="1542712" y="57543"/>
                </a:lnTo>
                <a:lnTo>
                  <a:pt x="1543977" y="57419"/>
                </a:lnTo>
                <a:lnTo>
                  <a:pt x="1545235" y="57378"/>
                </a:lnTo>
                <a:lnTo>
                  <a:pt x="1546354" y="57401"/>
                </a:lnTo>
                <a:lnTo>
                  <a:pt x="1547399" y="57471"/>
                </a:lnTo>
                <a:lnTo>
                  <a:pt x="1548372" y="57587"/>
                </a:lnTo>
                <a:lnTo>
                  <a:pt x="1549276" y="57751"/>
                </a:lnTo>
                <a:lnTo>
                  <a:pt x="1550113" y="57963"/>
                </a:lnTo>
                <a:lnTo>
                  <a:pt x="1550886" y="58224"/>
                </a:lnTo>
                <a:lnTo>
                  <a:pt x="1551596" y="58532"/>
                </a:lnTo>
                <a:lnTo>
                  <a:pt x="1552246" y="58890"/>
                </a:lnTo>
                <a:lnTo>
                  <a:pt x="1552839" y="59298"/>
                </a:lnTo>
                <a:lnTo>
                  <a:pt x="1553377" y="59755"/>
                </a:lnTo>
                <a:lnTo>
                  <a:pt x="1553861" y="60263"/>
                </a:lnTo>
                <a:lnTo>
                  <a:pt x="1554296" y="60822"/>
                </a:lnTo>
                <a:lnTo>
                  <a:pt x="1554682" y="61431"/>
                </a:lnTo>
                <a:lnTo>
                  <a:pt x="1555022" y="62093"/>
                </a:lnTo>
                <a:lnTo>
                  <a:pt x="1555318" y="62806"/>
                </a:lnTo>
                <a:lnTo>
                  <a:pt x="1555574" y="63572"/>
                </a:lnTo>
                <a:lnTo>
                  <a:pt x="1555791" y="64391"/>
                </a:lnTo>
                <a:lnTo>
                  <a:pt x="1555971" y="65263"/>
                </a:lnTo>
                <a:lnTo>
                  <a:pt x="1556117" y="66188"/>
                </a:lnTo>
                <a:lnTo>
                  <a:pt x="1556231" y="67168"/>
                </a:lnTo>
                <a:lnTo>
                  <a:pt x="1556316" y="68203"/>
                </a:lnTo>
                <a:lnTo>
                  <a:pt x="1556374" y="69292"/>
                </a:lnTo>
                <a:lnTo>
                  <a:pt x="1556406" y="70437"/>
                </a:lnTo>
                <a:lnTo>
                  <a:pt x="1556417" y="71637"/>
                </a:lnTo>
                <a:lnTo>
                  <a:pt x="1556417" y="124626"/>
                </a:lnTo>
                <a:lnTo>
                  <a:pt x="1556424" y="125380"/>
                </a:lnTo>
                <a:lnTo>
                  <a:pt x="1556448" y="126103"/>
                </a:lnTo>
                <a:lnTo>
                  <a:pt x="1556490" y="126793"/>
                </a:lnTo>
                <a:lnTo>
                  <a:pt x="1556553" y="127452"/>
                </a:lnTo>
                <a:lnTo>
                  <a:pt x="1556639" y="128078"/>
                </a:lnTo>
                <a:lnTo>
                  <a:pt x="1556751" y="128672"/>
                </a:lnTo>
                <a:lnTo>
                  <a:pt x="1556890" y="129234"/>
                </a:lnTo>
                <a:lnTo>
                  <a:pt x="1557059" y="129764"/>
                </a:lnTo>
                <a:lnTo>
                  <a:pt x="1557260" y="130261"/>
                </a:lnTo>
                <a:lnTo>
                  <a:pt x="1557496" y="130727"/>
                </a:lnTo>
                <a:lnTo>
                  <a:pt x="1557768" y="131160"/>
                </a:lnTo>
                <a:lnTo>
                  <a:pt x="1558079" y="131561"/>
                </a:lnTo>
                <a:lnTo>
                  <a:pt x="1558431" y="131931"/>
                </a:lnTo>
                <a:lnTo>
                  <a:pt x="1558826" y="132268"/>
                </a:lnTo>
                <a:lnTo>
                  <a:pt x="1559268" y="132573"/>
                </a:lnTo>
                <a:lnTo>
                  <a:pt x="1559757" y="132845"/>
                </a:lnTo>
                <a:lnTo>
                  <a:pt x="1560297" y="133086"/>
                </a:lnTo>
                <a:lnTo>
                  <a:pt x="1560888" y="133295"/>
                </a:lnTo>
                <a:lnTo>
                  <a:pt x="1561535" y="133471"/>
                </a:lnTo>
                <a:lnTo>
                  <a:pt x="1562239" y="133616"/>
                </a:lnTo>
                <a:lnTo>
                  <a:pt x="1563002" y="133728"/>
                </a:lnTo>
                <a:lnTo>
                  <a:pt x="1563826" y="133808"/>
                </a:lnTo>
                <a:lnTo>
                  <a:pt x="1564715" y="133856"/>
                </a:lnTo>
                <a:lnTo>
                  <a:pt x="1565669" y="133872"/>
                </a:lnTo>
                <a:lnTo>
                  <a:pt x="1573382" y="133872"/>
                </a:lnTo>
                <a:lnTo>
                  <a:pt x="1574270" y="133859"/>
                </a:lnTo>
                <a:lnTo>
                  <a:pt x="1575103" y="133819"/>
                </a:lnTo>
                <a:lnTo>
                  <a:pt x="1575883" y="133752"/>
                </a:lnTo>
                <a:lnTo>
                  <a:pt x="1576611" y="133656"/>
                </a:lnTo>
                <a:lnTo>
                  <a:pt x="1577289" y="133531"/>
                </a:lnTo>
                <a:lnTo>
                  <a:pt x="1577919" y="133376"/>
                </a:lnTo>
                <a:lnTo>
                  <a:pt x="1578501" y="133190"/>
                </a:lnTo>
                <a:lnTo>
                  <a:pt x="1579037" y="132974"/>
                </a:lnTo>
                <a:lnTo>
                  <a:pt x="1579529" y="132725"/>
                </a:lnTo>
                <a:lnTo>
                  <a:pt x="1579979" y="132443"/>
                </a:lnTo>
                <a:lnTo>
                  <a:pt x="1580388" y="132127"/>
                </a:lnTo>
                <a:lnTo>
                  <a:pt x="1580756" y="131778"/>
                </a:lnTo>
                <a:lnTo>
                  <a:pt x="1581087" y="131393"/>
                </a:lnTo>
                <a:lnTo>
                  <a:pt x="1581381" y="130972"/>
                </a:lnTo>
                <a:lnTo>
                  <a:pt x="1581640" y="130515"/>
                </a:lnTo>
                <a:lnTo>
                  <a:pt x="1581865" y="130020"/>
                </a:lnTo>
                <a:lnTo>
                  <a:pt x="1582059" y="129487"/>
                </a:lnTo>
                <a:lnTo>
                  <a:pt x="1582221" y="128915"/>
                </a:lnTo>
                <a:lnTo>
                  <a:pt x="1582354" y="128304"/>
                </a:lnTo>
                <a:lnTo>
                  <a:pt x="1582460" y="127652"/>
                </a:lnTo>
                <a:lnTo>
                  <a:pt x="1582540" y="126959"/>
                </a:lnTo>
                <a:lnTo>
                  <a:pt x="1582595" y="126224"/>
                </a:lnTo>
                <a:lnTo>
                  <a:pt x="1582627" y="125447"/>
                </a:lnTo>
                <a:lnTo>
                  <a:pt x="1582637" y="124626"/>
                </a:lnTo>
                <a:lnTo>
                  <a:pt x="1582637" y="71311"/>
                </a:lnTo>
                <a:lnTo>
                  <a:pt x="1582593" y="68884"/>
                </a:lnTo>
                <a:lnTo>
                  <a:pt x="1582459" y="66581"/>
                </a:lnTo>
                <a:lnTo>
                  <a:pt x="1582234" y="64399"/>
                </a:lnTo>
                <a:close/>
                <a:moveTo>
                  <a:pt x="958540" y="72114"/>
                </a:moveTo>
                <a:lnTo>
                  <a:pt x="957973" y="69430"/>
                </a:lnTo>
                <a:lnTo>
                  <a:pt x="957273" y="66850"/>
                </a:lnTo>
                <a:lnTo>
                  <a:pt x="956439" y="64379"/>
                </a:lnTo>
                <a:lnTo>
                  <a:pt x="955467" y="62018"/>
                </a:lnTo>
                <a:lnTo>
                  <a:pt x="954355" y="59774"/>
                </a:lnTo>
                <a:lnTo>
                  <a:pt x="953101" y="57647"/>
                </a:lnTo>
                <a:lnTo>
                  <a:pt x="951702" y="55644"/>
                </a:lnTo>
                <a:lnTo>
                  <a:pt x="950155" y="53766"/>
                </a:lnTo>
                <a:lnTo>
                  <a:pt x="948459" y="52017"/>
                </a:lnTo>
                <a:lnTo>
                  <a:pt x="946612" y="50402"/>
                </a:lnTo>
                <a:lnTo>
                  <a:pt x="944609" y="48924"/>
                </a:lnTo>
                <a:lnTo>
                  <a:pt x="942450" y="47585"/>
                </a:lnTo>
                <a:lnTo>
                  <a:pt x="940131" y="46391"/>
                </a:lnTo>
                <a:lnTo>
                  <a:pt x="937651" y="45345"/>
                </a:lnTo>
                <a:lnTo>
                  <a:pt x="935006" y="44449"/>
                </a:lnTo>
                <a:lnTo>
                  <a:pt x="932195" y="43708"/>
                </a:lnTo>
                <a:lnTo>
                  <a:pt x="929215" y="43126"/>
                </a:lnTo>
                <a:lnTo>
                  <a:pt x="926063" y="42705"/>
                </a:lnTo>
                <a:lnTo>
                  <a:pt x="922738" y="42450"/>
                </a:lnTo>
                <a:lnTo>
                  <a:pt x="919236" y="42365"/>
                </a:lnTo>
                <a:lnTo>
                  <a:pt x="915461" y="42440"/>
                </a:lnTo>
                <a:lnTo>
                  <a:pt x="911849" y="42695"/>
                </a:lnTo>
                <a:lnTo>
                  <a:pt x="908400" y="43127"/>
                </a:lnTo>
                <a:lnTo>
                  <a:pt x="905112" y="43734"/>
                </a:lnTo>
                <a:lnTo>
                  <a:pt x="901986" y="44513"/>
                </a:lnTo>
                <a:lnTo>
                  <a:pt x="899023" y="45462"/>
                </a:lnTo>
                <a:lnTo>
                  <a:pt x="896221" y="46579"/>
                </a:lnTo>
                <a:lnTo>
                  <a:pt x="893580" y="47862"/>
                </a:lnTo>
                <a:lnTo>
                  <a:pt x="891101" y="49307"/>
                </a:lnTo>
                <a:lnTo>
                  <a:pt x="888783" y="50913"/>
                </a:lnTo>
                <a:lnTo>
                  <a:pt x="886626" y="52677"/>
                </a:lnTo>
                <a:lnTo>
                  <a:pt x="884630" y="54596"/>
                </a:lnTo>
                <a:lnTo>
                  <a:pt x="882794" y="56669"/>
                </a:lnTo>
                <a:lnTo>
                  <a:pt x="881119" y="58892"/>
                </a:lnTo>
                <a:lnTo>
                  <a:pt x="879604" y="61265"/>
                </a:lnTo>
                <a:lnTo>
                  <a:pt x="878250" y="63783"/>
                </a:lnTo>
                <a:lnTo>
                  <a:pt x="877055" y="66445"/>
                </a:lnTo>
                <a:lnTo>
                  <a:pt x="876021" y="69248"/>
                </a:lnTo>
                <a:lnTo>
                  <a:pt x="875145" y="72190"/>
                </a:lnTo>
                <a:lnTo>
                  <a:pt x="874430" y="75269"/>
                </a:lnTo>
                <a:lnTo>
                  <a:pt x="873874" y="78482"/>
                </a:lnTo>
                <a:lnTo>
                  <a:pt x="873476" y="81826"/>
                </a:lnTo>
                <a:lnTo>
                  <a:pt x="873238" y="85300"/>
                </a:lnTo>
                <a:lnTo>
                  <a:pt x="873159" y="88901"/>
                </a:lnTo>
                <a:lnTo>
                  <a:pt x="873254" y="92769"/>
                </a:lnTo>
                <a:lnTo>
                  <a:pt x="873537" y="96469"/>
                </a:lnTo>
                <a:lnTo>
                  <a:pt x="874005" y="100001"/>
                </a:lnTo>
                <a:lnTo>
                  <a:pt x="874656" y="103365"/>
                </a:lnTo>
                <a:lnTo>
                  <a:pt x="875486" y="106562"/>
                </a:lnTo>
                <a:lnTo>
                  <a:pt x="876494" y="109591"/>
                </a:lnTo>
                <a:lnTo>
                  <a:pt x="877675" y="112454"/>
                </a:lnTo>
                <a:lnTo>
                  <a:pt x="879028" y="115151"/>
                </a:lnTo>
                <a:lnTo>
                  <a:pt x="880550" y="117681"/>
                </a:lnTo>
                <a:lnTo>
                  <a:pt x="882238" y="120046"/>
                </a:lnTo>
                <a:lnTo>
                  <a:pt x="884089" y="122246"/>
                </a:lnTo>
                <a:lnTo>
                  <a:pt x="886100" y="124280"/>
                </a:lnTo>
                <a:lnTo>
                  <a:pt x="888269" y="126150"/>
                </a:lnTo>
                <a:lnTo>
                  <a:pt x="890593" y="127855"/>
                </a:lnTo>
                <a:lnTo>
                  <a:pt x="893069" y="129396"/>
                </a:lnTo>
                <a:lnTo>
                  <a:pt x="895694" y="130774"/>
                </a:lnTo>
                <a:lnTo>
                  <a:pt x="898466" y="131988"/>
                </a:lnTo>
                <a:lnTo>
                  <a:pt x="901382" y="133040"/>
                </a:lnTo>
                <a:lnTo>
                  <a:pt x="904439" y="133928"/>
                </a:lnTo>
                <a:lnTo>
                  <a:pt x="907634" y="134655"/>
                </a:lnTo>
                <a:lnTo>
                  <a:pt x="910965" y="135219"/>
                </a:lnTo>
                <a:lnTo>
                  <a:pt x="914428" y="135622"/>
                </a:lnTo>
                <a:lnTo>
                  <a:pt x="918022" y="135863"/>
                </a:lnTo>
                <a:lnTo>
                  <a:pt x="921742" y="135944"/>
                </a:lnTo>
                <a:lnTo>
                  <a:pt x="922677" y="135938"/>
                </a:lnTo>
                <a:lnTo>
                  <a:pt x="923650" y="135921"/>
                </a:lnTo>
                <a:lnTo>
                  <a:pt x="924658" y="135890"/>
                </a:lnTo>
                <a:lnTo>
                  <a:pt x="925703" y="135843"/>
                </a:lnTo>
                <a:lnTo>
                  <a:pt x="926782" y="135778"/>
                </a:lnTo>
                <a:lnTo>
                  <a:pt x="927895" y="135694"/>
                </a:lnTo>
                <a:lnTo>
                  <a:pt x="929041" y="135588"/>
                </a:lnTo>
                <a:lnTo>
                  <a:pt x="930219" y="135458"/>
                </a:lnTo>
                <a:lnTo>
                  <a:pt x="931429" y="135304"/>
                </a:lnTo>
                <a:lnTo>
                  <a:pt x="932670" y="135121"/>
                </a:lnTo>
                <a:lnTo>
                  <a:pt x="933940" y="134910"/>
                </a:lnTo>
                <a:lnTo>
                  <a:pt x="935239" y="134667"/>
                </a:lnTo>
                <a:lnTo>
                  <a:pt x="936566" y="134391"/>
                </a:lnTo>
                <a:lnTo>
                  <a:pt x="937921" y="134080"/>
                </a:lnTo>
                <a:lnTo>
                  <a:pt x="939302" y="133732"/>
                </a:lnTo>
                <a:lnTo>
                  <a:pt x="940709" y="133345"/>
                </a:lnTo>
                <a:lnTo>
                  <a:pt x="942140" y="132918"/>
                </a:lnTo>
                <a:lnTo>
                  <a:pt x="943596" y="132447"/>
                </a:lnTo>
                <a:lnTo>
                  <a:pt x="945074" y="131932"/>
                </a:lnTo>
                <a:lnTo>
                  <a:pt x="946575" y="131370"/>
                </a:lnTo>
                <a:lnTo>
                  <a:pt x="948097" y="130760"/>
                </a:lnTo>
                <a:lnTo>
                  <a:pt x="949640" y="130099"/>
                </a:lnTo>
                <a:lnTo>
                  <a:pt x="951203" y="129386"/>
                </a:lnTo>
                <a:lnTo>
                  <a:pt x="952784" y="128618"/>
                </a:lnTo>
                <a:lnTo>
                  <a:pt x="953299" y="128361"/>
                </a:lnTo>
                <a:lnTo>
                  <a:pt x="953785" y="128118"/>
                </a:lnTo>
                <a:lnTo>
                  <a:pt x="954241" y="127889"/>
                </a:lnTo>
                <a:lnTo>
                  <a:pt x="954670" y="127671"/>
                </a:lnTo>
                <a:lnTo>
                  <a:pt x="955071" y="127464"/>
                </a:lnTo>
                <a:lnTo>
                  <a:pt x="955446" y="127265"/>
                </a:lnTo>
                <a:lnTo>
                  <a:pt x="955794" y="127075"/>
                </a:lnTo>
                <a:lnTo>
                  <a:pt x="956117" y="126890"/>
                </a:lnTo>
                <a:lnTo>
                  <a:pt x="956416" y="126710"/>
                </a:lnTo>
                <a:lnTo>
                  <a:pt x="956690" y="126533"/>
                </a:lnTo>
                <a:lnTo>
                  <a:pt x="956941" y="126359"/>
                </a:lnTo>
                <a:lnTo>
                  <a:pt x="957169" y="126184"/>
                </a:lnTo>
                <a:lnTo>
                  <a:pt x="957374" y="126009"/>
                </a:lnTo>
                <a:lnTo>
                  <a:pt x="957559" y="125831"/>
                </a:lnTo>
                <a:lnTo>
                  <a:pt x="957723" y="125649"/>
                </a:lnTo>
                <a:lnTo>
                  <a:pt x="957866" y="125462"/>
                </a:lnTo>
                <a:lnTo>
                  <a:pt x="957991" y="125268"/>
                </a:lnTo>
                <a:lnTo>
                  <a:pt x="958096" y="125067"/>
                </a:lnTo>
                <a:lnTo>
                  <a:pt x="958184" y="124855"/>
                </a:lnTo>
                <a:lnTo>
                  <a:pt x="958254" y="124633"/>
                </a:lnTo>
                <a:lnTo>
                  <a:pt x="958307" y="124398"/>
                </a:lnTo>
                <a:lnTo>
                  <a:pt x="958345" y="124149"/>
                </a:lnTo>
                <a:lnTo>
                  <a:pt x="958366" y="123885"/>
                </a:lnTo>
                <a:lnTo>
                  <a:pt x="958374" y="123605"/>
                </a:lnTo>
                <a:lnTo>
                  <a:pt x="958371" y="123415"/>
                </a:lnTo>
                <a:lnTo>
                  <a:pt x="958362" y="123184"/>
                </a:lnTo>
                <a:lnTo>
                  <a:pt x="958348" y="122916"/>
                </a:lnTo>
                <a:lnTo>
                  <a:pt x="958330" y="122615"/>
                </a:lnTo>
                <a:lnTo>
                  <a:pt x="958307" y="122284"/>
                </a:lnTo>
                <a:lnTo>
                  <a:pt x="958280" y="121927"/>
                </a:lnTo>
                <a:lnTo>
                  <a:pt x="958250" y="121547"/>
                </a:lnTo>
                <a:lnTo>
                  <a:pt x="958216" y="121148"/>
                </a:lnTo>
                <a:lnTo>
                  <a:pt x="958180" y="120734"/>
                </a:lnTo>
                <a:lnTo>
                  <a:pt x="958142" y="120308"/>
                </a:lnTo>
                <a:lnTo>
                  <a:pt x="958102" y="119874"/>
                </a:lnTo>
                <a:lnTo>
                  <a:pt x="958060" y="119436"/>
                </a:lnTo>
                <a:lnTo>
                  <a:pt x="958017" y="118996"/>
                </a:lnTo>
                <a:lnTo>
                  <a:pt x="957974" y="118559"/>
                </a:lnTo>
                <a:lnTo>
                  <a:pt x="957931" y="118128"/>
                </a:lnTo>
                <a:lnTo>
                  <a:pt x="957888" y="117707"/>
                </a:lnTo>
                <a:lnTo>
                  <a:pt x="957845" y="117299"/>
                </a:lnTo>
                <a:lnTo>
                  <a:pt x="957804" y="116909"/>
                </a:lnTo>
                <a:lnTo>
                  <a:pt x="957764" y="116539"/>
                </a:lnTo>
                <a:lnTo>
                  <a:pt x="957726" y="116193"/>
                </a:lnTo>
                <a:lnTo>
                  <a:pt x="957691" y="115875"/>
                </a:lnTo>
                <a:lnTo>
                  <a:pt x="957658" y="115588"/>
                </a:lnTo>
                <a:lnTo>
                  <a:pt x="957629" y="115336"/>
                </a:lnTo>
                <a:lnTo>
                  <a:pt x="957603" y="115123"/>
                </a:lnTo>
                <a:lnTo>
                  <a:pt x="957509" y="114406"/>
                </a:lnTo>
                <a:lnTo>
                  <a:pt x="957421" y="113746"/>
                </a:lnTo>
                <a:lnTo>
                  <a:pt x="957337" y="113141"/>
                </a:lnTo>
                <a:lnTo>
                  <a:pt x="957256" y="112590"/>
                </a:lnTo>
                <a:lnTo>
                  <a:pt x="957177" y="112089"/>
                </a:lnTo>
                <a:lnTo>
                  <a:pt x="957100" y="111637"/>
                </a:lnTo>
                <a:lnTo>
                  <a:pt x="957023" y="111230"/>
                </a:lnTo>
                <a:lnTo>
                  <a:pt x="956946" y="110866"/>
                </a:lnTo>
                <a:lnTo>
                  <a:pt x="956867" y="110543"/>
                </a:lnTo>
                <a:lnTo>
                  <a:pt x="956786" y="110259"/>
                </a:lnTo>
                <a:lnTo>
                  <a:pt x="956702" y="110010"/>
                </a:lnTo>
                <a:lnTo>
                  <a:pt x="956614" y="109795"/>
                </a:lnTo>
                <a:lnTo>
                  <a:pt x="956521" y="109611"/>
                </a:lnTo>
                <a:lnTo>
                  <a:pt x="956422" y="109456"/>
                </a:lnTo>
                <a:lnTo>
                  <a:pt x="956316" y="109327"/>
                </a:lnTo>
                <a:lnTo>
                  <a:pt x="956203" y="109223"/>
                </a:lnTo>
                <a:lnTo>
                  <a:pt x="956080" y="109139"/>
                </a:lnTo>
                <a:lnTo>
                  <a:pt x="955948" y="109075"/>
                </a:lnTo>
                <a:lnTo>
                  <a:pt x="955805" y="109027"/>
                </a:lnTo>
                <a:lnTo>
                  <a:pt x="955651" y="108993"/>
                </a:lnTo>
                <a:lnTo>
                  <a:pt x="955485" y="108971"/>
                </a:lnTo>
                <a:lnTo>
                  <a:pt x="955305" y="108958"/>
                </a:lnTo>
                <a:lnTo>
                  <a:pt x="955111" y="108952"/>
                </a:lnTo>
                <a:lnTo>
                  <a:pt x="954902" y="108951"/>
                </a:lnTo>
                <a:lnTo>
                  <a:pt x="954808" y="108951"/>
                </a:lnTo>
                <a:lnTo>
                  <a:pt x="954716" y="108952"/>
                </a:lnTo>
                <a:lnTo>
                  <a:pt x="954627" y="108955"/>
                </a:lnTo>
                <a:lnTo>
                  <a:pt x="954539" y="108960"/>
                </a:lnTo>
                <a:lnTo>
                  <a:pt x="954452" y="108968"/>
                </a:lnTo>
                <a:lnTo>
                  <a:pt x="954363" y="108981"/>
                </a:lnTo>
                <a:lnTo>
                  <a:pt x="954274" y="108999"/>
                </a:lnTo>
                <a:lnTo>
                  <a:pt x="954181" y="109022"/>
                </a:lnTo>
                <a:lnTo>
                  <a:pt x="954086" y="109053"/>
                </a:lnTo>
                <a:lnTo>
                  <a:pt x="953986" y="109090"/>
                </a:lnTo>
                <a:lnTo>
                  <a:pt x="953881" y="109137"/>
                </a:lnTo>
                <a:lnTo>
                  <a:pt x="953770" y="109192"/>
                </a:lnTo>
                <a:lnTo>
                  <a:pt x="953652" y="109257"/>
                </a:lnTo>
                <a:lnTo>
                  <a:pt x="953526" y="109334"/>
                </a:lnTo>
                <a:lnTo>
                  <a:pt x="953391" y="109422"/>
                </a:lnTo>
                <a:lnTo>
                  <a:pt x="953246" y="109523"/>
                </a:lnTo>
                <a:lnTo>
                  <a:pt x="953091" y="109637"/>
                </a:lnTo>
                <a:lnTo>
                  <a:pt x="952924" y="109765"/>
                </a:lnTo>
                <a:lnTo>
                  <a:pt x="952744" y="109908"/>
                </a:lnTo>
                <a:lnTo>
                  <a:pt x="952551" y="110068"/>
                </a:lnTo>
                <a:lnTo>
                  <a:pt x="952343" y="110244"/>
                </a:lnTo>
                <a:lnTo>
                  <a:pt x="952120" y="110437"/>
                </a:lnTo>
                <a:lnTo>
                  <a:pt x="951881" y="110649"/>
                </a:lnTo>
                <a:lnTo>
                  <a:pt x="951625" y="110881"/>
                </a:lnTo>
                <a:lnTo>
                  <a:pt x="950203" y="112066"/>
                </a:lnTo>
                <a:lnTo>
                  <a:pt x="948781" y="113166"/>
                </a:lnTo>
                <a:lnTo>
                  <a:pt x="947362" y="114184"/>
                </a:lnTo>
                <a:lnTo>
                  <a:pt x="945948" y="115123"/>
                </a:lnTo>
                <a:lnTo>
                  <a:pt x="944542" y="115986"/>
                </a:lnTo>
                <a:lnTo>
                  <a:pt x="943146" y="116776"/>
                </a:lnTo>
                <a:lnTo>
                  <a:pt x="941763" y="117496"/>
                </a:lnTo>
                <a:lnTo>
                  <a:pt x="940394" y="118150"/>
                </a:lnTo>
                <a:lnTo>
                  <a:pt x="939043" y="118740"/>
                </a:lnTo>
                <a:lnTo>
                  <a:pt x="937712" y="119269"/>
                </a:lnTo>
                <a:lnTo>
                  <a:pt x="936403" y="119741"/>
                </a:lnTo>
                <a:lnTo>
                  <a:pt x="935119" y="120159"/>
                </a:lnTo>
                <a:lnTo>
                  <a:pt x="933862" y="120526"/>
                </a:lnTo>
                <a:lnTo>
                  <a:pt x="932634" y="120844"/>
                </a:lnTo>
                <a:lnTo>
                  <a:pt x="931438" y="121117"/>
                </a:lnTo>
                <a:lnTo>
                  <a:pt x="930276" y="121349"/>
                </a:lnTo>
                <a:lnTo>
                  <a:pt x="929152" y="121542"/>
                </a:lnTo>
                <a:lnTo>
                  <a:pt x="928066" y="121699"/>
                </a:lnTo>
                <a:lnTo>
                  <a:pt x="927023" y="121823"/>
                </a:lnTo>
                <a:lnTo>
                  <a:pt x="926023" y="121918"/>
                </a:lnTo>
                <a:lnTo>
                  <a:pt x="925070" y="121986"/>
                </a:lnTo>
                <a:lnTo>
                  <a:pt x="924165" y="122031"/>
                </a:lnTo>
                <a:lnTo>
                  <a:pt x="923312" y="122056"/>
                </a:lnTo>
                <a:lnTo>
                  <a:pt x="922513" y="122063"/>
                </a:lnTo>
                <a:lnTo>
                  <a:pt x="919890" y="121985"/>
                </a:lnTo>
                <a:lnTo>
                  <a:pt x="917463" y="121736"/>
                </a:lnTo>
                <a:lnTo>
                  <a:pt x="915222" y="121327"/>
                </a:lnTo>
                <a:lnTo>
                  <a:pt x="913162" y="120767"/>
                </a:lnTo>
                <a:lnTo>
                  <a:pt x="911273" y="120066"/>
                </a:lnTo>
                <a:lnTo>
                  <a:pt x="909549" y="119233"/>
                </a:lnTo>
                <a:lnTo>
                  <a:pt x="907981" y="118278"/>
                </a:lnTo>
                <a:lnTo>
                  <a:pt x="906562" y="117211"/>
                </a:lnTo>
                <a:lnTo>
                  <a:pt x="905285" y="116040"/>
                </a:lnTo>
                <a:lnTo>
                  <a:pt x="904141" y="114777"/>
                </a:lnTo>
                <a:lnTo>
                  <a:pt x="903123" y="113429"/>
                </a:lnTo>
                <a:lnTo>
                  <a:pt x="902223" y="112007"/>
                </a:lnTo>
                <a:lnTo>
                  <a:pt x="901433" y="110521"/>
                </a:lnTo>
                <a:lnTo>
                  <a:pt x="900746" y="108979"/>
                </a:lnTo>
                <a:lnTo>
                  <a:pt x="900155" y="107392"/>
                </a:lnTo>
                <a:lnTo>
                  <a:pt x="899650" y="105769"/>
                </a:lnTo>
                <a:lnTo>
                  <a:pt x="899226" y="104119"/>
                </a:lnTo>
                <a:lnTo>
                  <a:pt x="898873" y="102453"/>
                </a:lnTo>
                <a:lnTo>
                  <a:pt x="898585" y="100779"/>
                </a:lnTo>
                <a:lnTo>
                  <a:pt x="898353" y="99108"/>
                </a:lnTo>
                <a:lnTo>
                  <a:pt x="898170" y="97448"/>
                </a:lnTo>
                <a:lnTo>
                  <a:pt x="898028" y="95810"/>
                </a:lnTo>
                <a:lnTo>
                  <a:pt x="897920" y="94204"/>
                </a:lnTo>
                <a:lnTo>
                  <a:pt x="897838" y="92637"/>
                </a:lnTo>
                <a:lnTo>
                  <a:pt x="950278" y="92637"/>
                </a:lnTo>
                <a:lnTo>
                  <a:pt x="950834" y="92636"/>
                </a:lnTo>
                <a:lnTo>
                  <a:pt x="951391" y="92629"/>
                </a:lnTo>
                <a:lnTo>
                  <a:pt x="951948" y="92612"/>
                </a:lnTo>
                <a:lnTo>
                  <a:pt x="952502" y="92583"/>
                </a:lnTo>
                <a:lnTo>
                  <a:pt x="953052" y="92538"/>
                </a:lnTo>
                <a:lnTo>
                  <a:pt x="953594" y="92472"/>
                </a:lnTo>
                <a:lnTo>
                  <a:pt x="954126" y="92383"/>
                </a:lnTo>
                <a:lnTo>
                  <a:pt x="954647" y="92267"/>
                </a:lnTo>
                <a:lnTo>
                  <a:pt x="955153" y="92119"/>
                </a:lnTo>
                <a:lnTo>
                  <a:pt x="955644" y="91938"/>
                </a:lnTo>
                <a:lnTo>
                  <a:pt x="956115" y="91718"/>
                </a:lnTo>
                <a:lnTo>
                  <a:pt x="956566" y="91457"/>
                </a:lnTo>
                <a:lnTo>
                  <a:pt x="956994" y="91151"/>
                </a:lnTo>
                <a:lnTo>
                  <a:pt x="957396" y="90796"/>
                </a:lnTo>
                <a:lnTo>
                  <a:pt x="957771" y="90389"/>
                </a:lnTo>
                <a:lnTo>
                  <a:pt x="958116" y="89925"/>
                </a:lnTo>
                <a:lnTo>
                  <a:pt x="958429" y="89402"/>
                </a:lnTo>
                <a:lnTo>
                  <a:pt x="958707" y="88816"/>
                </a:lnTo>
                <a:lnTo>
                  <a:pt x="958949" y="88163"/>
                </a:lnTo>
                <a:lnTo>
                  <a:pt x="959152" y="87440"/>
                </a:lnTo>
                <a:lnTo>
                  <a:pt x="959314" y="86642"/>
                </a:lnTo>
                <a:lnTo>
                  <a:pt x="959432" y="85767"/>
                </a:lnTo>
                <a:lnTo>
                  <a:pt x="959505" y="84811"/>
                </a:lnTo>
                <a:lnTo>
                  <a:pt x="959529" y="83793"/>
                </a:lnTo>
                <a:lnTo>
                  <a:pt x="959469" y="80755"/>
                </a:lnTo>
                <a:lnTo>
                  <a:pt x="959285" y="77780"/>
                </a:lnTo>
                <a:lnTo>
                  <a:pt x="958977" y="74898"/>
                </a:lnTo>
                <a:lnTo>
                  <a:pt x="958540" y="72114"/>
                </a:lnTo>
                <a:close/>
                <a:moveTo>
                  <a:pt x="898419" y="77925"/>
                </a:moveTo>
                <a:lnTo>
                  <a:pt x="898636" y="76405"/>
                </a:lnTo>
                <a:lnTo>
                  <a:pt x="898905" y="74887"/>
                </a:lnTo>
                <a:lnTo>
                  <a:pt x="899228" y="73378"/>
                </a:lnTo>
                <a:lnTo>
                  <a:pt x="899611" y="71886"/>
                </a:lnTo>
                <a:lnTo>
                  <a:pt x="900058" y="70417"/>
                </a:lnTo>
                <a:lnTo>
                  <a:pt x="900572" y="68980"/>
                </a:lnTo>
                <a:lnTo>
                  <a:pt x="901157" y="67582"/>
                </a:lnTo>
                <a:lnTo>
                  <a:pt x="901819" y="66230"/>
                </a:lnTo>
                <a:lnTo>
                  <a:pt x="902561" y="64932"/>
                </a:lnTo>
                <a:lnTo>
                  <a:pt x="903387" y="63695"/>
                </a:lnTo>
                <a:lnTo>
                  <a:pt x="904301" y="62526"/>
                </a:lnTo>
                <a:lnTo>
                  <a:pt x="905309" y="61434"/>
                </a:lnTo>
                <a:lnTo>
                  <a:pt x="906413" y="60425"/>
                </a:lnTo>
                <a:lnTo>
                  <a:pt x="907618" y="59506"/>
                </a:lnTo>
                <a:lnTo>
                  <a:pt x="908929" y="58687"/>
                </a:lnTo>
                <a:lnTo>
                  <a:pt x="910349" y="57972"/>
                </a:lnTo>
                <a:lnTo>
                  <a:pt x="911882" y="57371"/>
                </a:lnTo>
                <a:lnTo>
                  <a:pt x="913533" y="56891"/>
                </a:lnTo>
                <a:lnTo>
                  <a:pt x="915307" y="56539"/>
                </a:lnTo>
                <a:lnTo>
                  <a:pt x="917206" y="56322"/>
                </a:lnTo>
                <a:lnTo>
                  <a:pt x="919236" y="56248"/>
                </a:lnTo>
                <a:lnTo>
                  <a:pt x="921100" y="56306"/>
                </a:lnTo>
                <a:lnTo>
                  <a:pt x="922837" y="56476"/>
                </a:lnTo>
                <a:lnTo>
                  <a:pt x="924453" y="56757"/>
                </a:lnTo>
                <a:lnTo>
                  <a:pt x="925951" y="57144"/>
                </a:lnTo>
                <a:lnTo>
                  <a:pt x="927337" y="57635"/>
                </a:lnTo>
                <a:lnTo>
                  <a:pt x="928614" y="58227"/>
                </a:lnTo>
                <a:lnTo>
                  <a:pt x="929787" y="58915"/>
                </a:lnTo>
                <a:lnTo>
                  <a:pt x="930861" y="59698"/>
                </a:lnTo>
                <a:lnTo>
                  <a:pt x="931840" y="60571"/>
                </a:lnTo>
                <a:lnTo>
                  <a:pt x="932728" y="61532"/>
                </a:lnTo>
                <a:lnTo>
                  <a:pt x="933530" y="62578"/>
                </a:lnTo>
                <a:lnTo>
                  <a:pt x="934250" y="63705"/>
                </a:lnTo>
                <a:lnTo>
                  <a:pt x="934893" y="64910"/>
                </a:lnTo>
                <a:lnTo>
                  <a:pt x="935463" y="66191"/>
                </a:lnTo>
                <a:lnTo>
                  <a:pt x="935965" y="67543"/>
                </a:lnTo>
                <a:lnTo>
                  <a:pt x="936402" y="68963"/>
                </a:lnTo>
                <a:lnTo>
                  <a:pt x="936780" y="70450"/>
                </a:lnTo>
                <a:lnTo>
                  <a:pt x="937103" y="71998"/>
                </a:lnTo>
                <a:lnTo>
                  <a:pt x="937375" y="73606"/>
                </a:lnTo>
                <a:lnTo>
                  <a:pt x="937601" y="75269"/>
                </a:lnTo>
                <a:lnTo>
                  <a:pt x="937785" y="76986"/>
                </a:lnTo>
                <a:lnTo>
                  <a:pt x="937932" y="78752"/>
                </a:lnTo>
                <a:lnTo>
                  <a:pt x="938046" y="80564"/>
                </a:lnTo>
                <a:lnTo>
                  <a:pt x="938131" y="82420"/>
                </a:lnTo>
                <a:lnTo>
                  <a:pt x="898029" y="82420"/>
                </a:lnTo>
                <a:lnTo>
                  <a:pt x="898119" y="80940"/>
                </a:lnTo>
                <a:lnTo>
                  <a:pt x="898248" y="79439"/>
                </a:lnTo>
                <a:lnTo>
                  <a:pt x="898419" y="77925"/>
                </a:lnTo>
                <a:close/>
                <a:moveTo>
                  <a:pt x="1241851" y="62936"/>
                </a:moveTo>
                <a:lnTo>
                  <a:pt x="1240914" y="60154"/>
                </a:lnTo>
                <a:lnTo>
                  <a:pt x="1239756" y="57635"/>
                </a:lnTo>
                <a:lnTo>
                  <a:pt x="1238399" y="55366"/>
                </a:lnTo>
                <a:lnTo>
                  <a:pt x="1236865" y="53333"/>
                </a:lnTo>
                <a:lnTo>
                  <a:pt x="1235174" y="51525"/>
                </a:lnTo>
                <a:lnTo>
                  <a:pt x="1233348" y="49926"/>
                </a:lnTo>
                <a:lnTo>
                  <a:pt x="1231408" y="48526"/>
                </a:lnTo>
                <a:lnTo>
                  <a:pt x="1229375" y="47310"/>
                </a:lnTo>
                <a:lnTo>
                  <a:pt x="1227271" y="46265"/>
                </a:lnTo>
                <a:lnTo>
                  <a:pt x="1225117" y="45379"/>
                </a:lnTo>
                <a:lnTo>
                  <a:pt x="1222933" y="44639"/>
                </a:lnTo>
                <a:lnTo>
                  <a:pt x="1220742" y="44031"/>
                </a:lnTo>
                <a:lnTo>
                  <a:pt x="1218564" y="43542"/>
                </a:lnTo>
                <a:lnTo>
                  <a:pt x="1216422" y="43160"/>
                </a:lnTo>
                <a:lnTo>
                  <a:pt x="1214335" y="42870"/>
                </a:lnTo>
                <a:lnTo>
                  <a:pt x="1212326" y="42662"/>
                </a:lnTo>
                <a:lnTo>
                  <a:pt x="1210415" y="42520"/>
                </a:lnTo>
                <a:lnTo>
                  <a:pt x="1208624" y="42432"/>
                </a:lnTo>
                <a:lnTo>
                  <a:pt x="1206974" y="42386"/>
                </a:lnTo>
                <a:lnTo>
                  <a:pt x="1205487" y="42368"/>
                </a:lnTo>
                <a:lnTo>
                  <a:pt x="1204183" y="42365"/>
                </a:lnTo>
                <a:lnTo>
                  <a:pt x="1203047" y="42369"/>
                </a:lnTo>
                <a:lnTo>
                  <a:pt x="1201904" y="42383"/>
                </a:lnTo>
                <a:lnTo>
                  <a:pt x="1200753" y="42408"/>
                </a:lnTo>
                <a:lnTo>
                  <a:pt x="1199592" y="42447"/>
                </a:lnTo>
                <a:lnTo>
                  <a:pt x="1198420" y="42500"/>
                </a:lnTo>
                <a:lnTo>
                  <a:pt x="1197236" y="42570"/>
                </a:lnTo>
                <a:lnTo>
                  <a:pt x="1196040" y="42658"/>
                </a:lnTo>
                <a:lnTo>
                  <a:pt x="1194829" y="42765"/>
                </a:lnTo>
                <a:lnTo>
                  <a:pt x="1193603" y="42894"/>
                </a:lnTo>
                <a:lnTo>
                  <a:pt x="1192360" y="43046"/>
                </a:lnTo>
                <a:lnTo>
                  <a:pt x="1191099" y="43223"/>
                </a:lnTo>
                <a:lnTo>
                  <a:pt x="1189820" y="43426"/>
                </a:lnTo>
                <a:lnTo>
                  <a:pt x="1188520" y="43658"/>
                </a:lnTo>
                <a:lnTo>
                  <a:pt x="1187199" y="43919"/>
                </a:lnTo>
                <a:lnTo>
                  <a:pt x="1185856" y="44212"/>
                </a:lnTo>
                <a:lnTo>
                  <a:pt x="1184489" y="44537"/>
                </a:lnTo>
                <a:lnTo>
                  <a:pt x="1183098" y="44898"/>
                </a:lnTo>
                <a:lnTo>
                  <a:pt x="1181680" y="45295"/>
                </a:lnTo>
                <a:lnTo>
                  <a:pt x="1180236" y="45730"/>
                </a:lnTo>
                <a:lnTo>
                  <a:pt x="1178763" y="46205"/>
                </a:lnTo>
                <a:lnTo>
                  <a:pt x="1177260" y="46722"/>
                </a:lnTo>
                <a:lnTo>
                  <a:pt x="1175727" y="47281"/>
                </a:lnTo>
                <a:lnTo>
                  <a:pt x="1174162" y="47886"/>
                </a:lnTo>
                <a:lnTo>
                  <a:pt x="1172564" y="48537"/>
                </a:lnTo>
                <a:lnTo>
                  <a:pt x="1172074" y="48748"/>
                </a:lnTo>
                <a:lnTo>
                  <a:pt x="1171615" y="48948"/>
                </a:lnTo>
                <a:lnTo>
                  <a:pt x="1171187" y="49138"/>
                </a:lnTo>
                <a:lnTo>
                  <a:pt x="1170788" y="49320"/>
                </a:lnTo>
                <a:lnTo>
                  <a:pt x="1170417" y="49494"/>
                </a:lnTo>
                <a:lnTo>
                  <a:pt x="1170074" y="49662"/>
                </a:lnTo>
                <a:lnTo>
                  <a:pt x="1169757" y="49826"/>
                </a:lnTo>
                <a:lnTo>
                  <a:pt x="1169466" y="49985"/>
                </a:lnTo>
                <a:lnTo>
                  <a:pt x="1169200" y="50142"/>
                </a:lnTo>
                <a:lnTo>
                  <a:pt x="1168957" y="50297"/>
                </a:lnTo>
                <a:lnTo>
                  <a:pt x="1168738" y="50452"/>
                </a:lnTo>
                <a:lnTo>
                  <a:pt x="1168540" y="50608"/>
                </a:lnTo>
                <a:lnTo>
                  <a:pt x="1168364" y="50766"/>
                </a:lnTo>
                <a:lnTo>
                  <a:pt x="1168207" y="50927"/>
                </a:lnTo>
                <a:lnTo>
                  <a:pt x="1168070" y="51092"/>
                </a:lnTo>
                <a:lnTo>
                  <a:pt x="1167952" y="51263"/>
                </a:lnTo>
                <a:lnTo>
                  <a:pt x="1167850" y="51441"/>
                </a:lnTo>
                <a:lnTo>
                  <a:pt x="1167766" y="51627"/>
                </a:lnTo>
                <a:lnTo>
                  <a:pt x="1167696" y="51821"/>
                </a:lnTo>
                <a:lnTo>
                  <a:pt x="1167642" y="52026"/>
                </a:lnTo>
                <a:lnTo>
                  <a:pt x="1167601" y="52242"/>
                </a:lnTo>
                <a:lnTo>
                  <a:pt x="1167573" y="52471"/>
                </a:lnTo>
                <a:lnTo>
                  <a:pt x="1167557" y="52713"/>
                </a:lnTo>
                <a:lnTo>
                  <a:pt x="1167552" y="52971"/>
                </a:lnTo>
                <a:lnTo>
                  <a:pt x="1167558" y="53189"/>
                </a:lnTo>
                <a:lnTo>
                  <a:pt x="1167575" y="53501"/>
                </a:lnTo>
                <a:lnTo>
                  <a:pt x="1167602" y="53899"/>
                </a:lnTo>
                <a:lnTo>
                  <a:pt x="1167638" y="54373"/>
                </a:lnTo>
                <a:lnTo>
                  <a:pt x="1167683" y="54916"/>
                </a:lnTo>
                <a:lnTo>
                  <a:pt x="1167736" y="55519"/>
                </a:lnTo>
                <a:lnTo>
                  <a:pt x="1167795" y="56174"/>
                </a:lnTo>
                <a:lnTo>
                  <a:pt x="1167859" y="56872"/>
                </a:lnTo>
                <a:lnTo>
                  <a:pt x="1167928" y="57604"/>
                </a:lnTo>
                <a:lnTo>
                  <a:pt x="1168001" y="58363"/>
                </a:lnTo>
                <a:lnTo>
                  <a:pt x="1168077" y="59139"/>
                </a:lnTo>
                <a:lnTo>
                  <a:pt x="1168155" y="59925"/>
                </a:lnTo>
                <a:lnTo>
                  <a:pt x="1168234" y="60712"/>
                </a:lnTo>
                <a:lnTo>
                  <a:pt x="1168313" y="61492"/>
                </a:lnTo>
                <a:lnTo>
                  <a:pt x="1168391" y="62256"/>
                </a:lnTo>
                <a:lnTo>
                  <a:pt x="1168467" y="62995"/>
                </a:lnTo>
                <a:lnTo>
                  <a:pt x="1168540" y="63701"/>
                </a:lnTo>
                <a:lnTo>
                  <a:pt x="1168610" y="64367"/>
                </a:lnTo>
                <a:lnTo>
                  <a:pt x="1168676" y="64983"/>
                </a:lnTo>
                <a:lnTo>
                  <a:pt x="1168736" y="65540"/>
                </a:lnTo>
                <a:lnTo>
                  <a:pt x="1168789" y="66031"/>
                </a:lnTo>
                <a:lnTo>
                  <a:pt x="1168835" y="66448"/>
                </a:lnTo>
                <a:lnTo>
                  <a:pt x="1168873" y="66780"/>
                </a:lnTo>
                <a:lnTo>
                  <a:pt x="1168902" y="67022"/>
                </a:lnTo>
                <a:lnTo>
                  <a:pt x="1168930" y="67165"/>
                </a:lnTo>
                <a:lnTo>
                  <a:pt x="1168966" y="67306"/>
                </a:lnTo>
                <a:lnTo>
                  <a:pt x="1169010" y="67444"/>
                </a:lnTo>
                <a:lnTo>
                  <a:pt x="1169061" y="67580"/>
                </a:lnTo>
                <a:lnTo>
                  <a:pt x="1169120" y="67712"/>
                </a:lnTo>
                <a:lnTo>
                  <a:pt x="1169186" y="67840"/>
                </a:lnTo>
                <a:lnTo>
                  <a:pt x="1169258" y="67965"/>
                </a:lnTo>
                <a:lnTo>
                  <a:pt x="1169338" y="68085"/>
                </a:lnTo>
                <a:lnTo>
                  <a:pt x="1169424" y="68200"/>
                </a:lnTo>
                <a:lnTo>
                  <a:pt x="1169517" y="68310"/>
                </a:lnTo>
                <a:lnTo>
                  <a:pt x="1169616" y="68415"/>
                </a:lnTo>
                <a:lnTo>
                  <a:pt x="1169722" y="68514"/>
                </a:lnTo>
                <a:lnTo>
                  <a:pt x="1169833" y="68607"/>
                </a:lnTo>
                <a:lnTo>
                  <a:pt x="1169950" y="68694"/>
                </a:lnTo>
                <a:lnTo>
                  <a:pt x="1170073" y="68774"/>
                </a:lnTo>
                <a:lnTo>
                  <a:pt x="1170202" y="68848"/>
                </a:lnTo>
                <a:lnTo>
                  <a:pt x="1170335" y="68913"/>
                </a:lnTo>
                <a:lnTo>
                  <a:pt x="1170474" y="68971"/>
                </a:lnTo>
                <a:lnTo>
                  <a:pt x="1170618" y="69021"/>
                </a:lnTo>
                <a:lnTo>
                  <a:pt x="1170767" y="69063"/>
                </a:lnTo>
                <a:lnTo>
                  <a:pt x="1170921" y="69096"/>
                </a:lnTo>
                <a:lnTo>
                  <a:pt x="1171079" y="69120"/>
                </a:lnTo>
                <a:lnTo>
                  <a:pt x="1171242" y="69135"/>
                </a:lnTo>
                <a:lnTo>
                  <a:pt x="1171408" y="69140"/>
                </a:lnTo>
                <a:lnTo>
                  <a:pt x="1171527" y="69137"/>
                </a:lnTo>
                <a:lnTo>
                  <a:pt x="1171642" y="69128"/>
                </a:lnTo>
                <a:lnTo>
                  <a:pt x="1171753" y="69114"/>
                </a:lnTo>
                <a:lnTo>
                  <a:pt x="1171860" y="69094"/>
                </a:lnTo>
                <a:lnTo>
                  <a:pt x="1171964" y="69070"/>
                </a:lnTo>
                <a:lnTo>
                  <a:pt x="1172065" y="69041"/>
                </a:lnTo>
                <a:lnTo>
                  <a:pt x="1172163" y="69007"/>
                </a:lnTo>
                <a:lnTo>
                  <a:pt x="1172258" y="68969"/>
                </a:lnTo>
                <a:lnTo>
                  <a:pt x="1172351" y="68927"/>
                </a:lnTo>
                <a:lnTo>
                  <a:pt x="1172441" y="68881"/>
                </a:lnTo>
                <a:lnTo>
                  <a:pt x="1172528" y="68832"/>
                </a:lnTo>
                <a:lnTo>
                  <a:pt x="1172613" y="68779"/>
                </a:lnTo>
                <a:lnTo>
                  <a:pt x="1172697" y="68724"/>
                </a:lnTo>
                <a:lnTo>
                  <a:pt x="1172778" y="68666"/>
                </a:lnTo>
                <a:lnTo>
                  <a:pt x="1172858" y="68605"/>
                </a:lnTo>
                <a:lnTo>
                  <a:pt x="1172936" y="68542"/>
                </a:lnTo>
                <a:lnTo>
                  <a:pt x="1173013" y="68477"/>
                </a:lnTo>
                <a:lnTo>
                  <a:pt x="1173089" y="68410"/>
                </a:lnTo>
                <a:lnTo>
                  <a:pt x="1173164" y="68342"/>
                </a:lnTo>
                <a:lnTo>
                  <a:pt x="1173238" y="68272"/>
                </a:lnTo>
                <a:lnTo>
                  <a:pt x="1173311" y="68202"/>
                </a:lnTo>
                <a:lnTo>
                  <a:pt x="1173384" y="68130"/>
                </a:lnTo>
                <a:lnTo>
                  <a:pt x="1173457" y="68059"/>
                </a:lnTo>
                <a:lnTo>
                  <a:pt x="1173529" y="67986"/>
                </a:lnTo>
                <a:lnTo>
                  <a:pt x="1174573" y="66927"/>
                </a:lnTo>
                <a:lnTo>
                  <a:pt x="1175631" y="65913"/>
                </a:lnTo>
                <a:lnTo>
                  <a:pt x="1176703" y="64946"/>
                </a:lnTo>
                <a:lnTo>
                  <a:pt x="1177791" y="64024"/>
                </a:lnTo>
                <a:lnTo>
                  <a:pt x="1178895" y="63148"/>
                </a:lnTo>
                <a:lnTo>
                  <a:pt x="1180015" y="62318"/>
                </a:lnTo>
                <a:lnTo>
                  <a:pt x="1181152" y="61533"/>
                </a:lnTo>
                <a:lnTo>
                  <a:pt x="1182305" y="60794"/>
                </a:lnTo>
                <a:lnTo>
                  <a:pt x="1183476" y="60100"/>
                </a:lnTo>
                <a:lnTo>
                  <a:pt x="1184665" y="59452"/>
                </a:lnTo>
                <a:lnTo>
                  <a:pt x="1185872" y="58849"/>
                </a:lnTo>
                <a:lnTo>
                  <a:pt x="1187097" y="58291"/>
                </a:lnTo>
                <a:lnTo>
                  <a:pt x="1188342" y="57778"/>
                </a:lnTo>
                <a:lnTo>
                  <a:pt x="1189606" y="57311"/>
                </a:lnTo>
                <a:lnTo>
                  <a:pt x="1190890" y="56888"/>
                </a:lnTo>
                <a:lnTo>
                  <a:pt x="1192195" y="56510"/>
                </a:lnTo>
                <a:lnTo>
                  <a:pt x="1193520" y="56177"/>
                </a:lnTo>
                <a:lnTo>
                  <a:pt x="1194866" y="55889"/>
                </a:lnTo>
                <a:lnTo>
                  <a:pt x="1196234" y="55645"/>
                </a:lnTo>
                <a:lnTo>
                  <a:pt x="1197624" y="55445"/>
                </a:lnTo>
                <a:lnTo>
                  <a:pt x="1199036" y="55291"/>
                </a:lnTo>
                <a:lnTo>
                  <a:pt x="1200471" y="55180"/>
                </a:lnTo>
                <a:lnTo>
                  <a:pt x="1201930" y="55114"/>
                </a:lnTo>
                <a:lnTo>
                  <a:pt x="1203412" y="55092"/>
                </a:lnTo>
                <a:lnTo>
                  <a:pt x="1204676" y="55125"/>
                </a:lnTo>
                <a:lnTo>
                  <a:pt x="1205865" y="55223"/>
                </a:lnTo>
                <a:lnTo>
                  <a:pt x="1206981" y="55387"/>
                </a:lnTo>
                <a:lnTo>
                  <a:pt x="1208027" y="55615"/>
                </a:lnTo>
                <a:lnTo>
                  <a:pt x="1209003" y="55906"/>
                </a:lnTo>
                <a:lnTo>
                  <a:pt x="1209913" y="56261"/>
                </a:lnTo>
                <a:lnTo>
                  <a:pt x="1210757" y="56679"/>
                </a:lnTo>
                <a:lnTo>
                  <a:pt x="1211538" y="57158"/>
                </a:lnTo>
                <a:lnTo>
                  <a:pt x="1212258" y="57699"/>
                </a:lnTo>
                <a:lnTo>
                  <a:pt x="1212917" y="58301"/>
                </a:lnTo>
                <a:lnTo>
                  <a:pt x="1213519" y="58964"/>
                </a:lnTo>
                <a:lnTo>
                  <a:pt x="1214065" y="59686"/>
                </a:lnTo>
                <a:lnTo>
                  <a:pt x="1214556" y="60467"/>
                </a:lnTo>
                <a:lnTo>
                  <a:pt x="1214995" y="61307"/>
                </a:lnTo>
                <a:lnTo>
                  <a:pt x="1215383" y="62204"/>
                </a:lnTo>
                <a:lnTo>
                  <a:pt x="1215723" y="63159"/>
                </a:lnTo>
                <a:lnTo>
                  <a:pt x="1216016" y="64171"/>
                </a:lnTo>
                <a:lnTo>
                  <a:pt x="1216264" y="65239"/>
                </a:lnTo>
                <a:lnTo>
                  <a:pt x="1216469" y="66363"/>
                </a:lnTo>
                <a:lnTo>
                  <a:pt x="1216632" y="67542"/>
                </a:lnTo>
                <a:lnTo>
                  <a:pt x="1216756" y="68775"/>
                </a:lnTo>
                <a:lnTo>
                  <a:pt x="1216842" y="70063"/>
                </a:lnTo>
                <a:lnTo>
                  <a:pt x="1216893" y="71403"/>
                </a:lnTo>
                <a:lnTo>
                  <a:pt x="1216909" y="72797"/>
                </a:lnTo>
                <a:lnTo>
                  <a:pt x="1216909" y="79531"/>
                </a:lnTo>
                <a:lnTo>
                  <a:pt x="1215844" y="79535"/>
                </a:lnTo>
                <a:lnTo>
                  <a:pt x="1214365" y="79555"/>
                </a:lnTo>
                <a:lnTo>
                  <a:pt x="1212511" y="79603"/>
                </a:lnTo>
                <a:lnTo>
                  <a:pt x="1210324" y="79690"/>
                </a:lnTo>
                <a:lnTo>
                  <a:pt x="1207845" y="79830"/>
                </a:lnTo>
                <a:lnTo>
                  <a:pt x="1205115" y="80033"/>
                </a:lnTo>
                <a:lnTo>
                  <a:pt x="1202174" y="80312"/>
                </a:lnTo>
                <a:lnTo>
                  <a:pt x="1199064" y="80679"/>
                </a:lnTo>
                <a:lnTo>
                  <a:pt x="1195825" y="81145"/>
                </a:lnTo>
                <a:lnTo>
                  <a:pt x="1192499" y="81722"/>
                </a:lnTo>
                <a:lnTo>
                  <a:pt x="1189126" y="82423"/>
                </a:lnTo>
                <a:lnTo>
                  <a:pt x="1185747" y="83260"/>
                </a:lnTo>
                <a:lnTo>
                  <a:pt x="1182404" y="84244"/>
                </a:lnTo>
                <a:lnTo>
                  <a:pt x="1179136" y="85387"/>
                </a:lnTo>
                <a:lnTo>
                  <a:pt x="1175986" y="86701"/>
                </a:lnTo>
                <a:lnTo>
                  <a:pt x="1172993" y="88199"/>
                </a:lnTo>
                <a:lnTo>
                  <a:pt x="1170199" y="89891"/>
                </a:lnTo>
                <a:lnTo>
                  <a:pt x="1167645" y="91791"/>
                </a:lnTo>
                <a:lnTo>
                  <a:pt x="1165372" y="93910"/>
                </a:lnTo>
                <a:lnTo>
                  <a:pt x="1163420" y="96259"/>
                </a:lnTo>
                <a:lnTo>
                  <a:pt x="1161831" y="98852"/>
                </a:lnTo>
                <a:lnTo>
                  <a:pt x="1160645" y="101699"/>
                </a:lnTo>
                <a:lnTo>
                  <a:pt x="1159903" y="104814"/>
                </a:lnTo>
                <a:lnTo>
                  <a:pt x="1159647" y="108206"/>
                </a:lnTo>
                <a:lnTo>
                  <a:pt x="1159703" y="109893"/>
                </a:lnTo>
                <a:lnTo>
                  <a:pt x="1159869" y="111582"/>
                </a:lnTo>
                <a:lnTo>
                  <a:pt x="1160144" y="113266"/>
                </a:lnTo>
                <a:lnTo>
                  <a:pt x="1160526" y="114939"/>
                </a:lnTo>
                <a:lnTo>
                  <a:pt x="1161011" y="116593"/>
                </a:lnTo>
                <a:lnTo>
                  <a:pt x="1161600" y="118224"/>
                </a:lnTo>
                <a:lnTo>
                  <a:pt x="1162288" y="119823"/>
                </a:lnTo>
                <a:lnTo>
                  <a:pt x="1163075" y="121385"/>
                </a:lnTo>
                <a:lnTo>
                  <a:pt x="1163959" y="122903"/>
                </a:lnTo>
                <a:lnTo>
                  <a:pt x="1164937" y="124370"/>
                </a:lnTo>
                <a:lnTo>
                  <a:pt x="1166007" y="125780"/>
                </a:lnTo>
                <a:lnTo>
                  <a:pt x="1167167" y="127127"/>
                </a:lnTo>
                <a:lnTo>
                  <a:pt x="1168416" y="128403"/>
                </a:lnTo>
                <a:lnTo>
                  <a:pt x="1169752" y="129603"/>
                </a:lnTo>
                <a:lnTo>
                  <a:pt x="1171171" y="130719"/>
                </a:lnTo>
                <a:lnTo>
                  <a:pt x="1172673" y="131746"/>
                </a:lnTo>
                <a:lnTo>
                  <a:pt x="1174256" y="132676"/>
                </a:lnTo>
                <a:lnTo>
                  <a:pt x="1175916" y="133504"/>
                </a:lnTo>
                <a:lnTo>
                  <a:pt x="1177653" y="134222"/>
                </a:lnTo>
                <a:lnTo>
                  <a:pt x="1179464" y="134824"/>
                </a:lnTo>
                <a:lnTo>
                  <a:pt x="1181348" y="135304"/>
                </a:lnTo>
                <a:lnTo>
                  <a:pt x="1183301" y="135655"/>
                </a:lnTo>
                <a:lnTo>
                  <a:pt x="1185323" y="135870"/>
                </a:lnTo>
                <a:lnTo>
                  <a:pt x="1187412" y="135944"/>
                </a:lnTo>
                <a:lnTo>
                  <a:pt x="1188271" y="135933"/>
                </a:lnTo>
                <a:lnTo>
                  <a:pt x="1189207" y="135898"/>
                </a:lnTo>
                <a:lnTo>
                  <a:pt x="1190214" y="135835"/>
                </a:lnTo>
                <a:lnTo>
                  <a:pt x="1191286" y="135739"/>
                </a:lnTo>
                <a:lnTo>
                  <a:pt x="1192417" y="135607"/>
                </a:lnTo>
                <a:lnTo>
                  <a:pt x="1193602" y="135435"/>
                </a:lnTo>
                <a:lnTo>
                  <a:pt x="1194834" y="135217"/>
                </a:lnTo>
                <a:lnTo>
                  <a:pt x="1196108" y="134951"/>
                </a:lnTo>
                <a:lnTo>
                  <a:pt x="1197418" y="134632"/>
                </a:lnTo>
                <a:lnTo>
                  <a:pt x="1198759" y="134257"/>
                </a:lnTo>
                <a:lnTo>
                  <a:pt x="1200125" y="133820"/>
                </a:lnTo>
                <a:lnTo>
                  <a:pt x="1201509" y="133317"/>
                </a:lnTo>
                <a:lnTo>
                  <a:pt x="1202906" y="132746"/>
                </a:lnTo>
                <a:lnTo>
                  <a:pt x="1204310" y="132101"/>
                </a:lnTo>
                <a:lnTo>
                  <a:pt x="1205716" y="131379"/>
                </a:lnTo>
                <a:lnTo>
                  <a:pt x="1207118" y="130575"/>
                </a:lnTo>
                <a:lnTo>
                  <a:pt x="1208510" y="129686"/>
                </a:lnTo>
                <a:lnTo>
                  <a:pt x="1209886" y="128706"/>
                </a:lnTo>
                <a:lnTo>
                  <a:pt x="1211240" y="127633"/>
                </a:lnTo>
                <a:lnTo>
                  <a:pt x="1212567" y="126462"/>
                </a:lnTo>
                <a:lnTo>
                  <a:pt x="1213861" y="125189"/>
                </a:lnTo>
                <a:lnTo>
                  <a:pt x="1215116" y="123809"/>
                </a:lnTo>
                <a:lnTo>
                  <a:pt x="1216326" y="122320"/>
                </a:lnTo>
                <a:lnTo>
                  <a:pt x="1217485" y="120716"/>
                </a:lnTo>
                <a:lnTo>
                  <a:pt x="1217485" y="124570"/>
                </a:lnTo>
                <a:lnTo>
                  <a:pt x="1217493" y="125325"/>
                </a:lnTo>
                <a:lnTo>
                  <a:pt x="1217517" y="126048"/>
                </a:lnTo>
                <a:lnTo>
                  <a:pt x="1217559" y="126739"/>
                </a:lnTo>
                <a:lnTo>
                  <a:pt x="1217622" y="127398"/>
                </a:lnTo>
                <a:lnTo>
                  <a:pt x="1217708" y="128024"/>
                </a:lnTo>
                <a:lnTo>
                  <a:pt x="1217820" y="128619"/>
                </a:lnTo>
                <a:lnTo>
                  <a:pt x="1217959" y="129181"/>
                </a:lnTo>
                <a:lnTo>
                  <a:pt x="1218128" y="129711"/>
                </a:lnTo>
                <a:lnTo>
                  <a:pt x="1218330" y="130209"/>
                </a:lnTo>
                <a:lnTo>
                  <a:pt x="1218565" y="130675"/>
                </a:lnTo>
                <a:lnTo>
                  <a:pt x="1218837" y="131109"/>
                </a:lnTo>
                <a:lnTo>
                  <a:pt x="1219149" y="131511"/>
                </a:lnTo>
                <a:lnTo>
                  <a:pt x="1219501" y="131881"/>
                </a:lnTo>
                <a:lnTo>
                  <a:pt x="1219897" y="132218"/>
                </a:lnTo>
                <a:lnTo>
                  <a:pt x="1220338" y="132523"/>
                </a:lnTo>
                <a:lnTo>
                  <a:pt x="1220828" y="132797"/>
                </a:lnTo>
                <a:lnTo>
                  <a:pt x="1221367" y="133038"/>
                </a:lnTo>
                <a:lnTo>
                  <a:pt x="1221960" y="133247"/>
                </a:lnTo>
                <a:lnTo>
                  <a:pt x="1222606" y="133423"/>
                </a:lnTo>
                <a:lnTo>
                  <a:pt x="1223310" y="133568"/>
                </a:lnTo>
                <a:lnTo>
                  <a:pt x="1224073" y="133681"/>
                </a:lnTo>
                <a:lnTo>
                  <a:pt x="1224898" y="133761"/>
                </a:lnTo>
                <a:lnTo>
                  <a:pt x="1225786" y="133809"/>
                </a:lnTo>
                <a:lnTo>
                  <a:pt x="1226740" y="133825"/>
                </a:lnTo>
                <a:lnTo>
                  <a:pt x="1233874" y="133825"/>
                </a:lnTo>
                <a:lnTo>
                  <a:pt x="1234762" y="133812"/>
                </a:lnTo>
                <a:lnTo>
                  <a:pt x="1235595" y="133772"/>
                </a:lnTo>
                <a:lnTo>
                  <a:pt x="1236375" y="133704"/>
                </a:lnTo>
                <a:lnTo>
                  <a:pt x="1237103" y="133608"/>
                </a:lnTo>
                <a:lnTo>
                  <a:pt x="1237781" y="133483"/>
                </a:lnTo>
                <a:lnTo>
                  <a:pt x="1238410" y="133328"/>
                </a:lnTo>
                <a:lnTo>
                  <a:pt x="1238993" y="133143"/>
                </a:lnTo>
                <a:lnTo>
                  <a:pt x="1239529" y="132926"/>
                </a:lnTo>
                <a:lnTo>
                  <a:pt x="1240021" y="132676"/>
                </a:lnTo>
                <a:lnTo>
                  <a:pt x="1240471" y="132394"/>
                </a:lnTo>
                <a:lnTo>
                  <a:pt x="1240880" y="132079"/>
                </a:lnTo>
                <a:lnTo>
                  <a:pt x="1241248" y="131728"/>
                </a:lnTo>
                <a:lnTo>
                  <a:pt x="1241579" y="131343"/>
                </a:lnTo>
                <a:lnTo>
                  <a:pt x="1241873" y="130922"/>
                </a:lnTo>
                <a:lnTo>
                  <a:pt x="1242132" y="130464"/>
                </a:lnTo>
                <a:lnTo>
                  <a:pt x="1242357" y="129969"/>
                </a:lnTo>
                <a:lnTo>
                  <a:pt x="1242551" y="129436"/>
                </a:lnTo>
                <a:lnTo>
                  <a:pt x="1242713" y="128863"/>
                </a:lnTo>
                <a:lnTo>
                  <a:pt x="1242846" y="128251"/>
                </a:lnTo>
                <a:lnTo>
                  <a:pt x="1242952" y="127599"/>
                </a:lnTo>
                <a:lnTo>
                  <a:pt x="1243032" y="126905"/>
                </a:lnTo>
                <a:lnTo>
                  <a:pt x="1243087" y="126170"/>
                </a:lnTo>
                <a:lnTo>
                  <a:pt x="1243119" y="125391"/>
                </a:lnTo>
                <a:lnTo>
                  <a:pt x="1243129" y="124570"/>
                </a:lnTo>
                <a:lnTo>
                  <a:pt x="1243129" y="72988"/>
                </a:lnTo>
                <a:lnTo>
                  <a:pt x="1242980" y="69340"/>
                </a:lnTo>
                <a:lnTo>
                  <a:pt x="1242547" y="65993"/>
                </a:lnTo>
                <a:lnTo>
                  <a:pt x="1241851" y="62936"/>
                </a:lnTo>
                <a:close/>
                <a:moveTo>
                  <a:pt x="1215550" y="111705"/>
                </a:moveTo>
                <a:lnTo>
                  <a:pt x="1214850" y="113182"/>
                </a:lnTo>
                <a:lnTo>
                  <a:pt x="1214038" y="114512"/>
                </a:lnTo>
                <a:lnTo>
                  <a:pt x="1213129" y="115702"/>
                </a:lnTo>
                <a:lnTo>
                  <a:pt x="1212139" y="116760"/>
                </a:lnTo>
                <a:lnTo>
                  <a:pt x="1211083" y="117693"/>
                </a:lnTo>
                <a:lnTo>
                  <a:pt x="1209977" y="118510"/>
                </a:lnTo>
                <a:lnTo>
                  <a:pt x="1208837" y="119219"/>
                </a:lnTo>
                <a:lnTo>
                  <a:pt x="1207679" y="119826"/>
                </a:lnTo>
                <a:lnTo>
                  <a:pt x="1206517" y="120340"/>
                </a:lnTo>
                <a:lnTo>
                  <a:pt x="1205368" y="120768"/>
                </a:lnTo>
                <a:lnTo>
                  <a:pt x="1204247" y="121119"/>
                </a:lnTo>
                <a:lnTo>
                  <a:pt x="1203170" y="121400"/>
                </a:lnTo>
                <a:lnTo>
                  <a:pt x="1202153" y="121619"/>
                </a:lnTo>
                <a:lnTo>
                  <a:pt x="1201211" y="121784"/>
                </a:lnTo>
                <a:lnTo>
                  <a:pt x="1200359" y="121901"/>
                </a:lnTo>
                <a:lnTo>
                  <a:pt x="1199615" y="121980"/>
                </a:lnTo>
                <a:lnTo>
                  <a:pt x="1198992" y="122028"/>
                </a:lnTo>
                <a:lnTo>
                  <a:pt x="1198507" y="122053"/>
                </a:lnTo>
                <a:lnTo>
                  <a:pt x="1198176" y="122062"/>
                </a:lnTo>
                <a:lnTo>
                  <a:pt x="1198014" y="122063"/>
                </a:lnTo>
                <a:lnTo>
                  <a:pt x="1197017" y="122028"/>
                </a:lnTo>
                <a:lnTo>
                  <a:pt x="1196051" y="121923"/>
                </a:lnTo>
                <a:lnTo>
                  <a:pt x="1195118" y="121751"/>
                </a:lnTo>
                <a:lnTo>
                  <a:pt x="1194217" y="121516"/>
                </a:lnTo>
                <a:lnTo>
                  <a:pt x="1193351" y="121220"/>
                </a:lnTo>
                <a:lnTo>
                  <a:pt x="1192520" y="120866"/>
                </a:lnTo>
                <a:lnTo>
                  <a:pt x="1191725" y="120457"/>
                </a:lnTo>
                <a:lnTo>
                  <a:pt x="1190967" y="119996"/>
                </a:lnTo>
                <a:lnTo>
                  <a:pt x="1190247" y="119485"/>
                </a:lnTo>
                <a:lnTo>
                  <a:pt x="1189566" y="118928"/>
                </a:lnTo>
                <a:lnTo>
                  <a:pt x="1188926" y="118327"/>
                </a:lnTo>
                <a:lnTo>
                  <a:pt x="1188327" y="117685"/>
                </a:lnTo>
                <a:lnTo>
                  <a:pt x="1187769" y="117005"/>
                </a:lnTo>
                <a:lnTo>
                  <a:pt x="1187255" y="116289"/>
                </a:lnTo>
                <a:lnTo>
                  <a:pt x="1186786" y="115541"/>
                </a:lnTo>
                <a:lnTo>
                  <a:pt x="1186361" y="114764"/>
                </a:lnTo>
                <a:lnTo>
                  <a:pt x="1185982" y="113960"/>
                </a:lnTo>
                <a:lnTo>
                  <a:pt x="1185651" y="113132"/>
                </a:lnTo>
                <a:lnTo>
                  <a:pt x="1185368" y="112283"/>
                </a:lnTo>
                <a:lnTo>
                  <a:pt x="1185134" y="111416"/>
                </a:lnTo>
                <a:lnTo>
                  <a:pt x="1184951" y="110533"/>
                </a:lnTo>
                <a:lnTo>
                  <a:pt x="1184818" y="109638"/>
                </a:lnTo>
                <a:lnTo>
                  <a:pt x="1184738" y="108733"/>
                </a:lnTo>
                <a:lnTo>
                  <a:pt x="1184711" y="107821"/>
                </a:lnTo>
                <a:lnTo>
                  <a:pt x="1184847" y="105554"/>
                </a:lnTo>
                <a:lnTo>
                  <a:pt x="1185242" y="103462"/>
                </a:lnTo>
                <a:lnTo>
                  <a:pt x="1185873" y="101538"/>
                </a:lnTo>
                <a:lnTo>
                  <a:pt x="1186721" y="99775"/>
                </a:lnTo>
                <a:lnTo>
                  <a:pt x="1187765" y="98167"/>
                </a:lnTo>
                <a:lnTo>
                  <a:pt x="1188983" y="96705"/>
                </a:lnTo>
                <a:lnTo>
                  <a:pt x="1190355" y="95383"/>
                </a:lnTo>
                <a:lnTo>
                  <a:pt x="1191859" y="94194"/>
                </a:lnTo>
                <a:lnTo>
                  <a:pt x="1193475" y="93130"/>
                </a:lnTo>
                <a:lnTo>
                  <a:pt x="1195182" y="92185"/>
                </a:lnTo>
                <a:lnTo>
                  <a:pt x="1196960" y="91352"/>
                </a:lnTo>
                <a:lnTo>
                  <a:pt x="1198786" y="90622"/>
                </a:lnTo>
                <a:lnTo>
                  <a:pt x="1200640" y="89990"/>
                </a:lnTo>
                <a:lnTo>
                  <a:pt x="1202501" y="89448"/>
                </a:lnTo>
                <a:lnTo>
                  <a:pt x="1204349" y="88989"/>
                </a:lnTo>
                <a:lnTo>
                  <a:pt x="1206162" y="88606"/>
                </a:lnTo>
                <a:lnTo>
                  <a:pt x="1207920" y="88291"/>
                </a:lnTo>
                <a:lnTo>
                  <a:pt x="1209601" y="88039"/>
                </a:lnTo>
                <a:lnTo>
                  <a:pt x="1211184" y="87841"/>
                </a:lnTo>
                <a:lnTo>
                  <a:pt x="1212650" y="87690"/>
                </a:lnTo>
                <a:lnTo>
                  <a:pt x="1213976" y="87580"/>
                </a:lnTo>
                <a:lnTo>
                  <a:pt x="1215141" y="87503"/>
                </a:lnTo>
                <a:lnTo>
                  <a:pt x="1216126" y="87453"/>
                </a:lnTo>
                <a:lnTo>
                  <a:pt x="1216909" y="87421"/>
                </a:lnTo>
                <a:lnTo>
                  <a:pt x="1216909" y="104164"/>
                </a:lnTo>
                <a:lnTo>
                  <a:pt x="1216816" y="106310"/>
                </a:lnTo>
                <a:lnTo>
                  <a:pt x="1216548" y="108276"/>
                </a:lnTo>
                <a:lnTo>
                  <a:pt x="1216121" y="110072"/>
                </a:lnTo>
                <a:lnTo>
                  <a:pt x="1215550" y="111705"/>
                </a:lnTo>
                <a:close/>
                <a:moveTo>
                  <a:pt x="1478055" y="72742"/>
                </a:moveTo>
                <a:lnTo>
                  <a:pt x="1477168" y="69666"/>
                </a:lnTo>
                <a:lnTo>
                  <a:pt x="1476118" y="66750"/>
                </a:lnTo>
                <a:lnTo>
                  <a:pt x="1474906" y="63996"/>
                </a:lnTo>
                <a:lnTo>
                  <a:pt x="1473532" y="61402"/>
                </a:lnTo>
                <a:lnTo>
                  <a:pt x="1471994" y="58971"/>
                </a:lnTo>
                <a:lnTo>
                  <a:pt x="1470293" y="56703"/>
                </a:lnTo>
                <a:lnTo>
                  <a:pt x="1468429" y="54599"/>
                </a:lnTo>
                <a:lnTo>
                  <a:pt x="1466401" y="52659"/>
                </a:lnTo>
                <a:lnTo>
                  <a:pt x="1464209" y="50884"/>
                </a:lnTo>
                <a:lnTo>
                  <a:pt x="1461854" y="49274"/>
                </a:lnTo>
                <a:lnTo>
                  <a:pt x="1459333" y="47832"/>
                </a:lnTo>
                <a:lnTo>
                  <a:pt x="1456648" y="46556"/>
                </a:lnTo>
                <a:lnTo>
                  <a:pt x="1453798" y="45448"/>
                </a:lnTo>
                <a:lnTo>
                  <a:pt x="1450783" y="44509"/>
                </a:lnTo>
                <a:lnTo>
                  <a:pt x="1447602" y="43739"/>
                </a:lnTo>
                <a:lnTo>
                  <a:pt x="1444256" y="43139"/>
                </a:lnTo>
                <a:lnTo>
                  <a:pt x="1440744" y="42709"/>
                </a:lnTo>
                <a:lnTo>
                  <a:pt x="1437066" y="42451"/>
                </a:lnTo>
                <a:lnTo>
                  <a:pt x="1433221" y="42365"/>
                </a:lnTo>
                <a:lnTo>
                  <a:pt x="1429287" y="42454"/>
                </a:lnTo>
                <a:lnTo>
                  <a:pt x="1425532" y="42720"/>
                </a:lnTo>
                <a:lnTo>
                  <a:pt x="1421955" y="43162"/>
                </a:lnTo>
                <a:lnTo>
                  <a:pt x="1418557" y="43779"/>
                </a:lnTo>
                <a:lnTo>
                  <a:pt x="1415334" y="44568"/>
                </a:lnTo>
                <a:lnTo>
                  <a:pt x="1412287" y="45529"/>
                </a:lnTo>
                <a:lnTo>
                  <a:pt x="1409415" y="46660"/>
                </a:lnTo>
                <a:lnTo>
                  <a:pt x="1406715" y="47960"/>
                </a:lnTo>
                <a:lnTo>
                  <a:pt x="1404187" y="49426"/>
                </a:lnTo>
                <a:lnTo>
                  <a:pt x="1401831" y="51059"/>
                </a:lnTo>
                <a:lnTo>
                  <a:pt x="1399644" y="52855"/>
                </a:lnTo>
                <a:lnTo>
                  <a:pt x="1397626" y="54815"/>
                </a:lnTo>
                <a:lnTo>
                  <a:pt x="1395776" y="56936"/>
                </a:lnTo>
                <a:lnTo>
                  <a:pt x="1394092" y="59216"/>
                </a:lnTo>
                <a:lnTo>
                  <a:pt x="1392574" y="61656"/>
                </a:lnTo>
                <a:lnTo>
                  <a:pt x="1391220" y="64252"/>
                </a:lnTo>
                <a:lnTo>
                  <a:pt x="1390030" y="67004"/>
                </a:lnTo>
                <a:lnTo>
                  <a:pt x="1389002" y="69910"/>
                </a:lnTo>
                <a:lnTo>
                  <a:pt x="1388135" y="72968"/>
                </a:lnTo>
                <a:lnTo>
                  <a:pt x="1387428" y="76178"/>
                </a:lnTo>
                <a:lnTo>
                  <a:pt x="1386880" y="79538"/>
                </a:lnTo>
                <a:lnTo>
                  <a:pt x="1386490" y="83046"/>
                </a:lnTo>
                <a:lnTo>
                  <a:pt x="1386257" y="86701"/>
                </a:lnTo>
                <a:lnTo>
                  <a:pt x="1386179" y="90502"/>
                </a:lnTo>
                <a:lnTo>
                  <a:pt x="1386265" y="94333"/>
                </a:lnTo>
                <a:lnTo>
                  <a:pt x="1386523" y="97985"/>
                </a:lnTo>
                <a:lnTo>
                  <a:pt x="1386951" y="101460"/>
                </a:lnTo>
                <a:lnTo>
                  <a:pt x="1387547" y="104759"/>
                </a:lnTo>
                <a:lnTo>
                  <a:pt x="1388312" y="107884"/>
                </a:lnTo>
                <a:lnTo>
                  <a:pt x="1389243" y="110835"/>
                </a:lnTo>
                <a:lnTo>
                  <a:pt x="1390339" y="113615"/>
                </a:lnTo>
                <a:lnTo>
                  <a:pt x="1391599" y="116224"/>
                </a:lnTo>
                <a:lnTo>
                  <a:pt x="1393021" y="118664"/>
                </a:lnTo>
                <a:lnTo>
                  <a:pt x="1394605" y="120937"/>
                </a:lnTo>
                <a:lnTo>
                  <a:pt x="1396349" y="123044"/>
                </a:lnTo>
                <a:lnTo>
                  <a:pt x="1398253" y="124985"/>
                </a:lnTo>
                <a:lnTo>
                  <a:pt x="1400313" y="126764"/>
                </a:lnTo>
                <a:lnTo>
                  <a:pt x="1402530" y="128380"/>
                </a:lnTo>
                <a:lnTo>
                  <a:pt x="1404903" y="129836"/>
                </a:lnTo>
                <a:lnTo>
                  <a:pt x="1407429" y="131133"/>
                </a:lnTo>
                <a:lnTo>
                  <a:pt x="1410108" y="132272"/>
                </a:lnTo>
                <a:lnTo>
                  <a:pt x="1412938" y="133254"/>
                </a:lnTo>
                <a:lnTo>
                  <a:pt x="1415918" y="134082"/>
                </a:lnTo>
                <a:lnTo>
                  <a:pt x="1419047" y="134756"/>
                </a:lnTo>
                <a:lnTo>
                  <a:pt x="1422324" y="135278"/>
                </a:lnTo>
                <a:lnTo>
                  <a:pt x="1425747" y="135648"/>
                </a:lnTo>
                <a:lnTo>
                  <a:pt x="1429315" y="135870"/>
                </a:lnTo>
                <a:lnTo>
                  <a:pt x="1433027" y="135944"/>
                </a:lnTo>
                <a:lnTo>
                  <a:pt x="1436740" y="135871"/>
                </a:lnTo>
                <a:lnTo>
                  <a:pt x="1440312" y="135652"/>
                </a:lnTo>
                <a:lnTo>
                  <a:pt x="1443739" y="135285"/>
                </a:lnTo>
                <a:lnTo>
                  <a:pt x="1447022" y="134769"/>
                </a:lnTo>
                <a:lnTo>
                  <a:pt x="1450159" y="134102"/>
                </a:lnTo>
                <a:lnTo>
                  <a:pt x="1453148" y="133282"/>
                </a:lnTo>
                <a:lnTo>
                  <a:pt x="1455988" y="132307"/>
                </a:lnTo>
                <a:lnTo>
                  <a:pt x="1458677" y="131176"/>
                </a:lnTo>
                <a:lnTo>
                  <a:pt x="1461214" y="129887"/>
                </a:lnTo>
                <a:lnTo>
                  <a:pt x="1463598" y="128439"/>
                </a:lnTo>
                <a:lnTo>
                  <a:pt x="1465827" y="126830"/>
                </a:lnTo>
                <a:lnTo>
                  <a:pt x="1467900" y="125058"/>
                </a:lnTo>
                <a:lnTo>
                  <a:pt x="1469815" y="123122"/>
                </a:lnTo>
                <a:lnTo>
                  <a:pt x="1471571" y="121020"/>
                </a:lnTo>
                <a:lnTo>
                  <a:pt x="1473166" y="118750"/>
                </a:lnTo>
                <a:lnTo>
                  <a:pt x="1474600" y="116310"/>
                </a:lnTo>
                <a:lnTo>
                  <a:pt x="1475870" y="113700"/>
                </a:lnTo>
                <a:lnTo>
                  <a:pt x="1476976" y="110917"/>
                </a:lnTo>
                <a:lnTo>
                  <a:pt x="1477915" y="107960"/>
                </a:lnTo>
                <a:lnTo>
                  <a:pt x="1478687" y="104827"/>
                </a:lnTo>
                <a:lnTo>
                  <a:pt x="1479289" y="101516"/>
                </a:lnTo>
                <a:lnTo>
                  <a:pt x="1479721" y="98026"/>
                </a:lnTo>
                <a:lnTo>
                  <a:pt x="1479982" y="94355"/>
                </a:lnTo>
                <a:lnTo>
                  <a:pt x="1480069" y="90502"/>
                </a:lnTo>
                <a:lnTo>
                  <a:pt x="1479989" y="86635"/>
                </a:lnTo>
                <a:lnTo>
                  <a:pt x="1479747" y="82925"/>
                </a:lnTo>
                <a:lnTo>
                  <a:pt x="1479345" y="79372"/>
                </a:lnTo>
                <a:lnTo>
                  <a:pt x="1478781" y="75978"/>
                </a:lnTo>
                <a:lnTo>
                  <a:pt x="1478055" y="72742"/>
                </a:lnTo>
                <a:close/>
                <a:moveTo>
                  <a:pt x="1453662" y="97815"/>
                </a:moveTo>
                <a:lnTo>
                  <a:pt x="1453527" y="99717"/>
                </a:lnTo>
                <a:lnTo>
                  <a:pt x="1453337" y="101591"/>
                </a:lnTo>
                <a:lnTo>
                  <a:pt x="1453085" y="103430"/>
                </a:lnTo>
                <a:lnTo>
                  <a:pt x="1452761" y="105224"/>
                </a:lnTo>
                <a:lnTo>
                  <a:pt x="1452357" y="106964"/>
                </a:lnTo>
                <a:lnTo>
                  <a:pt x="1451863" y="108642"/>
                </a:lnTo>
                <a:lnTo>
                  <a:pt x="1451270" y="110250"/>
                </a:lnTo>
                <a:lnTo>
                  <a:pt x="1450571" y="111779"/>
                </a:lnTo>
                <a:lnTo>
                  <a:pt x="1449754" y="113220"/>
                </a:lnTo>
                <a:lnTo>
                  <a:pt x="1448813" y="114564"/>
                </a:lnTo>
                <a:lnTo>
                  <a:pt x="1447737" y="115803"/>
                </a:lnTo>
                <a:lnTo>
                  <a:pt x="1446518" y="116929"/>
                </a:lnTo>
                <a:lnTo>
                  <a:pt x="1445147" y="117933"/>
                </a:lnTo>
                <a:lnTo>
                  <a:pt x="1443614" y="118806"/>
                </a:lnTo>
                <a:lnTo>
                  <a:pt x="1441912" y="119539"/>
                </a:lnTo>
                <a:lnTo>
                  <a:pt x="1440030" y="120125"/>
                </a:lnTo>
                <a:lnTo>
                  <a:pt x="1437960" y="120554"/>
                </a:lnTo>
                <a:lnTo>
                  <a:pt x="1435694" y="120817"/>
                </a:lnTo>
                <a:lnTo>
                  <a:pt x="1433221" y="120907"/>
                </a:lnTo>
                <a:lnTo>
                  <a:pt x="1430725" y="120818"/>
                </a:lnTo>
                <a:lnTo>
                  <a:pt x="1428437" y="120557"/>
                </a:lnTo>
                <a:lnTo>
                  <a:pt x="1426348" y="120133"/>
                </a:lnTo>
                <a:lnTo>
                  <a:pt x="1424449" y="119553"/>
                </a:lnTo>
                <a:lnTo>
                  <a:pt x="1422730" y="118826"/>
                </a:lnTo>
                <a:lnTo>
                  <a:pt x="1421183" y="117960"/>
                </a:lnTo>
                <a:lnTo>
                  <a:pt x="1419799" y="116964"/>
                </a:lnTo>
                <a:lnTo>
                  <a:pt x="1418569" y="115847"/>
                </a:lnTo>
                <a:lnTo>
                  <a:pt x="1417483" y="114615"/>
                </a:lnTo>
                <a:lnTo>
                  <a:pt x="1416532" y="113278"/>
                </a:lnTo>
                <a:lnTo>
                  <a:pt x="1415708" y="111845"/>
                </a:lnTo>
                <a:lnTo>
                  <a:pt x="1415002" y="110323"/>
                </a:lnTo>
                <a:lnTo>
                  <a:pt x="1414404" y="108721"/>
                </a:lnTo>
                <a:lnTo>
                  <a:pt x="1413905" y="107046"/>
                </a:lnTo>
                <a:lnTo>
                  <a:pt x="1413497" y="105309"/>
                </a:lnTo>
                <a:lnTo>
                  <a:pt x="1413170" y="103516"/>
                </a:lnTo>
                <a:lnTo>
                  <a:pt x="1412916" y="101677"/>
                </a:lnTo>
                <a:lnTo>
                  <a:pt x="1412725" y="99799"/>
                </a:lnTo>
                <a:lnTo>
                  <a:pt x="1412587" y="97891"/>
                </a:lnTo>
                <a:lnTo>
                  <a:pt x="1412496" y="95961"/>
                </a:lnTo>
                <a:lnTo>
                  <a:pt x="1412440" y="94018"/>
                </a:lnTo>
                <a:lnTo>
                  <a:pt x="1412411" y="92070"/>
                </a:lnTo>
                <a:lnTo>
                  <a:pt x="1412401" y="90125"/>
                </a:lnTo>
                <a:lnTo>
                  <a:pt x="1412399" y="88192"/>
                </a:lnTo>
                <a:lnTo>
                  <a:pt x="1412401" y="86329"/>
                </a:lnTo>
                <a:lnTo>
                  <a:pt x="1412411" y="84451"/>
                </a:lnTo>
                <a:lnTo>
                  <a:pt x="1412439" y="82566"/>
                </a:lnTo>
                <a:lnTo>
                  <a:pt x="1412495" y="80681"/>
                </a:lnTo>
                <a:lnTo>
                  <a:pt x="1412586" y="78807"/>
                </a:lnTo>
                <a:lnTo>
                  <a:pt x="1412721" y="76950"/>
                </a:lnTo>
                <a:lnTo>
                  <a:pt x="1412911" y="75120"/>
                </a:lnTo>
                <a:lnTo>
                  <a:pt x="1413163" y="73325"/>
                </a:lnTo>
                <a:lnTo>
                  <a:pt x="1413487" y="71574"/>
                </a:lnTo>
                <a:lnTo>
                  <a:pt x="1413891" y="69874"/>
                </a:lnTo>
                <a:lnTo>
                  <a:pt x="1414385" y="68235"/>
                </a:lnTo>
                <a:lnTo>
                  <a:pt x="1414978" y="66664"/>
                </a:lnTo>
                <a:lnTo>
                  <a:pt x="1415677" y="65171"/>
                </a:lnTo>
                <a:lnTo>
                  <a:pt x="1416494" y="63763"/>
                </a:lnTo>
                <a:lnTo>
                  <a:pt x="1417435" y="62449"/>
                </a:lnTo>
                <a:lnTo>
                  <a:pt x="1418511" y="61237"/>
                </a:lnTo>
                <a:lnTo>
                  <a:pt x="1419730" y="60137"/>
                </a:lnTo>
                <a:lnTo>
                  <a:pt x="1421102" y="59156"/>
                </a:lnTo>
                <a:lnTo>
                  <a:pt x="1422634" y="58302"/>
                </a:lnTo>
                <a:lnTo>
                  <a:pt x="1424337" y="57585"/>
                </a:lnTo>
                <a:lnTo>
                  <a:pt x="1426218" y="57013"/>
                </a:lnTo>
                <a:lnTo>
                  <a:pt x="1428288" y="56594"/>
                </a:lnTo>
                <a:lnTo>
                  <a:pt x="1430554" y="56336"/>
                </a:lnTo>
                <a:lnTo>
                  <a:pt x="1433027" y="56248"/>
                </a:lnTo>
                <a:lnTo>
                  <a:pt x="1435523" y="56335"/>
                </a:lnTo>
                <a:lnTo>
                  <a:pt x="1437811" y="56590"/>
                </a:lnTo>
                <a:lnTo>
                  <a:pt x="1439900" y="57005"/>
                </a:lnTo>
                <a:lnTo>
                  <a:pt x="1441799" y="57572"/>
                </a:lnTo>
                <a:lnTo>
                  <a:pt x="1443518" y="58282"/>
                </a:lnTo>
                <a:lnTo>
                  <a:pt x="1445065" y="59128"/>
                </a:lnTo>
                <a:lnTo>
                  <a:pt x="1446449" y="60102"/>
                </a:lnTo>
                <a:lnTo>
                  <a:pt x="1447679" y="61194"/>
                </a:lnTo>
                <a:lnTo>
                  <a:pt x="1448765" y="62398"/>
                </a:lnTo>
                <a:lnTo>
                  <a:pt x="1449716" y="63704"/>
                </a:lnTo>
                <a:lnTo>
                  <a:pt x="1450540" y="65104"/>
                </a:lnTo>
                <a:lnTo>
                  <a:pt x="1451246" y="66591"/>
                </a:lnTo>
                <a:lnTo>
                  <a:pt x="1451844" y="68156"/>
                </a:lnTo>
                <a:lnTo>
                  <a:pt x="1452343" y="69792"/>
                </a:lnTo>
                <a:lnTo>
                  <a:pt x="1452751" y="71489"/>
                </a:lnTo>
                <a:lnTo>
                  <a:pt x="1453078" y="73239"/>
                </a:lnTo>
                <a:lnTo>
                  <a:pt x="1453332" y="75035"/>
                </a:lnTo>
                <a:lnTo>
                  <a:pt x="1453524" y="76868"/>
                </a:lnTo>
                <a:lnTo>
                  <a:pt x="1453661" y="78731"/>
                </a:lnTo>
                <a:lnTo>
                  <a:pt x="1453752" y="80614"/>
                </a:lnTo>
                <a:lnTo>
                  <a:pt x="1453808" y="82510"/>
                </a:lnTo>
                <a:lnTo>
                  <a:pt x="1453837" y="84410"/>
                </a:lnTo>
                <a:lnTo>
                  <a:pt x="1453847" y="86307"/>
                </a:lnTo>
                <a:lnTo>
                  <a:pt x="1453849" y="88192"/>
                </a:lnTo>
                <a:lnTo>
                  <a:pt x="1453847" y="90103"/>
                </a:lnTo>
                <a:lnTo>
                  <a:pt x="1453837" y="92029"/>
                </a:lnTo>
                <a:lnTo>
                  <a:pt x="1453809" y="93962"/>
                </a:lnTo>
                <a:lnTo>
                  <a:pt x="1453753" y="95894"/>
                </a:lnTo>
                <a:lnTo>
                  <a:pt x="1453662" y="97815"/>
                </a:lnTo>
                <a:close/>
                <a:moveTo>
                  <a:pt x="1368115" y="51993"/>
                </a:moveTo>
                <a:lnTo>
                  <a:pt x="1368029" y="51367"/>
                </a:lnTo>
                <a:lnTo>
                  <a:pt x="1367917" y="50772"/>
                </a:lnTo>
                <a:lnTo>
                  <a:pt x="1367778" y="50210"/>
                </a:lnTo>
                <a:lnTo>
                  <a:pt x="1367609" y="49680"/>
                </a:lnTo>
                <a:lnTo>
                  <a:pt x="1367407" y="49181"/>
                </a:lnTo>
                <a:lnTo>
                  <a:pt x="1367172" y="48715"/>
                </a:lnTo>
                <a:lnTo>
                  <a:pt x="1366899" y="48282"/>
                </a:lnTo>
                <a:lnTo>
                  <a:pt x="1366588" y="47880"/>
                </a:lnTo>
                <a:lnTo>
                  <a:pt x="1366236" y="47510"/>
                </a:lnTo>
                <a:lnTo>
                  <a:pt x="1365840" y="47173"/>
                </a:lnTo>
                <a:lnTo>
                  <a:pt x="1365399" y="46867"/>
                </a:lnTo>
                <a:lnTo>
                  <a:pt x="1364909" y="46594"/>
                </a:lnTo>
                <a:lnTo>
                  <a:pt x="1364369" y="46353"/>
                </a:lnTo>
                <a:lnTo>
                  <a:pt x="1363777" y="46144"/>
                </a:lnTo>
                <a:lnTo>
                  <a:pt x="1363131" y="45967"/>
                </a:lnTo>
                <a:lnTo>
                  <a:pt x="1362427" y="45823"/>
                </a:lnTo>
                <a:lnTo>
                  <a:pt x="1361664" y="45710"/>
                </a:lnTo>
                <a:lnTo>
                  <a:pt x="1360839" y="45630"/>
                </a:lnTo>
                <a:lnTo>
                  <a:pt x="1359951" y="45582"/>
                </a:lnTo>
                <a:lnTo>
                  <a:pt x="1358997" y="45566"/>
                </a:lnTo>
                <a:lnTo>
                  <a:pt x="1351863" y="45566"/>
                </a:lnTo>
                <a:lnTo>
                  <a:pt x="1351019" y="45577"/>
                </a:lnTo>
                <a:lnTo>
                  <a:pt x="1350223" y="45611"/>
                </a:lnTo>
                <a:lnTo>
                  <a:pt x="1349473" y="45671"/>
                </a:lnTo>
                <a:lnTo>
                  <a:pt x="1348768" y="45756"/>
                </a:lnTo>
                <a:lnTo>
                  <a:pt x="1348107" y="45868"/>
                </a:lnTo>
                <a:lnTo>
                  <a:pt x="1347489" y="46008"/>
                </a:lnTo>
                <a:lnTo>
                  <a:pt x="1346913" y="46179"/>
                </a:lnTo>
                <a:lnTo>
                  <a:pt x="1346379" y="46380"/>
                </a:lnTo>
                <a:lnTo>
                  <a:pt x="1345885" y="46613"/>
                </a:lnTo>
                <a:lnTo>
                  <a:pt x="1345430" y="46880"/>
                </a:lnTo>
                <a:lnTo>
                  <a:pt x="1345013" y="47181"/>
                </a:lnTo>
                <a:lnTo>
                  <a:pt x="1344633" y="47518"/>
                </a:lnTo>
                <a:lnTo>
                  <a:pt x="1344289" y="47892"/>
                </a:lnTo>
                <a:lnTo>
                  <a:pt x="1343981" y="48305"/>
                </a:lnTo>
                <a:lnTo>
                  <a:pt x="1343706" y="48757"/>
                </a:lnTo>
                <a:lnTo>
                  <a:pt x="1343465" y="49251"/>
                </a:lnTo>
                <a:lnTo>
                  <a:pt x="1343256" y="49786"/>
                </a:lnTo>
                <a:lnTo>
                  <a:pt x="1343078" y="50365"/>
                </a:lnTo>
                <a:lnTo>
                  <a:pt x="1342930" y="50989"/>
                </a:lnTo>
                <a:lnTo>
                  <a:pt x="1342812" y="51658"/>
                </a:lnTo>
                <a:lnTo>
                  <a:pt x="1342721" y="52375"/>
                </a:lnTo>
                <a:lnTo>
                  <a:pt x="1342657" y="53140"/>
                </a:lnTo>
                <a:lnTo>
                  <a:pt x="1342620" y="53955"/>
                </a:lnTo>
                <a:lnTo>
                  <a:pt x="1342608" y="54821"/>
                </a:lnTo>
                <a:lnTo>
                  <a:pt x="1342608" y="124620"/>
                </a:lnTo>
                <a:lnTo>
                  <a:pt x="1342619" y="125463"/>
                </a:lnTo>
                <a:lnTo>
                  <a:pt x="1342654" y="126260"/>
                </a:lnTo>
                <a:lnTo>
                  <a:pt x="1342713" y="127010"/>
                </a:lnTo>
                <a:lnTo>
                  <a:pt x="1342798" y="127715"/>
                </a:lnTo>
                <a:lnTo>
                  <a:pt x="1342910" y="128376"/>
                </a:lnTo>
                <a:lnTo>
                  <a:pt x="1343051" y="128993"/>
                </a:lnTo>
                <a:lnTo>
                  <a:pt x="1343221" y="129569"/>
                </a:lnTo>
                <a:lnTo>
                  <a:pt x="1343422" y="130103"/>
                </a:lnTo>
                <a:lnTo>
                  <a:pt x="1343655" y="130597"/>
                </a:lnTo>
                <a:lnTo>
                  <a:pt x="1343922" y="131052"/>
                </a:lnTo>
                <a:lnTo>
                  <a:pt x="1344223" y="131469"/>
                </a:lnTo>
                <a:lnTo>
                  <a:pt x="1344560" y="131849"/>
                </a:lnTo>
                <a:lnTo>
                  <a:pt x="1344934" y="132192"/>
                </a:lnTo>
                <a:lnTo>
                  <a:pt x="1345347" y="132501"/>
                </a:lnTo>
                <a:lnTo>
                  <a:pt x="1345799" y="132775"/>
                </a:lnTo>
                <a:lnTo>
                  <a:pt x="1346293" y="133016"/>
                </a:lnTo>
                <a:lnTo>
                  <a:pt x="1346828" y="133225"/>
                </a:lnTo>
                <a:lnTo>
                  <a:pt x="1347407" y="133403"/>
                </a:lnTo>
                <a:lnTo>
                  <a:pt x="1348031" y="133550"/>
                </a:lnTo>
                <a:lnTo>
                  <a:pt x="1348700" y="133669"/>
                </a:lnTo>
                <a:lnTo>
                  <a:pt x="1349417" y="133759"/>
                </a:lnTo>
                <a:lnTo>
                  <a:pt x="1350182" y="133823"/>
                </a:lnTo>
                <a:lnTo>
                  <a:pt x="1350997" y="133860"/>
                </a:lnTo>
                <a:lnTo>
                  <a:pt x="1351863" y="133872"/>
                </a:lnTo>
                <a:lnTo>
                  <a:pt x="1358997" y="133872"/>
                </a:lnTo>
                <a:lnTo>
                  <a:pt x="1359884" y="133859"/>
                </a:lnTo>
                <a:lnTo>
                  <a:pt x="1360717" y="133819"/>
                </a:lnTo>
                <a:lnTo>
                  <a:pt x="1361497" y="133752"/>
                </a:lnTo>
                <a:lnTo>
                  <a:pt x="1362226" y="133656"/>
                </a:lnTo>
                <a:lnTo>
                  <a:pt x="1362904" y="133531"/>
                </a:lnTo>
                <a:lnTo>
                  <a:pt x="1363533" y="133376"/>
                </a:lnTo>
                <a:lnTo>
                  <a:pt x="1364115" y="133190"/>
                </a:lnTo>
                <a:lnTo>
                  <a:pt x="1364652" y="132973"/>
                </a:lnTo>
                <a:lnTo>
                  <a:pt x="1365144" y="132724"/>
                </a:lnTo>
                <a:lnTo>
                  <a:pt x="1365594" y="132442"/>
                </a:lnTo>
                <a:lnTo>
                  <a:pt x="1366002" y="132127"/>
                </a:lnTo>
                <a:lnTo>
                  <a:pt x="1366371" y="131777"/>
                </a:lnTo>
                <a:lnTo>
                  <a:pt x="1366702" y="131392"/>
                </a:lnTo>
                <a:lnTo>
                  <a:pt x="1366996" y="130971"/>
                </a:lnTo>
                <a:lnTo>
                  <a:pt x="1367255" y="130513"/>
                </a:lnTo>
                <a:lnTo>
                  <a:pt x="1367480" y="130018"/>
                </a:lnTo>
                <a:lnTo>
                  <a:pt x="1367673" y="129485"/>
                </a:lnTo>
                <a:lnTo>
                  <a:pt x="1367835" y="128913"/>
                </a:lnTo>
                <a:lnTo>
                  <a:pt x="1367969" y="128301"/>
                </a:lnTo>
                <a:lnTo>
                  <a:pt x="1368075" y="127649"/>
                </a:lnTo>
                <a:lnTo>
                  <a:pt x="1368154" y="126955"/>
                </a:lnTo>
                <a:lnTo>
                  <a:pt x="1368209" y="126220"/>
                </a:lnTo>
                <a:lnTo>
                  <a:pt x="1368241" y="125441"/>
                </a:lnTo>
                <a:lnTo>
                  <a:pt x="1368251" y="124620"/>
                </a:lnTo>
                <a:lnTo>
                  <a:pt x="1368251" y="54821"/>
                </a:lnTo>
                <a:lnTo>
                  <a:pt x="1368244" y="54066"/>
                </a:lnTo>
                <a:lnTo>
                  <a:pt x="1368220" y="53343"/>
                </a:lnTo>
                <a:lnTo>
                  <a:pt x="1368178" y="52652"/>
                </a:lnTo>
                <a:lnTo>
                  <a:pt x="1368115" y="51993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642466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2026-09-05T09:15:28.3210000Z</dcterms:created>
  <dcterms:modified xsi:type="dcterms:W3CDTF">2026-09-05T09:15:28.3210000Z</dcterms:modified>
</coreProperties>
</file>